
<file path=[Content_Types].xml><?xml version="1.0" encoding="utf-8"?>
<Types xmlns="http://schemas.openxmlformats.org/package/2006/content-types">
  <Default Extension="bin" ContentType="application/vnd.openxmlformats-officedocument.oleObject"/>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heme/themeOverride1.xml" ContentType="application/vnd.openxmlformats-officedocument.themeOverride+xml"/>
  <Override PartName="/ppt/tags/tag4.xml" ContentType="application/vnd.openxmlformats-officedocument.presentationml.tag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notesSlides/notesSlide2.xml" ContentType="application/vnd.openxmlformats-officedocument.presentationml.notesSlide+xml"/>
  <Override PartName="/ppt/charts/chart2.xml" ContentType="application/vnd.openxmlformats-officedocument.drawingml.chart+xml"/>
  <Override PartName="/ppt/charts/chart3.xml" ContentType="application/vnd.openxmlformats-officedocument.drawingml.chart+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4.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5.xml" ContentType="application/vnd.openxmlformats-officedocument.drawingml.chart+xml"/>
  <Override PartName="/ppt/charts/style1.xml" ContentType="application/vnd.ms-office.chartstyle+xml"/>
  <Override PartName="/ppt/charts/colors1.xml" ContentType="application/vnd.ms-office.chartcolorstyle+xml"/>
  <Override PartName="/ppt/charts/chart6.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8.xml" ContentType="application/vnd.openxmlformats-officedocument.presentationml.notesSlide+xml"/>
  <Override PartName="/ppt/charts/chart7.xml" ContentType="application/vnd.openxmlformats-officedocument.drawingml.chart+xml"/>
  <Override PartName="/ppt/charts/style3.xml" ContentType="application/vnd.ms-office.chartstyle+xml"/>
  <Override PartName="/ppt/charts/colors3.xml" ContentType="application/vnd.ms-office.chartcolorstyle+xml"/>
  <Override PartName="/ppt/charts/chart8.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9.xml" ContentType="application/vnd.openxmlformats-officedocument.presentationml.notesSlide+xml"/>
  <Override PartName="/ppt/charts/chart9.xml" ContentType="application/vnd.openxmlformats-officedocument.drawingml.chart+xml"/>
  <Override PartName="/ppt/charts/chart10.xml" ContentType="application/vnd.openxmlformats-officedocument.drawingml.chart+xml"/>
  <Override PartName="/ppt/notesSlides/notesSlide10.xml" ContentType="application/vnd.openxmlformats-officedocument.presentationml.notesSlide+xml"/>
  <Override PartName="/ppt/charts/chart11.xml" ContentType="application/vnd.openxmlformats-officedocument.drawingml.chart+xml"/>
  <Override PartName="/ppt/charts/chart12.xml" ContentType="application/vnd.openxmlformats-officedocument.drawingml.chart+xml"/>
  <Override PartName="/ppt/notesSlides/notesSlide11.xml" ContentType="application/vnd.openxmlformats-officedocument.presentationml.notesSlide+xml"/>
  <Override PartName="/ppt/charts/chart13.xml" ContentType="application/vnd.openxmlformats-officedocument.drawingml.chart+xml"/>
  <Override PartName="/ppt/charts/chart14.xml" ContentType="application/vnd.openxmlformats-officedocument.drawingml.chart+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rts/chart15.xml" ContentType="application/vnd.openxmlformats-officedocument.drawingml.chart+xml"/>
  <Override PartName="/ppt/theme/themeOverride2.xml" ContentType="application/vnd.openxmlformats-officedocument.themeOverride+xml"/>
  <Override PartName="/ppt/charts/chart16.xml" ContentType="application/vnd.openxmlformats-officedocument.drawingml.chart+xml"/>
  <Override PartName="/ppt/theme/themeOverride3.xml" ContentType="application/vnd.openxmlformats-officedocument.themeOverride+xml"/>
  <Override PartName="/ppt/notesSlides/notesSlide16.xml" ContentType="application/vnd.openxmlformats-officedocument.presentationml.notesSlide+xml"/>
  <Override PartName="/ppt/charts/chart17.xml" ContentType="application/vnd.openxmlformats-officedocument.drawingml.chart+xml"/>
  <Override PartName="/ppt/theme/themeOverride4.xml" ContentType="application/vnd.openxmlformats-officedocument.themeOverride+xml"/>
  <Override PartName="/ppt/charts/chart18.xml" ContentType="application/vnd.openxmlformats-officedocument.drawingml.chart+xml"/>
  <Override PartName="/ppt/theme/themeOverride5.xml" ContentType="application/vnd.openxmlformats-officedocument.themeOverride+xml"/>
  <Override PartName="/ppt/notesSlides/notesSlide17.xml" ContentType="application/vnd.openxmlformats-officedocument.presentationml.notesSlide+xml"/>
  <Override PartName="/ppt/charts/chart19.xml" ContentType="application/vnd.openxmlformats-officedocument.drawingml.chart+xml"/>
  <Override PartName="/ppt/theme/themeOverride6.xml" ContentType="application/vnd.openxmlformats-officedocument.themeOverride+xml"/>
  <Override PartName="/ppt/charts/chart20.xml" ContentType="application/vnd.openxmlformats-officedocument.drawingml.chart+xml"/>
  <Override PartName="/ppt/theme/themeOverride7.xml" ContentType="application/vnd.openxmlformats-officedocument.themeOverride+xml"/>
  <Override PartName="/ppt/notesSlides/notesSlide18.xml" ContentType="application/vnd.openxmlformats-officedocument.presentationml.notesSlide+xml"/>
  <Override PartName="/ppt/charts/chart21.xml" ContentType="application/vnd.openxmlformats-officedocument.drawingml.chart+xml"/>
  <Override PartName="/ppt/notesSlides/notesSlide19.xml" ContentType="application/vnd.openxmlformats-officedocument.presentationml.notesSlide+xml"/>
  <Override PartName="/ppt/charts/chart22.xml" ContentType="application/vnd.openxmlformats-officedocument.drawingml.chart+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88" r:id="rId2"/>
    <p:sldMasterId id="2147483994" r:id="rId3"/>
  </p:sldMasterIdLst>
  <p:notesMasterIdLst>
    <p:notesMasterId r:id="rId26"/>
  </p:notesMasterIdLst>
  <p:handoutMasterIdLst>
    <p:handoutMasterId r:id="rId27"/>
  </p:handoutMasterIdLst>
  <p:sldIdLst>
    <p:sldId id="3997" r:id="rId4"/>
    <p:sldId id="4017" r:id="rId5"/>
    <p:sldId id="3987" r:id="rId6"/>
    <p:sldId id="4005" r:id="rId7"/>
    <p:sldId id="4006" r:id="rId8"/>
    <p:sldId id="3988" r:id="rId9"/>
    <p:sldId id="4007" r:id="rId10"/>
    <p:sldId id="4008" r:id="rId11"/>
    <p:sldId id="3999" r:id="rId12"/>
    <p:sldId id="4009" r:id="rId13"/>
    <p:sldId id="4010" r:id="rId14"/>
    <p:sldId id="4011" r:id="rId15"/>
    <p:sldId id="4012" r:id="rId16"/>
    <p:sldId id="4013" r:id="rId17"/>
    <p:sldId id="4014" r:id="rId18"/>
    <p:sldId id="3982" r:id="rId19"/>
    <p:sldId id="3983" r:id="rId20"/>
    <p:sldId id="3984" r:id="rId21"/>
    <p:sldId id="3926" r:id="rId22"/>
    <p:sldId id="3927" r:id="rId23"/>
    <p:sldId id="4015" r:id="rId24"/>
    <p:sldId id="4016" r:id="rId25"/>
  </p:sldIdLst>
  <p:sldSz cx="9144000" cy="6858000" type="screen4x3"/>
  <p:notesSz cx="7010400" cy="9296400"/>
  <p:defaultTextStyle>
    <a:defPPr>
      <a:defRPr lang="es-PE"/>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3974" userDrawn="1">
          <p15:clr>
            <a:srgbClr val="A4A3A4"/>
          </p15:clr>
        </p15:guide>
        <p15:guide id="2" pos="2880" userDrawn="1">
          <p15:clr>
            <a:srgbClr val="A4A3A4"/>
          </p15:clr>
        </p15:guide>
        <p15:guide id="3" orient="horz" pos="845" userDrawn="1">
          <p15:clr>
            <a:srgbClr val="A4A3A4"/>
          </p15:clr>
        </p15:guide>
        <p15:guide id="4" pos="5738" userDrawn="1">
          <p15:clr>
            <a:srgbClr val="A4A3A4"/>
          </p15:clr>
        </p15:guide>
        <p15:guide id="5" pos="3198" userDrawn="1">
          <p15:clr>
            <a:srgbClr val="A4A3A4"/>
          </p15:clr>
        </p15:guide>
        <p15:guide id="6" pos="1383" userDrawn="1">
          <p15:clr>
            <a:srgbClr val="A4A3A4"/>
          </p15:clr>
        </p15:guide>
        <p15:guide id="7" pos="4604" userDrawn="1">
          <p15:clr>
            <a:srgbClr val="A4A3A4"/>
          </p15:clr>
        </p15:guide>
      </p15:sldGuideLst>
    </p:ext>
    <p:ext uri="{2D200454-40CA-4A62-9FC3-DE9A4176ACB9}">
      <p15:notesGuideLst xmlns:p15="http://schemas.microsoft.com/office/powerpoint/2012/main">
        <p15:guide id="1" orient="horz" pos="2934" userDrawn="1">
          <p15:clr>
            <a:srgbClr val="A4A3A4"/>
          </p15:clr>
        </p15:guide>
        <p15:guide id="2" pos="2233" userDrawn="1">
          <p15:clr>
            <a:srgbClr val="A4A3A4"/>
          </p15:clr>
        </p15:guide>
        <p15:guide id="3" orient="horz" pos="2931" userDrawn="1">
          <p15:clr>
            <a:srgbClr val="A4A3A4"/>
          </p15:clr>
        </p15:guide>
        <p15:guide id="4" pos="2220" userDrawn="1">
          <p15:clr>
            <a:srgbClr val="A4A3A4"/>
          </p15:clr>
        </p15:guide>
        <p15:guide id="5" orient="horz" pos="2928" userDrawn="1">
          <p15:clr>
            <a:srgbClr val="A4A3A4"/>
          </p15:clr>
        </p15:guide>
        <p15:guide id="6" pos="2208"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Rodrigo Murrieta Noly" initials="RMN" lastIdx="1" clrIdx="0"/>
  <p:cmAuthor id="2" name="Nicolas Rizo Patron Ostoja" initials="NRPO" lastIdx="2" clrIdx="1">
    <p:extLst>
      <p:ext uri="{19B8F6BF-5375-455C-9EA6-DF929625EA0E}">
        <p15:presenceInfo xmlns:p15="http://schemas.microsoft.com/office/powerpoint/2012/main" userId="Nicolas Rizo Patron Ostoja" providerId="None"/>
      </p:ext>
    </p:extLst>
  </p:cmAuthor>
  <p:cmAuthor id="3" name="Jean Pierre Fournier Romero" initials="JPFR" lastIdx="3" clrIdx="2">
    <p:extLst>
      <p:ext uri="{19B8F6BF-5375-455C-9EA6-DF929625EA0E}">
        <p15:presenceInfo xmlns:p15="http://schemas.microsoft.com/office/powerpoint/2012/main" userId="S::jeanpierre.fournier@sura.pe::4fcb800f-ce5c-40d6-b4b5-4c99978aacdd" providerId="AD"/>
      </p:ext>
    </p:extLst>
  </p:cmAuthor>
  <p:cmAuthor id="4" name="Reyk Itakura Barboza" initials="RIB" lastIdx="1" clrIdx="3">
    <p:extLst>
      <p:ext uri="{19B8F6BF-5375-455C-9EA6-DF929625EA0E}">
        <p15:presenceInfo xmlns:p15="http://schemas.microsoft.com/office/powerpoint/2012/main" userId="S-1-5-21-291807029-118641816-3885112711-26107"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BB59"/>
    <a:srgbClr val="1E2E6E"/>
    <a:srgbClr val="00AECB"/>
    <a:srgbClr val="F79646"/>
    <a:srgbClr val="C00000"/>
    <a:srgbClr val="009EB0"/>
    <a:srgbClr val="002060"/>
    <a:srgbClr val="17375E"/>
    <a:srgbClr val="0051BA"/>
    <a:srgbClr val="CC6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069" autoAdjust="0"/>
    <p:restoredTop sz="95036" autoAdjust="0"/>
  </p:normalViewPr>
  <p:slideViewPr>
    <p:cSldViewPr>
      <p:cViewPr varScale="1">
        <p:scale>
          <a:sx n="120" d="100"/>
          <a:sy n="120" d="100"/>
        </p:scale>
        <p:origin x="1548" y="126"/>
      </p:cViewPr>
      <p:guideLst>
        <p:guide orient="horz" pos="3974"/>
        <p:guide pos="2880"/>
        <p:guide orient="horz" pos="845"/>
        <p:guide pos="5738"/>
        <p:guide pos="3198"/>
        <p:guide pos="1383"/>
        <p:guide pos="4604"/>
      </p:guideLst>
    </p:cSldViewPr>
  </p:slideViewPr>
  <p:outlineViewPr>
    <p:cViewPr>
      <p:scale>
        <a:sx n="33" d="100"/>
        <a:sy n="33" d="100"/>
      </p:scale>
      <p:origin x="0" y="1248"/>
    </p:cViewPr>
  </p:outlineViewPr>
  <p:notesTextViewPr>
    <p:cViewPr>
      <p:scale>
        <a:sx n="3" d="2"/>
        <a:sy n="3" d="2"/>
      </p:scale>
      <p:origin x="0" y="0"/>
    </p:cViewPr>
  </p:notesTextViewPr>
  <p:sorterViewPr>
    <p:cViewPr>
      <p:scale>
        <a:sx n="70" d="100"/>
        <a:sy n="70" d="100"/>
      </p:scale>
      <p:origin x="0" y="0"/>
    </p:cViewPr>
  </p:sorterViewPr>
  <p:notesViewPr>
    <p:cSldViewPr>
      <p:cViewPr varScale="1">
        <p:scale>
          <a:sx n="89" d="100"/>
          <a:sy n="89" d="100"/>
        </p:scale>
        <p:origin x="3726" y="72"/>
      </p:cViewPr>
      <p:guideLst>
        <p:guide orient="horz" pos="2934"/>
        <p:guide pos="2233"/>
        <p:guide orient="horz" pos="2931"/>
        <p:guide pos="2220"/>
        <p:guide orient="horz" pos="2928"/>
        <p:guide pos="2208"/>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notesMaster" Target="notesMasters/notesMaster1.xml"/><Relationship Id="rId3" Type="http://schemas.openxmlformats.org/officeDocument/2006/relationships/slideMaster" Target="slideMasters/slideMaster2.xml"/><Relationship Id="rId21" Type="http://schemas.openxmlformats.org/officeDocument/2006/relationships/slide" Target="slides/slide18.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2" Type="http://schemas.openxmlformats.org/officeDocument/2006/relationships/slideMaster" Target="slideMasters/slideMaster1.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tableStyles" Target="tableStyle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commentAuthors" Target="commentAuthors.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theme" Target="theme/theme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handoutMaster" Target="handoutMasters/handoutMaster1.xml"/><Relationship Id="rId30"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oleObject" Target="file:///\\sppeapp00023\Inversiones\Mesa%20de%20Inversiones\Archivos%20Top%20down\Herramientas\Returns_Directorio_2026%20-%20octubre.xlsx" TargetMode="External"/></Relationships>
</file>

<file path=ppt/charts/_rels/chart2.xml.rels><?xml version="1.0" encoding="UTF-8" standalone="yes"?>
<Relationships xmlns="http://schemas.openxmlformats.org/package/2006/relationships"><Relationship Id="rId1" Type="http://schemas.openxmlformats.org/officeDocument/2006/relationships/oleObject" Target="file:///\\SPPEAPP00023\Inversiones\Mesa%20de%20Inversiones\Archivos%20Top%20down\Herramientas\Returns_Directorio_2026%20-%20octubre.xlsx" TargetMode="External"/></Relationships>
</file>

<file path=ppt/charts/_rels/chart3.xml.rels><?xml version="1.0" encoding="UTF-8" standalone="yes"?>
<Relationships xmlns="http://schemas.openxmlformats.org/package/2006/relationships"><Relationship Id="rId1" Type="http://schemas.openxmlformats.org/officeDocument/2006/relationships/oleObject" Target="file:///\\SPPEAPP00023\Inversiones\Mesa%20de%20Inversiones\Archivos%20Top%20down\Herramientas\Returns_Directorio_2026%20-%20octubre.xlsx" TargetMode="External"/></Relationships>
</file>

<file path=ppt/charts/_rels/chart4.xml.rels><?xml version="1.0" encoding="UTF-8" standalone="yes"?>
<Relationships xmlns="http://schemas.openxmlformats.org/package/2006/relationships"><Relationship Id="rId1" Type="http://schemas.openxmlformats.org/officeDocument/2006/relationships/oleObject" Target="file:///\\sppeapp00023\Inversiones\Mesa%20de%20Inversiones\Archivos%20Top%20down\Gr&#225;ficos%20Comit&#233;%202025.xlsx" TargetMode="External"/></Relationships>
</file>

<file path=ppt/charts/_rels/chart5.xml.rels><?xml version="1.0" encoding="UTF-8" standalone="yes"?>
<Relationships xmlns="http://schemas.openxmlformats.org/package/2006/relationships"><Relationship Id="rId3" Type="http://schemas.openxmlformats.org/officeDocument/2006/relationships/oleObject" Target="file:///\\sppeapp00023\Inversiones\Mesa%20de%20Inversiones\Archivos%20Top%20down\Monitores\CAsset_Valuation_VF.xlsx" TargetMode="External"/><Relationship Id="rId2" Type="http://schemas.microsoft.com/office/2011/relationships/chartColorStyle" Target="colors1.xml"/><Relationship Id="rId1" Type="http://schemas.microsoft.com/office/2011/relationships/chartStyle" Target="style1.xml"/></Relationships>
</file>

<file path=ppt/charts/_rels/chart6.xml.rels><?xml version="1.0" encoding="UTF-8" standalone="yes"?>
<Relationships xmlns="http://schemas.openxmlformats.org/package/2006/relationships"><Relationship Id="rId3" Type="http://schemas.openxmlformats.org/officeDocument/2006/relationships/oleObject" Target="file:///\\sppeapp00023\Inversiones\Mesa%20de%20Inversiones\Archivos%20Top%20down\Monitores\CAsset_Valuation_VF.xlsx" TargetMode="External"/><Relationship Id="rId2" Type="http://schemas.microsoft.com/office/2011/relationships/chartColorStyle" Target="colors2.xml"/><Relationship Id="rId1" Type="http://schemas.microsoft.com/office/2011/relationships/chartStyle" Target="style2.xml"/></Relationships>
</file>

<file path=ppt/charts/_rels/chart7.xml.rels><?xml version="1.0" encoding="UTF-8" standalone="yes"?>
<Relationships xmlns="http://schemas.openxmlformats.org/package/2006/relationships"><Relationship Id="rId3" Type="http://schemas.openxmlformats.org/officeDocument/2006/relationships/oleObject" Target="file:///\\sppeapp00023\inversiones\Mesa%20de%20Inversiones\Archivos%20Top%20down\Herramientas\BackUps\Returns_Directorio_2025%20(fecha%2009.01.2026).xlsx" TargetMode="External"/><Relationship Id="rId2" Type="http://schemas.microsoft.com/office/2011/relationships/chartColorStyle" Target="colors3.xml"/><Relationship Id="rId1" Type="http://schemas.microsoft.com/office/2011/relationships/chartStyle" Target="style3.xml"/></Relationships>
</file>

<file path=ppt/charts/_rels/chart8.xml.rels><?xml version="1.0" encoding="UTF-8" standalone="yes"?>
<Relationships xmlns="http://schemas.openxmlformats.org/package/2006/relationships"><Relationship Id="rId3" Type="http://schemas.openxmlformats.org/officeDocument/2006/relationships/oleObject" Target="file:///\\sppeapp00023\Inversiones\Mesa%20de%20Inversiones\Archivos%20Top%20down\Herramientas\Returns_Directorio_2026%20-%20octubre.xlsx" TargetMode="External"/><Relationship Id="rId2" Type="http://schemas.microsoft.com/office/2011/relationships/chartColorStyle" Target="colors4.xml"/><Relationship Id="rId1" Type="http://schemas.microsoft.com/office/2011/relationships/chartStyle" Target="style4.xml"/></Relationships>
</file>

<file path=ppt/charts/_rels/chart9.xml.rels><?xml version="1.0" encoding="UTF-8" standalone="yes"?>
<Relationships xmlns="http://schemas.openxmlformats.org/package/2006/relationships"><Relationship Id="rId1" Type="http://schemas.openxmlformats.org/officeDocument/2006/relationships/oleObject" Target="file:///Z:\Mesa%20de%20Inversiones\Archivos%20Top%20down\Gr&#225;ficos%20Comit&#233;%202025.xlsx" TargetMode="External"/></Relationships>
</file>

<file path=ppt/charts/_rels/chart10.xml.rels><?xml version="1.0" encoding="UTF-8" standalone="yes"?>
<Relationships xmlns="http://schemas.openxmlformats.org/package/2006/relationships"><Relationship Id="rId1" Type="http://schemas.openxmlformats.org/officeDocument/2006/relationships/oleObject" Target="file:///Z:\Mesa%20de%20Inversiones\Archivos%20Top%20down\Gr&#225;ficos%20Comit&#233;%202025.xlsx" TargetMode="External"/></Relationships>
</file>

<file path=ppt/charts/_rels/chart11.xml.rels><?xml version="1.0" encoding="UTF-8" standalone="yes"?>
<Relationships xmlns="http://schemas.openxmlformats.org/package/2006/relationships"><Relationship Id="rId1" Type="http://schemas.openxmlformats.org/officeDocument/2006/relationships/oleObject" Target="file:///Z:\Mesa%20de%20Inversiones\Archivos%20Top%20down\Gr&#225;ficos%20Comit&#233;%202025.xlsx" TargetMode="External"/></Relationships>
</file>

<file path=ppt/charts/_rels/chart12.xml.rels><?xml version="1.0" encoding="UTF-8" standalone="yes"?>
<Relationships xmlns="http://schemas.openxmlformats.org/package/2006/relationships"><Relationship Id="rId1" Type="http://schemas.openxmlformats.org/officeDocument/2006/relationships/oleObject" Target="file:///Z:\Mesa%20de%20Inversiones\Archivos%20Top%20down\Gr&#225;ficos%20Comit&#233;%202025.xlsx" TargetMode="External"/></Relationships>
</file>

<file path=ppt/charts/_rels/chart13.xml.rels><?xml version="1.0" encoding="UTF-8" standalone="yes"?>
<Relationships xmlns="http://schemas.openxmlformats.org/package/2006/relationships"><Relationship Id="rId1" Type="http://schemas.openxmlformats.org/officeDocument/2006/relationships/oleObject" Target="file:///\\sppeapp00023\Inversiones\Mesa%20de%20Inversiones\Archivos%20Top%20down\Gr&#225;ficos%20Comit&#233;%202025.xlsx" TargetMode="External"/></Relationships>
</file>

<file path=ppt/charts/_rels/chart14.xml.rels><?xml version="1.0" encoding="UTF-8" standalone="yes"?>
<Relationships xmlns="http://schemas.openxmlformats.org/package/2006/relationships"><Relationship Id="rId1" Type="http://schemas.openxmlformats.org/officeDocument/2006/relationships/oleObject" Target="file:///\\sppeapp00023\Inversiones\Mesa%20de%20Inversiones\Archivos%20Top%20down\Gr&#225;ficos%20Comit&#233;%202025.xlsx" TargetMode="External"/></Relationships>
</file>

<file path=ppt/charts/_rels/chart15.xml.rels><?xml version="1.0" encoding="UTF-8" standalone="yes"?>
<Relationships xmlns="http://schemas.openxmlformats.org/package/2006/relationships"><Relationship Id="rId2" Type="http://schemas.openxmlformats.org/officeDocument/2006/relationships/oleObject" Target="file:///\\sppeapp00023\Inversiones\Mesa%20de%20Inversiones\Archivos%20Top%20down\Herramientas\Returns_Directorio_2026%20-%20octubre.xlsx" TargetMode="External"/><Relationship Id="rId1" Type="http://schemas.openxmlformats.org/officeDocument/2006/relationships/themeOverride" Target="../theme/themeOverride2.xml"/></Relationships>
</file>

<file path=ppt/charts/_rels/chart16.xml.rels><?xml version="1.0" encoding="UTF-8" standalone="yes"?>
<Relationships xmlns="http://schemas.openxmlformats.org/package/2006/relationships"><Relationship Id="rId2" Type="http://schemas.openxmlformats.org/officeDocument/2006/relationships/oleObject" Target="file:///\\sppeapp00023\Inversiones\Mesa%20de%20Inversiones\Archivos%20Top%20down\Herramientas\Returns_Directorio_2026%20-%20octubre.xlsx" TargetMode="External"/><Relationship Id="rId1" Type="http://schemas.openxmlformats.org/officeDocument/2006/relationships/themeOverride" Target="../theme/themeOverride3.xml"/></Relationships>
</file>

<file path=ppt/charts/_rels/chart17.xml.rels><?xml version="1.0" encoding="UTF-8" standalone="yes"?>
<Relationships xmlns="http://schemas.openxmlformats.org/package/2006/relationships"><Relationship Id="rId2" Type="http://schemas.openxmlformats.org/officeDocument/2006/relationships/oleObject" Target="file:///\\sppeapp00023\Inversiones\Mesa%20de%20Inversiones\Archivos%20Top%20down\Herramientas\Returns_Directorio_2026%20-%20octubre.xlsx" TargetMode="External"/><Relationship Id="rId1" Type="http://schemas.openxmlformats.org/officeDocument/2006/relationships/themeOverride" Target="../theme/themeOverride4.xml"/></Relationships>
</file>

<file path=ppt/charts/_rels/chart18.xml.rels><?xml version="1.0" encoding="UTF-8" standalone="yes"?>
<Relationships xmlns="http://schemas.openxmlformats.org/package/2006/relationships"><Relationship Id="rId2" Type="http://schemas.openxmlformats.org/officeDocument/2006/relationships/oleObject" Target="file:///\\sppeapp00023\Inversiones\Mesa%20de%20Inversiones\Archivos%20Top%20down\Herramientas\Returns_Directorio_2026%20-%20octubre.xlsx" TargetMode="External"/><Relationship Id="rId1" Type="http://schemas.openxmlformats.org/officeDocument/2006/relationships/themeOverride" Target="../theme/themeOverride5.xml"/></Relationships>
</file>

<file path=ppt/charts/_rels/chart19.xml.rels><?xml version="1.0" encoding="UTF-8" standalone="yes"?>
<Relationships xmlns="http://schemas.openxmlformats.org/package/2006/relationships"><Relationship Id="rId2" Type="http://schemas.openxmlformats.org/officeDocument/2006/relationships/oleObject" Target="file:///\\sppeapp00023\Inversiones\Mesa%20de%20Inversiones\Archivos%20Top%20down\Herramientas\Returns_Directorio_2026%20-%20octubre.xlsx" TargetMode="External"/><Relationship Id="rId1" Type="http://schemas.openxmlformats.org/officeDocument/2006/relationships/themeOverride" Target="../theme/themeOverride6.xml"/></Relationships>
</file>

<file path=ppt/charts/_rels/chart20.xml.rels><?xml version="1.0" encoding="UTF-8" standalone="yes"?>
<Relationships xmlns="http://schemas.openxmlformats.org/package/2006/relationships"><Relationship Id="rId2" Type="http://schemas.openxmlformats.org/officeDocument/2006/relationships/oleObject" Target="file:///\\sppeapp00023\Inversiones\Mesa%20de%20Inversiones\Archivos%20Top%20down\Herramientas\Returns_Directorio_2026%20-%20octubre.xlsx" TargetMode="External"/><Relationship Id="rId1" Type="http://schemas.openxmlformats.org/officeDocument/2006/relationships/themeOverride" Target="../theme/themeOverride7.xml"/></Relationships>
</file>

<file path=ppt/charts/_rels/chart21.xml.rels><?xml version="1.0" encoding="UTF-8" standalone="yes"?>
<Relationships xmlns="http://schemas.openxmlformats.org/package/2006/relationships"><Relationship Id="rId1" Type="http://schemas.openxmlformats.org/officeDocument/2006/relationships/oleObject" Target="file:///\\sppeapp00023\Inversiones\Mesa%20de%20Inversiones\Archivos%20Top%20down\Herramientas\Returns_Directorio_2026%20-%20octubre.xlsx" TargetMode="External"/></Relationships>
</file>

<file path=ppt/charts/_rels/chart22.xml.rels><?xml version="1.0" encoding="UTF-8" standalone="yes"?>
<Relationships xmlns="http://schemas.openxmlformats.org/package/2006/relationships"><Relationship Id="rId1" Type="http://schemas.openxmlformats.org/officeDocument/2006/relationships/oleObject" Target="file:///\\sppeapp00023\Inversiones\Mesa%20de%20Inversiones\Archivos%20Top%20down\Herramientas\Returns_Directorio_2026%20-%20octubre.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6752693006297806"/>
          <c:y val="9.6440193421016868E-2"/>
          <c:w val="0.67349685549847338"/>
          <c:h val="0.83872324078615113"/>
        </c:manualLayout>
      </c:layout>
      <c:barChart>
        <c:barDir val="bar"/>
        <c:grouping val="clustered"/>
        <c:varyColors val="0"/>
        <c:ser>
          <c:idx val="0"/>
          <c:order val="0"/>
          <c:tx>
            <c:strRef>
              <c:f>Summary!$I$105</c:f>
              <c:strCache>
                <c:ptCount val="1"/>
                <c:pt idx="0">
                  <c:v>YTD</c:v>
                </c:pt>
              </c:strCache>
            </c:strRef>
          </c:tx>
          <c:spPr>
            <a:solidFill>
              <a:srgbClr val="1E2E6E"/>
            </a:solidFill>
            <a:ln>
              <a:noFill/>
            </a:ln>
          </c:spPr>
          <c:invertIfNegative val="0"/>
          <c:dLbls>
            <c:numFmt formatCode="0.0%" sourceLinked="0"/>
            <c:spPr>
              <a:noFill/>
              <a:ln>
                <a:noFill/>
              </a:ln>
              <a:effectLst/>
            </c:spPr>
            <c:txPr>
              <a:bodyPr/>
              <a:lstStyle/>
              <a:p>
                <a:pPr>
                  <a:defRPr sz="600"/>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(Summary!$E$106:$E$110,Summary!$E$114:$E$140)</c:f>
              <c:strCache>
                <c:ptCount val="17"/>
                <c:pt idx="0">
                  <c:v>Oil</c:v>
                </c:pt>
                <c:pt idx="1">
                  <c:v>Copper</c:v>
                </c:pt>
                <c:pt idx="2">
                  <c:v>JPY</c:v>
                </c:pt>
                <c:pt idx="3">
                  <c:v>EUR</c:v>
                </c:pt>
                <c:pt idx="4">
                  <c:v>Bono 10 años EEUU</c:v>
                </c:pt>
                <c:pt idx="5">
                  <c:v>Credito HY USD</c:v>
                </c:pt>
                <c:pt idx="6">
                  <c:v>Soberanos PEN</c:v>
                </c:pt>
                <c:pt idx="7">
                  <c:v>EM SOV USD</c:v>
                </c:pt>
                <c:pt idx="8">
                  <c:v>EM CORP USD</c:v>
                </c:pt>
                <c:pt idx="9">
                  <c:v>EM SOV LC (USD)</c:v>
                </c:pt>
                <c:pt idx="10">
                  <c:v>RV EEUU</c:v>
                </c:pt>
                <c:pt idx="11">
                  <c:v>RV Japon</c:v>
                </c:pt>
                <c:pt idx="12">
                  <c:v>RV Eurozona</c:v>
                </c:pt>
                <c:pt idx="13">
                  <c:v>RV EM</c:v>
                </c:pt>
                <c:pt idx="14">
                  <c:v>RV China</c:v>
                </c:pt>
                <c:pt idx="15">
                  <c:v>RV Latam</c:v>
                </c:pt>
                <c:pt idx="16">
                  <c:v>RV Peru</c:v>
                </c:pt>
              </c:strCache>
              <c:extLst/>
            </c:strRef>
          </c:cat>
          <c:val>
            <c:numRef>
              <c:f>(Summary!$I$106:$I$110,Summary!$I$114:$I$140)</c:f>
              <c:numCache>
                <c:formatCode>0.0%</c:formatCode>
                <c:ptCount val="17"/>
                <c:pt idx="0">
                  <c:v>0.7661093695576453</c:v>
                </c:pt>
                <c:pt idx="1">
                  <c:v>0.15974402318280601</c:v>
                </c:pt>
                <c:pt idx="2">
                  <c:v>-8.1491929164707599E-3</c:v>
                </c:pt>
                <c:pt idx="3">
                  <c:v>-4.3163630171973555E-2</c:v>
                </c:pt>
                <c:pt idx="4">
                  <c:v>-3.7612579594348321E-2</c:v>
                </c:pt>
                <c:pt idx="5">
                  <c:v>1.1112816939664816E-2</c:v>
                </c:pt>
                <c:pt idx="6">
                  <c:v>-2.5999999999999999E-3</c:v>
                </c:pt>
                <c:pt idx="7">
                  <c:v>3.6248550977975302E-3</c:v>
                </c:pt>
                <c:pt idx="8">
                  <c:v>8.5778600323054288E-3</c:v>
                </c:pt>
                <c:pt idx="9">
                  <c:v>1.297347432100393E-2</c:v>
                </c:pt>
                <c:pt idx="10">
                  <c:v>0.12894130000000001</c:v>
                </c:pt>
                <c:pt idx="11">
                  <c:v>0.21786940000000002</c:v>
                </c:pt>
                <c:pt idx="12">
                  <c:v>0.1051868</c:v>
                </c:pt>
                <c:pt idx="13">
                  <c:v>0.17481580000000002</c:v>
                </c:pt>
                <c:pt idx="14">
                  <c:v>-0.136764</c:v>
                </c:pt>
                <c:pt idx="15">
                  <c:v>0.26073020000000002</c:v>
                </c:pt>
                <c:pt idx="16">
                  <c:v>0.37271270000000001</c:v>
                </c:pt>
              </c:numCache>
              <c:extLst/>
            </c:numRef>
          </c:val>
          <c:extLst>
            <c:ext xmlns:c16="http://schemas.microsoft.com/office/drawing/2014/chart" uri="{C3380CC4-5D6E-409C-BE32-E72D297353CC}">
              <c16:uniqueId val="{00000000-7291-4D80-A691-4CE5780DE4B5}"/>
            </c:ext>
          </c:extLst>
        </c:ser>
        <c:ser>
          <c:idx val="1"/>
          <c:order val="1"/>
          <c:tx>
            <c:strRef>
              <c:f>Summary!$J$105</c:f>
              <c:strCache>
                <c:ptCount val="1"/>
                <c:pt idx="0">
                  <c:v>2025</c:v>
                </c:pt>
              </c:strCache>
            </c:strRef>
          </c:tx>
          <c:spPr>
            <a:solidFill>
              <a:srgbClr val="00AECB"/>
            </a:solidFill>
          </c:spPr>
          <c:invertIfNegative val="0"/>
          <c:dLbls>
            <c:dLbl>
              <c:idx val="7"/>
              <c:layout>
                <c:manualLayout>
                  <c:x val="-5.1534134668838405E-3"/>
                  <c:y val="0"/>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7291-4D80-A691-4CE5780DE4B5}"/>
                </c:ext>
              </c:extLst>
            </c:dLbl>
            <c:numFmt formatCode="0.0%" sourceLinked="0"/>
            <c:spPr>
              <a:noFill/>
              <a:ln>
                <a:noFill/>
              </a:ln>
              <a:effectLst/>
            </c:spPr>
            <c:txPr>
              <a:bodyPr/>
              <a:lstStyle/>
              <a:p>
                <a:pPr>
                  <a:defRPr sz="600"/>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(Summary!$E$106:$E$110,Summary!$E$114:$E$140)</c:f>
              <c:strCache>
                <c:ptCount val="17"/>
                <c:pt idx="0">
                  <c:v>Oil</c:v>
                </c:pt>
                <c:pt idx="1">
                  <c:v>Copper</c:v>
                </c:pt>
                <c:pt idx="2">
                  <c:v>JPY</c:v>
                </c:pt>
                <c:pt idx="3">
                  <c:v>EUR</c:v>
                </c:pt>
                <c:pt idx="4">
                  <c:v>Bono 10 años EEUU</c:v>
                </c:pt>
                <c:pt idx="5">
                  <c:v>Credito HY USD</c:v>
                </c:pt>
                <c:pt idx="6">
                  <c:v>Soberanos PEN</c:v>
                </c:pt>
                <c:pt idx="7">
                  <c:v>EM SOV USD</c:v>
                </c:pt>
                <c:pt idx="8">
                  <c:v>EM CORP USD</c:v>
                </c:pt>
                <c:pt idx="9">
                  <c:v>EM SOV LC (USD)</c:v>
                </c:pt>
                <c:pt idx="10">
                  <c:v>RV EEUU</c:v>
                </c:pt>
                <c:pt idx="11">
                  <c:v>RV Japon</c:v>
                </c:pt>
                <c:pt idx="12">
                  <c:v>RV Eurozona</c:v>
                </c:pt>
                <c:pt idx="13">
                  <c:v>RV EM</c:v>
                </c:pt>
                <c:pt idx="14">
                  <c:v>RV China</c:v>
                </c:pt>
                <c:pt idx="15">
                  <c:v>RV Latam</c:v>
                </c:pt>
                <c:pt idx="16">
                  <c:v>RV Peru</c:v>
                </c:pt>
              </c:strCache>
              <c:extLst/>
            </c:strRef>
          </c:cat>
          <c:val>
            <c:numRef>
              <c:f>(Summary!$J$106:$J$110,Summary!$J$114:$J$140)</c:f>
              <c:numCache>
                <c:formatCode>0.0%</c:formatCode>
                <c:ptCount val="17"/>
                <c:pt idx="0">
                  <c:v>-0.19199665365309537</c:v>
                </c:pt>
                <c:pt idx="1">
                  <c:v>0.43231067518248167</c:v>
                </c:pt>
                <c:pt idx="2">
                  <c:v>5.1878635434681186E-3</c:v>
                </c:pt>
                <c:pt idx="3">
                  <c:v>0.13463395789067012</c:v>
                </c:pt>
                <c:pt idx="4">
                  <c:v>7.9370088704723479E-2</c:v>
                </c:pt>
                <c:pt idx="5">
                  <c:v>9.2698912384368226E-2</c:v>
                </c:pt>
                <c:pt idx="6">
                  <c:v>0.11302183304166161</c:v>
                </c:pt>
                <c:pt idx="7">
                  <c:v>0.14272704807272696</c:v>
                </c:pt>
                <c:pt idx="8">
                  <c:v>8.7117915109313326E-2</c:v>
                </c:pt>
                <c:pt idx="9">
                  <c:v>0.19159564092482029</c:v>
                </c:pt>
                <c:pt idx="10">
                  <c:v>0.18724519999999997</c:v>
                </c:pt>
                <c:pt idx="11">
                  <c:v>0.25456839999999997</c:v>
                </c:pt>
                <c:pt idx="12">
                  <c:v>0.24796099999999999</c:v>
                </c:pt>
                <c:pt idx="13">
                  <c:v>0.34108449999999996</c:v>
                </c:pt>
                <c:pt idx="14">
                  <c:v>0.32318590000000003</c:v>
                </c:pt>
                <c:pt idx="15">
                  <c:v>0.55885459999999998</c:v>
                </c:pt>
                <c:pt idx="16">
                  <c:v>0.51301600000000003</c:v>
                </c:pt>
              </c:numCache>
              <c:extLst/>
            </c:numRef>
          </c:val>
          <c:extLst>
            <c:ext xmlns:c16="http://schemas.microsoft.com/office/drawing/2014/chart" uri="{C3380CC4-5D6E-409C-BE32-E72D297353CC}">
              <c16:uniqueId val="{00000002-7291-4D80-A691-4CE5780DE4B5}"/>
            </c:ext>
          </c:extLst>
        </c:ser>
        <c:ser>
          <c:idx val="2"/>
          <c:order val="2"/>
          <c:tx>
            <c:strRef>
              <c:f>Summary!$L$105</c:f>
              <c:strCache>
                <c:ptCount val="1"/>
                <c:pt idx="0">
                  <c:v>2024</c:v>
                </c:pt>
              </c:strCache>
            </c:strRef>
          </c:tx>
          <c:spPr>
            <a:solidFill>
              <a:schemeClr val="bg1">
                <a:lumMod val="75000"/>
              </a:schemeClr>
            </a:solidFill>
          </c:spPr>
          <c:invertIfNegative val="0"/>
          <c:dLbls>
            <c:spPr>
              <a:noFill/>
              <a:ln>
                <a:noFill/>
              </a:ln>
              <a:effectLst/>
            </c:spPr>
            <c:txPr>
              <a:bodyPr/>
              <a:lstStyle/>
              <a:p>
                <a:pPr>
                  <a:defRPr sz="60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(Summary!$E$106:$E$110,Summary!$E$114:$E$140)</c:f>
              <c:strCache>
                <c:ptCount val="17"/>
                <c:pt idx="0">
                  <c:v>Oil</c:v>
                </c:pt>
                <c:pt idx="1">
                  <c:v>Copper</c:v>
                </c:pt>
                <c:pt idx="2">
                  <c:v>JPY</c:v>
                </c:pt>
                <c:pt idx="3">
                  <c:v>EUR</c:v>
                </c:pt>
                <c:pt idx="4">
                  <c:v>Bono 10 años EEUU</c:v>
                </c:pt>
                <c:pt idx="5">
                  <c:v>Credito HY USD</c:v>
                </c:pt>
                <c:pt idx="6">
                  <c:v>Soberanos PEN</c:v>
                </c:pt>
                <c:pt idx="7">
                  <c:v>EM SOV USD</c:v>
                </c:pt>
                <c:pt idx="8">
                  <c:v>EM CORP USD</c:v>
                </c:pt>
                <c:pt idx="9">
                  <c:v>EM SOV LC (USD)</c:v>
                </c:pt>
                <c:pt idx="10">
                  <c:v>RV EEUU</c:v>
                </c:pt>
                <c:pt idx="11">
                  <c:v>RV Japon</c:v>
                </c:pt>
                <c:pt idx="12">
                  <c:v>RV Eurozona</c:v>
                </c:pt>
                <c:pt idx="13">
                  <c:v>RV EM</c:v>
                </c:pt>
                <c:pt idx="14">
                  <c:v>RV China</c:v>
                </c:pt>
                <c:pt idx="15">
                  <c:v>RV Latam</c:v>
                </c:pt>
                <c:pt idx="16">
                  <c:v>RV Peru</c:v>
                </c:pt>
              </c:strCache>
              <c:extLst/>
            </c:strRef>
          </c:cat>
          <c:val>
            <c:numRef>
              <c:f>(Summary!$L$106:$L$110,Summary!$L$114:$L$140)</c:f>
              <c:numCache>
                <c:formatCode>0.0%</c:formatCode>
                <c:ptCount val="17"/>
                <c:pt idx="0">
                  <c:v>9.7697138869490274E-4</c:v>
                </c:pt>
                <c:pt idx="1">
                  <c:v>2.4418740507068604E-2</c:v>
                </c:pt>
                <c:pt idx="2">
                  <c:v>-0.10282087447108601</c:v>
                </c:pt>
                <c:pt idx="3">
                  <c:v>-6.2052722166862972E-2</c:v>
                </c:pt>
                <c:pt idx="4">
                  <c:v>-1.2313939402584219E-2</c:v>
                </c:pt>
                <c:pt idx="5">
                  <c:v>7.6483986555929029E-2</c:v>
                </c:pt>
                <c:pt idx="6">
                  <c:v>5.5349558090633605E-2</c:v>
                </c:pt>
                <c:pt idx="7">
                  <c:v>6.536091228785601E-2</c:v>
                </c:pt>
                <c:pt idx="8">
                  <c:v>7.6272610798076901E-2</c:v>
                </c:pt>
                <c:pt idx="9">
                  <c:v>-2.38173049308259E-2</c:v>
                </c:pt>
                <c:pt idx="10">
                  <c:v>0.24997469999999999</c:v>
                </c:pt>
                <c:pt idx="11">
                  <c:v>0.20414940000000001</c:v>
                </c:pt>
                <c:pt idx="12">
                  <c:v>0.10408010000000001</c:v>
                </c:pt>
                <c:pt idx="13">
                  <c:v>7.9719070000000003E-2</c:v>
                </c:pt>
                <c:pt idx="14">
                  <c:v>0.1969699</c:v>
                </c:pt>
                <c:pt idx="15">
                  <c:v>-0.26034000000000002</c:v>
                </c:pt>
                <c:pt idx="16">
                  <c:v>0.11559860000000001</c:v>
                </c:pt>
              </c:numCache>
              <c:extLst/>
            </c:numRef>
          </c:val>
          <c:extLst>
            <c:ext xmlns:c16="http://schemas.microsoft.com/office/drawing/2014/chart" uri="{C3380CC4-5D6E-409C-BE32-E72D297353CC}">
              <c16:uniqueId val="{00000003-7291-4D80-A691-4CE5780DE4B5}"/>
            </c:ext>
          </c:extLst>
        </c:ser>
        <c:dLbls>
          <c:showLegendKey val="0"/>
          <c:showVal val="0"/>
          <c:showCatName val="0"/>
          <c:showSerName val="0"/>
          <c:showPercent val="0"/>
          <c:showBubbleSize val="0"/>
        </c:dLbls>
        <c:gapWidth val="47"/>
        <c:axId val="768988304"/>
        <c:axId val="761336992"/>
      </c:barChart>
      <c:catAx>
        <c:axId val="768988304"/>
        <c:scaling>
          <c:orientation val="minMax"/>
        </c:scaling>
        <c:delete val="0"/>
        <c:axPos val="l"/>
        <c:majorGridlines>
          <c:spPr>
            <a:ln>
              <a:noFill/>
              <a:prstDash val="dash"/>
            </a:ln>
          </c:spPr>
        </c:majorGridlines>
        <c:numFmt formatCode="General" sourceLinked="0"/>
        <c:majorTickMark val="out"/>
        <c:minorTickMark val="none"/>
        <c:tickLblPos val="low"/>
        <c:spPr>
          <a:ln>
            <a:solidFill>
              <a:schemeClr val="bg1">
                <a:lumMod val="65000"/>
              </a:schemeClr>
            </a:solidFill>
            <a:prstDash val="sysDot"/>
          </a:ln>
        </c:spPr>
        <c:crossAx val="761336992"/>
        <c:crosses val="autoZero"/>
        <c:auto val="1"/>
        <c:lblAlgn val="ctr"/>
        <c:lblOffset val="100"/>
        <c:noMultiLvlLbl val="0"/>
      </c:catAx>
      <c:valAx>
        <c:axId val="761336992"/>
        <c:scaling>
          <c:orientation val="minMax"/>
        </c:scaling>
        <c:delete val="0"/>
        <c:axPos val="b"/>
        <c:majorGridlines>
          <c:spPr>
            <a:ln w="9525">
              <a:solidFill>
                <a:schemeClr val="bg1">
                  <a:lumMod val="65000"/>
                  <a:alpha val="50000"/>
                </a:schemeClr>
              </a:solidFill>
              <a:prstDash val="solid"/>
            </a:ln>
          </c:spPr>
        </c:majorGridlines>
        <c:numFmt formatCode="0%" sourceLinked="0"/>
        <c:majorTickMark val="out"/>
        <c:minorTickMark val="none"/>
        <c:tickLblPos val="nextTo"/>
        <c:spPr>
          <a:ln>
            <a:solidFill>
              <a:schemeClr val="bg1">
                <a:lumMod val="75000"/>
              </a:schemeClr>
            </a:solidFill>
          </a:ln>
        </c:spPr>
        <c:crossAx val="768988304"/>
        <c:crosses val="autoZero"/>
        <c:crossBetween val="between"/>
        <c:majorUnit val="0.2"/>
        <c:minorUnit val="0.2"/>
      </c:valAx>
      <c:spPr>
        <a:noFill/>
        <a:ln>
          <a:solidFill>
            <a:schemeClr val="bg1">
              <a:lumMod val="75000"/>
            </a:schemeClr>
          </a:solidFill>
        </a:ln>
      </c:spPr>
    </c:plotArea>
    <c:legend>
      <c:legendPos val="r"/>
      <c:layout>
        <c:manualLayout>
          <c:xMode val="edge"/>
          <c:yMode val="edge"/>
          <c:x val="0.84644429926646958"/>
          <c:y val="0.68724301793343467"/>
          <c:w val="5.6041298287711004E-2"/>
          <c:h val="0.11525922235153696"/>
        </c:manualLayout>
      </c:layout>
      <c:overlay val="0"/>
      <c:spPr>
        <a:ln>
          <a:solidFill>
            <a:schemeClr val="bg1">
              <a:lumMod val="85000"/>
            </a:schemeClr>
          </a:solidFill>
        </a:ln>
      </c:spPr>
    </c:legend>
    <c:plotVisOnly val="1"/>
    <c:dispBlanksAs val="gap"/>
    <c:showDLblsOverMax val="0"/>
  </c:chart>
  <c:spPr>
    <a:noFill/>
    <a:ln>
      <a:noFill/>
    </a:ln>
  </c:spPr>
  <c:txPr>
    <a:bodyPr/>
    <a:lstStyle/>
    <a:p>
      <a:pPr>
        <a:defRPr sz="800" b="1">
          <a:solidFill>
            <a:srgbClr val="1E2E6E"/>
          </a:solidFill>
          <a:latin typeface="Arial" panose="020B0604020202020204" pitchFamily="34" charset="0"/>
          <a:cs typeface="Arial" panose="020B0604020202020204" pitchFamily="34" charset="0"/>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5796424236867049E-2"/>
          <c:y val="5.2090297124801149E-2"/>
          <c:w val="0.91072793919628725"/>
          <c:h val="0.88307310923681848"/>
        </c:manualLayout>
      </c:layout>
      <c:barChart>
        <c:barDir val="bar"/>
        <c:grouping val="clustered"/>
        <c:varyColors val="0"/>
        <c:ser>
          <c:idx val="0"/>
          <c:order val="0"/>
          <c:tx>
            <c:strRef>
              <c:f>Summary!$I$142</c:f>
              <c:strCache>
                <c:ptCount val="1"/>
                <c:pt idx="0">
                  <c:v>YTD</c:v>
                </c:pt>
              </c:strCache>
            </c:strRef>
          </c:tx>
          <c:spPr>
            <a:solidFill>
              <a:srgbClr val="1E2E6E"/>
            </a:solidFill>
          </c:spPr>
          <c:invertIfNegative val="0"/>
          <c:dLbls>
            <c:spPr>
              <a:noFill/>
              <a:ln>
                <a:noFill/>
              </a:ln>
              <a:effectLst/>
            </c:spPr>
            <c:txPr>
              <a:bodyPr/>
              <a:lstStyle/>
              <a:p>
                <a:pPr>
                  <a:defRPr sz="700" b="1">
                    <a:solidFill>
                      <a:srgbClr val="1E2E6E"/>
                    </a:solidFill>
                    <a:latin typeface="Arial" panose="020B0604020202020204" pitchFamily="34" charset="0"/>
                    <a:cs typeface="Arial" panose="020B0604020202020204"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Summary!$C$143:$C$154</c:f>
              <c:strCache>
                <c:ptCount val="12"/>
                <c:pt idx="0">
                  <c:v>EUR</c:v>
                </c:pt>
                <c:pt idx="1">
                  <c:v>GBP</c:v>
                </c:pt>
                <c:pt idx="2">
                  <c:v>JPY</c:v>
                </c:pt>
                <c:pt idx="3">
                  <c:v>CNH</c:v>
                </c:pt>
                <c:pt idx="4">
                  <c:v>MXN</c:v>
                </c:pt>
                <c:pt idx="5">
                  <c:v>PEN</c:v>
                </c:pt>
                <c:pt idx="6">
                  <c:v>COP</c:v>
                </c:pt>
                <c:pt idx="7">
                  <c:v>BRL</c:v>
                </c:pt>
                <c:pt idx="8">
                  <c:v>CLP</c:v>
                </c:pt>
                <c:pt idx="9">
                  <c:v>Gold</c:v>
                </c:pt>
                <c:pt idx="10">
                  <c:v>Oil</c:v>
                </c:pt>
                <c:pt idx="11">
                  <c:v>Copper</c:v>
                </c:pt>
              </c:strCache>
            </c:strRef>
          </c:cat>
          <c:val>
            <c:numRef>
              <c:f>Summary!$I$143:$I$154</c:f>
              <c:numCache>
                <c:formatCode>0.0%</c:formatCode>
                <c:ptCount val="12"/>
                <c:pt idx="0">
                  <c:v>-4.3163630171973555E-2</c:v>
                </c:pt>
                <c:pt idx="1">
                  <c:v>-1.098330241187373E-2</c:v>
                </c:pt>
                <c:pt idx="2">
                  <c:v>-8.1491929164707599E-3</c:v>
                </c:pt>
                <c:pt idx="3">
                  <c:v>4.323570432357049E-2</c:v>
                </c:pt>
                <c:pt idx="4">
                  <c:v>-2.5931928687196182E-2</c:v>
                </c:pt>
                <c:pt idx="5">
                  <c:v>-2.1645210854209229E-2</c:v>
                </c:pt>
                <c:pt idx="6">
                  <c:v>0.18900045296693335</c:v>
                </c:pt>
                <c:pt idx="7">
                  <c:v>8.5164835164835306E-2</c:v>
                </c:pt>
                <c:pt idx="8">
                  <c:v>-8.5374639769452476E-2</c:v>
                </c:pt>
                <c:pt idx="9">
                  <c:v>-3.5604729393406864E-2</c:v>
                </c:pt>
                <c:pt idx="10">
                  <c:v>0.7661093695576453</c:v>
                </c:pt>
                <c:pt idx="11">
                  <c:v>0.15974402318280601</c:v>
                </c:pt>
              </c:numCache>
            </c:numRef>
          </c:val>
          <c:extLst>
            <c:ext xmlns:c16="http://schemas.microsoft.com/office/drawing/2014/chart" uri="{C3380CC4-5D6E-409C-BE32-E72D297353CC}">
              <c16:uniqueId val="{00000000-BDFC-4D94-8E63-A2E504DC60FD}"/>
            </c:ext>
          </c:extLst>
        </c:ser>
        <c:ser>
          <c:idx val="1"/>
          <c:order val="1"/>
          <c:tx>
            <c:strRef>
              <c:f>Summary!$K$142</c:f>
              <c:strCache>
                <c:ptCount val="1"/>
                <c:pt idx="0">
                  <c:v>MTD</c:v>
                </c:pt>
              </c:strCache>
            </c:strRef>
          </c:tx>
          <c:spPr>
            <a:solidFill>
              <a:srgbClr val="00AECB"/>
            </a:solidFill>
          </c:spPr>
          <c:invertIfNegative val="0"/>
          <c:dLbls>
            <c:spPr>
              <a:noFill/>
              <a:ln>
                <a:noFill/>
              </a:ln>
              <a:effectLst/>
            </c:spPr>
            <c:txPr>
              <a:bodyPr/>
              <a:lstStyle/>
              <a:p>
                <a:pPr>
                  <a:defRPr sz="700" b="1">
                    <a:solidFill>
                      <a:srgbClr val="1E2E6E"/>
                    </a:solidFill>
                    <a:latin typeface="Arial" pitchFamily="34" charset="0"/>
                    <a:cs typeface="Arial"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Summary!$C$143:$C$154</c:f>
              <c:strCache>
                <c:ptCount val="12"/>
                <c:pt idx="0">
                  <c:v>EUR</c:v>
                </c:pt>
                <c:pt idx="1">
                  <c:v>GBP</c:v>
                </c:pt>
                <c:pt idx="2">
                  <c:v>JPY</c:v>
                </c:pt>
                <c:pt idx="3">
                  <c:v>CNH</c:v>
                </c:pt>
                <c:pt idx="4">
                  <c:v>MXN</c:v>
                </c:pt>
                <c:pt idx="5">
                  <c:v>PEN</c:v>
                </c:pt>
                <c:pt idx="6">
                  <c:v>COP</c:v>
                </c:pt>
                <c:pt idx="7">
                  <c:v>BRL</c:v>
                </c:pt>
                <c:pt idx="8">
                  <c:v>CLP</c:v>
                </c:pt>
                <c:pt idx="9">
                  <c:v>Gold</c:v>
                </c:pt>
                <c:pt idx="10">
                  <c:v>Oil</c:v>
                </c:pt>
                <c:pt idx="11">
                  <c:v>Copper</c:v>
                </c:pt>
              </c:strCache>
            </c:strRef>
          </c:cat>
          <c:val>
            <c:numRef>
              <c:f>Summary!$K$143:$K$154</c:f>
              <c:numCache>
                <c:formatCode>0.0%</c:formatCode>
                <c:ptCount val="12"/>
                <c:pt idx="0">
                  <c:v>-8.031774051191598E-3</c:v>
                </c:pt>
                <c:pt idx="1">
                  <c:v>4.673954014323467E-3</c:v>
                </c:pt>
                <c:pt idx="2">
                  <c:v>-3.7777427986777079E-3</c:v>
                </c:pt>
                <c:pt idx="3">
                  <c:v>3.3534540576793948E-3</c:v>
                </c:pt>
                <c:pt idx="4">
                  <c:v>-2.2587640043368329E-2</c:v>
                </c:pt>
                <c:pt idx="5">
                  <c:v>-1.3007337648520689E-3</c:v>
                </c:pt>
                <c:pt idx="6">
                  <c:v>4.3600702382135648E-2</c:v>
                </c:pt>
                <c:pt idx="7">
                  <c:v>2.1727884117951346E-2</c:v>
                </c:pt>
                <c:pt idx="8">
                  <c:v>-1.0714981492304765E-2</c:v>
                </c:pt>
                <c:pt idx="9">
                  <c:v>1.9651658123687188E-3</c:v>
                </c:pt>
                <c:pt idx="10">
                  <c:v>0.12154390621543909</c:v>
                </c:pt>
                <c:pt idx="11">
                  <c:v>-1.7349063150584598E-4</c:v>
                </c:pt>
              </c:numCache>
            </c:numRef>
          </c:val>
          <c:extLst>
            <c:ext xmlns:c16="http://schemas.microsoft.com/office/drawing/2014/chart" uri="{C3380CC4-5D6E-409C-BE32-E72D297353CC}">
              <c16:uniqueId val="{00000001-BDFC-4D94-8E63-A2E504DC60FD}"/>
            </c:ext>
          </c:extLst>
        </c:ser>
        <c:ser>
          <c:idx val="2"/>
          <c:order val="2"/>
          <c:tx>
            <c:strRef>
              <c:f>Summary!$P$105</c:f>
              <c:strCache>
                <c:ptCount val="1"/>
                <c:pt idx="0">
                  <c:v>SEP</c:v>
                </c:pt>
              </c:strCache>
            </c:strRef>
          </c:tx>
          <c:spPr>
            <a:solidFill>
              <a:schemeClr val="tx2">
                <a:lumMod val="20000"/>
                <a:lumOff val="80000"/>
              </a:schemeClr>
            </a:solidFill>
          </c:spPr>
          <c:invertIfNegative val="0"/>
          <c:dLbls>
            <c:spPr>
              <a:noFill/>
              <a:ln>
                <a:noFill/>
              </a:ln>
              <a:effectLst/>
            </c:spPr>
            <c:txPr>
              <a:bodyPr wrap="square" lIns="38100" tIns="19050" rIns="38100" bIns="19050" anchor="ctr">
                <a:spAutoFit/>
              </a:bodyPr>
              <a:lstStyle/>
              <a:p>
                <a:pPr>
                  <a:defRPr sz="700" b="1">
                    <a:latin typeface="Arial" panose="020B0604020202020204" pitchFamily="34" charset="0"/>
                    <a:cs typeface="Arial" panose="020B0604020202020204" pitchFamily="34"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val>
            <c:numRef>
              <c:f>Summary!$P$143:$P$154</c:f>
              <c:numCache>
                <c:formatCode>0.0%</c:formatCode>
                <c:ptCount val="12"/>
                <c:pt idx="0">
                  <c:v>-2.4789120330521497E-2</c:v>
                </c:pt>
                <c:pt idx="1">
                  <c:v>-2.0960956528156993E-2</c:v>
                </c:pt>
                <c:pt idx="2">
                  <c:v>1.4856230031949025E-2</c:v>
                </c:pt>
                <c:pt idx="3">
                  <c:v>1.343183344526544E-3</c:v>
                </c:pt>
                <c:pt idx="4">
                  <c:v>-5.9323474417814048E-2</c:v>
                </c:pt>
                <c:pt idx="5">
                  <c:v>-1.7924312081215477E-2</c:v>
                </c:pt>
                <c:pt idx="6">
                  <c:v>-2.6888480510687596E-2</c:v>
                </c:pt>
                <c:pt idx="7">
                  <c:v>2.0736132711249855E-3</c:v>
                </c:pt>
                <c:pt idx="8">
                  <c:v>-4.1188007845334829E-2</c:v>
                </c:pt>
                <c:pt idx="9">
                  <c:v>-6.3093537177343451E-2</c:v>
                </c:pt>
                <c:pt idx="10">
                  <c:v>5.433768656716409E-2</c:v>
                </c:pt>
                <c:pt idx="11">
                  <c:v>8.1152931299846021E-3</c:v>
                </c:pt>
              </c:numCache>
            </c:numRef>
          </c:val>
          <c:extLst>
            <c:ext xmlns:c16="http://schemas.microsoft.com/office/drawing/2014/chart" uri="{C3380CC4-5D6E-409C-BE32-E72D297353CC}">
              <c16:uniqueId val="{00000002-BDFC-4D94-8E63-A2E504DC60FD}"/>
            </c:ext>
          </c:extLst>
        </c:ser>
        <c:dLbls>
          <c:showLegendKey val="0"/>
          <c:showVal val="0"/>
          <c:showCatName val="0"/>
          <c:showSerName val="0"/>
          <c:showPercent val="0"/>
          <c:showBubbleSize val="0"/>
        </c:dLbls>
        <c:gapWidth val="142"/>
        <c:axId val="761336448"/>
        <c:axId val="761339712"/>
      </c:barChart>
      <c:catAx>
        <c:axId val="761336448"/>
        <c:scaling>
          <c:orientation val="minMax"/>
        </c:scaling>
        <c:delete val="0"/>
        <c:axPos val="l"/>
        <c:majorGridlines>
          <c:spPr>
            <a:ln>
              <a:solidFill>
                <a:schemeClr val="bg1">
                  <a:lumMod val="75000"/>
                </a:schemeClr>
              </a:solidFill>
              <a:prstDash val="dash"/>
            </a:ln>
          </c:spPr>
        </c:majorGridlines>
        <c:numFmt formatCode="General" sourceLinked="0"/>
        <c:majorTickMark val="out"/>
        <c:minorTickMark val="none"/>
        <c:tickLblPos val="low"/>
        <c:spPr>
          <a:ln>
            <a:solidFill>
              <a:schemeClr val="bg1">
                <a:lumMod val="65000"/>
              </a:schemeClr>
            </a:solidFill>
            <a:prstDash val="sysDot"/>
          </a:ln>
        </c:spPr>
        <c:txPr>
          <a:bodyPr/>
          <a:lstStyle/>
          <a:p>
            <a:pPr>
              <a:defRPr sz="800" b="1">
                <a:solidFill>
                  <a:srgbClr val="1E2E6E"/>
                </a:solidFill>
                <a:latin typeface="Arial" pitchFamily="34" charset="0"/>
                <a:cs typeface="Arial" pitchFamily="34" charset="0"/>
              </a:defRPr>
            </a:pPr>
            <a:endParaRPr lang="en-US"/>
          </a:p>
        </c:txPr>
        <c:crossAx val="761339712"/>
        <c:crosses val="autoZero"/>
        <c:auto val="1"/>
        <c:lblAlgn val="ctr"/>
        <c:lblOffset val="100"/>
        <c:noMultiLvlLbl val="0"/>
      </c:catAx>
      <c:valAx>
        <c:axId val="761339712"/>
        <c:scaling>
          <c:orientation val="minMax"/>
          <c:min val="-0.30000000000000004"/>
        </c:scaling>
        <c:delete val="0"/>
        <c:axPos val="b"/>
        <c:majorGridlines>
          <c:spPr>
            <a:ln>
              <a:solidFill>
                <a:schemeClr val="bg1">
                  <a:lumMod val="75000"/>
                </a:schemeClr>
              </a:solidFill>
              <a:prstDash val="solid"/>
            </a:ln>
          </c:spPr>
        </c:majorGridlines>
        <c:numFmt formatCode="0%" sourceLinked="0"/>
        <c:majorTickMark val="out"/>
        <c:minorTickMark val="none"/>
        <c:tickLblPos val="nextTo"/>
        <c:spPr>
          <a:ln>
            <a:solidFill>
              <a:schemeClr val="bg1">
                <a:lumMod val="75000"/>
              </a:schemeClr>
            </a:solidFill>
          </a:ln>
        </c:spPr>
        <c:txPr>
          <a:bodyPr/>
          <a:lstStyle/>
          <a:p>
            <a:pPr>
              <a:defRPr sz="800" b="1">
                <a:solidFill>
                  <a:srgbClr val="1E2E6E"/>
                </a:solidFill>
                <a:latin typeface="Arial" pitchFamily="34" charset="0"/>
                <a:cs typeface="Arial" pitchFamily="34" charset="0"/>
              </a:defRPr>
            </a:pPr>
            <a:endParaRPr lang="en-US"/>
          </a:p>
        </c:txPr>
        <c:crossAx val="761336448"/>
        <c:crosses val="autoZero"/>
        <c:crossBetween val="between"/>
      </c:valAx>
      <c:spPr>
        <a:noFill/>
        <a:ln>
          <a:solidFill>
            <a:schemeClr val="bg1">
              <a:lumMod val="75000"/>
            </a:schemeClr>
          </a:solidFill>
        </a:ln>
      </c:spPr>
    </c:plotArea>
    <c:legend>
      <c:legendPos val="r"/>
      <c:layout>
        <c:manualLayout>
          <c:xMode val="edge"/>
          <c:yMode val="edge"/>
          <c:x val="0.76843233235708441"/>
          <c:y val="0.83149816264938026"/>
          <c:w val="0.15547274811111328"/>
          <c:h val="9.564838303117458E-2"/>
        </c:manualLayout>
      </c:layout>
      <c:overlay val="0"/>
      <c:spPr>
        <a:ln>
          <a:solidFill>
            <a:schemeClr val="bg1">
              <a:lumMod val="85000"/>
            </a:schemeClr>
          </a:solidFill>
        </a:ln>
      </c:spPr>
      <c:txPr>
        <a:bodyPr/>
        <a:lstStyle/>
        <a:p>
          <a:pPr>
            <a:defRPr sz="800" b="1">
              <a:solidFill>
                <a:srgbClr val="1E2E6E"/>
              </a:solidFill>
              <a:latin typeface="Arial" pitchFamily="34" charset="0"/>
              <a:cs typeface="Arial" pitchFamily="34" charset="0"/>
            </a:defRPr>
          </a:pPr>
          <a:endParaRPr lang="en-US"/>
        </a:p>
      </c:txPr>
    </c:legend>
    <c:plotVisOnly val="1"/>
    <c:dispBlanksAs val="gap"/>
    <c:showDLblsOverMax val="0"/>
  </c:chart>
  <c:spPr>
    <a:noFill/>
    <a:ln>
      <a:noFill/>
    </a:ln>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5796424236867049E-2"/>
          <c:y val="9.6440223317727364E-2"/>
          <c:w val="0.61401851307971467"/>
          <c:h val="0.83872324078615113"/>
        </c:manualLayout>
      </c:layout>
      <c:barChart>
        <c:barDir val="bar"/>
        <c:grouping val="clustered"/>
        <c:varyColors val="0"/>
        <c:ser>
          <c:idx val="0"/>
          <c:order val="0"/>
          <c:tx>
            <c:strRef>
              <c:f>Summary!$I$105</c:f>
              <c:strCache>
                <c:ptCount val="1"/>
                <c:pt idx="0">
                  <c:v>YTD</c:v>
                </c:pt>
              </c:strCache>
            </c:strRef>
          </c:tx>
          <c:spPr>
            <a:solidFill>
              <a:srgbClr val="1E2E6E"/>
            </a:solidFill>
            <a:ln>
              <a:noFill/>
            </a:ln>
          </c:spPr>
          <c:invertIfNegative val="0"/>
          <c:dLbls>
            <c:numFmt formatCode="0.0%" sourceLinked="0"/>
            <c:spPr>
              <a:noFill/>
              <a:ln>
                <a:noFill/>
              </a:ln>
              <a:effectLst/>
            </c:spPr>
            <c:txPr>
              <a:bodyPr/>
              <a:lstStyle/>
              <a:p>
                <a:pPr>
                  <a:defRPr sz="700" b="1">
                    <a:solidFill>
                      <a:srgbClr val="1E2E6E"/>
                    </a:solidFill>
                    <a:latin typeface="Arial" pitchFamily="34" charset="0"/>
                    <a:cs typeface="Arial"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Summary!$E$110:$E$140</c:f>
              <c:strCache>
                <c:ptCount val="16"/>
                <c:pt idx="0">
                  <c:v>Bono 10 años EEUU</c:v>
                </c:pt>
                <c:pt idx="1">
                  <c:v>Bono 10 años Euro</c:v>
                </c:pt>
                <c:pt idx="2">
                  <c:v>Bono 10 años UK</c:v>
                </c:pt>
                <c:pt idx="3">
                  <c:v>Bono 10 años Japon</c:v>
                </c:pt>
                <c:pt idx="4">
                  <c:v>Credito HY USD</c:v>
                </c:pt>
                <c:pt idx="5">
                  <c:v>Soberanos PEN</c:v>
                </c:pt>
                <c:pt idx="6">
                  <c:v>EM SOV USD</c:v>
                </c:pt>
                <c:pt idx="7">
                  <c:v>EM CORP USD</c:v>
                </c:pt>
                <c:pt idx="8">
                  <c:v>EM SOV LC (USD)</c:v>
                </c:pt>
                <c:pt idx="9">
                  <c:v>RV EEUU</c:v>
                </c:pt>
                <c:pt idx="10">
                  <c:v>RV Japon</c:v>
                </c:pt>
                <c:pt idx="11">
                  <c:v>RV Eurozona</c:v>
                </c:pt>
                <c:pt idx="12">
                  <c:v>RV EM</c:v>
                </c:pt>
                <c:pt idx="13">
                  <c:v>RV China</c:v>
                </c:pt>
                <c:pt idx="14">
                  <c:v>RV Latam</c:v>
                </c:pt>
                <c:pt idx="15">
                  <c:v>RV Peru</c:v>
                </c:pt>
              </c:strCache>
            </c:strRef>
          </c:cat>
          <c:val>
            <c:numRef>
              <c:f>Summary!$I$110:$I$140</c:f>
              <c:numCache>
                <c:formatCode>0.0%</c:formatCode>
                <c:ptCount val="16"/>
                <c:pt idx="0">
                  <c:v>-3.7612579594348321E-2</c:v>
                </c:pt>
                <c:pt idx="1">
                  <c:v>-2.6195602792785967E-2</c:v>
                </c:pt>
                <c:pt idx="2">
                  <c:v>-3.2195332032461166E-2</c:v>
                </c:pt>
                <c:pt idx="3">
                  <c:v>-5.0455396968582394E-2</c:v>
                </c:pt>
                <c:pt idx="4">
                  <c:v>1.1112816939664816E-2</c:v>
                </c:pt>
                <c:pt idx="5">
                  <c:v>-2.5999999999999999E-3</c:v>
                </c:pt>
                <c:pt idx="6">
                  <c:v>3.6248550977975302E-3</c:v>
                </c:pt>
                <c:pt idx="7">
                  <c:v>8.5778600323054288E-3</c:v>
                </c:pt>
                <c:pt idx="8">
                  <c:v>1.297347432100393E-2</c:v>
                </c:pt>
                <c:pt idx="9">
                  <c:v>0.12894130000000001</c:v>
                </c:pt>
                <c:pt idx="10">
                  <c:v>0.21786940000000002</c:v>
                </c:pt>
                <c:pt idx="11">
                  <c:v>0.1051868</c:v>
                </c:pt>
                <c:pt idx="12">
                  <c:v>0.17481580000000002</c:v>
                </c:pt>
                <c:pt idx="13">
                  <c:v>-0.136764</c:v>
                </c:pt>
                <c:pt idx="14">
                  <c:v>0.26073020000000002</c:v>
                </c:pt>
                <c:pt idx="15">
                  <c:v>0.37271270000000001</c:v>
                </c:pt>
              </c:numCache>
            </c:numRef>
          </c:val>
          <c:extLst>
            <c:ext xmlns:c16="http://schemas.microsoft.com/office/drawing/2014/chart" uri="{C3380CC4-5D6E-409C-BE32-E72D297353CC}">
              <c16:uniqueId val="{00000000-572C-4918-8D0F-18295B04E6CA}"/>
            </c:ext>
          </c:extLst>
        </c:ser>
        <c:ser>
          <c:idx val="1"/>
          <c:order val="1"/>
          <c:tx>
            <c:strRef>
              <c:f>Summary!$K$105</c:f>
              <c:strCache>
                <c:ptCount val="1"/>
                <c:pt idx="0">
                  <c:v>MTD</c:v>
                </c:pt>
              </c:strCache>
            </c:strRef>
          </c:tx>
          <c:spPr>
            <a:solidFill>
              <a:srgbClr val="00AECB"/>
            </a:solidFill>
          </c:spPr>
          <c:invertIfNegative val="0"/>
          <c:dLbls>
            <c:dLbl>
              <c:idx val="16"/>
              <c:layout>
                <c:manualLayout>
                  <c:x val="-5.1534134668838405E-3"/>
                  <c:y val="0"/>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572C-4918-8D0F-18295B04E6CA}"/>
                </c:ext>
              </c:extLst>
            </c:dLbl>
            <c:numFmt formatCode="0.0%" sourceLinked="0"/>
            <c:spPr>
              <a:noFill/>
              <a:ln>
                <a:noFill/>
              </a:ln>
              <a:effectLst/>
            </c:spPr>
            <c:txPr>
              <a:bodyPr/>
              <a:lstStyle/>
              <a:p>
                <a:pPr>
                  <a:defRPr sz="700" b="1">
                    <a:solidFill>
                      <a:srgbClr val="1E2E6E"/>
                    </a:solidFill>
                    <a:latin typeface="Arial" pitchFamily="34" charset="0"/>
                    <a:cs typeface="Arial"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Summary!$E$110:$E$140</c:f>
              <c:strCache>
                <c:ptCount val="16"/>
                <c:pt idx="0">
                  <c:v>Bono 10 años EEUU</c:v>
                </c:pt>
                <c:pt idx="1">
                  <c:v>Bono 10 años Euro</c:v>
                </c:pt>
                <c:pt idx="2">
                  <c:v>Bono 10 años UK</c:v>
                </c:pt>
                <c:pt idx="3">
                  <c:v>Bono 10 años Japon</c:v>
                </c:pt>
                <c:pt idx="4">
                  <c:v>Credito HY USD</c:v>
                </c:pt>
                <c:pt idx="5">
                  <c:v>Soberanos PEN</c:v>
                </c:pt>
                <c:pt idx="6">
                  <c:v>EM SOV USD</c:v>
                </c:pt>
                <c:pt idx="7">
                  <c:v>EM CORP USD</c:v>
                </c:pt>
                <c:pt idx="8">
                  <c:v>EM SOV LC (USD)</c:v>
                </c:pt>
                <c:pt idx="9">
                  <c:v>RV EEUU</c:v>
                </c:pt>
                <c:pt idx="10">
                  <c:v>RV Japon</c:v>
                </c:pt>
                <c:pt idx="11">
                  <c:v>RV Eurozona</c:v>
                </c:pt>
                <c:pt idx="12">
                  <c:v>RV EM</c:v>
                </c:pt>
                <c:pt idx="13">
                  <c:v>RV China</c:v>
                </c:pt>
                <c:pt idx="14">
                  <c:v>RV Latam</c:v>
                </c:pt>
                <c:pt idx="15">
                  <c:v>RV Peru</c:v>
                </c:pt>
              </c:strCache>
            </c:strRef>
          </c:cat>
          <c:val>
            <c:numRef>
              <c:f>Summary!$K$110:$K$140</c:f>
              <c:numCache>
                <c:formatCode>0.0%</c:formatCode>
                <c:ptCount val="16"/>
                <c:pt idx="0">
                  <c:v>1.8449392789598458E-2</c:v>
                </c:pt>
                <c:pt idx="1">
                  <c:v>1.4531954066002561E-2</c:v>
                </c:pt>
                <c:pt idx="2">
                  <c:v>6.2339005650624314E-3</c:v>
                </c:pt>
                <c:pt idx="3">
                  <c:v>9.5574595568767608E-3</c:v>
                </c:pt>
                <c:pt idx="4">
                  <c:v>3.2340465421480946E-3</c:v>
                </c:pt>
                <c:pt idx="5">
                  <c:v>7.9219117633619069E-3</c:v>
                </c:pt>
                <c:pt idx="6">
                  <c:v>1.0439890738221047E-2</c:v>
                </c:pt>
                <c:pt idx="7">
                  <c:v>5.1295889993079324E-3</c:v>
                </c:pt>
                <c:pt idx="8">
                  <c:v>7.3340133647468164E-3</c:v>
                </c:pt>
                <c:pt idx="9">
                  <c:v>1.4919830000000001E-3</c:v>
                </c:pt>
                <c:pt idx="10">
                  <c:v>-1.0380540000000001E-2</c:v>
                </c:pt>
                <c:pt idx="11">
                  <c:v>-9.3199600000000004E-3</c:v>
                </c:pt>
                <c:pt idx="12">
                  <c:v>-4.88537E-2</c:v>
                </c:pt>
                <c:pt idx="13">
                  <c:v>-2.191123E-2</c:v>
                </c:pt>
                <c:pt idx="14">
                  <c:v>9.3902639999999996E-2</c:v>
                </c:pt>
                <c:pt idx="15">
                  <c:v>-2.7943990000000004E-3</c:v>
                </c:pt>
              </c:numCache>
            </c:numRef>
          </c:val>
          <c:extLst>
            <c:ext xmlns:c16="http://schemas.microsoft.com/office/drawing/2014/chart" uri="{C3380CC4-5D6E-409C-BE32-E72D297353CC}">
              <c16:uniqueId val="{00000002-572C-4918-8D0F-18295B04E6CA}"/>
            </c:ext>
          </c:extLst>
        </c:ser>
        <c:ser>
          <c:idx val="2"/>
          <c:order val="2"/>
          <c:tx>
            <c:strRef>
              <c:f>Summary!$P$105</c:f>
              <c:strCache>
                <c:ptCount val="1"/>
                <c:pt idx="0">
                  <c:v>SEP</c:v>
                </c:pt>
              </c:strCache>
            </c:strRef>
          </c:tx>
          <c:spPr>
            <a:solidFill>
              <a:schemeClr val="tx2">
                <a:lumMod val="20000"/>
                <a:lumOff val="80000"/>
              </a:schemeClr>
            </a:solidFill>
          </c:spPr>
          <c:invertIfNegative val="0"/>
          <c:dLbls>
            <c:spPr>
              <a:noFill/>
              <a:ln>
                <a:noFill/>
              </a:ln>
              <a:effectLst/>
            </c:spPr>
            <c:txPr>
              <a:bodyPr wrap="square" lIns="38100" tIns="19050" rIns="38100" bIns="19050" anchor="ctr">
                <a:spAutoFit/>
              </a:bodyPr>
              <a:lstStyle/>
              <a:p>
                <a:pPr>
                  <a:defRPr sz="700" b="1">
                    <a:latin typeface="Arial" panose="020B0604020202020204" pitchFamily="34" charset="0"/>
                    <a:cs typeface="Arial" panose="020B0604020202020204" pitchFamily="34"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val>
            <c:numRef>
              <c:f>Summary!$P$110:$P$140</c:f>
              <c:numCache>
                <c:formatCode>0.0%</c:formatCode>
                <c:ptCount val="16"/>
                <c:pt idx="0">
                  <c:v>-3.7407851333634286E-2</c:v>
                </c:pt>
                <c:pt idx="1">
                  <c:v>-1.8969819519868092E-2</c:v>
                </c:pt>
                <c:pt idx="2">
                  <c:v>-1.7288105927459062E-2</c:v>
                </c:pt>
                <c:pt idx="3">
                  <c:v>-6.0117936759466637E-3</c:v>
                </c:pt>
                <c:pt idx="4">
                  <c:v>-2.3189268382016293E-2</c:v>
                </c:pt>
                <c:pt idx="5">
                  <c:v>-1.8906056424225125E-2</c:v>
                </c:pt>
                <c:pt idx="6">
                  <c:v>-3.3361984832612546E-2</c:v>
                </c:pt>
                <c:pt idx="7">
                  <c:v>-1.9562506614395736E-2</c:v>
                </c:pt>
                <c:pt idx="8">
                  <c:v>-2.1175529395372816E-2</c:v>
                </c:pt>
                <c:pt idx="9">
                  <c:v>-3.458002E-3</c:v>
                </c:pt>
                <c:pt idx="10">
                  <c:v>-2.9261949999999999E-3</c:v>
                </c:pt>
                <c:pt idx="11">
                  <c:v>-1.9038679999999999E-2</c:v>
                </c:pt>
                <c:pt idx="12">
                  <c:v>-6.5271299999999999E-3</c:v>
                </c:pt>
                <c:pt idx="13">
                  <c:v>-4.5641210000000002E-2</c:v>
                </c:pt>
                <c:pt idx="14">
                  <c:v>-2.6601789999999999E-3</c:v>
                </c:pt>
                <c:pt idx="15">
                  <c:v>6.417936E-3</c:v>
                </c:pt>
              </c:numCache>
            </c:numRef>
          </c:val>
          <c:extLst>
            <c:ext xmlns:c16="http://schemas.microsoft.com/office/drawing/2014/chart" uri="{C3380CC4-5D6E-409C-BE32-E72D297353CC}">
              <c16:uniqueId val="{00000003-572C-4918-8D0F-18295B04E6CA}"/>
            </c:ext>
          </c:extLst>
        </c:ser>
        <c:dLbls>
          <c:showLegendKey val="0"/>
          <c:showVal val="0"/>
          <c:showCatName val="0"/>
          <c:showSerName val="0"/>
          <c:showPercent val="0"/>
          <c:showBubbleSize val="0"/>
        </c:dLbls>
        <c:gapWidth val="47"/>
        <c:axId val="768988304"/>
        <c:axId val="761336992"/>
      </c:barChart>
      <c:catAx>
        <c:axId val="768988304"/>
        <c:scaling>
          <c:orientation val="minMax"/>
        </c:scaling>
        <c:delete val="0"/>
        <c:axPos val="l"/>
        <c:majorGridlines>
          <c:spPr>
            <a:ln>
              <a:solidFill>
                <a:schemeClr val="bg1">
                  <a:lumMod val="75000"/>
                </a:schemeClr>
              </a:solidFill>
              <a:prstDash val="dash"/>
            </a:ln>
          </c:spPr>
        </c:majorGridlines>
        <c:numFmt formatCode="General" sourceLinked="0"/>
        <c:majorTickMark val="out"/>
        <c:minorTickMark val="none"/>
        <c:tickLblPos val="low"/>
        <c:spPr>
          <a:ln>
            <a:solidFill>
              <a:schemeClr val="bg1">
                <a:lumMod val="65000"/>
              </a:schemeClr>
            </a:solidFill>
            <a:prstDash val="sysDot"/>
          </a:ln>
        </c:spPr>
        <c:txPr>
          <a:bodyPr/>
          <a:lstStyle/>
          <a:p>
            <a:pPr>
              <a:defRPr sz="800" b="1">
                <a:solidFill>
                  <a:srgbClr val="1E2E6E"/>
                </a:solidFill>
                <a:latin typeface="Arial" pitchFamily="34" charset="0"/>
                <a:cs typeface="Arial" pitchFamily="34" charset="0"/>
              </a:defRPr>
            </a:pPr>
            <a:endParaRPr lang="en-US"/>
          </a:p>
        </c:txPr>
        <c:crossAx val="761336992"/>
        <c:crosses val="autoZero"/>
        <c:auto val="1"/>
        <c:lblAlgn val="ctr"/>
        <c:lblOffset val="100"/>
        <c:noMultiLvlLbl val="0"/>
      </c:catAx>
      <c:valAx>
        <c:axId val="761336992"/>
        <c:scaling>
          <c:orientation val="minMax"/>
          <c:min val="-0.2"/>
        </c:scaling>
        <c:delete val="0"/>
        <c:axPos val="b"/>
        <c:majorGridlines>
          <c:spPr>
            <a:ln w="9525">
              <a:solidFill>
                <a:schemeClr val="bg1">
                  <a:lumMod val="65000"/>
                  <a:alpha val="50000"/>
                </a:schemeClr>
              </a:solidFill>
              <a:prstDash val="solid"/>
            </a:ln>
          </c:spPr>
        </c:majorGridlines>
        <c:numFmt formatCode="0%" sourceLinked="0"/>
        <c:majorTickMark val="out"/>
        <c:minorTickMark val="none"/>
        <c:tickLblPos val="nextTo"/>
        <c:spPr>
          <a:ln>
            <a:solidFill>
              <a:schemeClr val="bg1">
                <a:lumMod val="75000"/>
              </a:schemeClr>
            </a:solidFill>
          </a:ln>
        </c:spPr>
        <c:txPr>
          <a:bodyPr/>
          <a:lstStyle/>
          <a:p>
            <a:pPr>
              <a:defRPr sz="800" b="1">
                <a:solidFill>
                  <a:srgbClr val="1E2E6E"/>
                </a:solidFill>
                <a:latin typeface="Arial" pitchFamily="34" charset="0"/>
                <a:cs typeface="Arial" pitchFamily="34" charset="0"/>
              </a:defRPr>
            </a:pPr>
            <a:endParaRPr lang="en-US"/>
          </a:p>
        </c:txPr>
        <c:crossAx val="768988304"/>
        <c:crosses val="autoZero"/>
        <c:crossBetween val="between"/>
        <c:majorUnit val="0.1"/>
      </c:valAx>
      <c:spPr>
        <a:noFill/>
        <a:ln>
          <a:solidFill>
            <a:schemeClr val="bg1">
              <a:lumMod val="75000"/>
            </a:schemeClr>
          </a:solidFill>
        </a:ln>
      </c:spPr>
    </c:plotArea>
    <c:legend>
      <c:legendPos val="r"/>
      <c:layout>
        <c:manualLayout>
          <c:xMode val="edge"/>
          <c:yMode val="edge"/>
          <c:x val="0.67162113618180241"/>
          <c:y val="0.81917137251714733"/>
          <c:w val="0.14206888897494543"/>
          <c:h val="9.1738079436041856E-2"/>
        </c:manualLayout>
      </c:layout>
      <c:overlay val="0"/>
      <c:spPr>
        <a:ln>
          <a:solidFill>
            <a:schemeClr val="bg1">
              <a:lumMod val="85000"/>
            </a:schemeClr>
          </a:solidFill>
        </a:ln>
      </c:spPr>
      <c:txPr>
        <a:bodyPr/>
        <a:lstStyle/>
        <a:p>
          <a:pPr>
            <a:defRPr sz="800" b="1">
              <a:solidFill>
                <a:srgbClr val="1E2E6E"/>
              </a:solidFill>
              <a:latin typeface="Arial" pitchFamily="34" charset="0"/>
              <a:cs typeface="Arial" pitchFamily="34" charset="0"/>
            </a:defRPr>
          </a:pPr>
          <a:endParaRPr lang="en-US"/>
        </a:p>
      </c:txPr>
    </c:legend>
    <c:plotVisOnly val="1"/>
    <c:dispBlanksAs val="gap"/>
    <c:showDLblsOverMax val="0"/>
  </c:chart>
  <c:spPr>
    <a:noFill/>
    <a:ln>
      <a:noFill/>
    </a:ln>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3969358451981748E-2"/>
          <c:y val="1.5817460317460317E-2"/>
          <c:w val="0.91009900750423622"/>
          <c:h val="0.93748888888888893"/>
        </c:manualLayout>
      </c:layout>
      <c:barChart>
        <c:barDir val="col"/>
        <c:grouping val="stacked"/>
        <c:varyColors val="0"/>
        <c:ser>
          <c:idx val="0"/>
          <c:order val="0"/>
          <c:tx>
            <c:strRef>
              <c:f>'CPI BBG'!$G$6:$H$6</c:f>
              <c:strCache>
                <c:ptCount val="1"/>
                <c:pt idx="0">
                  <c:v>Services (Ex Energy)</c:v>
                </c:pt>
              </c:strCache>
            </c:strRef>
          </c:tx>
          <c:spPr>
            <a:solidFill>
              <a:srgbClr val="002060"/>
            </a:solidFill>
            <a:ln>
              <a:noFill/>
            </a:ln>
            <a:effectLst/>
          </c:spPr>
          <c:invertIfNegative val="0"/>
          <c:dLbls>
            <c:delete val="1"/>
          </c:dLbls>
          <c:cat>
            <c:numRef>
              <c:f>'CPI BBG'!$C$8:$C$1000</c:f>
              <c:numCache>
                <c:formatCode>m/d/yyyy</c:formatCode>
                <c:ptCount val="993"/>
                <c:pt idx="0">
                  <c:v>42794</c:v>
                </c:pt>
                <c:pt idx="1">
                  <c:v>42825</c:v>
                </c:pt>
                <c:pt idx="2">
                  <c:v>42855</c:v>
                </c:pt>
                <c:pt idx="3">
                  <c:v>42886</c:v>
                </c:pt>
                <c:pt idx="4">
                  <c:v>42916</c:v>
                </c:pt>
                <c:pt idx="5">
                  <c:v>42947</c:v>
                </c:pt>
                <c:pt idx="6">
                  <c:v>42978</c:v>
                </c:pt>
                <c:pt idx="7">
                  <c:v>43008</c:v>
                </c:pt>
                <c:pt idx="8">
                  <c:v>43039</c:v>
                </c:pt>
                <c:pt idx="9">
                  <c:v>43069</c:v>
                </c:pt>
                <c:pt idx="10">
                  <c:v>43100</c:v>
                </c:pt>
                <c:pt idx="11">
                  <c:v>43131</c:v>
                </c:pt>
                <c:pt idx="12">
                  <c:v>43159</c:v>
                </c:pt>
                <c:pt idx="13">
                  <c:v>43190</c:v>
                </c:pt>
                <c:pt idx="14">
                  <c:v>43220</c:v>
                </c:pt>
                <c:pt idx="15">
                  <c:v>43251</c:v>
                </c:pt>
                <c:pt idx="16">
                  <c:v>43281</c:v>
                </c:pt>
                <c:pt idx="17">
                  <c:v>43312</c:v>
                </c:pt>
                <c:pt idx="18">
                  <c:v>43343</c:v>
                </c:pt>
                <c:pt idx="19">
                  <c:v>43373</c:v>
                </c:pt>
                <c:pt idx="20">
                  <c:v>43404</c:v>
                </c:pt>
                <c:pt idx="21">
                  <c:v>43434</c:v>
                </c:pt>
                <c:pt idx="22">
                  <c:v>43465</c:v>
                </c:pt>
                <c:pt idx="23">
                  <c:v>43496</c:v>
                </c:pt>
                <c:pt idx="24">
                  <c:v>43524</c:v>
                </c:pt>
                <c:pt idx="25">
                  <c:v>43555</c:v>
                </c:pt>
                <c:pt idx="26">
                  <c:v>43585</c:v>
                </c:pt>
                <c:pt idx="27">
                  <c:v>43616</c:v>
                </c:pt>
                <c:pt idx="28">
                  <c:v>43646</c:v>
                </c:pt>
                <c:pt idx="29">
                  <c:v>43677</c:v>
                </c:pt>
                <c:pt idx="30">
                  <c:v>43708</c:v>
                </c:pt>
                <c:pt idx="31">
                  <c:v>43738</c:v>
                </c:pt>
                <c:pt idx="32">
                  <c:v>43769</c:v>
                </c:pt>
                <c:pt idx="33">
                  <c:v>43799</c:v>
                </c:pt>
                <c:pt idx="34">
                  <c:v>43830</c:v>
                </c:pt>
                <c:pt idx="35">
                  <c:v>43861</c:v>
                </c:pt>
                <c:pt idx="36">
                  <c:v>43890</c:v>
                </c:pt>
                <c:pt idx="37">
                  <c:v>43921</c:v>
                </c:pt>
                <c:pt idx="38">
                  <c:v>43951</c:v>
                </c:pt>
                <c:pt idx="39">
                  <c:v>43982</c:v>
                </c:pt>
                <c:pt idx="40">
                  <c:v>44012</c:v>
                </c:pt>
                <c:pt idx="41">
                  <c:v>44043</c:v>
                </c:pt>
                <c:pt idx="42">
                  <c:v>44074</c:v>
                </c:pt>
                <c:pt idx="43">
                  <c:v>44104</c:v>
                </c:pt>
                <c:pt idx="44">
                  <c:v>44135</c:v>
                </c:pt>
                <c:pt idx="45">
                  <c:v>44165</c:v>
                </c:pt>
                <c:pt idx="46">
                  <c:v>44196</c:v>
                </c:pt>
                <c:pt idx="47">
                  <c:v>44227</c:v>
                </c:pt>
                <c:pt idx="48">
                  <c:v>44255</c:v>
                </c:pt>
                <c:pt idx="49">
                  <c:v>44286</c:v>
                </c:pt>
                <c:pt idx="50">
                  <c:v>44316</c:v>
                </c:pt>
                <c:pt idx="51">
                  <c:v>44347</c:v>
                </c:pt>
                <c:pt idx="52">
                  <c:v>44377</c:v>
                </c:pt>
                <c:pt idx="53">
                  <c:v>44408</c:v>
                </c:pt>
                <c:pt idx="54">
                  <c:v>44439</c:v>
                </c:pt>
                <c:pt idx="55">
                  <c:v>44469</c:v>
                </c:pt>
                <c:pt idx="56">
                  <c:v>44500</c:v>
                </c:pt>
                <c:pt idx="57">
                  <c:v>44530</c:v>
                </c:pt>
                <c:pt idx="58">
                  <c:v>44561</c:v>
                </c:pt>
                <c:pt idx="59">
                  <c:v>44592</c:v>
                </c:pt>
                <c:pt idx="60">
                  <c:v>44620</c:v>
                </c:pt>
                <c:pt idx="61">
                  <c:v>44651</c:v>
                </c:pt>
                <c:pt idx="62">
                  <c:v>44681</c:v>
                </c:pt>
                <c:pt idx="63">
                  <c:v>44712</c:v>
                </c:pt>
                <c:pt idx="64">
                  <c:v>44742</c:v>
                </c:pt>
                <c:pt idx="65">
                  <c:v>44773</c:v>
                </c:pt>
                <c:pt idx="66">
                  <c:v>44804</c:v>
                </c:pt>
                <c:pt idx="67">
                  <c:v>44834</c:v>
                </c:pt>
                <c:pt idx="68">
                  <c:v>44865</c:v>
                </c:pt>
                <c:pt idx="69">
                  <c:v>44895</c:v>
                </c:pt>
                <c:pt idx="70">
                  <c:v>44926</c:v>
                </c:pt>
                <c:pt idx="71">
                  <c:v>44957</c:v>
                </c:pt>
                <c:pt idx="72">
                  <c:v>44985</c:v>
                </c:pt>
                <c:pt idx="73">
                  <c:v>45016</c:v>
                </c:pt>
                <c:pt idx="74">
                  <c:v>45046</c:v>
                </c:pt>
                <c:pt idx="75">
                  <c:v>45077</c:v>
                </c:pt>
                <c:pt idx="76">
                  <c:v>45107</c:v>
                </c:pt>
                <c:pt idx="77">
                  <c:v>45138</c:v>
                </c:pt>
                <c:pt idx="78">
                  <c:v>45169</c:v>
                </c:pt>
                <c:pt idx="79">
                  <c:v>45199</c:v>
                </c:pt>
                <c:pt idx="80">
                  <c:v>45230</c:v>
                </c:pt>
                <c:pt idx="81">
                  <c:v>45260</c:v>
                </c:pt>
                <c:pt idx="82">
                  <c:v>45291</c:v>
                </c:pt>
                <c:pt idx="83">
                  <c:v>45322</c:v>
                </c:pt>
                <c:pt idx="84">
                  <c:v>45351</c:v>
                </c:pt>
                <c:pt idx="85">
                  <c:v>45382</c:v>
                </c:pt>
                <c:pt idx="86">
                  <c:v>45412</c:v>
                </c:pt>
                <c:pt idx="87">
                  <c:v>45443</c:v>
                </c:pt>
                <c:pt idx="88">
                  <c:v>45473</c:v>
                </c:pt>
                <c:pt idx="89">
                  <c:v>45504</c:v>
                </c:pt>
                <c:pt idx="90">
                  <c:v>45535</c:v>
                </c:pt>
                <c:pt idx="91">
                  <c:v>45565</c:v>
                </c:pt>
                <c:pt idx="92">
                  <c:v>45596</c:v>
                </c:pt>
                <c:pt idx="93">
                  <c:v>45626</c:v>
                </c:pt>
                <c:pt idx="94">
                  <c:v>45657</c:v>
                </c:pt>
                <c:pt idx="95">
                  <c:v>45688</c:v>
                </c:pt>
                <c:pt idx="96">
                  <c:v>45716</c:v>
                </c:pt>
                <c:pt idx="97">
                  <c:v>45747</c:v>
                </c:pt>
                <c:pt idx="98">
                  <c:v>45777</c:v>
                </c:pt>
                <c:pt idx="99">
                  <c:v>45808</c:v>
                </c:pt>
                <c:pt idx="100">
                  <c:v>45838</c:v>
                </c:pt>
                <c:pt idx="101">
                  <c:v>45869</c:v>
                </c:pt>
                <c:pt idx="102">
                  <c:v>45900</c:v>
                </c:pt>
                <c:pt idx="103">
                  <c:v>45930</c:v>
                </c:pt>
                <c:pt idx="104">
                  <c:v>45991</c:v>
                </c:pt>
                <c:pt idx="105">
                  <c:v>46022</c:v>
                </c:pt>
                <c:pt idx="106">
                  <c:v>46053</c:v>
                </c:pt>
                <c:pt idx="107">
                  <c:v>46081</c:v>
                </c:pt>
                <c:pt idx="108">
                  <c:v>46112</c:v>
                </c:pt>
                <c:pt idx="109">
                  <c:v>46142</c:v>
                </c:pt>
                <c:pt idx="110">
                  <c:v>46173</c:v>
                </c:pt>
                <c:pt idx="111">
                  <c:v>46203</c:v>
                </c:pt>
                <c:pt idx="112">
                  <c:v>46234</c:v>
                </c:pt>
                <c:pt idx="113">
                  <c:v>46265</c:v>
                </c:pt>
                <c:pt idx="114">
                  <c:v>46295</c:v>
                </c:pt>
              </c:numCache>
            </c:numRef>
          </c:cat>
          <c:val>
            <c:numRef>
              <c:f>'CPI BBG'!$H$8:$H$1000</c:f>
              <c:numCache>
                <c:formatCode>0.0</c:formatCode>
                <c:ptCount val="993"/>
                <c:pt idx="0">
                  <c:v>1.867</c:v>
                </c:pt>
                <c:pt idx="1">
                  <c:v>1.704</c:v>
                </c:pt>
                <c:pt idx="2">
                  <c:v>1.6140000000000001</c:v>
                </c:pt>
                <c:pt idx="3">
                  <c:v>1.52</c:v>
                </c:pt>
                <c:pt idx="4">
                  <c:v>1.47</c:v>
                </c:pt>
                <c:pt idx="5">
                  <c:v>1.46</c:v>
                </c:pt>
                <c:pt idx="6">
                  <c:v>1.5</c:v>
                </c:pt>
                <c:pt idx="7">
                  <c:v>1.5329999999999999</c:v>
                </c:pt>
                <c:pt idx="8">
                  <c:v>1.5940000000000001</c:v>
                </c:pt>
                <c:pt idx="9">
                  <c:v>1.53</c:v>
                </c:pt>
                <c:pt idx="10">
                  <c:v>1.5429999999999999</c:v>
                </c:pt>
                <c:pt idx="11">
                  <c:v>1.5649999999999999</c:v>
                </c:pt>
                <c:pt idx="12">
                  <c:v>1.5529999999999999</c:v>
                </c:pt>
                <c:pt idx="13">
                  <c:v>1.7310000000000001</c:v>
                </c:pt>
                <c:pt idx="14">
                  <c:v>1.7549999999999999</c:v>
                </c:pt>
                <c:pt idx="15">
                  <c:v>1.819</c:v>
                </c:pt>
                <c:pt idx="16">
                  <c:v>1.835</c:v>
                </c:pt>
                <c:pt idx="17">
                  <c:v>1.8819999999999999</c:v>
                </c:pt>
                <c:pt idx="18">
                  <c:v>1.794</c:v>
                </c:pt>
                <c:pt idx="19">
                  <c:v>1.7889999999999999</c:v>
                </c:pt>
                <c:pt idx="20">
                  <c:v>1.7270000000000001</c:v>
                </c:pt>
                <c:pt idx="21">
                  <c:v>1.742</c:v>
                </c:pt>
                <c:pt idx="22">
                  <c:v>1.6970000000000001</c:v>
                </c:pt>
                <c:pt idx="23">
                  <c:v>1.6359999999999999</c:v>
                </c:pt>
                <c:pt idx="24">
                  <c:v>1.62</c:v>
                </c:pt>
                <c:pt idx="25">
                  <c:v>1.6180000000000001</c:v>
                </c:pt>
                <c:pt idx="26">
                  <c:v>1.667</c:v>
                </c:pt>
                <c:pt idx="27">
                  <c:v>1.605</c:v>
                </c:pt>
                <c:pt idx="28">
                  <c:v>1.6419999999999999</c:v>
                </c:pt>
                <c:pt idx="29">
                  <c:v>1.66</c:v>
                </c:pt>
                <c:pt idx="30">
                  <c:v>1.714</c:v>
                </c:pt>
                <c:pt idx="31">
                  <c:v>1.7270000000000001</c:v>
                </c:pt>
                <c:pt idx="32">
                  <c:v>1.7629999999999999</c:v>
                </c:pt>
                <c:pt idx="33">
                  <c:v>1.8069999999999999</c:v>
                </c:pt>
                <c:pt idx="34">
                  <c:v>1.7809999999999999</c:v>
                </c:pt>
                <c:pt idx="35">
                  <c:v>1.8460000000000001</c:v>
                </c:pt>
                <c:pt idx="36">
                  <c:v>1.869</c:v>
                </c:pt>
                <c:pt idx="37">
                  <c:v>1.6890000000000001</c:v>
                </c:pt>
                <c:pt idx="38">
                  <c:v>1.296</c:v>
                </c:pt>
                <c:pt idx="39">
                  <c:v>1.1679999999999999</c:v>
                </c:pt>
                <c:pt idx="40">
                  <c:v>1.153</c:v>
                </c:pt>
                <c:pt idx="41">
                  <c:v>1.347</c:v>
                </c:pt>
                <c:pt idx="42">
                  <c:v>1.2929999999999999</c:v>
                </c:pt>
                <c:pt idx="43">
                  <c:v>1.1479999999999999</c:v>
                </c:pt>
                <c:pt idx="44">
                  <c:v>1.042</c:v>
                </c:pt>
                <c:pt idx="45">
                  <c:v>1.0309999999999999</c:v>
                </c:pt>
                <c:pt idx="46">
                  <c:v>0.95</c:v>
                </c:pt>
                <c:pt idx="47">
                  <c:v>0.77900000000000003</c:v>
                </c:pt>
                <c:pt idx="48">
                  <c:v>0.753</c:v>
                </c:pt>
                <c:pt idx="49">
                  <c:v>0.97299999999999998</c:v>
                </c:pt>
                <c:pt idx="50">
                  <c:v>1.48</c:v>
                </c:pt>
                <c:pt idx="51">
                  <c:v>1.73</c:v>
                </c:pt>
                <c:pt idx="52">
                  <c:v>1.827</c:v>
                </c:pt>
                <c:pt idx="53">
                  <c:v>1.7050000000000001</c:v>
                </c:pt>
                <c:pt idx="54">
                  <c:v>1.6319999999999999</c:v>
                </c:pt>
                <c:pt idx="55">
                  <c:v>1.732</c:v>
                </c:pt>
                <c:pt idx="56">
                  <c:v>1.931</c:v>
                </c:pt>
                <c:pt idx="57">
                  <c:v>2.0339999999999998</c:v>
                </c:pt>
                <c:pt idx="58">
                  <c:v>2.1890000000000001</c:v>
                </c:pt>
                <c:pt idx="59">
                  <c:v>2.4279999999999999</c:v>
                </c:pt>
                <c:pt idx="60">
                  <c:v>2.6030000000000002</c:v>
                </c:pt>
                <c:pt idx="61">
                  <c:v>2.7559999999999998</c:v>
                </c:pt>
                <c:pt idx="62">
                  <c:v>2.8959999999999999</c:v>
                </c:pt>
                <c:pt idx="63">
                  <c:v>3.0249999999999999</c:v>
                </c:pt>
                <c:pt idx="64">
                  <c:v>3.1949999999999998</c:v>
                </c:pt>
                <c:pt idx="65">
                  <c:v>3.2240000000000002</c:v>
                </c:pt>
                <c:pt idx="66">
                  <c:v>3.5230000000000001</c:v>
                </c:pt>
                <c:pt idx="67">
                  <c:v>3.8580000000000001</c:v>
                </c:pt>
                <c:pt idx="68">
                  <c:v>3.8969999999999998</c:v>
                </c:pt>
                <c:pt idx="69">
                  <c:v>3.9340000000000002</c:v>
                </c:pt>
                <c:pt idx="70">
                  <c:v>4.0590000000000002</c:v>
                </c:pt>
                <c:pt idx="71">
                  <c:v>4.1070000000000002</c:v>
                </c:pt>
                <c:pt idx="72">
                  <c:v>4.1539999999999999</c:v>
                </c:pt>
                <c:pt idx="73">
                  <c:v>4.0510000000000002</c:v>
                </c:pt>
                <c:pt idx="74">
                  <c:v>3.8919999999999999</c:v>
                </c:pt>
                <c:pt idx="75">
                  <c:v>3.7210000000000001</c:v>
                </c:pt>
                <c:pt idx="76">
                  <c:v>3.4630000000000001</c:v>
                </c:pt>
                <c:pt idx="77">
                  <c:v>3.4569999999999999</c:v>
                </c:pt>
                <c:pt idx="78">
                  <c:v>3.3530000000000002</c:v>
                </c:pt>
                <c:pt idx="79">
                  <c:v>3.2490000000000001</c:v>
                </c:pt>
                <c:pt idx="80">
                  <c:v>3.1419999999999999</c:v>
                </c:pt>
                <c:pt idx="81">
                  <c:v>3.1440000000000001</c:v>
                </c:pt>
                <c:pt idx="82">
                  <c:v>3.089</c:v>
                </c:pt>
                <c:pt idx="83">
                  <c:v>3.1179999999999999</c:v>
                </c:pt>
                <c:pt idx="84">
                  <c:v>3.0369999999999999</c:v>
                </c:pt>
                <c:pt idx="85">
                  <c:v>3.145</c:v>
                </c:pt>
                <c:pt idx="86">
                  <c:v>3.1150000000000002</c:v>
                </c:pt>
                <c:pt idx="87">
                  <c:v>3.0619999999999998</c:v>
                </c:pt>
                <c:pt idx="88">
                  <c:v>2.9540000000000002</c:v>
                </c:pt>
                <c:pt idx="89">
                  <c:v>2.875</c:v>
                </c:pt>
                <c:pt idx="90">
                  <c:v>2.8769999999999998</c:v>
                </c:pt>
                <c:pt idx="91">
                  <c:v>2.7770000000000001</c:v>
                </c:pt>
                <c:pt idx="92">
                  <c:v>2.7970000000000002</c:v>
                </c:pt>
                <c:pt idx="93">
                  <c:v>2.6930000000000001</c:v>
                </c:pt>
                <c:pt idx="94">
                  <c:v>2.6850000000000001</c:v>
                </c:pt>
                <c:pt idx="95">
                  <c:v>2.625</c:v>
                </c:pt>
                <c:pt idx="96">
                  <c:v>2.5059999999999998</c:v>
                </c:pt>
                <c:pt idx="97">
                  <c:v>2.2410000000000001</c:v>
                </c:pt>
                <c:pt idx="98">
                  <c:v>2.1890000000000001</c:v>
                </c:pt>
                <c:pt idx="99">
                  <c:v>2.1709999999999998</c:v>
                </c:pt>
                <c:pt idx="100">
                  <c:v>2.21</c:v>
                </c:pt>
                <c:pt idx="101">
                  <c:v>2.2250000000000001</c:v>
                </c:pt>
                <c:pt idx="102">
                  <c:v>2.2000000000000002</c:v>
                </c:pt>
                <c:pt idx="103">
                  <c:v>2.129</c:v>
                </c:pt>
                <c:pt idx="104">
                  <c:v>1.865</c:v>
                </c:pt>
                <c:pt idx="105">
                  <c:v>1.839</c:v>
                </c:pt>
                <c:pt idx="106">
                  <c:v>1.7869999999999999</c:v>
                </c:pt>
                <c:pt idx="107">
                  <c:v>1.7729999999999999</c:v>
                </c:pt>
                <c:pt idx="108">
                  <c:v>1.8480000000000001</c:v>
                </c:pt>
                <c:pt idx="109">
                  <c:v>1.982</c:v>
                </c:pt>
                <c:pt idx="110">
                  <c:v>2.0760000000000001</c:v>
                </c:pt>
                <c:pt idx="111">
                  <c:v>1.915</c:v>
                </c:pt>
                <c:pt idx="112">
                  <c:v>1.8260000000000001</c:v>
                </c:pt>
                <c:pt idx="113">
                  <c:v>1.825</c:v>
                </c:pt>
                <c:pt idx="114">
                  <c:v>1.909</c:v>
                </c:pt>
              </c:numCache>
            </c:numRef>
          </c:val>
          <c:extLst>
            <c:ext xmlns:c16="http://schemas.microsoft.com/office/drawing/2014/chart" uri="{C3380CC4-5D6E-409C-BE32-E72D297353CC}">
              <c16:uniqueId val="{00000000-B1BB-4231-A90C-41ED8A038170}"/>
            </c:ext>
          </c:extLst>
        </c:ser>
        <c:ser>
          <c:idx val="1"/>
          <c:order val="1"/>
          <c:tx>
            <c:strRef>
              <c:f>'CPI BBG'!$I$6:$J$6</c:f>
              <c:strCache>
                <c:ptCount val="1"/>
                <c:pt idx="0">
                  <c:v>Commodities (Ex Food &amp; Energy)</c:v>
                </c:pt>
              </c:strCache>
            </c:strRef>
          </c:tx>
          <c:spPr>
            <a:solidFill>
              <a:srgbClr val="00B0F0"/>
            </a:solidFill>
            <a:ln>
              <a:noFill/>
            </a:ln>
            <a:effectLst/>
          </c:spPr>
          <c:invertIfNegative val="0"/>
          <c:dLbls>
            <c:delete val="1"/>
          </c:dLbls>
          <c:cat>
            <c:numRef>
              <c:f>'CPI BBG'!$C$8:$C$1000</c:f>
              <c:numCache>
                <c:formatCode>m/d/yyyy</c:formatCode>
                <c:ptCount val="993"/>
                <c:pt idx="0">
                  <c:v>42794</c:v>
                </c:pt>
                <c:pt idx="1">
                  <c:v>42825</c:v>
                </c:pt>
                <c:pt idx="2">
                  <c:v>42855</c:v>
                </c:pt>
                <c:pt idx="3">
                  <c:v>42886</c:v>
                </c:pt>
                <c:pt idx="4">
                  <c:v>42916</c:v>
                </c:pt>
                <c:pt idx="5">
                  <c:v>42947</c:v>
                </c:pt>
                <c:pt idx="6">
                  <c:v>42978</c:v>
                </c:pt>
                <c:pt idx="7">
                  <c:v>43008</c:v>
                </c:pt>
                <c:pt idx="8">
                  <c:v>43039</c:v>
                </c:pt>
                <c:pt idx="9">
                  <c:v>43069</c:v>
                </c:pt>
                <c:pt idx="10">
                  <c:v>43100</c:v>
                </c:pt>
                <c:pt idx="11">
                  <c:v>43131</c:v>
                </c:pt>
                <c:pt idx="12">
                  <c:v>43159</c:v>
                </c:pt>
                <c:pt idx="13">
                  <c:v>43190</c:v>
                </c:pt>
                <c:pt idx="14">
                  <c:v>43220</c:v>
                </c:pt>
                <c:pt idx="15">
                  <c:v>43251</c:v>
                </c:pt>
                <c:pt idx="16">
                  <c:v>43281</c:v>
                </c:pt>
                <c:pt idx="17">
                  <c:v>43312</c:v>
                </c:pt>
                <c:pt idx="18">
                  <c:v>43343</c:v>
                </c:pt>
                <c:pt idx="19">
                  <c:v>43373</c:v>
                </c:pt>
                <c:pt idx="20">
                  <c:v>43404</c:v>
                </c:pt>
                <c:pt idx="21">
                  <c:v>43434</c:v>
                </c:pt>
                <c:pt idx="22">
                  <c:v>43465</c:v>
                </c:pt>
                <c:pt idx="23">
                  <c:v>43496</c:v>
                </c:pt>
                <c:pt idx="24">
                  <c:v>43524</c:v>
                </c:pt>
                <c:pt idx="25">
                  <c:v>43555</c:v>
                </c:pt>
                <c:pt idx="26">
                  <c:v>43585</c:v>
                </c:pt>
                <c:pt idx="27">
                  <c:v>43616</c:v>
                </c:pt>
                <c:pt idx="28">
                  <c:v>43646</c:v>
                </c:pt>
                <c:pt idx="29">
                  <c:v>43677</c:v>
                </c:pt>
                <c:pt idx="30">
                  <c:v>43708</c:v>
                </c:pt>
                <c:pt idx="31">
                  <c:v>43738</c:v>
                </c:pt>
                <c:pt idx="32">
                  <c:v>43769</c:v>
                </c:pt>
                <c:pt idx="33">
                  <c:v>43799</c:v>
                </c:pt>
                <c:pt idx="34">
                  <c:v>43830</c:v>
                </c:pt>
                <c:pt idx="35">
                  <c:v>43861</c:v>
                </c:pt>
                <c:pt idx="36">
                  <c:v>43890</c:v>
                </c:pt>
                <c:pt idx="37">
                  <c:v>43921</c:v>
                </c:pt>
                <c:pt idx="38">
                  <c:v>43951</c:v>
                </c:pt>
                <c:pt idx="39">
                  <c:v>43982</c:v>
                </c:pt>
                <c:pt idx="40">
                  <c:v>44012</c:v>
                </c:pt>
                <c:pt idx="41">
                  <c:v>44043</c:v>
                </c:pt>
                <c:pt idx="42">
                  <c:v>44074</c:v>
                </c:pt>
                <c:pt idx="43">
                  <c:v>44104</c:v>
                </c:pt>
                <c:pt idx="44">
                  <c:v>44135</c:v>
                </c:pt>
                <c:pt idx="45">
                  <c:v>44165</c:v>
                </c:pt>
                <c:pt idx="46">
                  <c:v>44196</c:v>
                </c:pt>
                <c:pt idx="47">
                  <c:v>44227</c:v>
                </c:pt>
                <c:pt idx="48">
                  <c:v>44255</c:v>
                </c:pt>
                <c:pt idx="49">
                  <c:v>44286</c:v>
                </c:pt>
                <c:pt idx="50">
                  <c:v>44316</c:v>
                </c:pt>
                <c:pt idx="51">
                  <c:v>44347</c:v>
                </c:pt>
                <c:pt idx="52">
                  <c:v>44377</c:v>
                </c:pt>
                <c:pt idx="53">
                  <c:v>44408</c:v>
                </c:pt>
                <c:pt idx="54">
                  <c:v>44439</c:v>
                </c:pt>
                <c:pt idx="55">
                  <c:v>44469</c:v>
                </c:pt>
                <c:pt idx="56">
                  <c:v>44500</c:v>
                </c:pt>
                <c:pt idx="57">
                  <c:v>44530</c:v>
                </c:pt>
                <c:pt idx="58">
                  <c:v>44561</c:v>
                </c:pt>
                <c:pt idx="59">
                  <c:v>44592</c:v>
                </c:pt>
                <c:pt idx="60">
                  <c:v>44620</c:v>
                </c:pt>
                <c:pt idx="61">
                  <c:v>44651</c:v>
                </c:pt>
                <c:pt idx="62">
                  <c:v>44681</c:v>
                </c:pt>
                <c:pt idx="63">
                  <c:v>44712</c:v>
                </c:pt>
                <c:pt idx="64">
                  <c:v>44742</c:v>
                </c:pt>
                <c:pt idx="65">
                  <c:v>44773</c:v>
                </c:pt>
                <c:pt idx="66">
                  <c:v>44804</c:v>
                </c:pt>
                <c:pt idx="67">
                  <c:v>44834</c:v>
                </c:pt>
                <c:pt idx="68">
                  <c:v>44865</c:v>
                </c:pt>
                <c:pt idx="69">
                  <c:v>44895</c:v>
                </c:pt>
                <c:pt idx="70">
                  <c:v>44926</c:v>
                </c:pt>
                <c:pt idx="71">
                  <c:v>44957</c:v>
                </c:pt>
                <c:pt idx="72">
                  <c:v>44985</c:v>
                </c:pt>
                <c:pt idx="73">
                  <c:v>45016</c:v>
                </c:pt>
                <c:pt idx="74">
                  <c:v>45046</c:v>
                </c:pt>
                <c:pt idx="75">
                  <c:v>45077</c:v>
                </c:pt>
                <c:pt idx="76">
                  <c:v>45107</c:v>
                </c:pt>
                <c:pt idx="77">
                  <c:v>45138</c:v>
                </c:pt>
                <c:pt idx="78">
                  <c:v>45169</c:v>
                </c:pt>
                <c:pt idx="79">
                  <c:v>45199</c:v>
                </c:pt>
                <c:pt idx="80">
                  <c:v>45230</c:v>
                </c:pt>
                <c:pt idx="81">
                  <c:v>45260</c:v>
                </c:pt>
                <c:pt idx="82">
                  <c:v>45291</c:v>
                </c:pt>
                <c:pt idx="83">
                  <c:v>45322</c:v>
                </c:pt>
                <c:pt idx="84">
                  <c:v>45351</c:v>
                </c:pt>
                <c:pt idx="85">
                  <c:v>45382</c:v>
                </c:pt>
                <c:pt idx="86">
                  <c:v>45412</c:v>
                </c:pt>
                <c:pt idx="87">
                  <c:v>45443</c:v>
                </c:pt>
                <c:pt idx="88">
                  <c:v>45473</c:v>
                </c:pt>
                <c:pt idx="89">
                  <c:v>45504</c:v>
                </c:pt>
                <c:pt idx="90">
                  <c:v>45535</c:v>
                </c:pt>
                <c:pt idx="91">
                  <c:v>45565</c:v>
                </c:pt>
                <c:pt idx="92">
                  <c:v>45596</c:v>
                </c:pt>
                <c:pt idx="93">
                  <c:v>45626</c:v>
                </c:pt>
                <c:pt idx="94">
                  <c:v>45657</c:v>
                </c:pt>
                <c:pt idx="95">
                  <c:v>45688</c:v>
                </c:pt>
                <c:pt idx="96">
                  <c:v>45716</c:v>
                </c:pt>
                <c:pt idx="97">
                  <c:v>45747</c:v>
                </c:pt>
                <c:pt idx="98">
                  <c:v>45777</c:v>
                </c:pt>
                <c:pt idx="99">
                  <c:v>45808</c:v>
                </c:pt>
                <c:pt idx="100">
                  <c:v>45838</c:v>
                </c:pt>
                <c:pt idx="101">
                  <c:v>45869</c:v>
                </c:pt>
                <c:pt idx="102">
                  <c:v>45900</c:v>
                </c:pt>
                <c:pt idx="103">
                  <c:v>45930</c:v>
                </c:pt>
                <c:pt idx="104">
                  <c:v>45991</c:v>
                </c:pt>
                <c:pt idx="105">
                  <c:v>46022</c:v>
                </c:pt>
                <c:pt idx="106">
                  <c:v>46053</c:v>
                </c:pt>
                <c:pt idx="107">
                  <c:v>46081</c:v>
                </c:pt>
                <c:pt idx="108">
                  <c:v>46112</c:v>
                </c:pt>
                <c:pt idx="109">
                  <c:v>46142</c:v>
                </c:pt>
                <c:pt idx="110">
                  <c:v>46173</c:v>
                </c:pt>
                <c:pt idx="111">
                  <c:v>46203</c:v>
                </c:pt>
                <c:pt idx="112">
                  <c:v>46234</c:v>
                </c:pt>
                <c:pt idx="113">
                  <c:v>46265</c:v>
                </c:pt>
                <c:pt idx="114">
                  <c:v>46295</c:v>
                </c:pt>
              </c:numCache>
            </c:numRef>
          </c:cat>
          <c:val>
            <c:numRef>
              <c:f>'CPI BBG'!$J$8:$J$1000</c:f>
              <c:numCache>
                <c:formatCode>0.0</c:formatCode>
                <c:ptCount val="993"/>
                <c:pt idx="0">
                  <c:v>-9.7000000000000003E-2</c:v>
                </c:pt>
                <c:pt idx="1">
                  <c:v>-0.113</c:v>
                </c:pt>
                <c:pt idx="2">
                  <c:v>-0.121</c:v>
                </c:pt>
                <c:pt idx="3">
                  <c:v>-0.14799999999999999</c:v>
                </c:pt>
                <c:pt idx="4">
                  <c:v>-0.125</c:v>
                </c:pt>
                <c:pt idx="5">
                  <c:v>-0.122</c:v>
                </c:pt>
                <c:pt idx="6">
                  <c:v>-0.16600000000000001</c:v>
                </c:pt>
                <c:pt idx="7">
                  <c:v>-0.193</c:v>
                </c:pt>
                <c:pt idx="8">
                  <c:v>-0.19</c:v>
                </c:pt>
                <c:pt idx="9">
                  <c:v>-0.17299999999999999</c:v>
                </c:pt>
                <c:pt idx="10">
                  <c:v>-0.13600000000000001</c:v>
                </c:pt>
                <c:pt idx="11">
                  <c:v>-0.125</c:v>
                </c:pt>
                <c:pt idx="12">
                  <c:v>-9.6000000000000002E-2</c:v>
                </c:pt>
                <c:pt idx="13">
                  <c:v>-6.3E-2</c:v>
                </c:pt>
                <c:pt idx="14">
                  <c:v>-7.0000000000000007E-2</c:v>
                </c:pt>
                <c:pt idx="15">
                  <c:v>-4.9000000000000002E-2</c:v>
                </c:pt>
                <c:pt idx="16">
                  <c:v>-4.4999999999999998E-2</c:v>
                </c:pt>
                <c:pt idx="17">
                  <c:v>-7.0000000000000001E-3</c:v>
                </c:pt>
                <c:pt idx="18">
                  <c:v>-3.9E-2</c:v>
                </c:pt>
                <c:pt idx="19">
                  <c:v>-6.0999999999999999E-2</c:v>
                </c:pt>
                <c:pt idx="20">
                  <c:v>-1.7999999999999999E-2</c:v>
                </c:pt>
                <c:pt idx="21">
                  <c:v>3.2000000000000001E-2</c:v>
                </c:pt>
                <c:pt idx="22">
                  <c:v>2.7E-2</c:v>
                </c:pt>
                <c:pt idx="23">
                  <c:v>6.6000000000000003E-2</c:v>
                </c:pt>
                <c:pt idx="24">
                  <c:v>2.7E-2</c:v>
                </c:pt>
                <c:pt idx="25">
                  <c:v>-8.0000000000000002E-3</c:v>
                </c:pt>
                <c:pt idx="26">
                  <c:v>-3.7999999999999999E-2</c:v>
                </c:pt>
                <c:pt idx="27">
                  <c:v>-3.9E-2</c:v>
                </c:pt>
                <c:pt idx="28">
                  <c:v>0.03</c:v>
                </c:pt>
                <c:pt idx="29">
                  <c:v>0.08</c:v>
                </c:pt>
                <c:pt idx="30">
                  <c:v>0.16400000000000001</c:v>
                </c:pt>
                <c:pt idx="31">
                  <c:v>0.13</c:v>
                </c:pt>
                <c:pt idx="32">
                  <c:v>0.06</c:v>
                </c:pt>
                <c:pt idx="33">
                  <c:v>2.4E-2</c:v>
                </c:pt>
                <c:pt idx="34">
                  <c:v>1.0999999999999999E-2</c:v>
                </c:pt>
                <c:pt idx="35">
                  <c:v>-4.9000000000000002E-2</c:v>
                </c:pt>
                <c:pt idx="36">
                  <c:v>-1E-3</c:v>
                </c:pt>
                <c:pt idx="37">
                  <c:v>-3.6999999999999998E-2</c:v>
                </c:pt>
                <c:pt idx="38">
                  <c:v>-0.16600000000000001</c:v>
                </c:pt>
                <c:pt idx="39">
                  <c:v>-0.2</c:v>
                </c:pt>
                <c:pt idx="40">
                  <c:v>-0.20799999999999999</c:v>
                </c:pt>
                <c:pt idx="41">
                  <c:v>-0.10100000000000001</c:v>
                </c:pt>
                <c:pt idx="42">
                  <c:v>7.8E-2</c:v>
                </c:pt>
                <c:pt idx="43">
                  <c:v>0.2</c:v>
                </c:pt>
                <c:pt idx="44">
                  <c:v>0.224</c:v>
                </c:pt>
                <c:pt idx="45">
                  <c:v>0.27</c:v>
                </c:pt>
                <c:pt idx="46">
                  <c:v>0.33800000000000002</c:v>
                </c:pt>
                <c:pt idx="47">
                  <c:v>0.34300000000000003</c:v>
                </c:pt>
                <c:pt idx="48">
                  <c:v>0.27</c:v>
                </c:pt>
                <c:pt idx="49">
                  <c:v>0.34300000000000003</c:v>
                </c:pt>
                <c:pt idx="50">
                  <c:v>0.89</c:v>
                </c:pt>
                <c:pt idx="51">
                  <c:v>1.3069999999999999</c:v>
                </c:pt>
                <c:pt idx="52">
                  <c:v>1.738</c:v>
                </c:pt>
                <c:pt idx="53">
                  <c:v>1.702</c:v>
                </c:pt>
                <c:pt idx="54">
                  <c:v>1.5589999999999999</c:v>
                </c:pt>
                <c:pt idx="55">
                  <c:v>1.478</c:v>
                </c:pt>
                <c:pt idx="56">
                  <c:v>1.7090000000000001</c:v>
                </c:pt>
                <c:pt idx="57">
                  <c:v>1.903</c:v>
                </c:pt>
                <c:pt idx="58">
                  <c:v>2.1589999999999998</c:v>
                </c:pt>
                <c:pt idx="59">
                  <c:v>2.3559999999999999</c:v>
                </c:pt>
                <c:pt idx="60">
                  <c:v>2.4820000000000002</c:v>
                </c:pt>
                <c:pt idx="61">
                  <c:v>2.363</c:v>
                </c:pt>
                <c:pt idx="62">
                  <c:v>1.98</c:v>
                </c:pt>
                <c:pt idx="63">
                  <c:v>1.738</c:v>
                </c:pt>
                <c:pt idx="64">
                  <c:v>1.482</c:v>
                </c:pt>
                <c:pt idx="65">
                  <c:v>1.4419999999999999</c:v>
                </c:pt>
                <c:pt idx="66">
                  <c:v>1.4630000000000001</c:v>
                </c:pt>
                <c:pt idx="67">
                  <c:v>1.371</c:v>
                </c:pt>
                <c:pt idx="68">
                  <c:v>1.054</c:v>
                </c:pt>
                <c:pt idx="69">
                  <c:v>0.76400000000000001</c:v>
                </c:pt>
                <c:pt idx="70">
                  <c:v>0.46600000000000003</c:v>
                </c:pt>
                <c:pt idx="71">
                  <c:v>0.314</c:v>
                </c:pt>
                <c:pt idx="72">
                  <c:v>0.224</c:v>
                </c:pt>
                <c:pt idx="73">
                  <c:v>0.32900000000000001</c:v>
                </c:pt>
                <c:pt idx="74">
                  <c:v>0.43099999999999999</c:v>
                </c:pt>
                <c:pt idx="75">
                  <c:v>0.432</c:v>
                </c:pt>
                <c:pt idx="76">
                  <c:v>0.27700000000000002</c:v>
                </c:pt>
                <c:pt idx="77">
                  <c:v>0.161</c:v>
                </c:pt>
                <c:pt idx="78">
                  <c:v>0.05</c:v>
                </c:pt>
                <c:pt idx="79">
                  <c:v>5.0000000000000001E-3</c:v>
                </c:pt>
                <c:pt idx="80">
                  <c:v>0.02</c:v>
                </c:pt>
                <c:pt idx="81">
                  <c:v>0.01</c:v>
                </c:pt>
                <c:pt idx="82">
                  <c:v>3.6999999999999998E-2</c:v>
                </c:pt>
                <c:pt idx="83">
                  <c:v>-6.0999999999999999E-2</c:v>
                </c:pt>
                <c:pt idx="84">
                  <c:v>-6.3E-2</c:v>
                </c:pt>
                <c:pt idx="85">
                  <c:v>-0.13900000000000001</c:v>
                </c:pt>
                <c:pt idx="86">
                  <c:v>-0.27100000000000002</c:v>
                </c:pt>
                <c:pt idx="87">
                  <c:v>-0.374</c:v>
                </c:pt>
                <c:pt idx="88">
                  <c:v>-0.39100000000000001</c:v>
                </c:pt>
                <c:pt idx="89">
                  <c:v>-0.40100000000000002</c:v>
                </c:pt>
                <c:pt idx="90">
                  <c:v>-0.39200000000000002</c:v>
                </c:pt>
                <c:pt idx="91">
                  <c:v>-0.20100000000000001</c:v>
                </c:pt>
                <c:pt idx="92">
                  <c:v>-0.21</c:v>
                </c:pt>
                <c:pt idx="93">
                  <c:v>-0.121</c:v>
                </c:pt>
                <c:pt idx="94">
                  <c:v>-0.10100000000000001</c:v>
                </c:pt>
                <c:pt idx="95">
                  <c:v>-2.5000000000000001E-2</c:v>
                </c:pt>
                <c:pt idx="96">
                  <c:v>-2.1999999999999999E-2</c:v>
                </c:pt>
                <c:pt idx="97">
                  <c:v>-1.9E-2</c:v>
                </c:pt>
                <c:pt idx="98">
                  <c:v>2.4E-2</c:v>
                </c:pt>
                <c:pt idx="99">
                  <c:v>5.1999999999999998E-2</c:v>
                </c:pt>
                <c:pt idx="100">
                  <c:v>0.13</c:v>
                </c:pt>
                <c:pt idx="101">
                  <c:v>0.216</c:v>
                </c:pt>
                <c:pt idx="102">
                  <c:v>0.28399999999999997</c:v>
                </c:pt>
                <c:pt idx="103">
                  <c:v>0.28499999999999998</c:v>
                </c:pt>
                <c:pt idx="104">
                  <c:v>0.255</c:v>
                </c:pt>
                <c:pt idx="105">
                  <c:v>0.27500000000000002</c:v>
                </c:pt>
                <c:pt idx="106">
                  <c:v>0.216</c:v>
                </c:pt>
                <c:pt idx="107">
                  <c:v>0.193</c:v>
                </c:pt>
                <c:pt idx="108">
                  <c:v>0.22900000000000001</c:v>
                </c:pt>
                <c:pt idx="109">
                  <c:v>0.218</c:v>
                </c:pt>
                <c:pt idx="110">
                  <c:v>0.20499999999999999</c:v>
                </c:pt>
                <c:pt idx="111">
                  <c:v>0.158</c:v>
                </c:pt>
                <c:pt idx="112">
                  <c:v>0.156</c:v>
                </c:pt>
                <c:pt idx="113">
                  <c:v>0.13200000000000001</c:v>
                </c:pt>
                <c:pt idx="114">
                  <c:v>0.14199999999999999</c:v>
                </c:pt>
              </c:numCache>
            </c:numRef>
          </c:val>
          <c:extLst>
            <c:ext xmlns:c16="http://schemas.microsoft.com/office/drawing/2014/chart" uri="{C3380CC4-5D6E-409C-BE32-E72D297353CC}">
              <c16:uniqueId val="{00000001-B1BB-4231-A90C-41ED8A038170}"/>
            </c:ext>
          </c:extLst>
        </c:ser>
        <c:ser>
          <c:idx val="2"/>
          <c:order val="2"/>
          <c:tx>
            <c:strRef>
              <c:f>'CPI BBG'!$K$6:$L$6</c:f>
              <c:strCache>
                <c:ptCount val="1"/>
                <c:pt idx="0">
                  <c:v>Food</c:v>
                </c:pt>
              </c:strCache>
            </c:strRef>
          </c:tx>
          <c:spPr>
            <a:solidFill>
              <a:schemeClr val="bg1">
                <a:lumMod val="85000"/>
              </a:schemeClr>
            </a:solidFill>
            <a:ln>
              <a:noFill/>
            </a:ln>
            <a:effectLst/>
          </c:spPr>
          <c:invertIfNegative val="0"/>
          <c:dLbls>
            <c:delete val="1"/>
          </c:dLbls>
          <c:cat>
            <c:numRef>
              <c:f>'CPI BBG'!$C$8:$C$1000</c:f>
              <c:numCache>
                <c:formatCode>m/d/yyyy</c:formatCode>
                <c:ptCount val="993"/>
                <c:pt idx="0">
                  <c:v>42794</c:v>
                </c:pt>
                <c:pt idx="1">
                  <c:v>42825</c:v>
                </c:pt>
                <c:pt idx="2">
                  <c:v>42855</c:v>
                </c:pt>
                <c:pt idx="3">
                  <c:v>42886</c:v>
                </c:pt>
                <c:pt idx="4">
                  <c:v>42916</c:v>
                </c:pt>
                <c:pt idx="5">
                  <c:v>42947</c:v>
                </c:pt>
                <c:pt idx="6">
                  <c:v>42978</c:v>
                </c:pt>
                <c:pt idx="7">
                  <c:v>43008</c:v>
                </c:pt>
                <c:pt idx="8">
                  <c:v>43039</c:v>
                </c:pt>
                <c:pt idx="9">
                  <c:v>43069</c:v>
                </c:pt>
                <c:pt idx="10">
                  <c:v>43100</c:v>
                </c:pt>
                <c:pt idx="11">
                  <c:v>43131</c:v>
                </c:pt>
                <c:pt idx="12">
                  <c:v>43159</c:v>
                </c:pt>
                <c:pt idx="13">
                  <c:v>43190</c:v>
                </c:pt>
                <c:pt idx="14">
                  <c:v>43220</c:v>
                </c:pt>
                <c:pt idx="15">
                  <c:v>43251</c:v>
                </c:pt>
                <c:pt idx="16">
                  <c:v>43281</c:v>
                </c:pt>
                <c:pt idx="17">
                  <c:v>43312</c:v>
                </c:pt>
                <c:pt idx="18">
                  <c:v>43343</c:v>
                </c:pt>
                <c:pt idx="19">
                  <c:v>43373</c:v>
                </c:pt>
                <c:pt idx="20">
                  <c:v>43404</c:v>
                </c:pt>
                <c:pt idx="21">
                  <c:v>43434</c:v>
                </c:pt>
                <c:pt idx="22">
                  <c:v>43465</c:v>
                </c:pt>
                <c:pt idx="23">
                  <c:v>43496</c:v>
                </c:pt>
                <c:pt idx="24">
                  <c:v>43524</c:v>
                </c:pt>
                <c:pt idx="25">
                  <c:v>43555</c:v>
                </c:pt>
                <c:pt idx="26">
                  <c:v>43585</c:v>
                </c:pt>
                <c:pt idx="27">
                  <c:v>43616</c:v>
                </c:pt>
                <c:pt idx="28">
                  <c:v>43646</c:v>
                </c:pt>
                <c:pt idx="29">
                  <c:v>43677</c:v>
                </c:pt>
                <c:pt idx="30">
                  <c:v>43708</c:v>
                </c:pt>
                <c:pt idx="31">
                  <c:v>43738</c:v>
                </c:pt>
                <c:pt idx="32">
                  <c:v>43769</c:v>
                </c:pt>
                <c:pt idx="33">
                  <c:v>43799</c:v>
                </c:pt>
                <c:pt idx="34">
                  <c:v>43830</c:v>
                </c:pt>
                <c:pt idx="35">
                  <c:v>43861</c:v>
                </c:pt>
                <c:pt idx="36">
                  <c:v>43890</c:v>
                </c:pt>
                <c:pt idx="37">
                  <c:v>43921</c:v>
                </c:pt>
                <c:pt idx="38">
                  <c:v>43951</c:v>
                </c:pt>
                <c:pt idx="39">
                  <c:v>43982</c:v>
                </c:pt>
                <c:pt idx="40">
                  <c:v>44012</c:v>
                </c:pt>
                <c:pt idx="41">
                  <c:v>44043</c:v>
                </c:pt>
                <c:pt idx="42">
                  <c:v>44074</c:v>
                </c:pt>
                <c:pt idx="43">
                  <c:v>44104</c:v>
                </c:pt>
                <c:pt idx="44">
                  <c:v>44135</c:v>
                </c:pt>
                <c:pt idx="45">
                  <c:v>44165</c:v>
                </c:pt>
                <c:pt idx="46">
                  <c:v>44196</c:v>
                </c:pt>
                <c:pt idx="47">
                  <c:v>44227</c:v>
                </c:pt>
                <c:pt idx="48">
                  <c:v>44255</c:v>
                </c:pt>
                <c:pt idx="49">
                  <c:v>44286</c:v>
                </c:pt>
                <c:pt idx="50">
                  <c:v>44316</c:v>
                </c:pt>
                <c:pt idx="51">
                  <c:v>44347</c:v>
                </c:pt>
                <c:pt idx="52">
                  <c:v>44377</c:v>
                </c:pt>
                <c:pt idx="53">
                  <c:v>44408</c:v>
                </c:pt>
                <c:pt idx="54">
                  <c:v>44439</c:v>
                </c:pt>
                <c:pt idx="55">
                  <c:v>44469</c:v>
                </c:pt>
                <c:pt idx="56">
                  <c:v>44500</c:v>
                </c:pt>
                <c:pt idx="57">
                  <c:v>44530</c:v>
                </c:pt>
                <c:pt idx="58">
                  <c:v>44561</c:v>
                </c:pt>
                <c:pt idx="59">
                  <c:v>44592</c:v>
                </c:pt>
                <c:pt idx="60">
                  <c:v>44620</c:v>
                </c:pt>
                <c:pt idx="61">
                  <c:v>44651</c:v>
                </c:pt>
                <c:pt idx="62">
                  <c:v>44681</c:v>
                </c:pt>
                <c:pt idx="63">
                  <c:v>44712</c:v>
                </c:pt>
                <c:pt idx="64">
                  <c:v>44742</c:v>
                </c:pt>
                <c:pt idx="65">
                  <c:v>44773</c:v>
                </c:pt>
                <c:pt idx="66">
                  <c:v>44804</c:v>
                </c:pt>
                <c:pt idx="67">
                  <c:v>44834</c:v>
                </c:pt>
                <c:pt idx="68">
                  <c:v>44865</c:v>
                </c:pt>
                <c:pt idx="69">
                  <c:v>44895</c:v>
                </c:pt>
                <c:pt idx="70">
                  <c:v>44926</c:v>
                </c:pt>
                <c:pt idx="71">
                  <c:v>44957</c:v>
                </c:pt>
                <c:pt idx="72">
                  <c:v>44985</c:v>
                </c:pt>
                <c:pt idx="73">
                  <c:v>45016</c:v>
                </c:pt>
                <c:pt idx="74">
                  <c:v>45046</c:v>
                </c:pt>
                <c:pt idx="75">
                  <c:v>45077</c:v>
                </c:pt>
                <c:pt idx="76">
                  <c:v>45107</c:v>
                </c:pt>
                <c:pt idx="77">
                  <c:v>45138</c:v>
                </c:pt>
                <c:pt idx="78">
                  <c:v>45169</c:v>
                </c:pt>
                <c:pt idx="79">
                  <c:v>45199</c:v>
                </c:pt>
                <c:pt idx="80">
                  <c:v>45230</c:v>
                </c:pt>
                <c:pt idx="81">
                  <c:v>45260</c:v>
                </c:pt>
                <c:pt idx="82">
                  <c:v>45291</c:v>
                </c:pt>
                <c:pt idx="83">
                  <c:v>45322</c:v>
                </c:pt>
                <c:pt idx="84">
                  <c:v>45351</c:v>
                </c:pt>
                <c:pt idx="85">
                  <c:v>45382</c:v>
                </c:pt>
                <c:pt idx="86">
                  <c:v>45412</c:v>
                </c:pt>
                <c:pt idx="87">
                  <c:v>45443</c:v>
                </c:pt>
                <c:pt idx="88">
                  <c:v>45473</c:v>
                </c:pt>
                <c:pt idx="89">
                  <c:v>45504</c:v>
                </c:pt>
                <c:pt idx="90">
                  <c:v>45535</c:v>
                </c:pt>
                <c:pt idx="91">
                  <c:v>45565</c:v>
                </c:pt>
                <c:pt idx="92">
                  <c:v>45596</c:v>
                </c:pt>
                <c:pt idx="93">
                  <c:v>45626</c:v>
                </c:pt>
                <c:pt idx="94">
                  <c:v>45657</c:v>
                </c:pt>
                <c:pt idx="95">
                  <c:v>45688</c:v>
                </c:pt>
                <c:pt idx="96">
                  <c:v>45716</c:v>
                </c:pt>
                <c:pt idx="97">
                  <c:v>45747</c:v>
                </c:pt>
                <c:pt idx="98">
                  <c:v>45777</c:v>
                </c:pt>
                <c:pt idx="99">
                  <c:v>45808</c:v>
                </c:pt>
                <c:pt idx="100">
                  <c:v>45838</c:v>
                </c:pt>
                <c:pt idx="101">
                  <c:v>45869</c:v>
                </c:pt>
                <c:pt idx="102">
                  <c:v>45900</c:v>
                </c:pt>
                <c:pt idx="103">
                  <c:v>45930</c:v>
                </c:pt>
                <c:pt idx="104">
                  <c:v>45991</c:v>
                </c:pt>
                <c:pt idx="105">
                  <c:v>46022</c:v>
                </c:pt>
                <c:pt idx="106">
                  <c:v>46053</c:v>
                </c:pt>
                <c:pt idx="107">
                  <c:v>46081</c:v>
                </c:pt>
                <c:pt idx="108">
                  <c:v>46112</c:v>
                </c:pt>
                <c:pt idx="109">
                  <c:v>46142</c:v>
                </c:pt>
                <c:pt idx="110">
                  <c:v>46173</c:v>
                </c:pt>
                <c:pt idx="111">
                  <c:v>46203</c:v>
                </c:pt>
                <c:pt idx="112">
                  <c:v>46234</c:v>
                </c:pt>
                <c:pt idx="113">
                  <c:v>46265</c:v>
                </c:pt>
                <c:pt idx="114">
                  <c:v>46295</c:v>
                </c:pt>
              </c:numCache>
            </c:numRef>
          </c:cat>
          <c:val>
            <c:numRef>
              <c:f>'CPI BBG'!$L$8:$L$1000</c:f>
              <c:numCache>
                <c:formatCode>0.0</c:formatCode>
                <c:ptCount val="993"/>
                <c:pt idx="0">
                  <c:v>-1E-3</c:v>
                </c:pt>
                <c:pt idx="1">
                  <c:v>6.7000000000000004E-2</c:v>
                </c:pt>
                <c:pt idx="2">
                  <c:v>7.3999999999999996E-2</c:v>
                </c:pt>
                <c:pt idx="3">
                  <c:v>0.12</c:v>
                </c:pt>
                <c:pt idx="4">
                  <c:v>0.12</c:v>
                </c:pt>
                <c:pt idx="5">
                  <c:v>0.14799999999999999</c:v>
                </c:pt>
                <c:pt idx="6">
                  <c:v>0.154</c:v>
                </c:pt>
                <c:pt idx="7">
                  <c:v>0.17</c:v>
                </c:pt>
                <c:pt idx="8">
                  <c:v>0.182</c:v>
                </c:pt>
                <c:pt idx="9">
                  <c:v>0.19</c:v>
                </c:pt>
                <c:pt idx="10">
                  <c:v>0.217</c:v>
                </c:pt>
                <c:pt idx="11">
                  <c:v>0.22700000000000001</c:v>
                </c:pt>
                <c:pt idx="12">
                  <c:v>0.191</c:v>
                </c:pt>
                <c:pt idx="13">
                  <c:v>0.17599999999999999</c:v>
                </c:pt>
                <c:pt idx="14">
                  <c:v>0.19</c:v>
                </c:pt>
                <c:pt idx="15">
                  <c:v>0.16800000000000001</c:v>
                </c:pt>
                <c:pt idx="16">
                  <c:v>0.19500000000000001</c:v>
                </c:pt>
                <c:pt idx="17">
                  <c:v>0.193</c:v>
                </c:pt>
                <c:pt idx="18">
                  <c:v>0.19500000000000001</c:v>
                </c:pt>
                <c:pt idx="19">
                  <c:v>0.184</c:v>
                </c:pt>
                <c:pt idx="20">
                  <c:v>0.16200000000000001</c:v>
                </c:pt>
                <c:pt idx="21">
                  <c:v>0.19</c:v>
                </c:pt>
                <c:pt idx="22">
                  <c:v>0.21199999999999999</c:v>
                </c:pt>
                <c:pt idx="23">
                  <c:v>0.215</c:v>
                </c:pt>
                <c:pt idx="24">
                  <c:v>0.26100000000000001</c:v>
                </c:pt>
                <c:pt idx="25">
                  <c:v>0.28199999999999997</c:v>
                </c:pt>
                <c:pt idx="26">
                  <c:v>0.23599999999999999</c:v>
                </c:pt>
                <c:pt idx="27">
                  <c:v>0.26200000000000001</c:v>
                </c:pt>
                <c:pt idx="28">
                  <c:v>0.252</c:v>
                </c:pt>
                <c:pt idx="29">
                  <c:v>0.23599999999999999</c:v>
                </c:pt>
                <c:pt idx="30">
                  <c:v>0.22600000000000001</c:v>
                </c:pt>
                <c:pt idx="31">
                  <c:v>0.23699999999999999</c:v>
                </c:pt>
                <c:pt idx="32">
                  <c:v>0.27400000000000002</c:v>
                </c:pt>
                <c:pt idx="33">
                  <c:v>0.26500000000000001</c:v>
                </c:pt>
                <c:pt idx="34">
                  <c:v>0.24099999999999999</c:v>
                </c:pt>
                <c:pt idx="35">
                  <c:v>0.24199999999999999</c:v>
                </c:pt>
                <c:pt idx="36">
                  <c:v>0.24199999999999999</c:v>
                </c:pt>
                <c:pt idx="37">
                  <c:v>0.25700000000000001</c:v>
                </c:pt>
                <c:pt idx="38">
                  <c:v>0.46500000000000002</c:v>
                </c:pt>
                <c:pt idx="39">
                  <c:v>0.53</c:v>
                </c:pt>
                <c:pt idx="40">
                  <c:v>0.6</c:v>
                </c:pt>
                <c:pt idx="41">
                  <c:v>0.54200000000000004</c:v>
                </c:pt>
                <c:pt idx="42">
                  <c:v>0.54600000000000004</c:v>
                </c:pt>
                <c:pt idx="43">
                  <c:v>0.52300000000000002</c:v>
                </c:pt>
                <c:pt idx="44">
                  <c:v>0.52</c:v>
                </c:pt>
                <c:pt idx="45">
                  <c:v>0.49</c:v>
                </c:pt>
                <c:pt idx="46">
                  <c:v>0.54100000000000004</c:v>
                </c:pt>
                <c:pt idx="47">
                  <c:v>0.52200000000000002</c:v>
                </c:pt>
                <c:pt idx="48">
                  <c:v>0.499</c:v>
                </c:pt>
                <c:pt idx="49">
                  <c:v>0.48</c:v>
                </c:pt>
                <c:pt idx="50">
                  <c:v>0.33600000000000002</c:v>
                </c:pt>
                <c:pt idx="51">
                  <c:v>0.307</c:v>
                </c:pt>
                <c:pt idx="52">
                  <c:v>0.34</c:v>
                </c:pt>
                <c:pt idx="53">
                  <c:v>0.48699999999999999</c:v>
                </c:pt>
                <c:pt idx="54">
                  <c:v>0.52700000000000002</c:v>
                </c:pt>
                <c:pt idx="55">
                  <c:v>0.64600000000000002</c:v>
                </c:pt>
                <c:pt idx="56">
                  <c:v>0.752</c:v>
                </c:pt>
                <c:pt idx="57">
                  <c:v>0.86</c:v>
                </c:pt>
                <c:pt idx="58">
                  <c:v>0.88600000000000001</c:v>
                </c:pt>
                <c:pt idx="59">
                  <c:v>0.98099999999999998</c:v>
                </c:pt>
                <c:pt idx="60">
                  <c:v>1.1100000000000001</c:v>
                </c:pt>
                <c:pt idx="61">
                  <c:v>1.23</c:v>
                </c:pt>
                <c:pt idx="62">
                  <c:v>1.3069999999999999</c:v>
                </c:pt>
                <c:pt idx="63">
                  <c:v>1.4079999999999999</c:v>
                </c:pt>
                <c:pt idx="64">
                  <c:v>1.4450000000000001</c:v>
                </c:pt>
                <c:pt idx="65">
                  <c:v>1.5169999999999999</c:v>
                </c:pt>
                <c:pt idx="66">
                  <c:v>1.58</c:v>
                </c:pt>
                <c:pt idx="67">
                  <c:v>1.571</c:v>
                </c:pt>
                <c:pt idx="68">
                  <c:v>1.532</c:v>
                </c:pt>
                <c:pt idx="69">
                  <c:v>1.4870000000000001</c:v>
                </c:pt>
                <c:pt idx="70">
                  <c:v>1.3919999999999999</c:v>
                </c:pt>
                <c:pt idx="71">
                  <c:v>1.357</c:v>
                </c:pt>
                <c:pt idx="72">
                  <c:v>1.272</c:v>
                </c:pt>
                <c:pt idx="73">
                  <c:v>1.1359999999999999</c:v>
                </c:pt>
                <c:pt idx="74">
                  <c:v>1.0269999999999999</c:v>
                </c:pt>
                <c:pt idx="75">
                  <c:v>0.89800000000000002</c:v>
                </c:pt>
                <c:pt idx="76">
                  <c:v>0.76800000000000002</c:v>
                </c:pt>
                <c:pt idx="77">
                  <c:v>0.65700000000000003</c:v>
                </c:pt>
                <c:pt idx="78">
                  <c:v>0.57999999999999996</c:v>
                </c:pt>
                <c:pt idx="79">
                  <c:v>0.50600000000000001</c:v>
                </c:pt>
                <c:pt idx="80">
                  <c:v>0.45400000000000001</c:v>
                </c:pt>
                <c:pt idx="81">
                  <c:v>0.40600000000000003</c:v>
                </c:pt>
                <c:pt idx="82">
                  <c:v>0.36599999999999999</c:v>
                </c:pt>
                <c:pt idx="83">
                  <c:v>0.34699999999999998</c:v>
                </c:pt>
                <c:pt idx="84">
                  <c:v>0.30199999999999999</c:v>
                </c:pt>
                <c:pt idx="85">
                  <c:v>0.30199999999999999</c:v>
                </c:pt>
                <c:pt idx="86">
                  <c:v>0.29699999999999999</c:v>
                </c:pt>
                <c:pt idx="87">
                  <c:v>0.28599999999999998</c:v>
                </c:pt>
                <c:pt idx="88">
                  <c:v>0.29699999999999999</c:v>
                </c:pt>
                <c:pt idx="89">
                  <c:v>0.29199999999999998</c:v>
                </c:pt>
                <c:pt idx="90">
                  <c:v>0.27500000000000002</c:v>
                </c:pt>
                <c:pt idx="91">
                  <c:v>0.30399999999999999</c:v>
                </c:pt>
                <c:pt idx="92">
                  <c:v>0.28599999999999998</c:v>
                </c:pt>
                <c:pt idx="93">
                  <c:v>0.31900000000000001</c:v>
                </c:pt>
                <c:pt idx="94">
                  <c:v>0.34</c:v>
                </c:pt>
                <c:pt idx="95">
                  <c:v>0.33900000000000002</c:v>
                </c:pt>
                <c:pt idx="96">
                  <c:v>0.35199999999999998</c:v>
                </c:pt>
                <c:pt idx="97">
                  <c:v>0.39700000000000002</c:v>
                </c:pt>
                <c:pt idx="98">
                  <c:v>0.37</c:v>
                </c:pt>
                <c:pt idx="99">
                  <c:v>0.38600000000000001</c:v>
                </c:pt>
                <c:pt idx="100">
                  <c:v>0.39800000000000002</c:v>
                </c:pt>
                <c:pt idx="101">
                  <c:v>0.38500000000000001</c:v>
                </c:pt>
                <c:pt idx="102">
                  <c:v>0.42799999999999999</c:v>
                </c:pt>
                <c:pt idx="103">
                  <c:v>0.41799999999999998</c:v>
                </c:pt>
                <c:pt idx="104">
                  <c:v>0.35699999999999998</c:v>
                </c:pt>
                <c:pt idx="105">
                  <c:v>0.42</c:v>
                </c:pt>
                <c:pt idx="106">
                  <c:v>0.39300000000000002</c:v>
                </c:pt>
                <c:pt idx="107">
                  <c:v>0.41799999999999998</c:v>
                </c:pt>
                <c:pt idx="108">
                  <c:v>0.36599999999999999</c:v>
                </c:pt>
                <c:pt idx="109">
                  <c:v>0.434</c:v>
                </c:pt>
                <c:pt idx="110">
                  <c:v>0.42</c:v>
                </c:pt>
                <c:pt idx="111">
                  <c:v>0.41099999999999998</c:v>
                </c:pt>
                <c:pt idx="112">
                  <c:v>0.40600000000000003</c:v>
                </c:pt>
                <c:pt idx="113">
                  <c:v>0.36499999999999999</c:v>
                </c:pt>
                <c:pt idx="114">
                  <c:v>0.33900000000000002</c:v>
                </c:pt>
              </c:numCache>
            </c:numRef>
          </c:val>
          <c:extLst>
            <c:ext xmlns:c16="http://schemas.microsoft.com/office/drawing/2014/chart" uri="{C3380CC4-5D6E-409C-BE32-E72D297353CC}">
              <c16:uniqueId val="{00000002-B1BB-4231-A90C-41ED8A038170}"/>
            </c:ext>
          </c:extLst>
        </c:ser>
        <c:ser>
          <c:idx val="3"/>
          <c:order val="3"/>
          <c:tx>
            <c:strRef>
              <c:f>'CPI BBG'!$M$6:$N$6</c:f>
              <c:strCache>
                <c:ptCount val="1"/>
                <c:pt idx="0">
                  <c:v>Energy</c:v>
                </c:pt>
              </c:strCache>
            </c:strRef>
          </c:tx>
          <c:spPr>
            <a:solidFill>
              <a:schemeClr val="accent3">
                <a:lumMod val="40000"/>
                <a:lumOff val="60000"/>
              </a:schemeClr>
            </a:solidFill>
            <a:ln>
              <a:noFill/>
            </a:ln>
            <a:effectLst/>
          </c:spPr>
          <c:invertIfNegative val="0"/>
          <c:dLbls>
            <c:delete val="1"/>
          </c:dLbls>
          <c:cat>
            <c:numRef>
              <c:f>'CPI BBG'!$C$8:$C$1000</c:f>
              <c:numCache>
                <c:formatCode>m/d/yyyy</c:formatCode>
                <c:ptCount val="993"/>
                <c:pt idx="0">
                  <c:v>42794</c:v>
                </c:pt>
                <c:pt idx="1">
                  <c:v>42825</c:v>
                </c:pt>
                <c:pt idx="2">
                  <c:v>42855</c:v>
                </c:pt>
                <c:pt idx="3">
                  <c:v>42886</c:v>
                </c:pt>
                <c:pt idx="4">
                  <c:v>42916</c:v>
                </c:pt>
                <c:pt idx="5">
                  <c:v>42947</c:v>
                </c:pt>
                <c:pt idx="6">
                  <c:v>42978</c:v>
                </c:pt>
                <c:pt idx="7">
                  <c:v>43008</c:v>
                </c:pt>
                <c:pt idx="8">
                  <c:v>43039</c:v>
                </c:pt>
                <c:pt idx="9">
                  <c:v>43069</c:v>
                </c:pt>
                <c:pt idx="10">
                  <c:v>43100</c:v>
                </c:pt>
                <c:pt idx="11">
                  <c:v>43131</c:v>
                </c:pt>
                <c:pt idx="12">
                  <c:v>43159</c:v>
                </c:pt>
                <c:pt idx="13">
                  <c:v>43190</c:v>
                </c:pt>
                <c:pt idx="14">
                  <c:v>43220</c:v>
                </c:pt>
                <c:pt idx="15">
                  <c:v>43251</c:v>
                </c:pt>
                <c:pt idx="16">
                  <c:v>43281</c:v>
                </c:pt>
                <c:pt idx="17">
                  <c:v>43312</c:v>
                </c:pt>
                <c:pt idx="18">
                  <c:v>43343</c:v>
                </c:pt>
                <c:pt idx="19">
                  <c:v>43373</c:v>
                </c:pt>
                <c:pt idx="20">
                  <c:v>43404</c:v>
                </c:pt>
                <c:pt idx="21">
                  <c:v>43434</c:v>
                </c:pt>
                <c:pt idx="22">
                  <c:v>43465</c:v>
                </c:pt>
                <c:pt idx="23">
                  <c:v>43496</c:v>
                </c:pt>
                <c:pt idx="24">
                  <c:v>43524</c:v>
                </c:pt>
                <c:pt idx="25">
                  <c:v>43555</c:v>
                </c:pt>
                <c:pt idx="26">
                  <c:v>43585</c:v>
                </c:pt>
                <c:pt idx="27">
                  <c:v>43616</c:v>
                </c:pt>
                <c:pt idx="28">
                  <c:v>43646</c:v>
                </c:pt>
                <c:pt idx="29">
                  <c:v>43677</c:v>
                </c:pt>
                <c:pt idx="30">
                  <c:v>43708</c:v>
                </c:pt>
                <c:pt idx="31">
                  <c:v>43738</c:v>
                </c:pt>
                <c:pt idx="32">
                  <c:v>43769</c:v>
                </c:pt>
                <c:pt idx="33">
                  <c:v>43799</c:v>
                </c:pt>
                <c:pt idx="34">
                  <c:v>43830</c:v>
                </c:pt>
                <c:pt idx="35">
                  <c:v>43861</c:v>
                </c:pt>
                <c:pt idx="36">
                  <c:v>43890</c:v>
                </c:pt>
                <c:pt idx="37">
                  <c:v>43921</c:v>
                </c:pt>
                <c:pt idx="38">
                  <c:v>43951</c:v>
                </c:pt>
                <c:pt idx="39">
                  <c:v>43982</c:v>
                </c:pt>
                <c:pt idx="40">
                  <c:v>44012</c:v>
                </c:pt>
                <c:pt idx="41">
                  <c:v>44043</c:v>
                </c:pt>
                <c:pt idx="42">
                  <c:v>44074</c:v>
                </c:pt>
                <c:pt idx="43">
                  <c:v>44104</c:v>
                </c:pt>
                <c:pt idx="44">
                  <c:v>44135</c:v>
                </c:pt>
                <c:pt idx="45">
                  <c:v>44165</c:v>
                </c:pt>
                <c:pt idx="46">
                  <c:v>44196</c:v>
                </c:pt>
                <c:pt idx="47">
                  <c:v>44227</c:v>
                </c:pt>
                <c:pt idx="48">
                  <c:v>44255</c:v>
                </c:pt>
                <c:pt idx="49">
                  <c:v>44286</c:v>
                </c:pt>
                <c:pt idx="50">
                  <c:v>44316</c:v>
                </c:pt>
                <c:pt idx="51">
                  <c:v>44347</c:v>
                </c:pt>
                <c:pt idx="52">
                  <c:v>44377</c:v>
                </c:pt>
                <c:pt idx="53">
                  <c:v>44408</c:v>
                </c:pt>
                <c:pt idx="54">
                  <c:v>44439</c:v>
                </c:pt>
                <c:pt idx="55">
                  <c:v>44469</c:v>
                </c:pt>
                <c:pt idx="56">
                  <c:v>44500</c:v>
                </c:pt>
                <c:pt idx="57">
                  <c:v>44530</c:v>
                </c:pt>
                <c:pt idx="58">
                  <c:v>44561</c:v>
                </c:pt>
                <c:pt idx="59">
                  <c:v>44592</c:v>
                </c:pt>
                <c:pt idx="60">
                  <c:v>44620</c:v>
                </c:pt>
                <c:pt idx="61">
                  <c:v>44651</c:v>
                </c:pt>
                <c:pt idx="62">
                  <c:v>44681</c:v>
                </c:pt>
                <c:pt idx="63">
                  <c:v>44712</c:v>
                </c:pt>
                <c:pt idx="64">
                  <c:v>44742</c:v>
                </c:pt>
                <c:pt idx="65">
                  <c:v>44773</c:v>
                </c:pt>
                <c:pt idx="66">
                  <c:v>44804</c:v>
                </c:pt>
                <c:pt idx="67">
                  <c:v>44834</c:v>
                </c:pt>
                <c:pt idx="68">
                  <c:v>44865</c:v>
                </c:pt>
                <c:pt idx="69">
                  <c:v>44895</c:v>
                </c:pt>
                <c:pt idx="70">
                  <c:v>44926</c:v>
                </c:pt>
                <c:pt idx="71">
                  <c:v>44957</c:v>
                </c:pt>
                <c:pt idx="72">
                  <c:v>44985</c:v>
                </c:pt>
                <c:pt idx="73">
                  <c:v>45016</c:v>
                </c:pt>
                <c:pt idx="74">
                  <c:v>45046</c:v>
                </c:pt>
                <c:pt idx="75">
                  <c:v>45077</c:v>
                </c:pt>
                <c:pt idx="76">
                  <c:v>45107</c:v>
                </c:pt>
                <c:pt idx="77">
                  <c:v>45138</c:v>
                </c:pt>
                <c:pt idx="78">
                  <c:v>45169</c:v>
                </c:pt>
                <c:pt idx="79">
                  <c:v>45199</c:v>
                </c:pt>
                <c:pt idx="80">
                  <c:v>45230</c:v>
                </c:pt>
                <c:pt idx="81">
                  <c:v>45260</c:v>
                </c:pt>
                <c:pt idx="82">
                  <c:v>45291</c:v>
                </c:pt>
                <c:pt idx="83">
                  <c:v>45322</c:v>
                </c:pt>
                <c:pt idx="84">
                  <c:v>45351</c:v>
                </c:pt>
                <c:pt idx="85">
                  <c:v>45382</c:v>
                </c:pt>
                <c:pt idx="86">
                  <c:v>45412</c:v>
                </c:pt>
                <c:pt idx="87">
                  <c:v>45443</c:v>
                </c:pt>
                <c:pt idx="88">
                  <c:v>45473</c:v>
                </c:pt>
                <c:pt idx="89">
                  <c:v>45504</c:v>
                </c:pt>
                <c:pt idx="90">
                  <c:v>45535</c:v>
                </c:pt>
                <c:pt idx="91">
                  <c:v>45565</c:v>
                </c:pt>
                <c:pt idx="92">
                  <c:v>45596</c:v>
                </c:pt>
                <c:pt idx="93">
                  <c:v>45626</c:v>
                </c:pt>
                <c:pt idx="94">
                  <c:v>45657</c:v>
                </c:pt>
                <c:pt idx="95">
                  <c:v>45688</c:v>
                </c:pt>
                <c:pt idx="96">
                  <c:v>45716</c:v>
                </c:pt>
                <c:pt idx="97">
                  <c:v>45747</c:v>
                </c:pt>
                <c:pt idx="98">
                  <c:v>45777</c:v>
                </c:pt>
                <c:pt idx="99">
                  <c:v>45808</c:v>
                </c:pt>
                <c:pt idx="100">
                  <c:v>45838</c:v>
                </c:pt>
                <c:pt idx="101">
                  <c:v>45869</c:v>
                </c:pt>
                <c:pt idx="102">
                  <c:v>45900</c:v>
                </c:pt>
                <c:pt idx="103">
                  <c:v>45930</c:v>
                </c:pt>
                <c:pt idx="104">
                  <c:v>45991</c:v>
                </c:pt>
                <c:pt idx="105">
                  <c:v>46022</c:v>
                </c:pt>
                <c:pt idx="106">
                  <c:v>46053</c:v>
                </c:pt>
                <c:pt idx="107">
                  <c:v>46081</c:v>
                </c:pt>
                <c:pt idx="108">
                  <c:v>46112</c:v>
                </c:pt>
                <c:pt idx="109">
                  <c:v>46142</c:v>
                </c:pt>
                <c:pt idx="110">
                  <c:v>46173</c:v>
                </c:pt>
                <c:pt idx="111">
                  <c:v>46203</c:v>
                </c:pt>
                <c:pt idx="112">
                  <c:v>46234</c:v>
                </c:pt>
                <c:pt idx="113">
                  <c:v>46265</c:v>
                </c:pt>
                <c:pt idx="114">
                  <c:v>46295</c:v>
                </c:pt>
              </c:numCache>
            </c:numRef>
          </c:cat>
          <c:val>
            <c:numRef>
              <c:f>'CPI BBG'!$N$8:$N$1000</c:f>
              <c:numCache>
                <c:formatCode>0.0</c:formatCode>
                <c:ptCount val="993"/>
                <c:pt idx="0">
                  <c:v>0.96899999999999997</c:v>
                </c:pt>
                <c:pt idx="1">
                  <c:v>0.72299999999999998</c:v>
                </c:pt>
                <c:pt idx="2">
                  <c:v>0.63300000000000001</c:v>
                </c:pt>
                <c:pt idx="3">
                  <c:v>0.38300000000000001</c:v>
                </c:pt>
                <c:pt idx="4">
                  <c:v>0.16800000000000001</c:v>
                </c:pt>
                <c:pt idx="5">
                  <c:v>0.24199999999999999</c:v>
                </c:pt>
                <c:pt idx="6">
                  <c:v>0.45200000000000001</c:v>
                </c:pt>
                <c:pt idx="7">
                  <c:v>0.72299999999999998</c:v>
                </c:pt>
                <c:pt idx="8">
                  <c:v>0.45500000000000002</c:v>
                </c:pt>
                <c:pt idx="9">
                  <c:v>0.65500000000000003</c:v>
                </c:pt>
                <c:pt idx="10">
                  <c:v>0.48399999999999999</c:v>
                </c:pt>
                <c:pt idx="11">
                  <c:v>0.4</c:v>
                </c:pt>
                <c:pt idx="12">
                  <c:v>0.55300000000000005</c:v>
                </c:pt>
                <c:pt idx="13">
                  <c:v>0.503</c:v>
                </c:pt>
                <c:pt idx="14">
                  <c:v>0.57399999999999995</c:v>
                </c:pt>
                <c:pt idx="15">
                  <c:v>0.85099999999999998</c:v>
                </c:pt>
                <c:pt idx="16">
                  <c:v>0.879</c:v>
                </c:pt>
                <c:pt idx="17">
                  <c:v>0.88200000000000001</c:v>
                </c:pt>
                <c:pt idx="18">
                  <c:v>0.754</c:v>
                </c:pt>
                <c:pt idx="19">
                  <c:v>0.372</c:v>
                </c:pt>
                <c:pt idx="20">
                  <c:v>0.65800000000000003</c:v>
                </c:pt>
                <c:pt idx="21">
                  <c:v>0.23300000000000001</c:v>
                </c:pt>
                <c:pt idx="22">
                  <c:v>-2.5000000000000001E-2</c:v>
                </c:pt>
                <c:pt idx="23">
                  <c:v>-0.36499999999999999</c:v>
                </c:pt>
                <c:pt idx="24">
                  <c:v>-0.38800000000000001</c:v>
                </c:pt>
                <c:pt idx="25">
                  <c:v>-0.03</c:v>
                </c:pt>
                <c:pt idx="26">
                  <c:v>0.13100000000000001</c:v>
                </c:pt>
                <c:pt idx="27">
                  <c:v>-3.6999999999999998E-2</c:v>
                </c:pt>
                <c:pt idx="28">
                  <c:v>-0.27600000000000002</c:v>
                </c:pt>
                <c:pt idx="29">
                  <c:v>-0.16400000000000001</c:v>
                </c:pt>
                <c:pt idx="30">
                  <c:v>-0.35399999999999998</c:v>
                </c:pt>
                <c:pt idx="31">
                  <c:v>-0.38200000000000001</c:v>
                </c:pt>
                <c:pt idx="32">
                  <c:v>-0.33300000000000002</c:v>
                </c:pt>
                <c:pt idx="33">
                  <c:v>-4.4999999999999998E-2</c:v>
                </c:pt>
                <c:pt idx="34">
                  <c:v>0.253</c:v>
                </c:pt>
                <c:pt idx="35">
                  <c:v>0.44400000000000001</c:v>
                </c:pt>
                <c:pt idx="36">
                  <c:v>0.19900000000000001</c:v>
                </c:pt>
                <c:pt idx="37">
                  <c:v>-0.42799999999999999</c:v>
                </c:pt>
                <c:pt idx="38">
                  <c:v>-1.383</c:v>
                </c:pt>
                <c:pt idx="39">
                  <c:v>-1.4950000000000001</c:v>
                </c:pt>
                <c:pt idx="40">
                  <c:v>-0.98</c:v>
                </c:pt>
                <c:pt idx="41">
                  <c:v>-0.86699999999999999</c:v>
                </c:pt>
                <c:pt idx="42">
                  <c:v>-0.68500000000000005</c:v>
                </c:pt>
                <c:pt idx="43">
                  <c:v>-0.57799999999999996</c:v>
                </c:pt>
                <c:pt idx="44">
                  <c:v>-0.69299999999999995</c:v>
                </c:pt>
                <c:pt idx="45">
                  <c:v>-0.70599999999999996</c:v>
                </c:pt>
                <c:pt idx="46">
                  <c:v>-0.46700000000000003</c:v>
                </c:pt>
                <c:pt idx="47">
                  <c:v>-0.24399999999999999</c:v>
                </c:pt>
                <c:pt idx="48">
                  <c:v>0.154</c:v>
                </c:pt>
                <c:pt idx="49">
                  <c:v>0.82399999999999995</c:v>
                </c:pt>
                <c:pt idx="50">
                  <c:v>1.4530000000000001</c:v>
                </c:pt>
                <c:pt idx="51">
                  <c:v>1.649</c:v>
                </c:pt>
                <c:pt idx="52">
                  <c:v>1.486</c:v>
                </c:pt>
                <c:pt idx="53">
                  <c:v>1.472</c:v>
                </c:pt>
                <c:pt idx="54">
                  <c:v>1.534</c:v>
                </c:pt>
                <c:pt idx="55">
                  <c:v>1.5349999999999999</c:v>
                </c:pt>
                <c:pt idx="56">
                  <c:v>1.829</c:v>
                </c:pt>
                <c:pt idx="57">
                  <c:v>2.012</c:v>
                </c:pt>
                <c:pt idx="58">
                  <c:v>1.8029999999999999</c:v>
                </c:pt>
                <c:pt idx="59">
                  <c:v>1.7130000000000001</c:v>
                </c:pt>
                <c:pt idx="60">
                  <c:v>1.6759999999999999</c:v>
                </c:pt>
                <c:pt idx="61">
                  <c:v>2.2109999999999999</c:v>
                </c:pt>
                <c:pt idx="62">
                  <c:v>2.101</c:v>
                </c:pt>
                <c:pt idx="63">
                  <c:v>2.4470000000000001</c:v>
                </c:pt>
                <c:pt idx="64">
                  <c:v>2.984</c:v>
                </c:pt>
                <c:pt idx="65">
                  <c:v>2.3889999999999998</c:v>
                </c:pt>
                <c:pt idx="66">
                  <c:v>1.7370000000000001</c:v>
                </c:pt>
                <c:pt idx="67">
                  <c:v>1.4490000000000001</c:v>
                </c:pt>
                <c:pt idx="68">
                  <c:v>1.3169999999999999</c:v>
                </c:pt>
                <c:pt idx="69">
                  <c:v>0.98499999999999999</c:v>
                </c:pt>
                <c:pt idx="70">
                  <c:v>0.53700000000000003</c:v>
                </c:pt>
                <c:pt idx="71">
                  <c:v>0.64500000000000002</c:v>
                </c:pt>
                <c:pt idx="72">
                  <c:v>0.39200000000000002</c:v>
                </c:pt>
                <c:pt idx="73">
                  <c:v>-0.53300000000000003</c:v>
                </c:pt>
                <c:pt idx="74">
                  <c:v>-0.41799999999999998</c:v>
                </c:pt>
                <c:pt idx="75">
                  <c:v>-1.0109999999999999</c:v>
                </c:pt>
                <c:pt idx="76">
                  <c:v>-1.54</c:v>
                </c:pt>
                <c:pt idx="77">
                  <c:v>-1.095</c:v>
                </c:pt>
                <c:pt idx="78">
                  <c:v>-0.29799999999999999</c:v>
                </c:pt>
                <c:pt idx="79">
                  <c:v>-3.5999999999999997E-2</c:v>
                </c:pt>
                <c:pt idx="80">
                  <c:v>-0.36499999999999999</c:v>
                </c:pt>
                <c:pt idx="81">
                  <c:v>-0.42799999999999999</c:v>
                </c:pt>
                <c:pt idx="82">
                  <c:v>-0.14000000000000001</c:v>
                </c:pt>
                <c:pt idx="83">
                  <c:v>-0.32200000000000001</c:v>
                </c:pt>
                <c:pt idx="84">
                  <c:v>-0.13300000000000001</c:v>
                </c:pt>
                <c:pt idx="85">
                  <c:v>0.14599999999999999</c:v>
                </c:pt>
                <c:pt idx="86">
                  <c:v>0.182</c:v>
                </c:pt>
                <c:pt idx="87">
                  <c:v>0.254</c:v>
                </c:pt>
                <c:pt idx="88">
                  <c:v>6.9000000000000006E-2</c:v>
                </c:pt>
                <c:pt idx="89">
                  <c:v>7.3999999999999996E-2</c:v>
                </c:pt>
                <c:pt idx="90">
                  <c:v>-0.28499999999999998</c:v>
                </c:pt>
                <c:pt idx="91">
                  <c:v>-0.49199999999999999</c:v>
                </c:pt>
                <c:pt idx="92">
                  <c:v>-0.33900000000000002</c:v>
                </c:pt>
                <c:pt idx="93">
                  <c:v>-0.215</c:v>
                </c:pt>
                <c:pt idx="94">
                  <c:v>-3.5000000000000003E-2</c:v>
                </c:pt>
                <c:pt idx="95">
                  <c:v>6.4000000000000001E-2</c:v>
                </c:pt>
                <c:pt idx="96">
                  <c:v>-1.0999999999999999E-2</c:v>
                </c:pt>
                <c:pt idx="97">
                  <c:v>-0.22500000000000001</c:v>
                </c:pt>
                <c:pt idx="98">
                  <c:v>-0.26300000000000001</c:v>
                </c:pt>
                <c:pt idx="99">
                  <c:v>-0.24199999999999999</c:v>
                </c:pt>
                <c:pt idx="100">
                  <c:v>-5.7000000000000002E-2</c:v>
                </c:pt>
                <c:pt idx="101">
                  <c:v>-0.108</c:v>
                </c:pt>
                <c:pt idx="102">
                  <c:v>1.4999999999999999E-2</c:v>
                </c:pt>
                <c:pt idx="103">
                  <c:v>0.189</c:v>
                </c:pt>
                <c:pt idx="104">
                  <c:v>0.27300000000000002</c:v>
                </c:pt>
                <c:pt idx="105">
                  <c:v>0.14299999999999999</c:v>
                </c:pt>
                <c:pt idx="106">
                  <c:v>-8.9999999999999993E-3</c:v>
                </c:pt>
                <c:pt idx="107">
                  <c:v>0.03</c:v>
                </c:pt>
                <c:pt idx="108">
                  <c:v>0.79100000000000004</c:v>
                </c:pt>
                <c:pt idx="109">
                  <c:v>1.141</c:v>
                </c:pt>
                <c:pt idx="110">
                  <c:v>1.502</c:v>
                </c:pt>
                <c:pt idx="111">
                  <c:v>1.0129999999999999</c:v>
                </c:pt>
                <c:pt idx="112">
                  <c:v>0.94599999999999995</c:v>
                </c:pt>
                <c:pt idx="113">
                  <c:v>1.042</c:v>
                </c:pt>
                <c:pt idx="114">
                  <c:v>1.3089999999999999</c:v>
                </c:pt>
              </c:numCache>
            </c:numRef>
          </c:val>
          <c:extLst>
            <c:ext xmlns:c16="http://schemas.microsoft.com/office/drawing/2014/chart" uri="{C3380CC4-5D6E-409C-BE32-E72D297353CC}">
              <c16:uniqueId val="{00000003-B1BB-4231-A90C-41ED8A038170}"/>
            </c:ext>
          </c:extLst>
        </c:ser>
        <c:dLbls>
          <c:showLegendKey val="0"/>
          <c:showVal val="1"/>
          <c:showCatName val="0"/>
          <c:showSerName val="0"/>
          <c:showPercent val="0"/>
          <c:showBubbleSize val="0"/>
        </c:dLbls>
        <c:gapWidth val="30"/>
        <c:overlap val="100"/>
        <c:axId val="1275835455"/>
        <c:axId val="1275835935"/>
      </c:barChart>
      <c:lineChart>
        <c:grouping val="standard"/>
        <c:varyColors val="0"/>
        <c:ser>
          <c:idx val="4"/>
          <c:order val="4"/>
          <c:tx>
            <c:strRef>
              <c:f>'CPI BBG'!$C$6:$D$6</c:f>
              <c:strCache>
                <c:ptCount val="1"/>
                <c:pt idx="0">
                  <c:v>Headline</c:v>
                </c:pt>
              </c:strCache>
            </c:strRef>
          </c:tx>
          <c:spPr>
            <a:ln w="28575" cap="rnd">
              <a:solidFill>
                <a:schemeClr val="accent6"/>
              </a:solidFill>
              <a:round/>
            </a:ln>
            <a:effectLst/>
          </c:spPr>
          <c:marker>
            <c:symbol val="none"/>
          </c:marker>
          <c:dLbls>
            <c:delete val="1"/>
          </c:dLbls>
          <c:cat>
            <c:numRef>
              <c:f>'CPI BBG'!$C$8:$C$200</c:f>
              <c:numCache>
                <c:formatCode>m/d/yyyy</c:formatCode>
                <c:ptCount val="193"/>
                <c:pt idx="0">
                  <c:v>42794</c:v>
                </c:pt>
                <c:pt idx="1">
                  <c:v>42825</c:v>
                </c:pt>
                <c:pt idx="2">
                  <c:v>42855</c:v>
                </c:pt>
                <c:pt idx="3">
                  <c:v>42886</c:v>
                </c:pt>
                <c:pt idx="4">
                  <c:v>42916</c:v>
                </c:pt>
                <c:pt idx="5">
                  <c:v>42947</c:v>
                </c:pt>
                <c:pt idx="6">
                  <c:v>42978</c:v>
                </c:pt>
                <c:pt idx="7">
                  <c:v>43008</c:v>
                </c:pt>
                <c:pt idx="8">
                  <c:v>43039</c:v>
                </c:pt>
                <c:pt idx="9">
                  <c:v>43069</c:v>
                </c:pt>
                <c:pt idx="10">
                  <c:v>43100</c:v>
                </c:pt>
                <c:pt idx="11">
                  <c:v>43131</c:v>
                </c:pt>
                <c:pt idx="12">
                  <c:v>43159</c:v>
                </c:pt>
                <c:pt idx="13">
                  <c:v>43190</c:v>
                </c:pt>
                <c:pt idx="14">
                  <c:v>43220</c:v>
                </c:pt>
                <c:pt idx="15">
                  <c:v>43251</c:v>
                </c:pt>
                <c:pt idx="16">
                  <c:v>43281</c:v>
                </c:pt>
                <c:pt idx="17">
                  <c:v>43312</c:v>
                </c:pt>
                <c:pt idx="18">
                  <c:v>43343</c:v>
                </c:pt>
                <c:pt idx="19">
                  <c:v>43373</c:v>
                </c:pt>
                <c:pt idx="20">
                  <c:v>43404</c:v>
                </c:pt>
                <c:pt idx="21">
                  <c:v>43434</c:v>
                </c:pt>
                <c:pt idx="22">
                  <c:v>43465</c:v>
                </c:pt>
                <c:pt idx="23">
                  <c:v>43496</c:v>
                </c:pt>
                <c:pt idx="24">
                  <c:v>43524</c:v>
                </c:pt>
                <c:pt idx="25">
                  <c:v>43555</c:v>
                </c:pt>
                <c:pt idx="26">
                  <c:v>43585</c:v>
                </c:pt>
                <c:pt idx="27">
                  <c:v>43616</c:v>
                </c:pt>
                <c:pt idx="28">
                  <c:v>43646</c:v>
                </c:pt>
                <c:pt idx="29">
                  <c:v>43677</c:v>
                </c:pt>
                <c:pt idx="30">
                  <c:v>43708</c:v>
                </c:pt>
                <c:pt idx="31">
                  <c:v>43738</c:v>
                </c:pt>
                <c:pt idx="32">
                  <c:v>43769</c:v>
                </c:pt>
                <c:pt idx="33">
                  <c:v>43799</c:v>
                </c:pt>
                <c:pt idx="34">
                  <c:v>43830</c:v>
                </c:pt>
                <c:pt idx="35">
                  <c:v>43861</c:v>
                </c:pt>
                <c:pt idx="36">
                  <c:v>43890</c:v>
                </c:pt>
                <c:pt idx="37">
                  <c:v>43921</c:v>
                </c:pt>
                <c:pt idx="38">
                  <c:v>43951</c:v>
                </c:pt>
                <c:pt idx="39">
                  <c:v>43982</c:v>
                </c:pt>
                <c:pt idx="40">
                  <c:v>44012</c:v>
                </c:pt>
                <c:pt idx="41">
                  <c:v>44043</c:v>
                </c:pt>
                <c:pt idx="42">
                  <c:v>44074</c:v>
                </c:pt>
                <c:pt idx="43">
                  <c:v>44104</c:v>
                </c:pt>
                <c:pt idx="44">
                  <c:v>44135</c:v>
                </c:pt>
                <c:pt idx="45">
                  <c:v>44165</c:v>
                </c:pt>
                <c:pt idx="46">
                  <c:v>44196</c:v>
                </c:pt>
                <c:pt idx="47">
                  <c:v>44227</c:v>
                </c:pt>
                <c:pt idx="48">
                  <c:v>44255</c:v>
                </c:pt>
                <c:pt idx="49">
                  <c:v>44286</c:v>
                </c:pt>
                <c:pt idx="50">
                  <c:v>44316</c:v>
                </c:pt>
                <c:pt idx="51">
                  <c:v>44347</c:v>
                </c:pt>
                <c:pt idx="52">
                  <c:v>44377</c:v>
                </c:pt>
                <c:pt idx="53">
                  <c:v>44408</c:v>
                </c:pt>
                <c:pt idx="54">
                  <c:v>44439</c:v>
                </c:pt>
                <c:pt idx="55">
                  <c:v>44469</c:v>
                </c:pt>
                <c:pt idx="56">
                  <c:v>44500</c:v>
                </c:pt>
                <c:pt idx="57">
                  <c:v>44530</c:v>
                </c:pt>
                <c:pt idx="58">
                  <c:v>44561</c:v>
                </c:pt>
                <c:pt idx="59">
                  <c:v>44592</c:v>
                </c:pt>
                <c:pt idx="60">
                  <c:v>44620</c:v>
                </c:pt>
                <c:pt idx="61">
                  <c:v>44651</c:v>
                </c:pt>
                <c:pt idx="62">
                  <c:v>44681</c:v>
                </c:pt>
                <c:pt idx="63">
                  <c:v>44712</c:v>
                </c:pt>
                <c:pt idx="64">
                  <c:v>44742</c:v>
                </c:pt>
                <c:pt idx="65">
                  <c:v>44773</c:v>
                </c:pt>
                <c:pt idx="66">
                  <c:v>44804</c:v>
                </c:pt>
                <c:pt idx="67">
                  <c:v>44834</c:v>
                </c:pt>
                <c:pt idx="68">
                  <c:v>44865</c:v>
                </c:pt>
                <c:pt idx="69">
                  <c:v>44895</c:v>
                </c:pt>
                <c:pt idx="70">
                  <c:v>44926</c:v>
                </c:pt>
                <c:pt idx="71">
                  <c:v>44957</c:v>
                </c:pt>
                <c:pt idx="72">
                  <c:v>44985</c:v>
                </c:pt>
                <c:pt idx="73">
                  <c:v>45016</c:v>
                </c:pt>
                <c:pt idx="74">
                  <c:v>45046</c:v>
                </c:pt>
                <c:pt idx="75">
                  <c:v>45077</c:v>
                </c:pt>
                <c:pt idx="76">
                  <c:v>45107</c:v>
                </c:pt>
                <c:pt idx="77">
                  <c:v>45138</c:v>
                </c:pt>
                <c:pt idx="78">
                  <c:v>45169</c:v>
                </c:pt>
                <c:pt idx="79">
                  <c:v>45199</c:v>
                </c:pt>
                <c:pt idx="80">
                  <c:v>45230</c:v>
                </c:pt>
                <c:pt idx="81">
                  <c:v>45260</c:v>
                </c:pt>
                <c:pt idx="82">
                  <c:v>45291</c:v>
                </c:pt>
                <c:pt idx="83">
                  <c:v>45322</c:v>
                </c:pt>
                <c:pt idx="84">
                  <c:v>45351</c:v>
                </c:pt>
                <c:pt idx="85">
                  <c:v>45382</c:v>
                </c:pt>
                <c:pt idx="86">
                  <c:v>45412</c:v>
                </c:pt>
                <c:pt idx="87">
                  <c:v>45443</c:v>
                </c:pt>
                <c:pt idx="88">
                  <c:v>45473</c:v>
                </c:pt>
                <c:pt idx="89">
                  <c:v>45504</c:v>
                </c:pt>
                <c:pt idx="90">
                  <c:v>45535</c:v>
                </c:pt>
                <c:pt idx="91">
                  <c:v>45565</c:v>
                </c:pt>
                <c:pt idx="92">
                  <c:v>45596</c:v>
                </c:pt>
                <c:pt idx="93">
                  <c:v>45626</c:v>
                </c:pt>
                <c:pt idx="94">
                  <c:v>45657</c:v>
                </c:pt>
                <c:pt idx="95">
                  <c:v>45688</c:v>
                </c:pt>
                <c:pt idx="96">
                  <c:v>45716</c:v>
                </c:pt>
                <c:pt idx="97">
                  <c:v>45747</c:v>
                </c:pt>
                <c:pt idx="98">
                  <c:v>45777</c:v>
                </c:pt>
                <c:pt idx="99">
                  <c:v>45808</c:v>
                </c:pt>
                <c:pt idx="100">
                  <c:v>45838</c:v>
                </c:pt>
                <c:pt idx="101">
                  <c:v>45869</c:v>
                </c:pt>
                <c:pt idx="102">
                  <c:v>45900</c:v>
                </c:pt>
                <c:pt idx="103">
                  <c:v>45930</c:v>
                </c:pt>
                <c:pt idx="104">
                  <c:v>45991</c:v>
                </c:pt>
                <c:pt idx="105">
                  <c:v>46022</c:v>
                </c:pt>
                <c:pt idx="106">
                  <c:v>46053</c:v>
                </c:pt>
                <c:pt idx="107">
                  <c:v>46081</c:v>
                </c:pt>
                <c:pt idx="108">
                  <c:v>46112</c:v>
                </c:pt>
                <c:pt idx="109">
                  <c:v>46142</c:v>
                </c:pt>
                <c:pt idx="110">
                  <c:v>46173</c:v>
                </c:pt>
                <c:pt idx="111">
                  <c:v>46203</c:v>
                </c:pt>
                <c:pt idx="112">
                  <c:v>46234</c:v>
                </c:pt>
                <c:pt idx="113">
                  <c:v>46265</c:v>
                </c:pt>
                <c:pt idx="114">
                  <c:v>46295</c:v>
                </c:pt>
              </c:numCache>
            </c:numRef>
          </c:cat>
          <c:val>
            <c:numRef>
              <c:f>'CPI BBG'!$D$8:$D$1000</c:f>
              <c:numCache>
                <c:formatCode>0.0</c:formatCode>
                <c:ptCount val="993"/>
                <c:pt idx="0">
                  <c:v>2.7</c:v>
                </c:pt>
                <c:pt idx="1">
                  <c:v>2.4</c:v>
                </c:pt>
                <c:pt idx="2">
                  <c:v>2.2000000000000002</c:v>
                </c:pt>
                <c:pt idx="3">
                  <c:v>1.9</c:v>
                </c:pt>
                <c:pt idx="4">
                  <c:v>1.6</c:v>
                </c:pt>
                <c:pt idx="5">
                  <c:v>1.7</c:v>
                </c:pt>
                <c:pt idx="6">
                  <c:v>1.9</c:v>
                </c:pt>
                <c:pt idx="7">
                  <c:v>2.2000000000000002</c:v>
                </c:pt>
                <c:pt idx="8">
                  <c:v>2</c:v>
                </c:pt>
                <c:pt idx="9">
                  <c:v>2.2000000000000002</c:v>
                </c:pt>
                <c:pt idx="10">
                  <c:v>2.1</c:v>
                </c:pt>
                <c:pt idx="11">
                  <c:v>2.1</c:v>
                </c:pt>
                <c:pt idx="12">
                  <c:v>2.2000000000000002</c:v>
                </c:pt>
                <c:pt idx="13">
                  <c:v>2.4</c:v>
                </c:pt>
                <c:pt idx="14">
                  <c:v>2.5</c:v>
                </c:pt>
                <c:pt idx="15">
                  <c:v>2.8</c:v>
                </c:pt>
                <c:pt idx="16">
                  <c:v>2.9</c:v>
                </c:pt>
                <c:pt idx="17">
                  <c:v>2.9</c:v>
                </c:pt>
                <c:pt idx="18">
                  <c:v>2.7</c:v>
                </c:pt>
                <c:pt idx="19">
                  <c:v>2.2999999999999998</c:v>
                </c:pt>
                <c:pt idx="20">
                  <c:v>2.5</c:v>
                </c:pt>
                <c:pt idx="21">
                  <c:v>2.2000000000000002</c:v>
                </c:pt>
                <c:pt idx="22">
                  <c:v>1.9</c:v>
                </c:pt>
                <c:pt idx="23">
                  <c:v>1.6</c:v>
                </c:pt>
                <c:pt idx="24">
                  <c:v>1.5</c:v>
                </c:pt>
                <c:pt idx="25">
                  <c:v>1.9</c:v>
                </c:pt>
                <c:pt idx="26">
                  <c:v>2</c:v>
                </c:pt>
                <c:pt idx="27">
                  <c:v>1.8</c:v>
                </c:pt>
                <c:pt idx="28">
                  <c:v>1.6</c:v>
                </c:pt>
                <c:pt idx="29">
                  <c:v>1.8</c:v>
                </c:pt>
                <c:pt idx="30">
                  <c:v>1.7</c:v>
                </c:pt>
                <c:pt idx="31">
                  <c:v>1.7</c:v>
                </c:pt>
                <c:pt idx="32">
                  <c:v>1.8</c:v>
                </c:pt>
                <c:pt idx="33">
                  <c:v>2.1</c:v>
                </c:pt>
                <c:pt idx="34">
                  <c:v>2.2999999999999998</c:v>
                </c:pt>
                <c:pt idx="35">
                  <c:v>2.5</c:v>
                </c:pt>
                <c:pt idx="36">
                  <c:v>2.2999999999999998</c:v>
                </c:pt>
                <c:pt idx="37">
                  <c:v>1.5</c:v>
                </c:pt>
                <c:pt idx="38">
                  <c:v>0.3</c:v>
                </c:pt>
                <c:pt idx="39">
                  <c:v>0.1</c:v>
                </c:pt>
                <c:pt idx="40">
                  <c:v>0.6</c:v>
                </c:pt>
                <c:pt idx="41">
                  <c:v>1</c:v>
                </c:pt>
                <c:pt idx="42">
                  <c:v>1.3</c:v>
                </c:pt>
                <c:pt idx="43">
                  <c:v>1.4</c:v>
                </c:pt>
                <c:pt idx="44">
                  <c:v>1.2</c:v>
                </c:pt>
                <c:pt idx="45">
                  <c:v>1.2</c:v>
                </c:pt>
                <c:pt idx="46">
                  <c:v>1.4</c:v>
                </c:pt>
                <c:pt idx="47">
                  <c:v>1.4</c:v>
                </c:pt>
                <c:pt idx="48">
                  <c:v>1.7</c:v>
                </c:pt>
                <c:pt idx="49">
                  <c:v>2.6</c:v>
                </c:pt>
                <c:pt idx="50">
                  <c:v>4.2</c:v>
                </c:pt>
                <c:pt idx="51">
                  <c:v>5</c:v>
                </c:pt>
                <c:pt idx="52">
                  <c:v>5.4</c:v>
                </c:pt>
                <c:pt idx="53">
                  <c:v>5.4</c:v>
                </c:pt>
                <c:pt idx="54">
                  <c:v>5.3</c:v>
                </c:pt>
                <c:pt idx="55">
                  <c:v>5.4</c:v>
                </c:pt>
                <c:pt idx="56">
                  <c:v>6.2</c:v>
                </c:pt>
                <c:pt idx="57">
                  <c:v>6.8</c:v>
                </c:pt>
                <c:pt idx="58">
                  <c:v>7</c:v>
                </c:pt>
                <c:pt idx="59">
                  <c:v>7.5</c:v>
                </c:pt>
                <c:pt idx="60">
                  <c:v>7.9</c:v>
                </c:pt>
                <c:pt idx="61">
                  <c:v>8.5</c:v>
                </c:pt>
                <c:pt idx="62">
                  <c:v>8.3000000000000007</c:v>
                </c:pt>
                <c:pt idx="63">
                  <c:v>8.6</c:v>
                </c:pt>
                <c:pt idx="64">
                  <c:v>9.1</c:v>
                </c:pt>
                <c:pt idx="65">
                  <c:v>8.5</c:v>
                </c:pt>
                <c:pt idx="66">
                  <c:v>8.3000000000000007</c:v>
                </c:pt>
                <c:pt idx="67">
                  <c:v>8.1999999999999993</c:v>
                </c:pt>
                <c:pt idx="68">
                  <c:v>7.7</c:v>
                </c:pt>
                <c:pt idx="69">
                  <c:v>7.1</c:v>
                </c:pt>
                <c:pt idx="70">
                  <c:v>6.5</c:v>
                </c:pt>
                <c:pt idx="71">
                  <c:v>6.4</c:v>
                </c:pt>
                <c:pt idx="72">
                  <c:v>6</c:v>
                </c:pt>
                <c:pt idx="73">
                  <c:v>5</c:v>
                </c:pt>
                <c:pt idx="74">
                  <c:v>4.9000000000000004</c:v>
                </c:pt>
                <c:pt idx="75">
                  <c:v>4</c:v>
                </c:pt>
                <c:pt idx="76">
                  <c:v>3</c:v>
                </c:pt>
                <c:pt idx="77">
                  <c:v>3.2</c:v>
                </c:pt>
                <c:pt idx="78">
                  <c:v>3.7</c:v>
                </c:pt>
                <c:pt idx="79">
                  <c:v>3.7</c:v>
                </c:pt>
                <c:pt idx="80">
                  <c:v>3.2</c:v>
                </c:pt>
                <c:pt idx="81">
                  <c:v>3.1</c:v>
                </c:pt>
                <c:pt idx="82">
                  <c:v>3.4</c:v>
                </c:pt>
                <c:pt idx="83" formatCode="General">
                  <c:v>3.1</c:v>
                </c:pt>
                <c:pt idx="84" formatCode="General">
                  <c:v>3.2</c:v>
                </c:pt>
                <c:pt idx="85" formatCode="General">
                  <c:v>3.5</c:v>
                </c:pt>
                <c:pt idx="86" formatCode="General">
                  <c:v>3.4</c:v>
                </c:pt>
                <c:pt idx="87" formatCode="General">
                  <c:v>3.3</c:v>
                </c:pt>
                <c:pt idx="88" formatCode="General">
                  <c:v>3</c:v>
                </c:pt>
                <c:pt idx="89" formatCode="General">
                  <c:v>2.9</c:v>
                </c:pt>
                <c:pt idx="90" formatCode="General">
                  <c:v>2.5</c:v>
                </c:pt>
                <c:pt idx="91" formatCode="General">
                  <c:v>2.4</c:v>
                </c:pt>
                <c:pt idx="92" formatCode="General">
                  <c:v>2.6</c:v>
                </c:pt>
                <c:pt idx="93" formatCode="General">
                  <c:v>2.7</c:v>
                </c:pt>
                <c:pt idx="94" formatCode="General">
                  <c:v>2.9</c:v>
                </c:pt>
                <c:pt idx="95" formatCode="General">
                  <c:v>3</c:v>
                </c:pt>
                <c:pt idx="96" formatCode="General">
                  <c:v>2.8</c:v>
                </c:pt>
                <c:pt idx="97" formatCode="General">
                  <c:v>2.4</c:v>
                </c:pt>
                <c:pt idx="98" formatCode="General">
                  <c:v>2.2999999999999998</c:v>
                </c:pt>
                <c:pt idx="99" formatCode="General">
                  <c:v>2.4</c:v>
                </c:pt>
                <c:pt idx="100" formatCode="General">
                  <c:v>2.7</c:v>
                </c:pt>
                <c:pt idx="101" formatCode="General">
                  <c:v>2.7</c:v>
                </c:pt>
                <c:pt idx="102" formatCode="General">
                  <c:v>2.9</c:v>
                </c:pt>
                <c:pt idx="103" formatCode="0.00">
                  <c:v>3</c:v>
                </c:pt>
                <c:pt idx="104" formatCode="General">
                  <c:v>2.7</c:v>
                </c:pt>
                <c:pt idx="105" formatCode="General">
                  <c:v>2.7</c:v>
                </c:pt>
                <c:pt idx="106" formatCode="General">
                  <c:v>2.4</c:v>
                </c:pt>
                <c:pt idx="107" formatCode="General">
                  <c:v>2.4</c:v>
                </c:pt>
                <c:pt idx="108" formatCode="General">
                  <c:v>3.3</c:v>
                </c:pt>
                <c:pt idx="109" formatCode="General">
                  <c:v>3.8</c:v>
                </c:pt>
                <c:pt idx="110" formatCode="General">
                  <c:v>4.2</c:v>
                </c:pt>
                <c:pt idx="111" formatCode="General">
                  <c:v>3.5</c:v>
                </c:pt>
                <c:pt idx="112" formatCode="General">
                  <c:v>3.4</c:v>
                </c:pt>
                <c:pt idx="113" formatCode="General">
                  <c:v>3.4</c:v>
                </c:pt>
                <c:pt idx="114" formatCode="General">
                  <c:v>3.7</c:v>
                </c:pt>
              </c:numCache>
            </c:numRef>
          </c:val>
          <c:smooth val="0"/>
          <c:extLst>
            <c:ext xmlns:c16="http://schemas.microsoft.com/office/drawing/2014/chart" uri="{C3380CC4-5D6E-409C-BE32-E72D297353CC}">
              <c16:uniqueId val="{00000004-B1BB-4231-A90C-41ED8A038170}"/>
            </c:ext>
          </c:extLst>
        </c:ser>
        <c:ser>
          <c:idx val="5"/>
          <c:order val="5"/>
          <c:tx>
            <c:strRef>
              <c:f>'CPI BBG'!$E$6:$F$6</c:f>
              <c:strCache>
                <c:ptCount val="1"/>
                <c:pt idx="0">
                  <c:v>Core</c:v>
                </c:pt>
              </c:strCache>
            </c:strRef>
          </c:tx>
          <c:spPr>
            <a:ln w="28575" cap="rnd">
              <a:solidFill>
                <a:srgbClr val="C00000"/>
              </a:solidFill>
              <a:prstDash val="sysDash"/>
              <a:round/>
            </a:ln>
            <a:effectLst/>
          </c:spPr>
          <c:marker>
            <c:symbol val="none"/>
          </c:marker>
          <c:dLbls>
            <c:delete val="1"/>
          </c:dLbls>
          <c:cat>
            <c:numRef>
              <c:f>'CPI BBG'!$C$8:$C$200</c:f>
              <c:numCache>
                <c:formatCode>m/d/yyyy</c:formatCode>
                <c:ptCount val="193"/>
                <c:pt idx="0">
                  <c:v>42794</c:v>
                </c:pt>
                <c:pt idx="1">
                  <c:v>42825</c:v>
                </c:pt>
                <c:pt idx="2">
                  <c:v>42855</c:v>
                </c:pt>
                <c:pt idx="3">
                  <c:v>42886</c:v>
                </c:pt>
                <c:pt idx="4">
                  <c:v>42916</c:v>
                </c:pt>
                <c:pt idx="5">
                  <c:v>42947</c:v>
                </c:pt>
                <c:pt idx="6">
                  <c:v>42978</c:v>
                </c:pt>
                <c:pt idx="7">
                  <c:v>43008</c:v>
                </c:pt>
                <c:pt idx="8">
                  <c:v>43039</c:v>
                </c:pt>
                <c:pt idx="9">
                  <c:v>43069</c:v>
                </c:pt>
                <c:pt idx="10">
                  <c:v>43100</c:v>
                </c:pt>
                <c:pt idx="11">
                  <c:v>43131</c:v>
                </c:pt>
                <c:pt idx="12">
                  <c:v>43159</c:v>
                </c:pt>
                <c:pt idx="13">
                  <c:v>43190</c:v>
                </c:pt>
                <c:pt idx="14">
                  <c:v>43220</c:v>
                </c:pt>
                <c:pt idx="15">
                  <c:v>43251</c:v>
                </c:pt>
                <c:pt idx="16">
                  <c:v>43281</c:v>
                </c:pt>
                <c:pt idx="17">
                  <c:v>43312</c:v>
                </c:pt>
                <c:pt idx="18">
                  <c:v>43343</c:v>
                </c:pt>
                <c:pt idx="19">
                  <c:v>43373</c:v>
                </c:pt>
                <c:pt idx="20">
                  <c:v>43404</c:v>
                </c:pt>
                <c:pt idx="21">
                  <c:v>43434</c:v>
                </c:pt>
                <c:pt idx="22">
                  <c:v>43465</c:v>
                </c:pt>
                <c:pt idx="23">
                  <c:v>43496</c:v>
                </c:pt>
                <c:pt idx="24">
                  <c:v>43524</c:v>
                </c:pt>
                <c:pt idx="25">
                  <c:v>43555</c:v>
                </c:pt>
                <c:pt idx="26">
                  <c:v>43585</c:v>
                </c:pt>
                <c:pt idx="27">
                  <c:v>43616</c:v>
                </c:pt>
                <c:pt idx="28">
                  <c:v>43646</c:v>
                </c:pt>
                <c:pt idx="29">
                  <c:v>43677</c:v>
                </c:pt>
                <c:pt idx="30">
                  <c:v>43708</c:v>
                </c:pt>
                <c:pt idx="31">
                  <c:v>43738</c:v>
                </c:pt>
                <c:pt idx="32">
                  <c:v>43769</c:v>
                </c:pt>
                <c:pt idx="33">
                  <c:v>43799</c:v>
                </c:pt>
                <c:pt idx="34">
                  <c:v>43830</c:v>
                </c:pt>
                <c:pt idx="35">
                  <c:v>43861</c:v>
                </c:pt>
                <c:pt idx="36">
                  <c:v>43890</c:v>
                </c:pt>
                <c:pt idx="37">
                  <c:v>43921</c:v>
                </c:pt>
                <c:pt idx="38">
                  <c:v>43951</c:v>
                </c:pt>
                <c:pt idx="39">
                  <c:v>43982</c:v>
                </c:pt>
                <c:pt idx="40">
                  <c:v>44012</c:v>
                </c:pt>
                <c:pt idx="41">
                  <c:v>44043</c:v>
                </c:pt>
                <c:pt idx="42">
                  <c:v>44074</c:v>
                </c:pt>
                <c:pt idx="43">
                  <c:v>44104</c:v>
                </c:pt>
                <c:pt idx="44">
                  <c:v>44135</c:v>
                </c:pt>
                <c:pt idx="45">
                  <c:v>44165</c:v>
                </c:pt>
                <c:pt idx="46">
                  <c:v>44196</c:v>
                </c:pt>
                <c:pt idx="47">
                  <c:v>44227</c:v>
                </c:pt>
                <c:pt idx="48">
                  <c:v>44255</c:v>
                </c:pt>
                <c:pt idx="49">
                  <c:v>44286</c:v>
                </c:pt>
                <c:pt idx="50">
                  <c:v>44316</c:v>
                </c:pt>
                <c:pt idx="51">
                  <c:v>44347</c:v>
                </c:pt>
                <c:pt idx="52">
                  <c:v>44377</c:v>
                </c:pt>
                <c:pt idx="53">
                  <c:v>44408</c:v>
                </c:pt>
                <c:pt idx="54">
                  <c:v>44439</c:v>
                </c:pt>
                <c:pt idx="55">
                  <c:v>44469</c:v>
                </c:pt>
                <c:pt idx="56">
                  <c:v>44500</c:v>
                </c:pt>
                <c:pt idx="57">
                  <c:v>44530</c:v>
                </c:pt>
                <c:pt idx="58">
                  <c:v>44561</c:v>
                </c:pt>
                <c:pt idx="59">
                  <c:v>44592</c:v>
                </c:pt>
                <c:pt idx="60">
                  <c:v>44620</c:v>
                </c:pt>
                <c:pt idx="61">
                  <c:v>44651</c:v>
                </c:pt>
                <c:pt idx="62">
                  <c:v>44681</c:v>
                </c:pt>
                <c:pt idx="63">
                  <c:v>44712</c:v>
                </c:pt>
                <c:pt idx="64">
                  <c:v>44742</c:v>
                </c:pt>
                <c:pt idx="65">
                  <c:v>44773</c:v>
                </c:pt>
                <c:pt idx="66">
                  <c:v>44804</c:v>
                </c:pt>
                <c:pt idx="67">
                  <c:v>44834</c:v>
                </c:pt>
                <c:pt idx="68">
                  <c:v>44865</c:v>
                </c:pt>
                <c:pt idx="69">
                  <c:v>44895</c:v>
                </c:pt>
                <c:pt idx="70">
                  <c:v>44926</c:v>
                </c:pt>
                <c:pt idx="71">
                  <c:v>44957</c:v>
                </c:pt>
                <c:pt idx="72">
                  <c:v>44985</c:v>
                </c:pt>
                <c:pt idx="73">
                  <c:v>45016</c:v>
                </c:pt>
                <c:pt idx="74">
                  <c:v>45046</c:v>
                </c:pt>
                <c:pt idx="75">
                  <c:v>45077</c:v>
                </c:pt>
                <c:pt idx="76">
                  <c:v>45107</c:v>
                </c:pt>
                <c:pt idx="77">
                  <c:v>45138</c:v>
                </c:pt>
                <c:pt idx="78">
                  <c:v>45169</c:v>
                </c:pt>
                <c:pt idx="79">
                  <c:v>45199</c:v>
                </c:pt>
                <c:pt idx="80">
                  <c:v>45230</c:v>
                </c:pt>
                <c:pt idx="81">
                  <c:v>45260</c:v>
                </c:pt>
                <c:pt idx="82">
                  <c:v>45291</c:v>
                </c:pt>
                <c:pt idx="83">
                  <c:v>45322</c:v>
                </c:pt>
                <c:pt idx="84">
                  <c:v>45351</c:v>
                </c:pt>
                <c:pt idx="85">
                  <c:v>45382</c:v>
                </c:pt>
                <c:pt idx="86">
                  <c:v>45412</c:v>
                </c:pt>
                <c:pt idx="87">
                  <c:v>45443</c:v>
                </c:pt>
                <c:pt idx="88">
                  <c:v>45473</c:v>
                </c:pt>
                <c:pt idx="89">
                  <c:v>45504</c:v>
                </c:pt>
                <c:pt idx="90">
                  <c:v>45535</c:v>
                </c:pt>
                <c:pt idx="91">
                  <c:v>45565</c:v>
                </c:pt>
                <c:pt idx="92">
                  <c:v>45596</c:v>
                </c:pt>
                <c:pt idx="93">
                  <c:v>45626</c:v>
                </c:pt>
                <c:pt idx="94">
                  <c:v>45657</c:v>
                </c:pt>
                <c:pt idx="95">
                  <c:v>45688</c:v>
                </c:pt>
                <c:pt idx="96">
                  <c:v>45716</c:v>
                </c:pt>
                <c:pt idx="97">
                  <c:v>45747</c:v>
                </c:pt>
                <c:pt idx="98">
                  <c:v>45777</c:v>
                </c:pt>
                <c:pt idx="99">
                  <c:v>45808</c:v>
                </c:pt>
                <c:pt idx="100">
                  <c:v>45838</c:v>
                </c:pt>
                <c:pt idx="101">
                  <c:v>45869</c:v>
                </c:pt>
                <c:pt idx="102">
                  <c:v>45900</c:v>
                </c:pt>
                <c:pt idx="103">
                  <c:v>45930</c:v>
                </c:pt>
                <c:pt idx="104">
                  <c:v>45991</c:v>
                </c:pt>
                <c:pt idx="105">
                  <c:v>46022</c:v>
                </c:pt>
                <c:pt idx="106">
                  <c:v>46053</c:v>
                </c:pt>
                <c:pt idx="107">
                  <c:v>46081</c:v>
                </c:pt>
                <c:pt idx="108">
                  <c:v>46112</c:v>
                </c:pt>
                <c:pt idx="109">
                  <c:v>46142</c:v>
                </c:pt>
                <c:pt idx="110">
                  <c:v>46173</c:v>
                </c:pt>
                <c:pt idx="111">
                  <c:v>46203</c:v>
                </c:pt>
                <c:pt idx="112">
                  <c:v>46234</c:v>
                </c:pt>
                <c:pt idx="113">
                  <c:v>46265</c:v>
                </c:pt>
                <c:pt idx="114">
                  <c:v>46295</c:v>
                </c:pt>
              </c:numCache>
            </c:numRef>
          </c:cat>
          <c:val>
            <c:numRef>
              <c:f>'CPI BBG'!$F$8:$F$1000</c:f>
              <c:numCache>
                <c:formatCode>0.0</c:formatCode>
                <c:ptCount val="993"/>
                <c:pt idx="0">
                  <c:v>2.2000000000000002</c:v>
                </c:pt>
                <c:pt idx="1">
                  <c:v>2</c:v>
                </c:pt>
                <c:pt idx="2">
                  <c:v>1.9</c:v>
                </c:pt>
                <c:pt idx="3">
                  <c:v>1.7</c:v>
                </c:pt>
                <c:pt idx="4">
                  <c:v>1.7</c:v>
                </c:pt>
                <c:pt idx="5">
                  <c:v>1.7</c:v>
                </c:pt>
                <c:pt idx="6">
                  <c:v>1.7</c:v>
                </c:pt>
                <c:pt idx="7">
                  <c:v>1.7</c:v>
                </c:pt>
                <c:pt idx="8">
                  <c:v>1.8</c:v>
                </c:pt>
                <c:pt idx="9">
                  <c:v>1.7</c:v>
                </c:pt>
                <c:pt idx="10">
                  <c:v>1.8</c:v>
                </c:pt>
                <c:pt idx="11">
                  <c:v>1.8</c:v>
                </c:pt>
                <c:pt idx="12">
                  <c:v>1.8</c:v>
                </c:pt>
                <c:pt idx="13">
                  <c:v>2.1</c:v>
                </c:pt>
                <c:pt idx="14">
                  <c:v>2.1</c:v>
                </c:pt>
                <c:pt idx="15">
                  <c:v>2.2000000000000002</c:v>
                </c:pt>
                <c:pt idx="16">
                  <c:v>2.2999999999999998</c:v>
                </c:pt>
                <c:pt idx="17">
                  <c:v>2.4</c:v>
                </c:pt>
                <c:pt idx="18">
                  <c:v>2.2000000000000002</c:v>
                </c:pt>
                <c:pt idx="19">
                  <c:v>2.2000000000000002</c:v>
                </c:pt>
                <c:pt idx="20">
                  <c:v>2.1</c:v>
                </c:pt>
                <c:pt idx="21">
                  <c:v>2.2000000000000002</c:v>
                </c:pt>
                <c:pt idx="22">
                  <c:v>2.2000000000000002</c:v>
                </c:pt>
                <c:pt idx="23">
                  <c:v>2.2000000000000002</c:v>
                </c:pt>
                <c:pt idx="24">
                  <c:v>2.1</c:v>
                </c:pt>
                <c:pt idx="25">
                  <c:v>2</c:v>
                </c:pt>
                <c:pt idx="26">
                  <c:v>2.1</c:v>
                </c:pt>
                <c:pt idx="27">
                  <c:v>2</c:v>
                </c:pt>
                <c:pt idx="28">
                  <c:v>2.1</c:v>
                </c:pt>
                <c:pt idx="29">
                  <c:v>2.2000000000000002</c:v>
                </c:pt>
                <c:pt idx="30">
                  <c:v>2.4</c:v>
                </c:pt>
                <c:pt idx="31">
                  <c:v>2.4</c:v>
                </c:pt>
                <c:pt idx="32">
                  <c:v>2.2999999999999998</c:v>
                </c:pt>
                <c:pt idx="33">
                  <c:v>2.2999999999999998</c:v>
                </c:pt>
                <c:pt idx="34">
                  <c:v>2.2999999999999998</c:v>
                </c:pt>
                <c:pt idx="35">
                  <c:v>2.2999999999999998</c:v>
                </c:pt>
                <c:pt idx="36">
                  <c:v>2.4</c:v>
                </c:pt>
                <c:pt idx="37">
                  <c:v>2.1</c:v>
                </c:pt>
                <c:pt idx="38">
                  <c:v>1.4</c:v>
                </c:pt>
                <c:pt idx="39">
                  <c:v>1.2</c:v>
                </c:pt>
                <c:pt idx="40">
                  <c:v>1.2</c:v>
                </c:pt>
                <c:pt idx="41">
                  <c:v>1.6</c:v>
                </c:pt>
                <c:pt idx="42">
                  <c:v>1.7</c:v>
                </c:pt>
                <c:pt idx="43">
                  <c:v>1.7</c:v>
                </c:pt>
                <c:pt idx="44">
                  <c:v>1.6</c:v>
                </c:pt>
                <c:pt idx="45">
                  <c:v>1.6</c:v>
                </c:pt>
                <c:pt idx="46">
                  <c:v>1.6</c:v>
                </c:pt>
                <c:pt idx="47">
                  <c:v>1.4</c:v>
                </c:pt>
                <c:pt idx="48">
                  <c:v>1.3</c:v>
                </c:pt>
                <c:pt idx="49">
                  <c:v>1.6</c:v>
                </c:pt>
                <c:pt idx="50">
                  <c:v>3</c:v>
                </c:pt>
                <c:pt idx="51">
                  <c:v>3.8</c:v>
                </c:pt>
                <c:pt idx="52">
                  <c:v>4.5</c:v>
                </c:pt>
                <c:pt idx="53">
                  <c:v>4.3</c:v>
                </c:pt>
                <c:pt idx="54">
                  <c:v>4</c:v>
                </c:pt>
                <c:pt idx="55">
                  <c:v>4</c:v>
                </c:pt>
                <c:pt idx="56">
                  <c:v>4.5999999999999996</c:v>
                </c:pt>
                <c:pt idx="57">
                  <c:v>4.9000000000000004</c:v>
                </c:pt>
                <c:pt idx="58">
                  <c:v>5.5</c:v>
                </c:pt>
                <c:pt idx="59">
                  <c:v>6</c:v>
                </c:pt>
                <c:pt idx="60">
                  <c:v>6.4</c:v>
                </c:pt>
                <c:pt idx="61">
                  <c:v>6.5</c:v>
                </c:pt>
                <c:pt idx="62">
                  <c:v>6.2</c:v>
                </c:pt>
                <c:pt idx="63">
                  <c:v>6</c:v>
                </c:pt>
                <c:pt idx="64">
                  <c:v>5.9</c:v>
                </c:pt>
                <c:pt idx="65">
                  <c:v>5.9</c:v>
                </c:pt>
                <c:pt idx="66">
                  <c:v>6.3</c:v>
                </c:pt>
                <c:pt idx="67">
                  <c:v>6.6</c:v>
                </c:pt>
                <c:pt idx="68">
                  <c:v>6.3</c:v>
                </c:pt>
                <c:pt idx="69">
                  <c:v>6</c:v>
                </c:pt>
                <c:pt idx="70">
                  <c:v>5.7</c:v>
                </c:pt>
                <c:pt idx="71">
                  <c:v>5.6</c:v>
                </c:pt>
                <c:pt idx="72">
                  <c:v>5.5</c:v>
                </c:pt>
                <c:pt idx="73">
                  <c:v>5.6</c:v>
                </c:pt>
                <c:pt idx="74">
                  <c:v>5.5</c:v>
                </c:pt>
                <c:pt idx="75">
                  <c:v>5.3</c:v>
                </c:pt>
                <c:pt idx="76">
                  <c:v>4.8</c:v>
                </c:pt>
                <c:pt idx="77">
                  <c:v>4.7</c:v>
                </c:pt>
                <c:pt idx="78">
                  <c:v>4.3</c:v>
                </c:pt>
                <c:pt idx="79">
                  <c:v>4.0999999999999996</c:v>
                </c:pt>
                <c:pt idx="80">
                  <c:v>4</c:v>
                </c:pt>
                <c:pt idx="81">
                  <c:v>4</c:v>
                </c:pt>
                <c:pt idx="82">
                  <c:v>3.9</c:v>
                </c:pt>
                <c:pt idx="83">
                  <c:v>3.9</c:v>
                </c:pt>
                <c:pt idx="84">
                  <c:v>3.8</c:v>
                </c:pt>
                <c:pt idx="85">
                  <c:v>3.8</c:v>
                </c:pt>
                <c:pt idx="86">
                  <c:v>3.6</c:v>
                </c:pt>
                <c:pt idx="87">
                  <c:v>3.4</c:v>
                </c:pt>
                <c:pt idx="88">
                  <c:v>3.3</c:v>
                </c:pt>
                <c:pt idx="89">
                  <c:v>3.2</c:v>
                </c:pt>
                <c:pt idx="90">
                  <c:v>3.2</c:v>
                </c:pt>
                <c:pt idx="91">
                  <c:v>3.3</c:v>
                </c:pt>
                <c:pt idx="92">
                  <c:v>3.3</c:v>
                </c:pt>
                <c:pt idx="93">
                  <c:v>3.3</c:v>
                </c:pt>
                <c:pt idx="94">
                  <c:v>3.2</c:v>
                </c:pt>
                <c:pt idx="95">
                  <c:v>3.3</c:v>
                </c:pt>
                <c:pt idx="96">
                  <c:v>3.1</c:v>
                </c:pt>
                <c:pt idx="97">
                  <c:v>2.8</c:v>
                </c:pt>
                <c:pt idx="98">
                  <c:v>2.8</c:v>
                </c:pt>
                <c:pt idx="99">
                  <c:v>2.8</c:v>
                </c:pt>
                <c:pt idx="100">
                  <c:v>2.9</c:v>
                </c:pt>
                <c:pt idx="101">
                  <c:v>3.1</c:v>
                </c:pt>
                <c:pt idx="102">
                  <c:v>3.1</c:v>
                </c:pt>
                <c:pt idx="103">
                  <c:v>3</c:v>
                </c:pt>
                <c:pt idx="104">
                  <c:v>2.6</c:v>
                </c:pt>
                <c:pt idx="105">
                  <c:v>2.6</c:v>
                </c:pt>
                <c:pt idx="106">
                  <c:v>2.5</c:v>
                </c:pt>
                <c:pt idx="107">
                  <c:v>2.5</c:v>
                </c:pt>
                <c:pt idx="108">
                  <c:v>2.6</c:v>
                </c:pt>
                <c:pt idx="109">
                  <c:v>2.8</c:v>
                </c:pt>
                <c:pt idx="110">
                  <c:v>2.9</c:v>
                </c:pt>
                <c:pt idx="111">
                  <c:v>2.6</c:v>
                </c:pt>
                <c:pt idx="112">
                  <c:v>2.5</c:v>
                </c:pt>
                <c:pt idx="113">
                  <c:v>2.4</c:v>
                </c:pt>
                <c:pt idx="114">
                  <c:v>2.6</c:v>
                </c:pt>
              </c:numCache>
            </c:numRef>
          </c:val>
          <c:smooth val="0"/>
          <c:extLst>
            <c:ext xmlns:c16="http://schemas.microsoft.com/office/drawing/2014/chart" uri="{C3380CC4-5D6E-409C-BE32-E72D297353CC}">
              <c16:uniqueId val="{00000005-B1BB-4231-A90C-41ED8A038170}"/>
            </c:ext>
          </c:extLst>
        </c:ser>
        <c:dLbls>
          <c:showLegendKey val="0"/>
          <c:showVal val="1"/>
          <c:showCatName val="0"/>
          <c:showSerName val="0"/>
          <c:showPercent val="0"/>
          <c:showBubbleSize val="0"/>
        </c:dLbls>
        <c:marker val="1"/>
        <c:smooth val="0"/>
        <c:axId val="1275835455"/>
        <c:axId val="1275835935"/>
      </c:lineChart>
      <c:dateAx>
        <c:axId val="1275835455"/>
        <c:scaling>
          <c:orientation val="minMax"/>
          <c:min val="43404"/>
        </c:scaling>
        <c:delete val="0"/>
        <c:axPos val="b"/>
        <c:numFmt formatCode="[$-409]mmmmm\-yy;@" sourceLinked="0"/>
        <c:majorTickMark val="none"/>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1" i="0" u="none" strike="noStrike" kern="1200" baseline="0">
                <a:solidFill>
                  <a:srgbClr val="002060"/>
                </a:solidFill>
                <a:latin typeface="+mn-lt"/>
                <a:ea typeface="+mn-ea"/>
                <a:cs typeface="+mn-cs"/>
              </a:defRPr>
            </a:pPr>
            <a:endParaRPr lang="es-PE"/>
          </a:p>
        </c:txPr>
        <c:crossAx val="1275835935"/>
        <c:crosses val="autoZero"/>
        <c:auto val="1"/>
        <c:lblOffset val="100"/>
        <c:baseTimeUnit val="months"/>
        <c:majorUnit val="12"/>
        <c:majorTimeUnit val="months"/>
        <c:minorUnit val="1"/>
        <c:minorTimeUnit val="months"/>
      </c:dateAx>
      <c:valAx>
        <c:axId val="1275835935"/>
        <c:scaling>
          <c:orientation val="minMax"/>
          <c:min val="-3"/>
        </c:scaling>
        <c:delete val="0"/>
        <c:axPos val="l"/>
        <c:majorGridlines>
          <c:spPr>
            <a:ln w="12700" cap="flat" cmpd="sng" algn="ctr">
              <a:solidFill>
                <a:schemeClr val="bg1">
                  <a:lumMod val="95000"/>
                </a:schemeClr>
              </a:solidFill>
              <a:round/>
            </a:ln>
            <a:effectLst/>
          </c:spPr>
        </c:majorGridlines>
        <c:numFmt formatCode="#,##0.0" sourceLinked="0"/>
        <c:majorTickMark val="none"/>
        <c:minorTickMark val="none"/>
        <c:tickLblPos val="nextTo"/>
        <c:spPr>
          <a:noFill/>
          <a:ln>
            <a:solidFill>
              <a:srgbClr val="002060"/>
            </a:solidFill>
          </a:ln>
          <a:effectLst/>
        </c:spPr>
        <c:txPr>
          <a:bodyPr rot="-60000000" spcFirstLastPara="1" vertOverflow="ellipsis" vert="horz" wrap="square" anchor="ctr" anchorCtr="1"/>
          <a:lstStyle/>
          <a:p>
            <a:pPr>
              <a:defRPr sz="900" b="1" i="0" u="none" strike="noStrike" kern="1200" baseline="0">
                <a:solidFill>
                  <a:srgbClr val="002060"/>
                </a:solidFill>
                <a:latin typeface="+mn-lt"/>
                <a:ea typeface="+mn-ea"/>
                <a:cs typeface="+mn-cs"/>
              </a:defRPr>
            </a:pPr>
            <a:endParaRPr lang="es-PE"/>
          </a:p>
        </c:txPr>
        <c:crossAx val="1275835455"/>
        <c:crosses val="autoZero"/>
        <c:crossBetween val="between"/>
      </c:valAx>
    </c:plotArea>
    <c:legend>
      <c:legendPos val="l"/>
      <c:layout>
        <c:manualLayout>
          <c:xMode val="edge"/>
          <c:yMode val="edge"/>
          <c:x val="7.821725974340353E-2"/>
          <c:y val="4.3946485260770975E-2"/>
          <c:w val="0.22652680312929147"/>
          <c:h val="0.37077097505668932"/>
        </c:manualLayout>
      </c:layout>
      <c:overlay val="1"/>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PE"/>
        </a:p>
      </c:txPr>
    </c:legend>
    <c:plotVisOnly val="1"/>
    <c:dispBlanksAs val="gap"/>
    <c:showDLblsOverMax val="0"/>
    <c:extLst/>
  </c:chart>
  <c:spPr>
    <a:noFill/>
    <a:ln w="9525" cap="flat" cmpd="sng" algn="ctr">
      <a:noFill/>
      <a:round/>
    </a:ln>
    <a:effectLst/>
  </c:spPr>
  <c:txPr>
    <a:bodyPr/>
    <a:lstStyle/>
    <a:p>
      <a:pPr>
        <a:defRPr/>
      </a:pPr>
      <a:endParaRPr lang="es-PE"/>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61326433499881E-2"/>
          <c:y val="3.1184094125973106E-2"/>
          <c:w val="0.94422662384011424"/>
          <c:h val="0.81722642427459302"/>
        </c:manualLayout>
      </c:layout>
      <c:barChart>
        <c:barDir val="col"/>
        <c:grouping val="stacked"/>
        <c:varyColors val="0"/>
        <c:ser>
          <c:idx val="0"/>
          <c:order val="0"/>
          <c:spPr>
            <a:noFill/>
            <a:ln>
              <a:noFill/>
            </a:ln>
            <a:effectLst/>
          </c:spPr>
          <c:invertIfNegative val="0"/>
          <c:errBars>
            <c:errBarType val="minus"/>
            <c:errValType val="cust"/>
            <c:noEndCap val="0"/>
            <c:plus>
              <c:numLit>
                <c:formatCode>General</c:formatCode>
                <c:ptCount val="1"/>
                <c:pt idx="0">
                  <c:v>1</c:v>
                </c:pt>
              </c:numLit>
            </c:plus>
            <c:minus>
              <c:numRef>
                <c:f>'CA_Valuation BEST (2)'!$I$67:$L$67</c:f>
                <c:numCache>
                  <c:formatCode>General</c:formatCode>
                  <c:ptCount val="4"/>
                  <c:pt idx="0">
                    <c:v>2.6996891586976037</c:v>
                  </c:pt>
                  <c:pt idx="1">
                    <c:v>1.7057055835333248</c:v>
                  </c:pt>
                  <c:pt idx="2">
                    <c:v>0.63642749473237892</c:v>
                  </c:pt>
                  <c:pt idx="3">
                    <c:v>0.63508001570360229</c:v>
                  </c:pt>
                </c:numCache>
                <c:extLst/>
              </c:numRef>
            </c:minus>
            <c:spPr>
              <a:noFill/>
              <a:ln w="9525" cap="flat" cmpd="sng" algn="ctr">
                <a:solidFill>
                  <a:schemeClr val="tx1">
                    <a:lumMod val="65000"/>
                    <a:lumOff val="35000"/>
                  </a:schemeClr>
                </a:solidFill>
                <a:round/>
              </a:ln>
              <a:effectLst/>
            </c:spPr>
          </c:errBars>
          <c:cat>
            <c:strRef>
              <c:f>'CA_Valuation BEST (2)'!$I$56:$L$56</c:f>
              <c:strCache>
                <c:ptCount val="4"/>
                <c:pt idx="0">
                  <c:v>S&amp;P 500</c:v>
                </c:pt>
                <c:pt idx="1">
                  <c:v>MSCI Eurozone</c:v>
                </c:pt>
                <c:pt idx="2">
                  <c:v>MSCI Japan</c:v>
                </c:pt>
                <c:pt idx="3">
                  <c:v>MSCI EM</c:v>
                </c:pt>
              </c:strCache>
              <c:extLst/>
            </c:strRef>
          </c:cat>
          <c:val>
            <c:numRef>
              <c:f>'CA_Valuation BEST (2)'!$I$63:$L$63</c:f>
              <c:numCache>
                <c:formatCode>0.0</c:formatCode>
                <c:ptCount val="4"/>
                <c:pt idx="0">
                  <c:v>15.46928334452886</c:v>
                </c:pt>
                <c:pt idx="1">
                  <c:v>12.096744544389594</c:v>
                </c:pt>
                <c:pt idx="2">
                  <c:v>13.522300478752573</c:v>
                </c:pt>
                <c:pt idx="3">
                  <c:v>10.507172744502419</c:v>
                </c:pt>
              </c:numCache>
              <c:extLst/>
            </c:numRef>
          </c:val>
          <c:extLst>
            <c:ext xmlns:c16="http://schemas.microsoft.com/office/drawing/2014/chart" uri="{C3380CC4-5D6E-409C-BE32-E72D297353CC}">
              <c16:uniqueId val="{00000000-7C80-4CA3-B87F-2BC5285902D2}"/>
            </c:ext>
          </c:extLst>
        </c:ser>
        <c:ser>
          <c:idx val="1"/>
          <c:order val="1"/>
          <c:tx>
            <c:v>Interquartile Range</c:v>
          </c:tx>
          <c:spPr>
            <a:solidFill>
              <a:schemeClr val="accent5">
                <a:lumMod val="40000"/>
                <a:lumOff val="60000"/>
              </a:schemeClr>
            </a:solidFill>
            <a:ln>
              <a:noFill/>
            </a:ln>
            <a:effectLst/>
          </c:spPr>
          <c:invertIfNegative val="0"/>
          <c:cat>
            <c:strRef>
              <c:f>'CA_Valuation BEST (2)'!$I$56:$L$56</c:f>
              <c:strCache>
                <c:ptCount val="4"/>
                <c:pt idx="0">
                  <c:v>S&amp;P 500</c:v>
                </c:pt>
                <c:pt idx="1">
                  <c:v>MSCI Eurozone</c:v>
                </c:pt>
                <c:pt idx="2">
                  <c:v>MSCI Japan</c:v>
                </c:pt>
                <c:pt idx="3">
                  <c:v>MSCI EM</c:v>
                </c:pt>
              </c:strCache>
              <c:extLst/>
            </c:strRef>
          </c:cat>
          <c:val>
            <c:numRef>
              <c:f>'CA_Valuation BEST (2)'!$I$64:$L$64</c:f>
              <c:numCache>
                <c:formatCode>0.0</c:formatCode>
                <c:ptCount val="4"/>
                <c:pt idx="0">
                  <c:v>1.6993515211391585</c:v>
                </c:pt>
                <c:pt idx="1">
                  <c:v>1.4869361893406836</c:v>
                </c:pt>
                <c:pt idx="2">
                  <c:v>1.0698755892593663</c:v>
                </c:pt>
                <c:pt idx="3">
                  <c:v>1.0325153990432767</c:v>
                </c:pt>
              </c:numCache>
              <c:extLst/>
            </c:numRef>
          </c:val>
          <c:extLst>
            <c:ext xmlns:c16="http://schemas.microsoft.com/office/drawing/2014/chart" uri="{C3380CC4-5D6E-409C-BE32-E72D297353CC}">
              <c16:uniqueId val="{00000001-7C80-4CA3-B87F-2BC5285902D2}"/>
            </c:ext>
          </c:extLst>
        </c:ser>
        <c:ser>
          <c:idx val="2"/>
          <c:order val="2"/>
          <c:spPr>
            <a:solidFill>
              <a:schemeClr val="accent5">
                <a:lumMod val="40000"/>
                <a:lumOff val="60000"/>
              </a:schemeClr>
            </a:solidFill>
            <a:ln>
              <a:noFill/>
            </a:ln>
            <a:effectLst/>
          </c:spPr>
          <c:invertIfNegative val="0"/>
          <c:errBars>
            <c:errBarType val="plus"/>
            <c:errValType val="cust"/>
            <c:noEndCap val="0"/>
            <c:plus>
              <c:numRef>
                <c:f>'CA_Valuation BEST (2)'!$I$66:$L$66</c:f>
                <c:numCache>
                  <c:formatCode>General</c:formatCode>
                  <c:ptCount val="4"/>
                  <c:pt idx="0">
                    <c:v>1.546978863559815</c:v>
                  </c:pt>
                  <c:pt idx="1">
                    <c:v>1.1505432378396296</c:v>
                  </c:pt>
                  <c:pt idx="2">
                    <c:v>1.7338789408004338</c:v>
                  </c:pt>
                  <c:pt idx="3">
                    <c:v>0.97234494413378414</c:v>
                  </c:pt>
                </c:numCache>
                <c:extLst/>
              </c:numRef>
            </c:plus>
            <c:minus>
              <c:numLit>
                <c:formatCode>General</c:formatCode>
                <c:ptCount val="1"/>
                <c:pt idx="0">
                  <c:v>1</c:v>
                </c:pt>
              </c:numLit>
            </c:minus>
            <c:spPr>
              <a:noFill/>
              <a:ln w="9525" cap="flat" cmpd="sng" algn="ctr">
                <a:solidFill>
                  <a:schemeClr val="tx1">
                    <a:lumMod val="65000"/>
                    <a:lumOff val="35000"/>
                  </a:schemeClr>
                </a:solidFill>
                <a:round/>
              </a:ln>
              <a:effectLst/>
            </c:spPr>
          </c:errBars>
          <c:cat>
            <c:strRef>
              <c:f>'CA_Valuation BEST (2)'!$I$56:$L$56</c:f>
              <c:strCache>
                <c:ptCount val="4"/>
                <c:pt idx="0">
                  <c:v>S&amp;P 500</c:v>
                </c:pt>
                <c:pt idx="1">
                  <c:v>MSCI Eurozone</c:v>
                </c:pt>
                <c:pt idx="2">
                  <c:v>MSCI Japan</c:v>
                </c:pt>
                <c:pt idx="3">
                  <c:v>MSCI EM</c:v>
                </c:pt>
              </c:strCache>
              <c:extLst/>
            </c:strRef>
          </c:cat>
          <c:val>
            <c:numRef>
              <c:f>'CA_Valuation BEST (2)'!$I$65:$L$65</c:f>
              <c:numCache>
                <c:formatCode>0.0</c:formatCode>
                <c:ptCount val="4"/>
                <c:pt idx="0">
                  <c:v>2.9209802760870502</c:v>
                </c:pt>
                <c:pt idx="1">
                  <c:v>1.0168359115419143</c:v>
                </c:pt>
                <c:pt idx="2">
                  <c:v>0.87353696212098519</c:v>
                </c:pt>
                <c:pt idx="3">
                  <c:v>0.54502226756227401</c:v>
                </c:pt>
              </c:numCache>
              <c:extLst/>
            </c:numRef>
          </c:val>
          <c:extLst>
            <c:ext xmlns:c16="http://schemas.microsoft.com/office/drawing/2014/chart" uri="{C3380CC4-5D6E-409C-BE32-E72D297353CC}">
              <c16:uniqueId val="{00000002-7C80-4CA3-B87F-2BC5285902D2}"/>
            </c:ext>
          </c:extLst>
        </c:ser>
        <c:dLbls>
          <c:showLegendKey val="0"/>
          <c:showVal val="0"/>
          <c:showCatName val="0"/>
          <c:showSerName val="0"/>
          <c:showPercent val="0"/>
          <c:showBubbleSize val="0"/>
        </c:dLbls>
        <c:gapWidth val="150"/>
        <c:overlap val="100"/>
        <c:axId val="619030111"/>
        <c:axId val="619035391"/>
      </c:barChart>
      <c:lineChart>
        <c:grouping val="standard"/>
        <c:varyColors val="0"/>
        <c:ser>
          <c:idx val="3"/>
          <c:order val="3"/>
          <c:tx>
            <c:strRef>
              <c:f>'CA_Valuation BEST (2)'!$H$46</c:f>
              <c:strCache>
                <c:ptCount val="1"/>
                <c:pt idx="0">
                  <c:v>Last month</c:v>
                </c:pt>
              </c:strCache>
            </c:strRef>
          </c:tx>
          <c:spPr>
            <a:ln w="28575" cap="rnd">
              <a:noFill/>
              <a:round/>
            </a:ln>
            <a:effectLst/>
          </c:spPr>
          <c:marker>
            <c:symbol val="diamond"/>
            <c:size val="9"/>
            <c:spPr>
              <a:solidFill>
                <a:schemeClr val="accent4"/>
              </a:solidFill>
              <a:ln w="9525">
                <a:solidFill>
                  <a:schemeClr val="accent4"/>
                </a:solidFill>
              </a:ln>
              <a:effectLst/>
            </c:spPr>
          </c:marker>
          <c:cat>
            <c:strLit>
              <c:ptCount val="4"/>
              <c:pt idx="0">
                <c:v>S&amp;P 500</c:v>
              </c:pt>
              <c:pt idx="1">
                <c:v>MSCI Eurozone</c:v>
              </c:pt>
              <c:pt idx="2">
                <c:v>MSCI Japan</c:v>
              </c:pt>
              <c:pt idx="3">
                <c:v>MSCI EM</c:v>
              </c:pt>
              <c:extLst>
                <c:ext xmlns:c15="http://schemas.microsoft.com/office/drawing/2012/chart" uri="{02D57815-91ED-43cb-92C2-25804820EDAC}">
                  <c15:autoCat val="1"/>
                </c:ext>
              </c:extLst>
            </c:strLit>
          </c:cat>
          <c:val>
            <c:numRef>
              <c:f>'CA_Valuation BEST (2)'!$I$46:$L$46</c:f>
              <c:numCache>
                <c:formatCode>0.0</c:formatCode>
                <c:ptCount val="4"/>
                <c:pt idx="0" formatCode="0.00">
                  <c:v>19.43962495308373</c:v>
                </c:pt>
                <c:pt idx="1">
                  <c:v>15.087294623626223</c:v>
                </c:pt>
                <c:pt idx="2">
                  <c:v>16.686622941356642</c:v>
                </c:pt>
                <c:pt idx="3">
                  <c:v>9.9476849418579771</c:v>
                </c:pt>
              </c:numCache>
              <c:extLst/>
            </c:numRef>
          </c:val>
          <c:smooth val="0"/>
          <c:extLst>
            <c:ext xmlns:c16="http://schemas.microsoft.com/office/drawing/2014/chart" uri="{C3380CC4-5D6E-409C-BE32-E72D297353CC}">
              <c16:uniqueId val="{00000003-7C80-4CA3-B87F-2BC5285902D2}"/>
            </c:ext>
          </c:extLst>
        </c:ser>
        <c:ser>
          <c:idx val="4"/>
          <c:order val="4"/>
          <c:tx>
            <c:strRef>
              <c:f>'CA_Valuation BEST (2)'!$H$47</c:f>
              <c:strCache>
                <c:ptCount val="1"/>
                <c:pt idx="0">
                  <c:v>Covid-19</c:v>
                </c:pt>
              </c:strCache>
            </c:strRef>
          </c:tx>
          <c:spPr>
            <a:ln w="28575" cap="rnd">
              <a:noFill/>
              <a:round/>
            </a:ln>
            <a:effectLst/>
          </c:spPr>
          <c:marker>
            <c:symbol val="x"/>
            <c:size val="9"/>
            <c:spPr>
              <a:solidFill>
                <a:schemeClr val="accent5"/>
              </a:solidFill>
              <a:ln w="9525">
                <a:solidFill>
                  <a:schemeClr val="accent5"/>
                </a:solidFill>
              </a:ln>
              <a:effectLst/>
            </c:spPr>
          </c:marker>
          <c:cat>
            <c:strLit>
              <c:ptCount val="4"/>
              <c:pt idx="0">
                <c:v>S&amp;P 500</c:v>
              </c:pt>
              <c:pt idx="1">
                <c:v>MSCI Eurozone</c:v>
              </c:pt>
              <c:pt idx="2">
                <c:v>MSCI Japan</c:v>
              </c:pt>
              <c:pt idx="3">
                <c:v>MSCI EM</c:v>
              </c:pt>
              <c:extLst>
                <c:ext xmlns:c15="http://schemas.microsoft.com/office/drawing/2012/chart" uri="{02D57815-91ED-43cb-92C2-25804820EDAC}">
                  <c15:autoCat val="1"/>
                </c:ext>
              </c:extLst>
            </c:strLit>
          </c:cat>
          <c:val>
            <c:numRef>
              <c:f>'CA_Valuation BEST (2)'!$I$47:$L$47</c:f>
              <c:numCache>
                <c:formatCode>0.0</c:formatCode>
                <c:ptCount val="4"/>
                <c:pt idx="0">
                  <c:v>16.481147295323968</c:v>
                </c:pt>
                <c:pt idx="1">
                  <c:v>12.844782132519752</c:v>
                </c:pt>
                <c:pt idx="2">
                  <c:v>13.523862030284247</c:v>
                </c:pt>
                <c:pt idx="3">
                  <c:v>10.850728729512076</c:v>
                </c:pt>
              </c:numCache>
              <c:extLst/>
            </c:numRef>
          </c:val>
          <c:smooth val="0"/>
          <c:extLst>
            <c:ext xmlns:c16="http://schemas.microsoft.com/office/drawing/2014/chart" uri="{C3380CC4-5D6E-409C-BE32-E72D297353CC}">
              <c16:uniqueId val="{00000004-7C80-4CA3-B87F-2BC5285902D2}"/>
            </c:ext>
          </c:extLst>
        </c:ser>
        <c:ser>
          <c:idx val="5"/>
          <c:order val="5"/>
          <c:tx>
            <c:strRef>
              <c:f>'CA_Valuation BEST (2)'!$H$48</c:f>
              <c:strCache>
                <c:ptCount val="1"/>
                <c:pt idx="0">
                  <c:v>Dec-22</c:v>
                </c:pt>
              </c:strCache>
            </c:strRef>
          </c:tx>
          <c:spPr>
            <a:ln w="28575" cap="rnd">
              <a:noFill/>
              <a:round/>
            </a:ln>
            <a:effectLst/>
          </c:spPr>
          <c:marker>
            <c:symbol val="triangle"/>
            <c:size val="9"/>
            <c:spPr>
              <a:solidFill>
                <a:schemeClr val="accent6"/>
              </a:solidFill>
              <a:ln w="9525">
                <a:solidFill>
                  <a:schemeClr val="accent6"/>
                </a:solidFill>
              </a:ln>
              <a:effectLst/>
            </c:spPr>
          </c:marker>
          <c:cat>
            <c:strLit>
              <c:ptCount val="4"/>
              <c:pt idx="0">
                <c:v>S&amp;P 500</c:v>
              </c:pt>
              <c:pt idx="1">
                <c:v>MSCI Eurozone</c:v>
              </c:pt>
              <c:pt idx="2">
                <c:v>MSCI Japan</c:v>
              </c:pt>
              <c:pt idx="3">
                <c:v>MSCI EM</c:v>
              </c:pt>
              <c:extLst>
                <c:ext xmlns:c15="http://schemas.microsoft.com/office/drawing/2012/chart" uri="{02D57815-91ED-43cb-92C2-25804820EDAC}">
                  <c15:autoCat val="1"/>
                </c:ext>
              </c:extLst>
            </c:strLit>
          </c:cat>
          <c:val>
            <c:numRef>
              <c:f>'CA_Valuation BEST (2)'!$I$48:$L$48</c:f>
              <c:numCache>
                <c:formatCode>0.0</c:formatCode>
                <c:ptCount val="4"/>
                <c:pt idx="0">
                  <c:v>16.775920971627087</c:v>
                </c:pt>
                <c:pt idx="1">
                  <c:v>11.660016117177191</c:v>
                </c:pt>
                <c:pt idx="2">
                  <c:v>12.418269609626403</c:v>
                </c:pt>
                <c:pt idx="3">
                  <c:v>11.18058992904999</c:v>
                </c:pt>
              </c:numCache>
              <c:extLst/>
            </c:numRef>
          </c:val>
          <c:smooth val="0"/>
          <c:extLst>
            <c:ext xmlns:c16="http://schemas.microsoft.com/office/drawing/2014/chart" uri="{C3380CC4-5D6E-409C-BE32-E72D297353CC}">
              <c16:uniqueId val="{00000005-7C80-4CA3-B87F-2BC5285902D2}"/>
            </c:ext>
          </c:extLst>
        </c:ser>
        <c:ser>
          <c:idx val="6"/>
          <c:order val="6"/>
          <c:tx>
            <c:strRef>
              <c:f>'CA_Valuation BEST (2)'!$H$44</c:f>
              <c:strCache>
                <c:ptCount val="1"/>
                <c:pt idx="0">
                  <c:v>Current</c:v>
                </c:pt>
              </c:strCache>
            </c:strRef>
          </c:tx>
          <c:spPr>
            <a:ln w="25400" cap="rnd">
              <a:noFill/>
              <a:round/>
            </a:ln>
            <a:effectLst/>
          </c:spPr>
          <c:marker>
            <c:symbol val="star"/>
            <c:size val="9"/>
            <c:spPr>
              <a:noFill/>
              <a:ln w="9525">
                <a:solidFill>
                  <a:schemeClr val="accent1">
                    <a:lumMod val="60000"/>
                  </a:schemeClr>
                </a:solidFill>
              </a:ln>
              <a:effectLst/>
            </c:spPr>
          </c:marker>
          <c:cat>
            <c:strLit>
              <c:ptCount val="4"/>
              <c:pt idx="0">
                <c:v>S&amp;P 500</c:v>
              </c:pt>
              <c:pt idx="1">
                <c:v>MSCI Eurozone</c:v>
              </c:pt>
              <c:pt idx="2">
                <c:v>MSCI Japan</c:v>
              </c:pt>
              <c:pt idx="3">
                <c:v>MSCI EM</c:v>
              </c:pt>
              <c:extLst>
                <c:ext xmlns:c15="http://schemas.microsoft.com/office/drawing/2012/chart" uri="{02D57815-91ED-43cb-92C2-25804820EDAC}">
                  <c15:autoCat val="1"/>
                </c:ext>
              </c:extLst>
            </c:strLit>
          </c:cat>
          <c:val>
            <c:numRef>
              <c:f>'CA_Valuation BEST (2)'!$I$45:$L$45</c:f>
              <c:numCache>
                <c:formatCode>0.00</c:formatCode>
                <c:ptCount val="4"/>
                <c:pt idx="0">
                  <c:v>19.137741568869796</c:v>
                </c:pt>
                <c:pt idx="1">
                  <c:v>14.249781538210408</c:v>
                </c:pt>
                <c:pt idx="2">
                  <c:v>15.53903400152069</c:v>
                </c:pt>
                <c:pt idx="3">
                  <c:v>9.0731713737029089</c:v>
                </c:pt>
              </c:numCache>
              <c:extLst/>
            </c:numRef>
          </c:val>
          <c:smooth val="0"/>
          <c:extLst>
            <c:ext xmlns:c16="http://schemas.microsoft.com/office/drawing/2014/chart" uri="{C3380CC4-5D6E-409C-BE32-E72D297353CC}">
              <c16:uniqueId val="{00000006-7C80-4CA3-B87F-2BC5285902D2}"/>
            </c:ext>
          </c:extLst>
        </c:ser>
        <c:dLbls>
          <c:showLegendKey val="0"/>
          <c:showVal val="0"/>
          <c:showCatName val="0"/>
          <c:showSerName val="0"/>
          <c:showPercent val="0"/>
          <c:showBubbleSize val="0"/>
        </c:dLbls>
        <c:marker val="1"/>
        <c:smooth val="0"/>
        <c:axId val="619030111"/>
        <c:axId val="619035391"/>
      </c:lineChart>
      <c:catAx>
        <c:axId val="61903011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1" i="0" u="none" strike="noStrike" kern="1200" baseline="0">
                <a:solidFill>
                  <a:srgbClr val="002060"/>
                </a:solidFill>
                <a:latin typeface="+mn-lt"/>
                <a:ea typeface="+mn-ea"/>
                <a:cs typeface="+mn-cs"/>
              </a:defRPr>
            </a:pPr>
            <a:endParaRPr lang="es-PE"/>
          </a:p>
        </c:txPr>
        <c:crossAx val="619035391"/>
        <c:crosses val="autoZero"/>
        <c:auto val="1"/>
        <c:lblAlgn val="ctr"/>
        <c:lblOffset val="100"/>
        <c:noMultiLvlLbl val="0"/>
      </c:catAx>
      <c:valAx>
        <c:axId val="619035391"/>
        <c:scaling>
          <c:orientation val="minMax"/>
          <c:max val="22"/>
          <c:min val="8"/>
        </c:scaling>
        <c:delete val="0"/>
        <c:axPos val="l"/>
        <c:majorGridlines>
          <c:spPr>
            <a:ln w="9525" cap="flat" cmpd="sng" algn="ctr">
              <a:solidFill>
                <a:schemeClr val="tx1">
                  <a:lumMod val="15000"/>
                  <a:lumOff val="8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1000" b="1" i="0" u="none" strike="noStrike" kern="1200" baseline="0">
                <a:solidFill>
                  <a:srgbClr val="002060"/>
                </a:solidFill>
                <a:latin typeface="+mn-lt"/>
                <a:ea typeface="+mn-ea"/>
                <a:cs typeface="+mn-cs"/>
              </a:defRPr>
            </a:pPr>
            <a:endParaRPr lang="es-PE"/>
          </a:p>
        </c:txPr>
        <c:crossAx val="619030111"/>
        <c:crosses val="autoZero"/>
        <c:crossBetween val="between"/>
        <c:majorUnit val="2"/>
      </c:valAx>
      <c:spPr>
        <a:noFill/>
        <a:ln>
          <a:noFill/>
        </a:ln>
        <a:effectLst/>
      </c:spPr>
    </c:plotArea>
    <c:legend>
      <c:legendPos val="b"/>
      <c:legendEntry>
        <c:idx val="0"/>
        <c:delete val="1"/>
      </c:legendEntry>
      <c:legendEntry>
        <c:idx val="2"/>
        <c:delete val="1"/>
      </c:legendEntry>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s-PE"/>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noFill/>
      <a:round/>
    </a:ln>
    <a:effectLst/>
  </c:spPr>
  <c:txPr>
    <a:bodyPr/>
    <a:lstStyle/>
    <a:p>
      <a:pPr>
        <a:defRPr/>
      </a:pPr>
      <a:endParaRPr lang="es-PE"/>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'CA_Valuation BEST (2)'!$P$63</c:f>
              <c:strCache>
                <c:ptCount val="1"/>
                <c:pt idx="0">
                  <c:v>Box 1</c:v>
                </c:pt>
              </c:strCache>
            </c:strRef>
          </c:tx>
          <c:spPr>
            <a:noFill/>
            <a:ln>
              <a:noFill/>
            </a:ln>
            <a:effectLst/>
          </c:spPr>
          <c:invertIfNegative val="0"/>
          <c:errBars>
            <c:errBarType val="minus"/>
            <c:errValType val="cust"/>
            <c:noEndCap val="0"/>
            <c:plus>
              <c:numLit>
                <c:formatCode>General</c:formatCode>
                <c:ptCount val="1"/>
                <c:pt idx="0">
                  <c:v>1</c:v>
                </c:pt>
              </c:numLit>
            </c:plus>
            <c:minus>
              <c:numRef>
                <c:f>'CA_Valuation BEST (2)'!$Q$67:$V$67</c:f>
                <c:numCache>
                  <c:formatCode>General</c:formatCode>
                  <c:ptCount val="6"/>
                  <c:pt idx="0">
                    <c:v>22.849500000000006</c:v>
                  </c:pt>
                  <c:pt idx="1">
                    <c:v>35.988999999999976</c:v>
                  </c:pt>
                  <c:pt idx="2">
                    <c:v>6</c:v>
                  </c:pt>
                  <c:pt idx="3">
                    <c:v>12.900000000000006</c:v>
                  </c:pt>
                  <c:pt idx="4">
                    <c:v>50.649999999999977</c:v>
                  </c:pt>
                  <c:pt idx="5">
                    <c:v>26.456050000000005</c:v>
                  </c:pt>
                </c:numCache>
              </c:numRef>
            </c:minus>
            <c:spPr>
              <a:noFill/>
              <a:ln w="9525" cap="flat" cmpd="sng" algn="ctr">
                <a:solidFill>
                  <a:schemeClr val="tx1">
                    <a:lumMod val="65000"/>
                    <a:lumOff val="35000"/>
                  </a:schemeClr>
                </a:solidFill>
                <a:round/>
              </a:ln>
              <a:effectLst/>
            </c:spPr>
          </c:errBars>
          <c:cat>
            <c:strRef>
              <c:f>'CA_Valuation BEST (2)'!$Q$56:$V$56</c:f>
              <c:strCache>
                <c:ptCount val="6"/>
                <c:pt idx="0">
                  <c:v>Breakeven</c:v>
                </c:pt>
                <c:pt idx="1">
                  <c:v>10 Year</c:v>
                </c:pt>
                <c:pt idx="2">
                  <c:v>Agency MBS</c:v>
                </c:pt>
                <c:pt idx="3">
                  <c:v>US IG</c:v>
                </c:pt>
                <c:pt idx="4">
                  <c:v>US HY</c:v>
                </c:pt>
                <c:pt idx="5">
                  <c:v>EM Sov</c:v>
                </c:pt>
              </c:strCache>
            </c:strRef>
          </c:cat>
          <c:val>
            <c:numRef>
              <c:f>'CA_Valuation BEST (2)'!$Q$63:$V$63</c:f>
              <c:numCache>
                <c:formatCode>0.0</c:formatCode>
                <c:ptCount val="6"/>
                <c:pt idx="0">
                  <c:v>184.97750000000002</c:v>
                </c:pt>
                <c:pt idx="1">
                  <c:v>183.13499999999999</c:v>
                </c:pt>
                <c:pt idx="2">
                  <c:v>27</c:v>
                </c:pt>
                <c:pt idx="3">
                  <c:v>92</c:v>
                </c:pt>
                <c:pt idx="4">
                  <c:v>337.75</c:v>
                </c:pt>
                <c:pt idx="5">
                  <c:v>301.93574999999998</c:v>
                </c:pt>
              </c:numCache>
            </c:numRef>
          </c:val>
          <c:extLst>
            <c:ext xmlns:c16="http://schemas.microsoft.com/office/drawing/2014/chart" uri="{C3380CC4-5D6E-409C-BE32-E72D297353CC}">
              <c16:uniqueId val="{00000000-7682-41F9-BBD5-3DCBFEF9EF96}"/>
            </c:ext>
          </c:extLst>
        </c:ser>
        <c:ser>
          <c:idx val="1"/>
          <c:order val="1"/>
          <c:tx>
            <c:v>Interquartile Range</c:v>
          </c:tx>
          <c:spPr>
            <a:solidFill>
              <a:schemeClr val="accent5">
                <a:lumMod val="40000"/>
                <a:lumOff val="60000"/>
              </a:schemeClr>
            </a:solidFill>
            <a:ln>
              <a:noFill/>
            </a:ln>
            <a:effectLst/>
          </c:spPr>
          <c:invertIfNegative val="0"/>
          <c:cat>
            <c:strRef>
              <c:f>'CA_Valuation BEST (2)'!$Q$56:$V$56</c:f>
              <c:strCache>
                <c:ptCount val="6"/>
                <c:pt idx="0">
                  <c:v>Breakeven</c:v>
                </c:pt>
                <c:pt idx="1">
                  <c:v>10 Year</c:v>
                </c:pt>
                <c:pt idx="2">
                  <c:v>Agency MBS</c:v>
                </c:pt>
                <c:pt idx="3">
                  <c:v>US IG</c:v>
                </c:pt>
                <c:pt idx="4">
                  <c:v>US HY</c:v>
                </c:pt>
                <c:pt idx="5">
                  <c:v>EM Sov</c:v>
                </c:pt>
              </c:strCache>
            </c:strRef>
          </c:cat>
          <c:val>
            <c:numRef>
              <c:f>'CA_Valuation BEST (2)'!$Q$64:$V$64</c:f>
              <c:numCache>
                <c:formatCode>0.0</c:formatCode>
                <c:ptCount val="6"/>
                <c:pt idx="0">
                  <c:v>31.112499999999955</c:v>
                </c:pt>
                <c:pt idx="1">
                  <c:v>59.564999999999998</c:v>
                </c:pt>
                <c:pt idx="2">
                  <c:v>8</c:v>
                </c:pt>
                <c:pt idx="3">
                  <c:v>21.999999999999986</c:v>
                </c:pt>
                <c:pt idx="4">
                  <c:v>61.25</c:v>
                </c:pt>
                <c:pt idx="5">
                  <c:v>40.910250000000019</c:v>
                </c:pt>
              </c:numCache>
            </c:numRef>
          </c:val>
          <c:extLst>
            <c:ext xmlns:c16="http://schemas.microsoft.com/office/drawing/2014/chart" uri="{C3380CC4-5D6E-409C-BE32-E72D297353CC}">
              <c16:uniqueId val="{00000001-7682-41F9-BBD5-3DCBFEF9EF96}"/>
            </c:ext>
          </c:extLst>
        </c:ser>
        <c:ser>
          <c:idx val="2"/>
          <c:order val="2"/>
          <c:tx>
            <c:strRef>
              <c:f>'CA_Valuation BEST (2)'!$P$65</c:f>
              <c:strCache>
                <c:ptCount val="1"/>
                <c:pt idx="0">
                  <c:v>Box 3</c:v>
                </c:pt>
              </c:strCache>
            </c:strRef>
          </c:tx>
          <c:spPr>
            <a:solidFill>
              <a:schemeClr val="accent5">
                <a:lumMod val="40000"/>
                <a:lumOff val="60000"/>
              </a:schemeClr>
            </a:solidFill>
            <a:ln>
              <a:noFill/>
            </a:ln>
            <a:effectLst/>
          </c:spPr>
          <c:invertIfNegative val="0"/>
          <c:errBars>
            <c:errBarType val="plus"/>
            <c:errValType val="cust"/>
            <c:noEndCap val="0"/>
            <c:plus>
              <c:numRef>
                <c:f>'CA_Valuation BEST (2)'!$Q$66:$V$66</c:f>
                <c:numCache>
                  <c:formatCode>General</c:formatCode>
                  <c:ptCount val="6"/>
                  <c:pt idx="0">
                    <c:v>10.86650000000003</c:v>
                  </c:pt>
                  <c:pt idx="1">
                    <c:v>79.105999999999938</c:v>
                  </c:pt>
                  <c:pt idx="2">
                    <c:v>10.75</c:v>
                  </c:pt>
                  <c:pt idx="3">
                    <c:v>24.650000000000006</c:v>
                  </c:pt>
                  <c:pt idx="4">
                    <c:v>109.30000000000007</c:v>
                  </c:pt>
                  <c:pt idx="5">
                    <c:v>52.240750000000048</c:v>
                  </c:pt>
                </c:numCache>
              </c:numRef>
            </c:plus>
            <c:minus>
              <c:numLit>
                <c:formatCode>General</c:formatCode>
                <c:ptCount val="1"/>
                <c:pt idx="0">
                  <c:v>1</c:v>
                </c:pt>
              </c:numLit>
            </c:minus>
            <c:spPr>
              <a:noFill/>
              <a:ln w="9525" cap="flat" cmpd="sng" algn="ctr">
                <a:solidFill>
                  <a:schemeClr val="tx1">
                    <a:lumMod val="65000"/>
                    <a:lumOff val="35000"/>
                  </a:schemeClr>
                </a:solidFill>
                <a:round/>
              </a:ln>
              <a:effectLst/>
            </c:spPr>
          </c:errBars>
          <c:cat>
            <c:strRef>
              <c:f>'CA_Valuation BEST (2)'!$Q$56:$V$56</c:f>
              <c:strCache>
                <c:ptCount val="6"/>
                <c:pt idx="0">
                  <c:v>Breakeven</c:v>
                </c:pt>
                <c:pt idx="1">
                  <c:v>10 Year</c:v>
                </c:pt>
                <c:pt idx="2">
                  <c:v>Agency MBS</c:v>
                </c:pt>
                <c:pt idx="3">
                  <c:v>US IG</c:v>
                </c:pt>
                <c:pt idx="4">
                  <c:v>US HY</c:v>
                </c:pt>
                <c:pt idx="5">
                  <c:v>EM Sov</c:v>
                </c:pt>
              </c:strCache>
            </c:strRef>
          </c:cat>
          <c:val>
            <c:numRef>
              <c:f>'CA_Valuation BEST (2)'!$Q$65:$V$65</c:f>
              <c:numCache>
                <c:formatCode>0.0</c:formatCode>
                <c:ptCount val="6"/>
                <c:pt idx="0">
                  <c:v>17.752499999999998</c:v>
                </c:pt>
                <c:pt idx="1">
                  <c:v>101.03000000000003</c:v>
                </c:pt>
                <c:pt idx="2">
                  <c:v>15.25</c:v>
                </c:pt>
                <c:pt idx="3">
                  <c:v>20.250000000000014</c:v>
                </c:pt>
                <c:pt idx="4">
                  <c:v>93</c:v>
                </c:pt>
                <c:pt idx="5">
                  <c:v>48.625749999999982</c:v>
                </c:pt>
              </c:numCache>
            </c:numRef>
          </c:val>
          <c:extLst>
            <c:ext xmlns:c16="http://schemas.microsoft.com/office/drawing/2014/chart" uri="{C3380CC4-5D6E-409C-BE32-E72D297353CC}">
              <c16:uniqueId val="{00000002-7682-41F9-BBD5-3DCBFEF9EF96}"/>
            </c:ext>
          </c:extLst>
        </c:ser>
        <c:dLbls>
          <c:showLegendKey val="0"/>
          <c:showVal val="0"/>
          <c:showCatName val="0"/>
          <c:showSerName val="0"/>
          <c:showPercent val="0"/>
          <c:showBubbleSize val="0"/>
        </c:dLbls>
        <c:gapWidth val="150"/>
        <c:overlap val="100"/>
        <c:axId val="1694803776"/>
        <c:axId val="1694797056"/>
      </c:barChart>
      <c:lineChart>
        <c:grouping val="standard"/>
        <c:varyColors val="0"/>
        <c:ser>
          <c:idx val="3"/>
          <c:order val="3"/>
          <c:tx>
            <c:strRef>
              <c:f>'CA_Valuation BEST (2)'!$H$46</c:f>
              <c:strCache>
                <c:ptCount val="1"/>
                <c:pt idx="0">
                  <c:v>Last month</c:v>
                </c:pt>
              </c:strCache>
            </c:strRef>
          </c:tx>
          <c:spPr>
            <a:ln w="28575" cap="rnd">
              <a:noFill/>
              <a:round/>
            </a:ln>
            <a:effectLst/>
          </c:spPr>
          <c:marker>
            <c:symbol val="diamond"/>
            <c:size val="9"/>
            <c:spPr>
              <a:solidFill>
                <a:schemeClr val="accent4"/>
              </a:solidFill>
              <a:ln w="9525">
                <a:solidFill>
                  <a:schemeClr val="accent4"/>
                </a:solidFill>
              </a:ln>
              <a:effectLst/>
            </c:spPr>
          </c:marker>
          <c:val>
            <c:numRef>
              <c:f>'CA_Valuation BEST (2)'!$Q$46:$V$46</c:f>
              <c:numCache>
                <c:formatCode>0.0</c:formatCode>
                <c:ptCount val="6"/>
                <c:pt idx="0">
                  <c:v>232.06000000000003</c:v>
                </c:pt>
                <c:pt idx="1">
                  <c:v>475</c:v>
                </c:pt>
                <c:pt idx="2">
                  <c:v>28.999999999999996</c:v>
                </c:pt>
                <c:pt idx="3">
                  <c:v>73</c:v>
                </c:pt>
                <c:pt idx="4">
                  <c:v>261</c:v>
                </c:pt>
                <c:pt idx="5">
                  <c:v>234.54</c:v>
                </c:pt>
              </c:numCache>
            </c:numRef>
          </c:val>
          <c:smooth val="0"/>
          <c:extLst>
            <c:ext xmlns:c16="http://schemas.microsoft.com/office/drawing/2014/chart" uri="{C3380CC4-5D6E-409C-BE32-E72D297353CC}">
              <c16:uniqueId val="{00000003-7682-41F9-BBD5-3DCBFEF9EF96}"/>
            </c:ext>
          </c:extLst>
        </c:ser>
        <c:ser>
          <c:idx val="4"/>
          <c:order val="4"/>
          <c:tx>
            <c:strRef>
              <c:f>'CA_Valuation BEST (2)'!$H$47</c:f>
              <c:strCache>
                <c:ptCount val="1"/>
                <c:pt idx="0">
                  <c:v>Covid-19</c:v>
                </c:pt>
              </c:strCache>
            </c:strRef>
          </c:tx>
          <c:spPr>
            <a:ln w="28575" cap="rnd">
              <a:noFill/>
              <a:round/>
            </a:ln>
            <a:effectLst/>
          </c:spPr>
          <c:marker>
            <c:symbol val="x"/>
            <c:size val="9"/>
            <c:spPr>
              <a:solidFill>
                <a:schemeClr val="accent5"/>
              </a:solidFill>
              <a:ln w="9525">
                <a:solidFill>
                  <a:schemeClr val="accent5"/>
                </a:solidFill>
              </a:ln>
              <a:effectLst/>
            </c:spPr>
          </c:marker>
          <c:val>
            <c:numRef>
              <c:f>'CA_Valuation BEST (2)'!$Q$47:$V$47</c:f>
              <c:numCache>
                <c:formatCode>0.0</c:formatCode>
                <c:ptCount val="6"/>
                <c:pt idx="0">
                  <c:v>92.69</c:v>
                </c:pt>
                <c:pt idx="1">
                  <c:v>63.93</c:v>
                </c:pt>
                <c:pt idx="2">
                  <c:v>73</c:v>
                </c:pt>
                <c:pt idx="3">
                  <c:v>254.99999999999997</c:v>
                </c:pt>
                <c:pt idx="4">
                  <c:v>880.00000000000011</c:v>
                </c:pt>
                <c:pt idx="5">
                  <c:v>626.226</c:v>
                </c:pt>
              </c:numCache>
            </c:numRef>
          </c:val>
          <c:smooth val="0"/>
          <c:extLst>
            <c:ext xmlns:c16="http://schemas.microsoft.com/office/drawing/2014/chart" uri="{C3380CC4-5D6E-409C-BE32-E72D297353CC}">
              <c16:uniqueId val="{00000004-7682-41F9-BBD5-3DCBFEF9EF96}"/>
            </c:ext>
          </c:extLst>
        </c:ser>
        <c:ser>
          <c:idx val="5"/>
          <c:order val="5"/>
          <c:tx>
            <c:strRef>
              <c:f>'CA_Valuation BEST (2)'!$H$48</c:f>
              <c:strCache>
                <c:ptCount val="1"/>
                <c:pt idx="0">
                  <c:v>Dec-22</c:v>
                </c:pt>
              </c:strCache>
            </c:strRef>
          </c:tx>
          <c:spPr>
            <a:ln w="28575" cap="rnd">
              <a:noFill/>
              <a:round/>
            </a:ln>
            <a:effectLst/>
          </c:spPr>
          <c:marker>
            <c:symbol val="triangle"/>
            <c:size val="9"/>
            <c:spPr>
              <a:solidFill>
                <a:schemeClr val="accent6"/>
              </a:solidFill>
              <a:ln w="9525">
                <a:solidFill>
                  <a:schemeClr val="accent6"/>
                </a:solidFill>
              </a:ln>
              <a:effectLst/>
            </c:spPr>
          </c:marker>
          <c:val>
            <c:numRef>
              <c:f>'CA_Valuation BEST (2)'!$Q$48:$V$48</c:f>
              <c:numCache>
                <c:formatCode>0.0</c:formatCode>
                <c:ptCount val="6"/>
                <c:pt idx="0">
                  <c:v>229.72000000000003</c:v>
                </c:pt>
                <c:pt idx="1">
                  <c:v>387.48</c:v>
                </c:pt>
                <c:pt idx="2">
                  <c:v>51</c:v>
                </c:pt>
                <c:pt idx="3">
                  <c:v>121</c:v>
                </c:pt>
                <c:pt idx="4">
                  <c:v>469.00000000000006</c:v>
                </c:pt>
                <c:pt idx="5">
                  <c:v>452.5</c:v>
                </c:pt>
              </c:numCache>
            </c:numRef>
          </c:val>
          <c:smooth val="0"/>
          <c:extLst>
            <c:ext xmlns:c16="http://schemas.microsoft.com/office/drawing/2014/chart" uri="{C3380CC4-5D6E-409C-BE32-E72D297353CC}">
              <c16:uniqueId val="{00000005-7682-41F9-BBD5-3DCBFEF9EF96}"/>
            </c:ext>
          </c:extLst>
        </c:ser>
        <c:ser>
          <c:idx val="6"/>
          <c:order val="6"/>
          <c:tx>
            <c:strRef>
              <c:f>'CA_Valuation BEST (2)'!$H$44</c:f>
              <c:strCache>
                <c:ptCount val="1"/>
                <c:pt idx="0">
                  <c:v>Current</c:v>
                </c:pt>
              </c:strCache>
            </c:strRef>
          </c:tx>
          <c:spPr>
            <a:ln w="25400" cap="rnd">
              <a:noFill/>
              <a:round/>
            </a:ln>
            <a:effectLst/>
          </c:spPr>
          <c:marker>
            <c:symbol val="star"/>
            <c:size val="9"/>
            <c:spPr>
              <a:noFill/>
              <a:ln w="9525">
                <a:solidFill>
                  <a:schemeClr val="accent1">
                    <a:lumMod val="60000"/>
                  </a:schemeClr>
                </a:solidFill>
              </a:ln>
              <a:effectLst/>
            </c:spPr>
          </c:marker>
          <c:val>
            <c:numRef>
              <c:f>'CA_Valuation BEST (2)'!$Q$45:$V$45</c:f>
              <c:numCache>
                <c:formatCode>0.00</c:formatCode>
                <c:ptCount val="6"/>
                <c:pt idx="0">
                  <c:v>231.3</c:v>
                </c:pt>
                <c:pt idx="1">
                  <c:v>493.44</c:v>
                </c:pt>
                <c:pt idx="2">
                  <c:v>36</c:v>
                </c:pt>
                <c:pt idx="3">
                  <c:v>72</c:v>
                </c:pt>
                <c:pt idx="4">
                  <c:v>270</c:v>
                </c:pt>
                <c:pt idx="5">
                  <c:v>236.374</c:v>
                </c:pt>
              </c:numCache>
            </c:numRef>
          </c:val>
          <c:smooth val="0"/>
          <c:extLst>
            <c:ext xmlns:c16="http://schemas.microsoft.com/office/drawing/2014/chart" uri="{C3380CC4-5D6E-409C-BE32-E72D297353CC}">
              <c16:uniqueId val="{00000006-7682-41F9-BBD5-3DCBFEF9EF96}"/>
            </c:ext>
          </c:extLst>
        </c:ser>
        <c:dLbls>
          <c:showLegendKey val="0"/>
          <c:showVal val="0"/>
          <c:showCatName val="0"/>
          <c:showSerName val="0"/>
          <c:showPercent val="0"/>
          <c:showBubbleSize val="0"/>
        </c:dLbls>
        <c:marker val="1"/>
        <c:smooth val="0"/>
        <c:axId val="1694803776"/>
        <c:axId val="1694797056"/>
      </c:lineChart>
      <c:catAx>
        <c:axId val="1694803776"/>
        <c:scaling>
          <c:orientation val="minMax"/>
        </c:scaling>
        <c:delete val="0"/>
        <c:axPos val="b"/>
        <c:numFmt formatCode="General" sourceLinked="1"/>
        <c:majorTickMark val="none"/>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1" i="0" u="none" strike="noStrike" kern="1200" baseline="0">
                <a:solidFill>
                  <a:srgbClr val="002060"/>
                </a:solidFill>
                <a:latin typeface="+mn-lt"/>
                <a:ea typeface="+mn-ea"/>
                <a:cs typeface="+mn-cs"/>
              </a:defRPr>
            </a:pPr>
            <a:endParaRPr lang="es-PE"/>
          </a:p>
        </c:txPr>
        <c:crossAx val="1694797056"/>
        <c:crosses val="autoZero"/>
        <c:auto val="1"/>
        <c:lblAlgn val="ctr"/>
        <c:lblOffset val="100"/>
        <c:noMultiLvlLbl val="0"/>
      </c:catAx>
      <c:valAx>
        <c:axId val="1694797056"/>
        <c:scaling>
          <c:orientation val="minMax"/>
          <c:max val="950"/>
          <c:min val="0"/>
        </c:scaling>
        <c:delete val="0"/>
        <c:axPos val="l"/>
        <c:majorGridlines>
          <c:spPr>
            <a:ln w="9525" cap="flat" cmpd="sng" algn="ctr">
              <a:solidFill>
                <a:schemeClr val="tx1">
                  <a:lumMod val="15000"/>
                  <a:lumOff val="8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1000" b="1" i="0" u="none" strike="noStrike" kern="1200" baseline="0">
                <a:solidFill>
                  <a:srgbClr val="002060"/>
                </a:solidFill>
                <a:latin typeface="+mn-lt"/>
                <a:ea typeface="+mn-ea"/>
                <a:cs typeface="+mn-cs"/>
              </a:defRPr>
            </a:pPr>
            <a:endParaRPr lang="es-PE"/>
          </a:p>
        </c:txPr>
        <c:crossAx val="1694803776"/>
        <c:crosses val="autoZero"/>
        <c:crossBetween val="between"/>
      </c:valAx>
      <c:spPr>
        <a:noFill/>
        <a:ln>
          <a:noFill/>
        </a:ln>
        <a:effectLst/>
      </c:spPr>
    </c:plotArea>
    <c:legend>
      <c:legendPos val="b"/>
      <c:legendEntry>
        <c:idx val="0"/>
        <c:delete val="1"/>
      </c:legendEntry>
      <c:legendEntry>
        <c:idx val="2"/>
        <c:delete val="1"/>
      </c:legendEntry>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s-PE"/>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noFill/>
      <a:round/>
    </a:ln>
    <a:effectLst/>
  </c:spPr>
  <c:txPr>
    <a:bodyPr/>
    <a:lstStyle/>
    <a:p>
      <a:pPr>
        <a:defRPr/>
      </a:pPr>
      <a:endParaRPr lang="es-PE"/>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0132166828303899"/>
          <c:y val="2.9861753122177748E-2"/>
          <c:w val="0.74111785890841908"/>
          <c:h val="0.90883144782476255"/>
        </c:manualLayout>
      </c:layout>
      <c:barChart>
        <c:barDir val="bar"/>
        <c:grouping val="clustered"/>
        <c:varyColors val="0"/>
        <c:ser>
          <c:idx val="0"/>
          <c:order val="0"/>
          <c:tx>
            <c:strRef>
              <c:f>Profile_Fondos!$F$4</c:f>
              <c:strCache>
                <c:ptCount val="1"/>
                <c:pt idx="0">
                  <c:v>Rentabilidad</c:v>
                </c:pt>
              </c:strCache>
            </c:strRef>
          </c:tx>
          <c:spPr>
            <a:solidFill>
              <a:srgbClr val="1E2E6E"/>
            </a:solidFill>
            <a:ln>
              <a:noFill/>
            </a:ln>
            <a:effectLst/>
          </c:spPr>
          <c:invertIfNegative val="0"/>
          <c:dPt>
            <c:idx val="0"/>
            <c:invertIfNegative val="0"/>
            <c:bubble3D val="0"/>
            <c:spPr>
              <a:solidFill>
                <a:srgbClr val="002060"/>
              </a:solidFill>
              <a:ln>
                <a:noFill/>
              </a:ln>
              <a:effectLst/>
            </c:spPr>
            <c:extLst>
              <c:ext xmlns:c16="http://schemas.microsoft.com/office/drawing/2014/chart" uri="{C3380CC4-5D6E-409C-BE32-E72D297353CC}">
                <c16:uniqueId val="{00000001-ACFB-48D1-8EB2-E3B43D8A20F6}"/>
              </c:ext>
            </c:extLst>
          </c:dPt>
          <c:dPt>
            <c:idx val="1"/>
            <c:invertIfNegative val="0"/>
            <c:bubble3D val="0"/>
            <c:spPr>
              <a:solidFill>
                <a:srgbClr val="002060"/>
              </a:solidFill>
              <a:ln>
                <a:noFill/>
              </a:ln>
              <a:effectLst/>
            </c:spPr>
            <c:extLst>
              <c:ext xmlns:c16="http://schemas.microsoft.com/office/drawing/2014/chart" uri="{C3380CC4-5D6E-409C-BE32-E72D297353CC}">
                <c16:uniqueId val="{00000003-ACFB-48D1-8EB2-E3B43D8A20F6}"/>
              </c:ext>
            </c:extLst>
          </c:dPt>
          <c:dPt>
            <c:idx val="2"/>
            <c:invertIfNegative val="0"/>
            <c:bubble3D val="0"/>
            <c:spPr>
              <a:solidFill>
                <a:srgbClr val="002060"/>
              </a:solidFill>
              <a:ln>
                <a:noFill/>
              </a:ln>
              <a:effectLst/>
            </c:spPr>
            <c:extLst>
              <c:ext xmlns:c16="http://schemas.microsoft.com/office/drawing/2014/chart" uri="{C3380CC4-5D6E-409C-BE32-E72D297353CC}">
                <c16:uniqueId val="{00000005-ACFB-48D1-8EB2-E3B43D8A20F6}"/>
              </c:ext>
            </c:extLst>
          </c:dPt>
          <c:dPt>
            <c:idx val="3"/>
            <c:invertIfNegative val="0"/>
            <c:bubble3D val="0"/>
            <c:spPr>
              <a:solidFill>
                <a:srgbClr val="002060"/>
              </a:solidFill>
              <a:ln>
                <a:noFill/>
              </a:ln>
              <a:effectLst/>
            </c:spPr>
            <c:extLst>
              <c:ext xmlns:c16="http://schemas.microsoft.com/office/drawing/2014/chart" uri="{C3380CC4-5D6E-409C-BE32-E72D297353CC}">
                <c16:uniqueId val="{00000007-ACFB-48D1-8EB2-E3B43D8A20F6}"/>
              </c:ext>
            </c:extLst>
          </c:dPt>
          <c:dPt>
            <c:idx val="4"/>
            <c:invertIfNegative val="0"/>
            <c:bubble3D val="0"/>
            <c:spPr>
              <a:solidFill>
                <a:srgbClr val="002060"/>
              </a:solidFill>
              <a:ln>
                <a:noFill/>
              </a:ln>
              <a:effectLst/>
            </c:spPr>
            <c:extLst>
              <c:ext xmlns:c16="http://schemas.microsoft.com/office/drawing/2014/chart" uri="{C3380CC4-5D6E-409C-BE32-E72D297353CC}">
                <c16:uniqueId val="{00000009-ACFB-48D1-8EB2-E3B43D8A20F6}"/>
              </c:ext>
            </c:extLst>
          </c:dPt>
          <c:dPt>
            <c:idx val="5"/>
            <c:invertIfNegative val="0"/>
            <c:bubble3D val="0"/>
            <c:spPr>
              <a:solidFill>
                <a:srgbClr val="00AECB"/>
              </a:solidFill>
              <a:ln>
                <a:noFill/>
              </a:ln>
              <a:effectLst/>
            </c:spPr>
            <c:extLst>
              <c:ext xmlns:c16="http://schemas.microsoft.com/office/drawing/2014/chart" uri="{C3380CC4-5D6E-409C-BE32-E72D297353CC}">
                <c16:uniqueId val="{0000000B-ACFB-48D1-8EB2-E3B43D8A20F6}"/>
              </c:ext>
            </c:extLst>
          </c:dPt>
          <c:dPt>
            <c:idx val="6"/>
            <c:invertIfNegative val="0"/>
            <c:bubble3D val="0"/>
            <c:spPr>
              <a:solidFill>
                <a:srgbClr val="9BBB59"/>
              </a:solidFill>
              <a:ln>
                <a:noFill/>
              </a:ln>
              <a:effectLst/>
            </c:spPr>
            <c:extLst>
              <c:ext xmlns:c16="http://schemas.microsoft.com/office/drawing/2014/chart" uri="{C3380CC4-5D6E-409C-BE32-E72D297353CC}">
                <c16:uniqueId val="{0000000D-ACFB-48D1-8EB2-E3B43D8A20F6}"/>
              </c:ext>
            </c:extLst>
          </c:dPt>
          <c:dPt>
            <c:idx val="7"/>
            <c:invertIfNegative val="0"/>
            <c:bubble3D val="0"/>
            <c:spPr>
              <a:solidFill>
                <a:srgbClr val="00AECB"/>
              </a:solidFill>
              <a:ln>
                <a:noFill/>
              </a:ln>
              <a:effectLst/>
            </c:spPr>
            <c:extLst>
              <c:ext xmlns:c16="http://schemas.microsoft.com/office/drawing/2014/chart" uri="{C3380CC4-5D6E-409C-BE32-E72D297353CC}">
                <c16:uniqueId val="{0000000F-ACFB-48D1-8EB2-E3B43D8A20F6}"/>
              </c:ext>
            </c:extLst>
          </c:dPt>
          <c:dPt>
            <c:idx val="8"/>
            <c:invertIfNegative val="0"/>
            <c:bubble3D val="0"/>
            <c:spPr>
              <a:solidFill>
                <a:srgbClr val="9BBB59"/>
              </a:solidFill>
              <a:ln>
                <a:noFill/>
              </a:ln>
              <a:effectLst/>
            </c:spPr>
            <c:extLst>
              <c:ext xmlns:c16="http://schemas.microsoft.com/office/drawing/2014/chart" uri="{C3380CC4-5D6E-409C-BE32-E72D297353CC}">
                <c16:uniqueId val="{00000011-ACFB-48D1-8EB2-E3B43D8A20F6}"/>
              </c:ext>
            </c:extLst>
          </c:dPt>
          <c:dPt>
            <c:idx val="9"/>
            <c:invertIfNegative val="0"/>
            <c:bubble3D val="0"/>
            <c:spPr>
              <a:solidFill>
                <a:srgbClr val="002060"/>
              </a:solidFill>
              <a:ln>
                <a:noFill/>
              </a:ln>
              <a:effectLst/>
            </c:spPr>
            <c:extLst>
              <c:ext xmlns:c16="http://schemas.microsoft.com/office/drawing/2014/chart" uri="{C3380CC4-5D6E-409C-BE32-E72D297353CC}">
                <c16:uniqueId val="{00000013-ACFB-48D1-8EB2-E3B43D8A20F6}"/>
              </c:ext>
            </c:extLst>
          </c:dPt>
          <c:dPt>
            <c:idx val="10"/>
            <c:invertIfNegative val="0"/>
            <c:bubble3D val="0"/>
            <c:spPr>
              <a:solidFill>
                <a:srgbClr val="002060"/>
              </a:solidFill>
              <a:ln>
                <a:noFill/>
              </a:ln>
              <a:effectLst/>
            </c:spPr>
            <c:extLst>
              <c:ext xmlns:c16="http://schemas.microsoft.com/office/drawing/2014/chart" uri="{C3380CC4-5D6E-409C-BE32-E72D297353CC}">
                <c16:uniqueId val="{00000015-ACFB-48D1-8EB2-E3B43D8A20F6}"/>
              </c:ext>
            </c:extLst>
          </c:dPt>
          <c:dPt>
            <c:idx val="11"/>
            <c:invertIfNegative val="0"/>
            <c:bubble3D val="0"/>
            <c:spPr>
              <a:solidFill>
                <a:srgbClr val="00AECB"/>
              </a:solidFill>
              <a:ln>
                <a:noFill/>
              </a:ln>
              <a:effectLst/>
            </c:spPr>
            <c:extLst>
              <c:ext xmlns:c16="http://schemas.microsoft.com/office/drawing/2014/chart" uri="{C3380CC4-5D6E-409C-BE32-E72D297353CC}">
                <c16:uniqueId val="{00000017-ACFB-48D1-8EB2-E3B43D8A20F6}"/>
              </c:ext>
            </c:extLst>
          </c:dPt>
          <c:dPt>
            <c:idx val="12"/>
            <c:invertIfNegative val="0"/>
            <c:bubble3D val="0"/>
            <c:spPr>
              <a:solidFill>
                <a:srgbClr val="002060"/>
              </a:solidFill>
              <a:ln>
                <a:noFill/>
              </a:ln>
              <a:effectLst/>
            </c:spPr>
            <c:extLst>
              <c:ext xmlns:c16="http://schemas.microsoft.com/office/drawing/2014/chart" uri="{C3380CC4-5D6E-409C-BE32-E72D297353CC}">
                <c16:uniqueId val="{00000019-ACFB-48D1-8EB2-E3B43D8A20F6}"/>
              </c:ext>
            </c:extLst>
          </c:dPt>
          <c:dPt>
            <c:idx val="13"/>
            <c:invertIfNegative val="0"/>
            <c:bubble3D val="0"/>
            <c:spPr>
              <a:solidFill>
                <a:srgbClr val="9BBB59"/>
              </a:solidFill>
              <a:ln>
                <a:noFill/>
              </a:ln>
              <a:effectLst/>
            </c:spPr>
            <c:extLst>
              <c:ext xmlns:c16="http://schemas.microsoft.com/office/drawing/2014/chart" uri="{C3380CC4-5D6E-409C-BE32-E72D297353CC}">
                <c16:uniqueId val="{0000001B-ACFB-48D1-8EB2-E3B43D8A20F6}"/>
              </c:ext>
            </c:extLst>
          </c:dPt>
          <c:dPt>
            <c:idx val="14"/>
            <c:invertIfNegative val="0"/>
            <c:bubble3D val="0"/>
            <c:spPr>
              <a:solidFill>
                <a:srgbClr val="1E2E6E"/>
              </a:solidFill>
              <a:ln>
                <a:noFill/>
              </a:ln>
              <a:effectLst/>
            </c:spPr>
            <c:extLst>
              <c:ext xmlns:c16="http://schemas.microsoft.com/office/drawing/2014/chart" uri="{C3380CC4-5D6E-409C-BE32-E72D297353CC}">
                <c16:uniqueId val="{0000001D-ACFB-48D1-8EB2-E3B43D8A20F6}"/>
              </c:ext>
            </c:extLst>
          </c:dPt>
          <c:dLbls>
            <c:numFmt formatCode="0.0%" sourceLinked="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2">
                        <a:lumMod val="75000"/>
                      </a:schemeClr>
                    </a:solidFill>
                    <a:latin typeface="Trebuchet MS" panose="020B0603020202020204" pitchFamily="34" charset="0"/>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Profile_Fondos!$F$5:$F$20</c:f>
              <c:strCache>
                <c:ptCount val="16"/>
                <c:pt idx="0">
                  <c:v>USD vs DMFX</c:v>
                </c:pt>
                <c:pt idx="1">
                  <c:v>UST</c:v>
                </c:pt>
                <c:pt idx="2">
                  <c:v>US Corp IG</c:v>
                </c:pt>
                <c:pt idx="3">
                  <c:v>EMFX vs USD</c:v>
                </c:pt>
                <c:pt idx="4">
                  <c:v>EMD Corp HC</c:v>
                </c:pt>
                <c:pt idx="5">
                  <c:v>Integra F1</c:v>
                </c:pt>
                <c:pt idx="6">
                  <c:v>Sistema F1</c:v>
                </c:pt>
                <c:pt idx="7">
                  <c:v>Integra F2</c:v>
                </c:pt>
                <c:pt idx="8">
                  <c:v>Sistema F2</c:v>
                </c:pt>
                <c:pt idx="9">
                  <c:v>Soberanos PEN</c:v>
                </c:pt>
                <c:pt idx="10">
                  <c:v>Global HY</c:v>
                </c:pt>
                <c:pt idx="11">
                  <c:v>Integra F3</c:v>
                </c:pt>
                <c:pt idx="12">
                  <c:v>US Equity</c:v>
                </c:pt>
                <c:pt idx="13">
                  <c:v>Sistema F3</c:v>
                </c:pt>
                <c:pt idx="14">
                  <c:v>EM Equity</c:v>
                </c:pt>
                <c:pt idx="15">
                  <c:v>Equity Local</c:v>
                </c:pt>
              </c:strCache>
            </c:strRef>
          </c:cat>
          <c:val>
            <c:numRef>
              <c:f>Profile_Fondos!$G$5:$G$20</c:f>
              <c:numCache>
                <c:formatCode>0.0%</c:formatCode>
                <c:ptCount val="16"/>
                <c:pt idx="0">
                  <c:v>-9.3697862416694977E-2</c:v>
                </c:pt>
                <c:pt idx="1">
                  <c:v>7.5823430576229423E-2</c:v>
                </c:pt>
                <c:pt idx="2">
                  <c:v>7.7726098191214454E-2</c:v>
                </c:pt>
                <c:pt idx="3">
                  <c:v>8.3014048531290019E-2</c:v>
                </c:pt>
                <c:pt idx="4">
                  <c:v>8.7245916747734409E-2</c:v>
                </c:pt>
                <c:pt idx="5">
                  <c:v>9.7814076999999999E-2</c:v>
                </c:pt>
                <c:pt idx="6">
                  <c:v>0.10145831</c:v>
                </c:pt>
                <c:pt idx="7">
                  <c:v>0.105790232</c:v>
                </c:pt>
                <c:pt idx="8">
                  <c:v>0.112382472</c:v>
                </c:pt>
                <c:pt idx="9">
                  <c:v>0.11553527343206857</c:v>
                </c:pt>
                <c:pt idx="10">
                  <c:v>0.12063022042129834</c:v>
                </c:pt>
                <c:pt idx="11">
                  <c:v>0.16275363200000001</c:v>
                </c:pt>
                <c:pt idx="12">
                  <c:v>0.1785998</c:v>
                </c:pt>
                <c:pt idx="13">
                  <c:v>0.19073770900000001</c:v>
                </c:pt>
                <c:pt idx="14">
                  <c:v>0.3428562</c:v>
                </c:pt>
                <c:pt idx="15">
                  <c:v>0.50080610000000003</c:v>
                </c:pt>
              </c:numCache>
            </c:numRef>
          </c:val>
          <c:extLst>
            <c:ext xmlns:c16="http://schemas.microsoft.com/office/drawing/2014/chart" uri="{C3380CC4-5D6E-409C-BE32-E72D297353CC}">
              <c16:uniqueId val="{0000001E-ACFB-48D1-8EB2-E3B43D8A20F6}"/>
            </c:ext>
          </c:extLst>
        </c:ser>
        <c:dLbls>
          <c:showLegendKey val="0"/>
          <c:showVal val="0"/>
          <c:showCatName val="0"/>
          <c:showSerName val="0"/>
          <c:showPercent val="0"/>
          <c:showBubbleSize val="0"/>
        </c:dLbls>
        <c:gapWidth val="76"/>
        <c:overlap val="-7"/>
        <c:axId val="1211574448"/>
        <c:axId val="1183677504"/>
      </c:barChart>
      <c:catAx>
        <c:axId val="1211574448"/>
        <c:scaling>
          <c:orientation val="minMax"/>
        </c:scaling>
        <c:delete val="0"/>
        <c:axPos val="l"/>
        <c:numFmt formatCode="General" sourceLinked="1"/>
        <c:majorTickMark val="out"/>
        <c:minorTickMark val="none"/>
        <c:tickLblPos val="low"/>
        <c:spPr>
          <a:noFill/>
          <a:ln w="9525" cap="flat" cmpd="sng" algn="ctr">
            <a:solidFill>
              <a:schemeClr val="bg1">
                <a:lumMod val="50000"/>
              </a:schemeClr>
            </a:solidFill>
            <a:round/>
          </a:ln>
          <a:effectLst/>
        </c:spPr>
        <c:txPr>
          <a:bodyPr rot="-60000000" spcFirstLastPara="1" vertOverflow="ellipsis" vert="horz" wrap="square" anchor="ctr" anchorCtr="1"/>
          <a:lstStyle/>
          <a:p>
            <a:pPr>
              <a:defRPr sz="900" b="1" i="0" u="none" strike="noStrike" kern="1200" baseline="0">
                <a:solidFill>
                  <a:schemeClr val="tx2">
                    <a:lumMod val="75000"/>
                  </a:schemeClr>
                </a:solidFill>
                <a:latin typeface="Trebuchet MS" panose="020B0603020202020204" pitchFamily="34" charset="0"/>
                <a:ea typeface="+mn-ea"/>
                <a:cs typeface="+mn-cs"/>
              </a:defRPr>
            </a:pPr>
            <a:endParaRPr lang="en-US"/>
          </a:p>
        </c:txPr>
        <c:crossAx val="1183677504"/>
        <c:crosses val="autoZero"/>
        <c:auto val="1"/>
        <c:lblAlgn val="ctr"/>
        <c:lblOffset val="100"/>
        <c:noMultiLvlLbl val="0"/>
      </c:catAx>
      <c:valAx>
        <c:axId val="1183677504"/>
        <c:scaling>
          <c:orientation val="minMax"/>
          <c:min val="-0.30000000000000004"/>
        </c:scaling>
        <c:delete val="0"/>
        <c:axPos val="b"/>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900" b="1" i="0" u="none" strike="noStrike" kern="1200" baseline="0">
                <a:solidFill>
                  <a:schemeClr val="tx2">
                    <a:lumMod val="75000"/>
                  </a:schemeClr>
                </a:solidFill>
                <a:latin typeface="Trebuchet MS" panose="020B0603020202020204" pitchFamily="34" charset="0"/>
                <a:ea typeface="+mn-ea"/>
                <a:cs typeface="+mn-cs"/>
              </a:defRPr>
            </a:pPr>
            <a:endParaRPr lang="en-US"/>
          </a:p>
        </c:txPr>
        <c:crossAx val="1211574448"/>
        <c:crosses val="autoZero"/>
        <c:crossBetween val="between"/>
      </c:valAx>
      <c:spPr>
        <a:noFill/>
        <a:ln>
          <a:solidFill>
            <a:schemeClr val="bg1">
              <a:lumMod val="65000"/>
            </a:schemeClr>
          </a:solidFill>
        </a:ln>
        <a:effectLst/>
      </c:spPr>
    </c:plotArea>
    <c:plotVisOnly val="1"/>
    <c:dispBlanksAs val="gap"/>
    <c:showDLblsOverMax val="0"/>
    <c:extLst/>
  </c:chart>
  <c:spPr>
    <a:noFill/>
    <a:ln w="9525" cap="flat" cmpd="sng" algn="ctr">
      <a:noFill/>
      <a:round/>
    </a:ln>
    <a:effectLst/>
  </c:spPr>
  <c:txPr>
    <a:bodyPr/>
    <a:lstStyle/>
    <a:p>
      <a:pPr>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67838599579723E-2"/>
          <c:y val="2.9537406577644264E-2"/>
          <c:w val="0.71004934513866125"/>
          <c:h val="0.90982168455825829"/>
        </c:manualLayout>
      </c:layout>
      <c:barChart>
        <c:barDir val="bar"/>
        <c:grouping val="clustered"/>
        <c:varyColors val="0"/>
        <c:ser>
          <c:idx val="0"/>
          <c:order val="0"/>
          <c:spPr>
            <a:solidFill>
              <a:srgbClr val="1E2E6E"/>
            </a:solidFill>
            <a:ln>
              <a:noFill/>
            </a:ln>
            <a:effectLst/>
          </c:spPr>
          <c:invertIfNegative val="0"/>
          <c:dPt>
            <c:idx val="2"/>
            <c:invertIfNegative val="0"/>
            <c:bubble3D val="0"/>
            <c:spPr>
              <a:solidFill>
                <a:srgbClr val="1E2E6E"/>
              </a:solidFill>
              <a:ln>
                <a:noFill/>
              </a:ln>
              <a:effectLst/>
            </c:spPr>
            <c:extLst>
              <c:ext xmlns:c16="http://schemas.microsoft.com/office/drawing/2014/chart" uri="{C3380CC4-5D6E-409C-BE32-E72D297353CC}">
                <c16:uniqueId val="{00000001-866A-4238-AD39-797F5579F222}"/>
              </c:ext>
            </c:extLst>
          </c:dPt>
          <c:dPt>
            <c:idx val="4"/>
            <c:invertIfNegative val="0"/>
            <c:bubble3D val="0"/>
            <c:spPr>
              <a:solidFill>
                <a:srgbClr val="1E2E6E"/>
              </a:solidFill>
              <a:ln>
                <a:noFill/>
              </a:ln>
              <a:effectLst/>
            </c:spPr>
            <c:extLst>
              <c:ext xmlns:c16="http://schemas.microsoft.com/office/drawing/2014/chart" uri="{C3380CC4-5D6E-409C-BE32-E72D297353CC}">
                <c16:uniqueId val="{00000003-866A-4238-AD39-797F5579F222}"/>
              </c:ext>
            </c:extLst>
          </c:dPt>
          <c:dPt>
            <c:idx val="5"/>
            <c:invertIfNegative val="0"/>
            <c:bubble3D val="0"/>
            <c:spPr>
              <a:solidFill>
                <a:srgbClr val="1E2E6E"/>
              </a:solidFill>
              <a:ln>
                <a:noFill/>
              </a:ln>
              <a:effectLst/>
            </c:spPr>
            <c:extLst>
              <c:ext xmlns:c16="http://schemas.microsoft.com/office/drawing/2014/chart" uri="{C3380CC4-5D6E-409C-BE32-E72D297353CC}">
                <c16:uniqueId val="{00000005-866A-4238-AD39-797F5579F222}"/>
              </c:ext>
            </c:extLst>
          </c:dPt>
          <c:dPt>
            <c:idx val="6"/>
            <c:invertIfNegative val="0"/>
            <c:bubble3D val="0"/>
            <c:spPr>
              <a:solidFill>
                <a:srgbClr val="1E2E6E"/>
              </a:solidFill>
              <a:ln>
                <a:noFill/>
              </a:ln>
              <a:effectLst/>
            </c:spPr>
            <c:extLst>
              <c:ext xmlns:c16="http://schemas.microsoft.com/office/drawing/2014/chart" uri="{C3380CC4-5D6E-409C-BE32-E72D297353CC}">
                <c16:uniqueId val="{00000007-866A-4238-AD39-797F5579F222}"/>
              </c:ext>
            </c:extLst>
          </c:dPt>
          <c:dPt>
            <c:idx val="7"/>
            <c:invertIfNegative val="0"/>
            <c:bubble3D val="0"/>
            <c:spPr>
              <a:solidFill>
                <a:srgbClr val="1E2E6E"/>
              </a:solidFill>
              <a:ln>
                <a:noFill/>
              </a:ln>
              <a:effectLst/>
            </c:spPr>
            <c:extLst>
              <c:ext xmlns:c16="http://schemas.microsoft.com/office/drawing/2014/chart" uri="{C3380CC4-5D6E-409C-BE32-E72D297353CC}">
                <c16:uniqueId val="{00000009-866A-4238-AD39-797F5579F222}"/>
              </c:ext>
            </c:extLst>
          </c:dPt>
          <c:dPt>
            <c:idx val="8"/>
            <c:invertIfNegative val="0"/>
            <c:bubble3D val="0"/>
            <c:spPr>
              <a:solidFill>
                <a:srgbClr val="9BBB59"/>
              </a:solidFill>
              <a:ln>
                <a:noFill/>
              </a:ln>
              <a:effectLst/>
            </c:spPr>
            <c:extLst>
              <c:ext xmlns:c16="http://schemas.microsoft.com/office/drawing/2014/chart" uri="{C3380CC4-5D6E-409C-BE32-E72D297353CC}">
                <c16:uniqueId val="{0000000B-866A-4238-AD39-797F5579F222}"/>
              </c:ext>
            </c:extLst>
          </c:dPt>
          <c:dPt>
            <c:idx val="9"/>
            <c:invertIfNegative val="0"/>
            <c:bubble3D val="0"/>
            <c:spPr>
              <a:solidFill>
                <a:srgbClr val="00AECB"/>
              </a:solidFill>
              <a:ln>
                <a:noFill/>
              </a:ln>
              <a:effectLst/>
            </c:spPr>
            <c:extLst>
              <c:ext xmlns:c16="http://schemas.microsoft.com/office/drawing/2014/chart" uri="{C3380CC4-5D6E-409C-BE32-E72D297353CC}">
                <c16:uniqueId val="{0000000D-866A-4238-AD39-797F5579F222}"/>
              </c:ext>
            </c:extLst>
          </c:dPt>
          <c:dPt>
            <c:idx val="10"/>
            <c:invertIfNegative val="0"/>
            <c:bubble3D val="0"/>
            <c:spPr>
              <a:solidFill>
                <a:srgbClr val="00AECB"/>
              </a:solidFill>
              <a:ln>
                <a:noFill/>
              </a:ln>
              <a:effectLst/>
            </c:spPr>
            <c:extLst>
              <c:ext xmlns:c16="http://schemas.microsoft.com/office/drawing/2014/chart" uri="{C3380CC4-5D6E-409C-BE32-E72D297353CC}">
                <c16:uniqueId val="{0000000F-866A-4238-AD39-797F5579F222}"/>
              </c:ext>
            </c:extLst>
          </c:dPt>
          <c:dPt>
            <c:idx val="11"/>
            <c:invertIfNegative val="0"/>
            <c:bubble3D val="0"/>
            <c:spPr>
              <a:solidFill>
                <a:srgbClr val="9BBB59"/>
              </a:solidFill>
              <a:ln>
                <a:noFill/>
              </a:ln>
              <a:effectLst/>
            </c:spPr>
            <c:extLst>
              <c:ext xmlns:c16="http://schemas.microsoft.com/office/drawing/2014/chart" uri="{C3380CC4-5D6E-409C-BE32-E72D297353CC}">
                <c16:uniqueId val="{00000011-866A-4238-AD39-797F5579F222}"/>
              </c:ext>
            </c:extLst>
          </c:dPt>
          <c:dPt>
            <c:idx val="12"/>
            <c:invertIfNegative val="0"/>
            <c:bubble3D val="0"/>
            <c:spPr>
              <a:solidFill>
                <a:srgbClr val="1E2E6E"/>
              </a:solidFill>
              <a:ln>
                <a:noFill/>
              </a:ln>
              <a:effectLst/>
            </c:spPr>
            <c:extLst>
              <c:ext xmlns:c16="http://schemas.microsoft.com/office/drawing/2014/chart" uri="{C3380CC4-5D6E-409C-BE32-E72D297353CC}">
                <c16:uniqueId val="{00000013-866A-4238-AD39-797F5579F222}"/>
              </c:ext>
            </c:extLst>
          </c:dPt>
          <c:dPt>
            <c:idx val="13"/>
            <c:invertIfNegative val="0"/>
            <c:bubble3D val="0"/>
            <c:spPr>
              <a:solidFill>
                <a:srgbClr val="00AECB"/>
              </a:solidFill>
              <a:ln>
                <a:noFill/>
              </a:ln>
              <a:effectLst/>
            </c:spPr>
            <c:extLst>
              <c:ext xmlns:c16="http://schemas.microsoft.com/office/drawing/2014/chart" uri="{C3380CC4-5D6E-409C-BE32-E72D297353CC}">
                <c16:uniqueId val="{00000018-9DB6-4535-97E9-30773509B2EA}"/>
              </c:ext>
            </c:extLst>
          </c:dPt>
          <c:dPt>
            <c:idx val="14"/>
            <c:invertIfNegative val="0"/>
            <c:bubble3D val="0"/>
            <c:spPr>
              <a:solidFill>
                <a:srgbClr val="1E2E6E"/>
              </a:solidFill>
              <a:ln>
                <a:noFill/>
              </a:ln>
              <a:effectLst/>
            </c:spPr>
            <c:extLst>
              <c:ext xmlns:c16="http://schemas.microsoft.com/office/drawing/2014/chart" uri="{C3380CC4-5D6E-409C-BE32-E72D297353CC}">
                <c16:uniqueId val="{00000015-866A-4238-AD39-797F5579F222}"/>
              </c:ext>
            </c:extLst>
          </c:dPt>
          <c:dPt>
            <c:idx val="15"/>
            <c:invertIfNegative val="0"/>
            <c:bubble3D val="0"/>
            <c:spPr>
              <a:solidFill>
                <a:srgbClr val="9BBB59"/>
              </a:solidFill>
              <a:ln>
                <a:noFill/>
              </a:ln>
              <a:effectLst/>
            </c:spPr>
            <c:extLst>
              <c:ext xmlns:c16="http://schemas.microsoft.com/office/drawing/2014/chart" uri="{C3380CC4-5D6E-409C-BE32-E72D297353CC}">
                <c16:uniqueId val="{00000014-866A-4238-AD39-797F5579F222}"/>
              </c:ext>
            </c:extLst>
          </c:dPt>
          <c:dLbls>
            <c:numFmt formatCode="0.0%" sourceLinked="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2">
                        <a:lumMod val="75000"/>
                      </a:schemeClr>
                    </a:solidFill>
                    <a:latin typeface="Trebuchet MS" panose="020B0603020202020204" pitchFamily="34" charset="0"/>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Profile_Fondos!$F$5:$F$21</c:f>
              <c:strCache>
                <c:ptCount val="17"/>
                <c:pt idx="0">
                  <c:v>UST</c:v>
                </c:pt>
                <c:pt idx="1">
                  <c:v>PEN</c:v>
                </c:pt>
                <c:pt idx="2">
                  <c:v>US Corp IG</c:v>
                </c:pt>
                <c:pt idx="3">
                  <c:v>EMFX vs USD</c:v>
                </c:pt>
                <c:pt idx="4">
                  <c:v>Global HY</c:v>
                </c:pt>
                <c:pt idx="5">
                  <c:v>Soberanos PEN</c:v>
                </c:pt>
                <c:pt idx="6">
                  <c:v>EMD Corp HC</c:v>
                </c:pt>
                <c:pt idx="7">
                  <c:v>USD vs DMFX</c:v>
                </c:pt>
                <c:pt idx="8">
                  <c:v>Sistema F1</c:v>
                </c:pt>
                <c:pt idx="9">
                  <c:v>Integra F1</c:v>
                </c:pt>
                <c:pt idx="10">
                  <c:v>Integra F2</c:v>
                </c:pt>
                <c:pt idx="11">
                  <c:v>Sistema F2</c:v>
                </c:pt>
                <c:pt idx="12">
                  <c:v>US Equity</c:v>
                </c:pt>
                <c:pt idx="13">
                  <c:v>Integra F3</c:v>
                </c:pt>
                <c:pt idx="14">
                  <c:v>EM Equity</c:v>
                </c:pt>
                <c:pt idx="15">
                  <c:v>Sistema F3</c:v>
                </c:pt>
                <c:pt idx="16">
                  <c:v>Equity Local</c:v>
                </c:pt>
              </c:strCache>
            </c:strRef>
          </c:cat>
          <c:val>
            <c:numRef>
              <c:f>Profile_Fondos!$G$5:$G$21</c:f>
              <c:numCache>
                <c:formatCode>0.0%</c:formatCode>
                <c:ptCount val="17"/>
                <c:pt idx="0">
                  <c:v>-3.7612579594348321E-2</c:v>
                </c:pt>
                <c:pt idx="1">
                  <c:v>-2.1645210854209229E-2</c:v>
                </c:pt>
                <c:pt idx="2" formatCode="0.00%">
                  <c:v>-1.8233206776524735E-2</c:v>
                </c:pt>
                <c:pt idx="3">
                  <c:v>-1.6067216981132115E-2</c:v>
                </c:pt>
                <c:pt idx="4">
                  <c:v>-2.9362081633159676E-3</c:v>
                </c:pt>
                <c:pt idx="5">
                  <c:v>-2.5999999999999999E-3</c:v>
                </c:pt>
                <c:pt idx="6">
                  <c:v>8.5778600323054288E-3</c:v>
                </c:pt>
                <c:pt idx="7">
                  <c:v>3.5749883037367036E-2</c:v>
                </c:pt>
                <c:pt idx="8">
                  <c:v>5.8460134259273516E-2</c:v>
                </c:pt>
                <c:pt idx="9">
                  <c:v>5.9349244389187206E-2</c:v>
                </c:pt>
                <c:pt idx="10">
                  <c:v>0.11343473883385746</c:v>
                </c:pt>
                <c:pt idx="11">
                  <c:v>0.1140263840420722</c:v>
                </c:pt>
                <c:pt idx="12">
                  <c:v>0.12894130000000001</c:v>
                </c:pt>
                <c:pt idx="13">
                  <c:v>0.16583958121141751</c:v>
                </c:pt>
                <c:pt idx="14">
                  <c:v>0.17481580000000002</c:v>
                </c:pt>
                <c:pt idx="15">
                  <c:v>0.19049029380351462</c:v>
                </c:pt>
                <c:pt idx="16">
                  <c:v>0.37271270000000001</c:v>
                </c:pt>
              </c:numCache>
            </c:numRef>
          </c:val>
          <c:extLst>
            <c:ext xmlns:c16="http://schemas.microsoft.com/office/drawing/2014/chart" uri="{C3380CC4-5D6E-409C-BE32-E72D297353CC}">
              <c16:uniqueId val="{00000012-866A-4238-AD39-797F5579F222}"/>
            </c:ext>
          </c:extLst>
        </c:ser>
        <c:dLbls>
          <c:showLegendKey val="0"/>
          <c:showVal val="0"/>
          <c:showCatName val="0"/>
          <c:showSerName val="0"/>
          <c:showPercent val="0"/>
          <c:showBubbleSize val="0"/>
        </c:dLbls>
        <c:gapWidth val="76"/>
        <c:overlap val="-7"/>
        <c:axId val="1184743712"/>
        <c:axId val="1184741536"/>
      </c:barChart>
      <c:catAx>
        <c:axId val="1184743712"/>
        <c:scaling>
          <c:orientation val="minMax"/>
        </c:scaling>
        <c:delete val="0"/>
        <c:axPos val="l"/>
        <c:numFmt formatCode="General" sourceLinked="1"/>
        <c:majorTickMark val="out"/>
        <c:minorTickMark val="none"/>
        <c:tickLblPos val="low"/>
        <c:spPr>
          <a:noFill/>
          <a:ln w="9525" cap="flat" cmpd="sng" algn="ctr">
            <a:solidFill>
              <a:schemeClr val="bg1">
                <a:lumMod val="50000"/>
              </a:schemeClr>
            </a:solidFill>
            <a:round/>
          </a:ln>
          <a:effectLst/>
        </c:spPr>
        <c:txPr>
          <a:bodyPr rot="-60000000" spcFirstLastPara="1" vertOverflow="ellipsis" vert="horz" wrap="square" anchor="ctr" anchorCtr="1"/>
          <a:lstStyle/>
          <a:p>
            <a:pPr>
              <a:defRPr sz="900" b="1" i="0" u="none" strike="noStrike" kern="1200" baseline="0">
                <a:solidFill>
                  <a:schemeClr val="tx2">
                    <a:lumMod val="75000"/>
                  </a:schemeClr>
                </a:solidFill>
                <a:latin typeface="Trebuchet MS" panose="020B0603020202020204" pitchFamily="34" charset="0"/>
                <a:ea typeface="+mn-ea"/>
                <a:cs typeface="+mn-cs"/>
              </a:defRPr>
            </a:pPr>
            <a:endParaRPr lang="en-US"/>
          </a:p>
        </c:txPr>
        <c:crossAx val="1184741536"/>
        <c:crosses val="autoZero"/>
        <c:auto val="1"/>
        <c:lblAlgn val="ctr"/>
        <c:lblOffset val="100"/>
        <c:noMultiLvlLbl val="0"/>
      </c:catAx>
      <c:valAx>
        <c:axId val="1184741536"/>
        <c:scaling>
          <c:orientation val="minMax"/>
          <c:min val="-0.1"/>
        </c:scaling>
        <c:delete val="0"/>
        <c:axPos val="b"/>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900" b="1" i="0" u="none" strike="noStrike" kern="1200" baseline="0">
                <a:solidFill>
                  <a:schemeClr val="tx2">
                    <a:lumMod val="75000"/>
                  </a:schemeClr>
                </a:solidFill>
                <a:latin typeface="Trebuchet MS" panose="020B0603020202020204" pitchFamily="34" charset="0"/>
                <a:ea typeface="+mn-ea"/>
                <a:cs typeface="+mn-cs"/>
              </a:defRPr>
            </a:pPr>
            <a:endParaRPr lang="en-US"/>
          </a:p>
        </c:txPr>
        <c:crossAx val="1184743712"/>
        <c:crosses val="autoZero"/>
        <c:crossBetween val="between"/>
      </c:valAx>
      <c:spPr>
        <a:noFill/>
        <a:ln>
          <a:solidFill>
            <a:schemeClr val="bg1">
              <a:lumMod val="65000"/>
            </a:schemeClr>
          </a:solid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9525" cap="flat" cmpd="sng" algn="ctr">
      <a:noFill/>
      <a:round/>
    </a:ln>
    <a:effectLst/>
  </c:spPr>
  <c:txPr>
    <a:bodyPr/>
    <a:lstStyle/>
    <a:p>
      <a:pPr>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Posicionamiento!$K$14</c:f>
              <c:strCache>
                <c:ptCount val="1"/>
                <c:pt idx="0">
                  <c:v>Fondo 1</c:v>
                </c:pt>
              </c:strCache>
            </c:strRef>
          </c:tx>
          <c:spPr>
            <a:solidFill>
              <a:schemeClr val="bg1">
                <a:lumMod val="85000"/>
              </a:schemeClr>
            </a:solidFill>
          </c:spPr>
          <c:invertIfNegative val="0"/>
          <c:dLbls>
            <c:spPr>
              <a:noFill/>
              <a:ln>
                <a:noFill/>
              </a:ln>
              <a:effectLst/>
            </c:spPr>
            <c:txPr>
              <a:bodyPr wrap="square" lIns="38100" tIns="19050" rIns="38100" bIns="19050" anchor="ctr">
                <a:spAutoFit/>
              </a:bodyPr>
              <a:lstStyle/>
              <a:p>
                <a:pPr>
                  <a:defRPr sz="900">
                    <a:solidFill>
                      <a:srgbClr val="002060"/>
                    </a:solidFill>
                  </a:defRPr>
                </a:pPr>
                <a:endParaRPr lang="es-P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Posicionamiento!$J$16:$J$22</c:f>
              <c:strCache>
                <c:ptCount val="7"/>
                <c:pt idx="0">
                  <c:v>Peru</c:v>
                </c:pt>
                <c:pt idx="1">
                  <c:v>US</c:v>
                </c:pt>
                <c:pt idx="2">
                  <c:v>Europa</c:v>
                </c:pt>
                <c:pt idx="3">
                  <c:v>Japón</c:v>
                </c:pt>
                <c:pt idx="4">
                  <c:v>EM</c:v>
                </c:pt>
                <c:pt idx="5">
                  <c:v>Commodities</c:v>
                </c:pt>
                <c:pt idx="6">
                  <c:v>Total</c:v>
                </c:pt>
              </c:strCache>
            </c:strRef>
          </c:cat>
          <c:val>
            <c:numRef>
              <c:f>Posicionamiento!$K$16:$K$22</c:f>
              <c:numCache>
                <c:formatCode>0.0%</c:formatCode>
                <c:ptCount val="7"/>
                <c:pt idx="0">
                  <c:v>-2.9132802099030991E-3</c:v>
                </c:pt>
                <c:pt idx="1">
                  <c:v>1.8823409781440242E-2</c:v>
                </c:pt>
                <c:pt idx="2">
                  <c:v>-2.7139071037929131E-6</c:v>
                </c:pt>
                <c:pt idx="3">
                  <c:v>3.9789783146805214E-3</c:v>
                </c:pt>
                <c:pt idx="4">
                  <c:v>-1.2225520739369163E-2</c:v>
                </c:pt>
                <c:pt idx="5">
                  <c:v>-8.6798670985626346E-3</c:v>
                </c:pt>
                <c:pt idx="6">
                  <c:v>-1.0189938588179275E-3</c:v>
                </c:pt>
              </c:numCache>
            </c:numRef>
          </c:val>
          <c:extLst>
            <c:ext xmlns:c16="http://schemas.microsoft.com/office/drawing/2014/chart" uri="{C3380CC4-5D6E-409C-BE32-E72D297353CC}">
              <c16:uniqueId val="{00000000-53C9-4FAA-9B3D-146809C8373A}"/>
            </c:ext>
          </c:extLst>
        </c:ser>
        <c:ser>
          <c:idx val="1"/>
          <c:order val="1"/>
          <c:tx>
            <c:strRef>
              <c:f>Posicionamiento!$L$14</c:f>
              <c:strCache>
                <c:ptCount val="1"/>
                <c:pt idx="0">
                  <c:v>Fondo 2</c:v>
                </c:pt>
              </c:strCache>
            </c:strRef>
          </c:tx>
          <c:spPr>
            <a:solidFill>
              <a:schemeClr val="accent5">
                <a:lumMod val="60000"/>
                <a:lumOff val="40000"/>
              </a:schemeClr>
            </a:solidFill>
          </c:spPr>
          <c:invertIfNegative val="0"/>
          <c:dLbls>
            <c:spPr>
              <a:noFill/>
              <a:ln>
                <a:noFill/>
              </a:ln>
              <a:effectLst/>
            </c:spPr>
            <c:txPr>
              <a:bodyPr wrap="square" lIns="38100" tIns="19050" rIns="38100" bIns="19050" anchor="ctr">
                <a:spAutoFit/>
              </a:bodyPr>
              <a:lstStyle/>
              <a:p>
                <a:pPr>
                  <a:defRPr sz="900">
                    <a:solidFill>
                      <a:srgbClr val="002060"/>
                    </a:solidFill>
                  </a:defRPr>
                </a:pPr>
                <a:endParaRPr lang="es-P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Posicionamiento!$J$16:$J$22</c:f>
              <c:strCache>
                <c:ptCount val="7"/>
                <c:pt idx="0">
                  <c:v>Peru</c:v>
                </c:pt>
                <c:pt idx="1">
                  <c:v>US</c:v>
                </c:pt>
                <c:pt idx="2">
                  <c:v>Europa</c:v>
                </c:pt>
                <c:pt idx="3">
                  <c:v>Japón</c:v>
                </c:pt>
                <c:pt idx="4">
                  <c:v>EM</c:v>
                </c:pt>
                <c:pt idx="5">
                  <c:v>Commodities</c:v>
                </c:pt>
                <c:pt idx="6">
                  <c:v>Total</c:v>
                </c:pt>
              </c:strCache>
            </c:strRef>
          </c:cat>
          <c:val>
            <c:numRef>
              <c:f>Posicionamiento!$L$16:$L$22</c:f>
              <c:numCache>
                <c:formatCode>0.0%</c:formatCode>
                <c:ptCount val="7"/>
                <c:pt idx="0">
                  <c:v>1.3247913888430322E-2</c:v>
                </c:pt>
                <c:pt idx="1">
                  <c:v>7.0975184949149742E-3</c:v>
                </c:pt>
                <c:pt idx="2">
                  <c:v>-2.1772300421672564E-4</c:v>
                </c:pt>
                <c:pt idx="3">
                  <c:v>3.3554563300375088E-3</c:v>
                </c:pt>
                <c:pt idx="4">
                  <c:v>-1.7236112380973712E-2</c:v>
                </c:pt>
                <c:pt idx="5">
                  <c:v>3.7434384539943195E-3</c:v>
                </c:pt>
                <c:pt idx="6">
                  <c:v>1.7987019604208287E-2</c:v>
                </c:pt>
              </c:numCache>
            </c:numRef>
          </c:val>
          <c:extLst>
            <c:ext xmlns:c16="http://schemas.microsoft.com/office/drawing/2014/chart" uri="{C3380CC4-5D6E-409C-BE32-E72D297353CC}">
              <c16:uniqueId val="{00000001-53C9-4FAA-9B3D-146809C8373A}"/>
            </c:ext>
          </c:extLst>
        </c:ser>
        <c:ser>
          <c:idx val="2"/>
          <c:order val="2"/>
          <c:tx>
            <c:strRef>
              <c:f>Posicionamiento!$M$14</c:f>
              <c:strCache>
                <c:ptCount val="1"/>
                <c:pt idx="0">
                  <c:v>Fondo 3</c:v>
                </c:pt>
              </c:strCache>
            </c:strRef>
          </c:tx>
          <c:spPr>
            <a:solidFill>
              <a:srgbClr val="002060"/>
            </a:solidFill>
          </c:spPr>
          <c:invertIfNegative val="0"/>
          <c:dLbls>
            <c:spPr>
              <a:noFill/>
              <a:ln>
                <a:noFill/>
              </a:ln>
              <a:effectLst/>
            </c:spPr>
            <c:txPr>
              <a:bodyPr wrap="square" lIns="38100" tIns="19050" rIns="38100" bIns="19050" anchor="ctr">
                <a:spAutoFit/>
              </a:bodyPr>
              <a:lstStyle/>
              <a:p>
                <a:pPr>
                  <a:defRPr sz="900">
                    <a:solidFill>
                      <a:srgbClr val="002060"/>
                    </a:solidFill>
                  </a:defRPr>
                </a:pPr>
                <a:endParaRPr lang="es-P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Posicionamiento!$J$16:$J$22</c:f>
              <c:strCache>
                <c:ptCount val="7"/>
                <c:pt idx="0">
                  <c:v>Peru</c:v>
                </c:pt>
                <c:pt idx="1">
                  <c:v>US</c:v>
                </c:pt>
                <c:pt idx="2">
                  <c:v>Europa</c:v>
                </c:pt>
                <c:pt idx="3">
                  <c:v>Japón</c:v>
                </c:pt>
                <c:pt idx="4">
                  <c:v>EM</c:v>
                </c:pt>
                <c:pt idx="5">
                  <c:v>Commodities</c:v>
                </c:pt>
                <c:pt idx="6">
                  <c:v>Total</c:v>
                </c:pt>
              </c:strCache>
            </c:strRef>
          </c:cat>
          <c:val>
            <c:numRef>
              <c:f>Posicionamiento!$M$16:$M$22</c:f>
              <c:numCache>
                <c:formatCode>0.0%</c:formatCode>
                <c:ptCount val="7"/>
                <c:pt idx="0">
                  <c:v>-1.1731814512562794E-3</c:v>
                </c:pt>
                <c:pt idx="1">
                  <c:v>3.2112470768230851E-2</c:v>
                </c:pt>
                <c:pt idx="2">
                  <c:v>-8.9331533932410369E-6</c:v>
                </c:pt>
                <c:pt idx="3">
                  <c:v>1.0085078397500351E-2</c:v>
                </c:pt>
                <c:pt idx="4">
                  <c:v>-9.4582915204815682E-3</c:v>
                </c:pt>
                <c:pt idx="5">
                  <c:v>-4.6915690871009944E-3</c:v>
                </c:pt>
                <c:pt idx="6">
                  <c:v>2.6865573953499117E-2</c:v>
                </c:pt>
              </c:numCache>
            </c:numRef>
          </c:val>
          <c:extLst>
            <c:ext xmlns:c16="http://schemas.microsoft.com/office/drawing/2014/chart" uri="{C3380CC4-5D6E-409C-BE32-E72D297353CC}">
              <c16:uniqueId val="{00000002-53C9-4FAA-9B3D-146809C8373A}"/>
            </c:ext>
          </c:extLst>
        </c:ser>
        <c:dLbls>
          <c:dLblPos val="outEnd"/>
          <c:showLegendKey val="0"/>
          <c:showVal val="1"/>
          <c:showCatName val="0"/>
          <c:showSerName val="0"/>
          <c:showPercent val="0"/>
          <c:showBubbleSize val="0"/>
        </c:dLbls>
        <c:gapWidth val="67"/>
        <c:axId val="-2017114704"/>
        <c:axId val="-2017114160"/>
      </c:barChart>
      <c:catAx>
        <c:axId val="-2017114704"/>
        <c:scaling>
          <c:orientation val="minMax"/>
        </c:scaling>
        <c:delete val="0"/>
        <c:axPos val="b"/>
        <c:numFmt formatCode="General" sourceLinked="1"/>
        <c:majorTickMark val="out"/>
        <c:minorTickMark val="none"/>
        <c:tickLblPos val="low"/>
        <c:spPr>
          <a:noFill/>
          <a:ln w="12700" cap="flat" cmpd="sng" algn="ctr">
            <a:solidFill>
              <a:schemeClr val="tx1">
                <a:lumMod val="65000"/>
                <a:lumOff val="35000"/>
              </a:schemeClr>
            </a:solidFill>
            <a:round/>
          </a:ln>
          <a:effectLst/>
        </c:spPr>
        <c:txPr>
          <a:bodyPr rot="-60000000" vert="horz"/>
          <a:lstStyle/>
          <a:p>
            <a:pPr>
              <a:defRPr sz="900" b="1" i="0">
                <a:solidFill>
                  <a:srgbClr val="002060"/>
                </a:solidFill>
              </a:defRPr>
            </a:pPr>
            <a:endParaRPr lang="es-PE"/>
          </a:p>
        </c:txPr>
        <c:crossAx val="-2017114160"/>
        <c:crosses val="autoZero"/>
        <c:auto val="1"/>
        <c:lblAlgn val="ctr"/>
        <c:lblOffset val="100"/>
        <c:noMultiLvlLbl val="0"/>
      </c:catAx>
      <c:valAx>
        <c:axId val="-2017114160"/>
        <c:scaling>
          <c:orientation val="minMax"/>
          <c:max val="5.000000000000001E-2"/>
        </c:scaling>
        <c:delete val="0"/>
        <c:axPos val="l"/>
        <c:numFmt formatCode="0.0%" sourceLinked="0"/>
        <c:majorTickMark val="out"/>
        <c:minorTickMark val="none"/>
        <c:tickLblPos val="nextTo"/>
        <c:spPr>
          <a:noFill/>
          <a:ln>
            <a:solidFill>
              <a:schemeClr val="bg1">
                <a:lumMod val="50000"/>
              </a:schemeClr>
            </a:solidFill>
          </a:ln>
          <a:effectLst/>
        </c:spPr>
        <c:txPr>
          <a:bodyPr rot="-60000000" vert="horz"/>
          <a:lstStyle/>
          <a:p>
            <a:pPr>
              <a:defRPr sz="900" b="0">
                <a:solidFill>
                  <a:srgbClr val="002060"/>
                </a:solidFill>
              </a:defRPr>
            </a:pPr>
            <a:endParaRPr lang="es-PE"/>
          </a:p>
        </c:txPr>
        <c:crossAx val="-2017114704"/>
        <c:crosses val="autoZero"/>
        <c:crossBetween val="between"/>
        <c:majorUnit val="2.0000000000000004E-2"/>
      </c:valAx>
      <c:spPr>
        <a:noFill/>
        <a:ln>
          <a:noFill/>
        </a:ln>
        <a:effectLst/>
      </c:spPr>
    </c:plotArea>
    <c:legend>
      <c:legendPos val="b"/>
      <c:layout>
        <c:manualLayout>
          <c:xMode val="edge"/>
          <c:yMode val="edge"/>
          <c:x val="0.69551407227751472"/>
          <c:y val="0"/>
          <c:w val="0.27069477245119311"/>
          <c:h val="7.8125546806649182E-2"/>
        </c:manualLayout>
      </c:layout>
      <c:overlay val="0"/>
      <c:spPr>
        <a:noFill/>
        <a:ln>
          <a:noFill/>
        </a:ln>
        <a:effectLst/>
      </c:spPr>
      <c:txPr>
        <a:bodyPr rot="0" vert="horz"/>
        <a:lstStyle/>
        <a:p>
          <a:pPr>
            <a:defRPr sz="900"/>
          </a:pPr>
          <a:endParaRPr lang="es-PE"/>
        </a:p>
      </c:txPr>
    </c:legend>
    <c:plotVisOnly val="1"/>
    <c:dispBlanksAs val="gap"/>
    <c:showDLblsOverMax val="0"/>
  </c:chart>
  <c:spPr>
    <a:noFill/>
    <a:ln w="9525" cap="flat" cmpd="sng" algn="ctr">
      <a:noFill/>
      <a:round/>
    </a:ln>
    <a:effectLst/>
  </c:spPr>
  <c:txPr>
    <a:bodyPr/>
    <a:lstStyle/>
    <a:p>
      <a:pPr>
        <a:defRPr sz="1100"/>
      </a:pPr>
      <a:endParaRPr lang="es-PE"/>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Posicionamiento!$R$14</c:f>
              <c:strCache>
                <c:ptCount val="1"/>
                <c:pt idx="0">
                  <c:v>Fondo 1</c:v>
                </c:pt>
              </c:strCache>
            </c:strRef>
          </c:tx>
          <c:spPr>
            <a:solidFill>
              <a:schemeClr val="bg1">
                <a:lumMod val="85000"/>
              </a:schemeClr>
            </a:solidFill>
          </c:spPr>
          <c:invertIfNegative val="0"/>
          <c:dLbls>
            <c:spPr>
              <a:noFill/>
              <a:ln>
                <a:noFill/>
              </a:ln>
              <a:effectLst/>
            </c:spPr>
            <c:txPr>
              <a:bodyPr wrap="square" lIns="38100" tIns="19050" rIns="38100" bIns="19050" anchor="ctr">
                <a:spAutoFit/>
              </a:bodyPr>
              <a:lstStyle/>
              <a:p>
                <a:pPr>
                  <a:defRPr sz="900">
                    <a:solidFill>
                      <a:srgbClr val="002060"/>
                    </a:solidFill>
                  </a:defRPr>
                </a:pPr>
                <a:endParaRPr lang="es-P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Posicionamiento!$Q$16:$Q$22</c:f>
              <c:strCache>
                <c:ptCount val="7"/>
                <c:pt idx="0">
                  <c:v>Peru</c:v>
                </c:pt>
                <c:pt idx="1">
                  <c:v>US</c:v>
                </c:pt>
                <c:pt idx="2">
                  <c:v>Europa</c:v>
                </c:pt>
                <c:pt idx="3">
                  <c:v>Japón</c:v>
                </c:pt>
                <c:pt idx="4">
                  <c:v>EM</c:v>
                </c:pt>
                <c:pt idx="5">
                  <c:v>Commodities</c:v>
                </c:pt>
                <c:pt idx="6">
                  <c:v>Total</c:v>
                </c:pt>
              </c:strCache>
            </c:strRef>
          </c:cat>
          <c:val>
            <c:numRef>
              <c:f>Posicionamiento!$R$16:$R$22</c:f>
              <c:numCache>
                <c:formatCode>0.0%</c:formatCode>
                <c:ptCount val="7"/>
                <c:pt idx="0">
                  <c:v>-1.2759258256210774E-3</c:v>
                </c:pt>
                <c:pt idx="1">
                  <c:v>1.7740101810109498E-2</c:v>
                </c:pt>
                <c:pt idx="2">
                  <c:v>1.6678762042991223E-6</c:v>
                </c:pt>
                <c:pt idx="3">
                  <c:v>4.8877529350923807E-4</c:v>
                </c:pt>
                <c:pt idx="4">
                  <c:v>-7.9623507143991613E-3</c:v>
                </c:pt>
                <c:pt idx="5">
                  <c:v>-7.2860188372986991E-3</c:v>
                </c:pt>
                <c:pt idx="6">
                  <c:v>1.7062496025040987E-3</c:v>
                </c:pt>
              </c:numCache>
            </c:numRef>
          </c:val>
          <c:extLst>
            <c:ext xmlns:c16="http://schemas.microsoft.com/office/drawing/2014/chart" uri="{C3380CC4-5D6E-409C-BE32-E72D297353CC}">
              <c16:uniqueId val="{00000000-48C0-4C10-83EE-BC80C4660D85}"/>
            </c:ext>
          </c:extLst>
        </c:ser>
        <c:ser>
          <c:idx val="1"/>
          <c:order val="1"/>
          <c:tx>
            <c:strRef>
              <c:f>Posicionamiento!$S$14</c:f>
              <c:strCache>
                <c:ptCount val="1"/>
                <c:pt idx="0">
                  <c:v>Fondo 2</c:v>
                </c:pt>
              </c:strCache>
            </c:strRef>
          </c:tx>
          <c:spPr>
            <a:solidFill>
              <a:schemeClr val="accent5">
                <a:lumMod val="60000"/>
                <a:lumOff val="40000"/>
              </a:schemeClr>
            </a:solidFill>
          </c:spPr>
          <c:invertIfNegative val="0"/>
          <c:dLbls>
            <c:spPr>
              <a:noFill/>
              <a:ln>
                <a:noFill/>
              </a:ln>
              <a:effectLst/>
            </c:spPr>
            <c:txPr>
              <a:bodyPr wrap="square" lIns="38100" tIns="19050" rIns="38100" bIns="19050" anchor="ctr">
                <a:spAutoFit/>
              </a:bodyPr>
              <a:lstStyle/>
              <a:p>
                <a:pPr>
                  <a:defRPr sz="900">
                    <a:solidFill>
                      <a:srgbClr val="002060"/>
                    </a:solidFill>
                  </a:defRPr>
                </a:pPr>
                <a:endParaRPr lang="es-P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Posicionamiento!$Q$16:$Q$22</c:f>
              <c:strCache>
                <c:ptCount val="7"/>
                <c:pt idx="0">
                  <c:v>Peru</c:v>
                </c:pt>
                <c:pt idx="1">
                  <c:v>US</c:v>
                </c:pt>
                <c:pt idx="2">
                  <c:v>Europa</c:v>
                </c:pt>
                <c:pt idx="3">
                  <c:v>Japón</c:v>
                </c:pt>
                <c:pt idx="4">
                  <c:v>EM</c:v>
                </c:pt>
                <c:pt idx="5">
                  <c:v>Commodities</c:v>
                </c:pt>
                <c:pt idx="6">
                  <c:v>Total</c:v>
                </c:pt>
              </c:strCache>
            </c:strRef>
          </c:cat>
          <c:val>
            <c:numRef>
              <c:f>Posicionamiento!$S$16:$S$22</c:f>
              <c:numCache>
                <c:formatCode>0.0%</c:formatCode>
                <c:ptCount val="7"/>
                <c:pt idx="0">
                  <c:v>-1.5408315178326165E-3</c:v>
                </c:pt>
                <c:pt idx="1">
                  <c:v>-6.7039334245378637E-3</c:v>
                </c:pt>
                <c:pt idx="2">
                  <c:v>6.5516263787243812E-5</c:v>
                </c:pt>
                <c:pt idx="3">
                  <c:v>1.9900852364227901E-3</c:v>
                </c:pt>
                <c:pt idx="4">
                  <c:v>4.4842895662187097E-3</c:v>
                </c:pt>
                <c:pt idx="5">
                  <c:v>1.0358862254279191E-2</c:v>
                </c:pt>
                <c:pt idx="6">
                  <c:v>2.678285578947294E-2</c:v>
                </c:pt>
              </c:numCache>
            </c:numRef>
          </c:val>
          <c:extLst>
            <c:ext xmlns:c16="http://schemas.microsoft.com/office/drawing/2014/chart" uri="{C3380CC4-5D6E-409C-BE32-E72D297353CC}">
              <c16:uniqueId val="{00000001-48C0-4C10-83EE-BC80C4660D85}"/>
            </c:ext>
          </c:extLst>
        </c:ser>
        <c:ser>
          <c:idx val="2"/>
          <c:order val="2"/>
          <c:tx>
            <c:strRef>
              <c:f>Posicionamiento!$T$14</c:f>
              <c:strCache>
                <c:ptCount val="1"/>
                <c:pt idx="0">
                  <c:v>Fondo 3</c:v>
                </c:pt>
              </c:strCache>
            </c:strRef>
          </c:tx>
          <c:spPr>
            <a:solidFill>
              <a:srgbClr val="002060"/>
            </a:solidFill>
          </c:spPr>
          <c:invertIfNegative val="0"/>
          <c:dLbls>
            <c:spPr>
              <a:noFill/>
              <a:ln>
                <a:noFill/>
              </a:ln>
              <a:effectLst/>
            </c:spPr>
            <c:txPr>
              <a:bodyPr wrap="square" lIns="38100" tIns="19050" rIns="38100" bIns="19050" anchor="ctr">
                <a:spAutoFit/>
              </a:bodyPr>
              <a:lstStyle/>
              <a:p>
                <a:pPr>
                  <a:defRPr sz="900">
                    <a:solidFill>
                      <a:srgbClr val="002060"/>
                    </a:solidFill>
                  </a:defRPr>
                </a:pPr>
                <a:endParaRPr lang="es-P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Posicionamiento!$Q$16:$Q$22</c:f>
              <c:strCache>
                <c:ptCount val="7"/>
                <c:pt idx="0">
                  <c:v>Peru</c:v>
                </c:pt>
                <c:pt idx="1">
                  <c:v>US</c:v>
                </c:pt>
                <c:pt idx="2">
                  <c:v>Europa</c:v>
                </c:pt>
                <c:pt idx="3">
                  <c:v>Japón</c:v>
                </c:pt>
                <c:pt idx="4">
                  <c:v>EM</c:v>
                </c:pt>
                <c:pt idx="5">
                  <c:v>Commodities</c:v>
                </c:pt>
                <c:pt idx="6">
                  <c:v>Total</c:v>
                </c:pt>
              </c:strCache>
            </c:strRef>
          </c:cat>
          <c:val>
            <c:numRef>
              <c:f>Posicionamiento!$T$16:$T$22</c:f>
              <c:numCache>
                <c:formatCode>0.0%</c:formatCode>
                <c:ptCount val="7"/>
                <c:pt idx="0">
                  <c:v>5.9694027063954555E-3</c:v>
                </c:pt>
                <c:pt idx="1">
                  <c:v>3.9915685818126684E-4</c:v>
                </c:pt>
                <c:pt idx="2">
                  <c:v>-1.0476852281396584E-3</c:v>
                </c:pt>
                <c:pt idx="3">
                  <c:v>1.8515128117899009E-2</c:v>
                </c:pt>
                <c:pt idx="4">
                  <c:v>1.2947458043976512E-2</c:v>
                </c:pt>
                <c:pt idx="5">
                  <c:v>-1.2676771520113948E-2</c:v>
                </c:pt>
                <c:pt idx="6">
                  <c:v>2.4106688978198641E-2</c:v>
                </c:pt>
              </c:numCache>
            </c:numRef>
          </c:val>
          <c:extLst>
            <c:ext xmlns:c16="http://schemas.microsoft.com/office/drawing/2014/chart" uri="{C3380CC4-5D6E-409C-BE32-E72D297353CC}">
              <c16:uniqueId val="{00000002-48C0-4C10-83EE-BC80C4660D85}"/>
            </c:ext>
          </c:extLst>
        </c:ser>
        <c:dLbls>
          <c:dLblPos val="outEnd"/>
          <c:showLegendKey val="0"/>
          <c:showVal val="1"/>
          <c:showCatName val="0"/>
          <c:showSerName val="0"/>
          <c:showPercent val="0"/>
          <c:showBubbleSize val="0"/>
        </c:dLbls>
        <c:gapWidth val="67"/>
        <c:axId val="-2017114704"/>
        <c:axId val="-2017114160"/>
      </c:barChart>
      <c:catAx>
        <c:axId val="-2017114704"/>
        <c:scaling>
          <c:orientation val="minMax"/>
        </c:scaling>
        <c:delete val="0"/>
        <c:axPos val="b"/>
        <c:numFmt formatCode="General" sourceLinked="1"/>
        <c:majorTickMark val="out"/>
        <c:minorTickMark val="none"/>
        <c:tickLblPos val="low"/>
        <c:spPr>
          <a:noFill/>
          <a:ln w="12700" cap="flat" cmpd="sng" algn="ctr">
            <a:solidFill>
              <a:schemeClr val="tx1">
                <a:lumMod val="65000"/>
                <a:lumOff val="35000"/>
              </a:schemeClr>
            </a:solidFill>
            <a:round/>
          </a:ln>
          <a:effectLst/>
        </c:spPr>
        <c:txPr>
          <a:bodyPr rot="-60000000" vert="horz"/>
          <a:lstStyle/>
          <a:p>
            <a:pPr>
              <a:defRPr sz="900" b="0">
                <a:solidFill>
                  <a:srgbClr val="002060"/>
                </a:solidFill>
              </a:defRPr>
            </a:pPr>
            <a:endParaRPr lang="es-PE"/>
          </a:p>
        </c:txPr>
        <c:crossAx val="-2017114160"/>
        <c:crosses val="autoZero"/>
        <c:auto val="1"/>
        <c:lblAlgn val="ctr"/>
        <c:lblOffset val="100"/>
        <c:noMultiLvlLbl val="0"/>
      </c:catAx>
      <c:valAx>
        <c:axId val="-2017114160"/>
        <c:scaling>
          <c:orientation val="minMax"/>
        </c:scaling>
        <c:delete val="0"/>
        <c:axPos val="l"/>
        <c:numFmt formatCode="0.0%" sourceLinked="0"/>
        <c:majorTickMark val="out"/>
        <c:minorTickMark val="none"/>
        <c:tickLblPos val="nextTo"/>
        <c:spPr>
          <a:noFill/>
          <a:ln>
            <a:solidFill>
              <a:schemeClr val="bg1">
                <a:lumMod val="50000"/>
              </a:schemeClr>
            </a:solidFill>
          </a:ln>
          <a:effectLst/>
        </c:spPr>
        <c:txPr>
          <a:bodyPr rot="-60000000" vert="horz"/>
          <a:lstStyle/>
          <a:p>
            <a:pPr>
              <a:defRPr sz="900" b="0">
                <a:solidFill>
                  <a:srgbClr val="002060"/>
                </a:solidFill>
              </a:defRPr>
            </a:pPr>
            <a:endParaRPr lang="es-PE"/>
          </a:p>
        </c:txPr>
        <c:crossAx val="-2017114704"/>
        <c:crosses val="autoZero"/>
        <c:crossBetween val="between"/>
      </c:valAx>
      <c:spPr>
        <a:noFill/>
        <a:ln>
          <a:noFill/>
        </a:ln>
        <a:effectLst/>
      </c:spPr>
    </c:plotArea>
    <c:legend>
      <c:legendPos val="b"/>
      <c:layout>
        <c:manualLayout>
          <c:xMode val="edge"/>
          <c:yMode val="edge"/>
          <c:x val="0.65173286042293566"/>
          <c:y val="7.7668329307442148E-3"/>
          <c:w val="0.24887914278292875"/>
          <c:h val="7.8125546806649182E-2"/>
        </c:manualLayout>
      </c:layout>
      <c:overlay val="0"/>
      <c:spPr>
        <a:noFill/>
        <a:ln>
          <a:noFill/>
        </a:ln>
        <a:effectLst/>
      </c:spPr>
      <c:txPr>
        <a:bodyPr rot="0" vert="horz"/>
        <a:lstStyle/>
        <a:p>
          <a:pPr>
            <a:defRPr sz="900"/>
          </a:pPr>
          <a:endParaRPr lang="es-PE"/>
        </a:p>
      </c:txPr>
    </c:legend>
    <c:plotVisOnly val="1"/>
    <c:dispBlanksAs val="gap"/>
    <c:showDLblsOverMax val="0"/>
  </c:chart>
  <c:spPr>
    <a:noFill/>
    <a:ln w="9525" cap="flat" cmpd="sng" algn="ctr">
      <a:noFill/>
      <a:round/>
    </a:ln>
    <a:effectLst/>
  </c:spPr>
  <c:txPr>
    <a:bodyPr/>
    <a:lstStyle/>
    <a:p>
      <a:pPr>
        <a:defRPr sz="1100"/>
      </a:pPr>
      <a:endParaRPr lang="es-PE"/>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Posicionamiento!$Q$62</c:f>
              <c:strCache>
                <c:ptCount val="1"/>
                <c:pt idx="0">
                  <c:v>Fondo 1</c:v>
                </c:pt>
              </c:strCache>
            </c:strRef>
          </c:tx>
          <c:spPr>
            <a:solidFill>
              <a:schemeClr val="bg1">
                <a:lumMod val="85000"/>
              </a:schemeClr>
            </a:solidFill>
          </c:spPr>
          <c:invertIfNegative val="0"/>
          <c:dLbls>
            <c:numFmt formatCode="0_);\(0\)" sourceLinked="0"/>
            <c:spPr>
              <a:noFill/>
              <a:ln>
                <a:noFill/>
              </a:ln>
              <a:effectLst/>
            </c:spPr>
            <c:txPr>
              <a:bodyPr wrap="square" lIns="38100" tIns="19050" rIns="38100" bIns="19050" anchor="ctr">
                <a:spAutoFit/>
              </a:bodyPr>
              <a:lstStyle/>
              <a:p>
                <a:pPr>
                  <a:defRPr sz="900"/>
                </a:pPr>
                <a:endParaRPr lang="es-P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Posicionamiento!$P$64:$P$68</c:f>
              <c:strCache>
                <c:ptCount val="5"/>
                <c:pt idx="0">
                  <c:v>PEN SOB</c:v>
                </c:pt>
                <c:pt idx="1">
                  <c:v>PEN CORP</c:v>
                </c:pt>
                <c:pt idx="2">
                  <c:v>LC</c:v>
                </c:pt>
                <c:pt idx="3">
                  <c:v>USD</c:v>
                </c:pt>
                <c:pt idx="4">
                  <c:v>TOTAL</c:v>
                </c:pt>
              </c:strCache>
            </c:strRef>
          </c:cat>
          <c:val>
            <c:numRef>
              <c:f>Posicionamiento!$Q$64:$Q$68</c:f>
              <c:numCache>
                <c:formatCode>0</c:formatCode>
                <c:ptCount val="5"/>
                <c:pt idx="0">
                  <c:v>-0.96675621120312449</c:v>
                </c:pt>
                <c:pt idx="1">
                  <c:v>-1.3873570664501567</c:v>
                </c:pt>
                <c:pt idx="2">
                  <c:v>-0.52248596850874307</c:v>
                </c:pt>
                <c:pt idx="3">
                  <c:v>-53.647598377076392</c:v>
                </c:pt>
                <c:pt idx="4">
                  <c:v>-56.535601580039369</c:v>
                </c:pt>
              </c:numCache>
            </c:numRef>
          </c:val>
          <c:extLst>
            <c:ext xmlns:c16="http://schemas.microsoft.com/office/drawing/2014/chart" uri="{C3380CC4-5D6E-409C-BE32-E72D297353CC}">
              <c16:uniqueId val="{00000000-601B-452B-B4C2-778E23EBA69D}"/>
            </c:ext>
          </c:extLst>
        </c:ser>
        <c:ser>
          <c:idx val="1"/>
          <c:order val="1"/>
          <c:tx>
            <c:strRef>
              <c:f>Posicionamiento!$R$62</c:f>
              <c:strCache>
                <c:ptCount val="1"/>
                <c:pt idx="0">
                  <c:v>Fondo 2</c:v>
                </c:pt>
              </c:strCache>
            </c:strRef>
          </c:tx>
          <c:spPr>
            <a:solidFill>
              <a:schemeClr val="accent5">
                <a:lumMod val="60000"/>
                <a:lumOff val="40000"/>
              </a:schemeClr>
            </a:solidFill>
          </c:spPr>
          <c:invertIfNegative val="0"/>
          <c:dLbls>
            <c:numFmt formatCode="0_);\(0\)" sourceLinked="0"/>
            <c:spPr>
              <a:noFill/>
              <a:ln>
                <a:noFill/>
              </a:ln>
              <a:effectLst/>
            </c:spPr>
            <c:txPr>
              <a:bodyPr wrap="square" lIns="38100" tIns="19050" rIns="38100" bIns="19050" anchor="ctr">
                <a:spAutoFit/>
              </a:bodyPr>
              <a:lstStyle/>
              <a:p>
                <a:pPr>
                  <a:defRPr sz="900"/>
                </a:pPr>
                <a:endParaRPr lang="es-P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Posicionamiento!$P$64:$P$68</c:f>
              <c:strCache>
                <c:ptCount val="5"/>
                <c:pt idx="0">
                  <c:v>PEN SOB</c:v>
                </c:pt>
                <c:pt idx="1">
                  <c:v>PEN CORP</c:v>
                </c:pt>
                <c:pt idx="2">
                  <c:v>LC</c:v>
                </c:pt>
                <c:pt idx="3">
                  <c:v>USD</c:v>
                </c:pt>
                <c:pt idx="4">
                  <c:v>TOTAL</c:v>
                </c:pt>
              </c:strCache>
            </c:strRef>
          </c:cat>
          <c:val>
            <c:numRef>
              <c:f>Posicionamiento!$R$64:$R$68</c:f>
              <c:numCache>
                <c:formatCode>0</c:formatCode>
                <c:ptCount val="5"/>
                <c:pt idx="0">
                  <c:v>2.3899214589252296</c:v>
                </c:pt>
                <c:pt idx="1">
                  <c:v>-0.40530416233625299</c:v>
                </c:pt>
                <c:pt idx="2">
                  <c:v>7.6600072019843424E-3</c:v>
                </c:pt>
                <c:pt idx="3">
                  <c:v>34.082376448590161</c:v>
                </c:pt>
                <c:pt idx="4">
                  <c:v>36.005850807931196</c:v>
                </c:pt>
              </c:numCache>
            </c:numRef>
          </c:val>
          <c:extLst>
            <c:ext xmlns:c16="http://schemas.microsoft.com/office/drawing/2014/chart" uri="{C3380CC4-5D6E-409C-BE32-E72D297353CC}">
              <c16:uniqueId val="{00000001-601B-452B-B4C2-778E23EBA69D}"/>
            </c:ext>
          </c:extLst>
        </c:ser>
        <c:ser>
          <c:idx val="2"/>
          <c:order val="2"/>
          <c:tx>
            <c:strRef>
              <c:f>Posicionamiento!$S$62</c:f>
              <c:strCache>
                <c:ptCount val="1"/>
                <c:pt idx="0">
                  <c:v>Fondo 3</c:v>
                </c:pt>
              </c:strCache>
            </c:strRef>
          </c:tx>
          <c:spPr>
            <a:solidFill>
              <a:srgbClr val="002060"/>
            </a:solidFill>
          </c:spPr>
          <c:invertIfNegative val="0"/>
          <c:dLbls>
            <c:numFmt formatCode="0_);\(0\)" sourceLinked="0"/>
            <c:spPr>
              <a:noFill/>
              <a:ln>
                <a:noFill/>
              </a:ln>
              <a:effectLst/>
            </c:spPr>
            <c:txPr>
              <a:bodyPr wrap="square" lIns="38100" tIns="19050" rIns="38100" bIns="19050" anchor="ctr">
                <a:spAutoFit/>
              </a:bodyPr>
              <a:lstStyle/>
              <a:p>
                <a:pPr>
                  <a:defRPr sz="900"/>
                </a:pPr>
                <a:endParaRPr lang="es-P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Posicionamiento!$P$64:$P$68</c:f>
              <c:strCache>
                <c:ptCount val="5"/>
                <c:pt idx="0">
                  <c:v>PEN SOB</c:v>
                </c:pt>
                <c:pt idx="1">
                  <c:v>PEN CORP</c:v>
                </c:pt>
                <c:pt idx="2">
                  <c:v>LC</c:v>
                </c:pt>
                <c:pt idx="3">
                  <c:v>USD</c:v>
                </c:pt>
                <c:pt idx="4">
                  <c:v>TOTAL</c:v>
                </c:pt>
              </c:strCache>
            </c:strRef>
          </c:cat>
          <c:val>
            <c:numRef>
              <c:f>Posicionamiento!$S$64:$S$68</c:f>
              <c:numCache>
                <c:formatCode>0</c:formatCode>
                <c:ptCount val="5"/>
                <c:pt idx="0">
                  <c:v>-3.0968597443273751</c:v>
                </c:pt>
                <c:pt idx="1">
                  <c:v>-0.20707083850687114</c:v>
                </c:pt>
                <c:pt idx="2">
                  <c:v>9.3489264894766571</c:v>
                </c:pt>
                <c:pt idx="3">
                  <c:v>-1.8107185270863368</c:v>
                </c:pt>
                <c:pt idx="4">
                  <c:v>4.3010110483791522</c:v>
                </c:pt>
              </c:numCache>
            </c:numRef>
          </c:val>
          <c:extLst>
            <c:ext xmlns:c16="http://schemas.microsoft.com/office/drawing/2014/chart" uri="{C3380CC4-5D6E-409C-BE32-E72D297353CC}">
              <c16:uniqueId val="{00000002-601B-452B-B4C2-778E23EBA69D}"/>
            </c:ext>
          </c:extLst>
        </c:ser>
        <c:dLbls>
          <c:dLblPos val="outEnd"/>
          <c:showLegendKey val="0"/>
          <c:showVal val="1"/>
          <c:showCatName val="0"/>
          <c:showSerName val="0"/>
          <c:showPercent val="0"/>
          <c:showBubbleSize val="0"/>
        </c:dLbls>
        <c:gapWidth val="67"/>
        <c:axId val="-2017114704"/>
        <c:axId val="-2017114160"/>
      </c:barChart>
      <c:catAx>
        <c:axId val="-2017114704"/>
        <c:scaling>
          <c:orientation val="minMax"/>
        </c:scaling>
        <c:delete val="0"/>
        <c:axPos val="b"/>
        <c:numFmt formatCode="General" sourceLinked="1"/>
        <c:majorTickMark val="out"/>
        <c:minorTickMark val="none"/>
        <c:tickLblPos val="low"/>
        <c:spPr>
          <a:noFill/>
          <a:ln w="12700" cap="flat" cmpd="sng" algn="ctr">
            <a:solidFill>
              <a:schemeClr val="tx1">
                <a:lumMod val="65000"/>
                <a:lumOff val="35000"/>
              </a:schemeClr>
            </a:solidFill>
            <a:round/>
          </a:ln>
          <a:effectLst/>
        </c:spPr>
        <c:txPr>
          <a:bodyPr rot="-60000000" vert="horz"/>
          <a:lstStyle/>
          <a:p>
            <a:pPr>
              <a:defRPr sz="900" b="1" i="0">
                <a:solidFill>
                  <a:srgbClr val="002060"/>
                </a:solidFill>
              </a:defRPr>
            </a:pPr>
            <a:endParaRPr lang="es-PE"/>
          </a:p>
        </c:txPr>
        <c:crossAx val="-2017114160"/>
        <c:crosses val="autoZero"/>
        <c:auto val="1"/>
        <c:lblAlgn val="ctr"/>
        <c:lblOffset val="100"/>
        <c:noMultiLvlLbl val="0"/>
      </c:catAx>
      <c:valAx>
        <c:axId val="-2017114160"/>
        <c:scaling>
          <c:orientation val="minMax"/>
        </c:scaling>
        <c:delete val="0"/>
        <c:axPos val="l"/>
        <c:numFmt formatCode="0_);\(0\)" sourceLinked="0"/>
        <c:majorTickMark val="out"/>
        <c:minorTickMark val="none"/>
        <c:tickLblPos val="nextTo"/>
        <c:spPr>
          <a:noFill/>
          <a:ln>
            <a:solidFill>
              <a:schemeClr val="bg1">
                <a:lumMod val="50000"/>
              </a:schemeClr>
            </a:solidFill>
          </a:ln>
          <a:effectLst/>
        </c:spPr>
        <c:txPr>
          <a:bodyPr rot="-60000000" vert="horz"/>
          <a:lstStyle/>
          <a:p>
            <a:pPr>
              <a:defRPr sz="900" b="0">
                <a:solidFill>
                  <a:srgbClr val="002060"/>
                </a:solidFill>
              </a:defRPr>
            </a:pPr>
            <a:endParaRPr lang="es-PE"/>
          </a:p>
        </c:txPr>
        <c:crossAx val="-2017114704"/>
        <c:crosses val="autoZero"/>
        <c:crossBetween val="between"/>
        <c:majorUnit val="20"/>
      </c:valAx>
      <c:spPr>
        <a:noFill/>
        <a:ln>
          <a:noFill/>
        </a:ln>
        <a:effectLst/>
      </c:spPr>
    </c:plotArea>
    <c:legend>
      <c:legendPos val="b"/>
      <c:layout>
        <c:manualLayout>
          <c:xMode val="edge"/>
          <c:yMode val="edge"/>
          <c:x val="0.7264482304584291"/>
          <c:y val="1.1235229632440523E-2"/>
          <c:w val="0.21957096858453182"/>
          <c:h val="9.4127164827288168E-2"/>
        </c:manualLayout>
      </c:layout>
      <c:overlay val="0"/>
      <c:spPr>
        <a:noFill/>
        <a:ln>
          <a:noFill/>
        </a:ln>
        <a:effectLst/>
      </c:spPr>
      <c:txPr>
        <a:bodyPr rot="0" vert="horz"/>
        <a:lstStyle/>
        <a:p>
          <a:pPr>
            <a:defRPr sz="900"/>
          </a:pPr>
          <a:endParaRPr lang="es-PE"/>
        </a:p>
      </c:txPr>
    </c:legend>
    <c:plotVisOnly val="1"/>
    <c:dispBlanksAs val="gap"/>
    <c:showDLblsOverMax val="0"/>
  </c:chart>
  <c:spPr>
    <a:noFill/>
    <a:ln w="9525" cap="flat" cmpd="sng" algn="ctr">
      <a:noFill/>
      <a:round/>
    </a:ln>
    <a:effectLst/>
  </c:spPr>
  <c:txPr>
    <a:bodyPr/>
    <a:lstStyle/>
    <a:p>
      <a:pPr>
        <a:defRPr sz="1100"/>
      </a:pPr>
      <a:endParaRPr lang="es-PE"/>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Posicionamiento!$J$62</c:f>
              <c:strCache>
                <c:ptCount val="1"/>
                <c:pt idx="0">
                  <c:v>Fondo 1</c:v>
                </c:pt>
              </c:strCache>
            </c:strRef>
          </c:tx>
          <c:spPr>
            <a:solidFill>
              <a:schemeClr val="bg1">
                <a:lumMod val="85000"/>
              </a:schemeClr>
            </a:solidFill>
          </c:spPr>
          <c:invertIfNegative val="0"/>
          <c:dLbls>
            <c:dLbl>
              <c:idx val="4"/>
              <c:layout>
                <c:manualLayout>
                  <c:x val="-3.0829942039710097E-3"/>
                  <c:y val="2.7889335118250792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6282-44E8-88ED-A275AF91936B}"/>
                </c:ext>
              </c:extLst>
            </c:dLbl>
            <c:numFmt formatCode="0_);\(0\)" sourceLinked="0"/>
            <c:spPr>
              <a:noFill/>
              <a:ln>
                <a:noFill/>
              </a:ln>
              <a:effectLst/>
            </c:spPr>
            <c:txPr>
              <a:bodyPr wrap="square" lIns="38100" tIns="19050" rIns="38100" bIns="19050" anchor="ctr">
                <a:spAutoFit/>
              </a:bodyPr>
              <a:lstStyle/>
              <a:p>
                <a:pPr>
                  <a:defRPr sz="900"/>
                </a:pPr>
                <a:endParaRPr lang="es-P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Posicionamiento!$P$64:$P$68</c:f>
              <c:strCache>
                <c:ptCount val="5"/>
                <c:pt idx="0">
                  <c:v>PEN SOB</c:v>
                </c:pt>
                <c:pt idx="1">
                  <c:v>PEN CORP</c:v>
                </c:pt>
                <c:pt idx="2">
                  <c:v>LC</c:v>
                </c:pt>
                <c:pt idx="3">
                  <c:v>USD</c:v>
                </c:pt>
                <c:pt idx="4">
                  <c:v>TOTAL</c:v>
                </c:pt>
              </c:strCache>
            </c:strRef>
          </c:cat>
          <c:val>
            <c:numRef>
              <c:f>Posicionamiento!$J$64:$J$68</c:f>
              <c:numCache>
                <c:formatCode>0</c:formatCode>
                <c:ptCount val="5"/>
                <c:pt idx="0">
                  <c:v>7.8658957447722972</c:v>
                </c:pt>
                <c:pt idx="1">
                  <c:v>1.2190066404275415</c:v>
                </c:pt>
                <c:pt idx="2">
                  <c:v>9.499880981130973</c:v>
                </c:pt>
                <c:pt idx="3">
                  <c:v>18.392411707062191</c:v>
                </c:pt>
                <c:pt idx="4">
                  <c:v>37.038462027188601</c:v>
                </c:pt>
              </c:numCache>
            </c:numRef>
          </c:val>
          <c:extLst>
            <c:ext xmlns:c16="http://schemas.microsoft.com/office/drawing/2014/chart" uri="{C3380CC4-5D6E-409C-BE32-E72D297353CC}">
              <c16:uniqueId val="{00000000-11AE-421A-B641-A2702BDEF492}"/>
            </c:ext>
          </c:extLst>
        </c:ser>
        <c:ser>
          <c:idx val="1"/>
          <c:order val="1"/>
          <c:tx>
            <c:strRef>
              <c:f>Posicionamiento!$K$62</c:f>
              <c:strCache>
                <c:ptCount val="1"/>
                <c:pt idx="0">
                  <c:v>Fondo 2</c:v>
                </c:pt>
              </c:strCache>
            </c:strRef>
          </c:tx>
          <c:spPr>
            <a:solidFill>
              <a:schemeClr val="accent5">
                <a:lumMod val="60000"/>
                <a:lumOff val="40000"/>
              </a:schemeClr>
            </a:solidFill>
          </c:spPr>
          <c:invertIfNegative val="0"/>
          <c:dLbls>
            <c:numFmt formatCode="0_);\(0\)" sourceLinked="0"/>
            <c:spPr>
              <a:noFill/>
              <a:ln>
                <a:noFill/>
              </a:ln>
              <a:effectLst/>
            </c:spPr>
            <c:txPr>
              <a:bodyPr wrap="square" lIns="38100" tIns="19050" rIns="38100" bIns="19050" anchor="ctr">
                <a:spAutoFit/>
              </a:bodyPr>
              <a:lstStyle/>
              <a:p>
                <a:pPr>
                  <a:defRPr sz="900"/>
                </a:pPr>
                <a:endParaRPr lang="es-P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Posicionamiento!$P$64:$P$68</c:f>
              <c:strCache>
                <c:ptCount val="5"/>
                <c:pt idx="0">
                  <c:v>PEN SOB</c:v>
                </c:pt>
                <c:pt idx="1">
                  <c:v>PEN CORP</c:v>
                </c:pt>
                <c:pt idx="2">
                  <c:v>LC</c:v>
                </c:pt>
                <c:pt idx="3">
                  <c:v>USD</c:v>
                </c:pt>
                <c:pt idx="4">
                  <c:v>TOTAL</c:v>
                </c:pt>
              </c:strCache>
            </c:strRef>
          </c:cat>
          <c:val>
            <c:numRef>
              <c:f>Posicionamiento!$K$64:$K$68</c:f>
              <c:numCache>
                <c:formatCode>0</c:formatCode>
                <c:ptCount val="5"/>
                <c:pt idx="0">
                  <c:v>20.782049298107445</c:v>
                </c:pt>
                <c:pt idx="1">
                  <c:v>-4.6542785208555975</c:v>
                </c:pt>
                <c:pt idx="2">
                  <c:v>-1.485122061978617</c:v>
                </c:pt>
                <c:pt idx="3">
                  <c:v>18.937142264065031</c:v>
                </c:pt>
                <c:pt idx="4">
                  <c:v>34.611060151258727</c:v>
                </c:pt>
              </c:numCache>
            </c:numRef>
          </c:val>
          <c:extLst>
            <c:ext xmlns:c16="http://schemas.microsoft.com/office/drawing/2014/chart" uri="{C3380CC4-5D6E-409C-BE32-E72D297353CC}">
              <c16:uniqueId val="{00000001-11AE-421A-B641-A2702BDEF492}"/>
            </c:ext>
          </c:extLst>
        </c:ser>
        <c:ser>
          <c:idx val="2"/>
          <c:order val="2"/>
          <c:tx>
            <c:strRef>
              <c:f>Posicionamiento!$L$62</c:f>
              <c:strCache>
                <c:ptCount val="1"/>
                <c:pt idx="0">
                  <c:v>Fondo 3</c:v>
                </c:pt>
              </c:strCache>
            </c:strRef>
          </c:tx>
          <c:spPr>
            <a:solidFill>
              <a:srgbClr val="002060"/>
            </a:solidFill>
          </c:spPr>
          <c:invertIfNegative val="0"/>
          <c:dLbls>
            <c:numFmt formatCode="0_);\(0\)" sourceLinked="0"/>
            <c:spPr>
              <a:noFill/>
              <a:ln>
                <a:noFill/>
              </a:ln>
              <a:effectLst/>
            </c:spPr>
            <c:txPr>
              <a:bodyPr wrap="square" lIns="38100" tIns="19050" rIns="38100" bIns="19050" anchor="ctr">
                <a:spAutoFit/>
              </a:bodyPr>
              <a:lstStyle/>
              <a:p>
                <a:pPr>
                  <a:defRPr sz="900"/>
                </a:pPr>
                <a:endParaRPr lang="es-P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Posicionamiento!$P$64:$P$68</c:f>
              <c:strCache>
                <c:ptCount val="5"/>
                <c:pt idx="0">
                  <c:v>PEN SOB</c:v>
                </c:pt>
                <c:pt idx="1">
                  <c:v>PEN CORP</c:v>
                </c:pt>
                <c:pt idx="2">
                  <c:v>LC</c:v>
                </c:pt>
                <c:pt idx="3">
                  <c:v>USD</c:v>
                </c:pt>
                <c:pt idx="4">
                  <c:v>TOTAL</c:v>
                </c:pt>
              </c:strCache>
            </c:strRef>
          </c:cat>
          <c:val>
            <c:numRef>
              <c:f>Posicionamiento!$L$64:$L$68</c:f>
              <c:numCache>
                <c:formatCode>0</c:formatCode>
                <c:ptCount val="5"/>
                <c:pt idx="0">
                  <c:v>-45.257894074573954</c:v>
                </c:pt>
                <c:pt idx="1">
                  <c:v>1.436759897823384</c:v>
                </c:pt>
                <c:pt idx="2">
                  <c:v>7.9256033589074253</c:v>
                </c:pt>
                <c:pt idx="3">
                  <c:v>15.516265381827949</c:v>
                </c:pt>
                <c:pt idx="4">
                  <c:v>-22.123356240869761</c:v>
                </c:pt>
              </c:numCache>
            </c:numRef>
          </c:val>
          <c:extLst>
            <c:ext xmlns:c16="http://schemas.microsoft.com/office/drawing/2014/chart" uri="{C3380CC4-5D6E-409C-BE32-E72D297353CC}">
              <c16:uniqueId val="{00000002-11AE-421A-B641-A2702BDEF492}"/>
            </c:ext>
          </c:extLst>
        </c:ser>
        <c:dLbls>
          <c:dLblPos val="outEnd"/>
          <c:showLegendKey val="0"/>
          <c:showVal val="1"/>
          <c:showCatName val="0"/>
          <c:showSerName val="0"/>
          <c:showPercent val="0"/>
          <c:showBubbleSize val="0"/>
        </c:dLbls>
        <c:gapWidth val="67"/>
        <c:axId val="-2017114704"/>
        <c:axId val="-2017114160"/>
      </c:barChart>
      <c:catAx>
        <c:axId val="-2017114704"/>
        <c:scaling>
          <c:orientation val="minMax"/>
        </c:scaling>
        <c:delete val="0"/>
        <c:axPos val="b"/>
        <c:numFmt formatCode="General" sourceLinked="1"/>
        <c:majorTickMark val="out"/>
        <c:minorTickMark val="none"/>
        <c:tickLblPos val="low"/>
        <c:spPr>
          <a:noFill/>
          <a:ln w="12700" cap="flat" cmpd="sng" algn="ctr">
            <a:solidFill>
              <a:schemeClr val="tx1">
                <a:lumMod val="65000"/>
                <a:lumOff val="35000"/>
              </a:schemeClr>
            </a:solidFill>
            <a:round/>
          </a:ln>
          <a:effectLst/>
        </c:spPr>
        <c:txPr>
          <a:bodyPr rot="-60000000" vert="horz"/>
          <a:lstStyle/>
          <a:p>
            <a:pPr>
              <a:defRPr sz="900" b="1" i="0">
                <a:solidFill>
                  <a:srgbClr val="002060"/>
                </a:solidFill>
              </a:defRPr>
            </a:pPr>
            <a:endParaRPr lang="es-PE"/>
          </a:p>
        </c:txPr>
        <c:crossAx val="-2017114160"/>
        <c:crosses val="autoZero"/>
        <c:auto val="1"/>
        <c:lblAlgn val="ctr"/>
        <c:lblOffset val="100"/>
        <c:noMultiLvlLbl val="0"/>
      </c:catAx>
      <c:valAx>
        <c:axId val="-2017114160"/>
        <c:scaling>
          <c:orientation val="minMax"/>
        </c:scaling>
        <c:delete val="0"/>
        <c:axPos val="l"/>
        <c:numFmt formatCode="0_);\(0\)" sourceLinked="0"/>
        <c:majorTickMark val="out"/>
        <c:minorTickMark val="none"/>
        <c:tickLblPos val="nextTo"/>
        <c:spPr>
          <a:noFill/>
          <a:ln>
            <a:solidFill>
              <a:schemeClr val="bg1">
                <a:lumMod val="50000"/>
              </a:schemeClr>
            </a:solidFill>
          </a:ln>
          <a:effectLst/>
        </c:spPr>
        <c:txPr>
          <a:bodyPr rot="-60000000" vert="horz"/>
          <a:lstStyle/>
          <a:p>
            <a:pPr>
              <a:defRPr sz="900" b="0">
                <a:solidFill>
                  <a:srgbClr val="002060"/>
                </a:solidFill>
              </a:defRPr>
            </a:pPr>
            <a:endParaRPr lang="es-PE"/>
          </a:p>
        </c:txPr>
        <c:crossAx val="-2017114704"/>
        <c:crosses val="autoZero"/>
        <c:crossBetween val="between"/>
        <c:majorUnit val="20"/>
      </c:valAx>
      <c:spPr>
        <a:noFill/>
        <a:ln>
          <a:noFill/>
        </a:ln>
        <a:effectLst/>
      </c:spPr>
    </c:plotArea>
    <c:legend>
      <c:legendPos val="b"/>
      <c:layout>
        <c:manualLayout>
          <c:xMode val="edge"/>
          <c:yMode val="edge"/>
          <c:x val="0.71719924784651656"/>
          <c:y val="5.6573626087903679E-3"/>
          <c:w val="0.24887914278292875"/>
          <c:h val="7.8125546806649182E-2"/>
        </c:manualLayout>
      </c:layout>
      <c:overlay val="0"/>
      <c:spPr>
        <a:noFill/>
        <a:ln>
          <a:noFill/>
        </a:ln>
        <a:effectLst/>
      </c:spPr>
      <c:txPr>
        <a:bodyPr rot="0" vert="horz"/>
        <a:lstStyle/>
        <a:p>
          <a:pPr>
            <a:defRPr sz="900"/>
          </a:pPr>
          <a:endParaRPr lang="es-PE"/>
        </a:p>
      </c:txPr>
    </c:legend>
    <c:plotVisOnly val="1"/>
    <c:dispBlanksAs val="gap"/>
    <c:showDLblsOverMax val="0"/>
  </c:chart>
  <c:spPr>
    <a:noFill/>
    <a:ln w="9525" cap="flat" cmpd="sng" algn="ctr">
      <a:noFill/>
      <a:round/>
    </a:ln>
    <a:effectLst/>
  </c:spPr>
  <c:txPr>
    <a:bodyPr/>
    <a:lstStyle/>
    <a:p>
      <a:pPr>
        <a:defRPr sz="1100"/>
      </a:pPr>
      <a:endParaRPr lang="es-PE"/>
    </a:p>
  </c:tx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Posicionamiento!$CK$2</c:f>
              <c:strCache>
                <c:ptCount val="1"/>
                <c:pt idx="0">
                  <c:v>Fondo 1</c:v>
                </c:pt>
              </c:strCache>
            </c:strRef>
          </c:tx>
          <c:spPr>
            <a:solidFill>
              <a:schemeClr val="bg1">
                <a:lumMod val="85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700" b="0" i="0" u="none" strike="noStrike" kern="1200" baseline="0">
                    <a:solidFill>
                      <a:srgbClr val="002060"/>
                    </a:solidFill>
                    <a:latin typeface="+mn-lt"/>
                    <a:ea typeface="+mn-ea"/>
                    <a:cs typeface="+mn-cs"/>
                  </a:defRPr>
                </a:pPr>
                <a:endParaRPr lang="es-P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(Posicionamiento!$CD$9:$CD$13,Posicionamiento!$CD$16,Posicionamiento!$CD$19:$CD$21,Posicionamiento!$CD$23:$CD$26)</c:f>
              <c:strCache>
                <c:ptCount val="13"/>
                <c:pt idx="0">
                  <c:v>PEN</c:v>
                </c:pt>
                <c:pt idx="1">
                  <c:v>BRL</c:v>
                </c:pt>
                <c:pt idx="2">
                  <c:v>MXN</c:v>
                </c:pt>
                <c:pt idx="3">
                  <c:v>CLP</c:v>
                </c:pt>
                <c:pt idx="4">
                  <c:v>COP</c:v>
                </c:pt>
                <c:pt idx="5">
                  <c:v>CNY</c:v>
                </c:pt>
                <c:pt idx="6">
                  <c:v>TRY</c:v>
                </c:pt>
                <c:pt idx="7">
                  <c:v>INR</c:v>
                </c:pt>
                <c:pt idx="8">
                  <c:v>Otros EM</c:v>
                </c:pt>
                <c:pt idx="9">
                  <c:v>USD</c:v>
                </c:pt>
                <c:pt idx="10">
                  <c:v>EUR</c:v>
                </c:pt>
                <c:pt idx="11">
                  <c:v>JPY</c:v>
                </c:pt>
                <c:pt idx="12">
                  <c:v>GBP</c:v>
                </c:pt>
              </c:strCache>
            </c:strRef>
          </c:cat>
          <c:val>
            <c:numRef>
              <c:f>(Posicionamiento!$CK$9:$CK$13,Posicionamiento!$CK$16,Posicionamiento!$CK$19:$CK$21,Posicionamiento!$CK$23:$CK$26)</c:f>
              <c:numCache>
                <c:formatCode>0.0%</c:formatCode>
                <c:ptCount val="13"/>
                <c:pt idx="0">
                  <c:v>2.9685953725508498E-2</c:v>
                </c:pt>
                <c:pt idx="1">
                  <c:v>-1.30609325236645E-2</c:v>
                </c:pt>
                <c:pt idx="2">
                  <c:v>-1.50171416407698E-2</c:v>
                </c:pt>
                <c:pt idx="3">
                  <c:v>-2.4424640689272698E-3</c:v>
                </c:pt>
                <c:pt idx="4">
                  <c:v>2.5363605233546301E-2</c:v>
                </c:pt>
                <c:pt idx="5">
                  <c:v>-6.8390318536973695E-4</c:v>
                </c:pt>
                <c:pt idx="6">
                  <c:v>-9.4414991120927701E-5</c:v>
                </c:pt>
                <c:pt idx="7">
                  <c:v>-5.8172780604191896E-4</c:v>
                </c:pt>
                <c:pt idx="8">
                  <c:v>5.2872967291669459E-3</c:v>
                </c:pt>
                <c:pt idx="9">
                  <c:v>-6.4847539172828317E-2</c:v>
                </c:pt>
                <c:pt idx="10">
                  <c:v>1.18608031366361E-2</c:v>
                </c:pt>
                <c:pt idx="11">
                  <c:v>2.1340893783522098E-3</c:v>
                </c:pt>
                <c:pt idx="12">
                  <c:v>-1.49528569278106E-3</c:v>
                </c:pt>
              </c:numCache>
            </c:numRef>
          </c:val>
          <c:extLst>
            <c:ext xmlns:c16="http://schemas.microsoft.com/office/drawing/2014/chart" uri="{C3380CC4-5D6E-409C-BE32-E72D297353CC}">
              <c16:uniqueId val="{00000000-BB81-476B-9FBF-DCA878A9760F}"/>
            </c:ext>
          </c:extLst>
        </c:ser>
        <c:ser>
          <c:idx val="1"/>
          <c:order val="1"/>
          <c:tx>
            <c:strRef>
              <c:f>Posicionamiento!$CR$2</c:f>
              <c:strCache>
                <c:ptCount val="1"/>
                <c:pt idx="0">
                  <c:v>Fondo 2</c:v>
                </c:pt>
              </c:strCache>
            </c:strRef>
          </c:tx>
          <c:spPr>
            <a:solidFill>
              <a:schemeClr val="accent5">
                <a:lumMod val="60000"/>
                <a:lumOff val="40000"/>
              </a:schemeClr>
            </a:solidFill>
            <a:ln>
              <a:noFill/>
            </a:ln>
            <a:effectLst/>
          </c:spPr>
          <c:invertIfNegative val="0"/>
          <c:dLbls>
            <c:numFmt formatCode="0.0%" sourceLinked="0"/>
            <c:spPr>
              <a:noFill/>
              <a:ln>
                <a:noFill/>
              </a:ln>
              <a:effectLst/>
            </c:spPr>
            <c:txPr>
              <a:bodyPr rot="0" spcFirstLastPara="1" vertOverflow="ellipsis" vert="horz" wrap="square" lIns="38100" tIns="19050" rIns="38100" bIns="19050" anchor="ctr" anchorCtr="1">
                <a:spAutoFit/>
              </a:bodyPr>
              <a:lstStyle/>
              <a:p>
                <a:pPr>
                  <a:defRPr sz="700" b="0" i="0" u="none" strike="noStrike" kern="1200" baseline="0">
                    <a:solidFill>
                      <a:srgbClr val="002060"/>
                    </a:solidFill>
                    <a:latin typeface="+mn-lt"/>
                    <a:ea typeface="+mn-ea"/>
                    <a:cs typeface="+mn-cs"/>
                  </a:defRPr>
                </a:pPr>
                <a:endParaRPr lang="es-P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(Posicionamiento!$CD$9:$CD$13,Posicionamiento!$CD$16,Posicionamiento!$CD$19:$CD$21,Posicionamiento!$CD$23:$CD$26)</c:f>
              <c:strCache>
                <c:ptCount val="13"/>
                <c:pt idx="0">
                  <c:v>PEN</c:v>
                </c:pt>
                <c:pt idx="1">
                  <c:v>BRL</c:v>
                </c:pt>
                <c:pt idx="2">
                  <c:v>MXN</c:v>
                </c:pt>
                <c:pt idx="3">
                  <c:v>CLP</c:v>
                </c:pt>
                <c:pt idx="4">
                  <c:v>COP</c:v>
                </c:pt>
                <c:pt idx="5">
                  <c:v>CNY</c:v>
                </c:pt>
                <c:pt idx="6">
                  <c:v>TRY</c:v>
                </c:pt>
                <c:pt idx="7">
                  <c:v>INR</c:v>
                </c:pt>
                <c:pt idx="8">
                  <c:v>Otros EM</c:v>
                </c:pt>
                <c:pt idx="9">
                  <c:v>USD</c:v>
                </c:pt>
                <c:pt idx="10">
                  <c:v>EUR</c:v>
                </c:pt>
                <c:pt idx="11">
                  <c:v>JPY</c:v>
                </c:pt>
                <c:pt idx="12">
                  <c:v>GBP</c:v>
                </c:pt>
              </c:strCache>
            </c:strRef>
          </c:cat>
          <c:val>
            <c:numRef>
              <c:f>(Posicionamiento!$CR$9:$CR$13,Posicionamiento!$CR$16,Posicionamiento!$CR$19:$CR$21,Posicionamiento!$CR$23:$CR$26)</c:f>
              <c:numCache>
                <c:formatCode>0.0%</c:formatCode>
                <c:ptCount val="13"/>
                <c:pt idx="0">
                  <c:v>2.9278799456807281E-2</c:v>
                </c:pt>
                <c:pt idx="1">
                  <c:v>-5.9949756648135198E-3</c:v>
                </c:pt>
                <c:pt idx="2">
                  <c:v>-2.9768620391927699E-3</c:v>
                </c:pt>
                <c:pt idx="3">
                  <c:v>-1.5560529385896199E-3</c:v>
                </c:pt>
                <c:pt idx="4">
                  <c:v>-3.8022768643805002E-3</c:v>
                </c:pt>
                <c:pt idx="5">
                  <c:v>1.5771096193774201E-4</c:v>
                </c:pt>
                <c:pt idx="6">
                  <c:v>1.84847657960792E-4</c:v>
                </c:pt>
                <c:pt idx="7">
                  <c:v>4.0413476728554101E-3</c:v>
                </c:pt>
                <c:pt idx="8">
                  <c:v>4.9294124552328204E-4</c:v>
                </c:pt>
                <c:pt idx="9">
                  <c:v>-6.3782873308829771E-2</c:v>
                </c:pt>
                <c:pt idx="10">
                  <c:v>1.0151073761595899E-2</c:v>
                </c:pt>
                <c:pt idx="11">
                  <c:v>-5.3902172862351199E-3</c:v>
                </c:pt>
                <c:pt idx="12">
                  <c:v>1.12994893987323E-2</c:v>
                </c:pt>
              </c:numCache>
            </c:numRef>
          </c:val>
          <c:extLst>
            <c:ext xmlns:c16="http://schemas.microsoft.com/office/drawing/2014/chart" uri="{C3380CC4-5D6E-409C-BE32-E72D297353CC}">
              <c16:uniqueId val="{00000001-BB81-476B-9FBF-DCA878A9760F}"/>
            </c:ext>
          </c:extLst>
        </c:ser>
        <c:ser>
          <c:idx val="2"/>
          <c:order val="2"/>
          <c:tx>
            <c:strRef>
              <c:f>Posicionamiento!$CY$2</c:f>
              <c:strCache>
                <c:ptCount val="1"/>
                <c:pt idx="0">
                  <c:v>Fondo 3</c:v>
                </c:pt>
              </c:strCache>
            </c:strRef>
          </c:tx>
          <c:spPr>
            <a:solidFill>
              <a:srgbClr val="00206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700" b="0" i="0" u="none" strike="noStrike" kern="1200" baseline="0">
                    <a:solidFill>
                      <a:srgbClr val="002060"/>
                    </a:solidFill>
                    <a:latin typeface="+mn-lt"/>
                    <a:ea typeface="+mn-ea"/>
                    <a:cs typeface="+mn-cs"/>
                  </a:defRPr>
                </a:pPr>
                <a:endParaRPr lang="es-P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(Posicionamiento!$CD$9:$CD$13,Posicionamiento!$CD$16,Posicionamiento!$CD$19:$CD$21,Posicionamiento!$CD$23:$CD$26)</c:f>
              <c:strCache>
                <c:ptCount val="13"/>
                <c:pt idx="0">
                  <c:v>PEN</c:v>
                </c:pt>
                <c:pt idx="1">
                  <c:v>BRL</c:v>
                </c:pt>
                <c:pt idx="2">
                  <c:v>MXN</c:v>
                </c:pt>
                <c:pt idx="3">
                  <c:v>CLP</c:v>
                </c:pt>
                <c:pt idx="4">
                  <c:v>COP</c:v>
                </c:pt>
                <c:pt idx="5">
                  <c:v>CNY</c:v>
                </c:pt>
                <c:pt idx="6">
                  <c:v>TRY</c:v>
                </c:pt>
                <c:pt idx="7">
                  <c:v>INR</c:v>
                </c:pt>
                <c:pt idx="8">
                  <c:v>Otros EM</c:v>
                </c:pt>
                <c:pt idx="9">
                  <c:v>USD</c:v>
                </c:pt>
                <c:pt idx="10">
                  <c:v>EUR</c:v>
                </c:pt>
                <c:pt idx="11">
                  <c:v>JPY</c:v>
                </c:pt>
                <c:pt idx="12">
                  <c:v>GBP</c:v>
                </c:pt>
              </c:strCache>
            </c:strRef>
          </c:cat>
          <c:val>
            <c:numRef>
              <c:f>(Posicionamiento!$CY$9:$CY$13,Posicionamiento!$CY$16,Posicionamiento!$CY$19:$CY$21,Posicionamiento!$CY$23:$CY$26)</c:f>
              <c:numCache>
                <c:formatCode>0.0%</c:formatCode>
                <c:ptCount val="13"/>
                <c:pt idx="0">
                  <c:v>6.2406161838931551E-2</c:v>
                </c:pt>
                <c:pt idx="1">
                  <c:v>-1.2318882443410799E-2</c:v>
                </c:pt>
                <c:pt idx="2">
                  <c:v>-3.25464421920081E-3</c:v>
                </c:pt>
                <c:pt idx="3">
                  <c:v>8.4899009886711403E-4</c:v>
                </c:pt>
                <c:pt idx="4">
                  <c:v>-2.9430548768218101E-3</c:v>
                </c:pt>
                <c:pt idx="5">
                  <c:v>6.7938699827085002E-4</c:v>
                </c:pt>
                <c:pt idx="6">
                  <c:v>9.1695609078361901E-3</c:v>
                </c:pt>
                <c:pt idx="7">
                  <c:v>3.30930922909212E-4</c:v>
                </c:pt>
                <c:pt idx="8">
                  <c:v>2.7898707144236522E-4</c:v>
                </c:pt>
                <c:pt idx="9">
                  <c:v>-8.9642778173797233E-2</c:v>
                </c:pt>
                <c:pt idx="10">
                  <c:v>7.3078847296914901E-3</c:v>
                </c:pt>
                <c:pt idx="11">
                  <c:v>-1.23614305992537E-2</c:v>
                </c:pt>
                <c:pt idx="12">
                  <c:v>7.3618571593767196E-3</c:v>
                </c:pt>
              </c:numCache>
            </c:numRef>
          </c:val>
          <c:extLst>
            <c:ext xmlns:c16="http://schemas.microsoft.com/office/drawing/2014/chart" uri="{C3380CC4-5D6E-409C-BE32-E72D297353CC}">
              <c16:uniqueId val="{00000002-BB81-476B-9FBF-DCA878A9760F}"/>
            </c:ext>
          </c:extLst>
        </c:ser>
        <c:dLbls>
          <c:dLblPos val="outEnd"/>
          <c:showLegendKey val="0"/>
          <c:showVal val="1"/>
          <c:showCatName val="0"/>
          <c:showSerName val="0"/>
          <c:showPercent val="0"/>
          <c:showBubbleSize val="0"/>
        </c:dLbls>
        <c:gapWidth val="93"/>
        <c:axId val="1752310096"/>
        <c:axId val="1752314416"/>
      </c:barChart>
      <c:catAx>
        <c:axId val="1752310096"/>
        <c:scaling>
          <c:orientation val="minMax"/>
        </c:scaling>
        <c:delete val="0"/>
        <c:axPos val="b"/>
        <c:numFmt formatCode="General" sourceLinked="1"/>
        <c:majorTickMark val="out"/>
        <c:minorTickMark val="none"/>
        <c:tickLblPos val="low"/>
        <c:spPr>
          <a:noFill/>
          <a:ln w="9525" cap="flat" cmpd="sng" algn="ctr">
            <a:solidFill>
              <a:schemeClr val="bg1">
                <a:lumMod val="50000"/>
              </a:schemeClr>
            </a:solidFill>
            <a:round/>
          </a:ln>
          <a:effectLst/>
        </c:spPr>
        <c:txPr>
          <a:bodyPr rot="-60000000" spcFirstLastPara="1" vertOverflow="ellipsis" vert="horz" wrap="square" anchor="ctr" anchorCtr="1"/>
          <a:lstStyle/>
          <a:p>
            <a:pPr algn="ctr">
              <a:defRPr lang="en-US" sz="900" b="1" i="0" u="none" strike="noStrike" kern="1200" baseline="0">
                <a:solidFill>
                  <a:srgbClr val="1E2E6E"/>
                </a:solidFill>
                <a:latin typeface="+mn-lt"/>
                <a:ea typeface="+mn-ea"/>
                <a:cs typeface="+mn-cs"/>
              </a:defRPr>
            </a:pPr>
            <a:endParaRPr lang="es-PE"/>
          </a:p>
        </c:txPr>
        <c:crossAx val="1752314416"/>
        <c:crosses val="autoZero"/>
        <c:auto val="1"/>
        <c:lblAlgn val="ctr"/>
        <c:lblOffset val="100"/>
        <c:noMultiLvlLbl val="0"/>
      </c:catAx>
      <c:valAx>
        <c:axId val="1752314416"/>
        <c:scaling>
          <c:orientation val="minMax"/>
          <c:max val="6.0000000000000012E-2"/>
        </c:scaling>
        <c:delete val="0"/>
        <c:axPos val="l"/>
        <c:numFmt formatCode="0.0%" sourceLinked="1"/>
        <c:majorTickMark val="none"/>
        <c:minorTickMark val="none"/>
        <c:tickLblPos val="nextTo"/>
        <c:spPr>
          <a:noFill/>
          <a:ln>
            <a:noFill/>
          </a:ln>
          <a:effectLst/>
        </c:spPr>
        <c:txPr>
          <a:bodyPr rot="-60000000" spcFirstLastPara="1" vertOverflow="ellipsis" vert="horz" wrap="square" anchor="ctr" anchorCtr="1"/>
          <a:lstStyle/>
          <a:p>
            <a:pPr algn="ctr">
              <a:defRPr lang="en-US" sz="900" b="0" i="0" u="none" strike="noStrike" kern="1200" baseline="0">
                <a:solidFill>
                  <a:srgbClr val="1E2E6E"/>
                </a:solidFill>
                <a:latin typeface="+mn-lt"/>
                <a:ea typeface="+mn-ea"/>
                <a:cs typeface="+mn-cs"/>
              </a:defRPr>
            </a:pPr>
            <a:endParaRPr lang="es-PE"/>
          </a:p>
        </c:txPr>
        <c:crossAx val="1752310096"/>
        <c:crosses val="autoZero"/>
        <c:crossBetween val="between"/>
        <c:majorUnit val="4.0000000000000008E-2"/>
      </c:valAx>
    </c:plotArea>
    <c:legend>
      <c:legendPos val="b"/>
      <c:layout>
        <c:manualLayout>
          <c:xMode val="edge"/>
          <c:yMode val="edge"/>
          <c:x val="0.68500240947266966"/>
          <c:y val="1.0616367759224907E-3"/>
          <c:w val="0.3132818099216772"/>
          <c:h val="9.5499896928468359E-2"/>
        </c:manualLayout>
      </c:layout>
      <c:overlay val="1"/>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s-PE"/>
        </a:p>
      </c:txPr>
    </c:legend>
    <c:plotVisOnly val="1"/>
    <c:dispBlanksAs val="gap"/>
    <c:showDLblsOverMax val="0"/>
    <c:extLst/>
  </c:chart>
  <c:txPr>
    <a:bodyPr/>
    <a:lstStyle/>
    <a:p>
      <a:pPr>
        <a:defRPr/>
      </a:pPr>
      <a:endParaRPr lang="es-PE"/>
    </a:p>
  </c:tx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Posicionamiento!$CK$2</c:f>
              <c:strCache>
                <c:ptCount val="1"/>
                <c:pt idx="0">
                  <c:v>Fondo 1</c:v>
                </c:pt>
              </c:strCache>
            </c:strRef>
          </c:tx>
          <c:spPr>
            <a:solidFill>
              <a:schemeClr val="bg1">
                <a:lumMod val="85000"/>
              </a:schemeClr>
            </a:solidFill>
            <a:ln>
              <a:noFill/>
            </a:ln>
            <a:effectLst/>
          </c:spPr>
          <c:invertIfNegative val="0"/>
          <c:dLbls>
            <c:spPr>
              <a:noFill/>
              <a:ln>
                <a:noFill/>
              </a:ln>
              <a:effectLst/>
            </c:spPr>
            <c:txPr>
              <a:bodyPr wrap="square" lIns="38100" tIns="19050" rIns="38100" bIns="19050" anchor="ctr" anchorCtr="0">
                <a:spAutoFit/>
              </a:bodyPr>
              <a:lstStyle/>
              <a:p>
                <a:pPr algn="ctr">
                  <a:defRPr lang="en-US" sz="700" b="0" i="0" u="none" strike="noStrike" kern="1200" baseline="0">
                    <a:solidFill>
                      <a:srgbClr val="002060"/>
                    </a:solidFill>
                    <a:latin typeface="+mn-lt"/>
                    <a:ea typeface="+mn-ea"/>
                    <a:cs typeface="+mn-cs"/>
                  </a:defRPr>
                </a:pPr>
                <a:endParaRPr lang="es-P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(Posicionamiento!$DD$9:$DD$13,Posicionamiento!$DD$16,Posicionamiento!$DD$19:$DD$21,Posicionamiento!$DD$23:$DD$26)</c:f>
              <c:strCache>
                <c:ptCount val="13"/>
                <c:pt idx="0">
                  <c:v>PEN</c:v>
                </c:pt>
                <c:pt idx="1">
                  <c:v>BRL</c:v>
                </c:pt>
                <c:pt idx="2">
                  <c:v>MXN</c:v>
                </c:pt>
                <c:pt idx="3">
                  <c:v>CLP</c:v>
                </c:pt>
                <c:pt idx="4">
                  <c:v>COP</c:v>
                </c:pt>
                <c:pt idx="5">
                  <c:v>CNY</c:v>
                </c:pt>
                <c:pt idx="6">
                  <c:v>TRY</c:v>
                </c:pt>
                <c:pt idx="7">
                  <c:v>INR</c:v>
                </c:pt>
                <c:pt idx="8">
                  <c:v>Otros EM</c:v>
                </c:pt>
                <c:pt idx="9">
                  <c:v>USD</c:v>
                </c:pt>
                <c:pt idx="10">
                  <c:v>EUR</c:v>
                </c:pt>
                <c:pt idx="11">
                  <c:v>JPY</c:v>
                </c:pt>
                <c:pt idx="12">
                  <c:v>GBP</c:v>
                </c:pt>
              </c:strCache>
            </c:strRef>
          </c:cat>
          <c:val>
            <c:numRef>
              <c:f>(Posicionamiento!$DK$9:$DK$13,Posicionamiento!$DK$16,Posicionamiento!$DK$19:$DK$21,Posicionamiento!$DK$23:$DK$26)</c:f>
              <c:numCache>
                <c:formatCode>0.0%</c:formatCode>
                <c:ptCount val="13"/>
                <c:pt idx="0">
                  <c:v>4.4002632902499547E-2</c:v>
                </c:pt>
                <c:pt idx="1">
                  <c:v>-2.0748726245528121E-2</c:v>
                </c:pt>
                <c:pt idx="2">
                  <c:v>-3.3453662801167502E-2</c:v>
                </c:pt>
                <c:pt idx="3">
                  <c:v>-6.5203779559788403E-3</c:v>
                </c:pt>
                <c:pt idx="4">
                  <c:v>1.2493441114858702E-2</c:v>
                </c:pt>
                <c:pt idx="5">
                  <c:v>-1.4484438670482268E-3</c:v>
                </c:pt>
                <c:pt idx="6">
                  <c:v>2.3544255247844032E-4</c:v>
                </c:pt>
                <c:pt idx="7">
                  <c:v>-6.6194748340636092E-3</c:v>
                </c:pt>
                <c:pt idx="8">
                  <c:v>6.0642615572572651E-3</c:v>
                </c:pt>
                <c:pt idx="9">
                  <c:v>-1.8132077946488821E-2</c:v>
                </c:pt>
                <c:pt idx="10">
                  <c:v>-3.1862041777752006E-3</c:v>
                </c:pt>
                <c:pt idx="11">
                  <c:v>-3.0479910642231402E-3</c:v>
                </c:pt>
                <c:pt idx="12">
                  <c:v>6.2206514359597299E-3</c:v>
                </c:pt>
              </c:numCache>
            </c:numRef>
          </c:val>
          <c:extLst>
            <c:ext xmlns:c16="http://schemas.microsoft.com/office/drawing/2014/chart" uri="{C3380CC4-5D6E-409C-BE32-E72D297353CC}">
              <c16:uniqueId val="{00000000-9E0C-400F-8A1B-C012519B1030}"/>
            </c:ext>
          </c:extLst>
        </c:ser>
        <c:ser>
          <c:idx val="1"/>
          <c:order val="1"/>
          <c:tx>
            <c:strRef>
              <c:f>Posicionamiento!$CR$2</c:f>
              <c:strCache>
                <c:ptCount val="1"/>
                <c:pt idx="0">
                  <c:v>Fondo 2</c:v>
                </c:pt>
              </c:strCache>
            </c:strRef>
          </c:tx>
          <c:spPr>
            <a:solidFill>
              <a:schemeClr val="accent5">
                <a:lumMod val="60000"/>
                <a:lumOff val="40000"/>
              </a:schemeClr>
            </a:solidFill>
            <a:ln>
              <a:noFill/>
            </a:ln>
            <a:effectLst/>
          </c:spPr>
          <c:invertIfNegative val="0"/>
          <c:dLbls>
            <c:spPr>
              <a:noFill/>
              <a:ln>
                <a:noFill/>
              </a:ln>
              <a:effectLst/>
            </c:spPr>
            <c:txPr>
              <a:bodyPr wrap="square" lIns="38100" tIns="19050" rIns="38100" bIns="19050" anchor="ctr" anchorCtr="0">
                <a:spAutoFit/>
              </a:bodyPr>
              <a:lstStyle/>
              <a:p>
                <a:pPr algn="ctr">
                  <a:defRPr lang="en-US" sz="700" b="0" i="0" u="none" strike="noStrike" kern="1200" baseline="0">
                    <a:solidFill>
                      <a:srgbClr val="002060"/>
                    </a:solidFill>
                    <a:latin typeface="+mn-lt"/>
                    <a:ea typeface="+mn-ea"/>
                    <a:cs typeface="+mn-cs"/>
                  </a:defRPr>
                </a:pPr>
                <a:endParaRPr lang="es-P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(Posicionamiento!$DD$9:$DD$13,Posicionamiento!$DD$16,Posicionamiento!$DD$19:$DD$21,Posicionamiento!$DD$23:$DD$26)</c:f>
              <c:strCache>
                <c:ptCount val="13"/>
                <c:pt idx="0">
                  <c:v>PEN</c:v>
                </c:pt>
                <c:pt idx="1">
                  <c:v>BRL</c:v>
                </c:pt>
                <c:pt idx="2">
                  <c:v>MXN</c:v>
                </c:pt>
                <c:pt idx="3">
                  <c:v>CLP</c:v>
                </c:pt>
                <c:pt idx="4">
                  <c:v>COP</c:v>
                </c:pt>
                <c:pt idx="5">
                  <c:v>CNY</c:v>
                </c:pt>
                <c:pt idx="6">
                  <c:v>TRY</c:v>
                </c:pt>
                <c:pt idx="7">
                  <c:v>INR</c:v>
                </c:pt>
                <c:pt idx="8">
                  <c:v>Otros EM</c:v>
                </c:pt>
                <c:pt idx="9">
                  <c:v>USD</c:v>
                </c:pt>
                <c:pt idx="10">
                  <c:v>EUR</c:v>
                </c:pt>
                <c:pt idx="11">
                  <c:v>JPY</c:v>
                </c:pt>
                <c:pt idx="12">
                  <c:v>GBP</c:v>
                </c:pt>
              </c:strCache>
            </c:strRef>
          </c:cat>
          <c:val>
            <c:numRef>
              <c:f>(Posicionamiento!$DR$9:$DR$13,Posicionamiento!$DR$16,Posicionamiento!$DR$19:$DR$21,Posicionamiento!$DR$23:$DR$26)</c:f>
              <c:numCache>
                <c:formatCode>0.0%</c:formatCode>
                <c:ptCount val="13"/>
                <c:pt idx="0">
                  <c:v>5.0563916152622582E-3</c:v>
                </c:pt>
                <c:pt idx="1">
                  <c:v>7.0163083565812807E-3</c:v>
                </c:pt>
                <c:pt idx="2">
                  <c:v>-1.1532439284812259E-2</c:v>
                </c:pt>
                <c:pt idx="3">
                  <c:v>-5.9107683079800792E-4</c:v>
                </c:pt>
                <c:pt idx="4">
                  <c:v>-6.3720191378906898E-3</c:v>
                </c:pt>
                <c:pt idx="5">
                  <c:v>-1.8138119729029456E-2</c:v>
                </c:pt>
                <c:pt idx="6">
                  <c:v>3.3876065049248899E-4</c:v>
                </c:pt>
                <c:pt idx="7">
                  <c:v>-1.1247817546247488E-2</c:v>
                </c:pt>
                <c:pt idx="8">
                  <c:v>1.675373978734215E-3</c:v>
                </c:pt>
                <c:pt idx="9">
                  <c:v>2.1526468387649308E-2</c:v>
                </c:pt>
                <c:pt idx="10">
                  <c:v>-1.5868875194519502E-2</c:v>
                </c:pt>
                <c:pt idx="11">
                  <c:v>-1.0484153656660803E-3</c:v>
                </c:pt>
                <c:pt idx="12">
                  <c:v>2.5973873736772398E-3</c:v>
                </c:pt>
              </c:numCache>
            </c:numRef>
          </c:val>
          <c:extLst>
            <c:ext xmlns:c16="http://schemas.microsoft.com/office/drawing/2014/chart" uri="{C3380CC4-5D6E-409C-BE32-E72D297353CC}">
              <c16:uniqueId val="{00000001-9E0C-400F-8A1B-C012519B1030}"/>
            </c:ext>
          </c:extLst>
        </c:ser>
        <c:ser>
          <c:idx val="2"/>
          <c:order val="2"/>
          <c:tx>
            <c:strRef>
              <c:f>Posicionamiento!$CY$2</c:f>
              <c:strCache>
                <c:ptCount val="1"/>
                <c:pt idx="0">
                  <c:v>Fondo 3</c:v>
                </c:pt>
              </c:strCache>
            </c:strRef>
          </c:tx>
          <c:spPr>
            <a:solidFill>
              <a:srgbClr val="002060"/>
            </a:solidFill>
            <a:ln>
              <a:noFill/>
            </a:ln>
            <a:effectLst/>
          </c:spPr>
          <c:invertIfNegative val="0"/>
          <c:dLbls>
            <c:spPr>
              <a:noFill/>
              <a:ln>
                <a:noFill/>
              </a:ln>
              <a:effectLst/>
            </c:spPr>
            <c:txPr>
              <a:bodyPr wrap="square" lIns="38100" tIns="19050" rIns="38100" bIns="19050" anchor="ctr" anchorCtr="0">
                <a:spAutoFit/>
              </a:bodyPr>
              <a:lstStyle/>
              <a:p>
                <a:pPr algn="ctr">
                  <a:defRPr lang="en-US" sz="700" b="0" i="0" u="none" strike="noStrike" kern="1200" baseline="0">
                    <a:solidFill>
                      <a:srgbClr val="002060"/>
                    </a:solidFill>
                    <a:latin typeface="+mn-lt"/>
                    <a:ea typeface="+mn-ea"/>
                    <a:cs typeface="+mn-cs"/>
                  </a:defRPr>
                </a:pPr>
                <a:endParaRPr lang="es-P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(Posicionamiento!$DD$9:$DD$13,Posicionamiento!$DD$16,Posicionamiento!$DD$19:$DD$21,Posicionamiento!$DD$23:$DD$26)</c:f>
              <c:strCache>
                <c:ptCount val="13"/>
                <c:pt idx="0">
                  <c:v>PEN</c:v>
                </c:pt>
                <c:pt idx="1">
                  <c:v>BRL</c:v>
                </c:pt>
                <c:pt idx="2">
                  <c:v>MXN</c:v>
                </c:pt>
                <c:pt idx="3">
                  <c:v>CLP</c:v>
                </c:pt>
                <c:pt idx="4">
                  <c:v>COP</c:v>
                </c:pt>
                <c:pt idx="5">
                  <c:v>CNY</c:v>
                </c:pt>
                <c:pt idx="6">
                  <c:v>TRY</c:v>
                </c:pt>
                <c:pt idx="7">
                  <c:v>INR</c:v>
                </c:pt>
                <c:pt idx="8">
                  <c:v>Otros EM</c:v>
                </c:pt>
                <c:pt idx="9">
                  <c:v>USD</c:v>
                </c:pt>
                <c:pt idx="10">
                  <c:v>EUR</c:v>
                </c:pt>
                <c:pt idx="11">
                  <c:v>JPY</c:v>
                </c:pt>
                <c:pt idx="12">
                  <c:v>GBP</c:v>
                </c:pt>
              </c:strCache>
            </c:strRef>
          </c:cat>
          <c:val>
            <c:numRef>
              <c:f>(Posicionamiento!$DY$9:$DY$13,Posicionamiento!$DY$16,Posicionamiento!$DY$19:$DY$21,Posicionamiento!$DY$23:$DY$26)</c:f>
              <c:numCache>
                <c:formatCode>0.0%</c:formatCode>
                <c:ptCount val="13"/>
                <c:pt idx="0">
                  <c:v>9.9668421014209863E-3</c:v>
                </c:pt>
                <c:pt idx="1">
                  <c:v>4.3007985690063002E-3</c:v>
                </c:pt>
                <c:pt idx="2">
                  <c:v>-1.1334910156467509E-2</c:v>
                </c:pt>
                <c:pt idx="3">
                  <c:v>3.5834175105419006E-4</c:v>
                </c:pt>
                <c:pt idx="4">
                  <c:v>-3.9844896478945097E-3</c:v>
                </c:pt>
                <c:pt idx="5">
                  <c:v>-2.8094487538070652E-2</c:v>
                </c:pt>
                <c:pt idx="6">
                  <c:v>9.3573131379620818E-3</c:v>
                </c:pt>
                <c:pt idx="7">
                  <c:v>-1.8765047558230188E-2</c:v>
                </c:pt>
                <c:pt idx="8">
                  <c:v>8.9313163180347252E-4</c:v>
                </c:pt>
                <c:pt idx="9">
                  <c:v>1.4372516204900126E-2</c:v>
                </c:pt>
                <c:pt idx="10">
                  <c:v>-3.4751772589546412E-2</c:v>
                </c:pt>
                <c:pt idx="11">
                  <c:v>3.4381963615196989E-3</c:v>
                </c:pt>
                <c:pt idx="12">
                  <c:v>1.8461714626561418E-2</c:v>
                </c:pt>
              </c:numCache>
            </c:numRef>
          </c:val>
          <c:extLst>
            <c:ext xmlns:c16="http://schemas.microsoft.com/office/drawing/2014/chart" uri="{C3380CC4-5D6E-409C-BE32-E72D297353CC}">
              <c16:uniqueId val="{00000002-9E0C-400F-8A1B-C012519B1030}"/>
            </c:ext>
          </c:extLst>
        </c:ser>
        <c:dLbls>
          <c:dLblPos val="outEnd"/>
          <c:showLegendKey val="0"/>
          <c:showVal val="1"/>
          <c:showCatName val="0"/>
          <c:showSerName val="0"/>
          <c:showPercent val="0"/>
          <c:showBubbleSize val="0"/>
        </c:dLbls>
        <c:gapWidth val="93"/>
        <c:axId val="1752310096"/>
        <c:axId val="1752314416"/>
      </c:barChart>
      <c:catAx>
        <c:axId val="1752310096"/>
        <c:scaling>
          <c:orientation val="minMax"/>
        </c:scaling>
        <c:delete val="0"/>
        <c:axPos val="b"/>
        <c:numFmt formatCode="General" sourceLinked="1"/>
        <c:majorTickMark val="out"/>
        <c:minorTickMark val="none"/>
        <c:tickLblPos val="low"/>
        <c:spPr>
          <a:noFill/>
          <a:ln w="9525" cap="flat" cmpd="sng" algn="ctr">
            <a:solidFill>
              <a:schemeClr val="bg1">
                <a:lumMod val="50000"/>
              </a:schemeClr>
            </a:solidFill>
            <a:round/>
          </a:ln>
          <a:effectLst/>
        </c:spPr>
        <c:txPr>
          <a:bodyPr rot="-60000000" spcFirstLastPara="1" vertOverflow="ellipsis" vert="horz" wrap="square" anchor="ctr" anchorCtr="1"/>
          <a:lstStyle/>
          <a:p>
            <a:pPr algn="ctr">
              <a:defRPr lang="en-US" sz="900" b="1" i="0" u="none" strike="noStrike" kern="1200" baseline="0">
                <a:solidFill>
                  <a:srgbClr val="1E2E6E"/>
                </a:solidFill>
                <a:latin typeface="+mn-lt"/>
                <a:ea typeface="+mn-ea"/>
                <a:cs typeface="+mn-cs"/>
              </a:defRPr>
            </a:pPr>
            <a:endParaRPr lang="es-PE"/>
          </a:p>
        </c:txPr>
        <c:crossAx val="1752314416"/>
        <c:crosses val="autoZero"/>
        <c:auto val="1"/>
        <c:lblAlgn val="ctr"/>
        <c:lblOffset val="100"/>
        <c:noMultiLvlLbl val="0"/>
      </c:catAx>
      <c:valAx>
        <c:axId val="1752314416"/>
        <c:scaling>
          <c:orientation val="minMax"/>
        </c:scaling>
        <c:delete val="0"/>
        <c:axPos val="l"/>
        <c:numFmt formatCode="0.0%" sourceLinked="1"/>
        <c:majorTickMark val="none"/>
        <c:minorTickMark val="none"/>
        <c:tickLblPos val="nextTo"/>
        <c:spPr>
          <a:noFill/>
          <a:ln>
            <a:noFill/>
          </a:ln>
          <a:effectLst/>
        </c:spPr>
        <c:txPr>
          <a:bodyPr rot="-60000000" spcFirstLastPara="1" vertOverflow="ellipsis" vert="horz" wrap="square" anchor="ctr" anchorCtr="1"/>
          <a:lstStyle/>
          <a:p>
            <a:pPr algn="ctr">
              <a:defRPr lang="en-US" sz="900" b="0" i="0" u="none" strike="noStrike" kern="1200" baseline="0">
                <a:solidFill>
                  <a:srgbClr val="1E2E6E"/>
                </a:solidFill>
                <a:latin typeface="+mn-lt"/>
                <a:ea typeface="+mn-ea"/>
                <a:cs typeface="+mn-cs"/>
              </a:defRPr>
            </a:pPr>
            <a:endParaRPr lang="es-PE"/>
          </a:p>
        </c:txPr>
        <c:crossAx val="1752310096"/>
        <c:crosses val="autoZero"/>
        <c:crossBetween val="between"/>
      </c:valAx>
    </c:plotArea>
    <c:legend>
      <c:legendPos val="b"/>
      <c:layout>
        <c:manualLayout>
          <c:xMode val="edge"/>
          <c:yMode val="edge"/>
          <c:x val="0.69520251044104819"/>
          <c:y val="1.0616367759224907E-3"/>
          <c:w val="0.30454548375576873"/>
          <c:h val="9.5499896928468359E-2"/>
        </c:manualLayout>
      </c:layout>
      <c:overlay val="1"/>
      <c:spPr>
        <a:noFill/>
        <a:ln>
          <a:noFill/>
        </a:ln>
        <a:effectLst/>
      </c:spPr>
      <c:txPr>
        <a:bodyPr rot="0" spcFirstLastPara="1" vertOverflow="ellipsis" vert="horz" wrap="square" anchor="ctr" anchorCtr="1"/>
        <a:lstStyle/>
        <a:p>
          <a:pPr>
            <a:defRPr lang="en-US" sz="900" b="0" i="0" u="none" strike="noStrike" kern="1200" baseline="0">
              <a:solidFill>
                <a:schemeClr val="tx1">
                  <a:lumMod val="65000"/>
                  <a:lumOff val="35000"/>
                </a:schemeClr>
              </a:solidFill>
              <a:latin typeface="+mn-lt"/>
              <a:ea typeface="+mn-ea"/>
              <a:cs typeface="+mn-cs"/>
            </a:defRPr>
          </a:pPr>
          <a:endParaRPr lang="es-PE"/>
        </a:p>
      </c:txPr>
    </c:legend>
    <c:plotVisOnly val="1"/>
    <c:dispBlanksAs val="gap"/>
    <c:showDLblsOverMax val="0"/>
    <c:extLst/>
  </c:chart>
  <c:txPr>
    <a:bodyPr/>
    <a:lstStyle/>
    <a:p>
      <a:pPr>
        <a:defRPr/>
      </a:pPr>
      <a:endParaRPr lang="es-PE"/>
    </a:p>
  </c:tx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0"/>
    <c:plotArea>
      <c:layout>
        <c:manualLayout>
          <c:layoutTarget val="inner"/>
          <c:xMode val="edge"/>
          <c:yMode val="edge"/>
          <c:x val="8.5261255135486394E-2"/>
          <c:y val="5.0657641830403492E-2"/>
          <c:w val="0.86448088089727437"/>
          <c:h val="0.83410324671358715"/>
        </c:manualLayout>
      </c:layout>
      <c:lineChart>
        <c:grouping val="standard"/>
        <c:varyColors val="0"/>
        <c:ser>
          <c:idx val="0"/>
          <c:order val="0"/>
          <c:tx>
            <c:strRef>
              <c:f>SPX_UST!$AP$7</c:f>
              <c:strCache>
                <c:ptCount val="1"/>
                <c:pt idx="0">
                  <c:v>Industrials</c:v>
                </c:pt>
              </c:strCache>
            </c:strRef>
          </c:tx>
          <c:spPr>
            <a:ln w="28575">
              <a:solidFill>
                <a:sysClr val="window" lastClr="FFFFFF">
                  <a:lumMod val="65000"/>
                </a:sysClr>
              </a:solidFill>
            </a:ln>
          </c:spPr>
          <c:marker>
            <c:symbol val="none"/>
          </c:marker>
          <c:cat>
            <c:numRef>
              <c:f>SPX_UST!$AG$1275:$AG$4055</c:f>
              <c:numCache>
                <c:formatCode>m/d/yyyy</c:formatCode>
                <c:ptCount val="2781"/>
                <c:pt idx="0">
                  <c:v>44561</c:v>
                </c:pt>
                <c:pt idx="1">
                  <c:v>44564</c:v>
                </c:pt>
                <c:pt idx="2">
                  <c:v>44565</c:v>
                </c:pt>
                <c:pt idx="3">
                  <c:v>44566</c:v>
                </c:pt>
                <c:pt idx="4">
                  <c:v>44567</c:v>
                </c:pt>
                <c:pt idx="5">
                  <c:v>44568</c:v>
                </c:pt>
                <c:pt idx="6">
                  <c:v>44571</c:v>
                </c:pt>
                <c:pt idx="7">
                  <c:v>44572</c:v>
                </c:pt>
                <c:pt idx="8">
                  <c:v>44573</c:v>
                </c:pt>
                <c:pt idx="9">
                  <c:v>44574</c:v>
                </c:pt>
                <c:pt idx="10">
                  <c:v>44575</c:v>
                </c:pt>
                <c:pt idx="11">
                  <c:v>44579</c:v>
                </c:pt>
                <c:pt idx="12">
                  <c:v>44580</c:v>
                </c:pt>
                <c:pt idx="13">
                  <c:v>44581</c:v>
                </c:pt>
                <c:pt idx="14">
                  <c:v>44582</c:v>
                </c:pt>
                <c:pt idx="15">
                  <c:v>44585</c:v>
                </c:pt>
                <c:pt idx="16">
                  <c:v>44586</c:v>
                </c:pt>
                <c:pt idx="17">
                  <c:v>44587</c:v>
                </c:pt>
                <c:pt idx="18">
                  <c:v>44588</c:v>
                </c:pt>
                <c:pt idx="19">
                  <c:v>44589</c:v>
                </c:pt>
                <c:pt idx="20">
                  <c:v>44592</c:v>
                </c:pt>
                <c:pt idx="21">
                  <c:v>44593</c:v>
                </c:pt>
                <c:pt idx="22">
                  <c:v>44594</c:v>
                </c:pt>
                <c:pt idx="23">
                  <c:v>44595</c:v>
                </c:pt>
                <c:pt idx="24">
                  <c:v>44596</c:v>
                </c:pt>
                <c:pt idx="25">
                  <c:v>44599</c:v>
                </c:pt>
                <c:pt idx="26">
                  <c:v>44600</c:v>
                </c:pt>
                <c:pt idx="27">
                  <c:v>44601</c:v>
                </c:pt>
                <c:pt idx="28">
                  <c:v>44602</c:v>
                </c:pt>
                <c:pt idx="29">
                  <c:v>44603</c:v>
                </c:pt>
                <c:pt idx="30">
                  <c:v>44606</c:v>
                </c:pt>
                <c:pt idx="31">
                  <c:v>44607</c:v>
                </c:pt>
                <c:pt idx="32">
                  <c:v>44608</c:v>
                </c:pt>
                <c:pt idx="33">
                  <c:v>44609</c:v>
                </c:pt>
                <c:pt idx="34">
                  <c:v>44610</c:v>
                </c:pt>
                <c:pt idx="35">
                  <c:v>44614</c:v>
                </c:pt>
                <c:pt idx="36">
                  <c:v>44615</c:v>
                </c:pt>
                <c:pt idx="37">
                  <c:v>44616</c:v>
                </c:pt>
                <c:pt idx="38">
                  <c:v>44617</c:v>
                </c:pt>
                <c:pt idx="39">
                  <c:v>44620</c:v>
                </c:pt>
                <c:pt idx="40">
                  <c:v>44621</c:v>
                </c:pt>
                <c:pt idx="41">
                  <c:v>44622</c:v>
                </c:pt>
                <c:pt idx="42">
                  <c:v>44623</c:v>
                </c:pt>
                <c:pt idx="43">
                  <c:v>44624</c:v>
                </c:pt>
                <c:pt idx="44">
                  <c:v>44627</c:v>
                </c:pt>
                <c:pt idx="45">
                  <c:v>44628</c:v>
                </c:pt>
                <c:pt idx="46">
                  <c:v>44629</c:v>
                </c:pt>
                <c:pt idx="47">
                  <c:v>44630</c:v>
                </c:pt>
                <c:pt idx="48">
                  <c:v>44631</c:v>
                </c:pt>
                <c:pt idx="49">
                  <c:v>44634</c:v>
                </c:pt>
                <c:pt idx="50">
                  <c:v>44635</c:v>
                </c:pt>
                <c:pt idx="51">
                  <c:v>44636</c:v>
                </c:pt>
                <c:pt idx="52">
                  <c:v>44637</c:v>
                </c:pt>
                <c:pt idx="53">
                  <c:v>44638</c:v>
                </c:pt>
                <c:pt idx="54">
                  <c:v>44641</c:v>
                </c:pt>
                <c:pt idx="55">
                  <c:v>44642</c:v>
                </c:pt>
                <c:pt idx="56">
                  <c:v>44643</c:v>
                </c:pt>
                <c:pt idx="57">
                  <c:v>44644</c:v>
                </c:pt>
                <c:pt idx="58">
                  <c:v>44645</c:v>
                </c:pt>
                <c:pt idx="59">
                  <c:v>44648</c:v>
                </c:pt>
                <c:pt idx="60">
                  <c:v>44649</c:v>
                </c:pt>
                <c:pt idx="61">
                  <c:v>44650</c:v>
                </c:pt>
                <c:pt idx="62">
                  <c:v>44651</c:v>
                </c:pt>
                <c:pt idx="63">
                  <c:v>44652</c:v>
                </c:pt>
                <c:pt idx="64">
                  <c:v>44655</c:v>
                </c:pt>
                <c:pt idx="65">
                  <c:v>44656</c:v>
                </c:pt>
                <c:pt idx="66">
                  <c:v>44657</c:v>
                </c:pt>
                <c:pt idx="67">
                  <c:v>44658</c:v>
                </c:pt>
                <c:pt idx="68">
                  <c:v>44659</c:v>
                </c:pt>
                <c:pt idx="69">
                  <c:v>44662</c:v>
                </c:pt>
                <c:pt idx="70">
                  <c:v>44663</c:v>
                </c:pt>
                <c:pt idx="71">
                  <c:v>44664</c:v>
                </c:pt>
                <c:pt idx="72">
                  <c:v>44665</c:v>
                </c:pt>
                <c:pt idx="73">
                  <c:v>44669</c:v>
                </c:pt>
                <c:pt idx="74">
                  <c:v>44670</c:v>
                </c:pt>
                <c:pt idx="75">
                  <c:v>44671</c:v>
                </c:pt>
                <c:pt idx="76">
                  <c:v>44672</c:v>
                </c:pt>
                <c:pt idx="77">
                  <c:v>44673</c:v>
                </c:pt>
                <c:pt idx="78">
                  <c:v>44676</c:v>
                </c:pt>
                <c:pt idx="79">
                  <c:v>44677</c:v>
                </c:pt>
                <c:pt idx="80">
                  <c:v>44678</c:v>
                </c:pt>
                <c:pt idx="81">
                  <c:v>44679</c:v>
                </c:pt>
                <c:pt idx="82">
                  <c:v>44680</c:v>
                </c:pt>
                <c:pt idx="83">
                  <c:v>44683</c:v>
                </c:pt>
                <c:pt idx="84">
                  <c:v>44684</c:v>
                </c:pt>
                <c:pt idx="85">
                  <c:v>44685</c:v>
                </c:pt>
                <c:pt idx="86">
                  <c:v>44686</c:v>
                </c:pt>
                <c:pt idx="87">
                  <c:v>44687</c:v>
                </c:pt>
                <c:pt idx="88">
                  <c:v>44690</c:v>
                </c:pt>
                <c:pt idx="89">
                  <c:v>44691</c:v>
                </c:pt>
                <c:pt idx="90">
                  <c:v>44692</c:v>
                </c:pt>
                <c:pt idx="91">
                  <c:v>44693</c:v>
                </c:pt>
                <c:pt idx="92">
                  <c:v>44694</c:v>
                </c:pt>
                <c:pt idx="93">
                  <c:v>44697</c:v>
                </c:pt>
                <c:pt idx="94">
                  <c:v>44698</c:v>
                </c:pt>
                <c:pt idx="95">
                  <c:v>44699</c:v>
                </c:pt>
                <c:pt idx="96">
                  <c:v>44700</c:v>
                </c:pt>
                <c:pt idx="97">
                  <c:v>44701</c:v>
                </c:pt>
                <c:pt idx="98">
                  <c:v>44704</c:v>
                </c:pt>
                <c:pt idx="99">
                  <c:v>44705</c:v>
                </c:pt>
                <c:pt idx="100">
                  <c:v>44706</c:v>
                </c:pt>
                <c:pt idx="101">
                  <c:v>44707</c:v>
                </c:pt>
                <c:pt idx="102">
                  <c:v>44708</c:v>
                </c:pt>
                <c:pt idx="103">
                  <c:v>44712</c:v>
                </c:pt>
                <c:pt idx="104">
                  <c:v>44713</c:v>
                </c:pt>
                <c:pt idx="105">
                  <c:v>44714</c:v>
                </c:pt>
                <c:pt idx="106">
                  <c:v>44715</c:v>
                </c:pt>
                <c:pt idx="107">
                  <c:v>44718</c:v>
                </c:pt>
                <c:pt idx="108">
                  <c:v>44719</c:v>
                </c:pt>
                <c:pt idx="109">
                  <c:v>44720</c:v>
                </c:pt>
                <c:pt idx="110">
                  <c:v>44721</c:v>
                </c:pt>
                <c:pt idx="111">
                  <c:v>44722</c:v>
                </c:pt>
                <c:pt idx="112">
                  <c:v>44725</c:v>
                </c:pt>
                <c:pt idx="113">
                  <c:v>44726</c:v>
                </c:pt>
                <c:pt idx="114">
                  <c:v>44727</c:v>
                </c:pt>
                <c:pt idx="115">
                  <c:v>44728</c:v>
                </c:pt>
                <c:pt idx="116">
                  <c:v>44729</c:v>
                </c:pt>
                <c:pt idx="117">
                  <c:v>44733</c:v>
                </c:pt>
                <c:pt idx="118">
                  <c:v>44734</c:v>
                </c:pt>
                <c:pt idx="119">
                  <c:v>44735</c:v>
                </c:pt>
                <c:pt idx="120">
                  <c:v>44736</c:v>
                </c:pt>
                <c:pt idx="121">
                  <c:v>44739</c:v>
                </c:pt>
                <c:pt idx="122">
                  <c:v>44740</c:v>
                </c:pt>
                <c:pt idx="123">
                  <c:v>44741</c:v>
                </c:pt>
                <c:pt idx="124">
                  <c:v>44742</c:v>
                </c:pt>
                <c:pt idx="125">
                  <c:v>44743</c:v>
                </c:pt>
                <c:pt idx="126">
                  <c:v>44747</c:v>
                </c:pt>
                <c:pt idx="127">
                  <c:v>44748</c:v>
                </c:pt>
                <c:pt idx="128">
                  <c:v>44749</c:v>
                </c:pt>
                <c:pt idx="129">
                  <c:v>44750</c:v>
                </c:pt>
                <c:pt idx="130">
                  <c:v>44753</c:v>
                </c:pt>
                <c:pt idx="131">
                  <c:v>44754</c:v>
                </c:pt>
                <c:pt idx="132">
                  <c:v>44755</c:v>
                </c:pt>
                <c:pt idx="133">
                  <c:v>44756</c:v>
                </c:pt>
                <c:pt idx="134">
                  <c:v>44757</c:v>
                </c:pt>
                <c:pt idx="135">
                  <c:v>44760</c:v>
                </c:pt>
                <c:pt idx="136">
                  <c:v>44761</c:v>
                </c:pt>
                <c:pt idx="137">
                  <c:v>44762</c:v>
                </c:pt>
                <c:pt idx="138">
                  <c:v>44763</c:v>
                </c:pt>
                <c:pt idx="139">
                  <c:v>44764</c:v>
                </c:pt>
                <c:pt idx="140">
                  <c:v>44767</c:v>
                </c:pt>
                <c:pt idx="141">
                  <c:v>44768</c:v>
                </c:pt>
                <c:pt idx="142">
                  <c:v>44769</c:v>
                </c:pt>
                <c:pt idx="143">
                  <c:v>44770</c:v>
                </c:pt>
                <c:pt idx="144">
                  <c:v>44771</c:v>
                </c:pt>
                <c:pt idx="145">
                  <c:v>44774</c:v>
                </c:pt>
                <c:pt idx="146">
                  <c:v>44775</c:v>
                </c:pt>
                <c:pt idx="147">
                  <c:v>44776</c:v>
                </c:pt>
                <c:pt idx="148">
                  <c:v>44777</c:v>
                </c:pt>
                <c:pt idx="149">
                  <c:v>44778</c:v>
                </c:pt>
                <c:pt idx="150">
                  <c:v>44781</c:v>
                </c:pt>
                <c:pt idx="151">
                  <c:v>44782</c:v>
                </c:pt>
                <c:pt idx="152">
                  <c:v>44783</c:v>
                </c:pt>
                <c:pt idx="153">
                  <c:v>44784</c:v>
                </c:pt>
                <c:pt idx="154">
                  <c:v>44785</c:v>
                </c:pt>
                <c:pt idx="155">
                  <c:v>44788</c:v>
                </c:pt>
                <c:pt idx="156">
                  <c:v>44789</c:v>
                </c:pt>
                <c:pt idx="157">
                  <c:v>44790</c:v>
                </c:pt>
                <c:pt idx="158">
                  <c:v>44791</c:v>
                </c:pt>
                <c:pt idx="159">
                  <c:v>44792</c:v>
                </c:pt>
                <c:pt idx="160">
                  <c:v>44795</c:v>
                </c:pt>
                <c:pt idx="161">
                  <c:v>44796</c:v>
                </c:pt>
                <c:pt idx="162">
                  <c:v>44797</c:v>
                </c:pt>
                <c:pt idx="163">
                  <c:v>44798</c:v>
                </c:pt>
                <c:pt idx="164">
                  <c:v>44799</c:v>
                </c:pt>
                <c:pt idx="165">
                  <c:v>44802</c:v>
                </c:pt>
                <c:pt idx="166">
                  <c:v>44803</c:v>
                </c:pt>
                <c:pt idx="167">
                  <c:v>44804</c:v>
                </c:pt>
                <c:pt idx="168">
                  <c:v>44805</c:v>
                </c:pt>
                <c:pt idx="169">
                  <c:v>44806</c:v>
                </c:pt>
                <c:pt idx="170">
                  <c:v>44810</c:v>
                </c:pt>
                <c:pt idx="171">
                  <c:v>44811</c:v>
                </c:pt>
                <c:pt idx="172">
                  <c:v>44812</c:v>
                </c:pt>
                <c:pt idx="173">
                  <c:v>44813</c:v>
                </c:pt>
                <c:pt idx="174">
                  <c:v>44816</c:v>
                </c:pt>
                <c:pt idx="175">
                  <c:v>44817</c:v>
                </c:pt>
                <c:pt idx="176">
                  <c:v>44818</c:v>
                </c:pt>
                <c:pt idx="177">
                  <c:v>44819</c:v>
                </c:pt>
                <c:pt idx="178">
                  <c:v>44820</c:v>
                </c:pt>
                <c:pt idx="179">
                  <c:v>44823</c:v>
                </c:pt>
                <c:pt idx="180">
                  <c:v>44824</c:v>
                </c:pt>
                <c:pt idx="181">
                  <c:v>44825</c:v>
                </c:pt>
                <c:pt idx="182">
                  <c:v>44826</c:v>
                </c:pt>
                <c:pt idx="183">
                  <c:v>44827</c:v>
                </c:pt>
                <c:pt idx="184">
                  <c:v>44830</c:v>
                </c:pt>
                <c:pt idx="185">
                  <c:v>44831</c:v>
                </c:pt>
                <c:pt idx="186">
                  <c:v>44832</c:v>
                </c:pt>
                <c:pt idx="187">
                  <c:v>44833</c:v>
                </c:pt>
                <c:pt idx="188">
                  <c:v>44834</c:v>
                </c:pt>
                <c:pt idx="189">
                  <c:v>44837</c:v>
                </c:pt>
                <c:pt idx="190">
                  <c:v>44838</c:v>
                </c:pt>
                <c:pt idx="191">
                  <c:v>44839</c:v>
                </c:pt>
                <c:pt idx="192">
                  <c:v>44840</c:v>
                </c:pt>
                <c:pt idx="193">
                  <c:v>44841</c:v>
                </c:pt>
                <c:pt idx="194">
                  <c:v>44844</c:v>
                </c:pt>
                <c:pt idx="195">
                  <c:v>44845</c:v>
                </c:pt>
                <c:pt idx="196">
                  <c:v>44846</c:v>
                </c:pt>
                <c:pt idx="197">
                  <c:v>44847</c:v>
                </c:pt>
                <c:pt idx="198">
                  <c:v>44848</c:v>
                </c:pt>
                <c:pt idx="199">
                  <c:v>44851</c:v>
                </c:pt>
                <c:pt idx="200">
                  <c:v>44852</c:v>
                </c:pt>
                <c:pt idx="201">
                  <c:v>44853</c:v>
                </c:pt>
                <c:pt idx="202">
                  <c:v>44854</c:v>
                </c:pt>
                <c:pt idx="203">
                  <c:v>44855</c:v>
                </c:pt>
                <c:pt idx="204">
                  <c:v>44858</c:v>
                </c:pt>
                <c:pt idx="205">
                  <c:v>44859</c:v>
                </c:pt>
                <c:pt idx="206">
                  <c:v>44860</c:v>
                </c:pt>
                <c:pt idx="207">
                  <c:v>44861</c:v>
                </c:pt>
                <c:pt idx="208">
                  <c:v>44862</c:v>
                </c:pt>
                <c:pt idx="209">
                  <c:v>44865</c:v>
                </c:pt>
                <c:pt idx="210">
                  <c:v>44866</c:v>
                </c:pt>
                <c:pt idx="211">
                  <c:v>44867</c:v>
                </c:pt>
                <c:pt idx="212">
                  <c:v>44868</c:v>
                </c:pt>
                <c:pt idx="213">
                  <c:v>44869</c:v>
                </c:pt>
                <c:pt idx="214">
                  <c:v>44872</c:v>
                </c:pt>
                <c:pt idx="215">
                  <c:v>44873</c:v>
                </c:pt>
                <c:pt idx="216">
                  <c:v>44874</c:v>
                </c:pt>
                <c:pt idx="217">
                  <c:v>44875</c:v>
                </c:pt>
                <c:pt idx="218">
                  <c:v>44876</c:v>
                </c:pt>
                <c:pt idx="219">
                  <c:v>44879</c:v>
                </c:pt>
                <c:pt idx="220">
                  <c:v>44880</c:v>
                </c:pt>
                <c:pt idx="221">
                  <c:v>44881</c:v>
                </c:pt>
                <c:pt idx="222">
                  <c:v>44882</c:v>
                </c:pt>
                <c:pt idx="223">
                  <c:v>44883</c:v>
                </c:pt>
                <c:pt idx="224">
                  <c:v>44886</c:v>
                </c:pt>
                <c:pt idx="225">
                  <c:v>44887</c:v>
                </c:pt>
                <c:pt idx="226">
                  <c:v>44888</c:v>
                </c:pt>
                <c:pt idx="227">
                  <c:v>44890</c:v>
                </c:pt>
                <c:pt idx="228">
                  <c:v>44893</c:v>
                </c:pt>
                <c:pt idx="229">
                  <c:v>44894</c:v>
                </c:pt>
                <c:pt idx="230">
                  <c:v>44895</c:v>
                </c:pt>
                <c:pt idx="231">
                  <c:v>44896</c:v>
                </c:pt>
                <c:pt idx="232">
                  <c:v>44897</c:v>
                </c:pt>
                <c:pt idx="233">
                  <c:v>44900</c:v>
                </c:pt>
                <c:pt idx="234">
                  <c:v>44901</c:v>
                </c:pt>
                <c:pt idx="235">
                  <c:v>44902</c:v>
                </c:pt>
                <c:pt idx="236">
                  <c:v>44903</c:v>
                </c:pt>
                <c:pt idx="237">
                  <c:v>44904</c:v>
                </c:pt>
                <c:pt idx="238">
                  <c:v>44907</c:v>
                </c:pt>
                <c:pt idx="239">
                  <c:v>44908</c:v>
                </c:pt>
                <c:pt idx="240">
                  <c:v>44909</c:v>
                </c:pt>
                <c:pt idx="241">
                  <c:v>44910</c:v>
                </c:pt>
                <c:pt idx="242">
                  <c:v>44911</c:v>
                </c:pt>
                <c:pt idx="243">
                  <c:v>44914</c:v>
                </c:pt>
                <c:pt idx="244">
                  <c:v>44915</c:v>
                </c:pt>
                <c:pt idx="245">
                  <c:v>44916</c:v>
                </c:pt>
                <c:pt idx="246">
                  <c:v>44917</c:v>
                </c:pt>
                <c:pt idx="247">
                  <c:v>44918</c:v>
                </c:pt>
                <c:pt idx="248">
                  <c:v>44922</c:v>
                </c:pt>
                <c:pt idx="249">
                  <c:v>44923</c:v>
                </c:pt>
                <c:pt idx="250">
                  <c:v>44924</c:v>
                </c:pt>
                <c:pt idx="251">
                  <c:v>44925</c:v>
                </c:pt>
                <c:pt idx="252">
                  <c:v>44929</c:v>
                </c:pt>
                <c:pt idx="253">
                  <c:v>44930</c:v>
                </c:pt>
                <c:pt idx="254">
                  <c:v>44931</c:v>
                </c:pt>
                <c:pt idx="255">
                  <c:v>44932</c:v>
                </c:pt>
                <c:pt idx="256">
                  <c:v>44935</c:v>
                </c:pt>
                <c:pt idx="257">
                  <c:v>44936</c:v>
                </c:pt>
                <c:pt idx="258">
                  <c:v>44937</c:v>
                </c:pt>
                <c:pt idx="259">
                  <c:v>44938</c:v>
                </c:pt>
                <c:pt idx="260">
                  <c:v>44939</c:v>
                </c:pt>
                <c:pt idx="261">
                  <c:v>44943</c:v>
                </c:pt>
                <c:pt idx="262">
                  <c:v>44944</c:v>
                </c:pt>
                <c:pt idx="263">
                  <c:v>44945</c:v>
                </c:pt>
                <c:pt idx="264">
                  <c:v>44946</c:v>
                </c:pt>
                <c:pt idx="265">
                  <c:v>44949</c:v>
                </c:pt>
                <c:pt idx="266">
                  <c:v>44950</c:v>
                </c:pt>
                <c:pt idx="267">
                  <c:v>44951</c:v>
                </c:pt>
                <c:pt idx="268">
                  <c:v>44952</c:v>
                </c:pt>
                <c:pt idx="269">
                  <c:v>44953</c:v>
                </c:pt>
                <c:pt idx="270">
                  <c:v>44956</c:v>
                </c:pt>
                <c:pt idx="271">
                  <c:v>44957</c:v>
                </c:pt>
                <c:pt idx="272">
                  <c:v>44958</c:v>
                </c:pt>
                <c:pt idx="273">
                  <c:v>44959</c:v>
                </c:pt>
                <c:pt idx="274">
                  <c:v>44960</c:v>
                </c:pt>
                <c:pt idx="275">
                  <c:v>44963</c:v>
                </c:pt>
                <c:pt idx="276">
                  <c:v>44964</c:v>
                </c:pt>
                <c:pt idx="277">
                  <c:v>44965</c:v>
                </c:pt>
                <c:pt idx="278">
                  <c:v>44966</c:v>
                </c:pt>
                <c:pt idx="279">
                  <c:v>44967</c:v>
                </c:pt>
                <c:pt idx="280">
                  <c:v>44970</c:v>
                </c:pt>
                <c:pt idx="281">
                  <c:v>44971</c:v>
                </c:pt>
                <c:pt idx="282">
                  <c:v>44972</c:v>
                </c:pt>
                <c:pt idx="283">
                  <c:v>44973</c:v>
                </c:pt>
                <c:pt idx="284">
                  <c:v>44974</c:v>
                </c:pt>
                <c:pt idx="285">
                  <c:v>44978</c:v>
                </c:pt>
                <c:pt idx="286">
                  <c:v>44979</c:v>
                </c:pt>
                <c:pt idx="287">
                  <c:v>44980</c:v>
                </c:pt>
                <c:pt idx="288">
                  <c:v>44981</c:v>
                </c:pt>
                <c:pt idx="289">
                  <c:v>44984</c:v>
                </c:pt>
                <c:pt idx="290">
                  <c:v>44985</c:v>
                </c:pt>
                <c:pt idx="291">
                  <c:v>44986</c:v>
                </c:pt>
                <c:pt idx="292">
                  <c:v>44987</c:v>
                </c:pt>
                <c:pt idx="293">
                  <c:v>44988</c:v>
                </c:pt>
                <c:pt idx="294">
                  <c:v>44991</c:v>
                </c:pt>
                <c:pt idx="295">
                  <c:v>44992</c:v>
                </c:pt>
                <c:pt idx="296">
                  <c:v>44993</c:v>
                </c:pt>
                <c:pt idx="297">
                  <c:v>44994</c:v>
                </c:pt>
                <c:pt idx="298">
                  <c:v>44995</c:v>
                </c:pt>
                <c:pt idx="299">
                  <c:v>44998</c:v>
                </c:pt>
                <c:pt idx="300">
                  <c:v>44999</c:v>
                </c:pt>
                <c:pt idx="301">
                  <c:v>45000</c:v>
                </c:pt>
                <c:pt idx="302">
                  <c:v>45001</c:v>
                </c:pt>
                <c:pt idx="303">
                  <c:v>45002</c:v>
                </c:pt>
                <c:pt idx="304">
                  <c:v>45005</c:v>
                </c:pt>
                <c:pt idx="305">
                  <c:v>45006</c:v>
                </c:pt>
                <c:pt idx="306">
                  <c:v>45007</c:v>
                </c:pt>
                <c:pt idx="307">
                  <c:v>45008</c:v>
                </c:pt>
                <c:pt idx="308">
                  <c:v>45009</c:v>
                </c:pt>
                <c:pt idx="309">
                  <c:v>45012</c:v>
                </c:pt>
                <c:pt idx="310">
                  <c:v>45013</c:v>
                </c:pt>
                <c:pt idx="311">
                  <c:v>45014</c:v>
                </c:pt>
                <c:pt idx="312">
                  <c:v>45015</c:v>
                </c:pt>
                <c:pt idx="313">
                  <c:v>45016</c:v>
                </c:pt>
                <c:pt idx="314">
                  <c:v>45019</c:v>
                </c:pt>
                <c:pt idx="315">
                  <c:v>45020</c:v>
                </c:pt>
                <c:pt idx="316">
                  <c:v>45021</c:v>
                </c:pt>
                <c:pt idx="317">
                  <c:v>45022</c:v>
                </c:pt>
                <c:pt idx="318">
                  <c:v>45026</c:v>
                </c:pt>
                <c:pt idx="319">
                  <c:v>45027</c:v>
                </c:pt>
                <c:pt idx="320">
                  <c:v>45028</c:v>
                </c:pt>
                <c:pt idx="321">
                  <c:v>45029</c:v>
                </c:pt>
                <c:pt idx="322">
                  <c:v>45030</c:v>
                </c:pt>
                <c:pt idx="323">
                  <c:v>45033</c:v>
                </c:pt>
                <c:pt idx="324">
                  <c:v>45034</c:v>
                </c:pt>
                <c:pt idx="325">
                  <c:v>45035</c:v>
                </c:pt>
                <c:pt idx="326">
                  <c:v>45036</c:v>
                </c:pt>
                <c:pt idx="327">
                  <c:v>45037</c:v>
                </c:pt>
                <c:pt idx="328">
                  <c:v>45040</c:v>
                </c:pt>
                <c:pt idx="329">
                  <c:v>45041</c:v>
                </c:pt>
                <c:pt idx="330">
                  <c:v>45042</c:v>
                </c:pt>
                <c:pt idx="331">
                  <c:v>45043</c:v>
                </c:pt>
                <c:pt idx="332">
                  <c:v>45044</c:v>
                </c:pt>
                <c:pt idx="333">
                  <c:v>45047</c:v>
                </c:pt>
                <c:pt idx="334">
                  <c:v>45048</c:v>
                </c:pt>
                <c:pt idx="335">
                  <c:v>45049</c:v>
                </c:pt>
                <c:pt idx="336">
                  <c:v>45050</c:v>
                </c:pt>
                <c:pt idx="337">
                  <c:v>45051</c:v>
                </c:pt>
                <c:pt idx="338">
                  <c:v>45054</c:v>
                </c:pt>
                <c:pt idx="339">
                  <c:v>45055</c:v>
                </c:pt>
                <c:pt idx="340">
                  <c:v>45056</c:v>
                </c:pt>
                <c:pt idx="341">
                  <c:v>45057</c:v>
                </c:pt>
                <c:pt idx="342">
                  <c:v>45058</c:v>
                </c:pt>
                <c:pt idx="343">
                  <c:v>45061</c:v>
                </c:pt>
                <c:pt idx="344">
                  <c:v>45062</c:v>
                </c:pt>
                <c:pt idx="345">
                  <c:v>45063</c:v>
                </c:pt>
                <c:pt idx="346">
                  <c:v>45064</c:v>
                </c:pt>
                <c:pt idx="347">
                  <c:v>45065</c:v>
                </c:pt>
                <c:pt idx="348">
                  <c:v>45068</c:v>
                </c:pt>
                <c:pt idx="349">
                  <c:v>45069</c:v>
                </c:pt>
                <c:pt idx="350">
                  <c:v>45070</c:v>
                </c:pt>
                <c:pt idx="351">
                  <c:v>45071</c:v>
                </c:pt>
                <c:pt idx="352">
                  <c:v>45072</c:v>
                </c:pt>
                <c:pt idx="353">
                  <c:v>45076</c:v>
                </c:pt>
                <c:pt idx="354">
                  <c:v>45077</c:v>
                </c:pt>
                <c:pt idx="355">
                  <c:v>45078</c:v>
                </c:pt>
                <c:pt idx="356">
                  <c:v>45079</c:v>
                </c:pt>
                <c:pt idx="357">
                  <c:v>45082</c:v>
                </c:pt>
                <c:pt idx="358">
                  <c:v>45083</c:v>
                </c:pt>
                <c:pt idx="359">
                  <c:v>45084</c:v>
                </c:pt>
                <c:pt idx="360">
                  <c:v>45085</c:v>
                </c:pt>
                <c:pt idx="361">
                  <c:v>45086</c:v>
                </c:pt>
                <c:pt idx="362">
                  <c:v>45089</c:v>
                </c:pt>
                <c:pt idx="363">
                  <c:v>45090</c:v>
                </c:pt>
                <c:pt idx="364">
                  <c:v>45091</c:v>
                </c:pt>
                <c:pt idx="365">
                  <c:v>45092</c:v>
                </c:pt>
                <c:pt idx="366">
                  <c:v>45093</c:v>
                </c:pt>
                <c:pt idx="367">
                  <c:v>45097</c:v>
                </c:pt>
                <c:pt idx="368">
                  <c:v>45098</c:v>
                </c:pt>
                <c:pt idx="369">
                  <c:v>45099</c:v>
                </c:pt>
                <c:pt idx="370">
                  <c:v>45100</c:v>
                </c:pt>
                <c:pt idx="371">
                  <c:v>45103</c:v>
                </c:pt>
                <c:pt idx="372">
                  <c:v>45104</c:v>
                </c:pt>
                <c:pt idx="373">
                  <c:v>45105</c:v>
                </c:pt>
                <c:pt idx="374">
                  <c:v>45106</c:v>
                </c:pt>
                <c:pt idx="375">
                  <c:v>45107</c:v>
                </c:pt>
                <c:pt idx="376">
                  <c:v>45110</c:v>
                </c:pt>
                <c:pt idx="377">
                  <c:v>45112</c:v>
                </c:pt>
                <c:pt idx="378">
                  <c:v>45113</c:v>
                </c:pt>
                <c:pt idx="379">
                  <c:v>45114</c:v>
                </c:pt>
                <c:pt idx="380">
                  <c:v>45117</c:v>
                </c:pt>
                <c:pt idx="381">
                  <c:v>45118</c:v>
                </c:pt>
                <c:pt idx="382">
                  <c:v>45119</c:v>
                </c:pt>
                <c:pt idx="383">
                  <c:v>45120</c:v>
                </c:pt>
                <c:pt idx="384">
                  <c:v>45121</c:v>
                </c:pt>
                <c:pt idx="385">
                  <c:v>45124</c:v>
                </c:pt>
                <c:pt idx="386">
                  <c:v>45125</c:v>
                </c:pt>
                <c:pt idx="387">
                  <c:v>45126</c:v>
                </c:pt>
                <c:pt idx="388">
                  <c:v>45127</c:v>
                </c:pt>
                <c:pt idx="389">
                  <c:v>45128</c:v>
                </c:pt>
                <c:pt idx="390">
                  <c:v>45131</c:v>
                </c:pt>
                <c:pt idx="391">
                  <c:v>45132</c:v>
                </c:pt>
                <c:pt idx="392">
                  <c:v>45133</c:v>
                </c:pt>
                <c:pt idx="393">
                  <c:v>45134</c:v>
                </c:pt>
                <c:pt idx="394">
                  <c:v>45135</c:v>
                </c:pt>
                <c:pt idx="395">
                  <c:v>45138</c:v>
                </c:pt>
                <c:pt idx="396">
                  <c:v>45139</c:v>
                </c:pt>
                <c:pt idx="397">
                  <c:v>45140</c:v>
                </c:pt>
                <c:pt idx="398">
                  <c:v>45141</c:v>
                </c:pt>
                <c:pt idx="399">
                  <c:v>45142</c:v>
                </c:pt>
                <c:pt idx="400">
                  <c:v>45145</c:v>
                </c:pt>
                <c:pt idx="401">
                  <c:v>45146</c:v>
                </c:pt>
                <c:pt idx="402">
                  <c:v>45147</c:v>
                </c:pt>
                <c:pt idx="403">
                  <c:v>45148</c:v>
                </c:pt>
                <c:pt idx="404">
                  <c:v>45149</c:v>
                </c:pt>
                <c:pt idx="405">
                  <c:v>45152</c:v>
                </c:pt>
                <c:pt idx="406">
                  <c:v>45153</c:v>
                </c:pt>
                <c:pt idx="407">
                  <c:v>45154</c:v>
                </c:pt>
                <c:pt idx="408">
                  <c:v>45155</c:v>
                </c:pt>
                <c:pt idx="409">
                  <c:v>45156</c:v>
                </c:pt>
                <c:pt idx="410">
                  <c:v>45159</c:v>
                </c:pt>
                <c:pt idx="411">
                  <c:v>45160</c:v>
                </c:pt>
                <c:pt idx="412">
                  <c:v>45161</c:v>
                </c:pt>
                <c:pt idx="413">
                  <c:v>45162</c:v>
                </c:pt>
                <c:pt idx="414">
                  <c:v>45163</c:v>
                </c:pt>
                <c:pt idx="415">
                  <c:v>45166</c:v>
                </c:pt>
                <c:pt idx="416">
                  <c:v>45167</c:v>
                </c:pt>
                <c:pt idx="417">
                  <c:v>45168</c:v>
                </c:pt>
                <c:pt idx="418">
                  <c:v>45169</c:v>
                </c:pt>
                <c:pt idx="419">
                  <c:v>45170</c:v>
                </c:pt>
                <c:pt idx="420">
                  <c:v>45174</c:v>
                </c:pt>
                <c:pt idx="421">
                  <c:v>45175</c:v>
                </c:pt>
                <c:pt idx="422">
                  <c:v>45176</c:v>
                </c:pt>
                <c:pt idx="423">
                  <c:v>45177</c:v>
                </c:pt>
                <c:pt idx="424">
                  <c:v>45180</c:v>
                </c:pt>
                <c:pt idx="425">
                  <c:v>45181</c:v>
                </c:pt>
                <c:pt idx="426">
                  <c:v>45182</c:v>
                </c:pt>
                <c:pt idx="427">
                  <c:v>45183</c:v>
                </c:pt>
                <c:pt idx="428">
                  <c:v>45184</c:v>
                </c:pt>
                <c:pt idx="429">
                  <c:v>45187</c:v>
                </c:pt>
                <c:pt idx="430">
                  <c:v>45188</c:v>
                </c:pt>
                <c:pt idx="431">
                  <c:v>45189</c:v>
                </c:pt>
                <c:pt idx="432">
                  <c:v>45190</c:v>
                </c:pt>
                <c:pt idx="433">
                  <c:v>45191</c:v>
                </c:pt>
                <c:pt idx="434">
                  <c:v>45194</c:v>
                </c:pt>
                <c:pt idx="435">
                  <c:v>45195</c:v>
                </c:pt>
                <c:pt idx="436">
                  <c:v>45196</c:v>
                </c:pt>
                <c:pt idx="437">
                  <c:v>45197</c:v>
                </c:pt>
                <c:pt idx="438">
                  <c:v>45198</c:v>
                </c:pt>
                <c:pt idx="439">
                  <c:v>45201</c:v>
                </c:pt>
                <c:pt idx="440">
                  <c:v>45202</c:v>
                </c:pt>
                <c:pt idx="441">
                  <c:v>45203</c:v>
                </c:pt>
                <c:pt idx="442">
                  <c:v>45204</c:v>
                </c:pt>
                <c:pt idx="443">
                  <c:v>45205</c:v>
                </c:pt>
                <c:pt idx="444">
                  <c:v>45208</c:v>
                </c:pt>
                <c:pt idx="445">
                  <c:v>45209</c:v>
                </c:pt>
                <c:pt idx="446">
                  <c:v>45210</c:v>
                </c:pt>
                <c:pt idx="447">
                  <c:v>45211</c:v>
                </c:pt>
                <c:pt idx="448">
                  <c:v>45212</c:v>
                </c:pt>
                <c:pt idx="449">
                  <c:v>45215</c:v>
                </c:pt>
                <c:pt idx="450">
                  <c:v>45216</c:v>
                </c:pt>
                <c:pt idx="451">
                  <c:v>45217</c:v>
                </c:pt>
                <c:pt idx="452">
                  <c:v>45218</c:v>
                </c:pt>
                <c:pt idx="453">
                  <c:v>45219</c:v>
                </c:pt>
                <c:pt idx="454">
                  <c:v>45222</c:v>
                </c:pt>
                <c:pt idx="455">
                  <c:v>45223</c:v>
                </c:pt>
                <c:pt idx="456">
                  <c:v>45224</c:v>
                </c:pt>
                <c:pt idx="457">
                  <c:v>45225</c:v>
                </c:pt>
                <c:pt idx="458">
                  <c:v>45226</c:v>
                </c:pt>
                <c:pt idx="459">
                  <c:v>45229</c:v>
                </c:pt>
                <c:pt idx="460">
                  <c:v>45230</c:v>
                </c:pt>
                <c:pt idx="461">
                  <c:v>45231</c:v>
                </c:pt>
                <c:pt idx="462">
                  <c:v>45232</c:v>
                </c:pt>
                <c:pt idx="463">
                  <c:v>45233</c:v>
                </c:pt>
                <c:pt idx="464">
                  <c:v>45236</c:v>
                </c:pt>
                <c:pt idx="465">
                  <c:v>45237</c:v>
                </c:pt>
                <c:pt idx="466">
                  <c:v>45238</c:v>
                </c:pt>
                <c:pt idx="467">
                  <c:v>45239</c:v>
                </c:pt>
                <c:pt idx="468">
                  <c:v>45240</c:v>
                </c:pt>
                <c:pt idx="469">
                  <c:v>45243</c:v>
                </c:pt>
                <c:pt idx="470">
                  <c:v>45244</c:v>
                </c:pt>
                <c:pt idx="471">
                  <c:v>45245</c:v>
                </c:pt>
                <c:pt idx="472">
                  <c:v>45246</c:v>
                </c:pt>
                <c:pt idx="473">
                  <c:v>45247</c:v>
                </c:pt>
                <c:pt idx="474">
                  <c:v>45250</c:v>
                </c:pt>
                <c:pt idx="475">
                  <c:v>45251</c:v>
                </c:pt>
                <c:pt idx="476">
                  <c:v>45252</c:v>
                </c:pt>
                <c:pt idx="477">
                  <c:v>45254</c:v>
                </c:pt>
                <c:pt idx="478">
                  <c:v>45257</c:v>
                </c:pt>
                <c:pt idx="479">
                  <c:v>45258</c:v>
                </c:pt>
                <c:pt idx="480">
                  <c:v>45259</c:v>
                </c:pt>
                <c:pt idx="481">
                  <c:v>45260</c:v>
                </c:pt>
                <c:pt idx="482">
                  <c:v>45261</c:v>
                </c:pt>
                <c:pt idx="483">
                  <c:v>45264</c:v>
                </c:pt>
                <c:pt idx="484">
                  <c:v>45265</c:v>
                </c:pt>
                <c:pt idx="485">
                  <c:v>45266</c:v>
                </c:pt>
                <c:pt idx="486">
                  <c:v>45267</c:v>
                </c:pt>
                <c:pt idx="487">
                  <c:v>45268</c:v>
                </c:pt>
                <c:pt idx="488">
                  <c:v>45271</c:v>
                </c:pt>
                <c:pt idx="489">
                  <c:v>45272</c:v>
                </c:pt>
                <c:pt idx="490">
                  <c:v>45273</c:v>
                </c:pt>
                <c:pt idx="491">
                  <c:v>45274</c:v>
                </c:pt>
                <c:pt idx="492">
                  <c:v>45275</c:v>
                </c:pt>
                <c:pt idx="493">
                  <c:v>45278</c:v>
                </c:pt>
                <c:pt idx="494">
                  <c:v>45279</c:v>
                </c:pt>
                <c:pt idx="495">
                  <c:v>45280</c:v>
                </c:pt>
                <c:pt idx="496">
                  <c:v>45281</c:v>
                </c:pt>
                <c:pt idx="497">
                  <c:v>45282</c:v>
                </c:pt>
                <c:pt idx="498">
                  <c:v>45286</c:v>
                </c:pt>
                <c:pt idx="499">
                  <c:v>45287</c:v>
                </c:pt>
                <c:pt idx="500">
                  <c:v>45288</c:v>
                </c:pt>
                <c:pt idx="501">
                  <c:v>45289</c:v>
                </c:pt>
                <c:pt idx="502">
                  <c:v>45293</c:v>
                </c:pt>
                <c:pt idx="503">
                  <c:v>45294</c:v>
                </c:pt>
                <c:pt idx="504">
                  <c:v>45295</c:v>
                </c:pt>
                <c:pt idx="505">
                  <c:v>45296</c:v>
                </c:pt>
                <c:pt idx="506">
                  <c:v>45299</c:v>
                </c:pt>
                <c:pt idx="507">
                  <c:v>45300</c:v>
                </c:pt>
                <c:pt idx="508">
                  <c:v>45301</c:v>
                </c:pt>
                <c:pt idx="509">
                  <c:v>45302</c:v>
                </c:pt>
                <c:pt idx="510">
                  <c:v>45303</c:v>
                </c:pt>
                <c:pt idx="511">
                  <c:v>45307</c:v>
                </c:pt>
                <c:pt idx="512">
                  <c:v>45308</c:v>
                </c:pt>
                <c:pt idx="513">
                  <c:v>45309</c:v>
                </c:pt>
                <c:pt idx="514">
                  <c:v>45310</c:v>
                </c:pt>
                <c:pt idx="515">
                  <c:v>45313</c:v>
                </c:pt>
                <c:pt idx="516">
                  <c:v>45314</c:v>
                </c:pt>
                <c:pt idx="517">
                  <c:v>45315</c:v>
                </c:pt>
                <c:pt idx="518">
                  <c:v>45316</c:v>
                </c:pt>
                <c:pt idx="519">
                  <c:v>45317</c:v>
                </c:pt>
                <c:pt idx="520">
                  <c:v>45320</c:v>
                </c:pt>
                <c:pt idx="521">
                  <c:v>45321</c:v>
                </c:pt>
                <c:pt idx="522">
                  <c:v>45322</c:v>
                </c:pt>
                <c:pt idx="523">
                  <c:v>45323</c:v>
                </c:pt>
                <c:pt idx="524">
                  <c:v>45324</c:v>
                </c:pt>
                <c:pt idx="525">
                  <c:v>45327</c:v>
                </c:pt>
                <c:pt idx="526">
                  <c:v>45328</c:v>
                </c:pt>
                <c:pt idx="527">
                  <c:v>45329</c:v>
                </c:pt>
                <c:pt idx="528">
                  <c:v>45330</c:v>
                </c:pt>
                <c:pt idx="529">
                  <c:v>45331</c:v>
                </c:pt>
                <c:pt idx="530">
                  <c:v>45334</c:v>
                </c:pt>
                <c:pt idx="531">
                  <c:v>45335</c:v>
                </c:pt>
                <c:pt idx="532">
                  <c:v>45336</c:v>
                </c:pt>
                <c:pt idx="533">
                  <c:v>45337</c:v>
                </c:pt>
                <c:pt idx="534">
                  <c:v>45338</c:v>
                </c:pt>
                <c:pt idx="535">
                  <c:v>45342</c:v>
                </c:pt>
                <c:pt idx="536">
                  <c:v>45343</c:v>
                </c:pt>
                <c:pt idx="537">
                  <c:v>45344</c:v>
                </c:pt>
                <c:pt idx="538">
                  <c:v>45345</c:v>
                </c:pt>
                <c:pt idx="539">
                  <c:v>45348</c:v>
                </c:pt>
                <c:pt idx="540">
                  <c:v>45349</c:v>
                </c:pt>
                <c:pt idx="541">
                  <c:v>45350</c:v>
                </c:pt>
                <c:pt idx="542">
                  <c:v>45351</c:v>
                </c:pt>
                <c:pt idx="543">
                  <c:v>45352</c:v>
                </c:pt>
                <c:pt idx="544">
                  <c:v>45355</c:v>
                </c:pt>
                <c:pt idx="545">
                  <c:v>45356</c:v>
                </c:pt>
                <c:pt idx="546">
                  <c:v>45357</c:v>
                </c:pt>
                <c:pt idx="547">
                  <c:v>45358</c:v>
                </c:pt>
                <c:pt idx="548">
                  <c:v>45359</c:v>
                </c:pt>
                <c:pt idx="549">
                  <c:v>45362</c:v>
                </c:pt>
                <c:pt idx="550">
                  <c:v>45363</c:v>
                </c:pt>
                <c:pt idx="551">
                  <c:v>45364</c:v>
                </c:pt>
                <c:pt idx="552">
                  <c:v>45365</c:v>
                </c:pt>
                <c:pt idx="553">
                  <c:v>45366</c:v>
                </c:pt>
                <c:pt idx="554">
                  <c:v>45369</c:v>
                </c:pt>
                <c:pt idx="555">
                  <c:v>45370</c:v>
                </c:pt>
                <c:pt idx="556">
                  <c:v>45371</c:v>
                </c:pt>
                <c:pt idx="557">
                  <c:v>45372</c:v>
                </c:pt>
                <c:pt idx="558">
                  <c:v>45373</c:v>
                </c:pt>
                <c:pt idx="559">
                  <c:v>45376</c:v>
                </c:pt>
                <c:pt idx="560">
                  <c:v>45377</c:v>
                </c:pt>
                <c:pt idx="561">
                  <c:v>45378</c:v>
                </c:pt>
                <c:pt idx="562">
                  <c:v>45379</c:v>
                </c:pt>
                <c:pt idx="563">
                  <c:v>45383</c:v>
                </c:pt>
                <c:pt idx="564">
                  <c:v>45384</c:v>
                </c:pt>
                <c:pt idx="565">
                  <c:v>45385</c:v>
                </c:pt>
                <c:pt idx="566">
                  <c:v>45386</c:v>
                </c:pt>
                <c:pt idx="567">
                  <c:v>45387</c:v>
                </c:pt>
                <c:pt idx="568">
                  <c:v>45390</c:v>
                </c:pt>
                <c:pt idx="569">
                  <c:v>45391</c:v>
                </c:pt>
                <c:pt idx="570">
                  <c:v>45392</c:v>
                </c:pt>
                <c:pt idx="571">
                  <c:v>45393</c:v>
                </c:pt>
                <c:pt idx="572">
                  <c:v>45394</c:v>
                </c:pt>
                <c:pt idx="573">
                  <c:v>45397</c:v>
                </c:pt>
                <c:pt idx="574">
                  <c:v>45398</c:v>
                </c:pt>
                <c:pt idx="575">
                  <c:v>45399</c:v>
                </c:pt>
                <c:pt idx="576">
                  <c:v>45400</c:v>
                </c:pt>
                <c:pt idx="577">
                  <c:v>45401</c:v>
                </c:pt>
                <c:pt idx="578">
                  <c:v>45404</c:v>
                </c:pt>
                <c:pt idx="579">
                  <c:v>45405</c:v>
                </c:pt>
                <c:pt idx="580">
                  <c:v>45406</c:v>
                </c:pt>
                <c:pt idx="581">
                  <c:v>45407</c:v>
                </c:pt>
                <c:pt idx="582">
                  <c:v>45408</c:v>
                </c:pt>
                <c:pt idx="583">
                  <c:v>45411</c:v>
                </c:pt>
                <c:pt idx="584">
                  <c:v>45412</c:v>
                </c:pt>
                <c:pt idx="585">
                  <c:v>45413</c:v>
                </c:pt>
                <c:pt idx="586">
                  <c:v>45414</c:v>
                </c:pt>
                <c:pt idx="587">
                  <c:v>45415</c:v>
                </c:pt>
                <c:pt idx="588">
                  <c:v>45418</c:v>
                </c:pt>
                <c:pt idx="589">
                  <c:v>45419</c:v>
                </c:pt>
                <c:pt idx="590">
                  <c:v>45420</c:v>
                </c:pt>
                <c:pt idx="591">
                  <c:v>45421</c:v>
                </c:pt>
                <c:pt idx="592">
                  <c:v>45422</c:v>
                </c:pt>
                <c:pt idx="593">
                  <c:v>45425</c:v>
                </c:pt>
                <c:pt idx="594">
                  <c:v>45426</c:v>
                </c:pt>
                <c:pt idx="595">
                  <c:v>45427</c:v>
                </c:pt>
                <c:pt idx="596">
                  <c:v>45428</c:v>
                </c:pt>
                <c:pt idx="597">
                  <c:v>45429</c:v>
                </c:pt>
                <c:pt idx="598">
                  <c:v>45432</c:v>
                </c:pt>
                <c:pt idx="599">
                  <c:v>45433</c:v>
                </c:pt>
                <c:pt idx="600">
                  <c:v>45434</c:v>
                </c:pt>
                <c:pt idx="601">
                  <c:v>45435</c:v>
                </c:pt>
                <c:pt idx="602">
                  <c:v>45436</c:v>
                </c:pt>
                <c:pt idx="603">
                  <c:v>45440</c:v>
                </c:pt>
                <c:pt idx="604">
                  <c:v>45441</c:v>
                </c:pt>
                <c:pt idx="605">
                  <c:v>45442</c:v>
                </c:pt>
                <c:pt idx="606">
                  <c:v>45443</c:v>
                </c:pt>
                <c:pt idx="607">
                  <c:v>45446</c:v>
                </c:pt>
                <c:pt idx="608">
                  <c:v>45447</c:v>
                </c:pt>
                <c:pt idx="609">
                  <c:v>45448</c:v>
                </c:pt>
                <c:pt idx="610">
                  <c:v>45449</c:v>
                </c:pt>
                <c:pt idx="611">
                  <c:v>45450</c:v>
                </c:pt>
                <c:pt idx="612">
                  <c:v>45453</c:v>
                </c:pt>
                <c:pt idx="613">
                  <c:v>45454</c:v>
                </c:pt>
                <c:pt idx="614">
                  <c:v>45455</c:v>
                </c:pt>
                <c:pt idx="615">
                  <c:v>45456</c:v>
                </c:pt>
                <c:pt idx="616">
                  <c:v>45457</c:v>
                </c:pt>
                <c:pt idx="617">
                  <c:v>45460</c:v>
                </c:pt>
                <c:pt idx="618">
                  <c:v>45461</c:v>
                </c:pt>
                <c:pt idx="619">
                  <c:v>45463</c:v>
                </c:pt>
                <c:pt idx="620">
                  <c:v>45464</c:v>
                </c:pt>
                <c:pt idx="621">
                  <c:v>45467</c:v>
                </c:pt>
                <c:pt idx="622">
                  <c:v>45468</c:v>
                </c:pt>
                <c:pt idx="623">
                  <c:v>45469</c:v>
                </c:pt>
                <c:pt idx="624">
                  <c:v>45470</c:v>
                </c:pt>
                <c:pt idx="625">
                  <c:v>45471</c:v>
                </c:pt>
                <c:pt idx="626">
                  <c:v>45474</c:v>
                </c:pt>
                <c:pt idx="627">
                  <c:v>45475</c:v>
                </c:pt>
                <c:pt idx="628">
                  <c:v>45476</c:v>
                </c:pt>
                <c:pt idx="629">
                  <c:v>45478</c:v>
                </c:pt>
                <c:pt idx="630">
                  <c:v>45481</c:v>
                </c:pt>
                <c:pt idx="631">
                  <c:v>45482</c:v>
                </c:pt>
                <c:pt idx="632">
                  <c:v>45483</c:v>
                </c:pt>
                <c:pt idx="633">
                  <c:v>45484</c:v>
                </c:pt>
                <c:pt idx="634">
                  <c:v>45485</c:v>
                </c:pt>
                <c:pt idx="635">
                  <c:v>45488</c:v>
                </c:pt>
                <c:pt idx="636">
                  <c:v>45489</c:v>
                </c:pt>
                <c:pt idx="637">
                  <c:v>45490</c:v>
                </c:pt>
                <c:pt idx="638">
                  <c:v>45491</c:v>
                </c:pt>
                <c:pt idx="639">
                  <c:v>45492</c:v>
                </c:pt>
                <c:pt idx="640">
                  <c:v>45495</c:v>
                </c:pt>
                <c:pt idx="641">
                  <c:v>45496</c:v>
                </c:pt>
                <c:pt idx="642">
                  <c:v>45497</c:v>
                </c:pt>
                <c:pt idx="643">
                  <c:v>45498</c:v>
                </c:pt>
                <c:pt idx="644">
                  <c:v>45499</c:v>
                </c:pt>
                <c:pt idx="645">
                  <c:v>45502</c:v>
                </c:pt>
                <c:pt idx="646">
                  <c:v>45503</c:v>
                </c:pt>
                <c:pt idx="647">
                  <c:v>45504</c:v>
                </c:pt>
                <c:pt idx="648">
                  <c:v>45505</c:v>
                </c:pt>
                <c:pt idx="649">
                  <c:v>45506</c:v>
                </c:pt>
                <c:pt idx="650">
                  <c:v>45509</c:v>
                </c:pt>
                <c:pt idx="651">
                  <c:v>45510</c:v>
                </c:pt>
                <c:pt idx="652">
                  <c:v>45511</c:v>
                </c:pt>
                <c:pt idx="653">
                  <c:v>45512</c:v>
                </c:pt>
                <c:pt idx="654">
                  <c:v>45513</c:v>
                </c:pt>
                <c:pt idx="655">
                  <c:v>45516</c:v>
                </c:pt>
                <c:pt idx="656">
                  <c:v>45517</c:v>
                </c:pt>
                <c:pt idx="657">
                  <c:v>45518</c:v>
                </c:pt>
                <c:pt idx="658">
                  <c:v>45519</c:v>
                </c:pt>
                <c:pt idx="659">
                  <c:v>45520</c:v>
                </c:pt>
                <c:pt idx="660">
                  <c:v>45523</c:v>
                </c:pt>
                <c:pt idx="661">
                  <c:v>45524</c:v>
                </c:pt>
                <c:pt idx="662">
                  <c:v>45525</c:v>
                </c:pt>
                <c:pt idx="663">
                  <c:v>45526</c:v>
                </c:pt>
                <c:pt idx="664">
                  <c:v>45527</c:v>
                </c:pt>
                <c:pt idx="665">
                  <c:v>45530</c:v>
                </c:pt>
                <c:pt idx="666">
                  <c:v>45531</c:v>
                </c:pt>
                <c:pt idx="667">
                  <c:v>45532</c:v>
                </c:pt>
                <c:pt idx="668">
                  <c:v>45533</c:v>
                </c:pt>
                <c:pt idx="669">
                  <c:v>45534</c:v>
                </c:pt>
                <c:pt idx="670">
                  <c:v>45538</c:v>
                </c:pt>
                <c:pt idx="671">
                  <c:v>45539</c:v>
                </c:pt>
                <c:pt idx="672">
                  <c:v>45540</c:v>
                </c:pt>
                <c:pt idx="673">
                  <c:v>45541</c:v>
                </c:pt>
                <c:pt idx="674">
                  <c:v>45544</c:v>
                </c:pt>
                <c:pt idx="675">
                  <c:v>45545</c:v>
                </c:pt>
                <c:pt idx="676">
                  <c:v>45546</c:v>
                </c:pt>
                <c:pt idx="677">
                  <c:v>45547</c:v>
                </c:pt>
                <c:pt idx="678">
                  <c:v>45548</c:v>
                </c:pt>
                <c:pt idx="679">
                  <c:v>45551</c:v>
                </c:pt>
                <c:pt idx="680">
                  <c:v>45552</c:v>
                </c:pt>
                <c:pt idx="681">
                  <c:v>45553</c:v>
                </c:pt>
                <c:pt idx="682">
                  <c:v>45554</c:v>
                </c:pt>
                <c:pt idx="683">
                  <c:v>45555</c:v>
                </c:pt>
                <c:pt idx="684">
                  <c:v>45558</c:v>
                </c:pt>
                <c:pt idx="685">
                  <c:v>45559</c:v>
                </c:pt>
                <c:pt idx="686">
                  <c:v>45560</c:v>
                </c:pt>
                <c:pt idx="687">
                  <c:v>45561</c:v>
                </c:pt>
                <c:pt idx="688">
                  <c:v>45562</c:v>
                </c:pt>
                <c:pt idx="689">
                  <c:v>45565</c:v>
                </c:pt>
                <c:pt idx="690">
                  <c:v>45566</c:v>
                </c:pt>
                <c:pt idx="691">
                  <c:v>45567</c:v>
                </c:pt>
                <c:pt idx="692">
                  <c:v>45568</c:v>
                </c:pt>
                <c:pt idx="693">
                  <c:v>45569</c:v>
                </c:pt>
                <c:pt idx="694">
                  <c:v>45572</c:v>
                </c:pt>
                <c:pt idx="695">
                  <c:v>45573</c:v>
                </c:pt>
                <c:pt idx="696">
                  <c:v>45574</c:v>
                </c:pt>
                <c:pt idx="697">
                  <c:v>45575</c:v>
                </c:pt>
                <c:pt idx="698">
                  <c:v>45576</c:v>
                </c:pt>
                <c:pt idx="699">
                  <c:v>45579</c:v>
                </c:pt>
                <c:pt idx="700">
                  <c:v>45580</c:v>
                </c:pt>
                <c:pt idx="701">
                  <c:v>45581</c:v>
                </c:pt>
                <c:pt idx="702">
                  <c:v>45582</c:v>
                </c:pt>
                <c:pt idx="703">
                  <c:v>45583</c:v>
                </c:pt>
                <c:pt idx="704">
                  <c:v>45586</c:v>
                </c:pt>
                <c:pt idx="705">
                  <c:v>45587</c:v>
                </c:pt>
                <c:pt idx="706">
                  <c:v>45588</c:v>
                </c:pt>
                <c:pt idx="707">
                  <c:v>45589</c:v>
                </c:pt>
                <c:pt idx="708">
                  <c:v>45590</c:v>
                </c:pt>
                <c:pt idx="709">
                  <c:v>45593</c:v>
                </c:pt>
                <c:pt idx="710">
                  <c:v>45594</c:v>
                </c:pt>
                <c:pt idx="711">
                  <c:v>45595</c:v>
                </c:pt>
                <c:pt idx="712">
                  <c:v>45596</c:v>
                </c:pt>
                <c:pt idx="713">
                  <c:v>45597</c:v>
                </c:pt>
                <c:pt idx="714">
                  <c:v>45600</c:v>
                </c:pt>
                <c:pt idx="715">
                  <c:v>45601</c:v>
                </c:pt>
                <c:pt idx="716">
                  <c:v>45602</c:v>
                </c:pt>
                <c:pt idx="717">
                  <c:v>45603</c:v>
                </c:pt>
                <c:pt idx="718">
                  <c:v>45604</c:v>
                </c:pt>
                <c:pt idx="719">
                  <c:v>45607</c:v>
                </c:pt>
                <c:pt idx="720">
                  <c:v>45608</c:v>
                </c:pt>
                <c:pt idx="721">
                  <c:v>45609</c:v>
                </c:pt>
                <c:pt idx="722">
                  <c:v>45610</c:v>
                </c:pt>
                <c:pt idx="723">
                  <c:v>45611</c:v>
                </c:pt>
                <c:pt idx="724">
                  <c:v>45614</c:v>
                </c:pt>
                <c:pt idx="725">
                  <c:v>45615</c:v>
                </c:pt>
                <c:pt idx="726">
                  <c:v>45616</c:v>
                </c:pt>
                <c:pt idx="727">
                  <c:v>45617</c:v>
                </c:pt>
                <c:pt idx="728">
                  <c:v>45618</c:v>
                </c:pt>
                <c:pt idx="729">
                  <c:v>45621</c:v>
                </c:pt>
                <c:pt idx="730">
                  <c:v>45622</c:v>
                </c:pt>
                <c:pt idx="731">
                  <c:v>45623</c:v>
                </c:pt>
                <c:pt idx="732">
                  <c:v>45625</c:v>
                </c:pt>
                <c:pt idx="733">
                  <c:v>45628</c:v>
                </c:pt>
                <c:pt idx="734">
                  <c:v>45629</c:v>
                </c:pt>
                <c:pt idx="735">
                  <c:v>45630</c:v>
                </c:pt>
                <c:pt idx="736">
                  <c:v>45631</c:v>
                </c:pt>
                <c:pt idx="737">
                  <c:v>45632</c:v>
                </c:pt>
                <c:pt idx="738">
                  <c:v>45635</c:v>
                </c:pt>
                <c:pt idx="739">
                  <c:v>45636</c:v>
                </c:pt>
                <c:pt idx="740">
                  <c:v>45637</c:v>
                </c:pt>
                <c:pt idx="741">
                  <c:v>45638</c:v>
                </c:pt>
                <c:pt idx="742">
                  <c:v>45639</c:v>
                </c:pt>
                <c:pt idx="743">
                  <c:v>45642</c:v>
                </c:pt>
                <c:pt idx="744">
                  <c:v>45643</c:v>
                </c:pt>
                <c:pt idx="745">
                  <c:v>45644</c:v>
                </c:pt>
                <c:pt idx="746">
                  <c:v>45645</c:v>
                </c:pt>
                <c:pt idx="747">
                  <c:v>45646</c:v>
                </c:pt>
                <c:pt idx="748">
                  <c:v>45649</c:v>
                </c:pt>
                <c:pt idx="749">
                  <c:v>45650</c:v>
                </c:pt>
                <c:pt idx="750">
                  <c:v>45652</c:v>
                </c:pt>
                <c:pt idx="751">
                  <c:v>45653</c:v>
                </c:pt>
                <c:pt idx="752">
                  <c:v>45656</c:v>
                </c:pt>
                <c:pt idx="753">
                  <c:v>45657</c:v>
                </c:pt>
                <c:pt idx="754">
                  <c:v>45659</c:v>
                </c:pt>
                <c:pt idx="755">
                  <c:v>45660</c:v>
                </c:pt>
                <c:pt idx="756">
                  <c:v>45663</c:v>
                </c:pt>
                <c:pt idx="757">
                  <c:v>45664</c:v>
                </c:pt>
                <c:pt idx="758">
                  <c:v>45665</c:v>
                </c:pt>
                <c:pt idx="759">
                  <c:v>45667</c:v>
                </c:pt>
                <c:pt idx="760">
                  <c:v>45670</c:v>
                </c:pt>
                <c:pt idx="761">
                  <c:v>45671</c:v>
                </c:pt>
                <c:pt idx="762">
                  <c:v>45672</c:v>
                </c:pt>
                <c:pt idx="763">
                  <c:v>45673</c:v>
                </c:pt>
                <c:pt idx="764">
                  <c:v>45674</c:v>
                </c:pt>
                <c:pt idx="765">
                  <c:v>45678</c:v>
                </c:pt>
                <c:pt idx="766">
                  <c:v>45679</c:v>
                </c:pt>
                <c:pt idx="767">
                  <c:v>45680</c:v>
                </c:pt>
                <c:pt idx="768">
                  <c:v>45681</c:v>
                </c:pt>
                <c:pt idx="769">
                  <c:v>45684</c:v>
                </c:pt>
                <c:pt idx="770">
                  <c:v>45685</c:v>
                </c:pt>
                <c:pt idx="771">
                  <c:v>45686</c:v>
                </c:pt>
                <c:pt idx="772">
                  <c:v>45687</c:v>
                </c:pt>
                <c:pt idx="773">
                  <c:v>45688</c:v>
                </c:pt>
                <c:pt idx="774">
                  <c:v>45691</c:v>
                </c:pt>
                <c:pt idx="775">
                  <c:v>45692</c:v>
                </c:pt>
                <c:pt idx="776">
                  <c:v>45693</c:v>
                </c:pt>
                <c:pt idx="777">
                  <c:v>45694</c:v>
                </c:pt>
                <c:pt idx="778">
                  <c:v>45695</c:v>
                </c:pt>
                <c:pt idx="779">
                  <c:v>45698</c:v>
                </c:pt>
                <c:pt idx="780">
                  <c:v>45699</c:v>
                </c:pt>
                <c:pt idx="781">
                  <c:v>45700</c:v>
                </c:pt>
                <c:pt idx="782">
                  <c:v>45701</c:v>
                </c:pt>
                <c:pt idx="783">
                  <c:v>45702</c:v>
                </c:pt>
                <c:pt idx="784">
                  <c:v>45706</c:v>
                </c:pt>
                <c:pt idx="785">
                  <c:v>45707</c:v>
                </c:pt>
                <c:pt idx="786">
                  <c:v>45708</c:v>
                </c:pt>
                <c:pt idx="787">
                  <c:v>45709</c:v>
                </c:pt>
                <c:pt idx="788">
                  <c:v>45712</c:v>
                </c:pt>
                <c:pt idx="789">
                  <c:v>45713</c:v>
                </c:pt>
                <c:pt idx="790">
                  <c:v>45714</c:v>
                </c:pt>
                <c:pt idx="791">
                  <c:v>45715</c:v>
                </c:pt>
                <c:pt idx="792">
                  <c:v>45716</c:v>
                </c:pt>
                <c:pt idx="793">
                  <c:v>45719</c:v>
                </c:pt>
                <c:pt idx="794">
                  <c:v>45720</c:v>
                </c:pt>
                <c:pt idx="795">
                  <c:v>45721</c:v>
                </c:pt>
                <c:pt idx="796">
                  <c:v>45722</c:v>
                </c:pt>
                <c:pt idx="797">
                  <c:v>45723</c:v>
                </c:pt>
                <c:pt idx="798">
                  <c:v>45726</c:v>
                </c:pt>
                <c:pt idx="799">
                  <c:v>45727</c:v>
                </c:pt>
                <c:pt idx="800">
                  <c:v>45728</c:v>
                </c:pt>
                <c:pt idx="801">
                  <c:v>45729</c:v>
                </c:pt>
                <c:pt idx="802">
                  <c:v>45730</c:v>
                </c:pt>
                <c:pt idx="803">
                  <c:v>45733</c:v>
                </c:pt>
                <c:pt idx="804">
                  <c:v>45734</c:v>
                </c:pt>
                <c:pt idx="805">
                  <c:v>45735</c:v>
                </c:pt>
                <c:pt idx="806">
                  <c:v>45736</c:v>
                </c:pt>
                <c:pt idx="807">
                  <c:v>45737</c:v>
                </c:pt>
                <c:pt idx="808">
                  <c:v>45740</c:v>
                </c:pt>
                <c:pt idx="809">
                  <c:v>45741</c:v>
                </c:pt>
                <c:pt idx="810">
                  <c:v>45742</c:v>
                </c:pt>
                <c:pt idx="811">
                  <c:v>45743</c:v>
                </c:pt>
                <c:pt idx="812">
                  <c:v>45744</c:v>
                </c:pt>
                <c:pt idx="813">
                  <c:v>45747</c:v>
                </c:pt>
                <c:pt idx="814">
                  <c:v>45748</c:v>
                </c:pt>
                <c:pt idx="815">
                  <c:v>45749</c:v>
                </c:pt>
                <c:pt idx="816">
                  <c:v>45750</c:v>
                </c:pt>
                <c:pt idx="817">
                  <c:v>45751</c:v>
                </c:pt>
                <c:pt idx="818">
                  <c:v>45754</c:v>
                </c:pt>
                <c:pt idx="819">
                  <c:v>45755</c:v>
                </c:pt>
                <c:pt idx="820">
                  <c:v>45756</c:v>
                </c:pt>
                <c:pt idx="821">
                  <c:v>45757</c:v>
                </c:pt>
                <c:pt idx="822">
                  <c:v>45758</c:v>
                </c:pt>
                <c:pt idx="823">
                  <c:v>45761</c:v>
                </c:pt>
                <c:pt idx="824">
                  <c:v>45762</c:v>
                </c:pt>
                <c:pt idx="825">
                  <c:v>45763</c:v>
                </c:pt>
                <c:pt idx="826">
                  <c:v>45764</c:v>
                </c:pt>
                <c:pt idx="827">
                  <c:v>45768</c:v>
                </c:pt>
                <c:pt idx="828">
                  <c:v>45769</c:v>
                </c:pt>
                <c:pt idx="829">
                  <c:v>45770</c:v>
                </c:pt>
                <c:pt idx="830">
                  <c:v>45771</c:v>
                </c:pt>
                <c:pt idx="831">
                  <c:v>45772</c:v>
                </c:pt>
                <c:pt idx="832">
                  <c:v>45775</c:v>
                </c:pt>
                <c:pt idx="833">
                  <c:v>45776</c:v>
                </c:pt>
                <c:pt idx="834">
                  <c:v>45777</c:v>
                </c:pt>
                <c:pt idx="835">
                  <c:v>45778</c:v>
                </c:pt>
                <c:pt idx="836">
                  <c:v>45779</c:v>
                </c:pt>
                <c:pt idx="837">
                  <c:v>45782</c:v>
                </c:pt>
                <c:pt idx="838">
                  <c:v>45783</c:v>
                </c:pt>
                <c:pt idx="839">
                  <c:v>45784</c:v>
                </c:pt>
                <c:pt idx="840">
                  <c:v>45785</c:v>
                </c:pt>
                <c:pt idx="841">
                  <c:v>45786</c:v>
                </c:pt>
                <c:pt idx="842">
                  <c:v>45789</c:v>
                </c:pt>
                <c:pt idx="843">
                  <c:v>45790</c:v>
                </c:pt>
                <c:pt idx="844">
                  <c:v>45791</c:v>
                </c:pt>
                <c:pt idx="845">
                  <c:v>45792</c:v>
                </c:pt>
                <c:pt idx="846">
                  <c:v>45793</c:v>
                </c:pt>
                <c:pt idx="847">
                  <c:v>45796</c:v>
                </c:pt>
                <c:pt idx="848">
                  <c:v>45797</c:v>
                </c:pt>
                <c:pt idx="849">
                  <c:v>45798</c:v>
                </c:pt>
                <c:pt idx="850">
                  <c:v>45799</c:v>
                </c:pt>
                <c:pt idx="851">
                  <c:v>45800</c:v>
                </c:pt>
                <c:pt idx="852">
                  <c:v>45804</c:v>
                </c:pt>
                <c:pt idx="853">
                  <c:v>45805</c:v>
                </c:pt>
                <c:pt idx="854">
                  <c:v>45806</c:v>
                </c:pt>
                <c:pt idx="855">
                  <c:v>45807</c:v>
                </c:pt>
                <c:pt idx="856">
                  <c:v>45810</c:v>
                </c:pt>
                <c:pt idx="857">
                  <c:v>45811</c:v>
                </c:pt>
                <c:pt idx="858">
                  <c:v>45812</c:v>
                </c:pt>
                <c:pt idx="859">
                  <c:v>45813</c:v>
                </c:pt>
                <c:pt idx="860">
                  <c:v>45814</c:v>
                </c:pt>
                <c:pt idx="861">
                  <c:v>45817</c:v>
                </c:pt>
                <c:pt idx="862">
                  <c:v>45818</c:v>
                </c:pt>
                <c:pt idx="863">
                  <c:v>45819</c:v>
                </c:pt>
                <c:pt idx="864">
                  <c:v>45820</c:v>
                </c:pt>
                <c:pt idx="865">
                  <c:v>45821</c:v>
                </c:pt>
                <c:pt idx="866">
                  <c:v>45824</c:v>
                </c:pt>
                <c:pt idx="867">
                  <c:v>45825</c:v>
                </c:pt>
                <c:pt idx="868">
                  <c:v>45826</c:v>
                </c:pt>
                <c:pt idx="869">
                  <c:v>45828</c:v>
                </c:pt>
                <c:pt idx="870">
                  <c:v>45831</c:v>
                </c:pt>
                <c:pt idx="871">
                  <c:v>45832</c:v>
                </c:pt>
                <c:pt idx="872">
                  <c:v>45833</c:v>
                </c:pt>
                <c:pt idx="873">
                  <c:v>45834</c:v>
                </c:pt>
                <c:pt idx="874">
                  <c:v>45835</c:v>
                </c:pt>
                <c:pt idx="875">
                  <c:v>45838</c:v>
                </c:pt>
                <c:pt idx="876">
                  <c:v>45839</c:v>
                </c:pt>
                <c:pt idx="877">
                  <c:v>45840</c:v>
                </c:pt>
                <c:pt idx="878">
                  <c:v>45841</c:v>
                </c:pt>
                <c:pt idx="879">
                  <c:v>45845</c:v>
                </c:pt>
                <c:pt idx="880">
                  <c:v>45846</c:v>
                </c:pt>
                <c:pt idx="881">
                  <c:v>45847</c:v>
                </c:pt>
                <c:pt idx="882">
                  <c:v>45848</c:v>
                </c:pt>
                <c:pt idx="883">
                  <c:v>45849</c:v>
                </c:pt>
                <c:pt idx="884">
                  <c:v>45852</c:v>
                </c:pt>
                <c:pt idx="885">
                  <c:v>45853</c:v>
                </c:pt>
                <c:pt idx="886">
                  <c:v>45854</c:v>
                </c:pt>
                <c:pt idx="887">
                  <c:v>45855</c:v>
                </c:pt>
                <c:pt idx="888">
                  <c:v>45856</c:v>
                </c:pt>
                <c:pt idx="889">
                  <c:v>45859</c:v>
                </c:pt>
                <c:pt idx="890">
                  <c:v>45860</c:v>
                </c:pt>
                <c:pt idx="891">
                  <c:v>45861</c:v>
                </c:pt>
                <c:pt idx="892">
                  <c:v>45862</c:v>
                </c:pt>
                <c:pt idx="893">
                  <c:v>45863</c:v>
                </c:pt>
                <c:pt idx="894">
                  <c:v>45866</c:v>
                </c:pt>
                <c:pt idx="895">
                  <c:v>45867</c:v>
                </c:pt>
                <c:pt idx="896">
                  <c:v>45868</c:v>
                </c:pt>
                <c:pt idx="897">
                  <c:v>45869</c:v>
                </c:pt>
                <c:pt idx="898">
                  <c:v>45870</c:v>
                </c:pt>
                <c:pt idx="899">
                  <c:v>45873</c:v>
                </c:pt>
                <c:pt idx="900">
                  <c:v>45874</c:v>
                </c:pt>
                <c:pt idx="901">
                  <c:v>45875</c:v>
                </c:pt>
                <c:pt idx="902">
                  <c:v>45876</c:v>
                </c:pt>
                <c:pt idx="903">
                  <c:v>45877</c:v>
                </c:pt>
                <c:pt idx="904">
                  <c:v>45880</c:v>
                </c:pt>
                <c:pt idx="905">
                  <c:v>45881</c:v>
                </c:pt>
                <c:pt idx="906">
                  <c:v>45882</c:v>
                </c:pt>
                <c:pt idx="907">
                  <c:v>45883</c:v>
                </c:pt>
                <c:pt idx="908">
                  <c:v>45884</c:v>
                </c:pt>
                <c:pt idx="909">
                  <c:v>45887</c:v>
                </c:pt>
                <c:pt idx="910">
                  <c:v>45888</c:v>
                </c:pt>
                <c:pt idx="911">
                  <c:v>45889</c:v>
                </c:pt>
                <c:pt idx="912">
                  <c:v>45890</c:v>
                </c:pt>
                <c:pt idx="913">
                  <c:v>45891</c:v>
                </c:pt>
                <c:pt idx="914">
                  <c:v>45894</c:v>
                </c:pt>
                <c:pt idx="915">
                  <c:v>45895</c:v>
                </c:pt>
                <c:pt idx="916">
                  <c:v>45896</c:v>
                </c:pt>
                <c:pt idx="917">
                  <c:v>45897</c:v>
                </c:pt>
                <c:pt idx="918">
                  <c:v>45898</c:v>
                </c:pt>
                <c:pt idx="919">
                  <c:v>45902</c:v>
                </c:pt>
                <c:pt idx="920">
                  <c:v>45903</c:v>
                </c:pt>
                <c:pt idx="921">
                  <c:v>45904</c:v>
                </c:pt>
                <c:pt idx="922">
                  <c:v>45905</c:v>
                </c:pt>
                <c:pt idx="923">
                  <c:v>45908</c:v>
                </c:pt>
                <c:pt idx="924">
                  <c:v>45909</c:v>
                </c:pt>
                <c:pt idx="925">
                  <c:v>45910</c:v>
                </c:pt>
                <c:pt idx="926">
                  <c:v>45911</c:v>
                </c:pt>
                <c:pt idx="927">
                  <c:v>45912</c:v>
                </c:pt>
                <c:pt idx="928">
                  <c:v>45915</c:v>
                </c:pt>
                <c:pt idx="929">
                  <c:v>45916</c:v>
                </c:pt>
                <c:pt idx="930">
                  <c:v>45917</c:v>
                </c:pt>
                <c:pt idx="931">
                  <c:v>45918</c:v>
                </c:pt>
                <c:pt idx="932">
                  <c:v>45919</c:v>
                </c:pt>
                <c:pt idx="933">
                  <c:v>45922</c:v>
                </c:pt>
                <c:pt idx="934">
                  <c:v>45923</c:v>
                </c:pt>
                <c:pt idx="935">
                  <c:v>45924</c:v>
                </c:pt>
                <c:pt idx="936">
                  <c:v>45925</c:v>
                </c:pt>
                <c:pt idx="937">
                  <c:v>45926</c:v>
                </c:pt>
                <c:pt idx="938">
                  <c:v>45929</c:v>
                </c:pt>
                <c:pt idx="939">
                  <c:v>45930</c:v>
                </c:pt>
                <c:pt idx="940">
                  <c:v>45931</c:v>
                </c:pt>
                <c:pt idx="941">
                  <c:v>45932</c:v>
                </c:pt>
                <c:pt idx="942">
                  <c:v>45933</c:v>
                </c:pt>
                <c:pt idx="943">
                  <c:v>45936</c:v>
                </c:pt>
                <c:pt idx="944">
                  <c:v>45937</c:v>
                </c:pt>
                <c:pt idx="945">
                  <c:v>45938</c:v>
                </c:pt>
                <c:pt idx="946">
                  <c:v>45939</c:v>
                </c:pt>
                <c:pt idx="947">
                  <c:v>45940</c:v>
                </c:pt>
                <c:pt idx="948">
                  <c:v>45943</c:v>
                </c:pt>
                <c:pt idx="949">
                  <c:v>45944</c:v>
                </c:pt>
                <c:pt idx="950">
                  <c:v>45945</c:v>
                </c:pt>
                <c:pt idx="951">
                  <c:v>45946</c:v>
                </c:pt>
                <c:pt idx="952">
                  <c:v>45947</c:v>
                </c:pt>
                <c:pt idx="953">
                  <c:v>45950</c:v>
                </c:pt>
                <c:pt idx="954">
                  <c:v>45951</c:v>
                </c:pt>
                <c:pt idx="955">
                  <c:v>45952</c:v>
                </c:pt>
                <c:pt idx="956">
                  <c:v>45953</c:v>
                </c:pt>
                <c:pt idx="957">
                  <c:v>45954</c:v>
                </c:pt>
                <c:pt idx="958">
                  <c:v>45957</c:v>
                </c:pt>
                <c:pt idx="959">
                  <c:v>45958</c:v>
                </c:pt>
                <c:pt idx="960">
                  <c:v>45959</c:v>
                </c:pt>
                <c:pt idx="961">
                  <c:v>45960</c:v>
                </c:pt>
                <c:pt idx="962">
                  <c:v>45961</c:v>
                </c:pt>
                <c:pt idx="963">
                  <c:v>45964</c:v>
                </c:pt>
                <c:pt idx="964">
                  <c:v>45965</c:v>
                </c:pt>
                <c:pt idx="965">
                  <c:v>45966</c:v>
                </c:pt>
                <c:pt idx="966">
                  <c:v>45967</c:v>
                </c:pt>
                <c:pt idx="967">
                  <c:v>45968</c:v>
                </c:pt>
                <c:pt idx="968">
                  <c:v>45971</c:v>
                </c:pt>
                <c:pt idx="969">
                  <c:v>45972</c:v>
                </c:pt>
                <c:pt idx="970">
                  <c:v>45973</c:v>
                </c:pt>
                <c:pt idx="971">
                  <c:v>45974</c:v>
                </c:pt>
                <c:pt idx="972">
                  <c:v>45975</c:v>
                </c:pt>
                <c:pt idx="973">
                  <c:v>45978</c:v>
                </c:pt>
                <c:pt idx="974">
                  <c:v>45979</c:v>
                </c:pt>
                <c:pt idx="975">
                  <c:v>45980</c:v>
                </c:pt>
                <c:pt idx="976">
                  <c:v>45981</c:v>
                </c:pt>
                <c:pt idx="977">
                  <c:v>45982</c:v>
                </c:pt>
                <c:pt idx="978">
                  <c:v>45985</c:v>
                </c:pt>
                <c:pt idx="979">
                  <c:v>45986</c:v>
                </c:pt>
                <c:pt idx="980">
                  <c:v>45987</c:v>
                </c:pt>
                <c:pt idx="981">
                  <c:v>45989</c:v>
                </c:pt>
                <c:pt idx="982">
                  <c:v>45992</c:v>
                </c:pt>
                <c:pt idx="983">
                  <c:v>45993</c:v>
                </c:pt>
                <c:pt idx="984">
                  <c:v>45994</c:v>
                </c:pt>
                <c:pt idx="985">
                  <c:v>45995</c:v>
                </c:pt>
                <c:pt idx="986">
                  <c:v>45996</c:v>
                </c:pt>
                <c:pt idx="987">
                  <c:v>45999</c:v>
                </c:pt>
                <c:pt idx="988">
                  <c:v>46000</c:v>
                </c:pt>
                <c:pt idx="989">
                  <c:v>46001</c:v>
                </c:pt>
                <c:pt idx="990">
                  <c:v>46002</c:v>
                </c:pt>
                <c:pt idx="991">
                  <c:v>46003</c:v>
                </c:pt>
                <c:pt idx="992">
                  <c:v>46006</c:v>
                </c:pt>
                <c:pt idx="993">
                  <c:v>46007</c:v>
                </c:pt>
                <c:pt idx="994">
                  <c:v>46008</c:v>
                </c:pt>
                <c:pt idx="995">
                  <c:v>46009</c:v>
                </c:pt>
                <c:pt idx="996">
                  <c:v>46010</c:v>
                </c:pt>
                <c:pt idx="997">
                  <c:v>46013</c:v>
                </c:pt>
                <c:pt idx="998">
                  <c:v>46014</c:v>
                </c:pt>
                <c:pt idx="999">
                  <c:v>46015</c:v>
                </c:pt>
                <c:pt idx="1000">
                  <c:v>46017</c:v>
                </c:pt>
                <c:pt idx="1001">
                  <c:v>46020</c:v>
                </c:pt>
                <c:pt idx="1002">
                  <c:v>46021</c:v>
                </c:pt>
                <c:pt idx="1003">
                  <c:v>46022</c:v>
                </c:pt>
                <c:pt idx="1004">
                  <c:v>46024</c:v>
                </c:pt>
                <c:pt idx="1005">
                  <c:v>46027</c:v>
                </c:pt>
                <c:pt idx="1006">
                  <c:v>46028</c:v>
                </c:pt>
                <c:pt idx="1007">
                  <c:v>46029</c:v>
                </c:pt>
                <c:pt idx="1008">
                  <c:v>46030</c:v>
                </c:pt>
                <c:pt idx="1009">
                  <c:v>46031</c:v>
                </c:pt>
                <c:pt idx="1010">
                  <c:v>46034</c:v>
                </c:pt>
                <c:pt idx="1011">
                  <c:v>46035</c:v>
                </c:pt>
                <c:pt idx="1012">
                  <c:v>46036</c:v>
                </c:pt>
                <c:pt idx="1013">
                  <c:v>46037</c:v>
                </c:pt>
                <c:pt idx="1014">
                  <c:v>46038</c:v>
                </c:pt>
                <c:pt idx="1015">
                  <c:v>46042</c:v>
                </c:pt>
                <c:pt idx="1016">
                  <c:v>46043</c:v>
                </c:pt>
                <c:pt idx="1017">
                  <c:v>46044</c:v>
                </c:pt>
                <c:pt idx="1018">
                  <c:v>46045</c:v>
                </c:pt>
                <c:pt idx="1019">
                  <c:v>46048</c:v>
                </c:pt>
                <c:pt idx="1020">
                  <c:v>46049</c:v>
                </c:pt>
                <c:pt idx="1021">
                  <c:v>46050</c:v>
                </c:pt>
                <c:pt idx="1022">
                  <c:v>46051</c:v>
                </c:pt>
                <c:pt idx="1023">
                  <c:v>46052</c:v>
                </c:pt>
                <c:pt idx="1024">
                  <c:v>46055</c:v>
                </c:pt>
                <c:pt idx="1025">
                  <c:v>46056</c:v>
                </c:pt>
                <c:pt idx="1026">
                  <c:v>46057</c:v>
                </c:pt>
                <c:pt idx="1027">
                  <c:v>46058</c:v>
                </c:pt>
                <c:pt idx="1028">
                  <c:v>46059</c:v>
                </c:pt>
                <c:pt idx="1029">
                  <c:v>46062</c:v>
                </c:pt>
                <c:pt idx="1030">
                  <c:v>46063</c:v>
                </c:pt>
                <c:pt idx="1031">
                  <c:v>46064</c:v>
                </c:pt>
                <c:pt idx="1032">
                  <c:v>46065</c:v>
                </c:pt>
                <c:pt idx="1033">
                  <c:v>46066</c:v>
                </c:pt>
                <c:pt idx="1034">
                  <c:v>46070</c:v>
                </c:pt>
                <c:pt idx="1035">
                  <c:v>46071</c:v>
                </c:pt>
                <c:pt idx="1036">
                  <c:v>46072</c:v>
                </c:pt>
                <c:pt idx="1037">
                  <c:v>46073</c:v>
                </c:pt>
                <c:pt idx="1038">
                  <c:v>46076</c:v>
                </c:pt>
                <c:pt idx="1039">
                  <c:v>46077</c:v>
                </c:pt>
                <c:pt idx="1040">
                  <c:v>46078</c:v>
                </c:pt>
                <c:pt idx="1041">
                  <c:v>46079</c:v>
                </c:pt>
                <c:pt idx="1042">
                  <c:v>46080</c:v>
                </c:pt>
                <c:pt idx="1043">
                  <c:v>46083</c:v>
                </c:pt>
                <c:pt idx="1044">
                  <c:v>46084</c:v>
                </c:pt>
                <c:pt idx="1045">
                  <c:v>46085</c:v>
                </c:pt>
                <c:pt idx="1046">
                  <c:v>46086</c:v>
                </c:pt>
                <c:pt idx="1047">
                  <c:v>46087</c:v>
                </c:pt>
                <c:pt idx="1048">
                  <c:v>46090</c:v>
                </c:pt>
                <c:pt idx="1049">
                  <c:v>46091</c:v>
                </c:pt>
                <c:pt idx="1050">
                  <c:v>46092</c:v>
                </c:pt>
                <c:pt idx="1051">
                  <c:v>46093</c:v>
                </c:pt>
                <c:pt idx="1052">
                  <c:v>46094</c:v>
                </c:pt>
                <c:pt idx="1053">
                  <c:v>46097</c:v>
                </c:pt>
                <c:pt idx="1054">
                  <c:v>46098</c:v>
                </c:pt>
                <c:pt idx="1055">
                  <c:v>46099</c:v>
                </c:pt>
                <c:pt idx="1056">
                  <c:v>46100</c:v>
                </c:pt>
                <c:pt idx="1057">
                  <c:v>46101</c:v>
                </c:pt>
                <c:pt idx="1058">
                  <c:v>46104</c:v>
                </c:pt>
                <c:pt idx="1059">
                  <c:v>46105</c:v>
                </c:pt>
                <c:pt idx="1060">
                  <c:v>46106</c:v>
                </c:pt>
                <c:pt idx="1061">
                  <c:v>46107</c:v>
                </c:pt>
                <c:pt idx="1062">
                  <c:v>46108</c:v>
                </c:pt>
                <c:pt idx="1063">
                  <c:v>46111</c:v>
                </c:pt>
                <c:pt idx="1064">
                  <c:v>46112</c:v>
                </c:pt>
                <c:pt idx="1065">
                  <c:v>46113</c:v>
                </c:pt>
                <c:pt idx="1066">
                  <c:v>46114</c:v>
                </c:pt>
                <c:pt idx="1067">
                  <c:v>46118</c:v>
                </c:pt>
                <c:pt idx="1068">
                  <c:v>46119</c:v>
                </c:pt>
                <c:pt idx="1069">
                  <c:v>46120</c:v>
                </c:pt>
                <c:pt idx="1070">
                  <c:v>46121</c:v>
                </c:pt>
                <c:pt idx="1071">
                  <c:v>46122</c:v>
                </c:pt>
                <c:pt idx="1072">
                  <c:v>46125</c:v>
                </c:pt>
                <c:pt idx="1073">
                  <c:v>46126</c:v>
                </c:pt>
                <c:pt idx="1074">
                  <c:v>46127</c:v>
                </c:pt>
                <c:pt idx="1075">
                  <c:v>46128</c:v>
                </c:pt>
                <c:pt idx="1076">
                  <c:v>46129</c:v>
                </c:pt>
                <c:pt idx="1077">
                  <c:v>46132</c:v>
                </c:pt>
                <c:pt idx="1078">
                  <c:v>46133</c:v>
                </c:pt>
                <c:pt idx="1079">
                  <c:v>46134</c:v>
                </c:pt>
                <c:pt idx="1080">
                  <c:v>46135</c:v>
                </c:pt>
                <c:pt idx="1081">
                  <c:v>46136</c:v>
                </c:pt>
                <c:pt idx="1082">
                  <c:v>46139</c:v>
                </c:pt>
                <c:pt idx="1083">
                  <c:v>46140</c:v>
                </c:pt>
                <c:pt idx="1084">
                  <c:v>46141</c:v>
                </c:pt>
                <c:pt idx="1085">
                  <c:v>46142</c:v>
                </c:pt>
                <c:pt idx="1086">
                  <c:v>46143</c:v>
                </c:pt>
                <c:pt idx="1087">
                  <c:v>46146</c:v>
                </c:pt>
                <c:pt idx="1088">
                  <c:v>46147</c:v>
                </c:pt>
                <c:pt idx="1089">
                  <c:v>46148</c:v>
                </c:pt>
                <c:pt idx="1090">
                  <c:v>46149</c:v>
                </c:pt>
                <c:pt idx="1091">
                  <c:v>46150</c:v>
                </c:pt>
                <c:pt idx="1092">
                  <c:v>46153</c:v>
                </c:pt>
                <c:pt idx="1093">
                  <c:v>46154</c:v>
                </c:pt>
                <c:pt idx="1094">
                  <c:v>46155</c:v>
                </c:pt>
                <c:pt idx="1095">
                  <c:v>46156</c:v>
                </c:pt>
                <c:pt idx="1096">
                  <c:v>46157</c:v>
                </c:pt>
                <c:pt idx="1097">
                  <c:v>46160</c:v>
                </c:pt>
                <c:pt idx="1098">
                  <c:v>46161</c:v>
                </c:pt>
                <c:pt idx="1099">
                  <c:v>46162</c:v>
                </c:pt>
                <c:pt idx="1100">
                  <c:v>46163</c:v>
                </c:pt>
                <c:pt idx="1101">
                  <c:v>46164</c:v>
                </c:pt>
                <c:pt idx="1102">
                  <c:v>46168</c:v>
                </c:pt>
                <c:pt idx="1103">
                  <c:v>46169</c:v>
                </c:pt>
                <c:pt idx="1104">
                  <c:v>46170</c:v>
                </c:pt>
                <c:pt idx="1105">
                  <c:v>46171</c:v>
                </c:pt>
                <c:pt idx="1106">
                  <c:v>46174</c:v>
                </c:pt>
                <c:pt idx="1107">
                  <c:v>46175</c:v>
                </c:pt>
                <c:pt idx="1108">
                  <c:v>46176</c:v>
                </c:pt>
                <c:pt idx="1109">
                  <c:v>46177</c:v>
                </c:pt>
                <c:pt idx="1110">
                  <c:v>46178</c:v>
                </c:pt>
                <c:pt idx="1111">
                  <c:v>46181</c:v>
                </c:pt>
                <c:pt idx="1112">
                  <c:v>46182</c:v>
                </c:pt>
                <c:pt idx="1113">
                  <c:v>46183</c:v>
                </c:pt>
                <c:pt idx="1114">
                  <c:v>46184</c:v>
                </c:pt>
                <c:pt idx="1115">
                  <c:v>46185</c:v>
                </c:pt>
                <c:pt idx="1116">
                  <c:v>46188</c:v>
                </c:pt>
                <c:pt idx="1117">
                  <c:v>46189</c:v>
                </c:pt>
                <c:pt idx="1118">
                  <c:v>46190</c:v>
                </c:pt>
                <c:pt idx="1119">
                  <c:v>46191</c:v>
                </c:pt>
                <c:pt idx="1120">
                  <c:v>46195</c:v>
                </c:pt>
                <c:pt idx="1121">
                  <c:v>46196</c:v>
                </c:pt>
                <c:pt idx="1122">
                  <c:v>46197</c:v>
                </c:pt>
                <c:pt idx="1123">
                  <c:v>46198</c:v>
                </c:pt>
                <c:pt idx="1124">
                  <c:v>46199</c:v>
                </c:pt>
                <c:pt idx="1125">
                  <c:v>46202</c:v>
                </c:pt>
                <c:pt idx="1126">
                  <c:v>46203</c:v>
                </c:pt>
                <c:pt idx="1127">
                  <c:v>46204</c:v>
                </c:pt>
                <c:pt idx="1128">
                  <c:v>46205</c:v>
                </c:pt>
                <c:pt idx="1129">
                  <c:v>46209</c:v>
                </c:pt>
                <c:pt idx="1130">
                  <c:v>46210</c:v>
                </c:pt>
                <c:pt idx="1131">
                  <c:v>46211</c:v>
                </c:pt>
                <c:pt idx="1132">
                  <c:v>46212</c:v>
                </c:pt>
                <c:pt idx="1133">
                  <c:v>46213</c:v>
                </c:pt>
                <c:pt idx="1134">
                  <c:v>46216</c:v>
                </c:pt>
                <c:pt idx="1135">
                  <c:v>46217</c:v>
                </c:pt>
                <c:pt idx="1136">
                  <c:v>46218</c:v>
                </c:pt>
                <c:pt idx="1137">
                  <c:v>46219</c:v>
                </c:pt>
                <c:pt idx="1138">
                  <c:v>46220</c:v>
                </c:pt>
                <c:pt idx="1139">
                  <c:v>46223</c:v>
                </c:pt>
                <c:pt idx="1140">
                  <c:v>46224</c:v>
                </c:pt>
                <c:pt idx="1141">
                  <c:v>46225</c:v>
                </c:pt>
                <c:pt idx="1142">
                  <c:v>46226</c:v>
                </c:pt>
                <c:pt idx="1143">
                  <c:v>46227</c:v>
                </c:pt>
                <c:pt idx="1144">
                  <c:v>46230</c:v>
                </c:pt>
                <c:pt idx="1145">
                  <c:v>46231</c:v>
                </c:pt>
                <c:pt idx="1146">
                  <c:v>46232</c:v>
                </c:pt>
                <c:pt idx="1147">
                  <c:v>46233</c:v>
                </c:pt>
                <c:pt idx="1148">
                  <c:v>46234</c:v>
                </c:pt>
                <c:pt idx="1149">
                  <c:v>46237</c:v>
                </c:pt>
                <c:pt idx="1150">
                  <c:v>46238</c:v>
                </c:pt>
                <c:pt idx="1151">
                  <c:v>46239</c:v>
                </c:pt>
                <c:pt idx="1152">
                  <c:v>46240</c:v>
                </c:pt>
                <c:pt idx="1153">
                  <c:v>46241</c:v>
                </c:pt>
                <c:pt idx="1154">
                  <c:v>46244</c:v>
                </c:pt>
                <c:pt idx="1155">
                  <c:v>46245</c:v>
                </c:pt>
                <c:pt idx="1156">
                  <c:v>46246</c:v>
                </c:pt>
                <c:pt idx="1157">
                  <c:v>46247</c:v>
                </c:pt>
                <c:pt idx="1158">
                  <c:v>46248</c:v>
                </c:pt>
                <c:pt idx="1159">
                  <c:v>46251</c:v>
                </c:pt>
                <c:pt idx="1160">
                  <c:v>46252</c:v>
                </c:pt>
                <c:pt idx="1161">
                  <c:v>46253</c:v>
                </c:pt>
                <c:pt idx="1162">
                  <c:v>46254</c:v>
                </c:pt>
                <c:pt idx="1163">
                  <c:v>46255</c:v>
                </c:pt>
                <c:pt idx="1164">
                  <c:v>46258</c:v>
                </c:pt>
                <c:pt idx="1165">
                  <c:v>46259</c:v>
                </c:pt>
                <c:pt idx="1166">
                  <c:v>46260</c:v>
                </c:pt>
                <c:pt idx="1167">
                  <c:v>46261</c:v>
                </c:pt>
                <c:pt idx="1168">
                  <c:v>46262</c:v>
                </c:pt>
                <c:pt idx="1169">
                  <c:v>46265</c:v>
                </c:pt>
                <c:pt idx="1170">
                  <c:v>46266</c:v>
                </c:pt>
                <c:pt idx="1171">
                  <c:v>46267</c:v>
                </c:pt>
                <c:pt idx="1172">
                  <c:v>46268</c:v>
                </c:pt>
                <c:pt idx="1173">
                  <c:v>46269</c:v>
                </c:pt>
                <c:pt idx="1174">
                  <c:v>46273</c:v>
                </c:pt>
                <c:pt idx="1175">
                  <c:v>46274</c:v>
                </c:pt>
                <c:pt idx="1176">
                  <c:v>46275</c:v>
                </c:pt>
                <c:pt idx="1177">
                  <c:v>46276</c:v>
                </c:pt>
                <c:pt idx="1178">
                  <c:v>46279</c:v>
                </c:pt>
                <c:pt idx="1179">
                  <c:v>46280</c:v>
                </c:pt>
                <c:pt idx="1180">
                  <c:v>46281</c:v>
                </c:pt>
                <c:pt idx="1181">
                  <c:v>46282</c:v>
                </c:pt>
                <c:pt idx="1182">
                  <c:v>46283</c:v>
                </c:pt>
                <c:pt idx="1183">
                  <c:v>46286</c:v>
                </c:pt>
                <c:pt idx="1184">
                  <c:v>46287</c:v>
                </c:pt>
                <c:pt idx="1185">
                  <c:v>46288</c:v>
                </c:pt>
                <c:pt idx="1186">
                  <c:v>46289</c:v>
                </c:pt>
                <c:pt idx="1187">
                  <c:v>46290</c:v>
                </c:pt>
                <c:pt idx="1188">
                  <c:v>46293</c:v>
                </c:pt>
                <c:pt idx="1189">
                  <c:v>46294</c:v>
                </c:pt>
                <c:pt idx="1190">
                  <c:v>46295</c:v>
                </c:pt>
                <c:pt idx="1191">
                  <c:v>46296</c:v>
                </c:pt>
                <c:pt idx="1192">
                  <c:v>46297</c:v>
                </c:pt>
                <c:pt idx="1193">
                  <c:v>46300</c:v>
                </c:pt>
                <c:pt idx="1194">
                  <c:v>46301</c:v>
                </c:pt>
                <c:pt idx="1195">
                  <c:v>46302</c:v>
                </c:pt>
                <c:pt idx="1196">
                  <c:v>46303</c:v>
                </c:pt>
                <c:pt idx="1197">
                  <c:v>46304</c:v>
                </c:pt>
                <c:pt idx="1198">
                  <c:v>46307</c:v>
                </c:pt>
                <c:pt idx="1199">
                  <c:v>46308</c:v>
                </c:pt>
                <c:pt idx="1200">
                  <c:v>46309</c:v>
                </c:pt>
                <c:pt idx="1201">
                  <c:v>46310</c:v>
                </c:pt>
                <c:pt idx="1202">
                  <c:v>46311</c:v>
                </c:pt>
                <c:pt idx="1203">
                  <c:v>#N/A</c:v>
                </c:pt>
                <c:pt idx="1204">
                  <c:v>#N/A</c:v>
                </c:pt>
                <c:pt idx="1205">
                  <c:v>#N/A</c:v>
                </c:pt>
                <c:pt idx="1206">
                  <c:v>#N/A</c:v>
                </c:pt>
                <c:pt idx="1207">
                  <c:v>#N/A</c:v>
                </c:pt>
                <c:pt idx="1208">
                  <c:v>#N/A</c:v>
                </c:pt>
                <c:pt idx="1209">
                  <c:v>#N/A</c:v>
                </c:pt>
                <c:pt idx="1210">
                  <c:v>#N/A</c:v>
                </c:pt>
                <c:pt idx="1211">
                  <c:v>#N/A</c:v>
                </c:pt>
                <c:pt idx="1212">
                  <c:v>#N/A</c:v>
                </c:pt>
                <c:pt idx="1213">
                  <c:v>#N/A</c:v>
                </c:pt>
                <c:pt idx="1214">
                  <c:v>#N/A</c:v>
                </c:pt>
                <c:pt idx="1215">
                  <c:v>#N/A</c:v>
                </c:pt>
                <c:pt idx="1216">
                  <c:v>#N/A</c:v>
                </c:pt>
                <c:pt idx="1217">
                  <c:v>#N/A</c:v>
                </c:pt>
                <c:pt idx="1218">
                  <c:v>#N/A</c:v>
                </c:pt>
                <c:pt idx="1219">
                  <c:v>#N/A</c:v>
                </c:pt>
                <c:pt idx="1220">
                  <c:v>#N/A</c:v>
                </c:pt>
                <c:pt idx="1221">
                  <c:v>#N/A</c:v>
                </c:pt>
                <c:pt idx="1222">
                  <c:v>#N/A</c:v>
                </c:pt>
                <c:pt idx="1223">
                  <c:v>#N/A</c:v>
                </c:pt>
                <c:pt idx="1224">
                  <c:v>#N/A</c:v>
                </c:pt>
                <c:pt idx="1225">
                  <c:v>#N/A</c:v>
                </c:pt>
                <c:pt idx="1226">
                  <c:v>#N/A</c:v>
                </c:pt>
                <c:pt idx="1227">
                  <c:v>#N/A</c:v>
                </c:pt>
                <c:pt idx="1228">
                  <c:v>#N/A</c:v>
                </c:pt>
                <c:pt idx="1229">
                  <c:v>#N/A</c:v>
                </c:pt>
                <c:pt idx="1230">
                  <c:v>#N/A</c:v>
                </c:pt>
                <c:pt idx="1231">
                  <c:v>#N/A</c:v>
                </c:pt>
                <c:pt idx="1232">
                  <c:v>#N/A</c:v>
                </c:pt>
                <c:pt idx="1233">
                  <c:v>#N/A</c:v>
                </c:pt>
                <c:pt idx="1234">
                  <c:v>#N/A</c:v>
                </c:pt>
                <c:pt idx="1235">
                  <c:v>#N/A</c:v>
                </c:pt>
                <c:pt idx="1236">
                  <c:v>#N/A</c:v>
                </c:pt>
                <c:pt idx="1237">
                  <c:v>#N/A</c:v>
                </c:pt>
                <c:pt idx="1238">
                  <c:v>#N/A</c:v>
                </c:pt>
                <c:pt idx="1239">
                  <c:v>#N/A</c:v>
                </c:pt>
                <c:pt idx="1240">
                  <c:v>#N/A</c:v>
                </c:pt>
                <c:pt idx="1241">
                  <c:v>#N/A</c:v>
                </c:pt>
                <c:pt idx="1242">
                  <c:v>#N/A</c:v>
                </c:pt>
                <c:pt idx="1243">
                  <c:v>#N/A</c:v>
                </c:pt>
                <c:pt idx="1244">
                  <c:v>#N/A</c:v>
                </c:pt>
                <c:pt idx="1245">
                  <c:v>#N/A</c:v>
                </c:pt>
                <c:pt idx="1246">
                  <c:v>#N/A</c:v>
                </c:pt>
                <c:pt idx="1247">
                  <c:v>#N/A</c:v>
                </c:pt>
                <c:pt idx="1248">
                  <c:v>#N/A</c:v>
                </c:pt>
                <c:pt idx="1249">
                  <c:v>#N/A</c:v>
                </c:pt>
                <c:pt idx="1250">
                  <c:v>#N/A</c:v>
                </c:pt>
                <c:pt idx="1251">
                  <c:v>#N/A</c:v>
                </c:pt>
                <c:pt idx="1252">
                  <c:v>#N/A</c:v>
                </c:pt>
                <c:pt idx="1253">
                  <c:v>#N/A</c:v>
                </c:pt>
                <c:pt idx="1254">
                  <c:v>#N/A</c:v>
                </c:pt>
                <c:pt idx="1255">
                  <c:v>#N/A</c:v>
                </c:pt>
                <c:pt idx="1256">
                  <c:v>#N/A</c:v>
                </c:pt>
                <c:pt idx="1257">
                  <c:v>#N/A</c:v>
                </c:pt>
                <c:pt idx="1258">
                  <c:v>#N/A</c:v>
                </c:pt>
                <c:pt idx="1259">
                  <c:v>#N/A</c:v>
                </c:pt>
                <c:pt idx="1260">
                  <c:v>#N/A</c:v>
                </c:pt>
                <c:pt idx="1261">
                  <c:v>#N/A</c:v>
                </c:pt>
                <c:pt idx="1262">
                  <c:v>#N/A</c:v>
                </c:pt>
                <c:pt idx="1263">
                  <c:v>#N/A</c:v>
                </c:pt>
                <c:pt idx="1264">
                  <c:v>#N/A</c:v>
                </c:pt>
                <c:pt idx="1265">
                  <c:v>#N/A</c:v>
                </c:pt>
                <c:pt idx="1266">
                  <c:v>#N/A</c:v>
                </c:pt>
                <c:pt idx="1267">
                  <c:v>#N/A</c:v>
                </c:pt>
                <c:pt idx="1268">
                  <c:v>#N/A</c:v>
                </c:pt>
                <c:pt idx="1269">
                  <c:v>#N/A</c:v>
                </c:pt>
                <c:pt idx="1270">
                  <c:v>#N/A</c:v>
                </c:pt>
                <c:pt idx="1271">
                  <c:v>#N/A</c:v>
                </c:pt>
                <c:pt idx="1272">
                  <c:v>#N/A</c:v>
                </c:pt>
                <c:pt idx="1273">
                  <c:v>#N/A</c:v>
                </c:pt>
                <c:pt idx="1274">
                  <c:v>#N/A</c:v>
                </c:pt>
                <c:pt idx="1275">
                  <c:v>#N/A</c:v>
                </c:pt>
                <c:pt idx="1276">
                  <c:v>#N/A</c:v>
                </c:pt>
                <c:pt idx="1277">
                  <c:v>#N/A</c:v>
                </c:pt>
                <c:pt idx="1278">
                  <c:v>#N/A</c:v>
                </c:pt>
                <c:pt idx="1279">
                  <c:v>#N/A</c:v>
                </c:pt>
                <c:pt idx="1280">
                  <c:v>#N/A</c:v>
                </c:pt>
                <c:pt idx="1281">
                  <c:v>#N/A</c:v>
                </c:pt>
                <c:pt idx="1282">
                  <c:v>#N/A</c:v>
                </c:pt>
                <c:pt idx="1283">
                  <c:v>#N/A</c:v>
                </c:pt>
                <c:pt idx="1284">
                  <c:v>#N/A</c:v>
                </c:pt>
                <c:pt idx="1285">
                  <c:v>#N/A</c:v>
                </c:pt>
                <c:pt idx="1286">
                  <c:v>#N/A</c:v>
                </c:pt>
                <c:pt idx="1287">
                  <c:v>#N/A</c:v>
                </c:pt>
                <c:pt idx="1288">
                  <c:v>#N/A</c:v>
                </c:pt>
                <c:pt idx="1289">
                  <c:v>#N/A</c:v>
                </c:pt>
                <c:pt idx="1290">
                  <c:v>#N/A</c:v>
                </c:pt>
                <c:pt idx="1291">
                  <c:v>#N/A</c:v>
                </c:pt>
                <c:pt idx="1292">
                  <c:v>#N/A</c:v>
                </c:pt>
                <c:pt idx="1293">
                  <c:v>#N/A</c:v>
                </c:pt>
                <c:pt idx="1294">
                  <c:v>#N/A</c:v>
                </c:pt>
                <c:pt idx="1295">
                  <c:v>#N/A</c:v>
                </c:pt>
                <c:pt idx="1296">
                  <c:v>#N/A</c:v>
                </c:pt>
                <c:pt idx="1297">
                  <c:v>#N/A</c:v>
                </c:pt>
                <c:pt idx="1298">
                  <c:v>#N/A</c:v>
                </c:pt>
                <c:pt idx="1299">
                  <c:v>#N/A</c:v>
                </c:pt>
                <c:pt idx="1300">
                  <c:v>#N/A</c:v>
                </c:pt>
                <c:pt idx="1301">
                  <c:v>#N/A</c:v>
                </c:pt>
                <c:pt idx="1302">
                  <c:v>#N/A</c:v>
                </c:pt>
                <c:pt idx="1303">
                  <c:v>#N/A</c:v>
                </c:pt>
                <c:pt idx="1304">
                  <c:v>#N/A</c:v>
                </c:pt>
                <c:pt idx="1305">
                  <c:v>#N/A</c:v>
                </c:pt>
                <c:pt idx="1306">
                  <c:v>#N/A</c:v>
                </c:pt>
                <c:pt idx="1307">
                  <c:v>#N/A</c:v>
                </c:pt>
                <c:pt idx="1308">
                  <c:v>#N/A</c:v>
                </c:pt>
                <c:pt idx="1309">
                  <c:v>#N/A</c:v>
                </c:pt>
                <c:pt idx="1310">
                  <c:v>#N/A</c:v>
                </c:pt>
                <c:pt idx="1311">
                  <c:v>#N/A</c:v>
                </c:pt>
                <c:pt idx="1312">
                  <c:v>#N/A</c:v>
                </c:pt>
                <c:pt idx="1313">
                  <c:v>#N/A</c:v>
                </c:pt>
                <c:pt idx="1314">
                  <c:v>#N/A</c:v>
                </c:pt>
                <c:pt idx="1315">
                  <c:v>#N/A</c:v>
                </c:pt>
                <c:pt idx="1316">
                  <c:v>#N/A</c:v>
                </c:pt>
                <c:pt idx="1317">
                  <c:v>#N/A</c:v>
                </c:pt>
                <c:pt idx="1318">
                  <c:v>#N/A</c:v>
                </c:pt>
                <c:pt idx="1319">
                  <c:v>#N/A</c:v>
                </c:pt>
                <c:pt idx="1320">
                  <c:v>#N/A</c:v>
                </c:pt>
                <c:pt idx="1321">
                  <c:v>#N/A</c:v>
                </c:pt>
                <c:pt idx="1322">
                  <c:v>#N/A</c:v>
                </c:pt>
                <c:pt idx="1323">
                  <c:v>#N/A</c:v>
                </c:pt>
                <c:pt idx="1324">
                  <c:v>#N/A</c:v>
                </c:pt>
                <c:pt idx="1325">
                  <c:v>#N/A</c:v>
                </c:pt>
                <c:pt idx="1326">
                  <c:v>#N/A</c:v>
                </c:pt>
                <c:pt idx="1327">
                  <c:v>#N/A</c:v>
                </c:pt>
                <c:pt idx="1328">
                  <c:v>#N/A</c:v>
                </c:pt>
                <c:pt idx="1329">
                  <c:v>#N/A</c:v>
                </c:pt>
                <c:pt idx="1330">
                  <c:v>#N/A</c:v>
                </c:pt>
              </c:numCache>
            </c:numRef>
          </c:cat>
          <c:val>
            <c:numRef>
              <c:f>SPX_UST!$AP$1275:$AP$4055</c:f>
              <c:numCache>
                <c:formatCode>0.0</c:formatCode>
                <c:ptCount val="2781"/>
                <c:pt idx="0">
                  <c:v>100</c:v>
                </c:pt>
                <c:pt idx="1">
                  <c:v>99.176499508357921</c:v>
                </c:pt>
                <c:pt idx="2">
                  <c:v>101.19223205506391</c:v>
                </c:pt>
                <c:pt idx="3">
                  <c:v>100.22235630642712</c:v>
                </c:pt>
                <c:pt idx="4">
                  <c:v>100.67600786627337</c:v>
                </c:pt>
                <c:pt idx="5">
                  <c:v>100.64695628854923</c:v>
                </c:pt>
                <c:pt idx="6">
                  <c:v>99.489362653079496</c:v>
                </c:pt>
                <c:pt idx="7">
                  <c:v>100.11955841601863</c:v>
                </c:pt>
                <c:pt idx="8">
                  <c:v>100.4156610351301</c:v>
                </c:pt>
                <c:pt idx="9">
                  <c:v>100.60002681684101</c:v>
                </c:pt>
                <c:pt idx="10">
                  <c:v>100.02458210422814</c:v>
                </c:pt>
                <c:pt idx="11">
                  <c:v>98.83681952266025</c:v>
                </c:pt>
                <c:pt idx="12">
                  <c:v>97.747385358004848</c:v>
                </c:pt>
                <c:pt idx="13">
                  <c:v>96.537275408956859</c:v>
                </c:pt>
                <c:pt idx="14">
                  <c:v>95.605390185036228</c:v>
                </c:pt>
                <c:pt idx="15">
                  <c:v>96.116027531956746</c:v>
                </c:pt>
                <c:pt idx="16">
                  <c:v>95.218780727630289</c:v>
                </c:pt>
                <c:pt idx="17">
                  <c:v>94.433270760704403</c:v>
                </c:pt>
                <c:pt idx="18">
                  <c:v>93.558371323858054</c:v>
                </c:pt>
                <c:pt idx="19">
                  <c:v>94.198623402163221</c:v>
                </c:pt>
                <c:pt idx="20">
                  <c:v>95.237775989988378</c:v>
                </c:pt>
                <c:pt idx="21">
                  <c:v>96.588674354161071</c:v>
                </c:pt>
                <c:pt idx="22">
                  <c:v>97.23451327433628</c:v>
                </c:pt>
                <c:pt idx="23">
                  <c:v>95.607624921784208</c:v>
                </c:pt>
                <c:pt idx="24">
                  <c:v>94.58746759631714</c:v>
                </c:pt>
                <c:pt idx="25">
                  <c:v>94.653392330383468</c:v>
                </c:pt>
                <c:pt idx="26">
                  <c:v>95.604272816662174</c:v>
                </c:pt>
                <c:pt idx="27">
                  <c:v>96.911593814248661</c:v>
                </c:pt>
                <c:pt idx="28">
                  <c:v>95.308170197550709</c:v>
                </c:pt>
                <c:pt idx="29">
                  <c:v>93.875703942075617</c:v>
                </c:pt>
                <c:pt idx="30">
                  <c:v>93.500268168409747</c:v>
                </c:pt>
                <c:pt idx="31">
                  <c:v>94.914856529900774</c:v>
                </c:pt>
                <c:pt idx="32">
                  <c:v>95.406498614463217</c:v>
                </c:pt>
                <c:pt idx="33">
                  <c:v>93.634352373290426</c:v>
                </c:pt>
                <c:pt idx="34">
                  <c:v>92.779565567176192</c:v>
                </c:pt>
                <c:pt idx="35">
                  <c:v>91.922544024313936</c:v>
                </c:pt>
                <c:pt idx="36">
                  <c:v>90.197327254849398</c:v>
                </c:pt>
                <c:pt idx="37">
                  <c:v>91.313578260480938</c:v>
                </c:pt>
                <c:pt idx="38">
                  <c:v>93.508089747027853</c:v>
                </c:pt>
                <c:pt idx="39">
                  <c:v>94.16398498256909</c:v>
                </c:pt>
                <c:pt idx="40">
                  <c:v>92.72481451684996</c:v>
                </c:pt>
                <c:pt idx="41">
                  <c:v>94.759542325914055</c:v>
                </c:pt>
                <c:pt idx="42">
                  <c:v>94.834406006972458</c:v>
                </c:pt>
                <c:pt idx="43">
                  <c:v>94.619871279163391</c:v>
                </c:pt>
                <c:pt idx="44">
                  <c:v>92.073388754804753</c:v>
                </c:pt>
                <c:pt idx="45">
                  <c:v>91.489005095199872</c:v>
                </c:pt>
                <c:pt idx="46">
                  <c:v>93.149414498972121</c:v>
                </c:pt>
                <c:pt idx="47">
                  <c:v>93.037677661571564</c:v>
                </c:pt>
                <c:pt idx="48">
                  <c:v>92.294627692857887</c:v>
                </c:pt>
                <c:pt idx="49">
                  <c:v>92.591847680343349</c:v>
                </c:pt>
                <c:pt idx="50">
                  <c:v>94.028783409314457</c:v>
                </c:pt>
                <c:pt idx="51">
                  <c:v>95.267944936086593</c:v>
                </c:pt>
                <c:pt idx="52">
                  <c:v>96.546214355948933</c:v>
                </c:pt>
                <c:pt idx="53">
                  <c:v>96.928354339858856</c:v>
                </c:pt>
                <c:pt idx="54">
                  <c:v>97.092607490837707</c:v>
                </c:pt>
                <c:pt idx="55">
                  <c:v>97.606596942880245</c:v>
                </c:pt>
                <c:pt idx="56">
                  <c:v>96.713819612049818</c:v>
                </c:pt>
                <c:pt idx="57">
                  <c:v>97.434522213283373</c:v>
                </c:pt>
                <c:pt idx="58">
                  <c:v>98.046840082238404</c:v>
                </c:pt>
                <c:pt idx="59">
                  <c:v>98.077009028336533</c:v>
                </c:pt>
                <c:pt idx="60">
                  <c:v>98.957495307052895</c:v>
                </c:pt>
                <c:pt idx="61">
                  <c:v>98.810002681684168</c:v>
                </c:pt>
                <c:pt idx="62">
                  <c:v>97.262447483686486</c:v>
                </c:pt>
                <c:pt idx="63">
                  <c:v>96.581970143917104</c:v>
                </c:pt>
                <c:pt idx="64">
                  <c:v>96.41324751944228</c:v>
                </c:pt>
                <c:pt idx="65">
                  <c:v>95.069053365513625</c:v>
                </c:pt>
                <c:pt idx="66">
                  <c:v>94.342763922410029</c:v>
                </c:pt>
                <c:pt idx="67">
                  <c:v>94.633279699651467</c:v>
                </c:pt>
                <c:pt idx="68">
                  <c:v>94.061187092160637</c:v>
                </c:pt>
                <c:pt idx="69">
                  <c:v>93.784079735407275</c:v>
                </c:pt>
                <c:pt idx="70">
                  <c:v>93.652230267274604</c:v>
                </c:pt>
                <c:pt idx="71">
                  <c:v>94.557298650219082</c:v>
                </c:pt>
                <c:pt idx="72">
                  <c:v>94.466791811924637</c:v>
                </c:pt>
                <c:pt idx="73">
                  <c:v>94.105881827120839</c:v>
                </c:pt>
                <c:pt idx="74">
                  <c:v>95.806516492357261</c:v>
                </c:pt>
                <c:pt idx="75">
                  <c:v>96.327210154643822</c:v>
                </c:pt>
                <c:pt idx="76">
                  <c:v>95.36292124787704</c:v>
                </c:pt>
                <c:pt idx="77">
                  <c:v>92.991865558237279</c:v>
                </c:pt>
                <c:pt idx="78">
                  <c:v>92.992982926611276</c:v>
                </c:pt>
                <c:pt idx="79">
                  <c:v>90.953785644051166</c:v>
                </c:pt>
                <c:pt idx="80">
                  <c:v>91.275587735764788</c:v>
                </c:pt>
                <c:pt idx="81">
                  <c:v>92.320327165459986</c:v>
                </c:pt>
                <c:pt idx="82">
                  <c:v>89.898989898989967</c:v>
                </c:pt>
                <c:pt idx="83">
                  <c:v>90.050951997854739</c:v>
                </c:pt>
                <c:pt idx="84">
                  <c:v>90.681147760793834</c:v>
                </c:pt>
                <c:pt idx="85">
                  <c:v>93.283498703852757</c:v>
                </c:pt>
                <c:pt idx="86">
                  <c:v>90.799588808438429</c:v>
                </c:pt>
                <c:pt idx="87">
                  <c:v>90.212970412085511</c:v>
                </c:pt>
                <c:pt idx="88">
                  <c:v>88.043041029766741</c:v>
                </c:pt>
                <c:pt idx="89">
                  <c:v>87.473183159023904</c:v>
                </c:pt>
                <c:pt idx="90">
                  <c:v>86.66197371949589</c:v>
                </c:pt>
                <c:pt idx="91">
                  <c:v>86.781532135514453</c:v>
                </c:pt>
                <c:pt idx="92">
                  <c:v>87.854205774559787</c:v>
                </c:pt>
                <c:pt idx="93">
                  <c:v>87.70671314919106</c:v>
                </c:pt>
                <c:pt idx="94">
                  <c:v>89.705685170286969</c:v>
                </c:pt>
                <c:pt idx="95">
                  <c:v>86.339054259408272</c:v>
                </c:pt>
                <c:pt idx="96">
                  <c:v>85.523375346384213</c:v>
                </c:pt>
                <c:pt idx="97">
                  <c:v>84.607133279699681</c:v>
                </c:pt>
                <c:pt idx="98">
                  <c:v>85.989317958344543</c:v>
                </c:pt>
                <c:pt idx="99">
                  <c:v>85.884285331188011</c:v>
                </c:pt>
                <c:pt idx="100">
                  <c:v>86.432913202824707</c:v>
                </c:pt>
                <c:pt idx="101">
                  <c:v>88.157012603915248</c:v>
                </c:pt>
                <c:pt idx="102">
                  <c:v>89.961562527934191</c:v>
                </c:pt>
                <c:pt idx="103">
                  <c:v>89.196165191740405</c:v>
                </c:pt>
                <c:pt idx="104">
                  <c:v>88.643067846607664</c:v>
                </c:pt>
                <c:pt idx="105">
                  <c:v>90.321355144363991</c:v>
                </c:pt>
                <c:pt idx="106">
                  <c:v>89.996200947528365</c:v>
                </c:pt>
                <c:pt idx="107">
                  <c:v>90.358228300706145</c:v>
                </c:pt>
                <c:pt idx="108">
                  <c:v>91.583981406990247</c:v>
                </c:pt>
                <c:pt idx="109">
                  <c:v>89.909046214355925</c:v>
                </c:pt>
                <c:pt idx="110">
                  <c:v>88.139134709931142</c:v>
                </c:pt>
                <c:pt idx="111">
                  <c:v>85.532314293376217</c:v>
                </c:pt>
                <c:pt idx="112">
                  <c:v>82.943371770805371</c:v>
                </c:pt>
                <c:pt idx="113">
                  <c:v>82.735541253240356</c:v>
                </c:pt>
                <c:pt idx="114">
                  <c:v>83.570215428622475</c:v>
                </c:pt>
                <c:pt idx="115">
                  <c:v>80.747742915884459</c:v>
                </c:pt>
                <c:pt idx="116">
                  <c:v>80.557790292303523</c:v>
                </c:pt>
                <c:pt idx="117">
                  <c:v>81.994726021274644</c:v>
                </c:pt>
                <c:pt idx="118">
                  <c:v>81.556717618664464</c:v>
                </c:pt>
                <c:pt idx="119">
                  <c:v>81.127648163046331</c:v>
                </c:pt>
                <c:pt idx="120">
                  <c:v>83.961294359524388</c:v>
                </c:pt>
                <c:pt idx="121">
                  <c:v>83.752346473585348</c:v>
                </c:pt>
                <c:pt idx="122">
                  <c:v>82.790292303566588</c:v>
                </c:pt>
                <c:pt idx="123">
                  <c:v>82.277420219898048</c:v>
                </c:pt>
                <c:pt idx="124">
                  <c:v>82.50759810494317</c:v>
                </c:pt>
                <c:pt idx="125">
                  <c:v>83.256234915526917</c:v>
                </c:pt>
                <c:pt idx="126">
                  <c:v>81.983552337534618</c:v>
                </c:pt>
                <c:pt idx="127">
                  <c:v>82.483016000715082</c:v>
                </c:pt>
                <c:pt idx="128">
                  <c:v>83.461830696343924</c:v>
                </c:pt>
                <c:pt idx="129">
                  <c:v>83.077455975685993</c:v>
                </c:pt>
                <c:pt idx="130">
                  <c:v>82.522123893805244</c:v>
                </c:pt>
                <c:pt idx="131">
                  <c:v>82.256190220791922</c:v>
                </c:pt>
                <c:pt idx="132">
                  <c:v>81.268436578171034</c:v>
                </c:pt>
                <c:pt idx="133">
                  <c:v>80.794672387592669</c:v>
                </c:pt>
                <c:pt idx="134">
                  <c:v>82.074059175828978</c:v>
                </c:pt>
                <c:pt idx="135">
                  <c:v>81.582417091266535</c:v>
                </c:pt>
                <c:pt idx="136">
                  <c:v>84.505452757665026</c:v>
                </c:pt>
                <c:pt idx="137">
                  <c:v>85.128944310360112</c:v>
                </c:pt>
                <c:pt idx="138">
                  <c:v>85.709975864842974</c:v>
                </c:pt>
                <c:pt idx="139">
                  <c:v>85.447394296951686</c:v>
                </c:pt>
                <c:pt idx="140">
                  <c:v>85.848529543219684</c:v>
                </c:pt>
                <c:pt idx="141">
                  <c:v>85.394877983373433</c:v>
                </c:pt>
                <c:pt idx="142">
                  <c:v>86.743541610798147</c:v>
                </c:pt>
                <c:pt idx="143">
                  <c:v>88.540269956199026</c:v>
                </c:pt>
                <c:pt idx="144">
                  <c:v>90.314650934119825</c:v>
                </c:pt>
                <c:pt idx="145">
                  <c:v>90.427505139894379</c:v>
                </c:pt>
                <c:pt idx="146">
                  <c:v>89.475507285241662</c:v>
                </c:pt>
                <c:pt idx="147">
                  <c:v>90.348171985339974</c:v>
                </c:pt>
                <c:pt idx="148">
                  <c:v>90.630866183963363</c:v>
                </c:pt>
                <c:pt idx="149">
                  <c:v>90.821936175918324</c:v>
                </c:pt>
                <c:pt idx="150">
                  <c:v>90.752659336729991</c:v>
                </c:pt>
                <c:pt idx="151">
                  <c:v>90.41633145615431</c:v>
                </c:pt>
                <c:pt idx="152">
                  <c:v>92.42312505586824</c:v>
                </c:pt>
                <c:pt idx="153">
                  <c:v>92.852194511486346</c:v>
                </c:pt>
                <c:pt idx="154">
                  <c:v>94.214266559399093</c:v>
                </c:pt>
                <c:pt idx="155">
                  <c:v>94.435505497452212</c:v>
                </c:pt>
                <c:pt idx="156">
                  <c:v>94.856753374452325</c:v>
                </c:pt>
                <c:pt idx="157">
                  <c:v>94.120407615982685</c:v>
                </c:pt>
                <c:pt idx="158">
                  <c:v>94.426566550460208</c:v>
                </c:pt>
                <c:pt idx="159">
                  <c:v>93.228747653526284</c:v>
                </c:pt>
                <c:pt idx="160">
                  <c:v>91.415258782515281</c:v>
                </c:pt>
                <c:pt idx="161">
                  <c:v>91.586216143738099</c:v>
                </c:pt>
                <c:pt idx="162">
                  <c:v>91.884553499597615</c:v>
                </c:pt>
                <c:pt idx="163">
                  <c:v>93.28573344060058</c:v>
                </c:pt>
                <c:pt idx="164">
                  <c:v>90.012961473138347</c:v>
                </c:pt>
                <c:pt idx="165">
                  <c:v>89.61741306874039</c:v>
                </c:pt>
                <c:pt idx="166">
                  <c:v>88.294448913917833</c:v>
                </c:pt>
                <c:pt idx="167">
                  <c:v>87.530168946098044</c:v>
                </c:pt>
                <c:pt idx="168">
                  <c:v>87.649727362116664</c:v>
                </c:pt>
                <c:pt idx="169">
                  <c:v>86.782649503888351</c:v>
                </c:pt>
                <c:pt idx="170">
                  <c:v>86.918968445517024</c:v>
                </c:pt>
                <c:pt idx="171">
                  <c:v>88.334674175382062</c:v>
                </c:pt>
                <c:pt idx="172">
                  <c:v>88.580495217663312</c:v>
                </c:pt>
                <c:pt idx="173">
                  <c:v>89.724680432645002</c:v>
                </c:pt>
                <c:pt idx="174">
                  <c:v>90.267721462411686</c:v>
                </c:pt>
                <c:pt idx="175">
                  <c:v>86.849691606328719</c:v>
                </c:pt>
                <c:pt idx="176">
                  <c:v>86.689907928845912</c:v>
                </c:pt>
                <c:pt idx="177">
                  <c:v>85.764726915169305</c:v>
                </c:pt>
                <c:pt idx="178">
                  <c:v>84.000402252614549</c:v>
                </c:pt>
                <c:pt idx="179">
                  <c:v>85.120005363368108</c:v>
                </c:pt>
                <c:pt idx="180">
                  <c:v>84.068561723428886</c:v>
                </c:pt>
                <c:pt idx="181">
                  <c:v>82.944489139179325</c:v>
                </c:pt>
                <c:pt idx="182">
                  <c:v>81.709797085903205</c:v>
                </c:pt>
                <c:pt idx="183">
                  <c:v>80.182354518637638</c:v>
                </c:pt>
                <c:pt idx="184">
                  <c:v>79.27281666219713</c:v>
                </c:pt>
                <c:pt idx="185">
                  <c:v>79.028112988289905</c:v>
                </c:pt>
                <c:pt idx="186">
                  <c:v>80.796907124340706</c:v>
                </c:pt>
                <c:pt idx="187">
                  <c:v>79.318628765531372</c:v>
                </c:pt>
                <c:pt idx="188">
                  <c:v>78.282828282828248</c:v>
                </c:pt>
                <c:pt idx="189">
                  <c:v>80.673996603200095</c:v>
                </c:pt>
                <c:pt idx="190">
                  <c:v>83.489764905694074</c:v>
                </c:pt>
                <c:pt idx="191">
                  <c:v>83.008179136497688</c:v>
                </c:pt>
                <c:pt idx="192">
                  <c:v>82.101993385179185</c:v>
                </c:pt>
                <c:pt idx="193">
                  <c:v>80.52426924108336</c:v>
                </c:pt>
                <c:pt idx="194">
                  <c:v>80.786850808974663</c:v>
                </c:pt>
                <c:pt idx="195">
                  <c:v>80.79690712434072</c:v>
                </c:pt>
                <c:pt idx="196">
                  <c:v>80.139894520425457</c:v>
                </c:pt>
                <c:pt idx="197">
                  <c:v>81.900867077858166</c:v>
                </c:pt>
                <c:pt idx="198">
                  <c:v>80.073969786359115</c:v>
                </c:pt>
                <c:pt idx="199">
                  <c:v>81.871815500134048</c:v>
                </c:pt>
                <c:pt idx="200">
                  <c:v>83.803745418789617</c:v>
                </c:pt>
                <c:pt idx="201">
                  <c:v>83.226065969428745</c:v>
                </c:pt>
                <c:pt idx="202">
                  <c:v>81.636050773218855</c:v>
                </c:pt>
                <c:pt idx="203">
                  <c:v>83.798158576919576</c:v>
                </c:pt>
                <c:pt idx="204">
                  <c:v>84.930052739787186</c:v>
                </c:pt>
                <c:pt idx="205">
                  <c:v>86.074237954768861</c:v>
                </c:pt>
                <c:pt idx="206">
                  <c:v>86.370340573880327</c:v>
                </c:pt>
                <c:pt idx="207">
                  <c:v>87.358094216501243</c:v>
                </c:pt>
                <c:pt idx="208">
                  <c:v>89.436399392151543</c:v>
                </c:pt>
                <c:pt idx="209">
                  <c:v>89.133592562796053</c:v>
                </c:pt>
                <c:pt idx="210">
                  <c:v>89.081076249217787</c:v>
                </c:pt>
                <c:pt idx="211">
                  <c:v>87.511173683740026</c:v>
                </c:pt>
                <c:pt idx="212">
                  <c:v>88.421828908554545</c:v>
                </c:pt>
                <c:pt idx="213">
                  <c:v>89.827478323053512</c:v>
                </c:pt>
                <c:pt idx="214">
                  <c:v>90.783945651202245</c:v>
                </c:pt>
                <c:pt idx="215">
                  <c:v>91.563868776258104</c:v>
                </c:pt>
                <c:pt idx="216">
                  <c:v>90.238669884687511</c:v>
                </c:pt>
                <c:pt idx="217">
                  <c:v>94.056717618664436</c:v>
                </c:pt>
                <c:pt idx="218">
                  <c:v>93.959506570125953</c:v>
                </c:pt>
                <c:pt idx="219">
                  <c:v>93.320371860194783</c:v>
                </c:pt>
                <c:pt idx="220">
                  <c:v>94.042191829802391</c:v>
                </c:pt>
                <c:pt idx="221">
                  <c:v>93.311432913202779</c:v>
                </c:pt>
                <c:pt idx="222">
                  <c:v>93.079020291409606</c:v>
                </c:pt>
                <c:pt idx="223">
                  <c:v>93.740502368820898</c:v>
                </c:pt>
                <c:pt idx="224">
                  <c:v>94.089121301510588</c:v>
                </c:pt>
                <c:pt idx="225">
                  <c:v>94.79753285063012</c:v>
                </c:pt>
                <c:pt idx="226">
                  <c:v>95.166264414051966</c:v>
                </c:pt>
                <c:pt idx="227">
                  <c:v>95.519352820237728</c:v>
                </c:pt>
                <c:pt idx="228">
                  <c:v>93.794136050773176</c:v>
                </c:pt>
                <c:pt idx="229">
                  <c:v>94.375167605256053</c:v>
                </c:pt>
                <c:pt idx="230">
                  <c:v>95.876910699919478</c:v>
                </c:pt>
                <c:pt idx="231">
                  <c:v>95.873558594797458</c:v>
                </c:pt>
                <c:pt idx="232">
                  <c:v>96.470233306516391</c:v>
                </c:pt>
                <c:pt idx="233">
                  <c:v>94.825467059980241</c:v>
                </c:pt>
                <c:pt idx="234">
                  <c:v>93.737150263698851</c:v>
                </c:pt>
                <c:pt idx="235">
                  <c:v>93.608652900688213</c:v>
                </c:pt>
                <c:pt idx="236">
                  <c:v>94.143872351836876</c:v>
                </c:pt>
                <c:pt idx="237">
                  <c:v>93.37847501564309</c:v>
                </c:pt>
                <c:pt idx="238">
                  <c:v>94.975194422097005</c:v>
                </c:pt>
                <c:pt idx="239">
                  <c:v>95.313757039420693</c:v>
                </c:pt>
                <c:pt idx="240">
                  <c:v>95.134978099579811</c:v>
                </c:pt>
                <c:pt idx="241">
                  <c:v>92.803030303030241</c:v>
                </c:pt>
                <c:pt idx="242">
                  <c:v>92.354965585054018</c:v>
                </c:pt>
                <c:pt idx="243">
                  <c:v>91.878966657727659</c:v>
                </c:pt>
                <c:pt idx="244">
                  <c:v>92.009698757486305</c:v>
                </c:pt>
                <c:pt idx="245">
                  <c:v>93.708098685974733</c:v>
                </c:pt>
                <c:pt idx="246">
                  <c:v>92.533744524894928</c:v>
                </c:pt>
                <c:pt idx="247">
                  <c:v>93.061142397425527</c:v>
                </c:pt>
                <c:pt idx="248">
                  <c:v>93.365066595155014</c:v>
                </c:pt>
                <c:pt idx="249">
                  <c:v>92.138196120496914</c:v>
                </c:pt>
                <c:pt idx="250">
                  <c:v>93.266738178242505</c:v>
                </c:pt>
                <c:pt idx="251">
                  <c:v>100</c:v>
                </c:pt>
                <c:pt idx="252">
                  <c:v>100.20687996151069</c:v>
                </c:pt>
                <c:pt idx="253">
                  <c:v>101.12220351214816</c:v>
                </c:pt>
                <c:pt idx="254">
                  <c:v>100.02405580947796</c:v>
                </c:pt>
                <c:pt idx="255">
                  <c:v>102.71830647101271</c:v>
                </c:pt>
                <c:pt idx="256">
                  <c:v>102.28650469088281</c:v>
                </c:pt>
                <c:pt idx="257">
                  <c:v>102.83858551840265</c:v>
                </c:pt>
                <c:pt idx="258">
                  <c:v>103.82367091652632</c:v>
                </c:pt>
                <c:pt idx="259">
                  <c:v>104.41424103921096</c:v>
                </c:pt>
                <c:pt idx="260">
                  <c:v>104.28554245850373</c:v>
                </c:pt>
                <c:pt idx="261">
                  <c:v>103.40750541255711</c:v>
                </c:pt>
                <c:pt idx="262">
                  <c:v>101.49987972095259</c:v>
                </c:pt>
                <c:pt idx="263">
                  <c:v>99.385374067837347</c:v>
                </c:pt>
                <c:pt idx="264">
                  <c:v>100.78061101756073</c:v>
                </c:pt>
                <c:pt idx="265">
                  <c:v>101.8823670916526</c:v>
                </c:pt>
                <c:pt idx="266">
                  <c:v>102.54149627134952</c:v>
                </c:pt>
                <c:pt idx="267">
                  <c:v>101.99783497714698</c:v>
                </c:pt>
                <c:pt idx="268">
                  <c:v>102.56555208082753</c:v>
                </c:pt>
                <c:pt idx="269">
                  <c:v>102.92638922299739</c:v>
                </c:pt>
                <c:pt idx="270">
                  <c:v>101.92927592013474</c:v>
                </c:pt>
                <c:pt idx="271">
                  <c:v>103.67572768823676</c:v>
                </c:pt>
                <c:pt idx="272">
                  <c:v>104.41424103921102</c:v>
                </c:pt>
                <c:pt idx="273">
                  <c:v>105.22251623767148</c:v>
                </c:pt>
                <c:pt idx="274">
                  <c:v>104.67644936252113</c:v>
                </c:pt>
                <c:pt idx="275">
                  <c:v>104.45874428674533</c:v>
                </c:pt>
                <c:pt idx="276">
                  <c:v>104.7173442386337</c:v>
                </c:pt>
                <c:pt idx="277">
                  <c:v>104.10271830647109</c:v>
                </c:pt>
                <c:pt idx="278">
                  <c:v>103.18619196535971</c:v>
                </c:pt>
                <c:pt idx="279">
                  <c:v>103.94755833533807</c:v>
                </c:pt>
                <c:pt idx="280">
                  <c:v>104.86288188597554</c:v>
                </c:pt>
                <c:pt idx="281">
                  <c:v>104.56579263892237</c:v>
                </c:pt>
                <c:pt idx="282">
                  <c:v>105.22251623767151</c:v>
                </c:pt>
                <c:pt idx="283">
                  <c:v>104.07505412557143</c:v>
                </c:pt>
                <c:pt idx="284">
                  <c:v>104.73177772432054</c:v>
                </c:pt>
                <c:pt idx="285">
                  <c:v>102.32980514794333</c:v>
                </c:pt>
                <c:pt idx="286">
                  <c:v>102.06158287226376</c:v>
                </c:pt>
                <c:pt idx="287">
                  <c:v>102.46812605244175</c:v>
                </c:pt>
                <c:pt idx="288">
                  <c:v>101.87515034880933</c:v>
                </c:pt>
                <c:pt idx="289">
                  <c:v>102.72311763290844</c:v>
                </c:pt>
                <c:pt idx="290">
                  <c:v>102.46331489054614</c:v>
                </c:pt>
                <c:pt idx="291">
                  <c:v>102.84820784219396</c:v>
                </c:pt>
                <c:pt idx="292">
                  <c:v>104.08227086841481</c:v>
                </c:pt>
                <c:pt idx="293">
                  <c:v>105.1864325234545</c:v>
                </c:pt>
                <c:pt idx="294">
                  <c:v>104.97594419052209</c:v>
                </c:pt>
                <c:pt idx="295">
                  <c:v>103.64445513591542</c:v>
                </c:pt>
                <c:pt idx="296">
                  <c:v>103.88140485927363</c:v>
                </c:pt>
                <c:pt idx="297">
                  <c:v>102.35746932884305</c:v>
                </c:pt>
                <c:pt idx="298">
                  <c:v>100.49073851335109</c:v>
                </c:pt>
                <c:pt idx="299">
                  <c:v>99.877315371662348</c:v>
                </c:pt>
                <c:pt idx="300">
                  <c:v>100.93095982679829</c:v>
                </c:pt>
                <c:pt idx="301">
                  <c:v>98.397883088766065</c:v>
                </c:pt>
                <c:pt idx="302">
                  <c:v>99.648785181621491</c:v>
                </c:pt>
                <c:pt idx="303">
                  <c:v>98.027423622805031</c:v>
                </c:pt>
                <c:pt idx="304">
                  <c:v>99.357709886937812</c:v>
                </c:pt>
                <c:pt idx="305">
                  <c:v>100.4787106086121</c:v>
                </c:pt>
                <c:pt idx="306">
                  <c:v>98.56386817416417</c:v>
                </c:pt>
                <c:pt idx="307">
                  <c:v>98.341351936492771</c:v>
                </c:pt>
                <c:pt idx="308">
                  <c:v>98.686552802501907</c:v>
                </c:pt>
                <c:pt idx="309">
                  <c:v>99.499639162857918</c:v>
                </c:pt>
                <c:pt idx="310">
                  <c:v>100.0408948761127</c:v>
                </c:pt>
                <c:pt idx="311">
                  <c:v>101.46139042578793</c:v>
                </c:pt>
                <c:pt idx="312">
                  <c:v>101.69232619677663</c:v>
                </c:pt>
                <c:pt idx="313">
                  <c:v>103.02982920375284</c:v>
                </c:pt>
                <c:pt idx="314">
                  <c:v>103.22468126052453</c:v>
                </c:pt>
                <c:pt idx="315">
                  <c:v>100.89968727447689</c:v>
                </c:pt>
                <c:pt idx="316">
                  <c:v>99.58744286745258</c:v>
                </c:pt>
                <c:pt idx="317">
                  <c:v>99.562184267500697</c:v>
                </c:pt>
                <c:pt idx="318">
                  <c:v>100.455857589608</c:v>
                </c:pt>
                <c:pt idx="319">
                  <c:v>101.04763050276654</c:v>
                </c:pt>
                <c:pt idx="320">
                  <c:v>101.38441183545835</c:v>
                </c:pt>
                <c:pt idx="321">
                  <c:v>101.76689920615839</c:v>
                </c:pt>
                <c:pt idx="322">
                  <c:v>101.64421457782065</c:v>
                </c:pt>
                <c:pt idx="323">
                  <c:v>102.4464758239116</c:v>
                </c:pt>
                <c:pt idx="324">
                  <c:v>102.9215780611019</c:v>
                </c:pt>
                <c:pt idx="325">
                  <c:v>102.84941063266791</c:v>
                </c:pt>
                <c:pt idx="326">
                  <c:v>102.65936973779181</c:v>
                </c:pt>
                <c:pt idx="327">
                  <c:v>102.41039210969463</c:v>
                </c:pt>
                <c:pt idx="328">
                  <c:v>102.64253067115723</c:v>
                </c:pt>
                <c:pt idx="329">
                  <c:v>100.75896078903071</c:v>
                </c:pt>
                <c:pt idx="330">
                  <c:v>98.875390906904173</c:v>
                </c:pt>
                <c:pt idx="331">
                  <c:v>100.83834496030808</c:v>
                </c:pt>
                <c:pt idx="332">
                  <c:v>101.76930478710625</c:v>
                </c:pt>
                <c:pt idx="333">
                  <c:v>102.32980514794338</c:v>
                </c:pt>
                <c:pt idx="334">
                  <c:v>101.25691604522507</c:v>
                </c:pt>
                <c:pt idx="335">
                  <c:v>100.86841472215553</c:v>
                </c:pt>
                <c:pt idx="336">
                  <c:v>99.764253067115845</c:v>
                </c:pt>
                <c:pt idx="337">
                  <c:v>101.26653836901622</c:v>
                </c:pt>
                <c:pt idx="338">
                  <c:v>100.89247053163349</c:v>
                </c:pt>
                <c:pt idx="339">
                  <c:v>101.06807794082283</c:v>
                </c:pt>
                <c:pt idx="340">
                  <c:v>100.74091893192217</c:v>
                </c:pt>
                <c:pt idx="341">
                  <c:v>100.09020928554257</c:v>
                </c:pt>
                <c:pt idx="342">
                  <c:v>100.10103439980767</c:v>
                </c:pt>
                <c:pt idx="343">
                  <c:v>100.60861197979325</c:v>
                </c:pt>
                <c:pt idx="344">
                  <c:v>99.237430839547869</c:v>
                </c:pt>
                <c:pt idx="345">
                  <c:v>100.9249458744288</c:v>
                </c:pt>
                <c:pt idx="346">
                  <c:v>101.5985085398125</c:v>
                </c:pt>
                <c:pt idx="347">
                  <c:v>101.32547510223732</c:v>
                </c:pt>
                <c:pt idx="348">
                  <c:v>101.32908347365904</c:v>
                </c:pt>
                <c:pt idx="349">
                  <c:v>100.08058696175141</c:v>
                </c:pt>
                <c:pt idx="350">
                  <c:v>98.812845802261378</c:v>
                </c:pt>
                <c:pt idx="351">
                  <c:v>99.113543420736249</c:v>
                </c:pt>
                <c:pt idx="352">
                  <c:v>99.878518162136302</c:v>
                </c:pt>
                <c:pt idx="353">
                  <c:v>99.64878518162152</c:v>
                </c:pt>
                <c:pt idx="354">
                  <c:v>98.253548231898151</c:v>
                </c:pt>
                <c:pt idx="355">
                  <c:v>99.493625210488489</c:v>
                </c:pt>
                <c:pt idx="356">
                  <c:v>102.44046187154214</c:v>
                </c:pt>
                <c:pt idx="357">
                  <c:v>101.71277363483296</c:v>
                </c:pt>
                <c:pt idx="358">
                  <c:v>102.32619677652168</c:v>
                </c:pt>
                <c:pt idx="359">
                  <c:v>103.94996391628594</c:v>
                </c:pt>
                <c:pt idx="360">
                  <c:v>104.13519364926648</c:v>
                </c:pt>
                <c:pt idx="361">
                  <c:v>103.8585518402696</c:v>
                </c:pt>
                <c:pt idx="362">
                  <c:v>104.58022612460924</c:v>
                </c:pt>
                <c:pt idx="363">
                  <c:v>105.79143613182596</c:v>
                </c:pt>
                <c:pt idx="364">
                  <c:v>105.48352177050771</c:v>
                </c:pt>
                <c:pt idx="365">
                  <c:v>107.0784219388984</c:v>
                </c:pt>
                <c:pt idx="366">
                  <c:v>106.91724801539587</c:v>
                </c:pt>
                <c:pt idx="367">
                  <c:v>106.10656723598764</c:v>
                </c:pt>
                <c:pt idx="368">
                  <c:v>106.7079624729374</c:v>
                </c:pt>
                <c:pt idx="369">
                  <c:v>105.94779889343296</c:v>
                </c:pt>
                <c:pt idx="370">
                  <c:v>105.15395718065933</c:v>
                </c:pt>
                <c:pt idx="371">
                  <c:v>105.98749097907164</c:v>
                </c:pt>
                <c:pt idx="372">
                  <c:v>107.31777724320443</c:v>
                </c:pt>
                <c:pt idx="373">
                  <c:v>107.27688236709184</c:v>
                </c:pt>
                <c:pt idx="374">
                  <c:v>108.28241520327181</c:v>
                </c:pt>
                <c:pt idx="375">
                  <c:v>109.22420014433511</c:v>
                </c:pt>
                <c:pt idx="376">
                  <c:v>109.29997594419076</c:v>
                </c:pt>
                <c:pt idx="377">
                  <c:v>108.64084676449387</c:v>
                </c:pt>
                <c:pt idx="378">
                  <c:v>107.83738272792905</c:v>
                </c:pt>
                <c:pt idx="379">
                  <c:v>108.08395477507842</c:v>
                </c:pt>
                <c:pt idx="380">
                  <c:v>109.58744286745271</c:v>
                </c:pt>
                <c:pt idx="381">
                  <c:v>110.90449843637259</c:v>
                </c:pt>
                <c:pt idx="382">
                  <c:v>110.67957661775341</c:v>
                </c:pt>
                <c:pt idx="383">
                  <c:v>110.84796728409935</c:v>
                </c:pt>
                <c:pt idx="384">
                  <c:v>110.47991339908613</c:v>
                </c:pt>
                <c:pt idx="385">
                  <c:v>110.94539331248524</c:v>
                </c:pt>
                <c:pt idx="386">
                  <c:v>111.57324993986073</c:v>
                </c:pt>
                <c:pt idx="387">
                  <c:v>111.51671878758746</c:v>
                </c:pt>
                <c:pt idx="388">
                  <c:v>111.97017079624754</c:v>
                </c:pt>
                <c:pt idx="389">
                  <c:v>111.45657926389246</c:v>
                </c:pt>
                <c:pt idx="390">
                  <c:v>111.72119316815032</c:v>
                </c:pt>
                <c:pt idx="391">
                  <c:v>111.57565552080848</c:v>
                </c:pt>
                <c:pt idx="392">
                  <c:v>112.31537166225664</c:v>
                </c:pt>
                <c:pt idx="393">
                  <c:v>111.39643974019745</c:v>
                </c:pt>
                <c:pt idx="394">
                  <c:v>112.08563868174184</c:v>
                </c:pt>
                <c:pt idx="395">
                  <c:v>112.3430358431563</c:v>
                </c:pt>
                <c:pt idx="396">
                  <c:v>112.69785903295661</c:v>
                </c:pt>
                <c:pt idx="397">
                  <c:v>111.47943228289645</c:v>
                </c:pt>
                <c:pt idx="398">
                  <c:v>110.79865287466936</c:v>
                </c:pt>
                <c:pt idx="399">
                  <c:v>110.07457300938189</c:v>
                </c:pt>
                <c:pt idx="400">
                  <c:v>111.45898484484016</c:v>
                </c:pt>
                <c:pt idx="401">
                  <c:v>110.94659610295898</c:v>
                </c:pt>
                <c:pt idx="402">
                  <c:v>110.85037286504702</c:v>
                </c:pt>
                <c:pt idx="403">
                  <c:v>110.53885013230705</c:v>
                </c:pt>
                <c:pt idx="404">
                  <c:v>110.6531152273275</c:v>
                </c:pt>
                <c:pt idx="405">
                  <c:v>110.68559057012278</c:v>
                </c:pt>
                <c:pt idx="406">
                  <c:v>109.27592013471263</c:v>
                </c:pt>
                <c:pt idx="407">
                  <c:v>108.67091652634122</c:v>
                </c:pt>
                <c:pt idx="408">
                  <c:v>107.75679576617765</c:v>
                </c:pt>
                <c:pt idx="409">
                  <c:v>107.88549434688491</c:v>
                </c:pt>
                <c:pt idx="410">
                  <c:v>107.73634832812138</c:v>
                </c:pt>
                <c:pt idx="411">
                  <c:v>107.51744046187169</c:v>
                </c:pt>
                <c:pt idx="412">
                  <c:v>108.58672119316826</c:v>
                </c:pt>
                <c:pt idx="413">
                  <c:v>107.26365167187888</c:v>
                </c:pt>
                <c:pt idx="414">
                  <c:v>108.18258359393806</c:v>
                </c:pt>
                <c:pt idx="415">
                  <c:v>109.03175366851107</c:v>
                </c:pt>
                <c:pt idx="416">
                  <c:v>109.87731537166239</c:v>
                </c:pt>
                <c:pt idx="417">
                  <c:v>110.36083714216997</c:v>
                </c:pt>
                <c:pt idx="418">
                  <c:v>109.80153957180673</c:v>
                </c:pt>
                <c:pt idx="419">
                  <c:v>110.36564830406556</c:v>
                </c:pt>
                <c:pt idx="420">
                  <c:v>108.50132306952142</c:v>
                </c:pt>
                <c:pt idx="421">
                  <c:v>107.98292037527074</c:v>
                </c:pt>
                <c:pt idx="422">
                  <c:v>107.6425306711572</c:v>
                </c:pt>
                <c:pt idx="423">
                  <c:v>107.14337262448893</c:v>
                </c:pt>
                <c:pt idx="424">
                  <c:v>107.13615588164554</c:v>
                </c:pt>
                <c:pt idx="425">
                  <c:v>106.73923502525871</c:v>
                </c:pt>
                <c:pt idx="426">
                  <c:v>106.02838585518414</c:v>
                </c:pt>
                <c:pt idx="427">
                  <c:v>107.07361077700274</c:v>
                </c:pt>
                <c:pt idx="428">
                  <c:v>106.50228530190051</c:v>
                </c:pt>
                <c:pt idx="429">
                  <c:v>106.62256434929047</c:v>
                </c:pt>
                <c:pt idx="430">
                  <c:v>106.12701467404391</c:v>
                </c:pt>
                <c:pt idx="431">
                  <c:v>105.71445754149639</c:v>
                </c:pt>
                <c:pt idx="432">
                  <c:v>103.99566995429409</c:v>
                </c:pt>
                <c:pt idx="433">
                  <c:v>103.64084676449374</c:v>
                </c:pt>
                <c:pt idx="434">
                  <c:v>104.11835458263181</c:v>
                </c:pt>
                <c:pt idx="435">
                  <c:v>102.53788789992794</c:v>
                </c:pt>
                <c:pt idx="436">
                  <c:v>103.31970170796259</c:v>
                </c:pt>
                <c:pt idx="437">
                  <c:v>103.75992302140979</c:v>
                </c:pt>
                <c:pt idx="438">
                  <c:v>103.14770267019497</c:v>
                </c:pt>
                <c:pt idx="439">
                  <c:v>102.2047149386578</c:v>
                </c:pt>
                <c:pt idx="440">
                  <c:v>101.44936252104895</c:v>
                </c:pt>
                <c:pt idx="441">
                  <c:v>101.83786384411846</c:v>
                </c:pt>
                <c:pt idx="442">
                  <c:v>101.19076256916057</c:v>
                </c:pt>
                <c:pt idx="443">
                  <c:v>102.53788789992797</c:v>
                </c:pt>
                <c:pt idx="444">
                  <c:v>104.18450805869631</c:v>
                </c:pt>
                <c:pt idx="445">
                  <c:v>104.78349771469821</c:v>
                </c:pt>
                <c:pt idx="446">
                  <c:v>105.43661294202565</c:v>
                </c:pt>
                <c:pt idx="447">
                  <c:v>104.45273033437589</c:v>
                </c:pt>
                <c:pt idx="448">
                  <c:v>103.55905701226858</c:v>
                </c:pt>
                <c:pt idx="449">
                  <c:v>104.64758239114758</c:v>
                </c:pt>
                <c:pt idx="450">
                  <c:v>104.97594419052211</c:v>
                </c:pt>
                <c:pt idx="451">
                  <c:v>102.42482559538136</c:v>
                </c:pt>
                <c:pt idx="452">
                  <c:v>101.50108251142659</c:v>
                </c:pt>
                <c:pt idx="453">
                  <c:v>100.45706038008188</c:v>
                </c:pt>
                <c:pt idx="454">
                  <c:v>99.990377676208894</c:v>
                </c:pt>
                <c:pt idx="455">
                  <c:v>100.70724079865293</c:v>
                </c:pt>
                <c:pt idx="456">
                  <c:v>99.428674524897815</c:v>
                </c:pt>
                <c:pt idx="457">
                  <c:v>98.988453211450633</c:v>
                </c:pt>
                <c:pt idx="458">
                  <c:v>98.123646860716917</c:v>
                </c:pt>
                <c:pt idx="459">
                  <c:v>99.325234544142461</c:v>
                </c:pt>
                <c:pt idx="460">
                  <c:v>100.08539812364693</c:v>
                </c:pt>
                <c:pt idx="461">
                  <c:v>100.41255713254759</c:v>
                </c:pt>
                <c:pt idx="462">
                  <c:v>102.47293721433734</c:v>
                </c:pt>
                <c:pt idx="463">
                  <c:v>103.31368775559304</c:v>
                </c:pt>
                <c:pt idx="464">
                  <c:v>103.04666827038736</c:v>
                </c:pt>
                <c:pt idx="465">
                  <c:v>102.78205436612947</c:v>
                </c:pt>
                <c:pt idx="466">
                  <c:v>103.06230454654806</c:v>
                </c:pt>
                <c:pt idx="467">
                  <c:v>102.80971854702918</c:v>
                </c:pt>
                <c:pt idx="468">
                  <c:v>104.18691363964403</c:v>
                </c:pt>
                <c:pt idx="469">
                  <c:v>104.28313687755598</c:v>
                </c:pt>
                <c:pt idx="470">
                  <c:v>106.41207601635799</c:v>
                </c:pt>
                <c:pt idx="471">
                  <c:v>106.62376713976427</c:v>
                </c:pt>
                <c:pt idx="472">
                  <c:v>106.55881645417368</c:v>
                </c:pt>
                <c:pt idx="473">
                  <c:v>107.1830647101275</c:v>
                </c:pt>
                <c:pt idx="474">
                  <c:v>107.53067115708444</c:v>
                </c:pt>
                <c:pt idx="475">
                  <c:v>107.47414000481116</c:v>
                </c:pt>
                <c:pt idx="476">
                  <c:v>107.67861438537405</c:v>
                </c:pt>
                <c:pt idx="477">
                  <c:v>107.98893432764011</c:v>
                </c:pt>
                <c:pt idx="478">
                  <c:v>107.3670916526341</c:v>
                </c:pt>
                <c:pt idx="479">
                  <c:v>107.10728891027182</c:v>
                </c:pt>
                <c:pt idx="480">
                  <c:v>107.45609814770266</c:v>
                </c:pt>
                <c:pt idx="481">
                  <c:v>108.60235746932884</c:v>
                </c:pt>
                <c:pt idx="482">
                  <c:v>110.30430598989656</c:v>
                </c:pt>
                <c:pt idx="483">
                  <c:v>110.53043059898965</c:v>
                </c:pt>
                <c:pt idx="484">
                  <c:v>109.57902333413519</c:v>
                </c:pt>
                <c:pt idx="485">
                  <c:v>110.09742602838584</c:v>
                </c:pt>
                <c:pt idx="486">
                  <c:v>110.16839066634591</c:v>
                </c:pt>
                <c:pt idx="487">
                  <c:v>110.53283617993741</c:v>
                </c:pt>
                <c:pt idx="488">
                  <c:v>111.52754390185228</c:v>
                </c:pt>
                <c:pt idx="489">
                  <c:v>112.04113543420736</c:v>
                </c:pt>
                <c:pt idx="490">
                  <c:v>113.31970170796247</c:v>
                </c:pt>
                <c:pt idx="491">
                  <c:v>114.71012749579022</c:v>
                </c:pt>
                <c:pt idx="492">
                  <c:v>114.4815973057493</c:v>
                </c:pt>
                <c:pt idx="493">
                  <c:v>114.56458984844838</c:v>
                </c:pt>
                <c:pt idx="494">
                  <c:v>115.39932643733461</c:v>
                </c:pt>
                <c:pt idx="495">
                  <c:v>113.5097426028386</c:v>
                </c:pt>
                <c:pt idx="496">
                  <c:v>114.71854702910755</c:v>
                </c:pt>
                <c:pt idx="497">
                  <c:v>115.22011065672361</c:v>
                </c:pt>
                <c:pt idx="498">
                  <c:v>116.05725282655762</c:v>
                </c:pt>
                <c:pt idx="499">
                  <c:v>116.26052441664663</c:v>
                </c:pt>
                <c:pt idx="500">
                  <c:v>116.26774115949</c:v>
                </c:pt>
                <c:pt idx="501">
                  <c:v>100</c:v>
                </c:pt>
                <c:pt idx="502">
                  <c:v>99.051548101541357</c:v>
                </c:pt>
                <c:pt idx="503">
                  <c:v>97.556829371948609</c:v>
                </c:pt>
                <c:pt idx="504">
                  <c:v>97.650119722616651</c:v>
                </c:pt>
                <c:pt idx="505">
                  <c:v>97.851212256278913</c:v>
                </c:pt>
                <c:pt idx="506">
                  <c:v>98.421319954805966</c:v>
                </c:pt>
                <c:pt idx="507">
                  <c:v>98.182911280876468</c:v>
                </c:pt>
                <c:pt idx="508">
                  <c:v>98.653509272024252</c:v>
                </c:pt>
                <c:pt idx="509">
                  <c:v>98.455526416717575</c:v>
                </c:pt>
                <c:pt idx="510">
                  <c:v>98.411990919739139</c:v>
                </c:pt>
                <c:pt idx="511">
                  <c:v>97.447990629502499</c:v>
                </c:pt>
                <c:pt idx="512">
                  <c:v>96.79495817482605</c:v>
                </c:pt>
                <c:pt idx="513">
                  <c:v>98.092730608563983</c:v>
                </c:pt>
                <c:pt idx="514">
                  <c:v>98.692898531195198</c:v>
                </c:pt>
                <c:pt idx="515">
                  <c:v>99.424709504213538</c:v>
                </c:pt>
                <c:pt idx="516">
                  <c:v>99.366662174908953</c:v>
                </c:pt>
                <c:pt idx="517">
                  <c:v>98.728141552558668</c:v>
                </c:pt>
                <c:pt idx="518">
                  <c:v>99.690068723891585</c:v>
                </c:pt>
                <c:pt idx="519">
                  <c:v>99.548060078985742</c:v>
                </c:pt>
                <c:pt idx="520">
                  <c:v>100.18036134462486</c:v>
                </c:pt>
                <c:pt idx="521">
                  <c:v>100.22700651995885</c:v>
                </c:pt>
                <c:pt idx="522">
                  <c:v>99.080571766193572</c:v>
                </c:pt>
                <c:pt idx="523">
                  <c:v>100.76601743492989</c:v>
                </c:pt>
                <c:pt idx="524">
                  <c:v>101.42112300851008</c:v>
                </c:pt>
                <c:pt idx="525">
                  <c:v>100.87589273682785</c:v>
                </c:pt>
                <c:pt idx="526">
                  <c:v>101.77458978159686</c:v>
                </c:pt>
                <c:pt idx="527">
                  <c:v>102.42969535517699</c:v>
                </c:pt>
                <c:pt idx="528">
                  <c:v>102.48463300612596</c:v>
                </c:pt>
                <c:pt idx="529">
                  <c:v>102.6038373430907</c:v>
                </c:pt>
                <c:pt idx="530">
                  <c:v>102.73029759621855</c:v>
                </c:pt>
                <c:pt idx="531">
                  <c:v>101.69062846599557</c:v>
                </c:pt>
                <c:pt idx="532">
                  <c:v>103.39058596705807</c:v>
                </c:pt>
                <c:pt idx="533">
                  <c:v>104.10270231049097</c:v>
                </c:pt>
                <c:pt idx="534">
                  <c:v>103.47765696101494</c:v>
                </c:pt>
                <c:pt idx="535">
                  <c:v>103.1107149150539</c:v>
                </c:pt>
                <c:pt idx="536">
                  <c:v>103.54192364703071</c:v>
                </c:pt>
                <c:pt idx="537">
                  <c:v>104.7971971432421</c:v>
                </c:pt>
                <c:pt idx="538">
                  <c:v>105.31962310698326</c:v>
                </c:pt>
                <c:pt idx="539">
                  <c:v>105.20041877001852</c:v>
                </c:pt>
                <c:pt idx="540">
                  <c:v>105.321696225887</c:v>
                </c:pt>
                <c:pt idx="541">
                  <c:v>105.63266406144717</c:v>
                </c:pt>
                <c:pt idx="542">
                  <c:v>105.9944233101489</c:v>
                </c:pt>
                <c:pt idx="543">
                  <c:v>106.37173095062865</c:v>
                </c:pt>
                <c:pt idx="544">
                  <c:v>106.78013537466438</c:v>
                </c:pt>
                <c:pt idx="545">
                  <c:v>105.89698672167339</c:v>
                </c:pt>
                <c:pt idx="546">
                  <c:v>106.42252236377013</c:v>
                </c:pt>
                <c:pt idx="547">
                  <c:v>107.30256133840555</c:v>
                </c:pt>
                <c:pt idx="548">
                  <c:v>107.01958060804574</c:v>
                </c:pt>
                <c:pt idx="549">
                  <c:v>106.45672882568175</c:v>
                </c:pt>
                <c:pt idx="550">
                  <c:v>106.94080208970382</c:v>
                </c:pt>
                <c:pt idx="551">
                  <c:v>107.20097851212256</c:v>
                </c:pt>
                <c:pt idx="552">
                  <c:v>106.73556331823413</c:v>
                </c:pt>
                <c:pt idx="553">
                  <c:v>106.82159775273911</c:v>
                </c:pt>
                <c:pt idx="554">
                  <c:v>106.99988597846027</c:v>
                </c:pt>
                <c:pt idx="555">
                  <c:v>107.88199807199943</c:v>
                </c:pt>
                <c:pt idx="556">
                  <c:v>109.19117265970795</c:v>
                </c:pt>
                <c:pt idx="557">
                  <c:v>110.28370632197613</c:v>
                </c:pt>
                <c:pt idx="558">
                  <c:v>109.90743524094826</c:v>
                </c:pt>
                <c:pt idx="559">
                  <c:v>109.15489307889257</c:v>
                </c:pt>
                <c:pt idx="560">
                  <c:v>108.75789080882738</c:v>
                </c:pt>
                <c:pt idx="561">
                  <c:v>110.49723756906084</c:v>
                </c:pt>
                <c:pt idx="562">
                  <c:v>110.57083329014347</c:v>
                </c:pt>
                <c:pt idx="563">
                  <c:v>109.70012335057488</c:v>
                </c:pt>
                <c:pt idx="564">
                  <c:v>109.12897909259596</c:v>
                </c:pt>
                <c:pt idx="565">
                  <c:v>109.68975775605624</c:v>
                </c:pt>
                <c:pt idx="566">
                  <c:v>108.74959833321256</c:v>
                </c:pt>
                <c:pt idx="567">
                  <c:v>110.30236439210988</c:v>
                </c:pt>
                <c:pt idx="568">
                  <c:v>110.0660288370841</c:v>
                </c:pt>
                <c:pt idx="569">
                  <c:v>109.82036424699155</c:v>
                </c:pt>
                <c:pt idx="570">
                  <c:v>108.90093601318517</c:v>
                </c:pt>
                <c:pt idx="571">
                  <c:v>109.01599411234245</c:v>
                </c:pt>
                <c:pt idx="572">
                  <c:v>107.85090128844354</c:v>
                </c:pt>
                <c:pt idx="573">
                  <c:v>107.06829890228369</c:v>
                </c:pt>
                <c:pt idx="574">
                  <c:v>106.85787733355461</c:v>
                </c:pt>
                <c:pt idx="575">
                  <c:v>106.25356317311591</c:v>
                </c:pt>
                <c:pt idx="576">
                  <c:v>105.87936521099181</c:v>
                </c:pt>
                <c:pt idx="577">
                  <c:v>105.67827267732953</c:v>
                </c:pt>
                <c:pt idx="578">
                  <c:v>106.46916753910435</c:v>
                </c:pt>
                <c:pt idx="579">
                  <c:v>107.96388626869704</c:v>
                </c:pt>
                <c:pt idx="580">
                  <c:v>107.11079783981017</c:v>
                </c:pt>
                <c:pt idx="581">
                  <c:v>107.41761943756291</c:v>
                </c:pt>
                <c:pt idx="582">
                  <c:v>107.60212701999531</c:v>
                </c:pt>
                <c:pt idx="583">
                  <c:v>108.34534014698421</c:v>
                </c:pt>
                <c:pt idx="584">
                  <c:v>106.56764068703167</c:v>
                </c:pt>
                <c:pt idx="585">
                  <c:v>106.3447804048802</c:v>
                </c:pt>
                <c:pt idx="586">
                  <c:v>106.94287520860766</c:v>
                </c:pt>
                <c:pt idx="587">
                  <c:v>107.69541737066338</c:v>
                </c:pt>
                <c:pt idx="588">
                  <c:v>108.77758543841293</c:v>
                </c:pt>
                <c:pt idx="589">
                  <c:v>109.04398121754282</c:v>
                </c:pt>
                <c:pt idx="590">
                  <c:v>109.07404144164694</c:v>
                </c:pt>
                <c:pt idx="591">
                  <c:v>110.08261378831391</c:v>
                </c:pt>
                <c:pt idx="592">
                  <c:v>110.16968478227076</c:v>
                </c:pt>
                <c:pt idx="593">
                  <c:v>109.67213624537443</c:v>
                </c:pt>
                <c:pt idx="594">
                  <c:v>109.66902656701883</c:v>
                </c:pt>
                <c:pt idx="595">
                  <c:v>110.35937516196249</c:v>
                </c:pt>
                <c:pt idx="596">
                  <c:v>109.64000290236653</c:v>
                </c:pt>
                <c:pt idx="597">
                  <c:v>109.77268251220558</c:v>
                </c:pt>
                <c:pt idx="598">
                  <c:v>109.95822665408981</c:v>
                </c:pt>
                <c:pt idx="599">
                  <c:v>109.5933577270325</c:v>
                </c:pt>
                <c:pt idx="600">
                  <c:v>109.76128035823503</c:v>
                </c:pt>
                <c:pt idx="601">
                  <c:v>108.42619178422986</c:v>
                </c:pt>
                <c:pt idx="602">
                  <c:v>109.02221346905358</c:v>
                </c:pt>
                <c:pt idx="603">
                  <c:v>107.64669907642558</c:v>
                </c:pt>
                <c:pt idx="604">
                  <c:v>106.11466420656564</c:v>
                </c:pt>
                <c:pt idx="605">
                  <c:v>106.86098701191014</c:v>
                </c:pt>
                <c:pt idx="606">
                  <c:v>108.1007121163435</c:v>
                </c:pt>
                <c:pt idx="607">
                  <c:v>106.76458698288644</c:v>
                </c:pt>
                <c:pt idx="608">
                  <c:v>106.51684927389014</c:v>
                </c:pt>
                <c:pt idx="609">
                  <c:v>107.58554206876542</c:v>
                </c:pt>
                <c:pt idx="610">
                  <c:v>106.94183864915577</c:v>
                </c:pt>
                <c:pt idx="611">
                  <c:v>107.04964083214996</c:v>
                </c:pt>
                <c:pt idx="612">
                  <c:v>107.36371834606577</c:v>
                </c:pt>
                <c:pt idx="613">
                  <c:v>106.78428161247191</c:v>
                </c:pt>
                <c:pt idx="614">
                  <c:v>107.77315932955337</c:v>
                </c:pt>
                <c:pt idx="615">
                  <c:v>107.08073761570597</c:v>
                </c:pt>
                <c:pt idx="616">
                  <c:v>105.97265556165978</c:v>
                </c:pt>
                <c:pt idx="617">
                  <c:v>107.11287095871384</c:v>
                </c:pt>
                <c:pt idx="618">
                  <c:v>107.70370984627826</c:v>
                </c:pt>
                <c:pt idx="619">
                  <c:v>107.76279373503468</c:v>
                </c:pt>
                <c:pt idx="620">
                  <c:v>107.61249261451393</c:v>
                </c:pt>
                <c:pt idx="621">
                  <c:v>108.00120240896418</c:v>
                </c:pt>
                <c:pt idx="622">
                  <c:v>107.09213976967649</c:v>
                </c:pt>
                <c:pt idx="623">
                  <c:v>106.83403646616152</c:v>
                </c:pt>
                <c:pt idx="624">
                  <c:v>106.88275476039928</c:v>
                </c:pt>
                <c:pt idx="625">
                  <c:v>106.96878919490425</c:v>
                </c:pt>
                <c:pt idx="626">
                  <c:v>105.79333077648667</c:v>
                </c:pt>
                <c:pt idx="627">
                  <c:v>106.37380406953243</c:v>
                </c:pt>
                <c:pt idx="628">
                  <c:v>106.80190312315365</c:v>
                </c:pt>
                <c:pt idx="629">
                  <c:v>106.37380406953245</c:v>
                </c:pt>
                <c:pt idx="630">
                  <c:v>106.51062991717895</c:v>
                </c:pt>
                <c:pt idx="631">
                  <c:v>106.02759321260875</c:v>
                </c:pt>
                <c:pt idx="632">
                  <c:v>106.98122790832672</c:v>
                </c:pt>
                <c:pt idx="633">
                  <c:v>108.33393799301363</c:v>
                </c:pt>
                <c:pt idx="634">
                  <c:v>108.90819192934816</c:v>
                </c:pt>
                <c:pt idx="635">
                  <c:v>109.67109968592256</c:v>
                </c:pt>
                <c:pt idx="636">
                  <c:v>112.45322525473456</c:v>
                </c:pt>
                <c:pt idx="637">
                  <c:v>110.99582266540905</c:v>
                </c:pt>
                <c:pt idx="638">
                  <c:v>110.18212349569319</c:v>
                </c:pt>
                <c:pt idx="639">
                  <c:v>109.52183512485365</c:v>
                </c:pt>
                <c:pt idx="640">
                  <c:v>110.69522042436751</c:v>
                </c:pt>
                <c:pt idx="641">
                  <c:v>110.46510422605294</c:v>
                </c:pt>
                <c:pt idx="642">
                  <c:v>108.07272501114306</c:v>
                </c:pt>
                <c:pt idx="643">
                  <c:v>108.89264353757018</c:v>
                </c:pt>
                <c:pt idx="644">
                  <c:v>110.76674302654638</c:v>
                </c:pt>
                <c:pt idx="645">
                  <c:v>110.59260103863267</c:v>
                </c:pt>
                <c:pt idx="646">
                  <c:v>110.8963129580298</c:v>
                </c:pt>
                <c:pt idx="647">
                  <c:v>112.14951333533745</c:v>
                </c:pt>
                <c:pt idx="648">
                  <c:v>110.10023529899566</c:v>
                </c:pt>
                <c:pt idx="649">
                  <c:v>107.67779585998163</c:v>
                </c:pt>
                <c:pt idx="650">
                  <c:v>105.82131788168719</c:v>
                </c:pt>
                <c:pt idx="651">
                  <c:v>107.06726234283174</c:v>
                </c:pt>
                <c:pt idx="652">
                  <c:v>106.50233744156401</c:v>
                </c:pt>
                <c:pt idx="653">
                  <c:v>108.94758118851911</c:v>
                </c:pt>
                <c:pt idx="654">
                  <c:v>108.96831237755649</c:v>
                </c:pt>
                <c:pt idx="655">
                  <c:v>108.42826490313359</c:v>
                </c:pt>
                <c:pt idx="656">
                  <c:v>109.58921148922504</c:v>
                </c:pt>
                <c:pt idx="657">
                  <c:v>110.04633420749852</c:v>
                </c:pt>
                <c:pt idx="658">
                  <c:v>111.4944077617572</c:v>
                </c:pt>
                <c:pt idx="659">
                  <c:v>111.27880339576879</c:v>
                </c:pt>
                <c:pt idx="660">
                  <c:v>111.93183585044522</c:v>
                </c:pt>
                <c:pt idx="661">
                  <c:v>111.61257553927008</c:v>
                </c:pt>
                <c:pt idx="662">
                  <c:v>112.2977413369544</c:v>
                </c:pt>
                <c:pt idx="663">
                  <c:v>112.09768536274402</c:v>
                </c:pt>
                <c:pt idx="664">
                  <c:v>113.26277818664292</c:v>
                </c:pt>
                <c:pt idx="665">
                  <c:v>113.11765986338149</c:v>
                </c:pt>
                <c:pt idx="666">
                  <c:v>113.13424481461138</c:v>
                </c:pt>
                <c:pt idx="667">
                  <c:v>113.08448996092173</c:v>
                </c:pt>
                <c:pt idx="668">
                  <c:v>113.87538482269655</c:v>
                </c:pt>
                <c:pt idx="669">
                  <c:v>115.13895079452287</c:v>
                </c:pt>
                <c:pt idx="670">
                  <c:v>112.5299306541727</c:v>
                </c:pt>
                <c:pt idx="671">
                  <c:v>112.65742746675241</c:v>
                </c:pt>
                <c:pt idx="672">
                  <c:v>111.32441201165101</c:v>
                </c:pt>
                <c:pt idx="673">
                  <c:v>110.12925896364794</c:v>
                </c:pt>
                <c:pt idx="674">
                  <c:v>111.84891109429589</c:v>
                </c:pt>
                <c:pt idx="675">
                  <c:v>112.04482083069885</c:v>
                </c:pt>
                <c:pt idx="676">
                  <c:v>112.28322950462837</c:v>
                </c:pt>
                <c:pt idx="677">
                  <c:v>113.09589211489235</c:v>
                </c:pt>
                <c:pt idx="678">
                  <c:v>114.20708384729419</c:v>
                </c:pt>
                <c:pt idx="679">
                  <c:v>114.8134711266366</c:v>
                </c:pt>
                <c:pt idx="680">
                  <c:v>115.40949281146034</c:v>
                </c:pt>
                <c:pt idx="681">
                  <c:v>115.30998310408107</c:v>
                </c:pt>
                <c:pt idx="682">
                  <c:v>117.32920091631871</c:v>
                </c:pt>
                <c:pt idx="683">
                  <c:v>116.5196479844103</c:v>
                </c:pt>
                <c:pt idx="684">
                  <c:v>117.28981165714774</c:v>
                </c:pt>
                <c:pt idx="685">
                  <c:v>118.11283986193042</c:v>
                </c:pt>
                <c:pt idx="686">
                  <c:v>117.57175582805566</c:v>
                </c:pt>
                <c:pt idx="687">
                  <c:v>118.15430224000509</c:v>
                </c:pt>
                <c:pt idx="688">
                  <c:v>118.33155390627439</c:v>
                </c:pt>
                <c:pt idx="689">
                  <c:v>118.89958848589772</c:v>
                </c:pt>
                <c:pt idx="690">
                  <c:v>118.88714977247534</c:v>
                </c:pt>
                <c:pt idx="691">
                  <c:v>118.65496045525704</c:v>
                </c:pt>
                <c:pt idx="692">
                  <c:v>118.07241404330756</c:v>
                </c:pt>
                <c:pt idx="693">
                  <c:v>118.81251749194087</c:v>
                </c:pt>
                <c:pt idx="694">
                  <c:v>118.47045287282464</c:v>
                </c:pt>
                <c:pt idx="695">
                  <c:v>118.72648305743587</c:v>
                </c:pt>
                <c:pt idx="696">
                  <c:v>119.82005327915594</c:v>
                </c:pt>
                <c:pt idx="697">
                  <c:v>119.17220362173886</c:v>
                </c:pt>
                <c:pt idx="698">
                  <c:v>121.30336985477818</c:v>
                </c:pt>
                <c:pt idx="699">
                  <c:v>121.99579156862556</c:v>
                </c:pt>
                <c:pt idx="700">
                  <c:v>121.08880204824163</c:v>
                </c:pt>
                <c:pt idx="701">
                  <c:v>122.01859587656665</c:v>
                </c:pt>
                <c:pt idx="702">
                  <c:v>121.71384739771764</c:v>
                </c:pt>
                <c:pt idx="703">
                  <c:v>122.03103458998903</c:v>
                </c:pt>
                <c:pt idx="704">
                  <c:v>121.60189897691596</c:v>
                </c:pt>
                <c:pt idx="705">
                  <c:v>120.16004477936845</c:v>
                </c:pt>
                <c:pt idx="706">
                  <c:v>119.80554144682981</c:v>
                </c:pt>
                <c:pt idx="707">
                  <c:v>118.95659925575042</c:v>
                </c:pt>
                <c:pt idx="708">
                  <c:v>118.65496045525703</c:v>
                </c:pt>
                <c:pt idx="709">
                  <c:v>118.97422076643215</c:v>
                </c:pt>
                <c:pt idx="710">
                  <c:v>118.81148093248898</c:v>
                </c:pt>
                <c:pt idx="711">
                  <c:v>118.58447441253001</c:v>
                </c:pt>
                <c:pt idx="712">
                  <c:v>117.24420304126549</c:v>
                </c:pt>
                <c:pt idx="713">
                  <c:v>117.43700309931285</c:v>
                </c:pt>
                <c:pt idx="714">
                  <c:v>117.26700734920659</c:v>
                </c:pt>
                <c:pt idx="715">
                  <c:v>119.22092191597658</c:v>
                </c:pt>
                <c:pt idx="716">
                  <c:v>123.91031687622453</c:v>
                </c:pt>
                <c:pt idx="717">
                  <c:v>123.16399407088004</c:v>
                </c:pt>
                <c:pt idx="718">
                  <c:v>124.40475573476526</c:v>
                </c:pt>
                <c:pt idx="719">
                  <c:v>125.39570657075045</c:v>
                </c:pt>
                <c:pt idx="720">
                  <c:v>124.30939226519345</c:v>
                </c:pt>
                <c:pt idx="721">
                  <c:v>124.57578804432339</c:v>
                </c:pt>
                <c:pt idx="722">
                  <c:v>122.47468203538824</c:v>
                </c:pt>
                <c:pt idx="723">
                  <c:v>121.73768826511056</c:v>
                </c:pt>
                <c:pt idx="724">
                  <c:v>121.5334860530927</c:v>
                </c:pt>
                <c:pt idx="725">
                  <c:v>121.45781721310638</c:v>
                </c:pt>
                <c:pt idx="726">
                  <c:v>121.57391187171551</c:v>
                </c:pt>
                <c:pt idx="727">
                  <c:v>123.06552092295266</c:v>
                </c:pt>
                <c:pt idx="728">
                  <c:v>124.73852787826659</c:v>
                </c:pt>
                <c:pt idx="729">
                  <c:v>125.56673888030863</c:v>
                </c:pt>
                <c:pt idx="730">
                  <c:v>125.75746581945222</c:v>
                </c:pt>
                <c:pt idx="731">
                  <c:v>125.30552589843803</c:v>
                </c:pt>
                <c:pt idx="732">
                  <c:v>125.8424636945053</c:v>
                </c:pt>
                <c:pt idx="733">
                  <c:v>125.00596021684832</c:v>
                </c:pt>
                <c:pt idx="734">
                  <c:v>124.19329760658431</c:v>
                </c:pt>
                <c:pt idx="735">
                  <c:v>124.74163755662209</c:v>
                </c:pt>
                <c:pt idx="736">
                  <c:v>123.23862635141442</c:v>
                </c:pt>
                <c:pt idx="737">
                  <c:v>122.92662195640237</c:v>
                </c:pt>
                <c:pt idx="738">
                  <c:v>121.77189472702212</c:v>
                </c:pt>
                <c:pt idx="739">
                  <c:v>121.50031615063288</c:v>
                </c:pt>
                <c:pt idx="740">
                  <c:v>121.26398059560709</c:v>
                </c:pt>
                <c:pt idx="741">
                  <c:v>120.4419889502763</c:v>
                </c:pt>
                <c:pt idx="742">
                  <c:v>120.11650928238991</c:v>
                </c:pt>
                <c:pt idx="743">
                  <c:v>120.20668995470236</c:v>
                </c:pt>
                <c:pt idx="744">
                  <c:v>119.12348532750096</c:v>
                </c:pt>
                <c:pt idx="745">
                  <c:v>115.75984990619135</c:v>
                </c:pt>
                <c:pt idx="746">
                  <c:v>115.63857245032284</c:v>
                </c:pt>
                <c:pt idx="747">
                  <c:v>116.9394545624164</c:v>
                </c:pt>
                <c:pt idx="748">
                  <c:v>116.88866314927488</c:v>
                </c:pt>
                <c:pt idx="749">
                  <c:v>117.82467633431109</c:v>
                </c:pt>
                <c:pt idx="750">
                  <c:v>117.89723549594181</c:v>
                </c:pt>
                <c:pt idx="751">
                  <c:v>116.94152768132011</c:v>
                </c:pt>
                <c:pt idx="752">
                  <c:v>100</c:v>
                </c:pt>
                <c:pt idx="753">
                  <c:v>100</c:v>
                </c:pt>
                <c:pt idx="754">
                  <c:v>99.630708555550569</c:v>
                </c:pt>
                <c:pt idx="755">
                  <c:v>100.736790211984</c:v>
                </c:pt>
                <c:pt idx="756">
                  <c:v>100.52346165912245</c:v>
                </c:pt>
                <c:pt idx="757">
                  <c:v>100.42127907497866</c:v>
                </c:pt>
                <c:pt idx="758">
                  <c:v>100.83449110384078</c:v>
                </c:pt>
                <c:pt idx="759">
                  <c:v>99.719446062833299</c:v>
                </c:pt>
                <c:pt idx="760">
                  <c:v>100.87124098059427</c:v>
                </c:pt>
                <c:pt idx="761">
                  <c:v>102.03737731367363</c:v>
                </c:pt>
                <c:pt idx="762">
                  <c:v>102.72486891050058</c:v>
                </c:pt>
                <c:pt idx="763">
                  <c:v>103.94120019719443</c:v>
                </c:pt>
                <c:pt idx="764">
                  <c:v>104.52561287142024</c:v>
                </c:pt>
                <c:pt idx="765">
                  <c:v>106.65083135391923</c:v>
                </c:pt>
                <c:pt idx="766">
                  <c:v>106.47335633935373</c:v>
                </c:pt>
                <c:pt idx="767">
                  <c:v>107.49070048850446</c:v>
                </c:pt>
                <c:pt idx="768">
                  <c:v>107.0362568906019</c:v>
                </c:pt>
                <c:pt idx="769">
                  <c:v>105.62721283556674</c:v>
                </c:pt>
                <c:pt idx="770">
                  <c:v>104.95137363868601</c:v>
                </c:pt>
                <c:pt idx="771">
                  <c:v>104.55250302514233</c:v>
                </c:pt>
                <c:pt idx="772">
                  <c:v>105.75001120423073</c:v>
                </c:pt>
                <c:pt idx="773">
                  <c:v>104.99170886926906</c:v>
                </c:pt>
                <c:pt idx="774">
                  <c:v>103.90624299735583</c:v>
                </c:pt>
                <c:pt idx="775">
                  <c:v>103.97705373549051</c:v>
                </c:pt>
                <c:pt idx="776">
                  <c:v>104.07565096580468</c:v>
                </c:pt>
                <c:pt idx="777">
                  <c:v>104.51037511764444</c:v>
                </c:pt>
                <c:pt idx="778">
                  <c:v>104.15452875005604</c:v>
                </c:pt>
                <c:pt idx="779">
                  <c:v>105.10285483798684</c:v>
                </c:pt>
                <c:pt idx="780">
                  <c:v>105.12705597633668</c:v>
                </c:pt>
                <c:pt idx="781">
                  <c:v>104.51485680993144</c:v>
                </c:pt>
                <c:pt idx="782">
                  <c:v>104.61345404024559</c:v>
                </c:pt>
                <c:pt idx="783">
                  <c:v>104.31407699547348</c:v>
                </c:pt>
                <c:pt idx="784">
                  <c:v>105.11898893022004</c:v>
                </c:pt>
                <c:pt idx="785">
                  <c:v>105.2077264375028</c:v>
                </c:pt>
                <c:pt idx="786">
                  <c:v>104.49693004078338</c:v>
                </c:pt>
                <c:pt idx="787">
                  <c:v>102.16376103616724</c:v>
                </c:pt>
                <c:pt idx="788">
                  <c:v>101.7191771612961</c:v>
                </c:pt>
                <c:pt idx="789">
                  <c:v>102.25608389727961</c:v>
                </c:pt>
                <c:pt idx="790">
                  <c:v>102.32062026621249</c:v>
                </c:pt>
                <c:pt idx="791">
                  <c:v>101.93698740644463</c:v>
                </c:pt>
                <c:pt idx="792">
                  <c:v>103.30659256935414</c:v>
                </c:pt>
                <c:pt idx="793">
                  <c:v>101.806121991664</c:v>
                </c:pt>
                <c:pt idx="794">
                  <c:v>99.812665262403044</c:v>
                </c:pt>
                <c:pt idx="795">
                  <c:v>101.39828799354632</c:v>
                </c:pt>
                <c:pt idx="796">
                  <c:v>100.46699233630613</c:v>
                </c:pt>
                <c:pt idx="797">
                  <c:v>101.66987854613896</c:v>
                </c:pt>
                <c:pt idx="798">
                  <c:v>100.0394388921256</c:v>
                </c:pt>
                <c:pt idx="799">
                  <c:v>98.498633083852411</c:v>
                </c:pt>
                <c:pt idx="800">
                  <c:v>98.502218437682032</c:v>
                </c:pt>
                <c:pt idx="801">
                  <c:v>97.463362165553676</c:v>
                </c:pt>
                <c:pt idx="802">
                  <c:v>99.258728095728955</c:v>
                </c:pt>
                <c:pt idx="803">
                  <c:v>100.59696141262938</c:v>
                </c:pt>
                <c:pt idx="804">
                  <c:v>99.8198359700623</c:v>
                </c:pt>
                <c:pt idx="805">
                  <c:v>101.10966701026308</c:v>
                </c:pt>
                <c:pt idx="806">
                  <c:v>100.64626002778651</c:v>
                </c:pt>
                <c:pt idx="807">
                  <c:v>100.1012862456864</c:v>
                </c:pt>
                <c:pt idx="808">
                  <c:v>101.97463362165556</c:v>
                </c:pt>
                <c:pt idx="809">
                  <c:v>102.0804015596289</c:v>
                </c:pt>
                <c:pt idx="810">
                  <c:v>101.41442208577958</c:v>
                </c:pt>
                <c:pt idx="811">
                  <c:v>100.89275310357188</c:v>
                </c:pt>
                <c:pt idx="812">
                  <c:v>98.838345359207608</c:v>
                </c:pt>
                <c:pt idx="813">
                  <c:v>99.46847129476086</c:v>
                </c:pt>
                <c:pt idx="814">
                  <c:v>100.06543270739024</c:v>
                </c:pt>
                <c:pt idx="815">
                  <c:v>100.99852104154519</c:v>
                </c:pt>
                <c:pt idx="816">
                  <c:v>95.53892349751257</c:v>
                </c:pt>
                <c:pt idx="817">
                  <c:v>89.532559494465005</c:v>
                </c:pt>
                <c:pt idx="818">
                  <c:v>89.13548155783613</c:v>
                </c:pt>
                <c:pt idx="819">
                  <c:v>88.338636669206167</c:v>
                </c:pt>
                <c:pt idx="820">
                  <c:v>96.264061309550357</c:v>
                </c:pt>
                <c:pt idx="821">
                  <c:v>93.750728274996504</c:v>
                </c:pt>
                <c:pt idx="822">
                  <c:v>95.375789898265438</c:v>
                </c:pt>
                <c:pt idx="823">
                  <c:v>96.368932909066345</c:v>
                </c:pt>
                <c:pt idx="824">
                  <c:v>95.858916326804859</c:v>
                </c:pt>
                <c:pt idx="825">
                  <c:v>94.536817102137633</c:v>
                </c:pt>
                <c:pt idx="826">
                  <c:v>95.078205530408141</c:v>
                </c:pt>
                <c:pt idx="827">
                  <c:v>92.930578586474098</c:v>
                </c:pt>
                <c:pt idx="828">
                  <c:v>94.572670640433643</c:v>
                </c:pt>
                <c:pt idx="829">
                  <c:v>95.750459373459236</c:v>
                </c:pt>
                <c:pt idx="830">
                  <c:v>97.884641240532233</c:v>
                </c:pt>
                <c:pt idx="831">
                  <c:v>97.898982655850659</c:v>
                </c:pt>
                <c:pt idx="832">
                  <c:v>98.202841392909775</c:v>
                </c:pt>
                <c:pt idx="833">
                  <c:v>98.827589297718646</c:v>
                </c:pt>
                <c:pt idx="834">
                  <c:v>99.619952494061593</c:v>
                </c:pt>
                <c:pt idx="835">
                  <c:v>100.31461479854779</c:v>
                </c:pt>
                <c:pt idx="836">
                  <c:v>102.13238919015807</c:v>
                </c:pt>
                <c:pt idx="837">
                  <c:v>102.096535651862</c:v>
                </c:pt>
                <c:pt idx="838">
                  <c:v>101.22529467126773</c:v>
                </c:pt>
                <c:pt idx="839">
                  <c:v>101.74337829964578</c:v>
                </c:pt>
                <c:pt idx="840">
                  <c:v>103.10312373952387</c:v>
                </c:pt>
                <c:pt idx="841">
                  <c:v>103.21247703132686</c:v>
                </c:pt>
                <c:pt idx="842">
                  <c:v>106.36669206292277</c:v>
                </c:pt>
                <c:pt idx="843">
                  <c:v>107.13126876708627</c:v>
                </c:pt>
                <c:pt idx="844">
                  <c:v>106.62214852328219</c:v>
                </c:pt>
                <c:pt idx="845">
                  <c:v>107.80800430242438</c:v>
                </c:pt>
                <c:pt idx="846">
                  <c:v>108.92394568188926</c:v>
                </c:pt>
                <c:pt idx="847">
                  <c:v>109.33895038766613</c:v>
                </c:pt>
                <c:pt idx="848">
                  <c:v>108.93649442029286</c:v>
                </c:pt>
                <c:pt idx="849">
                  <c:v>107.10258593644939</c:v>
                </c:pt>
                <c:pt idx="850">
                  <c:v>107.09810424416236</c:v>
                </c:pt>
                <c:pt idx="851">
                  <c:v>106.66517276923744</c:v>
                </c:pt>
                <c:pt idx="852">
                  <c:v>108.5770626988749</c:v>
                </c:pt>
                <c:pt idx="853">
                  <c:v>108.01236947071195</c:v>
                </c:pt>
                <c:pt idx="854">
                  <c:v>108.09931430107987</c:v>
                </c:pt>
                <c:pt idx="855">
                  <c:v>108.21583830054205</c:v>
                </c:pt>
                <c:pt idx="856">
                  <c:v>107.95858916326782</c:v>
                </c:pt>
                <c:pt idx="857">
                  <c:v>108.7796351902476</c:v>
                </c:pt>
                <c:pt idx="858">
                  <c:v>108.87464706673217</c:v>
                </c:pt>
                <c:pt idx="859">
                  <c:v>108.77604983641797</c:v>
                </c:pt>
                <c:pt idx="860">
                  <c:v>109.70107112445633</c:v>
                </c:pt>
                <c:pt idx="861">
                  <c:v>109.60337023259956</c:v>
                </c:pt>
                <c:pt idx="862">
                  <c:v>109.12293281943236</c:v>
                </c:pt>
                <c:pt idx="863">
                  <c:v>109.15251198852661</c:v>
                </c:pt>
                <c:pt idx="864">
                  <c:v>108.89436651279499</c:v>
                </c:pt>
                <c:pt idx="865">
                  <c:v>107.95052211715118</c:v>
                </c:pt>
                <c:pt idx="866">
                  <c:v>108.72137319051649</c:v>
                </c:pt>
                <c:pt idx="867">
                  <c:v>107.90122350199411</c:v>
                </c:pt>
                <c:pt idx="868">
                  <c:v>107.62963294940145</c:v>
                </c:pt>
                <c:pt idx="869">
                  <c:v>107.77573611795793</c:v>
                </c:pt>
                <c:pt idx="870">
                  <c:v>109.17043875767467</c:v>
                </c:pt>
                <c:pt idx="871">
                  <c:v>110.10531976874444</c:v>
                </c:pt>
                <c:pt idx="872">
                  <c:v>109.08439026576409</c:v>
                </c:pt>
                <c:pt idx="873">
                  <c:v>110.28906915251171</c:v>
                </c:pt>
                <c:pt idx="874">
                  <c:v>111.40232151660436</c:v>
                </c:pt>
                <c:pt idx="875">
                  <c:v>111.9643257293951</c:v>
                </c:pt>
                <c:pt idx="876">
                  <c:v>112.29597095863363</c:v>
                </c:pt>
                <c:pt idx="877">
                  <c:v>112.40980594272361</c:v>
                </c:pt>
                <c:pt idx="878">
                  <c:v>113.33034553847499</c:v>
                </c:pt>
                <c:pt idx="879">
                  <c:v>112.94492000179235</c:v>
                </c:pt>
                <c:pt idx="880">
                  <c:v>112.95119437099417</c:v>
                </c:pt>
                <c:pt idx="881">
                  <c:v>113.74086855196487</c:v>
                </c:pt>
                <c:pt idx="882">
                  <c:v>114.33603728767947</c:v>
                </c:pt>
                <c:pt idx="883">
                  <c:v>113.98377627392068</c:v>
                </c:pt>
                <c:pt idx="884">
                  <c:v>114.60314614798511</c:v>
                </c:pt>
                <c:pt idx="885">
                  <c:v>113.72742347510386</c:v>
                </c:pt>
                <c:pt idx="886">
                  <c:v>114.12719042710492</c:v>
                </c:pt>
                <c:pt idx="887">
                  <c:v>115.12571146865022</c:v>
                </c:pt>
                <c:pt idx="888">
                  <c:v>114.90610854658684</c:v>
                </c:pt>
                <c:pt idx="889">
                  <c:v>114.21503159593026</c:v>
                </c:pt>
                <c:pt idx="890">
                  <c:v>114.55832922511505</c:v>
                </c:pt>
                <c:pt idx="891">
                  <c:v>116.56164567740743</c:v>
                </c:pt>
                <c:pt idx="892">
                  <c:v>116.3725182628957</c:v>
                </c:pt>
                <c:pt idx="893">
                  <c:v>117.51355711916781</c:v>
                </c:pt>
                <c:pt idx="894">
                  <c:v>117.16846681306825</c:v>
                </c:pt>
                <c:pt idx="895">
                  <c:v>115.82844081925299</c:v>
                </c:pt>
                <c:pt idx="896">
                  <c:v>115.26554026800484</c:v>
                </c:pt>
                <c:pt idx="897">
                  <c:v>115.26464392954742</c:v>
                </c:pt>
                <c:pt idx="898">
                  <c:v>113.57863129117518</c:v>
                </c:pt>
                <c:pt idx="899">
                  <c:v>114.61121319410174</c:v>
                </c:pt>
                <c:pt idx="900">
                  <c:v>114.36292744140151</c:v>
                </c:pt>
                <c:pt idx="901">
                  <c:v>114.43373817953622</c:v>
                </c:pt>
                <c:pt idx="902">
                  <c:v>114.29032402635197</c:v>
                </c:pt>
                <c:pt idx="903">
                  <c:v>114.27867162640575</c:v>
                </c:pt>
                <c:pt idx="904">
                  <c:v>113.9524044279116</c:v>
                </c:pt>
                <c:pt idx="905">
                  <c:v>115.18935149912569</c:v>
                </c:pt>
                <c:pt idx="906">
                  <c:v>115.64110608165603</c:v>
                </c:pt>
                <c:pt idx="907">
                  <c:v>114.62017657867568</c:v>
                </c:pt>
                <c:pt idx="908">
                  <c:v>113.99094698157982</c:v>
                </c:pt>
                <c:pt idx="909">
                  <c:v>114.4516649486842</c:v>
                </c:pt>
                <c:pt idx="910">
                  <c:v>114.66499350154574</c:v>
                </c:pt>
                <c:pt idx="911">
                  <c:v>114.55832922511496</c:v>
                </c:pt>
                <c:pt idx="912">
                  <c:v>114.17111101151751</c:v>
                </c:pt>
                <c:pt idx="913">
                  <c:v>116.02294626450903</c:v>
                </c:pt>
                <c:pt idx="914">
                  <c:v>114.83977950073904</c:v>
                </c:pt>
                <c:pt idx="915">
                  <c:v>116.02384260296644</c:v>
                </c:pt>
                <c:pt idx="916">
                  <c:v>116.00501949536101</c:v>
                </c:pt>
                <c:pt idx="917">
                  <c:v>116.19862860215976</c:v>
                </c:pt>
                <c:pt idx="918">
                  <c:v>115.09344328418372</c:v>
                </c:pt>
                <c:pt idx="919">
                  <c:v>113.87352664366027</c:v>
                </c:pt>
                <c:pt idx="920">
                  <c:v>113.32317483081572</c:v>
                </c:pt>
                <c:pt idx="921">
                  <c:v>114.55384753282797</c:v>
                </c:pt>
                <c:pt idx="922">
                  <c:v>114.09940393492541</c:v>
                </c:pt>
                <c:pt idx="923">
                  <c:v>114.33514094922201</c:v>
                </c:pt>
                <c:pt idx="924">
                  <c:v>113.59566172186577</c:v>
                </c:pt>
                <c:pt idx="925">
                  <c:v>114.42208577958995</c:v>
                </c:pt>
                <c:pt idx="926">
                  <c:v>115.5174113745346</c:v>
                </c:pt>
                <c:pt idx="927">
                  <c:v>114.57356697889081</c:v>
                </c:pt>
                <c:pt idx="928">
                  <c:v>115.08358356115227</c:v>
                </c:pt>
                <c:pt idx="929">
                  <c:v>114.75910903957291</c:v>
                </c:pt>
                <c:pt idx="930">
                  <c:v>114.23923273428004</c:v>
                </c:pt>
                <c:pt idx="931">
                  <c:v>115.44480795948508</c:v>
                </c:pt>
                <c:pt idx="932">
                  <c:v>115.68681934298345</c:v>
                </c:pt>
                <c:pt idx="933">
                  <c:v>116.12064715636578</c:v>
                </c:pt>
                <c:pt idx="934">
                  <c:v>116.13678124859901</c:v>
                </c:pt>
                <c:pt idx="935">
                  <c:v>115.5487832205436</c:v>
                </c:pt>
                <c:pt idx="936">
                  <c:v>114.78689553175229</c:v>
                </c:pt>
                <c:pt idx="937">
                  <c:v>115.78631291175498</c:v>
                </c:pt>
                <c:pt idx="938">
                  <c:v>116.145744633173</c:v>
                </c:pt>
                <c:pt idx="939">
                  <c:v>117.07166225966878</c:v>
                </c:pt>
                <c:pt idx="940">
                  <c:v>116.69520010756017</c:v>
                </c:pt>
                <c:pt idx="941">
                  <c:v>116.97665038318426</c:v>
                </c:pt>
                <c:pt idx="942">
                  <c:v>117.13799130551654</c:v>
                </c:pt>
                <c:pt idx="943">
                  <c:v>117.69103213373327</c:v>
                </c:pt>
                <c:pt idx="944">
                  <c:v>117.02325998296915</c:v>
                </c:pt>
                <c:pt idx="945">
                  <c:v>118.01819567068482</c:v>
                </c:pt>
                <c:pt idx="946">
                  <c:v>116.32053063236636</c:v>
                </c:pt>
                <c:pt idx="947">
                  <c:v>113.73280150584817</c:v>
                </c:pt>
                <c:pt idx="948">
                  <c:v>114.92044996190515</c:v>
                </c:pt>
                <c:pt idx="949">
                  <c:v>116.26854300183703</c:v>
                </c:pt>
                <c:pt idx="950">
                  <c:v>115.7217765428221</c:v>
                </c:pt>
                <c:pt idx="951">
                  <c:v>115.03338860753773</c:v>
                </c:pt>
                <c:pt idx="952">
                  <c:v>115.08806525343923</c:v>
                </c:pt>
                <c:pt idx="953">
                  <c:v>116.45318872406176</c:v>
                </c:pt>
                <c:pt idx="954">
                  <c:v>117.4785999193291</c:v>
                </c:pt>
                <c:pt idx="955">
                  <c:v>115.9360014341411</c:v>
                </c:pt>
                <c:pt idx="956">
                  <c:v>117.40958185810916</c:v>
                </c:pt>
                <c:pt idx="957">
                  <c:v>117.47949625778648</c:v>
                </c:pt>
                <c:pt idx="958">
                  <c:v>118.18043293147444</c:v>
                </c:pt>
                <c:pt idx="959">
                  <c:v>117.31546632008198</c:v>
                </c:pt>
                <c:pt idx="960">
                  <c:v>117.61125801102447</c:v>
                </c:pt>
                <c:pt idx="961">
                  <c:v>117.32174068928379</c:v>
                </c:pt>
                <c:pt idx="962">
                  <c:v>117.57361179581359</c:v>
                </c:pt>
                <c:pt idx="963">
                  <c:v>117.07883296732794</c:v>
                </c:pt>
                <c:pt idx="964">
                  <c:v>115.73253260431086</c:v>
                </c:pt>
                <c:pt idx="965">
                  <c:v>116.19235423295785</c:v>
                </c:pt>
                <c:pt idx="966">
                  <c:v>115.71281315824804</c:v>
                </c:pt>
                <c:pt idx="967">
                  <c:v>116.25420158651855</c:v>
                </c:pt>
                <c:pt idx="968">
                  <c:v>116.93272979877145</c:v>
                </c:pt>
                <c:pt idx="969">
                  <c:v>116.93990050643066</c:v>
                </c:pt>
                <c:pt idx="970">
                  <c:v>117.04835745977626</c:v>
                </c:pt>
                <c:pt idx="971">
                  <c:v>115.26554026800467</c:v>
                </c:pt>
                <c:pt idx="972">
                  <c:v>115.24402814502704</c:v>
                </c:pt>
                <c:pt idx="973">
                  <c:v>114.05727602742742</c:v>
                </c:pt>
                <c:pt idx="974">
                  <c:v>113.5131985837847</c:v>
                </c:pt>
                <c:pt idx="975">
                  <c:v>113.92013624344496</c:v>
                </c:pt>
                <c:pt idx="976">
                  <c:v>111.97956348317068</c:v>
                </c:pt>
                <c:pt idx="977">
                  <c:v>113.32048581544336</c:v>
                </c:pt>
                <c:pt idx="978">
                  <c:v>113.64316766010791</c:v>
                </c:pt>
                <c:pt idx="979">
                  <c:v>115.06655313046153</c:v>
                </c:pt>
                <c:pt idx="980">
                  <c:v>115.73701429659782</c:v>
                </c:pt>
                <c:pt idx="981">
                  <c:v>116.39134137050094</c:v>
                </c:pt>
                <c:pt idx="982">
                  <c:v>114.65423744005682</c:v>
                </c:pt>
                <c:pt idx="983">
                  <c:v>115.65365482005949</c:v>
                </c:pt>
                <c:pt idx="984">
                  <c:v>116.74808407654675</c:v>
                </c:pt>
                <c:pt idx="985">
                  <c:v>117.34325281226135</c:v>
                </c:pt>
                <c:pt idx="986">
                  <c:v>117.01608927530981</c:v>
                </c:pt>
                <c:pt idx="987">
                  <c:v>116.85116299914795</c:v>
                </c:pt>
                <c:pt idx="988">
                  <c:v>115.9969524492443</c:v>
                </c:pt>
                <c:pt idx="989">
                  <c:v>118.1266526240303</c:v>
                </c:pt>
                <c:pt idx="990">
                  <c:v>119.37704477210535</c:v>
                </c:pt>
                <c:pt idx="991">
                  <c:v>118.61605342177148</c:v>
                </c:pt>
                <c:pt idx="992">
                  <c:v>118.79263209787956</c:v>
                </c:pt>
                <c:pt idx="993">
                  <c:v>118.10782951642484</c:v>
                </c:pt>
                <c:pt idx="994">
                  <c:v>116.17353112535237</c:v>
                </c:pt>
                <c:pt idx="995">
                  <c:v>116.91301035270862</c:v>
                </c:pt>
                <c:pt idx="996">
                  <c:v>117.93931788643336</c:v>
                </c:pt>
                <c:pt idx="997">
                  <c:v>119.25424640344137</c:v>
                </c:pt>
                <c:pt idx="998">
                  <c:v>119.19329538833809</c:v>
                </c:pt>
                <c:pt idx="999">
                  <c:v>119.57244655581896</c:v>
                </c:pt>
                <c:pt idx="1000">
                  <c:v>119.33043517232056</c:v>
                </c:pt>
                <c:pt idx="1001">
                  <c:v>119.06063729664271</c:v>
                </c:pt>
                <c:pt idx="1002">
                  <c:v>118.73616277506336</c:v>
                </c:pt>
                <c:pt idx="1003">
                  <c:v>117.70178819522202</c:v>
                </c:pt>
                <c:pt idx="1004">
                  <c:v>119.91574418500375</c:v>
                </c:pt>
                <c:pt idx="1005">
                  <c:v>121.28086765562624</c:v>
                </c:pt>
                <c:pt idx="1006">
                  <c:v>122.95881324788185</c:v>
                </c:pt>
                <c:pt idx="1007">
                  <c:v>120.62654058172313</c:v>
                </c:pt>
                <c:pt idx="1008">
                  <c:v>121.56769596199472</c:v>
                </c:pt>
                <c:pt idx="1009">
                  <c:v>122.91937435575615</c:v>
                </c:pt>
                <c:pt idx="1010">
                  <c:v>123.84618832070932</c:v>
                </c:pt>
                <c:pt idx="1011">
                  <c:v>124.48169228700694</c:v>
                </c:pt>
                <c:pt idx="1012">
                  <c:v>124.65558194774283</c:v>
                </c:pt>
                <c:pt idx="1013">
                  <c:v>125.81454757316301</c:v>
                </c:pt>
                <c:pt idx="1014">
                  <c:v>126.62931923094101</c:v>
                </c:pt>
                <c:pt idx="1015">
                  <c:v>124.11240084255758</c:v>
                </c:pt>
                <c:pt idx="1016">
                  <c:v>126.23313763276954</c:v>
                </c:pt>
                <c:pt idx="1017">
                  <c:v>125.58687760498303</c:v>
                </c:pt>
                <c:pt idx="1018">
                  <c:v>124.58477120960815</c:v>
                </c:pt>
                <c:pt idx="1019">
                  <c:v>124.71294760901652</c:v>
                </c:pt>
                <c:pt idx="1020">
                  <c:v>125.23282391430938</c:v>
                </c:pt>
                <c:pt idx="1021">
                  <c:v>124.57401514811924</c:v>
                </c:pt>
                <c:pt idx="1022">
                  <c:v>125.84054138842758</c:v>
                </c:pt>
                <c:pt idx="1023">
                  <c:v>125.4918657284984</c:v>
                </c:pt>
                <c:pt idx="1024">
                  <c:v>127.07211042889726</c:v>
                </c:pt>
                <c:pt idx="1025">
                  <c:v>128.20777125442496</c:v>
                </c:pt>
                <c:pt idx="1026">
                  <c:v>128.51521534531363</c:v>
                </c:pt>
                <c:pt idx="1027">
                  <c:v>127.73360821045952</c:v>
                </c:pt>
                <c:pt idx="1028">
                  <c:v>131.36646797830784</c:v>
                </c:pt>
                <c:pt idx="1029">
                  <c:v>131.8011921301476</c:v>
                </c:pt>
                <c:pt idx="1030">
                  <c:v>131.95625868327807</c:v>
                </c:pt>
                <c:pt idx="1031">
                  <c:v>132.62851252632916</c:v>
                </c:pt>
                <c:pt idx="1032">
                  <c:v>131.04020077981369</c:v>
                </c:pt>
                <c:pt idx="1033">
                  <c:v>132.12477031326949</c:v>
                </c:pt>
                <c:pt idx="1034">
                  <c:v>132.71904271052668</c:v>
                </c:pt>
                <c:pt idx="1035">
                  <c:v>132.72800609510068</c:v>
                </c:pt>
                <c:pt idx="1036">
                  <c:v>133.75341729036802</c:v>
                </c:pt>
                <c:pt idx="1037">
                  <c:v>134.35396405682704</c:v>
                </c:pt>
                <c:pt idx="1038">
                  <c:v>132.50840317303732</c:v>
                </c:pt>
                <c:pt idx="1039">
                  <c:v>134.13167211939151</c:v>
                </c:pt>
                <c:pt idx="1040">
                  <c:v>133.07668175502994</c:v>
                </c:pt>
                <c:pt idx="1041">
                  <c:v>133.92013624344472</c:v>
                </c:pt>
                <c:pt idx="1042">
                  <c:v>134.23475104199267</c:v>
                </c:pt>
                <c:pt idx="1043">
                  <c:v>135.55595392820248</c:v>
                </c:pt>
                <c:pt idx="1044">
                  <c:v>132.89293237126259</c:v>
                </c:pt>
                <c:pt idx="1045">
                  <c:v>133.32138215390049</c:v>
                </c:pt>
                <c:pt idx="1046">
                  <c:v>130.38049567516615</c:v>
                </c:pt>
                <c:pt idx="1047">
                  <c:v>128.74019629812139</c:v>
                </c:pt>
                <c:pt idx="1048">
                  <c:v>129.45726706404261</c:v>
                </c:pt>
                <c:pt idx="1049">
                  <c:v>128.71509882131417</c:v>
                </c:pt>
                <c:pt idx="1050">
                  <c:v>128.3691121767572</c:v>
                </c:pt>
                <c:pt idx="1051">
                  <c:v>125.13064133016553</c:v>
                </c:pt>
                <c:pt idx="1052">
                  <c:v>124.64482588625388</c:v>
                </c:pt>
                <c:pt idx="1053">
                  <c:v>125.69981625061547</c:v>
                </c:pt>
                <c:pt idx="1054">
                  <c:v>126.0108456953338</c:v>
                </c:pt>
                <c:pt idx="1055">
                  <c:v>125.03921480751058</c:v>
                </c:pt>
                <c:pt idx="1056">
                  <c:v>124.20293102675497</c:v>
                </c:pt>
                <c:pt idx="1057">
                  <c:v>122.34392506610425</c:v>
                </c:pt>
                <c:pt idx="1058">
                  <c:v>123.76820687491522</c:v>
                </c:pt>
                <c:pt idx="1059">
                  <c:v>124.47541791780502</c:v>
                </c:pt>
                <c:pt idx="1060">
                  <c:v>125.31976874467722</c:v>
                </c:pt>
                <c:pt idx="1061">
                  <c:v>122.4165284811537</c:v>
                </c:pt>
                <c:pt idx="1062">
                  <c:v>120.8667592883065</c:v>
                </c:pt>
                <c:pt idx="1063">
                  <c:v>118.92080849728781</c:v>
                </c:pt>
                <c:pt idx="1064">
                  <c:v>122.7687894949125</c:v>
                </c:pt>
                <c:pt idx="1065">
                  <c:v>124.79720342401208</c:v>
                </c:pt>
                <c:pt idx="1066">
                  <c:v>124.31407699547267</c:v>
                </c:pt>
                <c:pt idx="1067">
                  <c:v>124.93523954645192</c:v>
                </c:pt>
                <c:pt idx="1068">
                  <c:v>124.67171603997589</c:v>
                </c:pt>
                <c:pt idx="1069">
                  <c:v>129.35149912606917</c:v>
                </c:pt>
                <c:pt idx="1070">
                  <c:v>130.69959216600105</c:v>
                </c:pt>
                <c:pt idx="1071">
                  <c:v>130.13938063012509</c:v>
                </c:pt>
                <c:pt idx="1072">
                  <c:v>131.13252364092597</c:v>
                </c:pt>
                <c:pt idx="1073">
                  <c:v>131.57262582351012</c:v>
                </c:pt>
                <c:pt idx="1074">
                  <c:v>129.93591180029497</c:v>
                </c:pt>
                <c:pt idx="1075">
                  <c:v>129.30130417245471</c:v>
                </c:pt>
                <c:pt idx="1076">
                  <c:v>131.65239994621891</c:v>
                </c:pt>
                <c:pt idx="1077">
                  <c:v>131.88813696051551</c:v>
                </c:pt>
                <c:pt idx="1078">
                  <c:v>130.05871016895904</c:v>
                </c:pt>
                <c:pt idx="1079">
                  <c:v>129.80056469322739</c:v>
                </c:pt>
                <c:pt idx="1080">
                  <c:v>132.07726437502723</c:v>
                </c:pt>
                <c:pt idx="1081">
                  <c:v>130.90843902657565</c:v>
                </c:pt>
                <c:pt idx="1082">
                  <c:v>130.87079281136477</c:v>
                </c:pt>
                <c:pt idx="1083">
                  <c:v>129.71630887823164</c:v>
                </c:pt>
                <c:pt idx="1084">
                  <c:v>128.90781158965549</c:v>
                </c:pt>
                <c:pt idx="1085">
                  <c:v>132.4653789270821</c:v>
                </c:pt>
                <c:pt idx="1086">
                  <c:v>131.23112087124022</c:v>
                </c:pt>
                <c:pt idx="1087">
                  <c:v>129.70107112445584</c:v>
                </c:pt>
                <c:pt idx="1088">
                  <c:v>130.82149419620777</c:v>
                </c:pt>
                <c:pt idx="1089">
                  <c:v>134.22130596513165</c:v>
                </c:pt>
                <c:pt idx="1090">
                  <c:v>132.0458925290182</c:v>
                </c:pt>
                <c:pt idx="1091">
                  <c:v>131.45162013176099</c:v>
                </c:pt>
                <c:pt idx="1092">
                  <c:v>132.7808900640874</c:v>
                </c:pt>
                <c:pt idx="1093">
                  <c:v>132.24846502039091</c:v>
                </c:pt>
                <c:pt idx="1094">
                  <c:v>131.68287545377052</c:v>
                </c:pt>
                <c:pt idx="1095">
                  <c:v>132.34526957379026</c:v>
                </c:pt>
                <c:pt idx="1096">
                  <c:v>129.94308250795422</c:v>
                </c:pt>
                <c:pt idx="1097">
                  <c:v>129.40348675659851</c:v>
                </c:pt>
                <c:pt idx="1098">
                  <c:v>127.88867476358995</c:v>
                </c:pt>
                <c:pt idx="1099">
                  <c:v>129.42141352574654</c:v>
                </c:pt>
                <c:pt idx="1100">
                  <c:v>129.26813964953087</c:v>
                </c:pt>
                <c:pt idx="1101">
                  <c:v>130.15372204544352</c:v>
                </c:pt>
                <c:pt idx="1102">
                  <c:v>132.07995339039937</c:v>
                </c:pt>
                <c:pt idx="1103">
                  <c:v>132.11042889795107</c:v>
                </c:pt>
                <c:pt idx="1104">
                  <c:v>131.75278985344787</c:v>
                </c:pt>
                <c:pt idx="1105">
                  <c:v>131.18182225608308</c:v>
                </c:pt>
                <c:pt idx="1106">
                  <c:v>130.5911352126555</c:v>
                </c:pt>
                <c:pt idx="1107">
                  <c:v>131.89799668354689</c:v>
                </c:pt>
                <c:pt idx="1108">
                  <c:v>131.76623493030885</c:v>
                </c:pt>
                <c:pt idx="1109">
                  <c:v>133.39846726123704</c:v>
                </c:pt>
                <c:pt idx="1110">
                  <c:v>131.93743557567259</c:v>
                </c:pt>
                <c:pt idx="1111">
                  <c:v>131.49464437771621</c:v>
                </c:pt>
                <c:pt idx="1112">
                  <c:v>133.01573073992662</c:v>
                </c:pt>
                <c:pt idx="1113">
                  <c:v>128.47488011473058</c:v>
                </c:pt>
                <c:pt idx="1114">
                  <c:v>132.65181732622165</c:v>
                </c:pt>
                <c:pt idx="1115">
                  <c:v>133.41908304575733</c:v>
                </c:pt>
                <c:pt idx="1116">
                  <c:v>135.22789405279354</c:v>
                </c:pt>
                <c:pt idx="1117">
                  <c:v>136.13588491014127</c:v>
                </c:pt>
                <c:pt idx="1118">
                  <c:v>135.9682696186072</c:v>
                </c:pt>
                <c:pt idx="1119">
                  <c:v>136.94258952180263</c:v>
                </c:pt>
                <c:pt idx="1120">
                  <c:v>137.97786044010135</c:v>
                </c:pt>
                <c:pt idx="1121">
                  <c:v>135.17769909917902</c:v>
                </c:pt>
                <c:pt idx="1122">
                  <c:v>136.77587056872594</c:v>
                </c:pt>
                <c:pt idx="1123">
                  <c:v>139.76515932415995</c:v>
                </c:pt>
                <c:pt idx="1124">
                  <c:v>137.62022139559812</c:v>
                </c:pt>
                <c:pt idx="1125">
                  <c:v>138.73168108277602</c:v>
                </c:pt>
                <c:pt idx="1126">
                  <c:v>140.61130282794699</c:v>
                </c:pt>
                <c:pt idx="1127">
                  <c:v>139.12427732711788</c:v>
                </c:pt>
                <c:pt idx="1128">
                  <c:v>139.56169049432981</c:v>
                </c:pt>
                <c:pt idx="1129">
                  <c:v>140.73947922735539</c:v>
                </c:pt>
                <c:pt idx="1130">
                  <c:v>138.39465782279302</c:v>
                </c:pt>
                <c:pt idx="1131">
                  <c:v>136.89508358356028</c:v>
                </c:pt>
                <c:pt idx="1132">
                  <c:v>137.40151481199214</c:v>
                </c:pt>
                <c:pt idx="1133">
                  <c:v>138.01729933222703</c:v>
                </c:pt>
                <c:pt idx="1134">
                  <c:v>136.79559001478879</c:v>
                </c:pt>
                <c:pt idx="1135">
                  <c:v>136.84578496840328</c:v>
                </c:pt>
                <c:pt idx="1136">
                  <c:v>136.60377358490487</c:v>
                </c:pt>
                <c:pt idx="1137">
                  <c:v>136.68175503069881</c:v>
                </c:pt>
                <c:pt idx="1138">
                  <c:v>136.13588491014127</c:v>
                </c:pt>
                <c:pt idx="1139">
                  <c:v>135.0808945457797</c:v>
                </c:pt>
                <c:pt idx="1140">
                  <c:v>135.53533814368225</c:v>
                </c:pt>
                <c:pt idx="1141">
                  <c:v>135.63303903553901</c:v>
                </c:pt>
                <c:pt idx="1142">
                  <c:v>138.03701877828991</c:v>
                </c:pt>
                <c:pt idx="1143">
                  <c:v>138.51924886837193</c:v>
                </c:pt>
                <c:pt idx="1144">
                  <c:v>138.96024738941347</c:v>
                </c:pt>
                <c:pt idx="1145">
                  <c:v>138.38390176130429</c:v>
                </c:pt>
                <c:pt idx="1146">
                  <c:v>133.90310581275415</c:v>
                </c:pt>
                <c:pt idx="1147">
                  <c:v>135.24313180656938</c:v>
                </c:pt>
                <c:pt idx="1148">
                  <c:v>136.31067090933456</c:v>
                </c:pt>
                <c:pt idx="1149">
                  <c:v>138.85268677452527</c:v>
                </c:pt>
                <c:pt idx="1150">
                  <c:v>141.34809303993109</c:v>
                </c:pt>
                <c:pt idx="1151">
                  <c:v>141.32747725541086</c:v>
                </c:pt>
                <c:pt idx="1152">
                  <c:v>140.14879218392787</c:v>
                </c:pt>
                <c:pt idx="1153">
                  <c:v>140.4221754134353</c:v>
                </c:pt>
                <c:pt idx="1154">
                  <c:v>140.00179267691402</c:v>
                </c:pt>
                <c:pt idx="1155">
                  <c:v>140.83986913458446</c:v>
                </c:pt>
                <c:pt idx="1156">
                  <c:v>140.95101510330221</c:v>
                </c:pt>
                <c:pt idx="1157">
                  <c:v>140.88378971899706</c:v>
                </c:pt>
                <c:pt idx="1158">
                  <c:v>141.37498319365309</c:v>
                </c:pt>
                <c:pt idx="1159">
                  <c:v>141.14820956393049</c:v>
                </c:pt>
                <c:pt idx="1160">
                  <c:v>139.09200914265142</c:v>
                </c:pt>
                <c:pt idx="1161">
                  <c:v>137.85237305606512</c:v>
                </c:pt>
                <c:pt idx="1162">
                  <c:v>136.16546407923551</c:v>
                </c:pt>
                <c:pt idx="1163">
                  <c:v>136.5670237081514</c:v>
                </c:pt>
                <c:pt idx="1164">
                  <c:v>135.619593958678</c:v>
                </c:pt>
                <c:pt idx="1165">
                  <c:v>135.20727826827328</c:v>
                </c:pt>
                <c:pt idx="1166">
                  <c:v>136.65486487697675</c:v>
                </c:pt>
                <c:pt idx="1167">
                  <c:v>135.51292968224723</c:v>
                </c:pt>
                <c:pt idx="1168">
                  <c:v>134.20606821135584</c:v>
                </c:pt>
                <c:pt idx="1169">
                  <c:v>132.64285394164762</c:v>
                </c:pt>
                <c:pt idx="1170">
                  <c:v>130.80177475014492</c:v>
                </c:pt>
                <c:pt idx="1171">
                  <c:v>130.82328687312256</c:v>
                </c:pt>
                <c:pt idx="1172">
                  <c:v>132.18303231300067</c:v>
                </c:pt>
                <c:pt idx="1173">
                  <c:v>132.72352440281375</c:v>
                </c:pt>
                <c:pt idx="1174">
                  <c:v>132.04409985210339</c:v>
                </c:pt>
                <c:pt idx="1175">
                  <c:v>130.04974678438504</c:v>
                </c:pt>
                <c:pt idx="1176">
                  <c:v>129.13727423475029</c:v>
                </c:pt>
                <c:pt idx="1177">
                  <c:v>130.52390982835047</c:v>
                </c:pt>
                <c:pt idx="1178">
                  <c:v>128.63980639089249</c:v>
                </c:pt>
                <c:pt idx="1179">
                  <c:v>127.81248599471088</c:v>
                </c:pt>
                <c:pt idx="1180">
                  <c:v>127.65652310312304</c:v>
                </c:pt>
                <c:pt idx="1181">
                  <c:v>127.92990633263051</c:v>
                </c:pt>
                <c:pt idx="1182">
                  <c:v>128.52955676063212</c:v>
                </c:pt>
                <c:pt idx="1183">
                  <c:v>128.99027472773648</c:v>
                </c:pt>
                <c:pt idx="1184">
                  <c:v>129.23228611123488</c:v>
                </c:pt>
                <c:pt idx="1185">
                  <c:v>129.09604266570986</c:v>
                </c:pt>
                <c:pt idx="1186">
                  <c:v>128.17729574687331</c:v>
                </c:pt>
                <c:pt idx="1187">
                  <c:v>129.38287097207831</c:v>
                </c:pt>
                <c:pt idx="1188">
                  <c:v>128.09483260879236</c:v>
                </c:pt>
                <c:pt idx="1189">
                  <c:v>128.34222202303519</c:v>
                </c:pt>
                <c:pt idx="1190">
                  <c:v>126.6804105230128</c:v>
                </c:pt>
                <c:pt idx="1191">
                  <c:v>127.94962577869337</c:v>
                </c:pt>
                <c:pt idx="1192">
                  <c:v>128.94725048178123</c:v>
                </c:pt>
                <c:pt idx="1193">
                  <c:v>129.0153722045437</c:v>
                </c:pt>
                <c:pt idx="1194">
                  <c:v>130.17613050687865</c:v>
                </c:pt>
                <c:pt idx="1195">
                  <c:v>127.39568861201914</c:v>
                </c:pt>
                <c:pt idx="1196">
                  <c:v>127.78021781024438</c:v>
                </c:pt>
                <c:pt idx="1197">
                  <c:v>128.41034374579769</c:v>
                </c:pt>
                <c:pt idx="1198">
                  <c:v>128.32339891542975</c:v>
                </c:pt>
                <c:pt idx="1199">
                  <c:v>127.95500380943771</c:v>
                </c:pt>
                <c:pt idx="1200">
                  <c:v>126.72970913816982</c:v>
                </c:pt>
                <c:pt idx="1201">
                  <c:v>127.35176802760647</c:v>
                </c:pt>
                <c:pt idx="1202">
                  <c:v>127.28633532021615</c:v>
                </c:pt>
                <c:pt idx="1203">
                  <c:v>#N/A</c:v>
                </c:pt>
                <c:pt idx="1204">
                  <c:v>#N/A</c:v>
                </c:pt>
                <c:pt idx="1205">
                  <c:v>#N/A</c:v>
                </c:pt>
                <c:pt idx="1206">
                  <c:v>#N/A</c:v>
                </c:pt>
                <c:pt idx="1207">
                  <c:v>#N/A</c:v>
                </c:pt>
                <c:pt idx="1208">
                  <c:v>#N/A</c:v>
                </c:pt>
                <c:pt idx="1209">
                  <c:v>#N/A</c:v>
                </c:pt>
                <c:pt idx="1210">
                  <c:v>#N/A</c:v>
                </c:pt>
                <c:pt idx="1211">
                  <c:v>#N/A</c:v>
                </c:pt>
                <c:pt idx="1212">
                  <c:v>#N/A</c:v>
                </c:pt>
                <c:pt idx="1213">
                  <c:v>#N/A</c:v>
                </c:pt>
                <c:pt idx="1214">
                  <c:v>#N/A</c:v>
                </c:pt>
                <c:pt idx="1215">
                  <c:v>#N/A</c:v>
                </c:pt>
                <c:pt idx="1216">
                  <c:v>#N/A</c:v>
                </c:pt>
                <c:pt idx="1217">
                  <c:v>#N/A</c:v>
                </c:pt>
                <c:pt idx="1218">
                  <c:v>#N/A</c:v>
                </c:pt>
                <c:pt idx="1219">
                  <c:v>#N/A</c:v>
                </c:pt>
                <c:pt idx="1220">
                  <c:v>#N/A</c:v>
                </c:pt>
                <c:pt idx="1221">
                  <c:v>#N/A</c:v>
                </c:pt>
                <c:pt idx="1222">
                  <c:v>#N/A</c:v>
                </c:pt>
                <c:pt idx="1223">
                  <c:v>#N/A</c:v>
                </c:pt>
                <c:pt idx="1224">
                  <c:v>#N/A</c:v>
                </c:pt>
                <c:pt idx="1225">
                  <c:v>#N/A</c:v>
                </c:pt>
                <c:pt idx="1226">
                  <c:v>#N/A</c:v>
                </c:pt>
                <c:pt idx="1227">
                  <c:v>#N/A</c:v>
                </c:pt>
                <c:pt idx="1228">
                  <c:v>#N/A</c:v>
                </c:pt>
                <c:pt idx="1229">
                  <c:v>#N/A</c:v>
                </c:pt>
                <c:pt idx="1230">
                  <c:v>#N/A</c:v>
                </c:pt>
                <c:pt idx="1231">
                  <c:v>#N/A</c:v>
                </c:pt>
                <c:pt idx="1232">
                  <c:v>#N/A</c:v>
                </c:pt>
                <c:pt idx="1233">
                  <c:v>#N/A</c:v>
                </c:pt>
                <c:pt idx="1234">
                  <c:v>#N/A</c:v>
                </c:pt>
                <c:pt idx="1235">
                  <c:v>#N/A</c:v>
                </c:pt>
                <c:pt idx="1236">
                  <c:v>#N/A</c:v>
                </c:pt>
                <c:pt idx="1237">
                  <c:v>#N/A</c:v>
                </c:pt>
                <c:pt idx="1238">
                  <c:v>#N/A</c:v>
                </c:pt>
                <c:pt idx="1239">
                  <c:v>#N/A</c:v>
                </c:pt>
                <c:pt idx="1240">
                  <c:v>#N/A</c:v>
                </c:pt>
                <c:pt idx="1241">
                  <c:v>#N/A</c:v>
                </c:pt>
                <c:pt idx="1242">
                  <c:v>#N/A</c:v>
                </c:pt>
                <c:pt idx="1243">
                  <c:v>#N/A</c:v>
                </c:pt>
                <c:pt idx="1244">
                  <c:v>#N/A</c:v>
                </c:pt>
                <c:pt idx="1245">
                  <c:v>#N/A</c:v>
                </c:pt>
                <c:pt idx="1246">
                  <c:v>#N/A</c:v>
                </c:pt>
                <c:pt idx="1247">
                  <c:v>#N/A</c:v>
                </c:pt>
                <c:pt idx="1248">
                  <c:v>#N/A</c:v>
                </c:pt>
                <c:pt idx="1249">
                  <c:v>#N/A</c:v>
                </c:pt>
                <c:pt idx="1250">
                  <c:v>#N/A</c:v>
                </c:pt>
                <c:pt idx="1251">
                  <c:v>#N/A</c:v>
                </c:pt>
                <c:pt idx="1252">
                  <c:v>#N/A</c:v>
                </c:pt>
                <c:pt idx="1253">
                  <c:v>#N/A</c:v>
                </c:pt>
                <c:pt idx="1254">
                  <c:v>#N/A</c:v>
                </c:pt>
                <c:pt idx="1255">
                  <c:v>#N/A</c:v>
                </c:pt>
                <c:pt idx="1256">
                  <c:v>#N/A</c:v>
                </c:pt>
                <c:pt idx="1257">
                  <c:v>#N/A</c:v>
                </c:pt>
                <c:pt idx="1258">
                  <c:v>#N/A</c:v>
                </c:pt>
                <c:pt idx="1259">
                  <c:v>#N/A</c:v>
                </c:pt>
                <c:pt idx="1260">
                  <c:v>#N/A</c:v>
                </c:pt>
                <c:pt idx="1261">
                  <c:v>#N/A</c:v>
                </c:pt>
                <c:pt idx="1262">
                  <c:v>#N/A</c:v>
                </c:pt>
                <c:pt idx="1263">
                  <c:v>#N/A</c:v>
                </c:pt>
                <c:pt idx="1264">
                  <c:v>#N/A</c:v>
                </c:pt>
                <c:pt idx="1265">
                  <c:v>#N/A</c:v>
                </c:pt>
                <c:pt idx="1266">
                  <c:v>#N/A</c:v>
                </c:pt>
                <c:pt idx="1267">
                  <c:v>#N/A</c:v>
                </c:pt>
                <c:pt idx="1268">
                  <c:v>#N/A</c:v>
                </c:pt>
                <c:pt idx="1269">
                  <c:v>#N/A</c:v>
                </c:pt>
                <c:pt idx="1270">
                  <c:v>#N/A</c:v>
                </c:pt>
                <c:pt idx="1271">
                  <c:v>#N/A</c:v>
                </c:pt>
                <c:pt idx="1272">
                  <c:v>#N/A</c:v>
                </c:pt>
                <c:pt idx="1273">
                  <c:v>#N/A</c:v>
                </c:pt>
                <c:pt idx="1274">
                  <c:v>#N/A</c:v>
                </c:pt>
                <c:pt idx="1275">
                  <c:v>#N/A</c:v>
                </c:pt>
                <c:pt idx="1276">
                  <c:v>#N/A</c:v>
                </c:pt>
                <c:pt idx="1277">
                  <c:v>#N/A</c:v>
                </c:pt>
                <c:pt idx="1278">
                  <c:v>#N/A</c:v>
                </c:pt>
                <c:pt idx="1279">
                  <c:v>#N/A</c:v>
                </c:pt>
                <c:pt idx="1280">
                  <c:v>#N/A</c:v>
                </c:pt>
                <c:pt idx="1281">
                  <c:v>#N/A</c:v>
                </c:pt>
                <c:pt idx="1282">
                  <c:v>#N/A</c:v>
                </c:pt>
                <c:pt idx="1283">
                  <c:v>#N/A</c:v>
                </c:pt>
                <c:pt idx="1284">
                  <c:v>#N/A</c:v>
                </c:pt>
                <c:pt idx="1285">
                  <c:v>#N/A</c:v>
                </c:pt>
                <c:pt idx="1286">
                  <c:v>#N/A</c:v>
                </c:pt>
                <c:pt idx="1287">
                  <c:v>#N/A</c:v>
                </c:pt>
                <c:pt idx="1288">
                  <c:v>#N/A</c:v>
                </c:pt>
                <c:pt idx="1289">
                  <c:v>#N/A</c:v>
                </c:pt>
                <c:pt idx="1290">
                  <c:v>#N/A</c:v>
                </c:pt>
                <c:pt idx="1291">
                  <c:v>#N/A</c:v>
                </c:pt>
                <c:pt idx="1292">
                  <c:v>#N/A</c:v>
                </c:pt>
                <c:pt idx="1293">
                  <c:v>#N/A</c:v>
                </c:pt>
                <c:pt idx="1294">
                  <c:v>#N/A</c:v>
                </c:pt>
                <c:pt idx="1295">
                  <c:v>#N/A</c:v>
                </c:pt>
                <c:pt idx="1296">
                  <c:v>#N/A</c:v>
                </c:pt>
                <c:pt idx="1297">
                  <c:v>#N/A</c:v>
                </c:pt>
                <c:pt idx="1298">
                  <c:v>#N/A</c:v>
                </c:pt>
                <c:pt idx="1299">
                  <c:v>#N/A</c:v>
                </c:pt>
                <c:pt idx="1300">
                  <c:v>#N/A</c:v>
                </c:pt>
                <c:pt idx="1301">
                  <c:v>#N/A</c:v>
                </c:pt>
                <c:pt idx="1302">
                  <c:v>#N/A</c:v>
                </c:pt>
                <c:pt idx="1303">
                  <c:v>#N/A</c:v>
                </c:pt>
                <c:pt idx="1304">
                  <c:v>#N/A</c:v>
                </c:pt>
                <c:pt idx="1305">
                  <c:v>#N/A</c:v>
                </c:pt>
                <c:pt idx="1306">
                  <c:v>#N/A</c:v>
                </c:pt>
                <c:pt idx="1307">
                  <c:v>#N/A</c:v>
                </c:pt>
                <c:pt idx="1308">
                  <c:v>#N/A</c:v>
                </c:pt>
                <c:pt idx="1309">
                  <c:v>#N/A</c:v>
                </c:pt>
                <c:pt idx="1310">
                  <c:v>#N/A</c:v>
                </c:pt>
                <c:pt idx="1311">
                  <c:v>#N/A</c:v>
                </c:pt>
                <c:pt idx="1312">
                  <c:v>#N/A</c:v>
                </c:pt>
                <c:pt idx="1313">
                  <c:v>#N/A</c:v>
                </c:pt>
                <c:pt idx="1314">
                  <c:v>#N/A</c:v>
                </c:pt>
                <c:pt idx="1315">
                  <c:v>#N/A</c:v>
                </c:pt>
                <c:pt idx="1316">
                  <c:v>#N/A</c:v>
                </c:pt>
                <c:pt idx="1317">
                  <c:v>#N/A</c:v>
                </c:pt>
                <c:pt idx="1318">
                  <c:v>#N/A</c:v>
                </c:pt>
                <c:pt idx="1319">
                  <c:v>#N/A</c:v>
                </c:pt>
                <c:pt idx="1320">
                  <c:v>#N/A</c:v>
                </c:pt>
                <c:pt idx="1321">
                  <c:v>#N/A</c:v>
                </c:pt>
                <c:pt idx="1322">
                  <c:v>#N/A</c:v>
                </c:pt>
                <c:pt idx="1323">
                  <c:v>#N/A</c:v>
                </c:pt>
                <c:pt idx="1324">
                  <c:v>#N/A</c:v>
                </c:pt>
                <c:pt idx="1325">
                  <c:v>#N/A</c:v>
                </c:pt>
                <c:pt idx="1326">
                  <c:v>#N/A</c:v>
                </c:pt>
                <c:pt idx="1327">
                  <c:v>#N/A</c:v>
                </c:pt>
                <c:pt idx="1328">
                  <c:v>#N/A</c:v>
                </c:pt>
                <c:pt idx="1329">
                  <c:v>#N/A</c:v>
                </c:pt>
                <c:pt idx="1330">
                  <c:v>#N/A</c:v>
                </c:pt>
              </c:numCache>
            </c:numRef>
          </c:val>
          <c:smooth val="0"/>
          <c:extLst>
            <c:ext xmlns:c16="http://schemas.microsoft.com/office/drawing/2014/chart" uri="{C3380CC4-5D6E-409C-BE32-E72D297353CC}">
              <c16:uniqueId val="{00000000-7DBF-4598-8C69-E59DF427EB9D}"/>
            </c:ext>
          </c:extLst>
        </c:ser>
        <c:ser>
          <c:idx val="1"/>
          <c:order val="1"/>
          <c:tx>
            <c:strRef>
              <c:f>SPX_UST!$AQ$7</c:f>
              <c:strCache>
                <c:ptCount val="1"/>
                <c:pt idx="0">
                  <c:v>Technology</c:v>
                </c:pt>
              </c:strCache>
            </c:strRef>
          </c:tx>
          <c:spPr>
            <a:ln w="28575">
              <a:solidFill>
                <a:srgbClr val="1E2E6E"/>
              </a:solidFill>
            </a:ln>
          </c:spPr>
          <c:marker>
            <c:symbol val="none"/>
          </c:marker>
          <c:cat>
            <c:numRef>
              <c:f>SPX_UST!$AG$1275:$AG$4055</c:f>
              <c:numCache>
                <c:formatCode>m/d/yyyy</c:formatCode>
                <c:ptCount val="2781"/>
                <c:pt idx="0">
                  <c:v>44561</c:v>
                </c:pt>
                <c:pt idx="1">
                  <c:v>44564</c:v>
                </c:pt>
                <c:pt idx="2">
                  <c:v>44565</c:v>
                </c:pt>
                <c:pt idx="3">
                  <c:v>44566</c:v>
                </c:pt>
                <c:pt idx="4">
                  <c:v>44567</c:v>
                </c:pt>
                <c:pt idx="5">
                  <c:v>44568</c:v>
                </c:pt>
                <c:pt idx="6">
                  <c:v>44571</c:v>
                </c:pt>
                <c:pt idx="7">
                  <c:v>44572</c:v>
                </c:pt>
                <c:pt idx="8">
                  <c:v>44573</c:v>
                </c:pt>
                <c:pt idx="9">
                  <c:v>44574</c:v>
                </c:pt>
                <c:pt idx="10">
                  <c:v>44575</c:v>
                </c:pt>
                <c:pt idx="11">
                  <c:v>44579</c:v>
                </c:pt>
                <c:pt idx="12">
                  <c:v>44580</c:v>
                </c:pt>
                <c:pt idx="13">
                  <c:v>44581</c:v>
                </c:pt>
                <c:pt idx="14">
                  <c:v>44582</c:v>
                </c:pt>
                <c:pt idx="15">
                  <c:v>44585</c:v>
                </c:pt>
                <c:pt idx="16">
                  <c:v>44586</c:v>
                </c:pt>
                <c:pt idx="17">
                  <c:v>44587</c:v>
                </c:pt>
                <c:pt idx="18">
                  <c:v>44588</c:v>
                </c:pt>
                <c:pt idx="19">
                  <c:v>44589</c:v>
                </c:pt>
                <c:pt idx="20">
                  <c:v>44592</c:v>
                </c:pt>
                <c:pt idx="21">
                  <c:v>44593</c:v>
                </c:pt>
                <c:pt idx="22">
                  <c:v>44594</c:v>
                </c:pt>
                <c:pt idx="23">
                  <c:v>44595</c:v>
                </c:pt>
                <c:pt idx="24">
                  <c:v>44596</c:v>
                </c:pt>
                <c:pt idx="25">
                  <c:v>44599</c:v>
                </c:pt>
                <c:pt idx="26">
                  <c:v>44600</c:v>
                </c:pt>
                <c:pt idx="27">
                  <c:v>44601</c:v>
                </c:pt>
                <c:pt idx="28">
                  <c:v>44602</c:v>
                </c:pt>
                <c:pt idx="29">
                  <c:v>44603</c:v>
                </c:pt>
                <c:pt idx="30">
                  <c:v>44606</c:v>
                </c:pt>
                <c:pt idx="31">
                  <c:v>44607</c:v>
                </c:pt>
                <c:pt idx="32">
                  <c:v>44608</c:v>
                </c:pt>
                <c:pt idx="33">
                  <c:v>44609</c:v>
                </c:pt>
                <c:pt idx="34">
                  <c:v>44610</c:v>
                </c:pt>
                <c:pt idx="35">
                  <c:v>44614</c:v>
                </c:pt>
                <c:pt idx="36">
                  <c:v>44615</c:v>
                </c:pt>
                <c:pt idx="37">
                  <c:v>44616</c:v>
                </c:pt>
                <c:pt idx="38">
                  <c:v>44617</c:v>
                </c:pt>
                <c:pt idx="39">
                  <c:v>44620</c:v>
                </c:pt>
                <c:pt idx="40">
                  <c:v>44621</c:v>
                </c:pt>
                <c:pt idx="41">
                  <c:v>44622</c:v>
                </c:pt>
                <c:pt idx="42">
                  <c:v>44623</c:v>
                </c:pt>
                <c:pt idx="43">
                  <c:v>44624</c:v>
                </c:pt>
                <c:pt idx="44">
                  <c:v>44627</c:v>
                </c:pt>
                <c:pt idx="45">
                  <c:v>44628</c:v>
                </c:pt>
                <c:pt idx="46">
                  <c:v>44629</c:v>
                </c:pt>
                <c:pt idx="47">
                  <c:v>44630</c:v>
                </c:pt>
                <c:pt idx="48">
                  <c:v>44631</c:v>
                </c:pt>
                <c:pt idx="49">
                  <c:v>44634</c:v>
                </c:pt>
                <c:pt idx="50">
                  <c:v>44635</c:v>
                </c:pt>
                <c:pt idx="51">
                  <c:v>44636</c:v>
                </c:pt>
                <c:pt idx="52">
                  <c:v>44637</c:v>
                </c:pt>
                <c:pt idx="53">
                  <c:v>44638</c:v>
                </c:pt>
                <c:pt idx="54">
                  <c:v>44641</c:v>
                </c:pt>
                <c:pt idx="55">
                  <c:v>44642</c:v>
                </c:pt>
                <c:pt idx="56">
                  <c:v>44643</c:v>
                </c:pt>
                <c:pt idx="57">
                  <c:v>44644</c:v>
                </c:pt>
                <c:pt idx="58">
                  <c:v>44645</c:v>
                </c:pt>
                <c:pt idx="59">
                  <c:v>44648</c:v>
                </c:pt>
                <c:pt idx="60">
                  <c:v>44649</c:v>
                </c:pt>
                <c:pt idx="61">
                  <c:v>44650</c:v>
                </c:pt>
                <c:pt idx="62">
                  <c:v>44651</c:v>
                </c:pt>
                <c:pt idx="63">
                  <c:v>44652</c:v>
                </c:pt>
                <c:pt idx="64">
                  <c:v>44655</c:v>
                </c:pt>
                <c:pt idx="65">
                  <c:v>44656</c:v>
                </c:pt>
                <c:pt idx="66">
                  <c:v>44657</c:v>
                </c:pt>
                <c:pt idx="67">
                  <c:v>44658</c:v>
                </c:pt>
                <c:pt idx="68">
                  <c:v>44659</c:v>
                </c:pt>
                <c:pt idx="69">
                  <c:v>44662</c:v>
                </c:pt>
                <c:pt idx="70">
                  <c:v>44663</c:v>
                </c:pt>
                <c:pt idx="71">
                  <c:v>44664</c:v>
                </c:pt>
                <c:pt idx="72">
                  <c:v>44665</c:v>
                </c:pt>
                <c:pt idx="73">
                  <c:v>44669</c:v>
                </c:pt>
                <c:pt idx="74">
                  <c:v>44670</c:v>
                </c:pt>
                <c:pt idx="75">
                  <c:v>44671</c:v>
                </c:pt>
                <c:pt idx="76">
                  <c:v>44672</c:v>
                </c:pt>
                <c:pt idx="77">
                  <c:v>44673</c:v>
                </c:pt>
                <c:pt idx="78">
                  <c:v>44676</c:v>
                </c:pt>
                <c:pt idx="79">
                  <c:v>44677</c:v>
                </c:pt>
                <c:pt idx="80">
                  <c:v>44678</c:v>
                </c:pt>
                <c:pt idx="81">
                  <c:v>44679</c:v>
                </c:pt>
                <c:pt idx="82">
                  <c:v>44680</c:v>
                </c:pt>
                <c:pt idx="83">
                  <c:v>44683</c:v>
                </c:pt>
                <c:pt idx="84">
                  <c:v>44684</c:v>
                </c:pt>
                <c:pt idx="85">
                  <c:v>44685</c:v>
                </c:pt>
                <c:pt idx="86">
                  <c:v>44686</c:v>
                </c:pt>
                <c:pt idx="87">
                  <c:v>44687</c:v>
                </c:pt>
                <c:pt idx="88">
                  <c:v>44690</c:v>
                </c:pt>
                <c:pt idx="89">
                  <c:v>44691</c:v>
                </c:pt>
                <c:pt idx="90">
                  <c:v>44692</c:v>
                </c:pt>
                <c:pt idx="91">
                  <c:v>44693</c:v>
                </c:pt>
                <c:pt idx="92">
                  <c:v>44694</c:v>
                </c:pt>
                <c:pt idx="93">
                  <c:v>44697</c:v>
                </c:pt>
                <c:pt idx="94">
                  <c:v>44698</c:v>
                </c:pt>
                <c:pt idx="95">
                  <c:v>44699</c:v>
                </c:pt>
                <c:pt idx="96">
                  <c:v>44700</c:v>
                </c:pt>
                <c:pt idx="97">
                  <c:v>44701</c:v>
                </c:pt>
                <c:pt idx="98">
                  <c:v>44704</c:v>
                </c:pt>
                <c:pt idx="99">
                  <c:v>44705</c:v>
                </c:pt>
                <c:pt idx="100">
                  <c:v>44706</c:v>
                </c:pt>
                <c:pt idx="101">
                  <c:v>44707</c:v>
                </c:pt>
                <c:pt idx="102">
                  <c:v>44708</c:v>
                </c:pt>
                <c:pt idx="103">
                  <c:v>44712</c:v>
                </c:pt>
                <c:pt idx="104">
                  <c:v>44713</c:v>
                </c:pt>
                <c:pt idx="105">
                  <c:v>44714</c:v>
                </c:pt>
                <c:pt idx="106">
                  <c:v>44715</c:v>
                </c:pt>
                <c:pt idx="107">
                  <c:v>44718</c:v>
                </c:pt>
                <c:pt idx="108">
                  <c:v>44719</c:v>
                </c:pt>
                <c:pt idx="109">
                  <c:v>44720</c:v>
                </c:pt>
                <c:pt idx="110">
                  <c:v>44721</c:v>
                </c:pt>
                <c:pt idx="111">
                  <c:v>44722</c:v>
                </c:pt>
                <c:pt idx="112">
                  <c:v>44725</c:v>
                </c:pt>
                <c:pt idx="113">
                  <c:v>44726</c:v>
                </c:pt>
                <c:pt idx="114">
                  <c:v>44727</c:v>
                </c:pt>
                <c:pt idx="115">
                  <c:v>44728</c:v>
                </c:pt>
                <c:pt idx="116">
                  <c:v>44729</c:v>
                </c:pt>
                <c:pt idx="117">
                  <c:v>44733</c:v>
                </c:pt>
                <c:pt idx="118">
                  <c:v>44734</c:v>
                </c:pt>
                <c:pt idx="119">
                  <c:v>44735</c:v>
                </c:pt>
                <c:pt idx="120">
                  <c:v>44736</c:v>
                </c:pt>
                <c:pt idx="121">
                  <c:v>44739</c:v>
                </c:pt>
                <c:pt idx="122">
                  <c:v>44740</c:v>
                </c:pt>
                <c:pt idx="123">
                  <c:v>44741</c:v>
                </c:pt>
                <c:pt idx="124">
                  <c:v>44742</c:v>
                </c:pt>
                <c:pt idx="125">
                  <c:v>44743</c:v>
                </c:pt>
                <c:pt idx="126">
                  <c:v>44747</c:v>
                </c:pt>
                <c:pt idx="127">
                  <c:v>44748</c:v>
                </c:pt>
                <c:pt idx="128">
                  <c:v>44749</c:v>
                </c:pt>
                <c:pt idx="129">
                  <c:v>44750</c:v>
                </c:pt>
                <c:pt idx="130">
                  <c:v>44753</c:v>
                </c:pt>
                <c:pt idx="131">
                  <c:v>44754</c:v>
                </c:pt>
                <c:pt idx="132">
                  <c:v>44755</c:v>
                </c:pt>
                <c:pt idx="133">
                  <c:v>44756</c:v>
                </c:pt>
                <c:pt idx="134">
                  <c:v>44757</c:v>
                </c:pt>
                <c:pt idx="135">
                  <c:v>44760</c:v>
                </c:pt>
                <c:pt idx="136">
                  <c:v>44761</c:v>
                </c:pt>
                <c:pt idx="137">
                  <c:v>44762</c:v>
                </c:pt>
                <c:pt idx="138">
                  <c:v>44763</c:v>
                </c:pt>
                <c:pt idx="139">
                  <c:v>44764</c:v>
                </c:pt>
                <c:pt idx="140">
                  <c:v>44767</c:v>
                </c:pt>
                <c:pt idx="141">
                  <c:v>44768</c:v>
                </c:pt>
                <c:pt idx="142">
                  <c:v>44769</c:v>
                </c:pt>
                <c:pt idx="143">
                  <c:v>44770</c:v>
                </c:pt>
                <c:pt idx="144">
                  <c:v>44771</c:v>
                </c:pt>
                <c:pt idx="145">
                  <c:v>44774</c:v>
                </c:pt>
                <c:pt idx="146">
                  <c:v>44775</c:v>
                </c:pt>
                <c:pt idx="147">
                  <c:v>44776</c:v>
                </c:pt>
                <c:pt idx="148">
                  <c:v>44777</c:v>
                </c:pt>
                <c:pt idx="149">
                  <c:v>44778</c:v>
                </c:pt>
                <c:pt idx="150">
                  <c:v>44781</c:v>
                </c:pt>
                <c:pt idx="151">
                  <c:v>44782</c:v>
                </c:pt>
                <c:pt idx="152">
                  <c:v>44783</c:v>
                </c:pt>
                <c:pt idx="153">
                  <c:v>44784</c:v>
                </c:pt>
                <c:pt idx="154">
                  <c:v>44785</c:v>
                </c:pt>
                <c:pt idx="155">
                  <c:v>44788</c:v>
                </c:pt>
                <c:pt idx="156">
                  <c:v>44789</c:v>
                </c:pt>
                <c:pt idx="157">
                  <c:v>44790</c:v>
                </c:pt>
                <c:pt idx="158">
                  <c:v>44791</c:v>
                </c:pt>
                <c:pt idx="159">
                  <c:v>44792</c:v>
                </c:pt>
                <c:pt idx="160">
                  <c:v>44795</c:v>
                </c:pt>
                <c:pt idx="161">
                  <c:v>44796</c:v>
                </c:pt>
                <c:pt idx="162">
                  <c:v>44797</c:v>
                </c:pt>
                <c:pt idx="163">
                  <c:v>44798</c:v>
                </c:pt>
                <c:pt idx="164">
                  <c:v>44799</c:v>
                </c:pt>
                <c:pt idx="165">
                  <c:v>44802</c:v>
                </c:pt>
                <c:pt idx="166">
                  <c:v>44803</c:v>
                </c:pt>
                <c:pt idx="167">
                  <c:v>44804</c:v>
                </c:pt>
                <c:pt idx="168">
                  <c:v>44805</c:v>
                </c:pt>
                <c:pt idx="169">
                  <c:v>44806</c:v>
                </c:pt>
                <c:pt idx="170">
                  <c:v>44810</c:v>
                </c:pt>
                <c:pt idx="171">
                  <c:v>44811</c:v>
                </c:pt>
                <c:pt idx="172">
                  <c:v>44812</c:v>
                </c:pt>
                <c:pt idx="173">
                  <c:v>44813</c:v>
                </c:pt>
                <c:pt idx="174">
                  <c:v>44816</c:v>
                </c:pt>
                <c:pt idx="175">
                  <c:v>44817</c:v>
                </c:pt>
                <c:pt idx="176">
                  <c:v>44818</c:v>
                </c:pt>
                <c:pt idx="177">
                  <c:v>44819</c:v>
                </c:pt>
                <c:pt idx="178">
                  <c:v>44820</c:v>
                </c:pt>
                <c:pt idx="179">
                  <c:v>44823</c:v>
                </c:pt>
                <c:pt idx="180">
                  <c:v>44824</c:v>
                </c:pt>
                <c:pt idx="181">
                  <c:v>44825</c:v>
                </c:pt>
                <c:pt idx="182">
                  <c:v>44826</c:v>
                </c:pt>
                <c:pt idx="183">
                  <c:v>44827</c:v>
                </c:pt>
                <c:pt idx="184">
                  <c:v>44830</c:v>
                </c:pt>
                <c:pt idx="185">
                  <c:v>44831</c:v>
                </c:pt>
                <c:pt idx="186">
                  <c:v>44832</c:v>
                </c:pt>
                <c:pt idx="187">
                  <c:v>44833</c:v>
                </c:pt>
                <c:pt idx="188">
                  <c:v>44834</c:v>
                </c:pt>
                <c:pt idx="189">
                  <c:v>44837</c:v>
                </c:pt>
                <c:pt idx="190">
                  <c:v>44838</c:v>
                </c:pt>
                <c:pt idx="191">
                  <c:v>44839</c:v>
                </c:pt>
                <c:pt idx="192">
                  <c:v>44840</c:v>
                </c:pt>
                <c:pt idx="193">
                  <c:v>44841</c:v>
                </c:pt>
                <c:pt idx="194">
                  <c:v>44844</c:v>
                </c:pt>
                <c:pt idx="195">
                  <c:v>44845</c:v>
                </c:pt>
                <c:pt idx="196">
                  <c:v>44846</c:v>
                </c:pt>
                <c:pt idx="197">
                  <c:v>44847</c:v>
                </c:pt>
                <c:pt idx="198">
                  <c:v>44848</c:v>
                </c:pt>
                <c:pt idx="199">
                  <c:v>44851</c:v>
                </c:pt>
                <c:pt idx="200">
                  <c:v>44852</c:v>
                </c:pt>
                <c:pt idx="201">
                  <c:v>44853</c:v>
                </c:pt>
                <c:pt idx="202">
                  <c:v>44854</c:v>
                </c:pt>
                <c:pt idx="203">
                  <c:v>44855</c:v>
                </c:pt>
                <c:pt idx="204">
                  <c:v>44858</c:v>
                </c:pt>
                <c:pt idx="205">
                  <c:v>44859</c:v>
                </c:pt>
                <c:pt idx="206">
                  <c:v>44860</c:v>
                </c:pt>
                <c:pt idx="207">
                  <c:v>44861</c:v>
                </c:pt>
                <c:pt idx="208">
                  <c:v>44862</c:v>
                </c:pt>
                <c:pt idx="209">
                  <c:v>44865</c:v>
                </c:pt>
                <c:pt idx="210">
                  <c:v>44866</c:v>
                </c:pt>
                <c:pt idx="211">
                  <c:v>44867</c:v>
                </c:pt>
                <c:pt idx="212">
                  <c:v>44868</c:v>
                </c:pt>
                <c:pt idx="213">
                  <c:v>44869</c:v>
                </c:pt>
                <c:pt idx="214">
                  <c:v>44872</c:v>
                </c:pt>
                <c:pt idx="215">
                  <c:v>44873</c:v>
                </c:pt>
                <c:pt idx="216">
                  <c:v>44874</c:v>
                </c:pt>
                <c:pt idx="217">
                  <c:v>44875</c:v>
                </c:pt>
                <c:pt idx="218">
                  <c:v>44876</c:v>
                </c:pt>
                <c:pt idx="219">
                  <c:v>44879</c:v>
                </c:pt>
                <c:pt idx="220">
                  <c:v>44880</c:v>
                </c:pt>
                <c:pt idx="221">
                  <c:v>44881</c:v>
                </c:pt>
                <c:pt idx="222">
                  <c:v>44882</c:v>
                </c:pt>
                <c:pt idx="223">
                  <c:v>44883</c:v>
                </c:pt>
                <c:pt idx="224">
                  <c:v>44886</c:v>
                </c:pt>
                <c:pt idx="225">
                  <c:v>44887</c:v>
                </c:pt>
                <c:pt idx="226">
                  <c:v>44888</c:v>
                </c:pt>
                <c:pt idx="227">
                  <c:v>44890</c:v>
                </c:pt>
                <c:pt idx="228">
                  <c:v>44893</c:v>
                </c:pt>
                <c:pt idx="229">
                  <c:v>44894</c:v>
                </c:pt>
                <c:pt idx="230">
                  <c:v>44895</c:v>
                </c:pt>
                <c:pt idx="231">
                  <c:v>44896</c:v>
                </c:pt>
                <c:pt idx="232">
                  <c:v>44897</c:v>
                </c:pt>
                <c:pt idx="233">
                  <c:v>44900</c:v>
                </c:pt>
                <c:pt idx="234">
                  <c:v>44901</c:v>
                </c:pt>
                <c:pt idx="235">
                  <c:v>44902</c:v>
                </c:pt>
                <c:pt idx="236">
                  <c:v>44903</c:v>
                </c:pt>
                <c:pt idx="237">
                  <c:v>44904</c:v>
                </c:pt>
                <c:pt idx="238">
                  <c:v>44907</c:v>
                </c:pt>
                <c:pt idx="239">
                  <c:v>44908</c:v>
                </c:pt>
                <c:pt idx="240">
                  <c:v>44909</c:v>
                </c:pt>
                <c:pt idx="241">
                  <c:v>44910</c:v>
                </c:pt>
                <c:pt idx="242">
                  <c:v>44911</c:v>
                </c:pt>
                <c:pt idx="243">
                  <c:v>44914</c:v>
                </c:pt>
                <c:pt idx="244">
                  <c:v>44915</c:v>
                </c:pt>
                <c:pt idx="245">
                  <c:v>44916</c:v>
                </c:pt>
                <c:pt idx="246">
                  <c:v>44917</c:v>
                </c:pt>
                <c:pt idx="247">
                  <c:v>44918</c:v>
                </c:pt>
                <c:pt idx="248">
                  <c:v>44922</c:v>
                </c:pt>
                <c:pt idx="249">
                  <c:v>44923</c:v>
                </c:pt>
                <c:pt idx="250">
                  <c:v>44924</c:v>
                </c:pt>
                <c:pt idx="251">
                  <c:v>44925</c:v>
                </c:pt>
                <c:pt idx="252">
                  <c:v>44929</c:v>
                </c:pt>
                <c:pt idx="253">
                  <c:v>44930</c:v>
                </c:pt>
                <c:pt idx="254">
                  <c:v>44931</c:v>
                </c:pt>
                <c:pt idx="255">
                  <c:v>44932</c:v>
                </c:pt>
                <c:pt idx="256">
                  <c:v>44935</c:v>
                </c:pt>
                <c:pt idx="257">
                  <c:v>44936</c:v>
                </c:pt>
                <c:pt idx="258">
                  <c:v>44937</c:v>
                </c:pt>
                <c:pt idx="259">
                  <c:v>44938</c:v>
                </c:pt>
                <c:pt idx="260">
                  <c:v>44939</c:v>
                </c:pt>
                <c:pt idx="261">
                  <c:v>44943</c:v>
                </c:pt>
                <c:pt idx="262">
                  <c:v>44944</c:v>
                </c:pt>
                <c:pt idx="263">
                  <c:v>44945</c:v>
                </c:pt>
                <c:pt idx="264">
                  <c:v>44946</c:v>
                </c:pt>
                <c:pt idx="265">
                  <c:v>44949</c:v>
                </c:pt>
                <c:pt idx="266">
                  <c:v>44950</c:v>
                </c:pt>
                <c:pt idx="267">
                  <c:v>44951</c:v>
                </c:pt>
                <c:pt idx="268">
                  <c:v>44952</c:v>
                </c:pt>
                <c:pt idx="269">
                  <c:v>44953</c:v>
                </c:pt>
                <c:pt idx="270">
                  <c:v>44956</c:v>
                </c:pt>
                <c:pt idx="271">
                  <c:v>44957</c:v>
                </c:pt>
                <c:pt idx="272">
                  <c:v>44958</c:v>
                </c:pt>
                <c:pt idx="273">
                  <c:v>44959</c:v>
                </c:pt>
                <c:pt idx="274">
                  <c:v>44960</c:v>
                </c:pt>
                <c:pt idx="275">
                  <c:v>44963</c:v>
                </c:pt>
                <c:pt idx="276">
                  <c:v>44964</c:v>
                </c:pt>
                <c:pt idx="277">
                  <c:v>44965</c:v>
                </c:pt>
                <c:pt idx="278">
                  <c:v>44966</c:v>
                </c:pt>
                <c:pt idx="279">
                  <c:v>44967</c:v>
                </c:pt>
                <c:pt idx="280">
                  <c:v>44970</c:v>
                </c:pt>
                <c:pt idx="281">
                  <c:v>44971</c:v>
                </c:pt>
                <c:pt idx="282">
                  <c:v>44972</c:v>
                </c:pt>
                <c:pt idx="283">
                  <c:v>44973</c:v>
                </c:pt>
                <c:pt idx="284">
                  <c:v>44974</c:v>
                </c:pt>
                <c:pt idx="285">
                  <c:v>44978</c:v>
                </c:pt>
                <c:pt idx="286">
                  <c:v>44979</c:v>
                </c:pt>
                <c:pt idx="287">
                  <c:v>44980</c:v>
                </c:pt>
                <c:pt idx="288">
                  <c:v>44981</c:v>
                </c:pt>
                <c:pt idx="289">
                  <c:v>44984</c:v>
                </c:pt>
                <c:pt idx="290">
                  <c:v>44985</c:v>
                </c:pt>
                <c:pt idx="291">
                  <c:v>44986</c:v>
                </c:pt>
                <c:pt idx="292">
                  <c:v>44987</c:v>
                </c:pt>
                <c:pt idx="293">
                  <c:v>44988</c:v>
                </c:pt>
                <c:pt idx="294">
                  <c:v>44991</c:v>
                </c:pt>
                <c:pt idx="295">
                  <c:v>44992</c:v>
                </c:pt>
                <c:pt idx="296">
                  <c:v>44993</c:v>
                </c:pt>
                <c:pt idx="297">
                  <c:v>44994</c:v>
                </c:pt>
                <c:pt idx="298">
                  <c:v>44995</c:v>
                </c:pt>
                <c:pt idx="299">
                  <c:v>44998</c:v>
                </c:pt>
                <c:pt idx="300">
                  <c:v>44999</c:v>
                </c:pt>
                <c:pt idx="301">
                  <c:v>45000</c:v>
                </c:pt>
                <c:pt idx="302">
                  <c:v>45001</c:v>
                </c:pt>
                <c:pt idx="303">
                  <c:v>45002</c:v>
                </c:pt>
                <c:pt idx="304">
                  <c:v>45005</c:v>
                </c:pt>
                <c:pt idx="305">
                  <c:v>45006</c:v>
                </c:pt>
                <c:pt idx="306">
                  <c:v>45007</c:v>
                </c:pt>
                <c:pt idx="307">
                  <c:v>45008</c:v>
                </c:pt>
                <c:pt idx="308">
                  <c:v>45009</c:v>
                </c:pt>
                <c:pt idx="309">
                  <c:v>45012</c:v>
                </c:pt>
                <c:pt idx="310">
                  <c:v>45013</c:v>
                </c:pt>
                <c:pt idx="311">
                  <c:v>45014</c:v>
                </c:pt>
                <c:pt idx="312">
                  <c:v>45015</c:v>
                </c:pt>
                <c:pt idx="313">
                  <c:v>45016</c:v>
                </c:pt>
                <c:pt idx="314">
                  <c:v>45019</c:v>
                </c:pt>
                <c:pt idx="315">
                  <c:v>45020</c:v>
                </c:pt>
                <c:pt idx="316">
                  <c:v>45021</c:v>
                </c:pt>
                <c:pt idx="317">
                  <c:v>45022</c:v>
                </c:pt>
                <c:pt idx="318">
                  <c:v>45026</c:v>
                </c:pt>
                <c:pt idx="319">
                  <c:v>45027</c:v>
                </c:pt>
                <c:pt idx="320">
                  <c:v>45028</c:v>
                </c:pt>
                <c:pt idx="321">
                  <c:v>45029</c:v>
                </c:pt>
                <c:pt idx="322">
                  <c:v>45030</c:v>
                </c:pt>
                <c:pt idx="323">
                  <c:v>45033</c:v>
                </c:pt>
                <c:pt idx="324">
                  <c:v>45034</c:v>
                </c:pt>
                <c:pt idx="325">
                  <c:v>45035</c:v>
                </c:pt>
                <c:pt idx="326">
                  <c:v>45036</c:v>
                </c:pt>
                <c:pt idx="327">
                  <c:v>45037</c:v>
                </c:pt>
                <c:pt idx="328">
                  <c:v>45040</c:v>
                </c:pt>
                <c:pt idx="329">
                  <c:v>45041</c:v>
                </c:pt>
                <c:pt idx="330">
                  <c:v>45042</c:v>
                </c:pt>
                <c:pt idx="331">
                  <c:v>45043</c:v>
                </c:pt>
                <c:pt idx="332">
                  <c:v>45044</c:v>
                </c:pt>
                <c:pt idx="333">
                  <c:v>45047</c:v>
                </c:pt>
                <c:pt idx="334">
                  <c:v>45048</c:v>
                </c:pt>
                <c:pt idx="335">
                  <c:v>45049</c:v>
                </c:pt>
                <c:pt idx="336">
                  <c:v>45050</c:v>
                </c:pt>
                <c:pt idx="337">
                  <c:v>45051</c:v>
                </c:pt>
                <c:pt idx="338">
                  <c:v>45054</c:v>
                </c:pt>
                <c:pt idx="339">
                  <c:v>45055</c:v>
                </c:pt>
                <c:pt idx="340">
                  <c:v>45056</c:v>
                </c:pt>
                <c:pt idx="341">
                  <c:v>45057</c:v>
                </c:pt>
                <c:pt idx="342">
                  <c:v>45058</c:v>
                </c:pt>
                <c:pt idx="343">
                  <c:v>45061</c:v>
                </c:pt>
                <c:pt idx="344">
                  <c:v>45062</c:v>
                </c:pt>
                <c:pt idx="345">
                  <c:v>45063</c:v>
                </c:pt>
                <c:pt idx="346">
                  <c:v>45064</c:v>
                </c:pt>
                <c:pt idx="347">
                  <c:v>45065</c:v>
                </c:pt>
                <c:pt idx="348">
                  <c:v>45068</c:v>
                </c:pt>
                <c:pt idx="349">
                  <c:v>45069</c:v>
                </c:pt>
                <c:pt idx="350">
                  <c:v>45070</c:v>
                </c:pt>
                <c:pt idx="351">
                  <c:v>45071</c:v>
                </c:pt>
                <c:pt idx="352">
                  <c:v>45072</c:v>
                </c:pt>
                <c:pt idx="353">
                  <c:v>45076</c:v>
                </c:pt>
                <c:pt idx="354">
                  <c:v>45077</c:v>
                </c:pt>
                <c:pt idx="355">
                  <c:v>45078</c:v>
                </c:pt>
                <c:pt idx="356">
                  <c:v>45079</c:v>
                </c:pt>
                <c:pt idx="357">
                  <c:v>45082</c:v>
                </c:pt>
                <c:pt idx="358">
                  <c:v>45083</c:v>
                </c:pt>
                <c:pt idx="359">
                  <c:v>45084</c:v>
                </c:pt>
                <c:pt idx="360">
                  <c:v>45085</c:v>
                </c:pt>
                <c:pt idx="361">
                  <c:v>45086</c:v>
                </c:pt>
                <c:pt idx="362">
                  <c:v>45089</c:v>
                </c:pt>
                <c:pt idx="363">
                  <c:v>45090</c:v>
                </c:pt>
                <c:pt idx="364">
                  <c:v>45091</c:v>
                </c:pt>
                <c:pt idx="365">
                  <c:v>45092</c:v>
                </c:pt>
                <c:pt idx="366">
                  <c:v>45093</c:v>
                </c:pt>
                <c:pt idx="367">
                  <c:v>45097</c:v>
                </c:pt>
                <c:pt idx="368">
                  <c:v>45098</c:v>
                </c:pt>
                <c:pt idx="369">
                  <c:v>45099</c:v>
                </c:pt>
                <c:pt idx="370">
                  <c:v>45100</c:v>
                </c:pt>
                <c:pt idx="371">
                  <c:v>45103</c:v>
                </c:pt>
                <c:pt idx="372">
                  <c:v>45104</c:v>
                </c:pt>
                <c:pt idx="373">
                  <c:v>45105</c:v>
                </c:pt>
                <c:pt idx="374">
                  <c:v>45106</c:v>
                </c:pt>
                <c:pt idx="375">
                  <c:v>45107</c:v>
                </c:pt>
                <c:pt idx="376">
                  <c:v>45110</c:v>
                </c:pt>
                <c:pt idx="377">
                  <c:v>45112</c:v>
                </c:pt>
                <c:pt idx="378">
                  <c:v>45113</c:v>
                </c:pt>
                <c:pt idx="379">
                  <c:v>45114</c:v>
                </c:pt>
                <c:pt idx="380">
                  <c:v>45117</c:v>
                </c:pt>
                <c:pt idx="381">
                  <c:v>45118</c:v>
                </c:pt>
                <c:pt idx="382">
                  <c:v>45119</c:v>
                </c:pt>
                <c:pt idx="383">
                  <c:v>45120</c:v>
                </c:pt>
                <c:pt idx="384">
                  <c:v>45121</c:v>
                </c:pt>
                <c:pt idx="385">
                  <c:v>45124</c:v>
                </c:pt>
                <c:pt idx="386">
                  <c:v>45125</c:v>
                </c:pt>
                <c:pt idx="387">
                  <c:v>45126</c:v>
                </c:pt>
                <c:pt idx="388">
                  <c:v>45127</c:v>
                </c:pt>
                <c:pt idx="389">
                  <c:v>45128</c:v>
                </c:pt>
                <c:pt idx="390">
                  <c:v>45131</c:v>
                </c:pt>
                <c:pt idx="391">
                  <c:v>45132</c:v>
                </c:pt>
                <c:pt idx="392">
                  <c:v>45133</c:v>
                </c:pt>
                <c:pt idx="393">
                  <c:v>45134</c:v>
                </c:pt>
                <c:pt idx="394">
                  <c:v>45135</c:v>
                </c:pt>
                <c:pt idx="395">
                  <c:v>45138</c:v>
                </c:pt>
                <c:pt idx="396">
                  <c:v>45139</c:v>
                </c:pt>
                <c:pt idx="397">
                  <c:v>45140</c:v>
                </c:pt>
                <c:pt idx="398">
                  <c:v>45141</c:v>
                </c:pt>
                <c:pt idx="399">
                  <c:v>45142</c:v>
                </c:pt>
                <c:pt idx="400">
                  <c:v>45145</c:v>
                </c:pt>
                <c:pt idx="401">
                  <c:v>45146</c:v>
                </c:pt>
                <c:pt idx="402">
                  <c:v>45147</c:v>
                </c:pt>
                <c:pt idx="403">
                  <c:v>45148</c:v>
                </c:pt>
                <c:pt idx="404">
                  <c:v>45149</c:v>
                </c:pt>
                <c:pt idx="405">
                  <c:v>45152</c:v>
                </c:pt>
                <c:pt idx="406">
                  <c:v>45153</c:v>
                </c:pt>
                <c:pt idx="407">
                  <c:v>45154</c:v>
                </c:pt>
                <c:pt idx="408">
                  <c:v>45155</c:v>
                </c:pt>
                <c:pt idx="409">
                  <c:v>45156</c:v>
                </c:pt>
                <c:pt idx="410">
                  <c:v>45159</c:v>
                </c:pt>
                <c:pt idx="411">
                  <c:v>45160</c:v>
                </c:pt>
                <c:pt idx="412">
                  <c:v>45161</c:v>
                </c:pt>
                <c:pt idx="413">
                  <c:v>45162</c:v>
                </c:pt>
                <c:pt idx="414">
                  <c:v>45163</c:v>
                </c:pt>
                <c:pt idx="415">
                  <c:v>45166</c:v>
                </c:pt>
                <c:pt idx="416">
                  <c:v>45167</c:v>
                </c:pt>
                <c:pt idx="417">
                  <c:v>45168</c:v>
                </c:pt>
                <c:pt idx="418">
                  <c:v>45169</c:v>
                </c:pt>
                <c:pt idx="419">
                  <c:v>45170</c:v>
                </c:pt>
                <c:pt idx="420">
                  <c:v>45174</c:v>
                </c:pt>
                <c:pt idx="421">
                  <c:v>45175</c:v>
                </c:pt>
                <c:pt idx="422">
                  <c:v>45176</c:v>
                </c:pt>
                <c:pt idx="423">
                  <c:v>45177</c:v>
                </c:pt>
                <c:pt idx="424">
                  <c:v>45180</c:v>
                </c:pt>
                <c:pt idx="425">
                  <c:v>45181</c:v>
                </c:pt>
                <c:pt idx="426">
                  <c:v>45182</c:v>
                </c:pt>
                <c:pt idx="427">
                  <c:v>45183</c:v>
                </c:pt>
                <c:pt idx="428">
                  <c:v>45184</c:v>
                </c:pt>
                <c:pt idx="429">
                  <c:v>45187</c:v>
                </c:pt>
                <c:pt idx="430">
                  <c:v>45188</c:v>
                </c:pt>
                <c:pt idx="431">
                  <c:v>45189</c:v>
                </c:pt>
                <c:pt idx="432">
                  <c:v>45190</c:v>
                </c:pt>
                <c:pt idx="433">
                  <c:v>45191</c:v>
                </c:pt>
                <c:pt idx="434">
                  <c:v>45194</c:v>
                </c:pt>
                <c:pt idx="435">
                  <c:v>45195</c:v>
                </c:pt>
                <c:pt idx="436">
                  <c:v>45196</c:v>
                </c:pt>
                <c:pt idx="437">
                  <c:v>45197</c:v>
                </c:pt>
                <c:pt idx="438">
                  <c:v>45198</c:v>
                </c:pt>
                <c:pt idx="439">
                  <c:v>45201</c:v>
                </c:pt>
                <c:pt idx="440">
                  <c:v>45202</c:v>
                </c:pt>
                <c:pt idx="441">
                  <c:v>45203</c:v>
                </c:pt>
                <c:pt idx="442">
                  <c:v>45204</c:v>
                </c:pt>
                <c:pt idx="443">
                  <c:v>45205</c:v>
                </c:pt>
                <c:pt idx="444">
                  <c:v>45208</c:v>
                </c:pt>
                <c:pt idx="445">
                  <c:v>45209</c:v>
                </c:pt>
                <c:pt idx="446">
                  <c:v>45210</c:v>
                </c:pt>
                <c:pt idx="447">
                  <c:v>45211</c:v>
                </c:pt>
                <c:pt idx="448">
                  <c:v>45212</c:v>
                </c:pt>
                <c:pt idx="449">
                  <c:v>45215</c:v>
                </c:pt>
                <c:pt idx="450">
                  <c:v>45216</c:v>
                </c:pt>
                <c:pt idx="451">
                  <c:v>45217</c:v>
                </c:pt>
                <c:pt idx="452">
                  <c:v>45218</c:v>
                </c:pt>
                <c:pt idx="453">
                  <c:v>45219</c:v>
                </c:pt>
                <c:pt idx="454">
                  <c:v>45222</c:v>
                </c:pt>
                <c:pt idx="455">
                  <c:v>45223</c:v>
                </c:pt>
                <c:pt idx="456">
                  <c:v>45224</c:v>
                </c:pt>
                <c:pt idx="457">
                  <c:v>45225</c:v>
                </c:pt>
                <c:pt idx="458">
                  <c:v>45226</c:v>
                </c:pt>
                <c:pt idx="459">
                  <c:v>45229</c:v>
                </c:pt>
                <c:pt idx="460">
                  <c:v>45230</c:v>
                </c:pt>
                <c:pt idx="461">
                  <c:v>45231</c:v>
                </c:pt>
                <c:pt idx="462">
                  <c:v>45232</c:v>
                </c:pt>
                <c:pt idx="463">
                  <c:v>45233</c:v>
                </c:pt>
                <c:pt idx="464">
                  <c:v>45236</c:v>
                </c:pt>
                <c:pt idx="465">
                  <c:v>45237</c:v>
                </c:pt>
                <c:pt idx="466">
                  <c:v>45238</c:v>
                </c:pt>
                <c:pt idx="467">
                  <c:v>45239</c:v>
                </c:pt>
                <c:pt idx="468">
                  <c:v>45240</c:v>
                </c:pt>
                <c:pt idx="469">
                  <c:v>45243</c:v>
                </c:pt>
                <c:pt idx="470">
                  <c:v>45244</c:v>
                </c:pt>
                <c:pt idx="471">
                  <c:v>45245</c:v>
                </c:pt>
                <c:pt idx="472">
                  <c:v>45246</c:v>
                </c:pt>
                <c:pt idx="473">
                  <c:v>45247</c:v>
                </c:pt>
                <c:pt idx="474">
                  <c:v>45250</c:v>
                </c:pt>
                <c:pt idx="475">
                  <c:v>45251</c:v>
                </c:pt>
                <c:pt idx="476">
                  <c:v>45252</c:v>
                </c:pt>
                <c:pt idx="477">
                  <c:v>45254</c:v>
                </c:pt>
                <c:pt idx="478">
                  <c:v>45257</c:v>
                </c:pt>
                <c:pt idx="479">
                  <c:v>45258</c:v>
                </c:pt>
                <c:pt idx="480">
                  <c:v>45259</c:v>
                </c:pt>
                <c:pt idx="481">
                  <c:v>45260</c:v>
                </c:pt>
                <c:pt idx="482">
                  <c:v>45261</c:v>
                </c:pt>
                <c:pt idx="483">
                  <c:v>45264</c:v>
                </c:pt>
                <c:pt idx="484">
                  <c:v>45265</c:v>
                </c:pt>
                <c:pt idx="485">
                  <c:v>45266</c:v>
                </c:pt>
                <c:pt idx="486">
                  <c:v>45267</c:v>
                </c:pt>
                <c:pt idx="487">
                  <c:v>45268</c:v>
                </c:pt>
                <c:pt idx="488">
                  <c:v>45271</c:v>
                </c:pt>
                <c:pt idx="489">
                  <c:v>45272</c:v>
                </c:pt>
                <c:pt idx="490">
                  <c:v>45273</c:v>
                </c:pt>
                <c:pt idx="491">
                  <c:v>45274</c:v>
                </c:pt>
                <c:pt idx="492">
                  <c:v>45275</c:v>
                </c:pt>
                <c:pt idx="493">
                  <c:v>45278</c:v>
                </c:pt>
                <c:pt idx="494">
                  <c:v>45279</c:v>
                </c:pt>
                <c:pt idx="495">
                  <c:v>45280</c:v>
                </c:pt>
                <c:pt idx="496">
                  <c:v>45281</c:v>
                </c:pt>
                <c:pt idx="497">
                  <c:v>45282</c:v>
                </c:pt>
                <c:pt idx="498">
                  <c:v>45286</c:v>
                </c:pt>
                <c:pt idx="499">
                  <c:v>45287</c:v>
                </c:pt>
                <c:pt idx="500">
                  <c:v>45288</c:v>
                </c:pt>
                <c:pt idx="501">
                  <c:v>45289</c:v>
                </c:pt>
                <c:pt idx="502">
                  <c:v>45293</c:v>
                </c:pt>
                <c:pt idx="503">
                  <c:v>45294</c:v>
                </c:pt>
                <c:pt idx="504">
                  <c:v>45295</c:v>
                </c:pt>
                <c:pt idx="505">
                  <c:v>45296</c:v>
                </c:pt>
                <c:pt idx="506">
                  <c:v>45299</c:v>
                </c:pt>
                <c:pt idx="507">
                  <c:v>45300</c:v>
                </c:pt>
                <c:pt idx="508">
                  <c:v>45301</c:v>
                </c:pt>
                <c:pt idx="509">
                  <c:v>45302</c:v>
                </c:pt>
                <c:pt idx="510">
                  <c:v>45303</c:v>
                </c:pt>
                <c:pt idx="511">
                  <c:v>45307</c:v>
                </c:pt>
                <c:pt idx="512">
                  <c:v>45308</c:v>
                </c:pt>
                <c:pt idx="513">
                  <c:v>45309</c:v>
                </c:pt>
                <c:pt idx="514">
                  <c:v>45310</c:v>
                </c:pt>
                <c:pt idx="515">
                  <c:v>45313</c:v>
                </c:pt>
                <c:pt idx="516">
                  <c:v>45314</c:v>
                </c:pt>
                <c:pt idx="517">
                  <c:v>45315</c:v>
                </c:pt>
                <c:pt idx="518">
                  <c:v>45316</c:v>
                </c:pt>
                <c:pt idx="519">
                  <c:v>45317</c:v>
                </c:pt>
                <c:pt idx="520">
                  <c:v>45320</c:v>
                </c:pt>
                <c:pt idx="521">
                  <c:v>45321</c:v>
                </c:pt>
                <c:pt idx="522">
                  <c:v>45322</c:v>
                </c:pt>
                <c:pt idx="523">
                  <c:v>45323</c:v>
                </c:pt>
                <c:pt idx="524">
                  <c:v>45324</c:v>
                </c:pt>
                <c:pt idx="525">
                  <c:v>45327</c:v>
                </c:pt>
                <c:pt idx="526">
                  <c:v>45328</c:v>
                </c:pt>
                <c:pt idx="527">
                  <c:v>45329</c:v>
                </c:pt>
                <c:pt idx="528">
                  <c:v>45330</c:v>
                </c:pt>
                <c:pt idx="529">
                  <c:v>45331</c:v>
                </c:pt>
                <c:pt idx="530">
                  <c:v>45334</c:v>
                </c:pt>
                <c:pt idx="531">
                  <c:v>45335</c:v>
                </c:pt>
                <c:pt idx="532">
                  <c:v>45336</c:v>
                </c:pt>
                <c:pt idx="533">
                  <c:v>45337</c:v>
                </c:pt>
                <c:pt idx="534">
                  <c:v>45338</c:v>
                </c:pt>
                <c:pt idx="535">
                  <c:v>45342</c:v>
                </c:pt>
                <c:pt idx="536">
                  <c:v>45343</c:v>
                </c:pt>
                <c:pt idx="537">
                  <c:v>45344</c:v>
                </c:pt>
                <c:pt idx="538">
                  <c:v>45345</c:v>
                </c:pt>
                <c:pt idx="539">
                  <c:v>45348</c:v>
                </c:pt>
                <c:pt idx="540">
                  <c:v>45349</c:v>
                </c:pt>
                <c:pt idx="541">
                  <c:v>45350</c:v>
                </c:pt>
                <c:pt idx="542">
                  <c:v>45351</c:v>
                </c:pt>
                <c:pt idx="543">
                  <c:v>45352</c:v>
                </c:pt>
                <c:pt idx="544">
                  <c:v>45355</c:v>
                </c:pt>
                <c:pt idx="545">
                  <c:v>45356</c:v>
                </c:pt>
                <c:pt idx="546">
                  <c:v>45357</c:v>
                </c:pt>
                <c:pt idx="547">
                  <c:v>45358</c:v>
                </c:pt>
                <c:pt idx="548">
                  <c:v>45359</c:v>
                </c:pt>
                <c:pt idx="549">
                  <c:v>45362</c:v>
                </c:pt>
                <c:pt idx="550">
                  <c:v>45363</c:v>
                </c:pt>
                <c:pt idx="551">
                  <c:v>45364</c:v>
                </c:pt>
                <c:pt idx="552">
                  <c:v>45365</c:v>
                </c:pt>
                <c:pt idx="553">
                  <c:v>45366</c:v>
                </c:pt>
                <c:pt idx="554">
                  <c:v>45369</c:v>
                </c:pt>
                <c:pt idx="555">
                  <c:v>45370</c:v>
                </c:pt>
                <c:pt idx="556">
                  <c:v>45371</c:v>
                </c:pt>
                <c:pt idx="557">
                  <c:v>45372</c:v>
                </c:pt>
                <c:pt idx="558">
                  <c:v>45373</c:v>
                </c:pt>
                <c:pt idx="559">
                  <c:v>45376</c:v>
                </c:pt>
                <c:pt idx="560">
                  <c:v>45377</c:v>
                </c:pt>
                <c:pt idx="561">
                  <c:v>45378</c:v>
                </c:pt>
                <c:pt idx="562">
                  <c:v>45379</c:v>
                </c:pt>
                <c:pt idx="563">
                  <c:v>45383</c:v>
                </c:pt>
                <c:pt idx="564">
                  <c:v>45384</c:v>
                </c:pt>
                <c:pt idx="565">
                  <c:v>45385</c:v>
                </c:pt>
                <c:pt idx="566">
                  <c:v>45386</c:v>
                </c:pt>
                <c:pt idx="567">
                  <c:v>45387</c:v>
                </c:pt>
                <c:pt idx="568">
                  <c:v>45390</c:v>
                </c:pt>
                <c:pt idx="569">
                  <c:v>45391</c:v>
                </c:pt>
                <c:pt idx="570">
                  <c:v>45392</c:v>
                </c:pt>
                <c:pt idx="571">
                  <c:v>45393</c:v>
                </c:pt>
                <c:pt idx="572">
                  <c:v>45394</c:v>
                </c:pt>
                <c:pt idx="573">
                  <c:v>45397</c:v>
                </c:pt>
                <c:pt idx="574">
                  <c:v>45398</c:v>
                </c:pt>
                <c:pt idx="575">
                  <c:v>45399</c:v>
                </c:pt>
                <c:pt idx="576">
                  <c:v>45400</c:v>
                </c:pt>
                <c:pt idx="577">
                  <c:v>45401</c:v>
                </c:pt>
                <c:pt idx="578">
                  <c:v>45404</c:v>
                </c:pt>
                <c:pt idx="579">
                  <c:v>45405</c:v>
                </c:pt>
                <c:pt idx="580">
                  <c:v>45406</c:v>
                </c:pt>
                <c:pt idx="581">
                  <c:v>45407</c:v>
                </c:pt>
                <c:pt idx="582">
                  <c:v>45408</c:v>
                </c:pt>
                <c:pt idx="583">
                  <c:v>45411</c:v>
                </c:pt>
                <c:pt idx="584">
                  <c:v>45412</c:v>
                </c:pt>
                <c:pt idx="585">
                  <c:v>45413</c:v>
                </c:pt>
                <c:pt idx="586">
                  <c:v>45414</c:v>
                </c:pt>
                <c:pt idx="587">
                  <c:v>45415</c:v>
                </c:pt>
                <c:pt idx="588">
                  <c:v>45418</c:v>
                </c:pt>
                <c:pt idx="589">
                  <c:v>45419</c:v>
                </c:pt>
                <c:pt idx="590">
                  <c:v>45420</c:v>
                </c:pt>
                <c:pt idx="591">
                  <c:v>45421</c:v>
                </c:pt>
                <c:pt idx="592">
                  <c:v>45422</c:v>
                </c:pt>
                <c:pt idx="593">
                  <c:v>45425</c:v>
                </c:pt>
                <c:pt idx="594">
                  <c:v>45426</c:v>
                </c:pt>
                <c:pt idx="595">
                  <c:v>45427</c:v>
                </c:pt>
                <c:pt idx="596">
                  <c:v>45428</c:v>
                </c:pt>
                <c:pt idx="597">
                  <c:v>45429</c:v>
                </c:pt>
                <c:pt idx="598">
                  <c:v>45432</c:v>
                </c:pt>
                <c:pt idx="599">
                  <c:v>45433</c:v>
                </c:pt>
                <c:pt idx="600">
                  <c:v>45434</c:v>
                </c:pt>
                <c:pt idx="601">
                  <c:v>45435</c:v>
                </c:pt>
                <c:pt idx="602">
                  <c:v>45436</c:v>
                </c:pt>
                <c:pt idx="603">
                  <c:v>45440</c:v>
                </c:pt>
                <c:pt idx="604">
                  <c:v>45441</c:v>
                </c:pt>
                <c:pt idx="605">
                  <c:v>45442</c:v>
                </c:pt>
                <c:pt idx="606">
                  <c:v>45443</c:v>
                </c:pt>
                <c:pt idx="607">
                  <c:v>45446</c:v>
                </c:pt>
                <c:pt idx="608">
                  <c:v>45447</c:v>
                </c:pt>
                <c:pt idx="609">
                  <c:v>45448</c:v>
                </c:pt>
                <c:pt idx="610">
                  <c:v>45449</c:v>
                </c:pt>
                <c:pt idx="611">
                  <c:v>45450</c:v>
                </c:pt>
                <c:pt idx="612">
                  <c:v>45453</c:v>
                </c:pt>
                <c:pt idx="613">
                  <c:v>45454</c:v>
                </c:pt>
                <c:pt idx="614">
                  <c:v>45455</c:v>
                </c:pt>
                <c:pt idx="615">
                  <c:v>45456</c:v>
                </c:pt>
                <c:pt idx="616">
                  <c:v>45457</c:v>
                </c:pt>
                <c:pt idx="617">
                  <c:v>45460</c:v>
                </c:pt>
                <c:pt idx="618">
                  <c:v>45461</c:v>
                </c:pt>
                <c:pt idx="619">
                  <c:v>45463</c:v>
                </c:pt>
                <c:pt idx="620">
                  <c:v>45464</c:v>
                </c:pt>
                <c:pt idx="621">
                  <c:v>45467</c:v>
                </c:pt>
                <c:pt idx="622">
                  <c:v>45468</c:v>
                </c:pt>
                <c:pt idx="623">
                  <c:v>45469</c:v>
                </c:pt>
                <c:pt idx="624">
                  <c:v>45470</c:v>
                </c:pt>
                <c:pt idx="625">
                  <c:v>45471</c:v>
                </c:pt>
                <c:pt idx="626">
                  <c:v>45474</c:v>
                </c:pt>
                <c:pt idx="627">
                  <c:v>45475</c:v>
                </c:pt>
                <c:pt idx="628">
                  <c:v>45476</c:v>
                </c:pt>
                <c:pt idx="629">
                  <c:v>45478</c:v>
                </c:pt>
                <c:pt idx="630">
                  <c:v>45481</c:v>
                </c:pt>
                <c:pt idx="631">
                  <c:v>45482</c:v>
                </c:pt>
                <c:pt idx="632">
                  <c:v>45483</c:v>
                </c:pt>
                <c:pt idx="633">
                  <c:v>45484</c:v>
                </c:pt>
                <c:pt idx="634">
                  <c:v>45485</c:v>
                </c:pt>
                <c:pt idx="635">
                  <c:v>45488</c:v>
                </c:pt>
                <c:pt idx="636">
                  <c:v>45489</c:v>
                </c:pt>
                <c:pt idx="637">
                  <c:v>45490</c:v>
                </c:pt>
                <c:pt idx="638">
                  <c:v>45491</c:v>
                </c:pt>
                <c:pt idx="639">
                  <c:v>45492</c:v>
                </c:pt>
                <c:pt idx="640">
                  <c:v>45495</c:v>
                </c:pt>
                <c:pt idx="641">
                  <c:v>45496</c:v>
                </c:pt>
                <c:pt idx="642">
                  <c:v>45497</c:v>
                </c:pt>
                <c:pt idx="643">
                  <c:v>45498</c:v>
                </c:pt>
                <c:pt idx="644">
                  <c:v>45499</c:v>
                </c:pt>
                <c:pt idx="645">
                  <c:v>45502</c:v>
                </c:pt>
                <c:pt idx="646">
                  <c:v>45503</c:v>
                </c:pt>
                <c:pt idx="647">
                  <c:v>45504</c:v>
                </c:pt>
                <c:pt idx="648">
                  <c:v>45505</c:v>
                </c:pt>
                <c:pt idx="649">
                  <c:v>45506</c:v>
                </c:pt>
                <c:pt idx="650">
                  <c:v>45509</c:v>
                </c:pt>
                <c:pt idx="651">
                  <c:v>45510</c:v>
                </c:pt>
                <c:pt idx="652">
                  <c:v>45511</c:v>
                </c:pt>
                <c:pt idx="653">
                  <c:v>45512</c:v>
                </c:pt>
                <c:pt idx="654">
                  <c:v>45513</c:v>
                </c:pt>
                <c:pt idx="655">
                  <c:v>45516</c:v>
                </c:pt>
                <c:pt idx="656">
                  <c:v>45517</c:v>
                </c:pt>
                <c:pt idx="657">
                  <c:v>45518</c:v>
                </c:pt>
                <c:pt idx="658">
                  <c:v>45519</c:v>
                </c:pt>
                <c:pt idx="659">
                  <c:v>45520</c:v>
                </c:pt>
                <c:pt idx="660">
                  <c:v>45523</c:v>
                </c:pt>
                <c:pt idx="661">
                  <c:v>45524</c:v>
                </c:pt>
                <c:pt idx="662">
                  <c:v>45525</c:v>
                </c:pt>
                <c:pt idx="663">
                  <c:v>45526</c:v>
                </c:pt>
                <c:pt idx="664">
                  <c:v>45527</c:v>
                </c:pt>
                <c:pt idx="665">
                  <c:v>45530</c:v>
                </c:pt>
                <c:pt idx="666">
                  <c:v>45531</c:v>
                </c:pt>
                <c:pt idx="667">
                  <c:v>45532</c:v>
                </c:pt>
                <c:pt idx="668">
                  <c:v>45533</c:v>
                </c:pt>
                <c:pt idx="669">
                  <c:v>45534</c:v>
                </c:pt>
                <c:pt idx="670">
                  <c:v>45538</c:v>
                </c:pt>
                <c:pt idx="671">
                  <c:v>45539</c:v>
                </c:pt>
                <c:pt idx="672">
                  <c:v>45540</c:v>
                </c:pt>
                <c:pt idx="673">
                  <c:v>45541</c:v>
                </c:pt>
                <c:pt idx="674">
                  <c:v>45544</c:v>
                </c:pt>
                <c:pt idx="675">
                  <c:v>45545</c:v>
                </c:pt>
                <c:pt idx="676">
                  <c:v>45546</c:v>
                </c:pt>
                <c:pt idx="677">
                  <c:v>45547</c:v>
                </c:pt>
                <c:pt idx="678">
                  <c:v>45548</c:v>
                </c:pt>
                <c:pt idx="679">
                  <c:v>45551</c:v>
                </c:pt>
                <c:pt idx="680">
                  <c:v>45552</c:v>
                </c:pt>
                <c:pt idx="681">
                  <c:v>45553</c:v>
                </c:pt>
                <c:pt idx="682">
                  <c:v>45554</c:v>
                </c:pt>
                <c:pt idx="683">
                  <c:v>45555</c:v>
                </c:pt>
                <c:pt idx="684">
                  <c:v>45558</c:v>
                </c:pt>
                <c:pt idx="685">
                  <c:v>45559</c:v>
                </c:pt>
                <c:pt idx="686">
                  <c:v>45560</c:v>
                </c:pt>
                <c:pt idx="687">
                  <c:v>45561</c:v>
                </c:pt>
                <c:pt idx="688">
                  <c:v>45562</c:v>
                </c:pt>
                <c:pt idx="689">
                  <c:v>45565</c:v>
                </c:pt>
                <c:pt idx="690">
                  <c:v>45566</c:v>
                </c:pt>
                <c:pt idx="691">
                  <c:v>45567</c:v>
                </c:pt>
                <c:pt idx="692">
                  <c:v>45568</c:v>
                </c:pt>
                <c:pt idx="693">
                  <c:v>45569</c:v>
                </c:pt>
                <c:pt idx="694">
                  <c:v>45572</c:v>
                </c:pt>
                <c:pt idx="695">
                  <c:v>45573</c:v>
                </c:pt>
                <c:pt idx="696">
                  <c:v>45574</c:v>
                </c:pt>
                <c:pt idx="697">
                  <c:v>45575</c:v>
                </c:pt>
                <c:pt idx="698">
                  <c:v>45576</c:v>
                </c:pt>
                <c:pt idx="699">
                  <c:v>45579</c:v>
                </c:pt>
                <c:pt idx="700">
                  <c:v>45580</c:v>
                </c:pt>
                <c:pt idx="701">
                  <c:v>45581</c:v>
                </c:pt>
                <c:pt idx="702">
                  <c:v>45582</c:v>
                </c:pt>
                <c:pt idx="703">
                  <c:v>45583</c:v>
                </c:pt>
                <c:pt idx="704">
                  <c:v>45586</c:v>
                </c:pt>
                <c:pt idx="705">
                  <c:v>45587</c:v>
                </c:pt>
                <c:pt idx="706">
                  <c:v>45588</c:v>
                </c:pt>
                <c:pt idx="707">
                  <c:v>45589</c:v>
                </c:pt>
                <c:pt idx="708">
                  <c:v>45590</c:v>
                </c:pt>
                <c:pt idx="709">
                  <c:v>45593</c:v>
                </c:pt>
                <c:pt idx="710">
                  <c:v>45594</c:v>
                </c:pt>
                <c:pt idx="711">
                  <c:v>45595</c:v>
                </c:pt>
                <c:pt idx="712">
                  <c:v>45596</c:v>
                </c:pt>
                <c:pt idx="713">
                  <c:v>45597</c:v>
                </c:pt>
                <c:pt idx="714">
                  <c:v>45600</c:v>
                </c:pt>
                <c:pt idx="715">
                  <c:v>45601</c:v>
                </c:pt>
                <c:pt idx="716">
                  <c:v>45602</c:v>
                </c:pt>
                <c:pt idx="717">
                  <c:v>45603</c:v>
                </c:pt>
                <c:pt idx="718">
                  <c:v>45604</c:v>
                </c:pt>
                <c:pt idx="719">
                  <c:v>45607</c:v>
                </c:pt>
                <c:pt idx="720">
                  <c:v>45608</c:v>
                </c:pt>
                <c:pt idx="721">
                  <c:v>45609</c:v>
                </c:pt>
                <c:pt idx="722">
                  <c:v>45610</c:v>
                </c:pt>
                <c:pt idx="723">
                  <c:v>45611</c:v>
                </c:pt>
                <c:pt idx="724">
                  <c:v>45614</c:v>
                </c:pt>
                <c:pt idx="725">
                  <c:v>45615</c:v>
                </c:pt>
                <c:pt idx="726">
                  <c:v>45616</c:v>
                </c:pt>
                <c:pt idx="727">
                  <c:v>45617</c:v>
                </c:pt>
                <c:pt idx="728">
                  <c:v>45618</c:v>
                </c:pt>
                <c:pt idx="729">
                  <c:v>45621</c:v>
                </c:pt>
                <c:pt idx="730">
                  <c:v>45622</c:v>
                </c:pt>
                <c:pt idx="731">
                  <c:v>45623</c:v>
                </c:pt>
                <c:pt idx="732">
                  <c:v>45625</c:v>
                </c:pt>
                <c:pt idx="733">
                  <c:v>45628</c:v>
                </c:pt>
                <c:pt idx="734">
                  <c:v>45629</c:v>
                </c:pt>
                <c:pt idx="735">
                  <c:v>45630</c:v>
                </c:pt>
                <c:pt idx="736">
                  <c:v>45631</c:v>
                </c:pt>
                <c:pt idx="737">
                  <c:v>45632</c:v>
                </c:pt>
                <c:pt idx="738">
                  <c:v>45635</c:v>
                </c:pt>
                <c:pt idx="739">
                  <c:v>45636</c:v>
                </c:pt>
                <c:pt idx="740">
                  <c:v>45637</c:v>
                </c:pt>
                <c:pt idx="741">
                  <c:v>45638</c:v>
                </c:pt>
                <c:pt idx="742">
                  <c:v>45639</c:v>
                </c:pt>
                <c:pt idx="743">
                  <c:v>45642</c:v>
                </c:pt>
                <c:pt idx="744">
                  <c:v>45643</c:v>
                </c:pt>
                <c:pt idx="745">
                  <c:v>45644</c:v>
                </c:pt>
                <c:pt idx="746">
                  <c:v>45645</c:v>
                </c:pt>
                <c:pt idx="747">
                  <c:v>45646</c:v>
                </c:pt>
                <c:pt idx="748">
                  <c:v>45649</c:v>
                </c:pt>
                <c:pt idx="749">
                  <c:v>45650</c:v>
                </c:pt>
                <c:pt idx="750">
                  <c:v>45652</c:v>
                </c:pt>
                <c:pt idx="751">
                  <c:v>45653</c:v>
                </c:pt>
                <c:pt idx="752">
                  <c:v>45656</c:v>
                </c:pt>
                <c:pt idx="753">
                  <c:v>45657</c:v>
                </c:pt>
                <c:pt idx="754">
                  <c:v>45659</c:v>
                </c:pt>
                <c:pt idx="755">
                  <c:v>45660</c:v>
                </c:pt>
                <c:pt idx="756">
                  <c:v>45663</c:v>
                </c:pt>
                <c:pt idx="757">
                  <c:v>45664</c:v>
                </c:pt>
                <c:pt idx="758">
                  <c:v>45665</c:v>
                </c:pt>
                <c:pt idx="759">
                  <c:v>45667</c:v>
                </c:pt>
                <c:pt idx="760">
                  <c:v>45670</c:v>
                </c:pt>
                <c:pt idx="761">
                  <c:v>45671</c:v>
                </c:pt>
                <c:pt idx="762">
                  <c:v>45672</c:v>
                </c:pt>
                <c:pt idx="763">
                  <c:v>45673</c:v>
                </c:pt>
                <c:pt idx="764">
                  <c:v>45674</c:v>
                </c:pt>
                <c:pt idx="765">
                  <c:v>45678</c:v>
                </c:pt>
                <c:pt idx="766">
                  <c:v>45679</c:v>
                </c:pt>
                <c:pt idx="767">
                  <c:v>45680</c:v>
                </c:pt>
                <c:pt idx="768">
                  <c:v>45681</c:v>
                </c:pt>
                <c:pt idx="769">
                  <c:v>45684</c:v>
                </c:pt>
                <c:pt idx="770">
                  <c:v>45685</c:v>
                </c:pt>
                <c:pt idx="771">
                  <c:v>45686</c:v>
                </c:pt>
                <c:pt idx="772">
                  <c:v>45687</c:v>
                </c:pt>
                <c:pt idx="773">
                  <c:v>45688</c:v>
                </c:pt>
                <c:pt idx="774">
                  <c:v>45691</c:v>
                </c:pt>
                <c:pt idx="775">
                  <c:v>45692</c:v>
                </c:pt>
                <c:pt idx="776">
                  <c:v>45693</c:v>
                </c:pt>
                <c:pt idx="777">
                  <c:v>45694</c:v>
                </c:pt>
                <c:pt idx="778">
                  <c:v>45695</c:v>
                </c:pt>
                <c:pt idx="779">
                  <c:v>45698</c:v>
                </c:pt>
                <c:pt idx="780">
                  <c:v>45699</c:v>
                </c:pt>
                <c:pt idx="781">
                  <c:v>45700</c:v>
                </c:pt>
                <c:pt idx="782">
                  <c:v>45701</c:v>
                </c:pt>
                <c:pt idx="783">
                  <c:v>45702</c:v>
                </c:pt>
                <c:pt idx="784">
                  <c:v>45706</c:v>
                </c:pt>
                <c:pt idx="785">
                  <c:v>45707</c:v>
                </c:pt>
                <c:pt idx="786">
                  <c:v>45708</c:v>
                </c:pt>
                <c:pt idx="787">
                  <c:v>45709</c:v>
                </c:pt>
                <c:pt idx="788">
                  <c:v>45712</c:v>
                </c:pt>
                <c:pt idx="789">
                  <c:v>45713</c:v>
                </c:pt>
                <c:pt idx="790">
                  <c:v>45714</c:v>
                </c:pt>
                <c:pt idx="791">
                  <c:v>45715</c:v>
                </c:pt>
                <c:pt idx="792">
                  <c:v>45716</c:v>
                </c:pt>
                <c:pt idx="793">
                  <c:v>45719</c:v>
                </c:pt>
                <c:pt idx="794">
                  <c:v>45720</c:v>
                </c:pt>
                <c:pt idx="795">
                  <c:v>45721</c:v>
                </c:pt>
                <c:pt idx="796">
                  <c:v>45722</c:v>
                </c:pt>
                <c:pt idx="797">
                  <c:v>45723</c:v>
                </c:pt>
                <c:pt idx="798">
                  <c:v>45726</c:v>
                </c:pt>
                <c:pt idx="799">
                  <c:v>45727</c:v>
                </c:pt>
                <c:pt idx="800">
                  <c:v>45728</c:v>
                </c:pt>
                <c:pt idx="801">
                  <c:v>45729</c:v>
                </c:pt>
                <c:pt idx="802">
                  <c:v>45730</c:v>
                </c:pt>
                <c:pt idx="803">
                  <c:v>45733</c:v>
                </c:pt>
                <c:pt idx="804">
                  <c:v>45734</c:v>
                </c:pt>
                <c:pt idx="805">
                  <c:v>45735</c:v>
                </c:pt>
                <c:pt idx="806">
                  <c:v>45736</c:v>
                </c:pt>
                <c:pt idx="807">
                  <c:v>45737</c:v>
                </c:pt>
                <c:pt idx="808">
                  <c:v>45740</c:v>
                </c:pt>
                <c:pt idx="809">
                  <c:v>45741</c:v>
                </c:pt>
                <c:pt idx="810">
                  <c:v>45742</c:v>
                </c:pt>
                <c:pt idx="811">
                  <c:v>45743</c:v>
                </c:pt>
                <c:pt idx="812">
                  <c:v>45744</c:v>
                </c:pt>
                <c:pt idx="813">
                  <c:v>45747</c:v>
                </c:pt>
                <c:pt idx="814">
                  <c:v>45748</c:v>
                </c:pt>
                <c:pt idx="815">
                  <c:v>45749</c:v>
                </c:pt>
                <c:pt idx="816">
                  <c:v>45750</c:v>
                </c:pt>
                <c:pt idx="817">
                  <c:v>45751</c:v>
                </c:pt>
                <c:pt idx="818">
                  <c:v>45754</c:v>
                </c:pt>
                <c:pt idx="819">
                  <c:v>45755</c:v>
                </c:pt>
                <c:pt idx="820">
                  <c:v>45756</c:v>
                </c:pt>
                <c:pt idx="821">
                  <c:v>45757</c:v>
                </c:pt>
                <c:pt idx="822">
                  <c:v>45758</c:v>
                </c:pt>
                <c:pt idx="823">
                  <c:v>45761</c:v>
                </c:pt>
                <c:pt idx="824">
                  <c:v>45762</c:v>
                </c:pt>
                <c:pt idx="825">
                  <c:v>45763</c:v>
                </c:pt>
                <c:pt idx="826">
                  <c:v>45764</c:v>
                </c:pt>
                <c:pt idx="827">
                  <c:v>45768</c:v>
                </c:pt>
                <c:pt idx="828">
                  <c:v>45769</c:v>
                </c:pt>
                <c:pt idx="829">
                  <c:v>45770</c:v>
                </c:pt>
                <c:pt idx="830">
                  <c:v>45771</c:v>
                </c:pt>
                <c:pt idx="831">
                  <c:v>45772</c:v>
                </c:pt>
                <c:pt idx="832">
                  <c:v>45775</c:v>
                </c:pt>
                <c:pt idx="833">
                  <c:v>45776</c:v>
                </c:pt>
                <c:pt idx="834">
                  <c:v>45777</c:v>
                </c:pt>
                <c:pt idx="835">
                  <c:v>45778</c:v>
                </c:pt>
                <c:pt idx="836">
                  <c:v>45779</c:v>
                </c:pt>
                <c:pt idx="837">
                  <c:v>45782</c:v>
                </c:pt>
                <c:pt idx="838">
                  <c:v>45783</c:v>
                </c:pt>
                <c:pt idx="839">
                  <c:v>45784</c:v>
                </c:pt>
                <c:pt idx="840">
                  <c:v>45785</c:v>
                </c:pt>
                <c:pt idx="841">
                  <c:v>45786</c:v>
                </c:pt>
                <c:pt idx="842">
                  <c:v>45789</c:v>
                </c:pt>
                <c:pt idx="843">
                  <c:v>45790</c:v>
                </c:pt>
                <c:pt idx="844">
                  <c:v>45791</c:v>
                </c:pt>
                <c:pt idx="845">
                  <c:v>45792</c:v>
                </c:pt>
                <c:pt idx="846">
                  <c:v>45793</c:v>
                </c:pt>
                <c:pt idx="847">
                  <c:v>45796</c:v>
                </c:pt>
                <c:pt idx="848">
                  <c:v>45797</c:v>
                </c:pt>
                <c:pt idx="849">
                  <c:v>45798</c:v>
                </c:pt>
                <c:pt idx="850">
                  <c:v>45799</c:v>
                </c:pt>
                <c:pt idx="851">
                  <c:v>45800</c:v>
                </c:pt>
                <c:pt idx="852">
                  <c:v>45804</c:v>
                </c:pt>
                <c:pt idx="853">
                  <c:v>45805</c:v>
                </c:pt>
                <c:pt idx="854">
                  <c:v>45806</c:v>
                </c:pt>
                <c:pt idx="855">
                  <c:v>45807</c:v>
                </c:pt>
                <c:pt idx="856">
                  <c:v>45810</c:v>
                </c:pt>
                <c:pt idx="857">
                  <c:v>45811</c:v>
                </c:pt>
                <c:pt idx="858">
                  <c:v>45812</c:v>
                </c:pt>
                <c:pt idx="859">
                  <c:v>45813</c:v>
                </c:pt>
                <c:pt idx="860">
                  <c:v>45814</c:v>
                </c:pt>
                <c:pt idx="861">
                  <c:v>45817</c:v>
                </c:pt>
                <c:pt idx="862">
                  <c:v>45818</c:v>
                </c:pt>
                <c:pt idx="863">
                  <c:v>45819</c:v>
                </c:pt>
                <c:pt idx="864">
                  <c:v>45820</c:v>
                </c:pt>
                <c:pt idx="865">
                  <c:v>45821</c:v>
                </c:pt>
                <c:pt idx="866">
                  <c:v>45824</c:v>
                </c:pt>
                <c:pt idx="867">
                  <c:v>45825</c:v>
                </c:pt>
                <c:pt idx="868">
                  <c:v>45826</c:v>
                </c:pt>
                <c:pt idx="869">
                  <c:v>45828</c:v>
                </c:pt>
                <c:pt idx="870">
                  <c:v>45831</c:v>
                </c:pt>
                <c:pt idx="871">
                  <c:v>45832</c:v>
                </c:pt>
                <c:pt idx="872">
                  <c:v>45833</c:v>
                </c:pt>
                <c:pt idx="873">
                  <c:v>45834</c:v>
                </c:pt>
                <c:pt idx="874">
                  <c:v>45835</c:v>
                </c:pt>
                <c:pt idx="875">
                  <c:v>45838</c:v>
                </c:pt>
                <c:pt idx="876">
                  <c:v>45839</c:v>
                </c:pt>
                <c:pt idx="877">
                  <c:v>45840</c:v>
                </c:pt>
                <c:pt idx="878">
                  <c:v>45841</c:v>
                </c:pt>
                <c:pt idx="879">
                  <c:v>45845</c:v>
                </c:pt>
                <c:pt idx="880">
                  <c:v>45846</c:v>
                </c:pt>
                <c:pt idx="881">
                  <c:v>45847</c:v>
                </c:pt>
                <c:pt idx="882">
                  <c:v>45848</c:v>
                </c:pt>
                <c:pt idx="883">
                  <c:v>45849</c:v>
                </c:pt>
                <c:pt idx="884">
                  <c:v>45852</c:v>
                </c:pt>
                <c:pt idx="885">
                  <c:v>45853</c:v>
                </c:pt>
                <c:pt idx="886">
                  <c:v>45854</c:v>
                </c:pt>
                <c:pt idx="887">
                  <c:v>45855</c:v>
                </c:pt>
                <c:pt idx="888">
                  <c:v>45856</c:v>
                </c:pt>
                <c:pt idx="889">
                  <c:v>45859</c:v>
                </c:pt>
                <c:pt idx="890">
                  <c:v>45860</c:v>
                </c:pt>
                <c:pt idx="891">
                  <c:v>45861</c:v>
                </c:pt>
                <c:pt idx="892">
                  <c:v>45862</c:v>
                </c:pt>
                <c:pt idx="893">
                  <c:v>45863</c:v>
                </c:pt>
                <c:pt idx="894">
                  <c:v>45866</c:v>
                </c:pt>
                <c:pt idx="895">
                  <c:v>45867</c:v>
                </c:pt>
                <c:pt idx="896">
                  <c:v>45868</c:v>
                </c:pt>
                <c:pt idx="897">
                  <c:v>45869</c:v>
                </c:pt>
                <c:pt idx="898">
                  <c:v>45870</c:v>
                </c:pt>
                <c:pt idx="899">
                  <c:v>45873</c:v>
                </c:pt>
                <c:pt idx="900">
                  <c:v>45874</c:v>
                </c:pt>
                <c:pt idx="901">
                  <c:v>45875</c:v>
                </c:pt>
                <c:pt idx="902">
                  <c:v>45876</c:v>
                </c:pt>
                <c:pt idx="903">
                  <c:v>45877</c:v>
                </c:pt>
                <c:pt idx="904">
                  <c:v>45880</c:v>
                </c:pt>
                <c:pt idx="905">
                  <c:v>45881</c:v>
                </c:pt>
                <c:pt idx="906">
                  <c:v>45882</c:v>
                </c:pt>
                <c:pt idx="907">
                  <c:v>45883</c:v>
                </c:pt>
                <c:pt idx="908">
                  <c:v>45884</c:v>
                </c:pt>
                <c:pt idx="909">
                  <c:v>45887</c:v>
                </c:pt>
                <c:pt idx="910">
                  <c:v>45888</c:v>
                </c:pt>
                <c:pt idx="911">
                  <c:v>45889</c:v>
                </c:pt>
                <c:pt idx="912">
                  <c:v>45890</c:v>
                </c:pt>
                <c:pt idx="913">
                  <c:v>45891</c:v>
                </c:pt>
                <c:pt idx="914">
                  <c:v>45894</c:v>
                </c:pt>
                <c:pt idx="915">
                  <c:v>45895</c:v>
                </c:pt>
                <c:pt idx="916">
                  <c:v>45896</c:v>
                </c:pt>
                <c:pt idx="917">
                  <c:v>45897</c:v>
                </c:pt>
                <c:pt idx="918">
                  <c:v>45898</c:v>
                </c:pt>
                <c:pt idx="919">
                  <c:v>45902</c:v>
                </c:pt>
                <c:pt idx="920">
                  <c:v>45903</c:v>
                </c:pt>
                <c:pt idx="921">
                  <c:v>45904</c:v>
                </c:pt>
                <c:pt idx="922">
                  <c:v>45905</c:v>
                </c:pt>
                <c:pt idx="923">
                  <c:v>45908</c:v>
                </c:pt>
                <c:pt idx="924">
                  <c:v>45909</c:v>
                </c:pt>
                <c:pt idx="925">
                  <c:v>45910</c:v>
                </c:pt>
                <c:pt idx="926">
                  <c:v>45911</c:v>
                </c:pt>
                <c:pt idx="927">
                  <c:v>45912</c:v>
                </c:pt>
                <c:pt idx="928">
                  <c:v>45915</c:v>
                </c:pt>
                <c:pt idx="929">
                  <c:v>45916</c:v>
                </c:pt>
                <c:pt idx="930">
                  <c:v>45917</c:v>
                </c:pt>
                <c:pt idx="931">
                  <c:v>45918</c:v>
                </c:pt>
                <c:pt idx="932">
                  <c:v>45919</c:v>
                </c:pt>
                <c:pt idx="933">
                  <c:v>45922</c:v>
                </c:pt>
                <c:pt idx="934">
                  <c:v>45923</c:v>
                </c:pt>
                <c:pt idx="935">
                  <c:v>45924</c:v>
                </c:pt>
                <c:pt idx="936">
                  <c:v>45925</c:v>
                </c:pt>
                <c:pt idx="937">
                  <c:v>45926</c:v>
                </c:pt>
                <c:pt idx="938">
                  <c:v>45929</c:v>
                </c:pt>
                <c:pt idx="939">
                  <c:v>45930</c:v>
                </c:pt>
                <c:pt idx="940">
                  <c:v>45931</c:v>
                </c:pt>
                <c:pt idx="941">
                  <c:v>45932</c:v>
                </c:pt>
                <c:pt idx="942">
                  <c:v>45933</c:v>
                </c:pt>
                <c:pt idx="943">
                  <c:v>45936</c:v>
                </c:pt>
                <c:pt idx="944">
                  <c:v>45937</c:v>
                </c:pt>
                <c:pt idx="945">
                  <c:v>45938</c:v>
                </c:pt>
                <c:pt idx="946">
                  <c:v>45939</c:v>
                </c:pt>
                <c:pt idx="947">
                  <c:v>45940</c:v>
                </c:pt>
                <c:pt idx="948">
                  <c:v>45943</c:v>
                </c:pt>
                <c:pt idx="949">
                  <c:v>45944</c:v>
                </c:pt>
                <c:pt idx="950">
                  <c:v>45945</c:v>
                </c:pt>
                <c:pt idx="951">
                  <c:v>45946</c:v>
                </c:pt>
                <c:pt idx="952">
                  <c:v>45947</c:v>
                </c:pt>
                <c:pt idx="953">
                  <c:v>45950</c:v>
                </c:pt>
                <c:pt idx="954">
                  <c:v>45951</c:v>
                </c:pt>
                <c:pt idx="955">
                  <c:v>45952</c:v>
                </c:pt>
                <c:pt idx="956">
                  <c:v>45953</c:v>
                </c:pt>
                <c:pt idx="957">
                  <c:v>45954</c:v>
                </c:pt>
                <c:pt idx="958">
                  <c:v>45957</c:v>
                </c:pt>
                <c:pt idx="959">
                  <c:v>45958</c:v>
                </c:pt>
                <c:pt idx="960">
                  <c:v>45959</c:v>
                </c:pt>
                <c:pt idx="961">
                  <c:v>45960</c:v>
                </c:pt>
                <c:pt idx="962">
                  <c:v>45961</c:v>
                </c:pt>
                <c:pt idx="963">
                  <c:v>45964</c:v>
                </c:pt>
                <c:pt idx="964">
                  <c:v>45965</c:v>
                </c:pt>
                <c:pt idx="965">
                  <c:v>45966</c:v>
                </c:pt>
                <c:pt idx="966">
                  <c:v>45967</c:v>
                </c:pt>
                <c:pt idx="967">
                  <c:v>45968</c:v>
                </c:pt>
                <c:pt idx="968">
                  <c:v>45971</c:v>
                </c:pt>
                <c:pt idx="969">
                  <c:v>45972</c:v>
                </c:pt>
                <c:pt idx="970">
                  <c:v>45973</c:v>
                </c:pt>
                <c:pt idx="971">
                  <c:v>45974</c:v>
                </c:pt>
                <c:pt idx="972">
                  <c:v>45975</c:v>
                </c:pt>
                <c:pt idx="973">
                  <c:v>45978</c:v>
                </c:pt>
                <c:pt idx="974">
                  <c:v>45979</c:v>
                </c:pt>
                <c:pt idx="975">
                  <c:v>45980</c:v>
                </c:pt>
                <c:pt idx="976">
                  <c:v>45981</c:v>
                </c:pt>
                <c:pt idx="977">
                  <c:v>45982</c:v>
                </c:pt>
                <c:pt idx="978">
                  <c:v>45985</c:v>
                </c:pt>
                <c:pt idx="979">
                  <c:v>45986</c:v>
                </c:pt>
                <c:pt idx="980">
                  <c:v>45987</c:v>
                </c:pt>
                <c:pt idx="981">
                  <c:v>45989</c:v>
                </c:pt>
                <c:pt idx="982">
                  <c:v>45992</c:v>
                </c:pt>
                <c:pt idx="983">
                  <c:v>45993</c:v>
                </c:pt>
                <c:pt idx="984">
                  <c:v>45994</c:v>
                </c:pt>
                <c:pt idx="985">
                  <c:v>45995</c:v>
                </c:pt>
                <c:pt idx="986">
                  <c:v>45996</c:v>
                </c:pt>
                <c:pt idx="987">
                  <c:v>45999</c:v>
                </c:pt>
                <c:pt idx="988">
                  <c:v>46000</c:v>
                </c:pt>
                <c:pt idx="989">
                  <c:v>46001</c:v>
                </c:pt>
                <c:pt idx="990">
                  <c:v>46002</c:v>
                </c:pt>
                <c:pt idx="991">
                  <c:v>46003</c:v>
                </c:pt>
                <c:pt idx="992">
                  <c:v>46006</c:v>
                </c:pt>
                <c:pt idx="993">
                  <c:v>46007</c:v>
                </c:pt>
                <c:pt idx="994">
                  <c:v>46008</c:v>
                </c:pt>
                <c:pt idx="995">
                  <c:v>46009</c:v>
                </c:pt>
                <c:pt idx="996">
                  <c:v>46010</c:v>
                </c:pt>
                <c:pt idx="997">
                  <c:v>46013</c:v>
                </c:pt>
                <c:pt idx="998">
                  <c:v>46014</c:v>
                </c:pt>
                <c:pt idx="999">
                  <c:v>46015</c:v>
                </c:pt>
                <c:pt idx="1000">
                  <c:v>46017</c:v>
                </c:pt>
                <c:pt idx="1001">
                  <c:v>46020</c:v>
                </c:pt>
                <c:pt idx="1002">
                  <c:v>46021</c:v>
                </c:pt>
                <c:pt idx="1003">
                  <c:v>46022</c:v>
                </c:pt>
                <c:pt idx="1004">
                  <c:v>46024</c:v>
                </c:pt>
                <c:pt idx="1005">
                  <c:v>46027</c:v>
                </c:pt>
                <c:pt idx="1006">
                  <c:v>46028</c:v>
                </c:pt>
                <c:pt idx="1007">
                  <c:v>46029</c:v>
                </c:pt>
                <c:pt idx="1008">
                  <c:v>46030</c:v>
                </c:pt>
                <c:pt idx="1009">
                  <c:v>46031</c:v>
                </c:pt>
                <c:pt idx="1010">
                  <c:v>46034</c:v>
                </c:pt>
                <c:pt idx="1011">
                  <c:v>46035</c:v>
                </c:pt>
                <c:pt idx="1012">
                  <c:v>46036</c:v>
                </c:pt>
                <c:pt idx="1013">
                  <c:v>46037</c:v>
                </c:pt>
                <c:pt idx="1014">
                  <c:v>46038</c:v>
                </c:pt>
                <c:pt idx="1015">
                  <c:v>46042</c:v>
                </c:pt>
                <c:pt idx="1016">
                  <c:v>46043</c:v>
                </c:pt>
                <c:pt idx="1017">
                  <c:v>46044</c:v>
                </c:pt>
                <c:pt idx="1018">
                  <c:v>46045</c:v>
                </c:pt>
                <c:pt idx="1019">
                  <c:v>46048</c:v>
                </c:pt>
                <c:pt idx="1020">
                  <c:v>46049</c:v>
                </c:pt>
                <c:pt idx="1021">
                  <c:v>46050</c:v>
                </c:pt>
                <c:pt idx="1022">
                  <c:v>46051</c:v>
                </c:pt>
                <c:pt idx="1023">
                  <c:v>46052</c:v>
                </c:pt>
                <c:pt idx="1024">
                  <c:v>46055</c:v>
                </c:pt>
                <c:pt idx="1025">
                  <c:v>46056</c:v>
                </c:pt>
                <c:pt idx="1026">
                  <c:v>46057</c:v>
                </c:pt>
                <c:pt idx="1027">
                  <c:v>46058</c:v>
                </c:pt>
                <c:pt idx="1028">
                  <c:v>46059</c:v>
                </c:pt>
                <c:pt idx="1029">
                  <c:v>46062</c:v>
                </c:pt>
                <c:pt idx="1030">
                  <c:v>46063</c:v>
                </c:pt>
                <c:pt idx="1031">
                  <c:v>46064</c:v>
                </c:pt>
                <c:pt idx="1032">
                  <c:v>46065</c:v>
                </c:pt>
                <c:pt idx="1033">
                  <c:v>46066</c:v>
                </c:pt>
                <c:pt idx="1034">
                  <c:v>46070</c:v>
                </c:pt>
                <c:pt idx="1035">
                  <c:v>46071</c:v>
                </c:pt>
                <c:pt idx="1036">
                  <c:v>46072</c:v>
                </c:pt>
                <c:pt idx="1037">
                  <c:v>46073</c:v>
                </c:pt>
                <c:pt idx="1038">
                  <c:v>46076</c:v>
                </c:pt>
                <c:pt idx="1039">
                  <c:v>46077</c:v>
                </c:pt>
                <c:pt idx="1040">
                  <c:v>46078</c:v>
                </c:pt>
                <c:pt idx="1041">
                  <c:v>46079</c:v>
                </c:pt>
                <c:pt idx="1042">
                  <c:v>46080</c:v>
                </c:pt>
                <c:pt idx="1043">
                  <c:v>46083</c:v>
                </c:pt>
                <c:pt idx="1044">
                  <c:v>46084</c:v>
                </c:pt>
                <c:pt idx="1045">
                  <c:v>46085</c:v>
                </c:pt>
                <c:pt idx="1046">
                  <c:v>46086</c:v>
                </c:pt>
                <c:pt idx="1047">
                  <c:v>46087</c:v>
                </c:pt>
                <c:pt idx="1048">
                  <c:v>46090</c:v>
                </c:pt>
                <c:pt idx="1049">
                  <c:v>46091</c:v>
                </c:pt>
                <c:pt idx="1050">
                  <c:v>46092</c:v>
                </c:pt>
                <c:pt idx="1051">
                  <c:v>46093</c:v>
                </c:pt>
                <c:pt idx="1052">
                  <c:v>46094</c:v>
                </c:pt>
                <c:pt idx="1053">
                  <c:v>46097</c:v>
                </c:pt>
                <c:pt idx="1054">
                  <c:v>46098</c:v>
                </c:pt>
                <c:pt idx="1055">
                  <c:v>46099</c:v>
                </c:pt>
                <c:pt idx="1056">
                  <c:v>46100</c:v>
                </c:pt>
                <c:pt idx="1057">
                  <c:v>46101</c:v>
                </c:pt>
                <c:pt idx="1058">
                  <c:v>46104</c:v>
                </c:pt>
                <c:pt idx="1059">
                  <c:v>46105</c:v>
                </c:pt>
                <c:pt idx="1060">
                  <c:v>46106</c:v>
                </c:pt>
                <c:pt idx="1061">
                  <c:v>46107</c:v>
                </c:pt>
                <c:pt idx="1062">
                  <c:v>46108</c:v>
                </c:pt>
                <c:pt idx="1063">
                  <c:v>46111</c:v>
                </c:pt>
                <c:pt idx="1064">
                  <c:v>46112</c:v>
                </c:pt>
                <c:pt idx="1065">
                  <c:v>46113</c:v>
                </c:pt>
                <c:pt idx="1066">
                  <c:v>46114</c:v>
                </c:pt>
                <c:pt idx="1067">
                  <c:v>46118</c:v>
                </c:pt>
                <c:pt idx="1068">
                  <c:v>46119</c:v>
                </c:pt>
                <c:pt idx="1069">
                  <c:v>46120</c:v>
                </c:pt>
                <c:pt idx="1070">
                  <c:v>46121</c:v>
                </c:pt>
                <c:pt idx="1071">
                  <c:v>46122</c:v>
                </c:pt>
                <c:pt idx="1072">
                  <c:v>46125</c:v>
                </c:pt>
                <c:pt idx="1073">
                  <c:v>46126</c:v>
                </c:pt>
                <c:pt idx="1074">
                  <c:v>46127</c:v>
                </c:pt>
                <c:pt idx="1075">
                  <c:v>46128</c:v>
                </c:pt>
                <c:pt idx="1076">
                  <c:v>46129</c:v>
                </c:pt>
                <c:pt idx="1077">
                  <c:v>46132</c:v>
                </c:pt>
                <c:pt idx="1078">
                  <c:v>46133</c:v>
                </c:pt>
                <c:pt idx="1079">
                  <c:v>46134</c:v>
                </c:pt>
                <c:pt idx="1080">
                  <c:v>46135</c:v>
                </c:pt>
                <c:pt idx="1081">
                  <c:v>46136</c:v>
                </c:pt>
                <c:pt idx="1082">
                  <c:v>46139</c:v>
                </c:pt>
                <c:pt idx="1083">
                  <c:v>46140</c:v>
                </c:pt>
                <c:pt idx="1084">
                  <c:v>46141</c:v>
                </c:pt>
                <c:pt idx="1085">
                  <c:v>46142</c:v>
                </c:pt>
                <c:pt idx="1086">
                  <c:v>46143</c:v>
                </c:pt>
                <c:pt idx="1087">
                  <c:v>46146</c:v>
                </c:pt>
                <c:pt idx="1088">
                  <c:v>46147</c:v>
                </c:pt>
                <c:pt idx="1089">
                  <c:v>46148</c:v>
                </c:pt>
                <c:pt idx="1090">
                  <c:v>46149</c:v>
                </c:pt>
                <c:pt idx="1091">
                  <c:v>46150</c:v>
                </c:pt>
                <c:pt idx="1092">
                  <c:v>46153</c:v>
                </c:pt>
                <c:pt idx="1093">
                  <c:v>46154</c:v>
                </c:pt>
                <c:pt idx="1094">
                  <c:v>46155</c:v>
                </c:pt>
                <c:pt idx="1095">
                  <c:v>46156</c:v>
                </c:pt>
                <c:pt idx="1096">
                  <c:v>46157</c:v>
                </c:pt>
                <c:pt idx="1097">
                  <c:v>46160</c:v>
                </c:pt>
                <c:pt idx="1098">
                  <c:v>46161</c:v>
                </c:pt>
                <c:pt idx="1099">
                  <c:v>46162</c:v>
                </c:pt>
                <c:pt idx="1100">
                  <c:v>46163</c:v>
                </c:pt>
                <c:pt idx="1101">
                  <c:v>46164</c:v>
                </c:pt>
                <c:pt idx="1102">
                  <c:v>46168</c:v>
                </c:pt>
                <c:pt idx="1103">
                  <c:v>46169</c:v>
                </c:pt>
                <c:pt idx="1104">
                  <c:v>46170</c:v>
                </c:pt>
                <c:pt idx="1105">
                  <c:v>46171</c:v>
                </c:pt>
                <c:pt idx="1106">
                  <c:v>46174</c:v>
                </c:pt>
                <c:pt idx="1107">
                  <c:v>46175</c:v>
                </c:pt>
                <c:pt idx="1108">
                  <c:v>46176</c:v>
                </c:pt>
                <c:pt idx="1109">
                  <c:v>46177</c:v>
                </c:pt>
                <c:pt idx="1110">
                  <c:v>46178</c:v>
                </c:pt>
                <c:pt idx="1111">
                  <c:v>46181</c:v>
                </c:pt>
                <c:pt idx="1112">
                  <c:v>46182</c:v>
                </c:pt>
                <c:pt idx="1113">
                  <c:v>46183</c:v>
                </c:pt>
                <c:pt idx="1114">
                  <c:v>46184</c:v>
                </c:pt>
                <c:pt idx="1115">
                  <c:v>46185</c:v>
                </c:pt>
                <c:pt idx="1116">
                  <c:v>46188</c:v>
                </c:pt>
                <c:pt idx="1117">
                  <c:v>46189</c:v>
                </c:pt>
                <c:pt idx="1118">
                  <c:v>46190</c:v>
                </c:pt>
                <c:pt idx="1119">
                  <c:v>46191</c:v>
                </c:pt>
                <c:pt idx="1120">
                  <c:v>46195</c:v>
                </c:pt>
                <c:pt idx="1121">
                  <c:v>46196</c:v>
                </c:pt>
                <c:pt idx="1122">
                  <c:v>46197</c:v>
                </c:pt>
                <c:pt idx="1123">
                  <c:v>46198</c:v>
                </c:pt>
                <c:pt idx="1124">
                  <c:v>46199</c:v>
                </c:pt>
                <c:pt idx="1125">
                  <c:v>46202</c:v>
                </c:pt>
                <c:pt idx="1126">
                  <c:v>46203</c:v>
                </c:pt>
                <c:pt idx="1127">
                  <c:v>46204</c:v>
                </c:pt>
                <c:pt idx="1128">
                  <c:v>46205</c:v>
                </c:pt>
                <c:pt idx="1129">
                  <c:v>46209</c:v>
                </c:pt>
                <c:pt idx="1130">
                  <c:v>46210</c:v>
                </c:pt>
                <c:pt idx="1131">
                  <c:v>46211</c:v>
                </c:pt>
                <c:pt idx="1132">
                  <c:v>46212</c:v>
                </c:pt>
                <c:pt idx="1133">
                  <c:v>46213</c:v>
                </c:pt>
                <c:pt idx="1134">
                  <c:v>46216</c:v>
                </c:pt>
                <c:pt idx="1135">
                  <c:v>46217</c:v>
                </c:pt>
                <c:pt idx="1136">
                  <c:v>46218</c:v>
                </c:pt>
                <c:pt idx="1137">
                  <c:v>46219</c:v>
                </c:pt>
                <c:pt idx="1138">
                  <c:v>46220</c:v>
                </c:pt>
                <c:pt idx="1139">
                  <c:v>46223</c:v>
                </c:pt>
                <c:pt idx="1140">
                  <c:v>46224</c:v>
                </c:pt>
                <c:pt idx="1141">
                  <c:v>46225</c:v>
                </c:pt>
                <c:pt idx="1142">
                  <c:v>46226</c:v>
                </c:pt>
                <c:pt idx="1143">
                  <c:v>46227</c:v>
                </c:pt>
                <c:pt idx="1144">
                  <c:v>46230</c:v>
                </c:pt>
                <c:pt idx="1145">
                  <c:v>46231</c:v>
                </c:pt>
                <c:pt idx="1146">
                  <c:v>46232</c:v>
                </c:pt>
                <c:pt idx="1147">
                  <c:v>46233</c:v>
                </c:pt>
                <c:pt idx="1148">
                  <c:v>46234</c:v>
                </c:pt>
                <c:pt idx="1149">
                  <c:v>46237</c:v>
                </c:pt>
                <c:pt idx="1150">
                  <c:v>46238</c:v>
                </c:pt>
                <c:pt idx="1151">
                  <c:v>46239</c:v>
                </c:pt>
                <c:pt idx="1152">
                  <c:v>46240</c:v>
                </c:pt>
                <c:pt idx="1153">
                  <c:v>46241</c:v>
                </c:pt>
                <c:pt idx="1154">
                  <c:v>46244</c:v>
                </c:pt>
                <c:pt idx="1155">
                  <c:v>46245</c:v>
                </c:pt>
                <c:pt idx="1156">
                  <c:v>46246</c:v>
                </c:pt>
                <c:pt idx="1157">
                  <c:v>46247</c:v>
                </c:pt>
                <c:pt idx="1158">
                  <c:v>46248</c:v>
                </c:pt>
                <c:pt idx="1159">
                  <c:v>46251</c:v>
                </c:pt>
                <c:pt idx="1160">
                  <c:v>46252</c:v>
                </c:pt>
                <c:pt idx="1161">
                  <c:v>46253</c:v>
                </c:pt>
                <c:pt idx="1162">
                  <c:v>46254</c:v>
                </c:pt>
                <c:pt idx="1163">
                  <c:v>46255</c:v>
                </c:pt>
                <c:pt idx="1164">
                  <c:v>46258</c:v>
                </c:pt>
                <c:pt idx="1165">
                  <c:v>46259</c:v>
                </c:pt>
                <c:pt idx="1166">
                  <c:v>46260</c:v>
                </c:pt>
                <c:pt idx="1167">
                  <c:v>46261</c:v>
                </c:pt>
                <c:pt idx="1168">
                  <c:v>46262</c:v>
                </c:pt>
                <c:pt idx="1169">
                  <c:v>46265</c:v>
                </c:pt>
                <c:pt idx="1170">
                  <c:v>46266</c:v>
                </c:pt>
                <c:pt idx="1171">
                  <c:v>46267</c:v>
                </c:pt>
                <c:pt idx="1172">
                  <c:v>46268</c:v>
                </c:pt>
                <c:pt idx="1173">
                  <c:v>46269</c:v>
                </c:pt>
                <c:pt idx="1174">
                  <c:v>46273</c:v>
                </c:pt>
                <c:pt idx="1175">
                  <c:v>46274</c:v>
                </c:pt>
                <c:pt idx="1176">
                  <c:v>46275</c:v>
                </c:pt>
                <c:pt idx="1177">
                  <c:v>46276</c:v>
                </c:pt>
                <c:pt idx="1178">
                  <c:v>46279</c:v>
                </c:pt>
                <c:pt idx="1179">
                  <c:v>46280</c:v>
                </c:pt>
                <c:pt idx="1180">
                  <c:v>46281</c:v>
                </c:pt>
                <c:pt idx="1181">
                  <c:v>46282</c:v>
                </c:pt>
                <c:pt idx="1182">
                  <c:v>46283</c:v>
                </c:pt>
                <c:pt idx="1183">
                  <c:v>46286</c:v>
                </c:pt>
                <c:pt idx="1184">
                  <c:v>46287</c:v>
                </c:pt>
                <c:pt idx="1185">
                  <c:v>46288</c:v>
                </c:pt>
                <c:pt idx="1186">
                  <c:v>46289</c:v>
                </c:pt>
                <c:pt idx="1187">
                  <c:v>46290</c:v>
                </c:pt>
                <c:pt idx="1188">
                  <c:v>46293</c:v>
                </c:pt>
                <c:pt idx="1189">
                  <c:v>46294</c:v>
                </c:pt>
                <c:pt idx="1190">
                  <c:v>46295</c:v>
                </c:pt>
                <c:pt idx="1191">
                  <c:v>46296</c:v>
                </c:pt>
                <c:pt idx="1192">
                  <c:v>46297</c:v>
                </c:pt>
                <c:pt idx="1193">
                  <c:v>46300</c:v>
                </c:pt>
                <c:pt idx="1194">
                  <c:v>46301</c:v>
                </c:pt>
                <c:pt idx="1195">
                  <c:v>46302</c:v>
                </c:pt>
                <c:pt idx="1196">
                  <c:v>46303</c:v>
                </c:pt>
                <c:pt idx="1197">
                  <c:v>46304</c:v>
                </c:pt>
                <c:pt idx="1198">
                  <c:v>46307</c:v>
                </c:pt>
                <c:pt idx="1199">
                  <c:v>46308</c:v>
                </c:pt>
                <c:pt idx="1200">
                  <c:v>46309</c:v>
                </c:pt>
                <c:pt idx="1201">
                  <c:v>46310</c:v>
                </c:pt>
                <c:pt idx="1202">
                  <c:v>46311</c:v>
                </c:pt>
                <c:pt idx="1203">
                  <c:v>#N/A</c:v>
                </c:pt>
                <c:pt idx="1204">
                  <c:v>#N/A</c:v>
                </c:pt>
                <c:pt idx="1205">
                  <c:v>#N/A</c:v>
                </c:pt>
                <c:pt idx="1206">
                  <c:v>#N/A</c:v>
                </c:pt>
                <c:pt idx="1207">
                  <c:v>#N/A</c:v>
                </c:pt>
                <c:pt idx="1208">
                  <c:v>#N/A</c:v>
                </c:pt>
                <c:pt idx="1209">
                  <c:v>#N/A</c:v>
                </c:pt>
                <c:pt idx="1210">
                  <c:v>#N/A</c:v>
                </c:pt>
                <c:pt idx="1211">
                  <c:v>#N/A</c:v>
                </c:pt>
                <c:pt idx="1212">
                  <c:v>#N/A</c:v>
                </c:pt>
                <c:pt idx="1213">
                  <c:v>#N/A</c:v>
                </c:pt>
                <c:pt idx="1214">
                  <c:v>#N/A</c:v>
                </c:pt>
                <c:pt idx="1215">
                  <c:v>#N/A</c:v>
                </c:pt>
                <c:pt idx="1216">
                  <c:v>#N/A</c:v>
                </c:pt>
                <c:pt idx="1217">
                  <c:v>#N/A</c:v>
                </c:pt>
                <c:pt idx="1218">
                  <c:v>#N/A</c:v>
                </c:pt>
                <c:pt idx="1219">
                  <c:v>#N/A</c:v>
                </c:pt>
                <c:pt idx="1220">
                  <c:v>#N/A</c:v>
                </c:pt>
                <c:pt idx="1221">
                  <c:v>#N/A</c:v>
                </c:pt>
                <c:pt idx="1222">
                  <c:v>#N/A</c:v>
                </c:pt>
                <c:pt idx="1223">
                  <c:v>#N/A</c:v>
                </c:pt>
                <c:pt idx="1224">
                  <c:v>#N/A</c:v>
                </c:pt>
                <c:pt idx="1225">
                  <c:v>#N/A</c:v>
                </c:pt>
                <c:pt idx="1226">
                  <c:v>#N/A</c:v>
                </c:pt>
                <c:pt idx="1227">
                  <c:v>#N/A</c:v>
                </c:pt>
                <c:pt idx="1228">
                  <c:v>#N/A</c:v>
                </c:pt>
                <c:pt idx="1229">
                  <c:v>#N/A</c:v>
                </c:pt>
                <c:pt idx="1230">
                  <c:v>#N/A</c:v>
                </c:pt>
                <c:pt idx="1231">
                  <c:v>#N/A</c:v>
                </c:pt>
                <c:pt idx="1232">
                  <c:v>#N/A</c:v>
                </c:pt>
                <c:pt idx="1233">
                  <c:v>#N/A</c:v>
                </c:pt>
                <c:pt idx="1234">
                  <c:v>#N/A</c:v>
                </c:pt>
                <c:pt idx="1235">
                  <c:v>#N/A</c:v>
                </c:pt>
                <c:pt idx="1236">
                  <c:v>#N/A</c:v>
                </c:pt>
                <c:pt idx="1237">
                  <c:v>#N/A</c:v>
                </c:pt>
                <c:pt idx="1238">
                  <c:v>#N/A</c:v>
                </c:pt>
                <c:pt idx="1239">
                  <c:v>#N/A</c:v>
                </c:pt>
                <c:pt idx="1240">
                  <c:v>#N/A</c:v>
                </c:pt>
                <c:pt idx="1241">
                  <c:v>#N/A</c:v>
                </c:pt>
                <c:pt idx="1242">
                  <c:v>#N/A</c:v>
                </c:pt>
                <c:pt idx="1243">
                  <c:v>#N/A</c:v>
                </c:pt>
                <c:pt idx="1244">
                  <c:v>#N/A</c:v>
                </c:pt>
                <c:pt idx="1245">
                  <c:v>#N/A</c:v>
                </c:pt>
                <c:pt idx="1246">
                  <c:v>#N/A</c:v>
                </c:pt>
                <c:pt idx="1247">
                  <c:v>#N/A</c:v>
                </c:pt>
                <c:pt idx="1248">
                  <c:v>#N/A</c:v>
                </c:pt>
                <c:pt idx="1249">
                  <c:v>#N/A</c:v>
                </c:pt>
                <c:pt idx="1250">
                  <c:v>#N/A</c:v>
                </c:pt>
                <c:pt idx="1251">
                  <c:v>#N/A</c:v>
                </c:pt>
                <c:pt idx="1252">
                  <c:v>#N/A</c:v>
                </c:pt>
                <c:pt idx="1253">
                  <c:v>#N/A</c:v>
                </c:pt>
                <c:pt idx="1254">
                  <c:v>#N/A</c:v>
                </c:pt>
                <c:pt idx="1255">
                  <c:v>#N/A</c:v>
                </c:pt>
                <c:pt idx="1256">
                  <c:v>#N/A</c:v>
                </c:pt>
                <c:pt idx="1257">
                  <c:v>#N/A</c:v>
                </c:pt>
                <c:pt idx="1258">
                  <c:v>#N/A</c:v>
                </c:pt>
                <c:pt idx="1259">
                  <c:v>#N/A</c:v>
                </c:pt>
                <c:pt idx="1260">
                  <c:v>#N/A</c:v>
                </c:pt>
                <c:pt idx="1261">
                  <c:v>#N/A</c:v>
                </c:pt>
                <c:pt idx="1262">
                  <c:v>#N/A</c:v>
                </c:pt>
                <c:pt idx="1263">
                  <c:v>#N/A</c:v>
                </c:pt>
                <c:pt idx="1264">
                  <c:v>#N/A</c:v>
                </c:pt>
                <c:pt idx="1265">
                  <c:v>#N/A</c:v>
                </c:pt>
                <c:pt idx="1266">
                  <c:v>#N/A</c:v>
                </c:pt>
                <c:pt idx="1267">
                  <c:v>#N/A</c:v>
                </c:pt>
                <c:pt idx="1268">
                  <c:v>#N/A</c:v>
                </c:pt>
                <c:pt idx="1269">
                  <c:v>#N/A</c:v>
                </c:pt>
                <c:pt idx="1270">
                  <c:v>#N/A</c:v>
                </c:pt>
                <c:pt idx="1271">
                  <c:v>#N/A</c:v>
                </c:pt>
                <c:pt idx="1272">
                  <c:v>#N/A</c:v>
                </c:pt>
                <c:pt idx="1273">
                  <c:v>#N/A</c:v>
                </c:pt>
                <c:pt idx="1274">
                  <c:v>#N/A</c:v>
                </c:pt>
                <c:pt idx="1275">
                  <c:v>#N/A</c:v>
                </c:pt>
                <c:pt idx="1276">
                  <c:v>#N/A</c:v>
                </c:pt>
                <c:pt idx="1277">
                  <c:v>#N/A</c:v>
                </c:pt>
                <c:pt idx="1278">
                  <c:v>#N/A</c:v>
                </c:pt>
                <c:pt idx="1279">
                  <c:v>#N/A</c:v>
                </c:pt>
                <c:pt idx="1280">
                  <c:v>#N/A</c:v>
                </c:pt>
                <c:pt idx="1281">
                  <c:v>#N/A</c:v>
                </c:pt>
                <c:pt idx="1282">
                  <c:v>#N/A</c:v>
                </c:pt>
                <c:pt idx="1283">
                  <c:v>#N/A</c:v>
                </c:pt>
                <c:pt idx="1284">
                  <c:v>#N/A</c:v>
                </c:pt>
                <c:pt idx="1285">
                  <c:v>#N/A</c:v>
                </c:pt>
                <c:pt idx="1286">
                  <c:v>#N/A</c:v>
                </c:pt>
                <c:pt idx="1287">
                  <c:v>#N/A</c:v>
                </c:pt>
                <c:pt idx="1288">
                  <c:v>#N/A</c:v>
                </c:pt>
                <c:pt idx="1289">
                  <c:v>#N/A</c:v>
                </c:pt>
                <c:pt idx="1290">
                  <c:v>#N/A</c:v>
                </c:pt>
                <c:pt idx="1291">
                  <c:v>#N/A</c:v>
                </c:pt>
                <c:pt idx="1292">
                  <c:v>#N/A</c:v>
                </c:pt>
                <c:pt idx="1293">
                  <c:v>#N/A</c:v>
                </c:pt>
                <c:pt idx="1294">
                  <c:v>#N/A</c:v>
                </c:pt>
                <c:pt idx="1295">
                  <c:v>#N/A</c:v>
                </c:pt>
                <c:pt idx="1296">
                  <c:v>#N/A</c:v>
                </c:pt>
                <c:pt idx="1297">
                  <c:v>#N/A</c:v>
                </c:pt>
                <c:pt idx="1298">
                  <c:v>#N/A</c:v>
                </c:pt>
                <c:pt idx="1299">
                  <c:v>#N/A</c:v>
                </c:pt>
                <c:pt idx="1300">
                  <c:v>#N/A</c:v>
                </c:pt>
                <c:pt idx="1301">
                  <c:v>#N/A</c:v>
                </c:pt>
                <c:pt idx="1302">
                  <c:v>#N/A</c:v>
                </c:pt>
                <c:pt idx="1303">
                  <c:v>#N/A</c:v>
                </c:pt>
                <c:pt idx="1304">
                  <c:v>#N/A</c:v>
                </c:pt>
                <c:pt idx="1305">
                  <c:v>#N/A</c:v>
                </c:pt>
                <c:pt idx="1306">
                  <c:v>#N/A</c:v>
                </c:pt>
                <c:pt idx="1307">
                  <c:v>#N/A</c:v>
                </c:pt>
                <c:pt idx="1308">
                  <c:v>#N/A</c:v>
                </c:pt>
                <c:pt idx="1309">
                  <c:v>#N/A</c:v>
                </c:pt>
                <c:pt idx="1310">
                  <c:v>#N/A</c:v>
                </c:pt>
                <c:pt idx="1311">
                  <c:v>#N/A</c:v>
                </c:pt>
                <c:pt idx="1312">
                  <c:v>#N/A</c:v>
                </c:pt>
                <c:pt idx="1313">
                  <c:v>#N/A</c:v>
                </c:pt>
                <c:pt idx="1314">
                  <c:v>#N/A</c:v>
                </c:pt>
                <c:pt idx="1315">
                  <c:v>#N/A</c:v>
                </c:pt>
                <c:pt idx="1316">
                  <c:v>#N/A</c:v>
                </c:pt>
                <c:pt idx="1317">
                  <c:v>#N/A</c:v>
                </c:pt>
                <c:pt idx="1318">
                  <c:v>#N/A</c:v>
                </c:pt>
                <c:pt idx="1319">
                  <c:v>#N/A</c:v>
                </c:pt>
                <c:pt idx="1320">
                  <c:v>#N/A</c:v>
                </c:pt>
                <c:pt idx="1321">
                  <c:v>#N/A</c:v>
                </c:pt>
                <c:pt idx="1322">
                  <c:v>#N/A</c:v>
                </c:pt>
                <c:pt idx="1323">
                  <c:v>#N/A</c:v>
                </c:pt>
                <c:pt idx="1324">
                  <c:v>#N/A</c:v>
                </c:pt>
                <c:pt idx="1325">
                  <c:v>#N/A</c:v>
                </c:pt>
                <c:pt idx="1326">
                  <c:v>#N/A</c:v>
                </c:pt>
                <c:pt idx="1327">
                  <c:v>#N/A</c:v>
                </c:pt>
                <c:pt idx="1328">
                  <c:v>#N/A</c:v>
                </c:pt>
                <c:pt idx="1329">
                  <c:v>#N/A</c:v>
                </c:pt>
                <c:pt idx="1330">
                  <c:v>#N/A</c:v>
                </c:pt>
              </c:numCache>
            </c:numRef>
          </c:cat>
          <c:val>
            <c:numRef>
              <c:f>SPX_UST!$AQ$1275:$AQ$4055</c:f>
              <c:numCache>
                <c:formatCode>0.0</c:formatCode>
                <c:ptCount val="2781"/>
                <c:pt idx="0">
                  <c:v>100</c:v>
                </c:pt>
                <c:pt idx="1">
                  <c:v>101.02439902469359</c:v>
                </c:pt>
                <c:pt idx="2">
                  <c:v>99.870068238720975</c:v>
                </c:pt>
                <c:pt idx="3">
                  <c:v>96.744505719288469</c:v>
                </c:pt>
                <c:pt idx="4">
                  <c:v>96.278125971624448</c:v>
                </c:pt>
                <c:pt idx="5">
                  <c:v>95.305765108249176</c:v>
                </c:pt>
                <c:pt idx="6">
                  <c:v>95.403295750216813</c:v>
                </c:pt>
                <c:pt idx="7">
                  <c:v>96.55860838828977</c:v>
                </c:pt>
                <c:pt idx="8">
                  <c:v>96.979168371270987</c:v>
                </c:pt>
                <c:pt idx="9">
                  <c:v>94.408352288533564</c:v>
                </c:pt>
                <c:pt idx="10">
                  <c:v>95.245217562061185</c:v>
                </c:pt>
                <c:pt idx="11">
                  <c:v>92.877972148128705</c:v>
                </c:pt>
                <c:pt idx="12">
                  <c:v>91.602873553813623</c:v>
                </c:pt>
                <c:pt idx="13">
                  <c:v>90.384395097285136</c:v>
                </c:pt>
                <c:pt idx="14">
                  <c:v>88.638334778837773</c:v>
                </c:pt>
                <c:pt idx="15">
                  <c:v>88.932890408941361</c:v>
                </c:pt>
                <c:pt idx="16">
                  <c:v>86.855291364610721</c:v>
                </c:pt>
                <c:pt idx="17">
                  <c:v>87.481713004631018</c:v>
                </c:pt>
                <c:pt idx="18">
                  <c:v>86.877546678885224</c:v>
                </c:pt>
                <c:pt idx="19">
                  <c:v>90.643604051776265</c:v>
                </c:pt>
                <c:pt idx="20">
                  <c:v>93.07565170433152</c:v>
                </c:pt>
                <c:pt idx="21">
                  <c:v>93.297877563043031</c:v>
                </c:pt>
                <c:pt idx="22">
                  <c:v>94.057176520643367</c:v>
                </c:pt>
                <c:pt idx="23">
                  <c:v>91.173149617895817</c:v>
                </c:pt>
                <c:pt idx="24">
                  <c:v>91.605164542047746</c:v>
                </c:pt>
                <c:pt idx="25">
                  <c:v>91.002961920502642</c:v>
                </c:pt>
                <c:pt idx="26">
                  <c:v>92.163511103110778</c:v>
                </c:pt>
                <c:pt idx="27">
                  <c:v>94.29020275245864</c:v>
                </c:pt>
                <c:pt idx="28">
                  <c:v>91.695494935279527</c:v>
                </c:pt>
                <c:pt idx="29">
                  <c:v>88.939108805576865</c:v>
                </c:pt>
                <c:pt idx="30">
                  <c:v>88.909980526599952</c:v>
                </c:pt>
                <c:pt idx="31">
                  <c:v>91.341700895121789</c:v>
                </c:pt>
                <c:pt idx="32">
                  <c:v>91.182968138899312</c:v>
                </c:pt>
                <c:pt idx="33">
                  <c:v>88.388617061316637</c:v>
                </c:pt>
                <c:pt idx="34">
                  <c:v>87.415601629874473</c:v>
                </c:pt>
                <c:pt idx="35">
                  <c:v>86.645175015136871</c:v>
                </c:pt>
                <c:pt idx="36">
                  <c:v>84.424880132222739</c:v>
                </c:pt>
                <c:pt idx="37">
                  <c:v>87.351126675285116</c:v>
                </c:pt>
                <c:pt idx="38">
                  <c:v>88.546695249472208</c:v>
                </c:pt>
                <c:pt idx="39">
                  <c:v>88.404326694922148</c:v>
                </c:pt>
                <c:pt idx="40">
                  <c:v>86.641247606735462</c:v>
                </c:pt>
                <c:pt idx="41">
                  <c:v>88.537858580569107</c:v>
                </c:pt>
                <c:pt idx="42">
                  <c:v>87.437202376082041</c:v>
                </c:pt>
                <c:pt idx="43">
                  <c:v>85.878021240733744</c:v>
                </c:pt>
                <c:pt idx="44">
                  <c:v>82.702056980150203</c:v>
                </c:pt>
                <c:pt idx="45">
                  <c:v>82.348590224025898</c:v>
                </c:pt>
                <c:pt idx="46">
                  <c:v>85.627976239179148</c:v>
                </c:pt>
                <c:pt idx="47">
                  <c:v>84.124433389517066</c:v>
                </c:pt>
                <c:pt idx="48">
                  <c:v>82.6094355986843</c:v>
                </c:pt>
                <c:pt idx="49">
                  <c:v>81.042726930566658</c:v>
                </c:pt>
                <c:pt idx="50">
                  <c:v>83.820713806476903</c:v>
                </c:pt>
                <c:pt idx="51">
                  <c:v>86.604919079022665</c:v>
                </c:pt>
                <c:pt idx="52">
                  <c:v>87.202212440066035</c:v>
                </c:pt>
                <c:pt idx="53">
                  <c:v>89.109951071036946</c:v>
                </c:pt>
                <c:pt idx="54">
                  <c:v>88.952527450948267</c:v>
                </c:pt>
                <c:pt idx="55">
                  <c:v>90.21748024022645</c:v>
                </c:pt>
                <c:pt idx="56">
                  <c:v>88.861215205616148</c:v>
                </c:pt>
                <c:pt idx="57">
                  <c:v>91.267407419528993</c:v>
                </c:pt>
                <c:pt idx="58">
                  <c:v>91.184604559066543</c:v>
                </c:pt>
                <c:pt idx="59">
                  <c:v>92.305552373627421</c:v>
                </c:pt>
                <c:pt idx="60">
                  <c:v>94.209690880230383</c:v>
                </c:pt>
                <c:pt idx="61">
                  <c:v>92.926082901045646</c:v>
                </c:pt>
                <c:pt idx="62">
                  <c:v>91.445777217758405</c:v>
                </c:pt>
                <c:pt idx="63">
                  <c:v>91.294244710271784</c:v>
                </c:pt>
                <c:pt idx="64">
                  <c:v>93.039977744685714</c:v>
                </c:pt>
                <c:pt idx="65">
                  <c:v>91.00132550033544</c:v>
                </c:pt>
                <c:pt idx="66">
                  <c:v>88.684809111587469</c:v>
                </c:pt>
                <c:pt idx="67">
                  <c:v>88.890343484593075</c:v>
                </c:pt>
                <c:pt idx="68">
                  <c:v>87.615244890277992</c:v>
                </c:pt>
                <c:pt idx="69">
                  <c:v>85.333093325042114</c:v>
                </c:pt>
                <c:pt idx="70">
                  <c:v>85.031664730236102</c:v>
                </c:pt>
                <c:pt idx="71">
                  <c:v>86.384984208545347</c:v>
                </c:pt>
                <c:pt idx="72">
                  <c:v>84.271711204568859</c:v>
                </c:pt>
                <c:pt idx="73">
                  <c:v>84.541393248130348</c:v>
                </c:pt>
                <c:pt idx="74">
                  <c:v>86.096646975077277</c:v>
                </c:pt>
                <c:pt idx="75">
                  <c:v>85.982752131437223</c:v>
                </c:pt>
                <c:pt idx="76">
                  <c:v>84.497537187648277</c:v>
                </c:pt>
                <c:pt idx="77">
                  <c:v>82.136837454384761</c:v>
                </c:pt>
                <c:pt idx="78">
                  <c:v>83.318660099167047</c:v>
                </c:pt>
                <c:pt idx="79">
                  <c:v>80.226480551146295</c:v>
                </c:pt>
                <c:pt idx="80">
                  <c:v>81.316336382529556</c:v>
                </c:pt>
                <c:pt idx="81">
                  <c:v>84.599322522050755</c:v>
                </c:pt>
                <c:pt idx="82">
                  <c:v>81.100983488520512</c:v>
                </c:pt>
                <c:pt idx="83">
                  <c:v>82.367245413932494</c:v>
                </c:pt>
                <c:pt idx="84">
                  <c:v>82.515832365118072</c:v>
                </c:pt>
                <c:pt idx="85">
                  <c:v>85.41458704937078</c:v>
                </c:pt>
                <c:pt idx="86">
                  <c:v>81.205714379223991</c:v>
                </c:pt>
                <c:pt idx="87">
                  <c:v>80.560310265263695</c:v>
                </c:pt>
                <c:pt idx="88">
                  <c:v>77.388927981148427</c:v>
                </c:pt>
                <c:pt idx="89">
                  <c:v>78.608715573810727</c:v>
                </c:pt>
                <c:pt idx="90">
                  <c:v>76.016298744865722</c:v>
                </c:pt>
                <c:pt idx="91">
                  <c:v>75.150632476394648</c:v>
                </c:pt>
                <c:pt idx="92">
                  <c:v>77.739449180971704</c:v>
                </c:pt>
                <c:pt idx="93">
                  <c:v>77.032842952756553</c:v>
                </c:pt>
                <c:pt idx="94">
                  <c:v>79.27572043397862</c:v>
                </c:pt>
                <c:pt idx="95">
                  <c:v>75.517190593856881</c:v>
                </c:pt>
                <c:pt idx="96">
                  <c:v>74.70650804300513</c:v>
                </c:pt>
                <c:pt idx="97">
                  <c:v>74.808947945474472</c:v>
                </c:pt>
                <c:pt idx="98">
                  <c:v>76.579554566430474</c:v>
                </c:pt>
                <c:pt idx="99">
                  <c:v>75.37973129980854</c:v>
                </c:pt>
                <c:pt idx="100">
                  <c:v>76.291544616995878</c:v>
                </c:pt>
                <c:pt idx="101">
                  <c:v>78.160336447986381</c:v>
                </c:pt>
                <c:pt idx="102">
                  <c:v>80.847992930664873</c:v>
                </c:pt>
                <c:pt idx="103">
                  <c:v>80.279173280531495</c:v>
                </c:pt>
                <c:pt idx="104">
                  <c:v>80.012764077304482</c:v>
                </c:pt>
                <c:pt idx="105">
                  <c:v>81.96468605279091</c:v>
                </c:pt>
                <c:pt idx="106">
                  <c:v>79.935197761377225</c:v>
                </c:pt>
                <c:pt idx="107">
                  <c:v>79.968908016822411</c:v>
                </c:pt>
                <c:pt idx="108">
                  <c:v>80.940941596164251</c:v>
                </c:pt>
                <c:pt idx="109">
                  <c:v>80.041565072247963</c:v>
                </c:pt>
                <c:pt idx="110">
                  <c:v>77.860871557381074</c:v>
                </c:pt>
                <c:pt idx="111">
                  <c:v>74.831530543782435</c:v>
                </c:pt>
                <c:pt idx="112">
                  <c:v>71.488324142106748</c:v>
                </c:pt>
                <c:pt idx="113">
                  <c:v>71.932121291462821</c:v>
                </c:pt>
                <c:pt idx="114">
                  <c:v>73.493593415045282</c:v>
                </c:pt>
                <c:pt idx="115">
                  <c:v>70.470798082115593</c:v>
                </c:pt>
                <c:pt idx="116">
                  <c:v>71.165949369160074</c:v>
                </c:pt>
                <c:pt idx="117">
                  <c:v>72.970593529594709</c:v>
                </c:pt>
                <c:pt idx="118">
                  <c:v>72.671128638989401</c:v>
                </c:pt>
                <c:pt idx="119">
                  <c:v>73.715164705689872</c:v>
                </c:pt>
                <c:pt idx="120">
                  <c:v>76.348492038815905</c:v>
                </c:pt>
                <c:pt idx="121">
                  <c:v>75.863784385278791</c:v>
                </c:pt>
                <c:pt idx="122">
                  <c:v>73.582941956176697</c:v>
                </c:pt>
                <c:pt idx="123">
                  <c:v>73.732838043496088</c:v>
                </c:pt>
                <c:pt idx="124">
                  <c:v>72.753931499451852</c:v>
                </c:pt>
                <c:pt idx="125">
                  <c:v>72.935246853982278</c:v>
                </c:pt>
                <c:pt idx="126">
                  <c:v>73.840187206467178</c:v>
                </c:pt>
                <c:pt idx="127">
                  <c:v>74.493446137230237</c:v>
                </c:pt>
                <c:pt idx="128">
                  <c:v>76.030699242337505</c:v>
                </c:pt>
                <c:pt idx="129">
                  <c:v>76.085355675923424</c:v>
                </c:pt>
                <c:pt idx="130">
                  <c:v>75.003354661342925</c:v>
                </c:pt>
                <c:pt idx="131">
                  <c:v>74.000556382856956</c:v>
                </c:pt>
                <c:pt idx="132">
                  <c:v>73.838550786299976</c:v>
                </c:pt>
                <c:pt idx="133">
                  <c:v>74.522247132173717</c:v>
                </c:pt>
                <c:pt idx="134">
                  <c:v>75.83269240210123</c:v>
                </c:pt>
                <c:pt idx="135">
                  <c:v>75.053756402493974</c:v>
                </c:pt>
                <c:pt idx="136">
                  <c:v>77.36176340637229</c:v>
                </c:pt>
                <c:pt idx="137">
                  <c:v>78.56715050156285</c:v>
                </c:pt>
                <c:pt idx="138">
                  <c:v>79.672388682518203</c:v>
                </c:pt>
                <c:pt idx="139">
                  <c:v>78.57271433013149</c:v>
                </c:pt>
                <c:pt idx="140">
                  <c:v>78.09127951692885</c:v>
                </c:pt>
                <c:pt idx="141">
                  <c:v>76.854473154527241</c:v>
                </c:pt>
                <c:pt idx="142">
                  <c:v>80.154805347821181</c:v>
                </c:pt>
                <c:pt idx="143">
                  <c:v>81.303245021191728</c:v>
                </c:pt>
                <c:pt idx="144">
                  <c:v>82.560997561734041</c:v>
                </c:pt>
                <c:pt idx="145">
                  <c:v>82.393100852575003</c:v>
                </c:pt>
                <c:pt idx="146">
                  <c:v>81.821335646140597</c:v>
                </c:pt>
                <c:pt idx="147">
                  <c:v>84.022975339148161</c:v>
                </c:pt>
                <c:pt idx="148">
                  <c:v>84.371860118804193</c:v>
                </c:pt>
                <c:pt idx="149">
                  <c:v>84.169925870166509</c:v>
                </c:pt>
                <c:pt idx="150">
                  <c:v>83.429936670539618</c:v>
                </c:pt>
                <c:pt idx="151">
                  <c:v>82.593725965078889</c:v>
                </c:pt>
                <c:pt idx="152">
                  <c:v>84.884386915184407</c:v>
                </c:pt>
                <c:pt idx="153">
                  <c:v>84.473645453206629</c:v>
                </c:pt>
                <c:pt idx="154">
                  <c:v>86.225924168289509</c:v>
                </c:pt>
                <c:pt idx="155">
                  <c:v>86.765615539445989</c:v>
                </c:pt>
                <c:pt idx="156">
                  <c:v>86.517206958058608</c:v>
                </c:pt>
                <c:pt idx="157">
                  <c:v>85.907804087777635</c:v>
                </c:pt>
                <c:pt idx="158">
                  <c:v>86.330982343026449</c:v>
                </c:pt>
                <c:pt idx="159">
                  <c:v>84.752164165671218</c:v>
                </c:pt>
                <c:pt idx="160">
                  <c:v>82.395064556775637</c:v>
                </c:pt>
                <c:pt idx="161">
                  <c:v>82.186257343435543</c:v>
                </c:pt>
                <c:pt idx="162">
                  <c:v>82.218985746780405</c:v>
                </c:pt>
                <c:pt idx="163">
                  <c:v>83.597178811631721</c:v>
                </c:pt>
                <c:pt idx="164">
                  <c:v>80.019309757973488</c:v>
                </c:pt>
                <c:pt idx="165">
                  <c:v>78.997856289580938</c:v>
                </c:pt>
                <c:pt idx="166">
                  <c:v>78.145608666481223</c:v>
                </c:pt>
                <c:pt idx="167">
                  <c:v>77.393509957616729</c:v>
                </c:pt>
                <c:pt idx="168">
                  <c:v>77.024333567886913</c:v>
                </c:pt>
                <c:pt idx="169">
                  <c:v>76.030371958304045</c:v>
                </c:pt>
                <c:pt idx="170">
                  <c:v>75.514245037555881</c:v>
                </c:pt>
                <c:pt idx="171">
                  <c:v>76.716686576445397</c:v>
                </c:pt>
                <c:pt idx="172">
                  <c:v>76.976222814969972</c:v>
                </c:pt>
                <c:pt idx="173">
                  <c:v>78.495475298237565</c:v>
                </c:pt>
                <c:pt idx="174">
                  <c:v>79.77875599338887</c:v>
                </c:pt>
                <c:pt idx="175">
                  <c:v>75.5132631854555</c:v>
                </c:pt>
                <c:pt idx="176">
                  <c:v>75.844147343271857</c:v>
                </c:pt>
                <c:pt idx="177">
                  <c:v>74.044739727372402</c:v>
                </c:pt>
                <c:pt idx="178">
                  <c:v>73.691927539314989</c:v>
                </c:pt>
                <c:pt idx="179">
                  <c:v>74.295439296993891</c:v>
                </c:pt>
                <c:pt idx="180">
                  <c:v>73.919717226595097</c:v>
                </c:pt>
                <c:pt idx="181">
                  <c:v>72.734949025511796</c:v>
                </c:pt>
                <c:pt idx="182">
                  <c:v>72.019178844360084</c:v>
                </c:pt>
                <c:pt idx="183">
                  <c:v>71.045508844851014</c:v>
                </c:pt>
                <c:pt idx="184">
                  <c:v>70.57127428038423</c:v>
                </c:pt>
                <c:pt idx="185">
                  <c:v>70.726079628205326</c:v>
                </c:pt>
                <c:pt idx="186">
                  <c:v>71.377374854767695</c:v>
                </c:pt>
                <c:pt idx="187">
                  <c:v>69.419889050712655</c:v>
                </c:pt>
                <c:pt idx="188">
                  <c:v>68.07016969677133</c:v>
                </c:pt>
                <c:pt idx="189">
                  <c:v>70.212570979724745</c:v>
                </c:pt>
                <c:pt idx="190">
                  <c:v>72.530723788639975</c:v>
                </c:pt>
                <c:pt idx="191">
                  <c:v>72.79091459523147</c:v>
                </c:pt>
                <c:pt idx="192">
                  <c:v>72.170384067813245</c:v>
                </c:pt>
                <c:pt idx="193">
                  <c:v>69.185226398730123</c:v>
                </c:pt>
                <c:pt idx="194">
                  <c:v>68.106498224484099</c:v>
                </c:pt>
                <c:pt idx="195">
                  <c:v>67.072935246853959</c:v>
                </c:pt>
                <c:pt idx="196">
                  <c:v>66.843836423440067</c:v>
                </c:pt>
                <c:pt idx="197">
                  <c:v>68.926999296339318</c:v>
                </c:pt>
                <c:pt idx="198">
                  <c:v>66.94889459817702</c:v>
                </c:pt>
                <c:pt idx="199">
                  <c:v>69.017984257638005</c:v>
                </c:pt>
                <c:pt idx="200">
                  <c:v>69.591713168273088</c:v>
                </c:pt>
                <c:pt idx="201">
                  <c:v>69.41105238180954</c:v>
                </c:pt>
                <c:pt idx="202">
                  <c:v>69.45654486245887</c:v>
                </c:pt>
                <c:pt idx="203">
                  <c:v>71.295553846405596</c:v>
                </c:pt>
                <c:pt idx="204">
                  <c:v>72.278060514817781</c:v>
                </c:pt>
                <c:pt idx="205">
                  <c:v>73.675236053609098</c:v>
                </c:pt>
                <c:pt idx="206">
                  <c:v>72.029651933430401</c:v>
                </c:pt>
                <c:pt idx="207">
                  <c:v>71.129620841447235</c:v>
                </c:pt>
                <c:pt idx="208">
                  <c:v>74.346822890245292</c:v>
                </c:pt>
                <c:pt idx="209">
                  <c:v>73.348606588227582</c:v>
                </c:pt>
                <c:pt idx="210">
                  <c:v>72.714657415437983</c:v>
                </c:pt>
                <c:pt idx="211">
                  <c:v>70.190315665450257</c:v>
                </c:pt>
                <c:pt idx="212">
                  <c:v>68.086533898443761</c:v>
                </c:pt>
                <c:pt idx="213">
                  <c:v>69.226136902911193</c:v>
                </c:pt>
                <c:pt idx="214">
                  <c:v>70.361485214943798</c:v>
                </c:pt>
                <c:pt idx="215">
                  <c:v>71.007216612937569</c:v>
                </c:pt>
                <c:pt idx="216">
                  <c:v>69.124351568508757</c:v>
                </c:pt>
                <c:pt idx="217">
                  <c:v>74.88095043283316</c:v>
                </c:pt>
                <c:pt idx="218">
                  <c:v>76.172085944787227</c:v>
                </c:pt>
                <c:pt idx="219">
                  <c:v>75.436351437595164</c:v>
                </c:pt>
                <c:pt idx="220">
                  <c:v>76.369110932923164</c:v>
                </c:pt>
                <c:pt idx="221">
                  <c:v>75.265181888101608</c:v>
                </c:pt>
                <c:pt idx="222">
                  <c:v>75.426532916591697</c:v>
                </c:pt>
                <c:pt idx="223">
                  <c:v>75.524063558559334</c:v>
                </c:pt>
                <c:pt idx="224">
                  <c:v>74.670834083359296</c:v>
                </c:pt>
                <c:pt idx="225">
                  <c:v>76.110883830532359</c:v>
                </c:pt>
                <c:pt idx="226">
                  <c:v>76.776252270533021</c:v>
                </c:pt>
                <c:pt idx="227">
                  <c:v>76.263398190119332</c:v>
                </c:pt>
                <c:pt idx="228">
                  <c:v>74.637778395980988</c:v>
                </c:pt>
                <c:pt idx="229">
                  <c:v>73.909898705591687</c:v>
                </c:pt>
                <c:pt idx="230">
                  <c:v>77.631118165900304</c:v>
                </c:pt>
                <c:pt idx="231">
                  <c:v>77.68610188351964</c:v>
                </c:pt>
                <c:pt idx="232">
                  <c:v>77.259323503902891</c:v>
                </c:pt>
                <c:pt idx="233">
                  <c:v>75.980297501186428</c:v>
                </c:pt>
                <c:pt idx="234">
                  <c:v>74.356314127215327</c:v>
                </c:pt>
                <c:pt idx="235">
                  <c:v>73.973719092114123</c:v>
                </c:pt>
                <c:pt idx="236">
                  <c:v>75.151941612528461</c:v>
                </c:pt>
                <c:pt idx="237">
                  <c:v>74.679670752262396</c:v>
                </c:pt>
                <c:pt idx="238">
                  <c:v>76.302344990099726</c:v>
                </c:pt>
                <c:pt idx="239">
                  <c:v>77.17324780310598</c:v>
                </c:pt>
                <c:pt idx="240">
                  <c:v>76.51082491940636</c:v>
                </c:pt>
                <c:pt idx="241">
                  <c:v>73.621234188090185</c:v>
                </c:pt>
                <c:pt idx="242">
                  <c:v>72.687492840661818</c:v>
                </c:pt>
                <c:pt idx="243">
                  <c:v>71.658839123533411</c:v>
                </c:pt>
                <c:pt idx="244">
                  <c:v>71.771097547006207</c:v>
                </c:pt>
                <c:pt idx="245">
                  <c:v>72.973866369929155</c:v>
                </c:pt>
                <c:pt idx="246">
                  <c:v>71.12012960447727</c:v>
                </c:pt>
                <c:pt idx="247">
                  <c:v>71.201950612839369</c:v>
                </c:pt>
                <c:pt idx="248">
                  <c:v>70.509417598062498</c:v>
                </c:pt>
                <c:pt idx="249">
                  <c:v>69.350504835621621</c:v>
                </c:pt>
                <c:pt idx="250">
                  <c:v>71.181004434698707</c:v>
                </c:pt>
                <c:pt idx="251">
                  <c:v>100</c:v>
                </c:pt>
                <c:pt idx="252">
                  <c:v>98.993633095015582</c:v>
                </c:pt>
                <c:pt idx="253">
                  <c:v>99.247296482319527</c:v>
                </c:pt>
                <c:pt idx="254">
                  <c:v>97.304999148317123</c:v>
                </c:pt>
                <c:pt idx="255">
                  <c:v>100.21591311913892</c:v>
                </c:pt>
                <c:pt idx="256">
                  <c:v>101.30928978855246</c:v>
                </c:pt>
                <c:pt idx="257">
                  <c:v>101.93170884415127</c:v>
                </c:pt>
                <c:pt idx="258">
                  <c:v>103.7202428907498</c:v>
                </c:pt>
                <c:pt idx="259">
                  <c:v>104.46972382456255</c:v>
                </c:pt>
                <c:pt idx="260">
                  <c:v>104.82512878826245</c:v>
                </c:pt>
                <c:pt idx="261">
                  <c:v>105.28365643573018</c:v>
                </c:pt>
                <c:pt idx="262">
                  <c:v>103.93385416426894</c:v>
                </c:pt>
                <c:pt idx="263">
                  <c:v>102.7470225626908</c:v>
                </c:pt>
                <c:pt idx="264">
                  <c:v>105.54146314514982</c:v>
                </c:pt>
                <c:pt idx="265">
                  <c:v>107.94505034136371</c:v>
                </c:pt>
                <c:pt idx="266">
                  <c:v>107.90407748933094</c:v>
                </c:pt>
                <c:pt idx="267">
                  <c:v>107.61910900159748</c:v>
                </c:pt>
                <c:pt idx="268">
                  <c:v>109.35608170631212</c:v>
                </c:pt>
                <c:pt idx="269">
                  <c:v>109.83946928647389</c:v>
                </c:pt>
                <c:pt idx="270">
                  <c:v>107.70980171901829</c:v>
                </c:pt>
                <c:pt idx="271">
                  <c:v>109.2589438211558</c:v>
                </c:pt>
                <c:pt idx="272">
                  <c:v>111.76243111726978</c:v>
                </c:pt>
                <c:pt idx="273">
                  <c:v>114.87360565701574</c:v>
                </c:pt>
                <c:pt idx="274">
                  <c:v>113.9537881473365</c:v>
                </c:pt>
                <c:pt idx="275">
                  <c:v>112.5602508090987</c:v>
                </c:pt>
                <c:pt idx="276">
                  <c:v>115.33443515010335</c:v>
                </c:pt>
                <c:pt idx="277">
                  <c:v>113.89255905384935</c:v>
                </c:pt>
                <c:pt idx="278">
                  <c:v>113.31939949451466</c:v>
                </c:pt>
                <c:pt idx="279">
                  <c:v>112.6992822845357</c:v>
                </c:pt>
                <c:pt idx="280">
                  <c:v>114.69958612815752</c:v>
                </c:pt>
                <c:pt idx="281">
                  <c:v>115.20000736590593</c:v>
                </c:pt>
                <c:pt idx="282">
                  <c:v>115.64196172491101</c:v>
                </c:pt>
                <c:pt idx="283">
                  <c:v>113.61449610297535</c:v>
                </c:pt>
                <c:pt idx="284">
                  <c:v>112.2582486637786</c:v>
                </c:pt>
                <c:pt idx="285">
                  <c:v>109.5609459664759</c:v>
                </c:pt>
                <c:pt idx="286">
                  <c:v>109.40488083345225</c:v>
                </c:pt>
                <c:pt idx="287">
                  <c:v>111.18789045056324</c:v>
                </c:pt>
                <c:pt idx="288">
                  <c:v>109.21658986175112</c:v>
                </c:pt>
                <c:pt idx="289">
                  <c:v>109.78560609897013</c:v>
                </c:pt>
                <c:pt idx="290">
                  <c:v>109.57982110055841</c:v>
                </c:pt>
                <c:pt idx="291">
                  <c:v>108.68716536919297</c:v>
                </c:pt>
                <c:pt idx="292">
                  <c:v>110.06044646597638</c:v>
                </c:pt>
                <c:pt idx="293">
                  <c:v>112.41431379680223</c:v>
                </c:pt>
                <c:pt idx="294">
                  <c:v>113.01417476532683</c:v>
                </c:pt>
                <c:pt idx="295">
                  <c:v>111.58518900454384</c:v>
                </c:pt>
                <c:pt idx="296">
                  <c:v>112.52526275567749</c:v>
                </c:pt>
                <c:pt idx="297">
                  <c:v>110.89923900983808</c:v>
                </c:pt>
                <c:pt idx="298">
                  <c:v>108.96891127305872</c:v>
                </c:pt>
                <c:pt idx="299">
                  <c:v>109.56785150333538</c:v>
                </c:pt>
                <c:pt idx="300">
                  <c:v>112.08054618192867</c:v>
                </c:pt>
                <c:pt idx="301">
                  <c:v>112.11093054411023</c:v>
                </c:pt>
                <c:pt idx="302">
                  <c:v>115.26722125800467</c:v>
                </c:pt>
                <c:pt idx="303">
                  <c:v>115.13647642679899</c:v>
                </c:pt>
                <c:pt idx="304">
                  <c:v>115.40256978044994</c:v>
                </c:pt>
                <c:pt idx="305">
                  <c:v>116.36382051128591</c:v>
                </c:pt>
                <c:pt idx="306">
                  <c:v>115.2966848819383</c:v>
                </c:pt>
                <c:pt idx="307">
                  <c:v>117.19893010215586</c:v>
                </c:pt>
                <c:pt idx="308">
                  <c:v>117.488041912005</c:v>
                </c:pt>
                <c:pt idx="309">
                  <c:v>116.48812017475609</c:v>
                </c:pt>
                <c:pt idx="310">
                  <c:v>115.95639383657813</c:v>
                </c:pt>
                <c:pt idx="311">
                  <c:v>118.38484096548609</c:v>
                </c:pt>
                <c:pt idx="312">
                  <c:v>119.73556397519526</c:v>
                </c:pt>
                <c:pt idx="313">
                  <c:v>121.49049107574444</c:v>
                </c:pt>
                <c:pt idx="314">
                  <c:v>121.43524678086882</c:v>
                </c:pt>
                <c:pt idx="315">
                  <c:v>120.72858017558471</c:v>
                </c:pt>
                <c:pt idx="316">
                  <c:v>119.28946629407451</c:v>
                </c:pt>
                <c:pt idx="317">
                  <c:v>120.09879521400246</c:v>
                </c:pt>
                <c:pt idx="318">
                  <c:v>119.92201347040044</c:v>
                </c:pt>
                <c:pt idx="319">
                  <c:v>118.68316015781441</c:v>
                </c:pt>
                <c:pt idx="320">
                  <c:v>117.95853915669572</c:v>
                </c:pt>
                <c:pt idx="321">
                  <c:v>120.2636073603814</c:v>
                </c:pt>
                <c:pt idx="322">
                  <c:v>119.65545974762551</c:v>
                </c:pt>
                <c:pt idx="323">
                  <c:v>120.12549662319235</c:v>
                </c:pt>
                <c:pt idx="324">
                  <c:v>120.61440863284167</c:v>
                </c:pt>
                <c:pt idx="325">
                  <c:v>120.45696239244616</c:v>
                </c:pt>
                <c:pt idx="326">
                  <c:v>119.54405041962633</c:v>
                </c:pt>
                <c:pt idx="327">
                  <c:v>119.09979421500148</c:v>
                </c:pt>
                <c:pt idx="328">
                  <c:v>118.59476928601342</c:v>
                </c:pt>
                <c:pt idx="329">
                  <c:v>116.12166635208098</c:v>
                </c:pt>
                <c:pt idx="330">
                  <c:v>118.13301905467789</c:v>
                </c:pt>
                <c:pt idx="331">
                  <c:v>120.698656182527</c:v>
                </c:pt>
                <c:pt idx="332">
                  <c:v>121.99551600473247</c:v>
                </c:pt>
                <c:pt idx="333">
                  <c:v>122.21925539897879</c:v>
                </c:pt>
                <c:pt idx="334">
                  <c:v>121.08260403191269</c:v>
                </c:pt>
                <c:pt idx="335">
                  <c:v>120.07623712692831</c:v>
                </c:pt>
                <c:pt idx="336">
                  <c:v>119.48742501737884</c:v>
                </c:pt>
                <c:pt idx="337">
                  <c:v>122.72888401920648</c:v>
                </c:pt>
                <c:pt idx="338">
                  <c:v>122.70724667038017</c:v>
                </c:pt>
                <c:pt idx="339">
                  <c:v>121.65806543686713</c:v>
                </c:pt>
                <c:pt idx="340">
                  <c:v>123.14828029113731</c:v>
                </c:pt>
                <c:pt idx="341">
                  <c:v>122.59537697325705</c:v>
                </c:pt>
                <c:pt idx="342">
                  <c:v>122.32145734449871</c:v>
                </c:pt>
                <c:pt idx="343">
                  <c:v>123.22470156571531</c:v>
                </c:pt>
                <c:pt idx="344">
                  <c:v>123.42404139639154</c:v>
                </c:pt>
                <c:pt idx="345">
                  <c:v>125.00771118282634</c:v>
                </c:pt>
                <c:pt idx="346">
                  <c:v>127.58808012264231</c:v>
                </c:pt>
                <c:pt idx="347">
                  <c:v>127.44582606333756</c:v>
                </c:pt>
                <c:pt idx="348">
                  <c:v>127.61340042446031</c:v>
                </c:pt>
                <c:pt idx="349">
                  <c:v>125.70102708351554</c:v>
                </c:pt>
                <c:pt idx="350">
                  <c:v>124.9174788345295</c:v>
                </c:pt>
                <c:pt idx="351">
                  <c:v>130.4713719460263</c:v>
                </c:pt>
                <c:pt idx="352">
                  <c:v>133.96557359691002</c:v>
                </c:pt>
                <c:pt idx="353">
                  <c:v>134.80574724814355</c:v>
                </c:pt>
                <c:pt idx="354">
                  <c:v>133.3344075279559</c:v>
                </c:pt>
                <c:pt idx="355">
                  <c:v>135.11051160820745</c:v>
                </c:pt>
                <c:pt idx="356">
                  <c:v>135.80060492502889</c:v>
                </c:pt>
                <c:pt idx="357">
                  <c:v>135.04007513224104</c:v>
                </c:pt>
                <c:pt idx="358">
                  <c:v>134.8725007711183</c:v>
                </c:pt>
                <c:pt idx="359">
                  <c:v>132.69173223090274</c:v>
                </c:pt>
                <c:pt idx="360">
                  <c:v>134.28184718507296</c:v>
                </c:pt>
                <c:pt idx="361">
                  <c:v>134.90564734804366</c:v>
                </c:pt>
                <c:pt idx="362">
                  <c:v>137.70469162174228</c:v>
                </c:pt>
                <c:pt idx="363">
                  <c:v>138.68665896315662</c:v>
                </c:pt>
                <c:pt idx="364">
                  <c:v>140.27217022608721</c:v>
                </c:pt>
                <c:pt idx="365">
                  <c:v>142.06208538005765</c:v>
                </c:pt>
                <c:pt idx="366">
                  <c:v>140.88998559044637</c:v>
                </c:pt>
                <c:pt idx="367">
                  <c:v>140.26848727309553</c:v>
                </c:pt>
                <c:pt idx="368">
                  <c:v>138.28659819443226</c:v>
                </c:pt>
                <c:pt idx="369">
                  <c:v>139.56182066781139</c:v>
                </c:pt>
                <c:pt idx="370">
                  <c:v>138.02326705552505</c:v>
                </c:pt>
                <c:pt idx="371">
                  <c:v>136.59658314036187</c:v>
                </c:pt>
                <c:pt idx="372">
                  <c:v>139.38595966245725</c:v>
                </c:pt>
                <c:pt idx="373">
                  <c:v>139.35097160903604</c:v>
                </c:pt>
                <c:pt idx="374">
                  <c:v>139.52775335263806</c:v>
                </c:pt>
                <c:pt idx="375">
                  <c:v>142.0625457491816</c:v>
                </c:pt>
                <c:pt idx="376">
                  <c:v>141.62519508141619</c:v>
                </c:pt>
                <c:pt idx="377">
                  <c:v>140.83151871170293</c:v>
                </c:pt>
                <c:pt idx="378">
                  <c:v>140.60501710271285</c:v>
                </c:pt>
                <c:pt idx="379">
                  <c:v>139.99226579871731</c:v>
                </c:pt>
                <c:pt idx="380">
                  <c:v>139.96786623514726</c:v>
                </c:pt>
                <c:pt idx="381">
                  <c:v>140.23856328003785</c:v>
                </c:pt>
                <c:pt idx="382">
                  <c:v>141.9957922262069</c:v>
                </c:pt>
                <c:pt idx="383">
                  <c:v>144.11855425680307</c:v>
                </c:pt>
                <c:pt idx="384">
                  <c:v>143.90126003029226</c:v>
                </c:pt>
                <c:pt idx="385">
                  <c:v>145.81869743160064</c:v>
                </c:pt>
                <c:pt idx="386">
                  <c:v>147.65372875971951</c:v>
                </c:pt>
                <c:pt idx="387">
                  <c:v>147.2495246688795</c:v>
                </c:pt>
                <c:pt idx="388">
                  <c:v>144.24423502764515</c:v>
                </c:pt>
                <c:pt idx="389">
                  <c:v>143.79261291703685</c:v>
                </c:pt>
                <c:pt idx="390">
                  <c:v>144.16321006182753</c:v>
                </c:pt>
                <c:pt idx="391">
                  <c:v>145.87578320297209</c:v>
                </c:pt>
                <c:pt idx="392">
                  <c:v>143.98458684172965</c:v>
                </c:pt>
                <c:pt idx="393">
                  <c:v>143.49751630857619</c:v>
                </c:pt>
                <c:pt idx="394">
                  <c:v>145.61889723180042</c:v>
                </c:pt>
                <c:pt idx="395">
                  <c:v>145.80534672700568</c:v>
                </c:pt>
                <c:pt idx="396">
                  <c:v>145.93240860521968</c:v>
                </c:pt>
                <c:pt idx="397">
                  <c:v>142.15093662098275</c:v>
                </c:pt>
                <c:pt idx="398">
                  <c:v>141.70161635599428</c:v>
                </c:pt>
                <c:pt idx="399">
                  <c:v>139.58483912400965</c:v>
                </c:pt>
                <c:pt idx="400">
                  <c:v>139.95543626880033</c:v>
                </c:pt>
                <c:pt idx="401">
                  <c:v>138.8694255053702</c:v>
                </c:pt>
                <c:pt idx="402">
                  <c:v>136.77198377659209</c:v>
                </c:pt>
                <c:pt idx="403">
                  <c:v>136.78671558855891</c:v>
                </c:pt>
                <c:pt idx="404">
                  <c:v>135.5777862690305</c:v>
                </c:pt>
                <c:pt idx="405">
                  <c:v>138.09094131674777</c:v>
                </c:pt>
                <c:pt idx="406">
                  <c:v>136.82906954796357</c:v>
                </c:pt>
                <c:pt idx="407">
                  <c:v>135.61967985931119</c:v>
                </c:pt>
                <c:pt idx="408">
                  <c:v>134.31177117813061</c:v>
                </c:pt>
                <c:pt idx="409">
                  <c:v>134.46185151254275</c:v>
                </c:pt>
                <c:pt idx="410">
                  <c:v>137.50397068369421</c:v>
                </c:pt>
                <c:pt idx="411">
                  <c:v>137.17158417619251</c:v>
                </c:pt>
                <c:pt idx="412">
                  <c:v>139.80489556526427</c:v>
                </c:pt>
                <c:pt idx="413">
                  <c:v>136.79638334016215</c:v>
                </c:pt>
                <c:pt idx="414">
                  <c:v>137.91784252613749</c:v>
                </c:pt>
                <c:pt idx="415">
                  <c:v>139.04068281948466</c:v>
                </c:pt>
                <c:pt idx="416">
                  <c:v>141.97599635387655</c:v>
                </c:pt>
                <c:pt idx="417">
                  <c:v>143.15960537158699</c:v>
                </c:pt>
                <c:pt idx="418">
                  <c:v>143.68949023326908</c:v>
                </c:pt>
                <c:pt idx="419">
                  <c:v>144.01312972741553</c:v>
                </c:pt>
                <c:pt idx="420">
                  <c:v>144.57570079689901</c:v>
                </c:pt>
                <c:pt idx="421">
                  <c:v>142.58828728874821</c:v>
                </c:pt>
                <c:pt idx="422">
                  <c:v>140.34905186978926</c:v>
                </c:pt>
                <c:pt idx="423">
                  <c:v>140.63908441788635</c:v>
                </c:pt>
                <c:pt idx="424">
                  <c:v>141.27715602369986</c:v>
                </c:pt>
                <c:pt idx="425">
                  <c:v>138.8104982575029</c:v>
                </c:pt>
                <c:pt idx="426">
                  <c:v>139.24094338840891</c:v>
                </c:pt>
                <c:pt idx="427">
                  <c:v>140.22014851507947</c:v>
                </c:pt>
                <c:pt idx="428">
                  <c:v>137.49200108647119</c:v>
                </c:pt>
                <c:pt idx="429">
                  <c:v>138.14112155125986</c:v>
                </c:pt>
                <c:pt idx="430">
                  <c:v>138.03477628362427</c:v>
                </c:pt>
                <c:pt idx="431">
                  <c:v>135.58791438975777</c:v>
                </c:pt>
                <c:pt idx="432">
                  <c:v>133.52914366739256</c:v>
                </c:pt>
                <c:pt idx="433">
                  <c:v>133.87718272510901</c:v>
                </c:pt>
                <c:pt idx="434">
                  <c:v>134.50282436457553</c:v>
                </c:pt>
                <c:pt idx="435">
                  <c:v>132.1093652890888</c:v>
                </c:pt>
                <c:pt idx="436">
                  <c:v>132.33126320683925</c:v>
                </c:pt>
                <c:pt idx="437">
                  <c:v>133.24003185754333</c:v>
                </c:pt>
                <c:pt idx="438">
                  <c:v>133.76301118236603</c:v>
                </c:pt>
                <c:pt idx="439">
                  <c:v>135.54003600086548</c:v>
                </c:pt>
                <c:pt idx="440">
                  <c:v>133.07568008028841</c:v>
                </c:pt>
                <c:pt idx="441">
                  <c:v>134.74083520166477</c:v>
                </c:pt>
                <c:pt idx="442">
                  <c:v>135.078746138654</c:v>
                </c:pt>
                <c:pt idx="443">
                  <c:v>137.70100866875063</c:v>
                </c:pt>
                <c:pt idx="444">
                  <c:v>138.29396410041574</c:v>
                </c:pt>
                <c:pt idx="445">
                  <c:v>138.50619426656291</c:v>
                </c:pt>
                <c:pt idx="446">
                  <c:v>139.9024938195445</c:v>
                </c:pt>
                <c:pt idx="447">
                  <c:v>140.04889120096493</c:v>
                </c:pt>
                <c:pt idx="448">
                  <c:v>137.91692178788952</c:v>
                </c:pt>
                <c:pt idx="449">
                  <c:v>139.26304110635908</c:v>
                </c:pt>
                <c:pt idx="450">
                  <c:v>138.18577735628426</c:v>
                </c:pt>
                <c:pt idx="451">
                  <c:v>136.4870152888586</c:v>
                </c:pt>
                <c:pt idx="452">
                  <c:v>135.8912976424497</c:v>
                </c:pt>
                <c:pt idx="453">
                  <c:v>133.59865940511099</c:v>
                </c:pt>
                <c:pt idx="454">
                  <c:v>134.15938899809871</c:v>
                </c:pt>
                <c:pt idx="455">
                  <c:v>135.11097197733147</c:v>
                </c:pt>
                <c:pt idx="456">
                  <c:v>133.50750631856627</c:v>
                </c:pt>
                <c:pt idx="457">
                  <c:v>130.60902231409148</c:v>
                </c:pt>
                <c:pt idx="458">
                  <c:v>131.36540878476362</c:v>
                </c:pt>
                <c:pt idx="459">
                  <c:v>132.92790159149607</c:v>
                </c:pt>
                <c:pt idx="460">
                  <c:v>133.67001661932534</c:v>
                </c:pt>
                <c:pt idx="461">
                  <c:v>136.45110649718936</c:v>
                </c:pt>
                <c:pt idx="462">
                  <c:v>138.79070238517235</c:v>
                </c:pt>
                <c:pt idx="463">
                  <c:v>140.35089334628498</c:v>
                </c:pt>
                <c:pt idx="464">
                  <c:v>141.45025481431009</c:v>
                </c:pt>
                <c:pt idx="465">
                  <c:v>142.98236325886091</c:v>
                </c:pt>
                <c:pt idx="466">
                  <c:v>143.89435449343284</c:v>
                </c:pt>
                <c:pt idx="467">
                  <c:v>143.31290828986678</c:v>
                </c:pt>
                <c:pt idx="468">
                  <c:v>147.03038896587279</c:v>
                </c:pt>
                <c:pt idx="469">
                  <c:v>146.24039554915126</c:v>
                </c:pt>
                <c:pt idx="470">
                  <c:v>149.0426624067176</c:v>
                </c:pt>
                <c:pt idx="471">
                  <c:v>148.9275701257267</c:v>
                </c:pt>
                <c:pt idx="472">
                  <c:v>149.93715961457889</c:v>
                </c:pt>
                <c:pt idx="473">
                  <c:v>149.51500112790427</c:v>
                </c:pt>
                <c:pt idx="474">
                  <c:v>151.76022134547475</c:v>
                </c:pt>
                <c:pt idx="475">
                  <c:v>150.49420625457486</c:v>
                </c:pt>
                <c:pt idx="476">
                  <c:v>150.9131421573818</c:v>
                </c:pt>
                <c:pt idx="477">
                  <c:v>150.43297716108776</c:v>
                </c:pt>
                <c:pt idx="478">
                  <c:v>150.49927031493857</c:v>
                </c:pt>
                <c:pt idx="479">
                  <c:v>150.7870010174158</c:v>
                </c:pt>
                <c:pt idx="480">
                  <c:v>150.80311393675453</c:v>
                </c:pt>
                <c:pt idx="481">
                  <c:v>150.68249722627607</c:v>
                </c:pt>
                <c:pt idx="482">
                  <c:v>150.93754172095191</c:v>
                </c:pt>
                <c:pt idx="483">
                  <c:v>148.96209781002415</c:v>
                </c:pt>
                <c:pt idx="484">
                  <c:v>150.17747229728803</c:v>
                </c:pt>
                <c:pt idx="485">
                  <c:v>148.77979163693453</c:v>
                </c:pt>
                <c:pt idx="486">
                  <c:v>150.68802165576361</c:v>
                </c:pt>
                <c:pt idx="487">
                  <c:v>152.04795204795201</c:v>
                </c:pt>
                <c:pt idx="488">
                  <c:v>152.68602365376555</c:v>
                </c:pt>
                <c:pt idx="489">
                  <c:v>153.95065763729355</c:v>
                </c:pt>
                <c:pt idx="490">
                  <c:v>155.32117651933311</c:v>
                </c:pt>
                <c:pt idx="491">
                  <c:v>154.79313313414687</c:v>
                </c:pt>
                <c:pt idx="492">
                  <c:v>155.88420795794065</c:v>
                </c:pt>
                <c:pt idx="493">
                  <c:v>156.30176275337561</c:v>
                </c:pt>
                <c:pt idx="494">
                  <c:v>156.67742395852997</c:v>
                </c:pt>
                <c:pt idx="495">
                  <c:v>154.25864458122524</c:v>
                </c:pt>
                <c:pt idx="496">
                  <c:v>155.91781490399006</c:v>
                </c:pt>
                <c:pt idx="497">
                  <c:v>155.97812325922925</c:v>
                </c:pt>
                <c:pt idx="498">
                  <c:v>156.59962157658009</c:v>
                </c:pt>
                <c:pt idx="499">
                  <c:v>156.63691147562113</c:v>
                </c:pt>
                <c:pt idx="500">
                  <c:v>156.83118724593379</c:v>
                </c:pt>
                <c:pt idx="501">
                  <c:v>100</c:v>
                </c:pt>
                <c:pt idx="502">
                  <c:v>97.419314957199532</c:v>
                </c:pt>
                <c:pt idx="503">
                  <c:v>96.425543689434704</c:v>
                </c:pt>
                <c:pt idx="504">
                  <c:v>95.804731010608862</c:v>
                </c:pt>
                <c:pt idx="505">
                  <c:v>95.947202957764716</c:v>
                </c:pt>
                <c:pt idx="506">
                  <c:v>98.581756526039399</c:v>
                </c:pt>
                <c:pt idx="507">
                  <c:v>98.832848614725251</c:v>
                </c:pt>
                <c:pt idx="508">
                  <c:v>99.823676247218287</c:v>
                </c:pt>
                <c:pt idx="509">
                  <c:v>100.26168917566439</c:v>
                </c:pt>
                <c:pt idx="510">
                  <c:v>100.60903813773855</c:v>
                </c:pt>
                <c:pt idx="511">
                  <c:v>101.00142471947153</c:v>
                </c:pt>
                <c:pt idx="512">
                  <c:v>100.49894617857268</c:v>
                </c:pt>
                <c:pt idx="513">
                  <c:v>102.54035723957657</c:v>
                </c:pt>
                <c:pt idx="514">
                  <c:v>104.94677907428554</c:v>
                </c:pt>
                <c:pt idx="515">
                  <c:v>105.35182328768731</c:v>
                </c:pt>
                <c:pt idx="516">
                  <c:v>105.82751474761267</c:v>
                </c:pt>
                <c:pt idx="517">
                  <c:v>106.64319608143269</c:v>
                </c:pt>
                <c:pt idx="518">
                  <c:v>107.04647411367137</c:v>
                </c:pt>
                <c:pt idx="519">
                  <c:v>105.92053362220203</c:v>
                </c:pt>
                <c:pt idx="520">
                  <c:v>106.94639051442965</c:v>
                </c:pt>
                <c:pt idx="521">
                  <c:v>106.15219771809389</c:v>
                </c:pt>
                <c:pt idx="522">
                  <c:v>103.90797018686193</c:v>
                </c:pt>
                <c:pt idx="523">
                  <c:v>105.34534729008932</c:v>
                </c:pt>
                <c:pt idx="524">
                  <c:v>106.73386004780458</c:v>
                </c:pt>
                <c:pt idx="525">
                  <c:v>107.35761636190223</c:v>
                </c:pt>
                <c:pt idx="526">
                  <c:v>106.84218582580738</c:v>
                </c:pt>
                <c:pt idx="527">
                  <c:v>108.37405362126007</c:v>
                </c:pt>
                <c:pt idx="528">
                  <c:v>108.52888883655757</c:v>
                </c:pt>
                <c:pt idx="529">
                  <c:v>110.15671914187143</c:v>
                </c:pt>
                <c:pt idx="530">
                  <c:v>109.30453673068091</c:v>
                </c:pt>
                <c:pt idx="531">
                  <c:v>107.60076063535423</c:v>
                </c:pt>
                <c:pt idx="532">
                  <c:v>108.77909783466193</c:v>
                </c:pt>
                <c:pt idx="533">
                  <c:v>108.30546691942685</c:v>
                </c:pt>
                <c:pt idx="534">
                  <c:v>107.4488690553286</c:v>
                </c:pt>
                <c:pt idx="535">
                  <c:v>106.08743774211403</c:v>
                </c:pt>
                <c:pt idx="536">
                  <c:v>105.27734931531046</c:v>
                </c:pt>
                <c:pt idx="537">
                  <c:v>109.85587961709197</c:v>
                </c:pt>
                <c:pt idx="538">
                  <c:v>109.56181045343762</c:v>
                </c:pt>
                <c:pt idx="539">
                  <c:v>109.59772280375377</c:v>
                </c:pt>
                <c:pt idx="540">
                  <c:v>109.66837005027735</c:v>
                </c:pt>
                <c:pt idx="541">
                  <c:v>109.06463045602803</c:v>
                </c:pt>
                <c:pt idx="542">
                  <c:v>110.34422870868612</c:v>
                </c:pt>
                <c:pt idx="543">
                  <c:v>112.30704470793256</c:v>
                </c:pt>
                <c:pt idx="544">
                  <c:v>112.53841444029725</c:v>
                </c:pt>
                <c:pt idx="545">
                  <c:v>110.07900717069558</c:v>
                </c:pt>
                <c:pt idx="546">
                  <c:v>111.08219807133025</c:v>
                </c:pt>
                <c:pt idx="547">
                  <c:v>113.18248183777045</c:v>
                </c:pt>
                <c:pt idx="548">
                  <c:v>111.09956551943395</c:v>
                </c:pt>
                <c:pt idx="549">
                  <c:v>110.6815693108362</c:v>
                </c:pt>
                <c:pt idx="550">
                  <c:v>113.49126917778386</c:v>
                </c:pt>
                <c:pt idx="551">
                  <c:v>112.26583381412716</c:v>
                </c:pt>
                <c:pt idx="552">
                  <c:v>112.13719695274882</c:v>
                </c:pt>
                <c:pt idx="553">
                  <c:v>110.68922276254288</c:v>
                </c:pt>
                <c:pt idx="554">
                  <c:v>111.24910219124216</c:v>
                </c:pt>
                <c:pt idx="555">
                  <c:v>111.95881265527683</c:v>
                </c:pt>
                <c:pt idx="556">
                  <c:v>113.24930235844069</c:v>
                </c:pt>
                <c:pt idx="557">
                  <c:v>113.40384321021099</c:v>
                </c:pt>
                <c:pt idx="558">
                  <c:v>113.91721320161555</c:v>
                </c:pt>
                <c:pt idx="559">
                  <c:v>113.32760305667095</c:v>
                </c:pt>
                <c:pt idx="560">
                  <c:v>112.4645291949747</c:v>
                </c:pt>
                <c:pt idx="561">
                  <c:v>112.60317441627717</c:v>
                </c:pt>
                <c:pt idx="562">
                  <c:v>112.47777555369785</c:v>
                </c:pt>
                <c:pt idx="563">
                  <c:v>112.73122255060113</c:v>
                </c:pt>
                <c:pt idx="564">
                  <c:v>111.64237186355666</c:v>
                </c:pt>
                <c:pt idx="565">
                  <c:v>111.76158909206517</c:v>
                </c:pt>
                <c:pt idx="566">
                  <c:v>109.83497980666208</c:v>
                </c:pt>
                <c:pt idx="567">
                  <c:v>111.35507306102748</c:v>
                </c:pt>
                <c:pt idx="568">
                  <c:v>111.00271991899119</c:v>
                </c:pt>
                <c:pt idx="569">
                  <c:v>111.17521694591957</c:v>
                </c:pt>
                <c:pt idx="570">
                  <c:v>110.35011597922974</c:v>
                </c:pt>
                <c:pt idx="571">
                  <c:v>112.95876555711244</c:v>
                </c:pt>
                <c:pt idx="572">
                  <c:v>111.1060415170319</c:v>
                </c:pt>
                <c:pt idx="573">
                  <c:v>108.89507706437143</c:v>
                </c:pt>
                <c:pt idx="574">
                  <c:v>109.14028188251365</c:v>
                </c:pt>
                <c:pt idx="575">
                  <c:v>107.27401712018275</c:v>
                </c:pt>
                <c:pt idx="576">
                  <c:v>106.31439202157097</c:v>
                </c:pt>
                <c:pt idx="577">
                  <c:v>103.04018650873084</c:v>
                </c:pt>
                <c:pt idx="578">
                  <c:v>104.35510838465071</c:v>
                </c:pt>
                <c:pt idx="579">
                  <c:v>106.14160063111544</c:v>
                </c:pt>
                <c:pt idx="580">
                  <c:v>106.17486370968696</c:v>
                </c:pt>
                <c:pt idx="581">
                  <c:v>106.33558619552807</c:v>
                </c:pt>
                <c:pt idx="582">
                  <c:v>108.3075274641171</c:v>
                </c:pt>
                <c:pt idx="583">
                  <c:v>108.6946155023608</c:v>
                </c:pt>
                <c:pt idx="584">
                  <c:v>106.34206219312604</c:v>
                </c:pt>
                <c:pt idx="585">
                  <c:v>105.00329687150445</c:v>
                </c:pt>
                <c:pt idx="586">
                  <c:v>106.72620659609792</c:v>
                </c:pt>
                <c:pt idx="587">
                  <c:v>109.93918449528429</c:v>
                </c:pt>
                <c:pt idx="588">
                  <c:v>111.57025279939714</c:v>
                </c:pt>
                <c:pt idx="589">
                  <c:v>110.97975956387099</c:v>
                </c:pt>
                <c:pt idx="590">
                  <c:v>111.23938819484508</c:v>
                </c:pt>
                <c:pt idx="591">
                  <c:v>110.95738793580517</c:v>
                </c:pt>
                <c:pt idx="592">
                  <c:v>111.4869479212047</c:v>
                </c:pt>
                <c:pt idx="593">
                  <c:v>112.02121772303919</c:v>
                </c:pt>
                <c:pt idx="594">
                  <c:v>113.06856315275105</c:v>
                </c:pt>
                <c:pt idx="595">
                  <c:v>115.66102273663877</c:v>
                </c:pt>
                <c:pt idx="596">
                  <c:v>115.27069669959604</c:v>
                </c:pt>
                <c:pt idx="597">
                  <c:v>114.71935381318504</c:v>
                </c:pt>
                <c:pt idx="598">
                  <c:v>116.23885834049607</c:v>
                </c:pt>
                <c:pt idx="599">
                  <c:v>116.59739311660314</c:v>
                </c:pt>
                <c:pt idx="600">
                  <c:v>116.6795205406868</c:v>
                </c:pt>
                <c:pt idx="601">
                  <c:v>117.33624556982875</c:v>
                </c:pt>
                <c:pt idx="602">
                  <c:v>118.66235325978151</c:v>
                </c:pt>
                <c:pt idx="603">
                  <c:v>120.29636519916619</c:v>
                </c:pt>
                <c:pt idx="604">
                  <c:v>119.86659444948117</c:v>
                </c:pt>
                <c:pt idx="605">
                  <c:v>116.92884644820953</c:v>
                </c:pt>
                <c:pt idx="606">
                  <c:v>116.92737463057362</c:v>
                </c:pt>
                <c:pt idx="607">
                  <c:v>118.07627547716309</c:v>
                </c:pt>
                <c:pt idx="608">
                  <c:v>118.5622696605398</c:v>
                </c:pt>
                <c:pt idx="609">
                  <c:v>121.73580284708385</c:v>
                </c:pt>
                <c:pt idx="610">
                  <c:v>121.1656206949332</c:v>
                </c:pt>
                <c:pt idx="611">
                  <c:v>121.4064100601677</c:v>
                </c:pt>
                <c:pt idx="612">
                  <c:v>121.75640829398654</c:v>
                </c:pt>
                <c:pt idx="613">
                  <c:v>123.77279845517999</c:v>
                </c:pt>
                <c:pt idx="614">
                  <c:v>126.82181586972628</c:v>
                </c:pt>
                <c:pt idx="615">
                  <c:v>128.54855232017314</c:v>
                </c:pt>
                <c:pt idx="616">
                  <c:v>129.2055717128423</c:v>
                </c:pt>
                <c:pt idx="617">
                  <c:v>130.73537896360466</c:v>
                </c:pt>
                <c:pt idx="618">
                  <c:v>131.53339848579381</c:v>
                </c:pt>
                <c:pt idx="619">
                  <c:v>129.43399780993516</c:v>
                </c:pt>
                <c:pt idx="620">
                  <c:v>128.34897384874407</c:v>
                </c:pt>
                <c:pt idx="621">
                  <c:v>125.69087119829489</c:v>
                </c:pt>
                <c:pt idx="622">
                  <c:v>127.9439296353423</c:v>
                </c:pt>
                <c:pt idx="623">
                  <c:v>128.41932673174045</c:v>
                </c:pt>
                <c:pt idx="624">
                  <c:v>128.33690494412963</c:v>
                </c:pt>
                <c:pt idx="625">
                  <c:v>127.78585642124578</c:v>
                </c:pt>
                <c:pt idx="626">
                  <c:v>129.44665544160392</c:v>
                </c:pt>
                <c:pt idx="627">
                  <c:v>130.13958718458929</c:v>
                </c:pt>
                <c:pt idx="628">
                  <c:v>132.06060356297598</c:v>
                </c:pt>
                <c:pt idx="629">
                  <c:v>132.70290477928611</c:v>
                </c:pt>
                <c:pt idx="630">
                  <c:v>133.66400169553378</c:v>
                </c:pt>
                <c:pt idx="631">
                  <c:v>133.71433785868183</c:v>
                </c:pt>
                <c:pt idx="632">
                  <c:v>135.88762377986305</c:v>
                </c:pt>
                <c:pt idx="633">
                  <c:v>132.16392516101672</c:v>
                </c:pt>
                <c:pt idx="634">
                  <c:v>133.3822958000211</c:v>
                </c:pt>
                <c:pt idx="635">
                  <c:v>133.92480778061662</c:v>
                </c:pt>
                <c:pt idx="636">
                  <c:v>133.41143778921202</c:v>
                </c:pt>
                <c:pt idx="637">
                  <c:v>128.44905744798581</c:v>
                </c:pt>
                <c:pt idx="638">
                  <c:v>128.15940373723919</c:v>
                </c:pt>
                <c:pt idx="639">
                  <c:v>126.53039597781661</c:v>
                </c:pt>
                <c:pt idx="640">
                  <c:v>129.01482414722869</c:v>
                </c:pt>
                <c:pt idx="641">
                  <c:v>128.8502749355342</c:v>
                </c:pt>
                <c:pt idx="642">
                  <c:v>123.51758527711364</c:v>
                </c:pt>
                <c:pt idx="643">
                  <c:v>122.1061121642782</c:v>
                </c:pt>
                <c:pt idx="644">
                  <c:v>123.43899021535614</c:v>
                </c:pt>
                <c:pt idx="645">
                  <c:v>123.02570382319328</c:v>
                </c:pt>
                <c:pt idx="646">
                  <c:v>120.3207973719222</c:v>
                </c:pt>
                <c:pt idx="647">
                  <c:v>125.07771197117569</c:v>
                </c:pt>
                <c:pt idx="648">
                  <c:v>120.87302334891473</c:v>
                </c:pt>
                <c:pt idx="649">
                  <c:v>118.46660151420575</c:v>
                </c:pt>
                <c:pt idx="650">
                  <c:v>113.98432808581263</c:v>
                </c:pt>
                <c:pt idx="651">
                  <c:v>115.25038561622038</c:v>
                </c:pt>
                <c:pt idx="652">
                  <c:v>113.68083928928847</c:v>
                </c:pt>
                <c:pt idx="653">
                  <c:v>117.43868407728785</c:v>
                </c:pt>
                <c:pt idx="654">
                  <c:v>118.19166597981818</c:v>
                </c:pt>
                <c:pt idx="655">
                  <c:v>119.28404902918884</c:v>
                </c:pt>
                <c:pt idx="656">
                  <c:v>122.85879970328132</c:v>
                </c:pt>
                <c:pt idx="657">
                  <c:v>123.60618869879524</c:v>
                </c:pt>
                <c:pt idx="658">
                  <c:v>126.7438095350231</c:v>
                </c:pt>
                <c:pt idx="659">
                  <c:v>127.0699643231403</c:v>
                </c:pt>
                <c:pt idx="660">
                  <c:v>128.90473218806278</c:v>
                </c:pt>
                <c:pt idx="661">
                  <c:v>128.49380070411738</c:v>
                </c:pt>
                <c:pt idx="662">
                  <c:v>129.08753193844254</c:v>
                </c:pt>
                <c:pt idx="663">
                  <c:v>126.33258368755061</c:v>
                </c:pt>
                <c:pt idx="664">
                  <c:v>128.42933509166463</c:v>
                </c:pt>
                <c:pt idx="665">
                  <c:v>126.99342980607312</c:v>
                </c:pt>
                <c:pt idx="666">
                  <c:v>127.79880841644182</c:v>
                </c:pt>
                <c:pt idx="667">
                  <c:v>126.14036430430106</c:v>
                </c:pt>
                <c:pt idx="668">
                  <c:v>125.20163901611919</c:v>
                </c:pt>
                <c:pt idx="669">
                  <c:v>126.53245652250688</c:v>
                </c:pt>
                <c:pt idx="670">
                  <c:v>120.92865805555215</c:v>
                </c:pt>
                <c:pt idx="671">
                  <c:v>120.43353860283283</c:v>
                </c:pt>
                <c:pt idx="672">
                  <c:v>120.48858458241577</c:v>
                </c:pt>
                <c:pt idx="673">
                  <c:v>117.59381365611262</c:v>
                </c:pt>
                <c:pt idx="674">
                  <c:v>119.26668158108524</c:v>
                </c:pt>
                <c:pt idx="675">
                  <c:v>120.73849921699291</c:v>
                </c:pt>
                <c:pt idx="676">
                  <c:v>124.66059885315958</c:v>
                </c:pt>
                <c:pt idx="677">
                  <c:v>125.68616138186005</c:v>
                </c:pt>
                <c:pt idx="678">
                  <c:v>126.21160027787907</c:v>
                </c:pt>
                <c:pt idx="679">
                  <c:v>125.00794781523382</c:v>
                </c:pt>
                <c:pt idx="680">
                  <c:v>124.89108549494274</c:v>
                </c:pt>
                <c:pt idx="681">
                  <c:v>124.25555463975782</c:v>
                </c:pt>
                <c:pt idx="682">
                  <c:v>128.08640158249824</c:v>
                </c:pt>
                <c:pt idx="683">
                  <c:v>127.44174545797068</c:v>
                </c:pt>
                <c:pt idx="684">
                  <c:v>127.34431113047361</c:v>
                </c:pt>
                <c:pt idx="685">
                  <c:v>128.35427239223344</c:v>
                </c:pt>
                <c:pt idx="686">
                  <c:v>128.98980324741834</c:v>
                </c:pt>
                <c:pt idx="687">
                  <c:v>130.13252245993704</c:v>
                </c:pt>
                <c:pt idx="688">
                  <c:v>128.8864816493776</c:v>
                </c:pt>
                <c:pt idx="689">
                  <c:v>129.62945519198382</c:v>
                </c:pt>
                <c:pt idx="690">
                  <c:v>126.18510756043275</c:v>
                </c:pt>
                <c:pt idx="691">
                  <c:v>126.92484310423991</c:v>
                </c:pt>
                <c:pt idx="692">
                  <c:v>127.69018827491192</c:v>
                </c:pt>
                <c:pt idx="693">
                  <c:v>128.95565707826529</c:v>
                </c:pt>
                <c:pt idx="694">
                  <c:v>128.07521576846534</c:v>
                </c:pt>
                <c:pt idx="695">
                  <c:v>130.78748130791595</c:v>
                </c:pt>
                <c:pt idx="696">
                  <c:v>132.11358899786873</c:v>
                </c:pt>
                <c:pt idx="697">
                  <c:v>132.22515277467053</c:v>
                </c:pt>
                <c:pt idx="698">
                  <c:v>132.17952642795743</c:v>
                </c:pt>
                <c:pt idx="699">
                  <c:v>133.98338612252587</c:v>
                </c:pt>
                <c:pt idx="700">
                  <c:v>131.58697264774105</c:v>
                </c:pt>
                <c:pt idx="701">
                  <c:v>132.06001483592178</c:v>
                </c:pt>
                <c:pt idx="702">
                  <c:v>132.61341826702306</c:v>
                </c:pt>
                <c:pt idx="703">
                  <c:v>133.25071530337109</c:v>
                </c:pt>
                <c:pt idx="704">
                  <c:v>134.4905744798597</c:v>
                </c:pt>
                <c:pt idx="705">
                  <c:v>134.69368531361496</c:v>
                </c:pt>
                <c:pt idx="706">
                  <c:v>132.42796924489872</c:v>
                </c:pt>
                <c:pt idx="707">
                  <c:v>132.710558230993</c:v>
                </c:pt>
                <c:pt idx="708">
                  <c:v>133.4912103050784</c:v>
                </c:pt>
                <c:pt idx="709">
                  <c:v>133.39524779521722</c:v>
                </c:pt>
                <c:pt idx="710">
                  <c:v>134.88413851570135</c:v>
                </c:pt>
                <c:pt idx="711">
                  <c:v>133.07998445760575</c:v>
                </c:pt>
                <c:pt idx="712">
                  <c:v>128.32925149242308</c:v>
                </c:pt>
                <c:pt idx="713">
                  <c:v>129.11461338294339</c:v>
                </c:pt>
                <c:pt idx="714">
                  <c:v>128.96389925702644</c:v>
                </c:pt>
                <c:pt idx="715">
                  <c:v>130.84605964982518</c:v>
                </c:pt>
                <c:pt idx="716">
                  <c:v>134.1482296977475</c:v>
                </c:pt>
                <c:pt idx="717">
                  <c:v>136.60793133087634</c:v>
                </c:pt>
                <c:pt idx="718">
                  <c:v>136.13930459560336</c:v>
                </c:pt>
                <c:pt idx="719">
                  <c:v>134.92770431772416</c:v>
                </c:pt>
                <c:pt idx="720">
                  <c:v>135.53703681898989</c:v>
                </c:pt>
                <c:pt idx="721">
                  <c:v>135.11550824806594</c:v>
                </c:pt>
                <c:pt idx="722">
                  <c:v>135.17909076993715</c:v>
                </c:pt>
                <c:pt idx="723">
                  <c:v>131.81598747188821</c:v>
                </c:pt>
                <c:pt idx="724">
                  <c:v>132.09151173333012</c:v>
                </c:pt>
                <c:pt idx="725">
                  <c:v>133.70727313402955</c:v>
                </c:pt>
                <c:pt idx="726">
                  <c:v>133.40378433750539</c:v>
                </c:pt>
                <c:pt idx="727">
                  <c:v>134.14911278832901</c:v>
                </c:pt>
                <c:pt idx="728">
                  <c:v>133.85710416936493</c:v>
                </c:pt>
                <c:pt idx="729">
                  <c:v>133.38788870703758</c:v>
                </c:pt>
                <c:pt idx="730">
                  <c:v>134.45525085659779</c:v>
                </c:pt>
                <c:pt idx="731">
                  <c:v>132.86097799338265</c:v>
                </c:pt>
                <c:pt idx="732">
                  <c:v>134.1909124091888</c:v>
                </c:pt>
                <c:pt idx="733">
                  <c:v>135.567944989344</c:v>
                </c:pt>
                <c:pt idx="734">
                  <c:v>136.33122961532573</c:v>
                </c:pt>
                <c:pt idx="735">
                  <c:v>138.74265562999679</c:v>
                </c:pt>
                <c:pt idx="736">
                  <c:v>138.48891426956629</c:v>
                </c:pt>
                <c:pt idx="737">
                  <c:v>138.6823111069246</c:v>
                </c:pt>
                <c:pt idx="738">
                  <c:v>138.05708297519107</c:v>
                </c:pt>
                <c:pt idx="739">
                  <c:v>136.32387052714623</c:v>
                </c:pt>
                <c:pt idx="740">
                  <c:v>138.36204358935112</c:v>
                </c:pt>
                <c:pt idx="741">
                  <c:v>137.71856491893232</c:v>
                </c:pt>
                <c:pt idx="742">
                  <c:v>138.46271591564724</c:v>
                </c:pt>
                <c:pt idx="743">
                  <c:v>139.85534976274306</c:v>
                </c:pt>
                <c:pt idx="744">
                  <c:v>139.28928869997299</c:v>
                </c:pt>
                <c:pt idx="745">
                  <c:v>135.12168988213691</c:v>
                </c:pt>
                <c:pt idx="746">
                  <c:v>135.37866924136634</c:v>
                </c:pt>
                <c:pt idx="747">
                  <c:v>137.4542264715233</c:v>
                </c:pt>
                <c:pt idx="748">
                  <c:v>139.18685019251376</c:v>
                </c:pt>
                <c:pt idx="749">
                  <c:v>140.62010620636059</c:v>
                </c:pt>
                <c:pt idx="750">
                  <c:v>140.73049252905369</c:v>
                </c:pt>
                <c:pt idx="751">
                  <c:v>138.62755949086883</c:v>
                </c:pt>
                <c:pt idx="752">
                  <c:v>100</c:v>
                </c:pt>
                <c:pt idx="753">
                  <c:v>100</c:v>
                </c:pt>
                <c:pt idx="754">
                  <c:v>99.794989499991303</c:v>
                </c:pt>
                <c:pt idx="755">
                  <c:v>101.41576563286411</c:v>
                </c:pt>
                <c:pt idx="756">
                  <c:v>102.87470278901053</c:v>
                </c:pt>
                <c:pt idx="757">
                  <c:v>100.41392596192226</c:v>
                </c:pt>
                <c:pt idx="758">
                  <c:v>100.50938058626491</c:v>
                </c:pt>
                <c:pt idx="759">
                  <c:v>98.270535760773342</c:v>
                </c:pt>
                <c:pt idx="760">
                  <c:v>97.420121834811439</c:v>
                </c:pt>
                <c:pt idx="761">
                  <c:v>97.322714729516278</c:v>
                </c:pt>
                <c:pt idx="762">
                  <c:v>99.486497509502087</c:v>
                </c:pt>
                <c:pt idx="763">
                  <c:v>98.195256772939473</c:v>
                </c:pt>
                <c:pt idx="764">
                  <c:v>99.819720925389163</c:v>
                </c:pt>
                <c:pt idx="765">
                  <c:v>100.19589892223048</c:v>
                </c:pt>
                <c:pt idx="766">
                  <c:v>102.69182040646311</c:v>
                </c:pt>
                <c:pt idx="767">
                  <c:v>102.81244034085975</c:v>
                </c:pt>
                <c:pt idx="768">
                  <c:v>101.69518735139448</c:v>
                </c:pt>
                <c:pt idx="769">
                  <c:v>96.016288029990093</c:v>
                </c:pt>
                <c:pt idx="770">
                  <c:v>99.468491296273811</c:v>
                </c:pt>
                <c:pt idx="771">
                  <c:v>98.38182717506379</c:v>
                </c:pt>
                <c:pt idx="772">
                  <c:v>97.834481681389832</c:v>
                </c:pt>
                <c:pt idx="773">
                  <c:v>97.065204186119175</c:v>
                </c:pt>
                <c:pt idx="774">
                  <c:v>95.313828771759333</c:v>
                </c:pt>
                <c:pt idx="775">
                  <c:v>96.716794807268485</c:v>
                </c:pt>
                <c:pt idx="776">
                  <c:v>98.236258872941235</c:v>
                </c:pt>
                <c:pt idx="777">
                  <c:v>98.879926760270081</c:v>
                </c:pt>
                <c:pt idx="778">
                  <c:v>97.87288047345497</c:v>
                </c:pt>
                <c:pt idx="779">
                  <c:v>99.295154376160681</c:v>
                </c:pt>
                <c:pt idx="780">
                  <c:v>99.47695204706784</c:v>
                </c:pt>
                <c:pt idx="781">
                  <c:v>99.429875561880678</c:v>
                </c:pt>
                <c:pt idx="782">
                  <c:v>100.94543466564855</c:v>
                </c:pt>
                <c:pt idx="783">
                  <c:v>101.55265624186472</c:v>
                </c:pt>
                <c:pt idx="784">
                  <c:v>102.11497075617427</c:v>
                </c:pt>
                <c:pt idx="785">
                  <c:v>102.26509484718592</c:v>
                </c:pt>
                <c:pt idx="786">
                  <c:v>102.20326628369125</c:v>
                </c:pt>
                <c:pt idx="787">
                  <c:v>99.700836529617064</c:v>
                </c:pt>
                <c:pt idx="788">
                  <c:v>98.279647338551641</c:v>
                </c:pt>
                <c:pt idx="789">
                  <c:v>96.933086308335888</c:v>
                </c:pt>
                <c:pt idx="790">
                  <c:v>97.794130408372311</c:v>
                </c:pt>
                <c:pt idx="791">
                  <c:v>94.086369079643944</c:v>
                </c:pt>
                <c:pt idx="792">
                  <c:v>95.699552231034986</c:v>
                </c:pt>
                <c:pt idx="793">
                  <c:v>92.326749856818154</c:v>
                </c:pt>
                <c:pt idx="794">
                  <c:v>92.338030857876817</c:v>
                </c:pt>
                <c:pt idx="795">
                  <c:v>93.620376958989283</c:v>
                </c:pt>
                <c:pt idx="796">
                  <c:v>91.141376976344688</c:v>
                </c:pt>
                <c:pt idx="797">
                  <c:v>92.4545288880405</c:v>
                </c:pt>
                <c:pt idx="798">
                  <c:v>88.443048300040019</c:v>
                </c:pt>
                <c:pt idx="799">
                  <c:v>88.103967441295509</c:v>
                </c:pt>
                <c:pt idx="800">
                  <c:v>89.478947916486021</c:v>
                </c:pt>
                <c:pt idx="801">
                  <c:v>87.888543709540372</c:v>
                </c:pt>
                <c:pt idx="802">
                  <c:v>90.554331036637322</c:v>
                </c:pt>
                <c:pt idx="803">
                  <c:v>90.717905551988167</c:v>
                </c:pt>
                <c:pt idx="804">
                  <c:v>89.224691508009627</c:v>
                </c:pt>
                <c:pt idx="805">
                  <c:v>90.489682222877974</c:v>
                </c:pt>
                <c:pt idx="806">
                  <c:v>90.042781027091863</c:v>
                </c:pt>
                <c:pt idx="807">
                  <c:v>90.487729741925506</c:v>
                </c:pt>
                <c:pt idx="808">
                  <c:v>92.036697964213303</c:v>
                </c:pt>
                <c:pt idx="809">
                  <c:v>92.302235373748374</c:v>
                </c:pt>
                <c:pt idx="810">
                  <c:v>90.029330602752708</c:v>
                </c:pt>
                <c:pt idx="811">
                  <c:v>89.355073847168612</c:v>
                </c:pt>
                <c:pt idx="812">
                  <c:v>87.184782797341299</c:v>
                </c:pt>
                <c:pt idx="813">
                  <c:v>87.210381992051353</c:v>
                </c:pt>
                <c:pt idx="814">
                  <c:v>88.037583088911759</c:v>
                </c:pt>
                <c:pt idx="815">
                  <c:v>88.531343827556995</c:v>
                </c:pt>
                <c:pt idx="816">
                  <c:v>82.455873930474425</c:v>
                </c:pt>
                <c:pt idx="817">
                  <c:v>77.239712594803891</c:v>
                </c:pt>
                <c:pt idx="818">
                  <c:v>77.485942137142359</c:v>
                </c:pt>
                <c:pt idx="819">
                  <c:v>75.806157691039516</c:v>
                </c:pt>
                <c:pt idx="820">
                  <c:v>86.53222027456232</c:v>
                </c:pt>
                <c:pt idx="821">
                  <c:v>82.592113712490772</c:v>
                </c:pt>
                <c:pt idx="822">
                  <c:v>84.707735295649101</c:v>
                </c:pt>
                <c:pt idx="823">
                  <c:v>85.242064249639967</c:v>
                </c:pt>
                <c:pt idx="824">
                  <c:v>85.530597545948453</c:v>
                </c:pt>
                <c:pt idx="825">
                  <c:v>82.158012114059659</c:v>
                </c:pt>
                <c:pt idx="826">
                  <c:v>81.610883562713724</c:v>
                </c:pt>
                <c:pt idx="827">
                  <c:v>79.391563546746781</c:v>
                </c:pt>
                <c:pt idx="828">
                  <c:v>81.338403998681059</c:v>
                </c:pt>
                <c:pt idx="829">
                  <c:v>83.711536125236506</c:v>
                </c:pt>
                <c:pt idx="830">
                  <c:v>86.674317499435986</c:v>
                </c:pt>
                <c:pt idx="831">
                  <c:v>88.08205626616224</c:v>
                </c:pt>
                <c:pt idx="832">
                  <c:v>87.821725472500418</c:v>
                </c:pt>
                <c:pt idx="833">
                  <c:v>88.223719606379873</c:v>
                </c:pt>
                <c:pt idx="834">
                  <c:v>88.590352140786962</c:v>
                </c:pt>
                <c:pt idx="835">
                  <c:v>90.552161613356787</c:v>
                </c:pt>
                <c:pt idx="836">
                  <c:v>91.612141828216465</c:v>
                </c:pt>
                <c:pt idx="837">
                  <c:v>90.831583331887117</c:v>
                </c:pt>
                <c:pt idx="838">
                  <c:v>90.262326663079961</c:v>
                </c:pt>
                <c:pt idx="839">
                  <c:v>91.080199239834144</c:v>
                </c:pt>
                <c:pt idx="840">
                  <c:v>91.850778389073099</c:v>
                </c:pt>
                <c:pt idx="841">
                  <c:v>91.847090369496215</c:v>
                </c:pt>
                <c:pt idx="842">
                  <c:v>96.127145559624452</c:v>
                </c:pt>
                <c:pt idx="843">
                  <c:v>98.29006057029801</c:v>
                </c:pt>
                <c:pt idx="844">
                  <c:v>99.236579947586748</c:v>
                </c:pt>
                <c:pt idx="845">
                  <c:v>99.208377444940041</c:v>
                </c:pt>
                <c:pt idx="846">
                  <c:v>99.32617712907205</c:v>
                </c:pt>
                <c:pt idx="847">
                  <c:v>99.273460143355521</c:v>
                </c:pt>
                <c:pt idx="848">
                  <c:v>98.822653985664488</c:v>
                </c:pt>
                <c:pt idx="849">
                  <c:v>97.064553359135033</c:v>
                </c:pt>
                <c:pt idx="850">
                  <c:v>97.181485273954806</c:v>
                </c:pt>
                <c:pt idx="851">
                  <c:v>95.890678422048325</c:v>
                </c:pt>
                <c:pt idx="852">
                  <c:v>98.33323209358025</c:v>
                </c:pt>
                <c:pt idx="853">
                  <c:v>97.995669831132119</c:v>
                </c:pt>
                <c:pt idx="854">
                  <c:v>98.574688904701603</c:v>
                </c:pt>
                <c:pt idx="855">
                  <c:v>98.153603845953626</c:v>
                </c:pt>
                <c:pt idx="856">
                  <c:v>99.030701678265871</c:v>
                </c:pt>
                <c:pt idx="857">
                  <c:v>100.49332685398916</c:v>
                </c:pt>
                <c:pt idx="858">
                  <c:v>100.72371960637987</c:v>
                </c:pt>
                <c:pt idx="859">
                  <c:v>100.32107464551626</c:v>
                </c:pt>
                <c:pt idx="860">
                  <c:v>101.10119925718952</c:v>
                </c:pt>
                <c:pt idx="861">
                  <c:v>101.35068293444876</c:v>
                </c:pt>
                <c:pt idx="862">
                  <c:v>101.81472257415098</c:v>
                </c:pt>
                <c:pt idx="863">
                  <c:v>101.52814175879493</c:v>
                </c:pt>
                <c:pt idx="864">
                  <c:v>102.55709922074323</c:v>
                </c:pt>
                <c:pt idx="865">
                  <c:v>101.02136448046657</c:v>
                </c:pt>
                <c:pt idx="866">
                  <c:v>102.56122112497619</c:v>
                </c:pt>
                <c:pt idx="867">
                  <c:v>101.81797670907171</c:v>
                </c:pt>
                <c:pt idx="868">
                  <c:v>102.18417535882264</c:v>
                </c:pt>
                <c:pt idx="869">
                  <c:v>101.91408216039851</c:v>
                </c:pt>
                <c:pt idx="870">
                  <c:v>102.93978548742602</c:v>
                </c:pt>
                <c:pt idx="871">
                  <c:v>104.59852652770786</c:v>
                </c:pt>
                <c:pt idx="872">
                  <c:v>105.83357920130508</c:v>
                </c:pt>
                <c:pt idx="873">
                  <c:v>106.55144136482754</c:v>
                </c:pt>
                <c:pt idx="874">
                  <c:v>106.66099724049356</c:v>
                </c:pt>
                <c:pt idx="875">
                  <c:v>107.70405595376525</c:v>
                </c:pt>
                <c:pt idx="876">
                  <c:v>106.49156528228536</c:v>
                </c:pt>
                <c:pt idx="877">
                  <c:v>107.87630816223817</c:v>
                </c:pt>
                <c:pt idx="878">
                  <c:v>109.26625765806419</c:v>
                </c:pt>
                <c:pt idx="879">
                  <c:v>108.38134990194209</c:v>
                </c:pt>
                <c:pt idx="880">
                  <c:v>108.80135024904982</c:v>
                </c:pt>
                <c:pt idx="881">
                  <c:v>109.8188097676114</c:v>
                </c:pt>
                <c:pt idx="882">
                  <c:v>109.68235304326701</c:v>
                </c:pt>
                <c:pt idx="883">
                  <c:v>109.442197886114</c:v>
                </c:pt>
                <c:pt idx="884">
                  <c:v>109.17167080303376</c:v>
                </c:pt>
                <c:pt idx="885">
                  <c:v>110.55988476023535</c:v>
                </c:pt>
                <c:pt idx="886">
                  <c:v>110.85427549940127</c:v>
                </c:pt>
                <c:pt idx="887">
                  <c:v>111.84158003436364</c:v>
                </c:pt>
                <c:pt idx="888">
                  <c:v>111.72746836980856</c:v>
                </c:pt>
                <c:pt idx="889">
                  <c:v>111.87542303753972</c:v>
                </c:pt>
                <c:pt idx="890">
                  <c:v>110.66314930838787</c:v>
                </c:pt>
                <c:pt idx="891">
                  <c:v>111.48362519307871</c:v>
                </c:pt>
                <c:pt idx="892">
                  <c:v>112.2286051476076</c:v>
                </c:pt>
                <c:pt idx="893">
                  <c:v>112.4939256148146</c:v>
                </c:pt>
                <c:pt idx="894">
                  <c:v>113.36017633072427</c:v>
                </c:pt>
                <c:pt idx="895">
                  <c:v>113.12284142383594</c:v>
                </c:pt>
                <c:pt idx="896">
                  <c:v>113.60749058470304</c:v>
                </c:pt>
                <c:pt idx="897">
                  <c:v>113.25886426352425</c:v>
                </c:pt>
                <c:pt idx="898">
                  <c:v>110.91219910099107</c:v>
                </c:pt>
                <c:pt idx="899">
                  <c:v>113.3003002481821</c:v>
                </c:pt>
                <c:pt idx="900">
                  <c:v>112.27329526718624</c:v>
                </c:pt>
                <c:pt idx="901">
                  <c:v>113.78017667783202</c:v>
                </c:pt>
                <c:pt idx="902">
                  <c:v>114.25072458737571</c:v>
                </c:pt>
                <c:pt idx="903">
                  <c:v>115.64891789166772</c:v>
                </c:pt>
                <c:pt idx="904">
                  <c:v>115.00134504243397</c:v>
                </c:pt>
                <c:pt idx="905">
                  <c:v>116.6206025790104</c:v>
                </c:pt>
                <c:pt idx="906">
                  <c:v>116.395633384821</c:v>
                </c:pt>
                <c:pt idx="907">
                  <c:v>116.35810236206811</c:v>
                </c:pt>
                <c:pt idx="908">
                  <c:v>115.48425866467662</c:v>
                </c:pt>
                <c:pt idx="909">
                  <c:v>115.63611829431267</c:v>
                </c:pt>
                <c:pt idx="910">
                  <c:v>113.46712889845365</c:v>
                </c:pt>
                <c:pt idx="911">
                  <c:v>112.59241743174998</c:v>
                </c:pt>
                <c:pt idx="912">
                  <c:v>112.15527864072618</c:v>
                </c:pt>
                <c:pt idx="913">
                  <c:v>113.64068276089488</c:v>
                </c:pt>
                <c:pt idx="914">
                  <c:v>113.54370954025585</c:v>
                </c:pt>
                <c:pt idx="915">
                  <c:v>114.14095176938167</c:v>
                </c:pt>
                <c:pt idx="916">
                  <c:v>114.69241916728859</c:v>
                </c:pt>
                <c:pt idx="917">
                  <c:v>115.44369044933099</c:v>
                </c:pt>
                <c:pt idx="918">
                  <c:v>113.55998021485973</c:v>
                </c:pt>
                <c:pt idx="919">
                  <c:v>112.46051649629467</c:v>
                </c:pt>
                <c:pt idx="920">
                  <c:v>113.38794494871487</c:v>
                </c:pt>
                <c:pt idx="921">
                  <c:v>114.0105694302227</c:v>
                </c:pt>
                <c:pt idx="922">
                  <c:v>113.77518700428682</c:v>
                </c:pt>
                <c:pt idx="923">
                  <c:v>114.53969176834035</c:v>
                </c:pt>
                <c:pt idx="924">
                  <c:v>114.55292525035149</c:v>
                </c:pt>
                <c:pt idx="925">
                  <c:v>116.5657161700134</c:v>
                </c:pt>
                <c:pt idx="926">
                  <c:v>116.77007584303794</c:v>
                </c:pt>
                <c:pt idx="927">
                  <c:v>117.29355768062624</c:v>
                </c:pt>
                <c:pt idx="928">
                  <c:v>118.25938492511156</c:v>
                </c:pt>
                <c:pt idx="929">
                  <c:v>117.5818740346067</c:v>
                </c:pt>
                <c:pt idx="930">
                  <c:v>116.76269980388419</c:v>
                </c:pt>
                <c:pt idx="931">
                  <c:v>118.34963293358103</c:v>
                </c:pt>
                <c:pt idx="932">
                  <c:v>119.75259896909017</c:v>
                </c:pt>
                <c:pt idx="933">
                  <c:v>121.84045193425793</c:v>
                </c:pt>
                <c:pt idx="934">
                  <c:v>120.45657682361734</c:v>
                </c:pt>
                <c:pt idx="935">
                  <c:v>119.83482011142172</c:v>
                </c:pt>
                <c:pt idx="936">
                  <c:v>119.87321890348684</c:v>
                </c:pt>
                <c:pt idx="937">
                  <c:v>120.12096704212166</c:v>
                </c:pt>
                <c:pt idx="938">
                  <c:v>120.71408736701449</c:v>
                </c:pt>
                <c:pt idx="939">
                  <c:v>121.74803450250799</c:v>
                </c:pt>
                <c:pt idx="940">
                  <c:v>122.61081414116886</c:v>
                </c:pt>
                <c:pt idx="941">
                  <c:v>123.20892413960689</c:v>
                </c:pt>
                <c:pt idx="942">
                  <c:v>122.8182110067861</c:v>
                </c:pt>
                <c:pt idx="943">
                  <c:v>123.51416199517534</c:v>
                </c:pt>
                <c:pt idx="944">
                  <c:v>122.87157881948677</c:v>
                </c:pt>
                <c:pt idx="945">
                  <c:v>124.74075391797855</c:v>
                </c:pt>
                <c:pt idx="946">
                  <c:v>124.65527864072625</c:v>
                </c:pt>
                <c:pt idx="947">
                  <c:v>119.70573942623101</c:v>
                </c:pt>
                <c:pt idx="948">
                  <c:v>122.6650497231817</c:v>
                </c:pt>
                <c:pt idx="949">
                  <c:v>120.70866380881316</c:v>
                </c:pt>
                <c:pt idx="950">
                  <c:v>121.5929207379511</c:v>
                </c:pt>
                <c:pt idx="951">
                  <c:v>121.74911921414818</c:v>
                </c:pt>
                <c:pt idx="952">
                  <c:v>122.20252867977582</c:v>
                </c:pt>
                <c:pt idx="953">
                  <c:v>123.59226123327383</c:v>
                </c:pt>
                <c:pt idx="954">
                  <c:v>123.40308752321293</c:v>
                </c:pt>
                <c:pt idx="955">
                  <c:v>122.42380985438841</c:v>
                </c:pt>
                <c:pt idx="956">
                  <c:v>123.61265381211071</c:v>
                </c:pt>
                <c:pt idx="957">
                  <c:v>125.55992814870112</c:v>
                </c:pt>
                <c:pt idx="958">
                  <c:v>128.09837032923187</c:v>
                </c:pt>
                <c:pt idx="959">
                  <c:v>130.19858900709855</c:v>
                </c:pt>
                <c:pt idx="960">
                  <c:v>131.57118311668046</c:v>
                </c:pt>
                <c:pt idx="961">
                  <c:v>129.71871257744863</c:v>
                </c:pt>
                <c:pt idx="962">
                  <c:v>129.30044776896531</c:v>
                </c:pt>
                <c:pt idx="963">
                  <c:v>129.80874364359005</c:v>
                </c:pt>
                <c:pt idx="964">
                  <c:v>126.86158211701026</c:v>
                </c:pt>
                <c:pt idx="965">
                  <c:v>126.76222253076266</c:v>
                </c:pt>
                <c:pt idx="966">
                  <c:v>124.23115638938569</c:v>
                </c:pt>
                <c:pt idx="967">
                  <c:v>123.82308787032078</c:v>
                </c:pt>
                <c:pt idx="968">
                  <c:v>127.13623110432346</c:v>
                </c:pt>
                <c:pt idx="969">
                  <c:v>126.21466009476063</c:v>
                </c:pt>
                <c:pt idx="970">
                  <c:v>126.53508391329268</c:v>
                </c:pt>
                <c:pt idx="971">
                  <c:v>123.53498845866834</c:v>
                </c:pt>
                <c:pt idx="972">
                  <c:v>124.45243756399822</c:v>
                </c:pt>
                <c:pt idx="973">
                  <c:v>122.67003939672699</c:v>
                </c:pt>
                <c:pt idx="974">
                  <c:v>120.60453149134854</c:v>
                </c:pt>
                <c:pt idx="975">
                  <c:v>121.72048282684548</c:v>
                </c:pt>
                <c:pt idx="976">
                  <c:v>118.48196775369254</c:v>
                </c:pt>
                <c:pt idx="977">
                  <c:v>118.56332112671188</c:v>
                </c:pt>
                <c:pt idx="978">
                  <c:v>121.51069959561973</c:v>
                </c:pt>
                <c:pt idx="979">
                  <c:v>121.47729047709979</c:v>
                </c:pt>
                <c:pt idx="980">
                  <c:v>123.02539093007537</c:v>
                </c:pt>
                <c:pt idx="981">
                  <c:v>123.66537079782732</c:v>
                </c:pt>
                <c:pt idx="982">
                  <c:v>123.74650722851861</c:v>
                </c:pt>
                <c:pt idx="983">
                  <c:v>124.7837084989329</c:v>
                </c:pt>
                <c:pt idx="984">
                  <c:v>124.26217914229707</c:v>
                </c:pt>
                <c:pt idx="985">
                  <c:v>124.80128082750507</c:v>
                </c:pt>
                <c:pt idx="986">
                  <c:v>125.36619864975124</c:v>
                </c:pt>
                <c:pt idx="987">
                  <c:v>126.5294434127634</c:v>
                </c:pt>
                <c:pt idx="988">
                  <c:v>126.74443325986249</c:v>
                </c:pt>
                <c:pt idx="989">
                  <c:v>126.80604488102909</c:v>
                </c:pt>
                <c:pt idx="990">
                  <c:v>126.10532116142272</c:v>
                </c:pt>
                <c:pt idx="991">
                  <c:v>122.48216734063442</c:v>
                </c:pt>
                <c:pt idx="992">
                  <c:v>121.21045141359647</c:v>
                </c:pt>
                <c:pt idx="993">
                  <c:v>121.59422239191957</c:v>
                </c:pt>
                <c:pt idx="994">
                  <c:v>118.93711275794469</c:v>
                </c:pt>
                <c:pt idx="995">
                  <c:v>120.6181988580158</c:v>
                </c:pt>
                <c:pt idx="996">
                  <c:v>123.07029799198206</c:v>
                </c:pt>
                <c:pt idx="997">
                  <c:v>123.56687898089196</c:v>
                </c:pt>
                <c:pt idx="998">
                  <c:v>124.73489647512132</c:v>
                </c:pt>
                <c:pt idx="999">
                  <c:v>124.99088842222204</c:v>
                </c:pt>
                <c:pt idx="1000">
                  <c:v>125.25187004286805</c:v>
                </c:pt>
                <c:pt idx="1001">
                  <c:v>124.6936774327915</c:v>
                </c:pt>
                <c:pt idx="1002">
                  <c:v>124.36999947933866</c:v>
                </c:pt>
                <c:pt idx="1003">
                  <c:v>123.31001926447898</c:v>
                </c:pt>
                <c:pt idx="1004">
                  <c:v>123.37032923167733</c:v>
                </c:pt>
                <c:pt idx="1005">
                  <c:v>123.18028775230421</c:v>
                </c:pt>
                <c:pt idx="1006">
                  <c:v>123.99772644440229</c:v>
                </c:pt>
                <c:pt idx="1007">
                  <c:v>124.10554678144391</c:v>
                </c:pt>
                <c:pt idx="1008">
                  <c:v>122.19905760252722</c:v>
                </c:pt>
                <c:pt idx="1009">
                  <c:v>123.39896561898016</c:v>
                </c:pt>
                <c:pt idx="1010">
                  <c:v>123.83350110206733</c:v>
                </c:pt>
                <c:pt idx="1011">
                  <c:v>123.6694927020604</c:v>
                </c:pt>
                <c:pt idx="1012">
                  <c:v>121.8799354379635</c:v>
                </c:pt>
                <c:pt idx="1013">
                  <c:v>122.48954337978824</c:v>
                </c:pt>
                <c:pt idx="1014">
                  <c:v>122.60278727503109</c:v>
                </c:pt>
                <c:pt idx="1015">
                  <c:v>119.00111074471991</c:v>
                </c:pt>
                <c:pt idx="1016">
                  <c:v>120.17368402783835</c:v>
                </c:pt>
                <c:pt idx="1017">
                  <c:v>121.01216612575742</c:v>
                </c:pt>
                <c:pt idx="1018">
                  <c:v>121.66364393689607</c:v>
                </c:pt>
                <c:pt idx="1019">
                  <c:v>122.68652701365899</c:v>
                </c:pt>
                <c:pt idx="1020">
                  <c:v>124.42510283066376</c:v>
                </c:pt>
                <c:pt idx="1021">
                  <c:v>125.19112619101362</c:v>
                </c:pt>
                <c:pt idx="1022">
                  <c:v>122.86181641472456</c:v>
                </c:pt>
                <c:pt idx="1023">
                  <c:v>121.22476960724785</c:v>
                </c:pt>
                <c:pt idx="1024">
                  <c:v>121.78751800621349</c:v>
                </c:pt>
                <c:pt idx="1025">
                  <c:v>119.14342491192167</c:v>
                </c:pt>
                <c:pt idx="1026">
                  <c:v>116.8802825456883</c:v>
                </c:pt>
                <c:pt idx="1027">
                  <c:v>114.86987799163495</c:v>
                </c:pt>
                <c:pt idx="1028">
                  <c:v>119.57579097172834</c:v>
                </c:pt>
                <c:pt idx="1029">
                  <c:v>121.4729516305388</c:v>
                </c:pt>
                <c:pt idx="1030">
                  <c:v>120.77331262257267</c:v>
                </c:pt>
                <c:pt idx="1031">
                  <c:v>121.02518266544048</c:v>
                </c:pt>
                <c:pt idx="1032">
                  <c:v>117.82159530710382</c:v>
                </c:pt>
                <c:pt idx="1033">
                  <c:v>117.20504521078144</c:v>
                </c:pt>
                <c:pt idx="1034">
                  <c:v>117.78276263038261</c:v>
                </c:pt>
                <c:pt idx="1035">
                  <c:v>118.92843506482262</c:v>
                </c:pt>
                <c:pt idx="1036">
                  <c:v>118.29322792828781</c:v>
                </c:pt>
                <c:pt idx="1037">
                  <c:v>118.98028428122697</c:v>
                </c:pt>
                <c:pt idx="1038">
                  <c:v>117.66040715736158</c:v>
                </c:pt>
                <c:pt idx="1039">
                  <c:v>119.04059424842532</c:v>
                </c:pt>
                <c:pt idx="1040">
                  <c:v>121.17357121782779</c:v>
                </c:pt>
                <c:pt idx="1041">
                  <c:v>118.98332147381974</c:v>
                </c:pt>
                <c:pt idx="1042">
                  <c:v>116.39932140439818</c:v>
                </c:pt>
                <c:pt idx="1043">
                  <c:v>117.45387806105659</c:v>
                </c:pt>
                <c:pt idx="1044">
                  <c:v>116.21752373349101</c:v>
                </c:pt>
                <c:pt idx="1045">
                  <c:v>117.69728735313035</c:v>
                </c:pt>
                <c:pt idx="1046">
                  <c:v>118.15308318436658</c:v>
                </c:pt>
                <c:pt idx="1047">
                  <c:v>115.97845328797824</c:v>
                </c:pt>
                <c:pt idx="1048">
                  <c:v>118.0684756764265</c:v>
                </c:pt>
                <c:pt idx="1049">
                  <c:v>118.15894062722397</c:v>
                </c:pt>
                <c:pt idx="1050">
                  <c:v>118.57286658914624</c:v>
                </c:pt>
                <c:pt idx="1051">
                  <c:v>116.52948680122904</c:v>
                </c:pt>
                <c:pt idx="1052">
                  <c:v>115.02455787153572</c:v>
                </c:pt>
                <c:pt idx="1053">
                  <c:v>116.62298894461924</c:v>
                </c:pt>
                <c:pt idx="1054">
                  <c:v>116.86791683298942</c:v>
                </c:pt>
                <c:pt idx="1055">
                  <c:v>115.41917596626143</c:v>
                </c:pt>
                <c:pt idx="1056">
                  <c:v>115.42481646679073</c:v>
                </c:pt>
                <c:pt idx="1057">
                  <c:v>112.87899824710627</c:v>
                </c:pt>
                <c:pt idx="1058">
                  <c:v>114.52559051701722</c:v>
                </c:pt>
                <c:pt idx="1059">
                  <c:v>113.7140092677765</c:v>
                </c:pt>
                <c:pt idx="1060">
                  <c:v>114.34834863499911</c:v>
                </c:pt>
                <c:pt idx="1061">
                  <c:v>111.21895555285606</c:v>
                </c:pt>
                <c:pt idx="1062">
                  <c:v>108.97750741942785</c:v>
                </c:pt>
                <c:pt idx="1063">
                  <c:v>107.35369409396229</c:v>
                </c:pt>
                <c:pt idx="1064">
                  <c:v>111.90015446293782</c:v>
                </c:pt>
                <c:pt idx="1065">
                  <c:v>113.17512452489655</c:v>
                </c:pt>
                <c:pt idx="1066">
                  <c:v>113.99776983286787</c:v>
                </c:pt>
                <c:pt idx="1067">
                  <c:v>114.55574550061638</c:v>
                </c:pt>
                <c:pt idx="1068">
                  <c:v>114.95188219163845</c:v>
                </c:pt>
                <c:pt idx="1069">
                  <c:v>118.13138895156139</c:v>
                </c:pt>
                <c:pt idx="1070">
                  <c:v>118.57481907009866</c:v>
                </c:pt>
                <c:pt idx="1071">
                  <c:v>119.47751609712101</c:v>
                </c:pt>
                <c:pt idx="1072">
                  <c:v>121.53825127128229</c:v>
                </c:pt>
                <c:pt idx="1073">
                  <c:v>123.55733351845767</c:v>
                </c:pt>
                <c:pt idx="1074">
                  <c:v>126.13070341380468</c:v>
                </c:pt>
                <c:pt idx="1075">
                  <c:v>127.11714017945489</c:v>
                </c:pt>
                <c:pt idx="1076">
                  <c:v>129.13839184991085</c:v>
                </c:pt>
                <c:pt idx="1077">
                  <c:v>129.18742081605049</c:v>
                </c:pt>
                <c:pt idx="1078">
                  <c:v>128.88695569169914</c:v>
                </c:pt>
                <c:pt idx="1079">
                  <c:v>131.8666585674867</c:v>
                </c:pt>
                <c:pt idx="1080">
                  <c:v>129.93088217428306</c:v>
                </c:pt>
                <c:pt idx="1081">
                  <c:v>133.12904597441843</c:v>
                </c:pt>
                <c:pt idx="1082">
                  <c:v>133.7412572241798</c:v>
                </c:pt>
                <c:pt idx="1083">
                  <c:v>132.01808431246664</c:v>
                </c:pt>
                <c:pt idx="1084">
                  <c:v>132.24934483416962</c:v>
                </c:pt>
                <c:pt idx="1085">
                  <c:v>131.41737100609205</c:v>
                </c:pt>
                <c:pt idx="1086">
                  <c:v>133.26962460299589</c:v>
                </c:pt>
                <c:pt idx="1087">
                  <c:v>133.06418021833113</c:v>
                </c:pt>
                <c:pt idx="1088">
                  <c:v>135.23034936392543</c:v>
                </c:pt>
                <c:pt idx="1089">
                  <c:v>138.6964369392044</c:v>
                </c:pt>
                <c:pt idx="1090">
                  <c:v>138.80078619899717</c:v>
                </c:pt>
                <c:pt idx="1091">
                  <c:v>142.60096495947548</c:v>
                </c:pt>
                <c:pt idx="1092">
                  <c:v>144.0210694389007</c:v>
                </c:pt>
                <c:pt idx="1093">
                  <c:v>142.5955414012742</c:v>
                </c:pt>
                <c:pt idx="1094">
                  <c:v>143.99069751297347</c:v>
                </c:pt>
                <c:pt idx="1095">
                  <c:v>146.65236293583746</c:v>
                </c:pt>
                <c:pt idx="1096">
                  <c:v>144.2955014838858</c:v>
                </c:pt>
                <c:pt idx="1097">
                  <c:v>142.8914507367364</c:v>
                </c:pt>
                <c:pt idx="1098">
                  <c:v>141.88288585362491</c:v>
                </c:pt>
                <c:pt idx="1099">
                  <c:v>144.52958225585337</c:v>
                </c:pt>
                <c:pt idx="1100">
                  <c:v>144.93092556274863</c:v>
                </c:pt>
                <c:pt idx="1101">
                  <c:v>145.68414932574348</c:v>
                </c:pt>
                <c:pt idx="1102">
                  <c:v>148.14752946076842</c:v>
                </c:pt>
                <c:pt idx="1103">
                  <c:v>147.56720873323064</c:v>
                </c:pt>
                <c:pt idx="1104">
                  <c:v>149.54073309151528</c:v>
                </c:pt>
                <c:pt idx="1105">
                  <c:v>152.33191308422602</c:v>
                </c:pt>
                <c:pt idx="1106">
                  <c:v>156.11473645846024</c:v>
                </c:pt>
                <c:pt idx="1107">
                  <c:v>157.54416945799161</c:v>
                </c:pt>
                <c:pt idx="1108">
                  <c:v>155.14673979069437</c:v>
                </c:pt>
                <c:pt idx="1109">
                  <c:v>152.92243010118224</c:v>
                </c:pt>
                <c:pt idx="1110">
                  <c:v>144.08311494472343</c:v>
                </c:pt>
                <c:pt idx="1111">
                  <c:v>146.20329231677081</c:v>
                </c:pt>
                <c:pt idx="1112">
                  <c:v>143.53750498967383</c:v>
                </c:pt>
                <c:pt idx="1113">
                  <c:v>140.18509519429381</c:v>
                </c:pt>
                <c:pt idx="1114">
                  <c:v>144.30461306166393</c:v>
                </c:pt>
                <c:pt idx="1115">
                  <c:v>144.84263003523168</c:v>
                </c:pt>
                <c:pt idx="1116">
                  <c:v>149.75463822697401</c:v>
                </c:pt>
                <c:pt idx="1117">
                  <c:v>146.27857130460464</c:v>
                </c:pt>
                <c:pt idx="1118">
                  <c:v>145.38411808604826</c:v>
                </c:pt>
                <c:pt idx="1119">
                  <c:v>149.27454485499601</c:v>
                </c:pt>
                <c:pt idx="1120">
                  <c:v>149.21597042642213</c:v>
                </c:pt>
                <c:pt idx="1121">
                  <c:v>143.76095558756685</c:v>
                </c:pt>
                <c:pt idx="1122">
                  <c:v>142.83938457800403</c:v>
                </c:pt>
                <c:pt idx="1123">
                  <c:v>142.71269025842196</c:v>
                </c:pt>
                <c:pt idx="1124">
                  <c:v>141.21622207952265</c:v>
                </c:pt>
                <c:pt idx="1125">
                  <c:v>143.59651330290384</c:v>
                </c:pt>
                <c:pt idx="1126">
                  <c:v>147.26500807025488</c:v>
                </c:pt>
                <c:pt idx="1127">
                  <c:v>144.56017112410865</c:v>
                </c:pt>
                <c:pt idx="1128">
                  <c:v>142.45431194571262</c:v>
                </c:pt>
                <c:pt idx="1129">
                  <c:v>144.36969576007937</c:v>
                </c:pt>
                <c:pt idx="1130">
                  <c:v>142.03040663669989</c:v>
                </c:pt>
                <c:pt idx="1131">
                  <c:v>144.08029469445859</c:v>
                </c:pt>
                <c:pt idx="1132">
                  <c:v>146.45190822471767</c:v>
                </c:pt>
                <c:pt idx="1133">
                  <c:v>147.31902670993958</c:v>
                </c:pt>
                <c:pt idx="1134">
                  <c:v>144.26773286589508</c:v>
                </c:pt>
                <c:pt idx="1135">
                  <c:v>146.07247609295555</c:v>
                </c:pt>
                <c:pt idx="1136">
                  <c:v>145.91757927072678</c:v>
                </c:pt>
                <c:pt idx="1137">
                  <c:v>143.33444697061742</c:v>
                </c:pt>
                <c:pt idx="1138">
                  <c:v>141.74968326420111</c:v>
                </c:pt>
                <c:pt idx="1139">
                  <c:v>141.88830941182601</c:v>
                </c:pt>
                <c:pt idx="1140">
                  <c:v>145.22249605164973</c:v>
                </c:pt>
                <c:pt idx="1141">
                  <c:v>145.24202086117438</c:v>
                </c:pt>
                <c:pt idx="1142">
                  <c:v>143.610397611899</c:v>
                </c:pt>
                <c:pt idx="1143">
                  <c:v>142.35365070549659</c:v>
                </c:pt>
                <c:pt idx="1144">
                  <c:v>140.97823634565003</c:v>
                </c:pt>
                <c:pt idx="1145">
                  <c:v>139.32513580589753</c:v>
                </c:pt>
                <c:pt idx="1146">
                  <c:v>135.8369201131573</c:v>
                </c:pt>
                <c:pt idx="1147">
                  <c:v>142.96108922404088</c:v>
                </c:pt>
                <c:pt idx="1148">
                  <c:v>142.1829170933201</c:v>
                </c:pt>
                <c:pt idx="1149">
                  <c:v>144.4835904823064</c:v>
                </c:pt>
                <c:pt idx="1150">
                  <c:v>150.39939082594304</c:v>
                </c:pt>
                <c:pt idx="1151">
                  <c:v>150.42520696298118</c:v>
                </c:pt>
                <c:pt idx="1152">
                  <c:v>150.56513476457442</c:v>
                </c:pt>
                <c:pt idx="1153">
                  <c:v>152.44884499904566</c:v>
                </c:pt>
                <c:pt idx="1154">
                  <c:v>150.77925684236121</c:v>
                </c:pt>
                <c:pt idx="1155">
                  <c:v>150.38029990107449</c:v>
                </c:pt>
                <c:pt idx="1156">
                  <c:v>151.98046651278241</c:v>
                </c:pt>
                <c:pt idx="1157">
                  <c:v>153.43419705305558</c:v>
                </c:pt>
                <c:pt idx="1158">
                  <c:v>152.78250229958883</c:v>
                </c:pt>
                <c:pt idx="1159">
                  <c:v>152.5453843350285</c:v>
                </c:pt>
                <c:pt idx="1160">
                  <c:v>149.59410090421574</c:v>
                </c:pt>
                <c:pt idx="1161">
                  <c:v>148.50613512903743</c:v>
                </c:pt>
                <c:pt idx="1162">
                  <c:v>147.93145490202897</c:v>
                </c:pt>
                <c:pt idx="1163">
                  <c:v>147.87852097398442</c:v>
                </c:pt>
                <c:pt idx="1164">
                  <c:v>145.53185581145124</c:v>
                </c:pt>
                <c:pt idx="1165">
                  <c:v>146.95564831045331</c:v>
                </c:pt>
                <c:pt idx="1166">
                  <c:v>147.49409916867722</c:v>
                </c:pt>
                <c:pt idx="1167">
                  <c:v>152.50915496624401</c:v>
                </c:pt>
                <c:pt idx="1168">
                  <c:v>150.53584755028746</c:v>
                </c:pt>
                <c:pt idx="1169">
                  <c:v>150.98057932279306</c:v>
                </c:pt>
                <c:pt idx="1170">
                  <c:v>149.46588798833741</c:v>
                </c:pt>
                <c:pt idx="1171">
                  <c:v>149.95682847671802</c:v>
                </c:pt>
                <c:pt idx="1172">
                  <c:v>151.83272878737947</c:v>
                </c:pt>
                <c:pt idx="1173">
                  <c:v>152.17636543501303</c:v>
                </c:pt>
                <c:pt idx="1174">
                  <c:v>151.89217098526555</c:v>
                </c:pt>
                <c:pt idx="1175">
                  <c:v>151.64463978895876</c:v>
                </c:pt>
                <c:pt idx="1176">
                  <c:v>150.21976257831645</c:v>
                </c:pt>
                <c:pt idx="1177">
                  <c:v>151.88305940748742</c:v>
                </c:pt>
                <c:pt idx="1178">
                  <c:v>149.34027838039563</c:v>
                </c:pt>
                <c:pt idx="1179">
                  <c:v>148.8376230063003</c:v>
                </c:pt>
                <c:pt idx="1180">
                  <c:v>148.98687932799973</c:v>
                </c:pt>
                <c:pt idx="1181">
                  <c:v>152.25836963501646</c:v>
                </c:pt>
                <c:pt idx="1182">
                  <c:v>153.48431073083555</c:v>
                </c:pt>
                <c:pt idx="1183">
                  <c:v>157.26713410506977</c:v>
                </c:pt>
                <c:pt idx="1184">
                  <c:v>158.25487252468827</c:v>
                </c:pt>
                <c:pt idx="1185">
                  <c:v>157.21658654263373</c:v>
                </c:pt>
                <c:pt idx="1186">
                  <c:v>156.71111091827373</c:v>
                </c:pt>
                <c:pt idx="1187">
                  <c:v>158.26485187177869</c:v>
                </c:pt>
                <c:pt idx="1188">
                  <c:v>157.15258855585856</c:v>
                </c:pt>
                <c:pt idx="1189">
                  <c:v>156.70568736007243</c:v>
                </c:pt>
                <c:pt idx="1190">
                  <c:v>157.65502698762586</c:v>
                </c:pt>
                <c:pt idx="1191">
                  <c:v>158.85428417709463</c:v>
                </c:pt>
                <c:pt idx="1192">
                  <c:v>160.54274631631952</c:v>
                </c:pt>
                <c:pt idx="1193">
                  <c:v>161.70295388673895</c:v>
                </c:pt>
                <c:pt idx="1194">
                  <c:v>162.59415297037458</c:v>
                </c:pt>
                <c:pt idx="1195">
                  <c:v>162.43665284020921</c:v>
                </c:pt>
                <c:pt idx="1196">
                  <c:v>159.54828268453136</c:v>
                </c:pt>
                <c:pt idx="1197">
                  <c:v>160.12491539249223</c:v>
                </c:pt>
                <c:pt idx="1198">
                  <c:v>158.68463527655823</c:v>
                </c:pt>
                <c:pt idx="1199">
                  <c:v>158.81588538502933</c:v>
                </c:pt>
                <c:pt idx="1200">
                  <c:v>154.65992120654656</c:v>
                </c:pt>
                <c:pt idx="1201">
                  <c:v>153.82339158957996</c:v>
                </c:pt>
                <c:pt idx="1202">
                  <c:v>149.91973133862106</c:v>
                </c:pt>
                <c:pt idx="1203">
                  <c:v>#N/A</c:v>
                </c:pt>
                <c:pt idx="1204">
                  <c:v>#N/A</c:v>
                </c:pt>
                <c:pt idx="1205">
                  <c:v>#N/A</c:v>
                </c:pt>
                <c:pt idx="1206">
                  <c:v>#N/A</c:v>
                </c:pt>
                <c:pt idx="1207">
                  <c:v>#N/A</c:v>
                </c:pt>
                <c:pt idx="1208">
                  <c:v>#N/A</c:v>
                </c:pt>
                <c:pt idx="1209">
                  <c:v>#N/A</c:v>
                </c:pt>
                <c:pt idx="1210">
                  <c:v>#N/A</c:v>
                </c:pt>
                <c:pt idx="1211">
                  <c:v>#N/A</c:v>
                </c:pt>
                <c:pt idx="1212">
                  <c:v>#N/A</c:v>
                </c:pt>
                <c:pt idx="1213">
                  <c:v>#N/A</c:v>
                </c:pt>
                <c:pt idx="1214">
                  <c:v>#N/A</c:v>
                </c:pt>
                <c:pt idx="1215">
                  <c:v>#N/A</c:v>
                </c:pt>
                <c:pt idx="1216">
                  <c:v>#N/A</c:v>
                </c:pt>
                <c:pt idx="1217">
                  <c:v>#N/A</c:v>
                </c:pt>
                <c:pt idx="1218">
                  <c:v>#N/A</c:v>
                </c:pt>
                <c:pt idx="1219">
                  <c:v>#N/A</c:v>
                </c:pt>
                <c:pt idx="1220">
                  <c:v>#N/A</c:v>
                </c:pt>
                <c:pt idx="1221">
                  <c:v>#N/A</c:v>
                </c:pt>
                <c:pt idx="1222">
                  <c:v>#N/A</c:v>
                </c:pt>
                <c:pt idx="1223">
                  <c:v>#N/A</c:v>
                </c:pt>
                <c:pt idx="1224">
                  <c:v>#N/A</c:v>
                </c:pt>
                <c:pt idx="1225">
                  <c:v>#N/A</c:v>
                </c:pt>
                <c:pt idx="1226">
                  <c:v>#N/A</c:v>
                </c:pt>
                <c:pt idx="1227">
                  <c:v>#N/A</c:v>
                </c:pt>
                <c:pt idx="1228">
                  <c:v>#N/A</c:v>
                </c:pt>
                <c:pt idx="1229">
                  <c:v>#N/A</c:v>
                </c:pt>
                <c:pt idx="1230">
                  <c:v>#N/A</c:v>
                </c:pt>
                <c:pt idx="1231">
                  <c:v>#N/A</c:v>
                </c:pt>
                <c:pt idx="1232">
                  <c:v>#N/A</c:v>
                </c:pt>
                <c:pt idx="1233">
                  <c:v>#N/A</c:v>
                </c:pt>
                <c:pt idx="1234">
                  <c:v>#N/A</c:v>
                </c:pt>
                <c:pt idx="1235">
                  <c:v>#N/A</c:v>
                </c:pt>
                <c:pt idx="1236">
                  <c:v>#N/A</c:v>
                </c:pt>
                <c:pt idx="1237">
                  <c:v>#N/A</c:v>
                </c:pt>
                <c:pt idx="1238">
                  <c:v>#N/A</c:v>
                </c:pt>
                <c:pt idx="1239">
                  <c:v>#N/A</c:v>
                </c:pt>
                <c:pt idx="1240">
                  <c:v>#N/A</c:v>
                </c:pt>
                <c:pt idx="1241">
                  <c:v>#N/A</c:v>
                </c:pt>
                <c:pt idx="1242">
                  <c:v>#N/A</c:v>
                </c:pt>
                <c:pt idx="1243">
                  <c:v>#N/A</c:v>
                </c:pt>
                <c:pt idx="1244">
                  <c:v>#N/A</c:v>
                </c:pt>
                <c:pt idx="1245">
                  <c:v>#N/A</c:v>
                </c:pt>
                <c:pt idx="1246">
                  <c:v>#N/A</c:v>
                </c:pt>
                <c:pt idx="1247">
                  <c:v>#N/A</c:v>
                </c:pt>
                <c:pt idx="1248">
                  <c:v>#N/A</c:v>
                </c:pt>
                <c:pt idx="1249">
                  <c:v>#N/A</c:v>
                </c:pt>
                <c:pt idx="1250">
                  <c:v>#N/A</c:v>
                </c:pt>
                <c:pt idx="1251">
                  <c:v>#N/A</c:v>
                </c:pt>
                <c:pt idx="1252">
                  <c:v>#N/A</c:v>
                </c:pt>
                <c:pt idx="1253">
                  <c:v>#N/A</c:v>
                </c:pt>
                <c:pt idx="1254">
                  <c:v>#N/A</c:v>
                </c:pt>
                <c:pt idx="1255">
                  <c:v>#N/A</c:v>
                </c:pt>
                <c:pt idx="1256">
                  <c:v>#N/A</c:v>
                </c:pt>
                <c:pt idx="1257">
                  <c:v>#N/A</c:v>
                </c:pt>
                <c:pt idx="1258">
                  <c:v>#N/A</c:v>
                </c:pt>
                <c:pt idx="1259">
                  <c:v>#N/A</c:v>
                </c:pt>
                <c:pt idx="1260">
                  <c:v>#N/A</c:v>
                </c:pt>
                <c:pt idx="1261">
                  <c:v>#N/A</c:v>
                </c:pt>
                <c:pt idx="1262">
                  <c:v>#N/A</c:v>
                </c:pt>
                <c:pt idx="1263">
                  <c:v>#N/A</c:v>
                </c:pt>
                <c:pt idx="1264">
                  <c:v>#N/A</c:v>
                </c:pt>
                <c:pt idx="1265">
                  <c:v>#N/A</c:v>
                </c:pt>
                <c:pt idx="1266">
                  <c:v>#N/A</c:v>
                </c:pt>
                <c:pt idx="1267">
                  <c:v>#N/A</c:v>
                </c:pt>
                <c:pt idx="1268">
                  <c:v>#N/A</c:v>
                </c:pt>
                <c:pt idx="1269">
                  <c:v>#N/A</c:v>
                </c:pt>
                <c:pt idx="1270">
                  <c:v>#N/A</c:v>
                </c:pt>
                <c:pt idx="1271">
                  <c:v>#N/A</c:v>
                </c:pt>
                <c:pt idx="1272">
                  <c:v>#N/A</c:v>
                </c:pt>
                <c:pt idx="1273">
                  <c:v>#N/A</c:v>
                </c:pt>
                <c:pt idx="1274">
                  <c:v>#N/A</c:v>
                </c:pt>
                <c:pt idx="1275">
                  <c:v>#N/A</c:v>
                </c:pt>
                <c:pt idx="1276">
                  <c:v>#N/A</c:v>
                </c:pt>
                <c:pt idx="1277">
                  <c:v>#N/A</c:v>
                </c:pt>
                <c:pt idx="1278">
                  <c:v>#N/A</c:v>
                </c:pt>
                <c:pt idx="1279">
                  <c:v>#N/A</c:v>
                </c:pt>
                <c:pt idx="1280">
                  <c:v>#N/A</c:v>
                </c:pt>
                <c:pt idx="1281">
                  <c:v>#N/A</c:v>
                </c:pt>
                <c:pt idx="1282">
                  <c:v>#N/A</c:v>
                </c:pt>
                <c:pt idx="1283">
                  <c:v>#N/A</c:v>
                </c:pt>
                <c:pt idx="1284">
                  <c:v>#N/A</c:v>
                </c:pt>
                <c:pt idx="1285">
                  <c:v>#N/A</c:v>
                </c:pt>
                <c:pt idx="1286">
                  <c:v>#N/A</c:v>
                </c:pt>
                <c:pt idx="1287">
                  <c:v>#N/A</c:v>
                </c:pt>
                <c:pt idx="1288">
                  <c:v>#N/A</c:v>
                </c:pt>
                <c:pt idx="1289">
                  <c:v>#N/A</c:v>
                </c:pt>
                <c:pt idx="1290">
                  <c:v>#N/A</c:v>
                </c:pt>
                <c:pt idx="1291">
                  <c:v>#N/A</c:v>
                </c:pt>
                <c:pt idx="1292">
                  <c:v>#N/A</c:v>
                </c:pt>
                <c:pt idx="1293">
                  <c:v>#N/A</c:v>
                </c:pt>
                <c:pt idx="1294">
                  <c:v>#N/A</c:v>
                </c:pt>
                <c:pt idx="1295">
                  <c:v>#N/A</c:v>
                </c:pt>
                <c:pt idx="1296">
                  <c:v>#N/A</c:v>
                </c:pt>
                <c:pt idx="1297">
                  <c:v>#N/A</c:v>
                </c:pt>
                <c:pt idx="1298">
                  <c:v>#N/A</c:v>
                </c:pt>
                <c:pt idx="1299">
                  <c:v>#N/A</c:v>
                </c:pt>
                <c:pt idx="1300">
                  <c:v>#N/A</c:v>
                </c:pt>
                <c:pt idx="1301">
                  <c:v>#N/A</c:v>
                </c:pt>
                <c:pt idx="1302">
                  <c:v>#N/A</c:v>
                </c:pt>
                <c:pt idx="1303">
                  <c:v>#N/A</c:v>
                </c:pt>
                <c:pt idx="1304">
                  <c:v>#N/A</c:v>
                </c:pt>
                <c:pt idx="1305">
                  <c:v>#N/A</c:v>
                </c:pt>
                <c:pt idx="1306">
                  <c:v>#N/A</c:v>
                </c:pt>
                <c:pt idx="1307">
                  <c:v>#N/A</c:v>
                </c:pt>
                <c:pt idx="1308">
                  <c:v>#N/A</c:v>
                </c:pt>
                <c:pt idx="1309">
                  <c:v>#N/A</c:v>
                </c:pt>
                <c:pt idx="1310">
                  <c:v>#N/A</c:v>
                </c:pt>
                <c:pt idx="1311">
                  <c:v>#N/A</c:v>
                </c:pt>
                <c:pt idx="1312">
                  <c:v>#N/A</c:v>
                </c:pt>
                <c:pt idx="1313">
                  <c:v>#N/A</c:v>
                </c:pt>
                <c:pt idx="1314">
                  <c:v>#N/A</c:v>
                </c:pt>
                <c:pt idx="1315">
                  <c:v>#N/A</c:v>
                </c:pt>
                <c:pt idx="1316">
                  <c:v>#N/A</c:v>
                </c:pt>
                <c:pt idx="1317">
                  <c:v>#N/A</c:v>
                </c:pt>
                <c:pt idx="1318">
                  <c:v>#N/A</c:v>
                </c:pt>
                <c:pt idx="1319">
                  <c:v>#N/A</c:v>
                </c:pt>
                <c:pt idx="1320">
                  <c:v>#N/A</c:v>
                </c:pt>
                <c:pt idx="1321">
                  <c:v>#N/A</c:v>
                </c:pt>
                <c:pt idx="1322">
                  <c:v>#N/A</c:v>
                </c:pt>
                <c:pt idx="1323">
                  <c:v>#N/A</c:v>
                </c:pt>
                <c:pt idx="1324">
                  <c:v>#N/A</c:v>
                </c:pt>
                <c:pt idx="1325">
                  <c:v>#N/A</c:v>
                </c:pt>
                <c:pt idx="1326">
                  <c:v>#N/A</c:v>
                </c:pt>
                <c:pt idx="1327">
                  <c:v>#N/A</c:v>
                </c:pt>
                <c:pt idx="1328">
                  <c:v>#N/A</c:v>
                </c:pt>
                <c:pt idx="1329">
                  <c:v>#N/A</c:v>
                </c:pt>
                <c:pt idx="1330">
                  <c:v>#N/A</c:v>
                </c:pt>
              </c:numCache>
            </c:numRef>
          </c:val>
          <c:smooth val="0"/>
          <c:extLst>
            <c:ext xmlns:c16="http://schemas.microsoft.com/office/drawing/2014/chart" uri="{C3380CC4-5D6E-409C-BE32-E72D297353CC}">
              <c16:uniqueId val="{00000001-7DBF-4598-8C69-E59DF427EB9D}"/>
            </c:ext>
          </c:extLst>
        </c:ser>
        <c:ser>
          <c:idx val="2"/>
          <c:order val="2"/>
          <c:tx>
            <c:strRef>
              <c:f>SPX_UST!$AR$7</c:f>
              <c:strCache>
                <c:ptCount val="1"/>
                <c:pt idx="0">
                  <c:v>Financials</c:v>
                </c:pt>
              </c:strCache>
            </c:strRef>
          </c:tx>
          <c:spPr>
            <a:ln w="28575">
              <a:solidFill>
                <a:srgbClr val="00AECB"/>
              </a:solidFill>
            </a:ln>
          </c:spPr>
          <c:marker>
            <c:symbol val="none"/>
          </c:marker>
          <c:cat>
            <c:numRef>
              <c:f>SPX_UST!$AG$1275:$AG$4055</c:f>
              <c:numCache>
                <c:formatCode>m/d/yyyy</c:formatCode>
                <c:ptCount val="2781"/>
                <c:pt idx="0">
                  <c:v>44561</c:v>
                </c:pt>
                <c:pt idx="1">
                  <c:v>44564</c:v>
                </c:pt>
                <c:pt idx="2">
                  <c:v>44565</c:v>
                </c:pt>
                <c:pt idx="3">
                  <c:v>44566</c:v>
                </c:pt>
                <c:pt idx="4">
                  <c:v>44567</c:v>
                </c:pt>
                <c:pt idx="5">
                  <c:v>44568</c:v>
                </c:pt>
                <c:pt idx="6">
                  <c:v>44571</c:v>
                </c:pt>
                <c:pt idx="7">
                  <c:v>44572</c:v>
                </c:pt>
                <c:pt idx="8">
                  <c:v>44573</c:v>
                </c:pt>
                <c:pt idx="9">
                  <c:v>44574</c:v>
                </c:pt>
                <c:pt idx="10">
                  <c:v>44575</c:v>
                </c:pt>
                <c:pt idx="11">
                  <c:v>44579</c:v>
                </c:pt>
                <c:pt idx="12">
                  <c:v>44580</c:v>
                </c:pt>
                <c:pt idx="13">
                  <c:v>44581</c:v>
                </c:pt>
                <c:pt idx="14">
                  <c:v>44582</c:v>
                </c:pt>
                <c:pt idx="15">
                  <c:v>44585</c:v>
                </c:pt>
                <c:pt idx="16">
                  <c:v>44586</c:v>
                </c:pt>
                <c:pt idx="17">
                  <c:v>44587</c:v>
                </c:pt>
                <c:pt idx="18">
                  <c:v>44588</c:v>
                </c:pt>
                <c:pt idx="19">
                  <c:v>44589</c:v>
                </c:pt>
                <c:pt idx="20">
                  <c:v>44592</c:v>
                </c:pt>
                <c:pt idx="21">
                  <c:v>44593</c:v>
                </c:pt>
                <c:pt idx="22">
                  <c:v>44594</c:v>
                </c:pt>
                <c:pt idx="23">
                  <c:v>44595</c:v>
                </c:pt>
                <c:pt idx="24">
                  <c:v>44596</c:v>
                </c:pt>
                <c:pt idx="25">
                  <c:v>44599</c:v>
                </c:pt>
                <c:pt idx="26">
                  <c:v>44600</c:v>
                </c:pt>
                <c:pt idx="27">
                  <c:v>44601</c:v>
                </c:pt>
                <c:pt idx="28">
                  <c:v>44602</c:v>
                </c:pt>
                <c:pt idx="29">
                  <c:v>44603</c:v>
                </c:pt>
                <c:pt idx="30">
                  <c:v>44606</c:v>
                </c:pt>
                <c:pt idx="31">
                  <c:v>44607</c:v>
                </c:pt>
                <c:pt idx="32">
                  <c:v>44608</c:v>
                </c:pt>
                <c:pt idx="33">
                  <c:v>44609</c:v>
                </c:pt>
                <c:pt idx="34">
                  <c:v>44610</c:v>
                </c:pt>
                <c:pt idx="35">
                  <c:v>44614</c:v>
                </c:pt>
                <c:pt idx="36">
                  <c:v>44615</c:v>
                </c:pt>
                <c:pt idx="37">
                  <c:v>44616</c:v>
                </c:pt>
                <c:pt idx="38">
                  <c:v>44617</c:v>
                </c:pt>
                <c:pt idx="39">
                  <c:v>44620</c:v>
                </c:pt>
                <c:pt idx="40">
                  <c:v>44621</c:v>
                </c:pt>
                <c:pt idx="41">
                  <c:v>44622</c:v>
                </c:pt>
                <c:pt idx="42">
                  <c:v>44623</c:v>
                </c:pt>
                <c:pt idx="43">
                  <c:v>44624</c:v>
                </c:pt>
                <c:pt idx="44">
                  <c:v>44627</c:v>
                </c:pt>
                <c:pt idx="45">
                  <c:v>44628</c:v>
                </c:pt>
                <c:pt idx="46">
                  <c:v>44629</c:v>
                </c:pt>
                <c:pt idx="47">
                  <c:v>44630</c:v>
                </c:pt>
                <c:pt idx="48">
                  <c:v>44631</c:v>
                </c:pt>
                <c:pt idx="49">
                  <c:v>44634</c:v>
                </c:pt>
                <c:pt idx="50">
                  <c:v>44635</c:v>
                </c:pt>
                <c:pt idx="51">
                  <c:v>44636</c:v>
                </c:pt>
                <c:pt idx="52">
                  <c:v>44637</c:v>
                </c:pt>
                <c:pt idx="53">
                  <c:v>44638</c:v>
                </c:pt>
                <c:pt idx="54">
                  <c:v>44641</c:v>
                </c:pt>
                <c:pt idx="55">
                  <c:v>44642</c:v>
                </c:pt>
                <c:pt idx="56">
                  <c:v>44643</c:v>
                </c:pt>
                <c:pt idx="57">
                  <c:v>44644</c:v>
                </c:pt>
                <c:pt idx="58">
                  <c:v>44645</c:v>
                </c:pt>
                <c:pt idx="59">
                  <c:v>44648</c:v>
                </c:pt>
                <c:pt idx="60">
                  <c:v>44649</c:v>
                </c:pt>
                <c:pt idx="61">
                  <c:v>44650</c:v>
                </c:pt>
                <c:pt idx="62">
                  <c:v>44651</c:v>
                </c:pt>
                <c:pt idx="63">
                  <c:v>44652</c:v>
                </c:pt>
                <c:pt idx="64">
                  <c:v>44655</c:v>
                </c:pt>
                <c:pt idx="65">
                  <c:v>44656</c:v>
                </c:pt>
                <c:pt idx="66">
                  <c:v>44657</c:v>
                </c:pt>
                <c:pt idx="67">
                  <c:v>44658</c:v>
                </c:pt>
                <c:pt idx="68">
                  <c:v>44659</c:v>
                </c:pt>
                <c:pt idx="69">
                  <c:v>44662</c:v>
                </c:pt>
                <c:pt idx="70">
                  <c:v>44663</c:v>
                </c:pt>
                <c:pt idx="71">
                  <c:v>44664</c:v>
                </c:pt>
                <c:pt idx="72">
                  <c:v>44665</c:v>
                </c:pt>
                <c:pt idx="73">
                  <c:v>44669</c:v>
                </c:pt>
                <c:pt idx="74">
                  <c:v>44670</c:v>
                </c:pt>
                <c:pt idx="75">
                  <c:v>44671</c:v>
                </c:pt>
                <c:pt idx="76">
                  <c:v>44672</c:v>
                </c:pt>
                <c:pt idx="77">
                  <c:v>44673</c:v>
                </c:pt>
                <c:pt idx="78">
                  <c:v>44676</c:v>
                </c:pt>
                <c:pt idx="79">
                  <c:v>44677</c:v>
                </c:pt>
                <c:pt idx="80">
                  <c:v>44678</c:v>
                </c:pt>
                <c:pt idx="81">
                  <c:v>44679</c:v>
                </c:pt>
                <c:pt idx="82">
                  <c:v>44680</c:v>
                </c:pt>
                <c:pt idx="83">
                  <c:v>44683</c:v>
                </c:pt>
                <c:pt idx="84">
                  <c:v>44684</c:v>
                </c:pt>
                <c:pt idx="85">
                  <c:v>44685</c:v>
                </c:pt>
                <c:pt idx="86">
                  <c:v>44686</c:v>
                </c:pt>
                <c:pt idx="87">
                  <c:v>44687</c:v>
                </c:pt>
                <c:pt idx="88">
                  <c:v>44690</c:v>
                </c:pt>
                <c:pt idx="89">
                  <c:v>44691</c:v>
                </c:pt>
                <c:pt idx="90">
                  <c:v>44692</c:v>
                </c:pt>
                <c:pt idx="91">
                  <c:v>44693</c:v>
                </c:pt>
                <c:pt idx="92">
                  <c:v>44694</c:v>
                </c:pt>
                <c:pt idx="93">
                  <c:v>44697</c:v>
                </c:pt>
                <c:pt idx="94">
                  <c:v>44698</c:v>
                </c:pt>
                <c:pt idx="95">
                  <c:v>44699</c:v>
                </c:pt>
                <c:pt idx="96">
                  <c:v>44700</c:v>
                </c:pt>
                <c:pt idx="97">
                  <c:v>44701</c:v>
                </c:pt>
                <c:pt idx="98">
                  <c:v>44704</c:v>
                </c:pt>
                <c:pt idx="99">
                  <c:v>44705</c:v>
                </c:pt>
                <c:pt idx="100">
                  <c:v>44706</c:v>
                </c:pt>
                <c:pt idx="101">
                  <c:v>44707</c:v>
                </c:pt>
                <c:pt idx="102">
                  <c:v>44708</c:v>
                </c:pt>
                <c:pt idx="103">
                  <c:v>44712</c:v>
                </c:pt>
                <c:pt idx="104">
                  <c:v>44713</c:v>
                </c:pt>
                <c:pt idx="105">
                  <c:v>44714</c:v>
                </c:pt>
                <c:pt idx="106">
                  <c:v>44715</c:v>
                </c:pt>
                <c:pt idx="107">
                  <c:v>44718</c:v>
                </c:pt>
                <c:pt idx="108">
                  <c:v>44719</c:v>
                </c:pt>
                <c:pt idx="109">
                  <c:v>44720</c:v>
                </c:pt>
                <c:pt idx="110">
                  <c:v>44721</c:v>
                </c:pt>
                <c:pt idx="111">
                  <c:v>44722</c:v>
                </c:pt>
                <c:pt idx="112">
                  <c:v>44725</c:v>
                </c:pt>
                <c:pt idx="113">
                  <c:v>44726</c:v>
                </c:pt>
                <c:pt idx="114">
                  <c:v>44727</c:v>
                </c:pt>
                <c:pt idx="115">
                  <c:v>44728</c:v>
                </c:pt>
                <c:pt idx="116">
                  <c:v>44729</c:v>
                </c:pt>
                <c:pt idx="117">
                  <c:v>44733</c:v>
                </c:pt>
                <c:pt idx="118">
                  <c:v>44734</c:v>
                </c:pt>
                <c:pt idx="119">
                  <c:v>44735</c:v>
                </c:pt>
                <c:pt idx="120">
                  <c:v>44736</c:v>
                </c:pt>
                <c:pt idx="121">
                  <c:v>44739</c:v>
                </c:pt>
                <c:pt idx="122">
                  <c:v>44740</c:v>
                </c:pt>
                <c:pt idx="123">
                  <c:v>44741</c:v>
                </c:pt>
                <c:pt idx="124">
                  <c:v>44742</c:v>
                </c:pt>
                <c:pt idx="125">
                  <c:v>44743</c:v>
                </c:pt>
                <c:pt idx="126">
                  <c:v>44747</c:v>
                </c:pt>
                <c:pt idx="127">
                  <c:v>44748</c:v>
                </c:pt>
                <c:pt idx="128">
                  <c:v>44749</c:v>
                </c:pt>
                <c:pt idx="129">
                  <c:v>44750</c:v>
                </c:pt>
                <c:pt idx="130">
                  <c:v>44753</c:v>
                </c:pt>
                <c:pt idx="131">
                  <c:v>44754</c:v>
                </c:pt>
                <c:pt idx="132">
                  <c:v>44755</c:v>
                </c:pt>
                <c:pt idx="133">
                  <c:v>44756</c:v>
                </c:pt>
                <c:pt idx="134">
                  <c:v>44757</c:v>
                </c:pt>
                <c:pt idx="135">
                  <c:v>44760</c:v>
                </c:pt>
                <c:pt idx="136">
                  <c:v>44761</c:v>
                </c:pt>
                <c:pt idx="137">
                  <c:v>44762</c:v>
                </c:pt>
                <c:pt idx="138">
                  <c:v>44763</c:v>
                </c:pt>
                <c:pt idx="139">
                  <c:v>44764</c:v>
                </c:pt>
                <c:pt idx="140">
                  <c:v>44767</c:v>
                </c:pt>
                <c:pt idx="141">
                  <c:v>44768</c:v>
                </c:pt>
                <c:pt idx="142">
                  <c:v>44769</c:v>
                </c:pt>
                <c:pt idx="143">
                  <c:v>44770</c:v>
                </c:pt>
                <c:pt idx="144">
                  <c:v>44771</c:v>
                </c:pt>
                <c:pt idx="145">
                  <c:v>44774</c:v>
                </c:pt>
                <c:pt idx="146">
                  <c:v>44775</c:v>
                </c:pt>
                <c:pt idx="147">
                  <c:v>44776</c:v>
                </c:pt>
                <c:pt idx="148">
                  <c:v>44777</c:v>
                </c:pt>
                <c:pt idx="149">
                  <c:v>44778</c:v>
                </c:pt>
                <c:pt idx="150">
                  <c:v>44781</c:v>
                </c:pt>
                <c:pt idx="151">
                  <c:v>44782</c:v>
                </c:pt>
                <c:pt idx="152">
                  <c:v>44783</c:v>
                </c:pt>
                <c:pt idx="153">
                  <c:v>44784</c:v>
                </c:pt>
                <c:pt idx="154">
                  <c:v>44785</c:v>
                </c:pt>
                <c:pt idx="155">
                  <c:v>44788</c:v>
                </c:pt>
                <c:pt idx="156">
                  <c:v>44789</c:v>
                </c:pt>
                <c:pt idx="157">
                  <c:v>44790</c:v>
                </c:pt>
                <c:pt idx="158">
                  <c:v>44791</c:v>
                </c:pt>
                <c:pt idx="159">
                  <c:v>44792</c:v>
                </c:pt>
                <c:pt idx="160">
                  <c:v>44795</c:v>
                </c:pt>
                <c:pt idx="161">
                  <c:v>44796</c:v>
                </c:pt>
                <c:pt idx="162">
                  <c:v>44797</c:v>
                </c:pt>
                <c:pt idx="163">
                  <c:v>44798</c:v>
                </c:pt>
                <c:pt idx="164">
                  <c:v>44799</c:v>
                </c:pt>
                <c:pt idx="165">
                  <c:v>44802</c:v>
                </c:pt>
                <c:pt idx="166">
                  <c:v>44803</c:v>
                </c:pt>
                <c:pt idx="167">
                  <c:v>44804</c:v>
                </c:pt>
                <c:pt idx="168">
                  <c:v>44805</c:v>
                </c:pt>
                <c:pt idx="169">
                  <c:v>44806</c:v>
                </c:pt>
                <c:pt idx="170">
                  <c:v>44810</c:v>
                </c:pt>
                <c:pt idx="171">
                  <c:v>44811</c:v>
                </c:pt>
                <c:pt idx="172">
                  <c:v>44812</c:v>
                </c:pt>
                <c:pt idx="173">
                  <c:v>44813</c:v>
                </c:pt>
                <c:pt idx="174">
                  <c:v>44816</c:v>
                </c:pt>
                <c:pt idx="175">
                  <c:v>44817</c:v>
                </c:pt>
                <c:pt idx="176">
                  <c:v>44818</c:v>
                </c:pt>
                <c:pt idx="177">
                  <c:v>44819</c:v>
                </c:pt>
                <c:pt idx="178">
                  <c:v>44820</c:v>
                </c:pt>
                <c:pt idx="179">
                  <c:v>44823</c:v>
                </c:pt>
                <c:pt idx="180">
                  <c:v>44824</c:v>
                </c:pt>
                <c:pt idx="181">
                  <c:v>44825</c:v>
                </c:pt>
                <c:pt idx="182">
                  <c:v>44826</c:v>
                </c:pt>
                <c:pt idx="183">
                  <c:v>44827</c:v>
                </c:pt>
                <c:pt idx="184">
                  <c:v>44830</c:v>
                </c:pt>
                <c:pt idx="185">
                  <c:v>44831</c:v>
                </c:pt>
                <c:pt idx="186">
                  <c:v>44832</c:v>
                </c:pt>
                <c:pt idx="187">
                  <c:v>44833</c:v>
                </c:pt>
                <c:pt idx="188">
                  <c:v>44834</c:v>
                </c:pt>
                <c:pt idx="189">
                  <c:v>44837</c:v>
                </c:pt>
                <c:pt idx="190">
                  <c:v>44838</c:v>
                </c:pt>
                <c:pt idx="191">
                  <c:v>44839</c:v>
                </c:pt>
                <c:pt idx="192">
                  <c:v>44840</c:v>
                </c:pt>
                <c:pt idx="193">
                  <c:v>44841</c:v>
                </c:pt>
                <c:pt idx="194">
                  <c:v>44844</c:v>
                </c:pt>
                <c:pt idx="195">
                  <c:v>44845</c:v>
                </c:pt>
                <c:pt idx="196">
                  <c:v>44846</c:v>
                </c:pt>
                <c:pt idx="197">
                  <c:v>44847</c:v>
                </c:pt>
                <c:pt idx="198">
                  <c:v>44848</c:v>
                </c:pt>
                <c:pt idx="199">
                  <c:v>44851</c:v>
                </c:pt>
                <c:pt idx="200">
                  <c:v>44852</c:v>
                </c:pt>
                <c:pt idx="201">
                  <c:v>44853</c:v>
                </c:pt>
                <c:pt idx="202">
                  <c:v>44854</c:v>
                </c:pt>
                <c:pt idx="203">
                  <c:v>44855</c:v>
                </c:pt>
                <c:pt idx="204">
                  <c:v>44858</c:v>
                </c:pt>
                <c:pt idx="205">
                  <c:v>44859</c:v>
                </c:pt>
                <c:pt idx="206">
                  <c:v>44860</c:v>
                </c:pt>
                <c:pt idx="207">
                  <c:v>44861</c:v>
                </c:pt>
                <c:pt idx="208">
                  <c:v>44862</c:v>
                </c:pt>
                <c:pt idx="209">
                  <c:v>44865</c:v>
                </c:pt>
                <c:pt idx="210">
                  <c:v>44866</c:v>
                </c:pt>
                <c:pt idx="211">
                  <c:v>44867</c:v>
                </c:pt>
                <c:pt idx="212">
                  <c:v>44868</c:v>
                </c:pt>
                <c:pt idx="213">
                  <c:v>44869</c:v>
                </c:pt>
                <c:pt idx="214">
                  <c:v>44872</c:v>
                </c:pt>
                <c:pt idx="215">
                  <c:v>44873</c:v>
                </c:pt>
                <c:pt idx="216">
                  <c:v>44874</c:v>
                </c:pt>
                <c:pt idx="217">
                  <c:v>44875</c:v>
                </c:pt>
                <c:pt idx="218">
                  <c:v>44876</c:v>
                </c:pt>
                <c:pt idx="219">
                  <c:v>44879</c:v>
                </c:pt>
                <c:pt idx="220">
                  <c:v>44880</c:v>
                </c:pt>
                <c:pt idx="221">
                  <c:v>44881</c:v>
                </c:pt>
                <c:pt idx="222">
                  <c:v>44882</c:v>
                </c:pt>
                <c:pt idx="223">
                  <c:v>44883</c:v>
                </c:pt>
                <c:pt idx="224">
                  <c:v>44886</c:v>
                </c:pt>
                <c:pt idx="225">
                  <c:v>44887</c:v>
                </c:pt>
                <c:pt idx="226">
                  <c:v>44888</c:v>
                </c:pt>
                <c:pt idx="227">
                  <c:v>44890</c:v>
                </c:pt>
                <c:pt idx="228">
                  <c:v>44893</c:v>
                </c:pt>
                <c:pt idx="229">
                  <c:v>44894</c:v>
                </c:pt>
                <c:pt idx="230">
                  <c:v>44895</c:v>
                </c:pt>
                <c:pt idx="231">
                  <c:v>44896</c:v>
                </c:pt>
                <c:pt idx="232">
                  <c:v>44897</c:v>
                </c:pt>
                <c:pt idx="233">
                  <c:v>44900</c:v>
                </c:pt>
                <c:pt idx="234">
                  <c:v>44901</c:v>
                </c:pt>
                <c:pt idx="235">
                  <c:v>44902</c:v>
                </c:pt>
                <c:pt idx="236">
                  <c:v>44903</c:v>
                </c:pt>
                <c:pt idx="237">
                  <c:v>44904</c:v>
                </c:pt>
                <c:pt idx="238">
                  <c:v>44907</c:v>
                </c:pt>
                <c:pt idx="239">
                  <c:v>44908</c:v>
                </c:pt>
                <c:pt idx="240">
                  <c:v>44909</c:v>
                </c:pt>
                <c:pt idx="241">
                  <c:v>44910</c:v>
                </c:pt>
                <c:pt idx="242">
                  <c:v>44911</c:v>
                </c:pt>
                <c:pt idx="243">
                  <c:v>44914</c:v>
                </c:pt>
                <c:pt idx="244">
                  <c:v>44915</c:v>
                </c:pt>
                <c:pt idx="245">
                  <c:v>44916</c:v>
                </c:pt>
                <c:pt idx="246">
                  <c:v>44917</c:v>
                </c:pt>
                <c:pt idx="247">
                  <c:v>44918</c:v>
                </c:pt>
                <c:pt idx="248">
                  <c:v>44922</c:v>
                </c:pt>
                <c:pt idx="249">
                  <c:v>44923</c:v>
                </c:pt>
                <c:pt idx="250">
                  <c:v>44924</c:v>
                </c:pt>
                <c:pt idx="251">
                  <c:v>44925</c:v>
                </c:pt>
                <c:pt idx="252">
                  <c:v>44929</c:v>
                </c:pt>
                <c:pt idx="253">
                  <c:v>44930</c:v>
                </c:pt>
                <c:pt idx="254">
                  <c:v>44931</c:v>
                </c:pt>
                <c:pt idx="255">
                  <c:v>44932</c:v>
                </c:pt>
                <c:pt idx="256">
                  <c:v>44935</c:v>
                </c:pt>
                <c:pt idx="257">
                  <c:v>44936</c:v>
                </c:pt>
                <c:pt idx="258">
                  <c:v>44937</c:v>
                </c:pt>
                <c:pt idx="259">
                  <c:v>44938</c:v>
                </c:pt>
                <c:pt idx="260">
                  <c:v>44939</c:v>
                </c:pt>
                <c:pt idx="261">
                  <c:v>44943</c:v>
                </c:pt>
                <c:pt idx="262">
                  <c:v>44944</c:v>
                </c:pt>
                <c:pt idx="263">
                  <c:v>44945</c:v>
                </c:pt>
                <c:pt idx="264">
                  <c:v>44946</c:v>
                </c:pt>
                <c:pt idx="265">
                  <c:v>44949</c:v>
                </c:pt>
                <c:pt idx="266">
                  <c:v>44950</c:v>
                </c:pt>
                <c:pt idx="267">
                  <c:v>44951</c:v>
                </c:pt>
                <c:pt idx="268">
                  <c:v>44952</c:v>
                </c:pt>
                <c:pt idx="269">
                  <c:v>44953</c:v>
                </c:pt>
                <c:pt idx="270">
                  <c:v>44956</c:v>
                </c:pt>
                <c:pt idx="271">
                  <c:v>44957</c:v>
                </c:pt>
                <c:pt idx="272">
                  <c:v>44958</c:v>
                </c:pt>
                <c:pt idx="273">
                  <c:v>44959</c:v>
                </c:pt>
                <c:pt idx="274">
                  <c:v>44960</c:v>
                </c:pt>
                <c:pt idx="275">
                  <c:v>44963</c:v>
                </c:pt>
                <c:pt idx="276">
                  <c:v>44964</c:v>
                </c:pt>
                <c:pt idx="277">
                  <c:v>44965</c:v>
                </c:pt>
                <c:pt idx="278">
                  <c:v>44966</c:v>
                </c:pt>
                <c:pt idx="279">
                  <c:v>44967</c:v>
                </c:pt>
                <c:pt idx="280">
                  <c:v>44970</c:v>
                </c:pt>
                <c:pt idx="281">
                  <c:v>44971</c:v>
                </c:pt>
                <c:pt idx="282">
                  <c:v>44972</c:v>
                </c:pt>
                <c:pt idx="283">
                  <c:v>44973</c:v>
                </c:pt>
                <c:pt idx="284">
                  <c:v>44974</c:v>
                </c:pt>
                <c:pt idx="285">
                  <c:v>44978</c:v>
                </c:pt>
                <c:pt idx="286">
                  <c:v>44979</c:v>
                </c:pt>
                <c:pt idx="287">
                  <c:v>44980</c:v>
                </c:pt>
                <c:pt idx="288">
                  <c:v>44981</c:v>
                </c:pt>
                <c:pt idx="289">
                  <c:v>44984</c:v>
                </c:pt>
                <c:pt idx="290">
                  <c:v>44985</c:v>
                </c:pt>
                <c:pt idx="291">
                  <c:v>44986</c:v>
                </c:pt>
                <c:pt idx="292">
                  <c:v>44987</c:v>
                </c:pt>
                <c:pt idx="293">
                  <c:v>44988</c:v>
                </c:pt>
                <c:pt idx="294">
                  <c:v>44991</c:v>
                </c:pt>
                <c:pt idx="295">
                  <c:v>44992</c:v>
                </c:pt>
                <c:pt idx="296">
                  <c:v>44993</c:v>
                </c:pt>
                <c:pt idx="297">
                  <c:v>44994</c:v>
                </c:pt>
                <c:pt idx="298">
                  <c:v>44995</c:v>
                </c:pt>
                <c:pt idx="299">
                  <c:v>44998</c:v>
                </c:pt>
                <c:pt idx="300">
                  <c:v>44999</c:v>
                </c:pt>
                <c:pt idx="301">
                  <c:v>45000</c:v>
                </c:pt>
                <c:pt idx="302">
                  <c:v>45001</c:v>
                </c:pt>
                <c:pt idx="303">
                  <c:v>45002</c:v>
                </c:pt>
                <c:pt idx="304">
                  <c:v>45005</c:v>
                </c:pt>
                <c:pt idx="305">
                  <c:v>45006</c:v>
                </c:pt>
                <c:pt idx="306">
                  <c:v>45007</c:v>
                </c:pt>
                <c:pt idx="307">
                  <c:v>45008</c:v>
                </c:pt>
                <c:pt idx="308">
                  <c:v>45009</c:v>
                </c:pt>
                <c:pt idx="309">
                  <c:v>45012</c:v>
                </c:pt>
                <c:pt idx="310">
                  <c:v>45013</c:v>
                </c:pt>
                <c:pt idx="311">
                  <c:v>45014</c:v>
                </c:pt>
                <c:pt idx="312">
                  <c:v>45015</c:v>
                </c:pt>
                <c:pt idx="313">
                  <c:v>45016</c:v>
                </c:pt>
                <c:pt idx="314">
                  <c:v>45019</c:v>
                </c:pt>
                <c:pt idx="315">
                  <c:v>45020</c:v>
                </c:pt>
                <c:pt idx="316">
                  <c:v>45021</c:v>
                </c:pt>
                <c:pt idx="317">
                  <c:v>45022</c:v>
                </c:pt>
                <c:pt idx="318">
                  <c:v>45026</c:v>
                </c:pt>
                <c:pt idx="319">
                  <c:v>45027</c:v>
                </c:pt>
                <c:pt idx="320">
                  <c:v>45028</c:v>
                </c:pt>
                <c:pt idx="321">
                  <c:v>45029</c:v>
                </c:pt>
                <c:pt idx="322">
                  <c:v>45030</c:v>
                </c:pt>
                <c:pt idx="323">
                  <c:v>45033</c:v>
                </c:pt>
                <c:pt idx="324">
                  <c:v>45034</c:v>
                </c:pt>
                <c:pt idx="325">
                  <c:v>45035</c:v>
                </c:pt>
                <c:pt idx="326">
                  <c:v>45036</c:v>
                </c:pt>
                <c:pt idx="327">
                  <c:v>45037</c:v>
                </c:pt>
                <c:pt idx="328">
                  <c:v>45040</c:v>
                </c:pt>
                <c:pt idx="329">
                  <c:v>45041</c:v>
                </c:pt>
                <c:pt idx="330">
                  <c:v>45042</c:v>
                </c:pt>
                <c:pt idx="331">
                  <c:v>45043</c:v>
                </c:pt>
                <c:pt idx="332">
                  <c:v>45044</c:v>
                </c:pt>
                <c:pt idx="333">
                  <c:v>45047</c:v>
                </c:pt>
                <c:pt idx="334">
                  <c:v>45048</c:v>
                </c:pt>
                <c:pt idx="335">
                  <c:v>45049</c:v>
                </c:pt>
                <c:pt idx="336">
                  <c:v>45050</c:v>
                </c:pt>
                <c:pt idx="337">
                  <c:v>45051</c:v>
                </c:pt>
                <c:pt idx="338">
                  <c:v>45054</c:v>
                </c:pt>
                <c:pt idx="339">
                  <c:v>45055</c:v>
                </c:pt>
                <c:pt idx="340">
                  <c:v>45056</c:v>
                </c:pt>
                <c:pt idx="341">
                  <c:v>45057</c:v>
                </c:pt>
                <c:pt idx="342">
                  <c:v>45058</c:v>
                </c:pt>
                <c:pt idx="343">
                  <c:v>45061</c:v>
                </c:pt>
                <c:pt idx="344">
                  <c:v>45062</c:v>
                </c:pt>
                <c:pt idx="345">
                  <c:v>45063</c:v>
                </c:pt>
                <c:pt idx="346">
                  <c:v>45064</c:v>
                </c:pt>
                <c:pt idx="347">
                  <c:v>45065</c:v>
                </c:pt>
                <c:pt idx="348">
                  <c:v>45068</c:v>
                </c:pt>
                <c:pt idx="349">
                  <c:v>45069</c:v>
                </c:pt>
                <c:pt idx="350">
                  <c:v>45070</c:v>
                </c:pt>
                <c:pt idx="351">
                  <c:v>45071</c:v>
                </c:pt>
                <c:pt idx="352">
                  <c:v>45072</c:v>
                </c:pt>
                <c:pt idx="353">
                  <c:v>45076</c:v>
                </c:pt>
                <c:pt idx="354">
                  <c:v>45077</c:v>
                </c:pt>
                <c:pt idx="355">
                  <c:v>45078</c:v>
                </c:pt>
                <c:pt idx="356">
                  <c:v>45079</c:v>
                </c:pt>
                <c:pt idx="357">
                  <c:v>45082</c:v>
                </c:pt>
                <c:pt idx="358">
                  <c:v>45083</c:v>
                </c:pt>
                <c:pt idx="359">
                  <c:v>45084</c:v>
                </c:pt>
                <c:pt idx="360">
                  <c:v>45085</c:v>
                </c:pt>
                <c:pt idx="361">
                  <c:v>45086</c:v>
                </c:pt>
                <c:pt idx="362">
                  <c:v>45089</c:v>
                </c:pt>
                <c:pt idx="363">
                  <c:v>45090</c:v>
                </c:pt>
                <c:pt idx="364">
                  <c:v>45091</c:v>
                </c:pt>
                <c:pt idx="365">
                  <c:v>45092</c:v>
                </c:pt>
                <c:pt idx="366">
                  <c:v>45093</c:v>
                </c:pt>
                <c:pt idx="367">
                  <c:v>45097</c:v>
                </c:pt>
                <c:pt idx="368">
                  <c:v>45098</c:v>
                </c:pt>
                <c:pt idx="369">
                  <c:v>45099</c:v>
                </c:pt>
                <c:pt idx="370">
                  <c:v>45100</c:v>
                </c:pt>
                <c:pt idx="371">
                  <c:v>45103</c:v>
                </c:pt>
                <c:pt idx="372">
                  <c:v>45104</c:v>
                </c:pt>
                <c:pt idx="373">
                  <c:v>45105</c:v>
                </c:pt>
                <c:pt idx="374">
                  <c:v>45106</c:v>
                </c:pt>
                <c:pt idx="375">
                  <c:v>45107</c:v>
                </c:pt>
                <c:pt idx="376">
                  <c:v>45110</c:v>
                </c:pt>
                <c:pt idx="377">
                  <c:v>45112</c:v>
                </c:pt>
                <c:pt idx="378">
                  <c:v>45113</c:v>
                </c:pt>
                <c:pt idx="379">
                  <c:v>45114</c:v>
                </c:pt>
                <c:pt idx="380">
                  <c:v>45117</c:v>
                </c:pt>
                <c:pt idx="381">
                  <c:v>45118</c:v>
                </c:pt>
                <c:pt idx="382">
                  <c:v>45119</c:v>
                </c:pt>
                <c:pt idx="383">
                  <c:v>45120</c:v>
                </c:pt>
                <c:pt idx="384">
                  <c:v>45121</c:v>
                </c:pt>
                <c:pt idx="385">
                  <c:v>45124</c:v>
                </c:pt>
                <c:pt idx="386">
                  <c:v>45125</c:v>
                </c:pt>
                <c:pt idx="387">
                  <c:v>45126</c:v>
                </c:pt>
                <c:pt idx="388">
                  <c:v>45127</c:v>
                </c:pt>
                <c:pt idx="389">
                  <c:v>45128</c:v>
                </c:pt>
                <c:pt idx="390">
                  <c:v>45131</c:v>
                </c:pt>
                <c:pt idx="391">
                  <c:v>45132</c:v>
                </c:pt>
                <c:pt idx="392">
                  <c:v>45133</c:v>
                </c:pt>
                <c:pt idx="393">
                  <c:v>45134</c:v>
                </c:pt>
                <c:pt idx="394">
                  <c:v>45135</c:v>
                </c:pt>
                <c:pt idx="395">
                  <c:v>45138</c:v>
                </c:pt>
                <c:pt idx="396">
                  <c:v>45139</c:v>
                </c:pt>
                <c:pt idx="397">
                  <c:v>45140</c:v>
                </c:pt>
                <c:pt idx="398">
                  <c:v>45141</c:v>
                </c:pt>
                <c:pt idx="399">
                  <c:v>45142</c:v>
                </c:pt>
                <c:pt idx="400">
                  <c:v>45145</c:v>
                </c:pt>
                <c:pt idx="401">
                  <c:v>45146</c:v>
                </c:pt>
                <c:pt idx="402">
                  <c:v>45147</c:v>
                </c:pt>
                <c:pt idx="403">
                  <c:v>45148</c:v>
                </c:pt>
                <c:pt idx="404">
                  <c:v>45149</c:v>
                </c:pt>
                <c:pt idx="405">
                  <c:v>45152</c:v>
                </c:pt>
                <c:pt idx="406">
                  <c:v>45153</c:v>
                </c:pt>
                <c:pt idx="407">
                  <c:v>45154</c:v>
                </c:pt>
                <c:pt idx="408">
                  <c:v>45155</c:v>
                </c:pt>
                <c:pt idx="409">
                  <c:v>45156</c:v>
                </c:pt>
                <c:pt idx="410">
                  <c:v>45159</c:v>
                </c:pt>
                <c:pt idx="411">
                  <c:v>45160</c:v>
                </c:pt>
                <c:pt idx="412">
                  <c:v>45161</c:v>
                </c:pt>
                <c:pt idx="413">
                  <c:v>45162</c:v>
                </c:pt>
                <c:pt idx="414">
                  <c:v>45163</c:v>
                </c:pt>
                <c:pt idx="415">
                  <c:v>45166</c:v>
                </c:pt>
                <c:pt idx="416">
                  <c:v>45167</c:v>
                </c:pt>
                <c:pt idx="417">
                  <c:v>45168</c:v>
                </c:pt>
                <c:pt idx="418">
                  <c:v>45169</c:v>
                </c:pt>
                <c:pt idx="419">
                  <c:v>45170</c:v>
                </c:pt>
                <c:pt idx="420">
                  <c:v>45174</c:v>
                </c:pt>
                <c:pt idx="421">
                  <c:v>45175</c:v>
                </c:pt>
                <c:pt idx="422">
                  <c:v>45176</c:v>
                </c:pt>
                <c:pt idx="423">
                  <c:v>45177</c:v>
                </c:pt>
                <c:pt idx="424">
                  <c:v>45180</c:v>
                </c:pt>
                <c:pt idx="425">
                  <c:v>45181</c:v>
                </c:pt>
                <c:pt idx="426">
                  <c:v>45182</c:v>
                </c:pt>
                <c:pt idx="427">
                  <c:v>45183</c:v>
                </c:pt>
                <c:pt idx="428">
                  <c:v>45184</c:v>
                </c:pt>
                <c:pt idx="429">
                  <c:v>45187</c:v>
                </c:pt>
                <c:pt idx="430">
                  <c:v>45188</c:v>
                </c:pt>
                <c:pt idx="431">
                  <c:v>45189</c:v>
                </c:pt>
                <c:pt idx="432">
                  <c:v>45190</c:v>
                </c:pt>
                <c:pt idx="433">
                  <c:v>45191</c:v>
                </c:pt>
                <c:pt idx="434">
                  <c:v>45194</c:v>
                </c:pt>
                <c:pt idx="435">
                  <c:v>45195</c:v>
                </c:pt>
                <c:pt idx="436">
                  <c:v>45196</c:v>
                </c:pt>
                <c:pt idx="437">
                  <c:v>45197</c:v>
                </c:pt>
                <c:pt idx="438">
                  <c:v>45198</c:v>
                </c:pt>
                <c:pt idx="439">
                  <c:v>45201</c:v>
                </c:pt>
                <c:pt idx="440">
                  <c:v>45202</c:v>
                </c:pt>
                <c:pt idx="441">
                  <c:v>45203</c:v>
                </c:pt>
                <c:pt idx="442">
                  <c:v>45204</c:v>
                </c:pt>
                <c:pt idx="443">
                  <c:v>45205</c:v>
                </c:pt>
                <c:pt idx="444">
                  <c:v>45208</c:v>
                </c:pt>
                <c:pt idx="445">
                  <c:v>45209</c:v>
                </c:pt>
                <c:pt idx="446">
                  <c:v>45210</c:v>
                </c:pt>
                <c:pt idx="447">
                  <c:v>45211</c:v>
                </c:pt>
                <c:pt idx="448">
                  <c:v>45212</c:v>
                </c:pt>
                <c:pt idx="449">
                  <c:v>45215</c:v>
                </c:pt>
                <c:pt idx="450">
                  <c:v>45216</c:v>
                </c:pt>
                <c:pt idx="451">
                  <c:v>45217</c:v>
                </c:pt>
                <c:pt idx="452">
                  <c:v>45218</c:v>
                </c:pt>
                <c:pt idx="453">
                  <c:v>45219</c:v>
                </c:pt>
                <c:pt idx="454">
                  <c:v>45222</c:v>
                </c:pt>
                <c:pt idx="455">
                  <c:v>45223</c:v>
                </c:pt>
                <c:pt idx="456">
                  <c:v>45224</c:v>
                </c:pt>
                <c:pt idx="457">
                  <c:v>45225</c:v>
                </c:pt>
                <c:pt idx="458">
                  <c:v>45226</c:v>
                </c:pt>
                <c:pt idx="459">
                  <c:v>45229</c:v>
                </c:pt>
                <c:pt idx="460">
                  <c:v>45230</c:v>
                </c:pt>
                <c:pt idx="461">
                  <c:v>45231</c:v>
                </c:pt>
                <c:pt idx="462">
                  <c:v>45232</c:v>
                </c:pt>
                <c:pt idx="463">
                  <c:v>45233</c:v>
                </c:pt>
                <c:pt idx="464">
                  <c:v>45236</c:v>
                </c:pt>
                <c:pt idx="465">
                  <c:v>45237</c:v>
                </c:pt>
                <c:pt idx="466">
                  <c:v>45238</c:v>
                </c:pt>
                <c:pt idx="467">
                  <c:v>45239</c:v>
                </c:pt>
                <c:pt idx="468">
                  <c:v>45240</c:v>
                </c:pt>
                <c:pt idx="469">
                  <c:v>45243</c:v>
                </c:pt>
                <c:pt idx="470">
                  <c:v>45244</c:v>
                </c:pt>
                <c:pt idx="471">
                  <c:v>45245</c:v>
                </c:pt>
                <c:pt idx="472">
                  <c:v>45246</c:v>
                </c:pt>
                <c:pt idx="473">
                  <c:v>45247</c:v>
                </c:pt>
                <c:pt idx="474">
                  <c:v>45250</c:v>
                </c:pt>
                <c:pt idx="475">
                  <c:v>45251</c:v>
                </c:pt>
                <c:pt idx="476">
                  <c:v>45252</c:v>
                </c:pt>
                <c:pt idx="477">
                  <c:v>45254</c:v>
                </c:pt>
                <c:pt idx="478">
                  <c:v>45257</c:v>
                </c:pt>
                <c:pt idx="479">
                  <c:v>45258</c:v>
                </c:pt>
                <c:pt idx="480">
                  <c:v>45259</c:v>
                </c:pt>
                <c:pt idx="481">
                  <c:v>45260</c:v>
                </c:pt>
                <c:pt idx="482">
                  <c:v>45261</c:v>
                </c:pt>
                <c:pt idx="483">
                  <c:v>45264</c:v>
                </c:pt>
                <c:pt idx="484">
                  <c:v>45265</c:v>
                </c:pt>
                <c:pt idx="485">
                  <c:v>45266</c:v>
                </c:pt>
                <c:pt idx="486">
                  <c:v>45267</c:v>
                </c:pt>
                <c:pt idx="487">
                  <c:v>45268</c:v>
                </c:pt>
                <c:pt idx="488">
                  <c:v>45271</c:v>
                </c:pt>
                <c:pt idx="489">
                  <c:v>45272</c:v>
                </c:pt>
                <c:pt idx="490">
                  <c:v>45273</c:v>
                </c:pt>
                <c:pt idx="491">
                  <c:v>45274</c:v>
                </c:pt>
                <c:pt idx="492">
                  <c:v>45275</c:v>
                </c:pt>
                <c:pt idx="493">
                  <c:v>45278</c:v>
                </c:pt>
                <c:pt idx="494">
                  <c:v>45279</c:v>
                </c:pt>
                <c:pt idx="495">
                  <c:v>45280</c:v>
                </c:pt>
                <c:pt idx="496">
                  <c:v>45281</c:v>
                </c:pt>
                <c:pt idx="497">
                  <c:v>45282</c:v>
                </c:pt>
                <c:pt idx="498">
                  <c:v>45286</c:v>
                </c:pt>
                <c:pt idx="499">
                  <c:v>45287</c:v>
                </c:pt>
                <c:pt idx="500">
                  <c:v>45288</c:v>
                </c:pt>
                <c:pt idx="501">
                  <c:v>45289</c:v>
                </c:pt>
                <c:pt idx="502">
                  <c:v>45293</c:v>
                </c:pt>
                <c:pt idx="503">
                  <c:v>45294</c:v>
                </c:pt>
                <c:pt idx="504">
                  <c:v>45295</c:v>
                </c:pt>
                <c:pt idx="505">
                  <c:v>45296</c:v>
                </c:pt>
                <c:pt idx="506">
                  <c:v>45299</c:v>
                </c:pt>
                <c:pt idx="507">
                  <c:v>45300</c:v>
                </c:pt>
                <c:pt idx="508">
                  <c:v>45301</c:v>
                </c:pt>
                <c:pt idx="509">
                  <c:v>45302</c:v>
                </c:pt>
                <c:pt idx="510">
                  <c:v>45303</c:v>
                </c:pt>
                <c:pt idx="511">
                  <c:v>45307</c:v>
                </c:pt>
                <c:pt idx="512">
                  <c:v>45308</c:v>
                </c:pt>
                <c:pt idx="513">
                  <c:v>45309</c:v>
                </c:pt>
                <c:pt idx="514">
                  <c:v>45310</c:v>
                </c:pt>
                <c:pt idx="515">
                  <c:v>45313</c:v>
                </c:pt>
                <c:pt idx="516">
                  <c:v>45314</c:v>
                </c:pt>
                <c:pt idx="517">
                  <c:v>45315</c:v>
                </c:pt>
                <c:pt idx="518">
                  <c:v>45316</c:v>
                </c:pt>
                <c:pt idx="519">
                  <c:v>45317</c:v>
                </c:pt>
                <c:pt idx="520">
                  <c:v>45320</c:v>
                </c:pt>
                <c:pt idx="521">
                  <c:v>45321</c:v>
                </c:pt>
                <c:pt idx="522">
                  <c:v>45322</c:v>
                </c:pt>
                <c:pt idx="523">
                  <c:v>45323</c:v>
                </c:pt>
                <c:pt idx="524">
                  <c:v>45324</c:v>
                </c:pt>
                <c:pt idx="525">
                  <c:v>45327</c:v>
                </c:pt>
                <c:pt idx="526">
                  <c:v>45328</c:v>
                </c:pt>
                <c:pt idx="527">
                  <c:v>45329</c:v>
                </c:pt>
                <c:pt idx="528">
                  <c:v>45330</c:v>
                </c:pt>
                <c:pt idx="529">
                  <c:v>45331</c:v>
                </c:pt>
                <c:pt idx="530">
                  <c:v>45334</c:v>
                </c:pt>
                <c:pt idx="531">
                  <c:v>45335</c:v>
                </c:pt>
                <c:pt idx="532">
                  <c:v>45336</c:v>
                </c:pt>
                <c:pt idx="533">
                  <c:v>45337</c:v>
                </c:pt>
                <c:pt idx="534">
                  <c:v>45338</c:v>
                </c:pt>
                <c:pt idx="535">
                  <c:v>45342</c:v>
                </c:pt>
                <c:pt idx="536">
                  <c:v>45343</c:v>
                </c:pt>
                <c:pt idx="537">
                  <c:v>45344</c:v>
                </c:pt>
                <c:pt idx="538">
                  <c:v>45345</c:v>
                </c:pt>
                <c:pt idx="539">
                  <c:v>45348</c:v>
                </c:pt>
                <c:pt idx="540">
                  <c:v>45349</c:v>
                </c:pt>
                <c:pt idx="541">
                  <c:v>45350</c:v>
                </c:pt>
                <c:pt idx="542">
                  <c:v>45351</c:v>
                </c:pt>
                <c:pt idx="543">
                  <c:v>45352</c:v>
                </c:pt>
                <c:pt idx="544">
                  <c:v>45355</c:v>
                </c:pt>
                <c:pt idx="545">
                  <c:v>45356</c:v>
                </c:pt>
                <c:pt idx="546">
                  <c:v>45357</c:v>
                </c:pt>
                <c:pt idx="547">
                  <c:v>45358</c:v>
                </c:pt>
                <c:pt idx="548">
                  <c:v>45359</c:v>
                </c:pt>
                <c:pt idx="549">
                  <c:v>45362</c:v>
                </c:pt>
                <c:pt idx="550">
                  <c:v>45363</c:v>
                </c:pt>
                <c:pt idx="551">
                  <c:v>45364</c:v>
                </c:pt>
                <c:pt idx="552">
                  <c:v>45365</c:v>
                </c:pt>
                <c:pt idx="553">
                  <c:v>45366</c:v>
                </c:pt>
                <c:pt idx="554">
                  <c:v>45369</c:v>
                </c:pt>
                <c:pt idx="555">
                  <c:v>45370</c:v>
                </c:pt>
                <c:pt idx="556">
                  <c:v>45371</c:v>
                </c:pt>
                <c:pt idx="557">
                  <c:v>45372</c:v>
                </c:pt>
                <c:pt idx="558">
                  <c:v>45373</c:v>
                </c:pt>
                <c:pt idx="559">
                  <c:v>45376</c:v>
                </c:pt>
                <c:pt idx="560">
                  <c:v>45377</c:v>
                </c:pt>
                <c:pt idx="561">
                  <c:v>45378</c:v>
                </c:pt>
                <c:pt idx="562">
                  <c:v>45379</c:v>
                </c:pt>
                <c:pt idx="563">
                  <c:v>45383</c:v>
                </c:pt>
                <c:pt idx="564">
                  <c:v>45384</c:v>
                </c:pt>
                <c:pt idx="565">
                  <c:v>45385</c:v>
                </c:pt>
                <c:pt idx="566">
                  <c:v>45386</c:v>
                </c:pt>
                <c:pt idx="567">
                  <c:v>45387</c:v>
                </c:pt>
                <c:pt idx="568">
                  <c:v>45390</c:v>
                </c:pt>
                <c:pt idx="569">
                  <c:v>45391</c:v>
                </c:pt>
                <c:pt idx="570">
                  <c:v>45392</c:v>
                </c:pt>
                <c:pt idx="571">
                  <c:v>45393</c:v>
                </c:pt>
                <c:pt idx="572">
                  <c:v>45394</c:v>
                </c:pt>
                <c:pt idx="573">
                  <c:v>45397</c:v>
                </c:pt>
                <c:pt idx="574">
                  <c:v>45398</c:v>
                </c:pt>
                <c:pt idx="575">
                  <c:v>45399</c:v>
                </c:pt>
                <c:pt idx="576">
                  <c:v>45400</c:v>
                </c:pt>
                <c:pt idx="577">
                  <c:v>45401</c:v>
                </c:pt>
                <c:pt idx="578">
                  <c:v>45404</c:v>
                </c:pt>
                <c:pt idx="579">
                  <c:v>45405</c:v>
                </c:pt>
                <c:pt idx="580">
                  <c:v>45406</c:v>
                </c:pt>
                <c:pt idx="581">
                  <c:v>45407</c:v>
                </c:pt>
                <c:pt idx="582">
                  <c:v>45408</c:v>
                </c:pt>
                <c:pt idx="583">
                  <c:v>45411</c:v>
                </c:pt>
                <c:pt idx="584">
                  <c:v>45412</c:v>
                </c:pt>
                <c:pt idx="585">
                  <c:v>45413</c:v>
                </c:pt>
                <c:pt idx="586">
                  <c:v>45414</c:v>
                </c:pt>
                <c:pt idx="587">
                  <c:v>45415</c:v>
                </c:pt>
                <c:pt idx="588">
                  <c:v>45418</c:v>
                </c:pt>
                <c:pt idx="589">
                  <c:v>45419</c:v>
                </c:pt>
                <c:pt idx="590">
                  <c:v>45420</c:v>
                </c:pt>
                <c:pt idx="591">
                  <c:v>45421</c:v>
                </c:pt>
                <c:pt idx="592">
                  <c:v>45422</c:v>
                </c:pt>
                <c:pt idx="593">
                  <c:v>45425</c:v>
                </c:pt>
                <c:pt idx="594">
                  <c:v>45426</c:v>
                </c:pt>
                <c:pt idx="595">
                  <c:v>45427</c:v>
                </c:pt>
                <c:pt idx="596">
                  <c:v>45428</c:v>
                </c:pt>
                <c:pt idx="597">
                  <c:v>45429</c:v>
                </c:pt>
                <c:pt idx="598">
                  <c:v>45432</c:v>
                </c:pt>
                <c:pt idx="599">
                  <c:v>45433</c:v>
                </c:pt>
                <c:pt idx="600">
                  <c:v>45434</c:v>
                </c:pt>
                <c:pt idx="601">
                  <c:v>45435</c:v>
                </c:pt>
                <c:pt idx="602">
                  <c:v>45436</c:v>
                </c:pt>
                <c:pt idx="603">
                  <c:v>45440</c:v>
                </c:pt>
                <c:pt idx="604">
                  <c:v>45441</c:v>
                </c:pt>
                <c:pt idx="605">
                  <c:v>45442</c:v>
                </c:pt>
                <c:pt idx="606">
                  <c:v>45443</c:v>
                </c:pt>
                <c:pt idx="607">
                  <c:v>45446</c:v>
                </c:pt>
                <c:pt idx="608">
                  <c:v>45447</c:v>
                </c:pt>
                <c:pt idx="609">
                  <c:v>45448</c:v>
                </c:pt>
                <c:pt idx="610">
                  <c:v>45449</c:v>
                </c:pt>
                <c:pt idx="611">
                  <c:v>45450</c:v>
                </c:pt>
                <c:pt idx="612">
                  <c:v>45453</c:v>
                </c:pt>
                <c:pt idx="613">
                  <c:v>45454</c:v>
                </c:pt>
                <c:pt idx="614">
                  <c:v>45455</c:v>
                </c:pt>
                <c:pt idx="615">
                  <c:v>45456</c:v>
                </c:pt>
                <c:pt idx="616">
                  <c:v>45457</c:v>
                </c:pt>
                <c:pt idx="617">
                  <c:v>45460</c:v>
                </c:pt>
                <c:pt idx="618">
                  <c:v>45461</c:v>
                </c:pt>
                <c:pt idx="619">
                  <c:v>45463</c:v>
                </c:pt>
                <c:pt idx="620">
                  <c:v>45464</c:v>
                </c:pt>
                <c:pt idx="621">
                  <c:v>45467</c:v>
                </c:pt>
                <c:pt idx="622">
                  <c:v>45468</c:v>
                </c:pt>
                <c:pt idx="623">
                  <c:v>45469</c:v>
                </c:pt>
                <c:pt idx="624">
                  <c:v>45470</c:v>
                </c:pt>
                <c:pt idx="625">
                  <c:v>45471</c:v>
                </c:pt>
                <c:pt idx="626">
                  <c:v>45474</c:v>
                </c:pt>
                <c:pt idx="627">
                  <c:v>45475</c:v>
                </c:pt>
                <c:pt idx="628">
                  <c:v>45476</c:v>
                </c:pt>
                <c:pt idx="629">
                  <c:v>45478</c:v>
                </c:pt>
                <c:pt idx="630">
                  <c:v>45481</c:v>
                </c:pt>
                <c:pt idx="631">
                  <c:v>45482</c:v>
                </c:pt>
                <c:pt idx="632">
                  <c:v>45483</c:v>
                </c:pt>
                <c:pt idx="633">
                  <c:v>45484</c:v>
                </c:pt>
                <c:pt idx="634">
                  <c:v>45485</c:v>
                </c:pt>
                <c:pt idx="635">
                  <c:v>45488</c:v>
                </c:pt>
                <c:pt idx="636">
                  <c:v>45489</c:v>
                </c:pt>
                <c:pt idx="637">
                  <c:v>45490</c:v>
                </c:pt>
                <c:pt idx="638">
                  <c:v>45491</c:v>
                </c:pt>
                <c:pt idx="639">
                  <c:v>45492</c:v>
                </c:pt>
                <c:pt idx="640">
                  <c:v>45495</c:v>
                </c:pt>
                <c:pt idx="641">
                  <c:v>45496</c:v>
                </c:pt>
                <c:pt idx="642">
                  <c:v>45497</c:v>
                </c:pt>
                <c:pt idx="643">
                  <c:v>45498</c:v>
                </c:pt>
                <c:pt idx="644">
                  <c:v>45499</c:v>
                </c:pt>
                <c:pt idx="645">
                  <c:v>45502</c:v>
                </c:pt>
                <c:pt idx="646">
                  <c:v>45503</c:v>
                </c:pt>
                <c:pt idx="647">
                  <c:v>45504</c:v>
                </c:pt>
                <c:pt idx="648">
                  <c:v>45505</c:v>
                </c:pt>
                <c:pt idx="649">
                  <c:v>45506</c:v>
                </c:pt>
                <c:pt idx="650">
                  <c:v>45509</c:v>
                </c:pt>
                <c:pt idx="651">
                  <c:v>45510</c:v>
                </c:pt>
                <c:pt idx="652">
                  <c:v>45511</c:v>
                </c:pt>
                <c:pt idx="653">
                  <c:v>45512</c:v>
                </c:pt>
                <c:pt idx="654">
                  <c:v>45513</c:v>
                </c:pt>
                <c:pt idx="655">
                  <c:v>45516</c:v>
                </c:pt>
                <c:pt idx="656">
                  <c:v>45517</c:v>
                </c:pt>
                <c:pt idx="657">
                  <c:v>45518</c:v>
                </c:pt>
                <c:pt idx="658">
                  <c:v>45519</c:v>
                </c:pt>
                <c:pt idx="659">
                  <c:v>45520</c:v>
                </c:pt>
                <c:pt idx="660">
                  <c:v>45523</c:v>
                </c:pt>
                <c:pt idx="661">
                  <c:v>45524</c:v>
                </c:pt>
                <c:pt idx="662">
                  <c:v>45525</c:v>
                </c:pt>
                <c:pt idx="663">
                  <c:v>45526</c:v>
                </c:pt>
                <c:pt idx="664">
                  <c:v>45527</c:v>
                </c:pt>
                <c:pt idx="665">
                  <c:v>45530</c:v>
                </c:pt>
                <c:pt idx="666">
                  <c:v>45531</c:v>
                </c:pt>
                <c:pt idx="667">
                  <c:v>45532</c:v>
                </c:pt>
                <c:pt idx="668">
                  <c:v>45533</c:v>
                </c:pt>
                <c:pt idx="669">
                  <c:v>45534</c:v>
                </c:pt>
                <c:pt idx="670">
                  <c:v>45538</c:v>
                </c:pt>
                <c:pt idx="671">
                  <c:v>45539</c:v>
                </c:pt>
                <c:pt idx="672">
                  <c:v>45540</c:v>
                </c:pt>
                <c:pt idx="673">
                  <c:v>45541</c:v>
                </c:pt>
                <c:pt idx="674">
                  <c:v>45544</c:v>
                </c:pt>
                <c:pt idx="675">
                  <c:v>45545</c:v>
                </c:pt>
                <c:pt idx="676">
                  <c:v>45546</c:v>
                </c:pt>
                <c:pt idx="677">
                  <c:v>45547</c:v>
                </c:pt>
                <c:pt idx="678">
                  <c:v>45548</c:v>
                </c:pt>
                <c:pt idx="679">
                  <c:v>45551</c:v>
                </c:pt>
                <c:pt idx="680">
                  <c:v>45552</c:v>
                </c:pt>
                <c:pt idx="681">
                  <c:v>45553</c:v>
                </c:pt>
                <c:pt idx="682">
                  <c:v>45554</c:v>
                </c:pt>
                <c:pt idx="683">
                  <c:v>45555</c:v>
                </c:pt>
                <c:pt idx="684">
                  <c:v>45558</c:v>
                </c:pt>
                <c:pt idx="685">
                  <c:v>45559</c:v>
                </c:pt>
                <c:pt idx="686">
                  <c:v>45560</c:v>
                </c:pt>
                <c:pt idx="687">
                  <c:v>45561</c:v>
                </c:pt>
                <c:pt idx="688">
                  <c:v>45562</c:v>
                </c:pt>
                <c:pt idx="689">
                  <c:v>45565</c:v>
                </c:pt>
                <c:pt idx="690">
                  <c:v>45566</c:v>
                </c:pt>
                <c:pt idx="691">
                  <c:v>45567</c:v>
                </c:pt>
                <c:pt idx="692">
                  <c:v>45568</c:v>
                </c:pt>
                <c:pt idx="693">
                  <c:v>45569</c:v>
                </c:pt>
                <c:pt idx="694">
                  <c:v>45572</c:v>
                </c:pt>
                <c:pt idx="695">
                  <c:v>45573</c:v>
                </c:pt>
                <c:pt idx="696">
                  <c:v>45574</c:v>
                </c:pt>
                <c:pt idx="697">
                  <c:v>45575</c:v>
                </c:pt>
                <c:pt idx="698">
                  <c:v>45576</c:v>
                </c:pt>
                <c:pt idx="699">
                  <c:v>45579</c:v>
                </c:pt>
                <c:pt idx="700">
                  <c:v>45580</c:v>
                </c:pt>
                <c:pt idx="701">
                  <c:v>45581</c:v>
                </c:pt>
                <c:pt idx="702">
                  <c:v>45582</c:v>
                </c:pt>
                <c:pt idx="703">
                  <c:v>45583</c:v>
                </c:pt>
                <c:pt idx="704">
                  <c:v>45586</c:v>
                </c:pt>
                <c:pt idx="705">
                  <c:v>45587</c:v>
                </c:pt>
                <c:pt idx="706">
                  <c:v>45588</c:v>
                </c:pt>
                <c:pt idx="707">
                  <c:v>45589</c:v>
                </c:pt>
                <c:pt idx="708">
                  <c:v>45590</c:v>
                </c:pt>
                <c:pt idx="709">
                  <c:v>45593</c:v>
                </c:pt>
                <c:pt idx="710">
                  <c:v>45594</c:v>
                </c:pt>
                <c:pt idx="711">
                  <c:v>45595</c:v>
                </c:pt>
                <c:pt idx="712">
                  <c:v>45596</c:v>
                </c:pt>
                <c:pt idx="713">
                  <c:v>45597</c:v>
                </c:pt>
                <c:pt idx="714">
                  <c:v>45600</c:v>
                </c:pt>
                <c:pt idx="715">
                  <c:v>45601</c:v>
                </c:pt>
                <c:pt idx="716">
                  <c:v>45602</c:v>
                </c:pt>
                <c:pt idx="717">
                  <c:v>45603</c:v>
                </c:pt>
                <c:pt idx="718">
                  <c:v>45604</c:v>
                </c:pt>
                <c:pt idx="719">
                  <c:v>45607</c:v>
                </c:pt>
                <c:pt idx="720">
                  <c:v>45608</c:v>
                </c:pt>
                <c:pt idx="721">
                  <c:v>45609</c:v>
                </c:pt>
                <c:pt idx="722">
                  <c:v>45610</c:v>
                </c:pt>
                <c:pt idx="723">
                  <c:v>45611</c:v>
                </c:pt>
                <c:pt idx="724">
                  <c:v>45614</c:v>
                </c:pt>
                <c:pt idx="725">
                  <c:v>45615</c:v>
                </c:pt>
                <c:pt idx="726">
                  <c:v>45616</c:v>
                </c:pt>
                <c:pt idx="727">
                  <c:v>45617</c:v>
                </c:pt>
                <c:pt idx="728">
                  <c:v>45618</c:v>
                </c:pt>
                <c:pt idx="729">
                  <c:v>45621</c:v>
                </c:pt>
                <c:pt idx="730">
                  <c:v>45622</c:v>
                </c:pt>
                <c:pt idx="731">
                  <c:v>45623</c:v>
                </c:pt>
                <c:pt idx="732">
                  <c:v>45625</c:v>
                </c:pt>
                <c:pt idx="733">
                  <c:v>45628</c:v>
                </c:pt>
                <c:pt idx="734">
                  <c:v>45629</c:v>
                </c:pt>
                <c:pt idx="735">
                  <c:v>45630</c:v>
                </c:pt>
                <c:pt idx="736">
                  <c:v>45631</c:v>
                </c:pt>
                <c:pt idx="737">
                  <c:v>45632</c:v>
                </c:pt>
                <c:pt idx="738">
                  <c:v>45635</c:v>
                </c:pt>
                <c:pt idx="739">
                  <c:v>45636</c:v>
                </c:pt>
                <c:pt idx="740">
                  <c:v>45637</c:v>
                </c:pt>
                <c:pt idx="741">
                  <c:v>45638</c:v>
                </c:pt>
                <c:pt idx="742">
                  <c:v>45639</c:v>
                </c:pt>
                <c:pt idx="743">
                  <c:v>45642</c:v>
                </c:pt>
                <c:pt idx="744">
                  <c:v>45643</c:v>
                </c:pt>
                <c:pt idx="745">
                  <c:v>45644</c:v>
                </c:pt>
                <c:pt idx="746">
                  <c:v>45645</c:v>
                </c:pt>
                <c:pt idx="747">
                  <c:v>45646</c:v>
                </c:pt>
                <c:pt idx="748">
                  <c:v>45649</c:v>
                </c:pt>
                <c:pt idx="749">
                  <c:v>45650</c:v>
                </c:pt>
                <c:pt idx="750">
                  <c:v>45652</c:v>
                </c:pt>
                <c:pt idx="751">
                  <c:v>45653</c:v>
                </c:pt>
                <c:pt idx="752">
                  <c:v>45656</c:v>
                </c:pt>
                <c:pt idx="753">
                  <c:v>45657</c:v>
                </c:pt>
                <c:pt idx="754">
                  <c:v>45659</c:v>
                </c:pt>
                <c:pt idx="755">
                  <c:v>45660</c:v>
                </c:pt>
                <c:pt idx="756">
                  <c:v>45663</c:v>
                </c:pt>
                <c:pt idx="757">
                  <c:v>45664</c:v>
                </c:pt>
                <c:pt idx="758">
                  <c:v>45665</c:v>
                </c:pt>
                <c:pt idx="759">
                  <c:v>45667</c:v>
                </c:pt>
                <c:pt idx="760">
                  <c:v>45670</c:v>
                </c:pt>
                <c:pt idx="761">
                  <c:v>45671</c:v>
                </c:pt>
                <c:pt idx="762">
                  <c:v>45672</c:v>
                </c:pt>
                <c:pt idx="763">
                  <c:v>45673</c:v>
                </c:pt>
                <c:pt idx="764">
                  <c:v>45674</c:v>
                </c:pt>
                <c:pt idx="765">
                  <c:v>45678</c:v>
                </c:pt>
                <c:pt idx="766">
                  <c:v>45679</c:v>
                </c:pt>
                <c:pt idx="767">
                  <c:v>45680</c:v>
                </c:pt>
                <c:pt idx="768">
                  <c:v>45681</c:v>
                </c:pt>
                <c:pt idx="769">
                  <c:v>45684</c:v>
                </c:pt>
                <c:pt idx="770">
                  <c:v>45685</c:v>
                </c:pt>
                <c:pt idx="771">
                  <c:v>45686</c:v>
                </c:pt>
                <c:pt idx="772">
                  <c:v>45687</c:v>
                </c:pt>
                <c:pt idx="773">
                  <c:v>45688</c:v>
                </c:pt>
                <c:pt idx="774">
                  <c:v>45691</c:v>
                </c:pt>
                <c:pt idx="775">
                  <c:v>45692</c:v>
                </c:pt>
                <c:pt idx="776">
                  <c:v>45693</c:v>
                </c:pt>
                <c:pt idx="777">
                  <c:v>45694</c:v>
                </c:pt>
                <c:pt idx="778">
                  <c:v>45695</c:v>
                </c:pt>
                <c:pt idx="779">
                  <c:v>45698</c:v>
                </c:pt>
                <c:pt idx="780">
                  <c:v>45699</c:v>
                </c:pt>
                <c:pt idx="781">
                  <c:v>45700</c:v>
                </c:pt>
                <c:pt idx="782">
                  <c:v>45701</c:v>
                </c:pt>
                <c:pt idx="783">
                  <c:v>45702</c:v>
                </c:pt>
                <c:pt idx="784">
                  <c:v>45706</c:v>
                </c:pt>
                <c:pt idx="785">
                  <c:v>45707</c:v>
                </c:pt>
                <c:pt idx="786">
                  <c:v>45708</c:v>
                </c:pt>
                <c:pt idx="787">
                  <c:v>45709</c:v>
                </c:pt>
                <c:pt idx="788">
                  <c:v>45712</c:v>
                </c:pt>
                <c:pt idx="789">
                  <c:v>45713</c:v>
                </c:pt>
                <c:pt idx="790">
                  <c:v>45714</c:v>
                </c:pt>
                <c:pt idx="791">
                  <c:v>45715</c:v>
                </c:pt>
                <c:pt idx="792">
                  <c:v>45716</c:v>
                </c:pt>
                <c:pt idx="793">
                  <c:v>45719</c:v>
                </c:pt>
                <c:pt idx="794">
                  <c:v>45720</c:v>
                </c:pt>
                <c:pt idx="795">
                  <c:v>45721</c:v>
                </c:pt>
                <c:pt idx="796">
                  <c:v>45722</c:v>
                </c:pt>
                <c:pt idx="797">
                  <c:v>45723</c:v>
                </c:pt>
                <c:pt idx="798">
                  <c:v>45726</c:v>
                </c:pt>
                <c:pt idx="799">
                  <c:v>45727</c:v>
                </c:pt>
                <c:pt idx="800">
                  <c:v>45728</c:v>
                </c:pt>
                <c:pt idx="801">
                  <c:v>45729</c:v>
                </c:pt>
                <c:pt idx="802">
                  <c:v>45730</c:v>
                </c:pt>
                <c:pt idx="803">
                  <c:v>45733</c:v>
                </c:pt>
                <c:pt idx="804">
                  <c:v>45734</c:v>
                </c:pt>
                <c:pt idx="805">
                  <c:v>45735</c:v>
                </c:pt>
                <c:pt idx="806">
                  <c:v>45736</c:v>
                </c:pt>
                <c:pt idx="807">
                  <c:v>45737</c:v>
                </c:pt>
                <c:pt idx="808">
                  <c:v>45740</c:v>
                </c:pt>
                <c:pt idx="809">
                  <c:v>45741</c:v>
                </c:pt>
                <c:pt idx="810">
                  <c:v>45742</c:v>
                </c:pt>
                <c:pt idx="811">
                  <c:v>45743</c:v>
                </c:pt>
                <c:pt idx="812">
                  <c:v>45744</c:v>
                </c:pt>
                <c:pt idx="813">
                  <c:v>45747</c:v>
                </c:pt>
                <c:pt idx="814">
                  <c:v>45748</c:v>
                </c:pt>
                <c:pt idx="815">
                  <c:v>45749</c:v>
                </c:pt>
                <c:pt idx="816">
                  <c:v>45750</c:v>
                </c:pt>
                <c:pt idx="817">
                  <c:v>45751</c:v>
                </c:pt>
                <c:pt idx="818">
                  <c:v>45754</c:v>
                </c:pt>
                <c:pt idx="819">
                  <c:v>45755</c:v>
                </c:pt>
                <c:pt idx="820">
                  <c:v>45756</c:v>
                </c:pt>
                <c:pt idx="821">
                  <c:v>45757</c:v>
                </c:pt>
                <c:pt idx="822">
                  <c:v>45758</c:v>
                </c:pt>
                <c:pt idx="823">
                  <c:v>45761</c:v>
                </c:pt>
                <c:pt idx="824">
                  <c:v>45762</c:v>
                </c:pt>
                <c:pt idx="825">
                  <c:v>45763</c:v>
                </c:pt>
                <c:pt idx="826">
                  <c:v>45764</c:v>
                </c:pt>
                <c:pt idx="827">
                  <c:v>45768</c:v>
                </c:pt>
                <c:pt idx="828">
                  <c:v>45769</c:v>
                </c:pt>
                <c:pt idx="829">
                  <c:v>45770</c:v>
                </c:pt>
                <c:pt idx="830">
                  <c:v>45771</c:v>
                </c:pt>
                <c:pt idx="831">
                  <c:v>45772</c:v>
                </c:pt>
                <c:pt idx="832">
                  <c:v>45775</c:v>
                </c:pt>
                <c:pt idx="833">
                  <c:v>45776</c:v>
                </c:pt>
                <c:pt idx="834">
                  <c:v>45777</c:v>
                </c:pt>
                <c:pt idx="835">
                  <c:v>45778</c:v>
                </c:pt>
                <c:pt idx="836">
                  <c:v>45779</c:v>
                </c:pt>
                <c:pt idx="837">
                  <c:v>45782</c:v>
                </c:pt>
                <c:pt idx="838">
                  <c:v>45783</c:v>
                </c:pt>
                <c:pt idx="839">
                  <c:v>45784</c:v>
                </c:pt>
                <c:pt idx="840">
                  <c:v>45785</c:v>
                </c:pt>
                <c:pt idx="841">
                  <c:v>45786</c:v>
                </c:pt>
                <c:pt idx="842">
                  <c:v>45789</c:v>
                </c:pt>
                <c:pt idx="843">
                  <c:v>45790</c:v>
                </c:pt>
                <c:pt idx="844">
                  <c:v>45791</c:v>
                </c:pt>
                <c:pt idx="845">
                  <c:v>45792</c:v>
                </c:pt>
                <c:pt idx="846">
                  <c:v>45793</c:v>
                </c:pt>
                <c:pt idx="847">
                  <c:v>45796</c:v>
                </c:pt>
                <c:pt idx="848">
                  <c:v>45797</c:v>
                </c:pt>
                <c:pt idx="849">
                  <c:v>45798</c:v>
                </c:pt>
                <c:pt idx="850">
                  <c:v>45799</c:v>
                </c:pt>
                <c:pt idx="851">
                  <c:v>45800</c:v>
                </c:pt>
                <c:pt idx="852">
                  <c:v>45804</c:v>
                </c:pt>
                <c:pt idx="853">
                  <c:v>45805</c:v>
                </c:pt>
                <c:pt idx="854">
                  <c:v>45806</c:v>
                </c:pt>
                <c:pt idx="855">
                  <c:v>45807</c:v>
                </c:pt>
                <c:pt idx="856">
                  <c:v>45810</c:v>
                </c:pt>
                <c:pt idx="857">
                  <c:v>45811</c:v>
                </c:pt>
                <c:pt idx="858">
                  <c:v>45812</c:v>
                </c:pt>
                <c:pt idx="859">
                  <c:v>45813</c:v>
                </c:pt>
                <c:pt idx="860">
                  <c:v>45814</c:v>
                </c:pt>
                <c:pt idx="861">
                  <c:v>45817</c:v>
                </c:pt>
                <c:pt idx="862">
                  <c:v>45818</c:v>
                </c:pt>
                <c:pt idx="863">
                  <c:v>45819</c:v>
                </c:pt>
                <c:pt idx="864">
                  <c:v>45820</c:v>
                </c:pt>
                <c:pt idx="865">
                  <c:v>45821</c:v>
                </c:pt>
                <c:pt idx="866">
                  <c:v>45824</c:v>
                </c:pt>
                <c:pt idx="867">
                  <c:v>45825</c:v>
                </c:pt>
                <c:pt idx="868">
                  <c:v>45826</c:v>
                </c:pt>
                <c:pt idx="869">
                  <c:v>45828</c:v>
                </c:pt>
                <c:pt idx="870">
                  <c:v>45831</c:v>
                </c:pt>
                <c:pt idx="871">
                  <c:v>45832</c:v>
                </c:pt>
                <c:pt idx="872">
                  <c:v>45833</c:v>
                </c:pt>
                <c:pt idx="873">
                  <c:v>45834</c:v>
                </c:pt>
                <c:pt idx="874">
                  <c:v>45835</c:v>
                </c:pt>
                <c:pt idx="875">
                  <c:v>45838</c:v>
                </c:pt>
                <c:pt idx="876">
                  <c:v>45839</c:v>
                </c:pt>
                <c:pt idx="877">
                  <c:v>45840</c:v>
                </c:pt>
                <c:pt idx="878">
                  <c:v>45841</c:v>
                </c:pt>
                <c:pt idx="879">
                  <c:v>45845</c:v>
                </c:pt>
                <c:pt idx="880">
                  <c:v>45846</c:v>
                </c:pt>
                <c:pt idx="881">
                  <c:v>45847</c:v>
                </c:pt>
                <c:pt idx="882">
                  <c:v>45848</c:v>
                </c:pt>
                <c:pt idx="883">
                  <c:v>45849</c:v>
                </c:pt>
                <c:pt idx="884">
                  <c:v>45852</c:v>
                </c:pt>
                <c:pt idx="885">
                  <c:v>45853</c:v>
                </c:pt>
                <c:pt idx="886">
                  <c:v>45854</c:v>
                </c:pt>
                <c:pt idx="887">
                  <c:v>45855</c:v>
                </c:pt>
                <c:pt idx="888">
                  <c:v>45856</c:v>
                </c:pt>
                <c:pt idx="889">
                  <c:v>45859</c:v>
                </c:pt>
                <c:pt idx="890">
                  <c:v>45860</c:v>
                </c:pt>
                <c:pt idx="891">
                  <c:v>45861</c:v>
                </c:pt>
                <c:pt idx="892">
                  <c:v>45862</c:v>
                </c:pt>
                <c:pt idx="893">
                  <c:v>45863</c:v>
                </c:pt>
                <c:pt idx="894">
                  <c:v>45866</c:v>
                </c:pt>
                <c:pt idx="895">
                  <c:v>45867</c:v>
                </c:pt>
                <c:pt idx="896">
                  <c:v>45868</c:v>
                </c:pt>
                <c:pt idx="897">
                  <c:v>45869</c:v>
                </c:pt>
                <c:pt idx="898">
                  <c:v>45870</c:v>
                </c:pt>
                <c:pt idx="899">
                  <c:v>45873</c:v>
                </c:pt>
                <c:pt idx="900">
                  <c:v>45874</c:v>
                </c:pt>
                <c:pt idx="901">
                  <c:v>45875</c:v>
                </c:pt>
                <c:pt idx="902">
                  <c:v>45876</c:v>
                </c:pt>
                <c:pt idx="903">
                  <c:v>45877</c:v>
                </c:pt>
                <c:pt idx="904">
                  <c:v>45880</c:v>
                </c:pt>
                <c:pt idx="905">
                  <c:v>45881</c:v>
                </c:pt>
                <c:pt idx="906">
                  <c:v>45882</c:v>
                </c:pt>
                <c:pt idx="907">
                  <c:v>45883</c:v>
                </c:pt>
                <c:pt idx="908">
                  <c:v>45884</c:v>
                </c:pt>
                <c:pt idx="909">
                  <c:v>45887</c:v>
                </c:pt>
                <c:pt idx="910">
                  <c:v>45888</c:v>
                </c:pt>
                <c:pt idx="911">
                  <c:v>45889</c:v>
                </c:pt>
                <c:pt idx="912">
                  <c:v>45890</c:v>
                </c:pt>
                <c:pt idx="913">
                  <c:v>45891</c:v>
                </c:pt>
                <c:pt idx="914">
                  <c:v>45894</c:v>
                </c:pt>
                <c:pt idx="915">
                  <c:v>45895</c:v>
                </c:pt>
                <c:pt idx="916">
                  <c:v>45896</c:v>
                </c:pt>
                <c:pt idx="917">
                  <c:v>45897</c:v>
                </c:pt>
                <c:pt idx="918">
                  <c:v>45898</c:v>
                </c:pt>
                <c:pt idx="919">
                  <c:v>45902</c:v>
                </c:pt>
                <c:pt idx="920">
                  <c:v>45903</c:v>
                </c:pt>
                <c:pt idx="921">
                  <c:v>45904</c:v>
                </c:pt>
                <c:pt idx="922">
                  <c:v>45905</c:v>
                </c:pt>
                <c:pt idx="923">
                  <c:v>45908</c:v>
                </c:pt>
                <c:pt idx="924">
                  <c:v>45909</c:v>
                </c:pt>
                <c:pt idx="925">
                  <c:v>45910</c:v>
                </c:pt>
                <c:pt idx="926">
                  <c:v>45911</c:v>
                </c:pt>
                <c:pt idx="927">
                  <c:v>45912</c:v>
                </c:pt>
                <c:pt idx="928">
                  <c:v>45915</c:v>
                </c:pt>
                <c:pt idx="929">
                  <c:v>45916</c:v>
                </c:pt>
                <c:pt idx="930">
                  <c:v>45917</c:v>
                </c:pt>
                <c:pt idx="931">
                  <c:v>45918</c:v>
                </c:pt>
                <c:pt idx="932">
                  <c:v>45919</c:v>
                </c:pt>
                <c:pt idx="933">
                  <c:v>45922</c:v>
                </c:pt>
                <c:pt idx="934">
                  <c:v>45923</c:v>
                </c:pt>
                <c:pt idx="935">
                  <c:v>45924</c:v>
                </c:pt>
                <c:pt idx="936">
                  <c:v>45925</c:v>
                </c:pt>
                <c:pt idx="937">
                  <c:v>45926</c:v>
                </c:pt>
                <c:pt idx="938">
                  <c:v>45929</c:v>
                </c:pt>
                <c:pt idx="939">
                  <c:v>45930</c:v>
                </c:pt>
                <c:pt idx="940">
                  <c:v>45931</c:v>
                </c:pt>
                <c:pt idx="941">
                  <c:v>45932</c:v>
                </c:pt>
                <c:pt idx="942">
                  <c:v>45933</c:v>
                </c:pt>
                <c:pt idx="943">
                  <c:v>45936</c:v>
                </c:pt>
                <c:pt idx="944">
                  <c:v>45937</c:v>
                </c:pt>
                <c:pt idx="945">
                  <c:v>45938</c:v>
                </c:pt>
                <c:pt idx="946">
                  <c:v>45939</c:v>
                </c:pt>
                <c:pt idx="947">
                  <c:v>45940</c:v>
                </c:pt>
                <c:pt idx="948">
                  <c:v>45943</c:v>
                </c:pt>
                <c:pt idx="949">
                  <c:v>45944</c:v>
                </c:pt>
                <c:pt idx="950">
                  <c:v>45945</c:v>
                </c:pt>
                <c:pt idx="951">
                  <c:v>45946</c:v>
                </c:pt>
                <c:pt idx="952">
                  <c:v>45947</c:v>
                </c:pt>
                <c:pt idx="953">
                  <c:v>45950</c:v>
                </c:pt>
                <c:pt idx="954">
                  <c:v>45951</c:v>
                </c:pt>
                <c:pt idx="955">
                  <c:v>45952</c:v>
                </c:pt>
                <c:pt idx="956">
                  <c:v>45953</c:v>
                </c:pt>
                <c:pt idx="957">
                  <c:v>45954</c:v>
                </c:pt>
                <c:pt idx="958">
                  <c:v>45957</c:v>
                </c:pt>
                <c:pt idx="959">
                  <c:v>45958</c:v>
                </c:pt>
                <c:pt idx="960">
                  <c:v>45959</c:v>
                </c:pt>
                <c:pt idx="961">
                  <c:v>45960</c:v>
                </c:pt>
                <c:pt idx="962">
                  <c:v>45961</c:v>
                </c:pt>
                <c:pt idx="963">
                  <c:v>45964</c:v>
                </c:pt>
                <c:pt idx="964">
                  <c:v>45965</c:v>
                </c:pt>
                <c:pt idx="965">
                  <c:v>45966</c:v>
                </c:pt>
                <c:pt idx="966">
                  <c:v>45967</c:v>
                </c:pt>
                <c:pt idx="967">
                  <c:v>45968</c:v>
                </c:pt>
                <c:pt idx="968">
                  <c:v>45971</c:v>
                </c:pt>
                <c:pt idx="969">
                  <c:v>45972</c:v>
                </c:pt>
                <c:pt idx="970">
                  <c:v>45973</c:v>
                </c:pt>
                <c:pt idx="971">
                  <c:v>45974</c:v>
                </c:pt>
                <c:pt idx="972">
                  <c:v>45975</c:v>
                </c:pt>
                <c:pt idx="973">
                  <c:v>45978</c:v>
                </c:pt>
                <c:pt idx="974">
                  <c:v>45979</c:v>
                </c:pt>
                <c:pt idx="975">
                  <c:v>45980</c:v>
                </c:pt>
                <c:pt idx="976">
                  <c:v>45981</c:v>
                </c:pt>
                <c:pt idx="977">
                  <c:v>45982</c:v>
                </c:pt>
                <c:pt idx="978">
                  <c:v>45985</c:v>
                </c:pt>
                <c:pt idx="979">
                  <c:v>45986</c:v>
                </c:pt>
                <c:pt idx="980">
                  <c:v>45987</c:v>
                </c:pt>
                <c:pt idx="981">
                  <c:v>45989</c:v>
                </c:pt>
                <c:pt idx="982">
                  <c:v>45992</c:v>
                </c:pt>
                <c:pt idx="983">
                  <c:v>45993</c:v>
                </c:pt>
                <c:pt idx="984">
                  <c:v>45994</c:v>
                </c:pt>
                <c:pt idx="985">
                  <c:v>45995</c:v>
                </c:pt>
                <c:pt idx="986">
                  <c:v>45996</c:v>
                </c:pt>
                <c:pt idx="987">
                  <c:v>45999</c:v>
                </c:pt>
                <c:pt idx="988">
                  <c:v>46000</c:v>
                </c:pt>
                <c:pt idx="989">
                  <c:v>46001</c:v>
                </c:pt>
                <c:pt idx="990">
                  <c:v>46002</c:v>
                </c:pt>
                <c:pt idx="991">
                  <c:v>46003</c:v>
                </c:pt>
                <c:pt idx="992">
                  <c:v>46006</c:v>
                </c:pt>
                <c:pt idx="993">
                  <c:v>46007</c:v>
                </c:pt>
                <c:pt idx="994">
                  <c:v>46008</c:v>
                </c:pt>
                <c:pt idx="995">
                  <c:v>46009</c:v>
                </c:pt>
                <c:pt idx="996">
                  <c:v>46010</c:v>
                </c:pt>
                <c:pt idx="997">
                  <c:v>46013</c:v>
                </c:pt>
                <c:pt idx="998">
                  <c:v>46014</c:v>
                </c:pt>
                <c:pt idx="999">
                  <c:v>46015</c:v>
                </c:pt>
                <c:pt idx="1000">
                  <c:v>46017</c:v>
                </c:pt>
                <c:pt idx="1001">
                  <c:v>46020</c:v>
                </c:pt>
                <c:pt idx="1002">
                  <c:v>46021</c:v>
                </c:pt>
                <c:pt idx="1003">
                  <c:v>46022</c:v>
                </c:pt>
                <c:pt idx="1004">
                  <c:v>46024</c:v>
                </c:pt>
                <c:pt idx="1005">
                  <c:v>46027</c:v>
                </c:pt>
                <c:pt idx="1006">
                  <c:v>46028</c:v>
                </c:pt>
                <c:pt idx="1007">
                  <c:v>46029</c:v>
                </c:pt>
                <c:pt idx="1008">
                  <c:v>46030</c:v>
                </c:pt>
                <c:pt idx="1009">
                  <c:v>46031</c:v>
                </c:pt>
                <c:pt idx="1010">
                  <c:v>46034</c:v>
                </c:pt>
                <c:pt idx="1011">
                  <c:v>46035</c:v>
                </c:pt>
                <c:pt idx="1012">
                  <c:v>46036</c:v>
                </c:pt>
                <c:pt idx="1013">
                  <c:v>46037</c:v>
                </c:pt>
                <c:pt idx="1014">
                  <c:v>46038</c:v>
                </c:pt>
                <c:pt idx="1015">
                  <c:v>46042</c:v>
                </c:pt>
                <c:pt idx="1016">
                  <c:v>46043</c:v>
                </c:pt>
                <c:pt idx="1017">
                  <c:v>46044</c:v>
                </c:pt>
                <c:pt idx="1018">
                  <c:v>46045</c:v>
                </c:pt>
                <c:pt idx="1019">
                  <c:v>46048</c:v>
                </c:pt>
                <c:pt idx="1020">
                  <c:v>46049</c:v>
                </c:pt>
                <c:pt idx="1021">
                  <c:v>46050</c:v>
                </c:pt>
                <c:pt idx="1022">
                  <c:v>46051</c:v>
                </c:pt>
                <c:pt idx="1023">
                  <c:v>46052</c:v>
                </c:pt>
                <c:pt idx="1024">
                  <c:v>46055</c:v>
                </c:pt>
                <c:pt idx="1025">
                  <c:v>46056</c:v>
                </c:pt>
                <c:pt idx="1026">
                  <c:v>46057</c:v>
                </c:pt>
                <c:pt idx="1027">
                  <c:v>46058</c:v>
                </c:pt>
                <c:pt idx="1028">
                  <c:v>46059</c:v>
                </c:pt>
                <c:pt idx="1029">
                  <c:v>46062</c:v>
                </c:pt>
                <c:pt idx="1030">
                  <c:v>46063</c:v>
                </c:pt>
                <c:pt idx="1031">
                  <c:v>46064</c:v>
                </c:pt>
                <c:pt idx="1032">
                  <c:v>46065</c:v>
                </c:pt>
                <c:pt idx="1033">
                  <c:v>46066</c:v>
                </c:pt>
                <c:pt idx="1034">
                  <c:v>46070</c:v>
                </c:pt>
                <c:pt idx="1035">
                  <c:v>46071</c:v>
                </c:pt>
                <c:pt idx="1036">
                  <c:v>46072</c:v>
                </c:pt>
                <c:pt idx="1037">
                  <c:v>46073</c:v>
                </c:pt>
                <c:pt idx="1038">
                  <c:v>46076</c:v>
                </c:pt>
                <c:pt idx="1039">
                  <c:v>46077</c:v>
                </c:pt>
                <c:pt idx="1040">
                  <c:v>46078</c:v>
                </c:pt>
                <c:pt idx="1041">
                  <c:v>46079</c:v>
                </c:pt>
                <c:pt idx="1042">
                  <c:v>46080</c:v>
                </c:pt>
                <c:pt idx="1043">
                  <c:v>46083</c:v>
                </c:pt>
                <c:pt idx="1044">
                  <c:v>46084</c:v>
                </c:pt>
                <c:pt idx="1045">
                  <c:v>46085</c:v>
                </c:pt>
                <c:pt idx="1046">
                  <c:v>46086</c:v>
                </c:pt>
                <c:pt idx="1047">
                  <c:v>46087</c:v>
                </c:pt>
                <c:pt idx="1048">
                  <c:v>46090</c:v>
                </c:pt>
                <c:pt idx="1049">
                  <c:v>46091</c:v>
                </c:pt>
                <c:pt idx="1050">
                  <c:v>46092</c:v>
                </c:pt>
                <c:pt idx="1051">
                  <c:v>46093</c:v>
                </c:pt>
                <c:pt idx="1052">
                  <c:v>46094</c:v>
                </c:pt>
                <c:pt idx="1053">
                  <c:v>46097</c:v>
                </c:pt>
                <c:pt idx="1054">
                  <c:v>46098</c:v>
                </c:pt>
                <c:pt idx="1055">
                  <c:v>46099</c:v>
                </c:pt>
                <c:pt idx="1056">
                  <c:v>46100</c:v>
                </c:pt>
                <c:pt idx="1057">
                  <c:v>46101</c:v>
                </c:pt>
                <c:pt idx="1058">
                  <c:v>46104</c:v>
                </c:pt>
                <c:pt idx="1059">
                  <c:v>46105</c:v>
                </c:pt>
                <c:pt idx="1060">
                  <c:v>46106</c:v>
                </c:pt>
                <c:pt idx="1061">
                  <c:v>46107</c:v>
                </c:pt>
                <c:pt idx="1062">
                  <c:v>46108</c:v>
                </c:pt>
                <c:pt idx="1063">
                  <c:v>46111</c:v>
                </c:pt>
                <c:pt idx="1064">
                  <c:v>46112</c:v>
                </c:pt>
                <c:pt idx="1065">
                  <c:v>46113</c:v>
                </c:pt>
                <c:pt idx="1066">
                  <c:v>46114</c:v>
                </c:pt>
                <c:pt idx="1067">
                  <c:v>46118</c:v>
                </c:pt>
                <c:pt idx="1068">
                  <c:v>46119</c:v>
                </c:pt>
                <c:pt idx="1069">
                  <c:v>46120</c:v>
                </c:pt>
                <c:pt idx="1070">
                  <c:v>46121</c:v>
                </c:pt>
                <c:pt idx="1071">
                  <c:v>46122</c:v>
                </c:pt>
                <c:pt idx="1072">
                  <c:v>46125</c:v>
                </c:pt>
                <c:pt idx="1073">
                  <c:v>46126</c:v>
                </c:pt>
                <c:pt idx="1074">
                  <c:v>46127</c:v>
                </c:pt>
                <c:pt idx="1075">
                  <c:v>46128</c:v>
                </c:pt>
                <c:pt idx="1076">
                  <c:v>46129</c:v>
                </c:pt>
                <c:pt idx="1077">
                  <c:v>46132</c:v>
                </c:pt>
                <c:pt idx="1078">
                  <c:v>46133</c:v>
                </c:pt>
                <c:pt idx="1079">
                  <c:v>46134</c:v>
                </c:pt>
                <c:pt idx="1080">
                  <c:v>46135</c:v>
                </c:pt>
                <c:pt idx="1081">
                  <c:v>46136</c:v>
                </c:pt>
                <c:pt idx="1082">
                  <c:v>46139</c:v>
                </c:pt>
                <c:pt idx="1083">
                  <c:v>46140</c:v>
                </c:pt>
                <c:pt idx="1084">
                  <c:v>46141</c:v>
                </c:pt>
                <c:pt idx="1085">
                  <c:v>46142</c:v>
                </c:pt>
                <c:pt idx="1086">
                  <c:v>46143</c:v>
                </c:pt>
                <c:pt idx="1087">
                  <c:v>46146</c:v>
                </c:pt>
                <c:pt idx="1088">
                  <c:v>46147</c:v>
                </c:pt>
                <c:pt idx="1089">
                  <c:v>46148</c:v>
                </c:pt>
                <c:pt idx="1090">
                  <c:v>46149</c:v>
                </c:pt>
                <c:pt idx="1091">
                  <c:v>46150</c:v>
                </c:pt>
                <c:pt idx="1092">
                  <c:v>46153</c:v>
                </c:pt>
                <c:pt idx="1093">
                  <c:v>46154</c:v>
                </c:pt>
                <c:pt idx="1094">
                  <c:v>46155</c:v>
                </c:pt>
                <c:pt idx="1095">
                  <c:v>46156</c:v>
                </c:pt>
                <c:pt idx="1096">
                  <c:v>46157</c:v>
                </c:pt>
                <c:pt idx="1097">
                  <c:v>46160</c:v>
                </c:pt>
                <c:pt idx="1098">
                  <c:v>46161</c:v>
                </c:pt>
                <c:pt idx="1099">
                  <c:v>46162</c:v>
                </c:pt>
                <c:pt idx="1100">
                  <c:v>46163</c:v>
                </c:pt>
                <c:pt idx="1101">
                  <c:v>46164</c:v>
                </c:pt>
                <c:pt idx="1102">
                  <c:v>46168</c:v>
                </c:pt>
                <c:pt idx="1103">
                  <c:v>46169</c:v>
                </c:pt>
                <c:pt idx="1104">
                  <c:v>46170</c:v>
                </c:pt>
                <c:pt idx="1105">
                  <c:v>46171</c:v>
                </c:pt>
                <c:pt idx="1106">
                  <c:v>46174</c:v>
                </c:pt>
                <c:pt idx="1107">
                  <c:v>46175</c:v>
                </c:pt>
                <c:pt idx="1108">
                  <c:v>46176</c:v>
                </c:pt>
                <c:pt idx="1109">
                  <c:v>46177</c:v>
                </c:pt>
                <c:pt idx="1110">
                  <c:v>46178</c:v>
                </c:pt>
                <c:pt idx="1111">
                  <c:v>46181</c:v>
                </c:pt>
                <c:pt idx="1112">
                  <c:v>46182</c:v>
                </c:pt>
                <c:pt idx="1113">
                  <c:v>46183</c:v>
                </c:pt>
                <c:pt idx="1114">
                  <c:v>46184</c:v>
                </c:pt>
                <c:pt idx="1115">
                  <c:v>46185</c:v>
                </c:pt>
                <c:pt idx="1116">
                  <c:v>46188</c:v>
                </c:pt>
                <c:pt idx="1117">
                  <c:v>46189</c:v>
                </c:pt>
                <c:pt idx="1118">
                  <c:v>46190</c:v>
                </c:pt>
                <c:pt idx="1119">
                  <c:v>46191</c:v>
                </c:pt>
                <c:pt idx="1120">
                  <c:v>46195</c:v>
                </c:pt>
                <c:pt idx="1121">
                  <c:v>46196</c:v>
                </c:pt>
                <c:pt idx="1122">
                  <c:v>46197</c:v>
                </c:pt>
                <c:pt idx="1123">
                  <c:v>46198</c:v>
                </c:pt>
                <c:pt idx="1124">
                  <c:v>46199</c:v>
                </c:pt>
                <c:pt idx="1125">
                  <c:v>46202</c:v>
                </c:pt>
                <c:pt idx="1126">
                  <c:v>46203</c:v>
                </c:pt>
                <c:pt idx="1127">
                  <c:v>46204</c:v>
                </c:pt>
                <c:pt idx="1128">
                  <c:v>46205</c:v>
                </c:pt>
                <c:pt idx="1129">
                  <c:v>46209</c:v>
                </c:pt>
                <c:pt idx="1130">
                  <c:v>46210</c:v>
                </c:pt>
                <c:pt idx="1131">
                  <c:v>46211</c:v>
                </c:pt>
                <c:pt idx="1132">
                  <c:v>46212</c:v>
                </c:pt>
                <c:pt idx="1133">
                  <c:v>46213</c:v>
                </c:pt>
                <c:pt idx="1134">
                  <c:v>46216</c:v>
                </c:pt>
                <c:pt idx="1135">
                  <c:v>46217</c:v>
                </c:pt>
                <c:pt idx="1136">
                  <c:v>46218</c:v>
                </c:pt>
                <c:pt idx="1137">
                  <c:v>46219</c:v>
                </c:pt>
                <c:pt idx="1138">
                  <c:v>46220</c:v>
                </c:pt>
                <c:pt idx="1139">
                  <c:v>46223</c:v>
                </c:pt>
                <c:pt idx="1140">
                  <c:v>46224</c:v>
                </c:pt>
                <c:pt idx="1141">
                  <c:v>46225</c:v>
                </c:pt>
                <c:pt idx="1142">
                  <c:v>46226</c:v>
                </c:pt>
                <c:pt idx="1143">
                  <c:v>46227</c:v>
                </c:pt>
                <c:pt idx="1144">
                  <c:v>46230</c:v>
                </c:pt>
                <c:pt idx="1145">
                  <c:v>46231</c:v>
                </c:pt>
                <c:pt idx="1146">
                  <c:v>46232</c:v>
                </c:pt>
                <c:pt idx="1147">
                  <c:v>46233</c:v>
                </c:pt>
                <c:pt idx="1148">
                  <c:v>46234</c:v>
                </c:pt>
                <c:pt idx="1149">
                  <c:v>46237</c:v>
                </c:pt>
                <c:pt idx="1150">
                  <c:v>46238</c:v>
                </c:pt>
                <c:pt idx="1151">
                  <c:v>46239</c:v>
                </c:pt>
                <c:pt idx="1152">
                  <c:v>46240</c:v>
                </c:pt>
                <c:pt idx="1153">
                  <c:v>46241</c:v>
                </c:pt>
                <c:pt idx="1154">
                  <c:v>46244</c:v>
                </c:pt>
                <c:pt idx="1155">
                  <c:v>46245</c:v>
                </c:pt>
                <c:pt idx="1156">
                  <c:v>46246</c:v>
                </c:pt>
                <c:pt idx="1157">
                  <c:v>46247</c:v>
                </c:pt>
                <c:pt idx="1158">
                  <c:v>46248</c:v>
                </c:pt>
                <c:pt idx="1159">
                  <c:v>46251</c:v>
                </c:pt>
                <c:pt idx="1160">
                  <c:v>46252</c:v>
                </c:pt>
                <c:pt idx="1161">
                  <c:v>46253</c:v>
                </c:pt>
                <c:pt idx="1162">
                  <c:v>46254</c:v>
                </c:pt>
                <c:pt idx="1163">
                  <c:v>46255</c:v>
                </c:pt>
                <c:pt idx="1164">
                  <c:v>46258</c:v>
                </c:pt>
                <c:pt idx="1165">
                  <c:v>46259</c:v>
                </c:pt>
                <c:pt idx="1166">
                  <c:v>46260</c:v>
                </c:pt>
                <c:pt idx="1167">
                  <c:v>46261</c:v>
                </c:pt>
                <c:pt idx="1168">
                  <c:v>46262</c:v>
                </c:pt>
                <c:pt idx="1169">
                  <c:v>46265</c:v>
                </c:pt>
                <c:pt idx="1170">
                  <c:v>46266</c:v>
                </c:pt>
                <c:pt idx="1171">
                  <c:v>46267</c:v>
                </c:pt>
                <c:pt idx="1172">
                  <c:v>46268</c:v>
                </c:pt>
                <c:pt idx="1173">
                  <c:v>46269</c:v>
                </c:pt>
                <c:pt idx="1174">
                  <c:v>46273</c:v>
                </c:pt>
                <c:pt idx="1175">
                  <c:v>46274</c:v>
                </c:pt>
                <c:pt idx="1176">
                  <c:v>46275</c:v>
                </c:pt>
                <c:pt idx="1177">
                  <c:v>46276</c:v>
                </c:pt>
                <c:pt idx="1178">
                  <c:v>46279</c:v>
                </c:pt>
                <c:pt idx="1179">
                  <c:v>46280</c:v>
                </c:pt>
                <c:pt idx="1180">
                  <c:v>46281</c:v>
                </c:pt>
                <c:pt idx="1181">
                  <c:v>46282</c:v>
                </c:pt>
                <c:pt idx="1182">
                  <c:v>46283</c:v>
                </c:pt>
                <c:pt idx="1183">
                  <c:v>46286</c:v>
                </c:pt>
                <c:pt idx="1184">
                  <c:v>46287</c:v>
                </c:pt>
                <c:pt idx="1185">
                  <c:v>46288</c:v>
                </c:pt>
                <c:pt idx="1186">
                  <c:v>46289</c:v>
                </c:pt>
                <c:pt idx="1187">
                  <c:v>46290</c:v>
                </c:pt>
                <c:pt idx="1188">
                  <c:v>46293</c:v>
                </c:pt>
                <c:pt idx="1189">
                  <c:v>46294</c:v>
                </c:pt>
                <c:pt idx="1190">
                  <c:v>46295</c:v>
                </c:pt>
                <c:pt idx="1191">
                  <c:v>46296</c:v>
                </c:pt>
                <c:pt idx="1192">
                  <c:v>46297</c:v>
                </c:pt>
                <c:pt idx="1193">
                  <c:v>46300</c:v>
                </c:pt>
                <c:pt idx="1194">
                  <c:v>46301</c:v>
                </c:pt>
                <c:pt idx="1195">
                  <c:v>46302</c:v>
                </c:pt>
                <c:pt idx="1196">
                  <c:v>46303</c:v>
                </c:pt>
                <c:pt idx="1197">
                  <c:v>46304</c:v>
                </c:pt>
                <c:pt idx="1198">
                  <c:v>46307</c:v>
                </c:pt>
                <c:pt idx="1199">
                  <c:v>46308</c:v>
                </c:pt>
                <c:pt idx="1200">
                  <c:v>46309</c:v>
                </c:pt>
                <c:pt idx="1201">
                  <c:v>46310</c:v>
                </c:pt>
                <c:pt idx="1202">
                  <c:v>46311</c:v>
                </c:pt>
                <c:pt idx="1203">
                  <c:v>#N/A</c:v>
                </c:pt>
                <c:pt idx="1204">
                  <c:v>#N/A</c:v>
                </c:pt>
                <c:pt idx="1205">
                  <c:v>#N/A</c:v>
                </c:pt>
                <c:pt idx="1206">
                  <c:v>#N/A</c:v>
                </c:pt>
                <c:pt idx="1207">
                  <c:v>#N/A</c:v>
                </c:pt>
                <c:pt idx="1208">
                  <c:v>#N/A</c:v>
                </c:pt>
                <c:pt idx="1209">
                  <c:v>#N/A</c:v>
                </c:pt>
                <c:pt idx="1210">
                  <c:v>#N/A</c:v>
                </c:pt>
                <c:pt idx="1211">
                  <c:v>#N/A</c:v>
                </c:pt>
                <c:pt idx="1212">
                  <c:v>#N/A</c:v>
                </c:pt>
                <c:pt idx="1213">
                  <c:v>#N/A</c:v>
                </c:pt>
                <c:pt idx="1214">
                  <c:v>#N/A</c:v>
                </c:pt>
                <c:pt idx="1215">
                  <c:v>#N/A</c:v>
                </c:pt>
                <c:pt idx="1216">
                  <c:v>#N/A</c:v>
                </c:pt>
                <c:pt idx="1217">
                  <c:v>#N/A</c:v>
                </c:pt>
                <c:pt idx="1218">
                  <c:v>#N/A</c:v>
                </c:pt>
                <c:pt idx="1219">
                  <c:v>#N/A</c:v>
                </c:pt>
                <c:pt idx="1220">
                  <c:v>#N/A</c:v>
                </c:pt>
                <c:pt idx="1221">
                  <c:v>#N/A</c:v>
                </c:pt>
                <c:pt idx="1222">
                  <c:v>#N/A</c:v>
                </c:pt>
                <c:pt idx="1223">
                  <c:v>#N/A</c:v>
                </c:pt>
                <c:pt idx="1224">
                  <c:v>#N/A</c:v>
                </c:pt>
                <c:pt idx="1225">
                  <c:v>#N/A</c:v>
                </c:pt>
                <c:pt idx="1226">
                  <c:v>#N/A</c:v>
                </c:pt>
                <c:pt idx="1227">
                  <c:v>#N/A</c:v>
                </c:pt>
                <c:pt idx="1228">
                  <c:v>#N/A</c:v>
                </c:pt>
                <c:pt idx="1229">
                  <c:v>#N/A</c:v>
                </c:pt>
                <c:pt idx="1230">
                  <c:v>#N/A</c:v>
                </c:pt>
                <c:pt idx="1231">
                  <c:v>#N/A</c:v>
                </c:pt>
                <c:pt idx="1232">
                  <c:v>#N/A</c:v>
                </c:pt>
                <c:pt idx="1233">
                  <c:v>#N/A</c:v>
                </c:pt>
                <c:pt idx="1234">
                  <c:v>#N/A</c:v>
                </c:pt>
                <c:pt idx="1235">
                  <c:v>#N/A</c:v>
                </c:pt>
                <c:pt idx="1236">
                  <c:v>#N/A</c:v>
                </c:pt>
                <c:pt idx="1237">
                  <c:v>#N/A</c:v>
                </c:pt>
                <c:pt idx="1238">
                  <c:v>#N/A</c:v>
                </c:pt>
                <c:pt idx="1239">
                  <c:v>#N/A</c:v>
                </c:pt>
                <c:pt idx="1240">
                  <c:v>#N/A</c:v>
                </c:pt>
                <c:pt idx="1241">
                  <c:v>#N/A</c:v>
                </c:pt>
                <c:pt idx="1242">
                  <c:v>#N/A</c:v>
                </c:pt>
                <c:pt idx="1243">
                  <c:v>#N/A</c:v>
                </c:pt>
                <c:pt idx="1244">
                  <c:v>#N/A</c:v>
                </c:pt>
                <c:pt idx="1245">
                  <c:v>#N/A</c:v>
                </c:pt>
                <c:pt idx="1246">
                  <c:v>#N/A</c:v>
                </c:pt>
                <c:pt idx="1247">
                  <c:v>#N/A</c:v>
                </c:pt>
                <c:pt idx="1248">
                  <c:v>#N/A</c:v>
                </c:pt>
                <c:pt idx="1249">
                  <c:v>#N/A</c:v>
                </c:pt>
                <c:pt idx="1250">
                  <c:v>#N/A</c:v>
                </c:pt>
                <c:pt idx="1251">
                  <c:v>#N/A</c:v>
                </c:pt>
                <c:pt idx="1252">
                  <c:v>#N/A</c:v>
                </c:pt>
                <c:pt idx="1253">
                  <c:v>#N/A</c:v>
                </c:pt>
                <c:pt idx="1254">
                  <c:v>#N/A</c:v>
                </c:pt>
                <c:pt idx="1255">
                  <c:v>#N/A</c:v>
                </c:pt>
                <c:pt idx="1256">
                  <c:v>#N/A</c:v>
                </c:pt>
                <c:pt idx="1257">
                  <c:v>#N/A</c:v>
                </c:pt>
                <c:pt idx="1258">
                  <c:v>#N/A</c:v>
                </c:pt>
                <c:pt idx="1259">
                  <c:v>#N/A</c:v>
                </c:pt>
                <c:pt idx="1260">
                  <c:v>#N/A</c:v>
                </c:pt>
                <c:pt idx="1261">
                  <c:v>#N/A</c:v>
                </c:pt>
                <c:pt idx="1262">
                  <c:v>#N/A</c:v>
                </c:pt>
                <c:pt idx="1263">
                  <c:v>#N/A</c:v>
                </c:pt>
                <c:pt idx="1264">
                  <c:v>#N/A</c:v>
                </c:pt>
                <c:pt idx="1265">
                  <c:v>#N/A</c:v>
                </c:pt>
                <c:pt idx="1266">
                  <c:v>#N/A</c:v>
                </c:pt>
                <c:pt idx="1267">
                  <c:v>#N/A</c:v>
                </c:pt>
                <c:pt idx="1268">
                  <c:v>#N/A</c:v>
                </c:pt>
                <c:pt idx="1269">
                  <c:v>#N/A</c:v>
                </c:pt>
                <c:pt idx="1270">
                  <c:v>#N/A</c:v>
                </c:pt>
                <c:pt idx="1271">
                  <c:v>#N/A</c:v>
                </c:pt>
                <c:pt idx="1272">
                  <c:v>#N/A</c:v>
                </c:pt>
                <c:pt idx="1273">
                  <c:v>#N/A</c:v>
                </c:pt>
                <c:pt idx="1274">
                  <c:v>#N/A</c:v>
                </c:pt>
                <c:pt idx="1275">
                  <c:v>#N/A</c:v>
                </c:pt>
                <c:pt idx="1276">
                  <c:v>#N/A</c:v>
                </c:pt>
                <c:pt idx="1277">
                  <c:v>#N/A</c:v>
                </c:pt>
                <c:pt idx="1278">
                  <c:v>#N/A</c:v>
                </c:pt>
                <c:pt idx="1279">
                  <c:v>#N/A</c:v>
                </c:pt>
                <c:pt idx="1280">
                  <c:v>#N/A</c:v>
                </c:pt>
                <c:pt idx="1281">
                  <c:v>#N/A</c:v>
                </c:pt>
                <c:pt idx="1282">
                  <c:v>#N/A</c:v>
                </c:pt>
                <c:pt idx="1283">
                  <c:v>#N/A</c:v>
                </c:pt>
                <c:pt idx="1284">
                  <c:v>#N/A</c:v>
                </c:pt>
                <c:pt idx="1285">
                  <c:v>#N/A</c:v>
                </c:pt>
                <c:pt idx="1286">
                  <c:v>#N/A</c:v>
                </c:pt>
                <c:pt idx="1287">
                  <c:v>#N/A</c:v>
                </c:pt>
                <c:pt idx="1288">
                  <c:v>#N/A</c:v>
                </c:pt>
                <c:pt idx="1289">
                  <c:v>#N/A</c:v>
                </c:pt>
                <c:pt idx="1290">
                  <c:v>#N/A</c:v>
                </c:pt>
                <c:pt idx="1291">
                  <c:v>#N/A</c:v>
                </c:pt>
                <c:pt idx="1292">
                  <c:v>#N/A</c:v>
                </c:pt>
                <c:pt idx="1293">
                  <c:v>#N/A</c:v>
                </c:pt>
                <c:pt idx="1294">
                  <c:v>#N/A</c:v>
                </c:pt>
                <c:pt idx="1295">
                  <c:v>#N/A</c:v>
                </c:pt>
                <c:pt idx="1296">
                  <c:v>#N/A</c:v>
                </c:pt>
                <c:pt idx="1297">
                  <c:v>#N/A</c:v>
                </c:pt>
                <c:pt idx="1298">
                  <c:v>#N/A</c:v>
                </c:pt>
                <c:pt idx="1299">
                  <c:v>#N/A</c:v>
                </c:pt>
                <c:pt idx="1300">
                  <c:v>#N/A</c:v>
                </c:pt>
                <c:pt idx="1301">
                  <c:v>#N/A</c:v>
                </c:pt>
                <c:pt idx="1302">
                  <c:v>#N/A</c:v>
                </c:pt>
                <c:pt idx="1303">
                  <c:v>#N/A</c:v>
                </c:pt>
                <c:pt idx="1304">
                  <c:v>#N/A</c:v>
                </c:pt>
                <c:pt idx="1305">
                  <c:v>#N/A</c:v>
                </c:pt>
                <c:pt idx="1306">
                  <c:v>#N/A</c:v>
                </c:pt>
                <c:pt idx="1307">
                  <c:v>#N/A</c:v>
                </c:pt>
                <c:pt idx="1308">
                  <c:v>#N/A</c:v>
                </c:pt>
                <c:pt idx="1309">
                  <c:v>#N/A</c:v>
                </c:pt>
                <c:pt idx="1310">
                  <c:v>#N/A</c:v>
                </c:pt>
                <c:pt idx="1311">
                  <c:v>#N/A</c:v>
                </c:pt>
                <c:pt idx="1312">
                  <c:v>#N/A</c:v>
                </c:pt>
                <c:pt idx="1313">
                  <c:v>#N/A</c:v>
                </c:pt>
                <c:pt idx="1314">
                  <c:v>#N/A</c:v>
                </c:pt>
                <c:pt idx="1315">
                  <c:v>#N/A</c:v>
                </c:pt>
                <c:pt idx="1316">
                  <c:v>#N/A</c:v>
                </c:pt>
                <c:pt idx="1317">
                  <c:v>#N/A</c:v>
                </c:pt>
                <c:pt idx="1318">
                  <c:v>#N/A</c:v>
                </c:pt>
                <c:pt idx="1319">
                  <c:v>#N/A</c:v>
                </c:pt>
                <c:pt idx="1320">
                  <c:v>#N/A</c:v>
                </c:pt>
                <c:pt idx="1321">
                  <c:v>#N/A</c:v>
                </c:pt>
                <c:pt idx="1322">
                  <c:v>#N/A</c:v>
                </c:pt>
                <c:pt idx="1323">
                  <c:v>#N/A</c:v>
                </c:pt>
                <c:pt idx="1324">
                  <c:v>#N/A</c:v>
                </c:pt>
                <c:pt idx="1325">
                  <c:v>#N/A</c:v>
                </c:pt>
                <c:pt idx="1326">
                  <c:v>#N/A</c:v>
                </c:pt>
                <c:pt idx="1327">
                  <c:v>#N/A</c:v>
                </c:pt>
                <c:pt idx="1328">
                  <c:v>#N/A</c:v>
                </c:pt>
                <c:pt idx="1329">
                  <c:v>#N/A</c:v>
                </c:pt>
                <c:pt idx="1330">
                  <c:v>#N/A</c:v>
                </c:pt>
              </c:numCache>
            </c:numRef>
          </c:cat>
          <c:val>
            <c:numRef>
              <c:f>SPX_UST!$AR$1275:$AR$4055</c:f>
              <c:numCache>
                <c:formatCode>0.0</c:formatCode>
                <c:ptCount val="2781"/>
                <c:pt idx="0">
                  <c:v>100</c:v>
                </c:pt>
                <c:pt idx="1">
                  <c:v>101.24453879761246</c:v>
                </c:pt>
                <c:pt idx="2">
                  <c:v>103.87976124546185</c:v>
                </c:pt>
                <c:pt idx="3">
                  <c:v>102.58291797427854</c:v>
                </c:pt>
                <c:pt idx="4">
                  <c:v>104.16897421697131</c:v>
                </c:pt>
                <c:pt idx="5">
                  <c:v>105.36428527475236</c:v>
                </c:pt>
                <c:pt idx="6">
                  <c:v>105.04892006645748</c:v>
                </c:pt>
                <c:pt idx="7">
                  <c:v>105.92732754907396</c:v>
                </c:pt>
                <c:pt idx="8">
                  <c:v>105.97040182142642</c:v>
                </c:pt>
                <c:pt idx="9">
                  <c:v>105.53658236416226</c:v>
                </c:pt>
                <c:pt idx="10">
                  <c:v>104.47357085717807</c:v>
                </c:pt>
                <c:pt idx="11">
                  <c:v>102.0752569072673</c:v>
                </c:pt>
                <c:pt idx="12">
                  <c:v>100.3876684511723</c:v>
                </c:pt>
                <c:pt idx="13">
                  <c:v>99.760014768322023</c:v>
                </c:pt>
                <c:pt idx="14">
                  <c:v>97.746292535844006</c:v>
                </c:pt>
                <c:pt idx="15">
                  <c:v>97.98012430004313</c:v>
                </c:pt>
                <c:pt idx="16">
                  <c:v>98.438557627222991</c:v>
                </c:pt>
                <c:pt idx="17">
                  <c:v>98.700079995077289</c:v>
                </c:pt>
                <c:pt idx="18">
                  <c:v>97.7909051750662</c:v>
                </c:pt>
                <c:pt idx="19">
                  <c:v>99.035443972678678</c:v>
                </c:pt>
                <c:pt idx="20">
                  <c:v>99.920004922774055</c:v>
                </c:pt>
                <c:pt idx="21">
                  <c:v>101.35376284536342</c:v>
                </c:pt>
                <c:pt idx="22">
                  <c:v>102.02141406682669</c:v>
                </c:pt>
                <c:pt idx="23">
                  <c:v>100.84456341148243</c:v>
                </c:pt>
                <c:pt idx="24">
                  <c:v>102.51369146514068</c:v>
                </c:pt>
                <c:pt idx="25">
                  <c:v>102.85213217648153</c:v>
                </c:pt>
                <c:pt idx="26">
                  <c:v>104.27512153098277</c:v>
                </c:pt>
                <c:pt idx="27">
                  <c:v>104.89200664574497</c:v>
                </c:pt>
                <c:pt idx="28">
                  <c:v>104.00436896191013</c:v>
                </c:pt>
                <c:pt idx="29">
                  <c:v>102.49369269583418</c:v>
                </c:pt>
                <c:pt idx="30">
                  <c:v>101.35376284536345</c:v>
                </c:pt>
                <c:pt idx="31">
                  <c:v>102.74444649560039</c:v>
                </c:pt>
                <c:pt idx="32">
                  <c:v>102.74598486247011</c:v>
                </c:pt>
                <c:pt idx="33">
                  <c:v>100.26921420220305</c:v>
                </c:pt>
                <c:pt idx="34">
                  <c:v>100.15075995323376</c:v>
                </c:pt>
                <c:pt idx="35">
                  <c:v>99.732324164666892</c:v>
                </c:pt>
                <c:pt idx="36">
                  <c:v>97.964740631345862</c:v>
                </c:pt>
                <c:pt idx="37">
                  <c:v>96.821734047135664</c:v>
                </c:pt>
                <c:pt idx="38">
                  <c:v>99.87846901729138</c:v>
                </c:pt>
                <c:pt idx="39">
                  <c:v>98.432404159744166</c:v>
                </c:pt>
                <c:pt idx="40">
                  <c:v>94.783397944742006</c:v>
                </c:pt>
                <c:pt idx="41">
                  <c:v>97.204787397698738</c:v>
                </c:pt>
                <c:pt idx="42">
                  <c:v>96.914036059319585</c:v>
                </c:pt>
                <c:pt idx="43">
                  <c:v>95.01722970894113</c:v>
                </c:pt>
                <c:pt idx="44">
                  <c:v>91.542058950218575</c:v>
                </c:pt>
                <c:pt idx="45">
                  <c:v>91.039012983816519</c:v>
                </c:pt>
                <c:pt idx="46">
                  <c:v>94.329579718171331</c:v>
                </c:pt>
                <c:pt idx="47">
                  <c:v>93.575779952003103</c:v>
                </c:pt>
                <c:pt idx="48">
                  <c:v>92.905051996800353</c:v>
                </c:pt>
                <c:pt idx="49">
                  <c:v>94.063442249707862</c:v>
                </c:pt>
                <c:pt idx="50">
                  <c:v>95.295674112362462</c:v>
                </c:pt>
                <c:pt idx="51">
                  <c:v>98.04165897483243</c:v>
                </c:pt>
                <c:pt idx="52">
                  <c:v>99.2462002338319</c:v>
                </c:pt>
                <c:pt idx="53">
                  <c:v>99.535413205341328</c:v>
                </c:pt>
                <c:pt idx="54">
                  <c:v>99.410805488893118</c:v>
                </c:pt>
                <c:pt idx="55">
                  <c:v>101.0014768321951</c:v>
                </c:pt>
                <c:pt idx="56">
                  <c:v>99.1415912866902</c:v>
                </c:pt>
                <c:pt idx="57">
                  <c:v>99.890775952249257</c:v>
                </c:pt>
                <c:pt idx="58">
                  <c:v>101.19684942465095</c:v>
                </c:pt>
                <c:pt idx="59">
                  <c:v>100.89532951818364</c:v>
                </c:pt>
                <c:pt idx="60">
                  <c:v>101.13223801612223</c:v>
                </c:pt>
                <c:pt idx="61">
                  <c:v>100.41843578856701</c:v>
                </c:pt>
                <c:pt idx="62">
                  <c:v>98.087809980924405</c:v>
                </c:pt>
                <c:pt idx="63">
                  <c:v>97.88166882038044</c:v>
                </c:pt>
                <c:pt idx="64">
                  <c:v>97.417082025721641</c:v>
                </c:pt>
                <c:pt idx="65">
                  <c:v>96.689434496338819</c:v>
                </c:pt>
                <c:pt idx="66">
                  <c:v>96.054088979139891</c:v>
                </c:pt>
                <c:pt idx="67">
                  <c:v>95.960248600086274</c:v>
                </c:pt>
                <c:pt idx="68">
                  <c:v>96.924804627407681</c:v>
                </c:pt>
                <c:pt idx="69">
                  <c:v>96.461756199618634</c:v>
                </c:pt>
                <c:pt idx="70">
                  <c:v>95.432588763768536</c:v>
                </c:pt>
                <c:pt idx="71">
                  <c:v>95.355670420281982</c:v>
                </c:pt>
                <c:pt idx="72">
                  <c:v>94.360347055565953</c:v>
                </c:pt>
                <c:pt idx="73">
                  <c:v>94.938772998584824</c:v>
                </c:pt>
                <c:pt idx="74">
                  <c:v>96.19100363054595</c:v>
                </c:pt>
                <c:pt idx="75">
                  <c:v>96.850963017660604</c:v>
                </c:pt>
                <c:pt idx="76">
                  <c:v>95.363362254630616</c:v>
                </c:pt>
                <c:pt idx="77">
                  <c:v>92.501999876930782</c:v>
                </c:pt>
                <c:pt idx="78">
                  <c:v>92.65429819703418</c:v>
                </c:pt>
                <c:pt idx="79">
                  <c:v>90.292905051996968</c:v>
                </c:pt>
                <c:pt idx="80">
                  <c:v>90.200603039813089</c:v>
                </c:pt>
                <c:pt idx="81">
                  <c:v>91.371300227678432</c:v>
                </c:pt>
                <c:pt idx="82">
                  <c:v>88.256107316472963</c:v>
                </c:pt>
                <c:pt idx="83">
                  <c:v>88.274567718909736</c:v>
                </c:pt>
                <c:pt idx="84">
                  <c:v>89.388345332595009</c:v>
                </c:pt>
                <c:pt idx="85">
                  <c:v>92.086640822103377</c:v>
                </c:pt>
                <c:pt idx="86">
                  <c:v>89.40219063442261</c:v>
                </c:pt>
                <c:pt idx="87">
                  <c:v>88.760691649744743</c:v>
                </c:pt>
                <c:pt idx="88">
                  <c:v>86.579287428466046</c:v>
                </c:pt>
                <c:pt idx="89">
                  <c:v>85.88856070395677</c:v>
                </c:pt>
                <c:pt idx="90">
                  <c:v>85.027075256907352</c:v>
                </c:pt>
                <c:pt idx="91">
                  <c:v>84.425573810842494</c:v>
                </c:pt>
                <c:pt idx="92">
                  <c:v>85.580887330010555</c:v>
                </c:pt>
                <c:pt idx="93">
                  <c:v>84.914774475416991</c:v>
                </c:pt>
                <c:pt idx="94">
                  <c:v>87.200787643837401</c:v>
                </c:pt>
                <c:pt idx="95">
                  <c:v>84.760937788443869</c:v>
                </c:pt>
                <c:pt idx="96">
                  <c:v>84.171743277336859</c:v>
                </c:pt>
                <c:pt idx="97">
                  <c:v>84.070211063934607</c:v>
                </c:pt>
                <c:pt idx="98">
                  <c:v>86.78850532274943</c:v>
                </c:pt>
                <c:pt idx="99">
                  <c:v>86.583902529075203</c:v>
                </c:pt>
                <c:pt idx="100">
                  <c:v>87.277705987323912</c:v>
                </c:pt>
                <c:pt idx="101">
                  <c:v>89.240662113100768</c:v>
                </c:pt>
                <c:pt idx="102">
                  <c:v>90.834410190142179</c:v>
                </c:pt>
                <c:pt idx="103">
                  <c:v>90.528275183065688</c:v>
                </c:pt>
                <c:pt idx="104">
                  <c:v>89.014522183250293</c:v>
                </c:pt>
                <c:pt idx="105">
                  <c:v>90.272906282690329</c:v>
                </c:pt>
                <c:pt idx="106">
                  <c:v>88.888376099932344</c:v>
                </c:pt>
                <c:pt idx="107">
                  <c:v>89.228355178142934</c:v>
                </c:pt>
                <c:pt idx="108">
                  <c:v>89.842163559165655</c:v>
                </c:pt>
                <c:pt idx="109">
                  <c:v>88.311488523783211</c:v>
                </c:pt>
                <c:pt idx="110">
                  <c:v>86.010091686665504</c:v>
                </c:pt>
                <c:pt idx="111">
                  <c:v>82.867208171804876</c:v>
                </c:pt>
                <c:pt idx="112">
                  <c:v>80.422743215802171</c:v>
                </c:pt>
                <c:pt idx="113">
                  <c:v>79.664328349024743</c:v>
                </c:pt>
                <c:pt idx="114">
                  <c:v>80.650421512522385</c:v>
                </c:pt>
                <c:pt idx="115">
                  <c:v>78.576702972124863</c:v>
                </c:pt>
                <c:pt idx="116">
                  <c:v>78.821303304412112</c:v>
                </c:pt>
                <c:pt idx="117">
                  <c:v>80.415051381453551</c:v>
                </c:pt>
                <c:pt idx="118">
                  <c:v>80.208910220909573</c:v>
                </c:pt>
                <c:pt idx="119">
                  <c:v>79.842778905913576</c:v>
                </c:pt>
                <c:pt idx="120">
                  <c:v>82.874900006153581</c:v>
                </c:pt>
                <c:pt idx="121">
                  <c:v>82.513383791766771</c:v>
                </c:pt>
                <c:pt idx="122">
                  <c:v>81.750353824380142</c:v>
                </c:pt>
                <c:pt idx="123">
                  <c:v>81.227309088671575</c:v>
                </c:pt>
                <c:pt idx="124">
                  <c:v>80.510430127376878</c:v>
                </c:pt>
                <c:pt idx="125">
                  <c:v>81.664205279675201</c:v>
                </c:pt>
                <c:pt idx="126">
                  <c:v>81.276536828502984</c:v>
                </c:pt>
                <c:pt idx="127">
                  <c:v>81.071934034828729</c:v>
                </c:pt>
                <c:pt idx="128">
                  <c:v>82.256476524521673</c:v>
                </c:pt>
                <c:pt idx="129">
                  <c:v>82.093409636330165</c:v>
                </c:pt>
                <c:pt idx="130">
                  <c:v>81.41191311303929</c:v>
                </c:pt>
                <c:pt idx="131">
                  <c:v>80.882714909851771</c:v>
                </c:pt>
                <c:pt idx="132">
                  <c:v>80.131991877423005</c:v>
                </c:pt>
                <c:pt idx="133">
                  <c:v>78.596701741431374</c:v>
                </c:pt>
                <c:pt idx="134">
                  <c:v>81.353455171989495</c:v>
                </c:pt>
                <c:pt idx="135">
                  <c:v>80.924250815334503</c:v>
                </c:pt>
                <c:pt idx="136">
                  <c:v>83.408713309950258</c:v>
                </c:pt>
                <c:pt idx="137">
                  <c:v>83.676389145283437</c:v>
                </c:pt>
                <c:pt idx="138">
                  <c:v>84.211740815949852</c:v>
                </c:pt>
                <c:pt idx="139">
                  <c:v>83.714848317026707</c:v>
                </c:pt>
                <c:pt idx="140">
                  <c:v>84.262506922650985</c:v>
                </c:pt>
                <c:pt idx="141">
                  <c:v>83.093348101655351</c:v>
                </c:pt>
                <c:pt idx="142">
                  <c:v>84.373269337271637</c:v>
                </c:pt>
                <c:pt idx="143">
                  <c:v>84.962463848378633</c:v>
                </c:pt>
                <c:pt idx="144">
                  <c:v>86.154698172420211</c:v>
                </c:pt>
                <c:pt idx="145">
                  <c:v>85.385514737554644</c:v>
                </c:pt>
                <c:pt idx="146">
                  <c:v>84.473263183804107</c:v>
                </c:pt>
                <c:pt idx="147">
                  <c:v>85.731647283244115</c:v>
                </c:pt>
                <c:pt idx="148">
                  <c:v>85.436280844255734</c:v>
                </c:pt>
                <c:pt idx="149">
                  <c:v>86.107008799458512</c:v>
                </c:pt>
                <c:pt idx="150">
                  <c:v>85.95163374561568</c:v>
                </c:pt>
                <c:pt idx="151">
                  <c:v>86.437757676450687</c:v>
                </c:pt>
                <c:pt idx="152">
                  <c:v>88.440711340840565</c:v>
                </c:pt>
                <c:pt idx="153">
                  <c:v>89.340655959633253</c:v>
                </c:pt>
                <c:pt idx="154">
                  <c:v>90.800566119008053</c:v>
                </c:pt>
                <c:pt idx="155">
                  <c:v>90.817488154575102</c:v>
                </c:pt>
                <c:pt idx="156">
                  <c:v>91.440526736816167</c:v>
                </c:pt>
                <c:pt idx="157">
                  <c:v>90.959017906590333</c:v>
                </c:pt>
                <c:pt idx="158">
                  <c:v>91.075933788689866</c:v>
                </c:pt>
                <c:pt idx="159">
                  <c:v>89.236047012491497</c:v>
                </c:pt>
                <c:pt idx="160">
                  <c:v>87.280782721063275</c:v>
                </c:pt>
                <c:pt idx="161">
                  <c:v>86.95157221094081</c:v>
                </c:pt>
                <c:pt idx="162">
                  <c:v>87.403852070641761</c:v>
                </c:pt>
                <c:pt idx="163">
                  <c:v>88.729924312349965</c:v>
                </c:pt>
                <c:pt idx="164">
                  <c:v>86.03778229032055</c:v>
                </c:pt>
                <c:pt idx="165">
                  <c:v>85.383976370684849</c:v>
                </c:pt>
                <c:pt idx="166">
                  <c:v>85.022460156298038</c:v>
                </c:pt>
                <c:pt idx="167">
                  <c:v>84.274813857608734</c:v>
                </c:pt>
                <c:pt idx="168">
                  <c:v>84.580948864685212</c:v>
                </c:pt>
                <c:pt idx="169">
                  <c:v>83.87945357208784</c:v>
                </c:pt>
                <c:pt idx="170">
                  <c:v>83.637929973540054</c:v>
                </c:pt>
                <c:pt idx="171">
                  <c:v>85.330133530244254</c:v>
                </c:pt>
                <c:pt idx="172">
                  <c:v>86.816195926404518</c:v>
                </c:pt>
                <c:pt idx="173">
                  <c:v>87.553073657005683</c:v>
                </c:pt>
                <c:pt idx="174">
                  <c:v>88.313026890652836</c:v>
                </c:pt>
                <c:pt idx="175">
                  <c:v>84.987077718294216</c:v>
                </c:pt>
                <c:pt idx="176">
                  <c:v>84.776321457141066</c:v>
                </c:pt>
                <c:pt idx="177">
                  <c:v>85.042458925604535</c:v>
                </c:pt>
                <c:pt idx="178">
                  <c:v>84.219432650298415</c:v>
                </c:pt>
                <c:pt idx="179">
                  <c:v>85.159374807704111</c:v>
                </c:pt>
                <c:pt idx="180">
                  <c:v>83.920989477570586</c:v>
                </c:pt>
                <c:pt idx="181">
                  <c:v>82.151867577379818</c:v>
                </c:pt>
                <c:pt idx="182">
                  <c:v>80.784259430188868</c:v>
                </c:pt>
                <c:pt idx="183">
                  <c:v>79.52279859700937</c:v>
                </c:pt>
                <c:pt idx="184">
                  <c:v>78.181342686603855</c:v>
                </c:pt>
                <c:pt idx="185">
                  <c:v>77.94904928927447</c:v>
                </c:pt>
                <c:pt idx="186">
                  <c:v>79.43511168543472</c:v>
                </c:pt>
                <c:pt idx="187">
                  <c:v>78.453633622546292</c:v>
                </c:pt>
                <c:pt idx="188">
                  <c:v>77.593686542366598</c:v>
                </c:pt>
                <c:pt idx="189">
                  <c:v>79.795089532951778</c:v>
                </c:pt>
                <c:pt idx="190">
                  <c:v>82.819518798843106</c:v>
                </c:pt>
                <c:pt idx="191">
                  <c:v>82.104178204418147</c:v>
                </c:pt>
                <c:pt idx="192">
                  <c:v>80.910405513506817</c:v>
                </c:pt>
                <c:pt idx="193">
                  <c:v>79.019752630607286</c:v>
                </c:pt>
                <c:pt idx="194">
                  <c:v>78.639776013783703</c:v>
                </c:pt>
                <c:pt idx="195">
                  <c:v>77.619838779151976</c:v>
                </c:pt>
                <c:pt idx="196">
                  <c:v>77.407544151129102</c:v>
                </c:pt>
                <c:pt idx="197">
                  <c:v>80.611962340778959</c:v>
                </c:pt>
                <c:pt idx="198">
                  <c:v>79.179742785059318</c:v>
                </c:pt>
                <c:pt idx="199">
                  <c:v>81.21961725432277</c:v>
                </c:pt>
                <c:pt idx="200">
                  <c:v>82.55491969724936</c:v>
                </c:pt>
                <c:pt idx="201">
                  <c:v>81.238077656759557</c:v>
                </c:pt>
                <c:pt idx="202">
                  <c:v>79.953541320534086</c:v>
                </c:pt>
                <c:pt idx="203">
                  <c:v>82.288782228785877</c:v>
                </c:pt>
                <c:pt idx="204">
                  <c:v>83.39794474186202</c:v>
                </c:pt>
                <c:pt idx="205">
                  <c:v>84.384037905359648</c:v>
                </c:pt>
                <c:pt idx="206">
                  <c:v>84.631714971386344</c:v>
                </c:pt>
                <c:pt idx="207">
                  <c:v>85.26398375484581</c:v>
                </c:pt>
                <c:pt idx="208">
                  <c:v>87.383853301335265</c:v>
                </c:pt>
                <c:pt idx="209">
                  <c:v>86.750046151006046</c:v>
                </c:pt>
                <c:pt idx="210">
                  <c:v>87.103870531044223</c:v>
                </c:pt>
                <c:pt idx="211">
                  <c:v>85.985477816749707</c:v>
                </c:pt>
                <c:pt idx="212">
                  <c:v>85.067072795520232</c:v>
                </c:pt>
                <c:pt idx="213">
                  <c:v>86.654667405082691</c:v>
                </c:pt>
                <c:pt idx="214">
                  <c:v>87.436157774906093</c:v>
                </c:pt>
                <c:pt idx="215">
                  <c:v>87.948433942526549</c:v>
                </c:pt>
                <c:pt idx="216">
                  <c:v>86.456218078887389</c:v>
                </c:pt>
                <c:pt idx="217">
                  <c:v>90.895944864931323</c:v>
                </c:pt>
                <c:pt idx="218">
                  <c:v>91.611285459356267</c:v>
                </c:pt>
                <c:pt idx="219">
                  <c:v>90.200603039812862</c:v>
                </c:pt>
                <c:pt idx="220">
                  <c:v>90.457510307057944</c:v>
                </c:pt>
                <c:pt idx="221">
                  <c:v>90.049843086579202</c:v>
                </c:pt>
                <c:pt idx="222">
                  <c:v>89.566795889483643</c:v>
                </c:pt>
                <c:pt idx="223">
                  <c:v>90.257522613992933</c:v>
                </c:pt>
                <c:pt idx="224">
                  <c:v>90.562119254199672</c:v>
                </c:pt>
                <c:pt idx="225">
                  <c:v>91.491292843517272</c:v>
                </c:pt>
                <c:pt idx="226">
                  <c:v>91.832810288597557</c:v>
                </c:pt>
                <c:pt idx="227">
                  <c:v>92.205095071072492</c:v>
                </c:pt>
                <c:pt idx="228">
                  <c:v>90.568272721678611</c:v>
                </c:pt>
                <c:pt idx="229">
                  <c:v>91.171312534613222</c:v>
                </c:pt>
                <c:pt idx="230">
                  <c:v>92.67583533321023</c:v>
                </c:pt>
                <c:pt idx="231">
                  <c:v>92.014337579225867</c:v>
                </c:pt>
                <c:pt idx="232">
                  <c:v>91.618977293704958</c:v>
                </c:pt>
                <c:pt idx="233">
                  <c:v>89.329887391545086</c:v>
                </c:pt>
                <c:pt idx="234">
                  <c:v>88.563780690419009</c:v>
                </c:pt>
                <c:pt idx="235">
                  <c:v>88.163805304288928</c:v>
                </c:pt>
                <c:pt idx="236">
                  <c:v>88.296104855085829</c:v>
                </c:pt>
                <c:pt idx="237">
                  <c:v>88.045351055319671</c:v>
                </c:pt>
                <c:pt idx="238">
                  <c:v>89.156051935265538</c:v>
                </c:pt>
                <c:pt idx="239">
                  <c:v>89.419112669989573</c:v>
                </c:pt>
                <c:pt idx="240">
                  <c:v>88.262260783951803</c:v>
                </c:pt>
                <c:pt idx="241">
                  <c:v>86.49160051689131</c:v>
                </c:pt>
                <c:pt idx="242">
                  <c:v>85.848563165343705</c:v>
                </c:pt>
                <c:pt idx="243">
                  <c:v>85.650113839148403</c:v>
                </c:pt>
                <c:pt idx="244">
                  <c:v>85.911636207002672</c:v>
                </c:pt>
                <c:pt idx="245">
                  <c:v>87.374623100116949</c:v>
                </c:pt>
                <c:pt idx="246">
                  <c:v>86.522367854285903</c:v>
                </c:pt>
                <c:pt idx="247">
                  <c:v>87.054642791212871</c:v>
                </c:pt>
                <c:pt idx="248">
                  <c:v>87.025413820687987</c:v>
                </c:pt>
                <c:pt idx="249">
                  <c:v>86.660820872561729</c:v>
                </c:pt>
                <c:pt idx="250">
                  <c:v>87.903821303304454</c:v>
                </c:pt>
                <c:pt idx="251">
                  <c:v>100</c:v>
                </c:pt>
                <c:pt idx="252">
                  <c:v>100.37560992733528</c:v>
                </c:pt>
                <c:pt idx="253">
                  <c:v>101.96756415206934</c:v>
                </c:pt>
                <c:pt idx="254">
                  <c:v>101.03204970688383</c:v>
                </c:pt>
                <c:pt idx="255">
                  <c:v>103.3330993084565</c:v>
                </c:pt>
                <c:pt idx="256">
                  <c:v>102.88552673149155</c:v>
                </c:pt>
                <c:pt idx="257">
                  <c:v>103.55425281707447</c:v>
                </c:pt>
                <c:pt idx="258">
                  <c:v>104.44413241127532</c:v>
                </c:pt>
                <c:pt idx="259">
                  <c:v>104.68459297223292</c:v>
                </c:pt>
                <c:pt idx="260">
                  <c:v>105.4270368940218</c:v>
                </c:pt>
                <c:pt idx="261">
                  <c:v>104.71267595745427</c:v>
                </c:pt>
                <c:pt idx="262">
                  <c:v>102.79074665636956</c:v>
                </c:pt>
                <c:pt idx="263">
                  <c:v>101.55685049320742</c:v>
                </c:pt>
                <c:pt idx="264">
                  <c:v>103.23305367360551</c:v>
                </c:pt>
                <c:pt idx="265">
                  <c:v>104.38972162740897</c:v>
                </c:pt>
                <c:pt idx="266">
                  <c:v>104.49854319514161</c:v>
                </c:pt>
                <c:pt idx="267">
                  <c:v>105.26731491557545</c:v>
                </c:pt>
                <c:pt idx="268">
                  <c:v>105.78860532874639</c:v>
                </c:pt>
                <c:pt idx="269">
                  <c:v>105.84126092603638</c:v>
                </c:pt>
                <c:pt idx="270">
                  <c:v>105.29188752764412</c:v>
                </c:pt>
                <c:pt idx="271">
                  <c:v>106.69779197528688</c:v>
                </c:pt>
                <c:pt idx="272">
                  <c:v>106.71709902762655</c:v>
                </c:pt>
                <c:pt idx="273">
                  <c:v>106.91192473759952</c:v>
                </c:pt>
                <c:pt idx="274">
                  <c:v>106.80310316986687</c:v>
                </c:pt>
                <c:pt idx="275">
                  <c:v>106.65215712430222</c:v>
                </c:pt>
                <c:pt idx="276">
                  <c:v>107.89307403376972</c:v>
                </c:pt>
                <c:pt idx="277">
                  <c:v>107.28928985151116</c:v>
                </c:pt>
                <c:pt idx="278">
                  <c:v>105.9693895461087</c:v>
                </c:pt>
                <c:pt idx="279">
                  <c:v>106.39589988415764</c:v>
                </c:pt>
                <c:pt idx="280">
                  <c:v>107.57011970372444</c:v>
                </c:pt>
                <c:pt idx="281">
                  <c:v>106.99266332011086</c:v>
                </c:pt>
                <c:pt idx="282">
                  <c:v>107.15940604486248</c:v>
                </c:pt>
                <c:pt idx="283">
                  <c:v>106.01326921051698</c:v>
                </c:pt>
                <c:pt idx="284">
                  <c:v>106.06241443465431</c:v>
                </c:pt>
                <c:pt idx="285">
                  <c:v>103.92810755783331</c:v>
                </c:pt>
                <c:pt idx="286">
                  <c:v>103.71924035524967</c:v>
                </c:pt>
                <c:pt idx="287">
                  <c:v>103.86492084108529</c:v>
                </c:pt>
                <c:pt idx="288">
                  <c:v>103.97374240881794</c:v>
                </c:pt>
                <c:pt idx="289">
                  <c:v>103.9123108786463</c:v>
                </c:pt>
                <c:pt idx="290">
                  <c:v>104.08607434970328</c:v>
                </c:pt>
                <c:pt idx="291">
                  <c:v>103.69115737002835</c:v>
                </c:pt>
                <c:pt idx="292">
                  <c:v>103.14353915821242</c:v>
                </c:pt>
                <c:pt idx="293">
                  <c:v>104.79341453996551</c:v>
                </c:pt>
                <c:pt idx="294">
                  <c:v>104.84782532383187</c:v>
                </c:pt>
                <c:pt idx="295">
                  <c:v>102.18696247411096</c:v>
                </c:pt>
                <c:pt idx="296">
                  <c:v>101.77273844209634</c:v>
                </c:pt>
                <c:pt idx="297">
                  <c:v>97.595394390423635</c:v>
                </c:pt>
                <c:pt idx="298">
                  <c:v>95.882332291922566</c:v>
                </c:pt>
                <c:pt idx="299">
                  <c:v>92.257872011794802</c:v>
                </c:pt>
                <c:pt idx="300">
                  <c:v>94.000772282093521</c:v>
                </c:pt>
                <c:pt idx="301">
                  <c:v>91.327623126338281</c:v>
                </c:pt>
                <c:pt idx="302">
                  <c:v>93.103871941587343</c:v>
                </c:pt>
                <c:pt idx="303">
                  <c:v>90.044581739038804</c:v>
                </c:pt>
                <c:pt idx="304">
                  <c:v>91.120511110330966</c:v>
                </c:pt>
                <c:pt idx="305">
                  <c:v>93.433847017937964</c:v>
                </c:pt>
                <c:pt idx="306">
                  <c:v>91.217046372029316</c:v>
                </c:pt>
                <c:pt idx="307">
                  <c:v>90.616772562923387</c:v>
                </c:pt>
                <c:pt idx="308">
                  <c:v>90.562361779057071</c:v>
                </c:pt>
                <c:pt idx="309">
                  <c:v>91.83136167374586</c:v>
                </c:pt>
                <c:pt idx="310">
                  <c:v>91.778706076455862</c:v>
                </c:pt>
                <c:pt idx="311">
                  <c:v>93.154772352301023</c:v>
                </c:pt>
                <c:pt idx="312">
                  <c:v>92.882718432969412</c:v>
                </c:pt>
                <c:pt idx="313">
                  <c:v>93.951627057956202</c:v>
                </c:pt>
                <c:pt idx="314">
                  <c:v>94.141187208200193</c:v>
                </c:pt>
                <c:pt idx="315">
                  <c:v>93.188120897251324</c:v>
                </c:pt>
                <c:pt idx="316">
                  <c:v>93.056481904026356</c:v>
                </c:pt>
                <c:pt idx="317">
                  <c:v>93.342577315968654</c:v>
                </c:pt>
                <c:pt idx="318">
                  <c:v>93.595324182960624</c:v>
                </c:pt>
                <c:pt idx="319">
                  <c:v>94.390423702039499</c:v>
                </c:pt>
                <c:pt idx="320">
                  <c:v>94.199108365219217</c:v>
                </c:pt>
                <c:pt idx="321">
                  <c:v>95.008249376908751</c:v>
                </c:pt>
                <c:pt idx="322">
                  <c:v>96.01046091199494</c:v>
                </c:pt>
                <c:pt idx="323">
                  <c:v>97.093411029592446</c:v>
                </c:pt>
                <c:pt idx="324">
                  <c:v>97.397058307298067</c:v>
                </c:pt>
                <c:pt idx="325">
                  <c:v>97.646294801137387</c:v>
                </c:pt>
                <c:pt idx="326">
                  <c:v>97.335626777126421</c:v>
                </c:pt>
                <c:pt idx="327">
                  <c:v>96.951240916909484</c:v>
                </c:pt>
                <c:pt idx="328">
                  <c:v>96.756415206936509</c:v>
                </c:pt>
                <c:pt idx="329">
                  <c:v>95.052129041317087</c:v>
                </c:pt>
                <c:pt idx="330">
                  <c:v>94.142942394776568</c:v>
                </c:pt>
                <c:pt idx="331">
                  <c:v>95.648892477270337</c:v>
                </c:pt>
                <c:pt idx="332">
                  <c:v>96.784498192157798</c:v>
                </c:pt>
                <c:pt idx="333">
                  <c:v>96.524730578860527</c:v>
                </c:pt>
                <c:pt idx="334">
                  <c:v>94.306174746375518</c:v>
                </c:pt>
                <c:pt idx="335">
                  <c:v>93.18636571067502</c:v>
                </c:pt>
                <c:pt idx="336">
                  <c:v>91.980552532734208</c:v>
                </c:pt>
                <c:pt idx="337">
                  <c:v>94.22368097728787</c:v>
                </c:pt>
                <c:pt idx="338">
                  <c:v>94.422017060413538</c:v>
                </c:pt>
                <c:pt idx="339">
                  <c:v>94.072734931723247</c:v>
                </c:pt>
                <c:pt idx="340">
                  <c:v>93.52862709306001</c:v>
                </c:pt>
                <c:pt idx="341">
                  <c:v>93.339066942816046</c:v>
                </c:pt>
                <c:pt idx="342">
                  <c:v>92.954681082599109</c:v>
                </c:pt>
                <c:pt idx="343">
                  <c:v>93.714676870151322</c:v>
                </c:pt>
                <c:pt idx="344">
                  <c:v>92.807245410187136</c:v>
                </c:pt>
                <c:pt idx="345">
                  <c:v>94.74848176361148</c:v>
                </c:pt>
                <c:pt idx="346">
                  <c:v>95.411942289465387</c:v>
                </c:pt>
                <c:pt idx="347">
                  <c:v>94.983676764840098</c:v>
                </c:pt>
                <c:pt idx="348">
                  <c:v>95.197809527152756</c:v>
                </c:pt>
                <c:pt idx="349">
                  <c:v>94.035876013620282</c:v>
                </c:pt>
                <c:pt idx="350">
                  <c:v>92.803735037034457</c:v>
                </c:pt>
                <c:pt idx="351">
                  <c:v>92.833573208832121</c:v>
                </c:pt>
                <c:pt idx="352">
                  <c:v>93.519851160178348</c:v>
                </c:pt>
                <c:pt idx="353">
                  <c:v>93.518095973602001</c:v>
                </c:pt>
                <c:pt idx="354">
                  <c:v>92.449187348615197</c:v>
                </c:pt>
                <c:pt idx="355">
                  <c:v>93.460174816583034</c:v>
                </c:pt>
                <c:pt idx="356">
                  <c:v>95.501456804858407</c:v>
                </c:pt>
                <c:pt idx="357">
                  <c:v>94.964369712500471</c:v>
                </c:pt>
                <c:pt idx="358">
                  <c:v>96.228104047460263</c:v>
                </c:pt>
                <c:pt idx="359">
                  <c:v>96.545792817776544</c:v>
                </c:pt>
                <c:pt idx="360">
                  <c:v>96.436971250043911</c:v>
                </c:pt>
                <c:pt idx="361">
                  <c:v>96.508933899673551</c:v>
                </c:pt>
                <c:pt idx="362">
                  <c:v>96.419419384280545</c:v>
                </c:pt>
                <c:pt idx="363">
                  <c:v>97.01267244708113</c:v>
                </c:pt>
                <c:pt idx="364">
                  <c:v>96.658124758661842</c:v>
                </c:pt>
                <c:pt idx="365">
                  <c:v>97.872713869484315</c:v>
                </c:pt>
                <c:pt idx="366">
                  <c:v>97.658581107171685</c:v>
                </c:pt>
                <c:pt idx="367">
                  <c:v>96.988099835012463</c:v>
                </c:pt>
                <c:pt idx="368">
                  <c:v>96.8055604310738</c:v>
                </c:pt>
                <c:pt idx="369">
                  <c:v>96.085933934777259</c:v>
                </c:pt>
                <c:pt idx="370">
                  <c:v>95.683996208796984</c:v>
                </c:pt>
                <c:pt idx="371">
                  <c:v>95.496191245129353</c:v>
                </c:pt>
                <c:pt idx="372">
                  <c:v>96.171938077017558</c:v>
                </c:pt>
                <c:pt idx="373">
                  <c:v>95.9981746059606</c:v>
                </c:pt>
                <c:pt idx="374">
                  <c:v>97.604170323305354</c:v>
                </c:pt>
                <c:pt idx="375">
                  <c:v>98.485273984624541</c:v>
                </c:pt>
                <c:pt idx="376">
                  <c:v>99.01709551725348</c:v>
                </c:pt>
                <c:pt idx="377">
                  <c:v>98.774879769719533</c:v>
                </c:pt>
                <c:pt idx="378">
                  <c:v>97.877979429213326</c:v>
                </c:pt>
                <c:pt idx="379">
                  <c:v>98.032435847930643</c:v>
                </c:pt>
                <c:pt idx="380">
                  <c:v>98.465966932284886</c:v>
                </c:pt>
                <c:pt idx="381">
                  <c:v>99.641941938428019</c:v>
                </c:pt>
                <c:pt idx="382">
                  <c:v>100.27205391933157</c:v>
                </c:pt>
                <c:pt idx="383">
                  <c:v>100.64064310036152</c:v>
                </c:pt>
                <c:pt idx="384">
                  <c:v>99.956120335591635</c:v>
                </c:pt>
                <c:pt idx="385">
                  <c:v>100.96008705725416</c:v>
                </c:pt>
                <c:pt idx="386">
                  <c:v>102.09569277214162</c:v>
                </c:pt>
                <c:pt idx="387">
                  <c:v>102.55204128198822</c:v>
                </c:pt>
                <c:pt idx="388">
                  <c:v>103.26464703197948</c:v>
                </c:pt>
                <c:pt idx="389">
                  <c:v>102.9100993435602</c:v>
                </c:pt>
                <c:pt idx="390">
                  <c:v>103.95443535647834</c:v>
                </c:pt>
                <c:pt idx="391">
                  <c:v>103.19092919577346</c:v>
                </c:pt>
                <c:pt idx="392">
                  <c:v>103.86492084108536</c:v>
                </c:pt>
                <c:pt idx="393">
                  <c:v>102.52220311019056</c:v>
                </c:pt>
                <c:pt idx="394">
                  <c:v>102.66086284972084</c:v>
                </c:pt>
                <c:pt idx="395">
                  <c:v>103.11721135956745</c:v>
                </c:pt>
                <c:pt idx="396">
                  <c:v>103.08561800119347</c:v>
                </c:pt>
                <c:pt idx="397">
                  <c:v>102.17292098150028</c:v>
                </c:pt>
                <c:pt idx="398">
                  <c:v>102.24312844455361</c:v>
                </c:pt>
                <c:pt idx="399">
                  <c:v>101.80433180047034</c:v>
                </c:pt>
                <c:pt idx="400">
                  <c:v>103.19268438234981</c:v>
                </c:pt>
                <c:pt idx="401">
                  <c:v>102.29051848211462</c:v>
                </c:pt>
                <c:pt idx="402">
                  <c:v>101.49541896303573</c:v>
                </c:pt>
                <c:pt idx="403">
                  <c:v>101.57264717239441</c:v>
                </c:pt>
                <c:pt idx="404">
                  <c:v>101.78151437497803</c:v>
                </c:pt>
                <c:pt idx="405">
                  <c:v>101.5937094113104</c:v>
                </c:pt>
                <c:pt idx="406">
                  <c:v>99.768315371924004</c:v>
                </c:pt>
                <c:pt idx="407">
                  <c:v>99.557692982764053</c:v>
                </c:pt>
                <c:pt idx="408">
                  <c:v>99.060975181661775</c:v>
                </c:pt>
                <c:pt idx="409">
                  <c:v>98.936356934742122</c:v>
                </c:pt>
                <c:pt idx="410">
                  <c:v>98.846842419349144</c:v>
                </c:pt>
                <c:pt idx="411">
                  <c:v>97.978025064064298</c:v>
                </c:pt>
                <c:pt idx="412">
                  <c:v>98.89072208375751</c:v>
                </c:pt>
                <c:pt idx="413">
                  <c:v>98.652016709376213</c:v>
                </c:pt>
                <c:pt idx="414">
                  <c:v>98.990767718608524</c:v>
                </c:pt>
                <c:pt idx="415">
                  <c:v>99.573489661951072</c:v>
                </c:pt>
                <c:pt idx="416">
                  <c:v>100.4458173903886</c:v>
                </c:pt>
                <c:pt idx="417">
                  <c:v>100.56692526415561</c:v>
                </c:pt>
                <c:pt idx="418">
                  <c:v>100.16498753817532</c:v>
                </c:pt>
                <c:pt idx="419">
                  <c:v>100.97061817671218</c:v>
                </c:pt>
                <c:pt idx="420">
                  <c:v>100.00351037315266</c:v>
                </c:pt>
                <c:pt idx="421">
                  <c:v>99.833257275248357</c:v>
                </c:pt>
                <c:pt idx="422">
                  <c:v>99.634921192122718</c:v>
                </c:pt>
                <c:pt idx="423">
                  <c:v>99.870116193351336</c:v>
                </c:pt>
                <c:pt idx="424">
                  <c:v>100.23870537438127</c:v>
                </c:pt>
                <c:pt idx="425">
                  <c:v>101.08821567732649</c:v>
                </c:pt>
                <c:pt idx="426">
                  <c:v>100.98641485589917</c:v>
                </c:pt>
                <c:pt idx="427">
                  <c:v>101.86576333064203</c:v>
                </c:pt>
                <c:pt idx="428">
                  <c:v>101.30585881279175</c:v>
                </c:pt>
                <c:pt idx="429">
                  <c:v>101.62530276968438</c:v>
                </c:pt>
                <c:pt idx="430">
                  <c:v>101.51297082879908</c:v>
                </c:pt>
                <c:pt idx="431">
                  <c:v>100.84073437006352</c:v>
                </c:pt>
                <c:pt idx="432">
                  <c:v>99.210166040650108</c:v>
                </c:pt>
                <c:pt idx="433">
                  <c:v>98.474742865166562</c:v>
                </c:pt>
                <c:pt idx="434">
                  <c:v>98.623933724154881</c:v>
                </c:pt>
                <c:pt idx="435">
                  <c:v>97.300523045599746</c:v>
                </c:pt>
                <c:pt idx="436">
                  <c:v>97.103942149050454</c:v>
                </c:pt>
                <c:pt idx="437">
                  <c:v>97.777933794362383</c:v>
                </c:pt>
                <c:pt idx="438">
                  <c:v>96.914381998806505</c:v>
                </c:pt>
                <c:pt idx="439">
                  <c:v>96.101730613964293</c:v>
                </c:pt>
                <c:pt idx="440">
                  <c:v>94.495734896619538</c:v>
                </c:pt>
                <c:pt idx="441">
                  <c:v>95.276792923087768</c:v>
                </c:pt>
                <c:pt idx="442">
                  <c:v>95.641871730965022</c:v>
                </c:pt>
                <c:pt idx="443">
                  <c:v>96.422929757433266</c:v>
                </c:pt>
                <c:pt idx="444">
                  <c:v>96.456278302383581</c:v>
                </c:pt>
                <c:pt idx="445">
                  <c:v>97.200477410748803</c:v>
                </c:pt>
                <c:pt idx="446">
                  <c:v>97.309298978481465</c:v>
                </c:pt>
                <c:pt idx="447">
                  <c:v>96.696738863341224</c:v>
                </c:pt>
                <c:pt idx="448">
                  <c:v>96.886299013585187</c:v>
                </c:pt>
                <c:pt idx="449">
                  <c:v>97.870958682908039</c:v>
                </c:pt>
                <c:pt idx="450">
                  <c:v>98.411556148418654</c:v>
                </c:pt>
                <c:pt idx="451">
                  <c:v>96.737108154596896</c:v>
                </c:pt>
                <c:pt idx="452">
                  <c:v>95.529539790079752</c:v>
                </c:pt>
                <c:pt idx="453">
                  <c:v>94.051672692807315</c:v>
                </c:pt>
                <c:pt idx="454">
                  <c:v>93.382946607224397</c:v>
                </c:pt>
                <c:pt idx="455">
                  <c:v>94.011303401551658</c:v>
                </c:pt>
                <c:pt idx="456">
                  <c:v>93.730473549338356</c:v>
                </c:pt>
                <c:pt idx="457">
                  <c:v>93.526871906483734</c:v>
                </c:pt>
                <c:pt idx="458">
                  <c:v>91.783971636184987</c:v>
                </c:pt>
                <c:pt idx="459">
                  <c:v>93.349598062274111</c:v>
                </c:pt>
                <c:pt idx="460">
                  <c:v>94.371116649699943</c:v>
                </c:pt>
                <c:pt idx="461">
                  <c:v>94.967880085653221</c:v>
                </c:pt>
                <c:pt idx="462">
                  <c:v>97.247867448309876</c:v>
                </c:pt>
                <c:pt idx="463">
                  <c:v>98.534419208762003</c:v>
                </c:pt>
                <c:pt idx="464">
                  <c:v>98.15354372169773</c:v>
                </c:pt>
                <c:pt idx="465">
                  <c:v>98.03068066135441</c:v>
                </c:pt>
                <c:pt idx="466">
                  <c:v>98.093867378102388</c:v>
                </c:pt>
                <c:pt idx="467">
                  <c:v>97.691929652122127</c:v>
                </c:pt>
                <c:pt idx="468">
                  <c:v>98.808228314669975</c:v>
                </c:pt>
                <c:pt idx="469">
                  <c:v>98.653771895952659</c:v>
                </c:pt>
                <c:pt idx="470">
                  <c:v>100.57219082388467</c:v>
                </c:pt>
                <c:pt idx="471">
                  <c:v>101.14613683434557</c:v>
                </c:pt>
                <c:pt idx="472">
                  <c:v>101.47260153754353</c:v>
                </c:pt>
                <c:pt idx="473">
                  <c:v>102.03075086881744</c:v>
                </c:pt>
                <c:pt idx="474">
                  <c:v>102.3624811317444</c:v>
                </c:pt>
                <c:pt idx="475">
                  <c:v>102.32386702706508</c:v>
                </c:pt>
                <c:pt idx="476">
                  <c:v>102.72580475304534</c:v>
                </c:pt>
                <c:pt idx="477">
                  <c:v>103.06455576227761</c:v>
                </c:pt>
                <c:pt idx="478">
                  <c:v>102.77319479060628</c:v>
                </c:pt>
                <c:pt idx="479">
                  <c:v>102.66963878260265</c:v>
                </c:pt>
                <c:pt idx="480">
                  <c:v>103.39628602520455</c:v>
                </c:pt>
                <c:pt idx="481">
                  <c:v>104.44939797100439</c:v>
                </c:pt>
                <c:pt idx="482">
                  <c:v>105.21816969143825</c:v>
                </c:pt>
                <c:pt idx="483">
                  <c:v>105.2164145048619</c:v>
                </c:pt>
                <c:pt idx="484">
                  <c:v>104.68459297223296</c:v>
                </c:pt>
                <c:pt idx="485">
                  <c:v>104.15803699933305</c:v>
                </c:pt>
                <c:pt idx="486">
                  <c:v>104.57752659107665</c:v>
                </c:pt>
                <c:pt idx="487">
                  <c:v>105.09881700424755</c:v>
                </c:pt>
                <c:pt idx="488">
                  <c:v>105.81493312739146</c:v>
                </c:pt>
                <c:pt idx="489">
                  <c:v>106.5696633552147</c:v>
                </c:pt>
                <c:pt idx="490">
                  <c:v>108.28272545371577</c:v>
                </c:pt>
                <c:pt idx="491">
                  <c:v>109.29020254853096</c:v>
                </c:pt>
                <c:pt idx="492">
                  <c:v>108.8514059044477</c:v>
                </c:pt>
                <c:pt idx="493">
                  <c:v>109.00410713658867</c:v>
                </c:pt>
                <c:pt idx="494">
                  <c:v>109.84835187980489</c:v>
                </c:pt>
                <c:pt idx="495">
                  <c:v>107.96328149682319</c:v>
                </c:pt>
                <c:pt idx="496">
                  <c:v>108.90757187489037</c:v>
                </c:pt>
                <c:pt idx="497">
                  <c:v>109.15680836872963</c:v>
                </c:pt>
                <c:pt idx="498">
                  <c:v>109.59911538596553</c:v>
                </c:pt>
                <c:pt idx="499">
                  <c:v>109.86239337241548</c:v>
                </c:pt>
                <c:pt idx="500">
                  <c:v>110.24326885947977</c:v>
                </c:pt>
                <c:pt idx="501">
                  <c:v>100</c:v>
                </c:pt>
                <c:pt idx="502">
                  <c:v>100.38955855352438</c:v>
                </c:pt>
                <c:pt idx="503">
                  <c:v>99.572124211702729</c:v>
                </c:pt>
                <c:pt idx="504">
                  <c:v>99.806817274686679</c:v>
                </c:pt>
                <c:pt idx="505">
                  <c:v>100.33208270136502</c:v>
                </c:pt>
                <c:pt idx="506">
                  <c:v>100.93078949469145</c:v>
                </c:pt>
                <c:pt idx="507">
                  <c:v>100.23469306298395</c:v>
                </c:pt>
                <c:pt idx="508">
                  <c:v>100.44224475133713</c:v>
                </c:pt>
                <c:pt idx="509">
                  <c:v>100.02714137463082</c:v>
                </c:pt>
                <c:pt idx="510">
                  <c:v>99.797237965993475</c:v>
                </c:pt>
                <c:pt idx="511">
                  <c:v>99.163407040791895</c:v>
                </c:pt>
                <c:pt idx="512">
                  <c:v>98.885607088688431</c:v>
                </c:pt>
                <c:pt idx="513">
                  <c:v>99.110720842979163</c:v>
                </c:pt>
                <c:pt idx="514">
                  <c:v>100.73601021792931</c:v>
                </c:pt>
                <c:pt idx="515">
                  <c:v>101.16867566057317</c:v>
                </c:pt>
                <c:pt idx="516">
                  <c:v>101.31396184242038</c:v>
                </c:pt>
                <c:pt idx="517">
                  <c:v>101.78015486549052</c:v>
                </c:pt>
                <c:pt idx="518">
                  <c:v>102.32777201245307</c:v>
                </c:pt>
                <c:pt idx="519">
                  <c:v>102.62952023628962</c:v>
                </c:pt>
                <c:pt idx="520">
                  <c:v>102.93925121737047</c:v>
                </c:pt>
                <c:pt idx="521">
                  <c:v>104.17019238444956</c:v>
                </c:pt>
                <c:pt idx="522">
                  <c:v>102.90412708549528</c:v>
                </c:pt>
                <c:pt idx="523">
                  <c:v>102.99832362097867</c:v>
                </c:pt>
                <c:pt idx="524">
                  <c:v>103.45813043825336</c:v>
                </c:pt>
                <c:pt idx="525">
                  <c:v>102.82270296160291</c:v>
                </c:pt>
                <c:pt idx="526">
                  <c:v>103.11327532529737</c:v>
                </c:pt>
                <c:pt idx="527">
                  <c:v>103.82693382294244</c:v>
                </c:pt>
                <c:pt idx="528">
                  <c:v>103.31444080785502</c:v>
                </c:pt>
                <c:pt idx="529">
                  <c:v>103.64333040632235</c:v>
                </c:pt>
                <c:pt idx="530">
                  <c:v>104.07439929751737</c:v>
                </c:pt>
                <c:pt idx="531">
                  <c:v>102.74447194060829</c:v>
                </c:pt>
                <c:pt idx="532">
                  <c:v>103.73273728745912</c:v>
                </c:pt>
                <c:pt idx="533">
                  <c:v>105.45062664644369</c:v>
                </c:pt>
                <c:pt idx="534">
                  <c:v>105.14089566536282</c:v>
                </c:pt>
                <c:pt idx="535">
                  <c:v>104.75133711183842</c:v>
                </c:pt>
                <c:pt idx="536">
                  <c:v>105.07863015885683</c:v>
                </c:pt>
                <c:pt idx="537">
                  <c:v>106.47241957372071</c:v>
                </c:pt>
                <c:pt idx="538">
                  <c:v>106.82046778957447</c:v>
                </c:pt>
                <c:pt idx="539">
                  <c:v>106.3255368404246</c:v>
                </c:pt>
                <c:pt idx="540">
                  <c:v>106.60812644687464</c:v>
                </c:pt>
                <c:pt idx="541">
                  <c:v>106.98650914025691</c:v>
                </c:pt>
                <c:pt idx="542">
                  <c:v>106.97692983156368</c:v>
                </c:pt>
                <c:pt idx="543">
                  <c:v>106.74223676857974</c:v>
                </c:pt>
                <c:pt idx="544">
                  <c:v>106.98491258880806</c:v>
                </c:pt>
                <c:pt idx="545">
                  <c:v>107.11902291051319</c:v>
                </c:pt>
                <c:pt idx="546">
                  <c:v>107.55328490460596</c:v>
                </c:pt>
                <c:pt idx="547">
                  <c:v>107.39522631116778</c:v>
                </c:pt>
                <c:pt idx="548">
                  <c:v>107.60277799952094</c:v>
                </c:pt>
                <c:pt idx="549">
                  <c:v>107.81192623932296</c:v>
                </c:pt>
                <c:pt idx="550">
                  <c:v>108.29408477688182</c:v>
                </c:pt>
                <c:pt idx="551">
                  <c:v>108.91354673904354</c:v>
                </c:pt>
                <c:pt idx="552">
                  <c:v>108.13762273489252</c:v>
                </c:pt>
                <c:pt idx="553">
                  <c:v>108.0785503312843</c:v>
                </c:pt>
                <c:pt idx="554">
                  <c:v>108.61499161810478</c:v>
                </c:pt>
                <c:pt idx="555">
                  <c:v>109.14185359623205</c:v>
                </c:pt>
                <c:pt idx="556">
                  <c:v>110.49732577632308</c:v>
                </c:pt>
                <c:pt idx="557">
                  <c:v>111.43609802825888</c:v>
                </c:pt>
                <c:pt idx="558">
                  <c:v>110.08541550251448</c:v>
                </c:pt>
                <c:pt idx="559">
                  <c:v>109.76929831563814</c:v>
                </c:pt>
                <c:pt idx="560">
                  <c:v>109.9912189670311</c:v>
                </c:pt>
                <c:pt idx="561">
                  <c:v>111.33551528698003</c:v>
                </c:pt>
                <c:pt idx="562">
                  <c:v>111.96934621218159</c:v>
                </c:pt>
                <c:pt idx="563">
                  <c:v>111.27005667757635</c:v>
                </c:pt>
                <c:pt idx="564">
                  <c:v>110.77512572842652</c:v>
                </c:pt>
                <c:pt idx="565">
                  <c:v>110.68412229584091</c:v>
                </c:pt>
                <c:pt idx="566">
                  <c:v>109.39091562225585</c:v>
                </c:pt>
                <c:pt idx="567">
                  <c:v>110.37119821186226</c:v>
                </c:pt>
                <c:pt idx="568">
                  <c:v>110.79907400015956</c:v>
                </c:pt>
                <c:pt idx="569">
                  <c:v>110.24028099305491</c:v>
                </c:pt>
                <c:pt idx="570">
                  <c:v>108.58785024347402</c:v>
                </c:pt>
                <c:pt idx="571">
                  <c:v>107.95561586972131</c:v>
                </c:pt>
                <c:pt idx="572">
                  <c:v>106.4021713099704</c:v>
                </c:pt>
                <c:pt idx="573">
                  <c:v>105.85934381735444</c:v>
                </c:pt>
                <c:pt idx="574">
                  <c:v>105.19996806897096</c:v>
                </c:pt>
                <c:pt idx="575">
                  <c:v>105.4139059631196</c:v>
                </c:pt>
                <c:pt idx="576">
                  <c:v>105.83379899417255</c:v>
                </c:pt>
                <c:pt idx="577">
                  <c:v>107.25951943801384</c:v>
                </c:pt>
                <c:pt idx="578">
                  <c:v>108.55112956014999</c:v>
                </c:pt>
                <c:pt idx="579">
                  <c:v>109.29192943242586</c:v>
                </c:pt>
                <c:pt idx="580">
                  <c:v>109.15462600782303</c:v>
                </c:pt>
                <c:pt idx="581">
                  <c:v>108.60221920651387</c:v>
                </c:pt>
                <c:pt idx="582">
                  <c:v>108.3834916580186</c:v>
                </c:pt>
                <c:pt idx="583">
                  <c:v>108.17913307256319</c:v>
                </c:pt>
                <c:pt idx="584">
                  <c:v>107.14297118224626</c:v>
                </c:pt>
                <c:pt idx="585">
                  <c:v>107.12540911630869</c:v>
                </c:pt>
                <c:pt idx="586">
                  <c:v>107.37287459088361</c:v>
                </c:pt>
                <c:pt idx="587">
                  <c:v>107.70176418935095</c:v>
                </c:pt>
                <c:pt idx="588">
                  <c:v>108.9646363854075</c:v>
                </c:pt>
                <c:pt idx="589">
                  <c:v>109.31428115271014</c:v>
                </c:pt>
                <c:pt idx="590">
                  <c:v>109.74854314680287</c:v>
                </c:pt>
                <c:pt idx="591">
                  <c:v>110.50211543066975</c:v>
                </c:pt>
                <c:pt idx="592">
                  <c:v>111.0066256885128</c:v>
                </c:pt>
                <c:pt idx="593">
                  <c:v>110.54841542268697</c:v>
                </c:pt>
                <c:pt idx="594">
                  <c:v>111.08006705516081</c:v>
                </c:pt>
                <c:pt idx="595">
                  <c:v>111.87834277959603</c:v>
                </c:pt>
                <c:pt idx="596">
                  <c:v>111.85120140496522</c:v>
                </c:pt>
                <c:pt idx="597">
                  <c:v>112.531332322184</c:v>
                </c:pt>
                <c:pt idx="598">
                  <c:v>111.16787738484864</c:v>
                </c:pt>
                <c:pt idx="599">
                  <c:v>111.79532210425469</c:v>
                </c:pt>
                <c:pt idx="600">
                  <c:v>111.24131875149665</c:v>
                </c:pt>
                <c:pt idx="601">
                  <c:v>109.56174662728496</c:v>
                </c:pt>
                <c:pt idx="602">
                  <c:v>110.30893270535633</c:v>
                </c:pt>
                <c:pt idx="603">
                  <c:v>109.09395705276592</c:v>
                </c:pt>
                <c:pt idx="604">
                  <c:v>108.1727468667677</c:v>
                </c:pt>
                <c:pt idx="605">
                  <c:v>108.82733296080455</c:v>
                </c:pt>
                <c:pt idx="606">
                  <c:v>110.36640855751563</c:v>
                </c:pt>
                <c:pt idx="607">
                  <c:v>109.70383970623439</c:v>
                </c:pt>
                <c:pt idx="608">
                  <c:v>109.22168116867552</c:v>
                </c:pt>
                <c:pt idx="609">
                  <c:v>109.46435698890384</c:v>
                </c:pt>
                <c:pt idx="610">
                  <c:v>109.46755009180158</c:v>
                </c:pt>
                <c:pt idx="611">
                  <c:v>109.85072243953049</c:v>
                </c:pt>
                <c:pt idx="612">
                  <c:v>109.41805699688661</c:v>
                </c:pt>
                <c:pt idx="613">
                  <c:v>108.09291929432413</c:v>
                </c:pt>
                <c:pt idx="614">
                  <c:v>108.18711582980745</c:v>
                </c:pt>
                <c:pt idx="615">
                  <c:v>107.97158138420993</c:v>
                </c:pt>
                <c:pt idx="616">
                  <c:v>107.6538676458847</c:v>
                </c:pt>
                <c:pt idx="617">
                  <c:v>108.52558473696799</c:v>
                </c:pt>
                <c:pt idx="618">
                  <c:v>109.21689151432891</c:v>
                </c:pt>
                <c:pt idx="619">
                  <c:v>109.82517761634851</c:v>
                </c:pt>
                <c:pt idx="620">
                  <c:v>109.4803225033925</c:v>
                </c:pt>
                <c:pt idx="621">
                  <c:v>110.52446715095373</c:v>
                </c:pt>
                <c:pt idx="622">
                  <c:v>109.61123972219983</c:v>
                </c:pt>
                <c:pt idx="623">
                  <c:v>109.09555360421469</c:v>
                </c:pt>
                <c:pt idx="624">
                  <c:v>108.82733296080444</c:v>
                </c:pt>
                <c:pt idx="625">
                  <c:v>109.24562944040849</c:v>
                </c:pt>
                <c:pt idx="626">
                  <c:v>109.48511215773902</c:v>
                </c:pt>
                <c:pt idx="627">
                  <c:v>110.69370160453396</c:v>
                </c:pt>
                <c:pt idx="628">
                  <c:v>110.57396024586868</c:v>
                </c:pt>
                <c:pt idx="629">
                  <c:v>110.25943961044121</c:v>
                </c:pt>
                <c:pt idx="630">
                  <c:v>110.0918017083098</c:v>
                </c:pt>
                <c:pt idx="631">
                  <c:v>110.80546020595493</c:v>
                </c:pt>
                <c:pt idx="632">
                  <c:v>111.27005667757625</c:v>
                </c:pt>
                <c:pt idx="633">
                  <c:v>112.21202203240982</c:v>
                </c:pt>
                <c:pt idx="634">
                  <c:v>112.46108405843358</c:v>
                </c:pt>
                <c:pt idx="635">
                  <c:v>114.05444240440632</c:v>
                </c:pt>
                <c:pt idx="636">
                  <c:v>115.44982837071905</c:v>
                </c:pt>
                <c:pt idx="637">
                  <c:v>116.4349006146721</c:v>
                </c:pt>
                <c:pt idx="638">
                  <c:v>114.94052845852937</c:v>
                </c:pt>
                <c:pt idx="639">
                  <c:v>113.78781831244493</c:v>
                </c:pt>
                <c:pt idx="640">
                  <c:v>114.5126526702321</c:v>
                </c:pt>
                <c:pt idx="641">
                  <c:v>114.6020595513688</c:v>
                </c:pt>
                <c:pt idx="642">
                  <c:v>113.24020116548233</c:v>
                </c:pt>
                <c:pt idx="643">
                  <c:v>113.55791490380751</c:v>
                </c:pt>
                <c:pt idx="644">
                  <c:v>115.24546978526358</c:v>
                </c:pt>
                <c:pt idx="645">
                  <c:v>114.99960086213754</c:v>
                </c:pt>
                <c:pt idx="646">
                  <c:v>116.36624890237064</c:v>
                </c:pt>
                <c:pt idx="647">
                  <c:v>116.14432825097765</c:v>
                </c:pt>
                <c:pt idx="648">
                  <c:v>114.54139059631171</c:v>
                </c:pt>
                <c:pt idx="649">
                  <c:v>111.76498762672604</c:v>
                </c:pt>
                <c:pt idx="650">
                  <c:v>108.51760197972359</c:v>
                </c:pt>
                <c:pt idx="651">
                  <c:v>110.10138101700306</c:v>
                </c:pt>
                <c:pt idx="652">
                  <c:v>110.1748223836511</c:v>
                </c:pt>
                <c:pt idx="653">
                  <c:v>111.962960006386</c:v>
                </c:pt>
                <c:pt idx="654">
                  <c:v>112.37646683164346</c:v>
                </c:pt>
                <c:pt idx="655">
                  <c:v>111.82246347888541</c:v>
                </c:pt>
                <c:pt idx="656">
                  <c:v>112.77081503951445</c:v>
                </c:pt>
                <c:pt idx="657">
                  <c:v>114.22048375508881</c:v>
                </c:pt>
                <c:pt idx="658">
                  <c:v>115.27261115989445</c:v>
                </c:pt>
                <c:pt idx="659">
                  <c:v>115.98946276043728</c:v>
                </c:pt>
                <c:pt idx="660">
                  <c:v>116.69513850083804</c:v>
                </c:pt>
                <c:pt idx="661">
                  <c:v>116.31036960166026</c:v>
                </c:pt>
                <c:pt idx="662">
                  <c:v>116.15071445677319</c:v>
                </c:pt>
                <c:pt idx="663">
                  <c:v>116.70312125808235</c:v>
                </c:pt>
                <c:pt idx="664">
                  <c:v>117.76642452303003</c:v>
                </c:pt>
                <c:pt idx="665">
                  <c:v>118.1352279077191</c:v>
                </c:pt>
                <c:pt idx="666">
                  <c:v>118.70838987786361</c:v>
                </c:pt>
                <c:pt idx="667">
                  <c:v>119.06921050530833</c:v>
                </c:pt>
                <c:pt idx="668">
                  <c:v>120.07823102099445</c:v>
                </c:pt>
                <c:pt idx="669">
                  <c:v>121.2117825496925</c:v>
                </c:pt>
                <c:pt idx="670">
                  <c:v>120.34964476730245</c:v>
                </c:pt>
                <c:pt idx="671">
                  <c:v>120.45501716292793</c:v>
                </c:pt>
                <c:pt idx="672">
                  <c:v>119.20811048136012</c:v>
                </c:pt>
                <c:pt idx="673">
                  <c:v>117.336952183284</c:v>
                </c:pt>
                <c:pt idx="674">
                  <c:v>118.97820707272284</c:v>
                </c:pt>
                <c:pt idx="675">
                  <c:v>117.81751416939403</c:v>
                </c:pt>
                <c:pt idx="676">
                  <c:v>117.35611080067045</c:v>
                </c:pt>
                <c:pt idx="677">
                  <c:v>117.50139698251769</c:v>
                </c:pt>
                <c:pt idx="678">
                  <c:v>117.90372794763303</c:v>
                </c:pt>
                <c:pt idx="679">
                  <c:v>119.34222080306526</c:v>
                </c:pt>
                <c:pt idx="680">
                  <c:v>119.95210345653378</c:v>
                </c:pt>
                <c:pt idx="681">
                  <c:v>119.62161730661757</c:v>
                </c:pt>
                <c:pt idx="682">
                  <c:v>121.02338947872583</c:v>
                </c:pt>
                <c:pt idx="683">
                  <c:v>120.66895505707662</c:v>
                </c:pt>
                <c:pt idx="684">
                  <c:v>120.79029296719075</c:v>
                </c:pt>
                <c:pt idx="685">
                  <c:v>119.68068971022579</c:v>
                </c:pt>
                <c:pt idx="686">
                  <c:v>118.96383810968297</c:v>
                </c:pt>
                <c:pt idx="687">
                  <c:v>119.60884489502662</c:v>
                </c:pt>
                <c:pt idx="688">
                  <c:v>120.02714137463067</c:v>
                </c:pt>
                <c:pt idx="689">
                  <c:v>120.40552406801294</c:v>
                </c:pt>
                <c:pt idx="690">
                  <c:v>119.7477448710783</c:v>
                </c:pt>
                <c:pt idx="691">
                  <c:v>119.86269657539697</c:v>
                </c:pt>
                <c:pt idx="692">
                  <c:v>119.3214656342299</c:v>
                </c:pt>
                <c:pt idx="693">
                  <c:v>121.27564460764731</c:v>
                </c:pt>
                <c:pt idx="694">
                  <c:v>119.77169314281139</c:v>
                </c:pt>
                <c:pt idx="695">
                  <c:v>120.45182406003016</c:v>
                </c:pt>
                <c:pt idx="696">
                  <c:v>121.4975652590403</c:v>
                </c:pt>
                <c:pt idx="697">
                  <c:v>121.10641015406704</c:v>
                </c:pt>
                <c:pt idx="698">
                  <c:v>123.46930629839528</c:v>
                </c:pt>
                <c:pt idx="699">
                  <c:v>124.18775445038695</c:v>
                </c:pt>
                <c:pt idx="700">
                  <c:v>124.50866129160994</c:v>
                </c:pt>
                <c:pt idx="701">
                  <c:v>126.03336792528123</c:v>
                </c:pt>
                <c:pt idx="702">
                  <c:v>126.44048854474319</c:v>
                </c:pt>
                <c:pt idx="703">
                  <c:v>126.46603336792512</c:v>
                </c:pt>
                <c:pt idx="704">
                  <c:v>125.35323700806242</c:v>
                </c:pt>
                <c:pt idx="705">
                  <c:v>125.20795082621522</c:v>
                </c:pt>
                <c:pt idx="706">
                  <c:v>125.05308533567479</c:v>
                </c:pt>
                <c:pt idx="707">
                  <c:v>125.14728187115819</c:v>
                </c:pt>
                <c:pt idx="708">
                  <c:v>123.83810968308443</c:v>
                </c:pt>
                <c:pt idx="709">
                  <c:v>125.24626806098814</c:v>
                </c:pt>
                <c:pt idx="710">
                  <c:v>124.48311646842807</c:v>
                </c:pt>
                <c:pt idx="711">
                  <c:v>125.00518879220868</c:v>
                </c:pt>
                <c:pt idx="712">
                  <c:v>123.47888560708856</c:v>
                </c:pt>
                <c:pt idx="713">
                  <c:v>123.61778558314029</c:v>
                </c:pt>
                <c:pt idx="714">
                  <c:v>122.74447194060815</c:v>
                </c:pt>
                <c:pt idx="715">
                  <c:v>123.95306138740307</c:v>
                </c:pt>
                <c:pt idx="716">
                  <c:v>131.59096351879927</c:v>
                </c:pt>
                <c:pt idx="717">
                  <c:v>129.46276043745499</c:v>
                </c:pt>
                <c:pt idx="718">
                  <c:v>130.45741199010132</c:v>
                </c:pt>
                <c:pt idx="719">
                  <c:v>132.29823581064892</c:v>
                </c:pt>
                <c:pt idx="720">
                  <c:v>131.87514967669824</c:v>
                </c:pt>
                <c:pt idx="721">
                  <c:v>131.95817035203953</c:v>
                </c:pt>
                <c:pt idx="722">
                  <c:v>131.61331523908353</c:v>
                </c:pt>
                <c:pt idx="723">
                  <c:v>132.31420132513765</c:v>
                </c:pt>
                <c:pt idx="724">
                  <c:v>132.61275644607642</c:v>
                </c:pt>
                <c:pt idx="725">
                  <c:v>131.76339107527733</c:v>
                </c:pt>
                <c:pt idx="726">
                  <c:v>131.39937734493486</c:v>
                </c:pt>
                <c:pt idx="727">
                  <c:v>133.07096671190217</c:v>
                </c:pt>
                <c:pt idx="728">
                  <c:v>134.5413905963118</c:v>
                </c:pt>
                <c:pt idx="729">
                  <c:v>135.36680769537784</c:v>
                </c:pt>
                <c:pt idx="730">
                  <c:v>135.64460764748131</c:v>
                </c:pt>
                <c:pt idx="731">
                  <c:v>135.99744551768168</c:v>
                </c:pt>
                <c:pt idx="732">
                  <c:v>136.02299034086363</c:v>
                </c:pt>
                <c:pt idx="733">
                  <c:v>134.79843537958001</c:v>
                </c:pt>
                <c:pt idx="734">
                  <c:v>133.79420451824052</c:v>
                </c:pt>
                <c:pt idx="735">
                  <c:v>133.27053564301102</c:v>
                </c:pt>
                <c:pt idx="736">
                  <c:v>133.56589766105202</c:v>
                </c:pt>
                <c:pt idx="737">
                  <c:v>133.60740799872266</c:v>
                </c:pt>
                <c:pt idx="738">
                  <c:v>131.72667039195332</c:v>
                </c:pt>
                <c:pt idx="739">
                  <c:v>131.58777041590159</c:v>
                </c:pt>
                <c:pt idx="740">
                  <c:v>131.92783587451098</c:v>
                </c:pt>
                <c:pt idx="741">
                  <c:v>131.39618424203709</c:v>
                </c:pt>
                <c:pt idx="742">
                  <c:v>131.0337670631435</c:v>
                </c:pt>
                <c:pt idx="743">
                  <c:v>130.98267741677964</c:v>
                </c:pt>
                <c:pt idx="744">
                  <c:v>130.07902929671897</c:v>
                </c:pt>
                <c:pt idx="745">
                  <c:v>126.14193342380447</c:v>
                </c:pt>
                <c:pt idx="746">
                  <c:v>126.64963678454531</c:v>
                </c:pt>
                <c:pt idx="747">
                  <c:v>128.40903648120053</c:v>
                </c:pt>
                <c:pt idx="748">
                  <c:v>128.77943641733847</c:v>
                </c:pt>
                <c:pt idx="749">
                  <c:v>130.32649477129391</c:v>
                </c:pt>
                <c:pt idx="750">
                  <c:v>130.60110162049961</c:v>
                </c:pt>
                <c:pt idx="751">
                  <c:v>129.54418456134735</c:v>
                </c:pt>
                <c:pt idx="752">
                  <c:v>100</c:v>
                </c:pt>
                <c:pt idx="753">
                  <c:v>100</c:v>
                </c:pt>
                <c:pt idx="754">
                  <c:v>99.792402167967794</c:v>
                </c:pt>
                <c:pt idx="755">
                  <c:v>100.58052806921587</c:v>
                </c:pt>
                <c:pt idx="756">
                  <c:v>100.16036000198898</c:v>
                </c:pt>
                <c:pt idx="757">
                  <c:v>100.00621550395307</c:v>
                </c:pt>
                <c:pt idx="758">
                  <c:v>100.30953209686244</c:v>
                </c:pt>
                <c:pt idx="759">
                  <c:v>97.851921833822331</c:v>
                </c:pt>
                <c:pt idx="760">
                  <c:v>98.525682462334075</c:v>
                </c:pt>
                <c:pt idx="761">
                  <c:v>99.789915966386545</c:v>
                </c:pt>
                <c:pt idx="762">
                  <c:v>102.361891502163</c:v>
                </c:pt>
                <c:pt idx="763">
                  <c:v>102.97225399035352</c:v>
                </c:pt>
                <c:pt idx="764">
                  <c:v>103.82253493113222</c:v>
                </c:pt>
                <c:pt idx="765">
                  <c:v>104.69394858535132</c:v>
                </c:pt>
                <c:pt idx="766">
                  <c:v>104.26134951021831</c:v>
                </c:pt>
                <c:pt idx="767">
                  <c:v>104.88538610710557</c:v>
                </c:pt>
                <c:pt idx="768">
                  <c:v>105.11411665257822</c:v>
                </c:pt>
                <c:pt idx="769">
                  <c:v>106.31122271393768</c:v>
                </c:pt>
                <c:pt idx="770">
                  <c:v>106.09492317637118</c:v>
                </c:pt>
                <c:pt idx="771">
                  <c:v>106.06757495897773</c:v>
                </c:pt>
                <c:pt idx="772">
                  <c:v>107.06702799462985</c:v>
                </c:pt>
                <c:pt idx="773">
                  <c:v>106.39823976928054</c:v>
                </c:pt>
                <c:pt idx="774">
                  <c:v>105.94450798070712</c:v>
                </c:pt>
                <c:pt idx="775">
                  <c:v>105.65237929491329</c:v>
                </c:pt>
                <c:pt idx="776">
                  <c:v>106.78733031674217</c:v>
                </c:pt>
                <c:pt idx="777">
                  <c:v>107.6836059867735</c:v>
                </c:pt>
                <c:pt idx="778">
                  <c:v>107.0471383819801</c:v>
                </c:pt>
                <c:pt idx="779">
                  <c:v>106.20431604594511</c:v>
                </c:pt>
                <c:pt idx="780">
                  <c:v>106.48401372383285</c:v>
                </c:pt>
                <c:pt idx="781">
                  <c:v>106.04271294316553</c:v>
                </c:pt>
                <c:pt idx="782">
                  <c:v>106.81094923176381</c:v>
                </c:pt>
                <c:pt idx="783">
                  <c:v>106.9626075282185</c:v>
                </c:pt>
                <c:pt idx="784">
                  <c:v>107.78429715081309</c:v>
                </c:pt>
                <c:pt idx="785">
                  <c:v>107.74824722788534</c:v>
                </c:pt>
                <c:pt idx="786">
                  <c:v>106.07503356372145</c:v>
                </c:pt>
                <c:pt idx="787">
                  <c:v>104.8244741683657</c:v>
                </c:pt>
                <c:pt idx="788">
                  <c:v>105.29933867037953</c:v>
                </c:pt>
                <c:pt idx="789">
                  <c:v>105.19118890159626</c:v>
                </c:pt>
                <c:pt idx="790">
                  <c:v>104.96618765849547</c:v>
                </c:pt>
                <c:pt idx="791">
                  <c:v>105.56784844115174</c:v>
                </c:pt>
                <c:pt idx="792">
                  <c:v>107.75694893341965</c:v>
                </c:pt>
                <c:pt idx="793">
                  <c:v>106.83083884441363</c:v>
                </c:pt>
                <c:pt idx="794">
                  <c:v>103.05305554174346</c:v>
                </c:pt>
                <c:pt idx="795">
                  <c:v>103.6994679528618</c:v>
                </c:pt>
                <c:pt idx="796">
                  <c:v>101.96782855153913</c:v>
                </c:pt>
                <c:pt idx="797">
                  <c:v>101.37859877678899</c:v>
                </c:pt>
                <c:pt idx="798">
                  <c:v>99.055243399134952</c:v>
                </c:pt>
                <c:pt idx="799">
                  <c:v>98.206205559146866</c:v>
                </c:pt>
                <c:pt idx="800">
                  <c:v>98.400129282482354</c:v>
                </c:pt>
                <c:pt idx="801">
                  <c:v>97.858137337775474</c:v>
                </c:pt>
                <c:pt idx="802">
                  <c:v>100.11063597036461</c:v>
                </c:pt>
                <c:pt idx="803">
                  <c:v>101.27915071353996</c:v>
                </c:pt>
                <c:pt idx="804">
                  <c:v>101.14613892894447</c:v>
                </c:pt>
                <c:pt idx="805">
                  <c:v>102.20153150017414</c:v>
                </c:pt>
                <c:pt idx="806">
                  <c:v>102.39794142509089</c:v>
                </c:pt>
                <c:pt idx="807">
                  <c:v>102.00139227288562</c:v>
                </c:pt>
                <c:pt idx="808">
                  <c:v>103.82999353587601</c:v>
                </c:pt>
                <c:pt idx="809">
                  <c:v>104.33842175923634</c:v>
                </c:pt>
                <c:pt idx="810">
                  <c:v>104.08482919795146</c:v>
                </c:pt>
                <c:pt idx="811">
                  <c:v>103.84739694694454</c:v>
                </c:pt>
                <c:pt idx="812">
                  <c:v>101.83481676694356</c:v>
                </c:pt>
                <c:pt idx="813">
                  <c:v>103.11023817811156</c:v>
                </c:pt>
                <c:pt idx="814">
                  <c:v>102.94366267216952</c:v>
                </c:pt>
                <c:pt idx="815">
                  <c:v>103.86728655959432</c:v>
                </c:pt>
                <c:pt idx="816">
                  <c:v>98.659937347720231</c:v>
                </c:pt>
                <c:pt idx="817">
                  <c:v>91.366665009199039</c:v>
                </c:pt>
                <c:pt idx="818">
                  <c:v>91.233653224603529</c:v>
                </c:pt>
                <c:pt idx="819">
                  <c:v>90.860722987419905</c:v>
                </c:pt>
                <c:pt idx="820">
                  <c:v>97.759932375317064</c:v>
                </c:pt>
                <c:pt idx="821">
                  <c:v>94.933121177465154</c:v>
                </c:pt>
                <c:pt idx="822">
                  <c:v>96.518074685495591</c:v>
                </c:pt>
                <c:pt idx="823">
                  <c:v>97.515041519566481</c:v>
                </c:pt>
                <c:pt idx="824">
                  <c:v>97.737556561086052</c:v>
                </c:pt>
                <c:pt idx="825">
                  <c:v>96.204813286261327</c:v>
                </c:pt>
                <c:pt idx="826">
                  <c:v>96.472079956242894</c:v>
                </c:pt>
                <c:pt idx="827">
                  <c:v>94.399830938292524</c:v>
                </c:pt>
                <c:pt idx="828">
                  <c:v>97.498881209288513</c:v>
                </c:pt>
                <c:pt idx="829">
                  <c:v>98.65372184376713</c:v>
                </c:pt>
                <c:pt idx="830">
                  <c:v>99.757595345830694</c:v>
                </c:pt>
                <c:pt idx="831">
                  <c:v>99.343642782556856</c:v>
                </c:pt>
                <c:pt idx="832">
                  <c:v>99.656904181791134</c:v>
                </c:pt>
                <c:pt idx="833">
                  <c:v>100.6190641937249</c:v>
                </c:pt>
                <c:pt idx="834">
                  <c:v>100.82914822733837</c:v>
                </c:pt>
                <c:pt idx="835">
                  <c:v>100.74958977673917</c:v>
                </c:pt>
                <c:pt idx="836">
                  <c:v>102.91631445477604</c:v>
                </c:pt>
                <c:pt idx="837">
                  <c:v>102.14186266222471</c:v>
                </c:pt>
                <c:pt idx="838">
                  <c:v>101.60981552384273</c:v>
                </c:pt>
                <c:pt idx="839">
                  <c:v>102.23758142310182</c:v>
                </c:pt>
                <c:pt idx="840">
                  <c:v>102.96603848640054</c:v>
                </c:pt>
                <c:pt idx="841">
                  <c:v>103.00208840932829</c:v>
                </c:pt>
                <c:pt idx="842">
                  <c:v>105.09174083834725</c:v>
                </c:pt>
                <c:pt idx="843">
                  <c:v>105.49450549450556</c:v>
                </c:pt>
                <c:pt idx="844">
                  <c:v>105.19864750633988</c:v>
                </c:pt>
                <c:pt idx="845">
                  <c:v>105.8736512356423</c:v>
                </c:pt>
                <c:pt idx="846">
                  <c:v>106.60832380289403</c:v>
                </c:pt>
                <c:pt idx="847">
                  <c:v>106.59962209735976</c:v>
                </c:pt>
                <c:pt idx="848">
                  <c:v>106.01536472577206</c:v>
                </c:pt>
                <c:pt idx="849">
                  <c:v>103.8424245437821</c:v>
                </c:pt>
                <c:pt idx="850">
                  <c:v>103.72308686788334</c:v>
                </c:pt>
                <c:pt idx="851">
                  <c:v>103.3190791109344</c:v>
                </c:pt>
                <c:pt idx="852">
                  <c:v>105.17005618815581</c:v>
                </c:pt>
                <c:pt idx="853">
                  <c:v>104.43414052011346</c:v>
                </c:pt>
                <c:pt idx="854">
                  <c:v>104.94505494505502</c:v>
                </c:pt>
                <c:pt idx="855">
                  <c:v>105.15762518024971</c:v>
                </c:pt>
                <c:pt idx="856">
                  <c:v>105.2421560340113</c:v>
                </c:pt>
                <c:pt idx="857">
                  <c:v>105.4298642533937</c:v>
                </c:pt>
                <c:pt idx="858">
                  <c:v>104.84063447864357</c:v>
                </c:pt>
                <c:pt idx="859">
                  <c:v>104.56342300233706</c:v>
                </c:pt>
                <c:pt idx="860">
                  <c:v>105.83511511113326</c:v>
                </c:pt>
                <c:pt idx="861">
                  <c:v>105.25583014270802</c:v>
                </c:pt>
                <c:pt idx="862">
                  <c:v>105.31798518223864</c:v>
                </c:pt>
                <c:pt idx="863">
                  <c:v>105.1700561881558</c:v>
                </c:pt>
                <c:pt idx="864">
                  <c:v>105.23345432847702</c:v>
                </c:pt>
                <c:pt idx="865">
                  <c:v>103.06797275123076</c:v>
                </c:pt>
                <c:pt idx="866">
                  <c:v>104.23773059519674</c:v>
                </c:pt>
                <c:pt idx="867">
                  <c:v>103.6062353935658</c:v>
                </c:pt>
                <c:pt idx="868">
                  <c:v>103.61369399830944</c:v>
                </c:pt>
                <c:pt idx="869">
                  <c:v>103.89836407935962</c:v>
                </c:pt>
                <c:pt idx="870">
                  <c:v>105.15389587787783</c:v>
                </c:pt>
                <c:pt idx="871">
                  <c:v>106.72641837800211</c:v>
                </c:pt>
                <c:pt idx="872">
                  <c:v>106.31619511710012</c:v>
                </c:pt>
                <c:pt idx="873">
                  <c:v>107.11923822783554</c:v>
                </c:pt>
                <c:pt idx="874">
                  <c:v>107.46730644920693</c:v>
                </c:pt>
                <c:pt idx="875">
                  <c:v>108.39217343742233</c:v>
                </c:pt>
                <c:pt idx="876">
                  <c:v>108.96897220426635</c:v>
                </c:pt>
                <c:pt idx="877">
                  <c:v>108.86579483864554</c:v>
                </c:pt>
                <c:pt idx="878">
                  <c:v>110.04176818656457</c:v>
                </c:pt>
                <c:pt idx="879">
                  <c:v>108.99632042165976</c:v>
                </c:pt>
                <c:pt idx="880">
                  <c:v>108.01551389786682</c:v>
                </c:pt>
                <c:pt idx="881">
                  <c:v>108.33499080105418</c:v>
                </c:pt>
                <c:pt idx="882">
                  <c:v>109.03112724379694</c:v>
                </c:pt>
                <c:pt idx="883">
                  <c:v>107.93968474963951</c:v>
                </c:pt>
                <c:pt idx="884">
                  <c:v>108.66689871214759</c:v>
                </c:pt>
                <c:pt idx="885">
                  <c:v>106.87683357366615</c:v>
                </c:pt>
                <c:pt idx="886">
                  <c:v>107.58540102431505</c:v>
                </c:pt>
                <c:pt idx="887">
                  <c:v>108.57366615285164</c:v>
                </c:pt>
                <c:pt idx="888">
                  <c:v>108.65322460345081</c:v>
                </c:pt>
                <c:pt idx="889">
                  <c:v>108.33872010342597</c:v>
                </c:pt>
                <c:pt idx="890">
                  <c:v>108.93292228133858</c:v>
                </c:pt>
                <c:pt idx="891">
                  <c:v>109.71483267863363</c:v>
                </c:pt>
                <c:pt idx="892">
                  <c:v>109.67381035254341</c:v>
                </c:pt>
                <c:pt idx="893">
                  <c:v>110.46317935458211</c:v>
                </c:pt>
                <c:pt idx="894">
                  <c:v>109.72477748495851</c:v>
                </c:pt>
                <c:pt idx="895">
                  <c:v>109.10819949281492</c:v>
                </c:pt>
                <c:pt idx="896">
                  <c:v>108.89811545920146</c:v>
                </c:pt>
                <c:pt idx="897">
                  <c:v>108.22062552831788</c:v>
                </c:pt>
                <c:pt idx="898">
                  <c:v>106.31992441947196</c:v>
                </c:pt>
                <c:pt idx="899">
                  <c:v>107.24354830689676</c:v>
                </c:pt>
                <c:pt idx="900">
                  <c:v>106.8171647357168</c:v>
                </c:pt>
                <c:pt idx="901">
                  <c:v>107.32807916065836</c:v>
                </c:pt>
                <c:pt idx="902">
                  <c:v>106.1098403858585</c:v>
                </c:pt>
                <c:pt idx="903">
                  <c:v>107.07324349858287</c:v>
                </c:pt>
                <c:pt idx="904">
                  <c:v>107.02476256774901</c:v>
                </c:pt>
                <c:pt idx="905">
                  <c:v>108.338720103426</c:v>
                </c:pt>
                <c:pt idx="906">
                  <c:v>108.9416239868729</c:v>
                </c:pt>
                <c:pt idx="907">
                  <c:v>109.53582616478549</c:v>
                </c:pt>
                <c:pt idx="908">
                  <c:v>108.31137188603256</c:v>
                </c:pt>
                <c:pt idx="909">
                  <c:v>108.43568196509381</c:v>
                </c:pt>
                <c:pt idx="910">
                  <c:v>108.61841778131377</c:v>
                </c:pt>
                <c:pt idx="911">
                  <c:v>109.16911143155491</c:v>
                </c:pt>
                <c:pt idx="912">
                  <c:v>108.82974491571781</c:v>
                </c:pt>
                <c:pt idx="913">
                  <c:v>110.62602555815229</c:v>
                </c:pt>
                <c:pt idx="914">
                  <c:v>109.98085624782462</c:v>
                </c:pt>
                <c:pt idx="915">
                  <c:v>110.81373377753471</c:v>
                </c:pt>
                <c:pt idx="916">
                  <c:v>111.01760230719511</c:v>
                </c:pt>
                <c:pt idx="917">
                  <c:v>111.2152553329024</c:v>
                </c:pt>
                <c:pt idx="918">
                  <c:v>111.44771518074685</c:v>
                </c:pt>
                <c:pt idx="919">
                  <c:v>110.65213067475511</c:v>
                </c:pt>
                <c:pt idx="920">
                  <c:v>110.47561036248818</c:v>
                </c:pt>
                <c:pt idx="921">
                  <c:v>111.58072696534231</c:v>
                </c:pt>
                <c:pt idx="922">
                  <c:v>109.52339515687926</c:v>
                </c:pt>
                <c:pt idx="923">
                  <c:v>109.54452787031968</c:v>
                </c:pt>
                <c:pt idx="924">
                  <c:v>110.04674058972698</c:v>
                </c:pt>
                <c:pt idx="925">
                  <c:v>109.68126895728702</c:v>
                </c:pt>
                <c:pt idx="926">
                  <c:v>111.51732882502107</c:v>
                </c:pt>
                <c:pt idx="927">
                  <c:v>110.97036447715175</c:v>
                </c:pt>
                <c:pt idx="928">
                  <c:v>110.73044602456361</c:v>
                </c:pt>
                <c:pt idx="929">
                  <c:v>110.50544478146281</c:v>
                </c:pt>
                <c:pt idx="930">
                  <c:v>111.56705285664555</c:v>
                </c:pt>
                <c:pt idx="931">
                  <c:v>111.63915270250105</c:v>
                </c:pt>
                <c:pt idx="932">
                  <c:v>111.88652975983284</c:v>
                </c:pt>
                <c:pt idx="933">
                  <c:v>111.72616975784388</c:v>
                </c:pt>
                <c:pt idx="934">
                  <c:v>111.23141564318026</c:v>
                </c:pt>
                <c:pt idx="935">
                  <c:v>110.97409377952357</c:v>
                </c:pt>
                <c:pt idx="936">
                  <c:v>110.67326338819544</c:v>
                </c:pt>
                <c:pt idx="937">
                  <c:v>111.46263239023415</c:v>
                </c:pt>
                <c:pt idx="938">
                  <c:v>111.99219332703491</c:v>
                </c:pt>
                <c:pt idx="939">
                  <c:v>111.48873750683703</c:v>
                </c:pt>
                <c:pt idx="940">
                  <c:v>110.46193625379144</c:v>
                </c:pt>
                <c:pt idx="941">
                  <c:v>110.35875888817061</c:v>
                </c:pt>
                <c:pt idx="942">
                  <c:v>111.17547610760275</c:v>
                </c:pt>
                <c:pt idx="943">
                  <c:v>111.05240912933213</c:v>
                </c:pt>
                <c:pt idx="944">
                  <c:v>111.20655362736802</c:v>
                </c:pt>
                <c:pt idx="945">
                  <c:v>110.62353935657096</c:v>
                </c:pt>
                <c:pt idx="946">
                  <c:v>110.25931082492163</c:v>
                </c:pt>
                <c:pt idx="947">
                  <c:v>107.87380040773699</c:v>
                </c:pt>
                <c:pt idx="948">
                  <c:v>108.89065685445772</c:v>
                </c:pt>
                <c:pt idx="949">
                  <c:v>110.10640942767635</c:v>
                </c:pt>
                <c:pt idx="950">
                  <c:v>110.0181492715429</c:v>
                </c:pt>
                <c:pt idx="951">
                  <c:v>106.99741435035551</c:v>
                </c:pt>
                <c:pt idx="952">
                  <c:v>107.8999055243399</c:v>
                </c:pt>
                <c:pt idx="953">
                  <c:v>109.143006314952</c:v>
                </c:pt>
                <c:pt idx="954">
                  <c:v>108.99632042165976</c:v>
                </c:pt>
                <c:pt idx="955">
                  <c:v>108.37849932872555</c:v>
                </c:pt>
                <c:pt idx="956">
                  <c:v>108.64700909949772</c:v>
                </c:pt>
                <c:pt idx="957">
                  <c:v>109.83417035453228</c:v>
                </c:pt>
                <c:pt idx="958">
                  <c:v>110.2344488091094</c:v>
                </c:pt>
                <c:pt idx="959">
                  <c:v>109.52961066083236</c:v>
                </c:pt>
                <c:pt idx="960">
                  <c:v>107.67117497886724</c:v>
                </c:pt>
                <c:pt idx="961">
                  <c:v>108.01302769628555</c:v>
                </c:pt>
                <c:pt idx="962">
                  <c:v>108.20446521803983</c:v>
                </c:pt>
                <c:pt idx="963">
                  <c:v>107.73581621997906</c:v>
                </c:pt>
                <c:pt idx="964">
                  <c:v>108.32380289393858</c:v>
                </c:pt>
                <c:pt idx="965">
                  <c:v>108.63333499080096</c:v>
                </c:pt>
                <c:pt idx="966">
                  <c:v>108.28278056784833</c:v>
                </c:pt>
                <c:pt idx="967">
                  <c:v>109.04480135249355</c:v>
                </c:pt>
                <c:pt idx="968">
                  <c:v>109.40157127939923</c:v>
                </c:pt>
                <c:pt idx="969">
                  <c:v>109.85778926955388</c:v>
                </c:pt>
                <c:pt idx="970">
                  <c:v>110.85102680125291</c:v>
                </c:pt>
                <c:pt idx="971">
                  <c:v>109.40032817860859</c:v>
                </c:pt>
                <c:pt idx="972">
                  <c:v>108.33374770026343</c:v>
                </c:pt>
                <c:pt idx="973">
                  <c:v>106.24658147282571</c:v>
                </c:pt>
                <c:pt idx="974">
                  <c:v>106.04768534632778</c:v>
                </c:pt>
                <c:pt idx="975">
                  <c:v>106.49022922778568</c:v>
                </c:pt>
                <c:pt idx="976">
                  <c:v>105.53677092138621</c:v>
                </c:pt>
                <c:pt idx="977">
                  <c:v>106.68788225349299</c:v>
                </c:pt>
                <c:pt idx="978">
                  <c:v>107.18387946894721</c:v>
                </c:pt>
                <c:pt idx="979">
                  <c:v>108.46054398090583</c:v>
                </c:pt>
                <c:pt idx="980">
                  <c:v>109.31206802247515</c:v>
                </c:pt>
                <c:pt idx="981">
                  <c:v>110.08651981502649</c:v>
                </c:pt>
                <c:pt idx="982">
                  <c:v>109.13554771020821</c:v>
                </c:pt>
                <c:pt idx="983">
                  <c:v>109.0833374770025</c:v>
                </c:pt>
                <c:pt idx="984">
                  <c:v>110.47188106011622</c:v>
                </c:pt>
                <c:pt idx="985">
                  <c:v>110.73541842772599</c:v>
                </c:pt>
                <c:pt idx="986">
                  <c:v>110.77271145144435</c:v>
                </c:pt>
                <c:pt idx="987">
                  <c:v>110.33762617473013</c:v>
                </c:pt>
                <c:pt idx="988">
                  <c:v>109.90999950275956</c:v>
                </c:pt>
                <c:pt idx="989">
                  <c:v>111.15310029337168</c:v>
                </c:pt>
                <c:pt idx="990">
                  <c:v>113.20173039630042</c:v>
                </c:pt>
                <c:pt idx="991">
                  <c:v>113.32852667694289</c:v>
                </c:pt>
                <c:pt idx="992">
                  <c:v>113.46029536074775</c:v>
                </c:pt>
                <c:pt idx="993">
                  <c:v>112.70200387847439</c:v>
                </c:pt>
                <c:pt idx="994">
                  <c:v>112.66346775396541</c:v>
                </c:pt>
                <c:pt idx="995">
                  <c:v>112.46954403062993</c:v>
                </c:pt>
                <c:pt idx="996">
                  <c:v>113.1246581472825</c:v>
                </c:pt>
                <c:pt idx="997">
                  <c:v>114.53557754462727</c:v>
                </c:pt>
                <c:pt idx="998">
                  <c:v>114.72701506638153</c:v>
                </c:pt>
                <c:pt idx="999">
                  <c:v>115.3324051514096</c:v>
                </c:pt>
                <c:pt idx="1000">
                  <c:v>115.08254189249656</c:v>
                </c:pt>
                <c:pt idx="1001">
                  <c:v>114.51195862960559</c:v>
                </c:pt>
                <c:pt idx="1002">
                  <c:v>114.19496792799951</c:v>
                </c:pt>
                <c:pt idx="1003">
                  <c:v>113.32106807219921</c:v>
                </c:pt>
                <c:pt idx="1004">
                  <c:v>113.56844512953103</c:v>
                </c:pt>
                <c:pt idx="1005">
                  <c:v>116.01611058624623</c:v>
                </c:pt>
                <c:pt idx="1006">
                  <c:v>116.53821291830332</c:v>
                </c:pt>
                <c:pt idx="1007">
                  <c:v>114.86624235493004</c:v>
                </c:pt>
                <c:pt idx="1008">
                  <c:v>115.52632887474508</c:v>
                </c:pt>
                <c:pt idx="1009">
                  <c:v>115.12232111779613</c:v>
                </c:pt>
                <c:pt idx="1010">
                  <c:v>114.19869723037135</c:v>
                </c:pt>
                <c:pt idx="1011">
                  <c:v>112.09288449107446</c:v>
                </c:pt>
                <c:pt idx="1012">
                  <c:v>111.82313161951164</c:v>
                </c:pt>
                <c:pt idx="1013">
                  <c:v>112.3054547262691</c:v>
                </c:pt>
                <c:pt idx="1014">
                  <c:v>112.437223410074</c:v>
                </c:pt>
                <c:pt idx="1015">
                  <c:v>109.92615981303756</c:v>
                </c:pt>
                <c:pt idx="1016">
                  <c:v>110.39107950872648</c:v>
                </c:pt>
                <c:pt idx="1017">
                  <c:v>111.14191238625617</c:v>
                </c:pt>
                <c:pt idx="1018">
                  <c:v>109.6054398090596</c:v>
                </c:pt>
                <c:pt idx="1019">
                  <c:v>110.3127641589179</c:v>
                </c:pt>
                <c:pt idx="1020">
                  <c:v>109.49231763711391</c:v>
                </c:pt>
                <c:pt idx="1021">
                  <c:v>109.46248321813921</c:v>
                </c:pt>
                <c:pt idx="1022">
                  <c:v>110.67574958977661</c:v>
                </c:pt>
                <c:pt idx="1023">
                  <c:v>110.3662174929142</c:v>
                </c:pt>
                <c:pt idx="1024">
                  <c:v>111.49495301078996</c:v>
                </c:pt>
                <c:pt idx="1025">
                  <c:v>110.51041718462518</c:v>
                </c:pt>
                <c:pt idx="1026">
                  <c:v>111.39301874595976</c:v>
                </c:pt>
                <c:pt idx="1027">
                  <c:v>110.03182338023952</c:v>
                </c:pt>
                <c:pt idx="1028">
                  <c:v>112.01829844363762</c:v>
                </c:pt>
                <c:pt idx="1029">
                  <c:v>111.32962060563852</c:v>
                </c:pt>
                <c:pt idx="1030">
                  <c:v>110.48928447118473</c:v>
                </c:pt>
                <c:pt idx="1031">
                  <c:v>108.84714832678615</c:v>
                </c:pt>
                <c:pt idx="1032">
                  <c:v>106.6766943463774</c:v>
                </c:pt>
                <c:pt idx="1033">
                  <c:v>106.60335139973128</c:v>
                </c:pt>
                <c:pt idx="1034">
                  <c:v>107.65750087017034</c:v>
                </c:pt>
                <c:pt idx="1035">
                  <c:v>108.49535080304288</c:v>
                </c:pt>
                <c:pt idx="1036">
                  <c:v>107.5617821092932</c:v>
                </c:pt>
                <c:pt idx="1037">
                  <c:v>108.25543235045474</c:v>
                </c:pt>
                <c:pt idx="1038">
                  <c:v>104.64671075530784</c:v>
                </c:pt>
                <c:pt idx="1039">
                  <c:v>105.13897866839021</c:v>
                </c:pt>
                <c:pt idx="1040">
                  <c:v>106.90293869026878</c:v>
                </c:pt>
                <c:pt idx="1041">
                  <c:v>108.28650987022009</c:v>
                </c:pt>
                <c:pt idx="1042">
                  <c:v>106.13470240167054</c:v>
                </c:pt>
                <c:pt idx="1043">
                  <c:v>105.82517030480813</c:v>
                </c:pt>
                <c:pt idx="1044">
                  <c:v>105.63248968226327</c:v>
                </c:pt>
                <c:pt idx="1045">
                  <c:v>106.24036596887257</c:v>
                </c:pt>
                <c:pt idx="1046">
                  <c:v>105.71453433444364</c:v>
                </c:pt>
                <c:pt idx="1047">
                  <c:v>104.26259261100871</c:v>
                </c:pt>
                <c:pt idx="1048">
                  <c:v>103.72060066630182</c:v>
                </c:pt>
                <c:pt idx="1049">
                  <c:v>103.14504500024842</c:v>
                </c:pt>
                <c:pt idx="1050">
                  <c:v>102.2910347570979</c:v>
                </c:pt>
                <c:pt idx="1051">
                  <c:v>100.63398140321196</c:v>
                </c:pt>
                <c:pt idx="1052">
                  <c:v>100.67997613246462</c:v>
                </c:pt>
                <c:pt idx="1053">
                  <c:v>101.55511908905552</c:v>
                </c:pt>
                <c:pt idx="1054">
                  <c:v>102.0734921187408</c:v>
                </c:pt>
                <c:pt idx="1055">
                  <c:v>100.85898264631277</c:v>
                </c:pt>
                <c:pt idx="1056">
                  <c:v>100.88508776291557</c:v>
                </c:pt>
                <c:pt idx="1057">
                  <c:v>101.08149768783227</c:v>
                </c:pt>
                <c:pt idx="1058">
                  <c:v>101.95291134205132</c:v>
                </c:pt>
                <c:pt idx="1059">
                  <c:v>102.00014917209458</c:v>
                </c:pt>
                <c:pt idx="1060">
                  <c:v>102.10829894087782</c:v>
                </c:pt>
                <c:pt idx="1061">
                  <c:v>101.52528467008075</c:v>
                </c:pt>
                <c:pt idx="1062">
                  <c:v>98.993088359603902</c:v>
                </c:pt>
                <c:pt idx="1063">
                  <c:v>100.08204465218009</c:v>
                </c:pt>
                <c:pt idx="1064">
                  <c:v>102.21023320570799</c:v>
                </c:pt>
                <c:pt idx="1065">
                  <c:v>102.20899010491739</c:v>
                </c:pt>
                <c:pt idx="1066">
                  <c:v>102.52349460494229</c:v>
                </c:pt>
                <c:pt idx="1067">
                  <c:v>103.15996220973567</c:v>
                </c:pt>
                <c:pt idx="1068">
                  <c:v>103.17860872159487</c:v>
                </c:pt>
                <c:pt idx="1069">
                  <c:v>105.85003232062027</c:v>
                </c:pt>
                <c:pt idx="1070">
                  <c:v>106.13967480483289</c:v>
                </c:pt>
                <c:pt idx="1071">
                  <c:v>105.00969618616648</c:v>
                </c:pt>
                <c:pt idx="1072">
                  <c:v>106.82462334046012</c:v>
                </c:pt>
                <c:pt idx="1073">
                  <c:v>107.04340907960788</c:v>
                </c:pt>
                <c:pt idx="1074">
                  <c:v>107.85764009745881</c:v>
                </c:pt>
                <c:pt idx="1075">
                  <c:v>107.6289095519862</c:v>
                </c:pt>
                <c:pt idx="1076">
                  <c:v>108.44065436825589</c:v>
                </c:pt>
                <c:pt idx="1077">
                  <c:v>108.80736910148646</c:v>
                </c:pt>
                <c:pt idx="1078">
                  <c:v>108.12490676744042</c:v>
                </c:pt>
                <c:pt idx="1079">
                  <c:v>107.9384416488486</c:v>
                </c:pt>
                <c:pt idx="1080">
                  <c:v>107.08070210332626</c:v>
                </c:pt>
                <c:pt idx="1081">
                  <c:v>106.39948287007083</c:v>
                </c:pt>
                <c:pt idx="1082">
                  <c:v>107.08940380886055</c:v>
                </c:pt>
                <c:pt idx="1083">
                  <c:v>107.23608970215277</c:v>
                </c:pt>
                <c:pt idx="1084">
                  <c:v>107.3305653622393</c:v>
                </c:pt>
                <c:pt idx="1085">
                  <c:v>107.76440753816293</c:v>
                </c:pt>
                <c:pt idx="1086">
                  <c:v>107.3616428820046</c:v>
                </c:pt>
                <c:pt idx="1087">
                  <c:v>106.59216349261571</c:v>
                </c:pt>
                <c:pt idx="1088">
                  <c:v>106.59837899656878</c:v>
                </c:pt>
                <c:pt idx="1089">
                  <c:v>107.12918303416015</c:v>
                </c:pt>
                <c:pt idx="1090">
                  <c:v>106.5188205459696</c:v>
                </c:pt>
                <c:pt idx="1091">
                  <c:v>105.90472875540722</c:v>
                </c:pt>
                <c:pt idx="1092">
                  <c:v>105.72447914076848</c:v>
                </c:pt>
                <c:pt idx="1093">
                  <c:v>106.48277062304186</c:v>
                </c:pt>
                <c:pt idx="1094">
                  <c:v>105.34657650042239</c:v>
                </c:pt>
                <c:pt idx="1095">
                  <c:v>105.91218736015088</c:v>
                </c:pt>
                <c:pt idx="1096">
                  <c:v>105.57779324747622</c:v>
                </c:pt>
                <c:pt idx="1097">
                  <c:v>106.85072845706301</c:v>
                </c:pt>
                <c:pt idx="1098">
                  <c:v>105.53801402217664</c:v>
                </c:pt>
                <c:pt idx="1099">
                  <c:v>106.66302023768056</c:v>
                </c:pt>
                <c:pt idx="1100">
                  <c:v>106.89175078315321</c:v>
                </c:pt>
                <c:pt idx="1101">
                  <c:v>107.24354830689643</c:v>
                </c:pt>
                <c:pt idx="1102">
                  <c:v>107.08070210332623</c:v>
                </c:pt>
                <c:pt idx="1103">
                  <c:v>106.2030729451541</c:v>
                </c:pt>
                <c:pt idx="1104">
                  <c:v>105.90099945303535</c:v>
                </c:pt>
                <c:pt idx="1105">
                  <c:v>106.49271542936673</c:v>
                </c:pt>
                <c:pt idx="1106">
                  <c:v>106.17821092934187</c:v>
                </c:pt>
                <c:pt idx="1107">
                  <c:v>106.2204763562227</c:v>
                </c:pt>
                <c:pt idx="1108">
                  <c:v>104.93138083635795</c:v>
                </c:pt>
                <c:pt idx="1109">
                  <c:v>107.74451792551311</c:v>
                </c:pt>
                <c:pt idx="1110">
                  <c:v>107.88996071801475</c:v>
                </c:pt>
                <c:pt idx="1111">
                  <c:v>107.27213962508054</c:v>
                </c:pt>
                <c:pt idx="1112">
                  <c:v>108.28899607180122</c:v>
                </c:pt>
                <c:pt idx="1113">
                  <c:v>107.74700412709434</c:v>
                </c:pt>
                <c:pt idx="1114">
                  <c:v>108.59355576550119</c:v>
                </c:pt>
                <c:pt idx="1115">
                  <c:v>110.0641440007953</c:v>
                </c:pt>
                <c:pt idx="1116">
                  <c:v>110.44453284272261</c:v>
                </c:pt>
                <c:pt idx="1117">
                  <c:v>112.08915518870242</c:v>
                </c:pt>
                <c:pt idx="1118">
                  <c:v>111.50241161553352</c:v>
                </c:pt>
                <c:pt idx="1119">
                  <c:v>110.49177067276588</c:v>
                </c:pt>
                <c:pt idx="1120">
                  <c:v>111.08845905225968</c:v>
                </c:pt>
                <c:pt idx="1121">
                  <c:v>111.48376510367434</c:v>
                </c:pt>
                <c:pt idx="1122">
                  <c:v>111.14439858783726</c:v>
                </c:pt>
                <c:pt idx="1123">
                  <c:v>110.60986524787404</c:v>
                </c:pt>
                <c:pt idx="1124">
                  <c:v>111.02133160956662</c:v>
                </c:pt>
                <c:pt idx="1125">
                  <c:v>111.17174680523068</c:v>
                </c:pt>
                <c:pt idx="1126">
                  <c:v>110.98901098901072</c:v>
                </c:pt>
                <c:pt idx="1127">
                  <c:v>113.35214559196436</c:v>
                </c:pt>
                <c:pt idx="1128">
                  <c:v>115.14345383123639</c:v>
                </c:pt>
                <c:pt idx="1129">
                  <c:v>116.1217741534481</c:v>
                </c:pt>
                <c:pt idx="1130">
                  <c:v>115.92536422853138</c:v>
                </c:pt>
                <c:pt idx="1131">
                  <c:v>113.70518621649818</c:v>
                </c:pt>
                <c:pt idx="1132">
                  <c:v>114.86499925413925</c:v>
                </c:pt>
                <c:pt idx="1133">
                  <c:v>115.21058127392941</c:v>
                </c:pt>
                <c:pt idx="1134">
                  <c:v>115.91169011983463</c:v>
                </c:pt>
                <c:pt idx="1135">
                  <c:v>116.15285167321338</c:v>
                </c:pt>
                <c:pt idx="1136">
                  <c:v>116.91611555864921</c:v>
                </c:pt>
                <c:pt idx="1137">
                  <c:v>117.38973695987247</c:v>
                </c:pt>
                <c:pt idx="1138">
                  <c:v>116.3256426831085</c:v>
                </c:pt>
                <c:pt idx="1139">
                  <c:v>115.86818159216324</c:v>
                </c:pt>
                <c:pt idx="1140">
                  <c:v>116.02356919098975</c:v>
                </c:pt>
                <c:pt idx="1141">
                  <c:v>115.87564019690689</c:v>
                </c:pt>
                <c:pt idx="1142">
                  <c:v>115.47660484312043</c:v>
                </c:pt>
                <c:pt idx="1143">
                  <c:v>116.47481477798192</c:v>
                </c:pt>
                <c:pt idx="1144">
                  <c:v>117.64457262194789</c:v>
                </c:pt>
                <c:pt idx="1145">
                  <c:v>119.03311620506163</c:v>
                </c:pt>
                <c:pt idx="1146">
                  <c:v>117.16349261598104</c:v>
                </c:pt>
                <c:pt idx="1147">
                  <c:v>117.85092735318953</c:v>
                </c:pt>
                <c:pt idx="1148">
                  <c:v>117.69553975436303</c:v>
                </c:pt>
                <c:pt idx="1149">
                  <c:v>118.54830689672292</c:v>
                </c:pt>
                <c:pt idx="1150">
                  <c:v>119.5937546616277</c:v>
                </c:pt>
                <c:pt idx="1151">
                  <c:v>119.90080055690892</c:v>
                </c:pt>
                <c:pt idx="1152">
                  <c:v>119.4557704738698</c:v>
                </c:pt>
                <c:pt idx="1153">
                  <c:v>119.07911093431433</c:v>
                </c:pt>
                <c:pt idx="1154">
                  <c:v>119.46322907861347</c:v>
                </c:pt>
                <c:pt idx="1155">
                  <c:v>119.43215155884818</c:v>
                </c:pt>
                <c:pt idx="1156">
                  <c:v>119.62234597981184</c:v>
                </c:pt>
                <c:pt idx="1157">
                  <c:v>120.31972552334518</c:v>
                </c:pt>
                <c:pt idx="1158">
                  <c:v>120.15315001740315</c:v>
                </c:pt>
                <c:pt idx="1159">
                  <c:v>118.90134752125678</c:v>
                </c:pt>
                <c:pt idx="1160">
                  <c:v>119.43836706280122</c:v>
                </c:pt>
                <c:pt idx="1161">
                  <c:v>118.69872209238704</c:v>
                </c:pt>
                <c:pt idx="1162">
                  <c:v>117.5426383571178</c:v>
                </c:pt>
                <c:pt idx="1163">
                  <c:v>118.72731341057114</c:v>
                </c:pt>
                <c:pt idx="1164">
                  <c:v>120.20411714981832</c:v>
                </c:pt>
                <c:pt idx="1165">
                  <c:v>120.41420118343179</c:v>
                </c:pt>
                <c:pt idx="1166">
                  <c:v>120.27870319725506</c:v>
                </c:pt>
                <c:pt idx="1167">
                  <c:v>119.57883745214043</c:v>
                </c:pt>
                <c:pt idx="1168">
                  <c:v>119.98284520908939</c:v>
                </c:pt>
                <c:pt idx="1169">
                  <c:v>119.13380736910132</c:v>
                </c:pt>
                <c:pt idx="1170">
                  <c:v>118.08090099945287</c:v>
                </c:pt>
                <c:pt idx="1171">
                  <c:v>119.00079558450579</c:v>
                </c:pt>
                <c:pt idx="1172">
                  <c:v>120.84928646014602</c:v>
                </c:pt>
                <c:pt idx="1173">
                  <c:v>119.93063497588369</c:v>
                </c:pt>
                <c:pt idx="1174">
                  <c:v>118.21639898562961</c:v>
                </c:pt>
                <c:pt idx="1175">
                  <c:v>117.7129431654317</c:v>
                </c:pt>
                <c:pt idx="1176">
                  <c:v>117.3636318432697</c:v>
                </c:pt>
                <c:pt idx="1177">
                  <c:v>118.08835960419657</c:v>
                </c:pt>
                <c:pt idx="1178">
                  <c:v>117.67440704092274</c:v>
                </c:pt>
                <c:pt idx="1179">
                  <c:v>117.27412858634563</c:v>
                </c:pt>
                <c:pt idx="1180">
                  <c:v>115.36845507433728</c:v>
                </c:pt>
                <c:pt idx="1181">
                  <c:v>115.24787429764791</c:v>
                </c:pt>
                <c:pt idx="1182">
                  <c:v>115.31873104271277</c:v>
                </c:pt>
                <c:pt idx="1183">
                  <c:v>115.66804236487478</c:v>
                </c:pt>
                <c:pt idx="1184">
                  <c:v>113.37700760777666</c:v>
                </c:pt>
                <c:pt idx="1185">
                  <c:v>112.87479488836938</c:v>
                </c:pt>
                <c:pt idx="1186">
                  <c:v>112.88722589627551</c:v>
                </c:pt>
                <c:pt idx="1187">
                  <c:v>113.49137288051301</c:v>
                </c:pt>
                <c:pt idx="1188">
                  <c:v>112.19606185669518</c:v>
                </c:pt>
                <c:pt idx="1189">
                  <c:v>111.78583859579319</c:v>
                </c:pt>
                <c:pt idx="1190">
                  <c:v>110.45572074983824</c:v>
                </c:pt>
                <c:pt idx="1191">
                  <c:v>110.6285117597333</c:v>
                </c:pt>
                <c:pt idx="1192">
                  <c:v>110.64218586843002</c:v>
                </c:pt>
                <c:pt idx="1193">
                  <c:v>111.45144448311851</c:v>
                </c:pt>
                <c:pt idx="1194">
                  <c:v>111.65282681119768</c:v>
                </c:pt>
                <c:pt idx="1195">
                  <c:v>111.15682959574346</c:v>
                </c:pt>
                <c:pt idx="1196">
                  <c:v>112.17119984088295</c:v>
                </c:pt>
                <c:pt idx="1197">
                  <c:v>113.18681318681304</c:v>
                </c:pt>
                <c:pt idx="1198">
                  <c:v>113.82701009397827</c:v>
                </c:pt>
                <c:pt idx="1199">
                  <c:v>113.36457659987057</c:v>
                </c:pt>
                <c:pt idx="1200">
                  <c:v>112.67465566108085</c:v>
                </c:pt>
                <c:pt idx="1201">
                  <c:v>114.22604544776476</c:v>
                </c:pt>
                <c:pt idx="1202">
                  <c:v>114.78295460195899</c:v>
                </c:pt>
                <c:pt idx="1203">
                  <c:v>#N/A</c:v>
                </c:pt>
                <c:pt idx="1204">
                  <c:v>#N/A</c:v>
                </c:pt>
                <c:pt idx="1205">
                  <c:v>#N/A</c:v>
                </c:pt>
                <c:pt idx="1206">
                  <c:v>#N/A</c:v>
                </c:pt>
                <c:pt idx="1207">
                  <c:v>#N/A</c:v>
                </c:pt>
                <c:pt idx="1208">
                  <c:v>#N/A</c:v>
                </c:pt>
                <c:pt idx="1209">
                  <c:v>#N/A</c:v>
                </c:pt>
                <c:pt idx="1210">
                  <c:v>#N/A</c:v>
                </c:pt>
                <c:pt idx="1211">
                  <c:v>#N/A</c:v>
                </c:pt>
                <c:pt idx="1212">
                  <c:v>#N/A</c:v>
                </c:pt>
                <c:pt idx="1213">
                  <c:v>#N/A</c:v>
                </c:pt>
                <c:pt idx="1214">
                  <c:v>#N/A</c:v>
                </c:pt>
                <c:pt idx="1215">
                  <c:v>#N/A</c:v>
                </c:pt>
                <c:pt idx="1216">
                  <c:v>#N/A</c:v>
                </c:pt>
                <c:pt idx="1217">
                  <c:v>#N/A</c:v>
                </c:pt>
                <c:pt idx="1218">
                  <c:v>#N/A</c:v>
                </c:pt>
                <c:pt idx="1219">
                  <c:v>#N/A</c:v>
                </c:pt>
                <c:pt idx="1220">
                  <c:v>#N/A</c:v>
                </c:pt>
                <c:pt idx="1221">
                  <c:v>#N/A</c:v>
                </c:pt>
                <c:pt idx="1222">
                  <c:v>#N/A</c:v>
                </c:pt>
                <c:pt idx="1223">
                  <c:v>#N/A</c:v>
                </c:pt>
                <c:pt idx="1224">
                  <c:v>#N/A</c:v>
                </c:pt>
                <c:pt idx="1225">
                  <c:v>#N/A</c:v>
                </c:pt>
                <c:pt idx="1226">
                  <c:v>#N/A</c:v>
                </c:pt>
                <c:pt idx="1227">
                  <c:v>#N/A</c:v>
                </c:pt>
                <c:pt idx="1228">
                  <c:v>#N/A</c:v>
                </c:pt>
                <c:pt idx="1229">
                  <c:v>#N/A</c:v>
                </c:pt>
                <c:pt idx="1230">
                  <c:v>#N/A</c:v>
                </c:pt>
                <c:pt idx="1231">
                  <c:v>#N/A</c:v>
                </c:pt>
                <c:pt idx="1232">
                  <c:v>#N/A</c:v>
                </c:pt>
                <c:pt idx="1233">
                  <c:v>#N/A</c:v>
                </c:pt>
                <c:pt idx="1234">
                  <c:v>#N/A</c:v>
                </c:pt>
                <c:pt idx="1235">
                  <c:v>#N/A</c:v>
                </c:pt>
                <c:pt idx="1236">
                  <c:v>#N/A</c:v>
                </c:pt>
                <c:pt idx="1237">
                  <c:v>#N/A</c:v>
                </c:pt>
                <c:pt idx="1238">
                  <c:v>#N/A</c:v>
                </c:pt>
                <c:pt idx="1239">
                  <c:v>#N/A</c:v>
                </c:pt>
                <c:pt idx="1240">
                  <c:v>#N/A</c:v>
                </c:pt>
                <c:pt idx="1241">
                  <c:v>#N/A</c:v>
                </c:pt>
                <c:pt idx="1242">
                  <c:v>#N/A</c:v>
                </c:pt>
                <c:pt idx="1243">
                  <c:v>#N/A</c:v>
                </c:pt>
                <c:pt idx="1244">
                  <c:v>#N/A</c:v>
                </c:pt>
                <c:pt idx="1245">
                  <c:v>#N/A</c:v>
                </c:pt>
                <c:pt idx="1246">
                  <c:v>#N/A</c:v>
                </c:pt>
                <c:pt idx="1247">
                  <c:v>#N/A</c:v>
                </c:pt>
                <c:pt idx="1248">
                  <c:v>#N/A</c:v>
                </c:pt>
                <c:pt idx="1249">
                  <c:v>#N/A</c:v>
                </c:pt>
                <c:pt idx="1250">
                  <c:v>#N/A</c:v>
                </c:pt>
                <c:pt idx="1251">
                  <c:v>#N/A</c:v>
                </c:pt>
                <c:pt idx="1252">
                  <c:v>#N/A</c:v>
                </c:pt>
                <c:pt idx="1253">
                  <c:v>#N/A</c:v>
                </c:pt>
                <c:pt idx="1254">
                  <c:v>#N/A</c:v>
                </c:pt>
                <c:pt idx="1255">
                  <c:v>#N/A</c:v>
                </c:pt>
                <c:pt idx="1256">
                  <c:v>#N/A</c:v>
                </c:pt>
                <c:pt idx="1257">
                  <c:v>#N/A</c:v>
                </c:pt>
                <c:pt idx="1258">
                  <c:v>#N/A</c:v>
                </c:pt>
                <c:pt idx="1259">
                  <c:v>#N/A</c:v>
                </c:pt>
                <c:pt idx="1260">
                  <c:v>#N/A</c:v>
                </c:pt>
                <c:pt idx="1261">
                  <c:v>#N/A</c:v>
                </c:pt>
                <c:pt idx="1262">
                  <c:v>#N/A</c:v>
                </c:pt>
                <c:pt idx="1263">
                  <c:v>#N/A</c:v>
                </c:pt>
                <c:pt idx="1264">
                  <c:v>#N/A</c:v>
                </c:pt>
                <c:pt idx="1265">
                  <c:v>#N/A</c:v>
                </c:pt>
                <c:pt idx="1266">
                  <c:v>#N/A</c:v>
                </c:pt>
                <c:pt idx="1267">
                  <c:v>#N/A</c:v>
                </c:pt>
                <c:pt idx="1268">
                  <c:v>#N/A</c:v>
                </c:pt>
                <c:pt idx="1269">
                  <c:v>#N/A</c:v>
                </c:pt>
                <c:pt idx="1270">
                  <c:v>#N/A</c:v>
                </c:pt>
                <c:pt idx="1271">
                  <c:v>#N/A</c:v>
                </c:pt>
                <c:pt idx="1272">
                  <c:v>#N/A</c:v>
                </c:pt>
                <c:pt idx="1273">
                  <c:v>#N/A</c:v>
                </c:pt>
                <c:pt idx="1274">
                  <c:v>#N/A</c:v>
                </c:pt>
                <c:pt idx="1275">
                  <c:v>#N/A</c:v>
                </c:pt>
                <c:pt idx="1276">
                  <c:v>#N/A</c:v>
                </c:pt>
                <c:pt idx="1277">
                  <c:v>#N/A</c:v>
                </c:pt>
                <c:pt idx="1278">
                  <c:v>#N/A</c:v>
                </c:pt>
                <c:pt idx="1279">
                  <c:v>#N/A</c:v>
                </c:pt>
                <c:pt idx="1280">
                  <c:v>#N/A</c:v>
                </c:pt>
                <c:pt idx="1281">
                  <c:v>#N/A</c:v>
                </c:pt>
                <c:pt idx="1282">
                  <c:v>#N/A</c:v>
                </c:pt>
                <c:pt idx="1283">
                  <c:v>#N/A</c:v>
                </c:pt>
                <c:pt idx="1284">
                  <c:v>#N/A</c:v>
                </c:pt>
                <c:pt idx="1285">
                  <c:v>#N/A</c:v>
                </c:pt>
                <c:pt idx="1286">
                  <c:v>#N/A</c:v>
                </c:pt>
                <c:pt idx="1287">
                  <c:v>#N/A</c:v>
                </c:pt>
                <c:pt idx="1288">
                  <c:v>#N/A</c:v>
                </c:pt>
                <c:pt idx="1289">
                  <c:v>#N/A</c:v>
                </c:pt>
                <c:pt idx="1290">
                  <c:v>#N/A</c:v>
                </c:pt>
                <c:pt idx="1291">
                  <c:v>#N/A</c:v>
                </c:pt>
                <c:pt idx="1292">
                  <c:v>#N/A</c:v>
                </c:pt>
                <c:pt idx="1293">
                  <c:v>#N/A</c:v>
                </c:pt>
                <c:pt idx="1294">
                  <c:v>#N/A</c:v>
                </c:pt>
                <c:pt idx="1295">
                  <c:v>#N/A</c:v>
                </c:pt>
                <c:pt idx="1296">
                  <c:v>#N/A</c:v>
                </c:pt>
                <c:pt idx="1297">
                  <c:v>#N/A</c:v>
                </c:pt>
                <c:pt idx="1298">
                  <c:v>#N/A</c:v>
                </c:pt>
                <c:pt idx="1299">
                  <c:v>#N/A</c:v>
                </c:pt>
                <c:pt idx="1300">
                  <c:v>#N/A</c:v>
                </c:pt>
                <c:pt idx="1301">
                  <c:v>#N/A</c:v>
                </c:pt>
                <c:pt idx="1302">
                  <c:v>#N/A</c:v>
                </c:pt>
                <c:pt idx="1303">
                  <c:v>#N/A</c:v>
                </c:pt>
                <c:pt idx="1304">
                  <c:v>#N/A</c:v>
                </c:pt>
                <c:pt idx="1305">
                  <c:v>#N/A</c:v>
                </c:pt>
                <c:pt idx="1306">
                  <c:v>#N/A</c:v>
                </c:pt>
                <c:pt idx="1307">
                  <c:v>#N/A</c:v>
                </c:pt>
                <c:pt idx="1308">
                  <c:v>#N/A</c:v>
                </c:pt>
                <c:pt idx="1309">
                  <c:v>#N/A</c:v>
                </c:pt>
                <c:pt idx="1310">
                  <c:v>#N/A</c:v>
                </c:pt>
                <c:pt idx="1311">
                  <c:v>#N/A</c:v>
                </c:pt>
                <c:pt idx="1312">
                  <c:v>#N/A</c:v>
                </c:pt>
                <c:pt idx="1313">
                  <c:v>#N/A</c:v>
                </c:pt>
                <c:pt idx="1314">
                  <c:v>#N/A</c:v>
                </c:pt>
                <c:pt idx="1315">
                  <c:v>#N/A</c:v>
                </c:pt>
                <c:pt idx="1316">
                  <c:v>#N/A</c:v>
                </c:pt>
                <c:pt idx="1317">
                  <c:v>#N/A</c:v>
                </c:pt>
                <c:pt idx="1318">
                  <c:v>#N/A</c:v>
                </c:pt>
                <c:pt idx="1319">
                  <c:v>#N/A</c:v>
                </c:pt>
                <c:pt idx="1320">
                  <c:v>#N/A</c:v>
                </c:pt>
                <c:pt idx="1321">
                  <c:v>#N/A</c:v>
                </c:pt>
                <c:pt idx="1322">
                  <c:v>#N/A</c:v>
                </c:pt>
                <c:pt idx="1323">
                  <c:v>#N/A</c:v>
                </c:pt>
                <c:pt idx="1324">
                  <c:v>#N/A</c:v>
                </c:pt>
                <c:pt idx="1325">
                  <c:v>#N/A</c:v>
                </c:pt>
                <c:pt idx="1326">
                  <c:v>#N/A</c:v>
                </c:pt>
                <c:pt idx="1327">
                  <c:v>#N/A</c:v>
                </c:pt>
                <c:pt idx="1328">
                  <c:v>#N/A</c:v>
                </c:pt>
                <c:pt idx="1329">
                  <c:v>#N/A</c:v>
                </c:pt>
                <c:pt idx="1330">
                  <c:v>#N/A</c:v>
                </c:pt>
              </c:numCache>
            </c:numRef>
          </c:val>
          <c:smooth val="0"/>
          <c:extLst>
            <c:ext xmlns:c16="http://schemas.microsoft.com/office/drawing/2014/chart" uri="{C3380CC4-5D6E-409C-BE32-E72D297353CC}">
              <c16:uniqueId val="{00000002-7DBF-4598-8C69-E59DF427EB9D}"/>
            </c:ext>
          </c:extLst>
        </c:ser>
        <c:ser>
          <c:idx val="3"/>
          <c:order val="3"/>
          <c:tx>
            <c:strRef>
              <c:f>SPX_UST!$AS$7</c:f>
              <c:strCache>
                <c:ptCount val="1"/>
                <c:pt idx="0">
                  <c:v>Energy</c:v>
                </c:pt>
              </c:strCache>
            </c:strRef>
          </c:tx>
          <c:spPr>
            <a:ln w="28575">
              <a:solidFill>
                <a:srgbClr val="10A088"/>
              </a:solidFill>
            </a:ln>
          </c:spPr>
          <c:marker>
            <c:symbol val="none"/>
          </c:marker>
          <c:cat>
            <c:numRef>
              <c:f>SPX_UST!$AG$1275:$AG$4055</c:f>
              <c:numCache>
                <c:formatCode>m/d/yyyy</c:formatCode>
                <c:ptCount val="2781"/>
                <c:pt idx="0">
                  <c:v>44561</c:v>
                </c:pt>
                <c:pt idx="1">
                  <c:v>44564</c:v>
                </c:pt>
                <c:pt idx="2">
                  <c:v>44565</c:v>
                </c:pt>
                <c:pt idx="3">
                  <c:v>44566</c:v>
                </c:pt>
                <c:pt idx="4">
                  <c:v>44567</c:v>
                </c:pt>
                <c:pt idx="5">
                  <c:v>44568</c:v>
                </c:pt>
                <c:pt idx="6">
                  <c:v>44571</c:v>
                </c:pt>
                <c:pt idx="7">
                  <c:v>44572</c:v>
                </c:pt>
                <c:pt idx="8">
                  <c:v>44573</c:v>
                </c:pt>
                <c:pt idx="9">
                  <c:v>44574</c:v>
                </c:pt>
                <c:pt idx="10">
                  <c:v>44575</c:v>
                </c:pt>
                <c:pt idx="11">
                  <c:v>44579</c:v>
                </c:pt>
                <c:pt idx="12">
                  <c:v>44580</c:v>
                </c:pt>
                <c:pt idx="13">
                  <c:v>44581</c:v>
                </c:pt>
                <c:pt idx="14">
                  <c:v>44582</c:v>
                </c:pt>
                <c:pt idx="15">
                  <c:v>44585</c:v>
                </c:pt>
                <c:pt idx="16">
                  <c:v>44586</c:v>
                </c:pt>
                <c:pt idx="17">
                  <c:v>44587</c:v>
                </c:pt>
                <c:pt idx="18">
                  <c:v>44588</c:v>
                </c:pt>
                <c:pt idx="19">
                  <c:v>44589</c:v>
                </c:pt>
                <c:pt idx="20">
                  <c:v>44592</c:v>
                </c:pt>
                <c:pt idx="21">
                  <c:v>44593</c:v>
                </c:pt>
                <c:pt idx="22">
                  <c:v>44594</c:v>
                </c:pt>
                <c:pt idx="23">
                  <c:v>44595</c:v>
                </c:pt>
                <c:pt idx="24">
                  <c:v>44596</c:v>
                </c:pt>
                <c:pt idx="25">
                  <c:v>44599</c:v>
                </c:pt>
                <c:pt idx="26">
                  <c:v>44600</c:v>
                </c:pt>
                <c:pt idx="27">
                  <c:v>44601</c:v>
                </c:pt>
                <c:pt idx="28">
                  <c:v>44602</c:v>
                </c:pt>
                <c:pt idx="29">
                  <c:v>44603</c:v>
                </c:pt>
                <c:pt idx="30">
                  <c:v>44606</c:v>
                </c:pt>
                <c:pt idx="31">
                  <c:v>44607</c:v>
                </c:pt>
                <c:pt idx="32">
                  <c:v>44608</c:v>
                </c:pt>
                <c:pt idx="33">
                  <c:v>44609</c:v>
                </c:pt>
                <c:pt idx="34">
                  <c:v>44610</c:v>
                </c:pt>
                <c:pt idx="35">
                  <c:v>44614</c:v>
                </c:pt>
                <c:pt idx="36">
                  <c:v>44615</c:v>
                </c:pt>
                <c:pt idx="37">
                  <c:v>44616</c:v>
                </c:pt>
                <c:pt idx="38">
                  <c:v>44617</c:v>
                </c:pt>
                <c:pt idx="39">
                  <c:v>44620</c:v>
                </c:pt>
                <c:pt idx="40">
                  <c:v>44621</c:v>
                </c:pt>
                <c:pt idx="41">
                  <c:v>44622</c:v>
                </c:pt>
                <c:pt idx="42">
                  <c:v>44623</c:v>
                </c:pt>
                <c:pt idx="43">
                  <c:v>44624</c:v>
                </c:pt>
                <c:pt idx="44">
                  <c:v>44627</c:v>
                </c:pt>
                <c:pt idx="45">
                  <c:v>44628</c:v>
                </c:pt>
                <c:pt idx="46">
                  <c:v>44629</c:v>
                </c:pt>
                <c:pt idx="47">
                  <c:v>44630</c:v>
                </c:pt>
                <c:pt idx="48">
                  <c:v>44631</c:v>
                </c:pt>
                <c:pt idx="49">
                  <c:v>44634</c:v>
                </c:pt>
                <c:pt idx="50">
                  <c:v>44635</c:v>
                </c:pt>
                <c:pt idx="51">
                  <c:v>44636</c:v>
                </c:pt>
                <c:pt idx="52">
                  <c:v>44637</c:v>
                </c:pt>
                <c:pt idx="53">
                  <c:v>44638</c:v>
                </c:pt>
                <c:pt idx="54">
                  <c:v>44641</c:v>
                </c:pt>
                <c:pt idx="55">
                  <c:v>44642</c:v>
                </c:pt>
                <c:pt idx="56">
                  <c:v>44643</c:v>
                </c:pt>
                <c:pt idx="57">
                  <c:v>44644</c:v>
                </c:pt>
                <c:pt idx="58">
                  <c:v>44645</c:v>
                </c:pt>
                <c:pt idx="59">
                  <c:v>44648</c:v>
                </c:pt>
                <c:pt idx="60">
                  <c:v>44649</c:v>
                </c:pt>
                <c:pt idx="61">
                  <c:v>44650</c:v>
                </c:pt>
                <c:pt idx="62">
                  <c:v>44651</c:v>
                </c:pt>
                <c:pt idx="63">
                  <c:v>44652</c:v>
                </c:pt>
                <c:pt idx="64">
                  <c:v>44655</c:v>
                </c:pt>
                <c:pt idx="65">
                  <c:v>44656</c:v>
                </c:pt>
                <c:pt idx="66">
                  <c:v>44657</c:v>
                </c:pt>
                <c:pt idx="67">
                  <c:v>44658</c:v>
                </c:pt>
                <c:pt idx="68">
                  <c:v>44659</c:v>
                </c:pt>
                <c:pt idx="69">
                  <c:v>44662</c:v>
                </c:pt>
                <c:pt idx="70">
                  <c:v>44663</c:v>
                </c:pt>
                <c:pt idx="71">
                  <c:v>44664</c:v>
                </c:pt>
                <c:pt idx="72">
                  <c:v>44665</c:v>
                </c:pt>
                <c:pt idx="73">
                  <c:v>44669</c:v>
                </c:pt>
                <c:pt idx="74">
                  <c:v>44670</c:v>
                </c:pt>
                <c:pt idx="75">
                  <c:v>44671</c:v>
                </c:pt>
                <c:pt idx="76">
                  <c:v>44672</c:v>
                </c:pt>
                <c:pt idx="77">
                  <c:v>44673</c:v>
                </c:pt>
                <c:pt idx="78">
                  <c:v>44676</c:v>
                </c:pt>
                <c:pt idx="79">
                  <c:v>44677</c:v>
                </c:pt>
                <c:pt idx="80">
                  <c:v>44678</c:v>
                </c:pt>
                <c:pt idx="81">
                  <c:v>44679</c:v>
                </c:pt>
                <c:pt idx="82">
                  <c:v>44680</c:v>
                </c:pt>
                <c:pt idx="83">
                  <c:v>44683</c:v>
                </c:pt>
                <c:pt idx="84">
                  <c:v>44684</c:v>
                </c:pt>
                <c:pt idx="85">
                  <c:v>44685</c:v>
                </c:pt>
                <c:pt idx="86">
                  <c:v>44686</c:v>
                </c:pt>
                <c:pt idx="87">
                  <c:v>44687</c:v>
                </c:pt>
                <c:pt idx="88">
                  <c:v>44690</c:v>
                </c:pt>
                <c:pt idx="89">
                  <c:v>44691</c:v>
                </c:pt>
                <c:pt idx="90">
                  <c:v>44692</c:v>
                </c:pt>
                <c:pt idx="91">
                  <c:v>44693</c:v>
                </c:pt>
                <c:pt idx="92">
                  <c:v>44694</c:v>
                </c:pt>
                <c:pt idx="93">
                  <c:v>44697</c:v>
                </c:pt>
                <c:pt idx="94">
                  <c:v>44698</c:v>
                </c:pt>
                <c:pt idx="95">
                  <c:v>44699</c:v>
                </c:pt>
                <c:pt idx="96">
                  <c:v>44700</c:v>
                </c:pt>
                <c:pt idx="97">
                  <c:v>44701</c:v>
                </c:pt>
                <c:pt idx="98">
                  <c:v>44704</c:v>
                </c:pt>
                <c:pt idx="99">
                  <c:v>44705</c:v>
                </c:pt>
                <c:pt idx="100">
                  <c:v>44706</c:v>
                </c:pt>
                <c:pt idx="101">
                  <c:v>44707</c:v>
                </c:pt>
                <c:pt idx="102">
                  <c:v>44708</c:v>
                </c:pt>
                <c:pt idx="103">
                  <c:v>44712</c:v>
                </c:pt>
                <c:pt idx="104">
                  <c:v>44713</c:v>
                </c:pt>
                <c:pt idx="105">
                  <c:v>44714</c:v>
                </c:pt>
                <c:pt idx="106">
                  <c:v>44715</c:v>
                </c:pt>
                <c:pt idx="107">
                  <c:v>44718</c:v>
                </c:pt>
                <c:pt idx="108">
                  <c:v>44719</c:v>
                </c:pt>
                <c:pt idx="109">
                  <c:v>44720</c:v>
                </c:pt>
                <c:pt idx="110">
                  <c:v>44721</c:v>
                </c:pt>
                <c:pt idx="111">
                  <c:v>44722</c:v>
                </c:pt>
                <c:pt idx="112">
                  <c:v>44725</c:v>
                </c:pt>
                <c:pt idx="113">
                  <c:v>44726</c:v>
                </c:pt>
                <c:pt idx="114">
                  <c:v>44727</c:v>
                </c:pt>
                <c:pt idx="115">
                  <c:v>44728</c:v>
                </c:pt>
                <c:pt idx="116">
                  <c:v>44729</c:v>
                </c:pt>
                <c:pt idx="117">
                  <c:v>44733</c:v>
                </c:pt>
                <c:pt idx="118">
                  <c:v>44734</c:v>
                </c:pt>
                <c:pt idx="119">
                  <c:v>44735</c:v>
                </c:pt>
                <c:pt idx="120">
                  <c:v>44736</c:v>
                </c:pt>
                <c:pt idx="121">
                  <c:v>44739</c:v>
                </c:pt>
                <c:pt idx="122">
                  <c:v>44740</c:v>
                </c:pt>
                <c:pt idx="123">
                  <c:v>44741</c:v>
                </c:pt>
                <c:pt idx="124">
                  <c:v>44742</c:v>
                </c:pt>
                <c:pt idx="125">
                  <c:v>44743</c:v>
                </c:pt>
                <c:pt idx="126">
                  <c:v>44747</c:v>
                </c:pt>
                <c:pt idx="127">
                  <c:v>44748</c:v>
                </c:pt>
                <c:pt idx="128">
                  <c:v>44749</c:v>
                </c:pt>
                <c:pt idx="129">
                  <c:v>44750</c:v>
                </c:pt>
                <c:pt idx="130">
                  <c:v>44753</c:v>
                </c:pt>
                <c:pt idx="131">
                  <c:v>44754</c:v>
                </c:pt>
                <c:pt idx="132">
                  <c:v>44755</c:v>
                </c:pt>
                <c:pt idx="133">
                  <c:v>44756</c:v>
                </c:pt>
                <c:pt idx="134">
                  <c:v>44757</c:v>
                </c:pt>
                <c:pt idx="135">
                  <c:v>44760</c:v>
                </c:pt>
                <c:pt idx="136">
                  <c:v>44761</c:v>
                </c:pt>
                <c:pt idx="137">
                  <c:v>44762</c:v>
                </c:pt>
                <c:pt idx="138">
                  <c:v>44763</c:v>
                </c:pt>
                <c:pt idx="139">
                  <c:v>44764</c:v>
                </c:pt>
                <c:pt idx="140">
                  <c:v>44767</c:v>
                </c:pt>
                <c:pt idx="141">
                  <c:v>44768</c:v>
                </c:pt>
                <c:pt idx="142">
                  <c:v>44769</c:v>
                </c:pt>
                <c:pt idx="143">
                  <c:v>44770</c:v>
                </c:pt>
                <c:pt idx="144">
                  <c:v>44771</c:v>
                </c:pt>
                <c:pt idx="145">
                  <c:v>44774</c:v>
                </c:pt>
                <c:pt idx="146">
                  <c:v>44775</c:v>
                </c:pt>
                <c:pt idx="147">
                  <c:v>44776</c:v>
                </c:pt>
                <c:pt idx="148">
                  <c:v>44777</c:v>
                </c:pt>
                <c:pt idx="149">
                  <c:v>44778</c:v>
                </c:pt>
                <c:pt idx="150">
                  <c:v>44781</c:v>
                </c:pt>
                <c:pt idx="151">
                  <c:v>44782</c:v>
                </c:pt>
                <c:pt idx="152">
                  <c:v>44783</c:v>
                </c:pt>
                <c:pt idx="153">
                  <c:v>44784</c:v>
                </c:pt>
                <c:pt idx="154">
                  <c:v>44785</c:v>
                </c:pt>
                <c:pt idx="155">
                  <c:v>44788</c:v>
                </c:pt>
                <c:pt idx="156">
                  <c:v>44789</c:v>
                </c:pt>
                <c:pt idx="157">
                  <c:v>44790</c:v>
                </c:pt>
                <c:pt idx="158">
                  <c:v>44791</c:v>
                </c:pt>
                <c:pt idx="159">
                  <c:v>44792</c:v>
                </c:pt>
                <c:pt idx="160">
                  <c:v>44795</c:v>
                </c:pt>
                <c:pt idx="161">
                  <c:v>44796</c:v>
                </c:pt>
                <c:pt idx="162">
                  <c:v>44797</c:v>
                </c:pt>
                <c:pt idx="163">
                  <c:v>44798</c:v>
                </c:pt>
                <c:pt idx="164">
                  <c:v>44799</c:v>
                </c:pt>
                <c:pt idx="165">
                  <c:v>44802</c:v>
                </c:pt>
                <c:pt idx="166">
                  <c:v>44803</c:v>
                </c:pt>
                <c:pt idx="167">
                  <c:v>44804</c:v>
                </c:pt>
                <c:pt idx="168">
                  <c:v>44805</c:v>
                </c:pt>
                <c:pt idx="169">
                  <c:v>44806</c:v>
                </c:pt>
                <c:pt idx="170">
                  <c:v>44810</c:v>
                </c:pt>
                <c:pt idx="171">
                  <c:v>44811</c:v>
                </c:pt>
                <c:pt idx="172">
                  <c:v>44812</c:v>
                </c:pt>
                <c:pt idx="173">
                  <c:v>44813</c:v>
                </c:pt>
                <c:pt idx="174">
                  <c:v>44816</c:v>
                </c:pt>
                <c:pt idx="175">
                  <c:v>44817</c:v>
                </c:pt>
                <c:pt idx="176">
                  <c:v>44818</c:v>
                </c:pt>
                <c:pt idx="177">
                  <c:v>44819</c:v>
                </c:pt>
                <c:pt idx="178">
                  <c:v>44820</c:v>
                </c:pt>
                <c:pt idx="179">
                  <c:v>44823</c:v>
                </c:pt>
                <c:pt idx="180">
                  <c:v>44824</c:v>
                </c:pt>
                <c:pt idx="181">
                  <c:v>44825</c:v>
                </c:pt>
                <c:pt idx="182">
                  <c:v>44826</c:v>
                </c:pt>
                <c:pt idx="183">
                  <c:v>44827</c:v>
                </c:pt>
                <c:pt idx="184">
                  <c:v>44830</c:v>
                </c:pt>
                <c:pt idx="185">
                  <c:v>44831</c:v>
                </c:pt>
                <c:pt idx="186">
                  <c:v>44832</c:v>
                </c:pt>
                <c:pt idx="187">
                  <c:v>44833</c:v>
                </c:pt>
                <c:pt idx="188">
                  <c:v>44834</c:v>
                </c:pt>
                <c:pt idx="189">
                  <c:v>44837</c:v>
                </c:pt>
                <c:pt idx="190">
                  <c:v>44838</c:v>
                </c:pt>
                <c:pt idx="191">
                  <c:v>44839</c:v>
                </c:pt>
                <c:pt idx="192">
                  <c:v>44840</c:v>
                </c:pt>
                <c:pt idx="193">
                  <c:v>44841</c:v>
                </c:pt>
                <c:pt idx="194">
                  <c:v>44844</c:v>
                </c:pt>
                <c:pt idx="195">
                  <c:v>44845</c:v>
                </c:pt>
                <c:pt idx="196">
                  <c:v>44846</c:v>
                </c:pt>
                <c:pt idx="197">
                  <c:v>44847</c:v>
                </c:pt>
                <c:pt idx="198">
                  <c:v>44848</c:v>
                </c:pt>
                <c:pt idx="199">
                  <c:v>44851</c:v>
                </c:pt>
                <c:pt idx="200">
                  <c:v>44852</c:v>
                </c:pt>
                <c:pt idx="201">
                  <c:v>44853</c:v>
                </c:pt>
                <c:pt idx="202">
                  <c:v>44854</c:v>
                </c:pt>
                <c:pt idx="203">
                  <c:v>44855</c:v>
                </c:pt>
                <c:pt idx="204">
                  <c:v>44858</c:v>
                </c:pt>
                <c:pt idx="205">
                  <c:v>44859</c:v>
                </c:pt>
                <c:pt idx="206">
                  <c:v>44860</c:v>
                </c:pt>
                <c:pt idx="207">
                  <c:v>44861</c:v>
                </c:pt>
                <c:pt idx="208">
                  <c:v>44862</c:v>
                </c:pt>
                <c:pt idx="209">
                  <c:v>44865</c:v>
                </c:pt>
                <c:pt idx="210">
                  <c:v>44866</c:v>
                </c:pt>
                <c:pt idx="211">
                  <c:v>44867</c:v>
                </c:pt>
                <c:pt idx="212">
                  <c:v>44868</c:v>
                </c:pt>
                <c:pt idx="213">
                  <c:v>44869</c:v>
                </c:pt>
                <c:pt idx="214">
                  <c:v>44872</c:v>
                </c:pt>
                <c:pt idx="215">
                  <c:v>44873</c:v>
                </c:pt>
                <c:pt idx="216">
                  <c:v>44874</c:v>
                </c:pt>
                <c:pt idx="217">
                  <c:v>44875</c:v>
                </c:pt>
                <c:pt idx="218">
                  <c:v>44876</c:v>
                </c:pt>
                <c:pt idx="219">
                  <c:v>44879</c:v>
                </c:pt>
                <c:pt idx="220">
                  <c:v>44880</c:v>
                </c:pt>
                <c:pt idx="221">
                  <c:v>44881</c:v>
                </c:pt>
                <c:pt idx="222">
                  <c:v>44882</c:v>
                </c:pt>
                <c:pt idx="223">
                  <c:v>44883</c:v>
                </c:pt>
                <c:pt idx="224">
                  <c:v>44886</c:v>
                </c:pt>
                <c:pt idx="225">
                  <c:v>44887</c:v>
                </c:pt>
                <c:pt idx="226">
                  <c:v>44888</c:v>
                </c:pt>
                <c:pt idx="227">
                  <c:v>44890</c:v>
                </c:pt>
                <c:pt idx="228">
                  <c:v>44893</c:v>
                </c:pt>
                <c:pt idx="229">
                  <c:v>44894</c:v>
                </c:pt>
                <c:pt idx="230">
                  <c:v>44895</c:v>
                </c:pt>
                <c:pt idx="231">
                  <c:v>44896</c:v>
                </c:pt>
                <c:pt idx="232">
                  <c:v>44897</c:v>
                </c:pt>
                <c:pt idx="233">
                  <c:v>44900</c:v>
                </c:pt>
                <c:pt idx="234">
                  <c:v>44901</c:v>
                </c:pt>
                <c:pt idx="235">
                  <c:v>44902</c:v>
                </c:pt>
                <c:pt idx="236">
                  <c:v>44903</c:v>
                </c:pt>
                <c:pt idx="237">
                  <c:v>44904</c:v>
                </c:pt>
                <c:pt idx="238">
                  <c:v>44907</c:v>
                </c:pt>
                <c:pt idx="239">
                  <c:v>44908</c:v>
                </c:pt>
                <c:pt idx="240">
                  <c:v>44909</c:v>
                </c:pt>
                <c:pt idx="241">
                  <c:v>44910</c:v>
                </c:pt>
                <c:pt idx="242">
                  <c:v>44911</c:v>
                </c:pt>
                <c:pt idx="243">
                  <c:v>44914</c:v>
                </c:pt>
                <c:pt idx="244">
                  <c:v>44915</c:v>
                </c:pt>
                <c:pt idx="245">
                  <c:v>44916</c:v>
                </c:pt>
                <c:pt idx="246">
                  <c:v>44917</c:v>
                </c:pt>
                <c:pt idx="247">
                  <c:v>44918</c:v>
                </c:pt>
                <c:pt idx="248">
                  <c:v>44922</c:v>
                </c:pt>
                <c:pt idx="249">
                  <c:v>44923</c:v>
                </c:pt>
                <c:pt idx="250">
                  <c:v>44924</c:v>
                </c:pt>
                <c:pt idx="251">
                  <c:v>44925</c:v>
                </c:pt>
                <c:pt idx="252">
                  <c:v>44929</c:v>
                </c:pt>
                <c:pt idx="253">
                  <c:v>44930</c:v>
                </c:pt>
                <c:pt idx="254">
                  <c:v>44931</c:v>
                </c:pt>
                <c:pt idx="255">
                  <c:v>44932</c:v>
                </c:pt>
                <c:pt idx="256">
                  <c:v>44935</c:v>
                </c:pt>
                <c:pt idx="257">
                  <c:v>44936</c:v>
                </c:pt>
                <c:pt idx="258">
                  <c:v>44937</c:v>
                </c:pt>
                <c:pt idx="259">
                  <c:v>44938</c:v>
                </c:pt>
                <c:pt idx="260">
                  <c:v>44939</c:v>
                </c:pt>
                <c:pt idx="261">
                  <c:v>44943</c:v>
                </c:pt>
                <c:pt idx="262">
                  <c:v>44944</c:v>
                </c:pt>
                <c:pt idx="263">
                  <c:v>44945</c:v>
                </c:pt>
                <c:pt idx="264">
                  <c:v>44946</c:v>
                </c:pt>
                <c:pt idx="265">
                  <c:v>44949</c:v>
                </c:pt>
                <c:pt idx="266">
                  <c:v>44950</c:v>
                </c:pt>
                <c:pt idx="267">
                  <c:v>44951</c:v>
                </c:pt>
                <c:pt idx="268">
                  <c:v>44952</c:v>
                </c:pt>
                <c:pt idx="269">
                  <c:v>44953</c:v>
                </c:pt>
                <c:pt idx="270">
                  <c:v>44956</c:v>
                </c:pt>
                <c:pt idx="271">
                  <c:v>44957</c:v>
                </c:pt>
                <c:pt idx="272">
                  <c:v>44958</c:v>
                </c:pt>
                <c:pt idx="273">
                  <c:v>44959</c:v>
                </c:pt>
                <c:pt idx="274">
                  <c:v>44960</c:v>
                </c:pt>
                <c:pt idx="275">
                  <c:v>44963</c:v>
                </c:pt>
                <c:pt idx="276">
                  <c:v>44964</c:v>
                </c:pt>
                <c:pt idx="277">
                  <c:v>44965</c:v>
                </c:pt>
                <c:pt idx="278">
                  <c:v>44966</c:v>
                </c:pt>
                <c:pt idx="279">
                  <c:v>44967</c:v>
                </c:pt>
                <c:pt idx="280">
                  <c:v>44970</c:v>
                </c:pt>
                <c:pt idx="281">
                  <c:v>44971</c:v>
                </c:pt>
                <c:pt idx="282">
                  <c:v>44972</c:v>
                </c:pt>
                <c:pt idx="283">
                  <c:v>44973</c:v>
                </c:pt>
                <c:pt idx="284">
                  <c:v>44974</c:v>
                </c:pt>
                <c:pt idx="285">
                  <c:v>44978</c:v>
                </c:pt>
                <c:pt idx="286">
                  <c:v>44979</c:v>
                </c:pt>
                <c:pt idx="287">
                  <c:v>44980</c:v>
                </c:pt>
                <c:pt idx="288">
                  <c:v>44981</c:v>
                </c:pt>
                <c:pt idx="289">
                  <c:v>44984</c:v>
                </c:pt>
                <c:pt idx="290">
                  <c:v>44985</c:v>
                </c:pt>
                <c:pt idx="291">
                  <c:v>44986</c:v>
                </c:pt>
                <c:pt idx="292">
                  <c:v>44987</c:v>
                </c:pt>
                <c:pt idx="293">
                  <c:v>44988</c:v>
                </c:pt>
                <c:pt idx="294">
                  <c:v>44991</c:v>
                </c:pt>
                <c:pt idx="295">
                  <c:v>44992</c:v>
                </c:pt>
                <c:pt idx="296">
                  <c:v>44993</c:v>
                </c:pt>
                <c:pt idx="297">
                  <c:v>44994</c:v>
                </c:pt>
                <c:pt idx="298">
                  <c:v>44995</c:v>
                </c:pt>
                <c:pt idx="299">
                  <c:v>44998</c:v>
                </c:pt>
                <c:pt idx="300">
                  <c:v>44999</c:v>
                </c:pt>
                <c:pt idx="301">
                  <c:v>45000</c:v>
                </c:pt>
                <c:pt idx="302">
                  <c:v>45001</c:v>
                </c:pt>
                <c:pt idx="303">
                  <c:v>45002</c:v>
                </c:pt>
                <c:pt idx="304">
                  <c:v>45005</c:v>
                </c:pt>
                <c:pt idx="305">
                  <c:v>45006</c:v>
                </c:pt>
                <c:pt idx="306">
                  <c:v>45007</c:v>
                </c:pt>
                <c:pt idx="307">
                  <c:v>45008</c:v>
                </c:pt>
                <c:pt idx="308">
                  <c:v>45009</c:v>
                </c:pt>
                <c:pt idx="309">
                  <c:v>45012</c:v>
                </c:pt>
                <c:pt idx="310">
                  <c:v>45013</c:v>
                </c:pt>
                <c:pt idx="311">
                  <c:v>45014</c:v>
                </c:pt>
                <c:pt idx="312">
                  <c:v>45015</c:v>
                </c:pt>
                <c:pt idx="313">
                  <c:v>45016</c:v>
                </c:pt>
                <c:pt idx="314">
                  <c:v>45019</c:v>
                </c:pt>
                <c:pt idx="315">
                  <c:v>45020</c:v>
                </c:pt>
                <c:pt idx="316">
                  <c:v>45021</c:v>
                </c:pt>
                <c:pt idx="317">
                  <c:v>45022</c:v>
                </c:pt>
                <c:pt idx="318">
                  <c:v>45026</c:v>
                </c:pt>
                <c:pt idx="319">
                  <c:v>45027</c:v>
                </c:pt>
                <c:pt idx="320">
                  <c:v>45028</c:v>
                </c:pt>
                <c:pt idx="321">
                  <c:v>45029</c:v>
                </c:pt>
                <c:pt idx="322">
                  <c:v>45030</c:v>
                </c:pt>
                <c:pt idx="323">
                  <c:v>45033</c:v>
                </c:pt>
                <c:pt idx="324">
                  <c:v>45034</c:v>
                </c:pt>
                <c:pt idx="325">
                  <c:v>45035</c:v>
                </c:pt>
                <c:pt idx="326">
                  <c:v>45036</c:v>
                </c:pt>
                <c:pt idx="327">
                  <c:v>45037</c:v>
                </c:pt>
                <c:pt idx="328">
                  <c:v>45040</c:v>
                </c:pt>
                <c:pt idx="329">
                  <c:v>45041</c:v>
                </c:pt>
                <c:pt idx="330">
                  <c:v>45042</c:v>
                </c:pt>
                <c:pt idx="331">
                  <c:v>45043</c:v>
                </c:pt>
                <c:pt idx="332">
                  <c:v>45044</c:v>
                </c:pt>
                <c:pt idx="333">
                  <c:v>45047</c:v>
                </c:pt>
                <c:pt idx="334">
                  <c:v>45048</c:v>
                </c:pt>
                <c:pt idx="335">
                  <c:v>45049</c:v>
                </c:pt>
                <c:pt idx="336">
                  <c:v>45050</c:v>
                </c:pt>
                <c:pt idx="337">
                  <c:v>45051</c:v>
                </c:pt>
                <c:pt idx="338">
                  <c:v>45054</c:v>
                </c:pt>
                <c:pt idx="339">
                  <c:v>45055</c:v>
                </c:pt>
                <c:pt idx="340">
                  <c:v>45056</c:v>
                </c:pt>
                <c:pt idx="341">
                  <c:v>45057</c:v>
                </c:pt>
                <c:pt idx="342">
                  <c:v>45058</c:v>
                </c:pt>
                <c:pt idx="343">
                  <c:v>45061</c:v>
                </c:pt>
                <c:pt idx="344">
                  <c:v>45062</c:v>
                </c:pt>
                <c:pt idx="345">
                  <c:v>45063</c:v>
                </c:pt>
                <c:pt idx="346">
                  <c:v>45064</c:v>
                </c:pt>
                <c:pt idx="347">
                  <c:v>45065</c:v>
                </c:pt>
                <c:pt idx="348">
                  <c:v>45068</c:v>
                </c:pt>
                <c:pt idx="349">
                  <c:v>45069</c:v>
                </c:pt>
                <c:pt idx="350">
                  <c:v>45070</c:v>
                </c:pt>
                <c:pt idx="351">
                  <c:v>45071</c:v>
                </c:pt>
                <c:pt idx="352">
                  <c:v>45072</c:v>
                </c:pt>
                <c:pt idx="353">
                  <c:v>45076</c:v>
                </c:pt>
                <c:pt idx="354">
                  <c:v>45077</c:v>
                </c:pt>
                <c:pt idx="355">
                  <c:v>45078</c:v>
                </c:pt>
                <c:pt idx="356">
                  <c:v>45079</c:v>
                </c:pt>
                <c:pt idx="357">
                  <c:v>45082</c:v>
                </c:pt>
                <c:pt idx="358">
                  <c:v>45083</c:v>
                </c:pt>
                <c:pt idx="359">
                  <c:v>45084</c:v>
                </c:pt>
                <c:pt idx="360">
                  <c:v>45085</c:v>
                </c:pt>
                <c:pt idx="361">
                  <c:v>45086</c:v>
                </c:pt>
                <c:pt idx="362">
                  <c:v>45089</c:v>
                </c:pt>
                <c:pt idx="363">
                  <c:v>45090</c:v>
                </c:pt>
                <c:pt idx="364">
                  <c:v>45091</c:v>
                </c:pt>
                <c:pt idx="365">
                  <c:v>45092</c:v>
                </c:pt>
                <c:pt idx="366">
                  <c:v>45093</c:v>
                </c:pt>
                <c:pt idx="367">
                  <c:v>45097</c:v>
                </c:pt>
                <c:pt idx="368">
                  <c:v>45098</c:v>
                </c:pt>
                <c:pt idx="369">
                  <c:v>45099</c:v>
                </c:pt>
                <c:pt idx="370">
                  <c:v>45100</c:v>
                </c:pt>
                <c:pt idx="371">
                  <c:v>45103</c:v>
                </c:pt>
                <c:pt idx="372">
                  <c:v>45104</c:v>
                </c:pt>
                <c:pt idx="373">
                  <c:v>45105</c:v>
                </c:pt>
                <c:pt idx="374">
                  <c:v>45106</c:v>
                </c:pt>
                <c:pt idx="375">
                  <c:v>45107</c:v>
                </c:pt>
                <c:pt idx="376">
                  <c:v>45110</c:v>
                </c:pt>
                <c:pt idx="377">
                  <c:v>45112</c:v>
                </c:pt>
                <c:pt idx="378">
                  <c:v>45113</c:v>
                </c:pt>
                <c:pt idx="379">
                  <c:v>45114</c:v>
                </c:pt>
                <c:pt idx="380">
                  <c:v>45117</c:v>
                </c:pt>
                <c:pt idx="381">
                  <c:v>45118</c:v>
                </c:pt>
                <c:pt idx="382">
                  <c:v>45119</c:v>
                </c:pt>
                <c:pt idx="383">
                  <c:v>45120</c:v>
                </c:pt>
                <c:pt idx="384">
                  <c:v>45121</c:v>
                </c:pt>
                <c:pt idx="385">
                  <c:v>45124</c:v>
                </c:pt>
                <c:pt idx="386">
                  <c:v>45125</c:v>
                </c:pt>
                <c:pt idx="387">
                  <c:v>45126</c:v>
                </c:pt>
                <c:pt idx="388">
                  <c:v>45127</c:v>
                </c:pt>
                <c:pt idx="389">
                  <c:v>45128</c:v>
                </c:pt>
                <c:pt idx="390">
                  <c:v>45131</c:v>
                </c:pt>
                <c:pt idx="391">
                  <c:v>45132</c:v>
                </c:pt>
                <c:pt idx="392">
                  <c:v>45133</c:v>
                </c:pt>
                <c:pt idx="393">
                  <c:v>45134</c:v>
                </c:pt>
                <c:pt idx="394">
                  <c:v>45135</c:v>
                </c:pt>
                <c:pt idx="395">
                  <c:v>45138</c:v>
                </c:pt>
                <c:pt idx="396">
                  <c:v>45139</c:v>
                </c:pt>
                <c:pt idx="397">
                  <c:v>45140</c:v>
                </c:pt>
                <c:pt idx="398">
                  <c:v>45141</c:v>
                </c:pt>
                <c:pt idx="399">
                  <c:v>45142</c:v>
                </c:pt>
                <c:pt idx="400">
                  <c:v>45145</c:v>
                </c:pt>
                <c:pt idx="401">
                  <c:v>45146</c:v>
                </c:pt>
                <c:pt idx="402">
                  <c:v>45147</c:v>
                </c:pt>
                <c:pt idx="403">
                  <c:v>45148</c:v>
                </c:pt>
                <c:pt idx="404">
                  <c:v>45149</c:v>
                </c:pt>
                <c:pt idx="405">
                  <c:v>45152</c:v>
                </c:pt>
                <c:pt idx="406">
                  <c:v>45153</c:v>
                </c:pt>
                <c:pt idx="407">
                  <c:v>45154</c:v>
                </c:pt>
                <c:pt idx="408">
                  <c:v>45155</c:v>
                </c:pt>
                <c:pt idx="409">
                  <c:v>45156</c:v>
                </c:pt>
                <c:pt idx="410">
                  <c:v>45159</c:v>
                </c:pt>
                <c:pt idx="411">
                  <c:v>45160</c:v>
                </c:pt>
                <c:pt idx="412">
                  <c:v>45161</c:v>
                </c:pt>
                <c:pt idx="413">
                  <c:v>45162</c:v>
                </c:pt>
                <c:pt idx="414">
                  <c:v>45163</c:v>
                </c:pt>
                <c:pt idx="415">
                  <c:v>45166</c:v>
                </c:pt>
                <c:pt idx="416">
                  <c:v>45167</c:v>
                </c:pt>
                <c:pt idx="417">
                  <c:v>45168</c:v>
                </c:pt>
                <c:pt idx="418">
                  <c:v>45169</c:v>
                </c:pt>
                <c:pt idx="419">
                  <c:v>45170</c:v>
                </c:pt>
                <c:pt idx="420">
                  <c:v>45174</c:v>
                </c:pt>
                <c:pt idx="421">
                  <c:v>45175</c:v>
                </c:pt>
                <c:pt idx="422">
                  <c:v>45176</c:v>
                </c:pt>
                <c:pt idx="423">
                  <c:v>45177</c:v>
                </c:pt>
                <c:pt idx="424">
                  <c:v>45180</c:v>
                </c:pt>
                <c:pt idx="425">
                  <c:v>45181</c:v>
                </c:pt>
                <c:pt idx="426">
                  <c:v>45182</c:v>
                </c:pt>
                <c:pt idx="427">
                  <c:v>45183</c:v>
                </c:pt>
                <c:pt idx="428">
                  <c:v>45184</c:v>
                </c:pt>
                <c:pt idx="429">
                  <c:v>45187</c:v>
                </c:pt>
                <c:pt idx="430">
                  <c:v>45188</c:v>
                </c:pt>
                <c:pt idx="431">
                  <c:v>45189</c:v>
                </c:pt>
                <c:pt idx="432">
                  <c:v>45190</c:v>
                </c:pt>
                <c:pt idx="433">
                  <c:v>45191</c:v>
                </c:pt>
                <c:pt idx="434">
                  <c:v>45194</c:v>
                </c:pt>
                <c:pt idx="435">
                  <c:v>45195</c:v>
                </c:pt>
                <c:pt idx="436">
                  <c:v>45196</c:v>
                </c:pt>
                <c:pt idx="437">
                  <c:v>45197</c:v>
                </c:pt>
                <c:pt idx="438">
                  <c:v>45198</c:v>
                </c:pt>
                <c:pt idx="439">
                  <c:v>45201</c:v>
                </c:pt>
                <c:pt idx="440">
                  <c:v>45202</c:v>
                </c:pt>
                <c:pt idx="441">
                  <c:v>45203</c:v>
                </c:pt>
                <c:pt idx="442">
                  <c:v>45204</c:v>
                </c:pt>
                <c:pt idx="443">
                  <c:v>45205</c:v>
                </c:pt>
                <c:pt idx="444">
                  <c:v>45208</c:v>
                </c:pt>
                <c:pt idx="445">
                  <c:v>45209</c:v>
                </c:pt>
                <c:pt idx="446">
                  <c:v>45210</c:v>
                </c:pt>
                <c:pt idx="447">
                  <c:v>45211</c:v>
                </c:pt>
                <c:pt idx="448">
                  <c:v>45212</c:v>
                </c:pt>
                <c:pt idx="449">
                  <c:v>45215</c:v>
                </c:pt>
                <c:pt idx="450">
                  <c:v>45216</c:v>
                </c:pt>
                <c:pt idx="451">
                  <c:v>45217</c:v>
                </c:pt>
                <c:pt idx="452">
                  <c:v>45218</c:v>
                </c:pt>
                <c:pt idx="453">
                  <c:v>45219</c:v>
                </c:pt>
                <c:pt idx="454">
                  <c:v>45222</c:v>
                </c:pt>
                <c:pt idx="455">
                  <c:v>45223</c:v>
                </c:pt>
                <c:pt idx="456">
                  <c:v>45224</c:v>
                </c:pt>
                <c:pt idx="457">
                  <c:v>45225</c:v>
                </c:pt>
                <c:pt idx="458">
                  <c:v>45226</c:v>
                </c:pt>
                <c:pt idx="459">
                  <c:v>45229</c:v>
                </c:pt>
                <c:pt idx="460">
                  <c:v>45230</c:v>
                </c:pt>
                <c:pt idx="461">
                  <c:v>45231</c:v>
                </c:pt>
                <c:pt idx="462">
                  <c:v>45232</c:v>
                </c:pt>
                <c:pt idx="463">
                  <c:v>45233</c:v>
                </c:pt>
                <c:pt idx="464">
                  <c:v>45236</c:v>
                </c:pt>
                <c:pt idx="465">
                  <c:v>45237</c:v>
                </c:pt>
                <c:pt idx="466">
                  <c:v>45238</c:v>
                </c:pt>
                <c:pt idx="467">
                  <c:v>45239</c:v>
                </c:pt>
                <c:pt idx="468">
                  <c:v>45240</c:v>
                </c:pt>
                <c:pt idx="469">
                  <c:v>45243</c:v>
                </c:pt>
                <c:pt idx="470">
                  <c:v>45244</c:v>
                </c:pt>
                <c:pt idx="471">
                  <c:v>45245</c:v>
                </c:pt>
                <c:pt idx="472">
                  <c:v>45246</c:v>
                </c:pt>
                <c:pt idx="473">
                  <c:v>45247</c:v>
                </c:pt>
                <c:pt idx="474">
                  <c:v>45250</c:v>
                </c:pt>
                <c:pt idx="475">
                  <c:v>45251</c:v>
                </c:pt>
                <c:pt idx="476">
                  <c:v>45252</c:v>
                </c:pt>
                <c:pt idx="477">
                  <c:v>45254</c:v>
                </c:pt>
                <c:pt idx="478">
                  <c:v>45257</c:v>
                </c:pt>
                <c:pt idx="479">
                  <c:v>45258</c:v>
                </c:pt>
                <c:pt idx="480">
                  <c:v>45259</c:v>
                </c:pt>
                <c:pt idx="481">
                  <c:v>45260</c:v>
                </c:pt>
                <c:pt idx="482">
                  <c:v>45261</c:v>
                </c:pt>
                <c:pt idx="483">
                  <c:v>45264</c:v>
                </c:pt>
                <c:pt idx="484">
                  <c:v>45265</c:v>
                </c:pt>
                <c:pt idx="485">
                  <c:v>45266</c:v>
                </c:pt>
                <c:pt idx="486">
                  <c:v>45267</c:v>
                </c:pt>
                <c:pt idx="487">
                  <c:v>45268</c:v>
                </c:pt>
                <c:pt idx="488">
                  <c:v>45271</c:v>
                </c:pt>
                <c:pt idx="489">
                  <c:v>45272</c:v>
                </c:pt>
                <c:pt idx="490">
                  <c:v>45273</c:v>
                </c:pt>
                <c:pt idx="491">
                  <c:v>45274</c:v>
                </c:pt>
                <c:pt idx="492">
                  <c:v>45275</c:v>
                </c:pt>
                <c:pt idx="493">
                  <c:v>45278</c:v>
                </c:pt>
                <c:pt idx="494">
                  <c:v>45279</c:v>
                </c:pt>
                <c:pt idx="495">
                  <c:v>45280</c:v>
                </c:pt>
                <c:pt idx="496">
                  <c:v>45281</c:v>
                </c:pt>
                <c:pt idx="497">
                  <c:v>45282</c:v>
                </c:pt>
                <c:pt idx="498">
                  <c:v>45286</c:v>
                </c:pt>
                <c:pt idx="499">
                  <c:v>45287</c:v>
                </c:pt>
                <c:pt idx="500">
                  <c:v>45288</c:v>
                </c:pt>
                <c:pt idx="501">
                  <c:v>45289</c:v>
                </c:pt>
                <c:pt idx="502">
                  <c:v>45293</c:v>
                </c:pt>
                <c:pt idx="503">
                  <c:v>45294</c:v>
                </c:pt>
                <c:pt idx="504">
                  <c:v>45295</c:v>
                </c:pt>
                <c:pt idx="505">
                  <c:v>45296</c:v>
                </c:pt>
                <c:pt idx="506">
                  <c:v>45299</c:v>
                </c:pt>
                <c:pt idx="507">
                  <c:v>45300</c:v>
                </c:pt>
                <c:pt idx="508">
                  <c:v>45301</c:v>
                </c:pt>
                <c:pt idx="509">
                  <c:v>45302</c:v>
                </c:pt>
                <c:pt idx="510">
                  <c:v>45303</c:v>
                </c:pt>
                <c:pt idx="511">
                  <c:v>45307</c:v>
                </c:pt>
                <c:pt idx="512">
                  <c:v>45308</c:v>
                </c:pt>
                <c:pt idx="513">
                  <c:v>45309</c:v>
                </c:pt>
                <c:pt idx="514">
                  <c:v>45310</c:v>
                </c:pt>
                <c:pt idx="515">
                  <c:v>45313</c:v>
                </c:pt>
                <c:pt idx="516">
                  <c:v>45314</c:v>
                </c:pt>
                <c:pt idx="517">
                  <c:v>45315</c:v>
                </c:pt>
                <c:pt idx="518">
                  <c:v>45316</c:v>
                </c:pt>
                <c:pt idx="519">
                  <c:v>45317</c:v>
                </c:pt>
                <c:pt idx="520">
                  <c:v>45320</c:v>
                </c:pt>
                <c:pt idx="521">
                  <c:v>45321</c:v>
                </c:pt>
                <c:pt idx="522">
                  <c:v>45322</c:v>
                </c:pt>
                <c:pt idx="523">
                  <c:v>45323</c:v>
                </c:pt>
                <c:pt idx="524">
                  <c:v>45324</c:v>
                </c:pt>
                <c:pt idx="525">
                  <c:v>45327</c:v>
                </c:pt>
                <c:pt idx="526">
                  <c:v>45328</c:v>
                </c:pt>
                <c:pt idx="527">
                  <c:v>45329</c:v>
                </c:pt>
                <c:pt idx="528">
                  <c:v>45330</c:v>
                </c:pt>
                <c:pt idx="529">
                  <c:v>45331</c:v>
                </c:pt>
                <c:pt idx="530">
                  <c:v>45334</c:v>
                </c:pt>
                <c:pt idx="531">
                  <c:v>45335</c:v>
                </c:pt>
                <c:pt idx="532">
                  <c:v>45336</c:v>
                </c:pt>
                <c:pt idx="533">
                  <c:v>45337</c:v>
                </c:pt>
                <c:pt idx="534">
                  <c:v>45338</c:v>
                </c:pt>
                <c:pt idx="535">
                  <c:v>45342</c:v>
                </c:pt>
                <c:pt idx="536">
                  <c:v>45343</c:v>
                </c:pt>
                <c:pt idx="537">
                  <c:v>45344</c:v>
                </c:pt>
                <c:pt idx="538">
                  <c:v>45345</c:v>
                </c:pt>
                <c:pt idx="539">
                  <c:v>45348</c:v>
                </c:pt>
                <c:pt idx="540">
                  <c:v>45349</c:v>
                </c:pt>
                <c:pt idx="541">
                  <c:v>45350</c:v>
                </c:pt>
                <c:pt idx="542">
                  <c:v>45351</c:v>
                </c:pt>
                <c:pt idx="543">
                  <c:v>45352</c:v>
                </c:pt>
                <c:pt idx="544">
                  <c:v>45355</c:v>
                </c:pt>
                <c:pt idx="545">
                  <c:v>45356</c:v>
                </c:pt>
                <c:pt idx="546">
                  <c:v>45357</c:v>
                </c:pt>
                <c:pt idx="547">
                  <c:v>45358</c:v>
                </c:pt>
                <c:pt idx="548">
                  <c:v>45359</c:v>
                </c:pt>
                <c:pt idx="549">
                  <c:v>45362</c:v>
                </c:pt>
                <c:pt idx="550">
                  <c:v>45363</c:v>
                </c:pt>
                <c:pt idx="551">
                  <c:v>45364</c:v>
                </c:pt>
                <c:pt idx="552">
                  <c:v>45365</c:v>
                </c:pt>
                <c:pt idx="553">
                  <c:v>45366</c:v>
                </c:pt>
                <c:pt idx="554">
                  <c:v>45369</c:v>
                </c:pt>
                <c:pt idx="555">
                  <c:v>45370</c:v>
                </c:pt>
                <c:pt idx="556">
                  <c:v>45371</c:v>
                </c:pt>
                <c:pt idx="557">
                  <c:v>45372</c:v>
                </c:pt>
                <c:pt idx="558">
                  <c:v>45373</c:v>
                </c:pt>
                <c:pt idx="559">
                  <c:v>45376</c:v>
                </c:pt>
                <c:pt idx="560">
                  <c:v>45377</c:v>
                </c:pt>
                <c:pt idx="561">
                  <c:v>45378</c:v>
                </c:pt>
                <c:pt idx="562">
                  <c:v>45379</c:v>
                </c:pt>
                <c:pt idx="563">
                  <c:v>45383</c:v>
                </c:pt>
                <c:pt idx="564">
                  <c:v>45384</c:v>
                </c:pt>
                <c:pt idx="565">
                  <c:v>45385</c:v>
                </c:pt>
                <c:pt idx="566">
                  <c:v>45386</c:v>
                </c:pt>
                <c:pt idx="567">
                  <c:v>45387</c:v>
                </c:pt>
                <c:pt idx="568">
                  <c:v>45390</c:v>
                </c:pt>
                <c:pt idx="569">
                  <c:v>45391</c:v>
                </c:pt>
                <c:pt idx="570">
                  <c:v>45392</c:v>
                </c:pt>
                <c:pt idx="571">
                  <c:v>45393</c:v>
                </c:pt>
                <c:pt idx="572">
                  <c:v>45394</c:v>
                </c:pt>
                <c:pt idx="573">
                  <c:v>45397</c:v>
                </c:pt>
                <c:pt idx="574">
                  <c:v>45398</c:v>
                </c:pt>
                <c:pt idx="575">
                  <c:v>45399</c:v>
                </c:pt>
                <c:pt idx="576">
                  <c:v>45400</c:v>
                </c:pt>
                <c:pt idx="577">
                  <c:v>45401</c:v>
                </c:pt>
                <c:pt idx="578">
                  <c:v>45404</c:v>
                </c:pt>
                <c:pt idx="579">
                  <c:v>45405</c:v>
                </c:pt>
                <c:pt idx="580">
                  <c:v>45406</c:v>
                </c:pt>
                <c:pt idx="581">
                  <c:v>45407</c:v>
                </c:pt>
                <c:pt idx="582">
                  <c:v>45408</c:v>
                </c:pt>
                <c:pt idx="583">
                  <c:v>45411</c:v>
                </c:pt>
                <c:pt idx="584">
                  <c:v>45412</c:v>
                </c:pt>
                <c:pt idx="585">
                  <c:v>45413</c:v>
                </c:pt>
                <c:pt idx="586">
                  <c:v>45414</c:v>
                </c:pt>
                <c:pt idx="587">
                  <c:v>45415</c:v>
                </c:pt>
                <c:pt idx="588">
                  <c:v>45418</c:v>
                </c:pt>
                <c:pt idx="589">
                  <c:v>45419</c:v>
                </c:pt>
                <c:pt idx="590">
                  <c:v>45420</c:v>
                </c:pt>
                <c:pt idx="591">
                  <c:v>45421</c:v>
                </c:pt>
                <c:pt idx="592">
                  <c:v>45422</c:v>
                </c:pt>
                <c:pt idx="593">
                  <c:v>45425</c:v>
                </c:pt>
                <c:pt idx="594">
                  <c:v>45426</c:v>
                </c:pt>
                <c:pt idx="595">
                  <c:v>45427</c:v>
                </c:pt>
                <c:pt idx="596">
                  <c:v>45428</c:v>
                </c:pt>
                <c:pt idx="597">
                  <c:v>45429</c:v>
                </c:pt>
                <c:pt idx="598">
                  <c:v>45432</c:v>
                </c:pt>
                <c:pt idx="599">
                  <c:v>45433</c:v>
                </c:pt>
                <c:pt idx="600">
                  <c:v>45434</c:v>
                </c:pt>
                <c:pt idx="601">
                  <c:v>45435</c:v>
                </c:pt>
                <c:pt idx="602">
                  <c:v>45436</c:v>
                </c:pt>
                <c:pt idx="603">
                  <c:v>45440</c:v>
                </c:pt>
                <c:pt idx="604">
                  <c:v>45441</c:v>
                </c:pt>
                <c:pt idx="605">
                  <c:v>45442</c:v>
                </c:pt>
                <c:pt idx="606">
                  <c:v>45443</c:v>
                </c:pt>
                <c:pt idx="607">
                  <c:v>45446</c:v>
                </c:pt>
                <c:pt idx="608">
                  <c:v>45447</c:v>
                </c:pt>
                <c:pt idx="609">
                  <c:v>45448</c:v>
                </c:pt>
                <c:pt idx="610">
                  <c:v>45449</c:v>
                </c:pt>
                <c:pt idx="611">
                  <c:v>45450</c:v>
                </c:pt>
                <c:pt idx="612">
                  <c:v>45453</c:v>
                </c:pt>
                <c:pt idx="613">
                  <c:v>45454</c:v>
                </c:pt>
                <c:pt idx="614">
                  <c:v>45455</c:v>
                </c:pt>
                <c:pt idx="615">
                  <c:v>45456</c:v>
                </c:pt>
                <c:pt idx="616">
                  <c:v>45457</c:v>
                </c:pt>
                <c:pt idx="617">
                  <c:v>45460</c:v>
                </c:pt>
                <c:pt idx="618">
                  <c:v>45461</c:v>
                </c:pt>
                <c:pt idx="619">
                  <c:v>45463</c:v>
                </c:pt>
                <c:pt idx="620">
                  <c:v>45464</c:v>
                </c:pt>
                <c:pt idx="621">
                  <c:v>45467</c:v>
                </c:pt>
                <c:pt idx="622">
                  <c:v>45468</c:v>
                </c:pt>
                <c:pt idx="623">
                  <c:v>45469</c:v>
                </c:pt>
                <c:pt idx="624">
                  <c:v>45470</c:v>
                </c:pt>
                <c:pt idx="625">
                  <c:v>45471</c:v>
                </c:pt>
                <c:pt idx="626">
                  <c:v>45474</c:v>
                </c:pt>
                <c:pt idx="627">
                  <c:v>45475</c:v>
                </c:pt>
                <c:pt idx="628">
                  <c:v>45476</c:v>
                </c:pt>
                <c:pt idx="629">
                  <c:v>45478</c:v>
                </c:pt>
                <c:pt idx="630">
                  <c:v>45481</c:v>
                </c:pt>
                <c:pt idx="631">
                  <c:v>45482</c:v>
                </c:pt>
                <c:pt idx="632">
                  <c:v>45483</c:v>
                </c:pt>
                <c:pt idx="633">
                  <c:v>45484</c:v>
                </c:pt>
                <c:pt idx="634">
                  <c:v>45485</c:v>
                </c:pt>
                <c:pt idx="635">
                  <c:v>45488</c:v>
                </c:pt>
                <c:pt idx="636">
                  <c:v>45489</c:v>
                </c:pt>
                <c:pt idx="637">
                  <c:v>45490</c:v>
                </c:pt>
                <c:pt idx="638">
                  <c:v>45491</c:v>
                </c:pt>
                <c:pt idx="639">
                  <c:v>45492</c:v>
                </c:pt>
                <c:pt idx="640">
                  <c:v>45495</c:v>
                </c:pt>
                <c:pt idx="641">
                  <c:v>45496</c:v>
                </c:pt>
                <c:pt idx="642">
                  <c:v>45497</c:v>
                </c:pt>
                <c:pt idx="643">
                  <c:v>45498</c:v>
                </c:pt>
                <c:pt idx="644">
                  <c:v>45499</c:v>
                </c:pt>
                <c:pt idx="645">
                  <c:v>45502</c:v>
                </c:pt>
                <c:pt idx="646">
                  <c:v>45503</c:v>
                </c:pt>
                <c:pt idx="647">
                  <c:v>45504</c:v>
                </c:pt>
                <c:pt idx="648">
                  <c:v>45505</c:v>
                </c:pt>
                <c:pt idx="649">
                  <c:v>45506</c:v>
                </c:pt>
                <c:pt idx="650">
                  <c:v>45509</c:v>
                </c:pt>
                <c:pt idx="651">
                  <c:v>45510</c:v>
                </c:pt>
                <c:pt idx="652">
                  <c:v>45511</c:v>
                </c:pt>
                <c:pt idx="653">
                  <c:v>45512</c:v>
                </c:pt>
                <c:pt idx="654">
                  <c:v>45513</c:v>
                </c:pt>
                <c:pt idx="655">
                  <c:v>45516</c:v>
                </c:pt>
                <c:pt idx="656">
                  <c:v>45517</c:v>
                </c:pt>
                <c:pt idx="657">
                  <c:v>45518</c:v>
                </c:pt>
                <c:pt idx="658">
                  <c:v>45519</c:v>
                </c:pt>
                <c:pt idx="659">
                  <c:v>45520</c:v>
                </c:pt>
                <c:pt idx="660">
                  <c:v>45523</c:v>
                </c:pt>
                <c:pt idx="661">
                  <c:v>45524</c:v>
                </c:pt>
                <c:pt idx="662">
                  <c:v>45525</c:v>
                </c:pt>
                <c:pt idx="663">
                  <c:v>45526</c:v>
                </c:pt>
                <c:pt idx="664">
                  <c:v>45527</c:v>
                </c:pt>
                <c:pt idx="665">
                  <c:v>45530</c:v>
                </c:pt>
                <c:pt idx="666">
                  <c:v>45531</c:v>
                </c:pt>
                <c:pt idx="667">
                  <c:v>45532</c:v>
                </c:pt>
                <c:pt idx="668">
                  <c:v>45533</c:v>
                </c:pt>
                <c:pt idx="669">
                  <c:v>45534</c:v>
                </c:pt>
                <c:pt idx="670">
                  <c:v>45538</c:v>
                </c:pt>
                <c:pt idx="671">
                  <c:v>45539</c:v>
                </c:pt>
                <c:pt idx="672">
                  <c:v>45540</c:v>
                </c:pt>
                <c:pt idx="673">
                  <c:v>45541</c:v>
                </c:pt>
                <c:pt idx="674">
                  <c:v>45544</c:v>
                </c:pt>
                <c:pt idx="675">
                  <c:v>45545</c:v>
                </c:pt>
                <c:pt idx="676">
                  <c:v>45546</c:v>
                </c:pt>
                <c:pt idx="677">
                  <c:v>45547</c:v>
                </c:pt>
                <c:pt idx="678">
                  <c:v>45548</c:v>
                </c:pt>
                <c:pt idx="679">
                  <c:v>45551</c:v>
                </c:pt>
                <c:pt idx="680">
                  <c:v>45552</c:v>
                </c:pt>
                <c:pt idx="681">
                  <c:v>45553</c:v>
                </c:pt>
                <c:pt idx="682">
                  <c:v>45554</c:v>
                </c:pt>
                <c:pt idx="683">
                  <c:v>45555</c:v>
                </c:pt>
                <c:pt idx="684">
                  <c:v>45558</c:v>
                </c:pt>
                <c:pt idx="685">
                  <c:v>45559</c:v>
                </c:pt>
                <c:pt idx="686">
                  <c:v>45560</c:v>
                </c:pt>
                <c:pt idx="687">
                  <c:v>45561</c:v>
                </c:pt>
                <c:pt idx="688">
                  <c:v>45562</c:v>
                </c:pt>
                <c:pt idx="689">
                  <c:v>45565</c:v>
                </c:pt>
                <c:pt idx="690">
                  <c:v>45566</c:v>
                </c:pt>
                <c:pt idx="691">
                  <c:v>45567</c:v>
                </c:pt>
                <c:pt idx="692">
                  <c:v>45568</c:v>
                </c:pt>
                <c:pt idx="693">
                  <c:v>45569</c:v>
                </c:pt>
                <c:pt idx="694">
                  <c:v>45572</c:v>
                </c:pt>
                <c:pt idx="695">
                  <c:v>45573</c:v>
                </c:pt>
                <c:pt idx="696">
                  <c:v>45574</c:v>
                </c:pt>
                <c:pt idx="697">
                  <c:v>45575</c:v>
                </c:pt>
                <c:pt idx="698">
                  <c:v>45576</c:v>
                </c:pt>
                <c:pt idx="699">
                  <c:v>45579</c:v>
                </c:pt>
                <c:pt idx="700">
                  <c:v>45580</c:v>
                </c:pt>
                <c:pt idx="701">
                  <c:v>45581</c:v>
                </c:pt>
                <c:pt idx="702">
                  <c:v>45582</c:v>
                </c:pt>
                <c:pt idx="703">
                  <c:v>45583</c:v>
                </c:pt>
                <c:pt idx="704">
                  <c:v>45586</c:v>
                </c:pt>
                <c:pt idx="705">
                  <c:v>45587</c:v>
                </c:pt>
                <c:pt idx="706">
                  <c:v>45588</c:v>
                </c:pt>
                <c:pt idx="707">
                  <c:v>45589</c:v>
                </c:pt>
                <c:pt idx="708">
                  <c:v>45590</c:v>
                </c:pt>
                <c:pt idx="709">
                  <c:v>45593</c:v>
                </c:pt>
                <c:pt idx="710">
                  <c:v>45594</c:v>
                </c:pt>
                <c:pt idx="711">
                  <c:v>45595</c:v>
                </c:pt>
                <c:pt idx="712">
                  <c:v>45596</c:v>
                </c:pt>
                <c:pt idx="713">
                  <c:v>45597</c:v>
                </c:pt>
                <c:pt idx="714">
                  <c:v>45600</c:v>
                </c:pt>
                <c:pt idx="715">
                  <c:v>45601</c:v>
                </c:pt>
                <c:pt idx="716">
                  <c:v>45602</c:v>
                </c:pt>
                <c:pt idx="717">
                  <c:v>45603</c:v>
                </c:pt>
                <c:pt idx="718">
                  <c:v>45604</c:v>
                </c:pt>
                <c:pt idx="719">
                  <c:v>45607</c:v>
                </c:pt>
                <c:pt idx="720">
                  <c:v>45608</c:v>
                </c:pt>
                <c:pt idx="721">
                  <c:v>45609</c:v>
                </c:pt>
                <c:pt idx="722">
                  <c:v>45610</c:v>
                </c:pt>
                <c:pt idx="723">
                  <c:v>45611</c:v>
                </c:pt>
                <c:pt idx="724">
                  <c:v>45614</c:v>
                </c:pt>
                <c:pt idx="725">
                  <c:v>45615</c:v>
                </c:pt>
                <c:pt idx="726">
                  <c:v>45616</c:v>
                </c:pt>
                <c:pt idx="727">
                  <c:v>45617</c:v>
                </c:pt>
                <c:pt idx="728">
                  <c:v>45618</c:v>
                </c:pt>
                <c:pt idx="729">
                  <c:v>45621</c:v>
                </c:pt>
                <c:pt idx="730">
                  <c:v>45622</c:v>
                </c:pt>
                <c:pt idx="731">
                  <c:v>45623</c:v>
                </c:pt>
                <c:pt idx="732">
                  <c:v>45625</c:v>
                </c:pt>
                <c:pt idx="733">
                  <c:v>45628</c:v>
                </c:pt>
                <c:pt idx="734">
                  <c:v>45629</c:v>
                </c:pt>
                <c:pt idx="735">
                  <c:v>45630</c:v>
                </c:pt>
                <c:pt idx="736">
                  <c:v>45631</c:v>
                </c:pt>
                <c:pt idx="737">
                  <c:v>45632</c:v>
                </c:pt>
                <c:pt idx="738">
                  <c:v>45635</c:v>
                </c:pt>
                <c:pt idx="739">
                  <c:v>45636</c:v>
                </c:pt>
                <c:pt idx="740">
                  <c:v>45637</c:v>
                </c:pt>
                <c:pt idx="741">
                  <c:v>45638</c:v>
                </c:pt>
                <c:pt idx="742">
                  <c:v>45639</c:v>
                </c:pt>
                <c:pt idx="743">
                  <c:v>45642</c:v>
                </c:pt>
                <c:pt idx="744">
                  <c:v>45643</c:v>
                </c:pt>
                <c:pt idx="745">
                  <c:v>45644</c:v>
                </c:pt>
                <c:pt idx="746">
                  <c:v>45645</c:v>
                </c:pt>
                <c:pt idx="747">
                  <c:v>45646</c:v>
                </c:pt>
                <c:pt idx="748">
                  <c:v>45649</c:v>
                </c:pt>
                <c:pt idx="749">
                  <c:v>45650</c:v>
                </c:pt>
                <c:pt idx="750">
                  <c:v>45652</c:v>
                </c:pt>
                <c:pt idx="751">
                  <c:v>45653</c:v>
                </c:pt>
                <c:pt idx="752">
                  <c:v>45656</c:v>
                </c:pt>
                <c:pt idx="753">
                  <c:v>45657</c:v>
                </c:pt>
                <c:pt idx="754">
                  <c:v>45659</c:v>
                </c:pt>
                <c:pt idx="755">
                  <c:v>45660</c:v>
                </c:pt>
                <c:pt idx="756">
                  <c:v>45663</c:v>
                </c:pt>
                <c:pt idx="757">
                  <c:v>45664</c:v>
                </c:pt>
                <c:pt idx="758">
                  <c:v>45665</c:v>
                </c:pt>
                <c:pt idx="759">
                  <c:v>45667</c:v>
                </c:pt>
                <c:pt idx="760">
                  <c:v>45670</c:v>
                </c:pt>
                <c:pt idx="761">
                  <c:v>45671</c:v>
                </c:pt>
                <c:pt idx="762">
                  <c:v>45672</c:v>
                </c:pt>
                <c:pt idx="763">
                  <c:v>45673</c:v>
                </c:pt>
                <c:pt idx="764">
                  <c:v>45674</c:v>
                </c:pt>
                <c:pt idx="765">
                  <c:v>45678</c:v>
                </c:pt>
                <c:pt idx="766">
                  <c:v>45679</c:v>
                </c:pt>
                <c:pt idx="767">
                  <c:v>45680</c:v>
                </c:pt>
                <c:pt idx="768">
                  <c:v>45681</c:v>
                </c:pt>
                <c:pt idx="769">
                  <c:v>45684</c:v>
                </c:pt>
                <c:pt idx="770">
                  <c:v>45685</c:v>
                </c:pt>
                <c:pt idx="771">
                  <c:v>45686</c:v>
                </c:pt>
                <c:pt idx="772">
                  <c:v>45687</c:v>
                </c:pt>
                <c:pt idx="773">
                  <c:v>45688</c:v>
                </c:pt>
                <c:pt idx="774">
                  <c:v>45691</c:v>
                </c:pt>
                <c:pt idx="775">
                  <c:v>45692</c:v>
                </c:pt>
                <c:pt idx="776">
                  <c:v>45693</c:v>
                </c:pt>
                <c:pt idx="777">
                  <c:v>45694</c:v>
                </c:pt>
                <c:pt idx="778">
                  <c:v>45695</c:v>
                </c:pt>
                <c:pt idx="779">
                  <c:v>45698</c:v>
                </c:pt>
                <c:pt idx="780">
                  <c:v>45699</c:v>
                </c:pt>
                <c:pt idx="781">
                  <c:v>45700</c:v>
                </c:pt>
                <c:pt idx="782">
                  <c:v>45701</c:v>
                </c:pt>
                <c:pt idx="783">
                  <c:v>45702</c:v>
                </c:pt>
                <c:pt idx="784">
                  <c:v>45706</c:v>
                </c:pt>
                <c:pt idx="785">
                  <c:v>45707</c:v>
                </c:pt>
                <c:pt idx="786">
                  <c:v>45708</c:v>
                </c:pt>
                <c:pt idx="787">
                  <c:v>45709</c:v>
                </c:pt>
                <c:pt idx="788">
                  <c:v>45712</c:v>
                </c:pt>
                <c:pt idx="789">
                  <c:v>45713</c:v>
                </c:pt>
                <c:pt idx="790">
                  <c:v>45714</c:v>
                </c:pt>
                <c:pt idx="791">
                  <c:v>45715</c:v>
                </c:pt>
                <c:pt idx="792">
                  <c:v>45716</c:v>
                </c:pt>
                <c:pt idx="793">
                  <c:v>45719</c:v>
                </c:pt>
                <c:pt idx="794">
                  <c:v>45720</c:v>
                </c:pt>
                <c:pt idx="795">
                  <c:v>45721</c:v>
                </c:pt>
                <c:pt idx="796">
                  <c:v>45722</c:v>
                </c:pt>
                <c:pt idx="797">
                  <c:v>45723</c:v>
                </c:pt>
                <c:pt idx="798">
                  <c:v>45726</c:v>
                </c:pt>
                <c:pt idx="799">
                  <c:v>45727</c:v>
                </c:pt>
                <c:pt idx="800">
                  <c:v>45728</c:v>
                </c:pt>
                <c:pt idx="801">
                  <c:v>45729</c:v>
                </c:pt>
                <c:pt idx="802">
                  <c:v>45730</c:v>
                </c:pt>
                <c:pt idx="803">
                  <c:v>45733</c:v>
                </c:pt>
                <c:pt idx="804">
                  <c:v>45734</c:v>
                </c:pt>
                <c:pt idx="805">
                  <c:v>45735</c:v>
                </c:pt>
                <c:pt idx="806">
                  <c:v>45736</c:v>
                </c:pt>
                <c:pt idx="807">
                  <c:v>45737</c:v>
                </c:pt>
                <c:pt idx="808">
                  <c:v>45740</c:v>
                </c:pt>
                <c:pt idx="809">
                  <c:v>45741</c:v>
                </c:pt>
                <c:pt idx="810">
                  <c:v>45742</c:v>
                </c:pt>
                <c:pt idx="811">
                  <c:v>45743</c:v>
                </c:pt>
                <c:pt idx="812">
                  <c:v>45744</c:v>
                </c:pt>
                <c:pt idx="813">
                  <c:v>45747</c:v>
                </c:pt>
                <c:pt idx="814">
                  <c:v>45748</c:v>
                </c:pt>
                <c:pt idx="815">
                  <c:v>45749</c:v>
                </c:pt>
                <c:pt idx="816">
                  <c:v>45750</c:v>
                </c:pt>
                <c:pt idx="817">
                  <c:v>45751</c:v>
                </c:pt>
                <c:pt idx="818">
                  <c:v>45754</c:v>
                </c:pt>
                <c:pt idx="819">
                  <c:v>45755</c:v>
                </c:pt>
                <c:pt idx="820">
                  <c:v>45756</c:v>
                </c:pt>
                <c:pt idx="821">
                  <c:v>45757</c:v>
                </c:pt>
                <c:pt idx="822">
                  <c:v>45758</c:v>
                </c:pt>
                <c:pt idx="823">
                  <c:v>45761</c:v>
                </c:pt>
                <c:pt idx="824">
                  <c:v>45762</c:v>
                </c:pt>
                <c:pt idx="825">
                  <c:v>45763</c:v>
                </c:pt>
                <c:pt idx="826">
                  <c:v>45764</c:v>
                </c:pt>
                <c:pt idx="827">
                  <c:v>45768</c:v>
                </c:pt>
                <c:pt idx="828">
                  <c:v>45769</c:v>
                </c:pt>
                <c:pt idx="829">
                  <c:v>45770</c:v>
                </c:pt>
                <c:pt idx="830">
                  <c:v>45771</c:v>
                </c:pt>
                <c:pt idx="831">
                  <c:v>45772</c:v>
                </c:pt>
                <c:pt idx="832">
                  <c:v>45775</c:v>
                </c:pt>
                <c:pt idx="833">
                  <c:v>45776</c:v>
                </c:pt>
                <c:pt idx="834">
                  <c:v>45777</c:v>
                </c:pt>
                <c:pt idx="835">
                  <c:v>45778</c:v>
                </c:pt>
                <c:pt idx="836">
                  <c:v>45779</c:v>
                </c:pt>
                <c:pt idx="837">
                  <c:v>45782</c:v>
                </c:pt>
                <c:pt idx="838">
                  <c:v>45783</c:v>
                </c:pt>
                <c:pt idx="839">
                  <c:v>45784</c:v>
                </c:pt>
                <c:pt idx="840">
                  <c:v>45785</c:v>
                </c:pt>
                <c:pt idx="841">
                  <c:v>45786</c:v>
                </c:pt>
                <c:pt idx="842">
                  <c:v>45789</c:v>
                </c:pt>
                <c:pt idx="843">
                  <c:v>45790</c:v>
                </c:pt>
                <c:pt idx="844">
                  <c:v>45791</c:v>
                </c:pt>
                <c:pt idx="845">
                  <c:v>45792</c:v>
                </c:pt>
                <c:pt idx="846">
                  <c:v>45793</c:v>
                </c:pt>
                <c:pt idx="847">
                  <c:v>45796</c:v>
                </c:pt>
                <c:pt idx="848">
                  <c:v>45797</c:v>
                </c:pt>
                <c:pt idx="849">
                  <c:v>45798</c:v>
                </c:pt>
                <c:pt idx="850">
                  <c:v>45799</c:v>
                </c:pt>
                <c:pt idx="851">
                  <c:v>45800</c:v>
                </c:pt>
                <c:pt idx="852">
                  <c:v>45804</c:v>
                </c:pt>
                <c:pt idx="853">
                  <c:v>45805</c:v>
                </c:pt>
                <c:pt idx="854">
                  <c:v>45806</c:v>
                </c:pt>
                <c:pt idx="855">
                  <c:v>45807</c:v>
                </c:pt>
                <c:pt idx="856">
                  <c:v>45810</c:v>
                </c:pt>
                <c:pt idx="857">
                  <c:v>45811</c:v>
                </c:pt>
                <c:pt idx="858">
                  <c:v>45812</c:v>
                </c:pt>
                <c:pt idx="859">
                  <c:v>45813</c:v>
                </c:pt>
                <c:pt idx="860">
                  <c:v>45814</c:v>
                </c:pt>
                <c:pt idx="861">
                  <c:v>45817</c:v>
                </c:pt>
                <c:pt idx="862">
                  <c:v>45818</c:v>
                </c:pt>
                <c:pt idx="863">
                  <c:v>45819</c:v>
                </c:pt>
                <c:pt idx="864">
                  <c:v>45820</c:v>
                </c:pt>
                <c:pt idx="865">
                  <c:v>45821</c:v>
                </c:pt>
                <c:pt idx="866">
                  <c:v>45824</c:v>
                </c:pt>
                <c:pt idx="867">
                  <c:v>45825</c:v>
                </c:pt>
                <c:pt idx="868">
                  <c:v>45826</c:v>
                </c:pt>
                <c:pt idx="869">
                  <c:v>45828</c:v>
                </c:pt>
                <c:pt idx="870">
                  <c:v>45831</c:v>
                </c:pt>
                <c:pt idx="871">
                  <c:v>45832</c:v>
                </c:pt>
                <c:pt idx="872">
                  <c:v>45833</c:v>
                </c:pt>
                <c:pt idx="873">
                  <c:v>45834</c:v>
                </c:pt>
                <c:pt idx="874">
                  <c:v>45835</c:v>
                </c:pt>
                <c:pt idx="875">
                  <c:v>45838</c:v>
                </c:pt>
                <c:pt idx="876">
                  <c:v>45839</c:v>
                </c:pt>
                <c:pt idx="877">
                  <c:v>45840</c:v>
                </c:pt>
                <c:pt idx="878">
                  <c:v>45841</c:v>
                </c:pt>
                <c:pt idx="879">
                  <c:v>45845</c:v>
                </c:pt>
                <c:pt idx="880">
                  <c:v>45846</c:v>
                </c:pt>
                <c:pt idx="881">
                  <c:v>45847</c:v>
                </c:pt>
                <c:pt idx="882">
                  <c:v>45848</c:v>
                </c:pt>
                <c:pt idx="883">
                  <c:v>45849</c:v>
                </c:pt>
                <c:pt idx="884">
                  <c:v>45852</c:v>
                </c:pt>
                <c:pt idx="885">
                  <c:v>45853</c:v>
                </c:pt>
                <c:pt idx="886">
                  <c:v>45854</c:v>
                </c:pt>
                <c:pt idx="887">
                  <c:v>45855</c:v>
                </c:pt>
                <c:pt idx="888">
                  <c:v>45856</c:v>
                </c:pt>
                <c:pt idx="889">
                  <c:v>45859</c:v>
                </c:pt>
                <c:pt idx="890">
                  <c:v>45860</c:v>
                </c:pt>
                <c:pt idx="891">
                  <c:v>45861</c:v>
                </c:pt>
                <c:pt idx="892">
                  <c:v>45862</c:v>
                </c:pt>
                <c:pt idx="893">
                  <c:v>45863</c:v>
                </c:pt>
                <c:pt idx="894">
                  <c:v>45866</c:v>
                </c:pt>
                <c:pt idx="895">
                  <c:v>45867</c:v>
                </c:pt>
                <c:pt idx="896">
                  <c:v>45868</c:v>
                </c:pt>
                <c:pt idx="897">
                  <c:v>45869</c:v>
                </c:pt>
                <c:pt idx="898">
                  <c:v>45870</c:v>
                </c:pt>
                <c:pt idx="899">
                  <c:v>45873</c:v>
                </c:pt>
                <c:pt idx="900">
                  <c:v>45874</c:v>
                </c:pt>
                <c:pt idx="901">
                  <c:v>45875</c:v>
                </c:pt>
                <c:pt idx="902">
                  <c:v>45876</c:v>
                </c:pt>
                <c:pt idx="903">
                  <c:v>45877</c:v>
                </c:pt>
                <c:pt idx="904">
                  <c:v>45880</c:v>
                </c:pt>
                <c:pt idx="905">
                  <c:v>45881</c:v>
                </c:pt>
                <c:pt idx="906">
                  <c:v>45882</c:v>
                </c:pt>
                <c:pt idx="907">
                  <c:v>45883</c:v>
                </c:pt>
                <c:pt idx="908">
                  <c:v>45884</c:v>
                </c:pt>
                <c:pt idx="909">
                  <c:v>45887</c:v>
                </c:pt>
                <c:pt idx="910">
                  <c:v>45888</c:v>
                </c:pt>
                <c:pt idx="911">
                  <c:v>45889</c:v>
                </c:pt>
                <c:pt idx="912">
                  <c:v>45890</c:v>
                </c:pt>
                <c:pt idx="913">
                  <c:v>45891</c:v>
                </c:pt>
                <c:pt idx="914">
                  <c:v>45894</c:v>
                </c:pt>
                <c:pt idx="915">
                  <c:v>45895</c:v>
                </c:pt>
                <c:pt idx="916">
                  <c:v>45896</c:v>
                </c:pt>
                <c:pt idx="917">
                  <c:v>45897</c:v>
                </c:pt>
                <c:pt idx="918">
                  <c:v>45898</c:v>
                </c:pt>
                <c:pt idx="919">
                  <c:v>45902</c:v>
                </c:pt>
                <c:pt idx="920">
                  <c:v>45903</c:v>
                </c:pt>
                <c:pt idx="921">
                  <c:v>45904</c:v>
                </c:pt>
                <c:pt idx="922">
                  <c:v>45905</c:v>
                </c:pt>
                <c:pt idx="923">
                  <c:v>45908</c:v>
                </c:pt>
                <c:pt idx="924">
                  <c:v>45909</c:v>
                </c:pt>
                <c:pt idx="925">
                  <c:v>45910</c:v>
                </c:pt>
                <c:pt idx="926">
                  <c:v>45911</c:v>
                </c:pt>
                <c:pt idx="927">
                  <c:v>45912</c:v>
                </c:pt>
                <c:pt idx="928">
                  <c:v>45915</c:v>
                </c:pt>
                <c:pt idx="929">
                  <c:v>45916</c:v>
                </c:pt>
                <c:pt idx="930">
                  <c:v>45917</c:v>
                </c:pt>
                <c:pt idx="931">
                  <c:v>45918</c:v>
                </c:pt>
                <c:pt idx="932">
                  <c:v>45919</c:v>
                </c:pt>
                <c:pt idx="933">
                  <c:v>45922</c:v>
                </c:pt>
                <c:pt idx="934">
                  <c:v>45923</c:v>
                </c:pt>
                <c:pt idx="935">
                  <c:v>45924</c:v>
                </c:pt>
                <c:pt idx="936">
                  <c:v>45925</c:v>
                </c:pt>
                <c:pt idx="937">
                  <c:v>45926</c:v>
                </c:pt>
                <c:pt idx="938">
                  <c:v>45929</c:v>
                </c:pt>
                <c:pt idx="939">
                  <c:v>45930</c:v>
                </c:pt>
                <c:pt idx="940">
                  <c:v>45931</c:v>
                </c:pt>
                <c:pt idx="941">
                  <c:v>45932</c:v>
                </c:pt>
                <c:pt idx="942">
                  <c:v>45933</c:v>
                </c:pt>
                <c:pt idx="943">
                  <c:v>45936</c:v>
                </c:pt>
                <c:pt idx="944">
                  <c:v>45937</c:v>
                </c:pt>
                <c:pt idx="945">
                  <c:v>45938</c:v>
                </c:pt>
                <c:pt idx="946">
                  <c:v>45939</c:v>
                </c:pt>
                <c:pt idx="947">
                  <c:v>45940</c:v>
                </c:pt>
                <c:pt idx="948">
                  <c:v>45943</c:v>
                </c:pt>
                <c:pt idx="949">
                  <c:v>45944</c:v>
                </c:pt>
                <c:pt idx="950">
                  <c:v>45945</c:v>
                </c:pt>
                <c:pt idx="951">
                  <c:v>45946</c:v>
                </c:pt>
                <c:pt idx="952">
                  <c:v>45947</c:v>
                </c:pt>
                <c:pt idx="953">
                  <c:v>45950</c:v>
                </c:pt>
                <c:pt idx="954">
                  <c:v>45951</c:v>
                </c:pt>
                <c:pt idx="955">
                  <c:v>45952</c:v>
                </c:pt>
                <c:pt idx="956">
                  <c:v>45953</c:v>
                </c:pt>
                <c:pt idx="957">
                  <c:v>45954</c:v>
                </c:pt>
                <c:pt idx="958">
                  <c:v>45957</c:v>
                </c:pt>
                <c:pt idx="959">
                  <c:v>45958</c:v>
                </c:pt>
                <c:pt idx="960">
                  <c:v>45959</c:v>
                </c:pt>
                <c:pt idx="961">
                  <c:v>45960</c:v>
                </c:pt>
                <c:pt idx="962">
                  <c:v>45961</c:v>
                </c:pt>
                <c:pt idx="963">
                  <c:v>45964</c:v>
                </c:pt>
                <c:pt idx="964">
                  <c:v>45965</c:v>
                </c:pt>
                <c:pt idx="965">
                  <c:v>45966</c:v>
                </c:pt>
                <c:pt idx="966">
                  <c:v>45967</c:v>
                </c:pt>
                <c:pt idx="967">
                  <c:v>45968</c:v>
                </c:pt>
                <c:pt idx="968">
                  <c:v>45971</c:v>
                </c:pt>
                <c:pt idx="969">
                  <c:v>45972</c:v>
                </c:pt>
                <c:pt idx="970">
                  <c:v>45973</c:v>
                </c:pt>
                <c:pt idx="971">
                  <c:v>45974</c:v>
                </c:pt>
                <c:pt idx="972">
                  <c:v>45975</c:v>
                </c:pt>
                <c:pt idx="973">
                  <c:v>45978</c:v>
                </c:pt>
                <c:pt idx="974">
                  <c:v>45979</c:v>
                </c:pt>
                <c:pt idx="975">
                  <c:v>45980</c:v>
                </c:pt>
                <c:pt idx="976">
                  <c:v>45981</c:v>
                </c:pt>
                <c:pt idx="977">
                  <c:v>45982</c:v>
                </c:pt>
                <c:pt idx="978">
                  <c:v>45985</c:v>
                </c:pt>
                <c:pt idx="979">
                  <c:v>45986</c:v>
                </c:pt>
                <c:pt idx="980">
                  <c:v>45987</c:v>
                </c:pt>
                <c:pt idx="981">
                  <c:v>45989</c:v>
                </c:pt>
                <c:pt idx="982">
                  <c:v>45992</c:v>
                </c:pt>
                <c:pt idx="983">
                  <c:v>45993</c:v>
                </c:pt>
                <c:pt idx="984">
                  <c:v>45994</c:v>
                </c:pt>
                <c:pt idx="985">
                  <c:v>45995</c:v>
                </c:pt>
                <c:pt idx="986">
                  <c:v>45996</c:v>
                </c:pt>
                <c:pt idx="987">
                  <c:v>45999</c:v>
                </c:pt>
                <c:pt idx="988">
                  <c:v>46000</c:v>
                </c:pt>
                <c:pt idx="989">
                  <c:v>46001</c:v>
                </c:pt>
                <c:pt idx="990">
                  <c:v>46002</c:v>
                </c:pt>
                <c:pt idx="991">
                  <c:v>46003</c:v>
                </c:pt>
                <c:pt idx="992">
                  <c:v>46006</c:v>
                </c:pt>
                <c:pt idx="993">
                  <c:v>46007</c:v>
                </c:pt>
                <c:pt idx="994">
                  <c:v>46008</c:v>
                </c:pt>
                <c:pt idx="995">
                  <c:v>46009</c:v>
                </c:pt>
                <c:pt idx="996">
                  <c:v>46010</c:v>
                </c:pt>
                <c:pt idx="997">
                  <c:v>46013</c:v>
                </c:pt>
                <c:pt idx="998">
                  <c:v>46014</c:v>
                </c:pt>
                <c:pt idx="999">
                  <c:v>46015</c:v>
                </c:pt>
                <c:pt idx="1000">
                  <c:v>46017</c:v>
                </c:pt>
                <c:pt idx="1001">
                  <c:v>46020</c:v>
                </c:pt>
                <c:pt idx="1002">
                  <c:v>46021</c:v>
                </c:pt>
                <c:pt idx="1003">
                  <c:v>46022</c:v>
                </c:pt>
                <c:pt idx="1004">
                  <c:v>46024</c:v>
                </c:pt>
                <c:pt idx="1005">
                  <c:v>46027</c:v>
                </c:pt>
                <c:pt idx="1006">
                  <c:v>46028</c:v>
                </c:pt>
                <c:pt idx="1007">
                  <c:v>46029</c:v>
                </c:pt>
                <c:pt idx="1008">
                  <c:v>46030</c:v>
                </c:pt>
                <c:pt idx="1009">
                  <c:v>46031</c:v>
                </c:pt>
                <c:pt idx="1010">
                  <c:v>46034</c:v>
                </c:pt>
                <c:pt idx="1011">
                  <c:v>46035</c:v>
                </c:pt>
                <c:pt idx="1012">
                  <c:v>46036</c:v>
                </c:pt>
                <c:pt idx="1013">
                  <c:v>46037</c:v>
                </c:pt>
                <c:pt idx="1014">
                  <c:v>46038</c:v>
                </c:pt>
                <c:pt idx="1015">
                  <c:v>46042</c:v>
                </c:pt>
                <c:pt idx="1016">
                  <c:v>46043</c:v>
                </c:pt>
                <c:pt idx="1017">
                  <c:v>46044</c:v>
                </c:pt>
                <c:pt idx="1018">
                  <c:v>46045</c:v>
                </c:pt>
                <c:pt idx="1019">
                  <c:v>46048</c:v>
                </c:pt>
                <c:pt idx="1020">
                  <c:v>46049</c:v>
                </c:pt>
                <c:pt idx="1021">
                  <c:v>46050</c:v>
                </c:pt>
                <c:pt idx="1022">
                  <c:v>46051</c:v>
                </c:pt>
                <c:pt idx="1023">
                  <c:v>46052</c:v>
                </c:pt>
                <c:pt idx="1024">
                  <c:v>46055</c:v>
                </c:pt>
                <c:pt idx="1025">
                  <c:v>46056</c:v>
                </c:pt>
                <c:pt idx="1026">
                  <c:v>46057</c:v>
                </c:pt>
                <c:pt idx="1027">
                  <c:v>46058</c:v>
                </c:pt>
                <c:pt idx="1028">
                  <c:v>46059</c:v>
                </c:pt>
                <c:pt idx="1029">
                  <c:v>46062</c:v>
                </c:pt>
                <c:pt idx="1030">
                  <c:v>46063</c:v>
                </c:pt>
                <c:pt idx="1031">
                  <c:v>46064</c:v>
                </c:pt>
                <c:pt idx="1032">
                  <c:v>46065</c:v>
                </c:pt>
                <c:pt idx="1033">
                  <c:v>46066</c:v>
                </c:pt>
                <c:pt idx="1034">
                  <c:v>46070</c:v>
                </c:pt>
                <c:pt idx="1035">
                  <c:v>46071</c:v>
                </c:pt>
                <c:pt idx="1036">
                  <c:v>46072</c:v>
                </c:pt>
                <c:pt idx="1037">
                  <c:v>46073</c:v>
                </c:pt>
                <c:pt idx="1038">
                  <c:v>46076</c:v>
                </c:pt>
                <c:pt idx="1039">
                  <c:v>46077</c:v>
                </c:pt>
                <c:pt idx="1040">
                  <c:v>46078</c:v>
                </c:pt>
                <c:pt idx="1041">
                  <c:v>46079</c:v>
                </c:pt>
                <c:pt idx="1042">
                  <c:v>46080</c:v>
                </c:pt>
                <c:pt idx="1043">
                  <c:v>46083</c:v>
                </c:pt>
                <c:pt idx="1044">
                  <c:v>46084</c:v>
                </c:pt>
                <c:pt idx="1045">
                  <c:v>46085</c:v>
                </c:pt>
                <c:pt idx="1046">
                  <c:v>46086</c:v>
                </c:pt>
                <c:pt idx="1047">
                  <c:v>46087</c:v>
                </c:pt>
                <c:pt idx="1048">
                  <c:v>46090</c:v>
                </c:pt>
                <c:pt idx="1049">
                  <c:v>46091</c:v>
                </c:pt>
                <c:pt idx="1050">
                  <c:v>46092</c:v>
                </c:pt>
                <c:pt idx="1051">
                  <c:v>46093</c:v>
                </c:pt>
                <c:pt idx="1052">
                  <c:v>46094</c:v>
                </c:pt>
                <c:pt idx="1053">
                  <c:v>46097</c:v>
                </c:pt>
                <c:pt idx="1054">
                  <c:v>46098</c:v>
                </c:pt>
                <c:pt idx="1055">
                  <c:v>46099</c:v>
                </c:pt>
                <c:pt idx="1056">
                  <c:v>46100</c:v>
                </c:pt>
                <c:pt idx="1057">
                  <c:v>46101</c:v>
                </c:pt>
                <c:pt idx="1058">
                  <c:v>46104</c:v>
                </c:pt>
                <c:pt idx="1059">
                  <c:v>46105</c:v>
                </c:pt>
                <c:pt idx="1060">
                  <c:v>46106</c:v>
                </c:pt>
                <c:pt idx="1061">
                  <c:v>46107</c:v>
                </c:pt>
                <c:pt idx="1062">
                  <c:v>46108</c:v>
                </c:pt>
                <c:pt idx="1063">
                  <c:v>46111</c:v>
                </c:pt>
                <c:pt idx="1064">
                  <c:v>46112</c:v>
                </c:pt>
                <c:pt idx="1065">
                  <c:v>46113</c:v>
                </c:pt>
                <c:pt idx="1066">
                  <c:v>46114</c:v>
                </c:pt>
                <c:pt idx="1067">
                  <c:v>46118</c:v>
                </c:pt>
                <c:pt idx="1068">
                  <c:v>46119</c:v>
                </c:pt>
                <c:pt idx="1069">
                  <c:v>46120</c:v>
                </c:pt>
                <c:pt idx="1070">
                  <c:v>46121</c:v>
                </c:pt>
                <c:pt idx="1071">
                  <c:v>46122</c:v>
                </c:pt>
                <c:pt idx="1072">
                  <c:v>46125</c:v>
                </c:pt>
                <c:pt idx="1073">
                  <c:v>46126</c:v>
                </c:pt>
                <c:pt idx="1074">
                  <c:v>46127</c:v>
                </c:pt>
                <c:pt idx="1075">
                  <c:v>46128</c:v>
                </c:pt>
                <c:pt idx="1076">
                  <c:v>46129</c:v>
                </c:pt>
                <c:pt idx="1077">
                  <c:v>46132</c:v>
                </c:pt>
                <c:pt idx="1078">
                  <c:v>46133</c:v>
                </c:pt>
                <c:pt idx="1079">
                  <c:v>46134</c:v>
                </c:pt>
                <c:pt idx="1080">
                  <c:v>46135</c:v>
                </c:pt>
                <c:pt idx="1081">
                  <c:v>46136</c:v>
                </c:pt>
                <c:pt idx="1082">
                  <c:v>46139</c:v>
                </c:pt>
                <c:pt idx="1083">
                  <c:v>46140</c:v>
                </c:pt>
                <c:pt idx="1084">
                  <c:v>46141</c:v>
                </c:pt>
                <c:pt idx="1085">
                  <c:v>46142</c:v>
                </c:pt>
                <c:pt idx="1086">
                  <c:v>46143</c:v>
                </c:pt>
                <c:pt idx="1087">
                  <c:v>46146</c:v>
                </c:pt>
                <c:pt idx="1088">
                  <c:v>46147</c:v>
                </c:pt>
                <c:pt idx="1089">
                  <c:v>46148</c:v>
                </c:pt>
                <c:pt idx="1090">
                  <c:v>46149</c:v>
                </c:pt>
                <c:pt idx="1091">
                  <c:v>46150</c:v>
                </c:pt>
                <c:pt idx="1092">
                  <c:v>46153</c:v>
                </c:pt>
                <c:pt idx="1093">
                  <c:v>46154</c:v>
                </c:pt>
                <c:pt idx="1094">
                  <c:v>46155</c:v>
                </c:pt>
                <c:pt idx="1095">
                  <c:v>46156</c:v>
                </c:pt>
                <c:pt idx="1096">
                  <c:v>46157</c:v>
                </c:pt>
                <c:pt idx="1097">
                  <c:v>46160</c:v>
                </c:pt>
                <c:pt idx="1098">
                  <c:v>46161</c:v>
                </c:pt>
                <c:pt idx="1099">
                  <c:v>46162</c:v>
                </c:pt>
                <c:pt idx="1100">
                  <c:v>46163</c:v>
                </c:pt>
                <c:pt idx="1101">
                  <c:v>46164</c:v>
                </c:pt>
                <c:pt idx="1102">
                  <c:v>46168</c:v>
                </c:pt>
                <c:pt idx="1103">
                  <c:v>46169</c:v>
                </c:pt>
                <c:pt idx="1104">
                  <c:v>46170</c:v>
                </c:pt>
                <c:pt idx="1105">
                  <c:v>46171</c:v>
                </c:pt>
                <c:pt idx="1106">
                  <c:v>46174</c:v>
                </c:pt>
                <c:pt idx="1107">
                  <c:v>46175</c:v>
                </c:pt>
                <c:pt idx="1108">
                  <c:v>46176</c:v>
                </c:pt>
                <c:pt idx="1109">
                  <c:v>46177</c:v>
                </c:pt>
                <c:pt idx="1110">
                  <c:v>46178</c:v>
                </c:pt>
                <c:pt idx="1111">
                  <c:v>46181</c:v>
                </c:pt>
                <c:pt idx="1112">
                  <c:v>46182</c:v>
                </c:pt>
                <c:pt idx="1113">
                  <c:v>46183</c:v>
                </c:pt>
                <c:pt idx="1114">
                  <c:v>46184</c:v>
                </c:pt>
                <c:pt idx="1115">
                  <c:v>46185</c:v>
                </c:pt>
                <c:pt idx="1116">
                  <c:v>46188</c:v>
                </c:pt>
                <c:pt idx="1117">
                  <c:v>46189</c:v>
                </c:pt>
                <c:pt idx="1118">
                  <c:v>46190</c:v>
                </c:pt>
                <c:pt idx="1119">
                  <c:v>46191</c:v>
                </c:pt>
                <c:pt idx="1120">
                  <c:v>46195</c:v>
                </c:pt>
                <c:pt idx="1121">
                  <c:v>46196</c:v>
                </c:pt>
                <c:pt idx="1122">
                  <c:v>46197</c:v>
                </c:pt>
                <c:pt idx="1123">
                  <c:v>46198</c:v>
                </c:pt>
                <c:pt idx="1124">
                  <c:v>46199</c:v>
                </c:pt>
                <c:pt idx="1125">
                  <c:v>46202</c:v>
                </c:pt>
                <c:pt idx="1126">
                  <c:v>46203</c:v>
                </c:pt>
                <c:pt idx="1127">
                  <c:v>46204</c:v>
                </c:pt>
                <c:pt idx="1128">
                  <c:v>46205</c:v>
                </c:pt>
                <c:pt idx="1129">
                  <c:v>46209</c:v>
                </c:pt>
                <c:pt idx="1130">
                  <c:v>46210</c:v>
                </c:pt>
                <c:pt idx="1131">
                  <c:v>46211</c:v>
                </c:pt>
                <c:pt idx="1132">
                  <c:v>46212</c:v>
                </c:pt>
                <c:pt idx="1133">
                  <c:v>46213</c:v>
                </c:pt>
                <c:pt idx="1134">
                  <c:v>46216</c:v>
                </c:pt>
                <c:pt idx="1135">
                  <c:v>46217</c:v>
                </c:pt>
                <c:pt idx="1136">
                  <c:v>46218</c:v>
                </c:pt>
                <c:pt idx="1137">
                  <c:v>46219</c:v>
                </c:pt>
                <c:pt idx="1138">
                  <c:v>46220</c:v>
                </c:pt>
                <c:pt idx="1139">
                  <c:v>46223</c:v>
                </c:pt>
                <c:pt idx="1140">
                  <c:v>46224</c:v>
                </c:pt>
                <c:pt idx="1141">
                  <c:v>46225</c:v>
                </c:pt>
                <c:pt idx="1142">
                  <c:v>46226</c:v>
                </c:pt>
                <c:pt idx="1143">
                  <c:v>46227</c:v>
                </c:pt>
                <c:pt idx="1144">
                  <c:v>46230</c:v>
                </c:pt>
                <c:pt idx="1145">
                  <c:v>46231</c:v>
                </c:pt>
                <c:pt idx="1146">
                  <c:v>46232</c:v>
                </c:pt>
                <c:pt idx="1147">
                  <c:v>46233</c:v>
                </c:pt>
                <c:pt idx="1148">
                  <c:v>46234</c:v>
                </c:pt>
                <c:pt idx="1149">
                  <c:v>46237</c:v>
                </c:pt>
                <c:pt idx="1150">
                  <c:v>46238</c:v>
                </c:pt>
                <c:pt idx="1151">
                  <c:v>46239</c:v>
                </c:pt>
                <c:pt idx="1152">
                  <c:v>46240</c:v>
                </c:pt>
                <c:pt idx="1153">
                  <c:v>46241</c:v>
                </c:pt>
                <c:pt idx="1154">
                  <c:v>46244</c:v>
                </c:pt>
                <c:pt idx="1155">
                  <c:v>46245</c:v>
                </c:pt>
                <c:pt idx="1156">
                  <c:v>46246</c:v>
                </c:pt>
                <c:pt idx="1157">
                  <c:v>46247</c:v>
                </c:pt>
                <c:pt idx="1158">
                  <c:v>46248</c:v>
                </c:pt>
                <c:pt idx="1159">
                  <c:v>46251</c:v>
                </c:pt>
                <c:pt idx="1160">
                  <c:v>46252</c:v>
                </c:pt>
                <c:pt idx="1161">
                  <c:v>46253</c:v>
                </c:pt>
                <c:pt idx="1162">
                  <c:v>46254</c:v>
                </c:pt>
                <c:pt idx="1163">
                  <c:v>46255</c:v>
                </c:pt>
                <c:pt idx="1164">
                  <c:v>46258</c:v>
                </c:pt>
                <c:pt idx="1165">
                  <c:v>46259</c:v>
                </c:pt>
                <c:pt idx="1166">
                  <c:v>46260</c:v>
                </c:pt>
                <c:pt idx="1167">
                  <c:v>46261</c:v>
                </c:pt>
                <c:pt idx="1168">
                  <c:v>46262</c:v>
                </c:pt>
                <c:pt idx="1169">
                  <c:v>46265</c:v>
                </c:pt>
                <c:pt idx="1170">
                  <c:v>46266</c:v>
                </c:pt>
                <c:pt idx="1171">
                  <c:v>46267</c:v>
                </c:pt>
                <c:pt idx="1172">
                  <c:v>46268</c:v>
                </c:pt>
                <c:pt idx="1173">
                  <c:v>46269</c:v>
                </c:pt>
                <c:pt idx="1174">
                  <c:v>46273</c:v>
                </c:pt>
                <c:pt idx="1175">
                  <c:v>46274</c:v>
                </c:pt>
                <c:pt idx="1176">
                  <c:v>46275</c:v>
                </c:pt>
                <c:pt idx="1177">
                  <c:v>46276</c:v>
                </c:pt>
                <c:pt idx="1178">
                  <c:v>46279</c:v>
                </c:pt>
                <c:pt idx="1179">
                  <c:v>46280</c:v>
                </c:pt>
                <c:pt idx="1180">
                  <c:v>46281</c:v>
                </c:pt>
                <c:pt idx="1181">
                  <c:v>46282</c:v>
                </c:pt>
                <c:pt idx="1182">
                  <c:v>46283</c:v>
                </c:pt>
                <c:pt idx="1183">
                  <c:v>46286</c:v>
                </c:pt>
                <c:pt idx="1184">
                  <c:v>46287</c:v>
                </c:pt>
                <c:pt idx="1185">
                  <c:v>46288</c:v>
                </c:pt>
                <c:pt idx="1186">
                  <c:v>46289</c:v>
                </c:pt>
                <c:pt idx="1187">
                  <c:v>46290</c:v>
                </c:pt>
                <c:pt idx="1188">
                  <c:v>46293</c:v>
                </c:pt>
                <c:pt idx="1189">
                  <c:v>46294</c:v>
                </c:pt>
                <c:pt idx="1190">
                  <c:v>46295</c:v>
                </c:pt>
                <c:pt idx="1191">
                  <c:v>46296</c:v>
                </c:pt>
                <c:pt idx="1192">
                  <c:v>46297</c:v>
                </c:pt>
                <c:pt idx="1193">
                  <c:v>46300</c:v>
                </c:pt>
                <c:pt idx="1194">
                  <c:v>46301</c:v>
                </c:pt>
                <c:pt idx="1195">
                  <c:v>46302</c:v>
                </c:pt>
                <c:pt idx="1196">
                  <c:v>46303</c:v>
                </c:pt>
                <c:pt idx="1197">
                  <c:v>46304</c:v>
                </c:pt>
                <c:pt idx="1198">
                  <c:v>46307</c:v>
                </c:pt>
                <c:pt idx="1199">
                  <c:v>46308</c:v>
                </c:pt>
                <c:pt idx="1200">
                  <c:v>46309</c:v>
                </c:pt>
                <c:pt idx="1201">
                  <c:v>46310</c:v>
                </c:pt>
                <c:pt idx="1202">
                  <c:v>46311</c:v>
                </c:pt>
                <c:pt idx="1203">
                  <c:v>#N/A</c:v>
                </c:pt>
                <c:pt idx="1204">
                  <c:v>#N/A</c:v>
                </c:pt>
                <c:pt idx="1205">
                  <c:v>#N/A</c:v>
                </c:pt>
                <c:pt idx="1206">
                  <c:v>#N/A</c:v>
                </c:pt>
                <c:pt idx="1207">
                  <c:v>#N/A</c:v>
                </c:pt>
                <c:pt idx="1208">
                  <c:v>#N/A</c:v>
                </c:pt>
                <c:pt idx="1209">
                  <c:v>#N/A</c:v>
                </c:pt>
                <c:pt idx="1210">
                  <c:v>#N/A</c:v>
                </c:pt>
                <c:pt idx="1211">
                  <c:v>#N/A</c:v>
                </c:pt>
                <c:pt idx="1212">
                  <c:v>#N/A</c:v>
                </c:pt>
                <c:pt idx="1213">
                  <c:v>#N/A</c:v>
                </c:pt>
                <c:pt idx="1214">
                  <c:v>#N/A</c:v>
                </c:pt>
                <c:pt idx="1215">
                  <c:v>#N/A</c:v>
                </c:pt>
                <c:pt idx="1216">
                  <c:v>#N/A</c:v>
                </c:pt>
                <c:pt idx="1217">
                  <c:v>#N/A</c:v>
                </c:pt>
                <c:pt idx="1218">
                  <c:v>#N/A</c:v>
                </c:pt>
                <c:pt idx="1219">
                  <c:v>#N/A</c:v>
                </c:pt>
                <c:pt idx="1220">
                  <c:v>#N/A</c:v>
                </c:pt>
                <c:pt idx="1221">
                  <c:v>#N/A</c:v>
                </c:pt>
                <c:pt idx="1222">
                  <c:v>#N/A</c:v>
                </c:pt>
                <c:pt idx="1223">
                  <c:v>#N/A</c:v>
                </c:pt>
                <c:pt idx="1224">
                  <c:v>#N/A</c:v>
                </c:pt>
                <c:pt idx="1225">
                  <c:v>#N/A</c:v>
                </c:pt>
                <c:pt idx="1226">
                  <c:v>#N/A</c:v>
                </c:pt>
                <c:pt idx="1227">
                  <c:v>#N/A</c:v>
                </c:pt>
                <c:pt idx="1228">
                  <c:v>#N/A</c:v>
                </c:pt>
                <c:pt idx="1229">
                  <c:v>#N/A</c:v>
                </c:pt>
                <c:pt idx="1230">
                  <c:v>#N/A</c:v>
                </c:pt>
                <c:pt idx="1231">
                  <c:v>#N/A</c:v>
                </c:pt>
                <c:pt idx="1232">
                  <c:v>#N/A</c:v>
                </c:pt>
                <c:pt idx="1233">
                  <c:v>#N/A</c:v>
                </c:pt>
                <c:pt idx="1234">
                  <c:v>#N/A</c:v>
                </c:pt>
                <c:pt idx="1235">
                  <c:v>#N/A</c:v>
                </c:pt>
                <c:pt idx="1236">
                  <c:v>#N/A</c:v>
                </c:pt>
                <c:pt idx="1237">
                  <c:v>#N/A</c:v>
                </c:pt>
                <c:pt idx="1238">
                  <c:v>#N/A</c:v>
                </c:pt>
                <c:pt idx="1239">
                  <c:v>#N/A</c:v>
                </c:pt>
                <c:pt idx="1240">
                  <c:v>#N/A</c:v>
                </c:pt>
                <c:pt idx="1241">
                  <c:v>#N/A</c:v>
                </c:pt>
                <c:pt idx="1242">
                  <c:v>#N/A</c:v>
                </c:pt>
                <c:pt idx="1243">
                  <c:v>#N/A</c:v>
                </c:pt>
                <c:pt idx="1244">
                  <c:v>#N/A</c:v>
                </c:pt>
                <c:pt idx="1245">
                  <c:v>#N/A</c:v>
                </c:pt>
                <c:pt idx="1246">
                  <c:v>#N/A</c:v>
                </c:pt>
                <c:pt idx="1247">
                  <c:v>#N/A</c:v>
                </c:pt>
                <c:pt idx="1248">
                  <c:v>#N/A</c:v>
                </c:pt>
                <c:pt idx="1249">
                  <c:v>#N/A</c:v>
                </c:pt>
                <c:pt idx="1250">
                  <c:v>#N/A</c:v>
                </c:pt>
                <c:pt idx="1251">
                  <c:v>#N/A</c:v>
                </c:pt>
                <c:pt idx="1252">
                  <c:v>#N/A</c:v>
                </c:pt>
                <c:pt idx="1253">
                  <c:v>#N/A</c:v>
                </c:pt>
                <c:pt idx="1254">
                  <c:v>#N/A</c:v>
                </c:pt>
                <c:pt idx="1255">
                  <c:v>#N/A</c:v>
                </c:pt>
                <c:pt idx="1256">
                  <c:v>#N/A</c:v>
                </c:pt>
                <c:pt idx="1257">
                  <c:v>#N/A</c:v>
                </c:pt>
                <c:pt idx="1258">
                  <c:v>#N/A</c:v>
                </c:pt>
                <c:pt idx="1259">
                  <c:v>#N/A</c:v>
                </c:pt>
                <c:pt idx="1260">
                  <c:v>#N/A</c:v>
                </c:pt>
                <c:pt idx="1261">
                  <c:v>#N/A</c:v>
                </c:pt>
                <c:pt idx="1262">
                  <c:v>#N/A</c:v>
                </c:pt>
                <c:pt idx="1263">
                  <c:v>#N/A</c:v>
                </c:pt>
                <c:pt idx="1264">
                  <c:v>#N/A</c:v>
                </c:pt>
                <c:pt idx="1265">
                  <c:v>#N/A</c:v>
                </c:pt>
                <c:pt idx="1266">
                  <c:v>#N/A</c:v>
                </c:pt>
                <c:pt idx="1267">
                  <c:v>#N/A</c:v>
                </c:pt>
                <c:pt idx="1268">
                  <c:v>#N/A</c:v>
                </c:pt>
                <c:pt idx="1269">
                  <c:v>#N/A</c:v>
                </c:pt>
                <c:pt idx="1270">
                  <c:v>#N/A</c:v>
                </c:pt>
                <c:pt idx="1271">
                  <c:v>#N/A</c:v>
                </c:pt>
                <c:pt idx="1272">
                  <c:v>#N/A</c:v>
                </c:pt>
                <c:pt idx="1273">
                  <c:v>#N/A</c:v>
                </c:pt>
                <c:pt idx="1274">
                  <c:v>#N/A</c:v>
                </c:pt>
                <c:pt idx="1275">
                  <c:v>#N/A</c:v>
                </c:pt>
                <c:pt idx="1276">
                  <c:v>#N/A</c:v>
                </c:pt>
                <c:pt idx="1277">
                  <c:v>#N/A</c:v>
                </c:pt>
                <c:pt idx="1278">
                  <c:v>#N/A</c:v>
                </c:pt>
                <c:pt idx="1279">
                  <c:v>#N/A</c:v>
                </c:pt>
                <c:pt idx="1280">
                  <c:v>#N/A</c:v>
                </c:pt>
                <c:pt idx="1281">
                  <c:v>#N/A</c:v>
                </c:pt>
                <c:pt idx="1282">
                  <c:v>#N/A</c:v>
                </c:pt>
                <c:pt idx="1283">
                  <c:v>#N/A</c:v>
                </c:pt>
                <c:pt idx="1284">
                  <c:v>#N/A</c:v>
                </c:pt>
                <c:pt idx="1285">
                  <c:v>#N/A</c:v>
                </c:pt>
                <c:pt idx="1286">
                  <c:v>#N/A</c:v>
                </c:pt>
                <c:pt idx="1287">
                  <c:v>#N/A</c:v>
                </c:pt>
                <c:pt idx="1288">
                  <c:v>#N/A</c:v>
                </c:pt>
                <c:pt idx="1289">
                  <c:v>#N/A</c:v>
                </c:pt>
                <c:pt idx="1290">
                  <c:v>#N/A</c:v>
                </c:pt>
                <c:pt idx="1291">
                  <c:v>#N/A</c:v>
                </c:pt>
                <c:pt idx="1292">
                  <c:v>#N/A</c:v>
                </c:pt>
                <c:pt idx="1293">
                  <c:v>#N/A</c:v>
                </c:pt>
                <c:pt idx="1294">
                  <c:v>#N/A</c:v>
                </c:pt>
                <c:pt idx="1295">
                  <c:v>#N/A</c:v>
                </c:pt>
                <c:pt idx="1296">
                  <c:v>#N/A</c:v>
                </c:pt>
                <c:pt idx="1297">
                  <c:v>#N/A</c:v>
                </c:pt>
                <c:pt idx="1298">
                  <c:v>#N/A</c:v>
                </c:pt>
                <c:pt idx="1299">
                  <c:v>#N/A</c:v>
                </c:pt>
                <c:pt idx="1300">
                  <c:v>#N/A</c:v>
                </c:pt>
                <c:pt idx="1301">
                  <c:v>#N/A</c:v>
                </c:pt>
                <c:pt idx="1302">
                  <c:v>#N/A</c:v>
                </c:pt>
                <c:pt idx="1303">
                  <c:v>#N/A</c:v>
                </c:pt>
                <c:pt idx="1304">
                  <c:v>#N/A</c:v>
                </c:pt>
                <c:pt idx="1305">
                  <c:v>#N/A</c:v>
                </c:pt>
                <c:pt idx="1306">
                  <c:v>#N/A</c:v>
                </c:pt>
                <c:pt idx="1307">
                  <c:v>#N/A</c:v>
                </c:pt>
                <c:pt idx="1308">
                  <c:v>#N/A</c:v>
                </c:pt>
                <c:pt idx="1309">
                  <c:v>#N/A</c:v>
                </c:pt>
                <c:pt idx="1310">
                  <c:v>#N/A</c:v>
                </c:pt>
                <c:pt idx="1311">
                  <c:v>#N/A</c:v>
                </c:pt>
                <c:pt idx="1312">
                  <c:v>#N/A</c:v>
                </c:pt>
                <c:pt idx="1313">
                  <c:v>#N/A</c:v>
                </c:pt>
                <c:pt idx="1314">
                  <c:v>#N/A</c:v>
                </c:pt>
                <c:pt idx="1315">
                  <c:v>#N/A</c:v>
                </c:pt>
                <c:pt idx="1316">
                  <c:v>#N/A</c:v>
                </c:pt>
                <c:pt idx="1317">
                  <c:v>#N/A</c:v>
                </c:pt>
                <c:pt idx="1318">
                  <c:v>#N/A</c:v>
                </c:pt>
                <c:pt idx="1319">
                  <c:v>#N/A</c:v>
                </c:pt>
                <c:pt idx="1320">
                  <c:v>#N/A</c:v>
                </c:pt>
                <c:pt idx="1321">
                  <c:v>#N/A</c:v>
                </c:pt>
                <c:pt idx="1322">
                  <c:v>#N/A</c:v>
                </c:pt>
                <c:pt idx="1323">
                  <c:v>#N/A</c:v>
                </c:pt>
                <c:pt idx="1324">
                  <c:v>#N/A</c:v>
                </c:pt>
                <c:pt idx="1325">
                  <c:v>#N/A</c:v>
                </c:pt>
                <c:pt idx="1326">
                  <c:v>#N/A</c:v>
                </c:pt>
                <c:pt idx="1327">
                  <c:v>#N/A</c:v>
                </c:pt>
                <c:pt idx="1328">
                  <c:v>#N/A</c:v>
                </c:pt>
                <c:pt idx="1329">
                  <c:v>#N/A</c:v>
                </c:pt>
                <c:pt idx="1330">
                  <c:v>#N/A</c:v>
                </c:pt>
              </c:numCache>
            </c:numRef>
          </c:cat>
          <c:val>
            <c:numRef>
              <c:f>SPX_UST!$AS$1275:$AS$4055</c:f>
              <c:numCache>
                <c:formatCode>0.0</c:formatCode>
                <c:ptCount val="2781"/>
                <c:pt idx="0">
                  <c:v>100</c:v>
                </c:pt>
                <c:pt idx="1">
                  <c:v>103.09814376314348</c:v>
                </c:pt>
                <c:pt idx="2">
                  <c:v>106.66135209361845</c:v>
                </c:pt>
                <c:pt idx="3">
                  <c:v>106.58376248116438</c:v>
                </c:pt>
                <c:pt idx="4">
                  <c:v>109.02594284389579</c:v>
                </c:pt>
                <c:pt idx="5">
                  <c:v>110.60683119764769</c:v>
                </c:pt>
                <c:pt idx="6">
                  <c:v>110.31042941592524</c:v>
                </c:pt>
                <c:pt idx="7">
                  <c:v>114.07683737169917</c:v>
                </c:pt>
                <c:pt idx="8">
                  <c:v>114.29210123551992</c:v>
                </c:pt>
                <c:pt idx="9">
                  <c:v>113.60160099541793</c:v>
                </c:pt>
                <c:pt idx="10">
                  <c:v>116.38039726827787</c:v>
                </c:pt>
                <c:pt idx="11">
                  <c:v>116.85137567802195</c:v>
                </c:pt>
                <c:pt idx="12">
                  <c:v>116.08233961067984</c:v>
                </c:pt>
                <c:pt idx="13">
                  <c:v>115.03748193321134</c:v>
                </c:pt>
                <c:pt idx="14">
                  <c:v>112.79187769227667</c:v>
                </c:pt>
                <c:pt idx="15">
                  <c:v>113.41212148451632</c:v>
                </c:pt>
                <c:pt idx="16">
                  <c:v>117.90380307377869</c:v>
                </c:pt>
                <c:pt idx="17">
                  <c:v>117.6987110189077</c:v>
                </c:pt>
                <c:pt idx="18">
                  <c:v>119.16392461506797</c:v>
                </c:pt>
                <c:pt idx="19">
                  <c:v>118.44716691465378</c:v>
                </c:pt>
                <c:pt idx="20">
                  <c:v>118.96924092284324</c:v>
                </c:pt>
                <c:pt idx="21">
                  <c:v>123.18533745567568</c:v>
                </c:pt>
                <c:pt idx="22">
                  <c:v>123.65205789888266</c:v>
                </c:pt>
                <c:pt idx="23">
                  <c:v>122.36567889728119</c:v>
                </c:pt>
                <c:pt idx="24">
                  <c:v>124.2980860440415</c:v>
                </c:pt>
                <c:pt idx="25">
                  <c:v>125.92013474098552</c:v>
                </c:pt>
                <c:pt idx="26">
                  <c:v>123.2475510778569</c:v>
                </c:pt>
                <c:pt idx="27">
                  <c:v>123.87725701795674</c:v>
                </c:pt>
                <c:pt idx="28">
                  <c:v>123.03678173426974</c:v>
                </c:pt>
                <c:pt idx="29">
                  <c:v>126.47319728341732</c:v>
                </c:pt>
                <c:pt idx="30">
                  <c:v>123.63715501600282</c:v>
                </c:pt>
                <c:pt idx="31">
                  <c:v>121.92356003851094</c:v>
                </c:pt>
                <c:pt idx="32">
                  <c:v>122.85156018990531</c:v>
                </c:pt>
                <c:pt idx="33">
                  <c:v>122.74676690235297</c:v>
                </c:pt>
                <c:pt idx="34">
                  <c:v>121.78233748169663</c:v>
                </c:pt>
                <c:pt idx="35">
                  <c:v>119.9220792123708</c:v>
                </c:pt>
                <c:pt idx="36">
                  <c:v>121.13796521241342</c:v>
                </c:pt>
                <c:pt idx="37">
                  <c:v>120.08388194078118</c:v>
                </c:pt>
                <c:pt idx="38">
                  <c:v>123.37174176852275</c:v>
                </c:pt>
                <c:pt idx="39">
                  <c:v>126.54345373127973</c:v>
                </c:pt>
                <c:pt idx="40">
                  <c:v>127.85135911926326</c:v>
                </c:pt>
                <c:pt idx="41">
                  <c:v>130.69331522909039</c:v>
                </c:pt>
                <c:pt idx="42">
                  <c:v>131.05027475711847</c:v>
                </c:pt>
                <c:pt idx="43">
                  <c:v>134.78971559149068</c:v>
                </c:pt>
                <c:pt idx="44">
                  <c:v>136.90048422541673</c:v>
                </c:pt>
                <c:pt idx="45">
                  <c:v>138.79740831770107</c:v>
                </c:pt>
                <c:pt idx="46">
                  <c:v>134.38733775373342</c:v>
                </c:pt>
                <c:pt idx="47">
                  <c:v>138.50833970057033</c:v>
                </c:pt>
                <c:pt idx="48">
                  <c:v>137.33124850675478</c:v>
                </c:pt>
                <c:pt idx="49">
                  <c:v>133.36187747937842</c:v>
                </c:pt>
                <c:pt idx="50">
                  <c:v>128.3935401916558</c:v>
                </c:pt>
                <c:pt idx="51">
                  <c:v>127.84378940097507</c:v>
                </c:pt>
                <c:pt idx="52">
                  <c:v>132.29738584509991</c:v>
                </c:pt>
                <c:pt idx="53">
                  <c:v>132.41873789140763</c:v>
                </c:pt>
                <c:pt idx="54">
                  <c:v>137.43817077757561</c:v>
                </c:pt>
                <c:pt idx="55">
                  <c:v>136.53004113668777</c:v>
                </c:pt>
                <c:pt idx="56">
                  <c:v>138.90385748112888</c:v>
                </c:pt>
                <c:pt idx="57">
                  <c:v>139.08292862938421</c:v>
                </c:pt>
                <c:pt idx="58">
                  <c:v>142.24825364233556</c:v>
                </c:pt>
                <c:pt idx="59">
                  <c:v>138.60130530329732</c:v>
                </c:pt>
                <c:pt idx="60">
                  <c:v>137.98650224607738</c:v>
                </c:pt>
                <c:pt idx="61">
                  <c:v>139.60263710060866</c:v>
                </c:pt>
                <c:pt idx="62">
                  <c:v>137.65698294684401</c:v>
                </c:pt>
                <c:pt idx="63">
                  <c:v>138.83170860369452</c:v>
                </c:pt>
                <c:pt idx="64">
                  <c:v>138.92585697490406</c:v>
                </c:pt>
                <c:pt idx="65">
                  <c:v>136.83070088494742</c:v>
                </c:pt>
                <c:pt idx="66">
                  <c:v>137.57253327719133</c:v>
                </c:pt>
                <c:pt idx="67">
                  <c:v>139.43846883523329</c:v>
                </c:pt>
                <c:pt idx="68">
                  <c:v>143.28246640346129</c:v>
                </c:pt>
                <c:pt idx="69">
                  <c:v>138.82910651303294</c:v>
                </c:pt>
                <c:pt idx="70">
                  <c:v>141.2237395827666</c:v>
                </c:pt>
                <c:pt idx="71">
                  <c:v>143.14313627621902</c:v>
                </c:pt>
                <c:pt idx="72">
                  <c:v>143.73759571553944</c:v>
                </c:pt>
                <c:pt idx="73">
                  <c:v>145.90537379032361</c:v>
                </c:pt>
                <c:pt idx="74">
                  <c:v>144.5019007089515</c:v>
                </c:pt>
                <c:pt idx="75">
                  <c:v>145.10038156111256</c:v>
                </c:pt>
                <c:pt idx="76">
                  <c:v>140.59521641114932</c:v>
                </c:pt>
                <c:pt idx="77">
                  <c:v>137.17654238923973</c:v>
                </c:pt>
                <c:pt idx="78">
                  <c:v>132.59449728791196</c:v>
                </c:pt>
                <c:pt idx="79">
                  <c:v>132.65387226573506</c:v>
                </c:pt>
                <c:pt idx="80">
                  <c:v>134.61774105413062</c:v>
                </c:pt>
                <c:pt idx="81">
                  <c:v>138.83856866089323</c:v>
                </c:pt>
                <c:pt idx="82">
                  <c:v>135.40593797088974</c:v>
                </c:pt>
                <c:pt idx="83">
                  <c:v>137.25838996823089</c:v>
                </c:pt>
                <c:pt idx="84">
                  <c:v>141.19156828004176</c:v>
                </c:pt>
                <c:pt idx="85">
                  <c:v>147.00203672732695</c:v>
                </c:pt>
                <c:pt idx="86">
                  <c:v>144.95348171558206</c:v>
                </c:pt>
                <c:pt idx="87">
                  <c:v>149.17620175191666</c:v>
                </c:pt>
                <c:pt idx="88">
                  <c:v>136.79072331023778</c:v>
                </c:pt>
                <c:pt idx="89">
                  <c:v>138.06598428810344</c:v>
                </c:pt>
                <c:pt idx="90">
                  <c:v>139.95226346404496</c:v>
                </c:pt>
                <c:pt idx="91">
                  <c:v>140.08899150062558</c:v>
                </c:pt>
                <c:pt idx="92">
                  <c:v>144.82905447121959</c:v>
                </c:pt>
                <c:pt idx="93">
                  <c:v>148.62810683711137</c:v>
                </c:pt>
                <c:pt idx="94">
                  <c:v>150.32987412977795</c:v>
                </c:pt>
                <c:pt idx="95">
                  <c:v>146.19467896115063</c:v>
                </c:pt>
                <c:pt idx="96">
                  <c:v>145.7840217440156</c:v>
                </c:pt>
                <c:pt idx="97">
                  <c:v>146.4111255934539</c:v>
                </c:pt>
                <c:pt idx="98">
                  <c:v>150.33129345195692</c:v>
                </c:pt>
                <c:pt idx="99">
                  <c:v>150.94349441851534</c:v>
                </c:pt>
                <c:pt idx="100">
                  <c:v>153.90561980616772</c:v>
                </c:pt>
                <c:pt idx="101">
                  <c:v>155.66770829144349</c:v>
                </c:pt>
                <c:pt idx="102">
                  <c:v>158.26199268102852</c:v>
                </c:pt>
                <c:pt idx="103">
                  <c:v>155.65351506965314</c:v>
                </c:pt>
                <c:pt idx="104">
                  <c:v>158.39588207325116</c:v>
                </c:pt>
                <c:pt idx="105">
                  <c:v>157.923011233935</c:v>
                </c:pt>
                <c:pt idx="106">
                  <c:v>160.13053032973212</c:v>
                </c:pt>
                <c:pt idx="107">
                  <c:v>159.94885709081527</c:v>
                </c:pt>
                <c:pt idx="108">
                  <c:v>164.96805342328676</c:v>
                </c:pt>
                <c:pt idx="109">
                  <c:v>165.21667135831495</c:v>
                </c:pt>
                <c:pt idx="110">
                  <c:v>161.41217825740353</c:v>
                </c:pt>
                <c:pt idx="111">
                  <c:v>158.6610587670348</c:v>
                </c:pt>
                <c:pt idx="112">
                  <c:v>150.52337505352025</c:v>
                </c:pt>
                <c:pt idx="113">
                  <c:v>150.62391037453548</c:v>
                </c:pt>
                <c:pt idx="114">
                  <c:v>147.42239264601866</c:v>
                </c:pt>
                <c:pt idx="115">
                  <c:v>139.1905605612946</c:v>
                </c:pt>
                <c:pt idx="116">
                  <c:v>131.44224423222951</c:v>
                </c:pt>
                <c:pt idx="117">
                  <c:v>138.19135774725183</c:v>
                </c:pt>
                <c:pt idx="118">
                  <c:v>132.40241568634872</c:v>
                </c:pt>
                <c:pt idx="119">
                  <c:v>127.44354054648632</c:v>
                </c:pt>
                <c:pt idx="120">
                  <c:v>129.39936650920069</c:v>
                </c:pt>
                <c:pt idx="121">
                  <c:v>132.99924066263412</c:v>
                </c:pt>
                <c:pt idx="122">
                  <c:v>136.58965266820735</c:v>
                </c:pt>
                <c:pt idx="123">
                  <c:v>131.90210461823776</c:v>
                </c:pt>
                <c:pt idx="124">
                  <c:v>129.21509117962225</c:v>
                </c:pt>
                <c:pt idx="125">
                  <c:v>131.07463978785859</c:v>
                </c:pt>
                <c:pt idx="126">
                  <c:v>125.8129759164681</c:v>
                </c:pt>
                <c:pt idx="127">
                  <c:v>123.62225213312293</c:v>
                </c:pt>
                <c:pt idx="128">
                  <c:v>127.96112003444219</c:v>
                </c:pt>
                <c:pt idx="129">
                  <c:v>127.94527093677625</c:v>
                </c:pt>
                <c:pt idx="130">
                  <c:v>126.8083938713668</c:v>
                </c:pt>
                <c:pt idx="131">
                  <c:v>124.2337434385918</c:v>
                </c:pt>
                <c:pt idx="132">
                  <c:v>124.06342477710724</c:v>
                </c:pt>
                <c:pt idx="133">
                  <c:v>121.70782306729716</c:v>
                </c:pt>
                <c:pt idx="134">
                  <c:v>124.01706025259202</c:v>
                </c:pt>
                <c:pt idx="135">
                  <c:v>126.4530902192143</c:v>
                </c:pt>
                <c:pt idx="136">
                  <c:v>130.45037458277841</c:v>
                </c:pt>
                <c:pt idx="137">
                  <c:v>131.77507528321391</c:v>
                </c:pt>
                <c:pt idx="138">
                  <c:v>129.54390081776609</c:v>
                </c:pt>
                <c:pt idx="139">
                  <c:v>128.40205612473</c:v>
                </c:pt>
                <c:pt idx="140">
                  <c:v>133.17003243151174</c:v>
                </c:pt>
                <c:pt idx="141">
                  <c:v>132.00122061707393</c:v>
                </c:pt>
                <c:pt idx="142">
                  <c:v>134.91177729888793</c:v>
                </c:pt>
                <c:pt idx="143">
                  <c:v>135.51593543976512</c:v>
                </c:pt>
                <c:pt idx="144">
                  <c:v>141.63297747772253</c:v>
                </c:pt>
                <c:pt idx="145">
                  <c:v>138.54311309395675</c:v>
                </c:pt>
                <c:pt idx="146">
                  <c:v>138.25688312118407</c:v>
                </c:pt>
                <c:pt idx="147">
                  <c:v>134.15362270158514</c:v>
                </c:pt>
                <c:pt idx="148">
                  <c:v>129.33029282982091</c:v>
                </c:pt>
                <c:pt idx="149">
                  <c:v>131.96881276065261</c:v>
                </c:pt>
                <c:pt idx="150">
                  <c:v>132.61673333538349</c:v>
                </c:pt>
                <c:pt idx="151">
                  <c:v>134.96973295453205</c:v>
                </c:pt>
                <c:pt idx="152">
                  <c:v>135.92895819386521</c:v>
                </c:pt>
                <c:pt idx="153">
                  <c:v>140.26238536016484</c:v>
                </c:pt>
                <c:pt idx="154">
                  <c:v>141.38861750923152</c:v>
                </c:pt>
                <c:pt idx="155">
                  <c:v>138.58640242041744</c:v>
                </c:pt>
                <c:pt idx="156">
                  <c:v>138.11778954763838</c:v>
                </c:pt>
                <c:pt idx="157">
                  <c:v>139.23124779709366</c:v>
                </c:pt>
                <c:pt idx="158">
                  <c:v>142.75069369371502</c:v>
                </c:pt>
                <c:pt idx="159">
                  <c:v>142.78499397970847</c:v>
                </c:pt>
                <c:pt idx="160">
                  <c:v>142.42969032755593</c:v>
                </c:pt>
                <c:pt idx="161">
                  <c:v>147.58537814291159</c:v>
                </c:pt>
                <c:pt idx="162">
                  <c:v>149.35550945386851</c:v>
                </c:pt>
                <c:pt idx="163">
                  <c:v>150.49214996558149</c:v>
                </c:pt>
                <c:pt idx="164">
                  <c:v>148.88216550715936</c:v>
                </c:pt>
                <c:pt idx="165">
                  <c:v>151.18146743720098</c:v>
                </c:pt>
                <c:pt idx="166">
                  <c:v>146.09532640861821</c:v>
                </c:pt>
                <c:pt idx="167">
                  <c:v>144.72331496888143</c:v>
                </c:pt>
                <c:pt idx="168">
                  <c:v>141.39311202946519</c:v>
                </c:pt>
                <c:pt idx="169">
                  <c:v>143.95333268675324</c:v>
                </c:pt>
                <c:pt idx="170">
                  <c:v>142.39444382677647</c:v>
                </c:pt>
                <c:pt idx="171">
                  <c:v>140.75063218975393</c:v>
                </c:pt>
                <c:pt idx="172">
                  <c:v>141.44633661117911</c:v>
                </c:pt>
                <c:pt idx="173">
                  <c:v>144.8158074642154</c:v>
                </c:pt>
                <c:pt idx="174">
                  <c:v>147.4439190324008</c:v>
                </c:pt>
                <c:pt idx="175">
                  <c:v>143.82890544239095</c:v>
                </c:pt>
                <c:pt idx="176">
                  <c:v>147.92719823436326</c:v>
                </c:pt>
                <c:pt idx="177">
                  <c:v>144.17238140971816</c:v>
                </c:pt>
                <c:pt idx="178">
                  <c:v>141.0508188306205</c:v>
                </c:pt>
                <c:pt idx="179">
                  <c:v>141.1593969773169</c:v>
                </c:pt>
                <c:pt idx="180">
                  <c:v>140.25079422903607</c:v>
                </c:pt>
                <c:pt idx="181">
                  <c:v>138.19679848227153</c:v>
                </c:pt>
                <c:pt idx="182">
                  <c:v>137.64657458419782</c:v>
                </c:pt>
                <c:pt idx="183">
                  <c:v>128.35569160021487</c:v>
                </c:pt>
                <c:pt idx="184">
                  <c:v>125.05127301371783</c:v>
                </c:pt>
                <c:pt idx="185">
                  <c:v>126.50726101571433</c:v>
                </c:pt>
                <c:pt idx="186">
                  <c:v>132.07644469256309</c:v>
                </c:pt>
                <c:pt idx="187">
                  <c:v>131.90305083302391</c:v>
                </c:pt>
                <c:pt idx="188">
                  <c:v>130.71034709523897</c:v>
                </c:pt>
                <c:pt idx="189">
                  <c:v>138.2528617083436</c:v>
                </c:pt>
                <c:pt idx="190">
                  <c:v>144.26061593851503</c:v>
                </c:pt>
                <c:pt idx="191">
                  <c:v>147.22770895379404</c:v>
                </c:pt>
                <c:pt idx="192">
                  <c:v>149.90975476478292</c:v>
                </c:pt>
                <c:pt idx="193">
                  <c:v>148.82468295890831</c:v>
                </c:pt>
                <c:pt idx="194">
                  <c:v>145.76036637436522</c:v>
                </c:pt>
                <c:pt idx="195">
                  <c:v>144.66110134670026</c:v>
                </c:pt>
                <c:pt idx="196">
                  <c:v>145.74570004518188</c:v>
                </c:pt>
                <c:pt idx="197">
                  <c:v>151.68863856251059</c:v>
                </c:pt>
                <c:pt idx="198">
                  <c:v>146.06764962612695</c:v>
                </c:pt>
                <c:pt idx="199">
                  <c:v>147.85386658844635</c:v>
                </c:pt>
                <c:pt idx="200">
                  <c:v>148.9675613915982</c:v>
                </c:pt>
                <c:pt idx="201">
                  <c:v>153.34096613260735</c:v>
                </c:pt>
                <c:pt idx="202">
                  <c:v>153.62080915557431</c:v>
                </c:pt>
                <c:pt idx="203">
                  <c:v>157.86410936350498</c:v>
                </c:pt>
                <c:pt idx="204">
                  <c:v>158.61445768882308</c:v>
                </c:pt>
                <c:pt idx="205">
                  <c:v>158.54278191878166</c:v>
                </c:pt>
                <c:pt idx="206">
                  <c:v>160.70062473831251</c:v>
                </c:pt>
                <c:pt idx="207">
                  <c:v>161.1380125231527</c:v>
                </c:pt>
                <c:pt idx="208">
                  <c:v>162.20841799984382</c:v>
                </c:pt>
                <c:pt idx="209">
                  <c:v>163.18254612205686</c:v>
                </c:pt>
                <c:pt idx="210">
                  <c:v>164.80577758748336</c:v>
                </c:pt>
                <c:pt idx="211">
                  <c:v>161.09543285778145</c:v>
                </c:pt>
                <c:pt idx="212">
                  <c:v>164.38613132988115</c:v>
                </c:pt>
                <c:pt idx="213">
                  <c:v>166.05761974939492</c:v>
                </c:pt>
                <c:pt idx="214">
                  <c:v>168.92914507128535</c:v>
                </c:pt>
                <c:pt idx="215">
                  <c:v>169.01903547595779</c:v>
                </c:pt>
                <c:pt idx="216">
                  <c:v>160.76875220290623</c:v>
                </c:pt>
                <c:pt idx="217">
                  <c:v>164.34307855711697</c:v>
                </c:pt>
                <c:pt idx="218">
                  <c:v>169.37694121877189</c:v>
                </c:pt>
                <c:pt idx="219">
                  <c:v>168.4931766086242</c:v>
                </c:pt>
                <c:pt idx="220">
                  <c:v>170.35580041491508</c:v>
                </c:pt>
                <c:pt idx="221">
                  <c:v>166.69560506887248</c:v>
                </c:pt>
                <c:pt idx="222">
                  <c:v>166.89431017393778</c:v>
                </c:pt>
                <c:pt idx="223">
                  <c:v>165.39574250657009</c:v>
                </c:pt>
                <c:pt idx="224">
                  <c:v>163.09454814695644</c:v>
                </c:pt>
                <c:pt idx="225">
                  <c:v>168.28217071134046</c:v>
                </c:pt>
                <c:pt idx="226">
                  <c:v>166.32729096341208</c:v>
                </c:pt>
                <c:pt idx="227">
                  <c:v>165.82414125094311</c:v>
                </c:pt>
                <c:pt idx="228">
                  <c:v>161.28538547607599</c:v>
                </c:pt>
                <c:pt idx="229">
                  <c:v>163.34742404852173</c:v>
                </c:pt>
                <c:pt idx="230">
                  <c:v>164.2380487158681</c:v>
                </c:pt>
                <c:pt idx="231">
                  <c:v>163.54660226098005</c:v>
                </c:pt>
                <c:pt idx="232">
                  <c:v>162.5597002391556</c:v>
                </c:pt>
                <c:pt idx="233">
                  <c:v>157.78344455299612</c:v>
                </c:pt>
                <c:pt idx="234">
                  <c:v>153.60637938008722</c:v>
                </c:pt>
                <c:pt idx="235">
                  <c:v>153.16236809174484</c:v>
                </c:pt>
                <c:pt idx="236">
                  <c:v>152.44892214308172</c:v>
                </c:pt>
                <c:pt idx="237">
                  <c:v>148.90369189354124</c:v>
                </c:pt>
                <c:pt idx="238">
                  <c:v>152.60457447538292</c:v>
                </c:pt>
                <c:pt idx="239">
                  <c:v>155.30791011905731</c:v>
                </c:pt>
                <c:pt idx="240">
                  <c:v>154.31201905676562</c:v>
                </c:pt>
                <c:pt idx="241">
                  <c:v>153.49519914272926</c:v>
                </c:pt>
                <c:pt idx="242">
                  <c:v>151.45989113798876</c:v>
                </c:pt>
                <c:pt idx="243">
                  <c:v>151.66474663916321</c:v>
                </c:pt>
                <c:pt idx="244">
                  <c:v>153.96239269332932</c:v>
                </c:pt>
                <c:pt idx="245">
                  <c:v>156.87578801950144</c:v>
                </c:pt>
                <c:pt idx="246">
                  <c:v>153.24989295945227</c:v>
                </c:pt>
                <c:pt idx="247">
                  <c:v>158.0952223249916</c:v>
                </c:pt>
                <c:pt idx="248">
                  <c:v>159.90130979781753</c:v>
                </c:pt>
                <c:pt idx="249">
                  <c:v>156.34992915216787</c:v>
                </c:pt>
                <c:pt idx="250">
                  <c:v>157.84565817517748</c:v>
                </c:pt>
                <c:pt idx="251">
                  <c:v>100</c:v>
                </c:pt>
                <c:pt idx="252">
                  <c:v>96.374623704532198</c:v>
                </c:pt>
                <c:pt idx="253">
                  <c:v>96.429655057530098</c:v>
                </c:pt>
                <c:pt idx="254">
                  <c:v>98.350100543769244</c:v>
                </c:pt>
                <c:pt idx="255">
                  <c:v>100.00044620015944</c:v>
                </c:pt>
                <c:pt idx="256">
                  <c:v>99.530894899039794</c:v>
                </c:pt>
                <c:pt idx="257">
                  <c:v>100.27709029901358</c:v>
                </c:pt>
                <c:pt idx="258">
                  <c:v>100.63390169318087</c:v>
                </c:pt>
                <c:pt idx="259">
                  <c:v>102.51552776554858</c:v>
                </c:pt>
                <c:pt idx="260">
                  <c:v>102.65697321609173</c:v>
                </c:pt>
                <c:pt idx="261">
                  <c:v>102.78518139523813</c:v>
                </c:pt>
                <c:pt idx="262">
                  <c:v>100.97003914662727</c:v>
                </c:pt>
                <c:pt idx="263">
                  <c:v>102.08777054602996</c:v>
                </c:pt>
                <c:pt idx="264">
                  <c:v>103.41789322132713</c:v>
                </c:pt>
                <c:pt idx="265">
                  <c:v>103.20728674607045</c:v>
                </c:pt>
                <c:pt idx="266">
                  <c:v>102.9846328665088</c:v>
                </c:pt>
                <c:pt idx="267">
                  <c:v>102.8904846328665</c:v>
                </c:pt>
                <c:pt idx="268">
                  <c:v>106.31090632176381</c:v>
                </c:pt>
                <c:pt idx="269">
                  <c:v>104.19993336744281</c:v>
                </c:pt>
                <c:pt idx="270">
                  <c:v>101.81201884749471</c:v>
                </c:pt>
                <c:pt idx="271">
                  <c:v>102.71378936972735</c:v>
                </c:pt>
                <c:pt idx="272">
                  <c:v>100.77148007567548</c:v>
                </c:pt>
                <c:pt idx="273">
                  <c:v>98.234683435860148</c:v>
                </c:pt>
                <c:pt idx="274">
                  <c:v>98.008162488250008</c:v>
                </c:pt>
                <c:pt idx="275">
                  <c:v>97.620117082921794</c:v>
                </c:pt>
                <c:pt idx="276">
                  <c:v>100.62334162274068</c:v>
                </c:pt>
                <c:pt idx="277">
                  <c:v>99.765149982746863</c:v>
                </c:pt>
                <c:pt idx="278">
                  <c:v>99.051229727639367</c:v>
                </c:pt>
                <c:pt idx="279">
                  <c:v>102.93778184976732</c:v>
                </c:pt>
                <c:pt idx="280">
                  <c:v>102.31444022702658</c:v>
                </c:pt>
                <c:pt idx="281">
                  <c:v>102.29659222064889</c:v>
                </c:pt>
                <c:pt idx="282">
                  <c:v>100.4750544364194</c:v>
                </c:pt>
                <c:pt idx="283">
                  <c:v>99.440613733445915</c:v>
                </c:pt>
                <c:pt idx="284">
                  <c:v>95.814345037659237</c:v>
                </c:pt>
                <c:pt idx="285">
                  <c:v>95.521637733065177</c:v>
                </c:pt>
                <c:pt idx="286">
                  <c:v>94.786151136917951</c:v>
                </c:pt>
                <c:pt idx="287">
                  <c:v>95.991040300798346</c:v>
                </c:pt>
                <c:pt idx="288">
                  <c:v>95.980480230358197</c:v>
                </c:pt>
                <c:pt idx="289">
                  <c:v>96.283152671846494</c:v>
                </c:pt>
                <c:pt idx="290">
                  <c:v>94.893536641957027</c:v>
                </c:pt>
                <c:pt idx="291">
                  <c:v>96.731137631926416</c:v>
                </c:pt>
                <c:pt idx="292">
                  <c:v>97.546791523386744</c:v>
                </c:pt>
                <c:pt idx="293">
                  <c:v>98.804034839308329</c:v>
                </c:pt>
                <c:pt idx="294">
                  <c:v>98.899967873588409</c:v>
                </c:pt>
                <c:pt idx="295">
                  <c:v>97.170347322203995</c:v>
                </c:pt>
                <c:pt idx="296">
                  <c:v>96.176213366966806</c:v>
                </c:pt>
                <c:pt idx="297">
                  <c:v>94.863789964660853</c:v>
                </c:pt>
                <c:pt idx="298">
                  <c:v>93.521173684899296</c:v>
                </c:pt>
                <c:pt idx="299">
                  <c:v>91.690265697321522</c:v>
                </c:pt>
                <c:pt idx="300">
                  <c:v>92.500118986709083</c:v>
                </c:pt>
                <c:pt idx="301">
                  <c:v>87.48453172780593</c:v>
                </c:pt>
                <c:pt idx="302">
                  <c:v>88.305391287793071</c:v>
                </c:pt>
                <c:pt idx="303">
                  <c:v>86.955635805480441</c:v>
                </c:pt>
                <c:pt idx="304">
                  <c:v>88.790262127720254</c:v>
                </c:pt>
                <c:pt idx="305">
                  <c:v>91.858036957271793</c:v>
                </c:pt>
                <c:pt idx="306">
                  <c:v>89.917958664017149</c:v>
                </c:pt>
                <c:pt idx="307">
                  <c:v>88.692098092642979</c:v>
                </c:pt>
                <c:pt idx="308">
                  <c:v>88.947027117070945</c:v>
                </c:pt>
                <c:pt idx="309">
                  <c:v>90.817051985293162</c:v>
                </c:pt>
                <c:pt idx="310">
                  <c:v>92.131111454850412</c:v>
                </c:pt>
                <c:pt idx="311">
                  <c:v>93.509572480753818</c:v>
                </c:pt>
                <c:pt idx="312">
                  <c:v>93.835893530692516</c:v>
                </c:pt>
                <c:pt idx="313">
                  <c:v>94.430975810001939</c:v>
                </c:pt>
                <c:pt idx="314">
                  <c:v>99.06729293337925</c:v>
                </c:pt>
                <c:pt idx="315">
                  <c:v>97.36236212415065</c:v>
                </c:pt>
                <c:pt idx="316">
                  <c:v>98.745136418261978</c:v>
                </c:pt>
                <c:pt idx="317">
                  <c:v>97.292159965731742</c:v>
                </c:pt>
                <c:pt idx="318">
                  <c:v>97.921599657318211</c:v>
                </c:pt>
                <c:pt idx="319">
                  <c:v>98.794813369346599</c:v>
                </c:pt>
                <c:pt idx="320">
                  <c:v>98.906660875980123</c:v>
                </c:pt>
                <c:pt idx="321">
                  <c:v>99.508882357840633</c:v>
                </c:pt>
                <c:pt idx="322">
                  <c:v>99.698517425603526</c:v>
                </c:pt>
                <c:pt idx="323">
                  <c:v>98.431308972787718</c:v>
                </c:pt>
                <c:pt idx="324">
                  <c:v>98.87036992967883</c:v>
                </c:pt>
                <c:pt idx="325">
                  <c:v>98.621985174256011</c:v>
                </c:pt>
                <c:pt idx="326">
                  <c:v>97.746242994657479</c:v>
                </c:pt>
                <c:pt idx="327">
                  <c:v>97.16677772092855</c:v>
                </c:pt>
                <c:pt idx="328">
                  <c:v>98.662143188605853</c:v>
                </c:pt>
                <c:pt idx="329">
                  <c:v>96.849231940792222</c:v>
                </c:pt>
                <c:pt idx="330">
                  <c:v>95.610282831407758</c:v>
                </c:pt>
                <c:pt idx="331">
                  <c:v>96.03432171626433</c:v>
                </c:pt>
                <c:pt idx="332">
                  <c:v>97.449519888628473</c:v>
                </c:pt>
                <c:pt idx="333">
                  <c:v>96.226187784824461</c:v>
                </c:pt>
                <c:pt idx="334">
                  <c:v>92.107909046559527</c:v>
                </c:pt>
                <c:pt idx="335">
                  <c:v>90.335602013255155</c:v>
                </c:pt>
                <c:pt idx="336">
                  <c:v>89.336411122877607</c:v>
                </c:pt>
                <c:pt idx="337">
                  <c:v>91.79066073319612</c:v>
                </c:pt>
                <c:pt idx="338">
                  <c:v>91.85967302452319</c:v>
                </c:pt>
                <c:pt idx="339">
                  <c:v>91.89135323584361</c:v>
                </c:pt>
                <c:pt idx="340">
                  <c:v>90.836387325535782</c:v>
                </c:pt>
                <c:pt idx="341">
                  <c:v>89.704972454576861</c:v>
                </c:pt>
                <c:pt idx="342">
                  <c:v>89.811019359137646</c:v>
                </c:pt>
                <c:pt idx="343">
                  <c:v>89.992920290803568</c:v>
                </c:pt>
                <c:pt idx="344">
                  <c:v>87.710011541710827</c:v>
                </c:pt>
                <c:pt idx="345">
                  <c:v>89.52753352450533</c:v>
                </c:pt>
                <c:pt idx="346">
                  <c:v>89.966445748009974</c:v>
                </c:pt>
                <c:pt idx="347">
                  <c:v>90.622508715776476</c:v>
                </c:pt>
                <c:pt idx="348">
                  <c:v>90.271646657068445</c:v>
                </c:pt>
                <c:pt idx="349">
                  <c:v>91.20836952512407</c:v>
                </c:pt>
                <c:pt idx="350">
                  <c:v>91.683275228157029</c:v>
                </c:pt>
                <c:pt idx="351">
                  <c:v>89.950085075497071</c:v>
                </c:pt>
                <c:pt idx="352">
                  <c:v>89.613501421891186</c:v>
                </c:pt>
                <c:pt idx="353">
                  <c:v>88.772711588115612</c:v>
                </c:pt>
                <c:pt idx="354">
                  <c:v>87.107641326463835</c:v>
                </c:pt>
                <c:pt idx="355">
                  <c:v>88.178670442511589</c:v>
                </c:pt>
                <c:pt idx="356">
                  <c:v>90.788792641861917</c:v>
                </c:pt>
                <c:pt idx="357">
                  <c:v>90.259747986149961</c:v>
                </c:pt>
                <c:pt idx="358">
                  <c:v>90.884130742596042</c:v>
                </c:pt>
                <c:pt idx="359">
                  <c:v>93.287959734897612</c:v>
                </c:pt>
                <c:pt idx="360">
                  <c:v>92.873588520162286</c:v>
                </c:pt>
                <c:pt idx="361">
                  <c:v>92.336512261580381</c:v>
                </c:pt>
                <c:pt idx="362">
                  <c:v>91.441286008352861</c:v>
                </c:pt>
                <c:pt idx="363">
                  <c:v>91.868002094166101</c:v>
                </c:pt>
                <c:pt idx="364">
                  <c:v>90.84248539438147</c:v>
                </c:pt>
                <c:pt idx="365">
                  <c:v>91.78381899741801</c:v>
                </c:pt>
                <c:pt idx="366">
                  <c:v>91.68297776138408</c:v>
                </c:pt>
                <c:pt idx="367">
                  <c:v>89.583903477981536</c:v>
                </c:pt>
                <c:pt idx="368">
                  <c:v>90.406845305379434</c:v>
                </c:pt>
                <c:pt idx="369">
                  <c:v>89.229769284770953</c:v>
                </c:pt>
                <c:pt idx="370">
                  <c:v>88.521947098509159</c:v>
                </c:pt>
                <c:pt idx="371">
                  <c:v>90.038283973680223</c:v>
                </c:pt>
                <c:pt idx="372">
                  <c:v>90.242346179931772</c:v>
                </c:pt>
                <c:pt idx="373">
                  <c:v>91.158990040812526</c:v>
                </c:pt>
                <c:pt idx="374">
                  <c:v>92.172013136132747</c:v>
                </c:pt>
                <c:pt idx="375">
                  <c:v>92.743744273764676</c:v>
                </c:pt>
                <c:pt idx="376">
                  <c:v>93.032733243696711</c:v>
                </c:pt>
                <c:pt idx="377">
                  <c:v>92.527783396594643</c:v>
                </c:pt>
                <c:pt idx="378">
                  <c:v>90.261532786787754</c:v>
                </c:pt>
                <c:pt idx="379">
                  <c:v>92.125013386004838</c:v>
                </c:pt>
                <c:pt idx="380">
                  <c:v>92.821383101507593</c:v>
                </c:pt>
                <c:pt idx="381">
                  <c:v>94.863789964660995</c:v>
                </c:pt>
                <c:pt idx="382">
                  <c:v>95.720494270789999</c:v>
                </c:pt>
                <c:pt idx="383">
                  <c:v>95.285597848720357</c:v>
                </c:pt>
                <c:pt idx="384">
                  <c:v>92.663279511678581</c:v>
                </c:pt>
                <c:pt idx="385">
                  <c:v>92.550688338112664</c:v>
                </c:pt>
                <c:pt idx="386">
                  <c:v>93.456325928393838</c:v>
                </c:pt>
                <c:pt idx="387">
                  <c:v>93.946551170234315</c:v>
                </c:pt>
                <c:pt idx="388">
                  <c:v>95.159620670371126</c:v>
                </c:pt>
                <c:pt idx="389">
                  <c:v>95.933480480230386</c:v>
                </c:pt>
                <c:pt idx="390">
                  <c:v>97.524927715574222</c:v>
                </c:pt>
                <c:pt idx="391">
                  <c:v>98.077769713123104</c:v>
                </c:pt>
                <c:pt idx="392">
                  <c:v>97.989868281713001</c:v>
                </c:pt>
                <c:pt idx="393">
                  <c:v>97.457848958271427</c:v>
                </c:pt>
                <c:pt idx="394">
                  <c:v>97.547535190319309</c:v>
                </c:pt>
                <c:pt idx="395">
                  <c:v>99.499958354651852</c:v>
                </c:pt>
                <c:pt idx="396">
                  <c:v>99.037843722856223</c:v>
                </c:pt>
                <c:pt idx="397">
                  <c:v>97.711290648834591</c:v>
                </c:pt>
                <c:pt idx="398">
                  <c:v>98.641469247885098</c:v>
                </c:pt>
                <c:pt idx="399">
                  <c:v>98.666902656973321</c:v>
                </c:pt>
                <c:pt idx="400">
                  <c:v>98.814297442975729</c:v>
                </c:pt>
                <c:pt idx="401">
                  <c:v>99.293813880989603</c:v>
                </c:pt>
                <c:pt idx="402">
                  <c:v>100.50911438192365</c:v>
                </c:pt>
                <c:pt idx="403">
                  <c:v>100.58705067643953</c:v>
                </c:pt>
                <c:pt idx="404">
                  <c:v>102.15678283735717</c:v>
                </c:pt>
                <c:pt idx="405">
                  <c:v>101.81707578263519</c:v>
                </c:pt>
                <c:pt idx="406">
                  <c:v>99.330104827290896</c:v>
                </c:pt>
                <c:pt idx="407">
                  <c:v>98.432350106493217</c:v>
                </c:pt>
                <c:pt idx="408">
                  <c:v>99.525391763740089</c:v>
                </c:pt>
                <c:pt idx="409">
                  <c:v>100.45913996406611</c:v>
                </c:pt>
                <c:pt idx="410">
                  <c:v>99.831782539890398</c:v>
                </c:pt>
                <c:pt idx="411">
                  <c:v>99.0669954666065</c:v>
                </c:pt>
                <c:pt idx="412">
                  <c:v>98.766554025915426</c:v>
                </c:pt>
                <c:pt idx="413">
                  <c:v>98.033000963792446</c:v>
                </c:pt>
                <c:pt idx="414">
                  <c:v>99.08320740573285</c:v>
                </c:pt>
                <c:pt idx="415">
                  <c:v>99.80263079614015</c:v>
                </c:pt>
                <c:pt idx="416">
                  <c:v>100.10069250264752</c:v>
                </c:pt>
                <c:pt idx="417">
                  <c:v>100.61084801827641</c:v>
                </c:pt>
                <c:pt idx="418">
                  <c:v>100.76553074021641</c:v>
                </c:pt>
                <c:pt idx="419">
                  <c:v>102.83218114536614</c:v>
                </c:pt>
                <c:pt idx="420">
                  <c:v>103.33460252489802</c:v>
                </c:pt>
                <c:pt idx="421">
                  <c:v>103.48333591137877</c:v>
                </c:pt>
                <c:pt idx="422">
                  <c:v>103.25874849779288</c:v>
                </c:pt>
                <c:pt idx="423">
                  <c:v>104.25719572123802</c:v>
                </c:pt>
                <c:pt idx="424">
                  <c:v>102.8860226312722</c:v>
                </c:pt>
                <c:pt idx="425">
                  <c:v>105.26069987982353</c:v>
                </c:pt>
                <c:pt idx="426">
                  <c:v>104.45858072653294</c:v>
                </c:pt>
                <c:pt idx="427">
                  <c:v>105.77814333138997</c:v>
                </c:pt>
                <c:pt idx="428">
                  <c:v>104.3870399676357</c:v>
                </c:pt>
                <c:pt idx="429">
                  <c:v>105.10170388967556</c:v>
                </c:pt>
                <c:pt idx="430">
                  <c:v>104.22521804314462</c:v>
                </c:pt>
                <c:pt idx="431">
                  <c:v>103.23048915436149</c:v>
                </c:pt>
                <c:pt idx="432">
                  <c:v>101.79684804207375</c:v>
                </c:pt>
                <c:pt idx="433">
                  <c:v>101.95316683126499</c:v>
                </c:pt>
                <c:pt idx="434">
                  <c:v>103.25845103101987</c:v>
                </c:pt>
                <c:pt idx="435">
                  <c:v>102.73833037849677</c:v>
                </c:pt>
                <c:pt idx="436">
                  <c:v>105.31483883250247</c:v>
                </c:pt>
                <c:pt idx="437">
                  <c:v>105.32762990373982</c:v>
                </c:pt>
                <c:pt idx="438">
                  <c:v>103.2493782944446</c:v>
                </c:pt>
                <c:pt idx="439">
                  <c:v>101.28059445759916</c:v>
                </c:pt>
                <c:pt idx="440">
                  <c:v>101.25768951608113</c:v>
                </c:pt>
                <c:pt idx="441">
                  <c:v>97.853033566150742</c:v>
                </c:pt>
                <c:pt idx="442">
                  <c:v>97.285466963340269</c:v>
                </c:pt>
                <c:pt idx="443">
                  <c:v>97.685857239746397</c:v>
                </c:pt>
                <c:pt idx="444">
                  <c:v>101.1397439406019</c:v>
                </c:pt>
                <c:pt idx="445">
                  <c:v>101.12293706792958</c:v>
                </c:pt>
                <c:pt idx="446">
                  <c:v>99.758456980355362</c:v>
                </c:pt>
                <c:pt idx="447">
                  <c:v>99.846507145151975</c:v>
                </c:pt>
                <c:pt idx="448">
                  <c:v>102.09654581583247</c:v>
                </c:pt>
                <c:pt idx="449">
                  <c:v>102.76629225515522</c:v>
                </c:pt>
                <c:pt idx="450">
                  <c:v>103.77187868115143</c:v>
                </c:pt>
                <c:pt idx="451">
                  <c:v>104.73924062682212</c:v>
                </c:pt>
                <c:pt idx="452">
                  <c:v>104.60790904655966</c:v>
                </c:pt>
                <c:pt idx="453">
                  <c:v>102.78964339683273</c:v>
                </c:pt>
                <c:pt idx="454">
                  <c:v>101.12576300227279</c:v>
                </c:pt>
                <c:pt idx="455">
                  <c:v>99.691080756279675</c:v>
                </c:pt>
                <c:pt idx="456">
                  <c:v>99.534018300156021</c:v>
                </c:pt>
                <c:pt idx="457">
                  <c:v>98.741120616827246</c:v>
                </c:pt>
                <c:pt idx="458">
                  <c:v>96.465202336899111</c:v>
                </c:pt>
                <c:pt idx="459">
                  <c:v>96.759991908903942</c:v>
                </c:pt>
                <c:pt idx="460">
                  <c:v>96.976101519460471</c:v>
                </c:pt>
                <c:pt idx="461">
                  <c:v>96.654539937889112</c:v>
                </c:pt>
                <c:pt idx="462">
                  <c:v>99.655682210297257</c:v>
                </c:pt>
                <c:pt idx="463">
                  <c:v>98.645336315933662</c:v>
                </c:pt>
                <c:pt idx="464">
                  <c:v>97.467516628392758</c:v>
                </c:pt>
                <c:pt idx="465">
                  <c:v>95.289911116928394</c:v>
                </c:pt>
                <c:pt idx="466">
                  <c:v>94.129344502219269</c:v>
                </c:pt>
                <c:pt idx="467">
                  <c:v>93.871738276834634</c:v>
                </c:pt>
                <c:pt idx="468">
                  <c:v>94.874052568328295</c:v>
                </c:pt>
                <c:pt idx="469">
                  <c:v>95.544988874742856</c:v>
                </c:pt>
                <c:pt idx="470">
                  <c:v>96.064217126947099</c:v>
                </c:pt>
                <c:pt idx="471">
                  <c:v>95.74146567828393</c:v>
                </c:pt>
                <c:pt idx="472">
                  <c:v>93.721815023262096</c:v>
                </c:pt>
                <c:pt idx="473">
                  <c:v>95.709636733577085</c:v>
                </c:pt>
                <c:pt idx="474">
                  <c:v>95.821632973597076</c:v>
                </c:pt>
                <c:pt idx="475">
                  <c:v>95.622627702485858</c:v>
                </c:pt>
                <c:pt idx="476">
                  <c:v>95.518365598562852</c:v>
                </c:pt>
                <c:pt idx="477">
                  <c:v>95.94493295098961</c:v>
                </c:pt>
                <c:pt idx="478">
                  <c:v>95.563878014825974</c:v>
                </c:pt>
                <c:pt idx="479">
                  <c:v>95.618611901050869</c:v>
                </c:pt>
                <c:pt idx="480">
                  <c:v>94.774103732613298</c:v>
                </c:pt>
                <c:pt idx="481">
                  <c:v>95.380341015908741</c:v>
                </c:pt>
                <c:pt idx="482">
                  <c:v>95.83739871256401</c:v>
                </c:pt>
                <c:pt idx="483">
                  <c:v>95.397296621967527</c:v>
                </c:pt>
                <c:pt idx="484">
                  <c:v>93.7741691753033</c:v>
                </c:pt>
                <c:pt idx="485">
                  <c:v>92.234034958295325</c:v>
                </c:pt>
                <c:pt idx="486">
                  <c:v>91.671079090465767</c:v>
                </c:pt>
                <c:pt idx="487">
                  <c:v>92.694067322680212</c:v>
                </c:pt>
                <c:pt idx="488">
                  <c:v>92.807997096724435</c:v>
                </c:pt>
                <c:pt idx="489">
                  <c:v>91.55194364789466</c:v>
                </c:pt>
                <c:pt idx="490">
                  <c:v>92.694810989612563</c:v>
                </c:pt>
                <c:pt idx="491">
                  <c:v>95.424812298466364</c:v>
                </c:pt>
                <c:pt idx="492">
                  <c:v>94.934587056625901</c:v>
                </c:pt>
                <c:pt idx="493">
                  <c:v>95.661298382970742</c:v>
                </c:pt>
                <c:pt idx="494">
                  <c:v>96.831383934414632</c:v>
                </c:pt>
                <c:pt idx="495">
                  <c:v>95.894512332972511</c:v>
                </c:pt>
                <c:pt idx="496">
                  <c:v>96.269469200290445</c:v>
                </c:pt>
                <c:pt idx="497">
                  <c:v>96.514879287983661</c:v>
                </c:pt>
                <c:pt idx="498">
                  <c:v>97.356858988851059</c:v>
                </c:pt>
                <c:pt idx="499">
                  <c:v>96.843282605333101</c:v>
                </c:pt>
                <c:pt idx="500">
                  <c:v>95.424366098306933</c:v>
                </c:pt>
                <c:pt idx="501">
                  <c:v>100</c:v>
                </c:pt>
                <c:pt idx="502">
                  <c:v>101.1913169012324</c:v>
                </c:pt>
                <c:pt idx="503">
                  <c:v>102.72620178486611</c:v>
                </c:pt>
                <c:pt idx="504">
                  <c:v>101.05601454890881</c:v>
                </c:pt>
                <c:pt idx="505">
                  <c:v>101.12132215083867</c:v>
                </c:pt>
                <c:pt idx="506">
                  <c:v>99.943754218433597</c:v>
                </c:pt>
                <c:pt idx="507">
                  <c:v>98.318719846011547</c:v>
                </c:pt>
                <c:pt idx="508">
                  <c:v>97.325669324800629</c:v>
                </c:pt>
                <c:pt idx="509">
                  <c:v>97.482376321775817</c:v>
                </c:pt>
                <c:pt idx="510">
                  <c:v>98.707128215383833</c:v>
                </c:pt>
                <c:pt idx="511">
                  <c:v>96.337149713771453</c:v>
                </c:pt>
                <c:pt idx="512">
                  <c:v>95.526741744369147</c:v>
                </c:pt>
                <c:pt idx="513">
                  <c:v>95.318788590855661</c:v>
                </c:pt>
                <c:pt idx="514">
                  <c:v>95.668762342824252</c:v>
                </c:pt>
                <c:pt idx="515">
                  <c:v>95.948585106117008</c:v>
                </c:pt>
                <c:pt idx="516">
                  <c:v>96.272623303252246</c:v>
                </c:pt>
                <c:pt idx="517">
                  <c:v>97.651894857885623</c:v>
                </c:pt>
                <c:pt idx="518">
                  <c:v>99.831731370147196</c:v>
                </c:pt>
                <c:pt idx="519">
                  <c:v>100.59370547208955</c:v>
                </c:pt>
                <c:pt idx="520">
                  <c:v>100.38778341624375</c:v>
                </c:pt>
                <c:pt idx="521">
                  <c:v>101.40505087118461</c:v>
                </c:pt>
                <c:pt idx="522">
                  <c:v>99.481757618178577</c:v>
                </c:pt>
                <c:pt idx="523">
                  <c:v>99.41723120765937</c:v>
                </c:pt>
                <c:pt idx="524">
                  <c:v>99.578469114816315</c:v>
                </c:pt>
                <c:pt idx="525">
                  <c:v>99.345517836162216</c:v>
                </c:pt>
                <c:pt idx="526">
                  <c:v>99.664243931705059</c:v>
                </c:pt>
                <c:pt idx="527">
                  <c:v>99.829075319350991</c:v>
                </c:pt>
                <c:pt idx="528">
                  <c:v>100.91399395045367</c:v>
                </c:pt>
                <c:pt idx="529">
                  <c:v>99.337705922055804</c:v>
                </c:pt>
                <c:pt idx="530">
                  <c:v>100.38153388495859</c:v>
                </c:pt>
                <c:pt idx="531">
                  <c:v>99.232401319900973</c:v>
                </c:pt>
                <c:pt idx="532">
                  <c:v>99.060539209559252</c:v>
                </c:pt>
                <c:pt idx="533">
                  <c:v>101.51504262180335</c:v>
                </c:pt>
                <c:pt idx="534">
                  <c:v>101.49129440291975</c:v>
                </c:pt>
                <c:pt idx="535">
                  <c:v>100.52371072169583</c:v>
                </c:pt>
                <c:pt idx="536">
                  <c:v>102.39075819313547</c:v>
                </c:pt>
                <c:pt idx="537">
                  <c:v>102.51637377196707</c:v>
                </c:pt>
                <c:pt idx="538">
                  <c:v>101.92219958503109</c:v>
                </c:pt>
                <c:pt idx="539">
                  <c:v>102.24967502437315</c:v>
                </c:pt>
                <c:pt idx="540">
                  <c:v>101.80892683048768</c:v>
                </c:pt>
                <c:pt idx="541">
                  <c:v>101.6064420168487</c:v>
                </c:pt>
                <c:pt idx="542">
                  <c:v>102.04625278104137</c:v>
                </c:pt>
                <c:pt idx="543">
                  <c:v>103.24381921355895</c:v>
                </c:pt>
                <c:pt idx="544">
                  <c:v>102.12484063695221</c:v>
                </c:pt>
                <c:pt idx="545">
                  <c:v>102.88447116466263</c:v>
                </c:pt>
                <c:pt idx="546">
                  <c:v>103.2375696822738</c:v>
                </c:pt>
                <c:pt idx="547">
                  <c:v>104.04047821413391</c:v>
                </c:pt>
                <c:pt idx="548">
                  <c:v>104.44497912656546</c:v>
                </c:pt>
                <c:pt idx="549">
                  <c:v>105.48927580431459</c:v>
                </c:pt>
                <c:pt idx="550">
                  <c:v>105.32116341274394</c:v>
                </c:pt>
                <c:pt idx="551">
                  <c:v>106.92151213658964</c:v>
                </c:pt>
                <c:pt idx="552">
                  <c:v>108.100642451816</c:v>
                </c:pt>
                <c:pt idx="553">
                  <c:v>108.34843636727234</c:v>
                </c:pt>
                <c:pt idx="554">
                  <c:v>108.80855810814177</c:v>
                </c:pt>
                <c:pt idx="555">
                  <c:v>109.98440741944337</c:v>
                </c:pt>
                <c:pt idx="556">
                  <c:v>109.88535234857368</c:v>
                </c:pt>
                <c:pt idx="557">
                  <c:v>110.47890158238117</c:v>
                </c:pt>
                <c:pt idx="558">
                  <c:v>110.25219983501221</c:v>
                </c:pt>
                <c:pt idx="559">
                  <c:v>111.25478089143297</c:v>
                </c:pt>
                <c:pt idx="560">
                  <c:v>110.41156288278364</c:v>
                </c:pt>
                <c:pt idx="561">
                  <c:v>111.4547658925579</c:v>
                </c:pt>
                <c:pt idx="562">
                  <c:v>112.68561107916892</c:v>
                </c:pt>
                <c:pt idx="563">
                  <c:v>113.57679424043179</c:v>
                </c:pt>
                <c:pt idx="564">
                  <c:v>115.13199010074226</c:v>
                </c:pt>
                <c:pt idx="565">
                  <c:v>115.89193310501697</c:v>
                </c:pt>
                <c:pt idx="566">
                  <c:v>115.82553183511222</c:v>
                </c:pt>
                <c:pt idx="567">
                  <c:v>117.08278129140301</c:v>
                </c:pt>
                <c:pt idx="568">
                  <c:v>116.34939879509024</c:v>
                </c:pt>
                <c:pt idx="569">
                  <c:v>116.41423768217373</c:v>
                </c:pt>
                <c:pt idx="570">
                  <c:v>116.85654825888051</c:v>
                </c:pt>
                <c:pt idx="571">
                  <c:v>116.62750293727963</c:v>
                </c:pt>
                <c:pt idx="572">
                  <c:v>114.82951278654095</c:v>
                </c:pt>
                <c:pt idx="573">
                  <c:v>113.79490288228375</c:v>
                </c:pt>
                <c:pt idx="574">
                  <c:v>112.8070082243831</c:v>
                </c:pt>
                <c:pt idx="575">
                  <c:v>112.42219333549977</c:v>
                </c:pt>
                <c:pt idx="576">
                  <c:v>112.17064970127234</c:v>
                </c:pt>
                <c:pt idx="577">
                  <c:v>113.42696172787035</c:v>
                </c:pt>
                <c:pt idx="578">
                  <c:v>114.14987625928048</c:v>
                </c:pt>
                <c:pt idx="579">
                  <c:v>114.74873759468031</c:v>
                </c:pt>
                <c:pt idx="580">
                  <c:v>114.86794740394464</c:v>
                </c:pt>
                <c:pt idx="581">
                  <c:v>115.43696722745786</c:v>
                </c:pt>
                <c:pt idx="582">
                  <c:v>114.26314901382389</c:v>
                </c:pt>
                <c:pt idx="583">
                  <c:v>115.02746668999819</c:v>
                </c:pt>
                <c:pt idx="584">
                  <c:v>111.70255980801434</c:v>
                </c:pt>
                <c:pt idx="585">
                  <c:v>109.91800614953873</c:v>
                </c:pt>
                <c:pt idx="586">
                  <c:v>110.48093268004894</c:v>
                </c:pt>
                <c:pt idx="587">
                  <c:v>110.42999900007493</c:v>
                </c:pt>
                <c:pt idx="588">
                  <c:v>111.33086893482985</c:v>
                </c:pt>
                <c:pt idx="589">
                  <c:v>111.17728670349719</c:v>
                </c:pt>
                <c:pt idx="590">
                  <c:v>111.04307801914854</c:v>
                </c:pt>
                <c:pt idx="591">
                  <c:v>112.55671449641278</c:v>
                </c:pt>
                <c:pt idx="592">
                  <c:v>111.93597980151488</c:v>
                </c:pt>
                <c:pt idx="593">
                  <c:v>111.68037397195209</c:v>
                </c:pt>
                <c:pt idx="594">
                  <c:v>111.53054145939053</c:v>
                </c:pt>
                <c:pt idx="595">
                  <c:v>111.70021623378241</c:v>
                </c:pt>
                <c:pt idx="596">
                  <c:v>111.23275129365292</c:v>
                </c:pt>
                <c:pt idx="597">
                  <c:v>112.75107491938101</c:v>
                </c:pt>
                <c:pt idx="598">
                  <c:v>112.02706671999599</c:v>
                </c:pt>
                <c:pt idx="599">
                  <c:v>111.45804689648276</c:v>
                </c:pt>
                <c:pt idx="600">
                  <c:v>109.41632502562305</c:v>
                </c:pt>
                <c:pt idx="601">
                  <c:v>108.29594030447714</c:v>
                </c:pt>
                <c:pt idx="602">
                  <c:v>108.44014823888206</c:v>
                </c:pt>
                <c:pt idx="603">
                  <c:v>109.60865435092363</c:v>
                </c:pt>
                <c:pt idx="604">
                  <c:v>107.67942404319672</c:v>
                </c:pt>
                <c:pt idx="605">
                  <c:v>107.94049821263403</c:v>
                </c:pt>
                <c:pt idx="606">
                  <c:v>110.62373446991472</c:v>
                </c:pt>
                <c:pt idx="607">
                  <c:v>107.74879384046196</c:v>
                </c:pt>
                <c:pt idx="608">
                  <c:v>106.70199735019871</c:v>
                </c:pt>
                <c:pt idx="609">
                  <c:v>106.69246681498888</c:v>
                </c:pt>
                <c:pt idx="610">
                  <c:v>107.2825788065895</c:v>
                </c:pt>
                <c:pt idx="611">
                  <c:v>106.77839787015974</c:v>
                </c:pt>
                <c:pt idx="612">
                  <c:v>107.54037197210205</c:v>
                </c:pt>
                <c:pt idx="613">
                  <c:v>107.2827350448716</c:v>
                </c:pt>
                <c:pt idx="614">
                  <c:v>106.11157288203383</c:v>
                </c:pt>
                <c:pt idx="615">
                  <c:v>105.17054970877183</c:v>
                </c:pt>
                <c:pt idx="616">
                  <c:v>104.30155238357121</c:v>
                </c:pt>
                <c:pt idx="617">
                  <c:v>104.53450366222533</c:v>
                </c:pt>
                <c:pt idx="618">
                  <c:v>105.01993600479965</c:v>
                </c:pt>
                <c:pt idx="619">
                  <c:v>106.96822738294631</c:v>
                </c:pt>
                <c:pt idx="620">
                  <c:v>106.24500037497191</c:v>
                </c:pt>
                <c:pt idx="621">
                  <c:v>109.1497825163113</c:v>
                </c:pt>
                <c:pt idx="622">
                  <c:v>109.30477089218309</c:v>
                </c:pt>
                <c:pt idx="623">
                  <c:v>108.3671849611279</c:v>
                </c:pt>
                <c:pt idx="624">
                  <c:v>108.63528985326101</c:v>
                </c:pt>
                <c:pt idx="625">
                  <c:v>109.09056820738448</c:v>
                </c:pt>
                <c:pt idx="626">
                  <c:v>109.11072294577909</c:v>
                </c:pt>
                <c:pt idx="627">
                  <c:v>108.88995825313103</c:v>
                </c:pt>
                <c:pt idx="628">
                  <c:v>109.37304702147343</c:v>
                </c:pt>
                <c:pt idx="629">
                  <c:v>107.70739069569785</c:v>
                </c:pt>
                <c:pt idx="630">
                  <c:v>107.07353198510116</c:v>
                </c:pt>
                <c:pt idx="631">
                  <c:v>106.06360772942033</c:v>
                </c:pt>
                <c:pt idx="632">
                  <c:v>106.83151888608359</c:v>
                </c:pt>
                <c:pt idx="633">
                  <c:v>107.9578406619504</c:v>
                </c:pt>
                <c:pt idx="634">
                  <c:v>108.19344799140067</c:v>
                </c:pt>
                <c:pt idx="635">
                  <c:v>109.88004024698147</c:v>
                </c:pt>
                <c:pt idx="636">
                  <c:v>110.25985551083672</c:v>
                </c:pt>
                <c:pt idx="637">
                  <c:v>111.45539084568659</c:v>
                </c:pt>
                <c:pt idx="638">
                  <c:v>111.82676924230685</c:v>
                </c:pt>
                <c:pt idx="639">
                  <c:v>110.38406494512915</c:v>
                </c:pt>
                <c:pt idx="640">
                  <c:v>109.59209309301806</c:v>
                </c:pt>
                <c:pt idx="641">
                  <c:v>107.89143939204564</c:v>
                </c:pt>
                <c:pt idx="642">
                  <c:v>108.13235882308832</c:v>
                </c:pt>
                <c:pt idx="643">
                  <c:v>109.72427067969909</c:v>
                </c:pt>
                <c:pt idx="644">
                  <c:v>110.11642876784251</c:v>
                </c:pt>
                <c:pt idx="645">
                  <c:v>109.16009424293188</c:v>
                </c:pt>
                <c:pt idx="646">
                  <c:v>110.84543659225571</c:v>
                </c:pt>
                <c:pt idx="647">
                  <c:v>111.30696447766431</c:v>
                </c:pt>
                <c:pt idx="648">
                  <c:v>108.45342849286315</c:v>
                </c:pt>
                <c:pt idx="649">
                  <c:v>106.00298727595442</c:v>
                </c:pt>
                <c:pt idx="650">
                  <c:v>103.86455390845697</c:v>
                </c:pt>
                <c:pt idx="651">
                  <c:v>104.28327250456225</c:v>
                </c:pt>
                <c:pt idx="652">
                  <c:v>104.76698622603314</c:v>
                </c:pt>
                <c:pt idx="653">
                  <c:v>106.93947953903468</c:v>
                </c:pt>
                <c:pt idx="654">
                  <c:v>107.24180061495399</c:v>
                </c:pt>
                <c:pt idx="655">
                  <c:v>107.7672299577533</c:v>
                </c:pt>
                <c:pt idx="656">
                  <c:v>106.67246831487654</c:v>
                </c:pt>
                <c:pt idx="657">
                  <c:v>107.37913406494526</c:v>
                </c:pt>
                <c:pt idx="658">
                  <c:v>108.30797065220119</c:v>
                </c:pt>
                <c:pt idx="659">
                  <c:v>108.15610704197195</c:v>
                </c:pt>
                <c:pt idx="660">
                  <c:v>108.6065420093494</c:v>
                </c:pt>
                <c:pt idx="661">
                  <c:v>105.72410194235441</c:v>
                </c:pt>
                <c:pt idx="662">
                  <c:v>105.7142589305803</c:v>
                </c:pt>
                <c:pt idx="663">
                  <c:v>106.04814013948963</c:v>
                </c:pt>
                <c:pt idx="664">
                  <c:v>107.61911606629512</c:v>
                </c:pt>
                <c:pt idx="665">
                  <c:v>108.81621378396628</c:v>
                </c:pt>
                <c:pt idx="666">
                  <c:v>107.80816438767101</c:v>
                </c:pt>
                <c:pt idx="667">
                  <c:v>107.08728095392853</c:v>
                </c:pt>
                <c:pt idx="668">
                  <c:v>108.4318676099293</c:v>
                </c:pt>
                <c:pt idx="669">
                  <c:v>108.72012724045702</c:v>
                </c:pt>
                <c:pt idx="670">
                  <c:v>106.10266729995254</c:v>
                </c:pt>
                <c:pt idx="671">
                  <c:v>104.60106117041225</c:v>
                </c:pt>
                <c:pt idx="672">
                  <c:v>103.80830812689054</c:v>
                </c:pt>
                <c:pt idx="673">
                  <c:v>102.59668024898139</c:v>
                </c:pt>
                <c:pt idx="674">
                  <c:v>103.38755843311756</c:v>
                </c:pt>
                <c:pt idx="675">
                  <c:v>101.40114491413146</c:v>
                </c:pt>
                <c:pt idx="676">
                  <c:v>100.46262155338353</c:v>
                </c:pt>
                <c:pt idx="677">
                  <c:v>101.40958178136647</c:v>
                </c:pt>
                <c:pt idx="678">
                  <c:v>101.83470614703907</c:v>
                </c:pt>
                <c:pt idx="679">
                  <c:v>103.05367722420829</c:v>
                </c:pt>
                <c:pt idx="680">
                  <c:v>104.50481838862096</c:v>
                </c:pt>
                <c:pt idx="681">
                  <c:v>104.76745494087953</c:v>
                </c:pt>
                <c:pt idx="682">
                  <c:v>106.04548408869344</c:v>
                </c:pt>
                <c:pt idx="683">
                  <c:v>105.69488538359633</c:v>
                </c:pt>
                <c:pt idx="684">
                  <c:v>107.07790665700085</c:v>
                </c:pt>
                <c:pt idx="685">
                  <c:v>106.77027347948913</c:v>
                </c:pt>
                <c:pt idx="686">
                  <c:v>104.7444879134066</c:v>
                </c:pt>
                <c:pt idx="687">
                  <c:v>102.65355098367635</c:v>
                </c:pt>
                <c:pt idx="688">
                  <c:v>104.82276329275319</c:v>
                </c:pt>
                <c:pt idx="689">
                  <c:v>105.69097942654314</c:v>
                </c:pt>
                <c:pt idx="690">
                  <c:v>108.05220858435631</c:v>
                </c:pt>
                <c:pt idx="691">
                  <c:v>109.26352398570123</c:v>
                </c:pt>
                <c:pt idx="692">
                  <c:v>110.99214433917471</c:v>
                </c:pt>
                <c:pt idx="693">
                  <c:v>112.17564932630064</c:v>
                </c:pt>
                <c:pt idx="694">
                  <c:v>112.5698385121117</c:v>
                </c:pt>
                <c:pt idx="695">
                  <c:v>109.60521710871694</c:v>
                </c:pt>
                <c:pt idx="696">
                  <c:v>110.15533210009258</c:v>
                </c:pt>
                <c:pt idx="697">
                  <c:v>111.03120390970689</c:v>
                </c:pt>
                <c:pt idx="698">
                  <c:v>111.56663250256246</c:v>
                </c:pt>
                <c:pt idx="699">
                  <c:v>111.46101542384335</c:v>
                </c:pt>
                <c:pt idx="700">
                  <c:v>108.07048846336538</c:v>
                </c:pt>
                <c:pt idx="701">
                  <c:v>108.53514111441656</c:v>
                </c:pt>
                <c:pt idx="702">
                  <c:v>109.01291778116658</c:v>
                </c:pt>
                <c:pt idx="703">
                  <c:v>108.62669674774409</c:v>
                </c:pt>
                <c:pt idx="704">
                  <c:v>108.39421418393637</c:v>
                </c:pt>
                <c:pt idx="705">
                  <c:v>108.61138539609546</c:v>
                </c:pt>
                <c:pt idx="706">
                  <c:v>108.09017448691365</c:v>
                </c:pt>
                <c:pt idx="707">
                  <c:v>107.88112766542527</c:v>
                </c:pt>
                <c:pt idx="708">
                  <c:v>107.94674774391939</c:v>
                </c:pt>
                <c:pt idx="709">
                  <c:v>107.24383171262176</c:v>
                </c:pt>
                <c:pt idx="710">
                  <c:v>105.69941629377817</c:v>
                </c:pt>
                <c:pt idx="711">
                  <c:v>105.73847586431039</c:v>
                </c:pt>
                <c:pt idx="712">
                  <c:v>106.43764217683697</c:v>
                </c:pt>
                <c:pt idx="713">
                  <c:v>105.64817013723994</c:v>
                </c:pt>
                <c:pt idx="714">
                  <c:v>107.62755293353024</c:v>
                </c:pt>
                <c:pt idx="715">
                  <c:v>108.2401632377574</c:v>
                </c:pt>
                <c:pt idx="716">
                  <c:v>112.068001149914</c:v>
                </c:pt>
                <c:pt idx="717">
                  <c:v>111.66318776091816</c:v>
                </c:pt>
                <c:pt idx="718">
                  <c:v>112.15830687698448</c:v>
                </c:pt>
                <c:pt idx="719">
                  <c:v>112.61436642251856</c:v>
                </c:pt>
                <c:pt idx="720">
                  <c:v>112.0945616578759</c:v>
                </c:pt>
                <c:pt idx="721">
                  <c:v>113.03355373347021</c:v>
                </c:pt>
                <c:pt idx="722">
                  <c:v>113.19291678124162</c:v>
                </c:pt>
                <c:pt idx="723">
                  <c:v>112.81107041971873</c:v>
                </c:pt>
                <c:pt idx="724">
                  <c:v>113.99738769592304</c:v>
                </c:pt>
                <c:pt idx="725">
                  <c:v>113.22994525410618</c:v>
                </c:pt>
                <c:pt idx="726">
                  <c:v>114.35923555733343</c:v>
                </c:pt>
                <c:pt idx="727">
                  <c:v>115.30275854310952</c:v>
                </c:pt>
                <c:pt idx="728">
                  <c:v>115.43337374696924</c:v>
                </c:pt>
                <c:pt idx="729">
                  <c:v>113.10948553858488</c:v>
                </c:pt>
                <c:pt idx="730">
                  <c:v>112.84950503712248</c:v>
                </c:pt>
                <c:pt idx="731">
                  <c:v>112.74185686073571</c:v>
                </c:pt>
                <c:pt idx="732">
                  <c:v>113.12589055820843</c:v>
                </c:pt>
                <c:pt idx="733">
                  <c:v>112.15815063870239</c:v>
                </c:pt>
                <c:pt idx="734">
                  <c:v>112.09940504462196</c:v>
                </c:pt>
                <c:pt idx="735">
                  <c:v>109.33148763842743</c:v>
                </c:pt>
                <c:pt idx="736">
                  <c:v>109.69911631627657</c:v>
                </c:pt>
                <c:pt idx="737">
                  <c:v>107.98127640426998</c:v>
                </c:pt>
                <c:pt idx="738">
                  <c:v>107.76316776241813</c:v>
                </c:pt>
                <c:pt idx="739">
                  <c:v>107.09040571957136</c:v>
                </c:pt>
                <c:pt idx="740">
                  <c:v>107.11446641501922</c:v>
                </c:pt>
                <c:pt idx="741">
                  <c:v>106.39670774691936</c:v>
                </c:pt>
                <c:pt idx="742">
                  <c:v>105.72300827437979</c:v>
                </c:pt>
                <c:pt idx="743">
                  <c:v>103.41161912856572</c:v>
                </c:pt>
                <c:pt idx="744">
                  <c:v>102.62245956553294</c:v>
                </c:pt>
                <c:pt idx="745">
                  <c:v>99.939535784816471</c:v>
                </c:pt>
                <c:pt idx="746">
                  <c:v>98.952891033172861</c:v>
                </c:pt>
                <c:pt idx="747">
                  <c:v>99.8242319326054</c:v>
                </c:pt>
                <c:pt idx="748">
                  <c:v>100.43637352198621</c:v>
                </c:pt>
                <c:pt idx="749">
                  <c:v>101.14710146739031</c:v>
                </c:pt>
                <c:pt idx="750">
                  <c:v>101.04273429492825</c:v>
                </c:pt>
                <c:pt idx="751">
                  <c:v>101.03414118941117</c:v>
                </c:pt>
                <c:pt idx="752">
                  <c:v>100</c:v>
                </c:pt>
                <c:pt idx="753">
                  <c:v>100</c:v>
                </c:pt>
                <c:pt idx="754">
                  <c:v>101.0402445765875</c:v>
                </c:pt>
                <c:pt idx="755">
                  <c:v>101.9480916123791</c:v>
                </c:pt>
                <c:pt idx="756">
                  <c:v>101.53272677850978</c:v>
                </c:pt>
                <c:pt idx="757">
                  <c:v>102.61343888486763</c:v>
                </c:pt>
                <c:pt idx="758">
                  <c:v>102.51265182959048</c:v>
                </c:pt>
                <c:pt idx="759">
                  <c:v>102.8640321541248</c:v>
                </c:pt>
                <c:pt idx="760">
                  <c:v>105.17755319571317</c:v>
                </c:pt>
                <c:pt idx="761">
                  <c:v>106.16725153700261</c:v>
                </c:pt>
                <c:pt idx="762">
                  <c:v>107.64653063468359</c:v>
                </c:pt>
                <c:pt idx="763">
                  <c:v>108.31859704419057</c:v>
                </c:pt>
                <c:pt idx="764">
                  <c:v>109.17803575191726</c:v>
                </c:pt>
                <c:pt idx="765">
                  <c:v>108.48107799391005</c:v>
                </c:pt>
                <c:pt idx="766">
                  <c:v>106.58200554023391</c:v>
                </c:pt>
                <c:pt idx="767">
                  <c:v>107.05845343790753</c:v>
                </c:pt>
                <c:pt idx="768">
                  <c:v>106.01393304685377</c:v>
                </c:pt>
                <c:pt idx="769">
                  <c:v>105.2326806607966</c:v>
                </c:pt>
                <c:pt idx="770">
                  <c:v>104.13853028040184</c:v>
                </c:pt>
                <c:pt idx="771">
                  <c:v>104.32468091734546</c:v>
                </c:pt>
                <c:pt idx="772">
                  <c:v>104.87290141498913</c:v>
                </c:pt>
                <c:pt idx="773">
                  <c:v>102.00169200086732</c:v>
                </c:pt>
                <c:pt idx="774">
                  <c:v>102.4259138789883</c:v>
                </c:pt>
                <c:pt idx="775">
                  <c:v>104.65559841550525</c:v>
                </c:pt>
                <c:pt idx="776">
                  <c:v>104.76829666822424</c:v>
                </c:pt>
                <c:pt idx="777">
                  <c:v>103.0459069766021</c:v>
                </c:pt>
                <c:pt idx="778">
                  <c:v>103.01567086001896</c:v>
                </c:pt>
                <c:pt idx="779">
                  <c:v>105.23542939866772</c:v>
                </c:pt>
                <c:pt idx="780">
                  <c:v>106.032257965995</c:v>
                </c:pt>
                <c:pt idx="781">
                  <c:v>103.17891534803599</c:v>
                </c:pt>
                <c:pt idx="782">
                  <c:v>103.97284246983254</c:v>
                </c:pt>
                <c:pt idx="783">
                  <c:v>104.1095158250947</c:v>
                </c:pt>
                <c:pt idx="784">
                  <c:v>105.53305662705425</c:v>
                </c:pt>
                <c:pt idx="785">
                  <c:v>106.27032920717235</c:v>
                </c:pt>
                <c:pt idx="786">
                  <c:v>107.30477089269843</c:v>
                </c:pt>
                <c:pt idx="787">
                  <c:v>105.21084346548655</c:v>
                </c:pt>
                <c:pt idx="788">
                  <c:v>105.32216734926989</c:v>
                </c:pt>
                <c:pt idx="789">
                  <c:v>103.77065752864031</c:v>
                </c:pt>
                <c:pt idx="790">
                  <c:v>103.26565329863814</c:v>
                </c:pt>
                <c:pt idx="791">
                  <c:v>103.76302214566479</c:v>
                </c:pt>
                <c:pt idx="792">
                  <c:v>105.35011285096039</c:v>
                </c:pt>
                <c:pt idx="793">
                  <c:v>101.65046438399258</c:v>
                </c:pt>
                <c:pt idx="794">
                  <c:v>100.77514407967678</c:v>
                </c:pt>
                <c:pt idx="795">
                  <c:v>99.252954129673256</c:v>
                </c:pt>
                <c:pt idx="796">
                  <c:v>99.751391930316487</c:v>
                </c:pt>
                <c:pt idx="797">
                  <c:v>101.38979240920771</c:v>
                </c:pt>
                <c:pt idx="798">
                  <c:v>102.34100842030041</c:v>
                </c:pt>
                <c:pt idx="799">
                  <c:v>101.35757109305094</c:v>
                </c:pt>
                <c:pt idx="800">
                  <c:v>101.80286662818438</c:v>
                </c:pt>
                <c:pt idx="801">
                  <c:v>101.15248470632794</c:v>
                </c:pt>
                <c:pt idx="802">
                  <c:v>103.99406883450462</c:v>
                </c:pt>
                <c:pt idx="803">
                  <c:v>105.6162823014877</c:v>
                </c:pt>
                <c:pt idx="804">
                  <c:v>105.85313188138893</c:v>
                </c:pt>
                <c:pt idx="805">
                  <c:v>107.53505404324071</c:v>
                </c:pt>
                <c:pt idx="806">
                  <c:v>107.98141853199076</c:v>
                </c:pt>
                <c:pt idx="807">
                  <c:v>107.31286439865255</c:v>
                </c:pt>
                <c:pt idx="808">
                  <c:v>108.39067505947965</c:v>
                </c:pt>
                <c:pt idx="809">
                  <c:v>108.89644282777938</c:v>
                </c:pt>
                <c:pt idx="810">
                  <c:v>109.54987890282604</c:v>
                </c:pt>
                <c:pt idx="811">
                  <c:v>108.61866759512927</c:v>
                </c:pt>
                <c:pt idx="812">
                  <c:v>108.13992908256296</c:v>
                </c:pt>
                <c:pt idx="813">
                  <c:v>109.30066000250444</c:v>
                </c:pt>
                <c:pt idx="814">
                  <c:v>109.93622928138835</c:v>
                </c:pt>
                <c:pt idx="815">
                  <c:v>110.00846000433692</c:v>
                </c:pt>
                <c:pt idx="816">
                  <c:v>101.74605937884635</c:v>
                </c:pt>
                <c:pt idx="817">
                  <c:v>92.895734264239252</c:v>
                </c:pt>
                <c:pt idx="818">
                  <c:v>92.021482913540012</c:v>
                </c:pt>
                <c:pt idx="819">
                  <c:v>89.738961526832298</c:v>
                </c:pt>
                <c:pt idx="820">
                  <c:v>96.439010087868027</c:v>
                </c:pt>
                <c:pt idx="821">
                  <c:v>90.271453135546409</c:v>
                </c:pt>
                <c:pt idx="822">
                  <c:v>92.53045754268949</c:v>
                </c:pt>
                <c:pt idx="823">
                  <c:v>92.762115062167339</c:v>
                </c:pt>
                <c:pt idx="824">
                  <c:v>92.645446410301105</c:v>
                </c:pt>
                <c:pt idx="825">
                  <c:v>93.38195545212163</c:v>
                </c:pt>
                <c:pt idx="826">
                  <c:v>95.506271703576175</c:v>
                </c:pt>
                <c:pt idx="827">
                  <c:v>93.0995989896862</c:v>
                </c:pt>
                <c:pt idx="828">
                  <c:v>95.543226957177779</c:v>
                </c:pt>
                <c:pt idx="829">
                  <c:v>95.285761843242625</c:v>
                </c:pt>
                <c:pt idx="830">
                  <c:v>96.683189635425819</c:v>
                </c:pt>
                <c:pt idx="831">
                  <c:v>96.57446178185414</c:v>
                </c:pt>
                <c:pt idx="832">
                  <c:v>97.181169313090464</c:v>
                </c:pt>
                <c:pt idx="833">
                  <c:v>96.823527974516196</c:v>
                </c:pt>
                <c:pt idx="834">
                  <c:v>94.292245810465403</c:v>
                </c:pt>
                <c:pt idx="835">
                  <c:v>94.641946350745101</c:v>
                </c:pt>
                <c:pt idx="836">
                  <c:v>95.943779148074526</c:v>
                </c:pt>
                <c:pt idx="837">
                  <c:v>94.004086456968537</c:v>
                </c:pt>
                <c:pt idx="838">
                  <c:v>94.09586376033451</c:v>
                </c:pt>
                <c:pt idx="839">
                  <c:v>94.168705313921137</c:v>
                </c:pt>
                <c:pt idx="840">
                  <c:v>95.352036967470227</c:v>
                </c:pt>
                <c:pt idx="841">
                  <c:v>96.349981522373213</c:v>
                </c:pt>
                <c:pt idx="842">
                  <c:v>98.733137256698541</c:v>
                </c:pt>
                <c:pt idx="843">
                  <c:v>100.04107836040845</c:v>
                </c:pt>
                <c:pt idx="844">
                  <c:v>99.448572641506587</c:v>
                </c:pt>
                <c:pt idx="845">
                  <c:v>99.567226492946432</c:v>
                </c:pt>
                <c:pt idx="846">
                  <c:v>99.384435424512034</c:v>
                </c:pt>
                <c:pt idx="847">
                  <c:v>97.846211170259892</c:v>
                </c:pt>
                <c:pt idx="848">
                  <c:v>96.875906701728368</c:v>
                </c:pt>
                <c:pt idx="849">
                  <c:v>95.13702458287905</c:v>
                </c:pt>
                <c:pt idx="850">
                  <c:v>94.71600956560782</c:v>
                </c:pt>
                <c:pt idx="851">
                  <c:v>94.98370609273023</c:v>
                </c:pt>
                <c:pt idx="852">
                  <c:v>95.783894228566751</c:v>
                </c:pt>
                <c:pt idx="853">
                  <c:v>94.587887839278281</c:v>
                </c:pt>
                <c:pt idx="854">
                  <c:v>95.223151702843154</c:v>
                </c:pt>
                <c:pt idx="855">
                  <c:v>94.577961841410072</c:v>
                </c:pt>
                <c:pt idx="856">
                  <c:v>95.665698500105407</c:v>
                </c:pt>
                <c:pt idx="857">
                  <c:v>96.72823839498146</c:v>
                </c:pt>
                <c:pt idx="858">
                  <c:v>94.901854787232452</c:v>
                </c:pt>
                <c:pt idx="859">
                  <c:v>94.748078174105075</c:v>
                </c:pt>
                <c:pt idx="860">
                  <c:v>96.628825708639894</c:v>
                </c:pt>
                <c:pt idx="861">
                  <c:v>96.845670585145228</c:v>
                </c:pt>
                <c:pt idx="862">
                  <c:v>98.558439694218194</c:v>
                </c:pt>
                <c:pt idx="863">
                  <c:v>100.02580759445735</c:v>
                </c:pt>
                <c:pt idx="864">
                  <c:v>100.43170455343703</c:v>
                </c:pt>
                <c:pt idx="865">
                  <c:v>102.16096608973716</c:v>
                </c:pt>
                <c:pt idx="866">
                  <c:v>101.861048246458</c:v>
                </c:pt>
                <c:pt idx="867">
                  <c:v>102.908928206021</c:v>
                </c:pt>
                <c:pt idx="868">
                  <c:v>102.21120690971624</c:v>
                </c:pt>
                <c:pt idx="869">
                  <c:v>103.28352009480098</c:v>
                </c:pt>
                <c:pt idx="870">
                  <c:v>100.69023862098884</c:v>
                </c:pt>
                <c:pt idx="871">
                  <c:v>99.16728513268778</c:v>
                </c:pt>
                <c:pt idx="872">
                  <c:v>98.736496825207837</c:v>
                </c:pt>
                <c:pt idx="873">
                  <c:v>100.22020444501462</c:v>
                </c:pt>
                <c:pt idx="874">
                  <c:v>99.718712491181208</c:v>
                </c:pt>
                <c:pt idx="875">
                  <c:v>99.058557279116087</c:v>
                </c:pt>
                <c:pt idx="876">
                  <c:v>99.853095231550711</c:v>
                </c:pt>
                <c:pt idx="877">
                  <c:v>101.54830295977992</c:v>
                </c:pt>
                <c:pt idx="878">
                  <c:v>101.80103413627026</c:v>
                </c:pt>
                <c:pt idx="879">
                  <c:v>100.78491736988549</c:v>
                </c:pt>
                <c:pt idx="880">
                  <c:v>103.52861588831578</c:v>
                </c:pt>
                <c:pt idx="881">
                  <c:v>103.01139504555275</c:v>
                </c:pt>
                <c:pt idx="882">
                  <c:v>103.82731207031885</c:v>
                </c:pt>
                <c:pt idx="883">
                  <c:v>104.3280404858547</c:v>
                </c:pt>
                <c:pt idx="884">
                  <c:v>103.07629580084479</c:v>
                </c:pt>
                <c:pt idx="885">
                  <c:v>101.68940483716786</c:v>
                </c:pt>
                <c:pt idx="886">
                  <c:v>100.83805963539523</c:v>
                </c:pt>
                <c:pt idx="887">
                  <c:v>101.26701545096103</c:v>
                </c:pt>
                <c:pt idx="888">
                  <c:v>100.2982380590246</c:v>
                </c:pt>
                <c:pt idx="889">
                  <c:v>99.333125650916443</c:v>
                </c:pt>
                <c:pt idx="890">
                  <c:v>99.853247939210192</c:v>
                </c:pt>
                <c:pt idx="891">
                  <c:v>101.38551659474142</c:v>
                </c:pt>
                <c:pt idx="892">
                  <c:v>102.10767111656791</c:v>
                </c:pt>
                <c:pt idx="893">
                  <c:v>101.70146874226923</c:v>
                </c:pt>
                <c:pt idx="894">
                  <c:v>102.87456898263106</c:v>
                </c:pt>
                <c:pt idx="895">
                  <c:v>103.8586171405186</c:v>
                </c:pt>
                <c:pt idx="896">
                  <c:v>102.45630270323105</c:v>
                </c:pt>
                <c:pt idx="897">
                  <c:v>101.84195978901916</c:v>
                </c:pt>
                <c:pt idx="898">
                  <c:v>100.03649713062313</c:v>
                </c:pt>
                <c:pt idx="899">
                  <c:v>99.597004486551086</c:v>
                </c:pt>
                <c:pt idx="900">
                  <c:v>99.710924400546133</c:v>
                </c:pt>
                <c:pt idx="901">
                  <c:v>98.800939457521366</c:v>
                </c:pt>
                <c:pt idx="902">
                  <c:v>98.418559478106346</c:v>
                </c:pt>
                <c:pt idx="903">
                  <c:v>99.055197710606777</c:v>
                </c:pt>
                <c:pt idx="904">
                  <c:v>98.271807417316438</c:v>
                </c:pt>
                <c:pt idx="905">
                  <c:v>98.753294667753948</c:v>
                </c:pt>
                <c:pt idx="906">
                  <c:v>99.938153397898134</c:v>
                </c:pt>
                <c:pt idx="907">
                  <c:v>99.763303127758277</c:v>
                </c:pt>
                <c:pt idx="908">
                  <c:v>99.511030074246449</c:v>
                </c:pt>
                <c:pt idx="909">
                  <c:v>98.938987181719042</c:v>
                </c:pt>
                <c:pt idx="910">
                  <c:v>98.754516329030025</c:v>
                </c:pt>
                <c:pt idx="911">
                  <c:v>99.59975322442223</c:v>
                </c:pt>
                <c:pt idx="912">
                  <c:v>100.30419365774546</c:v>
                </c:pt>
                <c:pt idx="913">
                  <c:v>102.30573295095333</c:v>
                </c:pt>
                <c:pt idx="914">
                  <c:v>102.57465113935181</c:v>
                </c:pt>
                <c:pt idx="915">
                  <c:v>102.36528893816255</c:v>
                </c:pt>
                <c:pt idx="916">
                  <c:v>103.5454137308619</c:v>
                </c:pt>
                <c:pt idx="917">
                  <c:v>104.25306102503485</c:v>
                </c:pt>
                <c:pt idx="918">
                  <c:v>104.81762124224622</c:v>
                </c:pt>
                <c:pt idx="919">
                  <c:v>105.0608845438469</c:v>
                </c:pt>
                <c:pt idx="920">
                  <c:v>102.64291146315313</c:v>
                </c:pt>
                <c:pt idx="921">
                  <c:v>103.25526917779139</c:v>
                </c:pt>
                <c:pt idx="922">
                  <c:v>101.13080021867734</c:v>
                </c:pt>
                <c:pt idx="923">
                  <c:v>100.9831319119304</c:v>
                </c:pt>
                <c:pt idx="924">
                  <c:v>101.52554951851269</c:v>
                </c:pt>
                <c:pt idx="925">
                  <c:v>103.31803202585026</c:v>
                </c:pt>
                <c:pt idx="926">
                  <c:v>103.28061864927011</c:v>
                </c:pt>
                <c:pt idx="927">
                  <c:v>102.67986671675467</c:v>
                </c:pt>
                <c:pt idx="928">
                  <c:v>102.37078641390484</c:v>
                </c:pt>
                <c:pt idx="929">
                  <c:v>104.1429588025275</c:v>
                </c:pt>
                <c:pt idx="930">
                  <c:v>104.43172898666239</c:v>
                </c:pt>
                <c:pt idx="931">
                  <c:v>103.98124139110557</c:v>
                </c:pt>
                <c:pt idx="932">
                  <c:v>102.65344829165927</c:v>
                </c:pt>
                <c:pt idx="933">
                  <c:v>102.46470162450396</c:v>
                </c:pt>
                <c:pt idx="934">
                  <c:v>104.22160324717552</c:v>
                </c:pt>
                <c:pt idx="935">
                  <c:v>105.5026678028115</c:v>
                </c:pt>
                <c:pt idx="936">
                  <c:v>106.41601231434551</c:v>
                </c:pt>
                <c:pt idx="937">
                  <c:v>107.45106483050962</c:v>
                </c:pt>
                <c:pt idx="938">
                  <c:v>105.40279699349145</c:v>
                </c:pt>
                <c:pt idx="939">
                  <c:v>104.27214948247359</c:v>
                </c:pt>
                <c:pt idx="940">
                  <c:v>104.23076570674618</c:v>
                </c:pt>
                <c:pt idx="941">
                  <c:v>103.16303375144676</c:v>
                </c:pt>
                <c:pt idx="942">
                  <c:v>103.85571569498772</c:v>
                </c:pt>
                <c:pt idx="943">
                  <c:v>104.39370477944425</c:v>
                </c:pt>
                <c:pt idx="944">
                  <c:v>104.54427453172185</c:v>
                </c:pt>
                <c:pt idx="945">
                  <c:v>103.94367530686594</c:v>
                </c:pt>
                <c:pt idx="946">
                  <c:v>102.59435042742865</c:v>
                </c:pt>
                <c:pt idx="947">
                  <c:v>99.720697690754676</c:v>
                </c:pt>
                <c:pt idx="948">
                  <c:v>101.13935184760986</c:v>
                </c:pt>
                <c:pt idx="949">
                  <c:v>101.0707861084895</c:v>
                </c:pt>
                <c:pt idx="950">
                  <c:v>100.98603335746103</c:v>
                </c:pt>
                <c:pt idx="951">
                  <c:v>99.855233138783674</c:v>
                </c:pt>
                <c:pt idx="952">
                  <c:v>100.65633752057725</c:v>
                </c:pt>
                <c:pt idx="953">
                  <c:v>101.63565174101993</c:v>
                </c:pt>
                <c:pt idx="954">
                  <c:v>101.42858015472331</c:v>
                </c:pt>
                <c:pt idx="955">
                  <c:v>102.76538300608071</c:v>
                </c:pt>
                <c:pt idx="956">
                  <c:v>104.09180173659141</c:v>
                </c:pt>
                <c:pt idx="957">
                  <c:v>103.04147845447622</c:v>
                </c:pt>
                <c:pt idx="958">
                  <c:v>103.34765731179534</c:v>
                </c:pt>
                <c:pt idx="959">
                  <c:v>102.26572354416143</c:v>
                </c:pt>
                <c:pt idx="960">
                  <c:v>103.08438930679874</c:v>
                </c:pt>
                <c:pt idx="961">
                  <c:v>102.37887991985892</c:v>
                </c:pt>
                <c:pt idx="962">
                  <c:v>103.03750805532894</c:v>
                </c:pt>
                <c:pt idx="963">
                  <c:v>102.84051517456004</c:v>
                </c:pt>
                <c:pt idx="964">
                  <c:v>101.88151107283231</c:v>
                </c:pt>
                <c:pt idx="965">
                  <c:v>102.06949420169009</c:v>
                </c:pt>
                <c:pt idx="966">
                  <c:v>102.95886361068089</c:v>
                </c:pt>
                <c:pt idx="967">
                  <c:v>104.56168320490609</c:v>
                </c:pt>
                <c:pt idx="968">
                  <c:v>105.52038189131483</c:v>
                </c:pt>
                <c:pt idx="969">
                  <c:v>106.88161796819401</c:v>
                </c:pt>
                <c:pt idx="970">
                  <c:v>105.36034426414757</c:v>
                </c:pt>
                <c:pt idx="971">
                  <c:v>105.68851302443625</c:v>
                </c:pt>
                <c:pt idx="972">
                  <c:v>107.13893037446971</c:v>
                </c:pt>
                <c:pt idx="973">
                  <c:v>105.1299084059458</c:v>
                </c:pt>
                <c:pt idx="974">
                  <c:v>105.77540368269793</c:v>
                </c:pt>
                <c:pt idx="975">
                  <c:v>104.40118745476038</c:v>
                </c:pt>
                <c:pt idx="976">
                  <c:v>103.28886486288381</c:v>
                </c:pt>
                <c:pt idx="977">
                  <c:v>103.82807560861639</c:v>
                </c:pt>
                <c:pt idx="978">
                  <c:v>103.49715811045652</c:v>
                </c:pt>
                <c:pt idx="979">
                  <c:v>102.78889998564551</c:v>
                </c:pt>
                <c:pt idx="980">
                  <c:v>103.48326171344108</c:v>
                </c:pt>
                <c:pt idx="981">
                  <c:v>104.85366024989089</c:v>
                </c:pt>
                <c:pt idx="982">
                  <c:v>105.81144269034255</c:v>
                </c:pt>
                <c:pt idx="983">
                  <c:v>104.4589109500555</c:v>
                </c:pt>
                <c:pt idx="984">
                  <c:v>106.37386500032076</c:v>
                </c:pt>
                <c:pt idx="985">
                  <c:v>106.78327423546919</c:v>
                </c:pt>
                <c:pt idx="986">
                  <c:v>106.32331876502272</c:v>
                </c:pt>
                <c:pt idx="987">
                  <c:v>105.22214383229043</c:v>
                </c:pt>
                <c:pt idx="988">
                  <c:v>105.9438402311384</c:v>
                </c:pt>
                <c:pt idx="989">
                  <c:v>107.12197982426412</c:v>
                </c:pt>
                <c:pt idx="990">
                  <c:v>106.66828536785756</c:v>
                </c:pt>
                <c:pt idx="991">
                  <c:v>105.67843431890863</c:v>
                </c:pt>
                <c:pt idx="992">
                  <c:v>104.87900972136967</c:v>
                </c:pt>
                <c:pt idx="993">
                  <c:v>101.7562907920336</c:v>
                </c:pt>
                <c:pt idx="994">
                  <c:v>104.00995043109376</c:v>
                </c:pt>
                <c:pt idx="995">
                  <c:v>102.53342007128396</c:v>
                </c:pt>
                <c:pt idx="996">
                  <c:v>102.60488725593497</c:v>
                </c:pt>
                <c:pt idx="997">
                  <c:v>103.71186507972868</c:v>
                </c:pt>
                <c:pt idx="998">
                  <c:v>104.38087733604542</c:v>
                </c:pt>
                <c:pt idx="999">
                  <c:v>104.03209304172279</c:v>
                </c:pt>
                <c:pt idx="1000">
                  <c:v>103.74026870439769</c:v>
                </c:pt>
                <c:pt idx="1001">
                  <c:v>104.72080458611643</c:v>
                </c:pt>
                <c:pt idx="1002">
                  <c:v>105.50801257089451</c:v>
                </c:pt>
                <c:pt idx="1003">
                  <c:v>104.96269351878151</c:v>
                </c:pt>
                <c:pt idx="1004">
                  <c:v>107.15236864850664</c:v>
                </c:pt>
                <c:pt idx="1005">
                  <c:v>110.01670621795043</c:v>
                </c:pt>
                <c:pt idx="1006">
                  <c:v>106.92620860477113</c:v>
                </c:pt>
                <c:pt idx="1007">
                  <c:v>105.65827690785308</c:v>
                </c:pt>
                <c:pt idx="1008">
                  <c:v>109.0386136587838</c:v>
                </c:pt>
                <c:pt idx="1009">
                  <c:v>109.43504274287382</c:v>
                </c:pt>
                <c:pt idx="1010">
                  <c:v>108.71563695891852</c:v>
                </c:pt>
                <c:pt idx="1011">
                  <c:v>110.3769435867364</c:v>
                </c:pt>
                <c:pt idx="1012">
                  <c:v>112.87310298909969</c:v>
                </c:pt>
                <c:pt idx="1013">
                  <c:v>111.84690751718722</c:v>
                </c:pt>
                <c:pt idx="1014">
                  <c:v>112.07932857496263</c:v>
                </c:pt>
                <c:pt idx="1015">
                  <c:v>111.88951295419069</c:v>
                </c:pt>
                <c:pt idx="1016">
                  <c:v>114.55685764286559</c:v>
                </c:pt>
                <c:pt idx="1017">
                  <c:v>114.86150942358962</c:v>
                </c:pt>
                <c:pt idx="1018">
                  <c:v>115.56503361095581</c:v>
                </c:pt>
                <c:pt idx="1019">
                  <c:v>115.60931883221393</c:v>
                </c:pt>
                <c:pt idx="1020">
                  <c:v>116.74943421812149</c:v>
                </c:pt>
                <c:pt idx="1021">
                  <c:v>117.61574477052618</c:v>
                </c:pt>
                <c:pt idx="1022">
                  <c:v>118.88566166701787</c:v>
                </c:pt>
                <c:pt idx="1023">
                  <c:v>120.04975215546857</c:v>
                </c:pt>
                <c:pt idx="1024">
                  <c:v>117.67209389688564</c:v>
                </c:pt>
                <c:pt idx="1025">
                  <c:v>121.53804100506071</c:v>
                </c:pt>
                <c:pt idx="1026">
                  <c:v>124.27104998732528</c:v>
                </c:pt>
                <c:pt idx="1027">
                  <c:v>122.91576950916706</c:v>
                </c:pt>
                <c:pt idx="1028">
                  <c:v>125.2410490405378</c:v>
                </c:pt>
                <c:pt idx="1029">
                  <c:v>126.28801275414374</c:v>
                </c:pt>
                <c:pt idx="1030">
                  <c:v>126.18722569886661</c:v>
                </c:pt>
                <c:pt idx="1031">
                  <c:v>129.4605143804803</c:v>
                </c:pt>
                <c:pt idx="1032">
                  <c:v>126.65344218335302</c:v>
                </c:pt>
                <c:pt idx="1033">
                  <c:v>127.34474975795833</c:v>
                </c:pt>
                <c:pt idx="1034">
                  <c:v>125.60082828634516</c:v>
                </c:pt>
                <c:pt idx="1035">
                  <c:v>128.11668697678539</c:v>
                </c:pt>
                <c:pt idx="1036">
                  <c:v>128.93443649346568</c:v>
                </c:pt>
                <c:pt idx="1037">
                  <c:v>128.01254035299908</c:v>
                </c:pt>
                <c:pt idx="1038">
                  <c:v>128.78218695693349</c:v>
                </c:pt>
                <c:pt idx="1039">
                  <c:v>128.63512948082459</c:v>
                </c:pt>
                <c:pt idx="1040">
                  <c:v>128.09698768870857</c:v>
                </c:pt>
                <c:pt idx="1041">
                  <c:v>128.42469832601873</c:v>
                </c:pt>
                <c:pt idx="1042">
                  <c:v>130.58093047831102</c:v>
                </c:pt>
                <c:pt idx="1043">
                  <c:v>133.12901048490798</c:v>
                </c:pt>
                <c:pt idx="1044">
                  <c:v>131.87604413862198</c:v>
                </c:pt>
                <c:pt idx="1045">
                  <c:v>130.91184797647085</c:v>
                </c:pt>
                <c:pt idx="1046">
                  <c:v>131.68088374976719</c:v>
                </c:pt>
                <c:pt idx="1047">
                  <c:v>131.8513054977812</c:v>
                </c:pt>
                <c:pt idx="1048">
                  <c:v>131.29056297205759</c:v>
                </c:pt>
                <c:pt idx="1049">
                  <c:v>129.5565674983126</c:v>
                </c:pt>
                <c:pt idx="1050">
                  <c:v>132.76831499314346</c:v>
                </c:pt>
                <c:pt idx="1051">
                  <c:v>134.07533985089626</c:v>
                </c:pt>
                <c:pt idx="1052">
                  <c:v>134.6290578242824</c:v>
                </c:pt>
                <c:pt idx="1053">
                  <c:v>135.14444617513132</c:v>
                </c:pt>
                <c:pt idx="1054">
                  <c:v>136.5218692639186</c:v>
                </c:pt>
                <c:pt idx="1055">
                  <c:v>136.30716229464642</c:v>
                </c:pt>
                <c:pt idx="1056">
                  <c:v>138.32061278529613</c:v>
                </c:pt>
                <c:pt idx="1057">
                  <c:v>138.33542542826871</c:v>
                </c:pt>
                <c:pt idx="1058">
                  <c:v>139.90877244420835</c:v>
                </c:pt>
                <c:pt idx="1059">
                  <c:v>142.77646958216138</c:v>
                </c:pt>
                <c:pt idx="1060">
                  <c:v>142.0263695586444</c:v>
                </c:pt>
                <c:pt idx="1061">
                  <c:v>144.25162557303562</c:v>
                </c:pt>
                <c:pt idx="1062">
                  <c:v>146.94599951744391</c:v>
                </c:pt>
                <c:pt idx="1063">
                  <c:v>145.67348659074054</c:v>
                </c:pt>
                <c:pt idx="1064">
                  <c:v>144.04898250886478</c:v>
                </c:pt>
                <c:pt idx="1065">
                  <c:v>138.4525522031135</c:v>
                </c:pt>
                <c:pt idx="1066">
                  <c:v>139.0956041573134</c:v>
                </c:pt>
                <c:pt idx="1067">
                  <c:v>140.16730651176013</c:v>
                </c:pt>
                <c:pt idx="1068">
                  <c:v>141.26160959981448</c:v>
                </c:pt>
                <c:pt idx="1069">
                  <c:v>136.08680514197246</c:v>
                </c:pt>
                <c:pt idx="1070">
                  <c:v>134.50597545071682</c:v>
                </c:pt>
                <c:pt idx="1071">
                  <c:v>133.42831749754919</c:v>
                </c:pt>
                <c:pt idx="1072">
                  <c:v>133.86490869609057</c:v>
                </c:pt>
                <c:pt idx="1073">
                  <c:v>130.97583248580602</c:v>
                </c:pt>
                <c:pt idx="1074">
                  <c:v>130.61147201021328</c:v>
                </c:pt>
                <c:pt idx="1075">
                  <c:v>132.63103080724338</c:v>
                </c:pt>
                <c:pt idx="1076">
                  <c:v>128.72980822972133</c:v>
                </c:pt>
                <c:pt idx="1077">
                  <c:v>129.00514013981928</c:v>
                </c:pt>
                <c:pt idx="1078">
                  <c:v>130.69149082379687</c:v>
                </c:pt>
                <c:pt idx="1079">
                  <c:v>132.18542985679088</c:v>
                </c:pt>
                <c:pt idx="1080">
                  <c:v>133.19406394785963</c:v>
                </c:pt>
                <c:pt idx="1081">
                  <c:v>132.86726955650653</c:v>
                </c:pt>
                <c:pt idx="1082">
                  <c:v>132.53482498175154</c:v>
                </c:pt>
                <c:pt idx="1083">
                  <c:v>134.72434740381718</c:v>
                </c:pt>
                <c:pt idx="1084">
                  <c:v>137.88478512505242</c:v>
                </c:pt>
                <c:pt idx="1085">
                  <c:v>138.99832937820511</c:v>
                </c:pt>
                <c:pt idx="1086">
                  <c:v>137.17179306279661</c:v>
                </c:pt>
                <c:pt idx="1087">
                  <c:v>138.33313481337618</c:v>
                </c:pt>
                <c:pt idx="1088">
                  <c:v>138.52860061755001</c:v>
                </c:pt>
                <c:pt idx="1089">
                  <c:v>132.89658942713271</c:v>
                </c:pt>
                <c:pt idx="1090">
                  <c:v>130.53633984173402</c:v>
                </c:pt>
                <c:pt idx="1091">
                  <c:v>129.80670264459147</c:v>
                </c:pt>
                <c:pt idx="1092">
                  <c:v>133.22430006444282</c:v>
                </c:pt>
                <c:pt idx="1093">
                  <c:v>134.16925506149551</c:v>
                </c:pt>
                <c:pt idx="1094">
                  <c:v>134.38701618395788</c:v>
                </c:pt>
                <c:pt idx="1095">
                  <c:v>135.42313765373856</c:v>
                </c:pt>
                <c:pt idx="1096">
                  <c:v>138.56922085497973</c:v>
                </c:pt>
                <c:pt idx="1097">
                  <c:v>141.07622250116833</c:v>
                </c:pt>
                <c:pt idx="1098">
                  <c:v>142.52786151247787</c:v>
                </c:pt>
                <c:pt idx="1099">
                  <c:v>138.83676467444269</c:v>
                </c:pt>
                <c:pt idx="1100">
                  <c:v>137.43964229757853</c:v>
                </c:pt>
                <c:pt idx="1101">
                  <c:v>138.05016752030264</c:v>
                </c:pt>
                <c:pt idx="1102">
                  <c:v>134.18299875085151</c:v>
                </c:pt>
                <c:pt idx="1103">
                  <c:v>132.14679481893467</c:v>
                </c:pt>
                <c:pt idx="1104">
                  <c:v>131.96217125858612</c:v>
                </c:pt>
                <c:pt idx="1105">
                  <c:v>130.55405393023716</c:v>
                </c:pt>
                <c:pt idx="1106">
                  <c:v>132.97553928709968</c:v>
                </c:pt>
                <c:pt idx="1107">
                  <c:v>134.29722408016556</c:v>
                </c:pt>
                <c:pt idx="1108">
                  <c:v>136.1475827904577</c:v>
                </c:pt>
                <c:pt idx="1109">
                  <c:v>136.18026222959301</c:v>
                </c:pt>
                <c:pt idx="1110">
                  <c:v>133.76916099357723</c:v>
                </c:pt>
                <c:pt idx="1111">
                  <c:v>135.28997657464515</c:v>
                </c:pt>
                <c:pt idx="1112">
                  <c:v>133.12641445469635</c:v>
                </c:pt>
                <c:pt idx="1113">
                  <c:v>135.0726735751613</c:v>
                </c:pt>
                <c:pt idx="1114">
                  <c:v>132.29568478695768</c:v>
                </c:pt>
                <c:pt idx="1115">
                  <c:v>133.25346722740935</c:v>
                </c:pt>
                <c:pt idx="1116">
                  <c:v>128.48120016003779</c:v>
                </c:pt>
                <c:pt idx="1117">
                  <c:v>128.15929241378905</c:v>
                </c:pt>
                <c:pt idx="1118">
                  <c:v>126.68841223738116</c:v>
                </c:pt>
                <c:pt idx="1119">
                  <c:v>124.49400317021119</c:v>
                </c:pt>
                <c:pt idx="1120">
                  <c:v>126.03528157765354</c:v>
                </c:pt>
                <c:pt idx="1121">
                  <c:v>126.89884339218703</c:v>
                </c:pt>
                <c:pt idx="1122">
                  <c:v>124.69924226459368</c:v>
                </c:pt>
                <c:pt idx="1123">
                  <c:v>125.92227790961557</c:v>
                </c:pt>
                <c:pt idx="1124">
                  <c:v>125.40169749834331</c:v>
                </c:pt>
                <c:pt idx="1125">
                  <c:v>124.62640071100704</c:v>
                </c:pt>
                <c:pt idx="1126">
                  <c:v>123.8388873109099</c:v>
                </c:pt>
                <c:pt idx="1127">
                  <c:v>123.15109201247333</c:v>
                </c:pt>
                <c:pt idx="1128">
                  <c:v>124.20523298607624</c:v>
                </c:pt>
                <c:pt idx="1129">
                  <c:v>123.87752234876611</c:v>
                </c:pt>
                <c:pt idx="1130">
                  <c:v>127.62466289784177</c:v>
                </c:pt>
                <c:pt idx="1131">
                  <c:v>129.475937854091</c:v>
                </c:pt>
                <c:pt idx="1132">
                  <c:v>127.43652706132443</c:v>
                </c:pt>
                <c:pt idx="1133">
                  <c:v>128.21060218738458</c:v>
                </c:pt>
                <c:pt idx="1134">
                  <c:v>132.26315805548182</c:v>
                </c:pt>
                <c:pt idx="1135">
                  <c:v>132.7484629974071</c:v>
                </c:pt>
                <c:pt idx="1136">
                  <c:v>131.72058774124002</c:v>
                </c:pt>
                <c:pt idx="1137">
                  <c:v>133.03402632069225</c:v>
                </c:pt>
                <c:pt idx="1138">
                  <c:v>134.57606826643217</c:v>
                </c:pt>
                <c:pt idx="1139">
                  <c:v>135.31471521548588</c:v>
                </c:pt>
                <c:pt idx="1140">
                  <c:v>136.87233334249592</c:v>
                </c:pt>
                <c:pt idx="1141">
                  <c:v>138.50126594649748</c:v>
                </c:pt>
                <c:pt idx="1142">
                  <c:v>139.27350858064352</c:v>
                </c:pt>
                <c:pt idx="1143">
                  <c:v>139.62397265922073</c:v>
                </c:pt>
                <c:pt idx="1144">
                  <c:v>136.8132354782652</c:v>
                </c:pt>
                <c:pt idx="1145">
                  <c:v>134.90286265778528</c:v>
                </c:pt>
                <c:pt idx="1146">
                  <c:v>137.57585752986208</c:v>
                </c:pt>
                <c:pt idx="1147">
                  <c:v>138.29114020701061</c:v>
                </c:pt>
                <c:pt idx="1148">
                  <c:v>139.36253714613827</c:v>
                </c:pt>
                <c:pt idx="1149">
                  <c:v>137.64915720642725</c:v>
                </c:pt>
                <c:pt idx="1150">
                  <c:v>136.97159332117789</c:v>
                </c:pt>
                <c:pt idx="1151">
                  <c:v>134.19643702488838</c:v>
                </c:pt>
                <c:pt idx="1152">
                  <c:v>136.33510779633696</c:v>
                </c:pt>
                <c:pt idx="1153">
                  <c:v>134.76008099614273</c:v>
                </c:pt>
                <c:pt idx="1154">
                  <c:v>140.99986867141294</c:v>
                </c:pt>
                <c:pt idx="1155">
                  <c:v>142.49594561164008</c:v>
                </c:pt>
                <c:pt idx="1156">
                  <c:v>142.79403096300518</c:v>
                </c:pt>
                <c:pt idx="1157">
                  <c:v>142.6668254826327</c:v>
                </c:pt>
                <c:pt idx="1158">
                  <c:v>144.61201564948107</c:v>
                </c:pt>
                <c:pt idx="1159">
                  <c:v>145.87032676384996</c:v>
                </c:pt>
                <c:pt idx="1160">
                  <c:v>148.48452918701511</c:v>
                </c:pt>
                <c:pt idx="1161">
                  <c:v>148.02228310167598</c:v>
                </c:pt>
                <c:pt idx="1162">
                  <c:v>148.58455270399466</c:v>
                </c:pt>
                <c:pt idx="1163">
                  <c:v>148.2455416998807</c:v>
                </c:pt>
                <c:pt idx="1164">
                  <c:v>147.12405664843351</c:v>
                </c:pt>
                <c:pt idx="1165">
                  <c:v>144.62606475415603</c:v>
                </c:pt>
                <c:pt idx="1166">
                  <c:v>145.01943968505583</c:v>
                </c:pt>
                <c:pt idx="1167">
                  <c:v>144.48435204613003</c:v>
                </c:pt>
                <c:pt idx="1168">
                  <c:v>145.3418055542831</c:v>
                </c:pt>
                <c:pt idx="1169">
                  <c:v>148.3968749904559</c:v>
                </c:pt>
                <c:pt idx="1170">
                  <c:v>150.68183969971579</c:v>
                </c:pt>
                <c:pt idx="1171">
                  <c:v>151.17447460929756</c:v>
                </c:pt>
                <c:pt idx="1172">
                  <c:v>150.0881123195378</c:v>
                </c:pt>
                <c:pt idx="1173">
                  <c:v>148.62013358866059</c:v>
                </c:pt>
                <c:pt idx="1174">
                  <c:v>150.12812172632965</c:v>
                </c:pt>
                <c:pt idx="1175">
                  <c:v>151.7584286992668</c:v>
                </c:pt>
                <c:pt idx="1176">
                  <c:v>151.11461320676932</c:v>
                </c:pt>
                <c:pt idx="1177">
                  <c:v>151.63030697293729</c:v>
                </c:pt>
                <c:pt idx="1178">
                  <c:v>150.33290269773366</c:v>
                </c:pt>
                <c:pt idx="1179">
                  <c:v>153.73721455120756</c:v>
                </c:pt>
                <c:pt idx="1180">
                  <c:v>149.17553134630134</c:v>
                </c:pt>
                <c:pt idx="1181">
                  <c:v>149.99938916936208</c:v>
                </c:pt>
                <c:pt idx="1182">
                  <c:v>149.73352513415378</c:v>
                </c:pt>
                <c:pt idx="1183">
                  <c:v>145.88239066895127</c:v>
                </c:pt>
                <c:pt idx="1184">
                  <c:v>144.41303756913848</c:v>
                </c:pt>
                <c:pt idx="1185">
                  <c:v>145.91476469276759</c:v>
                </c:pt>
                <c:pt idx="1186">
                  <c:v>146.53689569761451</c:v>
                </c:pt>
                <c:pt idx="1187">
                  <c:v>145.2578163415522</c:v>
                </c:pt>
                <c:pt idx="1188">
                  <c:v>145.56979808993273</c:v>
                </c:pt>
                <c:pt idx="1189">
                  <c:v>144.27468442962177</c:v>
                </c:pt>
                <c:pt idx="1190">
                  <c:v>144.25223640367366</c:v>
                </c:pt>
                <c:pt idx="1191">
                  <c:v>147.01746670209496</c:v>
                </c:pt>
                <c:pt idx="1192">
                  <c:v>147.32150765218091</c:v>
                </c:pt>
                <c:pt idx="1193">
                  <c:v>148.63998558439704</c:v>
                </c:pt>
                <c:pt idx="1194">
                  <c:v>149.28685523008474</c:v>
                </c:pt>
                <c:pt idx="1195">
                  <c:v>148.59676931675548</c:v>
                </c:pt>
                <c:pt idx="1196">
                  <c:v>152.93748453834957</c:v>
                </c:pt>
                <c:pt idx="1197">
                  <c:v>152.65726598314728</c:v>
                </c:pt>
                <c:pt idx="1198">
                  <c:v>154.92130974305414</c:v>
                </c:pt>
                <c:pt idx="1199">
                  <c:v>157.61522556448392</c:v>
                </c:pt>
                <c:pt idx="1200">
                  <c:v>158.88361538438056</c:v>
                </c:pt>
                <c:pt idx="1201">
                  <c:v>156.42700726583053</c:v>
                </c:pt>
                <c:pt idx="1202">
                  <c:v>160.28318108379685</c:v>
                </c:pt>
                <c:pt idx="1203">
                  <c:v>#N/A</c:v>
                </c:pt>
                <c:pt idx="1204">
                  <c:v>#N/A</c:v>
                </c:pt>
                <c:pt idx="1205">
                  <c:v>#N/A</c:v>
                </c:pt>
                <c:pt idx="1206">
                  <c:v>#N/A</c:v>
                </c:pt>
                <c:pt idx="1207">
                  <c:v>#N/A</c:v>
                </c:pt>
                <c:pt idx="1208">
                  <c:v>#N/A</c:v>
                </c:pt>
                <c:pt idx="1209">
                  <c:v>#N/A</c:v>
                </c:pt>
                <c:pt idx="1210">
                  <c:v>#N/A</c:v>
                </c:pt>
                <c:pt idx="1211">
                  <c:v>#N/A</c:v>
                </c:pt>
                <c:pt idx="1212">
                  <c:v>#N/A</c:v>
                </c:pt>
                <c:pt idx="1213">
                  <c:v>#N/A</c:v>
                </c:pt>
                <c:pt idx="1214">
                  <c:v>#N/A</c:v>
                </c:pt>
                <c:pt idx="1215">
                  <c:v>#N/A</c:v>
                </c:pt>
                <c:pt idx="1216">
                  <c:v>#N/A</c:v>
                </c:pt>
                <c:pt idx="1217">
                  <c:v>#N/A</c:v>
                </c:pt>
                <c:pt idx="1218">
                  <c:v>#N/A</c:v>
                </c:pt>
                <c:pt idx="1219">
                  <c:v>#N/A</c:v>
                </c:pt>
                <c:pt idx="1220">
                  <c:v>#N/A</c:v>
                </c:pt>
                <c:pt idx="1221">
                  <c:v>#N/A</c:v>
                </c:pt>
                <c:pt idx="1222">
                  <c:v>#N/A</c:v>
                </c:pt>
                <c:pt idx="1223">
                  <c:v>#N/A</c:v>
                </c:pt>
                <c:pt idx="1224">
                  <c:v>#N/A</c:v>
                </c:pt>
                <c:pt idx="1225">
                  <c:v>#N/A</c:v>
                </c:pt>
                <c:pt idx="1226">
                  <c:v>#N/A</c:v>
                </c:pt>
                <c:pt idx="1227">
                  <c:v>#N/A</c:v>
                </c:pt>
                <c:pt idx="1228">
                  <c:v>#N/A</c:v>
                </c:pt>
                <c:pt idx="1229">
                  <c:v>#N/A</c:v>
                </c:pt>
                <c:pt idx="1230">
                  <c:v>#N/A</c:v>
                </c:pt>
                <c:pt idx="1231">
                  <c:v>#N/A</c:v>
                </c:pt>
                <c:pt idx="1232">
                  <c:v>#N/A</c:v>
                </c:pt>
                <c:pt idx="1233">
                  <c:v>#N/A</c:v>
                </c:pt>
                <c:pt idx="1234">
                  <c:v>#N/A</c:v>
                </c:pt>
                <c:pt idx="1235">
                  <c:v>#N/A</c:v>
                </c:pt>
                <c:pt idx="1236">
                  <c:v>#N/A</c:v>
                </c:pt>
                <c:pt idx="1237">
                  <c:v>#N/A</c:v>
                </c:pt>
                <c:pt idx="1238">
                  <c:v>#N/A</c:v>
                </c:pt>
                <c:pt idx="1239">
                  <c:v>#N/A</c:v>
                </c:pt>
                <c:pt idx="1240">
                  <c:v>#N/A</c:v>
                </c:pt>
                <c:pt idx="1241">
                  <c:v>#N/A</c:v>
                </c:pt>
                <c:pt idx="1242">
                  <c:v>#N/A</c:v>
                </c:pt>
                <c:pt idx="1243">
                  <c:v>#N/A</c:v>
                </c:pt>
                <c:pt idx="1244">
                  <c:v>#N/A</c:v>
                </c:pt>
                <c:pt idx="1245">
                  <c:v>#N/A</c:v>
                </c:pt>
                <c:pt idx="1246">
                  <c:v>#N/A</c:v>
                </c:pt>
                <c:pt idx="1247">
                  <c:v>#N/A</c:v>
                </c:pt>
                <c:pt idx="1248">
                  <c:v>#N/A</c:v>
                </c:pt>
                <c:pt idx="1249">
                  <c:v>#N/A</c:v>
                </c:pt>
                <c:pt idx="1250">
                  <c:v>#N/A</c:v>
                </c:pt>
                <c:pt idx="1251">
                  <c:v>#N/A</c:v>
                </c:pt>
                <c:pt idx="1252">
                  <c:v>#N/A</c:v>
                </c:pt>
                <c:pt idx="1253">
                  <c:v>#N/A</c:v>
                </c:pt>
                <c:pt idx="1254">
                  <c:v>#N/A</c:v>
                </c:pt>
                <c:pt idx="1255">
                  <c:v>#N/A</c:v>
                </c:pt>
                <c:pt idx="1256">
                  <c:v>#N/A</c:v>
                </c:pt>
                <c:pt idx="1257">
                  <c:v>#N/A</c:v>
                </c:pt>
                <c:pt idx="1258">
                  <c:v>#N/A</c:v>
                </c:pt>
                <c:pt idx="1259">
                  <c:v>#N/A</c:v>
                </c:pt>
                <c:pt idx="1260">
                  <c:v>#N/A</c:v>
                </c:pt>
                <c:pt idx="1261">
                  <c:v>#N/A</c:v>
                </c:pt>
                <c:pt idx="1262">
                  <c:v>#N/A</c:v>
                </c:pt>
                <c:pt idx="1263">
                  <c:v>#N/A</c:v>
                </c:pt>
                <c:pt idx="1264">
                  <c:v>#N/A</c:v>
                </c:pt>
                <c:pt idx="1265">
                  <c:v>#N/A</c:v>
                </c:pt>
                <c:pt idx="1266">
                  <c:v>#N/A</c:v>
                </c:pt>
                <c:pt idx="1267">
                  <c:v>#N/A</c:v>
                </c:pt>
                <c:pt idx="1268">
                  <c:v>#N/A</c:v>
                </c:pt>
                <c:pt idx="1269">
                  <c:v>#N/A</c:v>
                </c:pt>
                <c:pt idx="1270">
                  <c:v>#N/A</c:v>
                </c:pt>
                <c:pt idx="1271">
                  <c:v>#N/A</c:v>
                </c:pt>
                <c:pt idx="1272">
                  <c:v>#N/A</c:v>
                </c:pt>
                <c:pt idx="1273">
                  <c:v>#N/A</c:v>
                </c:pt>
                <c:pt idx="1274">
                  <c:v>#N/A</c:v>
                </c:pt>
                <c:pt idx="1275">
                  <c:v>#N/A</c:v>
                </c:pt>
                <c:pt idx="1276">
                  <c:v>#N/A</c:v>
                </c:pt>
                <c:pt idx="1277">
                  <c:v>#N/A</c:v>
                </c:pt>
                <c:pt idx="1278">
                  <c:v>#N/A</c:v>
                </c:pt>
                <c:pt idx="1279">
                  <c:v>#N/A</c:v>
                </c:pt>
                <c:pt idx="1280">
                  <c:v>#N/A</c:v>
                </c:pt>
                <c:pt idx="1281">
                  <c:v>#N/A</c:v>
                </c:pt>
                <c:pt idx="1282">
                  <c:v>#N/A</c:v>
                </c:pt>
                <c:pt idx="1283">
                  <c:v>#N/A</c:v>
                </c:pt>
                <c:pt idx="1284">
                  <c:v>#N/A</c:v>
                </c:pt>
                <c:pt idx="1285">
                  <c:v>#N/A</c:v>
                </c:pt>
                <c:pt idx="1286">
                  <c:v>#N/A</c:v>
                </c:pt>
                <c:pt idx="1287">
                  <c:v>#N/A</c:v>
                </c:pt>
                <c:pt idx="1288">
                  <c:v>#N/A</c:v>
                </c:pt>
                <c:pt idx="1289">
                  <c:v>#N/A</c:v>
                </c:pt>
                <c:pt idx="1290">
                  <c:v>#N/A</c:v>
                </c:pt>
                <c:pt idx="1291">
                  <c:v>#N/A</c:v>
                </c:pt>
                <c:pt idx="1292">
                  <c:v>#N/A</c:v>
                </c:pt>
                <c:pt idx="1293">
                  <c:v>#N/A</c:v>
                </c:pt>
                <c:pt idx="1294">
                  <c:v>#N/A</c:v>
                </c:pt>
                <c:pt idx="1295">
                  <c:v>#N/A</c:v>
                </c:pt>
                <c:pt idx="1296">
                  <c:v>#N/A</c:v>
                </c:pt>
                <c:pt idx="1297">
                  <c:v>#N/A</c:v>
                </c:pt>
                <c:pt idx="1298">
                  <c:v>#N/A</c:v>
                </c:pt>
                <c:pt idx="1299">
                  <c:v>#N/A</c:v>
                </c:pt>
                <c:pt idx="1300">
                  <c:v>#N/A</c:v>
                </c:pt>
                <c:pt idx="1301">
                  <c:v>#N/A</c:v>
                </c:pt>
                <c:pt idx="1302">
                  <c:v>#N/A</c:v>
                </c:pt>
                <c:pt idx="1303">
                  <c:v>#N/A</c:v>
                </c:pt>
                <c:pt idx="1304">
                  <c:v>#N/A</c:v>
                </c:pt>
                <c:pt idx="1305">
                  <c:v>#N/A</c:v>
                </c:pt>
                <c:pt idx="1306">
                  <c:v>#N/A</c:v>
                </c:pt>
                <c:pt idx="1307">
                  <c:v>#N/A</c:v>
                </c:pt>
                <c:pt idx="1308">
                  <c:v>#N/A</c:v>
                </c:pt>
                <c:pt idx="1309">
                  <c:v>#N/A</c:v>
                </c:pt>
                <c:pt idx="1310">
                  <c:v>#N/A</c:v>
                </c:pt>
                <c:pt idx="1311">
                  <c:v>#N/A</c:v>
                </c:pt>
                <c:pt idx="1312">
                  <c:v>#N/A</c:v>
                </c:pt>
                <c:pt idx="1313">
                  <c:v>#N/A</c:v>
                </c:pt>
                <c:pt idx="1314">
                  <c:v>#N/A</c:v>
                </c:pt>
                <c:pt idx="1315">
                  <c:v>#N/A</c:v>
                </c:pt>
                <c:pt idx="1316">
                  <c:v>#N/A</c:v>
                </c:pt>
                <c:pt idx="1317">
                  <c:v>#N/A</c:v>
                </c:pt>
                <c:pt idx="1318">
                  <c:v>#N/A</c:v>
                </c:pt>
                <c:pt idx="1319">
                  <c:v>#N/A</c:v>
                </c:pt>
                <c:pt idx="1320">
                  <c:v>#N/A</c:v>
                </c:pt>
                <c:pt idx="1321">
                  <c:v>#N/A</c:v>
                </c:pt>
                <c:pt idx="1322">
                  <c:v>#N/A</c:v>
                </c:pt>
                <c:pt idx="1323">
                  <c:v>#N/A</c:v>
                </c:pt>
                <c:pt idx="1324">
                  <c:v>#N/A</c:v>
                </c:pt>
                <c:pt idx="1325">
                  <c:v>#N/A</c:v>
                </c:pt>
                <c:pt idx="1326">
                  <c:v>#N/A</c:v>
                </c:pt>
                <c:pt idx="1327">
                  <c:v>#N/A</c:v>
                </c:pt>
                <c:pt idx="1328">
                  <c:v>#N/A</c:v>
                </c:pt>
                <c:pt idx="1329">
                  <c:v>#N/A</c:v>
                </c:pt>
                <c:pt idx="1330">
                  <c:v>#N/A</c:v>
                </c:pt>
              </c:numCache>
            </c:numRef>
          </c:val>
          <c:smooth val="0"/>
          <c:extLst>
            <c:ext xmlns:c16="http://schemas.microsoft.com/office/drawing/2014/chart" uri="{C3380CC4-5D6E-409C-BE32-E72D297353CC}">
              <c16:uniqueId val="{00000003-7DBF-4598-8C69-E59DF427EB9D}"/>
            </c:ext>
          </c:extLst>
        </c:ser>
        <c:ser>
          <c:idx val="4"/>
          <c:order val="4"/>
          <c:tx>
            <c:strRef>
              <c:f>SPX_UST!$AT$7</c:f>
              <c:strCache>
                <c:ptCount val="1"/>
                <c:pt idx="0">
                  <c:v>Materials</c:v>
                </c:pt>
              </c:strCache>
            </c:strRef>
          </c:tx>
          <c:spPr>
            <a:ln w="28575">
              <a:solidFill>
                <a:srgbClr val="92D050"/>
              </a:solidFill>
            </a:ln>
          </c:spPr>
          <c:marker>
            <c:symbol val="none"/>
          </c:marker>
          <c:cat>
            <c:numRef>
              <c:f>SPX_UST!$AG$1275:$AG$4055</c:f>
              <c:numCache>
                <c:formatCode>m/d/yyyy</c:formatCode>
                <c:ptCount val="2781"/>
                <c:pt idx="0">
                  <c:v>44561</c:v>
                </c:pt>
                <c:pt idx="1">
                  <c:v>44564</c:v>
                </c:pt>
                <c:pt idx="2">
                  <c:v>44565</c:v>
                </c:pt>
                <c:pt idx="3">
                  <c:v>44566</c:v>
                </c:pt>
                <c:pt idx="4">
                  <c:v>44567</c:v>
                </c:pt>
                <c:pt idx="5">
                  <c:v>44568</c:v>
                </c:pt>
                <c:pt idx="6">
                  <c:v>44571</c:v>
                </c:pt>
                <c:pt idx="7">
                  <c:v>44572</c:v>
                </c:pt>
                <c:pt idx="8">
                  <c:v>44573</c:v>
                </c:pt>
                <c:pt idx="9">
                  <c:v>44574</c:v>
                </c:pt>
                <c:pt idx="10">
                  <c:v>44575</c:v>
                </c:pt>
                <c:pt idx="11">
                  <c:v>44579</c:v>
                </c:pt>
                <c:pt idx="12">
                  <c:v>44580</c:v>
                </c:pt>
                <c:pt idx="13">
                  <c:v>44581</c:v>
                </c:pt>
                <c:pt idx="14">
                  <c:v>44582</c:v>
                </c:pt>
                <c:pt idx="15">
                  <c:v>44585</c:v>
                </c:pt>
                <c:pt idx="16">
                  <c:v>44586</c:v>
                </c:pt>
                <c:pt idx="17">
                  <c:v>44587</c:v>
                </c:pt>
                <c:pt idx="18">
                  <c:v>44588</c:v>
                </c:pt>
                <c:pt idx="19">
                  <c:v>44589</c:v>
                </c:pt>
                <c:pt idx="20">
                  <c:v>44592</c:v>
                </c:pt>
                <c:pt idx="21">
                  <c:v>44593</c:v>
                </c:pt>
                <c:pt idx="22">
                  <c:v>44594</c:v>
                </c:pt>
                <c:pt idx="23">
                  <c:v>44595</c:v>
                </c:pt>
                <c:pt idx="24">
                  <c:v>44596</c:v>
                </c:pt>
                <c:pt idx="25">
                  <c:v>44599</c:v>
                </c:pt>
                <c:pt idx="26">
                  <c:v>44600</c:v>
                </c:pt>
                <c:pt idx="27">
                  <c:v>44601</c:v>
                </c:pt>
                <c:pt idx="28">
                  <c:v>44602</c:v>
                </c:pt>
                <c:pt idx="29">
                  <c:v>44603</c:v>
                </c:pt>
                <c:pt idx="30">
                  <c:v>44606</c:v>
                </c:pt>
                <c:pt idx="31">
                  <c:v>44607</c:v>
                </c:pt>
                <c:pt idx="32">
                  <c:v>44608</c:v>
                </c:pt>
                <c:pt idx="33">
                  <c:v>44609</c:v>
                </c:pt>
                <c:pt idx="34">
                  <c:v>44610</c:v>
                </c:pt>
                <c:pt idx="35">
                  <c:v>44614</c:v>
                </c:pt>
                <c:pt idx="36">
                  <c:v>44615</c:v>
                </c:pt>
                <c:pt idx="37">
                  <c:v>44616</c:v>
                </c:pt>
                <c:pt idx="38">
                  <c:v>44617</c:v>
                </c:pt>
                <c:pt idx="39">
                  <c:v>44620</c:v>
                </c:pt>
                <c:pt idx="40">
                  <c:v>44621</c:v>
                </c:pt>
                <c:pt idx="41">
                  <c:v>44622</c:v>
                </c:pt>
                <c:pt idx="42">
                  <c:v>44623</c:v>
                </c:pt>
                <c:pt idx="43">
                  <c:v>44624</c:v>
                </c:pt>
                <c:pt idx="44">
                  <c:v>44627</c:v>
                </c:pt>
                <c:pt idx="45">
                  <c:v>44628</c:v>
                </c:pt>
                <c:pt idx="46">
                  <c:v>44629</c:v>
                </c:pt>
                <c:pt idx="47">
                  <c:v>44630</c:v>
                </c:pt>
                <c:pt idx="48">
                  <c:v>44631</c:v>
                </c:pt>
                <c:pt idx="49">
                  <c:v>44634</c:v>
                </c:pt>
                <c:pt idx="50">
                  <c:v>44635</c:v>
                </c:pt>
                <c:pt idx="51">
                  <c:v>44636</c:v>
                </c:pt>
                <c:pt idx="52">
                  <c:v>44637</c:v>
                </c:pt>
                <c:pt idx="53">
                  <c:v>44638</c:v>
                </c:pt>
                <c:pt idx="54">
                  <c:v>44641</c:v>
                </c:pt>
                <c:pt idx="55">
                  <c:v>44642</c:v>
                </c:pt>
                <c:pt idx="56">
                  <c:v>44643</c:v>
                </c:pt>
                <c:pt idx="57">
                  <c:v>44644</c:v>
                </c:pt>
                <c:pt idx="58">
                  <c:v>44645</c:v>
                </c:pt>
                <c:pt idx="59">
                  <c:v>44648</c:v>
                </c:pt>
                <c:pt idx="60">
                  <c:v>44649</c:v>
                </c:pt>
                <c:pt idx="61">
                  <c:v>44650</c:v>
                </c:pt>
                <c:pt idx="62">
                  <c:v>44651</c:v>
                </c:pt>
                <c:pt idx="63">
                  <c:v>44652</c:v>
                </c:pt>
                <c:pt idx="64">
                  <c:v>44655</c:v>
                </c:pt>
                <c:pt idx="65">
                  <c:v>44656</c:v>
                </c:pt>
                <c:pt idx="66">
                  <c:v>44657</c:v>
                </c:pt>
                <c:pt idx="67">
                  <c:v>44658</c:v>
                </c:pt>
                <c:pt idx="68">
                  <c:v>44659</c:v>
                </c:pt>
                <c:pt idx="69">
                  <c:v>44662</c:v>
                </c:pt>
                <c:pt idx="70">
                  <c:v>44663</c:v>
                </c:pt>
                <c:pt idx="71">
                  <c:v>44664</c:v>
                </c:pt>
                <c:pt idx="72">
                  <c:v>44665</c:v>
                </c:pt>
                <c:pt idx="73">
                  <c:v>44669</c:v>
                </c:pt>
                <c:pt idx="74">
                  <c:v>44670</c:v>
                </c:pt>
                <c:pt idx="75">
                  <c:v>44671</c:v>
                </c:pt>
                <c:pt idx="76">
                  <c:v>44672</c:v>
                </c:pt>
                <c:pt idx="77">
                  <c:v>44673</c:v>
                </c:pt>
                <c:pt idx="78">
                  <c:v>44676</c:v>
                </c:pt>
                <c:pt idx="79">
                  <c:v>44677</c:v>
                </c:pt>
                <c:pt idx="80">
                  <c:v>44678</c:v>
                </c:pt>
                <c:pt idx="81">
                  <c:v>44679</c:v>
                </c:pt>
                <c:pt idx="82">
                  <c:v>44680</c:v>
                </c:pt>
                <c:pt idx="83">
                  <c:v>44683</c:v>
                </c:pt>
                <c:pt idx="84">
                  <c:v>44684</c:v>
                </c:pt>
                <c:pt idx="85">
                  <c:v>44685</c:v>
                </c:pt>
                <c:pt idx="86">
                  <c:v>44686</c:v>
                </c:pt>
                <c:pt idx="87">
                  <c:v>44687</c:v>
                </c:pt>
                <c:pt idx="88">
                  <c:v>44690</c:v>
                </c:pt>
                <c:pt idx="89">
                  <c:v>44691</c:v>
                </c:pt>
                <c:pt idx="90">
                  <c:v>44692</c:v>
                </c:pt>
                <c:pt idx="91">
                  <c:v>44693</c:v>
                </c:pt>
                <c:pt idx="92">
                  <c:v>44694</c:v>
                </c:pt>
                <c:pt idx="93">
                  <c:v>44697</c:v>
                </c:pt>
                <c:pt idx="94">
                  <c:v>44698</c:v>
                </c:pt>
                <c:pt idx="95">
                  <c:v>44699</c:v>
                </c:pt>
                <c:pt idx="96">
                  <c:v>44700</c:v>
                </c:pt>
                <c:pt idx="97">
                  <c:v>44701</c:v>
                </c:pt>
                <c:pt idx="98">
                  <c:v>44704</c:v>
                </c:pt>
                <c:pt idx="99">
                  <c:v>44705</c:v>
                </c:pt>
                <c:pt idx="100">
                  <c:v>44706</c:v>
                </c:pt>
                <c:pt idx="101">
                  <c:v>44707</c:v>
                </c:pt>
                <c:pt idx="102">
                  <c:v>44708</c:v>
                </c:pt>
                <c:pt idx="103">
                  <c:v>44712</c:v>
                </c:pt>
                <c:pt idx="104">
                  <c:v>44713</c:v>
                </c:pt>
                <c:pt idx="105">
                  <c:v>44714</c:v>
                </c:pt>
                <c:pt idx="106">
                  <c:v>44715</c:v>
                </c:pt>
                <c:pt idx="107">
                  <c:v>44718</c:v>
                </c:pt>
                <c:pt idx="108">
                  <c:v>44719</c:v>
                </c:pt>
                <c:pt idx="109">
                  <c:v>44720</c:v>
                </c:pt>
                <c:pt idx="110">
                  <c:v>44721</c:v>
                </c:pt>
                <c:pt idx="111">
                  <c:v>44722</c:v>
                </c:pt>
                <c:pt idx="112">
                  <c:v>44725</c:v>
                </c:pt>
                <c:pt idx="113">
                  <c:v>44726</c:v>
                </c:pt>
                <c:pt idx="114">
                  <c:v>44727</c:v>
                </c:pt>
                <c:pt idx="115">
                  <c:v>44728</c:v>
                </c:pt>
                <c:pt idx="116">
                  <c:v>44729</c:v>
                </c:pt>
                <c:pt idx="117">
                  <c:v>44733</c:v>
                </c:pt>
                <c:pt idx="118">
                  <c:v>44734</c:v>
                </c:pt>
                <c:pt idx="119">
                  <c:v>44735</c:v>
                </c:pt>
                <c:pt idx="120">
                  <c:v>44736</c:v>
                </c:pt>
                <c:pt idx="121">
                  <c:v>44739</c:v>
                </c:pt>
                <c:pt idx="122">
                  <c:v>44740</c:v>
                </c:pt>
                <c:pt idx="123">
                  <c:v>44741</c:v>
                </c:pt>
                <c:pt idx="124">
                  <c:v>44742</c:v>
                </c:pt>
                <c:pt idx="125">
                  <c:v>44743</c:v>
                </c:pt>
                <c:pt idx="126">
                  <c:v>44747</c:v>
                </c:pt>
                <c:pt idx="127">
                  <c:v>44748</c:v>
                </c:pt>
                <c:pt idx="128">
                  <c:v>44749</c:v>
                </c:pt>
                <c:pt idx="129">
                  <c:v>44750</c:v>
                </c:pt>
                <c:pt idx="130">
                  <c:v>44753</c:v>
                </c:pt>
                <c:pt idx="131">
                  <c:v>44754</c:v>
                </c:pt>
                <c:pt idx="132">
                  <c:v>44755</c:v>
                </c:pt>
                <c:pt idx="133">
                  <c:v>44756</c:v>
                </c:pt>
                <c:pt idx="134">
                  <c:v>44757</c:v>
                </c:pt>
                <c:pt idx="135">
                  <c:v>44760</c:v>
                </c:pt>
                <c:pt idx="136">
                  <c:v>44761</c:v>
                </c:pt>
                <c:pt idx="137">
                  <c:v>44762</c:v>
                </c:pt>
                <c:pt idx="138">
                  <c:v>44763</c:v>
                </c:pt>
                <c:pt idx="139">
                  <c:v>44764</c:v>
                </c:pt>
                <c:pt idx="140">
                  <c:v>44767</c:v>
                </c:pt>
                <c:pt idx="141">
                  <c:v>44768</c:v>
                </c:pt>
                <c:pt idx="142">
                  <c:v>44769</c:v>
                </c:pt>
                <c:pt idx="143">
                  <c:v>44770</c:v>
                </c:pt>
                <c:pt idx="144">
                  <c:v>44771</c:v>
                </c:pt>
                <c:pt idx="145">
                  <c:v>44774</c:v>
                </c:pt>
                <c:pt idx="146">
                  <c:v>44775</c:v>
                </c:pt>
                <c:pt idx="147">
                  <c:v>44776</c:v>
                </c:pt>
                <c:pt idx="148">
                  <c:v>44777</c:v>
                </c:pt>
                <c:pt idx="149">
                  <c:v>44778</c:v>
                </c:pt>
                <c:pt idx="150">
                  <c:v>44781</c:v>
                </c:pt>
                <c:pt idx="151">
                  <c:v>44782</c:v>
                </c:pt>
                <c:pt idx="152">
                  <c:v>44783</c:v>
                </c:pt>
                <c:pt idx="153">
                  <c:v>44784</c:v>
                </c:pt>
                <c:pt idx="154">
                  <c:v>44785</c:v>
                </c:pt>
                <c:pt idx="155">
                  <c:v>44788</c:v>
                </c:pt>
                <c:pt idx="156">
                  <c:v>44789</c:v>
                </c:pt>
                <c:pt idx="157">
                  <c:v>44790</c:v>
                </c:pt>
                <c:pt idx="158">
                  <c:v>44791</c:v>
                </c:pt>
                <c:pt idx="159">
                  <c:v>44792</c:v>
                </c:pt>
                <c:pt idx="160">
                  <c:v>44795</c:v>
                </c:pt>
                <c:pt idx="161">
                  <c:v>44796</c:v>
                </c:pt>
                <c:pt idx="162">
                  <c:v>44797</c:v>
                </c:pt>
                <c:pt idx="163">
                  <c:v>44798</c:v>
                </c:pt>
                <c:pt idx="164">
                  <c:v>44799</c:v>
                </c:pt>
                <c:pt idx="165">
                  <c:v>44802</c:v>
                </c:pt>
                <c:pt idx="166">
                  <c:v>44803</c:v>
                </c:pt>
                <c:pt idx="167">
                  <c:v>44804</c:v>
                </c:pt>
                <c:pt idx="168">
                  <c:v>44805</c:v>
                </c:pt>
                <c:pt idx="169">
                  <c:v>44806</c:v>
                </c:pt>
                <c:pt idx="170">
                  <c:v>44810</c:v>
                </c:pt>
                <c:pt idx="171">
                  <c:v>44811</c:v>
                </c:pt>
                <c:pt idx="172">
                  <c:v>44812</c:v>
                </c:pt>
                <c:pt idx="173">
                  <c:v>44813</c:v>
                </c:pt>
                <c:pt idx="174">
                  <c:v>44816</c:v>
                </c:pt>
                <c:pt idx="175">
                  <c:v>44817</c:v>
                </c:pt>
                <c:pt idx="176">
                  <c:v>44818</c:v>
                </c:pt>
                <c:pt idx="177">
                  <c:v>44819</c:v>
                </c:pt>
                <c:pt idx="178">
                  <c:v>44820</c:v>
                </c:pt>
                <c:pt idx="179">
                  <c:v>44823</c:v>
                </c:pt>
                <c:pt idx="180">
                  <c:v>44824</c:v>
                </c:pt>
                <c:pt idx="181">
                  <c:v>44825</c:v>
                </c:pt>
                <c:pt idx="182">
                  <c:v>44826</c:v>
                </c:pt>
                <c:pt idx="183">
                  <c:v>44827</c:v>
                </c:pt>
                <c:pt idx="184">
                  <c:v>44830</c:v>
                </c:pt>
                <c:pt idx="185">
                  <c:v>44831</c:v>
                </c:pt>
                <c:pt idx="186">
                  <c:v>44832</c:v>
                </c:pt>
                <c:pt idx="187">
                  <c:v>44833</c:v>
                </c:pt>
                <c:pt idx="188">
                  <c:v>44834</c:v>
                </c:pt>
                <c:pt idx="189">
                  <c:v>44837</c:v>
                </c:pt>
                <c:pt idx="190">
                  <c:v>44838</c:v>
                </c:pt>
                <c:pt idx="191">
                  <c:v>44839</c:v>
                </c:pt>
                <c:pt idx="192">
                  <c:v>44840</c:v>
                </c:pt>
                <c:pt idx="193">
                  <c:v>44841</c:v>
                </c:pt>
                <c:pt idx="194">
                  <c:v>44844</c:v>
                </c:pt>
                <c:pt idx="195">
                  <c:v>44845</c:v>
                </c:pt>
                <c:pt idx="196">
                  <c:v>44846</c:v>
                </c:pt>
                <c:pt idx="197">
                  <c:v>44847</c:v>
                </c:pt>
                <c:pt idx="198">
                  <c:v>44848</c:v>
                </c:pt>
                <c:pt idx="199">
                  <c:v>44851</c:v>
                </c:pt>
                <c:pt idx="200">
                  <c:v>44852</c:v>
                </c:pt>
                <c:pt idx="201">
                  <c:v>44853</c:v>
                </c:pt>
                <c:pt idx="202">
                  <c:v>44854</c:v>
                </c:pt>
                <c:pt idx="203">
                  <c:v>44855</c:v>
                </c:pt>
                <c:pt idx="204">
                  <c:v>44858</c:v>
                </c:pt>
                <c:pt idx="205">
                  <c:v>44859</c:v>
                </c:pt>
                <c:pt idx="206">
                  <c:v>44860</c:v>
                </c:pt>
                <c:pt idx="207">
                  <c:v>44861</c:v>
                </c:pt>
                <c:pt idx="208">
                  <c:v>44862</c:v>
                </c:pt>
                <c:pt idx="209">
                  <c:v>44865</c:v>
                </c:pt>
                <c:pt idx="210">
                  <c:v>44866</c:v>
                </c:pt>
                <c:pt idx="211">
                  <c:v>44867</c:v>
                </c:pt>
                <c:pt idx="212">
                  <c:v>44868</c:v>
                </c:pt>
                <c:pt idx="213">
                  <c:v>44869</c:v>
                </c:pt>
                <c:pt idx="214">
                  <c:v>44872</c:v>
                </c:pt>
                <c:pt idx="215">
                  <c:v>44873</c:v>
                </c:pt>
                <c:pt idx="216">
                  <c:v>44874</c:v>
                </c:pt>
                <c:pt idx="217">
                  <c:v>44875</c:v>
                </c:pt>
                <c:pt idx="218">
                  <c:v>44876</c:v>
                </c:pt>
                <c:pt idx="219">
                  <c:v>44879</c:v>
                </c:pt>
                <c:pt idx="220">
                  <c:v>44880</c:v>
                </c:pt>
                <c:pt idx="221">
                  <c:v>44881</c:v>
                </c:pt>
                <c:pt idx="222">
                  <c:v>44882</c:v>
                </c:pt>
                <c:pt idx="223">
                  <c:v>44883</c:v>
                </c:pt>
                <c:pt idx="224">
                  <c:v>44886</c:v>
                </c:pt>
                <c:pt idx="225">
                  <c:v>44887</c:v>
                </c:pt>
                <c:pt idx="226">
                  <c:v>44888</c:v>
                </c:pt>
                <c:pt idx="227">
                  <c:v>44890</c:v>
                </c:pt>
                <c:pt idx="228">
                  <c:v>44893</c:v>
                </c:pt>
                <c:pt idx="229">
                  <c:v>44894</c:v>
                </c:pt>
                <c:pt idx="230">
                  <c:v>44895</c:v>
                </c:pt>
                <c:pt idx="231">
                  <c:v>44896</c:v>
                </c:pt>
                <c:pt idx="232">
                  <c:v>44897</c:v>
                </c:pt>
                <c:pt idx="233">
                  <c:v>44900</c:v>
                </c:pt>
                <c:pt idx="234">
                  <c:v>44901</c:v>
                </c:pt>
                <c:pt idx="235">
                  <c:v>44902</c:v>
                </c:pt>
                <c:pt idx="236">
                  <c:v>44903</c:v>
                </c:pt>
                <c:pt idx="237">
                  <c:v>44904</c:v>
                </c:pt>
                <c:pt idx="238">
                  <c:v>44907</c:v>
                </c:pt>
                <c:pt idx="239">
                  <c:v>44908</c:v>
                </c:pt>
                <c:pt idx="240">
                  <c:v>44909</c:v>
                </c:pt>
                <c:pt idx="241">
                  <c:v>44910</c:v>
                </c:pt>
                <c:pt idx="242">
                  <c:v>44911</c:v>
                </c:pt>
                <c:pt idx="243">
                  <c:v>44914</c:v>
                </c:pt>
                <c:pt idx="244">
                  <c:v>44915</c:v>
                </c:pt>
                <c:pt idx="245">
                  <c:v>44916</c:v>
                </c:pt>
                <c:pt idx="246">
                  <c:v>44917</c:v>
                </c:pt>
                <c:pt idx="247">
                  <c:v>44918</c:v>
                </c:pt>
                <c:pt idx="248">
                  <c:v>44922</c:v>
                </c:pt>
                <c:pt idx="249">
                  <c:v>44923</c:v>
                </c:pt>
                <c:pt idx="250">
                  <c:v>44924</c:v>
                </c:pt>
                <c:pt idx="251">
                  <c:v>44925</c:v>
                </c:pt>
                <c:pt idx="252">
                  <c:v>44929</c:v>
                </c:pt>
                <c:pt idx="253">
                  <c:v>44930</c:v>
                </c:pt>
                <c:pt idx="254">
                  <c:v>44931</c:v>
                </c:pt>
                <c:pt idx="255">
                  <c:v>44932</c:v>
                </c:pt>
                <c:pt idx="256">
                  <c:v>44935</c:v>
                </c:pt>
                <c:pt idx="257">
                  <c:v>44936</c:v>
                </c:pt>
                <c:pt idx="258">
                  <c:v>44937</c:v>
                </c:pt>
                <c:pt idx="259">
                  <c:v>44938</c:v>
                </c:pt>
                <c:pt idx="260">
                  <c:v>44939</c:v>
                </c:pt>
                <c:pt idx="261">
                  <c:v>44943</c:v>
                </c:pt>
                <c:pt idx="262">
                  <c:v>44944</c:v>
                </c:pt>
                <c:pt idx="263">
                  <c:v>44945</c:v>
                </c:pt>
                <c:pt idx="264">
                  <c:v>44946</c:v>
                </c:pt>
                <c:pt idx="265">
                  <c:v>44949</c:v>
                </c:pt>
                <c:pt idx="266">
                  <c:v>44950</c:v>
                </c:pt>
                <c:pt idx="267">
                  <c:v>44951</c:v>
                </c:pt>
                <c:pt idx="268">
                  <c:v>44952</c:v>
                </c:pt>
                <c:pt idx="269">
                  <c:v>44953</c:v>
                </c:pt>
                <c:pt idx="270">
                  <c:v>44956</c:v>
                </c:pt>
                <c:pt idx="271">
                  <c:v>44957</c:v>
                </c:pt>
                <c:pt idx="272">
                  <c:v>44958</c:v>
                </c:pt>
                <c:pt idx="273">
                  <c:v>44959</c:v>
                </c:pt>
                <c:pt idx="274">
                  <c:v>44960</c:v>
                </c:pt>
                <c:pt idx="275">
                  <c:v>44963</c:v>
                </c:pt>
                <c:pt idx="276">
                  <c:v>44964</c:v>
                </c:pt>
                <c:pt idx="277">
                  <c:v>44965</c:v>
                </c:pt>
                <c:pt idx="278">
                  <c:v>44966</c:v>
                </c:pt>
                <c:pt idx="279">
                  <c:v>44967</c:v>
                </c:pt>
                <c:pt idx="280">
                  <c:v>44970</c:v>
                </c:pt>
                <c:pt idx="281">
                  <c:v>44971</c:v>
                </c:pt>
                <c:pt idx="282">
                  <c:v>44972</c:v>
                </c:pt>
                <c:pt idx="283">
                  <c:v>44973</c:v>
                </c:pt>
                <c:pt idx="284">
                  <c:v>44974</c:v>
                </c:pt>
                <c:pt idx="285">
                  <c:v>44978</c:v>
                </c:pt>
                <c:pt idx="286">
                  <c:v>44979</c:v>
                </c:pt>
                <c:pt idx="287">
                  <c:v>44980</c:v>
                </c:pt>
                <c:pt idx="288">
                  <c:v>44981</c:v>
                </c:pt>
                <c:pt idx="289">
                  <c:v>44984</c:v>
                </c:pt>
                <c:pt idx="290">
                  <c:v>44985</c:v>
                </c:pt>
                <c:pt idx="291">
                  <c:v>44986</c:v>
                </c:pt>
                <c:pt idx="292">
                  <c:v>44987</c:v>
                </c:pt>
                <c:pt idx="293">
                  <c:v>44988</c:v>
                </c:pt>
                <c:pt idx="294">
                  <c:v>44991</c:v>
                </c:pt>
                <c:pt idx="295">
                  <c:v>44992</c:v>
                </c:pt>
                <c:pt idx="296">
                  <c:v>44993</c:v>
                </c:pt>
                <c:pt idx="297">
                  <c:v>44994</c:v>
                </c:pt>
                <c:pt idx="298">
                  <c:v>44995</c:v>
                </c:pt>
                <c:pt idx="299">
                  <c:v>44998</c:v>
                </c:pt>
                <c:pt idx="300">
                  <c:v>44999</c:v>
                </c:pt>
                <c:pt idx="301">
                  <c:v>45000</c:v>
                </c:pt>
                <c:pt idx="302">
                  <c:v>45001</c:v>
                </c:pt>
                <c:pt idx="303">
                  <c:v>45002</c:v>
                </c:pt>
                <c:pt idx="304">
                  <c:v>45005</c:v>
                </c:pt>
                <c:pt idx="305">
                  <c:v>45006</c:v>
                </c:pt>
                <c:pt idx="306">
                  <c:v>45007</c:v>
                </c:pt>
                <c:pt idx="307">
                  <c:v>45008</c:v>
                </c:pt>
                <c:pt idx="308">
                  <c:v>45009</c:v>
                </c:pt>
                <c:pt idx="309">
                  <c:v>45012</c:v>
                </c:pt>
                <c:pt idx="310">
                  <c:v>45013</c:v>
                </c:pt>
                <c:pt idx="311">
                  <c:v>45014</c:v>
                </c:pt>
                <c:pt idx="312">
                  <c:v>45015</c:v>
                </c:pt>
                <c:pt idx="313">
                  <c:v>45016</c:v>
                </c:pt>
                <c:pt idx="314">
                  <c:v>45019</c:v>
                </c:pt>
                <c:pt idx="315">
                  <c:v>45020</c:v>
                </c:pt>
                <c:pt idx="316">
                  <c:v>45021</c:v>
                </c:pt>
                <c:pt idx="317">
                  <c:v>45022</c:v>
                </c:pt>
                <c:pt idx="318">
                  <c:v>45026</c:v>
                </c:pt>
                <c:pt idx="319">
                  <c:v>45027</c:v>
                </c:pt>
                <c:pt idx="320">
                  <c:v>45028</c:v>
                </c:pt>
                <c:pt idx="321">
                  <c:v>45029</c:v>
                </c:pt>
                <c:pt idx="322">
                  <c:v>45030</c:v>
                </c:pt>
                <c:pt idx="323">
                  <c:v>45033</c:v>
                </c:pt>
                <c:pt idx="324">
                  <c:v>45034</c:v>
                </c:pt>
                <c:pt idx="325">
                  <c:v>45035</c:v>
                </c:pt>
                <c:pt idx="326">
                  <c:v>45036</c:v>
                </c:pt>
                <c:pt idx="327">
                  <c:v>45037</c:v>
                </c:pt>
                <c:pt idx="328">
                  <c:v>45040</c:v>
                </c:pt>
                <c:pt idx="329">
                  <c:v>45041</c:v>
                </c:pt>
                <c:pt idx="330">
                  <c:v>45042</c:v>
                </c:pt>
                <c:pt idx="331">
                  <c:v>45043</c:v>
                </c:pt>
                <c:pt idx="332">
                  <c:v>45044</c:v>
                </c:pt>
                <c:pt idx="333">
                  <c:v>45047</c:v>
                </c:pt>
                <c:pt idx="334">
                  <c:v>45048</c:v>
                </c:pt>
                <c:pt idx="335">
                  <c:v>45049</c:v>
                </c:pt>
                <c:pt idx="336">
                  <c:v>45050</c:v>
                </c:pt>
                <c:pt idx="337">
                  <c:v>45051</c:v>
                </c:pt>
                <c:pt idx="338">
                  <c:v>45054</c:v>
                </c:pt>
                <c:pt idx="339">
                  <c:v>45055</c:v>
                </c:pt>
                <c:pt idx="340">
                  <c:v>45056</c:v>
                </c:pt>
                <c:pt idx="341">
                  <c:v>45057</c:v>
                </c:pt>
                <c:pt idx="342">
                  <c:v>45058</c:v>
                </c:pt>
                <c:pt idx="343">
                  <c:v>45061</c:v>
                </c:pt>
                <c:pt idx="344">
                  <c:v>45062</c:v>
                </c:pt>
                <c:pt idx="345">
                  <c:v>45063</c:v>
                </c:pt>
                <c:pt idx="346">
                  <c:v>45064</c:v>
                </c:pt>
                <c:pt idx="347">
                  <c:v>45065</c:v>
                </c:pt>
                <c:pt idx="348">
                  <c:v>45068</c:v>
                </c:pt>
                <c:pt idx="349">
                  <c:v>45069</c:v>
                </c:pt>
                <c:pt idx="350">
                  <c:v>45070</c:v>
                </c:pt>
                <c:pt idx="351">
                  <c:v>45071</c:v>
                </c:pt>
                <c:pt idx="352">
                  <c:v>45072</c:v>
                </c:pt>
                <c:pt idx="353">
                  <c:v>45076</c:v>
                </c:pt>
                <c:pt idx="354">
                  <c:v>45077</c:v>
                </c:pt>
                <c:pt idx="355">
                  <c:v>45078</c:v>
                </c:pt>
                <c:pt idx="356">
                  <c:v>45079</c:v>
                </c:pt>
                <c:pt idx="357">
                  <c:v>45082</c:v>
                </c:pt>
                <c:pt idx="358">
                  <c:v>45083</c:v>
                </c:pt>
                <c:pt idx="359">
                  <c:v>45084</c:v>
                </c:pt>
                <c:pt idx="360">
                  <c:v>45085</c:v>
                </c:pt>
                <c:pt idx="361">
                  <c:v>45086</c:v>
                </c:pt>
                <c:pt idx="362">
                  <c:v>45089</c:v>
                </c:pt>
                <c:pt idx="363">
                  <c:v>45090</c:v>
                </c:pt>
                <c:pt idx="364">
                  <c:v>45091</c:v>
                </c:pt>
                <c:pt idx="365">
                  <c:v>45092</c:v>
                </c:pt>
                <c:pt idx="366">
                  <c:v>45093</c:v>
                </c:pt>
                <c:pt idx="367">
                  <c:v>45097</c:v>
                </c:pt>
                <c:pt idx="368">
                  <c:v>45098</c:v>
                </c:pt>
                <c:pt idx="369">
                  <c:v>45099</c:v>
                </c:pt>
                <c:pt idx="370">
                  <c:v>45100</c:v>
                </c:pt>
                <c:pt idx="371">
                  <c:v>45103</c:v>
                </c:pt>
                <c:pt idx="372">
                  <c:v>45104</c:v>
                </c:pt>
                <c:pt idx="373">
                  <c:v>45105</c:v>
                </c:pt>
                <c:pt idx="374">
                  <c:v>45106</c:v>
                </c:pt>
                <c:pt idx="375">
                  <c:v>45107</c:v>
                </c:pt>
                <c:pt idx="376">
                  <c:v>45110</c:v>
                </c:pt>
                <c:pt idx="377">
                  <c:v>45112</c:v>
                </c:pt>
                <c:pt idx="378">
                  <c:v>45113</c:v>
                </c:pt>
                <c:pt idx="379">
                  <c:v>45114</c:v>
                </c:pt>
                <c:pt idx="380">
                  <c:v>45117</c:v>
                </c:pt>
                <c:pt idx="381">
                  <c:v>45118</c:v>
                </c:pt>
                <c:pt idx="382">
                  <c:v>45119</c:v>
                </c:pt>
                <c:pt idx="383">
                  <c:v>45120</c:v>
                </c:pt>
                <c:pt idx="384">
                  <c:v>45121</c:v>
                </c:pt>
                <c:pt idx="385">
                  <c:v>45124</c:v>
                </c:pt>
                <c:pt idx="386">
                  <c:v>45125</c:v>
                </c:pt>
                <c:pt idx="387">
                  <c:v>45126</c:v>
                </c:pt>
                <c:pt idx="388">
                  <c:v>45127</c:v>
                </c:pt>
                <c:pt idx="389">
                  <c:v>45128</c:v>
                </c:pt>
                <c:pt idx="390">
                  <c:v>45131</c:v>
                </c:pt>
                <c:pt idx="391">
                  <c:v>45132</c:v>
                </c:pt>
                <c:pt idx="392">
                  <c:v>45133</c:v>
                </c:pt>
                <c:pt idx="393">
                  <c:v>45134</c:v>
                </c:pt>
                <c:pt idx="394">
                  <c:v>45135</c:v>
                </c:pt>
                <c:pt idx="395">
                  <c:v>45138</c:v>
                </c:pt>
                <c:pt idx="396">
                  <c:v>45139</c:v>
                </c:pt>
                <c:pt idx="397">
                  <c:v>45140</c:v>
                </c:pt>
                <c:pt idx="398">
                  <c:v>45141</c:v>
                </c:pt>
                <c:pt idx="399">
                  <c:v>45142</c:v>
                </c:pt>
                <c:pt idx="400">
                  <c:v>45145</c:v>
                </c:pt>
                <c:pt idx="401">
                  <c:v>45146</c:v>
                </c:pt>
                <c:pt idx="402">
                  <c:v>45147</c:v>
                </c:pt>
                <c:pt idx="403">
                  <c:v>45148</c:v>
                </c:pt>
                <c:pt idx="404">
                  <c:v>45149</c:v>
                </c:pt>
                <c:pt idx="405">
                  <c:v>45152</c:v>
                </c:pt>
                <c:pt idx="406">
                  <c:v>45153</c:v>
                </c:pt>
                <c:pt idx="407">
                  <c:v>45154</c:v>
                </c:pt>
                <c:pt idx="408">
                  <c:v>45155</c:v>
                </c:pt>
                <c:pt idx="409">
                  <c:v>45156</c:v>
                </c:pt>
                <c:pt idx="410">
                  <c:v>45159</c:v>
                </c:pt>
                <c:pt idx="411">
                  <c:v>45160</c:v>
                </c:pt>
                <c:pt idx="412">
                  <c:v>45161</c:v>
                </c:pt>
                <c:pt idx="413">
                  <c:v>45162</c:v>
                </c:pt>
                <c:pt idx="414">
                  <c:v>45163</c:v>
                </c:pt>
                <c:pt idx="415">
                  <c:v>45166</c:v>
                </c:pt>
                <c:pt idx="416">
                  <c:v>45167</c:v>
                </c:pt>
                <c:pt idx="417">
                  <c:v>45168</c:v>
                </c:pt>
                <c:pt idx="418">
                  <c:v>45169</c:v>
                </c:pt>
                <c:pt idx="419">
                  <c:v>45170</c:v>
                </c:pt>
                <c:pt idx="420">
                  <c:v>45174</c:v>
                </c:pt>
                <c:pt idx="421">
                  <c:v>45175</c:v>
                </c:pt>
                <c:pt idx="422">
                  <c:v>45176</c:v>
                </c:pt>
                <c:pt idx="423">
                  <c:v>45177</c:v>
                </c:pt>
                <c:pt idx="424">
                  <c:v>45180</c:v>
                </c:pt>
                <c:pt idx="425">
                  <c:v>45181</c:v>
                </c:pt>
                <c:pt idx="426">
                  <c:v>45182</c:v>
                </c:pt>
                <c:pt idx="427">
                  <c:v>45183</c:v>
                </c:pt>
                <c:pt idx="428">
                  <c:v>45184</c:v>
                </c:pt>
                <c:pt idx="429">
                  <c:v>45187</c:v>
                </c:pt>
                <c:pt idx="430">
                  <c:v>45188</c:v>
                </c:pt>
                <c:pt idx="431">
                  <c:v>45189</c:v>
                </c:pt>
                <c:pt idx="432">
                  <c:v>45190</c:v>
                </c:pt>
                <c:pt idx="433">
                  <c:v>45191</c:v>
                </c:pt>
                <c:pt idx="434">
                  <c:v>45194</c:v>
                </c:pt>
                <c:pt idx="435">
                  <c:v>45195</c:v>
                </c:pt>
                <c:pt idx="436">
                  <c:v>45196</c:v>
                </c:pt>
                <c:pt idx="437">
                  <c:v>45197</c:v>
                </c:pt>
                <c:pt idx="438">
                  <c:v>45198</c:v>
                </c:pt>
                <c:pt idx="439">
                  <c:v>45201</c:v>
                </c:pt>
                <c:pt idx="440">
                  <c:v>45202</c:v>
                </c:pt>
                <c:pt idx="441">
                  <c:v>45203</c:v>
                </c:pt>
                <c:pt idx="442">
                  <c:v>45204</c:v>
                </c:pt>
                <c:pt idx="443">
                  <c:v>45205</c:v>
                </c:pt>
                <c:pt idx="444">
                  <c:v>45208</c:v>
                </c:pt>
                <c:pt idx="445">
                  <c:v>45209</c:v>
                </c:pt>
                <c:pt idx="446">
                  <c:v>45210</c:v>
                </c:pt>
                <c:pt idx="447">
                  <c:v>45211</c:v>
                </c:pt>
                <c:pt idx="448">
                  <c:v>45212</c:v>
                </c:pt>
                <c:pt idx="449">
                  <c:v>45215</c:v>
                </c:pt>
                <c:pt idx="450">
                  <c:v>45216</c:v>
                </c:pt>
                <c:pt idx="451">
                  <c:v>45217</c:v>
                </c:pt>
                <c:pt idx="452">
                  <c:v>45218</c:v>
                </c:pt>
                <c:pt idx="453">
                  <c:v>45219</c:v>
                </c:pt>
                <c:pt idx="454">
                  <c:v>45222</c:v>
                </c:pt>
                <c:pt idx="455">
                  <c:v>45223</c:v>
                </c:pt>
                <c:pt idx="456">
                  <c:v>45224</c:v>
                </c:pt>
                <c:pt idx="457">
                  <c:v>45225</c:v>
                </c:pt>
                <c:pt idx="458">
                  <c:v>45226</c:v>
                </c:pt>
                <c:pt idx="459">
                  <c:v>45229</c:v>
                </c:pt>
                <c:pt idx="460">
                  <c:v>45230</c:v>
                </c:pt>
                <c:pt idx="461">
                  <c:v>45231</c:v>
                </c:pt>
                <c:pt idx="462">
                  <c:v>45232</c:v>
                </c:pt>
                <c:pt idx="463">
                  <c:v>45233</c:v>
                </c:pt>
                <c:pt idx="464">
                  <c:v>45236</c:v>
                </c:pt>
                <c:pt idx="465">
                  <c:v>45237</c:v>
                </c:pt>
                <c:pt idx="466">
                  <c:v>45238</c:v>
                </c:pt>
                <c:pt idx="467">
                  <c:v>45239</c:v>
                </c:pt>
                <c:pt idx="468">
                  <c:v>45240</c:v>
                </c:pt>
                <c:pt idx="469">
                  <c:v>45243</c:v>
                </c:pt>
                <c:pt idx="470">
                  <c:v>45244</c:v>
                </c:pt>
                <c:pt idx="471">
                  <c:v>45245</c:v>
                </c:pt>
                <c:pt idx="472">
                  <c:v>45246</c:v>
                </c:pt>
                <c:pt idx="473">
                  <c:v>45247</c:v>
                </c:pt>
                <c:pt idx="474">
                  <c:v>45250</c:v>
                </c:pt>
                <c:pt idx="475">
                  <c:v>45251</c:v>
                </c:pt>
                <c:pt idx="476">
                  <c:v>45252</c:v>
                </c:pt>
                <c:pt idx="477">
                  <c:v>45254</c:v>
                </c:pt>
                <c:pt idx="478">
                  <c:v>45257</c:v>
                </c:pt>
                <c:pt idx="479">
                  <c:v>45258</c:v>
                </c:pt>
                <c:pt idx="480">
                  <c:v>45259</c:v>
                </c:pt>
                <c:pt idx="481">
                  <c:v>45260</c:v>
                </c:pt>
                <c:pt idx="482">
                  <c:v>45261</c:v>
                </c:pt>
                <c:pt idx="483">
                  <c:v>45264</c:v>
                </c:pt>
                <c:pt idx="484">
                  <c:v>45265</c:v>
                </c:pt>
                <c:pt idx="485">
                  <c:v>45266</c:v>
                </c:pt>
                <c:pt idx="486">
                  <c:v>45267</c:v>
                </c:pt>
                <c:pt idx="487">
                  <c:v>45268</c:v>
                </c:pt>
                <c:pt idx="488">
                  <c:v>45271</c:v>
                </c:pt>
                <c:pt idx="489">
                  <c:v>45272</c:v>
                </c:pt>
                <c:pt idx="490">
                  <c:v>45273</c:v>
                </c:pt>
                <c:pt idx="491">
                  <c:v>45274</c:v>
                </c:pt>
                <c:pt idx="492">
                  <c:v>45275</c:v>
                </c:pt>
                <c:pt idx="493">
                  <c:v>45278</c:v>
                </c:pt>
                <c:pt idx="494">
                  <c:v>45279</c:v>
                </c:pt>
                <c:pt idx="495">
                  <c:v>45280</c:v>
                </c:pt>
                <c:pt idx="496">
                  <c:v>45281</c:v>
                </c:pt>
                <c:pt idx="497">
                  <c:v>45282</c:v>
                </c:pt>
                <c:pt idx="498">
                  <c:v>45286</c:v>
                </c:pt>
                <c:pt idx="499">
                  <c:v>45287</c:v>
                </c:pt>
                <c:pt idx="500">
                  <c:v>45288</c:v>
                </c:pt>
                <c:pt idx="501">
                  <c:v>45289</c:v>
                </c:pt>
                <c:pt idx="502">
                  <c:v>45293</c:v>
                </c:pt>
                <c:pt idx="503">
                  <c:v>45294</c:v>
                </c:pt>
                <c:pt idx="504">
                  <c:v>45295</c:v>
                </c:pt>
                <c:pt idx="505">
                  <c:v>45296</c:v>
                </c:pt>
                <c:pt idx="506">
                  <c:v>45299</c:v>
                </c:pt>
                <c:pt idx="507">
                  <c:v>45300</c:v>
                </c:pt>
                <c:pt idx="508">
                  <c:v>45301</c:v>
                </c:pt>
                <c:pt idx="509">
                  <c:v>45302</c:v>
                </c:pt>
                <c:pt idx="510">
                  <c:v>45303</c:v>
                </c:pt>
                <c:pt idx="511">
                  <c:v>45307</c:v>
                </c:pt>
                <c:pt idx="512">
                  <c:v>45308</c:v>
                </c:pt>
                <c:pt idx="513">
                  <c:v>45309</c:v>
                </c:pt>
                <c:pt idx="514">
                  <c:v>45310</c:v>
                </c:pt>
                <c:pt idx="515">
                  <c:v>45313</c:v>
                </c:pt>
                <c:pt idx="516">
                  <c:v>45314</c:v>
                </c:pt>
                <c:pt idx="517">
                  <c:v>45315</c:v>
                </c:pt>
                <c:pt idx="518">
                  <c:v>45316</c:v>
                </c:pt>
                <c:pt idx="519">
                  <c:v>45317</c:v>
                </c:pt>
                <c:pt idx="520">
                  <c:v>45320</c:v>
                </c:pt>
                <c:pt idx="521">
                  <c:v>45321</c:v>
                </c:pt>
                <c:pt idx="522">
                  <c:v>45322</c:v>
                </c:pt>
                <c:pt idx="523">
                  <c:v>45323</c:v>
                </c:pt>
                <c:pt idx="524">
                  <c:v>45324</c:v>
                </c:pt>
                <c:pt idx="525">
                  <c:v>45327</c:v>
                </c:pt>
                <c:pt idx="526">
                  <c:v>45328</c:v>
                </c:pt>
                <c:pt idx="527">
                  <c:v>45329</c:v>
                </c:pt>
                <c:pt idx="528">
                  <c:v>45330</c:v>
                </c:pt>
                <c:pt idx="529">
                  <c:v>45331</c:v>
                </c:pt>
                <c:pt idx="530">
                  <c:v>45334</c:v>
                </c:pt>
                <c:pt idx="531">
                  <c:v>45335</c:v>
                </c:pt>
                <c:pt idx="532">
                  <c:v>45336</c:v>
                </c:pt>
                <c:pt idx="533">
                  <c:v>45337</c:v>
                </c:pt>
                <c:pt idx="534">
                  <c:v>45338</c:v>
                </c:pt>
                <c:pt idx="535">
                  <c:v>45342</c:v>
                </c:pt>
                <c:pt idx="536">
                  <c:v>45343</c:v>
                </c:pt>
                <c:pt idx="537">
                  <c:v>45344</c:v>
                </c:pt>
                <c:pt idx="538">
                  <c:v>45345</c:v>
                </c:pt>
                <c:pt idx="539">
                  <c:v>45348</c:v>
                </c:pt>
                <c:pt idx="540">
                  <c:v>45349</c:v>
                </c:pt>
                <c:pt idx="541">
                  <c:v>45350</c:v>
                </c:pt>
                <c:pt idx="542">
                  <c:v>45351</c:v>
                </c:pt>
                <c:pt idx="543">
                  <c:v>45352</c:v>
                </c:pt>
                <c:pt idx="544">
                  <c:v>45355</c:v>
                </c:pt>
                <c:pt idx="545">
                  <c:v>45356</c:v>
                </c:pt>
                <c:pt idx="546">
                  <c:v>45357</c:v>
                </c:pt>
                <c:pt idx="547">
                  <c:v>45358</c:v>
                </c:pt>
                <c:pt idx="548">
                  <c:v>45359</c:v>
                </c:pt>
                <c:pt idx="549">
                  <c:v>45362</c:v>
                </c:pt>
                <c:pt idx="550">
                  <c:v>45363</c:v>
                </c:pt>
                <c:pt idx="551">
                  <c:v>45364</c:v>
                </c:pt>
                <c:pt idx="552">
                  <c:v>45365</c:v>
                </c:pt>
                <c:pt idx="553">
                  <c:v>45366</c:v>
                </c:pt>
                <c:pt idx="554">
                  <c:v>45369</c:v>
                </c:pt>
                <c:pt idx="555">
                  <c:v>45370</c:v>
                </c:pt>
                <c:pt idx="556">
                  <c:v>45371</c:v>
                </c:pt>
                <c:pt idx="557">
                  <c:v>45372</c:v>
                </c:pt>
                <c:pt idx="558">
                  <c:v>45373</c:v>
                </c:pt>
                <c:pt idx="559">
                  <c:v>45376</c:v>
                </c:pt>
                <c:pt idx="560">
                  <c:v>45377</c:v>
                </c:pt>
                <c:pt idx="561">
                  <c:v>45378</c:v>
                </c:pt>
                <c:pt idx="562">
                  <c:v>45379</c:v>
                </c:pt>
                <c:pt idx="563">
                  <c:v>45383</c:v>
                </c:pt>
                <c:pt idx="564">
                  <c:v>45384</c:v>
                </c:pt>
                <c:pt idx="565">
                  <c:v>45385</c:v>
                </c:pt>
                <c:pt idx="566">
                  <c:v>45386</c:v>
                </c:pt>
                <c:pt idx="567">
                  <c:v>45387</c:v>
                </c:pt>
                <c:pt idx="568">
                  <c:v>45390</c:v>
                </c:pt>
                <c:pt idx="569">
                  <c:v>45391</c:v>
                </c:pt>
                <c:pt idx="570">
                  <c:v>45392</c:v>
                </c:pt>
                <c:pt idx="571">
                  <c:v>45393</c:v>
                </c:pt>
                <c:pt idx="572">
                  <c:v>45394</c:v>
                </c:pt>
                <c:pt idx="573">
                  <c:v>45397</c:v>
                </c:pt>
                <c:pt idx="574">
                  <c:v>45398</c:v>
                </c:pt>
                <c:pt idx="575">
                  <c:v>45399</c:v>
                </c:pt>
                <c:pt idx="576">
                  <c:v>45400</c:v>
                </c:pt>
                <c:pt idx="577">
                  <c:v>45401</c:v>
                </c:pt>
                <c:pt idx="578">
                  <c:v>45404</c:v>
                </c:pt>
                <c:pt idx="579">
                  <c:v>45405</c:v>
                </c:pt>
                <c:pt idx="580">
                  <c:v>45406</c:v>
                </c:pt>
                <c:pt idx="581">
                  <c:v>45407</c:v>
                </c:pt>
                <c:pt idx="582">
                  <c:v>45408</c:v>
                </c:pt>
                <c:pt idx="583">
                  <c:v>45411</c:v>
                </c:pt>
                <c:pt idx="584">
                  <c:v>45412</c:v>
                </c:pt>
                <c:pt idx="585">
                  <c:v>45413</c:v>
                </c:pt>
                <c:pt idx="586">
                  <c:v>45414</c:v>
                </c:pt>
                <c:pt idx="587">
                  <c:v>45415</c:v>
                </c:pt>
                <c:pt idx="588">
                  <c:v>45418</c:v>
                </c:pt>
                <c:pt idx="589">
                  <c:v>45419</c:v>
                </c:pt>
                <c:pt idx="590">
                  <c:v>45420</c:v>
                </c:pt>
                <c:pt idx="591">
                  <c:v>45421</c:v>
                </c:pt>
                <c:pt idx="592">
                  <c:v>45422</c:v>
                </c:pt>
                <c:pt idx="593">
                  <c:v>45425</c:v>
                </c:pt>
                <c:pt idx="594">
                  <c:v>45426</c:v>
                </c:pt>
                <c:pt idx="595">
                  <c:v>45427</c:v>
                </c:pt>
                <c:pt idx="596">
                  <c:v>45428</c:v>
                </c:pt>
                <c:pt idx="597">
                  <c:v>45429</c:v>
                </c:pt>
                <c:pt idx="598">
                  <c:v>45432</c:v>
                </c:pt>
                <c:pt idx="599">
                  <c:v>45433</c:v>
                </c:pt>
                <c:pt idx="600">
                  <c:v>45434</c:v>
                </c:pt>
                <c:pt idx="601">
                  <c:v>45435</c:v>
                </c:pt>
                <c:pt idx="602">
                  <c:v>45436</c:v>
                </c:pt>
                <c:pt idx="603">
                  <c:v>45440</c:v>
                </c:pt>
                <c:pt idx="604">
                  <c:v>45441</c:v>
                </c:pt>
                <c:pt idx="605">
                  <c:v>45442</c:v>
                </c:pt>
                <c:pt idx="606">
                  <c:v>45443</c:v>
                </c:pt>
                <c:pt idx="607">
                  <c:v>45446</c:v>
                </c:pt>
                <c:pt idx="608">
                  <c:v>45447</c:v>
                </c:pt>
                <c:pt idx="609">
                  <c:v>45448</c:v>
                </c:pt>
                <c:pt idx="610">
                  <c:v>45449</c:v>
                </c:pt>
                <c:pt idx="611">
                  <c:v>45450</c:v>
                </c:pt>
                <c:pt idx="612">
                  <c:v>45453</c:v>
                </c:pt>
                <c:pt idx="613">
                  <c:v>45454</c:v>
                </c:pt>
                <c:pt idx="614">
                  <c:v>45455</c:v>
                </c:pt>
                <c:pt idx="615">
                  <c:v>45456</c:v>
                </c:pt>
                <c:pt idx="616">
                  <c:v>45457</c:v>
                </c:pt>
                <c:pt idx="617">
                  <c:v>45460</c:v>
                </c:pt>
                <c:pt idx="618">
                  <c:v>45461</c:v>
                </c:pt>
                <c:pt idx="619">
                  <c:v>45463</c:v>
                </c:pt>
                <c:pt idx="620">
                  <c:v>45464</c:v>
                </c:pt>
                <c:pt idx="621">
                  <c:v>45467</c:v>
                </c:pt>
                <c:pt idx="622">
                  <c:v>45468</c:v>
                </c:pt>
                <c:pt idx="623">
                  <c:v>45469</c:v>
                </c:pt>
                <c:pt idx="624">
                  <c:v>45470</c:v>
                </c:pt>
                <c:pt idx="625">
                  <c:v>45471</c:v>
                </c:pt>
                <c:pt idx="626">
                  <c:v>45474</c:v>
                </c:pt>
                <c:pt idx="627">
                  <c:v>45475</c:v>
                </c:pt>
                <c:pt idx="628">
                  <c:v>45476</c:v>
                </c:pt>
                <c:pt idx="629">
                  <c:v>45478</c:v>
                </c:pt>
                <c:pt idx="630">
                  <c:v>45481</c:v>
                </c:pt>
                <c:pt idx="631">
                  <c:v>45482</c:v>
                </c:pt>
                <c:pt idx="632">
                  <c:v>45483</c:v>
                </c:pt>
                <c:pt idx="633">
                  <c:v>45484</c:v>
                </c:pt>
                <c:pt idx="634">
                  <c:v>45485</c:v>
                </c:pt>
                <c:pt idx="635">
                  <c:v>45488</c:v>
                </c:pt>
                <c:pt idx="636">
                  <c:v>45489</c:v>
                </c:pt>
                <c:pt idx="637">
                  <c:v>45490</c:v>
                </c:pt>
                <c:pt idx="638">
                  <c:v>45491</c:v>
                </c:pt>
                <c:pt idx="639">
                  <c:v>45492</c:v>
                </c:pt>
                <c:pt idx="640">
                  <c:v>45495</c:v>
                </c:pt>
                <c:pt idx="641">
                  <c:v>45496</c:v>
                </c:pt>
                <c:pt idx="642">
                  <c:v>45497</c:v>
                </c:pt>
                <c:pt idx="643">
                  <c:v>45498</c:v>
                </c:pt>
                <c:pt idx="644">
                  <c:v>45499</c:v>
                </c:pt>
                <c:pt idx="645">
                  <c:v>45502</c:v>
                </c:pt>
                <c:pt idx="646">
                  <c:v>45503</c:v>
                </c:pt>
                <c:pt idx="647">
                  <c:v>45504</c:v>
                </c:pt>
                <c:pt idx="648">
                  <c:v>45505</c:v>
                </c:pt>
                <c:pt idx="649">
                  <c:v>45506</c:v>
                </c:pt>
                <c:pt idx="650">
                  <c:v>45509</c:v>
                </c:pt>
                <c:pt idx="651">
                  <c:v>45510</c:v>
                </c:pt>
                <c:pt idx="652">
                  <c:v>45511</c:v>
                </c:pt>
                <c:pt idx="653">
                  <c:v>45512</c:v>
                </c:pt>
                <c:pt idx="654">
                  <c:v>45513</c:v>
                </c:pt>
                <c:pt idx="655">
                  <c:v>45516</c:v>
                </c:pt>
                <c:pt idx="656">
                  <c:v>45517</c:v>
                </c:pt>
                <c:pt idx="657">
                  <c:v>45518</c:v>
                </c:pt>
                <c:pt idx="658">
                  <c:v>45519</c:v>
                </c:pt>
                <c:pt idx="659">
                  <c:v>45520</c:v>
                </c:pt>
                <c:pt idx="660">
                  <c:v>45523</c:v>
                </c:pt>
                <c:pt idx="661">
                  <c:v>45524</c:v>
                </c:pt>
                <c:pt idx="662">
                  <c:v>45525</c:v>
                </c:pt>
                <c:pt idx="663">
                  <c:v>45526</c:v>
                </c:pt>
                <c:pt idx="664">
                  <c:v>45527</c:v>
                </c:pt>
                <c:pt idx="665">
                  <c:v>45530</c:v>
                </c:pt>
                <c:pt idx="666">
                  <c:v>45531</c:v>
                </c:pt>
                <c:pt idx="667">
                  <c:v>45532</c:v>
                </c:pt>
                <c:pt idx="668">
                  <c:v>45533</c:v>
                </c:pt>
                <c:pt idx="669">
                  <c:v>45534</c:v>
                </c:pt>
                <c:pt idx="670">
                  <c:v>45538</c:v>
                </c:pt>
                <c:pt idx="671">
                  <c:v>45539</c:v>
                </c:pt>
                <c:pt idx="672">
                  <c:v>45540</c:v>
                </c:pt>
                <c:pt idx="673">
                  <c:v>45541</c:v>
                </c:pt>
                <c:pt idx="674">
                  <c:v>45544</c:v>
                </c:pt>
                <c:pt idx="675">
                  <c:v>45545</c:v>
                </c:pt>
                <c:pt idx="676">
                  <c:v>45546</c:v>
                </c:pt>
                <c:pt idx="677">
                  <c:v>45547</c:v>
                </c:pt>
                <c:pt idx="678">
                  <c:v>45548</c:v>
                </c:pt>
                <c:pt idx="679">
                  <c:v>45551</c:v>
                </c:pt>
                <c:pt idx="680">
                  <c:v>45552</c:v>
                </c:pt>
                <c:pt idx="681">
                  <c:v>45553</c:v>
                </c:pt>
                <c:pt idx="682">
                  <c:v>45554</c:v>
                </c:pt>
                <c:pt idx="683">
                  <c:v>45555</c:v>
                </c:pt>
                <c:pt idx="684">
                  <c:v>45558</c:v>
                </c:pt>
                <c:pt idx="685">
                  <c:v>45559</c:v>
                </c:pt>
                <c:pt idx="686">
                  <c:v>45560</c:v>
                </c:pt>
                <c:pt idx="687">
                  <c:v>45561</c:v>
                </c:pt>
                <c:pt idx="688">
                  <c:v>45562</c:v>
                </c:pt>
                <c:pt idx="689">
                  <c:v>45565</c:v>
                </c:pt>
                <c:pt idx="690">
                  <c:v>45566</c:v>
                </c:pt>
                <c:pt idx="691">
                  <c:v>45567</c:v>
                </c:pt>
                <c:pt idx="692">
                  <c:v>45568</c:v>
                </c:pt>
                <c:pt idx="693">
                  <c:v>45569</c:v>
                </c:pt>
                <c:pt idx="694">
                  <c:v>45572</c:v>
                </c:pt>
                <c:pt idx="695">
                  <c:v>45573</c:v>
                </c:pt>
                <c:pt idx="696">
                  <c:v>45574</c:v>
                </c:pt>
                <c:pt idx="697">
                  <c:v>45575</c:v>
                </c:pt>
                <c:pt idx="698">
                  <c:v>45576</c:v>
                </c:pt>
                <c:pt idx="699">
                  <c:v>45579</c:v>
                </c:pt>
                <c:pt idx="700">
                  <c:v>45580</c:v>
                </c:pt>
                <c:pt idx="701">
                  <c:v>45581</c:v>
                </c:pt>
                <c:pt idx="702">
                  <c:v>45582</c:v>
                </c:pt>
                <c:pt idx="703">
                  <c:v>45583</c:v>
                </c:pt>
                <c:pt idx="704">
                  <c:v>45586</c:v>
                </c:pt>
                <c:pt idx="705">
                  <c:v>45587</c:v>
                </c:pt>
                <c:pt idx="706">
                  <c:v>45588</c:v>
                </c:pt>
                <c:pt idx="707">
                  <c:v>45589</c:v>
                </c:pt>
                <c:pt idx="708">
                  <c:v>45590</c:v>
                </c:pt>
                <c:pt idx="709">
                  <c:v>45593</c:v>
                </c:pt>
                <c:pt idx="710">
                  <c:v>45594</c:v>
                </c:pt>
                <c:pt idx="711">
                  <c:v>45595</c:v>
                </c:pt>
                <c:pt idx="712">
                  <c:v>45596</c:v>
                </c:pt>
                <c:pt idx="713">
                  <c:v>45597</c:v>
                </c:pt>
                <c:pt idx="714">
                  <c:v>45600</c:v>
                </c:pt>
                <c:pt idx="715">
                  <c:v>45601</c:v>
                </c:pt>
                <c:pt idx="716">
                  <c:v>45602</c:v>
                </c:pt>
                <c:pt idx="717">
                  <c:v>45603</c:v>
                </c:pt>
                <c:pt idx="718">
                  <c:v>45604</c:v>
                </c:pt>
                <c:pt idx="719">
                  <c:v>45607</c:v>
                </c:pt>
                <c:pt idx="720">
                  <c:v>45608</c:v>
                </c:pt>
                <c:pt idx="721">
                  <c:v>45609</c:v>
                </c:pt>
                <c:pt idx="722">
                  <c:v>45610</c:v>
                </c:pt>
                <c:pt idx="723">
                  <c:v>45611</c:v>
                </c:pt>
                <c:pt idx="724">
                  <c:v>45614</c:v>
                </c:pt>
                <c:pt idx="725">
                  <c:v>45615</c:v>
                </c:pt>
                <c:pt idx="726">
                  <c:v>45616</c:v>
                </c:pt>
                <c:pt idx="727">
                  <c:v>45617</c:v>
                </c:pt>
                <c:pt idx="728">
                  <c:v>45618</c:v>
                </c:pt>
                <c:pt idx="729">
                  <c:v>45621</c:v>
                </c:pt>
                <c:pt idx="730">
                  <c:v>45622</c:v>
                </c:pt>
                <c:pt idx="731">
                  <c:v>45623</c:v>
                </c:pt>
                <c:pt idx="732">
                  <c:v>45625</c:v>
                </c:pt>
                <c:pt idx="733">
                  <c:v>45628</c:v>
                </c:pt>
                <c:pt idx="734">
                  <c:v>45629</c:v>
                </c:pt>
                <c:pt idx="735">
                  <c:v>45630</c:v>
                </c:pt>
                <c:pt idx="736">
                  <c:v>45631</c:v>
                </c:pt>
                <c:pt idx="737">
                  <c:v>45632</c:v>
                </c:pt>
                <c:pt idx="738">
                  <c:v>45635</c:v>
                </c:pt>
                <c:pt idx="739">
                  <c:v>45636</c:v>
                </c:pt>
                <c:pt idx="740">
                  <c:v>45637</c:v>
                </c:pt>
                <c:pt idx="741">
                  <c:v>45638</c:v>
                </c:pt>
                <c:pt idx="742">
                  <c:v>45639</c:v>
                </c:pt>
                <c:pt idx="743">
                  <c:v>45642</c:v>
                </c:pt>
                <c:pt idx="744">
                  <c:v>45643</c:v>
                </c:pt>
                <c:pt idx="745">
                  <c:v>45644</c:v>
                </c:pt>
                <c:pt idx="746">
                  <c:v>45645</c:v>
                </c:pt>
                <c:pt idx="747">
                  <c:v>45646</c:v>
                </c:pt>
                <c:pt idx="748">
                  <c:v>45649</c:v>
                </c:pt>
                <c:pt idx="749">
                  <c:v>45650</c:v>
                </c:pt>
                <c:pt idx="750">
                  <c:v>45652</c:v>
                </c:pt>
                <c:pt idx="751">
                  <c:v>45653</c:v>
                </c:pt>
                <c:pt idx="752">
                  <c:v>45656</c:v>
                </c:pt>
                <c:pt idx="753">
                  <c:v>45657</c:v>
                </c:pt>
                <c:pt idx="754">
                  <c:v>45659</c:v>
                </c:pt>
                <c:pt idx="755">
                  <c:v>45660</c:v>
                </c:pt>
                <c:pt idx="756">
                  <c:v>45663</c:v>
                </c:pt>
                <c:pt idx="757">
                  <c:v>45664</c:v>
                </c:pt>
                <c:pt idx="758">
                  <c:v>45665</c:v>
                </c:pt>
                <c:pt idx="759">
                  <c:v>45667</c:v>
                </c:pt>
                <c:pt idx="760">
                  <c:v>45670</c:v>
                </c:pt>
                <c:pt idx="761">
                  <c:v>45671</c:v>
                </c:pt>
                <c:pt idx="762">
                  <c:v>45672</c:v>
                </c:pt>
                <c:pt idx="763">
                  <c:v>45673</c:v>
                </c:pt>
                <c:pt idx="764">
                  <c:v>45674</c:v>
                </c:pt>
                <c:pt idx="765">
                  <c:v>45678</c:v>
                </c:pt>
                <c:pt idx="766">
                  <c:v>45679</c:v>
                </c:pt>
                <c:pt idx="767">
                  <c:v>45680</c:v>
                </c:pt>
                <c:pt idx="768">
                  <c:v>45681</c:v>
                </c:pt>
                <c:pt idx="769">
                  <c:v>45684</c:v>
                </c:pt>
                <c:pt idx="770">
                  <c:v>45685</c:v>
                </c:pt>
                <c:pt idx="771">
                  <c:v>45686</c:v>
                </c:pt>
                <c:pt idx="772">
                  <c:v>45687</c:v>
                </c:pt>
                <c:pt idx="773">
                  <c:v>45688</c:v>
                </c:pt>
                <c:pt idx="774">
                  <c:v>45691</c:v>
                </c:pt>
                <c:pt idx="775">
                  <c:v>45692</c:v>
                </c:pt>
                <c:pt idx="776">
                  <c:v>45693</c:v>
                </c:pt>
                <c:pt idx="777">
                  <c:v>45694</c:v>
                </c:pt>
                <c:pt idx="778">
                  <c:v>45695</c:v>
                </c:pt>
                <c:pt idx="779">
                  <c:v>45698</c:v>
                </c:pt>
                <c:pt idx="780">
                  <c:v>45699</c:v>
                </c:pt>
                <c:pt idx="781">
                  <c:v>45700</c:v>
                </c:pt>
                <c:pt idx="782">
                  <c:v>45701</c:v>
                </c:pt>
                <c:pt idx="783">
                  <c:v>45702</c:v>
                </c:pt>
                <c:pt idx="784">
                  <c:v>45706</c:v>
                </c:pt>
                <c:pt idx="785">
                  <c:v>45707</c:v>
                </c:pt>
                <c:pt idx="786">
                  <c:v>45708</c:v>
                </c:pt>
                <c:pt idx="787">
                  <c:v>45709</c:v>
                </c:pt>
                <c:pt idx="788">
                  <c:v>45712</c:v>
                </c:pt>
                <c:pt idx="789">
                  <c:v>45713</c:v>
                </c:pt>
                <c:pt idx="790">
                  <c:v>45714</c:v>
                </c:pt>
                <c:pt idx="791">
                  <c:v>45715</c:v>
                </c:pt>
                <c:pt idx="792">
                  <c:v>45716</c:v>
                </c:pt>
                <c:pt idx="793">
                  <c:v>45719</c:v>
                </c:pt>
                <c:pt idx="794">
                  <c:v>45720</c:v>
                </c:pt>
                <c:pt idx="795">
                  <c:v>45721</c:v>
                </c:pt>
                <c:pt idx="796">
                  <c:v>45722</c:v>
                </c:pt>
                <c:pt idx="797">
                  <c:v>45723</c:v>
                </c:pt>
                <c:pt idx="798">
                  <c:v>45726</c:v>
                </c:pt>
                <c:pt idx="799">
                  <c:v>45727</c:v>
                </c:pt>
                <c:pt idx="800">
                  <c:v>45728</c:v>
                </c:pt>
                <c:pt idx="801">
                  <c:v>45729</c:v>
                </c:pt>
                <c:pt idx="802">
                  <c:v>45730</c:v>
                </c:pt>
                <c:pt idx="803">
                  <c:v>45733</c:v>
                </c:pt>
                <c:pt idx="804">
                  <c:v>45734</c:v>
                </c:pt>
                <c:pt idx="805">
                  <c:v>45735</c:v>
                </c:pt>
                <c:pt idx="806">
                  <c:v>45736</c:v>
                </c:pt>
                <c:pt idx="807">
                  <c:v>45737</c:v>
                </c:pt>
                <c:pt idx="808">
                  <c:v>45740</c:v>
                </c:pt>
                <c:pt idx="809">
                  <c:v>45741</c:v>
                </c:pt>
                <c:pt idx="810">
                  <c:v>45742</c:v>
                </c:pt>
                <c:pt idx="811">
                  <c:v>45743</c:v>
                </c:pt>
                <c:pt idx="812">
                  <c:v>45744</c:v>
                </c:pt>
                <c:pt idx="813">
                  <c:v>45747</c:v>
                </c:pt>
                <c:pt idx="814">
                  <c:v>45748</c:v>
                </c:pt>
                <c:pt idx="815">
                  <c:v>45749</c:v>
                </c:pt>
                <c:pt idx="816">
                  <c:v>45750</c:v>
                </c:pt>
                <c:pt idx="817">
                  <c:v>45751</c:v>
                </c:pt>
                <c:pt idx="818">
                  <c:v>45754</c:v>
                </c:pt>
                <c:pt idx="819">
                  <c:v>45755</c:v>
                </c:pt>
                <c:pt idx="820">
                  <c:v>45756</c:v>
                </c:pt>
                <c:pt idx="821">
                  <c:v>45757</c:v>
                </c:pt>
                <c:pt idx="822">
                  <c:v>45758</c:v>
                </c:pt>
                <c:pt idx="823">
                  <c:v>45761</c:v>
                </c:pt>
                <c:pt idx="824">
                  <c:v>45762</c:v>
                </c:pt>
                <c:pt idx="825">
                  <c:v>45763</c:v>
                </c:pt>
                <c:pt idx="826">
                  <c:v>45764</c:v>
                </c:pt>
                <c:pt idx="827">
                  <c:v>45768</c:v>
                </c:pt>
                <c:pt idx="828">
                  <c:v>45769</c:v>
                </c:pt>
                <c:pt idx="829">
                  <c:v>45770</c:v>
                </c:pt>
                <c:pt idx="830">
                  <c:v>45771</c:v>
                </c:pt>
                <c:pt idx="831">
                  <c:v>45772</c:v>
                </c:pt>
                <c:pt idx="832">
                  <c:v>45775</c:v>
                </c:pt>
                <c:pt idx="833">
                  <c:v>45776</c:v>
                </c:pt>
                <c:pt idx="834">
                  <c:v>45777</c:v>
                </c:pt>
                <c:pt idx="835">
                  <c:v>45778</c:v>
                </c:pt>
                <c:pt idx="836">
                  <c:v>45779</c:v>
                </c:pt>
                <c:pt idx="837">
                  <c:v>45782</c:v>
                </c:pt>
                <c:pt idx="838">
                  <c:v>45783</c:v>
                </c:pt>
                <c:pt idx="839">
                  <c:v>45784</c:v>
                </c:pt>
                <c:pt idx="840">
                  <c:v>45785</c:v>
                </c:pt>
                <c:pt idx="841">
                  <c:v>45786</c:v>
                </c:pt>
                <c:pt idx="842">
                  <c:v>45789</c:v>
                </c:pt>
                <c:pt idx="843">
                  <c:v>45790</c:v>
                </c:pt>
                <c:pt idx="844">
                  <c:v>45791</c:v>
                </c:pt>
                <c:pt idx="845">
                  <c:v>45792</c:v>
                </c:pt>
                <c:pt idx="846">
                  <c:v>45793</c:v>
                </c:pt>
                <c:pt idx="847">
                  <c:v>45796</c:v>
                </c:pt>
                <c:pt idx="848">
                  <c:v>45797</c:v>
                </c:pt>
                <c:pt idx="849">
                  <c:v>45798</c:v>
                </c:pt>
                <c:pt idx="850">
                  <c:v>45799</c:v>
                </c:pt>
                <c:pt idx="851">
                  <c:v>45800</c:v>
                </c:pt>
                <c:pt idx="852">
                  <c:v>45804</c:v>
                </c:pt>
                <c:pt idx="853">
                  <c:v>45805</c:v>
                </c:pt>
                <c:pt idx="854">
                  <c:v>45806</c:v>
                </c:pt>
                <c:pt idx="855">
                  <c:v>45807</c:v>
                </c:pt>
                <c:pt idx="856">
                  <c:v>45810</c:v>
                </c:pt>
                <c:pt idx="857">
                  <c:v>45811</c:v>
                </c:pt>
                <c:pt idx="858">
                  <c:v>45812</c:v>
                </c:pt>
                <c:pt idx="859">
                  <c:v>45813</c:v>
                </c:pt>
                <c:pt idx="860">
                  <c:v>45814</c:v>
                </c:pt>
                <c:pt idx="861">
                  <c:v>45817</c:v>
                </c:pt>
                <c:pt idx="862">
                  <c:v>45818</c:v>
                </c:pt>
                <c:pt idx="863">
                  <c:v>45819</c:v>
                </c:pt>
                <c:pt idx="864">
                  <c:v>45820</c:v>
                </c:pt>
                <c:pt idx="865">
                  <c:v>45821</c:v>
                </c:pt>
                <c:pt idx="866">
                  <c:v>45824</c:v>
                </c:pt>
                <c:pt idx="867">
                  <c:v>45825</c:v>
                </c:pt>
                <c:pt idx="868">
                  <c:v>45826</c:v>
                </c:pt>
                <c:pt idx="869">
                  <c:v>45828</c:v>
                </c:pt>
                <c:pt idx="870">
                  <c:v>45831</c:v>
                </c:pt>
                <c:pt idx="871">
                  <c:v>45832</c:v>
                </c:pt>
                <c:pt idx="872">
                  <c:v>45833</c:v>
                </c:pt>
                <c:pt idx="873">
                  <c:v>45834</c:v>
                </c:pt>
                <c:pt idx="874">
                  <c:v>45835</c:v>
                </c:pt>
                <c:pt idx="875">
                  <c:v>45838</c:v>
                </c:pt>
                <c:pt idx="876">
                  <c:v>45839</c:v>
                </c:pt>
                <c:pt idx="877">
                  <c:v>45840</c:v>
                </c:pt>
                <c:pt idx="878">
                  <c:v>45841</c:v>
                </c:pt>
                <c:pt idx="879">
                  <c:v>45845</c:v>
                </c:pt>
                <c:pt idx="880">
                  <c:v>45846</c:v>
                </c:pt>
                <c:pt idx="881">
                  <c:v>45847</c:v>
                </c:pt>
                <c:pt idx="882">
                  <c:v>45848</c:v>
                </c:pt>
                <c:pt idx="883">
                  <c:v>45849</c:v>
                </c:pt>
                <c:pt idx="884">
                  <c:v>45852</c:v>
                </c:pt>
                <c:pt idx="885">
                  <c:v>45853</c:v>
                </c:pt>
                <c:pt idx="886">
                  <c:v>45854</c:v>
                </c:pt>
                <c:pt idx="887">
                  <c:v>45855</c:v>
                </c:pt>
                <c:pt idx="888">
                  <c:v>45856</c:v>
                </c:pt>
                <c:pt idx="889">
                  <c:v>45859</c:v>
                </c:pt>
                <c:pt idx="890">
                  <c:v>45860</c:v>
                </c:pt>
                <c:pt idx="891">
                  <c:v>45861</c:v>
                </c:pt>
                <c:pt idx="892">
                  <c:v>45862</c:v>
                </c:pt>
                <c:pt idx="893">
                  <c:v>45863</c:v>
                </c:pt>
                <c:pt idx="894">
                  <c:v>45866</c:v>
                </c:pt>
                <c:pt idx="895">
                  <c:v>45867</c:v>
                </c:pt>
                <c:pt idx="896">
                  <c:v>45868</c:v>
                </c:pt>
                <c:pt idx="897">
                  <c:v>45869</c:v>
                </c:pt>
                <c:pt idx="898">
                  <c:v>45870</c:v>
                </c:pt>
                <c:pt idx="899">
                  <c:v>45873</c:v>
                </c:pt>
                <c:pt idx="900">
                  <c:v>45874</c:v>
                </c:pt>
                <c:pt idx="901">
                  <c:v>45875</c:v>
                </c:pt>
                <c:pt idx="902">
                  <c:v>45876</c:v>
                </c:pt>
                <c:pt idx="903">
                  <c:v>45877</c:v>
                </c:pt>
                <c:pt idx="904">
                  <c:v>45880</c:v>
                </c:pt>
                <c:pt idx="905">
                  <c:v>45881</c:v>
                </c:pt>
                <c:pt idx="906">
                  <c:v>45882</c:v>
                </c:pt>
                <c:pt idx="907">
                  <c:v>45883</c:v>
                </c:pt>
                <c:pt idx="908">
                  <c:v>45884</c:v>
                </c:pt>
                <c:pt idx="909">
                  <c:v>45887</c:v>
                </c:pt>
                <c:pt idx="910">
                  <c:v>45888</c:v>
                </c:pt>
                <c:pt idx="911">
                  <c:v>45889</c:v>
                </c:pt>
                <c:pt idx="912">
                  <c:v>45890</c:v>
                </c:pt>
                <c:pt idx="913">
                  <c:v>45891</c:v>
                </c:pt>
                <c:pt idx="914">
                  <c:v>45894</c:v>
                </c:pt>
                <c:pt idx="915">
                  <c:v>45895</c:v>
                </c:pt>
                <c:pt idx="916">
                  <c:v>45896</c:v>
                </c:pt>
                <c:pt idx="917">
                  <c:v>45897</c:v>
                </c:pt>
                <c:pt idx="918">
                  <c:v>45898</c:v>
                </c:pt>
                <c:pt idx="919">
                  <c:v>45902</c:v>
                </c:pt>
                <c:pt idx="920">
                  <c:v>45903</c:v>
                </c:pt>
                <c:pt idx="921">
                  <c:v>45904</c:v>
                </c:pt>
                <c:pt idx="922">
                  <c:v>45905</c:v>
                </c:pt>
                <c:pt idx="923">
                  <c:v>45908</c:v>
                </c:pt>
                <c:pt idx="924">
                  <c:v>45909</c:v>
                </c:pt>
                <c:pt idx="925">
                  <c:v>45910</c:v>
                </c:pt>
                <c:pt idx="926">
                  <c:v>45911</c:v>
                </c:pt>
                <c:pt idx="927">
                  <c:v>45912</c:v>
                </c:pt>
                <c:pt idx="928">
                  <c:v>45915</c:v>
                </c:pt>
                <c:pt idx="929">
                  <c:v>45916</c:v>
                </c:pt>
                <c:pt idx="930">
                  <c:v>45917</c:v>
                </c:pt>
                <c:pt idx="931">
                  <c:v>45918</c:v>
                </c:pt>
                <c:pt idx="932">
                  <c:v>45919</c:v>
                </c:pt>
                <c:pt idx="933">
                  <c:v>45922</c:v>
                </c:pt>
                <c:pt idx="934">
                  <c:v>45923</c:v>
                </c:pt>
                <c:pt idx="935">
                  <c:v>45924</c:v>
                </c:pt>
                <c:pt idx="936">
                  <c:v>45925</c:v>
                </c:pt>
                <c:pt idx="937">
                  <c:v>45926</c:v>
                </c:pt>
                <c:pt idx="938">
                  <c:v>45929</c:v>
                </c:pt>
                <c:pt idx="939">
                  <c:v>45930</c:v>
                </c:pt>
                <c:pt idx="940">
                  <c:v>45931</c:v>
                </c:pt>
                <c:pt idx="941">
                  <c:v>45932</c:v>
                </c:pt>
                <c:pt idx="942">
                  <c:v>45933</c:v>
                </c:pt>
                <c:pt idx="943">
                  <c:v>45936</c:v>
                </c:pt>
                <c:pt idx="944">
                  <c:v>45937</c:v>
                </c:pt>
                <c:pt idx="945">
                  <c:v>45938</c:v>
                </c:pt>
                <c:pt idx="946">
                  <c:v>45939</c:v>
                </c:pt>
                <c:pt idx="947">
                  <c:v>45940</c:v>
                </c:pt>
                <c:pt idx="948">
                  <c:v>45943</c:v>
                </c:pt>
                <c:pt idx="949">
                  <c:v>45944</c:v>
                </c:pt>
                <c:pt idx="950">
                  <c:v>45945</c:v>
                </c:pt>
                <c:pt idx="951">
                  <c:v>45946</c:v>
                </c:pt>
                <c:pt idx="952">
                  <c:v>45947</c:v>
                </c:pt>
                <c:pt idx="953">
                  <c:v>45950</c:v>
                </c:pt>
                <c:pt idx="954">
                  <c:v>45951</c:v>
                </c:pt>
                <c:pt idx="955">
                  <c:v>45952</c:v>
                </c:pt>
                <c:pt idx="956">
                  <c:v>45953</c:v>
                </c:pt>
                <c:pt idx="957">
                  <c:v>45954</c:v>
                </c:pt>
                <c:pt idx="958">
                  <c:v>45957</c:v>
                </c:pt>
                <c:pt idx="959">
                  <c:v>45958</c:v>
                </c:pt>
                <c:pt idx="960">
                  <c:v>45959</c:v>
                </c:pt>
                <c:pt idx="961">
                  <c:v>45960</c:v>
                </c:pt>
                <c:pt idx="962">
                  <c:v>45961</c:v>
                </c:pt>
                <c:pt idx="963">
                  <c:v>45964</c:v>
                </c:pt>
                <c:pt idx="964">
                  <c:v>45965</c:v>
                </c:pt>
                <c:pt idx="965">
                  <c:v>45966</c:v>
                </c:pt>
                <c:pt idx="966">
                  <c:v>45967</c:v>
                </c:pt>
                <c:pt idx="967">
                  <c:v>45968</c:v>
                </c:pt>
                <c:pt idx="968">
                  <c:v>45971</c:v>
                </c:pt>
                <c:pt idx="969">
                  <c:v>45972</c:v>
                </c:pt>
                <c:pt idx="970">
                  <c:v>45973</c:v>
                </c:pt>
                <c:pt idx="971">
                  <c:v>45974</c:v>
                </c:pt>
                <c:pt idx="972">
                  <c:v>45975</c:v>
                </c:pt>
                <c:pt idx="973">
                  <c:v>45978</c:v>
                </c:pt>
                <c:pt idx="974">
                  <c:v>45979</c:v>
                </c:pt>
                <c:pt idx="975">
                  <c:v>45980</c:v>
                </c:pt>
                <c:pt idx="976">
                  <c:v>45981</c:v>
                </c:pt>
                <c:pt idx="977">
                  <c:v>45982</c:v>
                </c:pt>
                <c:pt idx="978">
                  <c:v>45985</c:v>
                </c:pt>
                <c:pt idx="979">
                  <c:v>45986</c:v>
                </c:pt>
                <c:pt idx="980">
                  <c:v>45987</c:v>
                </c:pt>
                <c:pt idx="981">
                  <c:v>45989</c:v>
                </c:pt>
                <c:pt idx="982">
                  <c:v>45992</c:v>
                </c:pt>
                <c:pt idx="983">
                  <c:v>45993</c:v>
                </c:pt>
                <c:pt idx="984">
                  <c:v>45994</c:v>
                </c:pt>
                <c:pt idx="985">
                  <c:v>45995</c:v>
                </c:pt>
                <c:pt idx="986">
                  <c:v>45996</c:v>
                </c:pt>
                <c:pt idx="987">
                  <c:v>45999</c:v>
                </c:pt>
                <c:pt idx="988">
                  <c:v>46000</c:v>
                </c:pt>
                <c:pt idx="989">
                  <c:v>46001</c:v>
                </c:pt>
                <c:pt idx="990">
                  <c:v>46002</c:v>
                </c:pt>
                <c:pt idx="991">
                  <c:v>46003</c:v>
                </c:pt>
                <c:pt idx="992">
                  <c:v>46006</c:v>
                </c:pt>
                <c:pt idx="993">
                  <c:v>46007</c:v>
                </c:pt>
                <c:pt idx="994">
                  <c:v>46008</c:v>
                </c:pt>
                <c:pt idx="995">
                  <c:v>46009</c:v>
                </c:pt>
                <c:pt idx="996">
                  <c:v>46010</c:v>
                </c:pt>
                <c:pt idx="997">
                  <c:v>46013</c:v>
                </c:pt>
                <c:pt idx="998">
                  <c:v>46014</c:v>
                </c:pt>
                <c:pt idx="999">
                  <c:v>46015</c:v>
                </c:pt>
                <c:pt idx="1000">
                  <c:v>46017</c:v>
                </c:pt>
                <c:pt idx="1001">
                  <c:v>46020</c:v>
                </c:pt>
                <c:pt idx="1002">
                  <c:v>46021</c:v>
                </c:pt>
                <c:pt idx="1003">
                  <c:v>46022</c:v>
                </c:pt>
                <c:pt idx="1004">
                  <c:v>46024</c:v>
                </c:pt>
                <c:pt idx="1005">
                  <c:v>46027</c:v>
                </c:pt>
                <c:pt idx="1006">
                  <c:v>46028</c:v>
                </c:pt>
                <c:pt idx="1007">
                  <c:v>46029</c:v>
                </c:pt>
                <c:pt idx="1008">
                  <c:v>46030</c:v>
                </c:pt>
                <c:pt idx="1009">
                  <c:v>46031</c:v>
                </c:pt>
                <c:pt idx="1010">
                  <c:v>46034</c:v>
                </c:pt>
                <c:pt idx="1011">
                  <c:v>46035</c:v>
                </c:pt>
                <c:pt idx="1012">
                  <c:v>46036</c:v>
                </c:pt>
                <c:pt idx="1013">
                  <c:v>46037</c:v>
                </c:pt>
                <c:pt idx="1014">
                  <c:v>46038</c:v>
                </c:pt>
                <c:pt idx="1015">
                  <c:v>46042</c:v>
                </c:pt>
                <c:pt idx="1016">
                  <c:v>46043</c:v>
                </c:pt>
                <c:pt idx="1017">
                  <c:v>46044</c:v>
                </c:pt>
                <c:pt idx="1018">
                  <c:v>46045</c:v>
                </c:pt>
                <c:pt idx="1019">
                  <c:v>46048</c:v>
                </c:pt>
                <c:pt idx="1020">
                  <c:v>46049</c:v>
                </c:pt>
                <c:pt idx="1021">
                  <c:v>46050</c:v>
                </c:pt>
                <c:pt idx="1022">
                  <c:v>46051</c:v>
                </c:pt>
                <c:pt idx="1023">
                  <c:v>46052</c:v>
                </c:pt>
                <c:pt idx="1024">
                  <c:v>46055</c:v>
                </c:pt>
                <c:pt idx="1025">
                  <c:v>46056</c:v>
                </c:pt>
                <c:pt idx="1026">
                  <c:v>46057</c:v>
                </c:pt>
                <c:pt idx="1027">
                  <c:v>46058</c:v>
                </c:pt>
                <c:pt idx="1028">
                  <c:v>46059</c:v>
                </c:pt>
                <c:pt idx="1029">
                  <c:v>46062</c:v>
                </c:pt>
                <c:pt idx="1030">
                  <c:v>46063</c:v>
                </c:pt>
                <c:pt idx="1031">
                  <c:v>46064</c:v>
                </c:pt>
                <c:pt idx="1032">
                  <c:v>46065</c:v>
                </c:pt>
                <c:pt idx="1033">
                  <c:v>46066</c:v>
                </c:pt>
                <c:pt idx="1034">
                  <c:v>46070</c:v>
                </c:pt>
                <c:pt idx="1035">
                  <c:v>46071</c:v>
                </c:pt>
                <c:pt idx="1036">
                  <c:v>46072</c:v>
                </c:pt>
                <c:pt idx="1037">
                  <c:v>46073</c:v>
                </c:pt>
                <c:pt idx="1038">
                  <c:v>46076</c:v>
                </c:pt>
                <c:pt idx="1039">
                  <c:v>46077</c:v>
                </c:pt>
                <c:pt idx="1040">
                  <c:v>46078</c:v>
                </c:pt>
                <c:pt idx="1041">
                  <c:v>46079</c:v>
                </c:pt>
                <c:pt idx="1042">
                  <c:v>46080</c:v>
                </c:pt>
                <c:pt idx="1043">
                  <c:v>46083</c:v>
                </c:pt>
                <c:pt idx="1044">
                  <c:v>46084</c:v>
                </c:pt>
                <c:pt idx="1045">
                  <c:v>46085</c:v>
                </c:pt>
                <c:pt idx="1046">
                  <c:v>46086</c:v>
                </c:pt>
                <c:pt idx="1047">
                  <c:v>46087</c:v>
                </c:pt>
                <c:pt idx="1048">
                  <c:v>46090</c:v>
                </c:pt>
                <c:pt idx="1049">
                  <c:v>46091</c:v>
                </c:pt>
                <c:pt idx="1050">
                  <c:v>46092</c:v>
                </c:pt>
                <c:pt idx="1051">
                  <c:v>46093</c:v>
                </c:pt>
                <c:pt idx="1052">
                  <c:v>46094</c:v>
                </c:pt>
                <c:pt idx="1053">
                  <c:v>46097</c:v>
                </c:pt>
                <c:pt idx="1054">
                  <c:v>46098</c:v>
                </c:pt>
                <c:pt idx="1055">
                  <c:v>46099</c:v>
                </c:pt>
                <c:pt idx="1056">
                  <c:v>46100</c:v>
                </c:pt>
                <c:pt idx="1057">
                  <c:v>46101</c:v>
                </c:pt>
                <c:pt idx="1058">
                  <c:v>46104</c:v>
                </c:pt>
                <c:pt idx="1059">
                  <c:v>46105</c:v>
                </c:pt>
                <c:pt idx="1060">
                  <c:v>46106</c:v>
                </c:pt>
                <c:pt idx="1061">
                  <c:v>46107</c:v>
                </c:pt>
                <c:pt idx="1062">
                  <c:v>46108</c:v>
                </c:pt>
                <c:pt idx="1063">
                  <c:v>46111</c:v>
                </c:pt>
                <c:pt idx="1064">
                  <c:v>46112</c:v>
                </c:pt>
                <c:pt idx="1065">
                  <c:v>46113</c:v>
                </c:pt>
                <c:pt idx="1066">
                  <c:v>46114</c:v>
                </c:pt>
                <c:pt idx="1067">
                  <c:v>46118</c:v>
                </c:pt>
                <c:pt idx="1068">
                  <c:v>46119</c:v>
                </c:pt>
                <c:pt idx="1069">
                  <c:v>46120</c:v>
                </c:pt>
                <c:pt idx="1070">
                  <c:v>46121</c:v>
                </c:pt>
                <c:pt idx="1071">
                  <c:v>46122</c:v>
                </c:pt>
                <c:pt idx="1072">
                  <c:v>46125</c:v>
                </c:pt>
                <c:pt idx="1073">
                  <c:v>46126</c:v>
                </c:pt>
                <c:pt idx="1074">
                  <c:v>46127</c:v>
                </c:pt>
                <c:pt idx="1075">
                  <c:v>46128</c:v>
                </c:pt>
                <c:pt idx="1076">
                  <c:v>46129</c:v>
                </c:pt>
                <c:pt idx="1077">
                  <c:v>46132</c:v>
                </c:pt>
                <c:pt idx="1078">
                  <c:v>46133</c:v>
                </c:pt>
                <c:pt idx="1079">
                  <c:v>46134</c:v>
                </c:pt>
                <c:pt idx="1080">
                  <c:v>46135</c:v>
                </c:pt>
                <c:pt idx="1081">
                  <c:v>46136</c:v>
                </c:pt>
                <c:pt idx="1082">
                  <c:v>46139</c:v>
                </c:pt>
                <c:pt idx="1083">
                  <c:v>46140</c:v>
                </c:pt>
                <c:pt idx="1084">
                  <c:v>46141</c:v>
                </c:pt>
                <c:pt idx="1085">
                  <c:v>46142</c:v>
                </c:pt>
                <c:pt idx="1086">
                  <c:v>46143</c:v>
                </c:pt>
                <c:pt idx="1087">
                  <c:v>46146</c:v>
                </c:pt>
                <c:pt idx="1088">
                  <c:v>46147</c:v>
                </c:pt>
                <c:pt idx="1089">
                  <c:v>46148</c:v>
                </c:pt>
                <c:pt idx="1090">
                  <c:v>46149</c:v>
                </c:pt>
                <c:pt idx="1091">
                  <c:v>46150</c:v>
                </c:pt>
                <c:pt idx="1092">
                  <c:v>46153</c:v>
                </c:pt>
                <c:pt idx="1093">
                  <c:v>46154</c:v>
                </c:pt>
                <c:pt idx="1094">
                  <c:v>46155</c:v>
                </c:pt>
                <c:pt idx="1095">
                  <c:v>46156</c:v>
                </c:pt>
                <c:pt idx="1096">
                  <c:v>46157</c:v>
                </c:pt>
                <c:pt idx="1097">
                  <c:v>46160</c:v>
                </c:pt>
                <c:pt idx="1098">
                  <c:v>46161</c:v>
                </c:pt>
                <c:pt idx="1099">
                  <c:v>46162</c:v>
                </c:pt>
                <c:pt idx="1100">
                  <c:v>46163</c:v>
                </c:pt>
                <c:pt idx="1101">
                  <c:v>46164</c:v>
                </c:pt>
                <c:pt idx="1102">
                  <c:v>46168</c:v>
                </c:pt>
                <c:pt idx="1103">
                  <c:v>46169</c:v>
                </c:pt>
                <c:pt idx="1104">
                  <c:v>46170</c:v>
                </c:pt>
                <c:pt idx="1105">
                  <c:v>46171</c:v>
                </c:pt>
                <c:pt idx="1106">
                  <c:v>46174</c:v>
                </c:pt>
                <c:pt idx="1107">
                  <c:v>46175</c:v>
                </c:pt>
                <c:pt idx="1108">
                  <c:v>46176</c:v>
                </c:pt>
                <c:pt idx="1109">
                  <c:v>46177</c:v>
                </c:pt>
                <c:pt idx="1110">
                  <c:v>46178</c:v>
                </c:pt>
                <c:pt idx="1111">
                  <c:v>46181</c:v>
                </c:pt>
                <c:pt idx="1112">
                  <c:v>46182</c:v>
                </c:pt>
                <c:pt idx="1113">
                  <c:v>46183</c:v>
                </c:pt>
                <c:pt idx="1114">
                  <c:v>46184</c:v>
                </c:pt>
                <c:pt idx="1115">
                  <c:v>46185</c:v>
                </c:pt>
                <c:pt idx="1116">
                  <c:v>46188</c:v>
                </c:pt>
                <c:pt idx="1117">
                  <c:v>46189</c:v>
                </c:pt>
                <c:pt idx="1118">
                  <c:v>46190</c:v>
                </c:pt>
                <c:pt idx="1119">
                  <c:v>46191</c:v>
                </c:pt>
                <c:pt idx="1120">
                  <c:v>46195</c:v>
                </c:pt>
                <c:pt idx="1121">
                  <c:v>46196</c:v>
                </c:pt>
                <c:pt idx="1122">
                  <c:v>46197</c:v>
                </c:pt>
                <c:pt idx="1123">
                  <c:v>46198</c:v>
                </c:pt>
                <c:pt idx="1124">
                  <c:v>46199</c:v>
                </c:pt>
                <c:pt idx="1125">
                  <c:v>46202</c:v>
                </c:pt>
                <c:pt idx="1126">
                  <c:v>46203</c:v>
                </c:pt>
                <c:pt idx="1127">
                  <c:v>46204</c:v>
                </c:pt>
                <c:pt idx="1128">
                  <c:v>46205</c:v>
                </c:pt>
                <c:pt idx="1129">
                  <c:v>46209</c:v>
                </c:pt>
                <c:pt idx="1130">
                  <c:v>46210</c:v>
                </c:pt>
                <c:pt idx="1131">
                  <c:v>46211</c:v>
                </c:pt>
                <c:pt idx="1132">
                  <c:v>46212</c:v>
                </c:pt>
                <c:pt idx="1133">
                  <c:v>46213</c:v>
                </c:pt>
                <c:pt idx="1134">
                  <c:v>46216</c:v>
                </c:pt>
                <c:pt idx="1135">
                  <c:v>46217</c:v>
                </c:pt>
                <c:pt idx="1136">
                  <c:v>46218</c:v>
                </c:pt>
                <c:pt idx="1137">
                  <c:v>46219</c:v>
                </c:pt>
                <c:pt idx="1138">
                  <c:v>46220</c:v>
                </c:pt>
                <c:pt idx="1139">
                  <c:v>46223</c:v>
                </c:pt>
                <c:pt idx="1140">
                  <c:v>46224</c:v>
                </c:pt>
                <c:pt idx="1141">
                  <c:v>46225</c:v>
                </c:pt>
                <c:pt idx="1142">
                  <c:v>46226</c:v>
                </c:pt>
                <c:pt idx="1143">
                  <c:v>46227</c:v>
                </c:pt>
                <c:pt idx="1144">
                  <c:v>46230</c:v>
                </c:pt>
                <c:pt idx="1145">
                  <c:v>46231</c:v>
                </c:pt>
                <c:pt idx="1146">
                  <c:v>46232</c:v>
                </c:pt>
                <c:pt idx="1147">
                  <c:v>46233</c:v>
                </c:pt>
                <c:pt idx="1148">
                  <c:v>46234</c:v>
                </c:pt>
                <c:pt idx="1149">
                  <c:v>46237</c:v>
                </c:pt>
                <c:pt idx="1150">
                  <c:v>46238</c:v>
                </c:pt>
                <c:pt idx="1151">
                  <c:v>46239</c:v>
                </c:pt>
                <c:pt idx="1152">
                  <c:v>46240</c:v>
                </c:pt>
                <c:pt idx="1153">
                  <c:v>46241</c:v>
                </c:pt>
                <c:pt idx="1154">
                  <c:v>46244</c:v>
                </c:pt>
                <c:pt idx="1155">
                  <c:v>46245</c:v>
                </c:pt>
                <c:pt idx="1156">
                  <c:v>46246</c:v>
                </c:pt>
                <c:pt idx="1157">
                  <c:v>46247</c:v>
                </c:pt>
                <c:pt idx="1158">
                  <c:v>46248</c:v>
                </c:pt>
                <c:pt idx="1159">
                  <c:v>46251</c:v>
                </c:pt>
                <c:pt idx="1160">
                  <c:v>46252</c:v>
                </c:pt>
                <c:pt idx="1161">
                  <c:v>46253</c:v>
                </c:pt>
                <c:pt idx="1162">
                  <c:v>46254</c:v>
                </c:pt>
                <c:pt idx="1163">
                  <c:v>46255</c:v>
                </c:pt>
                <c:pt idx="1164">
                  <c:v>46258</c:v>
                </c:pt>
                <c:pt idx="1165">
                  <c:v>46259</c:v>
                </c:pt>
                <c:pt idx="1166">
                  <c:v>46260</c:v>
                </c:pt>
                <c:pt idx="1167">
                  <c:v>46261</c:v>
                </c:pt>
                <c:pt idx="1168">
                  <c:v>46262</c:v>
                </c:pt>
                <c:pt idx="1169">
                  <c:v>46265</c:v>
                </c:pt>
                <c:pt idx="1170">
                  <c:v>46266</c:v>
                </c:pt>
                <c:pt idx="1171">
                  <c:v>46267</c:v>
                </c:pt>
                <c:pt idx="1172">
                  <c:v>46268</c:v>
                </c:pt>
                <c:pt idx="1173">
                  <c:v>46269</c:v>
                </c:pt>
                <c:pt idx="1174">
                  <c:v>46273</c:v>
                </c:pt>
                <c:pt idx="1175">
                  <c:v>46274</c:v>
                </c:pt>
                <c:pt idx="1176">
                  <c:v>46275</c:v>
                </c:pt>
                <c:pt idx="1177">
                  <c:v>46276</c:v>
                </c:pt>
                <c:pt idx="1178">
                  <c:v>46279</c:v>
                </c:pt>
                <c:pt idx="1179">
                  <c:v>46280</c:v>
                </c:pt>
                <c:pt idx="1180">
                  <c:v>46281</c:v>
                </c:pt>
                <c:pt idx="1181">
                  <c:v>46282</c:v>
                </c:pt>
                <c:pt idx="1182">
                  <c:v>46283</c:v>
                </c:pt>
                <c:pt idx="1183">
                  <c:v>46286</c:v>
                </c:pt>
                <c:pt idx="1184">
                  <c:v>46287</c:v>
                </c:pt>
                <c:pt idx="1185">
                  <c:v>46288</c:v>
                </c:pt>
                <c:pt idx="1186">
                  <c:v>46289</c:v>
                </c:pt>
                <c:pt idx="1187">
                  <c:v>46290</c:v>
                </c:pt>
                <c:pt idx="1188">
                  <c:v>46293</c:v>
                </c:pt>
                <c:pt idx="1189">
                  <c:v>46294</c:v>
                </c:pt>
                <c:pt idx="1190">
                  <c:v>46295</c:v>
                </c:pt>
                <c:pt idx="1191">
                  <c:v>46296</c:v>
                </c:pt>
                <c:pt idx="1192">
                  <c:v>46297</c:v>
                </c:pt>
                <c:pt idx="1193">
                  <c:v>46300</c:v>
                </c:pt>
                <c:pt idx="1194">
                  <c:v>46301</c:v>
                </c:pt>
                <c:pt idx="1195">
                  <c:v>46302</c:v>
                </c:pt>
                <c:pt idx="1196">
                  <c:v>46303</c:v>
                </c:pt>
                <c:pt idx="1197">
                  <c:v>46304</c:v>
                </c:pt>
                <c:pt idx="1198">
                  <c:v>46307</c:v>
                </c:pt>
                <c:pt idx="1199">
                  <c:v>46308</c:v>
                </c:pt>
                <c:pt idx="1200">
                  <c:v>46309</c:v>
                </c:pt>
                <c:pt idx="1201">
                  <c:v>46310</c:v>
                </c:pt>
                <c:pt idx="1202">
                  <c:v>46311</c:v>
                </c:pt>
                <c:pt idx="1203">
                  <c:v>#N/A</c:v>
                </c:pt>
                <c:pt idx="1204">
                  <c:v>#N/A</c:v>
                </c:pt>
                <c:pt idx="1205">
                  <c:v>#N/A</c:v>
                </c:pt>
                <c:pt idx="1206">
                  <c:v>#N/A</c:v>
                </c:pt>
                <c:pt idx="1207">
                  <c:v>#N/A</c:v>
                </c:pt>
                <c:pt idx="1208">
                  <c:v>#N/A</c:v>
                </c:pt>
                <c:pt idx="1209">
                  <c:v>#N/A</c:v>
                </c:pt>
                <c:pt idx="1210">
                  <c:v>#N/A</c:v>
                </c:pt>
                <c:pt idx="1211">
                  <c:v>#N/A</c:v>
                </c:pt>
                <c:pt idx="1212">
                  <c:v>#N/A</c:v>
                </c:pt>
                <c:pt idx="1213">
                  <c:v>#N/A</c:v>
                </c:pt>
                <c:pt idx="1214">
                  <c:v>#N/A</c:v>
                </c:pt>
                <c:pt idx="1215">
                  <c:v>#N/A</c:v>
                </c:pt>
                <c:pt idx="1216">
                  <c:v>#N/A</c:v>
                </c:pt>
                <c:pt idx="1217">
                  <c:v>#N/A</c:v>
                </c:pt>
                <c:pt idx="1218">
                  <c:v>#N/A</c:v>
                </c:pt>
                <c:pt idx="1219">
                  <c:v>#N/A</c:v>
                </c:pt>
                <c:pt idx="1220">
                  <c:v>#N/A</c:v>
                </c:pt>
                <c:pt idx="1221">
                  <c:v>#N/A</c:v>
                </c:pt>
                <c:pt idx="1222">
                  <c:v>#N/A</c:v>
                </c:pt>
                <c:pt idx="1223">
                  <c:v>#N/A</c:v>
                </c:pt>
                <c:pt idx="1224">
                  <c:v>#N/A</c:v>
                </c:pt>
                <c:pt idx="1225">
                  <c:v>#N/A</c:v>
                </c:pt>
                <c:pt idx="1226">
                  <c:v>#N/A</c:v>
                </c:pt>
                <c:pt idx="1227">
                  <c:v>#N/A</c:v>
                </c:pt>
                <c:pt idx="1228">
                  <c:v>#N/A</c:v>
                </c:pt>
                <c:pt idx="1229">
                  <c:v>#N/A</c:v>
                </c:pt>
                <c:pt idx="1230">
                  <c:v>#N/A</c:v>
                </c:pt>
                <c:pt idx="1231">
                  <c:v>#N/A</c:v>
                </c:pt>
                <c:pt idx="1232">
                  <c:v>#N/A</c:v>
                </c:pt>
                <c:pt idx="1233">
                  <c:v>#N/A</c:v>
                </c:pt>
                <c:pt idx="1234">
                  <c:v>#N/A</c:v>
                </c:pt>
                <c:pt idx="1235">
                  <c:v>#N/A</c:v>
                </c:pt>
                <c:pt idx="1236">
                  <c:v>#N/A</c:v>
                </c:pt>
                <c:pt idx="1237">
                  <c:v>#N/A</c:v>
                </c:pt>
                <c:pt idx="1238">
                  <c:v>#N/A</c:v>
                </c:pt>
                <c:pt idx="1239">
                  <c:v>#N/A</c:v>
                </c:pt>
                <c:pt idx="1240">
                  <c:v>#N/A</c:v>
                </c:pt>
                <c:pt idx="1241">
                  <c:v>#N/A</c:v>
                </c:pt>
                <c:pt idx="1242">
                  <c:v>#N/A</c:v>
                </c:pt>
                <c:pt idx="1243">
                  <c:v>#N/A</c:v>
                </c:pt>
                <c:pt idx="1244">
                  <c:v>#N/A</c:v>
                </c:pt>
                <c:pt idx="1245">
                  <c:v>#N/A</c:v>
                </c:pt>
                <c:pt idx="1246">
                  <c:v>#N/A</c:v>
                </c:pt>
                <c:pt idx="1247">
                  <c:v>#N/A</c:v>
                </c:pt>
                <c:pt idx="1248">
                  <c:v>#N/A</c:v>
                </c:pt>
                <c:pt idx="1249">
                  <c:v>#N/A</c:v>
                </c:pt>
                <c:pt idx="1250">
                  <c:v>#N/A</c:v>
                </c:pt>
                <c:pt idx="1251">
                  <c:v>#N/A</c:v>
                </c:pt>
                <c:pt idx="1252">
                  <c:v>#N/A</c:v>
                </c:pt>
                <c:pt idx="1253">
                  <c:v>#N/A</c:v>
                </c:pt>
                <c:pt idx="1254">
                  <c:v>#N/A</c:v>
                </c:pt>
                <c:pt idx="1255">
                  <c:v>#N/A</c:v>
                </c:pt>
                <c:pt idx="1256">
                  <c:v>#N/A</c:v>
                </c:pt>
                <c:pt idx="1257">
                  <c:v>#N/A</c:v>
                </c:pt>
                <c:pt idx="1258">
                  <c:v>#N/A</c:v>
                </c:pt>
                <c:pt idx="1259">
                  <c:v>#N/A</c:v>
                </c:pt>
                <c:pt idx="1260">
                  <c:v>#N/A</c:v>
                </c:pt>
                <c:pt idx="1261">
                  <c:v>#N/A</c:v>
                </c:pt>
                <c:pt idx="1262">
                  <c:v>#N/A</c:v>
                </c:pt>
                <c:pt idx="1263">
                  <c:v>#N/A</c:v>
                </c:pt>
                <c:pt idx="1264">
                  <c:v>#N/A</c:v>
                </c:pt>
                <c:pt idx="1265">
                  <c:v>#N/A</c:v>
                </c:pt>
                <c:pt idx="1266">
                  <c:v>#N/A</c:v>
                </c:pt>
                <c:pt idx="1267">
                  <c:v>#N/A</c:v>
                </c:pt>
                <c:pt idx="1268">
                  <c:v>#N/A</c:v>
                </c:pt>
                <c:pt idx="1269">
                  <c:v>#N/A</c:v>
                </c:pt>
                <c:pt idx="1270">
                  <c:v>#N/A</c:v>
                </c:pt>
                <c:pt idx="1271">
                  <c:v>#N/A</c:v>
                </c:pt>
                <c:pt idx="1272">
                  <c:v>#N/A</c:v>
                </c:pt>
                <c:pt idx="1273">
                  <c:v>#N/A</c:v>
                </c:pt>
                <c:pt idx="1274">
                  <c:v>#N/A</c:v>
                </c:pt>
                <c:pt idx="1275">
                  <c:v>#N/A</c:v>
                </c:pt>
                <c:pt idx="1276">
                  <c:v>#N/A</c:v>
                </c:pt>
                <c:pt idx="1277">
                  <c:v>#N/A</c:v>
                </c:pt>
                <c:pt idx="1278">
                  <c:v>#N/A</c:v>
                </c:pt>
                <c:pt idx="1279">
                  <c:v>#N/A</c:v>
                </c:pt>
                <c:pt idx="1280">
                  <c:v>#N/A</c:v>
                </c:pt>
                <c:pt idx="1281">
                  <c:v>#N/A</c:v>
                </c:pt>
                <c:pt idx="1282">
                  <c:v>#N/A</c:v>
                </c:pt>
                <c:pt idx="1283">
                  <c:v>#N/A</c:v>
                </c:pt>
                <c:pt idx="1284">
                  <c:v>#N/A</c:v>
                </c:pt>
                <c:pt idx="1285">
                  <c:v>#N/A</c:v>
                </c:pt>
                <c:pt idx="1286">
                  <c:v>#N/A</c:v>
                </c:pt>
                <c:pt idx="1287">
                  <c:v>#N/A</c:v>
                </c:pt>
                <c:pt idx="1288">
                  <c:v>#N/A</c:v>
                </c:pt>
                <c:pt idx="1289">
                  <c:v>#N/A</c:v>
                </c:pt>
                <c:pt idx="1290">
                  <c:v>#N/A</c:v>
                </c:pt>
                <c:pt idx="1291">
                  <c:v>#N/A</c:v>
                </c:pt>
                <c:pt idx="1292">
                  <c:v>#N/A</c:v>
                </c:pt>
                <c:pt idx="1293">
                  <c:v>#N/A</c:v>
                </c:pt>
                <c:pt idx="1294">
                  <c:v>#N/A</c:v>
                </c:pt>
                <c:pt idx="1295">
                  <c:v>#N/A</c:v>
                </c:pt>
                <c:pt idx="1296">
                  <c:v>#N/A</c:v>
                </c:pt>
                <c:pt idx="1297">
                  <c:v>#N/A</c:v>
                </c:pt>
                <c:pt idx="1298">
                  <c:v>#N/A</c:v>
                </c:pt>
                <c:pt idx="1299">
                  <c:v>#N/A</c:v>
                </c:pt>
                <c:pt idx="1300">
                  <c:v>#N/A</c:v>
                </c:pt>
                <c:pt idx="1301">
                  <c:v>#N/A</c:v>
                </c:pt>
                <c:pt idx="1302">
                  <c:v>#N/A</c:v>
                </c:pt>
                <c:pt idx="1303">
                  <c:v>#N/A</c:v>
                </c:pt>
                <c:pt idx="1304">
                  <c:v>#N/A</c:v>
                </c:pt>
                <c:pt idx="1305">
                  <c:v>#N/A</c:v>
                </c:pt>
                <c:pt idx="1306">
                  <c:v>#N/A</c:v>
                </c:pt>
                <c:pt idx="1307">
                  <c:v>#N/A</c:v>
                </c:pt>
                <c:pt idx="1308">
                  <c:v>#N/A</c:v>
                </c:pt>
                <c:pt idx="1309">
                  <c:v>#N/A</c:v>
                </c:pt>
                <c:pt idx="1310">
                  <c:v>#N/A</c:v>
                </c:pt>
                <c:pt idx="1311">
                  <c:v>#N/A</c:v>
                </c:pt>
                <c:pt idx="1312">
                  <c:v>#N/A</c:v>
                </c:pt>
                <c:pt idx="1313">
                  <c:v>#N/A</c:v>
                </c:pt>
                <c:pt idx="1314">
                  <c:v>#N/A</c:v>
                </c:pt>
                <c:pt idx="1315">
                  <c:v>#N/A</c:v>
                </c:pt>
                <c:pt idx="1316">
                  <c:v>#N/A</c:v>
                </c:pt>
                <c:pt idx="1317">
                  <c:v>#N/A</c:v>
                </c:pt>
                <c:pt idx="1318">
                  <c:v>#N/A</c:v>
                </c:pt>
                <c:pt idx="1319">
                  <c:v>#N/A</c:v>
                </c:pt>
                <c:pt idx="1320">
                  <c:v>#N/A</c:v>
                </c:pt>
                <c:pt idx="1321">
                  <c:v>#N/A</c:v>
                </c:pt>
                <c:pt idx="1322">
                  <c:v>#N/A</c:v>
                </c:pt>
                <c:pt idx="1323">
                  <c:v>#N/A</c:v>
                </c:pt>
                <c:pt idx="1324">
                  <c:v>#N/A</c:v>
                </c:pt>
                <c:pt idx="1325">
                  <c:v>#N/A</c:v>
                </c:pt>
                <c:pt idx="1326">
                  <c:v>#N/A</c:v>
                </c:pt>
                <c:pt idx="1327">
                  <c:v>#N/A</c:v>
                </c:pt>
                <c:pt idx="1328">
                  <c:v>#N/A</c:v>
                </c:pt>
                <c:pt idx="1329">
                  <c:v>#N/A</c:v>
                </c:pt>
                <c:pt idx="1330">
                  <c:v>#N/A</c:v>
                </c:pt>
              </c:numCache>
            </c:numRef>
          </c:cat>
          <c:val>
            <c:numRef>
              <c:f>SPX_UST!$AT$1275:$AT$4055</c:f>
              <c:numCache>
                <c:formatCode>0.0</c:formatCode>
                <c:ptCount val="2781"/>
                <c:pt idx="0">
                  <c:v>100</c:v>
                </c:pt>
                <c:pt idx="1">
                  <c:v>98.628934571564002</c:v>
                </c:pt>
                <c:pt idx="2">
                  <c:v>99.915734775204939</c:v>
                </c:pt>
                <c:pt idx="3">
                  <c:v>99.83498060144305</c:v>
                </c:pt>
                <c:pt idx="4">
                  <c:v>98.600846163298982</c:v>
                </c:pt>
                <c:pt idx="5">
                  <c:v>98.514825412987378</c:v>
                </c:pt>
                <c:pt idx="6">
                  <c:v>97.53699770026158</c:v>
                </c:pt>
                <c:pt idx="7">
                  <c:v>98.62191246949773</c:v>
                </c:pt>
                <c:pt idx="8">
                  <c:v>99.561118620859119</c:v>
                </c:pt>
                <c:pt idx="9">
                  <c:v>98.758843459789659</c:v>
                </c:pt>
                <c:pt idx="10">
                  <c:v>97.93374646700488</c:v>
                </c:pt>
                <c:pt idx="11">
                  <c:v>96.639924161297657</c:v>
                </c:pt>
                <c:pt idx="12">
                  <c:v>96.436283201376327</c:v>
                </c:pt>
                <c:pt idx="13">
                  <c:v>95.054684619840955</c:v>
                </c:pt>
                <c:pt idx="14">
                  <c:v>92.684725172480384</c:v>
                </c:pt>
                <c:pt idx="15">
                  <c:v>92.707547004195717</c:v>
                </c:pt>
                <c:pt idx="16">
                  <c:v>91.912293945192474</c:v>
                </c:pt>
                <c:pt idx="17">
                  <c:v>90.976598844864213</c:v>
                </c:pt>
                <c:pt idx="18">
                  <c:v>91.304882116461584</c:v>
                </c:pt>
                <c:pt idx="19">
                  <c:v>91.822762143847754</c:v>
                </c:pt>
                <c:pt idx="20">
                  <c:v>93.144672857819984</c:v>
                </c:pt>
                <c:pt idx="21">
                  <c:v>94.700068465495164</c:v>
                </c:pt>
                <c:pt idx="22">
                  <c:v>94.921264680582169</c:v>
                </c:pt>
                <c:pt idx="23">
                  <c:v>93.237715710197861</c:v>
                </c:pt>
                <c:pt idx="24">
                  <c:v>91.636676439092042</c:v>
                </c:pt>
                <c:pt idx="25">
                  <c:v>91.246949774414972</c:v>
                </c:pt>
                <c:pt idx="26">
                  <c:v>92.67770307041414</c:v>
                </c:pt>
                <c:pt idx="27">
                  <c:v>94.650913751031396</c:v>
                </c:pt>
                <c:pt idx="28">
                  <c:v>94.115478468479566</c:v>
                </c:pt>
                <c:pt idx="29">
                  <c:v>92.682969646963855</c:v>
                </c:pt>
                <c:pt idx="30">
                  <c:v>91.880694485894395</c:v>
                </c:pt>
                <c:pt idx="31">
                  <c:v>93.613398170742485</c:v>
                </c:pt>
                <c:pt idx="32">
                  <c:v>94.219054473956859</c:v>
                </c:pt>
                <c:pt idx="33">
                  <c:v>92.619770728367612</c:v>
                </c:pt>
                <c:pt idx="34">
                  <c:v>92.445973702227832</c:v>
                </c:pt>
                <c:pt idx="35">
                  <c:v>91.167951126169697</c:v>
                </c:pt>
                <c:pt idx="36">
                  <c:v>89.968927198356894</c:v>
                </c:pt>
                <c:pt idx="37">
                  <c:v>89.695065217772992</c:v>
                </c:pt>
                <c:pt idx="38">
                  <c:v>92.905921387567446</c:v>
                </c:pt>
                <c:pt idx="39">
                  <c:v>91.813984516265009</c:v>
                </c:pt>
                <c:pt idx="40">
                  <c:v>89.689798641223319</c:v>
                </c:pt>
                <c:pt idx="41">
                  <c:v>91.698119832171869</c:v>
                </c:pt>
                <c:pt idx="42">
                  <c:v>91.805206888682264</c:v>
                </c:pt>
                <c:pt idx="43">
                  <c:v>91.417235749521751</c:v>
                </c:pt>
                <c:pt idx="44">
                  <c:v>88.281867176939528</c:v>
                </c:pt>
                <c:pt idx="45">
                  <c:v>87.839474746765561</c:v>
                </c:pt>
                <c:pt idx="46">
                  <c:v>90.483296174710034</c:v>
                </c:pt>
                <c:pt idx="47">
                  <c:v>90.646560047750427</c:v>
                </c:pt>
                <c:pt idx="48">
                  <c:v>89.975949300423196</c:v>
                </c:pt>
                <c:pt idx="49">
                  <c:v>89.856573565296898</c:v>
                </c:pt>
                <c:pt idx="50">
                  <c:v>90.844934431122084</c:v>
                </c:pt>
                <c:pt idx="51">
                  <c:v>92.284465354704039</c:v>
                </c:pt>
                <c:pt idx="52">
                  <c:v>94.080367958148358</c:v>
                </c:pt>
                <c:pt idx="53">
                  <c:v>94.640380597932108</c:v>
                </c:pt>
                <c:pt idx="54">
                  <c:v>95.447922335551269</c:v>
                </c:pt>
                <c:pt idx="55">
                  <c:v>95.941225005705562</c:v>
                </c:pt>
                <c:pt idx="56">
                  <c:v>95.567298070677566</c:v>
                </c:pt>
                <c:pt idx="57">
                  <c:v>97.44395484788383</c:v>
                </c:pt>
                <c:pt idx="58">
                  <c:v>98.518336464020649</c:v>
                </c:pt>
                <c:pt idx="59">
                  <c:v>98.065410880747308</c:v>
                </c:pt>
                <c:pt idx="60">
                  <c:v>98.818531327353028</c:v>
                </c:pt>
                <c:pt idx="61">
                  <c:v>98.488492530239114</c:v>
                </c:pt>
                <c:pt idx="62">
                  <c:v>97.159559714200654</c:v>
                </c:pt>
                <c:pt idx="63">
                  <c:v>98.26202973860245</c:v>
                </c:pt>
                <c:pt idx="64">
                  <c:v>98.219897126204913</c:v>
                </c:pt>
                <c:pt idx="65">
                  <c:v>97.443954847883916</c:v>
                </c:pt>
                <c:pt idx="66">
                  <c:v>96.355529027614608</c:v>
                </c:pt>
                <c:pt idx="67">
                  <c:v>96.962940856345526</c:v>
                </c:pt>
                <c:pt idx="68">
                  <c:v>97.500131664413914</c:v>
                </c:pt>
                <c:pt idx="69">
                  <c:v>97.057739234239932</c:v>
                </c:pt>
                <c:pt idx="70">
                  <c:v>97.089338693538068</c:v>
                </c:pt>
                <c:pt idx="71">
                  <c:v>98.509558836437847</c:v>
                </c:pt>
                <c:pt idx="72">
                  <c:v>98.174253462774246</c:v>
                </c:pt>
                <c:pt idx="73">
                  <c:v>98.255007636536163</c:v>
                </c:pt>
                <c:pt idx="74">
                  <c:v>99.167880905149119</c:v>
                </c:pt>
                <c:pt idx="75">
                  <c:v>99.850780331092281</c:v>
                </c:pt>
                <c:pt idx="76">
                  <c:v>98.177764513807389</c:v>
                </c:pt>
                <c:pt idx="77">
                  <c:v>94.517493811772738</c:v>
                </c:pt>
                <c:pt idx="78">
                  <c:v>94.241876305672307</c:v>
                </c:pt>
                <c:pt idx="79">
                  <c:v>92.783034601408133</c:v>
                </c:pt>
                <c:pt idx="80">
                  <c:v>94.155855555360731</c:v>
                </c:pt>
                <c:pt idx="81">
                  <c:v>95.625230412724306</c:v>
                </c:pt>
                <c:pt idx="82">
                  <c:v>93.739796007935226</c:v>
                </c:pt>
                <c:pt idx="83">
                  <c:v>93.430823517020073</c:v>
                </c:pt>
                <c:pt idx="84">
                  <c:v>94.478872250408415</c:v>
                </c:pt>
                <c:pt idx="85">
                  <c:v>97.544019802328094</c:v>
                </c:pt>
                <c:pt idx="86">
                  <c:v>94.508716184189993</c:v>
                </c:pt>
                <c:pt idx="87">
                  <c:v>93.218404929515913</c:v>
                </c:pt>
                <c:pt idx="88">
                  <c:v>90.198901041026886</c:v>
                </c:pt>
                <c:pt idx="89">
                  <c:v>89.670487860541314</c:v>
                </c:pt>
                <c:pt idx="90">
                  <c:v>89.696820743289749</c:v>
                </c:pt>
                <c:pt idx="91">
                  <c:v>89.528290293699669</c:v>
                </c:pt>
                <c:pt idx="92">
                  <c:v>90.901111247652224</c:v>
                </c:pt>
                <c:pt idx="93">
                  <c:v>90.730825272545587</c:v>
                </c:pt>
                <c:pt idx="94">
                  <c:v>93.32900303705938</c:v>
                </c:pt>
                <c:pt idx="95">
                  <c:v>90.365675965100365</c:v>
                </c:pt>
                <c:pt idx="96">
                  <c:v>90.983620946930671</c:v>
                </c:pt>
                <c:pt idx="97">
                  <c:v>90.787002089075585</c:v>
                </c:pt>
                <c:pt idx="98">
                  <c:v>92.463528957393621</c:v>
                </c:pt>
                <c:pt idx="99">
                  <c:v>91.903516317609899</c:v>
                </c:pt>
                <c:pt idx="100">
                  <c:v>92.331864543651363</c:v>
                </c:pt>
                <c:pt idx="101">
                  <c:v>94.011902463002542</c:v>
                </c:pt>
                <c:pt idx="102">
                  <c:v>96.169443322858953</c:v>
                </c:pt>
                <c:pt idx="103">
                  <c:v>94.633358495865991</c:v>
                </c:pt>
                <c:pt idx="104">
                  <c:v>93.660797359689894</c:v>
                </c:pt>
                <c:pt idx="105">
                  <c:v>96.172954373892111</c:v>
                </c:pt>
                <c:pt idx="106">
                  <c:v>95.230237171497578</c:v>
                </c:pt>
                <c:pt idx="107">
                  <c:v>96.155399118726478</c:v>
                </c:pt>
                <c:pt idx="108">
                  <c:v>96.850587223285601</c:v>
                </c:pt>
                <c:pt idx="109">
                  <c:v>94.815933149588616</c:v>
                </c:pt>
                <c:pt idx="110">
                  <c:v>92.549549707705296</c:v>
                </c:pt>
                <c:pt idx="111">
                  <c:v>89.728420202587927</c:v>
                </c:pt>
                <c:pt idx="112">
                  <c:v>86.208591541878334</c:v>
                </c:pt>
                <c:pt idx="113">
                  <c:v>85.485315029054235</c:v>
                </c:pt>
                <c:pt idx="114">
                  <c:v>85.509892386286111</c:v>
                </c:pt>
                <c:pt idx="115">
                  <c:v>82.386812492319848</c:v>
                </c:pt>
                <c:pt idx="116">
                  <c:v>82.299036216491672</c:v>
                </c:pt>
                <c:pt idx="117">
                  <c:v>83.505082246370719</c:v>
                </c:pt>
                <c:pt idx="118">
                  <c:v>82.423678528167656</c:v>
                </c:pt>
                <c:pt idx="119">
                  <c:v>81.268542738268948</c:v>
                </c:pt>
                <c:pt idx="120">
                  <c:v>84.502220739778707</c:v>
                </c:pt>
                <c:pt idx="121">
                  <c:v>83.821076839352116</c:v>
                </c:pt>
                <c:pt idx="122">
                  <c:v>82.925758825904779</c:v>
                </c:pt>
                <c:pt idx="123">
                  <c:v>82.318346997173848</c:v>
                </c:pt>
                <c:pt idx="124">
                  <c:v>81.308919825149914</c:v>
                </c:pt>
                <c:pt idx="125">
                  <c:v>81.853132735284561</c:v>
                </c:pt>
                <c:pt idx="126">
                  <c:v>80.21522742833092</c:v>
                </c:pt>
                <c:pt idx="127">
                  <c:v>80.710285624001799</c:v>
                </c:pt>
                <c:pt idx="128">
                  <c:v>81.454628443024674</c:v>
                </c:pt>
                <c:pt idx="129">
                  <c:v>80.641820128855827</c:v>
                </c:pt>
                <c:pt idx="130">
                  <c:v>80.425890490318523</c:v>
                </c:pt>
                <c:pt idx="131">
                  <c:v>80.255604515211886</c:v>
                </c:pt>
                <c:pt idx="132">
                  <c:v>79.814967610554461</c:v>
                </c:pt>
                <c:pt idx="133">
                  <c:v>78.30697119182652</c:v>
                </c:pt>
                <c:pt idx="134">
                  <c:v>79.576216140301824</c:v>
                </c:pt>
                <c:pt idx="135">
                  <c:v>79.753524217474734</c:v>
                </c:pt>
                <c:pt idx="136">
                  <c:v>82.230570721345671</c:v>
                </c:pt>
                <c:pt idx="137">
                  <c:v>82.32536909924012</c:v>
                </c:pt>
                <c:pt idx="138">
                  <c:v>83.480504889138814</c:v>
                </c:pt>
                <c:pt idx="139">
                  <c:v>82.87133753489131</c:v>
                </c:pt>
                <c:pt idx="140">
                  <c:v>83.227709214753673</c:v>
                </c:pt>
                <c:pt idx="141">
                  <c:v>82.679985253585897</c:v>
                </c:pt>
                <c:pt idx="142">
                  <c:v>83.715745308358322</c:v>
                </c:pt>
                <c:pt idx="143">
                  <c:v>85.127187823675285</c:v>
                </c:pt>
                <c:pt idx="144">
                  <c:v>86.250724154275858</c:v>
                </c:pt>
                <c:pt idx="145">
                  <c:v>85.548513947650491</c:v>
                </c:pt>
                <c:pt idx="146">
                  <c:v>84.68479539350129</c:v>
                </c:pt>
                <c:pt idx="147">
                  <c:v>84.793637975528242</c:v>
                </c:pt>
                <c:pt idx="148">
                  <c:v>84.834015062409222</c:v>
                </c:pt>
                <c:pt idx="149">
                  <c:v>85.141232027807803</c:v>
                </c:pt>
                <c:pt idx="150">
                  <c:v>85.606446289697104</c:v>
                </c:pt>
                <c:pt idx="151">
                  <c:v>85.172831487105952</c:v>
                </c:pt>
                <c:pt idx="152">
                  <c:v>87.623545108228441</c:v>
                </c:pt>
                <c:pt idx="153">
                  <c:v>87.865807629514194</c:v>
                </c:pt>
                <c:pt idx="154">
                  <c:v>89.516001615083795</c:v>
                </c:pt>
                <c:pt idx="155">
                  <c:v>89.435247441321877</c:v>
                </c:pt>
                <c:pt idx="156">
                  <c:v>89.958394045257776</c:v>
                </c:pt>
                <c:pt idx="157">
                  <c:v>88.701437775398404</c:v>
                </c:pt>
                <c:pt idx="158">
                  <c:v>88.931411618068211</c:v>
                </c:pt>
                <c:pt idx="159">
                  <c:v>87.323350244896162</c:v>
                </c:pt>
                <c:pt idx="160">
                  <c:v>85.93297403577796</c:v>
                </c:pt>
                <c:pt idx="161">
                  <c:v>86.772115232695285</c:v>
                </c:pt>
                <c:pt idx="162">
                  <c:v>86.984533820199488</c:v>
                </c:pt>
                <c:pt idx="163">
                  <c:v>88.952477924267058</c:v>
                </c:pt>
                <c:pt idx="164">
                  <c:v>86.162947878447838</c:v>
                </c:pt>
                <c:pt idx="165">
                  <c:v>85.571335779365981</c:v>
                </c:pt>
                <c:pt idx="166">
                  <c:v>84.108983024068678</c:v>
                </c:pt>
                <c:pt idx="167">
                  <c:v>83.089022698945342</c:v>
                </c:pt>
                <c:pt idx="168">
                  <c:v>81.939153485596307</c:v>
                </c:pt>
                <c:pt idx="169">
                  <c:v>81.865421413900648</c:v>
                </c:pt>
                <c:pt idx="170">
                  <c:v>81.596826009866447</c:v>
                </c:pt>
                <c:pt idx="171">
                  <c:v>83.824587890385416</c:v>
                </c:pt>
                <c:pt idx="172">
                  <c:v>84.64617383213708</c:v>
                </c:pt>
                <c:pt idx="173">
                  <c:v>85.910152204062726</c:v>
                </c:pt>
                <c:pt idx="174">
                  <c:v>86.668539227218105</c:v>
                </c:pt>
                <c:pt idx="175">
                  <c:v>83.59988062426531</c:v>
                </c:pt>
                <c:pt idx="176">
                  <c:v>82.574653722592288</c:v>
                </c:pt>
                <c:pt idx="177">
                  <c:v>81.47042817267392</c:v>
                </c:pt>
                <c:pt idx="178">
                  <c:v>80.1959166476489</c:v>
                </c:pt>
                <c:pt idx="179">
                  <c:v>81.502027631972041</c:v>
                </c:pt>
                <c:pt idx="180">
                  <c:v>79.955409651879691</c:v>
                </c:pt>
                <c:pt idx="181">
                  <c:v>78.199884135316282</c:v>
                </c:pt>
                <c:pt idx="182">
                  <c:v>77.227322999140171</c:v>
                </c:pt>
                <c:pt idx="183">
                  <c:v>75.645594508716556</c:v>
                </c:pt>
                <c:pt idx="184">
                  <c:v>74.404437968506244</c:v>
                </c:pt>
                <c:pt idx="185">
                  <c:v>74.572968418096309</c:v>
                </c:pt>
                <c:pt idx="186">
                  <c:v>76.532134894581077</c:v>
                </c:pt>
                <c:pt idx="187">
                  <c:v>75.359443849516722</c:v>
                </c:pt>
                <c:pt idx="188">
                  <c:v>75.096115022032222</c:v>
                </c:pt>
                <c:pt idx="189">
                  <c:v>77.650404648631977</c:v>
                </c:pt>
                <c:pt idx="190">
                  <c:v>80.399557607570259</c:v>
                </c:pt>
                <c:pt idx="191">
                  <c:v>79.521794849288568</c:v>
                </c:pt>
                <c:pt idx="192">
                  <c:v>78.710742060636264</c:v>
                </c:pt>
                <c:pt idx="193">
                  <c:v>76.709442971753987</c:v>
                </c:pt>
                <c:pt idx="194">
                  <c:v>76.89728420202627</c:v>
                </c:pt>
                <c:pt idx="195">
                  <c:v>76.332004985692876</c:v>
                </c:pt>
                <c:pt idx="196">
                  <c:v>75.7175710548957</c:v>
                </c:pt>
                <c:pt idx="197">
                  <c:v>77.922511103699321</c:v>
                </c:pt>
                <c:pt idx="198">
                  <c:v>75.262889946105787</c:v>
                </c:pt>
                <c:pt idx="199">
                  <c:v>77.176412759159859</c:v>
                </c:pt>
                <c:pt idx="200">
                  <c:v>78.652809718589666</c:v>
                </c:pt>
                <c:pt idx="201">
                  <c:v>77.762758281692015</c:v>
                </c:pt>
                <c:pt idx="202">
                  <c:v>77.218545371557369</c:v>
                </c:pt>
                <c:pt idx="203">
                  <c:v>79.890455207766848</c:v>
                </c:pt>
                <c:pt idx="204">
                  <c:v>79.391885961062854</c:v>
                </c:pt>
                <c:pt idx="205">
                  <c:v>81.39845162649479</c:v>
                </c:pt>
                <c:pt idx="206">
                  <c:v>81.940909011112879</c:v>
                </c:pt>
                <c:pt idx="207">
                  <c:v>81.724979372575589</c:v>
                </c:pt>
                <c:pt idx="208">
                  <c:v>82.562365043976342</c:v>
                </c:pt>
                <c:pt idx="209">
                  <c:v>81.82855537805284</c:v>
                </c:pt>
                <c:pt idx="210">
                  <c:v>82.021663184874811</c:v>
                </c:pt>
                <c:pt idx="211">
                  <c:v>79.911521513965596</c:v>
                </c:pt>
                <c:pt idx="212">
                  <c:v>80.531222021312473</c:v>
                </c:pt>
                <c:pt idx="213">
                  <c:v>83.273352878184497</c:v>
                </c:pt>
                <c:pt idx="214">
                  <c:v>83.929919421379196</c:v>
                </c:pt>
                <c:pt idx="215">
                  <c:v>85.339606411179588</c:v>
                </c:pt>
                <c:pt idx="216">
                  <c:v>83.98785176342578</c:v>
                </c:pt>
                <c:pt idx="217">
                  <c:v>88.648772009901606</c:v>
                </c:pt>
                <c:pt idx="218">
                  <c:v>89.681021013640901</c:v>
                </c:pt>
                <c:pt idx="219">
                  <c:v>89.494935308885189</c:v>
                </c:pt>
                <c:pt idx="220">
                  <c:v>89.393114828924524</c:v>
                </c:pt>
                <c:pt idx="221">
                  <c:v>88.517107596159391</c:v>
                </c:pt>
                <c:pt idx="222">
                  <c:v>87.672699822692408</c:v>
                </c:pt>
                <c:pt idx="223">
                  <c:v>88.239734564542374</c:v>
                </c:pt>
                <c:pt idx="224">
                  <c:v>88.573284412689418</c:v>
                </c:pt>
                <c:pt idx="225">
                  <c:v>90.550006144339775</c:v>
                </c:pt>
                <c:pt idx="226">
                  <c:v>90.923933079367785</c:v>
                </c:pt>
                <c:pt idx="227">
                  <c:v>90.816846022857433</c:v>
                </c:pt>
                <c:pt idx="228">
                  <c:v>88.819057985008271</c:v>
                </c:pt>
                <c:pt idx="229">
                  <c:v>89.084142338009315</c:v>
                </c:pt>
                <c:pt idx="230">
                  <c:v>91.238172146832596</c:v>
                </c:pt>
                <c:pt idx="231">
                  <c:v>91.208328213051018</c:v>
                </c:pt>
                <c:pt idx="232">
                  <c:v>92.214244334041837</c:v>
                </c:pt>
                <c:pt idx="233">
                  <c:v>90.414830679564375</c:v>
                </c:pt>
                <c:pt idx="234">
                  <c:v>89.619577620561159</c:v>
                </c:pt>
                <c:pt idx="235">
                  <c:v>89.40013693099074</c:v>
                </c:pt>
                <c:pt idx="236">
                  <c:v>90.004037708688571</c:v>
                </c:pt>
                <c:pt idx="237">
                  <c:v>89.140319154539355</c:v>
                </c:pt>
                <c:pt idx="238">
                  <c:v>89.939083264575686</c:v>
                </c:pt>
                <c:pt idx="239">
                  <c:v>91.148640345487848</c:v>
                </c:pt>
                <c:pt idx="240">
                  <c:v>90.137457647947343</c:v>
                </c:pt>
                <c:pt idx="241">
                  <c:v>87.414637571757524</c:v>
                </c:pt>
                <c:pt idx="242">
                  <c:v>87.052999315345474</c:v>
                </c:pt>
                <c:pt idx="243">
                  <c:v>85.887330372347392</c:v>
                </c:pt>
                <c:pt idx="244">
                  <c:v>86.445587486614528</c:v>
                </c:pt>
                <c:pt idx="245">
                  <c:v>87.16886399943867</c:v>
                </c:pt>
                <c:pt idx="246">
                  <c:v>86.347278057686992</c:v>
                </c:pt>
                <c:pt idx="247">
                  <c:v>86.965223039517298</c:v>
                </c:pt>
                <c:pt idx="248">
                  <c:v>86.991555922265732</c:v>
                </c:pt>
                <c:pt idx="249">
                  <c:v>85.69071151449225</c:v>
                </c:pt>
                <c:pt idx="250">
                  <c:v>86.58778505345613</c:v>
                </c:pt>
                <c:pt idx="251">
                  <c:v>100</c:v>
                </c:pt>
                <c:pt idx="252">
                  <c:v>99.895822694311093</c:v>
                </c:pt>
                <c:pt idx="253">
                  <c:v>101.6341538147278</c:v>
                </c:pt>
                <c:pt idx="254">
                  <c:v>100.01021346134205</c:v>
                </c:pt>
                <c:pt idx="255">
                  <c:v>103.45214993361249</c:v>
                </c:pt>
                <c:pt idx="256">
                  <c:v>104.07312838320904</c:v>
                </c:pt>
                <c:pt idx="257">
                  <c:v>105.13737105505054</c:v>
                </c:pt>
                <c:pt idx="258">
                  <c:v>106.8287202532938</c:v>
                </c:pt>
                <c:pt idx="259">
                  <c:v>107.16576447758143</c:v>
                </c:pt>
                <c:pt idx="260">
                  <c:v>107.88683484833008</c:v>
                </c:pt>
                <c:pt idx="261">
                  <c:v>106.73067102441014</c:v>
                </c:pt>
                <c:pt idx="262">
                  <c:v>105.25584720661828</c:v>
                </c:pt>
                <c:pt idx="263">
                  <c:v>104.44489837605961</c:v>
                </c:pt>
                <c:pt idx="264">
                  <c:v>106.58155448881622</c:v>
                </c:pt>
                <c:pt idx="265">
                  <c:v>106.92064140537224</c:v>
                </c:pt>
                <c:pt idx="266">
                  <c:v>106.96353794300886</c:v>
                </c:pt>
                <c:pt idx="267">
                  <c:v>107.18006332346027</c:v>
                </c:pt>
                <c:pt idx="268">
                  <c:v>107.69890715963635</c:v>
                </c:pt>
                <c:pt idx="269">
                  <c:v>107.33530793585942</c:v>
                </c:pt>
                <c:pt idx="270">
                  <c:v>106.58563987335302</c:v>
                </c:pt>
                <c:pt idx="271">
                  <c:v>108.95720559697673</c:v>
                </c:pt>
                <c:pt idx="272">
                  <c:v>109.66806250638331</c:v>
                </c:pt>
                <c:pt idx="273">
                  <c:v>109.35757328158502</c:v>
                </c:pt>
                <c:pt idx="274">
                  <c:v>107.37003370442231</c:v>
                </c:pt>
                <c:pt idx="275">
                  <c:v>106.211827188234</c:v>
                </c:pt>
                <c:pt idx="276">
                  <c:v>107.59064446941055</c:v>
                </c:pt>
                <c:pt idx="277">
                  <c:v>106.720457563068</c:v>
                </c:pt>
                <c:pt idx="278">
                  <c:v>105.21907874578683</c:v>
                </c:pt>
                <c:pt idx="279">
                  <c:v>105.59289143090579</c:v>
                </c:pt>
                <c:pt idx="280">
                  <c:v>106.13011949749756</c:v>
                </c:pt>
                <c:pt idx="281">
                  <c:v>106.35890103155945</c:v>
                </c:pt>
                <c:pt idx="282">
                  <c:v>106.8307629455621</c:v>
                </c:pt>
                <c:pt idx="283">
                  <c:v>105.60310489224786</c:v>
                </c:pt>
                <c:pt idx="284">
                  <c:v>104.5858441425798</c:v>
                </c:pt>
                <c:pt idx="285">
                  <c:v>102.8863241752629</c:v>
                </c:pt>
                <c:pt idx="286">
                  <c:v>103.58083954652221</c:v>
                </c:pt>
                <c:pt idx="287">
                  <c:v>103.77080992748434</c:v>
                </c:pt>
                <c:pt idx="288">
                  <c:v>104.44898376059638</c:v>
                </c:pt>
                <c:pt idx="289">
                  <c:v>104.69002144826869</c:v>
                </c:pt>
                <c:pt idx="290">
                  <c:v>105.15984067000294</c:v>
                </c:pt>
                <c:pt idx="291">
                  <c:v>105.87682565621478</c:v>
                </c:pt>
                <c:pt idx="292">
                  <c:v>107.15146563170242</c:v>
                </c:pt>
                <c:pt idx="293">
                  <c:v>108.65080175671517</c:v>
                </c:pt>
                <c:pt idx="294">
                  <c:v>106.86140332958823</c:v>
                </c:pt>
                <c:pt idx="295">
                  <c:v>104.73496067817368</c:v>
                </c:pt>
                <c:pt idx="296">
                  <c:v>105.22316413032362</c:v>
                </c:pt>
                <c:pt idx="297">
                  <c:v>102.55336533551205</c:v>
                </c:pt>
                <c:pt idx="298">
                  <c:v>100.34930037789792</c:v>
                </c:pt>
                <c:pt idx="299">
                  <c:v>99.252374629761874</c:v>
                </c:pt>
                <c:pt idx="300">
                  <c:v>100.48820345214979</c:v>
                </c:pt>
                <c:pt idx="301">
                  <c:v>97.195383515473253</c:v>
                </c:pt>
                <c:pt idx="302">
                  <c:v>98.337248493514295</c:v>
                </c:pt>
                <c:pt idx="303">
                  <c:v>96.823613522622651</c:v>
                </c:pt>
                <c:pt idx="304">
                  <c:v>98.76825656214875</c:v>
                </c:pt>
                <c:pt idx="305">
                  <c:v>99.979573077315735</c:v>
                </c:pt>
                <c:pt idx="306">
                  <c:v>98.220815034214922</c:v>
                </c:pt>
                <c:pt idx="307">
                  <c:v>98.083954652231483</c:v>
                </c:pt>
                <c:pt idx="308">
                  <c:v>98.876519252374464</c:v>
                </c:pt>
                <c:pt idx="309">
                  <c:v>99.60984577673355</c:v>
                </c:pt>
                <c:pt idx="310">
                  <c:v>100.10621999795711</c:v>
                </c:pt>
                <c:pt idx="311">
                  <c:v>101.49320804820732</c:v>
                </c:pt>
                <c:pt idx="312">
                  <c:v>102.14482688183007</c:v>
                </c:pt>
                <c:pt idx="313">
                  <c:v>103.75242569706856</c:v>
                </c:pt>
                <c:pt idx="314">
                  <c:v>104.42855683791217</c:v>
                </c:pt>
                <c:pt idx="315">
                  <c:v>102.89653763660485</c:v>
                </c:pt>
                <c:pt idx="316">
                  <c:v>102.66775610254294</c:v>
                </c:pt>
                <c:pt idx="317">
                  <c:v>102.44305995301787</c:v>
                </c:pt>
                <c:pt idx="318">
                  <c:v>102.9476049433151</c:v>
                </c:pt>
                <c:pt idx="319">
                  <c:v>103.69727300582147</c:v>
                </c:pt>
                <c:pt idx="320">
                  <c:v>103.7687672352158</c:v>
                </c:pt>
                <c:pt idx="321">
                  <c:v>104.81258298437318</c:v>
                </c:pt>
                <c:pt idx="322">
                  <c:v>104.1058114595034</c:v>
                </c:pt>
                <c:pt idx="323">
                  <c:v>104.71657644775794</c:v>
                </c:pt>
                <c:pt idx="324">
                  <c:v>105.13328567051352</c:v>
                </c:pt>
                <c:pt idx="325">
                  <c:v>104.80441221529958</c:v>
                </c:pt>
                <c:pt idx="326">
                  <c:v>104.72678990910002</c:v>
                </c:pt>
                <c:pt idx="327">
                  <c:v>103.77898069655788</c:v>
                </c:pt>
                <c:pt idx="328">
                  <c:v>104.49800837503808</c:v>
                </c:pt>
                <c:pt idx="329">
                  <c:v>102.25308957205576</c:v>
                </c:pt>
                <c:pt idx="330">
                  <c:v>101.047901133694</c:v>
                </c:pt>
                <c:pt idx="331">
                  <c:v>102.42059033806535</c:v>
                </c:pt>
                <c:pt idx="332">
                  <c:v>103.57675416198531</c:v>
                </c:pt>
                <c:pt idx="333">
                  <c:v>103.53794300888553</c:v>
                </c:pt>
                <c:pt idx="334">
                  <c:v>102.55540802778044</c:v>
                </c:pt>
                <c:pt idx="335">
                  <c:v>101.41967112654461</c:v>
                </c:pt>
                <c:pt idx="336">
                  <c:v>100.7700949851903</c:v>
                </c:pt>
                <c:pt idx="337">
                  <c:v>102.44101726074949</c:v>
                </c:pt>
                <c:pt idx="338">
                  <c:v>102.13665611275643</c:v>
                </c:pt>
                <c:pt idx="339">
                  <c:v>101.18271882340905</c:v>
                </c:pt>
                <c:pt idx="340">
                  <c:v>101.23378613011928</c:v>
                </c:pt>
                <c:pt idx="341">
                  <c:v>100.2328669185985</c:v>
                </c:pt>
                <c:pt idx="342">
                  <c:v>100.40445306914491</c:v>
                </c:pt>
                <c:pt idx="343">
                  <c:v>101.25421305280338</c:v>
                </c:pt>
                <c:pt idx="344">
                  <c:v>99.589418854049427</c:v>
                </c:pt>
                <c:pt idx="345">
                  <c:v>100.2532938412826</c:v>
                </c:pt>
                <c:pt idx="346">
                  <c:v>100.80277806148479</c:v>
                </c:pt>
                <c:pt idx="347">
                  <c:v>101.06424267184123</c:v>
                </c:pt>
                <c:pt idx="348">
                  <c:v>100.51067306710219</c:v>
                </c:pt>
                <c:pt idx="349">
                  <c:v>98.966397712184431</c:v>
                </c:pt>
                <c:pt idx="350">
                  <c:v>97.853130425901099</c:v>
                </c:pt>
                <c:pt idx="351">
                  <c:v>97.48136043305054</c:v>
                </c:pt>
                <c:pt idx="352">
                  <c:v>97.887856194464078</c:v>
                </c:pt>
                <c:pt idx="353">
                  <c:v>97.307731590235718</c:v>
                </c:pt>
                <c:pt idx="354">
                  <c:v>96.214891226636482</c:v>
                </c:pt>
                <c:pt idx="355">
                  <c:v>97.407823511387775</c:v>
                </c:pt>
                <c:pt idx="356">
                  <c:v>100.69451537125907</c:v>
                </c:pt>
                <c:pt idx="357">
                  <c:v>100.59442345010699</c:v>
                </c:pt>
                <c:pt idx="358">
                  <c:v>101.25012766826656</c:v>
                </c:pt>
                <c:pt idx="359">
                  <c:v>102.44101726074943</c:v>
                </c:pt>
                <c:pt idx="360">
                  <c:v>102.08354611377773</c:v>
                </c:pt>
                <c:pt idx="361">
                  <c:v>101.24399959146132</c:v>
                </c:pt>
                <c:pt idx="362">
                  <c:v>101.68930650597467</c:v>
                </c:pt>
                <c:pt idx="363">
                  <c:v>104.06087222959842</c:v>
                </c:pt>
                <c:pt idx="364">
                  <c:v>103.60943723827988</c:v>
                </c:pt>
                <c:pt idx="365">
                  <c:v>104.4918802982329</c:v>
                </c:pt>
                <c:pt idx="366">
                  <c:v>104.60627106526385</c:v>
                </c:pt>
                <c:pt idx="367">
                  <c:v>103.29281993667637</c:v>
                </c:pt>
                <c:pt idx="368">
                  <c:v>103.6584618527217</c:v>
                </c:pt>
                <c:pt idx="369">
                  <c:v>103.35818608926546</c:v>
                </c:pt>
                <c:pt idx="370">
                  <c:v>102.55132264324361</c:v>
                </c:pt>
                <c:pt idx="371">
                  <c:v>103.57675416198529</c:v>
                </c:pt>
                <c:pt idx="372">
                  <c:v>105.02502298028779</c:v>
                </c:pt>
                <c:pt idx="373">
                  <c:v>104.3121233786128</c:v>
                </c:pt>
                <c:pt idx="374">
                  <c:v>105.6357879685423</c:v>
                </c:pt>
                <c:pt idx="375">
                  <c:v>106.61423756511056</c:v>
                </c:pt>
                <c:pt idx="376">
                  <c:v>106.94106832805615</c:v>
                </c:pt>
                <c:pt idx="377">
                  <c:v>104.29986722500233</c:v>
                </c:pt>
                <c:pt idx="378">
                  <c:v>103.56041262383799</c:v>
                </c:pt>
                <c:pt idx="379">
                  <c:v>104.47553876008553</c:v>
                </c:pt>
                <c:pt idx="380">
                  <c:v>104.46736799101191</c:v>
                </c:pt>
                <c:pt idx="381">
                  <c:v>105.48258604841152</c:v>
                </c:pt>
                <c:pt idx="382">
                  <c:v>106.84710448370927</c:v>
                </c:pt>
                <c:pt idx="383">
                  <c:v>107.68869369829413</c:v>
                </c:pt>
                <c:pt idx="384">
                  <c:v>107.06771524869755</c:v>
                </c:pt>
                <c:pt idx="385">
                  <c:v>107.15146563170232</c:v>
                </c:pt>
                <c:pt idx="386">
                  <c:v>107.98284138494508</c:v>
                </c:pt>
                <c:pt idx="387">
                  <c:v>107.4251863956692</c:v>
                </c:pt>
                <c:pt idx="388">
                  <c:v>107.68665100602566</c:v>
                </c:pt>
                <c:pt idx="389">
                  <c:v>107.68665100602566</c:v>
                </c:pt>
                <c:pt idx="390">
                  <c:v>108.01960984577647</c:v>
                </c:pt>
                <c:pt idx="391">
                  <c:v>109.92339903993438</c:v>
                </c:pt>
                <c:pt idx="392">
                  <c:v>109.6108671228677</c:v>
                </c:pt>
                <c:pt idx="393">
                  <c:v>108.87754059850859</c:v>
                </c:pt>
                <c:pt idx="394">
                  <c:v>109.63333673782022</c:v>
                </c:pt>
                <c:pt idx="395">
                  <c:v>110.19916249616973</c:v>
                </c:pt>
                <c:pt idx="396">
                  <c:v>109.70891635175138</c:v>
                </c:pt>
                <c:pt idx="397">
                  <c:v>108.35665407006412</c:v>
                </c:pt>
                <c:pt idx="398">
                  <c:v>107.702992544173</c:v>
                </c:pt>
                <c:pt idx="399">
                  <c:v>107.41293024205882</c:v>
                </c:pt>
                <c:pt idx="400">
                  <c:v>108.1605556122968</c:v>
                </c:pt>
                <c:pt idx="401">
                  <c:v>107.02686140332939</c:v>
                </c:pt>
                <c:pt idx="402">
                  <c:v>106.52640179756899</c:v>
                </c:pt>
                <c:pt idx="403">
                  <c:v>106.62240833418427</c:v>
                </c:pt>
                <c:pt idx="404">
                  <c:v>106.33438872433848</c:v>
                </c:pt>
                <c:pt idx="405">
                  <c:v>106.53661525891104</c:v>
                </c:pt>
                <c:pt idx="406">
                  <c:v>104.78398529261547</c:v>
                </c:pt>
                <c:pt idx="407">
                  <c:v>104.08742722908774</c:v>
                </c:pt>
                <c:pt idx="408">
                  <c:v>103.89745684812564</c:v>
                </c:pt>
                <c:pt idx="409">
                  <c:v>103.80962108058402</c:v>
                </c:pt>
                <c:pt idx="410">
                  <c:v>103.83209069553654</c:v>
                </c:pt>
                <c:pt idx="411">
                  <c:v>103.75038300480013</c:v>
                </c:pt>
                <c:pt idx="412">
                  <c:v>103.93831069349383</c:v>
                </c:pt>
                <c:pt idx="413">
                  <c:v>103.48687570217528</c:v>
                </c:pt>
                <c:pt idx="414">
                  <c:v>103.76672454294739</c:v>
                </c:pt>
                <c:pt idx="415">
                  <c:v>104.53069145133264</c:v>
                </c:pt>
                <c:pt idx="416">
                  <c:v>106.28332141762819</c:v>
                </c:pt>
                <c:pt idx="417">
                  <c:v>106.4446941068326</c:v>
                </c:pt>
                <c:pt idx="418">
                  <c:v>106.39158410785394</c:v>
                </c:pt>
                <c:pt idx="419">
                  <c:v>107.4721683178427</c:v>
                </c:pt>
                <c:pt idx="420">
                  <c:v>105.53161066285344</c:v>
                </c:pt>
                <c:pt idx="421">
                  <c:v>105.17822490041854</c:v>
                </c:pt>
                <c:pt idx="422">
                  <c:v>104.71249106322112</c:v>
                </c:pt>
                <c:pt idx="423">
                  <c:v>104.84322336839935</c:v>
                </c:pt>
                <c:pt idx="424">
                  <c:v>105.28035951383904</c:v>
                </c:pt>
                <c:pt idx="425">
                  <c:v>105.02298028801941</c:v>
                </c:pt>
                <c:pt idx="426">
                  <c:v>104.39995914615444</c:v>
                </c:pt>
                <c:pt idx="427">
                  <c:v>105.86252681033584</c:v>
                </c:pt>
                <c:pt idx="428">
                  <c:v>104.71044837095273</c:v>
                </c:pt>
                <c:pt idx="429">
                  <c:v>104.2610560719026</c:v>
                </c:pt>
                <c:pt idx="430">
                  <c:v>104.15892145848211</c:v>
                </c:pt>
                <c:pt idx="431">
                  <c:v>103.08650801756698</c:v>
                </c:pt>
                <c:pt idx="432">
                  <c:v>100.9784495965681</c:v>
                </c:pt>
                <c:pt idx="433">
                  <c:v>100.85180267592672</c:v>
                </c:pt>
                <c:pt idx="434">
                  <c:v>101.65866612194856</c:v>
                </c:pt>
                <c:pt idx="435">
                  <c:v>100.18179961188829</c:v>
                </c:pt>
                <c:pt idx="436">
                  <c:v>100.19814115003558</c:v>
                </c:pt>
                <c:pt idx="437">
                  <c:v>101.24604228372978</c:v>
                </c:pt>
                <c:pt idx="438">
                  <c:v>101.0193034419363</c:v>
                </c:pt>
                <c:pt idx="439">
                  <c:v>99.699724236543602</c:v>
                </c:pt>
                <c:pt idx="440">
                  <c:v>99.403533857624197</c:v>
                </c:pt>
                <c:pt idx="441">
                  <c:v>100.59033806557024</c:v>
                </c:pt>
                <c:pt idx="442">
                  <c:v>99.321826166887774</c:v>
                </c:pt>
                <c:pt idx="443">
                  <c:v>100.27372076396672</c:v>
                </c:pt>
                <c:pt idx="444">
                  <c:v>100.42079460729224</c:v>
                </c:pt>
                <c:pt idx="445">
                  <c:v>101.50546420181779</c:v>
                </c:pt>
                <c:pt idx="446">
                  <c:v>101.74241650495328</c:v>
                </c:pt>
                <c:pt idx="447">
                  <c:v>100.20018384230391</c:v>
                </c:pt>
                <c:pt idx="448">
                  <c:v>99.834541926258566</c:v>
                </c:pt>
                <c:pt idx="449">
                  <c:v>100.75375344704294</c:v>
                </c:pt>
                <c:pt idx="450">
                  <c:v>101.77101419671098</c:v>
                </c:pt>
                <c:pt idx="451">
                  <c:v>99.148197324072825</c:v>
                </c:pt>
                <c:pt idx="452">
                  <c:v>98.075783883157712</c:v>
                </c:pt>
                <c:pt idx="453">
                  <c:v>96.815442753548879</c:v>
                </c:pt>
                <c:pt idx="454">
                  <c:v>95.777755081196716</c:v>
                </c:pt>
                <c:pt idx="455">
                  <c:v>96.856296598917069</c:v>
                </c:pt>
                <c:pt idx="456">
                  <c:v>95.751200081707381</c:v>
                </c:pt>
                <c:pt idx="457">
                  <c:v>96.437544683893066</c:v>
                </c:pt>
                <c:pt idx="458">
                  <c:v>96.380349300377588</c:v>
                </c:pt>
                <c:pt idx="459">
                  <c:v>97.330201205188132</c:v>
                </c:pt>
                <c:pt idx="460">
                  <c:v>97.771422735164634</c:v>
                </c:pt>
                <c:pt idx="461">
                  <c:v>97.86538657951148</c:v>
                </c:pt>
                <c:pt idx="462">
                  <c:v>99.748748850985294</c:v>
                </c:pt>
                <c:pt idx="463">
                  <c:v>101.29302420590309</c:v>
                </c:pt>
                <c:pt idx="464">
                  <c:v>100.7721376774586</c:v>
                </c:pt>
                <c:pt idx="465">
                  <c:v>98.886732713716412</c:v>
                </c:pt>
                <c:pt idx="466">
                  <c:v>99.14002655499921</c:v>
                </c:pt>
                <c:pt idx="467">
                  <c:v>98.300480032682827</c:v>
                </c:pt>
                <c:pt idx="468">
                  <c:v>99.438259626187048</c:v>
                </c:pt>
                <c:pt idx="469">
                  <c:v>99.299356551935176</c:v>
                </c:pt>
                <c:pt idx="470">
                  <c:v>102.18976611173495</c:v>
                </c:pt>
                <c:pt idx="471">
                  <c:v>102.66979879481121</c:v>
                </c:pt>
                <c:pt idx="472">
                  <c:v>102.92104994382562</c:v>
                </c:pt>
                <c:pt idx="473">
                  <c:v>103.09263609437207</c:v>
                </c:pt>
                <c:pt idx="474">
                  <c:v>103.25196609130803</c:v>
                </c:pt>
                <c:pt idx="475">
                  <c:v>103.66050454499</c:v>
                </c:pt>
                <c:pt idx="476">
                  <c:v>103.78306608109459</c:v>
                </c:pt>
                <c:pt idx="477">
                  <c:v>104.13645184352949</c:v>
                </c:pt>
                <c:pt idx="478">
                  <c:v>104.04044530691424</c:v>
                </c:pt>
                <c:pt idx="479">
                  <c:v>104.24471453375521</c:v>
                </c:pt>
                <c:pt idx="480">
                  <c:v>104.6369114492899</c:v>
                </c:pt>
                <c:pt idx="481">
                  <c:v>105.64804412215277</c:v>
                </c:pt>
                <c:pt idx="482">
                  <c:v>106.80012256153586</c:v>
                </c:pt>
                <c:pt idx="483">
                  <c:v>105.5316106628534</c:v>
                </c:pt>
                <c:pt idx="484">
                  <c:v>104.08334184455087</c:v>
                </c:pt>
                <c:pt idx="485">
                  <c:v>103.91992646307808</c:v>
                </c:pt>
                <c:pt idx="486">
                  <c:v>104.61648452660582</c:v>
                </c:pt>
                <c:pt idx="487">
                  <c:v>104.96374221223546</c:v>
                </c:pt>
                <c:pt idx="488">
                  <c:v>105.70932489020501</c:v>
                </c:pt>
                <c:pt idx="489">
                  <c:v>106.30783372484903</c:v>
                </c:pt>
                <c:pt idx="490">
                  <c:v>107.58043100806835</c:v>
                </c:pt>
                <c:pt idx="491">
                  <c:v>109.38412828107415</c:v>
                </c:pt>
                <c:pt idx="492">
                  <c:v>109.16556020835429</c:v>
                </c:pt>
                <c:pt idx="493">
                  <c:v>109.23092636094343</c:v>
                </c:pt>
                <c:pt idx="494">
                  <c:v>110.22980288019578</c:v>
                </c:pt>
                <c:pt idx="495">
                  <c:v>108.60381983454161</c:v>
                </c:pt>
                <c:pt idx="496">
                  <c:v>109.70687365948294</c:v>
                </c:pt>
                <c:pt idx="497">
                  <c:v>110.40138903074228</c:v>
                </c:pt>
                <c:pt idx="498">
                  <c:v>110.89163517516062</c:v>
                </c:pt>
                <c:pt idx="499">
                  <c:v>111.16944132366434</c:v>
                </c:pt>
                <c:pt idx="500">
                  <c:v>110.6567255642935</c:v>
                </c:pt>
                <c:pt idx="501">
                  <c:v>100</c:v>
                </c:pt>
                <c:pt idx="502">
                  <c:v>99.803565471998795</c:v>
                </c:pt>
                <c:pt idx="503">
                  <c:v>98.695378229124202</c:v>
                </c:pt>
                <c:pt idx="504">
                  <c:v>98.36922278640526</c:v>
                </c:pt>
                <c:pt idx="505">
                  <c:v>98.576776249953681</c:v>
                </c:pt>
                <c:pt idx="506">
                  <c:v>98.984470553352381</c:v>
                </c:pt>
                <c:pt idx="507">
                  <c:v>97.898521181572249</c:v>
                </c:pt>
                <c:pt idx="508">
                  <c:v>97.731737148363706</c:v>
                </c:pt>
                <c:pt idx="509">
                  <c:v>97.416700641191994</c:v>
                </c:pt>
                <c:pt idx="510">
                  <c:v>97.550127867758832</c:v>
                </c:pt>
                <c:pt idx="511">
                  <c:v>96.393758570846202</c:v>
                </c:pt>
                <c:pt idx="512">
                  <c:v>95.620992550313233</c:v>
                </c:pt>
                <c:pt idx="513">
                  <c:v>95.997183202994734</c:v>
                </c:pt>
                <c:pt idx="514">
                  <c:v>96.095400466995287</c:v>
                </c:pt>
                <c:pt idx="515">
                  <c:v>96.380786479374393</c:v>
                </c:pt>
                <c:pt idx="516">
                  <c:v>96.690263518772511</c:v>
                </c:pt>
                <c:pt idx="517">
                  <c:v>95.33745969385869</c:v>
                </c:pt>
                <c:pt idx="518">
                  <c:v>96.378933323449914</c:v>
                </c:pt>
                <c:pt idx="519">
                  <c:v>96.373373855676277</c:v>
                </c:pt>
                <c:pt idx="520">
                  <c:v>96.871872799377428</c:v>
                </c:pt>
                <c:pt idx="521">
                  <c:v>97.303658129795167</c:v>
                </c:pt>
                <c:pt idx="522">
                  <c:v>96.069456284051839</c:v>
                </c:pt>
                <c:pt idx="523">
                  <c:v>97.665023535080365</c:v>
                </c:pt>
                <c:pt idx="524">
                  <c:v>97.109076757718526</c:v>
                </c:pt>
                <c:pt idx="525">
                  <c:v>94.657351469552779</c:v>
                </c:pt>
                <c:pt idx="526">
                  <c:v>96.271450279826666</c:v>
                </c:pt>
                <c:pt idx="527">
                  <c:v>97.051628924057766</c:v>
                </c:pt>
                <c:pt idx="528">
                  <c:v>96.871872799377428</c:v>
                </c:pt>
                <c:pt idx="529">
                  <c:v>97.127608316963872</c:v>
                </c:pt>
                <c:pt idx="530">
                  <c:v>97.837367036062517</c:v>
                </c:pt>
                <c:pt idx="531">
                  <c:v>96.456765872280599</c:v>
                </c:pt>
                <c:pt idx="532">
                  <c:v>97.094251510322167</c:v>
                </c:pt>
                <c:pt idx="533">
                  <c:v>98.917756940069012</c:v>
                </c:pt>
                <c:pt idx="534">
                  <c:v>99.41996219561922</c:v>
                </c:pt>
                <c:pt idx="535">
                  <c:v>99.195730328749931</c:v>
                </c:pt>
                <c:pt idx="536">
                  <c:v>99.762796041659058</c:v>
                </c:pt>
                <c:pt idx="537">
                  <c:v>100.72273081057051</c:v>
                </c:pt>
                <c:pt idx="538">
                  <c:v>101.30647492680045</c:v>
                </c:pt>
                <c:pt idx="539">
                  <c:v>100.71161187502328</c:v>
                </c:pt>
                <c:pt idx="540">
                  <c:v>101.06556465661032</c:v>
                </c:pt>
                <c:pt idx="541">
                  <c:v>101.28979652347959</c:v>
                </c:pt>
                <c:pt idx="542">
                  <c:v>102.09221303880518</c:v>
                </c:pt>
                <c:pt idx="543">
                  <c:v>102.48508209480758</c:v>
                </c:pt>
                <c:pt idx="544">
                  <c:v>103.20225343760436</c:v>
                </c:pt>
                <c:pt idx="545">
                  <c:v>102.6592787517143</c:v>
                </c:pt>
                <c:pt idx="546">
                  <c:v>103.42463214854909</c:v>
                </c:pt>
                <c:pt idx="547">
                  <c:v>104.69033764500956</c:v>
                </c:pt>
                <c:pt idx="548">
                  <c:v>104.10844668470418</c:v>
                </c:pt>
                <c:pt idx="549">
                  <c:v>105.28890700863585</c:v>
                </c:pt>
                <c:pt idx="550">
                  <c:v>105.22775286312606</c:v>
                </c:pt>
                <c:pt idx="551">
                  <c:v>106.18398132018844</c:v>
                </c:pt>
                <c:pt idx="552">
                  <c:v>105.59467773618485</c:v>
                </c:pt>
                <c:pt idx="553">
                  <c:v>105.67806975278917</c:v>
                </c:pt>
                <c:pt idx="554">
                  <c:v>105.85411956562041</c:v>
                </c:pt>
                <c:pt idx="555">
                  <c:v>105.88377006041304</c:v>
                </c:pt>
                <c:pt idx="556">
                  <c:v>106.91597791038156</c:v>
                </c:pt>
                <c:pt idx="557">
                  <c:v>107.34405692895017</c:v>
                </c:pt>
                <c:pt idx="558">
                  <c:v>106.71027760275766</c:v>
                </c:pt>
                <c:pt idx="559">
                  <c:v>106.73807494162573</c:v>
                </c:pt>
                <c:pt idx="560">
                  <c:v>106.62132611837973</c:v>
                </c:pt>
                <c:pt idx="561">
                  <c:v>108.15573922389844</c:v>
                </c:pt>
                <c:pt idx="562">
                  <c:v>108.43927208035295</c:v>
                </c:pt>
                <c:pt idx="563">
                  <c:v>108.16315184759655</c:v>
                </c:pt>
                <c:pt idx="564">
                  <c:v>107.7239538934807</c:v>
                </c:pt>
                <c:pt idx="565">
                  <c:v>108.3985026500131</c:v>
                </c:pt>
                <c:pt idx="566">
                  <c:v>107.29958118676116</c:v>
                </c:pt>
                <c:pt idx="567">
                  <c:v>108.28916645046526</c:v>
                </c:pt>
                <c:pt idx="568">
                  <c:v>108.32252325710697</c:v>
                </c:pt>
                <c:pt idx="569">
                  <c:v>108.60976242541059</c:v>
                </c:pt>
                <c:pt idx="570">
                  <c:v>106.92709684592872</c:v>
                </c:pt>
                <c:pt idx="571">
                  <c:v>106.81590749045635</c:v>
                </c:pt>
                <c:pt idx="572">
                  <c:v>104.9275416033506</c:v>
                </c:pt>
                <c:pt idx="573">
                  <c:v>104.41051110040407</c:v>
                </c:pt>
                <c:pt idx="574">
                  <c:v>103.64145139172018</c:v>
                </c:pt>
                <c:pt idx="575">
                  <c:v>103.86383010266492</c:v>
                </c:pt>
                <c:pt idx="576">
                  <c:v>103.89718690930665</c:v>
                </c:pt>
                <c:pt idx="577">
                  <c:v>103.78229124198519</c:v>
                </c:pt>
                <c:pt idx="578">
                  <c:v>103.88421481783489</c:v>
                </c:pt>
                <c:pt idx="579">
                  <c:v>103.01693784515038</c:v>
                </c:pt>
                <c:pt idx="580">
                  <c:v>103.09662354990559</c:v>
                </c:pt>
                <c:pt idx="581">
                  <c:v>103.80823542492872</c:v>
                </c:pt>
                <c:pt idx="582">
                  <c:v>104.45869315444209</c:v>
                </c:pt>
                <c:pt idx="583">
                  <c:v>105.34079537452291</c:v>
                </c:pt>
                <c:pt idx="584">
                  <c:v>103.4357510840963</c:v>
                </c:pt>
                <c:pt idx="585">
                  <c:v>103.95463474296734</c:v>
                </c:pt>
                <c:pt idx="586">
                  <c:v>103.42648530447357</c:v>
                </c:pt>
                <c:pt idx="587">
                  <c:v>104.45683999851751</c:v>
                </c:pt>
                <c:pt idx="588">
                  <c:v>105.11841666357815</c:v>
                </c:pt>
                <c:pt idx="589">
                  <c:v>106.3452058856233</c:v>
                </c:pt>
                <c:pt idx="590">
                  <c:v>105.87265112486571</c:v>
                </c:pt>
                <c:pt idx="591">
                  <c:v>107.01419517438205</c:v>
                </c:pt>
                <c:pt idx="592">
                  <c:v>107.15132871279795</c:v>
                </c:pt>
                <c:pt idx="593">
                  <c:v>107.06793669619366</c:v>
                </c:pt>
                <c:pt idx="594">
                  <c:v>107.15132871279795</c:v>
                </c:pt>
                <c:pt idx="595">
                  <c:v>107.3236722137801</c:v>
                </c:pt>
                <c:pt idx="596">
                  <c:v>106.53793410177535</c:v>
                </c:pt>
                <c:pt idx="597">
                  <c:v>107.44412734887518</c:v>
                </c:pt>
                <c:pt idx="598">
                  <c:v>107.60349875838561</c:v>
                </c:pt>
                <c:pt idx="599">
                  <c:v>107.58867351098931</c:v>
                </c:pt>
                <c:pt idx="600">
                  <c:v>106.52866832215273</c:v>
                </c:pt>
                <c:pt idx="601">
                  <c:v>105.59282458026026</c:v>
                </c:pt>
                <c:pt idx="602">
                  <c:v>106.51754938660547</c:v>
                </c:pt>
                <c:pt idx="603">
                  <c:v>106.09317667988593</c:v>
                </c:pt>
                <c:pt idx="604">
                  <c:v>104.58656091323535</c:v>
                </c:pt>
                <c:pt idx="605">
                  <c:v>105.45383788591982</c:v>
                </c:pt>
                <c:pt idx="606">
                  <c:v>106.60650087098342</c:v>
                </c:pt>
                <c:pt idx="607">
                  <c:v>105.9578962973946</c:v>
                </c:pt>
                <c:pt idx="608">
                  <c:v>104.66624661799057</c:v>
                </c:pt>
                <c:pt idx="609">
                  <c:v>105.41862792335358</c:v>
                </c:pt>
                <c:pt idx="610">
                  <c:v>105.50757940773148</c:v>
                </c:pt>
                <c:pt idx="611">
                  <c:v>104.44386790704581</c:v>
                </c:pt>
                <c:pt idx="612">
                  <c:v>104.33267855157345</c:v>
                </c:pt>
                <c:pt idx="613">
                  <c:v>104.27337756198818</c:v>
                </c:pt>
                <c:pt idx="614">
                  <c:v>104.50131574070654</c:v>
                </c:pt>
                <c:pt idx="615">
                  <c:v>104.48093102553661</c:v>
                </c:pt>
                <c:pt idx="616">
                  <c:v>103.50246469737978</c:v>
                </c:pt>
                <c:pt idx="617">
                  <c:v>104.22148919610112</c:v>
                </c:pt>
                <c:pt idx="618">
                  <c:v>104.09918090508154</c:v>
                </c:pt>
                <c:pt idx="619">
                  <c:v>104.21037026055393</c:v>
                </c:pt>
                <c:pt idx="620">
                  <c:v>104.29005596530912</c:v>
                </c:pt>
                <c:pt idx="621">
                  <c:v>104.87194692561451</c:v>
                </c:pt>
                <c:pt idx="622">
                  <c:v>103.52470256847431</c:v>
                </c:pt>
                <c:pt idx="623">
                  <c:v>103.47096104666267</c:v>
                </c:pt>
                <c:pt idx="624">
                  <c:v>103.14480560394372</c:v>
                </c:pt>
                <c:pt idx="625">
                  <c:v>103.12812720062286</c:v>
                </c:pt>
                <c:pt idx="626">
                  <c:v>101.53441310551888</c:v>
                </c:pt>
                <c:pt idx="627">
                  <c:v>101.69563767095384</c:v>
                </c:pt>
                <c:pt idx="628">
                  <c:v>102.52399836922304</c:v>
                </c:pt>
                <c:pt idx="629">
                  <c:v>102.65557243986535</c:v>
                </c:pt>
                <c:pt idx="630">
                  <c:v>102.94466476409352</c:v>
                </c:pt>
                <c:pt idx="631">
                  <c:v>101.89948482265324</c:v>
                </c:pt>
                <c:pt idx="632">
                  <c:v>103.26155442718976</c:v>
                </c:pt>
                <c:pt idx="633">
                  <c:v>104.72925391942503</c:v>
                </c:pt>
                <c:pt idx="634">
                  <c:v>105.7021607798083</c:v>
                </c:pt>
                <c:pt idx="635">
                  <c:v>105.38527111671203</c:v>
                </c:pt>
                <c:pt idx="636">
                  <c:v>107.44783366072448</c:v>
                </c:pt>
                <c:pt idx="637">
                  <c:v>107.23286757347792</c:v>
                </c:pt>
                <c:pt idx="638">
                  <c:v>106.14135873392416</c:v>
                </c:pt>
                <c:pt idx="639">
                  <c:v>105.2147807716544</c:v>
                </c:pt>
                <c:pt idx="640">
                  <c:v>105.56873355324146</c:v>
                </c:pt>
                <c:pt idx="641">
                  <c:v>105.97086838886656</c:v>
                </c:pt>
                <c:pt idx="642">
                  <c:v>104.63474296727357</c:v>
                </c:pt>
                <c:pt idx="643">
                  <c:v>104.90159742040726</c:v>
                </c:pt>
                <c:pt idx="644">
                  <c:v>106.66024239279524</c:v>
                </c:pt>
                <c:pt idx="645">
                  <c:v>106.84555798524921</c:v>
                </c:pt>
                <c:pt idx="646">
                  <c:v>106.46380786479408</c:v>
                </c:pt>
                <c:pt idx="647">
                  <c:v>107.57755457544231</c:v>
                </c:pt>
                <c:pt idx="648">
                  <c:v>107.20507023460986</c:v>
                </c:pt>
                <c:pt idx="649">
                  <c:v>105.18327712093726</c:v>
                </c:pt>
                <c:pt idx="650">
                  <c:v>102.78158704273407</c:v>
                </c:pt>
                <c:pt idx="651">
                  <c:v>103.35606537934133</c:v>
                </c:pt>
                <c:pt idx="652">
                  <c:v>101.91431007004962</c:v>
                </c:pt>
                <c:pt idx="653">
                  <c:v>103.5228494125499</c:v>
                </c:pt>
                <c:pt idx="654">
                  <c:v>103.42092583670023</c:v>
                </c:pt>
                <c:pt idx="655">
                  <c:v>102.97431525888619</c:v>
                </c:pt>
                <c:pt idx="656">
                  <c:v>104.03617360364731</c:v>
                </c:pt>
                <c:pt idx="657">
                  <c:v>104.03802675957188</c:v>
                </c:pt>
                <c:pt idx="658">
                  <c:v>105.60394351580779</c:v>
                </c:pt>
                <c:pt idx="659">
                  <c:v>105.7281049627519</c:v>
                </c:pt>
                <c:pt idx="660">
                  <c:v>106.26181386901924</c:v>
                </c:pt>
                <c:pt idx="661">
                  <c:v>105.85411956562055</c:v>
                </c:pt>
                <c:pt idx="662">
                  <c:v>107.07349616396752</c:v>
                </c:pt>
                <c:pt idx="663">
                  <c:v>106.814054334532</c:v>
                </c:pt>
                <c:pt idx="664">
                  <c:v>108.25580964382375</c:v>
                </c:pt>
                <c:pt idx="665">
                  <c:v>108.6764760386942</c:v>
                </c:pt>
                <c:pt idx="666">
                  <c:v>108.66350394722242</c:v>
                </c:pt>
                <c:pt idx="667">
                  <c:v>108.24654386420104</c:v>
                </c:pt>
                <c:pt idx="668">
                  <c:v>108.85067269560093</c:v>
                </c:pt>
                <c:pt idx="669">
                  <c:v>109.96441940624921</c:v>
                </c:pt>
                <c:pt idx="670">
                  <c:v>107.44227419295096</c:v>
                </c:pt>
                <c:pt idx="671">
                  <c:v>106.93080315777804</c:v>
                </c:pt>
                <c:pt idx="672">
                  <c:v>106.07279196471626</c:v>
                </c:pt>
                <c:pt idx="673">
                  <c:v>104.64030243504723</c:v>
                </c:pt>
                <c:pt idx="674">
                  <c:v>105.67806975278938</c:v>
                </c:pt>
                <c:pt idx="675">
                  <c:v>105.75219598977095</c:v>
                </c:pt>
                <c:pt idx="676">
                  <c:v>106.0357288462255</c:v>
                </c:pt>
                <c:pt idx="677">
                  <c:v>106.99566361513695</c:v>
                </c:pt>
                <c:pt idx="678">
                  <c:v>107.95003891627479</c:v>
                </c:pt>
                <c:pt idx="679">
                  <c:v>108.92109262073349</c:v>
                </c:pt>
                <c:pt idx="680">
                  <c:v>109.09528927764022</c:v>
                </c:pt>
                <c:pt idx="681">
                  <c:v>108.67832919461883</c:v>
                </c:pt>
                <c:pt idx="682">
                  <c:v>110.29428116081725</c:v>
                </c:pt>
                <c:pt idx="683">
                  <c:v>109.59008190949224</c:v>
                </c:pt>
                <c:pt idx="684">
                  <c:v>110.54075089878101</c:v>
                </c:pt>
                <c:pt idx="685">
                  <c:v>112.03624772988437</c:v>
                </c:pt>
                <c:pt idx="686">
                  <c:v>111.36169897335199</c:v>
                </c:pt>
                <c:pt idx="687">
                  <c:v>113.55398243208224</c:v>
                </c:pt>
                <c:pt idx="688">
                  <c:v>113.29454060264671</c:v>
                </c:pt>
                <c:pt idx="689">
                  <c:v>112.61628553426526</c:v>
                </c:pt>
                <c:pt idx="690">
                  <c:v>112.25492012898005</c:v>
                </c:pt>
                <c:pt idx="691">
                  <c:v>111.88614209999668</c:v>
                </c:pt>
                <c:pt idx="692">
                  <c:v>110.5981987324417</c:v>
                </c:pt>
                <c:pt idx="693">
                  <c:v>111.05592824580296</c:v>
                </c:pt>
                <c:pt idx="694">
                  <c:v>110.86505318557538</c:v>
                </c:pt>
                <c:pt idx="695">
                  <c:v>110.45735888217668</c:v>
                </c:pt>
                <c:pt idx="696">
                  <c:v>111.1615581335017</c:v>
                </c:pt>
                <c:pt idx="697">
                  <c:v>111.39505577999368</c:v>
                </c:pt>
                <c:pt idx="698">
                  <c:v>112.17708758014933</c:v>
                </c:pt>
                <c:pt idx="699">
                  <c:v>112.77009747600199</c:v>
                </c:pt>
                <c:pt idx="700">
                  <c:v>112.73118120158669</c:v>
                </c:pt>
                <c:pt idx="701">
                  <c:v>113.66702494347912</c:v>
                </c:pt>
                <c:pt idx="702">
                  <c:v>113.80230532597054</c:v>
                </c:pt>
                <c:pt idx="703">
                  <c:v>114.33416107631334</c:v>
                </c:pt>
                <c:pt idx="704">
                  <c:v>113.41684889366628</c:v>
                </c:pt>
                <c:pt idx="705">
                  <c:v>112.44023572143396</c:v>
                </c:pt>
                <c:pt idx="706">
                  <c:v>112.04551350950703</c:v>
                </c:pt>
                <c:pt idx="707">
                  <c:v>110.45735888217666</c:v>
                </c:pt>
                <c:pt idx="708">
                  <c:v>109.75315963085166</c:v>
                </c:pt>
                <c:pt idx="709">
                  <c:v>110.62784922723434</c:v>
                </c:pt>
                <c:pt idx="710">
                  <c:v>109.88844001334309</c:v>
                </c:pt>
                <c:pt idx="711">
                  <c:v>110.29798747266636</c:v>
                </c:pt>
                <c:pt idx="712">
                  <c:v>108.62088136095811</c:v>
                </c:pt>
                <c:pt idx="713">
                  <c:v>108.41332789740969</c:v>
                </c:pt>
                <c:pt idx="714">
                  <c:v>108.92665208850711</c:v>
                </c:pt>
                <c:pt idx="715">
                  <c:v>109.14161817575368</c:v>
                </c:pt>
                <c:pt idx="716">
                  <c:v>110.448093102554</c:v>
                </c:pt>
                <c:pt idx="717">
                  <c:v>111.00589303584039</c:v>
                </c:pt>
                <c:pt idx="718">
                  <c:v>109.9940699010418</c:v>
                </c:pt>
                <c:pt idx="719">
                  <c:v>109.42700418813274</c:v>
                </c:pt>
                <c:pt idx="720">
                  <c:v>107.70912864608464</c:v>
                </c:pt>
                <c:pt idx="721">
                  <c:v>107.92409473333122</c:v>
                </c:pt>
                <c:pt idx="722">
                  <c:v>107.1717134279682</c:v>
                </c:pt>
                <c:pt idx="723">
                  <c:v>106.32852748230272</c:v>
                </c:pt>
                <c:pt idx="724">
                  <c:v>107.11055928245842</c:v>
                </c:pt>
                <c:pt idx="725">
                  <c:v>106.80664171083394</c:v>
                </c:pt>
                <c:pt idx="726">
                  <c:v>107.57570141951781</c:v>
                </c:pt>
                <c:pt idx="727">
                  <c:v>108.86735109892184</c:v>
                </c:pt>
                <c:pt idx="728">
                  <c:v>109.46221415069897</c:v>
                </c:pt>
                <c:pt idx="729">
                  <c:v>110.49627515659202</c:v>
                </c:pt>
                <c:pt idx="730">
                  <c:v>109.75315963085168</c:v>
                </c:pt>
                <c:pt idx="731">
                  <c:v>109.65494236685109</c:v>
                </c:pt>
                <c:pt idx="732">
                  <c:v>110.19235758496755</c:v>
                </c:pt>
                <c:pt idx="733">
                  <c:v>109.97739149772096</c:v>
                </c:pt>
                <c:pt idx="734">
                  <c:v>109.61231978058666</c:v>
                </c:pt>
                <c:pt idx="735">
                  <c:v>108.63941292020341</c:v>
                </c:pt>
                <c:pt idx="736">
                  <c:v>107.11982506208102</c:v>
                </c:pt>
                <c:pt idx="737">
                  <c:v>106.84370482932464</c:v>
                </c:pt>
                <c:pt idx="738">
                  <c:v>106.68062710796515</c:v>
                </c:pt>
                <c:pt idx="739">
                  <c:v>105.68362922056289</c:v>
                </c:pt>
                <c:pt idx="740">
                  <c:v>105.28890700863597</c:v>
                </c:pt>
                <c:pt idx="741">
                  <c:v>104.56617619806559</c:v>
                </c:pt>
                <c:pt idx="742">
                  <c:v>103.73781549979641</c:v>
                </c:pt>
                <c:pt idx="743">
                  <c:v>102.72228605314876</c:v>
                </c:pt>
                <c:pt idx="744">
                  <c:v>102.22749342129673</c:v>
                </c:pt>
                <c:pt idx="745">
                  <c:v>99.271709721656237</c:v>
                </c:pt>
                <c:pt idx="746">
                  <c:v>98.204291909121466</c:v>
                </c:pt>
                <c:pt idx="747">
                  <c:v>99.427374819317535</c:v>
                </c:pt>
                <c:pt idx="748">
                  <c:v>99.306919684222478</c:v>
                </c:pt>
                <c:pt idx="749">
                  <c:v>99.909195359697819</c:v>
                </c:pt>
                <c:pt idx="750">
                  <c:v>99.72758607909293</c:v>
                </c:pt>
                <c:pt idx="751">
                  <c:v>99.154960898410209</c:v>
                </c:pt>
                <c:pt idx="752">
                  <c:v>100</c:v>
                </c:pt>
                <c:pt idx="753">
                  <c:v>100</c:v>
                </c:pt>
                <c:pt idx="754">
                  <c:v>98.8617702021632</c:v>
                </c:pt>
                <c:pt idx="755">
                  <c:v>98.890084376238747</c:v>
                </c:pt>
                <c:pt idx="756">
                  <c:v>99.537535156766154</c:v>
                </c:pt>
                <c:pt idx="757">
                  <c:v>99.522434263925874</c:v>
                </c:pt>
                <c:pt idx="758">
                  <c:v>100.00943805802518</c:v>
                </c:pt>
                <c:pt idx="759">
                  <c:v>99.02976763501141</c:v>
                </c:pt>
                <c:pt idx="760">
                  <c:v>101.22317232006338</c:v>
                </c:pt>
                <c:pt idx="761">
                  <c:v>102.48032164901745</c:v>
                </c:pt>
                <c:pt idx="762">
                  <c:v>103.41091417030032</c:v>
                </c:pt>
                <c:pt idx="763">
                  <c:v>104.24901372293634</c:v>
                </c:pt>
                <c:pt idx="764">
                  <c:v>104.97763180248027</c:v>
                </c:pt>
                <c:pt idx="765">
                  <c:v>106.30462276082068</c:v>
                </c:pt>
                <c:pt idx="766">
                  <c:v>105.46652320818464</c:v>
                </c:pt>
                <c:pt idx="767">
                  <c:v>106.00071729240986</c:v>
                </c:pt>
                <c:pt idx="768">
                  <c:v>105.75344017215012</c:v>
                </c:pt>
                <c:pt idx="769">
                  <c:v>105.82705702474652</c:v>
                </c:pt>
                <c:pt idx="770">
                  <c:v>105.45708515015941</c:v>
                </c:pt>
                <c:pt idx="771">
                  <c:v>105.24378503879032</c:v>
                </c:pt>
                <c:pt idx="772">
                  <c:v>106.30084753761058</c:v>
                </c:pt>
                <c:pt idx="773">
                  <c:v>105.52315155633569</c:v>
                </c:pt>
                <c:pt idx="774">
                  <c:v>105.57600468127669</c:v>
                </c:pt>
                <c:pt idx="775">
                  <c:v>105.87235970326738</c:v>
                </c:pt>
                <c:pt idx="776">
                  <c:v>105.83838269437675</c:v>
                </c:pt>
                <c:pt idx="777">
                  <c:v>106.19325367612356</c:v>
                </c:pt>
                <c:pt idx="778">
                  <c:v>104.92666628914431</c:v>
                </c:pt>
                <c:pt idx="779">
                  <c:v>105.46841081978965</c:v>
                </c:pt>
                <c:pt idx="780">
                  <c:v>106.03469430130053</c:v>
                </c:pt>
                <c:pt idx="781">
                  <c:v>105.31173905657168</c:v>
                </c:pt>
                <c:pt idx="782">
                  <c:v>107.11252052777616</c:v>
                </c:pt>
                <c:pt idx="783">
                  <c:v>106.76142476923944</c:v>
                </c:pt>
                <c:pt idx="784">
                  <c:v>108.07331483473958</c:v>
                </c:pt>
                <c:pt idx="785">
                  <c:v>106.81805311739052</c:v>
                </c:pt>
                <c:pt idx="786">
                  <c:v>106.53868659984516</c:v>
                </c:pt>
                <c:pt idx="787">
                  <c:v>104.61709798591836</c:v>
                </c:pt>
                <c:pt idx="788">
                  <c:v>104.43022443701977</c:v>
                </c:pt>
                <c:pt idx="789">
                  <c:v>105.26832398965578</c:v>
                </c:pt>
                <c:pt idx="790">
                  <c:v>105.19281952545435</c:v>
                </c:pt>
                <c:pt idx="791">
                  <c:v>104.46420144591039</c:v>
                </c:pt>
                <c:pt idx="792">
                  <c:v>105.36270456990758</c:v>
                </c:pt>
                <c:pt idx="793">
                  <c:v>103.15986182683041</c:v>
                </c:pt>
                <c:pt idx="794">
                  <c:v>101.73471506502814</c:v>
                </c:pt>
                <c:pt idx="795">
                  <c:v>104.41323593257442</c:v>
                </c:pt>
                <c:pt idx="796">
                  <c:v>103.85827812069383</c:v>
                </c:pt>
                <c:pt idx="797">
                  <c:v>104.1187685221888</c:v>
                </c:pt>
                <c:pt idx="798">
                  <c:v>101.9159257791116</c:v>
                </c:pt>
                <c:pt idx="799">
                  <c:v>101.08915189610578</c:v>
                </c:pt>
                <c:pt idx="800">
                  <c:v>100.63423749929206</c:v>
                </c:pt>
                <c:pt idx="801">
                  <c:v>100.49832946372945</c:v>
                </c:pt>
                <c:pt idx="802">
                  <c:v>101.81965758725475</c:v>
                </c:pt>
                <c:pt idx="803">
                  <c:v>102.980538724352</c:v>
                </c:pt>
                <c:pt idx="804">
                  <c:v>102.88427053249517</c:v>
                </c:pt>
                <c:pt idx="805">
                  <c:v>103.22970345621678</c:v>
                </c:pt>
                <c:pt idx="806">
                  <c:v>102.58980312210953</c:v>
                </c:pt>
                <c:pt idx="807">
                  <c:v>101.5648300205749</c:v>
                </c:pt>
                <c:pt idx="808">
                  <c:v>102.82764218434411</c:v>
                </c:pt>
                <c:pt idx="809">
                  <c:v>102.85784397002469</c:v>
                </c:pt>
                <c:pt idx="810">
                  <c:v>103.04282990731824</c:v>
                </c:pt>
                <c:pt idx="811">
                  <c:v>103.01262812163765</c:v>
                </c:pt>
                <c:pt idx="812">
                  <c:v>101.22505993166841</c:v>
                </c:pt>
                <c:pt idx="813">
                  <c:v>102.3047737697491</c:v>
                </c:pt>
                <c:pt idx="814">
                  <c:v>102.63321818902538</c:v>
                </c:pt>
                <c:pt idx="815">
                  <c:v>103.43922834437582</c:v>
                </c:pt>
                <c:pt idx="816">
                  <c:v>99.105272099212826</c:v>
                </c:pt>
                <c:pt idx="817">
                  <c:v>92.874266190988507</c:v>
                </c:pt>
                <c:pt idx="818">
                  <c:v>91.337750344489095</c:v>
                </c:pt>
                <c:pt idx="819">
                  <c:v>88.630915302867265</c:v>
                </c:pt>
                <c:pt idx="820">
                  <c:v>96.277629914868697</c:v>
                </c:pt>
                <c:pt idx="821">
                  <c:v>93.391471770768433</c:v>
                </c:pt>
                <c:pt idx="822">
                  <c:v>96.179474111406833</c:v>
                </c:pt>
                <c:pt idx="823">
                  <c:v>97.228986163806937</c:v>
                </c:pt>
                <c:pt idx="824">
                  <c:v>96.613624780565146</c:v>
                </c:pt>
                <c:pt idx="825">
                  <c:v>95.866130584970833</c:v>
                </c:pt>
                <c:pt idx="826">
                  <c:v>96.513581365498254</c:v>
                </c:pt>
                <c:pt idx="827">
                  <c:v>94.946863733318253</c:v>
                </c:pt>
                <c:pt idx="828">
                  <c:v>97.181795873681068</c:v>
                </c:pt>
                <c:pt idx="829">
                  <c:v>97.200671989731418</c:v>
                </c:pt>
                <c:pt idx="830">
                  <c:v>99.167563282179103</c:v>
                </c:pt>
                <c:pt idx="831">
                  <c:v>98.446495649055279</c:v>
                </c:pt>
                <c:pt idx="832">
                  <c:v>98.597504577458167</c:v>
                </c:pt>
                <c:pt idx="833">
                  <c:v>99.509220982690593</c:v>
                </c:pt>
                <c:pt idx="834">
                  <c:v>100.01698850444531</c:v>
                </c:pt>
                <c:pt idx="835">
                  <c:v>99.516771429110733</c:v>
                </c:pt>
                <c:pt idx="836">
                  <c:v>101.17220680672742</c:v>
                </c:pt>
                <c:pt idx="837">
                  <c:v>100.5077675217547</c:v>
                </c:pt>
                <c:pt idx="838">
                  <c:v>99.847103459992042</c:v>
                </c:pt>
                <c:pt idx="839">
                  <c:v>99.346886384657452</c:v>
                </c:pt>
                <c:pt idx="840">
                  <c:v>100.53419408422519</c:v>
                </c:pt>
                <c:pt idx="841">
                  <c:v>100.79090926251011</c:v>
                </c:pt>
                <c:pt idx="842">
                  <c:v>102.7068350416218</c:v>
                </c:pt>
                <c:pt idx="843">
                  <c:v>102.1688657341865</c:v>
                </c:pt>
                <c:pt idx="844">
                  <c:v>101.1873076995677</c:v>
                </c:pt>
                <c:pt idx="845">
                  <c:v>102.34818883666492</c:v>
                </c:pt>
                <c:pt idx="846">
                  <c:v>103.27689374634271</c:v>
                </c:pt>
                <c:pt idx="847">
                  <c:v>103.63553995129959</c:v>
                </c:pt>
                <c:pt idx="848">
                  <c:v>103.45055401400606</c:v>
                </c:pt>
                <c:pt idx="849">
                  <c:v>102.16886573418653</c:v>
                </c:pt>
                <c:pt idx="850">
                  <c:v>102.09902410480019</c:v>
                </c:pt>
                <c:pt idx="851">
                  <c:v>101.9952054665232</c:v>
                </c:pt>
                <c:pt idx="852">
                  <c:v>103.7034939690809</c:v>
                </c:pt>
                <c:pt idx="853">
                  <c:v>102.38405345716063</c:v>
                </c:pt>
                <c:pt idx="854">
                  <c:v>102.69550937199158</c:v>
                </c:pt>
                <c:pt idx="855">
                  <c:v>102.81442890310883</c:v>
                </c:pt>
                <c:pt idx="856">
                  <c:v>103.31087075523334</c:v>
                </c:pt>
                <c:pt idx="857">
                  <c:v>104.30941729429746</c:v>
                </c:pt>
                <c:pt idx="858">
                  <c:v>104.67183872246436</c:v>
                </c:pt>
                <c:pt idx="859">
                  <c:v>104.07912867848302</c:v>
                </c:pt>
                <c:pt idx="860">
                  <c:v>104.28865356664204</c:v>
                </c:pt>
                <c:pt idx="861">
                  <c:v>104.93044151235434</c:v>
                </c:pt>
                <c:pt idx="862">
                  <c:v>105.51560110991555</c:v>
                </c:pt>
                <c:pt idx="863">
                  <c:v>104.48118995035574</c:v>
                </c:pt>
                <c:pt idx="864">
                  <c:v>105.02293448100109</c:v>
                </c:pt>
                <c:pt idx="865">
                  <c:v>103.76389754044199</c:v>
                </c:pt>
                <c:pt idx="866">
                  <c:v>104.57745814221254</c:v>
                </c:pt>
                <c:pt idx="867">
                  <c:v>103.51662042018224</c:v>
                </c:pt>
                <c:pt idx="868">
                  <c:v>103.17118749646065</c:v>
                </c:pt>
                <c:pt idx="869">
                  <c:v>102.50486059988287</c:v>
                </c:pt>
                <c:pt idx="870">
                  <c:v>103.76012231723196</c:v>
                </c:pt>
                <c:pt idx="871">
                  <c:v>104.53970591011192</c:v>
                </c:pt>
                <c:pt idx="872">
                  <c:v>103.71104441550105</c:v>
                </c:pt>
                <c:pt idx="873">
                  <c:v>104.83983615531264</c:v>
                </c:pt>
                <c:pt idx="874">
                  <c:v>104.8624874945731</c:v>
                </c:pt>
                <c:pt idx="875">
                  <c:v>104.96819374445515</c:v>
                </c:pt>
                <c:pt idx="876">
                  <c:v>107.35979764803595</c:v>
                </c:pt>
                <c:pt idx="877">
                  <c:v>108.78683202144332</c:v>
                </c:pt>
                <c:pt idx="878">
                  <c:v>108.78305679823323</c:v>
                </c:pt>
                <c:pt idx="879">
                  <c:v>107.65048983521153</c:v>
                </c:pt>
                <c:pt idx="880">
                  <c:v>108.22432376314254</c:v>
                </c:pt>
                <c:pt idx="881">
                  <c:v>108.8075957490987</c:v>
                </c:pt>
                <c:pt idx="882">
                  <c:v>109.31158804764337</c:v>
                </c:pt>
                <c:pt idx="883">
                  <c:v>108.49047699945264</c:v>
                </c:pt>
                <c:pt idx="884">
                  <c:v>108.01102365177347</c:v>
                </c:pt>
                <c:pt idx="885">
                  <c:v>105.72890122128474</c:v>
                </c:pt>
                <c:pt idx="886">
                  <c:v>106.04601997093083</c:v>
                </c:pt>
                <c:pt idx="887">
                  <c:v>106.67836985861794</c:v>
                </c:pt>
                <c:pt idx="888">
                  <c:v>107.05022934481008</c:v>
                </c:pt>
                <c:pt idx="889">
                  <c:v>107.63350133076626</c:v>
                </c:pt>
                <c:pt idx="890">
                  <c:v>109.00957019083759</c:v>
                </c:pt>
                <c:pt idx="891">
                  <c:v>109.11527644071958</c:v>
                </c:pt>
                <c:pt idx="892">
                  <c:v>108.29794061573894</c:v>
                </c:pt>
                <c:pt idx="893">
                  <c:v>109.56452800271821</c:v>
                </c:pt>
                <c:pt idx="894">
                  <c:v>107.99214753572309</c:v>
                </c:pt>
                <c:pt idx="895">
                  <c:v>107.63161371916119</c:v>
                </c:pt>
                <c:pt idx="896">
                  <c:v>105.48539932423509</c:v>
                </c:pt>
                <c:pt idx="897">
                  <c:v>104.43777488344003</c:v>
                </c:pt>
                <c:pt idx="898">
                  <c:v>103.65252845574501</c:v>
                </c:pt>
                <c:pt idx="899">
                  <c:v>105.12864073088328</c:v>
                </c:pt>
                <c:pt idx="900">
                  <c:v>105.97240311833441</c:v>
                </c:pt>
                <c:pt idx="901">
                  <c:v>105.13619117730342</c:v>
                </c:pt>
                <c:pt idx="902">
                  <c:v>105.54957811880635</c:v>
                </c:pt>
                <c:pt idx="903">
                  <c:v>106.12152443513233</c:v>
                </c:pt>
                <c:pt idx="904">
                  <c:v>105.87047209166251</c:v>
                </c:pt>
                <c:pt idx="905">
                  <c:v>107.07854351888567</c:v>
                </c:pt>
                <c:pt idx="906">
                  <c:v>108.88687543651028</c:v>
                </c:pt>
                <c:pt idx="907">
                  <c:v>108.00724842856343</c:v>
                </c:pt>
                <c:pt idx="908">
                  <c:v>107.98459708930301</c:v>
                </c:pt>
                <c:pt idx="909">
                  <c:v>107.36168525964106</c:v>
                </c:pt>
                <c:pt idx="910">
                  <c:v>107.93551918757204</c:v>
                </c:pt>
                <c:pt idx="911">
                  <c:v>108.14126885252099</c:v>
                </c:pt>
                <c:pt idx="912">
                  <c:v>108.42629820488142</c:v>
                </c:pt>
                <c:pt idx="913">
                  <c:v>110.27238235460679</c:v>
                </c:pt>
                <c:pt idx="914">
                  <c:v>109.5834041187686</c:v>
                </c:pt>
                <c:pt idx="915">
                  <c:v>110.03643090397726</c:v>
                </c:pt>
                <c:pt idx="916">
                  <c:v>110.24595579213623</c:v>
                </c:pt>
                <c:pt idx="917">
                  <c:v>110.25350623855643</c:v>
                </c:pt>
                <c:pt idx="918">
                  <c:v>110.27049474300171</c:v>
                </c:pt>
                <c:pt idx="919">
                  <c:v>109.61549351605419</c:v>
                </c:pt>
                <c:pt idx="920">
                  <c:v>109.03410914170304</c:v>
                </c:pt>
                <c:pt idx="921">
                  <c:v>109.28327387356784</c:v>
                </c:pt>
                <c:pt idx="922">
                  <c:v>109.85899541310387</c:v>
                </c:pt>
                <c:pt idx="923">
                  <c:v>110.11382297978375</c:v>
                </c:pt>
                <c:pt idx="924">
                  <c:v>108.38099552636055</c:v>
                </c:pt>
                <c:pt idx="925">
                  <c:v>108.63204786983036</c:v>
                </c:pt>
                <c:pt idx="926">
                  <c:v>110.95192253241977</c:v>
                </c:pt>
                <c:pt idx="927">
                  <c:v>109.88164675236429</c:v>
                </c:pt>
                <c:pt idx="928">
                  <c:v>108.98125601676203</c:v>
                </c:pt>
                <c:pt idx="929">
                  <c:v>108.40364686562094</c:v>
                </c:pt>
                <c:pt idx="930">
                  <c:v>108.79815769107354</c:v>
                </c:pt>
                <c:pt idx="931">
                  <c:v>108.64526115106563</c:v>
                </c:pt>
                <c:pt idx="932">
                  <c:v>108.88121260169518</c:v>
                </c:pt>
                <c:pt idx="933">
                  <c:v>108.88498782490525</c:v>
                </c:pt>
                <c:pt idx="934">
                  <c:v>108.59240802612463</c:v>
                </c:pt>
                <c:pt idx="935">
                  <c:v>106.86901863072661</c:v>
                </c:pt>
                <c:pt idx="936">
                  <c:v>105.57600468127686</c:v>
                </c:pt>
                <c:pt idx="937">
                  <c:v>106.68214508182803</c:v>
                </c:pt>
                <c:pt idx="938">
                  <c:v>107.14083470185182</c:v>
                </c:pt>
                <c:pt idx="939">
                  <c:v>107.72788191101809</c:v>
                </c:pt>
                <c:pt idx="940">
                  <c:v>106.46884497045895</c:v>
                </c:pt>
                <c:pt idx="941">
                  <c:v>107.59197387545547</c:v>
                </c:pt>
                <c:pt idx="942">
                  <c:v>107.8090492100346</c:v>
                </c:pt>
                <c:pt idx="943">
                  <c:v>107.82226249126988</c:v>
                </c:pt>
                <c:pt idx="944">
                  <c:v>107.51269418804397</c:v>
                </c:pt>
                <c:pt idx="945">
                  <c:v>108.07331483473972</c:v>
                </c:pt>
                <c:pt idx="946">
                  <c:v>106.42920512675325</c:v>
                </c:pt>
                <c:pt idx="947">
                  <c:v>104.48874039677607</c:v>
                </c:pt>
                <c:pt idx="948">
                  <c:v>106.13285010476255</c:v>
                </c:pt>
                <c:pt idx="949">
                  <c:v>107.05589217962526</c:v>
                </c:pt>
                <c:pt idx="950">
                  <c:v>106.52924854182019</c:v>
                </c:pt>
                <c:pt idx="951">
                  <c:v>105.93653849783885</c:v>
                </c:pt>
                <c:pt idx="952">
                  <c:v>105.56279140004169</c:v>
                </c:pt>
                <c:pt idx="953">
                  <c:v>106.87468146554184</c:v>
                </c:pt>
                <c:pt idx="954">
                  <c:v>106.1271872699475</c:v>
                </c:pt>
                <c:pt idx="955">
                  <c:v>105.79685523906618</c:v>
                </c:pt>
                <c:pt idx="956">
                  <c:v>106.82937878702094</c:v>
                </c:pt>
                <c:pt idx="957">
                  <c:v>106.17815278328348</c:v>
                </c:pt>
                <c:pt idx="958">
                  <c:v>105.90822432376333</c:v>
                </c:pt>
                <c:pt idx="959">
                  <c:v>106.05545802895615</c:v>
                </c:pt>
                <c:pt idx="960">
                  <c:v>104.1621835891049</c:v>
                </c:pt>
                <c:pt idx="961">
                  <c:v>103.11644675991485</c:v>
                </c:pt>
                <c:pt idx="962">
                  <c:v>102.23304452875794</c:v>
                </c:pt>
                <c:pt idx="963">
                  <c:v>101.66109821243201</c:v>
                </c:pt>
                <c:pt idx="964">
                  <c:v>101.21373426203843</c:v>
                </c:pt>
                <c:pt idx="965">
                  <c:v>101.75925401589384</c:v>
                </c:pt>
                <c:pt idx="966">
                  <c:v>101.34775468599595</c:v>
                </c:pt>
                <c:pt idx="967">
                  <c:v>102.64454385865579</c:v>
                </c:pt>
                <c:pt idx="968">
                  <c:v>103.7204824735264</c:v>
                </c:pt>
                <c:pt idx="969">
                  <c:v>104.83039809728766</c:v>
                </c:pt>
                <c:pt idx="970">
                  <c:v>105.62508258300787</c:v>
                </c:pt>
                <c:pt idx="971">
                  <c:v>104.83417332049771</c:v>
                </c:pt>
                <c:pt idx="972">
                  <c:v>103.59778771919903</c:v>
                </c:pt>
                <c:pt idx="973">
                  <c:v>102.01030635936361</c:v>
                </c:pt>
                <c:pt idx="974">
                  <c:v>102.01596919417871</c:v>
                </c:pt>
                <c:pt idx="975">
                  <c:v>102.48409687222764</c:v>
                </c:pt>
                <c:pt idx="976">
                  <c:v>100.82488627140086</c:v>
                </c:pt>
                <c:pt idx="977">
                  <c:v>102.93712365743632</c:v>
                </c:pt>
                <c:pt idx="978">
                  <c:v>103.22404062140181</c:v>
                </c:pt>
                <c:pt idx="979">
                  <c:v>104.48685278517101</c:v>
                </c:pt>
                <c:pt idx="980">
                  <c:v>105.74777733733519</c:v>
                </c:pt>
                <c:pt idx="981">
                  <c:v>106.2914094795856</c:v>
                </c:pt>
                <c:pt idx="982">
                  <c:v>105.92521282820856</c:v>
                </c:pt>
                <c:pt idx="983">
                  <c:v>105.0512486550768</c:v>
                </c:pt>
                <c:pt idx="984">
                  <c:v>105.59110557411715</c:v>
                </c:pt>
                <c:pt idx="985">
                  <c:v>105.08900088717753</c:v>
                </c:pt>
                <c:pt idx="986">
                  <c:v>104.67750155727964</c:v>
                </c:pt>
                <c:pt idx="987">
                  <c:v>102.9352360458313</c:v>
                </c:pt>
                <c:pt idx="988">
                  <c:v>102.87294486286511</c:v>
                </c:pt>
                <c:pt idx="989">
                  <c:v>104.69826528493506</c:v>
                </c:pt>
                <c:pt idx="990">
                  <c:v>107.02946561715468</c:v>
                </c:pt>
                <c:pt idx="991">
                  <c:v>107.22955244728853</c:v>
                </c:pt>
                <c:pt idx="992">
                  <c:v>107.27107990259933</c:v>
                </c:pt>
                <c:pt idx="993">
                  <c:v>107.03512845196981</c:v>
                </c:pt>
                <c:pt idx="994">
                  <c:v>107.4975932952037</c:v>
                </c:pt>
                <c:pt idx="995">
                  <c:v>107.36923570606122</c:v>
                </c:pt>
                <c:pt idx="996">
                  <c:v>107.8581271117656</c:v>
                </c:pt>
                <c:pt idx="997">
                  <c:v>109.31725088245854</c:v>
                </c:pt>
                <c:pt idx="998">
                  <c:v>109.57019083753339</c:v>
                </c:pt>
                <c:pt idx="999">
                  <c:v>109.77405289087727</c:v>
                </c:pt>
                <c:pt idx="1000">
                  <c:v>110.42150367140468</c:v>
                </c:pt>
                <c:pt idx="1001">
                  <c:v>109.35877833776931</c:v>
                </c:pt>
                <c:pt idx="1002">
                  <c:v>109.38520490023983</c:v>
                </c:pt>
                <c:pt idx="1003">
                  <c:v>108.42629820488148</c:v>
                </c:pt>
                <c:pt idx="1004">
                  <c:v>110.06663268965789</c:v>
                </c:pt>
                <c:pt idx="1005">
                  <c:v>111.39928648281339</c:v>
                </c:pt>
                <c:pt idx="1006">
                  <c:v>113.6700832436719</c:v>
                </c:pt>
                <c:pt idx="1007">
                  <c:v>111.81267342431632</c:v>
                </c:pt>
                <c:pt idx="1008">
                  <c:v>113.35107688242078</c:v>
                </c:pt>
                <c:pt idx="1009">
                  <c:v>115.39536025067491</c:v>
                </c:pt>
                <c:pt idx="1010">
                  <c:v>116.24478547294122</c:v>
                </c:pt>
                <c:pt idx="1011">
                  <c:v>116.58455556184771</c:v>
                </c:pt>
                <c:pt idx="1012">
                  <c:v>116.37880589689875</c:v>
                </c:pt>
                <c:pt idx="1013">
                  <c:v>116.76387866432611</c:v>
                </c:pt>
                <c:pt idx="1014">
                  <c:v>116.24856069615126</c:v>
                </c:pt>
                <c:pt idx="1015">
                  <c:v>115.34250712573389</c:v>
                </c:pt>
                <c:pt idx="1016">
                  <c:v>117.49627196708013</c:v>
                </c:pt>
                <c:pt idx="1017">
                  <c:v>118.22111482341403</c:v>
                </c:pt>
                <c:pt idx="1018">
                  <c:v>119.2366498669235</c:v>
                </c:pt>
                <c:pt idx="1019">
                  <c:v>119.58774562546026</c:v>
                </c:pt>
                <c:pt idx="1020">
                  <c:v>119.6330483039811</c:v>
                </c:pt>
                <c:pt idx="1021">
                  <c:v>119.84257319214008</c:v>
                </c:pt>
                <c:pt idx="1022">
                  <c:v>120.01245823659333</c:v>
                </c:pt>
                <c:pt idx="1023">
                  <c:v>117.79828982388592</c:v>
                </c:pt>
                <c:pt idx="1024">
                  <c:v>118.63638937652198</c:v>
                </c:pt>
                <c:pt idx="1025">
                  <c:v>121.01100477565747</c:v>
                </c:pt>
                <c:pt idx="1026">
                  <c:v>123.19497140268429</c:v>
                </c:pt>
                <c:pt idx="1027">
                  <c:v>119.80482096003939</c:v>
                </c:pt>
                <c:pt idx="1028">
                  <c:v>121.92649640410001</c:v>
                </c:pt>
                <c:pt idx="1029">
                  <c:v>123.68386280838871</c:v>
                </c:pt>
                <c:pt idx="1030">
                  <c:v>125.27889461464424</c:v>
                </c:pt>
                <c:pt idx="1031">
                  <c:v>126.90412820658037</c:v>
                </c:pt>
                <c:pt idx="1032">
                  <c:v>125.01274137833417</c:v>
                </c:pt>
                <c:pt idx="1033">
                  <c:v>126.39258546161562</c:v>
                </c:pt>
                <c:pt idx="1034">
                  <c:v>124.92591124450253</c:v>
                </c:pt>
                <c:pt idx="1035">
                  <c:v>125.89236838628102</c:v>
                </c:pt>
                <c:pt idx="1036">
                  <c:v>125.631877984786</c:v>
                </c:pt>
                <c:pt idx="1037">
                  <c:v>125.96032240406232</c:v>
                </c:pt>
                <c:pt idx="1038">
                  <c:v>126.20193668950695</c:v>
                </c:pt>
                <c:pt idx="1039">
                  <c:v>127.20425845178113</c:v>
                </c:pt>
                <c:pt idx="1040">
                  <c:v>126.65307586311057</c:v>
                </c:pt>
                <c:pt idx="1041">
                  <c:v>126.53415633199329</c:v>
                </c:pt>
                <c:pt idx="1042">
                  <c:v>127.54402854068763</c:v>
                </c:pt>
                <c:pt idx="1043">
                  <c:v>127.00417162164727</c:v>
                </c:pt>
                <c:pt idx="1044">
                  <c:v>123.58759461653183</c:v>
                </c:pt>
                <c:pt idx="1045">
                  <c:v>123.50642731751526</c:v>
                </c:pt>
                <c:pt idx="1046">
                  <c:v>120.70521169564164</c:v>
                </c:pt>
                <c:pt idx="1047">
                  <c:v>118.41931404194287</c:v>
                </c:pt>
                <c:pt idx="1048">
                  <c:v>118.78739830492492</c:v>
                </c:pt>
                <c:pt idx="1049">
                  <c:v>118.61562564886664</c:v>
                </c:pt>
                <c:pt idx="1050">
                  <c:v>118.22677765822918</c:v>
                </c:pt>
                <c:pt idx="1051">
                  <c:v>117.79640221228092</c:v>
                </c:pt>
                <c:pt idx="1052">
                  <c:v>116.56756705740239</c:v>
                </c:pt>
                <c:pt idx="1053">
                  <c:v>117.23578156558516</c:v>
                </c:pt>
                <c:pt idx="1054">
                  <c:v>117.44153123053411</c:v>
                </c:pt>
                <c:pt idx="1055">
                  <c:v>114.7988749834835</c:v>
                </c:pt>
                <c:pt idx="1056">
                  <c:v>113.0245200747495</c:v>
                </c:pt>
                <c:pt idx="1057">
                  <c:v>111.29169262132635</c:v>
                </c:pt>
                <c:pt idx="1058">
                  <c:v>112.95090322215314</c:v>
                </c:pt>
                <c:pt idx="1059">
                  <c:v>114.83285199237419</c:v>
                </c:pt>
                <c:pt idx="1060">
                  <c:v>117.09232308360247</c:v>
                </c:pt>
                <c:pt idx="1061">
                  <c:v>116.31651471393261</c:v>
                </c:pt>
                <c:pt idx="1062">
                  <c:v>115.94654283934551</c:v>
                </c:pt>
                <c:pt idx="1063">
                  <c:v>116.35426694603328</c:v>
                </c:pt>
                <c:pt idx="1064">
                  <c:v>118.50803178737954</c:v>
                </c:pt>
                <c:pt idx="1065">
                  <c:v>119.87843781263578</c:v>
                </c:pt>
                <c:pt idx="1066">
                  <c:v>119.87466258942568</c:v>
                </c:pt>
                <c:pt idx="1067">
                  <c:v>119.44806236668749</c:v>
                </c:pt>
                <c:pt idx="1068">
                  <c:v>119.13471884025148</c:v>
                </c:pt>
                <c:pt idx="1069">
                  <c:v>123.16476961700364</c:v>
                </c:pt>
                <c:pt idx="1070">
                  <c:v>123.29312720614605</c:v>
                </c:pt>
                <c:pt idx="1071">
                  <c:v>124.08214885705117</c:v>
                </c:pt>
                <c:pt idx="1072">
                  <c:v>124.35962776299148</c:v>
                </c:pt>
                <c:pt idx="1073">
                  <c:v>123.94812843309357</c:v>
                </c:pt>
                <c:pt idx="1074">
                  <c:v>122.3417709572078</c:v>
                </c:pt>
                <c:pt idx="1075">
                  <c:v>123.00809785378551</c:v>
                </c:pt>
                <c:pt idx="1076">
                  <c:v>123.60080789776686</c:v>
                </c:pt>
                <c:pt idx="1077">
                  <c:v>124.29922419163024</c:v>
                </c:pt>
                <c:pt idx="1078">
                  <c:v>122.77025879155096</c:v>
                </c:pt>
                <c:pt idx="1079">
                  <c:v>123.17987050984384</c:v>
                </c:pt>
                <c:pt idx="1080">
                  <c:v>122.91182966192869</c:v>
                </c:pt>
                <c:pt idx="1081">
                  <c:v>123.66876191554819</c:v>
                </c:pt>
                <c:pt idx="1082">
                  <c:v>123.03452441625606</c:v>
                </c:pt>
                <c:pt idx="1083">
                  <c:v>121.71319629273076</c:v>
                </c:pt>
                <c:pt idx="1084">
                  <c:v>120.37110444155009</c:v>
                </c:pt>
                <c:pt idx="1085">
                  <c:v>121.64146705173943</c:v>
                </c:pt>
                <c:pt idx="1086">
                  <c:v>121.25261906110198</c:v>
                </c:pt>
                <c:pt idx="1087">
                  <c:v>119.35368178643562</c:v>
                </c:pt>
                <c:pt idx="1088">
                  <c:v>121.34888725295883</c:v>
                </c:pt>
                <c:pt idx="1089">
                  <c:v>123.63289729505259</c:v>
                </c:pt>
                <c:pt idx="1090">
                  <c:v>121.37720142703438</c:v>
                </c:pt>
                <c:pt idx="1091">
                  <c:v>121.92460879249482</c:v>
                </c:pt>
                <c:pt idx="1092">
                  <c:v>123.67253713875827</c:v>
                </c:pt>
                <c:pt idx="1093">
                  <c:v>123.49321403627985</c:v>
                </c:pt>
                <c:pt idx="1094">
                  <c:v>123.48943881306977</c:v>
                </c:pt>
                <c:pt idx="1095">
                  <c:v>122.50599316684591</c:v>
                </c:pt>
                <c:pt idx="1096">
                  <c:v>119.14415689827655</c:v>
                </c:pt>
                <c:pt idx="1097">
                  <c:v>118.97615946542831</c:v>
                </c:pt>
                <c:pt idx="1098">
                  <c:v>116.26932442380649</c:v>
                </c:pt>
                <c:pt idx="1099">
                  <c:v>117.88889518092749</c:v>
                </c:pt>
                <c:pt idx="1100">
                  <c:v>118.75530890763912</c:v>
                </c:pt>
                <c:pt idx="1101">
                  <c:v>119.17435868395718</c:v>
                </c:pt>
                <c:pt idx="1102">
                  <c:v>120.78637899465805</c:v>
                </c:pt>
                <c:pt idx="1103">
                  <c:v>120.77316571342283</c:v>
                </c:pt>
                <c:pt idx="1104">
                  <c:v>121.06763312380846</c:v>
                </c:pt>
                <c:pt idx="1105">
                  <c:v>120.60894350378467</c:v>
                </c:pt>
                <c:pt idx="1106">
                  <c:v>119.90486437510617</c:v>
                </c:pt>
                <c:pt idx="1107">
                  <c:v>121.29414651641278</c:v>
                </c:pt>
                <c:pt idx="1108">
                  <c:v>121.58295109198328</c:v>
                </c:pt>
                <c:pt idx="1109">
                  <c:v>121.59427676161349</c:v>
                </c:pt>
                <c:pt idx="1110">
                  <c:v>119.11395511259599</c:v>
                </c:pt>
                <c:pt idx="1111">
                  <c:v>117.58876493572679</c:v>
                </c:pt>
                <c:pt idx="1112">
                  <c:v>119.60850935311545</c:v>
                </c:pt>
                <c:pt idx="1113">
                  <c:v>116.6770485304943</c:v>
                </c:pt>
                <c:pt idx="1114">
                  <c:v>120.48058591464211</c:v>
                </c:pt>
                <c:pt idx="1115">
                  <c:v>122.68720388092933</c:v>
                </c:pt>
                <c:pt idx="1116">
                  <c:v>123.715952205674</c:v>
                </c:pt>
                <c:pt idx="1117">
                  <c:v>124.34452687015104</c:v>
                </c:pt>
                <c:pt idx="1118">
                  <c:v>122.66266493006385</c:v>
                </c:pt>
                <c:pt idx="1119">
                  <c:v>122.20020008682998</c:v>
                </c:pt>
                <c:pt idx="1120">
                  <c:v>122.28136738584654</c:v>
                </c:pt>
                <c:pt idx="1121">
                  <c:v>120.32580176302911</c:v>
                </c:pt>
                <c:pt idx="1122">
                  <c:v>120.7240878116917</c:v>
                </c:pt>
                <c:pt idx="1123">
                  <c:v>122.40594975177891</c:v>
                </c:pt>
                <c:pt idx="1124">
                  <c:v>122.05862921645226</c:v>
                </c:pt>
                <c:pt idx="1125">
                  <c:v>119.78972006719883</c:v>
                </c:pt>
                <c:pt idx="1126">
                  <c:v>120.44472129414638</c:v>
                </c:pt>
                <c:pt idx="1127">
                  <c:v>120.843007342809</c:v>
                </c:pt>
                <c:pt idx="1128">
                  <c:v>123.36108122392719</c:v>
                </c:pt>
                <c:pt idx="1129">
                  <c:v>123.14211827774301</c:v>
                </c:pt>
                <c:pt idx="1130">
                  <c:v>121.93970968533499</c:v>
                </c:pt>
                <c:pt idx="1131">
                  <c:v>118.89876738962175</c:v>
                </c:pt>
                <c:pt idx="1132">
                  <c:v>119.28950299186427</c:v>
                </c:pt>
                <c:pt idx="1133">
                  <c:v>120.62215678501977</c:v>
                </c:pt>
                <c:pt idx="1134">
                  <c:v>119.66325008966143</c:v>
                </c:pt>
                <c:pt idx="1135">
                  <c:v>119.96715555807226</c:v>
                </c:pt>
                <c:pt idx="1136">
                  <c:v>119.47071370594776</c:v>
                </c:pt>
                <c:pt idx="1137">
                  <c:v>120.02755912943344</c:v>
                </c:pt>
                <c:pt idx="1138">
                  <c:v>118.98937274666356</c:v>
                </c:pt>
                <c:pt idx="1139">
                  <c:v>117.86624384166703</c:v>
                </c:pt>
                <c:pt idx="1140">
                  <c:v>118.2248900466239</c:v>
                </c:pt>
                <c:pt idx="1141">
                  <c:v>119.93884138399667</c:v>
                </c:pt>
                <c:pt idx="1142">
                  <c:v>118.75530890763902</c:v>
                </c:pt>
                <c:pt idx="1143">
                  <c:v>120.46548502180181</c:v>
                </c:pt>
                <c:pt idx="1144">
                  <c:v>120.77882854823781</c:v>
                </c:pt>
                <c:pt idx="1145">
                  <c:v>122.78158446118118</c:v>
                </c:pt>
                <c:pt idx="1146">
                  <c:v>121.4300545519753</c:v>
                </c:pt>
                <c:pt idx="1147">
                  <c:v>121.69054495347028</c:v>
                </c:pt>
                <c:pt idx="1148">
                  <c:v>118.39477509107719</c:v>
                </c:pt>
                <c:pt idx="1149">
                  <c:v>119.86899975461041</c:v>
                </c:pt>
                <c:pt idx="1150">
                  <c:v>122.2587160465862</c:v>
                </c:pt>
                <c:pt idx="1151">
                  <c:v>124.13877720520219</c:v>
                </c:pt>
                <c:pt idx="1152">
                  <c:v>123.1628820053985</c:v>
                </c:pt>
                <c:pt idx="1153">
                  <c:v>125.03539271759436</c:v>
                </c:pt>
                <c:pt idx="1154">
                  <c:v>125.88481793986064</c:v>
                </c:pt>
                <c:pt idx="1155">
                  <c:v>125.77344885516351</c:v>
                </c:pt>
                <c:pt idx="1156">
                  <c:v>124.27091001755477</c:v>
                </c:pt>
                <c:pt idx="1157">
                  <c:v>123.35730600071727</c:v>
                </c:pt>
                <c:pt idx="1158">
                  <c:v>123.95001604469859</c:v>
                </c:pt>
                <c:pt idx="1159">
                  <c:v>123.32710421503668</c:v>
                </c:pt>
                <c:pt idx="1160">
                  <c:v>122.18887441719991</c:v>
                </c:pt>
                <c:pt idx="1161">
                  <c:v>124.2256073390339</c:v>
                </c:pt>
                <c:pt idx="1162">
                  <c:v>124.1104630311267</c:v>
                </c:pt>
                <c:pt idx="1163">
                  <c:v>126.83806180040392</c:v>
                </c:pt>
                <c:pt idx="1164">
                  <c:v>127.21747173301618</c:v>
                </c:pt>
                <c:pt idx="1165">
                  <c:v>127.6686109066198</c:v>
                </c:pt>
                <c:pt idx="1166">
                  <c:v>127.63840912093923</c:v>
                </c:pt>
                <c:pt idx="1167">
                  <c:v>126.73424316212689</c:v>
                </c:pt>
                <c:pt idx="1168">
                  <c:v>126.34917039469953</c:v>
                </c:pt>
                <c:pt idx="1169">
                  <c:v>125.28266983785412</c:v>
                </c:pt>
                <c:pt idx="1170">
                  <c:v>123.57626894690142</c:v>
                </c:pt>
                <c:pt idx="1171">
                  <c:v>125.46765577514765</c:v>
                </c:pt>
                <c:pt idx="1172">
                  <c:v>124.8862714007965</c:v>
                </c:pt>
                <c:pt idx="1173">
                  <c:v>124.36529059780652</c:v>
                </c:pt>
                <c:pt idx="1174">
                  <c:v>123.23838646959992</c:v>
                </c:pt>
                <c:pt idx="1175">
                  <c:v>122.19453725201494</c:v>
                </c:pt>
                <c:pt idx="1176">
                  <c:v>120.38809294599533</c:v>
                </c:pt>
                <c:pt idx="1177">
                  <c:v>120.99401627121192</c:v>
                </c:pt>
                <c:pt idx="1178">
                  <c:v>119.74441738867799</c:v>
                </c:pt>
                <c:pt idx="1179">
                  <c:v>120.18800611586146</c:v>
                </c:pt>
                <c:pt idx="1180">
                  <c:v>119.31404194272973</c:v>
                </c:pt>
                <c:pt idx="1181">
                  <c:v>120.04832285708883</c:v>
                </c:pt>
                <c:pt idx="1182">
                  <c:v>118.72888234516856</c:v>
                </c:pt>
                <c:pt idx="1183">
                  <c:v>118.49859372935414</c:v>
                </c:pt>
                <c:pt idx="1184">
                  <c:v>120.74673915095218</c:v>
                </c:pt>
                <c:pt idx="1185">
                  <c:v>119.96338033486221</c:v>
                </c:pt>
                <c:pt idx="1186">
                  <c:v>118.74964607282398</c:v>
                </c:pt>
                <c:pt idx="1187">
                  <c:v>119.09696660815062</c:v>
                </c:pt>
                <c:pt idx="1188">
                  <c:v>118.21733960020376</c:v>
                </c:pt>
                <c:pt idx="1189">
                  <c:v>117.57177643128141</c:v>
                </c:pt>
                <c:pt idx="1190">
                  <c:v>116.60343167789789</c:v>
                </c:pt>
                <c:pt idx="1191">
                  <c:v>116.07678804009281</c:v>
                </c:pt>
                <c:pt idx="1192">
                  <c:v>117.23955678879506</c:v>
                </c:pt>
                <c:pt idx="1193">
                  <c:v>118.67036638541245</c:v>
                </c:pt>
                <c:pt idx="1194">
                  <c:v>119.43862430866214</c:v>
                </c:pt>
                <c:pt idx="1195">
                  <c:v>117.61141627498716</c:v>
                </c:pt>
                <c:pt idx="1196">
                  <c:v>118.15504841723757</c:v>
                </c:pt>
                <c:pt idx="1197">
                  <c:v>118.91764350567217</c:v>
                </c:pt>
                <c:pt idx="1198">
                  <c:v>119.05921437604992</c:v>
                </c:pt>
                <c:pt idx="1199">
                  <c:v>119.50469071483845</c:v>
                </c:pt>
                <c:pt idx="1200">
                  <c:v>118.97427185382327</c:v>
                </c:pt>
                <c:pt idx="1201">
                  <c:v>121.00534194084216</c:v>
                </c:pt>
                <c:pt idx="1202">
                  <c:v>121.83400343545306</c:v>
                </c:pt>
                <c:pt idx="1203">
                  <c:v>#N/A</c:v>
                </c:pt>
                <c:pt idx="1204">
                  <c:v>#N/A</c:v>
                </c:pt>
                <c:pt idx="1205">
                  <c:v>#N/A</c:v>
                </c:pt>
                <c:pt idx="1206">
                  <c:v>#N/A</c:v>
                </c:pt>
                <c:pt idx="1207">
                  <c:v>#N/A</c:v>
                </c:pt>
                <c:pt idx="1208">
                  <c:v>#N/A</c:v>
                </c:pt>
                <c:pt idx="1209">
                  <c:v>#N/A</c:v>
                </c:pt>
                <c:pt idx="1210">
                  <c:v>#N/A</c:v>
                </c:pt>
                <c:pt idx="1211">
                  <c:v>#N/A</c:v>
                </c:pt>
                <c:pt idx="1212">
                  <c:v>#N/A</c:v>
                </c:pt>
                <c:pt idx="1213">
                  <c:v>#N/A</c:v>
                </c:pt>
                <c:pt idx="1214">
                  <c:v>#N/A</c:v>
                </c:pt>
                <c:pt idx="1215">
                  <c:v>#N/A</c:v>
                </c:pt>
                <c:pt idx="1216">
                  <c:v>#N/A</c:v>
                </c:pt>
                <c:pt idx="1217">
                  <c:v>#N/A</c:v>
                </c:pt>
                <c:pt idx="1218">
                  <c:v>#N/A</c:v>
                </c:pt>
                <c:pt idx="1219">
                  <c:v>#N/A</c:v>
                </c:pt>
                <c:pt idx="1220">
                  <c:v>#N/A</c:v>
                </c:pt>
                <c:pt idx="1221">
                  <c:v>#N/A</c:v>
                </c:pt>
                <c:pt idx="1222">
                  <c:v>#N/A</c:v>
                </c:pt>
                <c:pt idx="1223">
                  <c:v>#N/A</c:v>
                </c:pt>
                <c:pt idx="1224">
                  <c:v>#N/A</c:v>
                </c:pt>
                <c:pt idx="1225">
                  <c:v>#N/A</c:v>
                </c:pt>
                <c:pt idx="1226">
                  <c:v>#N/A</c:v>
                </c:pt>
                <c:pt idx="1227">
                  <c:v>#N/A</c:v>
                </c:pt>
                <c:pt idx="1228">
                  <c:v>#N/A</c:v>
                </c:pt>
                <c:pt idx="1229">
                  <c:v>#N/A</c:v>
                </c:pt>
                <c:pt idx="1230">
                  <c:v>#N/A</c:v>
                </c:pt>
                <c:pt idx="1231">
                  <c:v>#N/A</c:v>
                </c:pt>
                <c:pt idx="1232">
                  <c:v>#N/A</c:v>
                </c:pt>
                <c:pt idx="1233">
                  <c:v>#N/A</c:v>
                </c:pt>
                <c:pt idx="1234">
                  <c:v>#N/A</c:v>
                </c:pt>
                <c:pt idx="1235">
                  <c:v>#N/A</c:v>
                </c:pt>
                <c:pt idx="1236">
                  <c:v>#N/A</c:v>
                </c:pt>
                <c:pt idx="1237">
                  <c:v>#N/A</c:v>
                </c:pt>
                <c:pt idx="1238">
                  <c:v>#N/A</c:v>
                </c:pt>
                <c:pt idx="1239">
                  <c:v>#N/A</c:v>
                </c:pt>
                <c:pt idx="1240">
                  <c:v>#N/A</c:v>
                </c:pt>
                <c:pt idx="1241">
                  <c:v>#N/A</c:v>
                </c:pt>
                <c:pt idx="1242">
                  <c:v>#N/A</c:v>
                </c:pt>
                <c:pt idx="1243">
                  <c:v>#N/A</c:v>
                </c:pt>
                <c:pt idx="1244">
                  <c:v>#N/A</c:v>
                </c:pt>
                <c:pt idx="1245">
                  <c:v>#N/A</c:v>
                </c:pt>
                <c:pt idx="1246">
                  <c:v>#N/A</c:v>
                </c:pt>
                <c:pt idx="1247">
                  <c:v>#N/A</c:v>
                </c:pt>
                <c:pt idx="1248">
                  <c:v>#N/A</c:v>
                </c:pt>
                <c:pt idx="1249">
                  <c:v>#N/A</c:v>
                </c:pt>
                <c:pt idx="1250">
                  <c:v>#N/A</c:v>
                </c:pt>
                <c:pt idx="1251">
                  <c:v>#N/A</c:v>
                </c:pt>
                <c:pt idx="1252">
                  <c:v>#N/A</c:v>
                </c:pt>
                <c:pt idx="1253">
                  <c:v>#N/A</c:v>
                </c:pt>
                <c:pt idx="1254">
                  <c:v>#N/A</c:v>
                </c:pt>
                <c:pt idx="1255">
                  <c:v>#N/A</c:v>
                </c:pt>
                <c:pt idx="1256">
                  <c:v>#N/A</c:v>
                </c:pt>
                <c:pt idx="1257">
                  <c:v>#N/A</c:v>
                </c:pt>
                <c:pt idx="1258">
                  <c:v>#N/A</c:v>
                </c:pt>
                <c:pt idx="1259">
                  <c:v>#N/A</c:v>
                </c:pt>
                <c:pt idx="1260">
                  <c:v>#N/A</c:v>
                </c:pt>
                <c:pt idx="1261">
                  <c:v>#N/A</c:v>
                </c:pt>
                <c:pt idx="1262">
                  <c:v>#N/A</c:v>
                </c:pt>
                <c:pt idx="1263">
                  <c:v>#N/A</c:v>
                </c:pt>
                <c:pt idx="1264">
                  <c:v>#N/A</c:v>
                </c:pt>
                <c:pt idx="1265">
                  <c:v>#N/A</c:v>
                </c:pt>
                <c:pt idx="1266">
                  <c:v>#N/A</c:v>
                </c:pt>
                <c:pt idx="1267">
                  <c:v>#N/A</c:v>
                </c:pt>
                <c:pt idx="1268">
                  <c:v>#N/A</c:v>
                </c:pt>
                <c:pt idx="1269">
                  <c:v>#N/A</c:v>
                </c:pt>
                <c:pt idx="1270">
                  <c:v>#N/A</c:v>
                </c:pt>
                <c:pt idx="1271">
                  <c:v>#N/A</c:v>
                </c:pt>
                <c:pt idx="1272">
                  <c:v>#N/A</c:v>
                </c:pt>
                <c:pt idx="1273">
                  <c:v>#N/A</c:v>
                </c:pt>
                <c:pt idx="1274">
                  <c:v>#N/A</c:v>
                </c:pt>
                <c:pt idx="1275">
                  <c:v>#N/A</c:v>
                </c:pt>
                <c:pt idx="1276">
                  <c:v>#N/A</c:v>
                </c:pt>
                <c:pt idx="1277">
                  <c:v>#N/A</c:v>
                </c:pt>
                <c:pt idx="1278">
                  <c:v>#N/A</c:v>
                </c:pt>
                <c:pt idx="1279">
                  <c:v>#N/A</c:v>
                </c:pt>
                <c:pt idx="1280">
                  <c:v>#N/A</c:v>
                </c:pt>
                <c:pt idx="1281">
                  <c:v>#N/A</c:v>
                </c:pt>
                <c:pt idx="1282">
                  <c:v>#N/A</c:v>
                </c:pt>
                <c:pt idx="1283">
                  <c:v>#N/A</c:v>
                </c:pt>
                <c:pt idx="1284">
                  <c:v>#N/A</c:v>
                </c:pt>
                <c:pt idx="1285">
                  <c:v>#N/A</c:v>
                </c:pt>
                <c:pt idx="1286">
                  <c:v>#N/A</c:v>
                </c:pt>
                <c:pt idx="1287">
                  <c:v>#N/A</c:v>
                </c:pt>
                <c:pt idx="1288">
                  <c:v>#N/A</c:v>
                </c:pt>
                <c:pt idx="1289">
                  <c:v>#N/A</c:v>
                </c:pt>
                <c:pt idx="1290">
                  <c:v>#N/A</c:v>
                </c:pt>
                <c:pt idx="1291">
                  <c:v>#N/A</c:v>
                </c:pt>
                <c:pt idx="1292">
                  <c:v>#N/A</c:v>
                </c:pt>
                <c:pt idx="1293">
                  <c:v>#N/A</c:v>
                </c:pt>
                <c:pt idx="1294">
                  <c:v>#N/A</c:v>
                </c:pt>
                <c:pt idx="1295">
                  <c:v>#N/A</c:v>
                </c:pt>
                <c:pt idx="1296">
                  <c:v>#N/A</c:v>
                </c:pt>
                <c:pt idx="1297">
                  <c:v>#N/A</c:v>
                </c:pt>
                <c:pt idx="1298">
                  <c:v>#N/A</c:v>
                </c:pt>
                <c:pt idx="1299">
                  <c:v>#N/A</c:v>
                </c:pt>
                <c:pt idx="1300">
                  <c:v>#N/A</c:v>
                </c:pt>
                <c:pt idx="1301">
                  <c:v>#N/A</c:v>
                </c:pt>
                <c:pt idx="1302">
                  <c:v>#N/A</c:v>
                </c:pt>
                <c:pt idx="1303">
                  <c:v>#N/A</c:v>
                </c:pt>
                <c:pt idx="1304">
                  <c:v>#N/A</c:v>
                </c:pt>
                <c:pt idx="1305">
                  <c:v>#N/A</c:v>
                </c:pt>
                <c:pt idx="1306">
                  <c:v>#N/A</c:v>
                </c:pt>
                <c:pt idx="1307">
                  <c:v>#N/A</c:v>
                </c:pt>
                <c:pt idx="1308">
                  <c:v>#N/A</c:v>
                </c:pt>
                <c:pt idx="1309">
                  <c:v>#N/A</c:v>
                </c:pt>
                <c:pt idx="1310">
                  <c:v>#N/A</c:v>
                </c:pt>
                <c:pt idx="1311">
                  <c:v>#N/A</c:v>
                </c:pt>
                <c:pt idx="1312">
                  <c:v>#N/A</c:v>
                </c:pt>
                <c:pt idx="1313">
                  <c:v>#N/A</c:v>
                </c:pt>
                <c:pt idx="1314">
                  <c:v>#N/A</c:v>
                </c:pt>
                <c:pt idx="1315">
                  <c:v>#N/A</c:v>
                </c:pt>
                <c:pt idx="1316">
                  <c:v>#N/A</c:v>
                </c:pt>
                <c:pt idx="1317">
                  <c:v>#N/A</c:v>
                </c:pt>
                <c:pt idx="1318">
                  <c:v>#N/A</c:v>
                </c:pt>
                <c:pt idx="1319">
                  <c:v>#N/A</c:v>
                </c:pt>
                <c:pt idx="1320">
                  <c:v>#N/A</c:v>
                </c:pt>
                <c:pt idx="1321">
                  <c:v>#N/A</c:v>
                </c:pt>
                <c:pt idx="1322">
                  <c:v>#N/A</c:v>
                </c:pt>
                <c:pt idx="1323">
                  <c:v>#N/A</c:v>
                </c:pt>
                <c:pt idx="1324">
                  <c:v>#N/A</c:v>
                </c:pt>
                <c:pt idx="1325">
                  <c:v>#N/A</c:v>
                </c:pt>
                <c:pt idx="1326">
                  <c:v>#N/A</c:v>
                </c:pt>
                <c:pt idx="1327">
                  <c:v>#N/A</c:v>
                </c:pt>
                <c:pt idx="1328">
                  <c:v>#N/A</c:v>
                </c:pt>
                <c:pt idx="1329">
                  <c:v>#N/A</c:v>
                </c:pt>
                <c:pt idx="1330">
                  <c:v>#N/A</c:v>
                </c:pt>
              </c:numCache>
            </c:numRef>
          </c:val>
          <c:smooth val="0"/>
          <c:extLst>
            <c:ext xmlns:c16="http://schemas.microsoft.com/office/drawing/2014/chart" uri="{C3380CC4-5D6E-409C-BE32-E72D297353CC}">
              <c16:uniqueId val="{00000004-7DBF-4598-8C69-E59DF427EB9D}"/>
            </c:ext>
          </c:extLst>
        </c:ser>
        <c:ser>
          <c:idx val="5"/>
          <c:order val="5"/>
          <c:tx>
            <c:strRef>
              <c:f>SPX_UST!$AU$7</c:f>
              <c:strCache>
                <c:ptCount val="1"/>
                <c:pt idx="0">
                  <c:v>Health Care</c:v>
                </c:pt>
              </c:strCache>
            </c:strRef>
          </c:tx>
          <c:spPr>
            <a:ln w="28575">
              <a:solidFill>
                <a:srgbClr val="5757C9"/>
              </a:solidFill>
            </a:ln>
          </c:spPr>
          <c:marker>
            <c:symbol val="none"/>
          </c:marker>
          <c:cat>
            <c:numRef>
              <c:f>SPX_UST!$AG$1275:$AG$4055</c:f>
              <c:numCache>
                <c:formatCode>m/d/yyyy</c:formatCode>
                <c:ptCount val="2781"/>
                <c:pt idx="0">
                  <c:v>44561</c:v>
                </c:pt>
                <c:pt idx="1">
                  <c:v>44564</c:v>
                </c:pt>
                <c:pt idx="2">
                  <c:v>44565</c:v>
                </c:pt>
                <c:pt idx="3">
                  <c:v>44566</c:v>
                </c:pt>
                <c:pt idx="4">
                  <c:v>44567</c:v>
                </c:pt>
                <c:pt idx="5">
                  <c:v>44568</c:v>
                </c:pt>
                <c:pt idx="6">
                  <c:v>44571</c:v>
                </c:pt>
                <c:pt idx="7">
                  <c:v>44572</c:v>
                </c:pt>
                <c:pt idx="8">
                  <c:v>44573</c:v>
                </c:pt>
                <c:pt idx="9">
                  <c:v>44574</c:v>
                </c:pt>
                <c:pt idx="10">
                  <c:v>44575</c:v>
                </c:pt>
                <c:pt idx="11">
                  <c:v>44579</c:v>
                </c:pt>
                <c:pt idx="12">
                  <c:v>44580</c:v>
                </c:pt>
                <c:pt idx="13">
                  <c:v>44581</c:v>
                </c:pt>
                <c:pt idx="14">
                  <c:v>44582</c:v>
                </c:pt>
                <c:pt idx="15">
                  <c:v>44585</c:v>
                </c:pt>
                <c:pt idx="16">
                  <c:v>44586</c:v>
                </c:pt>
                <c:pt idx="17">
                  <c:v>44587</c:v>
                </c:pt>
                <c:pt idx="18">
                  <c:v>44588</c:v>
                </c:pt>
                <c:pt idx="19">
                  <c:v>44589</c:v>
                </c:pt>
                <c:pt idx="20">
                  <c:v>44592</c:v>
                </c:pt>
                <c:pt idx="21">
                  <c:v>44593</c:v>
                </c:pt>
                <c:pt idx="22">
                  <c:v>44594</c:v>
                </c:pt>
                <c:pt idx="23">
                  <c:v>44595</c:v>
                </c:pt>
                <c:pt idx="24">
                  <c:v>44596</c:v>
                </c:pt>
                <c:pt idx="25">
                  <c:v>44599</c:v>
                </c:pt>
                <c:pt idx="26">
                  <c:v>44600</c:v>
                </c:pt>
                <c:pt idx="27">
                  <c:v>44601</c:v>
                </c:pt>
                <c:pt idx="28">
                  <c:v>44602</c:v>
                </c:pt>
                <c:pt idx="29">
                  <c:v>44603</c:v>
                </c:pt>
                <c:pt idx="30">
                  <c:v>44606</c:v>
                </c:pt>
                <c:pt idx="31">
                  <c:v>44607</c:v>
                </c:pt>
                <c:pt idx="32">
                  <c:v>44608</c:v>
                </c:pt>
                <c:pt idx="33">
                  <c:v>44609</c:v>
                </c:pt>
                <c:pt idx="34">
                  <c:v>44610</c:v>
                </c:pt>
                <c:pt idx="35">
                  <c:v>44614</c:v>
                </c:pt>
                <c:pt idx="36">
                  <c:v>44615</c:v>
                </c:pt>
                <c:pt idx="37">
                  <c:v>44616</c:v>
                </c:pt>
                <c:pt idx="38">
                  <c:v>44617</c:v>
                </c:pt>
                <c:pt idx="39">
                  <c:v>44620</c:v>
                </c:pt>
                <c:pt idx="40">
                  <c:v>44621</c:v>
                </c:pt>
                <c:pt idx="41">
                  <c:v>44622</c:v>
                </c:pt>
                <c:pt idx="42">
                  <c:v>44623</c:v>
                </c:pt>
                <c:pt idx="43">
                  <c:v>44624</c:v>
                </c:pt>
                <c:pt idx="44">
                  <c:v>44627</c:v>
                </c:pt>
                <c:pt idx="45">
                  <c:v>44628</c:v>
                </c:pt>
                <c:pt idx="46">
                  <c:v>44629</c:v>
                </c:pt>
                <c:pt idx="47">
                  <c:v>44630</c:v>
                </c:pt>
                <c:pt idx="48">
                  <c:v>44631</c:v>
                </c:pt>
                <c:pt idx="49">
                  <c:v>44634</c:v>
                </c:pt>
                <c:pt idx="50">
                  <c:v>44635</c:v>
                </c:pt>
                <c:pt idx="51">
                  <c:v>44636</c:v>
                </c:pt>
                <c:pt idx="52">
                  <c:v>44637</c:v>
                </c:pt>
                <c:pt idx="53">
                  <c:v>44638</c:v>
                </c:pt>
                <c:pt idx="54">
                  <c:v>44641</c:v>
                </c:pt>
                <c:pt idx="55">
                  <c:v>44642</c:v>
                </c:pt>
                <c:pt idx="56">
                  <c:v>44643</c:v>
                </c:pt>
                <c:pt idx="57">
                  <c:v>44644</c:v>
                </c:pt>
                <c:pt idx="58">
                  <c:v>44645</c:v>
                </c:pt>
                <c:pt idx="59">
                  <c:v>44648</c:v>
                </c:pt>
                <c:pt idx="60">
                  <c:v>44649</c:v>
                </c:pt>
                <c:pt idx="61">
                  <c:v>44650</c:v>
                </c:pt>
                <c:pt idx="62">
                  <c:v>44651</c:v>
                </c:pt>
                <c:pt idx="63">
                  <c:v>44652</c:v>
                </c:pt>
                <c:pt idx="64">
                  <c:v>44655</c:v>
                </c:pt>
                <c:pt idx="65">
                  <c:v>44656</c:v>
                </c:pt>
                <c:pt idx="66">
                  <c:v>44657</c:v>
                </c:pt>
                <c:pt idx="67">
                  <c:v>44658</c:v>
                </c:pt>
                <c:pt idx="68">
                  <c:v>44659</c:v>
                </c:pt>
                <c:pt idx="69">
                  <c:v>44662</c:v>
                </c:pt>
                <c:pt idx="70">
                  <c:v>44663</c:v>
                </c:pt>
                <c:pt idx="71">
                  <c:v>44664</c:v>
                </c:pt>
                <c:pt idx="72">
                  <c:v>44665</c:v>
                </c:pt>
                <c:pt idx="73">
                  <c:v>44669</c:v>
                </c:pt>
                <c:pt idx="74">
                  <c:v>44670</c:v>
                </c:pt>
                <c:pt idx="75">
                  <c:v>44671</c:v>
                </c:pt>
                <c:pt idx="76">
                  <c:v>44672</c:v>
                </c:pt>
                <c:pt idx="77">
                  <c:v>44673</c:v>
                </c:pt>
                <c:pt idx="78">
                  <c:v>44676</c:v>
                </c:pt>
                <c:pt idx="79">
                  <c:v>44677</c:v>
                </c:pt>
                <c:pt idx="80">
                  <c:v>44678</c:v>
                </c:pt>
                <c:pt idx="81">
                  <c:v>44679</c:v>
                </c:pt>
                <c:pt idx="82">
                  <c:v>44680</c:v>
                </c:pt>
                <c:pt idx="83">
                  <c:v>44683</c:v>
                </c:pt>
                <c:pt idx="84">
                  <c:v>44684</c:v>
                </c:pt>
                <c:pt idx="85">
                  <c:v>44685</c:v>
                </c:pt>
                <c:pt idx="86">
                  <c:v>44686</c:v>
                </c:pt>
                <c:pt idx="87">
                  <c:v>44687</c:v>
                </c:pt>
                <c:pt idx="88">
                  <c:v>44690</c:v>
                </c:pt>
                <c:pt idx="89">
                  <c:v>44691</c:v>
                </c:pt>
                <c:pt idx="90">
                  <c:v>44692</c:v>
                </c:pt>
                <c:pt idx="91">
                  <c:v>44693</c:v>
                </c:pt>
                <c:pt idx="92">
                  <c:v>44694</c:v>
                </c:pt>
                <c:pt idx="93">
                  <c:v>44697</c:v>
                </c:pt>
                <c:pt idx="94">
                  <c:v>44698</c:v>
                </c:pt>
                <c:pt idx="95">
                  <c:v>44699</c:v>
                </c:pt>
                <c:pt idx="96">
                  <c:v>44700</c:v>
                </c:pt>
                <c:pt idx="97">
                  <c:v>44701</c:v>
                </c:pt>
                <c:pt idx="98">
                  <c:v>44704</c:v>
                </c:pt>
                <c:pt idx="99">
                  <c:v>44705</c:v>
                </c:pt>
                <c:pt idx="100">
                  <c:v>44706</c:v>
                </c:pt>
                <c:pt idx="101">
                  <c:v>44707</c:v>
                </c:pt>
                <c:pt idx="102">
                  <c:v>44708</c:v>
                </c:pt>
                <c:pt idx="103">
                  <c:v>44712</c:v>
                </c:pt>
                <c:pt idx="104">
                  <c:v>44713</c:v>
                </c:pt>
                <c:pt idx="105">
                  <c:v>44714</c:v>
                </c:pt>
                <c:pt idx="106">
                  <c:v>44715</c:v>
                </c:pt>
                <c:pt idx="107">
                  <c:v>44718</c:v>
                </c:pt>
                <c:pt idx="108">
                  <c:v>44719</c:v>
                </c:pt>
                <c:pt idx="109">
                  <c:v>44720</c:v>
                </c:pt>
                <c:pt idx="110">
                  <c:v>44721</c:v>
                </c:pt>
                <c:pt idx="111">
                  <c:v>44722</c:v>
                </c:pt>
                <c:pt idx="112">
                  <c:v>44725</c:v>
                </c:pt>
                <c:pt idx="113">
                  <c:v>44726</c:v>
                </c:pt>
                <c:pt idx="114">
                  <c:v>44727</c:v>
                </c:pt>
                <c:pt idx="115">
                  <c:v>44728</c:v>
                </c:pt>
                <c:pt idx="116">
                  <c:v>44729</c:v>
                </c:pt>
                <c:pt idx="117">
                  <c:v>44733</c:v>
                </c:pt>
                <c:pt idx="118">
                  <c:v>44734</c:v>
                </c:pt>
                <c:pt idx="119">
                  <c:v>44735</c:v>
                </c:pt>
                <c:pt idx="120">
                  <c:v>44736</c:v>
                </c:pt>
                <c:pt idx="121">
                  <c:v>44739</c:v>
                </c:pt>
                <c:pt idx="122">
                  <c:v>44740</c:v>
                </c:pt>
                <c:pt idx="123">
                  <c:v>44741</c:v>
                </c:pt>
                <c:pt idx="124">
                  <c:v>44742</c:v>
                </c:pt>
                <c:pt idx="125">
                  <c:v>44743</c:v>
                </c:pt>
                <c:pt idx="126">
                  <c:v>44747</c:v>
                </c:pt>
                <c:pt idx="127">
                  <c:v>44748</c:v>
                </c:pt>
                <c:pt idx="128">
                  <c:v>44749</c:v>
                </c:pt>
                <c:pt idx="129">
                  <c:v>44750</c:v>
                </c:pt>
                <c:pt idx="130">
                  <c:v>44753</c:v>
                </c:pt>
                <c:pt idx="131">
                  <c:v>44754</c:v>
                </c:pt>
                <c:pt idx="132">
                  <c:v>44755</c:v>
                </c:pt>
                <c:pt idx="133">
                  <c:v>44756</c:v>
                </c:pt>
                <c:pt idx="134">
                  <c:v>44757</c:v>
                </c:pt>
                <c:pt idx="135">
                  <c:v>44760</c:v>
                </c:pt>
                <c:pt idx="136">
                  <c:v>44761</c:v>
                </c:pt>
                <c:pt idx="137">
                  <c:v>44762</c:v>
                </c:pt>
                <c:pt idx="138">
                  <c:v>44763</c:v>
                </c:pt>
                <c:pt idx="139">
                  <c:v>44764</c:v>
                </c:pt>
                <c:pt idx="140">
                  <c:v>44767</c:v>
                </c:pt>
                <c:pt idx="141">
                  <c:v>44768</c:v>
                </c:pt>
                <c:pt idx="142">
                  <c:v>44769</c:v>
                </c:pt>
                <c:pt idx="143">
                  <c:v>44770</c:v>
                </c:pt>
                <c:pt idx="144">
                  <c:v>44771</c:v>
                </c:pt>
                <c:pt idx="145">
                  <c:v>44774</c:v>
                </c:pt>
                <c:pt idx="146">
                  <c:v>44775</c:v>
                </c:pt>
                <c:pt idx="147">
                  <c:v>44776</c:v>
                </c:pt>
                <c:pt idx="148">
                  <c:v>44777</c:v>
                </c:pt>
                <c:pt idx="149">
                  <c:v>44778</c:v>
                </c:pt>
                <c:pt idx="150">
                  <c:v>44781</c:v>
                </c:pt>
                <c:pt idx="151">
                  <c:v>44782</c:v>
                </c:pt>
                <c:pt idx="152">
                  <c:v>44783</c:v>
                </c:pt>
                <c:pt idx="153">
                  <c:v>44784</c:v>
                </c:pt>
                <c:pt idx="154">
                  <c:v>44785</c:v>
                </c:pt>
                <c:pt idx="155">
                  <c:v>44788</c:v>
                </c:pt>
                <c:pt idx="156">
                  <c:v>44789</c:v>
                </c:pt>
                <c:pt idx="157">
                  <c:v>44790</c:v>
                </c:pt>
                <c:pt idx="158">
                  <c:v>44791</c:v>
                </c:pt>
                <c:pt idx="159">
                  <c:v>44792</c:v>
                </c:pt>
                <c:pt idx="160">
                  <c:v>44795</c:v>
                </c:pt>
                <c:pt idx="161">
                  <c:v>44796</c:v>
                </c:pt>
                <c:pt idx="162">
                  <c:v>44797</c:v>
                </c:pt>
                <c:pt idx="163">
                  <c:v>44798</c:v>
                </c:pt>
                <c:pt idx="164">
                  <c:v>44799</c:v>
                </c:pt>
                <c:pt idx="165">
                  <c:v>44802</c:v>
                </c:pt>
                <c:pt idx="166">
                  <c:v>44803</c:v>
                </c:pt>
                <c:pt idx="167">
                  <c:v>44804</c:v>
                </c:pt>
                <c:pt idx="168">
                  <c:v>44805</c:v>
                </c:pt>
                <c:pt idx="169">
                  <c:v>44806</c:v>
                </c:pt>
                <c:pt idx="170">
                  <c:v>44810</c:v>
                </c:pt>
                <c:pt idx="171">
                  <c:v>44811</c:v>
                </c:pt>
                <c:pt idx="172">
                  <c:v>44812</c:v>
                </c:pt>
                <c:pt idx="173">
                  <c:v>44813</c:v>
                </c:pt>
                <c:pt idx="174">
                  <c:v>44816</c:v>
                </c:pt>
                <c:pt idx="175">
                  <c:v>44817</c:v>
                </c:pt>
                <c:pt idx="176">
                  <c:v>44818</c:v>
                </c:pt>
                <c:pt idx="177">
                  <c:v>44819</c:v>
                </c:pt>
                <c:pt idx="178">
                  <c:v>44820</c:v>
                </c:pt>
                <c:pt idx="179">
                  <c:v>44823</c:v>
                </c:pt>
                <c:pt idx="180">
                  <c:v>44824</c:v>
                </c:pt>
                <c:pt idx="181">
                  <c:v>44825</c:v>
                </c:pt>
                <c:pt idx="182">
                  <c:v>44826</c:v>
                </c:pt>
                <c:pt idx="183">
                  <c:v>44827</c:v>
                </c:pt>
                <c:pt idx="184">
                  <c:v>44830</c:v>
                </c:pt>
                <c:pt idx="185">
                  <c:v>44831</c:v>
                </c:pt>
                <c:pt idx="186">
                  <c:v>44832</c:v>
                </c:pt>
                <c:pt idx="187">
                  <c:v>44833</c:v>
                </c:pt>
                <c:pt idx="188">
                  <c:v>44834</c:v>
                </c:pt>
                <c:pt idx="189">
                  <c:v>44837</c:v>
                </c:pt>
                <c:pt idx="190">
                  <c:v>44838</c:v>
                </c:pt>
                <c:pt idx="191">
                  <c:v>44839</c:v>
                </c:pt>
                <c:pt idx="192">
                  <c:v>44840</c:v>
                </c:pt>
                <c:pt idx="193">
                  <c:v>44841</c:v>
                </c:pt>
                <c:pt idx="194">
                  <c:v>44844</c:v>
                </c:pt>
                <c:pt idx="195">
                  <c:v>44845</c:v>
                </c:pt>
                <c:pt idx="196">
                  <c:v>44846</c:v>
                </c:pt>
                <c:pt idx="197">
                  <c:v>44847</c:v>
                </c:pt>
                <c:pt idx="198">
                  <c:v>44848</c:v>
                </c:pt>
                <c:pt idx="199">
                  <c:v>44851</c:v>
                </c:pt>
                <c:pt idx="200">
                  <c:v>44852</c:v>
                </c:pt>
                <c:pt idx="201">
                  <c:v>44853</c:v>
                </c:pt>
                <c:pt idx="202">
                  <c:v>44854</c:v>
                </c:pt>
                <c:pt idx="203">
                  <c:v>44855</c:v>
                </c:pt>
                <c:pt idx="204">
                  <c:v>44858</c:v>
                </c:pt>
                <c:pt idx="205">
                  <c:v>44859</c:v>
                </c:pt>
                <c:pt idx="206">
                  <c:v>44860</c:v>
                </c:pt>
                <c:pt idx="207">
                  <c:v>44861</c:v>
                </c:pt>
                <c:pt idx="208">
                  <c:v>44862</c:v>
                </c:pt>
                <c:pt idx="209">
                  <c:v>44865</c:v>
                </c:pt>
                <c:pt idx="210">
                  <c:v>44866</c:v>
                </c:pt>
                <c:pt idx="211">
                  <c:v>44867</c:v>
                </c:pt>
                <c:pt idx="212">
                  <c:v>44868</c:v>
                </c:pt>
                <c:pt idx="213">
                  <c:v>44869</c:v>
                </c:pt>
                <c:pt idx="214">
                  <c:v>44872</c:v>
                </c:pt>
                <c:pt idx="215">
                  <c:v>44873</c:v>
                </c:pt>
                <c:pt idx="216">
                  <c:v>44874</c:v>
                </c:pt>
                <c:pt idx="217">
                  <c:v>44875</c:v>
                </c:pt>
                <c:pt idx="218">
                  <c:v>44876</c:v>
                </c:pt>
                <c:pt idx="219">
                  <c:v>44879</c:v>
                </c:pt>
                <c:pt idx="220">
                  <c:v>44880</c:v>
                </c:pt>
                <c:pt idx="221">
                  <c:v>44881</c:v>
                </c:pt>
                <c:pt idx="222">
                  <c:v>44882</c:v>
                </c:pt>
                <c:pt idx="223">
                  <c:v>44883</c:v>
                </c:pt>
                <c:pt idx="224">
                  <c:v>44886</c:v>
                </c:pt>
                <c:pt idx="225">
                  <c:v>44887</c:v>
                </c:pt>
                <c:pt idx="226">
                  <c:v>44888</c:v>
                </c:pt>
                <c:pt idx="227">
                  <c:v>44890</c:v>
                </c:pt>
                <c:pt idx="228">
                  <c:v>44893</c:v>
                </c:pt>
                <c:pt idx="229">
                  <c:v>44894</c:v>
                </c:pt>
                <c:pt idx="230">
                  <c:v>44895</c:v>
                </c:pt>
                <c:pt idx="231">
                  <c:v>44896</c:v>
                </c:pt>
                <c:pt idx="232">
                  <c:v>44897</c:v>
                </c:pt>
                <c:pt idx="233">
                  <c:v>44900</c:v>
                </c:pt>
                <c:pt idx="234">
                  <c:v>44901</c:v>
                </c:pt>
                <c:pt idx="235">
                  <c:v>44902</c:v>
                </c:pt>
                <c:pt idx="236">
                  <c:v>44903</c:v>
                </c:pt>
                <c:pt idx="237">
                  <c:v>44904</c:v>
                </c:pt>
                <c:pt idx="238">
                  <c:v>44907</c:v>
                </c:pt>
                <c:pt idx="239">
                  <c:v>44908</c:v>
                </c:pt>
                <c:pt idx="240">
                  <c:v>44909</c:v>
                </c:pt>
                <c:pt idx="241">
                  <c:v>44910</c:v>
                </c:pt>
                <c:pt idx="242">
                  <c:v>44911</c:v>
                </c:pt>
                <c:pt idx="243">
                  <c:v>44914</c:v>
                </c:pt>
                <c:pt idx="244">
                  <c:v>44915</c:v>
                </c:pt>
                <c:pt idx="245">
                  <c:v>44916</c:v>
                </c:pt>
                <c:pt idx="246">
                  <c:v>44917</c:v>
                </c:pt>
                <c:pt idx="247">
                  <c:v>44918</c:v>
                </c:pt>
                <c:pt idx="248">
                  <c:v>44922</c:v>
                </c:pt>
                <c:pt idx="249">
                  <c:v>44923</c:v>
                </c:pt>
                <c:pt idx="250">
                  <c:v>44924</c:v>
                </c:pt>
                <c:pt idx="251">
                  <c:v>44925</c:v>
                </c:pt>
                <c:pt idx="252">
                  <c:v>44929</c:v>
                </c:pt>
                <c:pt idx="253">
                  <c:v>44930</c:v>
                </c:pt>
                <c:pt idx="254">
                  <c:v>44931</c:v>
                </c:pt>
                <c:pt idx="255">
                  <c:v>44932</c:v>
                </c:pt>
                <c:pt idx="256">
                  <c:v>44935</c:v>
                </c:pt>
                <c:pt idx="257">
                  <c:v>44936</c:v>
                </c:pt>
                <c:pt idx="258">
                  <c:v>44937</c:v>
                </c:pt>
                <c:pt idx="259">
                  <c:v>44938</c:v>
                </c:pt>
                <c:pt idx="260">
                  <c:v>44939</c:v>
                </c:pt>
                <c:pt idx="261">
                  <c:v>44943</c:v>
                </c:pt>
                <c:pt idx="262">
                  <c:v>44944</c:v>
                </c:pt>
                <c:pt idx="263">
                  <c:v>44945</c:v>
                </c:pt>
                <c:pt idx="264">
                  <c:v>44946</c:v>
                </c:pt>
                <c:pt idx="265">
                  <c:v>44949</c:v>
                </c:pt>
                <c:pt idx="266">
                  <c:v>44950</c:v>
                </c:pt>
                <c:pt idx="267">
                  <c:v>44951</c:v>
                </c:pt>
                <c:pt idx="268">
                  <c:v>44952</c:v>
                </c:pt>
                <c:pt idx="269">
                  <c:v>44953</c:v>
                </c:pt>
                <c:pt idx="270">
                  <c:v>44956</c:v>
                </c:pt>
                <c:pt idx="271">
                  <c:v>44957</c:v>
                </c:pt>
                <c:pt idx="272">
                  <c:v>44958</c:v>
                </c:pt>
                <c:pt idx="273">
                  <c:v>44959</c:v>
                </c:pt>
                <c:pt idx="274">
                  <c:v>44960</c:v>
                </c:pt>
                <c:pt idx="275">
                  <c:v>44963</c:v>
                </c:pt>
                <c:pt idx="276">
                  <c:v>44964</c:v>
                </c:pt>
                <c:pt idx="277">
                  <c:v>44965</c:v>
                </c:pt>
                <c:pt idx="278">
                  <c:v>44966</c:v>
                </c:pt>
                <c:pt idx="279">
                  <c:v>44967</c:v>
                </c:pt>
                <c:pt idx="280">
                  <c:v>44970</c:v>
                </c:pt>
                <c:pt idx="281">
                  <c:v>44971</c:v>
                </c:pt>
                <c:pt idx="282">
                  <c:v>44972</c:v>
                </c:pt>
                <c:pt idx="283">
                  <c:v>44973</c:v>
                </c:pt>
                <c:pt idx="284">
                  <c:v>44974</c:v>
                </c:pt>
                <c:pt idx="285">
                  <c:v>44978</c:v>
                </c:pt>
                <c:pt idx="286">
                  <c:v>44979</c:v>
                </c:pt>
                <c:pt idx="287">
                  <c:v>44980</c:v>
                </c:pt>
                <c:pt idx="288">
                  <c:v>44981</c:v>
                </c:pt>
                <c:pt idx="289">
                  <c:v>44984</c:v>
                </c:pt>
                <c:pt idx="290">
                  <c:v>44985</c:v>
                </c:pt>
                <c:pt idx="291">
                  <c:v>44986</c:v>
                </c:pt>
                <c:pt idx="292">
                  <c:v>44987</c:v>
                </c:pt>
                <c:pt idx="293">
                  <c:v>44988</c:v>
                </c:pt>
                <c:pt idx="294">
                  <c:v>44991</c:v>
                </c:pt>
                <c:pt idx="295">
                  <c:v>44992</c:v>
                </c:pt>
                <c:pt idx="296">
                  <c:v>44993</c:v>
                </c:pt>
                <c:pt idx="297">
                  <c:v>44994</c:v>
                </c:pt>
                <c:pt idx="298">
                  <c:v>44995</c:v>
                </c:pt>
                <c:pt idx="299">
                  <c:v>44998</c:v>
                </c:pt>
                <c:pt idx="300">
                  <c:v>44999</c:v>
                </c:pt>
                <c:pt idx="301">
                  <c:v>45000</c:v>
                </c:pt>
                <c:pt idx="302">
                  <c:v>45001</c:v>
                </c:pt>
                <c:pt idx="303">
                  <c:v>45002</c:v>
                </c:pt>
                <c:pt idx="304">
                  <c:v>45005</c:v>
                </c:pt>
                <c:pt idx="305">
                  <c:v>45006</c:v>
                </c:pt>
                <c:pt idx="306">
                  <c:v>45007</c:v>
                </c:pt>
                <c:pt idx="307">
                  <c:v>45008</c:v>
                </c:pt>
                <c:pt idx="308">
                  <c:v>45009</c:v>
                </c:pt>
                <c:pt idx="309">
                  <c:v>45012</c:v>
                </c:pt>
                <c:pt idx="310">
                  <c:v>45013</c:v>
                </c:pt>
                <c:pt idx="311">
                  <c:v>45014</c:v>
                </c:pt>
                <c:pt idx="312">
                  <c:v>45015</c:v>
                </c:pt>
                <c:pt idx="313">
                  <c:v>45016</c:v>
                </c:pt>
                <c:pt idx="314">
                  <c:v>45019</c:v>
                </c:pt>
                <c:pt idx="315">
                  <c:v>45020</c:v>
                </c:pt>
                <c:pt idx="316">
                  <c:v>45021</c:v>
                </c:pt>
                <c:pt idx="317">
                  <c:v>45022</c:v>
                </c:pt>
                <c:pt idx="318">
                  <c:v>45026</c:v>
                </c:pt>
                <c:pt idx="319">
                  <c:v>45027</c:v>
                </c:pt>
                <c:pt idx="320">
                  <c:v>45028</c:v>
                </c:pt>
                <c:pt idx="321">
                  <c:v>45029</c:v>
                </c:pt>
                <c:pt idx="322">
                  <c:v>45030</c:v>
                </c:pt>
                <c:pt idx="323">
                  <c:v>45033</c:v>
                </c:pt>
                <c:pt idx="324">
                  <c:v>45034</c:v>
                </c:pt>
                <c:pt idx="325">
                  <c:v>45035</c:v>
                </c:pt>
                <c:pt idx="326">
                  <c:v>45036</c:v>
                </c:pt>
                <c:pt idx="327">
                  <c:v>45037</c:v>
                </c:pt>
                <c:pt idx="328">
                  <c:v>45040</c:v>
                </c:pt>
                <c:pt idx="329">
                  <c:v>45041</c:v>
                </c:pt>
                <c:pt idx="330">
                  <c:v>45042</c:v>
                </c:pt>
                <c:pt idx="331">
                  <c:v>45043</c:v>
                </c:pt>
                <c:pt idx="332">
                  <c:v>45044</c:v>
                </c:pt>
                <c:pt idx="333">
                  <c:v>45047</c:v>
                </c:pt>
                <c:pt idx="334">
                  <c:v>45048</c:v>
                </c:pt>
                <c:pt idx="335">
                  <c:v>45049</c:v>
                </c:pt>
                <c:pt idx="336">
                  <c:v>45050</c:v>
                </c:pt>
                <c:pt idx="337">
                  <c:v>45051</c:v>
                </c:pt>
                <c:pt idx="338">
                  <c:v>45054</c:v>
                </c:pt>
                <c:pt idx="339">
                  <c:v>45055</c:v>
                </c:pt>
                <c:pt idx="340">
                  <c:v>45056</c:v>
                </c:pt>
                <c:pt idx="341">
                  <c:v>45057</c:v>
                </c:pt>
                <c:pt idx="342">
                  <c:v>45058</c:v>
                </c:pt>
                <c:pt idx="343">
                  <c:v>45061</c:v>
                </c:pt>
                <c:pt idx="344">
                  <c:v>45062</c:v>
                </c:pt>
                <c:pt idx="345">
                  <c:v>45063</c:v>
                </c:pt>
                <c:pt idx="346">
                  <c:v>45064</c:v>
                </c:pt>
                <c:pt idx="347">
                  <c:v>45065</c:v>
                </c:pt>
                <c:pt idx="348">
                  <c:v>45068</c:v>
                </c:pt>
                <c:pt idx="349">
                  <c:v>45069</c:v>
                </c:pt>
                <c:pt idx="350">
                  <c:v>45070</c:v>
                </c:pt>
                <c:pt idx="351">
                  <c:v>45071</c:v>
                </c:pt>
                <c:pt idx="352">
                  <c:v>45072</c:v>
                </c:pt>
                <c:pt idx="353">
                  <c:v>45076</c:v>
                </c:pt>
                <c:pt idx="354">
                  <c:v>45077</c:v>
                </c:pt>
                <c:pt idx="355">
                  <c:v>45078</c:v>
                </c:pt>
                <c:pt idx="356">
                  <c:v>45079</c:v>
                </c:pt>
                <c:pt idx="357">
                  <c:v>45082</c:v>
                </c:pt>
                <c:pt idx="358">
                  <c:v>45083</c:v>
                </c:pt>
                <c:pt idx="359">
                  <c:v>45084</c:v>
                </c:pt>
                <c:pt idx="360">
                  <c:v>45085</c:v>
                </c:pt>
                <c:pt idx="361">
                  <c:v>45086</c:v>
                </c:pt>
                <c:pt idx="362">
                  <c:v>45089</c:v>
                </c:pt>
                <c:pt idx="363">
                  <c:v>45090</c:v>
                </c:pt>
                <c:pt idx="364">
                  <c:v>45091</c:v>
                </c:pt>
                <c:pt idx="365">
                  <c:v>45092</c:v>
                </c:pt>
                <c:pt idx="366">
                  <c:v>45093</c:v>
                </c:pt>
                <c:pt idx="367">
                  <c:v>45097</c:v>
                </c:pt>
                <c:pt idx="368">
                  <c:v>45098</c:v>
                </c:pt>
                <c:pt idx="369">
                  <c:v>45099</c:v>
                </c:pt>
                <c:pt idx="370">
                  <c:v>45100</c:v>
                </c:pt>
                <c:pt idx="371">
                  <c:v>45103</c:v>
                </c:pt>
                <c:pt idx="372">
                  <c:v>45104</c:v>
                </c:pt>
                <c:pt idx="373">
                  <c:v>45105</c:v>
                </c:pt>
                <c:pt idx="374">
                  <c:v>45106</c:v>
                </c:pt>
                <c:pt idx="375">
                  <c:v>45107</c:v>
                </c:pt>
                <c:pt idx="376">
                  <c:v>45110</c:v>
                </c:pt>
                <c:pt idx="377">
                  <c:v>45112</c:v>
                </c:pt>
                <c:pt idx="378">
                  <c:v>45113</c:v>
                </c:pt>
                <c:pt idx="379">
                  <c:v>45114</c:v>
                </c:pt>
                <c:pt idx="380">
                  <c:v>45117</c:v>
                </c:pt>
                <c:pt idx="381">
                  <c:v>45118</c:v>
                </c:pt>
                <c:pt idx="382">
                  <c:v>45119</c:v>
                </c:pt>
                <c:pt idx="383">
                  <c:v>45120</c:v>
                </c:pt>
                <c:pt idx="384">
                  <c:v>45121</c:v>
                </c:pt>
                <c:pt idx="385">
                  <c:v>45124</c:v>
                </c:pt>
                <c:pt idx="386">
                  <c:v>45125</c:v>
                </c:pt>
                <c:pt idx="387">
                  <c:v>45126</c:v>
                </c:pt>
                <c:pt idx="388">
                  <c:v>45127</c:v>
                </c:pt>
                <c:pt idx="389">
                  <c:v>45128</c:v>
                </c:pt>
                <c:pt idx="390">
                  <c:v>45131</c:v>
                </c:pt>
                <c:pt idx="391">
                  <c:v>45132</c:v>
                </c:pt>
                <c:pt idx="392">
                  <c:v>45133</c:v>
                </c:pt>
                <c:pt idx="393">
                  <c:v>45134</c:v>
                </c:pt>
                <c:pt idx="394">
                  <c:v>45135</c:v>
                </c:pt>
                <c:pt idx="395">
                  <c:v>45138</c:v>
                </c:pt>
                <c:pt idx="396">
                  <c:v>45139</c:v>
                </c:pt>
                <c:pt idx="397">
                  <c:v>45140</c:v>
                </c:pt>
                <c:pt idx="398">
                  <c:v>45141</c:v>
                </c:pt>
                <c:pt idx="399">
                  <c:v>45142</c:v>
                </c:pt>
                <c:pt idx="400">
                  <c:v>45145</c:v>
                </c:pt>
                <c:pt idx="401">
                  <c:v>45146</c:v>
                </c:pt>
                <c:pt idx="402">
                  <c:v>45147</c:v>
                </c:pt>
                <c:pt idx="403">
                  <c:v>45148</c:v>
                </c:pt>
                <c:pt idx="404">
                  <c:v>45149</c:v>
                </c:pt>
                <c:pt idx="405">
                  <c:v>45152</c:v>
                </c:pt>
                <c:pt idx="406">
                  <c:v>45153</c:v>
                </c:pt>
                <c:pt idx="407">
                  <c:v>45154</c:v>
                </c:pt>
                <c:pt idx="408">
                  <c:v>45155</c:v>
                </c:pt>
                <c:pt idx="409">
                  <c:v>45156</c:v>
                </c:pt>
                <c:pt idx="410">
                  <c:v>45159</c:v>
                </c:pt>
                <c:pt idx="411">
                  <c:v>45160</c:v>
                </c:pt>
                <c:pt idx="412">
                  <c:v>45161</c:v>
                </c:pt>
                <c:pt idx="413">
                  <c:v>45162</c:v>
                </c:pt>
                <c:pt idx="414">
                  <c:v>45163</c:v>
                </c:pt>
                <c:pt idx="415">
                  <c:v>45166</c:v>
                </c:pt>
                <c:pt idx="416">
                  <c:v>45167</c:v>
                </c:pt>
                <c:pt idx="417">
                  <c:v>45168</c:v>
                </c:pt>
                <c:pt idx="418">
                  <c:v>45169</c:v>
                </c:pt>
                <c:pt idx="419">
                  <c:v>45170</c:v>
                </c:pt>
                <c:pt idx="420">
                  <c:v>45174</c:v>
                </c:pt>
                <c:pt idx="421">
                  <c:v>45175</c:v>
                </c:pt>
                <c:pt idx="422">
                  <c:v>45176</c:v>
                </c:pt>
                <c:pt idx="423">
                  <c:v>45177</c:v>
                </c:pt>
                <c:pt idx="424">
                  <c:v>45180</c:v>
                </c:pt>
                <c:pt idx="425">
                  <c:v>45181</c:v>
                </c:pt>
                <c:pt idx="426">
                  <c:v>45182</c:v>
                </c:pt>
                <c:pt idx="427">
                  <c:v>45183</c:v>
                </c:pt>
                <c:pt idx="428">
                  <c:v>45184</c:v>
                </c:pt>
                <c:pt idx="429">
                  <c:v>45187</c:v>
                </c:pt>
                <c:pt idx="430">
                  <c:v>45188</c:v>
                </c:pt>
                <c:pt idx="431">
                  <c:v>45189</c:v>
                </c:pt>
                <c:pt idx="432">
                  <c:v>45190</c:v>
                </c:pt>
                <c:pt idx="433">
                  <c:v>45191</c:v>
                </c:pt>
                <c:pt idx="434">
                  <c:v>45194</c:v>
                </c:pt>
                <c:pt idx="435">
                  <c:v>45195</c:v>
                </c:pt>
                <c:pt idx="436">
                  <c:v>45196</c:v>
                </c:pt>
                <c:pt idx="437">
                  <c:v>45197</c:v>
                </c:pt>
                <c:pt idx="438">
                  <c:v>45198</c:v>
                </c:pt>
                <c:pt idx="439">
                  <c:v>45201</c:v>
                </c:pt>
                <c:pt idx="440">
                  <c:v>45202</c:v>
                </c:pt>
                <c:pt idx="441">
                  <c:v>45203</c:v>
                </c:pt>
                <c:pt idx="442">
                  <c:v>45204</c:v>
                </c:pt>
                <c:pt idx="443">
                  <c:v>45205</c:v>
                </c:pt>
                <c:pt idx="444">
                  <c:v>45208</c:v>
                </c:pt>
                <c:pt idx="445">
                  <c:v>45209</c:v>
                </c:pt>
                <c:pt idx="446">
                  <c:v>45210</c:v>
                </c:pt>
                <c:pt idx="447">
                  <c:v>45211</c:v>
                </c:pt>
                <c:pt idx="448">
                  <c:v>45212</c:v>
                </c:pt>
                <c:pt idx="449">
                  <c:v>45215</c:v>
                </c:pt>
                <c:pt idx="450">
                  <c:v>45216</c:v>
                </c:pt>
                <c:pt idx="451">
                  <c:v>45217</c:v>
                </c:pt>
                <c:pt idx="452">
                  <c:v>45218</c:v>
                </c:pt>
                <c:pt idx="453">
                  <c:v>45219</c:v>
                </c:pt>
                <c:pt idx="454">
                  <c:v>45222</c:v>
                </c:pt>
                <c:pt idx="455">
                  <c:v>45223</c:v>
                </c:pt>
                <c:pt idx="456">
                  <c:v>45224</c:v>
                </c:pt>
                <c:pt idx="457">
                  <c:v>45225</c:v>
                </c:pt>
                <c:pt idx="458">
                  <c:v>45226</c:v>
                </c:pt>
                <c:pt idx="459">
                  <c:v>45229</c:v>
                </c:pt>
                <c:pt idx="460">
                  <c:v>45230</c:v>
                </c:pt>
                <c:pt idx="461">
                  <c:v>45231</c:v>
                </c:pt>
                <c:pt idx="462">
                  <c:v>45232</c:v>
                </c:pt>
                <c:pt idx="463">
                  <c:v>45233</c:v>
                </c:pt>
                <c:pt idx="464">
                  <c:v>45236</c:v>
                </c:pt>
                <c:pt idx="465">
                  <c:v>45237</c:v>
                </c:pt>
                <c:pt idx="466">
                  <c:v>45238</c:v>
                </c:pt>
                <c:pt idx="467">
                  <c:v>45239</c:v>
                </c:pt>
                <c:pt idx="468">
                  <c:v>45240</c:v>
                </c:pt>
                <c:pt idx="469">
                  <c:v>45243</c:v>
                </c:pt>
                <c:pt idx="470">
                  <c:v>45244</c:v>
                </c:pt>
                <c:pt idx="471">
                  <c:v>45245</c:v>
                </c:pt>
                <c:pt idx="472">
                  <c:v>45246</c:v>
                </c:pt>
                <c:pt idx="473">
                  <c:v>45247</c:v>
                </c:pt>
                <c:pt idx="474">
                  <c:v>45250</c:v>
                </c:pt>
                <c:pt idx="475">
                  <c:v>45251</c:v>
                </c:pt>
                <c:pt idx="476">
                  <c:v>45252</c:v>
                </c:pt>
                <c:pt idx="477">
                  <c:v>45254</c:v>
                </c:pt>
                <c:pt idx="478">
                  <c:v>45257</c:v>
                </c:pt>
                <c:pt idx="479">
                  <c:v>45258</c:v>
                </c:pt>
                <c:pt idx="480">
                  <c:v>45259</c:v>
                </c:pt>
                <c:pt idx="481">
                  <c:v>45260</c:v>
                </c:pt>
                <c:pt idx="482">
                  <c:v>45261</c:v>
                </c:pt>
                <c:pt idx="483">
                  <c:v>45264</c:v>
                </c:pt>
                <c:pt idx="484">
                  <c:v>45265</c:v>
                </c:pt>
                <c:pt idx="485">
                  <c:v>45266</c:v>
                </c:pt>
                <c:pt idx="486">
                  <c:v>45267</c:v>
                </c:pt>
                <c:pt idx="487">
                  <c:v>45268</c:v>
                </c:pt>
                <c:pt idx="488">
                  <c:v>45271</c:v>
                </c:pt>
                <c:pt idx="489">
                  <c:v>45272</c:v>
                </c:pt>
                <c:pt idx="490">
                  <c:v>45273</c:v>
                </c:pt>
                <c:pt idx="491">
                  <c:v>45274</c:v>
                </c:pt>
                <c:pt idx="492">
                  <c:v>45275</c:v>
                </c:pt>
                <c:pt idx="493">
                  <c:v>45278</c:v>
                </c:pt>
                <c:pt idx="494">
                  <c:v>45279</c:v>
                </c:pt>
                <c:pt idx="495">
                  <c:v>45280</c:v>
                </c:pt>
                <c:pt idx="496">
                  <c:v>45281</c:v>
                </c:pt>
                <c:pt idx="497">
                  <c:v>45282</c:v>
                </c:pt>
                <c:pt idx="498">
                  <c:v>45286</c:v>
                </c:pt>
                <c:pt idx="499">
                  <c:v>45287</c:v>
                </c:pt>
                <c:pt idx="500">
                  <c:v>45288</c:v>
                </c:pt>
                <c:pt idx="501">
                  <c:v>45289</c:v>
                </c:pt>
                <c:pt idx="502">
                  <c:v>45293</c:v>
                </c:pt>
                <c:pt idx="503">
                  <c:v>45294</c:v>
                </c:pt>
                <c:pt idx="504">
                  <c:v>45295</c:v>
                </c:pt>
                <c:pt idx="505">
                  <c:v>45296</c:v>
                </c:pt>
                <c:pt idx="506">
                  <c:v>45299</c:v>
                </c:pt>
                <c:pt idx="507">
                  <c:v>45300</c:v>
                </c:pt>
                <c:pt idx="508">
                  <c:v>45301</c:v>
                </c:pt>
                <c:pt idx="509">
                  <c:v>45302</c:v>
                </c:pt>
                <c:pt idx="510">
                  <c:v>45303</c:v>
                </c:pt>
                <c:pt idx="511">
                  <c:v>45307</c:v>
                </c:pt>
                <c:pt idx="512">
                  <c:v>45308</c:v>
                </c:pt>
                <c:pt idx="513">
                  <c:v>45309</c:v>
                </c:pt>
                <c:pt idx="514">
                  <c:v>45310</c:v>
                </c:pt>
                <c:pt idx="515">
                  <c:v>45313</c:v>
                </c:pt>
                <c:pt idx="516">
                  <c:v>45314</c:v>
                </c:pt>
                <c:pt idx="517">
                  <c:v>45315</c:v>
                </c:pt>
                <c:pt idx="518">
                  <c:v>45316</c:v>
                </c:pt>
                <c:pt idx="519">
                  <c:v>45317</c:v>
                </c:pt>
                <c:pt idx="520">
                  <c:v>45320</c:v>
                </c:pt>
                <c:pt idx="521">
                  <c:v>45321</c:v>
                </c:pt>
                <c:pt idx="522">
                  <c:v>45322</c:v>
                </c:pt>
                <c:pt idx="523">
                  <c:v>45323</c:v>
                </c:pt>
                <c:pt idx="524">
                  <c:v>45324</c:v>
                </c:pt>
                <c:pt idx="525">
                  <c:v>45327</c:v>
                </c:pt>
                <c:pt idx="526">
                  <c:v>45328</c:v>
                </c:pt>
                <c:pt idx="527">
                  <c:v>45329</c:v>
                </c:pt>
                <c:pt idx="528">
                  <c:v>45330</c:v>
                </c:pt>
                <c:pt idx="529">
                  <c:v>45331</c:v>
                </c:pt>
                <c:pt idx="530">
                  <c:v>45334</c:v>
                </c:pt>
                <c:pt idx="531">
                  <c:v>45335</c:v>
                </c:pt>
                <c:pt idx="532">
                  <c:v>45336</c:v>
                </c:pt>
                <c:pt idx="533">
                  <c:v>45337</c:v>
                </c:pt>
                <c:pt idx="534">
                  <c:v>45338</c:v>
                </c:pt>
                <c:pt idx="535">
                  <c:v>45342</c:v>
                </c:pt>
                <c:pt idx="536">
                  <c:v>45343</c:v>
                </c:pt>
                <c:pt idx="537">
                  <c:v>45344</c:v>
                </c:pt>
                <c:pt idx="538">
                  <c:v>45345</c:v>
                </c:pt>
                <c:pt idx="539">
                  <c:v>45348</c:v>
                </c:pt>
                <c:pt idx="540">
                  <c:v>45349</c:v>
                </c:pt>
                <c:pt idx="541">
                  <c:v>45350</c:v>
                </c:pt>
                <c:pt idx="542">
                  <c:v>45351</c:v>
                </c:pt>
                <c:pt idx="543">
                  <c:v>45352</c:v>
                </c:pt>
                <c:pt idx="544">
                  <c:v>45355</c:v>
                </c:pt>
                <c:pt idx="545">
                  <c:v>45356</c:v>
                </c:pt>
                <c:pt idx="546">
                  <c:v>45357</c:v>
                </c:pt>
                <c:pt idx="547">
                  <c:v>45358</c:v>
                </c:pt>
                <c:pt idx="548">
                  <c:v>45359</c:v>
                </c:pt>
                <c:pt idx="549">
                  <c:v>45362</c:v>
                </c:pt>
                <c:pt idx="550">
                  <c:v>45363</c:v>
                </c:pt>
                <c:pt idx="551">
                  <c:v>45364</c:v>
                </c:pt>
                <c:pt idx="552">
                  <c:v>45365</c:v>
                </c:pt>
                <c:pt idx="553">
                  <c:v>45366</c:v>
                </c:pt>
                <c:pt idx="554">
                  <c:v>45369</c:v>
                </c:pt>
                <c:pt idx="555">
                  <c:v>45370</c:v>
                </c:pt>
                <c:pt idx="556">
                  <c:v>45371</c:v>
                </c:pt>
                <c:pt idx="557">
                  <c:v>45372</c:v>
                </c:pt>
                <c:pt idx="558">
                  <c:v>45373</c:v>
                </c:pt>
                <c:pt idx="559">
                  <c:v>45376</c:v>
                </c:pt>
                <c:pt idx="560">
                  <c:v>45377</c:v>
                </c:pt>
                <c:pt idx="561">
                  <c:v>45378</c:v>
                </c:pt>
                <c:pt idx="562">
                  <c:v>45379</c:v>
                </c:pt>
                <c:pt idx="563">
                  <c:v>45383</c:v>
                </c:pt>
                <c:pt idx="564">
                  <c:v>45384</c:v>
                </c:pt>
                <c:pt idx="565">
                  <c:v>45385</c:v>
                </c:pt>
                <c:pt idx="566">
                  <c:v>45386</c:v>
                </c:pt>
                <c:pt idx="567">
                  <c:v>45387</c:v>
                </c:pt>
                <c:pt idx="568">
                  <c:v>45390</c:v>
                </c:pt>
                <c:pt idx="569">
                  <c:v>45391</c:v>
                </c:pt>
                <c:pt idx="570">
                  <c:v>45392</c:v>
                </c:pt>
                <c:pt idx="571">
                  <c:v>45393</c:v>
                </c:pt>
                <c:pt idx="572">
                  <c:v>45394</c:v>
                </c:pt>
                <c:pt idx="573">
                  <c:v>45397</c:v>
                </c:pt>
                <c:pt idx="574">
                  <c:v>45398</c:v>
                </c:pt>
                <c:pt idx="575">
                  <c:v>45399</c:v>
                </c:pt>
                <c:pt idx="576">
                  <c:v>45400</c:v>
                </c:pt>
                <c:pt idx="577">
                  <c:v>45401</c:v>
                </c:pt>
                <c:pt idx="578">
                  <c:v>45404</c:v>
                </c:pt>
                <c:pt idx="579">
                  <c:v>45405</c:v>
                </c:pt>
                <c:pt idx="580">
                  <c:v>45406</c:v>
                </c:pt>
                <c:pt idx="581">
                  <c:v>45407</c:v>
                </c:pt>
                <c:pt idx="582">
                  <c:v>45408</c:v>
                </c:pt>
                <c:pt idx="583">
                  <c:v>45411</c:v>
                </c:pt>
                <c:pt idx="584">
                  <c:v>45412</c:v>
                </c:pt>
                <c:pt idx="585">
                  <c:v>45413</c:v>
                </c:pt>
                <c:pt idx="586">
                  <c:v>45414</c:v>
                </c:pt>
                <c:pt idx="587">
                  <c:v>45415</c:v>
                </c:pt>
                <c:pt idx="588">
                  <c:v>45418</c:v>
                </c:pt>
                <c:pt idx="589">
                  <c:v>45419</c:v>
                </c:pt>
                <c:pt idx="590">
                  <c:v>45420</c:v>
                </c:pt>
                <c:pt idx="591">
                  <c:v>45421</c:v>
                </c:pt>
                <c:pt idx="592">
                  <c:v>45422</c:v>
                </c:pt>
                <c:pt idx="593">
                  <c:v>45425</c:v>
                </c:pt>
                <c:pt idx="594">
                  <c:v>45426</c:v>
                </c:pt>
                <c:pt idx="595">
                  <c:v>45427</c:v>
                </c:pt>
                <c:pt idx="596">
                  <c:v>45428</c:v>
                </c:pt>
                <c:pt idx="597">
                  <c:v>45429</c:v>
                </c:pt>
                <c:pt idx="598">
                  <c:v>45432</c:v>
                </c:pt>
                <c:pt idx="599">
                  <c:v>45433</c:v>
                </c:pt>
                <c:pt idx="600">
                  <c:v>45434</c:v>
                </c:pt>
                <c:pt idx="601">
                  <c:v>45435</c:v>
                </c:pt>
                <c:pt idx="602">
                  <c:v>45436</c:v>
                </c:pt>
                <c:pt idx="603">
                  <c:v>45440</c:v>
                </c:pt>
                <c:pt idx="604">
                  <c:v>45441</c:v>
                </c:pt>
                <c:pt idx="605">
                  <c:v>45442</c:v>
                </c:pt>
                <c:pt idx="606">
                  <c:v>45443</c:v>
                </c:pt>
                <c:pt idx="607">
                  <c:v>45446</c:v>
                </c:pt>
                <c:pt idx="608">
                  <c:v>45447</c:v>
                </c:pt>
                <c:pt idx="609">
                  <c:v>45448</c:v>
                </c:pt>
                <c:pt idx="610">
                  <c:v>45449</c:v>
                </c:pt>
                <c:pt idx="611">
                  <c:v>45450</c:v>
                </c:pt>
                <c:pt idx="612">
                  <c:v>45453</c:v>
                </c:pt>
                <c:pt idx="613">
                  <c:v>45454</c:v>
                </c:pt>
                <c:pt idx="614">
                  <c:v>45455</c:v>
                </c:pt>
                <c:pt idx="615">
                  <c:v>45456</c:v>
                </c:pt>
                <c:pt idx="616">
                  <c:v>45457</c:v>
                </c:pt>
                <c:pt idx="617">
                  <c:v>45460</c:v>
                </c:pt>
                <c:pt idx="618">
                  <c:v>45461</c:v>
                </c:pt>
                <c:pt idx="619">
                  <c:v>45463</c:v>
                </c:pt>
                <c:pt idx="620">
                  <c:v>45464</c:v>
                </c:pt>
                <c:pt idx="621">
                  <c:v>45467</c:v>
                </c:pt>
                <c:pt idx="622">
                  <c:v>45468</c:v>
                </c:pt>
                <c:pt idx="623">
                  <c:v>45469</c:v>
                </c:pt>
                <c:pt idx="624">
                  <c:v>45470</c:v>
                </c:pt>
                <c:pt idx="625">
                  <c:v>45471</c:v>
                </c:pt>
                <c:pt idx="626">
                  <c:v>45474</c:v>
                </c:pt>
                <c:pt idx="627">
                  <c:v>45475</c:v>
                </c:pt>
                <c:pt idx="628">
                  <c:v>45476</c:v>
                </c:pt>
                <c:pt idx="629">
                  <c:v>45478</c:v>
                </c:pt>
                <c:pt idx="630">
                  <c:v>45481</c:v>
                </c:pt>
                <c:pt idx="631">
                  <c:v>45482</c:v>
                </c:pt>
                <c:pt idx="632">
                  <c:v>45483</c:v>
                </c:pt>
                <c:pt idx="633">
                  <c:v>45484</c:v>
                </c:pt>
                <c:pt idx="634">
                  <c:v>45485</c:v>
                </c:pt>
                <c:pt idx="635">
                  <c:v>45488</c:v>
                </c:pt>
                <c:pt idx="636">
                  <c:v>45489</c:v>
                </c:pt>
                <c:pt idx="637">
                  <c:v>45490</c:v>
                </c:pt>
                <c:pt idx="638">
                  <c:v>45491</c:v>
                </c:pt>
                <c:pt idx="639">
                  <c:v>45492</c:v>
                </c:pt>
                <c:pt idx="640">
                  <c:v>45495</c:v>
                </c:pt>
                <c:pt idx="641">
                  <c:v>45496</c:v>
                </c:pt>
                <c:pt idx="642">
                  <c:v>45497</c:v>
                </c:pt>
                <c:pt idx="643">
                  <c:v>45498</c:v>
                </c:pt>
                <c:pt idx="644">
                  <c:v>45499</c:v>
                </c:pt>
                <c:pt idx="645">
                  <c:v>45502</c:v>
                </c:pt>
                <c:pt idx="646">
                  <c:v>45503</c:v>
                </c:pt>
                <c:pt idx="647">
                  <c:v>45504</c:v>
                </c:pt>
                <c:pt idx="648">
                  <c:v>45505</c:v>
                </c:pt>
                <c:pt idx="649">
                  <c:v>45506</c:v>
                </c:pt>
                <c:pt idx="650">
                  <c:v>45509</c:v>
                </c:pt>
                <c:pt idx="651">
                  <c:v>45510</c:v>
                </c:pt>
                <c:pt idx="652">
                  <c:v>45511</c:v>
                </c:pt>
                <c:pt idx="653">
                  <c:v>45512</c:v>
                </c:pt>
                <c:pt idx="654">
                  <c:v>45513</c:v>
                </c:pt>
                <c:pt idx="655">
                  <c:v>45516</c:v>
                </c:pt>
                <c:pt idx="656">
                  <c:v>45517</c:v>
                </c:pt>
                <c:pt idx="657">
                  <c:v>45518</c:v>
                </c:pt>
                <c:pt idx="658">
                  <c:v>45519</c:v>
                </c:pt>
                <c:pt idx="659">
                  <c:v>45520</c:v>
                </c:pt>
                <c:pt idx="660">
                  <c:v>45523</c:v>
                </c:pt>
                <c:pt idx="661">
                  <c:v>45524</c:v>
                </c:pt>
                <c:pt idx="662">
                  <c:v>45525</c:v>
                </c:pt>
                <c:pt idx="663">
                  <c:v>45526</c:v>
                </c:pt>
                <c:pt idx="664">
                  <c:v>45527</c:v>
                </c:pt>
                <c:pt idx="665">
                  <c:v>45530</c:v>
                </c:pt>
                <c:pt idx="666">
                  <c:v>45531</c:v>
                </c:pt>
                <c:pt idx="667">
                  <c:v>45532</c:v>
                </c:pt>
                <c:pt idx="668">
                  <c:v>45533</c:v>
                </c:pt>
                <c:pt idx="669">
                  <c:v>45534</c:v>
                </c:pt>
                <c:pt idx="670">
                  <c:v>45538</c:v>
                </c:pt>
                <c:pt idx="671">
                  <c:v>45539</c:v>
                </c:pt>
                <c:pt idx="672">
                  <c:v>45540</c:v>
                </c:pt>
                <c:pt idx="673">
                  <c:v>45541</c:v>
                </c:pt>
                <c:pt idx="674">
                  <c:v>45544</c:v>
                </c:pt>
                <c:pt idx="675">
                  <c:v>45545</c:v>
                </c:pt>
                <c:pt idx="676">
                  <c:v>45546</c:v>
                </c:pt>
                <c:pt idx="677">
                  <c:v>45547</c:v>
                </c:pt>
                <c:pt idx="678">
                  <c:v>45548</c:v>
                </c:pt>
                <c:pt idx="679">
                  <c:v>45551</c:v>
                </c:pt>
                <c:pt idx="680">
                  <c:v>45552</c:v>
                </c:pt>
                <c:pt idx="681">
                  <c:v>45553</c:v>
                </c:pt>
                <c:pt idx="682">
                  <c:v>45554</c:v>
                </c:pt>
                <c:pt idx="683">
                  <c:v>45555</c:v>
                </c:pt>
                <c:pt idx="684">
                  <c:v>45558</c:v>
                </c:pt>
                <c:pt idx="685">
                  <c:v>45559</c:v>
                </c:pt>
                <c:pt idx="686">
                  <c:v>45560</c:v>
                </c:pt>
                <c:pt idx="687">
                  <c:v>45561</c:v>
                </c:pt>
                <c:pt idx="688">
                  <c:v>45562</c:v>
                </c:pt>
                <c:pt idx="689">
                  <c:v>45565</c:v>
                </c:pt>
                <c:pt idx="690">
                  <c:v>45566</c:v>
                </c:pt>
                <c:pt idx="691">
                  <c:v>45567</c:v>
                </c:pt>
                <c:pt idx="692">
                  <c:v>45568</c:v>
                </c:pt>
                <c:pt idx="693">
                  <c:v>45569</c:v>
                </c:pt>
                <c:pt idx="694">
                  <c:v>45572</c:v>
                </c:pt>
                <c:pt idx="695">
                  <c:v>45573</c:v>
                </c:pt>
                <c:pt idx="696">
                  <c:v>45574</c:v>
                </c:pt>
                <c:pt idx="697">
                  <c:v>45575</c:v>
                </c:pt>
                <c:pt idx="698">
                  <c:v>45576</c:v>
                </c:pt>
                <c:pt idx="699">
                  <c:v>45579</c:v>
                </c:pt>
                <c:pt idx="700">
                  <c:v>45580</c:v>
                </c:pt>
                <c:pt idx="701">
                  <c:v>45581</c:v>
                </c:pt>
                <c:pt idx="702">
                  <c:v>45582</c:v>
                </c:pt>
                <c:pt idx="703">
                  <c:v>45583</c:v>
                </c:pt>
                <c:pt idx="704">
                  <c:v>45586</c:v>
                </c:pt>
                <c:pt idx="705">
                  <c:v>45587</c:v>
                </c:pt>
                <c:pt idx="706">
                  <c:v>45588</c:v>
                </c:pt>
                <c:pt idx="707">
                  <c:v>45589</c:v>
                </c:pt>
                <c:pt idx="708">
                  <c:v>45590</c:v>
                </c:pt>
                <c:pt idx="709">
                  <c:v>45593</c:v>
                </c:pt>
                <c:pt idx="710">
                  <c:v>45594</c:v>
                </c:pt>
                <c:pt idx="711">
                  <c:v>45595</c:v>
                </c:pt>
                <c:pt idx="712">
                  <c:v>45596</c:v>
                </c:pt>
                <c:pt idx="713">
                  <c:v>45597</c:v>
                </c:pt>
                <c:pt idx="714">
                  <c:v>45600</c:v>
                </c:pt>
                <c:pt idx="715">
                  <c:v>45601</c:v>
                </c:pt>
                <c:pt idx="716">
                  <c:v>45602</c:v>
                </c:pt>
                <c:pt idx="717">
                  <c:v>45603</c:v>
                </c:pt>
                <c:pt idx="718">
                  <c:v>45604</c:v>
                </c:pt>
                <c:pt idx="719">
                  <c:v>45607</c:v>
                </c:pt>
                <c:pt idx="720">
                  <c:v>45608</c:v>
                </c:pt>
                <c:pt idx="721">
                  <c:v>45609</c:v>
                </c:pt>
                <c:pt idx="722">
                  <c:v>45610</c:v>
                </c:pt>
                <c:pt idx="723">
                  <c:v>45611</c:v>
                </c:pt>
                <c:pt idx="724">
                  <c:v>45614</c:v>
                </c:pt>
                <c:pt idx="725">
                  <c:v>45615</c:v>
                </c:pt>
                <c:pt idx="726">
                  <c:v>45616</c:v>
                </c:pt>
                <c:pt idx="727">
                  <c:v>45617</c:v>
                </c:pt>
                <c:pt idx="728">
                  <c:v>45618</c:v>
                </c:pt>
                <c:pt idx="729">
                  <c:v>45621</c:v>
                </c:pt>
                <c:pt idx="730">
                  <c:v>45622</c:v>
                </c:pt>
                <c:pt idx="731">
                  <c:v>45623</c:v>
                </c:pt>
                <c:pt idx="732">
                  <c:v>45625</c:v>
                </c:pt>
                <c:pt idx="733">
                  <c:v>45628</c:v>
                </c:pt>
                <c:pt idx="734">
                  <c:v>45629</c:v>
                </c:pt>
                <c:pt idx="735">
                  <c:v>45630</c:v>
                </c:pt>
                <c:pt idx="736">
                  <c:v>45631</c:v>
                </c:pt>
                <c:pt idx="737">
                  <c:v>45632</c:v>
                </c:pt>
                <c:pt idx="738">
                  <c:v>45635</c:v>
                </c:pt>
                <c:pt idx="739">
                  <c:v>45636</c:v>
                </c:pt>
                <c:pt idx="740">
                  <c:v>45637</c:v>
                </c:pt>
                <c:pt idx="741">
                  <c:v>45638</c:v>
                </c:pt>
                <c:pt idx="742">
                  <c:v>45639</c:v>
                </c:pt>
                <c:pt idx="743">
                  <c:v>45642</c:v>
                </c:pt>
                <c:pt idx="744">
                  <c:v>45643</c:v>
                </c:pt>
                <c:pt idx="745">
                  <c:v>45644</c:v>
                </c:pt>
                <c:pt idx="746">
                  <c:v>45645</c:v>
                </c:pt>
                <c:pt idx="747">
                  <c:v>45646</c:v>
                </c:pt>
                <c:pt idx="748">
                  <c:v>45649</c:v>
                </c:pt>
                <c:pt idx="749">
                  <c:v>45650</c:v>
                </c:pt>
                <c:pt idx="750">
                  <c:v>45652</c:v>
                </c:pt>
                <c:pt idx="751">
                  <c:v>45653</c:v>
                </c:pt>
                <c:pt idx="752">
                  <c:v>45656</c:v>
                </c:pt>
                <c:pt idx="753">
                  <c:v>45657</c:v>
                </c:pt>
                <c:pt idx="754">
                  <c:v>45659</c:v>
                </c:pt>
                <c:pt idx="755">
                  <c:v>45660</c:v>
                </c:pt>
                <c:pt idx="756">
                  <c:v>45663</c:v>
                </c:pt>
                <c:pt idx="757">
                  <c:v>45664</c:v>
                </c:pt>
                <c:pt idx="758">
                  <c:v>45665</c:v>
                </c:pt>
                <c:pt idx="759">
                  <c:v>45667</c:v>
                </c:pt>
                <c:pt idx="760">
                  <c:v>45670</c:v>
                </c:pt>
                <c:pt idx="761">
                  <c:v>45671</c:v>
                </c:pt>
                <c:pt idx="762">
                  <c:v>45672</c:v>
                </c:pt>
                <c:pt idx="763">
                  <c:v>45673</c:v>
                </c:pt>
                <c:pt idx="764">
                  <c:v>45674</c:v>
                </c:pt>
                <c:pt idx="765">
                  <c:v>45678</c:v>
                </c:pt>
                <c:pt idx="766">
                  <c:v>45679</c:v>
                </c:pt>
                <c:pt idx="767">
                  <c:v>45680</c:v>
                </c:pt>
                <c:pt idx="768">
                  <c:v>45681</c:v>
                </c:pt>
                <c:pt idx="769">
                  <c:v>45684</c:v>
                </c:pt>
                <c:pt idx="770">
                  <c:v>45685</c:v>
                </c:pt>
                <c:pt idx="771">
                  <c:v>45686</c:v>
                </c:pt>
                <c:pt idx="772">
                  <c:v>45687</c:v>
                </c:pt>
                <c:pt idx="773">
                  <c:v>45688</c:v>
                </c:pt>
                <c:pt idx="774">
                  <c:v>45691</c:v>
                </c:pt>
                <c:pt idx="775">
                  <c:v>45692</c:v>
                </c:pt>
                <c:pt idx="776">
                  <c:v>45693</c:v>
                </c:pt>
                <c:pt idx="777">
                  <c:v>45694</c:v>
                </c:pt>
                <c:pt idx="778">
                  <c:v>45695</c:v>
                </c:pt>
                <c:pt idx="779">
                  <c:v>45698</c:v>
                </c:pt>
                <c:pt idx="780">
                  <c:v>45699</c:v>
                </c:pt>
                <c:pt idx="781">
                  <c:v>45700</c:v>
                </c:pt>
                <c:pt idx="782">
                  <c:v>45701</c:v>
                </c:pt>
                <c:pt idx="783">
                  <c:v>45702</c:v>
                </c:pt>
                <c:pt idx="784">
                  <c:v>45706</c:v>
                </c:pt>
                <c:pt idx="785">
                  <c:v>45707</c:v>
                </c:pt>
                <c:pt idx="786">
                  <c:v>45708</c:v>
                </c:pt>
                <c:pt idx="787">
                  <c:v>45709</c:v>
                </c:pt>
                <c:pt idx="788">
                  <c:v>45712</c:v>
                </c:pt>
                <c:pt idx="789">
                  <c:v>45713</c:v>
                </c:pt>
                <c:pt idx="790">
                  <c:v>45714</c:v>
                </c:pt>
                <c:pt idx="791">
                  <c:v>45715</c:v>
                </c:pt>
                <c:pt idx="792">
                  <c:v>45716</c:v>
                </c:pt>
                <c:pt idx="793">
                  <c:v>45719</c:v>
                </c:pt>
                <c:pt idx="794">
                  <c:v>45720</c:v>
                </c:pt>
                <c:pt idx="795">
                  <c:v>45721</c:v>
                </c:pt>
                <c:pt idx="796">
                  <c:v>45722</c:v>
                </c:pt>
                <c:pt idx="797">
                  <c:v>45723</c:v>
                </c:pt>
                <c:pt idx="798">
                  <c:v>45726</c:v>
                </c:pt>
                <c:pt idx="799">
                  <c:v>45727</c:v>
                </c:pt>
                <c:pt idx="800">
                  <c:v>45728</c:v>
                </c:pt>
                <c:pt idx="801">
                  <c:v>45729</c:v>
                </c:pt>
                <c:pt idx="802">
                  <c:v>45730</c:v>
                </c:pt>
                <c:pt idx="803">
                  <c:v>45733</c:v>
                </c:pt>
                <c:pt idx="804">
                  <c:v>45734</c:v>
                </c:pt>
                <c:pt idx="805">
                  <c:v>45735</c:v>
                </c:pt>
                <c:pt idx="806">
                  <c:v>45736</c:v>
                </c:pt>
                <c:pt idx="807">
                  <c:v>45737</c:v>
                </c:pt>
                <c:pt idx="808">
                  <c:v>45740</c:v>
                </c:pt>
                <c:pt idx="809">
                  <c:v>45741</c:v>
                </c:pt>
                <c:pt idx="810">
                  <c:v>45742</c:v>
                </c:pt>
                <c:pt idx="811">
                  <c:v>45743</c:v>
                </c:pt>
                <c:pt idx="812">
                  <c:v>45744</c:v>
                </c:pt>
                <c:pt idx="813">
                  <c:v>45747</c:v>
                </c:pt>
                <c:pt idx="814">
                  <c:v>45748</c:v>
                </c:pt>
                <c:pt idx="815">
                  <c:v>45749</c:v>
                </c:pt>
                <c:pt idx="816">
                  <c:v>45750</c:v>
                </c:pt>
                <c:pt idx="817">
                  <c:v>45751</c:v>
                </c:pt>
                <c:pt idx="818">
                  <c:v>45754</c:v>
                </c:pt>
                <c:pt idx="819">
                  <c:v>45755</c:v>
                </c:pt>
                <c:pt idx="820">
                  <c:v>45756</c:v>
                </c:pt>
                <c:pt idx="821">
                  <c:v>45757</c:v>
                </c:pt>
                <c:pt idx="822">
                  <c:v>45758</c:v>
                </c:pt>
                <c:pt idx="823">
                  <c:v>45761</c:v>
                </c:pt>
                <c:pt idx="824">
                  <c:v>45762</c:v>
                </c:pt>
                <c:pt idx="825">
                  <c:v>45763</c:v>
                </c:pt>
                <c:pt idx="826">
                  <c:v>45764</c:v>
                </c:pt>
                <c:pt idx="827">
                  <c:v>45768</c:v>
                </c:pt>
                <c:pt idx="828">
                  <c:v>45769</c:v>
                </c:pt>
                <c:pt idx="829">
                  <c:v>45770</c:v>
                </c:pt>
                <c:pt idx="830">
                  <c:v>45771</c:v>
                </c:pt>
                <c:pt idx="831">
                  <c:v>45772</c:v>
                </c:pt>
                <c:pt idx="832">
                  <c:v>45775</c:v>
                </c:pt>
                <c:pt idx="833">
                  <c:v>45776</c:v>
                </c:pt>
                <c:pt idx="834">
                  <c:v>45777</c:v>
                </c:pt>
                <c:pt idx="835">
                  <c:v>45778</c:v>
                </c:pt>
                <c:pt idx="836">
                  <c:v>45779</c:v>
                </c:pt>
                <c:pt idx="837">
                  <c:v>45782</c:v>
                </c:pt>
                <c:pt idx="838">
                  <c:v>45783</c:v>
                </c:pt>
                <c:pt idx="839">
                  <c:v>45784</c:v>
                </c:pt>
                <c:pt idx="840">
                  <c:v>45785</c:v>
                </c:pt>
                <c:pt idx="841">
                  <c:v>45786</c:v>
                </c:pt>
                <c:pt idx="842">
                  <c:v>45789</c:v>
                </c:pt>
                <c:pt idx="843">
                  <c:v>45790</c:v>
                </c:pt>
                <c:pt idx="844">
                  <c:v>45791</c:v>
                </c:pt>
                <c:pt idx="845">
                  <c:v>45792</c:v>
                </c:pt>
                <c:pt idx="846">
                  <c:v>45793</c:v>
                </c:pt>
                <c:pt idx="847">
                  <c:v>45796</c:v>
                </c:pt>
                <c:pt idx="848">
                  <c:v>45797</c:v>
                </c:pt>
                <c:pt idx="849">
                  <c:v>45798</c:v>
                </c:pt>
                <c:pt idx="850">
                  <c:v>45799</c:v>
                </c:pt>
                <c:pt idx="851">
                  <c:v>45800</c:v>
                </c:pt>
                <c:pt idx="852">
                  <c:v>45804</c:v>
                </c:pt>
                <c:pt idx="853">
                  <c:v>45805</c:v>
                </c:pt>
                <c:pt idx="854">
                  <c:v>45806</c:v>
                </c:pt>
                <c:pt idx="855">
                  <c:v>45807</c:v>
                </c:pt>
                <c:pt idx="856">
                  <c:v>45810</c:v>
                </c:pt>
                <c:pt idx="857">
                  <c:v>45811</c:v>
                </c:pt>
                <c:pt idx="858">
                  <c:v>45812</c:v>
                </c:pt>
                <c:pt idx="859">
                  <c:v>45813</c:v>
                </c:pt>
                <c:pt idx="860">
                  <c:v>45814</c:v>
                </c:pt>
                <c:pt idx="861">
                  <c:v>45817</c:v>
                </c:pt>
                <c:pt idx="862">
                  <c:v>45818</c:v>
                </c:pt>
                <c:pt idx="863">
                  <c:v>45819</c:v>
                </c:pt>
                <c:pt idx="864">
                  <c:v>45820</c:v>
                </c:pt>
                <c:pt idx="865">
                  <c:v>45821</c:v>
                </c:pt>
                <c:pt idx="866">
                  <c:v>45824</c:v>
                </c:pt>
                <c:pt idx="867">
                  <c:v>45825</c:v>
                </c:pt>
                <c:pt idx="868">
                  <c:v>45826</c:v>
                </c:pt>
                <c:pt idx="869">
                  <c:v>45828</c:v>
                </c:pt>
                <c:pt idx="870">
                  <c:v>45831</c:v>
                </c:pt>
                <c:pt idx="871">
                  <c:v>45832</c:v>
                </c:pt>
                <c:pt idx="872">
                  <c:v>45833</c:v>
                </c:pt>
                <c:pt idx="873">
                  <c:v>45834</c:v>
                </c:pt>
                <c:pt idx="874">
                  <c:v>45835</c:v>
                </c:pt>
                <c:pt idx="875">
                  <c:v>45838</c:v>
                </c:pt>
                <c:pt idx="876">
                  <c:v>45839</c:v>
                </c:pt>
                <c:pt idx="877">
                  <c:v>45840</c:v>
                </c:pt>
                <c:pt idx="878">
                  <c:v>45841</c:v>
                </c:pt>
                <c:pt idx="879">
                  <c:v>45845</c:v>
                </c:pt>
                <c:pt idx="880">
                  <c:v>45846</c:v>
                </c:pt>
                <c:pt idx="881">
                  <c:v>45847</c:v>
                </c:pt>
                <c:pt idx="882">
                  <c:v>45848</c:v>
                </c:pt>
                <c:pt idx="883">
                  <c:v>45849</c:v>
                </c:pt>
                <c:pt idx="884">
                  <c:v>45852</c:v>
                </c:pt>
                <c:pt idx="885">
                  <c:v>45853</c:v>
                </c:pt>
                <c:pt idx="886">
                  <c:v>45854</c:v>
                </c:pt>
                <c:pt idx="887">
                  <c:v>45855</c:v>
                </c:pt>
                <c:pt idx="888">
                  <c:v>45856</c:v>
                </c:pt>
                <c:pt idx="889">
                  <c:v>45859</c:v>
                </c:pt>
                <c:pt idx="890">
                  <c:v>45860</c:v>
                </c:pt>
                <c:pt idx="891">
                  <c:v>45861</c:v>
                </c:pt>
                <c:pt idx="892">
                  <c:v>45862</c:v>
                </c:pt>
                <c:pt idx="893">
                  <c:v>45863</c:v>
                </c:pt>
                <c:pt idx="894">
                  <c:v>45866</c:v>
                </c:pt>
                <c:pt idx="895">
                  <c:v>45867</c:v>
                </c:pt>
                <c:pt idx="896">
                  <c:v>45868</c:v>
                </c:pt>
                <c:pt idx="897">
                  <c:v>45869</c:v>
                </c:pt>
                <c:pt idx="898">
                  <c:v>45870</c:v>
                </c:pt>
                <c:pt idx="899">
                  <c:v>45873</c:v>
                </c:pt>
                <c:pt idx="900">
                  <c:v>45874</c:v>
                </c:pt>
                <c:pt idx="901">
                  <c:v>45875</c:v>
                </c:pt>
                <c:pt idx="902">
                  <c:v>45876</c:v>
                </c:pt>
                <c:pt idx="903">
                  <c:v>45877</c:v>
                </c:pt>
                <c:pt idx="904">
                  <c:v>45880</c:v>
                </c:pt>
                <c:pt idx="905">
                  <c:v>45881</c:v>
                </c:pt>
                <c:pt idx="906">
                  <c:v>45882</c:v>
                </c:pt>
                <c:pt idx="907">
                  <c:v>45883</c:v>
                </c:pt>
                <c:pt idx="908">
                  <c:v>45884</c:v>
                </c:pt>
                <c:pt idx="909">
                  <c:v>45887</c:v>
                </c:pt>
                <c:pt idx="910">
                  <c:v>45888</c:v>
                </c:pt>
                <c:pt idx="911">
                  <c:v>45889</c:v>
                </c:pt>
                <c:pt idx="912">
                  <c:v>45890</c:v>
                </c:pt>
                <c:pt idx="913">
                  <c:v>45891</c:v>
                </c:pt>
                <c:pt idx="914">
                  <c:v>45894</c:v>
                </c:pt>
                <c:pt idx="915">
                  <c:v>45895</c:v>
                </c:pt>
                <c:pt idx="916">
                  <c:v>45896</c:v>
                </c:pt>
                <c:pt idx="917">
                  <c:v>45897</c:v>
                </c:pt>
                <c:pt idx="918">
                  <c:v>45898</c:v>
                </c:pt>
                <c:pt idx="919">
                  <c:v>45902</c:v>
                </c:pt>
                <c:pt idx="920">
                  <c:v>45903</c:v>
                </c:pt>
                <c:pt idx="921">
                  <c:v>45904</c:v>
                </c:pt>
                <c:pt idx="922">
                  <c:v>45905</c:v>
                </c:pt>
                <c:pt idx="923">
                  <c:v>45908</c:v>
                </c:pt>
                <c:pt idx="924">
                  <c:v>45909</c:v>
                </c:pt>
                <c:pt idx="925">
                  <c:v>45910</c:v>
                </c:pt>
                <c:pt idx="926">
                  <c:v>45911</c:v>
                </c:pt>
                <c:pt idx="927">
                  <c:v>45912</c:v>
                </c:pt>
                <c:pt idx="928">
                  <c:v>45915</c:v>
                </c:pt>
                <c:pt idx="929">
                  <c:v>45916</c:v>
                </c:pt>
                <c:pt idx="930">
                  <c:v>45917</c:v>
                </c:pt>
                <c:pt idx="931">
                  <c:v>45918</c:v>
                </c:pt>
                <c:pt idx="932">
                  <c:v>45919</c:v>
                </c:pt>
                <c:pt idx="933">
                  <c:v>45922</c:v>
                </c:pt>
                <c:pt idx="934">
                  <c:v>45923</c:v>
                </c:pt>
                <c:pt idx="935">
                  <c:v>45924</c:v>
                </c:pt>
                <c:pt idx="936">
                  <c:v>45925</c:v>
                </c:pt>
                <c:pt idx="937">
                  <c:v>45926</c:v>
                </c:pt>
                <c:pt idx="938">
                  <c:v>45929</c:v>
                </c:pt>
                <c:pt idx="939">
                  <c:v>45930</c:v>
                </c:pt>
                <c:pt idx="940">
                  <c:v>45931</c:v>
                </c:pt>
                <c:pt idx="941">
                  <c:v>45932</c:v>
                </c:pt>
                <c:pt idx="942">
                  <c:v>45933</c:v>
                </c:pt>
                <c:pt idx="943">
                  <c:v>45936</c:v>
                </c:pt>
                <c:pt idx="944">
                  <c:v>45937</c:v>
                </c:pt>
                <c:pt idx="945">
                  <c:v>45938</c:v>
                </c:pt>
                <c:pt idx="946">
                  <c:v>45939</c:v>
                </c:pt>
                <c:pt idx="947">
                  <c:v>45940</c:v>
                </c:pt>
                <c:pt idx="948">
                  <c:v>45943</c:v>
                </c:pt>
                <c:pt idx="949">
                  <c:v>45944</c:v>
                </c:pt>
                <c:pt idx="950">
                  <c:v>45945</c:v>
                </c:pt>
                <c:pt idx="951">
                  <c:v>45946</c:v>
                </c:pt>
                <c:pt idx="952">
                  <c:v>45947</c:v>
                </c:pt>
                <c:pt idx="953">
                  <c:v>45950</c:v>
                </c:pt>
                <c:pt idx="954">
                  <c:v>45951</c:v>
                </c:pt>
                <c:pt idx="955">
                  <c:v>45952</c:v>
                </c:pt>
                <c:pt idx="956">
                  <c:v>45953</c:v>
                </c:pt>
                <c:pt idx="957">
                  <c:v>45954</c:v>
                </c:pt>
                <c:pt idx="958">
                  <c:v>45957</c:v>
                </c:pt>
                <c:pt idx="959">
                  <c:v>45958</c:v>
                </c:pt>
                <c:pt idx="960">
                  <c:v>45959</c:v>
                </c:pt>
                <c:pt idx="961">
                  <c:v>45960</c:v>
                </c:pt>
                <c:pt idx="962">
                  <c:v>45961</c:v>
                </c:pt>
                <c:pt idx="963">
                  <c:v>45964</c:v>
                </c:pt>
                <c:pt idx="964">
                  <c:v>45965</c:v>
                </c:pt>
                <c:pt idx="965">
                  <c:v>45966</c:v>
                </c:pt>
                <c:pt idx="966">
                  <c:v>45967</c:v>
                </c:pt>
                <c:pt idx="967">
                  <c:v>45968</c:v>
                </c:pt>
                <c:pt idx="968">
                  <c:v>45971</c:v>
                </c:pt>
                <c:pt idx="969">
                  <c:v>45972</c:v>
                </c:pt>
                <c:pt idx="970">
                  <c:v>45973</c:v>
                </c:pt>
                <c:pt idx="971">
                  <c:v>45974</c:v>
                </c:pt>
                <c:pt idx="972">
                  <c:v>45975</c:v>
                </c:pt>
                <c:pt idx="973">
                  <c:v>45978</c:v>
                </c:pt>
                <c:pt idx="974">
                  <c:v>45979</c:v>
                </c:pt>
                <c:pt idx="975">
                  <c:v>45980</c:v>
                </c:pt>
                <c:pt idx="976">
                  <c:v>45981</c:v>
                </c:pt>
                <c:pt idx="977">
                  <c:v>45982</c:v>
                </c:pt>
                <c:pt idx="978">
                  <c:v>45985</c:v>
                </c:pt>
                <c:pt idx="979">
                  <c:v>45986</c:v>
                </c:pt>
                <c:pt idx="980">
                  <c:v>45987</c:v>
                </c:pt>
                <c:pt idx="981">
                  <c:v>45989</c:v>
                </c:pt>
                <c:pt idx="982">
                  <c:v>45992</c:v>
                </c:pt>
                <c:pt idx="983">
                  <c:v>45993</c:v>
                </c:pt>
                <c:pt idx="984">
                  <c:v>45994</c:v>
                </c:pt>
                <c:pt idx="985">
                  <c:v>45995</c:v>
                </c:pt>
                <c:pt idx="986">
                  <c:v>45996</c:v>
                </c:pt>
                <c:pt idx="987">
                  <c:v>45999</c:v>
                </c:pt>
                <c:pt idx="988">
                  <c:v>46000</c:v>
                </c:pt>
                <c:pt idx="989">
                  <c:v>46001</c:v>
                </c:pt>
                <c:pt idx="990">
                  <c:v>46002</c:v>
                </c:pt>
                <c:pt idx="991">
                  <c:v>46003</c:v>
                </c:pt>
                <c:pt idx="992">
                  <c:v>46006</c:v>
                </c:pt>
                <c:pt idx="993">
                  <c:v>46007</c:v>
                </c:pt>
                <c:pt idx="994">
                  <c:v>46008</c:v>
                </c:pt>
                <c:pt idx="995">
                  <c:v>46009</c:v>
                </c:pt>
                <c:pt idx="996">
                  <c:v>46010</c:v>
                </c:pt>
                <c:pt idx="997">
                  <c:v>46013</c:v>
                </c:pt>
                <c:pt idx="998">
                  <c:v>46014</c:v>
                </c:pt>
                <c:pt idx="999">
                  <c:v>46015</c:v>
                </c:pt>
                <c:pt idx="1000">
                  <c:v>46017</c:v>
                </c:pt>
                <c:pt idx="1001">
                  <c:v>46020</c:v>
                </c:pt>
                <c:pt idx="1002">
                  <c:v>46021</c:v>
                </c:pt>
                <c:pt idx="1003">
                  <c:v>46022</c:v>
                </c:pt>
                <c:pt idx="1004">
                  <c:v>46024</c:v>
                </c:pt>
                <c:pt idx="1005">
                  <c:v>46027</c:v>
                </c:pt>
                <c:pt idx="1006">
                  <c:v>46028</c:v>
                </c:pt>
                <c:pt idx="1007">
                  <c:v>46029</c:v>
                </c:pt>
                <c:pt idx="1008">
                  <c:v>46030</c:v>
                </c:pt>
                <c:pt idx="1009">
                  <c:v>46031</c:v>
                </c:pt>
                <c:pt idx="1010">
                  <c:v>46034</c:v>
                </c:pt>
                <c:pt idx="1011">
                  <c:v>46035</c:v>
                </c:pt>
                <c:pt idx="1012">
                  <c:v>46036</c:v>
                </c:pt>
                <c:pt idx="1013">
                  <c:v>46037</c:v>
                </c:pt>
                <c:pt idx="1014">
                  <c:v>46038</c:v>
                </c:pt>
                <c:pt idx="1015">
                  <c:v>46042</c:v>
                </c:pt>
                <c:pt idx="1016">
                  <c:v>46043</c:v>
                </c:pt>
                <c:pt idx="1017">
                  <c:v>46044</c:v>
                </c:pt>
                <c:pt idx="1018">
                  <c:v>46045</c:v>
                </c:pt>
                <c:pt idx="1019">
                  <c:v>46048</c:v>
                </c:pt>
                <c:pt idx="1020">
                  <c:v>46049</c:v>
                </c:pt>
                <c:pt idx="1021">
                  <c:v>46050</c:v>
                </c:pt>
                <c:pt idx="1022">
                  <c:v>46051</c:v>
                </c:pt>
                <c:pt idx="1023">
                  <c:v>46052</c:v>
                </c:pt>
                <c:pt idx="1024">
                  <c:v>46055</c:v>
                </c:pt>
                <c:pt idx="1025">
                  <c:v>46056</c:v>
                </c:pt>
                <c:pt idx="1026">
                  <c:v>46057</c:v>
                </c:pt>
                <c:pt idx="1027">
                  <c:v>46058</c:v>
                </c:pt>
                <c:pt idx="1028">
                  <c:v>46059</c:v>
                </c:pt>
                <c:pt idx="1029">
                  <c:v>46062</c:v>
                </c:pt>
                <c:pt idx="1030">
                  <c:v>46063</c:v>
                </c:pt>
                <c:pt idx="1031">
                  <c:v>46064</c:v>
                </c:pt>
                <c:pt idx="1032">
                  <c:v>46065</c:v>
                </c:pt>
                <c:pt idx="1033">
                  <c:v>46066</c:v>
                </c:pt>
                <c:pt idx="1034">
                  <c:v>46070</c:v>
                </c:pt>
                <c:pt idx="1035">
                  <c:v>46071</c:v>
                </c:pt>
                <c:pt idx="1036">
                  <c:v>46072</c:v>
                </c:pt>
                <c:pt idx="1037">
                  <c:v>46073</c:v>
                </c:pt>
                <c:pt idx="1038">
                  <c:v>46076</c:v>
                </c:pt>
                <c:pt idx="1039">
                  <c:v>46077</c:v>
                </c:pt>
                <c:pt idx="1040">
                  <c:v>46078</c:v>
                </c:pt>
                <c:pt idx="1041">
                  <c:v>46079</c:v>
                </c:pt>
                <c:pt idx="1042">
                  <c:v>46080</c:v>
                </c:pt>
                <c:pt idx="1043">
                  <c:v>46083</c:v>
                </c:pt>
                <c:pt idx="1044">
                  <c:v>46084</c:v>
                </c:pt>
                <c:pt idx="1045">
                  <c:v>46085</c:v>
                </c:pt>
                <c:pt idx="1046">
                  <c:v>46086</c:v>
                </c:pt>
                <c:pt idx="1047">
                  <c:v>46087</c:v>
                </c:pt>
                <c:pt idx="1048">
                  <c:v>46090</c:v>
                </c:pt>
                <c:pt idx="1049">
                  <c:v>46091</c:v>
                </c:pt>
                <c:pt idx="1050">
                  <c:v>46092</c:v>
                </c:pt>
                <c:pt idx="1051">
                  <c:v>46093</c:v>
                </c:pt>
                <c:pt idx="1052">
                  <c:v>46094</c:v>
                </c:pt>
                <c:pt idx="1053">
                  <c:v>46097</c:v>
                </c:pt>
                <c:pt idx="1054">
                  <c:v>46098</c:v>
                </c:pt>
                <c:pt idx="1055">
                  <c:v>46099</c:v>
                </c:pt>
                <c:pt idx="1056">
                  <c:v>46100</c:v>
                </c:pt>
                <c:pt idx="1057">
                  <c:v>46101</c:v>
                </c:pt>
                <c:pt idx="1058">
                  <c:v>46104</c:v>
                </c:pt>
                <c:pt idx="1059">
                  <c:v>46105</c:v>
                </c:pt>
                <c:pt idx="1060">
                  <c:v>46106</c:v>
                </c:pt>
                <c:pt idx="1061">
                  <c:v>46107</c:v>
                </c:pt>
                <c:pt idx="1062">
                  <c:v>46108</c:v>
                </c:pt>
                <c:pt idx="1063">
                  <c:v>46111</c:v>
                </c:pt>
                <c:pt idx="1064">
                  <c:v>46112</c:v>
                </c:pt>
                <c:pt idx="1065">
                  <c:v>46113</c:v>
                </c:pt>
                <c:pt idx="1066">
                  <c:v>46114</c:v>
                </c:pt>
                <c:pt idx="1067">
                  <c:v>46118</c:v>
                </c:pt>
                <c:pt idx="1068">
                  <c:v>46119</c:v>
                </c:pt>
                <c:pt idx="1069">
                  <c:v>46120</c:v>
                </c:pt>
                <c:pt idx="1070">
                  <c:v>46121</c:v>
                </c:pt>
                <c:pt idx="1071">
                  <c:v>46122</c:v>
                </c:pt>
                <c:pt idx="1072">
                  <c:v>46125</c:v>
                </c:pt>
                <c:pt idx="1073">
                  <c:v>46126</c:v>
                </c:pt>
                <c:pt idx="1074">
                  <c:v>46127</c:v>
                </c:pt>
                <c:pt idx="1075">
                  <c:v>46128</c:v>
                </c:pt>
                <c:pt idx="1076">
                  <c:v>46129</c:v>
                </c:pt>
                <c:pt idx="1077">
                  <c:v>46132</c:v>
                </c:pt>
                <c:pt idx="1078">
                  <c:v>46133</c:v>
                </c:pt>
                <c:pt idx="1079">
                  <c:v>46134</c:v>
                </c:pt>
                <c:pt idx="1080">
                  <c:v>46135</c:v>
                </c:pt>
                <c:pt idx="1081">
                  <c:v>46136</c:v>
                </c:pt>
                <c:pt idx="1082">
                  <c:v>46139</c:v>
                </c:pt>
                <c:pt idx="1083">
                  <c:v>46140</c:v>
                </c:pt>
                <c:pt idx="1084">
                  <c:v>46141</c:v>
                </c:pt>
                <c:pt idx="1085">
                  <c:v>46142</c:v>
                </c:pt>
                <c:pt idx="1086">
                  <c:v>46143</c:v>
                </c:pt>
                <c:pt idx="1087">
                  <c:v>46146</c:v>
                </c:pt>
                <c:pt idx="1088">
                  <c:v>46147</c:v>
                </c:pt>
                <c:pt idx="1089">
                  <c:v>46148</c:v>
                </c:pt>
                <c:pt idx="1090">
                  <c:v>46149</c:v>
                </c:pt>
                <c:pt idx="1091">
                  <c:v>46150</c:v>
                </c:pt>
                <c:pt idx="1092">
                  <c:v>46153</c:v>
                </c:pt>
                <c:pt idx="1093">
                  <c:v>46154</c:v>
                </c:pt>
                <c:pt idx="1094">
                  <c:v>46155</c:v>
                </c:pt>
                <c:pt idx="1095">
                  <c:v>46156</c:v>
                </c:pt>
                <c:pt idx="1096">
                  <c:v>46157</c:v>
                </c:pt>
                <c:pt idx="1097">
                  <c:v>46160</c:v>
                </c:pt>
                <c:pt idx="1098">
                  <c:v>46161</c:v>
                </c:pt>
                <c:pt idx="1099">
                  <c:v>46162</c:v>
                </c:pt>
                <c:pt idx="1100">
                  <c:v>46163</c:v>
                </c:pt>
                <c:pt idx="1101">
                  <c:v>46164</c:v>
                </c:pt>
                <c:pt idx="1102">
                  <c:v>46168</c:v>
                </c:pt>
                <c:pt idx="1103">
                  <c:v>46169</c:v>
                </c:pt>
                <c:pt idx="1104">
                  <c:v>46170</c:v>
                </c:pt>
                <c:pt idx="1105">
                  <c:v>46171</c:v>
                </c:pt>
                <c:pt idx="1106">
                  <c:v>46174</c:v>
                </c:pt>
                <c:pt idx="1107">
                  <c:v>46175</c:v>
                </c:pt>
                <c:pt idx="1108">
                  <c:v>46176</c:v>
                </c:pt>
                <c:pt idx="1109">
                  <c:v>46177</c:v>
                </c:pt>
                <c:pt idx="1110">
                  <c:v>46178</c:v>
                </c:pt>
                <c:pt idx="1111">
                  <c:v>46181</c:v>
                </c:pt>
                <c:pt idx="1112">
                  <c:v>46182</c:v>
                </c:pt>
                <c:pt idx="1113">
                  <c:v>46183</c:v>
                </c:pt>
                <c:pt idx="1114">
                  <c:v>46184</c:v>
                </c:pt>
                <c:pt idx="1115">
                  <c:v>46185</c:v>
                </c:pt>
                <c:pt idx="1116">
                  <c:v>46188</c:v>
                </c:pt>
                <c:pt idx="1117">
                  <c:v>46189</c:v>
                </c:pt>
                <c:pt idx="1118">
                  <c:v>46190</c:v>
                </c:pt>
                <c:pt idx="1119">
                  <c:v>46191</c:v>
                </c:pt>
                <c:pt idx="1120">
                  <c:v>46195</c:v>
                </c:pt>
                <c:pt idx="1121">
                  <c:v>46196</c:v>
                </c:pt>
                <c:pt idx="1122">
                  <c:v>46197</c:v>
                </c:pt>
                <c:pt idx="1123">
                  <c:v>46198</c:v>
                </c:pt>
                <c:pt idx="1124">
                  <c:v>46199</c:v>
                </c:pt>
                <c:pt idx="1125">
                  <c:v>46202</c:v>
                </c:pt>
                <c:pt idx="1126">
                  <c:v>46203</c:v>
                </c:pt>
                <c:pt idx="1127">
                  <c:v>46204</c:v>
                </c:pt>
                <c:pt idx="1128">
                  <c:v>46205</c:v>
                </c:pt>
                <c:pt idx="1129">
                  <c:v>46209</c:v>
                </c:pt>
                <c:pt idx="1130">
                  <c:v>46210</c:v>
                </c:pt>
                <c:pt idx="1131">
                  <c:v>46211</c:v>
                </c:pt>
                <c:pt idx="1132">
                  <c:v>46212</c:v>
                </c:pt>
                <c:pt idx="1133">
                  <c:v>46213</c:v>
                </c:pt>
                <c:pt idx="1134">
                  <c:v>46216</c:v>
                </c:pt>
                <c:pt idx="1135">
                  <c:v>46217</c:v>
                </c:pt>
                <c:pt idx="1136">
                  <c:v>46218</c:v>
                </c:pt>
                <c:pt idx="1137">
                  <c:v>46219</c:v>
                </c:pt>
                <c:pt idx="1138">
                  <c:v>46220</c:v>
                </c:pt>
                <c:pt idx="1139">
                  <c:v>46223</c:v>
                </c:pt>
                <c:pt idx="1140">
                  <c:v>46224</c:v>
                </c:pt>
                <c:pt idx="1141">
                  <c:v>46225</c:v>
                </c:pt>
                <c:pt idx="1142">
                  <c:v>46226</c:v>
                </c:pt>
                <c:pt idx="1143">
                  <c:v>46227</c:v>
                </c:pt>
                <c:pt idx="1144">
                  <c:v>46230</c:v>
                </c:pt>
                <c:pt idx="1145">
                  <c:v>46231</c:v>
                </c:pt>
                <c:pt idx="1146">
                  <c:v>46232</c:v>
                </c:pt>
                <c:pt idx="1147">
                  <c:v>46233</c:v>
                </c:pt>
                <c:pt idx="1148">
                  <c:v>46234</c:v>
                </c:pt>
                <c:pt idx="1149">
                  <c:v>46237</c:v>
                </c:pt>
                <c:pt idx="1150">
                  <c:v>46238</c:v>
                </c:pt>
                <c:pt idx="1151">
                  <c:v>46239</c:v>
                </c:pt>
                <c:pt idx="1152">
                  <c:v>46240</c:v>
                </c:pt>
                <c:pt idx="1153">
                  <c:v>46241</c:v>
                </c:pt>
                <c:pt idx="1154">
                  <c:v>46244</c:v>
                </c:pt>
                <c:pt idx="1155">
                  <c:v>46245</c:v>
                </c:pt>
                <c:pt idx="1156">
                  <c:v>46246</c:v>
                </c:pt>
                <c:pt idx="1157">
                  <c:v>46247</c:v>
                </c:pt>
                <c:pt idx="1158">
                  <c:v>46248</c:v>
                </c:pt>
                <c:pt idx="1159">
                  <c:v>46251</c:v>
                </c:pt>
                <c:pt idx="1160">
                  <c:v>46252</c:v>
                </c:pt>
                <c:pt idx="1161">
                  <c:v>46253</c:v>
                </c:pt>
                <c:pt idx="1162">
                  <c:v>46254</c:v>
                </c:pt>
                <c:pt idx="1163">
                  <c:v>46255</c:v>
                </c:pt>
                <c:pt idx="1164">
                  <c:v>46258</c:v>
                </c:pt>
                <c:pt idx="1165">
                  <c:v>46259</c:v>
                </c:pt>
                <c:pt idx="1166">
                  <c:v>46260</c:v>
                </c:pt>
                <c:pt idx="1167">
                  <c:v>46261</c:v>
                </c:pt>
                <c:pt idx="1168">
                  <c:v>46262</c:v>
                </c:pt>
                <c:pt idx="1169">
                  <c:v>46265</c:v>
                </c:pt>
                <c:pt idx="1170">
                  <c:v>46266</c:v>
                </c:pt>
                <c:pt idx="1171">
                  <c:v>46267</c:v>
                </c:pt>
                <c:pt idx="1172">
                  <c:v>46268</c:v>
                </c:pt>
                <c:pt idx="1173">
                  <c:v>46269</c:v>
                </c:pt>
                <c:pt idx="1174">
                  <c:v>46273</c:v>
                </c:pt>
                <c:pt idx="1175">
                  <c:v>46274</c:v>
                </c:pt>
                <c:pt idx="1176">
                  <c:v>46275</c:v>
                </c:pt>
                <c:pt idx="1177">
                  <c:v>46276</c:v>
                </c:pt>
                <c:pt idx="1178">
                  <c:v>46279</c:v>
                </c:pt>
                <c:pt idx="1179">
                  <c:v>46280</c:v>
                </c:pt>
                <c:pt idx="1180">
                  <c:v>46281</c:v>
                </c:pt>
                <c:pt idx="1181">
                  <c:v>46282</c:v>
                </c:pt>
                <c:pt idx="1182">
                  <c:v>46283</c:v>
                </c:pt>
                <c:pt idx="1183">
                  <c:v>46286</c:v>
                </c:pt>
                <c:pt idx="1184">
                  <c:v>46287</c:v>
                </c:pt>
                <c:pt idx="1185">
                  <c:v>46288</c:v>
                </c:pt>
                <c:pt idx="1186">
                  <c:v>46289</c:v>
                </c:pt>
                <c:pt idx="1187">
                  <c:v>46290</c:v>
                </c:pt>
                <c:pt idx="1188">
                  <c:v>46293</c:v>
                </c:pt>
                <c:pt idx="1189">
                  <c:v>46294</c:v>
                </c:pt>
                <c:pt idx="1190">
                  <c:v>46295</c:v>
                </c:pt>
                <c:pt idx="1191">
                  <c:v>46296</c:v>
                </c:pt>
                <c:pt idx="1192">
                  <c:v>46297</c:v>
                </c:pt>
                <c:pt idx="1193">
                  <c:v>46300</c:v>
                </c:pt>
                <c:pt idx="1194">
                  <c:v>46301</c:v>
                </c:pt>
                <c:pt idx="1195">
                  <c:v>46302</c:v>
                </c:pt>
                <c:pt idx="1196">
                  <c:v>46303</c:v>
                </c:pt>
                <c:pt idx="1197">
                  <c:v>46304</c:v>
                </c:pt>
                <c:pt idx="1198">
                  <c:v>46307</c:v>
                </c:pt>
                <c:pt idx="1199">
                  <c:v>46308</c:v>
                </c:pt>
                <c:pt idx="1200">
                  <c:v>46309</c:v>
                </c:pt>
                <c:pt idx="1201">
                  <c:v>46310</c:v>
                </c:pt>
                <c:pt idx="1202">
                  <c:v>46311</c:v>
                </c:pt>
                <c:pt idx="1203">
                  <c:v>#N/A</c:v>
                </c:pt>
                <c:pt idx="1204">
                  <c:v>#N/A</c:v>
                </c:pt>
                <c:pt idx="1205">
                  <c:v>#N/A</c:v>
                </c:pt>
                <c:pt idx="1206">
                  <c:v>#N/A</c:v>
                </c:pt>
                <c:pt idx="1207">
                  <c:v>#N/A</c:v>
                </c:pt>
                <c:pt idx="1208">
                  <c:v>#N/A</c:v>
                </c:pt>
                <c:pt idx="1209">
                  <c:v>#N/A</c:v>
                </c:pt>
                <c:pt idx="1210">
                  <c:v>#N/A</c:v>
                </c:pt>
                <c:pt idx="1211">
                  <c:v>#N/A</c:v>
                </c:pt>
                <c:pt idx="1212">
                  <c:v>#N/A</c:v>
                </c:pt>
                <c:pt idx="1213">
                  <c:v>#N/A</c:v>
                </c:pt>
                <c:pt idx="1214">
                  <c:v>#N/A</c:v>
                </c:pt>
                <c:pt idx="1215">
                  <c:v>#N/A</c:v>
                </c:pt>
                <c:pt idx="1216">
                  <c:v>#N/A</c:v>
                </c:pt>
                <c:pt idx="1217">
                  <c:v>#N/A</c:v>
                </c:pt>
                <c:pt idx="1218">
                  <c:v>#N/A</c:v>
                </c:pt>
                <c:pt idx="1219">
                  <c:v>#N/A</c:v>
                </c:pt>
                <c:pt idx="1220">
                  <c:v>#N/A</c:v>
                </c:pt>
                <c:pt idx="1221">
                  <c:v>#N/A</c:v>
                </c:pt>
                <c:pt idx="1222">
                  <c:v>#N/A</c:v>
                </c:pt>
                <c:pt idx="1223">
                  <c:v>#N/A</c:v>
                </c:pt>
                <c:pt idx="1224">
                  <c:v>#N/A</c:v>
                </c:pt>
                <c:pt idx="1225">
                  <c:v>#N/A</c:v>
                </c:pt>
                <c:pt idx="1226">
                  <c:v>#N/A</c:v>
                </c:pt>
                <c:pt idx="1227">
                  <c:v>#N/A</c:v>
                </c:pt>
                <c:pt idx="1228">
                  <c:v>#N/A</c:v>
                </c:pt>
                <c:pt idx="1229">
                  <c:v>#N/A</c:v>
                </c:pt>
                <c:pt idx="1230">
                  <c:v>#N/A</c:v>
                </c:pt>
                <c:pt idx="1231">
                  <c:v>#N/A</c:v>
                </c:pt>
                <c:pt idx="1232">
                  <c:v>#N/A</c:v>
                </c:pt>
                <c:pt idx="1233">
                  <c:v>#N/A</c:v>
                </c:pt>
                <c:pt idx="1234">
                  <c:v>#N/A</c:v>
                </c:pt>
                <c:pt idx="1235">
                  <c:v>#N/A</c:v>
                </c:pt>
                <c:pt idx="1236">
                  <c:v>#N/A</c:v>
                </c:pt>
                <c:pt idx="1237">
                  <c:v>#N/A</c:v>
                </c:pt>
                <c:pt idx="1238">
                  <c:v>#N/A</c:v>
                </c:pt>
                <c:pt idx="1239">
                  <c:v>#N/A</c:v>
                </c:pt>
                <c:pt idx="1240">
                  <c:v>#N/A</c:v>
                </c:pt>
                <c:pt idx="1241">
                  <c:v>#N/A</c:v>
                </c:pt>
                <c:pt idx="1242">
                  <c:v>#N/A</c:v>
                </c:pt>
                <c:pt idx="1243">
                  <c:v>#N/A</c:v>
                </c:pt>
                <c:pt idx="1244">
                  <c:v>#N/A</c:v>
                </c:pt>
                <c:pt idx="1245">
                  <c:v>#N/A</c:v>
                </c:pt>
                <c:pt idx="1246">
                  <c:v>#N/A</c:v>
                </c:pt>
                <c:pt idx="1247">
                  <c:v>#N/A</c:v>
                </c:pt>
                <c:pt idx="1248">
                  <c:v>#N/A</c:v>
                </c:pt>
                <c:pt idx="1249">
                  <c:v>#N/A</c:v>
                </c:pt>
                <c:pt idx="1250">
                  <c:v>#N/A</c:v>
                </c:pt>
                <c:pt idx="1251">
                  <c:v>#N/A</c:v>
                </c:pt>
                <c:pt idx="1252">
                  <c:v>#N/A</c:v>
                </c:pt>
                <c:pt idx="1253">
                  <c:v>#N/A</c:v>
                </c:pt>
                <c:pt idx="1254">
                  <c:v>#N/A</c:v>
                </c:pt>
                <c:pt idx="1255">
                  <c:v>#N/A</c:v>
                </c:pt>
                <c:pt idx="1256">
                  <c:v>#N/A</c:v>
                </c:pt>
                <c:pt idx="1257">
                  <c:v>#N/A</c:v>
                </c:pt>
                <c:pt idx="1258">
                  <c:v>#N/A</c:v>
                </c:pt>
                <c:pt idx="1259">
                  <c:v>#N/A</c:v>
                </c:pt>
                <c:pt idx="1260">
                  <c:v>#N/A</c:v>
                </c:pt>
                <c:pt idx="1261">
                  <c:v>#N/A</c:v>
                </c:pt>
                <c:pt idx="1262">
                  <c:v>#N/A</c:v>
                </c:pt>
                <c:pt idx="1263">
                  <c:v>#N/A</c:v>
                </c:pt>
                <c:pt idx="1264">
                  <c:v>#N/A</c:v>
                </c:pt>
                <c:pt idx="1265">
                  <c:v>#N/A</c:v>
                </c:pt>
                <c:pt idx="1266">
                  <c:v>#N/A</c:v>
                </c:pt>
                <c:pt idx="1267">
                  <c:v>#N/A</c:v>
                </c:pt>
                <c:pt idx="1268">
                  <c:v>#N/A</c:v>
                </c:pt>
                <c:pt idx="1269">
                  <c:v>#N/A</c:v>
                </c:pt>
                <c:pt idx="1270">
                  <c:v>#N/A</c:v>
                </c:pt>
                <c:pt idx="1271">
                  <c:v>#N/A</c:v>
                </c:pt>
                <c:pt idx="1272">
                  <c:v>#N/A</c:v>
                </c:pt>
                <c:pt idx="1273">
                  <c:v>#N/A</c:v>
                </c:pt>
                <c:pt idx="1274">
                  <c:v>#N/A</c:v>
                </c:pt>
                <c:pt idx="1275">
                  <c:v>#N/A</c:v>
                </c:pt>
                <c:pt idx="1276">
                  <c:v>#N/A</c:v>
                </c:pt>
                <c:pt idx="1277">
                  <c:v>#N/A</c:v>
                </c:pt>
                <c:pt idx="1278">
                  <c:v>#N/A</c:v>
                </c:pt>
                <c:pt idx="1279">
                  <c:v>#N/A</c:v>
                </c:pt>
                <c:pt idx="1280">
                  <c:v>#N/A</c:v>
                </c:pt>
                <c:pt idx="1281">
                  <c:v>#N/A</c:v>
                </c:pt>
                <c:pt idx="1282">
                  <c:v>#N/A</c:v>
                </c:pt>
                <c:pt idx="1283">
                  <c:v>#N/A</c:v>
                </c:pt>
                <c:pt idx="1284">
                  <c:v>#N/A</c:v>
                </c:pt>
                <c:pt idx="1285">
                  <c:v>#N/A</c:v>
                </c:pt>
                <c:pt idx="1286">
                  <c:v>#N/A</c:v>
                </c:pt>
                <c:pt idx="1287">
                  <c:v>#N/A</c:v>
                </c:pt>
                <c:pt idx="1288">
                  <c:v>#N/A</c:v>
                </c:pt>
                <c:pt idx="1289">
                  <c:v>#N/A</c:v>
                </c:pt>
                <c:pt idx="1290">
                  <c:v>#N/A</c:v>
                </c:pt>
                <c:pt idx="1291">
                  <c:v>#N/A</c:v>
                </c:pt>
                <c:pt idx="1292">
                  <c:v>#N/A</c:v>
                </c:pt>
                <c:pt idx="1293">
                  <c:v>#N/A</c:v>
                </c:pt>
                <c:pt idx="1294">
                  <c:v>#N/A</c:v>
                </c:pt>
                <c:pt idx="1295">
                  <c:v>#N/A</c:v>
                </c:pt>
                <c:pt idx="1296">
                  <c:v>#N/A</c:v>
                </c:pt>
                <c:pt idx="1297">
                  <c:v>#N/A</c:v>
                </c:pt>
                <c:pt idx="1298">
                  <c:v>#N/A</c:v>
                </c:pt>
                <c:pt idx="1299">
                  <c:v>#N/A</c:v>
                </c:pt>
                <c:pt idx="1300">
                  <c:v>#N/A</c:v>
                </c:pt>
                <c:pt idx="1301">
                  <c:v>#N/A</c:v>
                </c:pt>
                <c:pt idx="1302">
                  <c:v>#N/A</c:v>
                </c:pt>
                <c:pt idx="1303">
                  <c:v>#N/A</c:v>
                </c:pt>
                <c:pt idx="1304">
                  <c:v>#N/A</c:v>
                </c:pt>
                <c:pt idx="1305">
                  <c:v>#N/A</c:v>
                </c:pt>
                <c:pt idx="1306">
                  <c:v>#N/A</c:v>
                </c:pt>
                <c:pt idx="1307">
                  <c:v>#N/A</c:v>
                </c:pt>
                <c:pt idx="1308">
                  <c:v>#N/A</c:v>
                </c:pt>
                <c:pt idx="1309">
                  <c:v>#N/A</c:v>
                </c:pt>
                <c:pt idx="1310">
                  <c:v>#N/A</c:v>
                </c:pt>
                <c:pt idx="1311">
                  <c:v>#N/A</c:v>
                </c:pt>
                <c:pt idx="1312">
                  <c:v>#N/A</c:v>
                </c:pt>
                <c:pt idx="1313">
                  <c:v>#N/A</c:v>
                </c:pt>
                <c:pt idx="1314">
                  <c:v>#N/A</c:v>
                </c:pt>
                <c:pt idx="1315">
                  <c:v>#N/A</c:v>
                </c:pt>
                <c:pt idx="1316">
                  <c:v>#N/A</c:v>
                </c:pt>
                <c:pt idx="1317">
                  <c:v>#N/A</c:v>
                </c:pt>
                <c:pt idx="1318">
                  <c:v>#N/A</c:v>
                </c:pt>
                <c:pt idx="1319">
                  <c:v>#N/A</c:v>
                </c:pt>
                <c:pt idx="1320">
                  <c:v>#N/A</c:v>
                </c:pt>
                <c:pt idx="1321">
                  <c:v>#N/A</c:v>
                </c:pt>
                <c:pt idx="1322">
                  <c:v>#N/A</c:v>
                </c:pt>
                <c:pt idx="1323">
                  <c:v>#N/A</c:v>
                </c:pt>
                <c:pt idx="1324">
                  <c:v>#N/A</c:v>
                </c:pt>
                <c:pt idx="1325">
                  <c:v>#N/A</c:v>
                </c:pt>
                <c:pt idx="1326">
                  <c:v>#N/A</c:v>
                </c:pt>
                <c:pt idx="1327">
                  <c:v>#N/A</c:v>
                </c:pt>
                <c:pt idx="1328">
                  <c:v>#N/A</c:v>
                </c:pt>
                <c:pt idx="1329">
                  <c:v>#N/A</c:v>
                </c:pt>
                <c:pt idx="1330">
                  <c:v>#N/A</c:v>
                </c:pt>
              </c:numCache>
            </c:numRef>
          </c:cat>
          <c:val>
            <c:numRef>
              <c:f>SPX_UST!$AU$1275:$AU$4055</c:f>
              <c:numCache>
                <c:formatCode>0.0</c:formatCode>
                <c:ptCount val="2781"/>
                <c:pt idx="0">
                  <c:v>100</c:v>
                </c:pt>
                <c:pt idx="1">
                  <c:v>99.020633607474821</c:v>
                </c:pt>
                <c:pt idx="2">
                  <c:v>97.65134556426105</c:v>
                </c:pt>
                <c:pt idx="3">
                  <c:v>96.959097766314684</c:v>
                </c:pt>
                <c:pt idx="4">
                  <c:v>95.786899605820253</c:v>
                </c:pt>
                <c:pt idx="5">
                  <c:v>95.351355297094756</c:v>
                </c:pt>
                <c:pt idx="6">
                  <c:v>96.34227942965596</c:v>
                </c:pt>
                <c:pt idx="7">
                  <c:v>97.075283468781961</c:v>
                </c:pt>
                <c:pt idx="8">
                  <c:v>96.822229792204041</c:v>
                </c:pt>
                <c:pt idx="9">
                  <c:v>95.242469219913417</c:v>
                </c:pt>
                <c:pt idx="10">
                  <c:v>95.08187746362357</c:v>
                </c:pt>
                <c:pt idx="11">
                  <c:v>93.762470193196791</c:v>
                </c:pt>
                <c:pt idx="12">
                  <c:v>93.348216458221842</c:v>
                </c:pt>
                <c:pt idx="13">
                  <c:v>92.804394374422174</c:v>
                </c:pt>
                <c:pt idx="14">
                  <c:v>91.818336658718238</c:v>
                </c:pt>
                <c:pt idx="15">
                  <c:v>91.481945593459585</c:v>
                </c:pt>
                <c:pt idx="16">
                  <c:v>90.876076694729718</c:v>
                </c:pt>
                <c:pt idx="17">
                  <c:v>90.472164095576474</c:v>
                </c:pt>
                <c:pt idx="18">
                  <c:v>90.598082631758274</c:v>
                </c:pt>
                <c:pt idx="19">
                  <c:v>92.480169351306657</c:v>
                </c:pt>
                <c:pt idx="20">
                  <c:v>93.098204292179716</c:v>
                </c:pt>
                <c:pt idx="21">
                  <c:v>93.362815708793661</c:v>
                </c:pt>
                <c:pt idx="22">
                  <c:v>94.53197235875227</c:v>
                </c:pt>
                <c:pt idx="23">
                  <c:v>94.103727675312683</c:v>
                </c:pt>
                <c:pt idx="24">
                  <c:v>93.72171395201714</c:v>
                </c:pt>
                <c:pt idx="25">
                  <c:v>93.600661832692595</c:v>
                </c:pt>
                <c:pt idx="26">
                  <c:v>94.340357194997338</c:v>
                </c:pt>
                <c:pt idx="27">
                  <c:v>95.109859360552861</c:v>
                </c:pt>
                <c:pt idx="28">
                  <c:v>93.612827874835801</c:v>
                </c:pt>
                <c:pt idx="29">
                  <c:v>92.360333836196446</c:v>
                </c:pt>
                <c:pt idx="30">
                  <c:v>91.354202150956297</c:v>
                </c:pt>
                <c:pt idx="31">
                  <c:v>92.396831962625967</c:v>
                </c:pt>
                <c:pt idx="32">
                  <c:v>92.518492384057666</c:v>
                </c:pt>
                <c:pt idx="33">
                  <c:v>91.042751472091155</c:v>
                </c:pt>
                <c:pt idx="34">
                  <c:v>90.298189692929157</c:v>
                </c:pt>
                <c:pt idx="35">
                  <c:v>90.068859798530397</c:v>
                </c:pt>
                <c:pt idx="36">
                  <c:v>89.608983405518558</c:v>
                </c:pt>
                <c:pt idx="37">
                  <c:v>90.019587327850559</c:v>
                </c:pt>
                <c:pt idx="38">
                  <c:v>92.745389070027798</c:v>
                </c:pt>
                <c:pt idx="39">
                  <c:v>92.04827485522415</c:v>
                </c:pt>
                <c:pt idx="40">
                  <c:v>91.511752396710349</c:v>
                </c:pt>
                <c:pt idx="41">
                  <c:v>92.921796681103743</c:v>
                </c:pt>
                <c:pt idx="42">
                  <c:v>93.374981750936797</c:v>
                </c:pt>
                <c:pt idx="43">
                  <c:v>93.834858143948622</c:v>
                </c:pt>
                <c:pt idx="44">
                  <c:v>92.228332278943029</c:v>
                </c:pt>
                <c:pt idx="45">
                  <c:v>90.279332327607179</c:v>
                </c:pt>
                <c:pt idx="46">
                  <c:v>91.99291936347268</c:v>
                </c:pt>
                <c:pt idx="47">
                  <c:v>91.967370674972017</c:v>
                </c:pt>
                <c:pt idx="48">
                  <c:v>91.23984135481048</c:v>
                </c:pt>
                <c:pt idx="49">
                  <c:v>91.862742712540765</c:v>
                </c:pt>
                <c:pt idx="50">
                  <c:v>93.634726750693446</c:v>
                </c:pt>
                <c:pt idx="51">
                  <c:v>94.781376222687243</c:v>
                </c:pt>
                <c:pt idx="52">
                  <c:v>96.303956396904979</c:v>
                </c:pt>
                <c:pt idx="53">
                  <c:v>96.931724171492561</c:v>
                </c:pt>
                <c:pt idx="54">
                  <c:v>96.816755073239605</c:v>
                </c:pt>
                <c:pt idx="55">
                  <c:v>96.831962625918564</c:v>
                </c:pt>
                <c:pt idx="56">
                  <c:v>95.11898389216023</c:v>
                </c:pt>
                <c:pt idx="57">
                  <c:v>96.210277872402571</c:v>
                </c:pt>
                <c:pt idx="58">
                  <c:v>96.706652391843903</c:v>
                </c:pt>
                <c:pt idx="59">
                  <c:v>97.418365857219328</c:v>
                </c:pt>
                <c:pt idx="60">
                  <c:v>97.957321524161742</c:v>
                </c:pt>
                <c:pt idx="61">
                  <c:v>98.17387707431017</c:v>
                </c:pt>
                <c:pt idx="62">
                  <c:v>97.012628351744596</c:v>
                </c:pt>
                <c:pt idx="63">
                  <c:v>97.891016594481485</c:v>
                </c:pt>
                <c:pt idx="64">
                  <c:v>97.159229159569804</c:v>
                </c:pt>
                <c:pt idx="65">
                  <c:v>97.334420166431457</c:v>
                </c:pt>
                <c:pt idx="66">
                  <c:v>98.841184485863053</c:v>
                </c:pt>
                <c:pt idx="67">
                  <c:v>100.67460703683881</c:v>
                </c:pt>
                <c:pt idx="68">
                  <c:v>101.25736045549664</c:v>
                </c:pt>
                <c:pt idx="69">
                  <c:v>99.265171054552567</c:v>
                </c:pt>
                <c:pt idx="70">
                  <c:v>98.324735996885551</c:v>
                </c:pt>
                <c:pt idx="71">
                  <c:v>98.746289357146367</c:v>
                </c:pt>
                <c:pt idx="72">
                  <c:v>98.288846172563183</c:v>
                </c:pt>
                <c:pt idx="73">
                  <c:v>97.190252567034932</c:v>
                </c:pt>
                <c:pt idx="74">
                  <c:v>98.093581196165303</c:v>
                </c:pt>
                <c:pt idx="75">
                  <c:v>99.411163560270609</c:v>
                </c:pt>
                <c:pt idx="76">
                  <c:v>98.311353350528037</c:v>
                </c:pt>
                <c:pt idx="77">
                  <c:v>94.742444887829095</c:v>
                </c:pt>
                <c:pt idx="78">
                  <c:v>95.372037568738165</c:v>
                </c:pt>
                <c:pt idx="79">
                  <c:v>93.559297289405848</c:v>
                </c:pt>
                <c:pt idx="80">
                  <c:v>93.449802910117313</c:v>
                </c:pt>
                <c:pt idx="81">
                  <c:v>94.712638084578359</c:v>
                </c:pt>
                <c:pt idx="82">
                  <c:v>92.367633461482356</c:v>
                </c:pt>
                <c:pt idx="83">
                  <c:v>91.739257384787621</c:v>
                </c:pt>
                <c:pt idx="84">
                  <c:v>92.048274855224165</c:v>
                </c:pt>
                <c:pt idx="85">
                  <c:v>94.072095965740488</c:v>
                </c:pt>
                <c:pt idx="86">
                  <c:v>92.227115674728779</c:v>
                </c:pt>
                <c:pt idx="87">
                  <c:v>91.953988028614617</c:v>
                </c:pt>
                <c:pt idx="88">
                  <c:v>89.590734342303833</c:v>
                </c:pt>
                <c:pt idx="89">
                  <c:v>89.888194072704351</c:v>
                </c:pt>
                <c:pt idx="90">
                  <c:v>89.312131977225263</c:v>
                </c:pt>
                <c:pt idx="91">
                  <c:v>90.138206238746506</c:v>
                </c:pt>
                <c:pt idx="92">
                  <c:v>91.087157525913781</c:v>
                </c:pt>
                <c:pt idx="93">
                  <c:v>91.716750206822823</c:v>
                </c:pt>
                <c:pt idx="94">
                  <c:v>92.983843496033984</c:v>
                </c:pt>
                <c:pt idx="95">
                  <c:v>90.568884130614748</c:v>
                </c:pt>
                <c:pt idx="96">
                  <c:v>90.765365711226934</c:v>
                </c:pt>
                <c:pt idx="97">
                  <c:v>91.908973672684937</c:v>
                </c:pt>
                <c:pt idx="98">
                  <c:v>92.648060732882499</c:v>
                </c:pt>
                <c:pt idx="99">
                  <c:v>92.884081950460015</c:v>
                </c:pt>
                <c:pt idx="100">
                  <c:v>92.867657793566721</c:v>
                </c:pt>
                <c:pt idx="101">
                  <c:v>93.253321329505226</c:v>
                </c:pt>
                <c:pt idx="102">
                  <c:v>94.854980777653566</c:v>
                </c:pt>
                <c:pt idx="103">
                  <c:v>93.551997664120051</c:v>
                </c:pt>
                <c:pt idx="104">
                  <c:v>92.220424351550093</c:v>
                </c:pt>
                <c:pt idx="105">
                  <c:v>92.938220837997122</c:v>
                </c:pt>
                <c:pt idx="106">
                  <c:v>91.87977517154134</c:v>
                </c:pt>
                <c:pt idx="107">
                  <c:v>91.876733661005545</c:v>
                </c:pt>
                <c:pt idx="108">
                  <c:v>93.073872207893459</c:v>
                </c:pt>
                <c:pt idx="109">
                  <c:v>92.346342887731879</c:v>
                </c:pt>
                <c:pt idx="110">
                  <c:v>90.230668159034622</c:v>
                </c:pt>
                <c:pt idx="111">
                  <c:v>88.75675215338957</c:v>
                </c:pt>
                <c:pt idx="112">
                  <c:v>86.087522507178093</c:v>
                </c:pt>
                <c:pt idx="113">
                  <c:v>85.170811231690251</c:v>
                </c:pt>
                <c:pt idx="114">
                  <c:v>86.041291547034078</c:v>
                </c:pt>
                <c:pt idx="115">
                  <c:v>84.732833714536127</c:v>
                </c:pt>
                <c:pt idx="116">
                  <c:v>84.749866173536589</c:v>
                </c:pt>
                <c:pt idx="117">
                  <c:v>86.990851136308507</c:v>
                </c:pt>
                <c:pt idx="118">
                  <c:v>88.228745924376071</c:v>
                </c:pt>
                <c:pt idx="119">
                  <c:v>90.183828896783453</c:v>
                </c:pt>
                <c:pt idx="120">
                  <c:v>91.654095089785557</c:v>
                </c:pt>
                <c:pt idx="121">
                  <c:v>92.011776728794757</c:v>
                </c:pt>
                <c:pt idx="122">
                  <c:v>90.414375395396533</c:v>
                </c:pt>
                <c:pt idx="123">
                  <c:v>91.204559832595407</c:v>
                </c:pt>
                <c:pt idx="124">
                  <c:v>90.899192174801854</c:v>
                </c:pt>
                <c:pt idx="125">
                  <c:v>92.00386880140168</c:v>
                </c:pt>
                <c:pt idx="126">
                  <c:v>91.46247992603061</c:v>
                </c:pt>
                <c:pt idx="127">
                  <c:v>92.064090710010404</c:v>
                </c:pt>
                <c:pt idx="128">
                  <c:v>92.49172709134281</c:v>
                </c:pt>
                <c:pt idx="129">
                  <c:v>92.738089444742002</c:v>
                </c:pt>
                <c:pt idx="130">
                  <c:v>92.523358800915034</c:v>
                </c:pt>
                <c:pt idx="131">
                  <c:v>91.295805148669174</c:v>
                </c:pt>
                <c:pt idx="132">
                  <c:v>90.439315781790015</c:v>
                </c:pt>
                <c:pt idx="133">
                  <c:v>90.105966227067157</c:v>
                </c:pt>
                <c:pt idx="134">
                  <c:v>92.310453063409554</c:v>
                </c:pt>
                <c:pt idx="135">
                  <c:v>90.3267798919657</c:v>
                </c:pt>
                <c:pt idx="136">
                  <c:v>91.955812934936162</c:v>
                </c:pt>
                <c:pt idx="137">
                  <c:v>90.981921261375405</c:v>
                </c:pt>
                <c:pt idx="138">
                  <c:v>92.351817606696343</c:v>
                </c:pt>
                <c:pt idx="139">
                  <c:v>91.995960874008617</c:v>
                </c:pt>
                <c:pt idx="140">
                  <c:v>92.501459925057333</c:v>
                </c:pt>
                <c:pt idx="141">
                  <c:v>93.010000486641829</c:v>
                </c:pt>
                <c:pt idx="142">
                  <c:v>93.612219572728748</c:v>
                </c:pt>
                <c:pt idx="143">
                  <c:v>94.123801644849038</c:v>
                </c:pt>
                <c:pt idx="144">
                  <c:v>93.792885298554808</c:v>
                </c:pt>
                <c:pt idx="145">
                  <c:v>93.109762032215812</c:v>
                </c:pt>
                <c:pt idx="146">
                  <c:v>92.765463039564096</c:v>
                </c:pt>
                <c:pt idx="147">
                  <c:v>93.622560708550424</c:v>
                </c:pt>
                <c:pt idx="148">
                  <c:v>93.160251107109971</c:v>
                </c:pt>
                <c:pt idx="149">
                  <c:v>93.132877512287834</c:v>
                </c:pt>
                <c:pt idx="150">
                  <c:v>93.342741739257505</c:v>
                </c:pt>
                <c:pt idx="151">
                  <c:v>93.067789186821869</c:v>
                </c:pt>
                <c:pt idx="152">
                  <c:v>94.109202394277219</c:v>
                </c:pt>
                <c:pt idx="153">
                  <c:v>93.437028565867081</c:v>
                </c:pt>
                <c:pt idx="154">
                  <c:v>94.662757311791466</c:v>
                </c:pt>
                <c:pt idx="155">
                  <c:v>95.125675215339086</c:v>
                </c:pt>
                <c:pt idx="156">
                  <c:v>94.873229840868305</c:v>
                </c:pt>
                <c:pt idx="157">
                  <c:v>94.275877171638669</c:v>
                </c:pt>
                <c:pt idx="158">
                  <c:v>93.867098155628142</c:v>
                </c:pt>
                <c:pt idx="159">
                  <c:v>94.125018249063331</c:v>
                </c:pt>
                <c:pt idx="160">
                  <c:v>92.823860041851319</c:v>
                </c:pt>
                <c:pt idx="161">
                  <c:v>91.53365127256815</c:v>
                </c:pt>
                <c:pt idx="162">
                  <c:v>91.641320745535182</c:v>
                </c:pt>
                <c:pt idx="163">
                  <c:v>92.651102243418279</c:v>
                </c:pt>
                <c:pt idx="164">
                  <c:v>90.059735266923056</c:v>
                </c:pt>
                <c:pt idx="165">
                  <c:v>89.424667867049564</c:v>
                </c:pt>
                <c:pt idx="166">
                  <c:v>88.834614823105809</c:v>
                </c:pt>
                <c:pt idx="167">
                  <c:v>88.274368582412833</c:v>
                </c:pt>
                <c:pt idx="168">
                  <c:v>89.731860431164606</c:v>
                </c:pt>
                <c:pt idx="169">
                  <c:v>88.443476568202911</c:v>
                </c:pt>
                <c:pt idx="170">
                  <c:v>88.461725631417664</c:v>
                </c:pt>
                <c:pt idx="171">
                  <c:v>89.937466543384204</c:v>
                </c:pt>
                <c:pt idx="172">
                  <c:v>91.532434668353773</c:v>
                </c:pt>
                <c:pt idx="173">
                  <c:v>92.291595698087548</c:v>
                </c:pt>
                <c:pt idx="174">
                  <c:v>92.886515158888571</c:v>
                </c:pt>
                <c:pt idx="175">
                  <c:v>89.846221227310394</c:v>
                </c:pt>
                <c:pt idx="176">
                  <c:v>89.852304248381969</c:v>
                </c:pt>
                <c:pt idx="177">
                  <c:v>90.342595746751741</c:v>
                </c:pt>
                <c:pt idx="178">
                  <c:v>90.098058299674022</c:v>
                </c:pt>
                <c:pt idx="179">
                  <c:v>89.609591707625739</c:v>
                </c:pt>
                <c:pt idx="180">
                  <c:v>88.571828312813352</c:v>
                </c:pt>
                <c:pt idx="181">
                  <c:v>87.078446639739241</c:v>
                </c:pt>
                <c:pt idx="182">
                  <c:v>87.527373594822208</c:v>
                </c:pt>
                <c:pt idx="183">
                  <c:v>87.057156065988679</c:v>
                </c:pt>
                <c:pt idx="184">
                  <c:v>86.179376125358971</c:v>
                </c:pt>
                <c:pt idx="185">
                  <c:v>85.994452284782781</c:v>
                </c:pt>
                <c:pt idx="186">
                  <c:v>87.883230327509949</c:v>
                </c:pt>
                <c:pt idx="187">
                  <c:v>87.07540512920346</c:v>
                </c:pt>
                <c:pt idx="188">
                  <c:v>85.853326195922023</c:v>
                </c:pt>
                <c:pt idx="189">
                  <c:v>87.686140444790567</c:v>
                </c:pt>
                <c:pt idx="190">
                  <c:v>89.728210618521672</c:v>
                </c:pt>
                <c:pt idx="191">
                  <c:v>90.025670348922205</c:v>
                </c:pt>
                <c:pt idx="192">
                  <c:v>88.854080490534926</c:v>
                </c:pt>
                <c:pt idx="193">
                  <c:v>86.970777166772208</c:v>
                </c:pt>
                <c:pt idx="194">
                  <c:v>86.406881113436285</c:v>
                </c:pt>
                <c:pt idx="195">
                  <c:v>86.911771862377847</c:v>
                </c:pt>
                <c:pt idx="196">
                  <c:v>86.451287167258855</c:v>
                </c:pt>
                <c:pt idx="197">
                  <c:v>88.402112024916178</c:v>
                </c:pt>
                <c:pt idx="198">
                  <c:v>87.665458173147229</c:v>
                </c:pt>
                <c:pt idx="199">
                  <c:v>89.188038347364952</c:v>
                </c:pt>
                <c:pt idx="200">
                  <c:v>89.692929096306528</c:v>
                </c:pt>
                <c:pt idx="201">
                  <c:v>88.451992797703198</c:v>
                </c:pt>
                <c:pt idx="202">
                  <c:v>87.732371404934696</c:v>
                </c:pt>
                <c:pt idx="203">
                  <c:v>89.670421918341688</c:v>
                </c:pt>
                <c:pt idx="204">
                  <c:v>91.384008954207189</c:v>
                </c:pt>
                <c:pt idx="205">
                  <c:v>92.098763930118423</c:v>
                </c:pt>
                <c:pt idx="206">
                  <c:v>93.13044430385925</c:v>
                </c:pt>
                <c:pt idx="207">
                  <c:v>92.594530147452616</c:v>
                </c:pt>
                <c:pt idx="208">
                  <c:v>94.156041656528458</c:v>
                </c:pt>
                <c:pt idx="209">
                  <c:v>94.082437101562277</c:v>
                </c:pt>
                <c:pt idx="210">
                  <c:v>94.139009197528011</c:v>
                </c:pt>
                <c:pt idx="211">
                  <c:v>92.545257676772735</c:v>
                </c:pt>
                <c:pt idx="212">
                  <c:v>92.140736775512337</c:v>
                </c:pt>
                <c:pt idx="213">
                  <c:v>92.662051681347151</c:v>
                </c:pt>
                <c:pt idx="214">
                  <c:v>93.642634678086679</c:v>
                </c:pt>
                <c:pt idx="215">
                  <c:v>94.114068811134516</c:v>
                </c:pt>
                <c:pt idx="216">
                  <c:v>93.121319772251852</c:v>
                </c:pt>
                <c:pt idx="217">
                  <c:v>95.533845929242446</c:v>
                </c:pt>
                <c:pt idx="218">
                  <c:v>94.311158693853869</c:v>
                </c:pt>
                <c:pt idx="219">
                  <c:v>94.344007007640442</c:v>
                </c:pt>
                <c:pt idx="220">
                  <c:v>94.277702077960157</c:v>
                </c:pt>
                <c:pt idx="221">
                  <c:v>94.156649958635626</c:v>
                </c:pt>
                <c:pt idx="222">
                  <c:v>94.117110321670339</c:v>
                </c:pt>
                <c:pt idx="223">
                  <c:v>95.24611903255655</c:v>
                </c:pt>
                <c:pt idx="224">
                  <c:v>95.289308482164799</c:v>
                </c:pt>
                <c:pt idx="225">
                  <c:v>96.131806900579306</c:v>
                </c:pt>
                <c:pt idx="226">
                  <c:v>96.462114944766398</c:v>
                </c:pt>
                <c:pt idx="227">
                  <c:v>97.062509124531857</c:v>
                </c:pt>
                <c:pt idx="228">
                  <c:v>96.334979804370292</c:v>
                </c:pt>
                <c:pt idx="229">
                  <c:v>96.111124628935968</c:v>
                </c:pt>
                <c:pt idx="230">
                  <c:v>98.465253783639398</c:v>
                </c:pt>
                <c:pt idx="231">
                  <c:v>98.700666699109732</c:v>
                </c:pt>
                <c:pt idx="232">
                  <c:v>98.920872061901107</c:v>
                </c:pt>
                <c:pt idx="233">
                  <c:v>97.943330575697388</c:v>
                </c:pt>
                <c:pt idx="234">
                  <c:v>97.214584651321516</c:v>
                </c:pt>
                <c:pt idx="235">
                  <c:v>98.038225704414117</c:v>
                </c:pt>
                <c:pt idx="236">
                  <c:v>98.914180738722337</c:v>
                </c:pt>
                <c:pt idx="237">
                  <c:v>97.644654241082563</c:v>
                </c:pt>
                <c:pt idx="238">
                  <c:v>98.657477249501454</c:v>
                </c:pt>
                <c:pt idx="239">
                  <c:v>98.928171687186989</c:v>
                </c:pt>
                <c:pt idx="240">
                  <c:v>99.07112268236925</c:v>
                </c:pt>
                <c:pt idx="241">
                  <c:v>97.227967297678987</c:v>
                </c:pt>
                <c:pt idx="242">
                  <c:v>95.858679254465201</c:v>
                </c:pt>
                <c:pt idx="243">
                  <c:v>95.513163657599179</c:v>
                </c:pt>
                <c:pt idx="244">
                  <c:v>95.457199863740584</c:v>
                </c:pt>
                <c:pt idx="245">
                  <c:v>96.703610881308336</c:v>
                </c:pt>
                <c:pt idx="246">
                  <c:v>96.550927052411566</c:v>
                </c:pt>
                <c:pt idx="247">
                  <c:v>96.630614628449308</c:v>
                </c:pt>
                <c:pt idx="248">
                  <c:v>96.373911139228412</c:v>
                </c:pt>
                <c:pt idx="249">
                  <c:v>95.760742615212649</c:v>
                </c:pt>
                <c:pt idx="250">
                  <c:v>96.762616185702711</c:v>
                </c:pt>
                <c:pt idx="251">
                  <c:v>100</c:v>
                </c:pt>
                <c:pt idx="252">
                  <c:v>99.711770122481937</c:v>
                </c:pt>
                <c:pt idx="253">
                  <c:v>99.960265903099284</c:v>
                </c:pt>
                <c:pt idx="254">
                  <c:v>98.929702183483229</c:v>
                </c:pt>
                <c:pt idx="255">
                  <c:v>99.80889791490597</c:v>
                </c:pt>
                <c:pt idx="256">
                  <c:v>98.152679844090983</c:v>
                </c:pt>
                <c:pt idx="257">
                  <c:v>98.971959080187176</c:v>
                </c:pt>
                <c:pt idx="258">
                  <c:v>99.540850435813653</c:v>
                </c:pt>
                <c:pt idx="259">
                  <c:v>99.152339266117522</c:v>
                </c:pt>
                <c:pt idx="260">
                  <c:v>99.620949329565946</c:v>
                </c:pt>
                <c:pt idx="261">
                  <c:v>99.12395776833128</c:v>
                </c:pt>
                <c:pt idx="262">
                  <c:v>97.718758277936828</c:v>
                </c:pt>
                <c:pt idx="263">
                  <c:v>97.947071660128387</c:v>
                </c:pt>
                <c:pt idx="264">
                  <c:v>98.50208761683713</c:v>
                </c:pt>
                <c:pt idx="265">
                  <c:v>98.782749094945544</c:v>
                </c:pt>
                <c:pt idx="266">
                  <c:v>98.144480744730473</c:v>
                </c:pt>
                <c:pt idx="267">
                  <c:v>98.154571943943367</c:v>
                </c:pt>
                <c:pt idx="268">
                  <c:v>98.308462731939869</c:v>
                </c:pt>
                <c:pt idx="269">
                  <c:v>97.627306785070033</c:v>
                </c:pt>
                <c:pt idx="270">
                  <c:v>96.722252355664253</c:v>
                </c:pt>
                <c:pt idx="271">
                  <c:v>97.974822457963796</c:v>
                </c:pt>
                <c:pt idx="272">
                  <c:v>98.448478121018653</c:v>
                </c:pt>
                <c:pt idx="273">
                  <c:v>97.779305473214123</c:v>
                </c:pt>
                <c:pt idx="274">
                  <c:v>97.526394792941147</c:v>
                </c:pt>
                <c:pt idx="275">
                  <c:v>96.94488943829856</c:v>
                </c:pt>
                <c:pt idx="276">
                  <c:v>97.569282389595926</c:v>
                </c:pt>
                <c:pt idx="277">
                  <c:v>97.269069213012571</c:v>
                </c:pt>
                <c:pt idx="278">
                  <c:v>96.432761078244596</c:v>
                </c:pt>
                <c:pt idx="279">
                  <c:v>97.335923407797949</c:v>
                </c:pt>
                <c:pt idx="280">
                  <c:v>98.14321934482885</c:v>
                </c:pt>
                <c:pt idx="281">
                  <c:v>97.550992091022593</c:v>
                </c:pt>
                <c:pt idx="282">
                  <c:v>97.050216330083089</c:v>
                </c:pt>
                <c:pt idx="283">
                  <c:v>96.062540207121813</c:v>
                </c:pt>
                <c:pt idx="284">
                  <c:v>96.922184240069569</c:v>
                </c:pt>
                <c:pt idx="285">
                  <c:v>95.599606443230641</c:v>
                </c:pt>
                <c:pt idx="286">
                  <c:v>95.288040667532783</c:v>
                </c:pt>
                <c:pt idx="287">
                  <c:v>95.542843447658157</c:v>
                </c:pt>
                <c:pt idx="288">
                  <c:v>94.330007442259387</c:v>
                </c:pt>
                <c:pt idx="289">
                  <c:v>94.038624064987289</c:v>
                </c:pt>
                <c:pt idx="290">
                  <c:v>93.35494531831425</c:v>
                </c:pt>
                <c:pt idx="291">
                  <c:v>93.185287031547603</c:v>
                </c:pt>
                <c:pt idx="292">
                  <c:v>93.725166189437033</c:v>
                </c:pt>
                <c:pt idx="293">
                  <c:v>94.814385004477955</c:v>
                </c:pt>
                <c:pt idx="294">
                  <c:v>94.755729909053059</c:v>
                </c:pt>
                <c:pt idx="295">
                  <c:v>93.223759728546739</c:v>
                </c:pt>
                <c:pt idx="296">
                  <c:v>92.700909469329062</c:v>
                </c:pt>
                <c:pt idx="297">
                  <c:v>91.743506944006469</c:v>
                </c:pt>
                <c:pt idx="298">
                  <c:v>91.06739659674308</c:v>
                </c:pt>
                <c:pt idx="299">
                  <c:v>91.901812631658643</c:v>
                </c:pt>
                <c:pt idx="300">
                  <c:v>92.714154168296005</c:v>
                </c:pt>
                <c:pt idx="301">
                  <c:v>92.554587080742252</c:v>
                </c:pt>
                <c:pt idx="302">
                  <c:v>93.440720511623837</c:v>
                </c:pt>
                <c:pt idx="303">
                  <c:v>92.259419503765315</c:v>
                </c:pt>
                <c:pt idx="304">
                  <c:v>93.44135121157467</c:v>
                </c:pt>
                <c:pt idx="305">
                  <c:v>93.995736468332638</c:v>
                </c:pt>
                <c:pt idx="306">
                  <c:v>92.589906277987396</c:v>
                </c:pt>
                <c:pt idx="307">
                  <c:v>92.425924290778013</c:v>
                </c:pt>
                <c:pt idx="308">
                  <c:v>93.636868196324386</c:v>
                </c:pt>
                <c:pt idx="309">
                  <c:v>94.019072366512447</c:v>
                </c:pt>
                <c:pt idx="310">
                  <c:v>93.486761608032666</c:v>
                </c:pt>
                <c:pt idx="311">
                  <c:v>93.710029390617748</c:v>
                </c:pt>
                <c:pt idx="312">
                  <c:v>94.224049850524167</c:v>
                </c:pt>
                <c:pt idx="313">
                  <c:v>95.281733668024842</c:v>
                </c:pt>
                <c:pt idx="314">
                  <c:v>96.31040528778847</c:v>
                </c:pt>
                <c:pt idx="315">
                  <c:v>96.333110486017475</c:v>
                </c:pt>
                <c:pt idx="316">
                  <c:v>98.000050455996146</c:v>
                </c:pt>
                <c:pt idx="317">
                  <c:v>98.220795438778026</c:v>
                </c:pt>
                <c:pt idx="318">
                  <c:v>98.184214841631331</c:v>
                </c:pt>
                <c:pt idx="319">
                  <c:v>98.47496751895261</c:v>
                </c:pt>
                <c:pt idx="320">
                  <c:v>98.490104317771937</c:v>
                </c:pt>
                <c:pt idx="321">
                  <c:v>99.701678923269128</c:v>
                </c:pt>
                <c:pt idx="322">
                  <c:v>98.917718884418022</c:v>
                </c:pt>
                <c:pt idx="323">
                  <c:v>98.815545492387557</c:v>
                </c:pt>
                <c:pt idx="324">
                  <c:v>98.168447342861199</c:v>
                </c:pt>
                <c:pt idx="325">
                  <c:v>98.447216721117215</c:v>
                </c:pt>
                <c:pt idx="326">
                  <c:v>98.020232854421963</c:v>
                </c:pt>
                <c:pt idx="327">
                  <c:v>98.684359902620059</c:v>
                </c:pt>
                <c:pt idx="328">
                  <c:v>99.234960959673188</c:v>
                </c:pt>
                <c:pt idx="329">
                  <c:v>98.191152541090247</c:v>
                </c:pt>
                <c:pt idx="330">
                  <c:v>96.809919648826423</c:v>
                </c:pt>
                <c:pt idx="331">
                  <c:v>97.304388410257886</c:v>
                </c:pt>
                <c:pt idx="332">
                  <c:v>98.098439648321886</c:v>
                </c:pt>
                <c:pt idx="333">
                  <c:v>98.673638003456418</c:v>
                </c:pt>
                <c:pt idx="334">
                  <c:v>98.192413940991884</c:v>
                </c:pt>
                <c:pt idx="335">
                  <c:v>98.083302849502559</c:v>
                </c:pt>
                <c:pt idx="336">
                  <c:v>97.290513011340167</c:v>
                </c:pt>
                <c:pt idx="337">
                  <c:v>98.187999041336226</c:v>
                </c:pt>
                <c:pt idx="338">
                  <c:v>97.973561058062387</c:v>
                </c:pt>
                <c:pt idx="339">
                  <c:v>97.29682001084818</c:v>
                </c:pt>
                <c:pt idx="340">
                  <c:v>97.560452590284825</c:v>
                </c:pt>
                <c:pt idx="341">
                  <c:v>97.233119315816836</c:v>
                </c:pt>
                <c:pt idx="342">
                  <c:v>97.053369829837294</c:v>
                </c:pt>
                <c:pt idx="343">
                  <c:v>96.89443344223433</c:v>
                </c:pt>
                <c:pt idx="344">
                  <c:v>96.103535703924351</c:v>
                </c:pt>
                <c:pt idx="345">
                  <c:v>96.19687929664353</c:v>
                </c:pt>
                <c:pt idx="346">
                  <c:v>95.962889614894735</c:v>
                </c:pt>
                <c:pt idx="347">
                  <c:v>96.400595380753686</c:v>
                </c:pt>
                <c:pt idx="348">
                  <c:v>96.442221577506857</c:v>
                </c:pt>
                <c:pt idx="349">
                  <c:v>95.35363346241671</c:v>
                </c:pt>
                <c:pt idx="350">
                  <c:v>94.725456311414547</c:v>
                </c:pt>
                <c:pt idx="351">
                  <c:v>93.740933688207306</c:v>
                </c:pt>
                <c:pt idx="352">
                  <c:v>93.578843800850336</c:v>
                </c:pt>
                <c:pt idx="353">
                  <c:v>92.951297349798949</c:v>
                </c:pt>
                <c:pt idx="354">
                  <c:v>93.740302988256516</c:v>
                </c:pt>
                <c:pt idx="355">
                  <c:v>94.368480139258708</c:v>
                </c:pt>
                <c:pt idx="356">
                  <c:v>95.627987941017096</c:v>
                </c:pt>
                <c:pt idx="357">
                  <c:v>95.99505531238583</c:v>
                </c:pt>
                <c:pt idx="358">
                  <c:v>95.151809478159009</c:v>
                </c:pt>
                <c:pt idx="359">
                  <c:v>94.756991308954824</c:v>
                </c:pt>
                <c:pt idx="360">
                  <c:v>95.370662361088478</c:v>
                </c:pt>
                <c:pt idx="361">
                  <c:v>95.554196046772816</c:v>
                </c:pt>
                <c:pt idx="362">
                  <c:v>95.992532512582613</c:v>
                </c:pt>
                <c:pt idx="363">
                  <c:v>96.500245972980963</c:v>
                </c:pt>
                <c:pt idx="364">
                  <c:v>95.419226257300508</c:v>
                </c:pt>
                <c:pt idx="365">
                  <c:v>96.898217641939169</c:v>
                </c:pt>
                <c:pt idx="366">
                  <c:v>96.891279942480324</c:v>
                </c:pt>
                <c:pt idx="367">
                  <c:v>96.748741753598296</c:v>
                </c:pt>
                <c:pt idx="368">
                  <c:v>96.808658248924814</c:v>
                </c:pt>
                <c:pt idx="369">
                  <c:v>97.435574000025383</c:v>
                </c:pt>
                <c:pt idx="370">
                  <c:v>97.122746824425903</c:v>
                </c:pt>
                <c:pt idx="371">
                  <c:v>96.541241469783301</c:v>
                </c:pt>
                <c:pt idx="372">
                  <c:v>96.348247284836845</c:v>
                </c:pt>
                <c:pt idx="373">
                  <c:v>96.00893071130352</c:v>
                </c:pt>
                <c:pt idx="374">
                  <c:v>96.628908762945244</c:v>
                </c:pt>
                <c:pt idx="375">
                  <c:v>97.671455781626577</c:v>
                </c:pt>
                <c:pt idx="376">
                  <c:v>96.872358943956129</c:v>
                </c:pt>
                <c:pt idx="377">
                  <c:v>96.822533647842491</c:v>
                </c:pt>
                <c:pt idx="378">
                  <c:v>95.983702713271285</c:v>
                </c:pt>
                <c:pt idx="379">
                  <c:v>94.86610240044412</c:v>
                </c:pt>
                <c:pt idx="380">
                  <c:v>95.632402840672682</c:v>
                </c:pt>
                <c:pt idx="381">
                  <c:v>95.636187040377507</c:v>
                </c:pt>
                <c:pt idx="382">
                  <c:v>95.373185160891651</c:v>
                </c:pt>
                <c:pt idx="383">
                  <c:v>95.359940461924737</c:v>
                </c:pt>
                <c:pt idx="384">
                  <c:v>96.792890750154626</c:v>
                </c:pt>
                <c:pt idx="385">
                  <c:v>96.374105982819842</c:v>
                </c:pt>
                <c:pt idx="386">
                  <c:v>97.048954930181623</c:v>
                </c:pt>
                <c:pt idx="387">
                  <c:v>97.528917592744534</c:v>
                </c:pt>
                <c:pt idx="388">
                  <c:v>99.136571767347476</c:v>
                </c:pt>
                <c:pt idx="389">
                  <c:v>100.14064608902969</c:v>
                </c:pt>
                <c:pt idx="390">
                  <c:v>99.907917807182471</c:v>
                </c:pt>
                <c:pt idx="391">
                  <c:v>99.845478512052736</c:v>
                </c:pt>
                <c:pt idx="392">
                  <c:v>99.76727171815287</c:v>
                </c:pt>
                <c:pt idx="393">
                  <c:v>99.00286337777672</c:v>
                </c:pt>
                <c:pt idx="394">
                  <c:v>99.294246755048775</c:v>
                </c:pt>
                <c:pt idx="395">
                  <c:v>98.505871816542012</c:v>
                </c:pt>
                <c:pt idx="396">
                  <c:v>98.001311855897683</c:v>
                </c:pt>
                <c:pt idx="397">
                  <c:v>98.058074851470181</c:v>
                </c:pt>
                <c:pt idx="398">
                  <c:v>97.57054378949762</c:v>
                </c:pt>
                <c:pt idx="399">
                  <c:v>97.215459717194179</c:v>
                </c:pt>
                <c:pt idx="400">
                  <c:v>98.365856427463228</c:v>
                </c:pt>
                <c:pt idx="401">
                  <c:v>99.136571767347448</c:v>
                </c:pt>
                <c:pt idx="402">
                  <c:v>99.082962271528999</c:v>
                </c:pt>
                <c:pt idx="403">
                  <c:v>99.040074674874219</c:v>
                </c:pt>
                <c:pt idx="404">
                  <c:v>99.60392043089422</c:v>
                </c:pt>
                <c:pt idx="405">
                  <c:v>99.931884405313056</c:v>
                </c:pt>
                <c:pt idx="406">
                  <c:v>99.57301613330479</c:v>
                </c:pt>
                <c:pt idx="407">
                  <c:v>98.799777993617369</c:v>
                </c:pt>
                <c:pt idx="408">
                  <c:v>98.044199452552505</c:v>
                </c:pt>
                <c:pt idx="409">
                  <c:v>98.035369653241233</c:v>
                </c:pt>
                <c:pt idx="410">
                  <c:v>98.12808254600958</c:v>
                </c:pt>
                <c:pt idx="411">
                  <c:v>97.766691474198097</c:v>
                </c:pt>
                <c:pt idx="412">
                  <c:v>98.05492135171616</c:v>
                </c:pt>
                <c:pt idx="413">
                  <c:v>97.305649810159323</c:v>
                </c:pt>
                <c:pt idx="414">
                  <c:v>97.893462164309994</c:v>
                </c:pt>
                <c:pt idx="415">
                  <c:v>98.121775546501553</c:v>
                </c:pt>
                <c:pt idx="416">
                  <c:v>98.936009182991356</c:v>
                </c:pt>
                <c:pt idx="417">
                  <c:v>98.90699698525431</c:v>
                </c:pt>
                <c:pt idx="418">
                  <c:v>97.714974078232089</c:v>
                </c:pt>
                <c:pt idx="419">
                  <c:v>97.944548860325284</c:v>
                </c:pt>
                <c:pt idx="420">
                  <c:v>97.01931203249373</c:v>
                </c:pt>
                <c:pt idx="421">
                  <c:v>96.429607578490689</c:v>
                </c:pt>
                <c:pt idx="422">
                  <c:v>96.886865042824596</c:v>
                </c:pt>
                <c:pt idx="423">
                  <c:v>96.843346746219026</c:v>
                </c:pt>
                <c:pt idx="424">
                  <c:v>97.502428194810648</c:v>
                </c:pt>
                <c:pt idx="425">
                  <c:v>97.339076907552041</c:v>
                </c:pt>
                <c:pt idx="426">
                  <c:v>97.36241280573185</c:v>
                </c:pt>
                <c:pt idx="427">
                  <c:v>97.608385786545924</c:v>
                </c:pt>
                <c:pt idx="428">
                  <c:v>96.887495742775371</c:v>
                </c:pt>
                <c:pt idx="429">
                  <c:v>96.71342255635308</c:v>
                </c:pt>
                <c:pt idx="430">
                  <c:v>96.805504749170666</c:v>
                </c:pt>
                <c:pt idx="431">
                  <c:v>96.82316434779321</c:v>
                </c:pt>
                <c:pt idx="432">
                  <c:v>95.930723917403554</c:v>
                </c:pt>
                <c:pt idx="433">
                  <c:v>95.745928831817579</c:v>
                </c:pt>
                <c:pt idx="434">
                  <c:v>96.261841391576397</c:v>
                </c:pt>
                <c:pt idx="435">
                  <c:v>95.431209556365673</c:v>
                </c:pt>
                <c:pt idx="436">
                  <c:v>94.958815293212425</c:v>
                </c:pt>
                <c:pt idx="437">
                  <c:v>95.412288557841507</c:v>
                </c:pt>
                <c:pt idx="438">
                  <c:v>94.68193801480885</c:v>
                </c:pt>
                <c:pt idx="439">
                  <c:v>94.579764622778384</c:v>
                </c:pt>
                <c:pt idx="440">
                  <c:v>93.719489889879824</c:v>
                </c:pt>
                <c:pt idx="441">
                  <c:v>94.14458165672265</c:v>
                </c:pt>
                <c:pt idx="442">
                  <c:v>94.610038220417053</c:v>
                </c:pt>
                <c:pt idx="443">
                  <c:v>95.568702145641268</c:v>
                </c:pt>
                <c:pt idx="444">
                  <c:v>95.910541518977823</c:v>
                </c:pt>
                <c:pt idx="445">
                  <c:v>96.384197182032679</c:v>
                </c:pt>
                <c:pt idx="446">
                  <c:v>95.973611514058362</c:v>
                </c:pt>
                <c:pt idx="447">
                  <c:v>95.079909683767113</c:v>
                </c:pt>
                <c:pt idx="448">
                  <c:v>95.662045738360504</c:v>
                </c:pt>
                <c:pt idx="449">
                  <c:v>96.381043682278644</c:v>
                </c:pt>
                <c:pt idx="450">
                  <c:v>96.25553439206837</c:v>
                </c:pt>
                <c:pt idx="451">
                  <c:v>95.393367559317369</c:v>
                </c:pt>
                <c:pt idx="452">
                  <c:v>94.475068430944717</c:v>
                </c:pt>
                <c:pt idx="453">
                  <c:v>94.101063360117109</c:v>
                </c:pt>
                <c:pt idx="454">
                  <c:v>93.508205406360034</c:v>
                </c:pt>
                <c:pt idx="455">
                  <c:v>93.778144985304763</c:v>
                </c:pt>
                <c:pt idx="456">
                  <c:v>92.936791250930327</c:v>
                </c:pt>
                <c:pt idx="457">
                  <c:v>92.029844721672163</c:v>
                </c:pt>
                <c:pt idx="458">
                  <c:v>90.459401844166692</c:v>
                </c:pt>
                <c:pt idx="459">
                  <c:v>90.953870605598112</c:v>
                </c:pt>
                <c:pt idx="460">
                  <c:v>91.524654061077015</c:v>
                </c:pt>
                <c:pt idx="461">
                  <c:v>91.694943047794467</c:v>
                </c:pt>
                <c:pt idx="462">
                  <c:v>93.131046835778406</c:v>
                </c:pt>
                <c:pt idx="463">
                  <c:v>93.607855998587269</c:v>
                </c:pt>
                <c:pt idx="464">
                  <c:v>94.227203350278145</c:v>
                </c:pt>
                <c:pt idx="465">
                  <c:v>94.270721646883715</c:v>
                </c:pt>
                <c:pt idx="466">
                  <c:v>94.138274657214581</c:v>
                </c:pt>
                <c:pt idx="467">
                  <c:v>92.161030311439646</c:v>
                </c:pt>
                <c:pt idx="468">
                  <c:v>92.712262068443579</c:v>
                </c:pt>
                <c:pt idx="469">
                  <c:v>93.236373727562878</c:v>
                </c:pt>
                <c:pt idx="470">
                  <c:v>93.887256076794074</c:v>
                </c:pt>
                <c:pt idx="471">
                  <c:v>93.948433972022173</c:v>
                </c:pt>
                <c:pt idx="472">
                  <c:v>94.307932943981285</c:v>
                </c:pt>
                <c:pt idx="473">
                  <c:v>94.128183458001757</c:v>
                </c:pt>
                <c:pt idx="474">
                  <c:v>94.618237319777563</c:v>
                </c:pt>
                <c:pt idx="475">
                  <c:v>95.194066374862899</c:v>
                </c:pt>
                <c:pt idx="476">
                  <c:v>95.70808683476929</c:v>
                </c:pt>
                <c:pt idx="477">
                  <c:v>96.196879296643473</c:v>
                </c:pt>
                <c:pt idx="478">
                  <c:v>95.585731044313036</c:v>
                </c:pt>
                <c:pt idx="479">
                  <c:v>95.104506981848516</c:v>
                </c:pt>
                <c:pt idx="480">
                  <c:v>95.122797280421864</c:v>
                </c:pt>
                <c:pt idx="481">
                  <c:v>96.31418948749328</c:v>
                </c:pt>
                <c:pt idx="482">
                  <c:v>96.659182360583813</c:v>
                </c:pt>
                <c:pt idx="483">
                  <c:v>96.860375644890752</c:v>
                </c:pt>
                <c:pt idx="484">
                  <c:v>96.697655057582963</c:v>
                </c:pt>
                <c:pt idx="485">
                  <c:v>96.756940852958678</c:v>
                </c:pt>
                <c:pt idx="486">
                  <c:v>96.681256858862028</c:v>
                </c:pt>
                <c:pt idx="487">
                  <c:v>96.855330045284305</c:v>
                </c:pt>
                <c:pt idx="488">
                  <c:v>97.449449398942988</c:v>
                </c:pt>
                <c:pt idx="489">
                  <c:v>97.90292266357207</c:v>
                </c:pt>
                <c:pt idx="490">
                  <c:v>99.689695624203793</c:v>
                </c:pt>
                <c:pt idx="491">
                  <c:v>99.143509466806321</c:v>
                </c:pt>
                <c:pt idx="492">
                  <c:v>98.300263632579501</c:v>
                </c:pt>
                <c:pt idx="493">
                  <c:v>98.485689418116294</c:v>
                </c:pt>
                <c:pt idx="494">
                  <c:v>99.144770866707944</c:v>
                </c:pt>
                <c:pt idx="495">
                  <c:v>97.696053079707937</c:v>
                </c:pt>
                <c:pt idx="496">
                  <c:v>98.870416388107614</c:v>
                </c:pt>
                <c:pt idx="497">
                  <c:v>99.352271150522938</c:v>
                </c:pt>
                <c:pt idx="498">
                  <c:v>99.567970533698372</c:v>
                </c:pt>
                <c:pt idx="499">
                  <c:v>100.03090429758952</c:v>
                </c:pt>
                <c:pt idx="500">
                  <c:v>100.27246237874797</c:v>
                </c:pt>
                <c:pt idx="501">
                  <c:v>100</c:v>
                </c:pt>
                <c:pt idx="502">
                  <c:v>101.76312281496011</c:v>
                </c:pt>
                <c:pt idx="503">
                  <c:v>101.62541814431951</c:v>
                </c:pt>
                <c:pt idx="504">
                  <c:v>102.09763827058022</c:v>
                </c:pt>
                <c:pt idx="505">
                  <c:v>102.07248673256368</c:v>
                </c:pt>
                <c:pt idx="506">
                  <c:v>102.93015417892802</c:v>
                </c:pt>
                <c:pt idx="507">
                  <c:v>102.97228300510575</c:v>
                </c:pt>
                <c:pt idx="508">
                  <c:v>103.40048793983749</c:v>
                </c:pt>
                <c:pt idx="509">
                  <c:v>103.28353328806051</c:v>
                </c:pt>
                <c:pt idx="510">
                  <c:v>102.97982846651068</c:v>
                </c:pt>
                <c:pt idx="511">
                  <c:v>102.41014613043585</c:v>
                </c:pt>
                <c:pt idx="512">
                  <c:v>102.16240348097283</c:v>
                </c:pt>
                <c:pt idx="513">
                  <c:v>102.17435046153071</c:v>
                </c:pt>
                <c:pt idx="514">
                  <c:v>102.24037324882414</c:v>
                </c:pt>
                <c:pt idx="515">
                  <c:v>102.62896451117983</c:v>
                </c:pt>
                <c:pt idx="516">
                  <c:v>102.57425991599384</c:v>
                </c:pt>
                <c:pt idx="517">
                  <c:v>101.64239543248067</c:v>
                </c:pt>
                <c:pt idx="518">
                  <c:v>101.41163007117883</c:v>
                </c:pt>
                <c:pt idx="519">
                  <c:v>102.0058351568198</c:v>
                </c:pt>
                <c:pt idx="520">
                  <c:v>102.70379033677902</c:v>
                </c:pt>
                <c:pt idx="521">
                  <c:v>102.95782087074619</c:v>
                </c:pt>
                <c:pt idx="522">
                  <c:v>102.84338137277086</c:v>
                </c:pt>
                <c:pt idx="523">
                  <c:v>104.14623104202811</c:v>
                </c:pt>
                <c:pt idx="524">
                  <c:v>104.02298850574699</c:v>
                </c:pt>
                <c:pt idx="525">
                  <c:v>104.34492819235882</c:v>
                </c:pt>
                <c:pt idx="526">
                  <c:v>105.47737619155397</c:v>
                </c:pt>
                <c:pt idx="527">
                  <c:v>105.75089916748392</c:v>
                </c:pt>
                <c:pt idx="528">
                  <c:v>105.56917930531435</c:v>
                </c:pt>
                <c:pt idx="529">
                  <c:v>105.51070197942586</c:v>
                </c:pt>
                <c:pt idx="530">
                  <c:v>105.61382328529371</c:v>
                </c:pt>
                <c:pt idx="531">
                  <c:v>104.69642093614004</c:v>
                </c:pt>
                <c:pt idx="532">
                  <c:v>105.54214140194649</c:v>
                </c:pt>
                <c:pt idx="533">
                  <c:v>106.28411177343469</c:v>
                </c:pt>
                <c:pt idx="534">
                  <c:v>106.58718780653412</c:v>
                </c:pt>
                <c:pt idx="535">
                  <c:v>106.16024044870319</c:v>
                </c:pt>
                <c:pt idx="536">
                  <c:v>106.43942252068689</c:v>
                </c:pt>
                <c:pt idx="537">
                  <c:v>107.72277974798132</c:v>
                </c:pt>
                <c:pt idx="538">
                  <c:v>108.2019165471966</c:v>
                </c:pt>
                <c:pt idx="539">
                  <c:v>107.65549938378705</c:v>
                </c:pt>
                <c:pt idx="540">
                  <c:v>107.36185517744384</c:v>
                </c:pt>
                <c:pt idx="541">
                  <c:v>106.81543801403431</c:v>
                </c:pt>
                <c:pt idx="542">
                  <c:v>106.03951306622375</c:v>
                </c:pt>
                <c:pt idx="543">
                  <c:v>107.06946854800145</c:v>
                </c:pt>
                <c:pt idx="544">
                  <c:v>106.92736235820793</c:v>
                </c:pt>
                <c:pt idx="545">
                  <c:v>106.07724037324854</c:v>
                </c:pt>
                <c:pt idx="546">
                  <c:v>106.8299001483938</c:v>
                </c:pt>
                <c:pt idx="547">
                  <c:v>107.35305213913801</c:v>
                </c:pt>
                <c:pt idx="548">
                  <c:v>107.09902160517085</c:v>
                </c:pt>
                <c:pt idx="549">
                  <c:v>107.0424306446336</c:v>
                </c:pt>
                <c:pt idx="550">
                  <c:v>107.55740838552246</c:v>
                </c:pt>
                <c:pt idx="551">
                  <c:v>107.12040041248493</c:v>
                </c:pt>
                <c:pt idx="552">
                  <c:v>106.66075605523248</c:v>
                </c:pt>
                <c:pt idx="553">
                  <c:v>106.28662692723631</c:v>
                </c:pt>
                <c:pt idx="554">
                  <c:v>106.26336175457101</c:v>
                </c:pt>
                <c:pt idx="555">
                  <c:v>106.97326391508814</c:v>
                </c:pt>
                <c:pt idx="556">
                  <c:v>106.72426368872429</c:v>
                </c:pt>
                <c:pt idx="557">
                  <c:v>106.846877436555</c:v>
                </c:pt>
                <c:pt idx="558">
                  <c:v>106.69345305465404</c:v>
                </c:pt>
                <c:pt idx="559">
                  <c:v>106.52493774994316</c:v>
                </c:pt>
                <c:pt idx="560">
                  <c:v>106.88711989738145</c:v>
                </c:pt>
                <c:pt idx="561">
                  <c:v>108.2798863150479</c:v>
                </c:pt>
                <c:pt idx="562">
                  <c:v>108.40124248597778</c:v>
                </c:pt>
                <c:pt idx="563">
                  <c:v>107.45051434895221</c:v>
                </c:pt>
                <c:pt idx="564">
                  <c:v>105.70939912975656</c:v>
                </c:pt>
                <c:pt idx="565">
                  <c:v>105.60313388163664</c:v>
                </c:pt>
                <c:pt idx="566">
                  <c:v>104.12485223471393</c:v>
                </c:pt>
                <c:pt idx="567">
                  <c:v>105.07180764103705</c:v>
                </c:pt>
                <c:pt idx="568">
                  <c:v>104.67001182122269</c:v>
                </c:pt>
                <c:pt idx="569">
                  <c:v>105.07495158328912</c:v>
                </c:pt>
                <c:pt idx="570">
                  <c:v>103.86956412384599</c:v>
                </c:pt>
                <c:pt idx="571">
                  <c:v>103.35961669056042</c:v>
                </c:pt>
                <c:pt idx="572">
                  <c:v>101.79267587212937</c:v>
                </c:pt>
                <c:pt idx="573">
                  <c:v>101.59712266405069</c:v>
                </c:pt>
                <c:pt idx="574">
                  <c:v>101.61913025981514</c:v>
                </c:pt>
                <c:pt idx="575">
                  <c:v>101.4399255514472</c:v>
                </c:pt>
                <c:pt idx="576">
                  <c:v>101.46444830101336</c:v>
                </c:pt>
                <c:pt idx="577">
                  <c:v>101.78701677607562</c:v>
                </c:pt>
                <c:pt idx="578">
                  <c:v>102.18503986518751</c:v>
                </c:pt>
                <c:pt idx="579">
                  <c:v>103.45770768882493</c:v>
                </c:pt>
                <c:pt idx="580">
                  <c:v>103.19738927035364</c:v>
                </c:pt>
                <c:pt idx="581">
                  <c:v>102.55350989712996</c:v>
                </c:pt>
                <c:pt idx="582">
                  <c:v>102.54533564727456</c:v>
                </c:pt>
                <c:pt idx="583">
                  <c:v>102.88613898739881</c:v>
                </c:pt>
                <c:pt idx="584">
                  <c:v>102.77169948942351</c:v>
                </c:pt>
                <c:pt idx="585">
                  <c:v>103.03264669634518</c:v>
                </c:pt>
                <c:pt idx="586">
                  <c:v>102.91506325611782</c:v>
                </c:pt>
                <c:pt idx="587">
                  <c:v>103.14771498277092</c:v>
                </c:pt>
                <c:pt idx="588">
                  <c:v>103.60170024396962</c:v>
                </c:pt>
                <c:pt idx="589">
                  <c:v>104.44239040217279</c:v>
                </c:pt>
                <c:pt idx="590">
                  <c:v>104.09278402374277</c:v>
                </c:pt>
                <c:pt idx="591">
                  <c:v>104.91712568223518</c:v>
                </c:pt>
                <c:pt idx="592">
                  <c:v>105.14977740888828</c:v>
                </c:pt>
                <c:pt idx="593">
                  <c:v>105.04917125682209</c:v>
                </c:pt>
                <c:pt idx="594">
                  <c:v>105.5063004602729</c:v>
                </c:pt>
                <c:pt idx="595">
                  <c:v>107.02356699112129</c:v>
                </c:pt>
                <c:pt idx="596">
                  <c:v>106.91227143539805</c:v>
                </c:pt>
                <c:pt idx="597">
                  <c:v>107.08330189391063</c:v>
                </c:pt>
                <c:pt idx="598">
                  <c:v>106.76639251490209</c:v>
                </c:pt>
                <c:pt idx="599">
                  <c:v>106.95565783847665</c:v>
                </c:pt>
                <c:pt idx="600">
                  <c:v>107.17321864231978</c:v>
                </c:pt>
                <c:pt idx="601">
                  <c:v>106.01561910510807</c:v>
                </c:pt>
                <c:pt idx="602">
                  <c:v>105.68173243793838</c:v>
                </c:pt>
                <c:pt idx="603">
                  <c:v>104.36316305742076</c:v>
                </c:pt>
                <c:pt idx="604">
                  <c:v>103.53001836062253</c:v>
                </c:pt>
                <c:pt idx="605">
                  <c:v>103.60547297467218</c:v>
                </c:pt>
                <c:pt idx="606">
                  <c:v>105.06300460273123</c:v>
                </c:pt>
                <c:pt idx="607">
                  <c:v>105.83830076209138</c:v>
                </c:pt>
                <c:pt idx="608">
                  <c:v>106.19042229432307</c:v>
                </c:pt>
                <c:pt idx="609">
                  <c:v>106.64818028622426</c:v>
                </c:pt>
                <c:pt idx="610">
                  <c:v>106.99715787620391</c:v>
                </c:pt>
                <c:pt idx="611">
                  <c:v>107.11033979727836</c:v>
                </c:pt>
                <c:pt idx="612">
                  <c:v>107.43102190698934</c:v>
                </c:pt>
                <c:pt idx="613">
                  <c:v>107.05940793279483</c:v>
                </c:pt>
                <c:pt idx="614">
                  <c:v>106.84184712895167</c:v>
                </c:pt>
                <c:pt idx="615">
                  <c:v>106.79657436052189</c:v>
                </c:pt>
                <c:pt idx="616">
                  <c:v>106.682763650997</c:v>
                </c:pt>
                <c:pt idx="617">
                  <c:v>106.4677180009555</c:v>
                </c:pt>
                <c:pt idx="618">
                  <c:v>106.59096053723661</c:v>
                </c:pt>
                <c:pt idx="619">
                  <c:v>106.98080937649311</c:v>
                </c:pt>
                <c:pt idx="620">
                  <c:v>107.30149148620413</c:v>
                </c:pt>
                <c:pt idx="621">
                  <c:v>107.89129505269224</c:v>
                </c:pt>
                <c:pt idx="622">
                  <c:v>107.56118111622503</c:v>
                </c:pt>
                <c:pt idx="623">
                  <c:v>107.17824894992307</c:v>
                </c:pt>
                <c:pt idx="624">
                  <c:v>106.99652908775352</c:v>
                </c:pt>
                <c:pt idx="625">
                  <c:v>106.91478658919974</c:v>
                </c:pt>
                <c:pt idx="626">
                  <c:v>106.31617998440586</c:v>
                </c:pt>
                <c:pt idx="627">
                  <c:v>105.8961492995295</c:v>
                </c:pt>
                <c:pt idx="628">
                  <c:v>105.12525465932224</c:v>
                </c:pt>
                <c:pt idx="629">
                  <c:v>105.88860383812452</c:v>
                </c:pt>
                <c:pt idx="630">
                  <c:v>105.78736889760792</c:v>
                </c:pt>
                <c:pt idx="631">
                  <c:v>106.2413541588066</c:v>
                </c:pt>
                <c:pt idx="632">
                  <c:v>107.27948389043971</c:v>
                </c:pt>
                <c:pt idx="633">
                  <c:v>108.053522472899</c:v>
                </c:pt>
                <c:pt idx="634">
                  <c:v>108.68859880781689</c:v>
                </c:pt>
                <c:pt idx="635">
                  <c:v>108.22266656606031</c:v>
                </c:pt>
                <c:pt idx="636">
                  <c:v>109.78709223068971</c:v>
                </c:pt>
                <c:pt idx="637">
                  <c:v>110.31778968283892</c:v>
                </c:pt>
                <c:pt idx="638">
                  <c:v>107.78817374682443</c:v>
                </c:pt>
                <c:pt idx="639">
                  <c:v>108.32704544882903</c:v>
                </c:pt>
                <c:pt idx="640">
                  <c:v>108.94200055333364</c:v>
                </c:pt>
                <c:pt idx="641">
                  <c:v>108.90490203475922</c:v>
                </c:pt>
                <c:pt idx="642">
                  <c:v>109.79212253829297</c:v>
                </c:pt>
                <c:pt idx="643">
                  <c:v>109.16459166478003</c:v>
                </c:pt>
                <c:pt idx="644">
                  <c:v>109.7852058653384</c:v>
                </c:pt>
                <c:pt idx="645">
                  <c:v>109.88706959430542</c:v>
                </c:pt>
                <c:pt idx="646">
                  <c:v>110.00465303453278</c:v>
                </c:pt>
                <c:pt idx="647">
                  <c:v>109.57707688825144</c:v>
                </c:pt>
                <c:pt idx="648">
                  <c:v>110.73467642546312</c:v>
                </c:pt>
                <c:pt idx="649">
                  <c:v>110.50265348726046</c:v>
                </c:pt>
                <c:pt idx="650">
                  <c:v>107.5253401745514</c:v>
                </c:pt>
                <c:pt idx="651">
                  <c:v>108.0466057999444</c:v>
                </c:pt>
                <c:pt idx="652">
                  <c:v>106.89089262808395</c:v>
                </c:pt>
                <c:pt idx="653">
                  <c:v>109.31109937372642</c:v>
                </c:pt>
                <c:pt idx="654">
                  <c:v>109.8122437687062</c:v>
                </c:pt>
                <c:pt idx="655">
                  <c:v>109.38341004552402</c:v>
                </c:pt>
                <c:pt idx="656">
                  <c:v>110.72775975250856</c:v>
                </c:pt>
                <c:pt idx="657">
                  <c:v>111.22324505143459</c:v>
                </c:pt>
                <c:pt idx="658">
                  <c:v>111.88724565507148</c:v>
                </c:pt>
                <c:pt idx="659">
                  <c:v>111.92371538519546</c:v>
                </c:pt>
                <c:pt idx="660">
                  <c:v>112.62292814205551</c:v>
                </c:pt>
                <c:pt idx="661">
                  <c:v>113.038557307779</c:v>
                </c:pt>
                <c:pt idx="662">
                  <c:v>113.29384541864695</c:v>
                </c:pt>
                <c:pt idx="663">
                  <c:v>113.26806509217998</c:v>
                </c:pt>
                <c:pt idx="664">
                  <c:v>113.85598229331684</c:v>
                </c:pt>
                <c:pt idx="665">
                  <c:v>113.72456550718036</c:v>
                </c:pt>
                <c:pt idx="666">
                  <c:v>113.84152015895729</c:v>
                </c:pt>
                <c:pt idx="667">
                  <c:v>113.97670967579623</c:v>
                </c:pt>
                <c:pt idx="668">
                  <c:v>114.2187932292055</c:v>
                </c:pt>
                <c:pt idx="669">
                  <c:v>115.05005156065246</c:v>
                </c:pt>
                <c:pt idx="670">
                  <c:v>114.80293769963986</c:v>
                </c:pt>
                <c:pt idx="671">
                  <c:v>114.64071027943314</c:v>
                </c:pt>
                <c:pt idx="672">
                  <c:v>113.04736034608472</c:v>
                </c:pt>
                <c:pt idx="673">
                  <c:v>112.59400387333642</c:v>
                </c:pt>
                <c:pt idx="674">
                  <c:v>113.42400462788254</c:v>
                </c:pt>
                <c:pt idx="675">
                  <c:v>113.93017933046562</c:v>
                </c:pt>
                <c:pt idx="676">
                  <c:v>113.646595739329</c:v>
                </c:pt>
                <c:pt idx="677">
                  <c:v>113.99997484846152</c:v>
                </c:pt>
                <c:pt idx="678">
                  <c:v>114.21816444075506</c:v>
                </c:pt>
                <c:pt idx="679">
                  <c:v>114.89411202494982</c:v>
                </c:pt>
                <c:pt idx="680">
                  <c:v>113.72896702633317</c:v>
                </c:pt>
                <c:pt idx="681">
                  <c:v>113.54724716416361</c:v>
                </c:pt>
                <c:pt idx="682">
                  <c:v>113.94023994567223</c:v>
                </c:pt>
                <c:pt idx="683">
                  <c:v>113.55290626021737</c:v>
                </c:pt>
                <c:pt idx="684">
                  <c:v>113.26869388063035</c:v>
                </c:pt>
                <c:pt idx="685">
                  <c:v>113.01717850046487</c:v>
                </c:pt>
                <c:pt idx="686">
                  <c:v>111.95829874996812</c:v>
                </c:pt>
                <c:pt idx="687">
                  <c:v>112.31922332050561</c:v>
                </c:pt>
                <c:pt idx="688">
                  <c:v>112.27520812897664</c:v>
                </c:pt>
                <c:pt idx="689">
                  <c:v>112.96058753992762</c:v>
                </c:pt>
                <c:pt idx="690">
                  <c:v>112.38964762695196</c:v>
                </c:pt>
                <c:pt idx="691">
                  <c:v>112.16013984255093</c:v>
                </c:pt>
                <c:pt idx="692">
                  <c:v>111.14716164893441</c:v>
                </c:pt>
                <c:pt idx="693">
                  <c:v>111.23644960889315</c:v>
                </c:pt>
                <c:pt idx="694">
                  <c:v>110.6944339646365</c:v>
                </c:pt>
                <c:pt idx="695">
                  <c:v>111.29492693478163</c:v>
                </c:pt>
                <c:pt idx="696">
                  <c:v>112.43366281848087</c:v>
                </c:pt>
                <c:pt idx="697">
                  <c:v>112.03752609472023</c:v>
                </c:pt>
                <c:pt idx="698">
                  <c:v>112.85935259941101</c:v>
                </c:pt>
                <c:pt idx="699">
                  <c:v>113.43658039689085</c:v>
                </c:pt>
                <c:pt idx="700">
                  <c:v>112.02620790261284</c:v>
                </c:pt>
                <c:pt idx="701">
                  <c:v>112.33808697401805</c:v>
                </c:pt>
                <c:pt idx="702">
                  <c:v>111.68163183178612</c:v>
                </c:pt>
                <c:pt idx="703">
                  <c:v>112.21987474534029</c:v>
                </c:pt>
                <c:pt idx="704">
                  <c:v>110.8849568651119</c:v>
                </c:pt>
                <c:pt idx="705">
                  <c:v>110.7107824643473</c:v>
                </c:pt>
                <c:pt idx="706">
                  <c:v>110.20020624261134</c:v>
                </c:pt>
                <c:pt idx="707">
                  <c:v>109.45572071732147</c:v>
                </c:pt>
                <c:pt idx="708">
                  <c:v>108.87597776603999</c:v>
                </c:pt>
                <c:pt idx="709">
                  <c:v>109.01556880203185</c:v>
                </c:pt>
                <c:pt idx="710">
                  <c:v>108.70180336527538</c:v>
                </c:pt>
                <c:pt idx="711">
                  <c:v>108.49744711889092</c:v>
                </c:pt>
                <c:pt idx="712">
                  <c:v>107.61714328831168</c:v>
                </c:pt>
                <c:pt idx="713">
                  <c:v>108.25662114238247</c:v>
                </c:pt>
                <c:pt idx="714">
                  <c:v>107.51716592469593</c:v>
                </c:pt>
                <c:pt idx="715">
                  <c:v>108.32390150657676</c:v>
                </c:pt>
                <c:pt idx="716">
                  <c:v>108.48927286903557</c:v>
                </c:pt>
                <c:pt idx="717">
                  <c:v>109.18659926054443</c:v>
                </c:pt>
                <c:pt idx="718">
                  <c:v>109.95246359314835</c:v>
                </c:pt>
                <c:pt idx="719">
                  <c:v>109.3004099700693</c:v>
                </c:pt>
                <c:pt idx="720">
                  <c:v>107.83533288060529</c:v>
                </c:pt>
                <c:pt idx="721">
                  <c:v>107.50962046329097</c:v>
                </c:pt>
                <c:pt idx="722">
                  <c:v>105.85653562715325</c:v>
                </c:pt>
                <c:pt idx="723">
                  <c:v>103.86453381624251</c:v>
                </c:pt>
                <c:pt idx="724">
                  <c:v>103.86516260469293</c:v>
                </c:pt>
                <c:pt idx="725">
                  <c:v>103.36841972886609</c:v>
                </c:pt>
                <c:pt idx="726">
                  <c:v>104.59015568801996</c:v>
                </c:pt>
                <c:pt idx="727">
                  <c:v>105.45977011494216</c:v>
                </c:pt>
                <c:pt idx="728">
                  <c:v>105.54905807490088</c:v>
                </c:pt>
                <c:pt idx="729">
                  <c:v>106.49475590432317</c:v>
                </c:pt>
                <c:pt idx="730">
                  <c:v>106.9720063381872</c:v>
                </c:pt>
                <c:pt idx="731">
                  <c:v>107.476294675419</c:v>
                </c:pt>
                <c:pt idx="732">
                  <c:v>107.75610553585308</c:v>
                </c:pt>
                <c:pt idx="733">
                  <c:v>107.61525692296038</c:v>
                </c:pt>
                <c:pt idx="734">
                  <c:v>107.41593098417924</c:v>
                </c:pt>
                <c:pt idx="735">
                  <c:v>107.33733242787753</c:v>
                </c:pt>
                <c:pt idx="736">
                  <c:v>106.12754344928149</c:v>
                </c:pt>
                <c:pt idx="737">
                  <c:v>105.5503156518017</c:v>
                </c:pt>
                <c:pt idx="738">
                  <c:v>105.78485374380602</c:v>
                </c:pt>
                <c:pt idx="739">
                  <c:v>105.29754269473538</c:v>
                </c:pt>
                <c:pt idx="740">
                  <c:v>103.9248975074822</c:v>
                </c:pt>
                <c:pt idx="741">
                  <c:v>103.06660127266747</c:v>
                </c:pt>
                <c:pt idx="742">
                  <c:v>103.06974521491954</c:v>
                </c:pt>
                <c:pt idx="743">
                  <c:v>101.78261525692263</c:v>
                </c:pt>
                <c:pt idx="744">
                  <c:v>101.72791066173663</c:v>
                </c:pt>
                <c:pt idx="745">
                  <c:v>100.32759878266522</c:v>
                </c:pt>
                <c:pt idx="746">
                  <c:v>99.590658718780318</c:v>
                </c:pt>
                <c:pt idx="747">
                  <c:v>100.8017052742772</c:v>
                </c:pt>
                <c:pt idx="748">
                  <c:v>101.84863804421607</c:v>
                </c:pt>
                <c:pt idx="749">
                  <c:v>102.26363842148913</c:v>
                </c:pt>
                <c:pt idx="750">
                  <c:v>102.42775220704713</c:v>
                </c:pt>
                <c:pt idx="751">
                  <c:v>101.90397142785251</c:v>
                </c:pt>
                <c:pt idx="752">
                  <c:v>100</c:v>
                </c:pt>
                <c:pt idx="753">
                  <c:v>100</c:v>
                </c:pt>
                <c:pt idx="754">
                  <c:v>100.01433245053745</c:v>
                </c:pt>
                <c:pt idx="755">
                  <c:v>101.00140208755255</c:v>
                </c:pt>
                <c:pt idx="756">
                  <c:v>100.9827075868515</c:v>
                </c:pt>
                <c:pt idx="757">
                  <c:v>101.57158435893439</c:v>
                </c:pt>
                <c:pt idx="758">
                  <c:v>102.11185542919456</c:v>
                </c:pt>
                <c:pt idx="759">
                  <c:v>101.52422495715841</c:v>
                </c:pt>
                <c:pt idx="760">
                  <c:v>102.81663810562389</c:v>
                </c:pt>
                <c:pt idx="761">
                  <c:v>101.84577036921634</c:v>
                </c:pt>
                <c:pt idx="762">
                  <c:v>102.09253777847012</c:v>
                </c:pt>
                <c:pt idx="763">
                  <c:v>102.52251129459412</c:v>
                </c:pt>
                <c:pt idx="764">
                  <c:v>101.83143791867889</c:v>
                </c:pt>
                <c:pt idx="765">
                  <c:v>103.51207353170273</c:v>
                </c:pt>
                <c:pt idx="766">
                  <c:v>103.25035052188814</c:v>
                </c:pt>
                <c:pt idx="767">
                  <c:v>104.64184452406919</c:v>
                </c:pt>
                <c:pt idx="768">
                  <c:v>104.7826764293504</c:v>
                </c:pt>
                <c:pt idx="769">
                  <c:v>107.07836111543855</c:v>
                </c:pt>
                <c:pt idx="770">
                  <c:v>106.36672378875215</c:v>
                </c:pt>
                <c:pt idx="771">
                  <c:v>105.75977566599161</c:v>
                </c:pt>
                <c:pt idx="772">
                  <c:v>106.98301916186321</c:v>
                </c:pt>
                <c:pt idx="773">
                  <c:v>106.60601339772552</c:v>
                </c:pt>
                <c:pt idx="774">
                  <c:v>107.03037856363923</c:v>
                </c:pt>
                <c:pt idx="775">
                  <c:v>106.74310640286653</c:v>
                </c:pt>
                <c:pt idx="776">
                  <c:v>107.83237264371402</c:v>
                </c:pt>
                <c:pt idx="777">
                  <c:v>106.82100015578756</c:v>
                </c:pt>
                <c:pt idx="778">
                  <c:v>106.27512073531709</c:v>
                </c:pt>
                <c:pt idx="779">
                  <c:v>106.21529833307376</c:v>
                </c:pt>
                <c:pt idx="780">
                  <c:v>105.98224022433409</c:v>
                </c:pt>
                <c:pt idx="781">
                  <c:v>105.86321856987078</c:v>
                </c:pt>
                <c:pt idx="782">
                  <c:v>106.28322168562089</c:v>
                </c:pt>
                <c:pt idx="783">
                  <c:v>105.09861349119808</c:v>
                </c:pt>
                <c:pt idx="784">
                  <c:v>104.8262969309862</c:v>
                </c:pt>
                <c:pt idx="785">
                  <c:v>106.14488238043312</c:v>
                </c:pt>
                <c:pt idx="786">
                  <c:v>106.73251285246928</c:v>
                </c:pt>
                <c:pt idx="787">
                  <c:v>106.22776133354111</c:v>
                </c:pt>
                <c:pt idx="788">
                  <c:v>107.02850911356916</c:v>
                </c:pt>
                <c:pt idx="789">
                  <c:v>107.94391649789694</c:v>
                </c:pt>
                <c:pt idx="790">
                  <c:v>107.20423742015896</c:v>
                </c:pt>
                <c:pt idx="791">
                  <c:v>106.76429350366107</c:v>
                </c:pt>
                <c:pt idx="792">
                  <c:v>108.07166225268739</c:v>
                </c:pt>
                <c:pt idx="793">
                  <c:v>108.45489951705876</c:v>
                </c:pt>
                <c:pt idx="794">
                  <c:v>107.45100482941271</c:v>
                </c:pt>
                <c:pt idx="795">
                  <c:v>108.53092381990967</c:v>
                </c:pt>
                <c:pt idx="796">
                  <c:v>108.23181180869298</c:v>
                </c:pt>
                <c:pt idx="797">
                  <c:v>108.25985355974457</c:v>
                </c:pt>
                <c:pt idx="798">
                  <c:v>107.07337591525165</c:v>
                </c:pt>
                <c:pt idx="799">
                  <c:v>105.86882692008106</c:v>
                </c:pt>
                <c:pt idx="800">
                  <c:v>104.79202367970095</c:v>
                </c:pt>
                <c:pt idx="801">
                  <c:v>104.26047670976793</c:v>
                </c:pt>
                <c:pt idx="802">
                  <c:v>105.05250038946882</c:v>
                </c:pt>
                <c:pt idx="803">
                  <c:v>106.24458638417205</c:v>
                </c:pt>
                <c:pt idx="804">
                  <c:v>106.37046268889242</c:v>
                </c:pt>
                <c:pt idx="805">
                  <c:v>106.38666458949996</c:v>
                </c:pt>
                <c:pt idx="806">
                  <c:v>106.50630939398663</c:v>
                </c:pt>
                <c:pt idx="807">
                  <c:v>106.18289453185857</c:v>
                </c:pt>
                <c:pt idx="808">
                  <c:v>106.99423586228389</c:v>
                </c:pt>
                <c:pt idx="809">
                  <c:v>105.61084281040665</c:v>
                </c:pt>
                <c:pt idx="810">
                  <c:v>105.22511294594176</c:v>
                </c:pt>
                <c:pt idx="811">
                  <c:v>105.42078205327935</c:v>
                </c:pt>
                <c:pt idx="812">
                  <c:v>105.12914784234307</c:v>
                </c:pt>
                <c:pt idx="813">
                  <c:v>106.07633587786262</c:v>
                </c:pt>
                <c:pt idx="814">
                  <c:v>104.22433400841255</c:v>
                </c:pt>
                <c:pt idx="815">
                  <c:v>104.87926468297248</c:v>
                </c:pt>
                <c:pt idx="816">
                  <c:v>104.0461131017293</c:v>
                </c:pt>
                <c:pt idx="817">
                  <c:v>98.323103287116425</c:v>
                </c:pt>
                <c:pt idx="818">
                  <c:v>97.73671911512703</c:v>
                </c:pt>
                <c:pt idx="819">
                  <c:v>96.702290076335942</c:v>
                </c:pt>
                <c:pt idx="820">
                  <c:v>100.89608973360343</c:v>
                </c:pt>
                <c:pt idx="821">
                  <c:v>98.090045178376755</c:v>
                </c:pt>
                <c:pt idx="822">
                  <c:v>99.5145661317963</c:v>
                </c:pt>
                <c:pt idx="823">
                  <c:v>100.68858077582185</c:v>
                </c:pt>
                <c:pt idx="824">
                  <c:v>99.992522199719659</c:v>
                </c:pt>
                <c:pt idx="825">
                  <c:v>98.991120112167067</c:v>
                </c:pt>
                <c:pt idx="826">
                  <c:v>98.360492288518543</c:v>
                </c:pt>
                <c:pt idx="827">
                  <c:v>96.266085059978252</c:v>
                </c:pt>
                <c:pt idx="828">
                  <c:v>97.99968842498842</c:v>
                </c:pt>
                <c:pt idx="829">
                  <c:v>98.52438074466437</c:v>
                </c:pt>
                <c:pt idx="830">
                  <c:v>99.742639040349076</c:v>
                </c:pt>
                <c:pt idx="831">
                  <c:v>100.24739055927724</c:v>
                </c:pt>
                <c:pt idx="832">
                  <c:v>100.62190372332147</c:v>
                </c:pt>
                <c:pt idx="833">
                  <c:v>101.11107649166541</c:v>
                </c:pt>
                <c:pt idx="834">
                  <c:v>102.01215142545573</c:v>
                </c:pt>
                <c:pt idx="835">
                  <c:v>99.164978968686754</c:v>
                </c:pt>
                <c:pt idx="836">
                  <c:v>100.5701822713819</c:v>
                </c:pt>
                <c:pt idx="837">
                  <c:v>100.22059510827238</c:v>
                </c:pt>
                <c:pt idx="838">
                  <c:v>97.459417354728217</c:v>
                </c:pt>
                <c:pt idx="839">
                  <c:v>98.249571584359003</c:v>
                </c:pt>
                <c:pt idx="840">
                  <c:v>97.350989250662153</c:v>
                </c:pt>
                <c:pt idx="841">
                  <c:v>96.282286960585807</c:v>
                </c:pt>
                <c:pt idx="842">
                  <c:v>98.61972269823967</c:v>
                </c:pt>
                <c:pt idx="843">
                  <c:v>95.691540738432835</c:v>
                </c:pt>
                <c:pt idx="844">
                  <c:v>93.485589655709688</c:v>
                </c:pt>
                <c:pt idx="845">
                  <c:v>94.678298800436281</c:v>
                </c:pt>
                <c:pt idx="846">
                  <c:v>96.530923819909702</c:v>
                </c:pt>
                <c:pt idx="847">
                  <c:v>97.455678454588011</c:v>
                </c:pt>
                <c:pt idx="848">
                  <c:v>97.720517214519447</c:v>
                </c:pt>
                <c:pt idx="849">
                  <c:v>95.402399127590016</c:v>
                </c:pt>
                <c:pt idx="850">
                  <c:v>94.678298800436224</c:v>
                </c:pt>
                <c:pt idx="851">
                  <c:v>94.468920392584536</c:v>
                </c:pt>
                <c:pt idx="852">
                  <c:v>95.783143791867943</c:v>
                </c:pt>
                <c:pt idx="853">
                  <c:v>95.234771771303997</c:v>
                </c:pt>
                <c:pt idx="854">
                  <c:v>95.935815547593165</c:v>
                </c:pt>
                <c:pt idx="855">
                  <c:v>96.180090356753496</c:v>
                </c:pt>
                <c:pt idx="856">
                  <c:v>96.186321856987192</c:v>
                </c:pt>
                <c:pt idx="857">
                  <c:v>96.365789063717244</c:v>
                </c:pt>
                <c:pt idx="858">
                  <c:v>96.5732980214988</c:v>
                </c:pt>
                <c:pt idx="859">
                  <c:v>96.493534818507698</c:v>
                </c:pt>
                <c:pt idx="860">
                  <c:v>97.386508801994225</c:v>
                </c:pt>
                <c:pt idx="861">
                  <c:v>97.235083346315776</c:v>
                </c:pt>
                <c:pt idx="862">
                  <c:v>98.294438386041577</c:v>
                </c:pt>
                <c:pt idx="863">
                  <c:v>98.331827387443667</c:v>
                </c:pt>
                <c:pt idx="864">
                  <c:v>99.133198317495101</c:v>
                </c:pt>
                <c:pt idx="865">
                  <c:v>98.59978189749198</c:v>
                </c:pt>
                <c:pt idx="866">
                  <c:v>98.202212182583111</c:v>
                </c:pt>
                <c:pt idx="867">
                  <c:v>96.595108272316722</c:v>
                </c:pt>
                <c:pt idx="868">
                  <c:v>96.419379965726918</c:v>
                </c:pt>
                <c:pt idx="869">
                  <c:v>95.976320299112174</c:v>
                </c:pt>
                <c:pt idx="870">
                  <c:v>96.081632653061376</c:v>
                </c:pt>
                <c:pt idx="871">
                  <c:v>97.228851846082122</c:v>
                </c:pt>
                <c:pt idx="872">
                  <c:v>97.315469699330279</c:v>
                </c:pt>
                <c:pt idx="873">
                  <c:v>97.546658357999831</c:v>
                </c:pt>
                <c:pt idx="874">
                  <c:v>97.380277301760543</c:v>
                </c:pt>
                <c:pt idx="875">
                  <c:v>97.991587474684664</c:v>
                </c:pt>
                <c:pt idx="876">
                  <c:v>99.356909175884198</c:v>
                </c:pt>
                <c:pt idx="877">
                  <c:v>98.393519239757069</c:v>
                </c:pt>
                <c:pt idx="878">
                  <c:v>98.505063093939967</c:v>
                </c:pt>
                <c:pt idx="879">
                  <c:v>97.645739211715323</c:v>
                </c:pt>
                <c:pt idx="880">
                  <c:v>98.066365477488802</c:v>
                </c:pt>
                <c:pt idx="881">
                  <c:v>98.486368593238922</c:v>
                </c:pt>
                <c:pt idx="882">
                  <c:v>99.103287116373352</c:v>
                </c:pt>
                <c:pt idx="883">
                  <c:v>98.235862283844938</c:v>
                </c:pt>
                <c:pt idx="884">
                  <c:v>98.14176663031634</c:v>
                </c:pt>
                <c:pt idx="885">
                  <c:v>96.294126811029841</c:v>
                </c:pt>
                <c:pt idx="886">
                  <c:v>97.469387755102105</c:v>
                </c:pt>
                <c:pt idx="887">
                  <c:v>96.314690761800961</c:v>
                </c:pt>
                <c:pt idx="888">
                  <c:v>95.733291789998503</c:v>
                </c:pt>
                <c:pt idx="889">
                  <c:v>95.146907618009095</c:v>
                </c:pt>
                <c:pt idx="890">
                  <c:v>96.952173235706567</c:v>
                </c:pt>
                <c:pt idx="891">
                  <c:v>98.924443059666686</c:v>
                </c:pt>
                <c:pt idx="892">
                  <c:v>98.508801994080144</c:v>
                </c:pt>
                <c:pt idx="893">
                  <c:v>98.998597912447494</c:v>
                </c:pt>
                <c:pt idx="894">
                  <c:v>98.177909331671657</c:v>
                </c:pt>
                <c:pt idx="895">
                  <c:v>97.501168406293871</c:v>
                </c:pt>
                <c:pt idx="896">
                  <c:v>97.339149400218147</c:v>
                </c:pt>
                <c:pt idx="897">
                  <c:v>94.620345848263014</c:v>
                </c:pt>
                <c:pt idx="898">
                  <c:v>95.173079918990538</c:v>
                </c:pt>
                <c:pt idx="899">
                  <c:v>96.514098769278746</c:v>
                </c:pt>
                <c:pt idx="900">
                  <c:v>96.139585605234515</c:v>
                </c:pt>
                <c:pt idx="901">
                  <c:v>94.678921950459639</c:v>
                </c:pt>
                <c:pt idx="902">
                  <c:v>93.580931609285003</c:v>
                </c:pt>
                <c:pt idx="903">
                  <c:v>94.427169341018882</c:v>
                </c:pt>
                <c:pt idx="904">
                  <c:v>94.491353793425787</c:v>
                </c:pt>
                <c:pt idx="905">
                  <c:v>95.190528119644839</c:v>
                </c:pt>
                <c:pt idx="906">
                  <c:v>96.699174326219108</c:v>
                </c:pt>
                <c:pt idx="907">
                  <c:v>97.182738744352761</c:v>
                </c:pt>
                <c:pt idx="908">
                  <c:v>98.790465804642537</c:v>
                </c:pt>
                <c:pt idx="909">
                  <c:v>98.567378096276755</c:v>
                </c:pt>
                <c:pt idx="910">
                  <c:v>99.17494936906067</c:v>
                </c:pt>
                <c:pt idx="911">
                  <c:v>99.768188191307104</c:v>
                </c:pt>
                <c:pt idx="912">
                  <c:v>99.402399127590016</c:v>
                </c:pt>
                <c:pt idx="913">
                  <c:v>100.21374045801531</c:v>
                </c:pt>
                <c:pt idx="914">
                  <c:v>98.772394453964836</c:v>
                </c:pt>
                <c:pt idx="915">
                  <c:v>99.316404424365189</c:v>
                </c:pt>
                <c:pt idx="916">
                  <c:v>99.282131173079932</c:v>
                </c:pt>
                <c:pt idx="917">
                  <c:v>98.865243807446646</c:v>
                </c:pt>
                <c:pt idx="918">
                  <c:v>99.587474684530306</c:v>
                </c:pt>
                <c:pt idx="919">
                  <c:v>99.655398037077404</c:v>
                </c:pt>
                <c:pt idx="920">
                  <c:v>99.249727371864736</c:v>
                </c:pt>
                <c:pt idx="921">
                  <c:v>99.610531235394859</c:v>
                </c:pt>
                <c:pt idx="922">
                  <c:v>99.93145349742943</c:v>
                </c:pt>
                <c:pt idx="923">
                  <c:v>99.81679389312967</c:v>
                </c:pt>
                <c:pt idx="924">
                  <c:v>100.41314846549297</c:v>
                </c:pt>
                <c:pt idx="925">
                  <c:v>99.500856831282007</c:v>
                </c:pt>
                <c:pt idx="926">
                  <c:v>101.22075089577801</c:v>
                </c:pt>
                <c:pt idx="927">
                  <c:v>100.07789375292087</c:v>
                </c:pt>
                <c:pt idx="928">
                  <c:v>99.068390715064496</c:v>
                </c:pt>
                <c:pt idx="929">
                  <c:v>99.096432466116084</c:v>
                </c:pt>
                <c:pt idx="930">
                  <c:v>99.33073687490247</c:v>
                </c:pt>
                <c:pt idx="931">
                  <c:v>99.508334631562391</c:v>
                </c:pt>
                <c:pt idx="932">
                  <c:v>99.358155475930687</c:v>
                </c:pt>
                <c:pt idx="933">
                  <c:v>99.317650724411735</c:v>
                </c:pt>
                <c:pt idx="934">
                  <c:v>99.556317183361742</c:v>
                </c:pt>
                <c:pt idx="935">
                  <c:v>99.197382769901679</c:v>
                </c:pt>
                <c:pt idx="936">
                  <c:v>97.537311107649003</c:v>
                </c:pt>
                <c:pt idx="937">
                  <c:v>98.494469543542451</c:v>
                </c:pt>
                <c:pt idx="938">
                  <c:v>98.775510204081485</c:v>
                </c:pt>
                <c:pt idx="939">
                  <c:v>101.19644804486667</c:v>
                </c:pt>
                <c:pt idx="940">
                  <c:v>104.24115905904334</c:v>
                </c:pt>
                <c:pt idx="941">
                  <c:v>104.04237420158891</c:v>
                </c:pt>
                <c:pt idx="942">
                  <c:v>105.2163888456145</c:v>
                </c:pt>
                <c:pt idx="943">
                  <c:v>104.71163732668631</c:v>
                </c:pt>
                <c:pt idx="944">
                  <c:v>104.79202367970082</c:v>
                </c:pt>
                <c:pt idx="945">
                  <c:v>104.97834553668787</c:v>
                </c:pt>
                <c:pt idx="946">
                  <c:v>104.81258763047195</c:v>
                </c:pt>
                <c:pt idx="947">
                  <c:v>103.25595887209838</c:v>
                </c:pt>
                <c:pt idx="948">
                  <c:v>103.16684841875674</c:v>
                </c:pt>
                <c:pt idx="949">
                  <c:v>103.44352702913221</c:v>
                </c:pt>
                <c:pt idx="950">
                  <c:v>103.47406138027726</c:v>
                </c:pt>
                <c:pt idx="951">
                  <c:v>103.35877862595419</c:v>
                </c:pt>
                <c:pt idx="952">
                  <c:v>104.01495560056082</c:v>
                </c:pt>
                <c:pt idx="953">
                  <c:v>105.12727839227291</c:v>
                </c:pt>
                <c:pt idx="954">
                  <c:v>105.34725035052186</c:v>
                </c:pt>
                <c:pt idx="955">
                  <c:v>105.99408007477795</c:v>
                </c:pt>
                <c:pt idx="956">
                  <c:v>106.02710702601647</c:v>
                </c:pt>
                <c:pt idx="957">
                  <c:v>106.00093472503499</c:v>
                </c:pt>
                <c:pt idx="958">
                  <c:v>106.2963078361115</c:v>
                </c:pt>
                <c:pt idx="959">
                  <c:v>105.570961208911</c:v>
                </c:pt>
                <c:pt idx="960">
                  <c:v>104.54899517058728</c:v>
                </c:pt>
                <c:pt idx="961">
                  <c:v>104.78329957937369</c:v>
                </c:pt>
                <c:pt idx="962">
                  <c:v>104.6910733759152</c:v>
                </c:pt>
                <c:pt idx="963">
                  <c:v>104.82318118086923</c:v>
                </c:pt>
                <c:pt idx="964">
                  <c:v>105.24069169652583</c:v>
                </c:pt>
                <c:pt idx="965">
                  <c:v>105.70680791400518</c:v>
                </c:pt>
                <c:pt idx="966">
                  <c:v>105.90746222152968</c:v>
                </c:pt>
                <c:pt idx="967">
                  <c:v>106.03770057641364</c:v>
                </c:pt>
                <c:pt idx="968">
                  <c:v>106.88206885807743</c:v>
                </c:pt>
                <c:pt idx="969">
                  <c:v>109.36906060133961</c:v>
                </c:pt>
                <c:pt idx="970">
                  <c:v>110.85838915718946</c:v>
                </c:pt>
                <c:pt idx="971">
                  <c:v>110.83595575634821</c:v>
                </c:pt>
                <c:pt idx="972">
                  <c:v>110.14114348029275</c:v>
                </c:pt>
                <c:pt idx="973">
                  <c:v>110.07820532793258</c:v>
                </c:pt>
                <c:pt idx="974">
                  <c:v>110.67642935036596</c:v>
                </c:pt>
                <c:pt idx="975">
                  <c:v>110.51814924443045</c:v>
                </c:pt>
                <c:pt idx="976">
                  <c:v>109.83143791867877</c:v>
                </c:pt>
                <c:pt idx="977">
                  <c:v>112.15142545567831</c:v>
                </c:pt>
                <c:pt idx="978">
                  <c:v>112.67736407540103</c:v>
                </c:pt>
                <c:pt idx="979">
                  <c:v>115.11263436672363</c:v>
                </c:pt>
                <c:pt idx="980">
                  <c:v>114.82411590590418</c:v>
                </c:pt>
                <c:pt idx="981">
                  <c:v>114.25580308459243</c:v>
                </c:pt>
                <c:pt idx="982">
                  <c:v>112.55273407072735</c:v>
                </c:pt>
                <c:pt idx="983">
                  <c:v>111.89780339616745</c:v>
                </c:pt>
                <c:pt idx="984">
                  <c:v>112.41439476553963</c:v>
                </c:pt>
                <c:pt idx="985">
                  <c:v>111.59183673469371</c:v>
                </c:pt>
                <c:pt idx="986">
                  <c:v>111.13257516747143</c:v>
                </c:pt>
                <c:pt idx="987">
                  <c:v>109.72550241470618</c:v>
                </c:pt>
                <c:pt idx="988">
                  <c:v>108.64869917432607</c:v>
                </c:pt>
                <c:pt idx="989">
                  <c:v>110.22028353326048</c:v>
                </c:pt>
                <c:pt idx="990">
                  <c:v>111.26842187256567</c:v>
                </c:pt>
                <c:pt idx="991">
                  <c:v>111.6061691852312</c:v>
                </c:pt>
                <c:pt idx="992">
                  <c:v>113.02819753855727</c:v>
                </c:pt>
                <c:pt idx="993">
                  <c:v>111.58373578438997</c:v>
                </c:pt>
                <c:pt idx="994">
                  <c:v>111.3425767253465</c:v>
                </c:pt>
                <c:pt idx="995">
                  <c:v>111.43604922885174</c:v>
                </c:pt>
                <c:pt idx="996">
                  <c:v>112.22059510827224</c:v>
                </c:pt>
                <c:pt idx="997">
                  <c:v>112.96463623617382</c:v>
                </c:pt>
                <c:pt idx="998">
                  <c:v>112.74466427792485</c:v>
                </c:pt>
                <c:pt idx="999">
                  <c:v>113.28181959806818</c:v>
                </c:pt>
                <c:pt idx="1000">
                  <c:v>113.4319987536999</c:v>
                </c:pt>
                <c:pt idx="1001">
                  <c:v>113.26561769746063</c:v>
                </c:pt>
                <c:pt idx="1002">
                  <c:v>113.17089889390866</c:v>
                </c:pt>
                <c:pt idx="1003">
                  <c:v>112.53403957002645</c:v>
                </c:pt>
                <c:pt idx="1004">
                  <c:v>113.02570493846393</c:v>
                </c:pt>
                <c:pt idx="1005">
                  <c:v>112.67424832528432</c:v>
                </c:pt>
                <c:pt idx="1006">
                  <c:v>114.87832995793738</c:v>
                </c:pt>
                <c:pt idx="1007">
                  <c:v>116.04237420158906</c:v>
                </c:pt>
                <c:pt idx="1008">
                  <c:v>114.98239601183987</c:v>
                </c:pt>
                <c:pt idx="1009">
                  <c:v>114.31936438697616</c:v>
                </c:pt>
                <c:pt idx="1010">
                  <c:v>114.39725813989718</c:v>
                </c:pt>
                <c:pt idx="1011">
                  <c:v>113.94048917276837</c:v>
                </c:pt>
                <c:pt idx="1012">
                  <c:v>114.74061380277304</c:v>
                </c:pt>
                <c:pt idx="1013">
                  <c:v>114.07259697772241</c:v>
                </c:pt>
                <c:pt idx="1014">
                  <c:v>113.1092070415953</c:v>
                </c:pt>
                <c:pt idx="1015">
                  <c:v>112.87739523290237</c:v>
                </c:pt>
                <c:pt idx="1016">
                  <c:v>114.91198005919931</c:v>
                </c:pt>
                <c:pt idx="1017">
                  <c:v>114.95061536064811</c:v>
                </c:pt>
                <c:pt idx="1018">
                  <c:v>114.30253933634525</c:v>
                </c:pt>
                <c:pt idx="1019">
                  <c:v>114.77364075401154</c:v>
                </c:pt>
                <c:pt idx="1020">
                  <c:v>112.86991743262193</c:v>
                </c:pt>
                <c:pt idx="1021">
                  <c:v>111.99750739990655</c:v>
                </c:pt>
                <c:pt idx="1022">
                  <c:v>111.69091758840943</c:v>
                </c:pt>
                <c:pt idx="1023">
                  <c:v>112.33026951238514</c:v>
                </c:pt>
                <c:pt idx="1024">
                  <c:v>113.0151113880667</c:v>
                </c:pt>
                <c:pt idx="1025">
                  <c:v>111.87910889546662</c:v>
                </c:pt>
                <c:pt idx="1026">
                  <c:v>113.24941579685311</c:v>
                </c:pt>
                <c:pt idx="1027">
                  <c:v>112.45739211715224</c:v>
                </c:pt>
                <c:pt idx="1028">
                  <c:v>114.47265929272473</c:v>
                </c:pt>
                <c:pt idx="1029">
                  <c:v>113.486212805733</c:v>
                </c:pt>
                <c:pt idx="1030">
                  <c:v>112.77644492911672</c:v>
                </c:pt>
                <c:pt idx="1031">
                  <c:v>113.45256270447118</c:v>
                </c:pt>
                <c:pt idx="1032">
                  <c:v>113.26312509736726</c:v>
                </c:pt>
                <c:pt idx="1033">
                  <c:v>114.40535909020106</c:v>
                </c:pt>
                <c:pt idx="1034">
                  <c:v>114.18351768188201</c:v>
                </c:pt>
                <c:pt idx="1035">
                  <c:v>114.4203146907619</c:v>
                </c:pt>
                <c:pt idx="1036">
                  <c:v>114.10313132886751</c:v>
                </c:pt>
                <c:pt idx="1037">
                  <c:v>113.73921171522053</c:v>
                </c:pt>
                <c:pt idx="1038">
                  <c:v>115.04907306434033</c:v>
                </c:pt>
                <c:pt idx="1039">
                  <c:v>114.43527029132274</c:v>
                </c:pt>
                <c:pt idx="1040">
                  <c:v>114.41159059043473</c:v>
                </c:pt>
                <c:pt idx="1041">
                  <c:v>114.15111388066684</c:v>
                </c:pt>
                <c:pt idx="1042">
                  <c:v>116.17385885651981</c:v>
                </c:pt>
                <c:pt idx="1043">
                  <c:v>115.00295996261111</c:v>
                </c:pt>
                <c:pt idx="1044">
                  <c:v>113.6930986134913</c:v>
                </c:pt>
                <c:pt idx="1045">
                  <c:v>113.9105779716468</c:v>
                </c:pt>
                <c:pt idx="1046">
                  <c:v>111.65602118710093</c:v>
                </c:pt>
                <c:pt idx="1047">
                  <c:v>110.78797320454913</c:v>
                </c:pt>
                <c:pt idx="1048">
                  <c:v>111.83486524380757</c:v>
                </c:pt>
                <c:pt idx="1049">
                  <c:v>111.01978501324206</c:v>
                </c:pt>
                <c:pt idx="1050">
                  <c:v>110.8023056550866</c:v>
                </c:pt>
                <c:pt idx="1051">
                  <c:v>108.8530923819911</c:v>
                </c:pt>
                <c:pt idx="1052">
                  <c:v>108.54774887054073</c:v>
                </c:pt>
                <c:pt idx="1053">
                  <c:v>109.36033650101275</c:v>
                </c:pt>
                <c:pt idx="1054">
                  <c:v>108.34896401308627</c:v>
                </c:pt>
                <c:pt idx="1055">
                  <c:v>106.6028976476088</c:v>
                </c:pt>
                <c:pt idx="1056">
                  <c:v>106.18414083190541</c:v>
                </c:pt>
                <c:pt idx="1057">
                  <c:v>105.24131484654943</c:v>
                </c:pt>
                <c:pt idx="1058">
                  <c:v>105.27496494781128</c:v>
                </c:pt>
                <c:pt idx="1059">
                  <c:v>105.31422339928349</c:v>
                </c:pt>
                <c:pt idx="1060">
                  <c:v>106.34553668795778</c:v>
                </c:pt>
                <c:pt idx="1061">
                  <c:v>105.98722542452109</c:v>
                </c:pt>
                <c:pt idx="1062">
                  <c:v>104.17822090668341</c:v>
                </c:pt>
                <c:pt idx="1063">
                  <c:v>104.55335722075101</c:v>
                </c:pt>
                <c:pt idx="1064">
                  <c:v>106.58295684686099</c:v>
                </c:pt>
                <c:pt idx="1065">
                  <c:v>107.43293347873508</c:v>
                </c:pt>
                <c:pt idx="1066">
                  <c:v>106.70447110141772</c:v>
                </c:pt>
                <c:pt idx="1067">
                  <c:v>106.30316248636866</c:v>
                </c:pt>
                <c:pt idx="1068">
                  <c:v>106.54619099548222</c:v>
                </c:pt>
                <c:pt idx="1069">
                  <c:v>108.74030222776136</c:v>
                </c:pt>
                <c:pt idx="1070">
                  <c:v>108.53466272004989</c:v>
                </c:pt>
                <c:pt idx="1071">
                  <c:v>107.0914472659293</c:v>
                </c:pt>
                <c:pt idx="1072">
                  <c:v>107.58622838448358</c:v>
                </c:pt>
                <c:pt idx="1073">
                  <c:v>108.12089110453343</c:v>
                </c:pt>
                <c:pt idx="1074">
                  <c:v>107.3394609752298</c:v>
                </c:pt>
                <c:pt idx="1075">
                  <c:v>106.51004829412682</c:v>
                </c:pt>
                <c:pt idx="1076">
                  <c:v>108.05982240224333</c:v>
                </c:pt>
                <c:pt idx="1077">
                  <c:v>107.05468141455054</c:v>
                </c:pt>
                <c:pt idx="1078">
                  <c:v>105.96853092381991</c:v>
                </c:pt>
                <c:pt idx="1079">
                  <c:v>106.28883003583111</c:v>
                </c:pt>
                <c:pt idx="1080">
                  <c:v>106.1791556317183</c:v>
                </c:pt>
                <c:pt idx="1081">
                  <c:v>104.71973827699016</c:v>
                </c:pt>
                <c:pt idx="1082">
                  <c:v>104.1539180557719</c:v>
                </c:pt>
                <c:pt idx="1083">
                  <c:v>104.40691696525934</c:v>
                </c:pt>
                <c:pt idx="1084">
                  <c:v>103.68406293815231</c:v>
                </c:pt>
                <c:pt idx="1085">
                  <c:v>105.96977722386663</c:v>
                </c:pt>
                <c:pt idx="1086">
                  <c:v>105.41517370306899</c:v>
                </c:pt>
                <c:pt idx="1087">
                  <c:v>105.11045334164197</c:v>
                </c:pt>
                <c:pt idx="1088">
                  <c:v>105.51363140676118</c:v>
                </c:pt>
                <c:pt idx="1089">
                  <c:v>105.60211871007944</c:v>
                </c:pt>
                <c:pt idx="1090">
                  <c:v>105.09736719115124</c:v>
                </c:pt>
                <c:pt idx="1091">
                  <c:v>104.19753855740767</c:v>
                </c:pt>
                <c:pt idx="1092">
                  <c:v>103.80059199252217</c:v>
                </c:pt>
                <c:pt idx="1093">
                  <c:v>105.80775821779091</c:v>
                </c:pt>
                <c:pt idx="1094">
                  <c:v>106.4745287427948</c:v>
                </c:pt>
                <c:pt idx="1095">
                  <c:v>106.3922729397102</c:v>
                </c:pt>
                <c:pt idx="1096">
                  <c:v>105.23819909643244</c:v>
                </c:pt>
                <c:pt idx="1097">
                  <c:v>105.68001246300044</c:v>
                </c:pt>
                <c:pt idx="1098">
                  <c:v>106.82847795606789</c:v>
                </c:pt>
                <c:pt idx="1099">
                  <c:v>106.75681570338055</c:v>
                </c:pt>
                <c:pt idx="1100">
                  <c:v>107.44103442903875</c:v>
                </c:pt>
                <c:pt idx="1101">
                  <c:v>108.72160772706023</c:v>
                </c:pt>
                <c:pt idx="1102">
                  <c:v>107.61115438541822</c:v>
                </c:pt>
                <c:pt idx="1103">
                  <c:v>107.84857454432147</c:v>
                </c:pt>
                <c:pt idx="1104">
                  <c:v>109.37030690138641</c:v>
                </c:pt>
                <c:pt idx="1105">
                  <c:v>108.4143947655397</c:v>
                </c:pt>
                <c:pt idx="1106">
                  <c:v>107.14379186789209</c:v>
                </c:pt>
                <c:pt idx="1107">
                  <c:v>106.08630627823638</c:v>
                </c:pt>
                <c:pt idx="1108">
                  <c:v>106.82224645583412</c:v>
                </c:pt>
                <c:pt idx="1109">
                  <c:v>110.19411123227906</c:v>
                </c:pt>
                <c:pt idx="1110">
                  <c:v>110.91322635924588</c:v>
                </c:pt>
                <c:pt idx="1111">
                  <c:v>110.664589499922</c:v>
                </c:pt>
                <c:pt idx="1112">
                  <c:v>112.06730020252367</c:v>
                </c:pt>
                <c:pt idx="1113">
                  <c:v>110.78236485433858</c:v>
                </c:pt>
                <c:pt idx="1114">
                  <c:v>111.67035363763814</c:v>
                </c:pt>
                <c:pt idx="1115">
                  <c:v>111.49587163109507</c:v>
                </c:pt>
                <c:pt idx="1116">
                  <c:v>110.71070260165125</c:v>
                </c:pt>
                <c:pt idx="1117">
                  <c:v>110.6901386508801</c:v>
                </c:pt>
                <c:pt idx="1118">
                  <c:v>109.1341330425299</c:v>
                </c:pt>
                <c:pt idx="1119">
                  <c:v>108.20314690761793</c:v>
                </c:pt>
                <c:pt idx="1120">
                  <c:v>109.14534974295051</c:v>
                </c:pt>
                <c:pt idx="1121">
                  <c:v>110.63717089889381</c:v>
                </c:pt>
                <c:pt idx="1122">
                  <c:v>111.51145038167932</c:v>
                </c:pt>
                <c:pt idx="1123">
                  <c:v>113.16902944383854</c:v>
                </c:pt>
                <c:pt idx="1124">
                  <c:v>116.74653372799497</c:v>
                </c:pt>
                <c:pt idx="1125">
                  <c:v>116.9341018850288</c:v>
                </c:pt>
                <c:pt idx="1126">
                  <c:v>115.41673157812741</c:v>
                </c:pt>
                <c:pt idx="1127">
                  <c:v>116.01869450070102</c:v>
                </c:pt>
                <c:pt idx="1128">
                  <c:v>119.14877706807911</c:v>
                </c:pt>
                <c:pt idx="1129">
                  <c:v>117.75790621592148</c:v>
                </c:pt>
                <c:pt idx="1130">
                  <c:v>119.5849820844368</c:v>
                </c:pt>
                <c:pt idx="1131">
                  <c:v>118.0115282754323</c:v>
                </c:pt>
                <c:pt idx="1132">
                  <c:v>117.90995482162329</c:v>
                </c:pt>
                <c:pt idx="1133">
                  <c:v>116.95030378563636</c:v>
                </c:pt>
                <c:pt idx="1134">
                  <c:v>117.24318429661939</c:v>
                </c:pt>
                <c:pt idx="1135">
                  <c:v>115.00669886275116</c:v>
                </c:pt>
                <c:pt idx="1136">
                  <c:v>115.00669886275116</c:v>
                </c:pt>
                <c:pt idx="1137">
                  <c:v>117.54728150802303</c:v>
                </c:pt>
                <c:pt idx="1138">
                  <c:v>117.03567533883782</c:v>
                </c:pt>
                <c:pt idx="1139">
                  <c:v>115.68530923819907</c:v>
                </c:pt>
                <c:pt idx="1140">
                  <c:v>116.42062626577348</c:v>
                </c:pt>
                <c:pt idx="1141">
                  <c:v>115.76569559121356</c:v>
                </c:pt>
                <c:pt idx="1142">
                  <c:v>117.25813989718019</c:v>
                </c:pt>
                <c:pt idx="1143">
                  <c:v>118.01215142545566</c:v>
                </c:pt>
                <c:pt idx="1144">
                  <c:v>118.62408474840315</c:v>
                </c:pt>
                <c:pt idx="1145">
                  <c:v>121.38713195201744</c:v>
                </c:pt>
                <c:pt idx="1146">
                  <c:v>120.64994547437297</c:v>
                </c:pt>
                <c:pt idx="1147">
                  <c:v>118.66022744975854</c:v>
                </c:pt>
                <c:pt idx="1148">
                  <c:v>118.00405047515191</c:v>
                </c:pt>
                <c:pt idx="1149">
                  <c:v>117.79778781741706</c:v>
                </c:pt>
                <c:pt idx="1150">
                  <c:v>117.63576881134135</c:v>
                </c:pt>
                <c:pt idx="1151">
                  <c:v>119.20859947032251</c:v>
                </c:pt>
                <c:pt idx="1152">
                  <c:v>119.37186477644494</c:v>
                </c:pt>
                <c:pt idx="1153">
                  <c:v>120.30472036142703</c:v>
                </c:pt>
                <c:pt idx="1154">
                  <c:v>122.32123383704628</c:v>
                </c:pt>
                <c:pt idx="1155">
                  <c:v>122.00093472503507</c:v>
                </c:pt>
                <c:pt idx="1156">
                  <c:v>122.27948278548064</c:v>
                </c:pt>
                <c:pt idx="1157">
                  <c:v>122.21903723321391</c:v>
                </c:pt>
                <c:pt idx="1158">
                  <c:v>121.48060445552269</c:v>
                </c:pt>
                <c:pt idx="1159">
                  <c:v>121.22012774575482</c:v>
                </c:pt>
                <c:pt idx="1160">
                  <c:v>123.14441501791558</c:v>
                </c:pt>
                <c:pt idx="1161">
                  <c:v>127.4778002804175</c:v>
                </c:pt>
                <c:pt idx="1162">
                  <c:v>125.06309393986604</c:v>
                </c:pt>
                <c:pt idx="1163">
                  <c:v>126.70945630160462</c:v>
                </c:pt>
                <c:pt idx="1164">
                  <c:v>126.73687490263279</c:v>
                </c:pt>
                <c:pt idx="1165">
                  <c:v>127.15126966817256</c:v>
                </c:pt>
                <c:pt idx="1166">
                  <c:v>125.86446486991737</c:v>
                </c:pt>
                <c:pt idx="1167">
                  <c:v>124.48356441813361</c:v>
                </c:pt>
                <c:pt idx="1168">
                  <c:v>124.17136625642617</c:v>
                </c:pt>
                <c:pt idx="1169">
                  <c:v>123.6504128368904</c:v>
                </c:pt>
                <c:pt idx="1170">
                  <c:v>124.47234771771296</c:v>
                </c:pt>
                <c:pt idx="1171">
                  <c:v>125.45007010437756</c:v>
                </c:pt>
                <c:pt idx="1172">
                  <c:v>125.69060601339768</c:v>
                </c:pt>
                <c:pt idx="1173">
                  <c:v>124.38261411434797</c:v>
                </c:pt>
                <c:pt idx="1174">
                  <c:v>121.20704159526399</c:v>
                </c:pt>
                <c:pt idx="1175">
                  <c:v>120.7633587786259</c:v>
                </c:pt>
                <c:pt idx="1176">
                  <c:v>120.12338370462683</c:v>
                </c:pt>
                <c:pt idx="1177">
                  <c:v>119.95575634834083</c:v>
                </c:pt>
                <c:pt idx="1178">
                  <c:v>121.58093160928486</c:v>
                </c:pt>
                <c:pt idx="1179">
                  <c:v>121.47998130549924</c:v>
                </c:pt>
                <c:pt idx="1180">
                  <c:v>121.52484810718173</c:v>
                </c:pt>
                <c:pt idx="1181">
                  <c:v>122.30316248636849</c:v>
                </c:pt>
                <c:pt idx="1182">
                  <c:v>122.06324972737174</c:v>
                </c:pt>
                <c:pt idx="1183">
                  <c:v>122.88643090824105</c:v>
                </c:pt>
                <c:pt idx="1184">
                  <c:v>123.54447733291777</c:v>
                </c:pt>
                <c:pt idx="1185">
                  <c:v>122.73749805265605</c:v>
                </c:pt>
                <c:pt idx="1186">
                  <c:v>123.53201433245044</c:v>
                </c:pt>
                <c:pt idx="1187">
                  <c:v>124.13522355507079</c:v>
                </c:pt>
                <c:pt idx="1188">
                  <c:v>124.50038946876455</c:v>
                </c:pt>
                <c:pt idx="1189">
                  <c:v>124.10344290387906</c:v>
                </c:pt>
                <c:pt idx="1190">
                  <c:v>122.38105623928958</c:v>
                </c:pt>
                <c:pt idx="1191">
                  <c:v>120.78953107960736</c:v>
                </c:pt>
                <c:pt idx="1192">
                  <c:v>120.74154852780801</c:v>
                </c:pt>
                <c:pt idx="1193">
                  <c:v>121.6494781118554</c:v>
                </c:pt>
                <c:pt idx="1194">
                  <c:v>121.45630160461128</c:v>
                </c:pt>
                <c:pt idx="1195">
                  <c:v>122.740613802773</c:v>
                </c:pt>
                <c:pt idx="1196">
                  <c:v>122.23523913382145</c:v>
                </c:pt>
                <c:pt idx="1197">
                  <c:v>124.16887365633275</c:v>
                </c:pt>
                <c:pt idx="1198">
                  <c:v>125.01635768811343</c:v>
                </c:pt>
                <c:pt idx="1199">
                  <c:v>123.35192397569715</c:v>
                </c:pt>
                <c:pt idx="1200">
                  <c:v>126.36423118865869</c:v>
                </c:pt>
                <c:pt idx="1201">
                  <c:v>128.68359557563491</c:v>
                </c:pt>
                <c:pt idx="1202">
                  <c:v>128.35145661317969</c:v>
                </c:pt>
                <c:pt idx="1203">
                  <c:v>#N/A</c:v>
                </c:pt>
                <c:pt idx="1204">
                  <c:v>#N/A</c:v>
                </c:pt>
                <c:pt idx="1205">
                  <c:v>#N/A</c:v>
                </c:pt>
                <c:pt idx="1206">
                  <c:v>#N/A</c:v>
                </c:pt>
                <c:pt idx="1207">
                  <c:v>#N/A</c:v>
                </c:pt>
                <c:pt idx="1208">
                  <c:v>#N/A</c:v>
                </c:pt>
                <c:pt idx="1209">
                  <c:v>#N/A</c:v>
                </c:pt>
                <c:pt idx="1210">
                  <c:v>#N/A</c:v>
                </c:pt>
                <c:pt idx="1211">
                  <c:v>#N/A</c:v>
                </c:pt>
                <c:pt idx="1212">
                  <c:v>#N/A</c:v>
                </c:pt>
                <c:pt idx="1213">
                  <c:v>#N/A</c:v>
                </c:pt>
                <c:pt idx="1214">
                  <c:v>#N/A</c:v>
                </c:pt>
                <c:pt idx="1215">
                  <c:v>#N/A</c:v>
                </c:pt>
                <c:pt idx="1216">
                  <c:v>#N/A</c:v>
                </c:pt>
                <c:pt idx="1217">
                  <c:v>#N/A</c:v>
                </c:pt>
                <c:pt idx="1218">
                  <c:v>#N/A</c:v>
                </c:pt>
                <c:pt idx="1219">
                  <c:v>#N/A</c:v>
                </c:pt>
                <c:pt idx="1220">
                  <c:v>#N/A</c:v>
                </c:pt>
                <c:pt idx="1221">
                  <c:v>#N/A</c:v>
                </c:pt>
                <c:pt idx="1222">
                  <c:v>#N/A</c:v>
                </c:pt>
                <c:pt idx="1223">
                  <c:v>#N/A</c:v>
                </c:pt>
                <c:pt idx="1224">
                  <c:v>#N/A</c:v>
                </c:pt>
                <c:pt idx="1225">
                  <c:v>#N/A</c:v>
                </c:pt>
                <c:pt idx="1226">
                  <c:v>#N/A</c:v>
                </c:pt>
                <c:pt idx="1227">
                  <c:v>#N/A</c:v>
                </c:pt>
                <c:pt idx="1228">
                  <c:v>#N/A</c:v>
                </c:pt>
                <c:pt idx="1229">
                  <c:v>#N/A</c:v>
                </c:pt>
                <c:pt idx="1230">
                  <c:v>#N/A</c:v>
                </c:pt>
                <c:pt idx="1231">
                  <c:v>#N/A</c:v>
                </c:pt>
                <c:pt idx="1232">
                  <c:v>#N/A</c:v>
                </c:pt>
                <c:pt idx="1233">
                  <c:v>#N/A</c:v>
                </c:pt>
                <c:pt idx="1234">
                  <c:v>#N/A</c:v>
                </c:pt>
                <c:pt idx="1235">
                  <c:v>#N/A</c:v>
                </c:pt>
                <c:pt idx="1236">
                  <c:v>#N/A</c:v>
                </c:pt>
                <c:pt idx="1237">
                  <c:v>#N/A</c:v>
                </c:pt>
                <c:pt idx="1238">
                  <c:v>#N/A</c:v>
                </c:pt>
                <c:pt idx="1239">
                  <c:v>#N/A</c:v>
                </c:pt>
                <c:pt idx="1240">
                  <c:v>#N/A</c:v>
                </c:pt>
                <c:pt idx="1241">
                  <c:v>#N/A</c:v>
                </c:pt>
                <c:pt idx="1242">
                  <c:v>#N/A</c:v>
                </c:pt>
                <c:pt idx="1243">
                  <c:v>#N/A</c:v>
                </c:pt>
                <c:pt idx="1244">
                  <c:v>#N/A</c:v>
                </c:pt>
                <c:pt idx="1245">
                  <c:v>#N/A</c:v>
                </c:pt>
                <c:pt idx="1246">
                  <c:v>#N/A</c:v>
                </c:pt>
                <c:pt idx="1247">
                  <c:v>#N/A</c:v>
                </c:pt>
                <c:pt idx="1248">
                  <c:v>#N/A</c:v>
                </c:pt>
                <c:pt idx="1249">
                  <c:v>#N/A</c:v>
                </c:pt>
                <c:pt idx="1250">
                  <c:v>#N/A</c:v>
                </c:pt>
                <c:pt idx="1251">
                  <c:v>#N/A</c:v>
                </c:pt>
                <c:pt idx="1252">
                  <c:v>#N/A</c:v>
                </c:pt>
                <c:pt idx="1253">
                  <c:v>#N/A</c:v>
                </c:pt>
                <c:pt idx="1254">
                  <c:v>#N/A</c:v>
                </c:pt>
                <c:pt idx="1255">
                  <c:v>#N/A</c:v>
                </c:pt>
                <c:pt idx="1256">
                  <c:v>#N/A</c:v>
                </c:pt>
                <c:pt idx="1257">
                  <c:v>#N/A</c:v>
                </c:pt>
                <c:pt idx="1258">
                  <c:v>#N/A</c:v>
                </c:pt>
                <c:pt idx="1259">
                  <c:v>#N/A</c:v>
                </c:pt>
                <c:pt idx="1260">
                  <c:v>#N/A</c:v>
                </c:pt>
                <c:pt idx="1261">
                  <c:v>#N/A</c:v>
                </c:pt>
                <c:pt idx="1262">
                  <c:v>#N/A</c:v>
                </c:pt>
                <c:pt idx="1263">
                  <c:v>#N/A</c:v>
                </c:pt>
                <c:pt idx="1264">
                  <c:v>#N/A</c:v>
                </c:pt>
                <c:pt idx="1265">
                  <c:v>#N/A</c:v>
                </c:pt>
                <c:pt idx="1266">
                  <c:v>#N/A</c:v>
                </c:pt>
                <c:pt idx="1267">
                  <c:v>#N/A</c:v>
                </c:pt>
                <c:pt idx="1268">
                  <c:v>#N/A</c:v>
                </c:pt>
                <c:pt idx="1269">
                  <c:v>#N/A</c:v>
                </c:pt>
                <c:pt idx="1270">
                  <c:v>#N/A</c:v>
                </c:pt>
                <c:pt idx="1271">
                  <c:v>#N/A</c:v>
                </c:pt>
                <c:pt idx="1272">
                  <c:v>#N/A</c:v>
                </c:pt>
                <c:pt idx="1273">
                  <c:v>#N/A</c:v>
                </c:pt>
                <c:pt idx="1274">
                  <c:v>#N/A</c:v>
                </c:pt>
                <c:pt idx="1275">
                  <c:v>#N/A</c:v>
                </c:pt>
                <c:pt idx="1276">
                  <c:v>#N/A</c:v>
                </c:pt>
                <c:pt idx="1277">
                  <c:v>#N/A</c:v>
                </c:pt>
                <c:pt idx="1278">
                  <c:v>#N/A</c:v>
                </c:pt>
                <c:pt idx="1279">
                  <c:v>#N/A</c:v>
                </c:pt>
                <c:pt idx="1280">
                  <c:v>#N/A</c:v>
                </c:pt>
                <c:pt idx="1281">
                  <c:v>#N/A</c:v>
                </c:pt>
                <c:pt idx="1282">
                  <c:v>#N/A</c:v>
                </c:pt>
                <c:pt idx="1283">
                  <c:v>#N/A</c:v>
                </c:pt>
                <c:pt idx="1284">
                  <c:v>#N/A</c:v>
                </c:pt>
                <c:pt idx="1285">
                  <c:v>#N/A</c:v>
                </c:pt>
                <c:pt idx="1286">
                  <c:v>#N/A</c:v>
                </c:pt>
                <c:pt idx="1287">
                  <c:v>#N/A</c:v>
                </c:pt>
                <c:pt idx="1288">
                  <c:v>#N/A</c:v>
                </c:pt>
                <c:pt idx="1289">
                  <c:v>#N/A</c:v>
                </c:pt>
                <c:pt idx="1290">
                  <c:v>#N/A</c:v>
                </c:pt>
                <c:pt idx="1291">
                  <c:v>#N/A</c:v>
                </c:pt>
                <c:pt idx="1292">
                  <c:v>#N/A</c:v>
                </c:pt>
                <c:pt idx="1293">
                  <c:v>#N/A</c:v>
                </c:pt>
                <c:pt idx="1294">
                  <c:v>#N/A</c:v>
                </c:pt>
                <c:pt idx="1295">
                  <c:v>#N/A</c:v>
                </c:pt>
                <c:pt idx="1296">
                  <c:v>#N/A</c:v>
                </c:pt>
                <c:pt idx="1297">
                  <c:v>#N/A</c:v>
                </c:pt>
                <c:pt idx="1298">
                  <c:v>#N/A</c:v>
                </c:pt>
                <c:pt idx="1299">
                  <c:v>#N/A</c:v>
                </c:pt>
                <c:pt idx="1300">
                  <c:v>#N/A</c:v>
                </c:pt>
                <c:pt idx="1301">
                  <c:v>#N/A</c:v>
                </c:pt>
                <c:pt idx="1302">
                  <c:v>#N/A</c:v>
                </c:pt>
                <c:pt idx="1303">
                  <c:v>#N/A</c:v>
                </c:pt>
                <c:pt idx="1304">
                  <c:v>#N/A</c:v>
                </c:pt>
                <c:pt idx="1305">
                  <c:v>#N/A</c:v>
                </c:pt>
                <c:pt idx="1306">
                  <c:v>#N/A</c:v>
                </c:pt>
                <c:pt idx="1307">
                  <c:v>#N/A</c:v>
                </c:pt>
                <c:pt idx="1308">
                  <c:v>#N/A</c:v>
                </c:pt>
                <c:pt idx="1309">
                  <c:v>#N/A</c:v>
                </c:pt>
                <c:pt idx="1310">
                  <c:v>#N/A</c:v>
                </c:pt>
                <c:pt idx="1311">
                  <c:v>#N/A</c:v>
                </c:pt>
                <c:pt idx="1312">
                  <c:v>#N/A</c:v>
                </c:pt>
                <c:pt idx="1313">
                  <c:v>#N/A</c:v>
                </c:pt>
                <c:pt idx="1314">
                  <c:v>#N/A</c:v>
                </c:pt>
                <c:pt idx="1315">
                  <c:v>#N/A</c:v>
                </c:pt>
                <c:pt idx="1316">
                  <c:v>#N/A</c:v>
                </c:pt>
                <c:pt idx="1317">
                  <c:v>#N/A</c:v>
                </c:pt>
                <c:pt idx="1318">
                  <c:v>#N/A</c:v>
                </c:pt>
                <c:pt idx="1319">
                  <c:v>#N/A</c:v>
                </c:pt>
                <c:pt idx="1320">
                  <c:v>#N/A</c:v>
                </c:pt>
                <c:pt idx="1321">
                  <c:v>#N/A</c:v>
                </c:pt>
                <c:pt idx="1322">
                  <c:v>#N/A</c:v>
                </c:pt>
                <c:pt idx="1323">
                  <c:v>#N/A</c:v>
                </c:pt>
                <c:pt idx="1324">
                  <c:v>#N/A</c:v>
                </c:pt>
                <c:pt idx="1325">
                  <c:v>#N/A</c:v>
                </c:pt>
                <c:pt idx="1326">
                  <c:v>#N/A</c:v>
                </c:pt>
                <c:pt idx="1327">
                  <c:v>#N/A</c:v>
                </c:pt>
                <c:pt idx="1328">
                  <c:v>#N/A</c:v>
                </c:pt>
                <c:pt idx="1329">
                  <c:v>#N/A</c:v>
                </c:pt>
                <c:pt idx="1330">
                  <c:v>#N/A</c:v>
                </c:pt>
              </c:numCache>
            </c:numRef>
          </c:val>
          <c:smooth val="0"/>
          <c:extLst>
            <c:ext xmlns:c16="http://schemas.microsoft.com/office/drawing/2014/chart" uri="{C3380CC4-5D6E-409C-BE32-E72D297353CC}">
              <c16:uniqueId val="{00000005-7DBF-4598-8C69-E59DF427EB9D}"/>
            </c:ext>
          </c:extLst>
        </c:ser>
        <c:dLbls>
          <c:showLegendKey val="0"/>
          <c:showVal val="0"/>
          <c:showCatName val="0"/>
          <c:showSerName val="0"/>
          <c:showPercent val="0"/>
          <c:showBubbleSize val="0"/>
        </c:dLbls>
        <c:smooth val="0"/>
        <c:axId val="166748672"/>
        <c:axId val="37449664"/>
      </c:lineChart>
      <c:dateAx>
        <c:axId val="166748672"/>
        <c:scaling>
          <c:orientation val="minMax"/>
          <c:min val="45657"/>
        </c:scaling>
        <c:delete val="0"/>
        <c:axPos val="b"/>
        <c:numFmt formatCode="mmm\ yy" sourceLinked="0"/>
        <c:majorTickMark val="out"/>
        <c:minorTickMark val="none"/>
        <c:tickLblPos val="nextTo"/>
        <c:txPr>
          <a:bodyPr rot="0" vert="horz"/>
          <a:lstStyle/>
          <a:p>
            <a:pPr>
              <a:defRPr sz="700"/>
            </a:pPr>
            <a:endParaRPr lang="es-PE"/>
          </a:p>
        </c:txPr>
        <c:crossAx val="37449664"/>
        <c:crosses val="autoZero"/>
        <c:auto val="1"/>
        <c:lblOffset val="100"/>
        <c:baseTimeUnit val="days"/>
        <c:majorUnit val="1"/>
        <c:majorTimeUnit val="months"/>
        <c:minorUnit val="1"/>
        <c:minorTimeUnit val="days"/>
      </c:dateAx>
      <c:valAx>
        <c:axId val="37449664"/>
        <c:scaling>
          <c:orientation val="minMax"/>
          <c:max val="165"/>
          <c:min val="60"/>
        </c:scaling>
        <c:delete val="0"/>
        <c:axPos val="l"/>
        <c:numFmt formatCode="0" sourceLinked="0"/>
        <c:majorTickMark val="out"/>
        <c:minorTickMark val="none"/>
        <c:tickLblPos val="nextTo"/>
        <c:crossAx val="166748672"/>
        <c:crosses val="autoZero"/>
        <c:crossBetween val="between"/>
        <c:majorUnit val="20"/>
      </c:valAx>
      <c:spPr>
        <a:noFill/>
        <a:ln w="25400">
          <a:noFill/>
        </a:ln>
      </c:spPr>
    </c:plotArea>
    <c:legend>
      <c:legendPos val="r"/>
      <c:layout>
        <c:manualLayout>
          <c:xMode val="edge"/>
          <c:yMode val="edge"/>
          <c:x val="0.10286944444444443"/>
          <c:y val="0.77333245393601358"/>
          <c:w val="0.84891237373737372"/>
          <c:h val="9.2964954684389645E-2"/>
        </c:manualLayout>
      </c:layout>
      <c:overlay val="0"/>
      <c:spPr>
        <a:noFill/>
        <a:ln>
          <a:solidFill>
            <a:sysClr val="window" lastClr="FFFFFF">
              <a:lumMod val="75000"/>
            </a:sysClr>
          </a:solidFill>
        </a:ln>
      </c:spPr>
    </c:legend>
    <c:plotVisOnly val="1"/>
    <c:dispBlanksAs val="gap"/>
    <c:showDLblsOverMax val="0"/>
  </c:chart>
  <c:spPr>
    <a:noFill/>
    <a:ln>
      <a:noFill/>
    </a:ln>
  </c:spPr>
  <c:txPr>
    <a:bodyPr/>
    <a:lstStyle/>
    <a:p>
      <a:pPr>
        <a:defRPr sz="900" b="1">
          <a:solidFill>
            <a:srgbClr val="1E2E6E"/>
          </a:solidFill>
          <a:latin typeface="Trebuchet MS" panose="020B0603020202020204" pitchFamily="34" charset="0"/>
        </a:defRPr>
      </a:pPr>
      <a:endParaRPr lang="es-PE"/>
    </a:p>
  </c:txPr>
  <c:externalData r:id="rId2">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0"/>
    <c:plotArea>
      <c:layout>
        <c:manualLayout>
          <c:layoutTarget val="inner"/>
          <c:xMode val="edge"/>
          <c:yMode val="edge"/>
          <c:x val="0.11410858585858585"/>
          <c:y val="5.3171582619727244E-2"/>
          <c:w val="0.84428225816725133"/>
          <c:h val="0.83410323501427197"/>
        </c:manualLayout>
      </c:layout>
      <c:lineChart>
        <c:grouping val="standard"/>
        <c:varyColors val="0"/>
        <c:ser>
          <c:idx val="0"/>
          <c:order val="0"/>
          <c:tx>
            <c:strRef>
              <c:f>SPX_UST!$AH$7</c:f>
              <c:strCache>
                <c:ptCount val="1"/>
                <c:pt idx="0">
                  <c:v>S&amp;P 500</c:v>
                </c:pt>
              </c:strCache>
            </c:strRef>
          </c:tx>
          <c:spPr>
            <a:ln w="28575">
              <a:solidFill>
                <a:srgbClr val="00AECB"/>
              </a:solidFill>
            </a:ln>
          </c:spPr>
          <c:marker>
            <c:symbol val="none"/>
          </c:marker>
          <c:cat>
            <c:numRef>
              <c:f>SPX_UST!$AG$1275:$AG$4055</c:f>
              <c:numCache>
                <c:formatCode>m/d/yyyy</c:formatCode>
                <c:ptCount val="2781"/>
                <c:pt idx="0">
                  <c:v>44561</c:v>
                </c:pt>
                <c:pt idx="1">
                  <c:v>44564</c:v>
                </c:pt>
                <c:pt idx="2">
                  <c:v>44565</c:v>
                </c:pt>
                <c:pt idx="3">
                  <c:v>44566</c:v>
                </c:pt>
                <c:pt idx="4">
                  <c:v>44567</c:v>
                </c:pt>
                <c:pt idx="5">
                  <c:v>44568</c:v>
                </c:pt>
                <c:pt idx="6">
                  <c:v>44571</c:v>
                </c:pt>
                <c:pt idx="7">
                  <c:v>44572</c:v>
                </c:pt>
                <c:pt idx="8">
                  <c:v>44573</c:v>
                </c:pt>
                <c:pt idx="9">
                  <c:v>44574</c:v>
                </c:pt>
                <c:pt idx="10">
                  <c:v>44575</c:v>
                </c:pt>
                <c:pt idx="11">
                  <c:v>44579</c:v>
                </c:pt>
                <c:pt idx="12">
                  <c:v>44580</c:v>
                </c:pt>
                <c:pt idx="13">
                  <c:v>44581</c:v>
                </c:pt>
                <c:pt idx="14">
                  <c:v>44582</c:v>
                </c:pt>
                <c:pt idx="15">
                  <c:v>44585</c:v>
                </c:pt>
                <c:pt idx="16">
                  <c:v>44586</c:v>
                </c:pt>
                <c:pt idx="17">
                  <c:v>44587</c:v>
                </c:pt>
                <c:pt idx="18">
                  <c:v>44588</c:v>
                </c:pt>
                <c:pt idx="19">
                  <c:v>44589</c:v>
                </c:pt>
                <c:pt idx="20">
                  <c:v>44592</c:v>
                </c:pt>
                <c:pt idx="21">
                  <c:v>44593</c:v>
                </c:pt>
                <c:pt idx="22">
                  <c:v>44594</c:v>
                </c:pt>
                <c:pt idx="23">
                  <c:v>44595</c:v>
                </c:pt>
                <c:pt idx="24">
                  <c:v>44596</c:v>
                </c:pt>
                <c:pt idx="25">
                  <c:v>44599</c:v>
                </c:pt>
                <c:pt idx="26">
                  <c:v>44600</c:v>
                </c:pt>
                <c:pt idx="27">
                  <c:v>44601</c:v>
                </c:pt>
                <c:pt idx="28">
                  <c:v>44602</c:v>
                </c:pt>
                <c:pt idx="29">
                  <c:v>44603</c:v>
                </c:pt>
                <c:pt idx="30">
                  <c:v>44606</c:v>
                </c:pt>
                <c:pt idx="31">
                  <c:v>44607</c:v>
                </c:pt>
                <c:pt idx="32">
                  <c:v>44608</c:v>
                </c:pt>
                <c:pt idx="33">
                  <c:v>44609</c:v>
                </c:pt>
                <c:pt idx="34">
                  <c:v>44610</c:v>
                </c:pt>
                <c:pt idx="35">
                  <c:v>44614</c:v>
                </c:pt>
                <c:pt idx="36">
                  <c:v>44615</c:v>
                </c:pt>
                <c:pt idx="37">
                  <c:v>44616</c:v>
                </c:pt>
                <c:pt idx="38">
                  <c:v>44617</c:v>
                </c:pt>
                <c:pt idx="39">
                  <c:v>44620</c:v>
                </c:pt>
                <c:pt idx="40">
                  <c:v>44621</c:v>
                </c:pt>
                <c:pt idx="41">
                  <c:v>44622</c:v>
                </c:pt>
                <c:pt idx="42">
                  <c:v>44623</c:v>
                </c:pt>
                <c:pt idx="43">
                  <c:v>44624</c:v>
                </c:pt>
                <c:pt idx="44">
                  <c:v>44627</c:v>
                </c:pt>
                <c:pt idx="45">
                  <c:v>44628</c:v>
                </c:pt>
                <c:pt idx="46">
                  <c:v>44629</c:v>
                </c:pt>
                <c:pt idx="47">
                  <c:v>44630</c:v>
                </c:pt>
                <c:pt idx="48">
                  <c:v>44631</c:v>
                </c:pt>
                <c:pt idx="49">
                  <c:v>44634</c:v>
                </c:pt>
                <c:pt idx="50">
                  <c:v>44635</c:v>
                </c:pt>
                <c:pt idx="51">
                  <c:v>44636</c:v>
                </c:pt>
                <c:pt idx="52">
                  <c:v>44637</c:v>
                </c:pt>
                <c:pt idx="53">
                  <c:v>44638</c:v>
                </c:pt>
                <c:pt idx="54">
                  <c:v>44641</c:v>
                </c:pt>
                <c:pt idx="55">
                  <c:v>44642</c:v>
                </c:pt>
                <c:pt idx="56">
                  <c:v>44643</c:v>
                </c:pt>
                <c:pt idx="57">
                  <c:v>44644</c:v>
                </c:pt>
                <c:pt idx="58">
                  <c:v>44645</c:v>
                </c:pt>
                <c:pt idx="59">
                  <c:v>44648</c:v>
                </c:pt>
                <c:pt idx="60">
                  <c:v>44649</c:v>
                </c:pt>
                <c:pt idx="61">
                  <c:v>44650</c:v>
                </c:pt>
                <c:pt idx="62">
                  <c:v>44651</c:v>
                </c:pt>
                <c:pt idx="63">
                  <c:v>44652</c:v>
                </c:pt>
                <c:pt idx="64">
                  <c:v>44655</c:v>
                </c:pt>
                <c:pt idx="65">
                  <c:v>44656</c:v>
                </c:pt>
                <c:pt idx="66">
                  <c:v>44657</c:v>
                </c:pt>
                <c:pt idx="67">
                  <c:v>44658</c:v>
                </c:pt>
                <c:pt idx="68">
                  <c:v>44659</c:v>
                </c:pt>
                <c:pt idx="69">
                  <c:v>44662</c:v>
                </c:pt>
                <c:pt idx="70">
                  <c:v>44663</c:v>
                </c:pt>
                <c:pt idx="71">
                  <c:v>44664</c:v>
                </c:pt>
                <c:pt idx="72">
                  <c:v>44665</c:v>
                </c:pt>
                <c:pt idx="73">
                  <c:v>44669</c:v>
                </c:pt>
                <c:pt idx="74">
                  <c:v>44670</c:v>
                </c:pt>
                <c:pt idx="75">
                  <c:v>44671</c:v>
                </c:pt>
                <c:pt idx="76">
                  <c:v>44672</c:v>
                </c:pt>
                <c:pt idx="77">
                  <c:v>44673</c:v>
                </c:pt>
                <c:pt idx="78">
                  <c:v>44676</c:v>
                </c:pt>
                <c:pt idx="79">
                  <c:v>44677</c:v>
                </c:pt>
                <c:pt idx="80">
                  <c:v>44678</c:v>
                </c:pt>
                <c:pt idx="81">
                  <c:v>44679</c:v>
                </c:pt>
                <c:pt idx="82">
                  <c:v>44680</c:v>
                </c:pt>
                <c:pt idx="83">
                  <c:v>44683</c:v>
                </c:pt>
                <c:pt idx="84">
                  <c:v>44684</c:v>
                </c:pt>
                <c:pt idx="85">
                  <c:v>44685</c:v>
                </c:pt>
                <c:pt idx="86">
                  <c:v>44686</c:v>
                </c:pt>
                <c:pt idx="87">
                  <c:v>44687</c:v>
                </c:pt>
                <c:pt idx="88">
                  <c:v>44690</c:v>
                </c:pt>
                <c:pt idx="89">
                  <c:v>44691</c:v>
                </c:pt>
                <c:pt idx="90">
                  <c:v>44692</c:v>
                </c:pt>
                <c:pt idx="91">
                  <c:v>44693</c:v>
                </c:pt>
                <c:pt idx="92">
                  <c:v>44694</c:v>
                </c:pt>
                <c:pt idx="93">
                  <c:v>44697</c:v>
                </c:pt>
                <c:pt idx="94">
                  <c:v>44698</c:v>
                </c:pt>
                <c:pt idx="95">
                  <c:v>44699</c:v>
                </c:pt>
                <c:pt idx="96">
                  <c:v>44700</c:v>
                </c:pt>
                <c:pt idx="97">
                  <c:v>44701</c:v>
                </c:pt>
                <c:pt idx="98">
                  <c:v>44704</c:v>
                </c:pt>
                <c:pt idx="99">
                  <c:v>44705</c:v>
                </c:pt>
                <c:pt idx="100">
                  <c:v>44706</c:v>
                </c:pt>
                <c:pt idx="101">
                  <c:v>44707</c:v>
                </c:pt>
                <c:pt idx="102">
                  <c:v>44708</c:v>
                </c:pt>
                <c:pt idx="103">
                  <c:v>44712</c:v>
                </c:pt>
                <c:pt idx="104">
                  <c:v>44713</c:v>
                </c:pt>
                <c:pt idx="105">
                  <c:v>44714</c:v>
                </c:pt>
                <c:pt idx="106">
                  <c:v>44715</c:v>
                </c:pt>
                <c:pt idx="107">
                  <c:v>44718</c:v>
                </c:pt>
                <c:pt idx="108">
                  <c:v>44719</c:v>
                </c:pt>
                <c:pt idx="109">
                  <c:v>44720</c:v>
                </c:pt>
                <c:pt idx="110">
                  <c:v>44721</c:v>
                </c:pt>
                <c:pt idx="111">
                  <c:v>44722</c:v>
                </c:pt>
                <c:pt idx="112">
                  <c:v>44725</c:v>
                </c:pt>
                <c:pt idx="113">
                  <c:v>44726</c:v>
                </c:pt>
                <c:pt idx="114">
                  <c:v>44727</c:v>
                </c:pt>
                <c:pt idx="115">
                  <c:v>44728</c:v>
                </c:pt>
                <c:pt idx="116">
                  <c:v>44729</c:v>
                </c:pt>
                <c:pt idx="117">
                  <c:v>44733</c:v>
                </c:pt>
                <c:pt idx="118">
                  <c:v>44734</c:v>
                </c:pt>
                <c:pt idx="119">
                  <c:v>44735</c:v>
                </c:pt>
                <c:pt idx="120">
                  <c:v>44736</c:v>
                </c:pt>
                <c:pt idx="121">
                  <c:v>44739</c:v>
                </c:pt>
                <c:pt idx="122">
                  <c:v>44740</c:v>
                </c:pt>
                <c:pt idx="123">
                  <c:v>44741</c:v>
                </c:pt>
                <c:pt idx="124">
                  <c:v>44742</c:v>
                </c:pt>
                <c:pt idx="125">
                  <c:v>44743</c:v>
                </c:pt>
                <c:pt idx="126">
                  <c:v>44747</c:v>
                </c:pt>
                <c:pt idx="127">
                  <c:v>44748</c:v>
                </c:pt>
                <c:pt idx="128">
                  <c:v>44749</c:v>
                </c:pt>
                <c:pt idx="129">
                  <c:v>44750</c:v>
                </c:pt>
                <c:pt idx="130">
                  <c:v>44753</c:v>
                </c:pt>
                <c:pt idx="131">
                  <c:v>44754</c:v>
                </c:pt>
                <c:pt idx="132">
                  <c:v>44755</c:v>
                </c:pt>
                <c:pt idx="133">
                  <c:v>44756</c:v>
                </c:pt>
                <c:pt idx="134">
                  <c:v>44757</c:v>
                </c:pt>
                <c:pt idx="135">
                  <c:v>44760</c:v>
                </c:pt>
                <c:pt idx="136">
                  <c:v>44761</c:v>
                </c:pt>
                <c:pt idx="137">
                  <c:v>44762</c:v>
                </c:pt>
                <c:pt idx="138">
                  <c:v>44763</c:v>
                </c:pt>
                <c:pt idx="139">
                  <c:v>44764</c:v>
                </c:pt>
                <c:pt idx="140">
                  <c:v>44767</c:v>
                </c:pt>
                <c:pt idx="141">
                  <c:v>44768</c:v>
                </c:pt>
                <c:pt idx="142">
                  <c:v>44769</c:v>
                </c:pt>
                <c:pt idx="143">
                  <c:v>44770</c:v>
                </c:pt>
                <c:pt idx="144">
                  <c:v>44771</c:v>
                </c:pt>
                <c:pt idx="145">
                  <c:v>44774</c:v>
                </c:pt>
                <c:pt idx="146">
                  <c:v>44775</c:v>
                </c:pt>
                <c:pt idx="147">
                  <c:v>44776</c:v>
                </c:pt>
                <c:pt idx="148">
                  <c:v>44777</c:v>
                </c:pt>
                <c:pt idx="149">
                  <c:v>44778</c:v>
                </c:pt>
                <c:pt idx="150">
                  <c:v>44781</c:v>
                </c:pt>
                <c:pt idx="151">
                  <c:v>44782</c:v>
                </c:pt>
                <c:pt idx="152">
                  <c:v>44783</c:v>
                </c:pt>
                <c:pt idx="153">
                  <c:v>44784</c:v>
                </c:pt>
                <c:pt idx="154">
                  <c:v>44785</c:v>
                </c:pt>
                <c:pt idx="155">
                  <c:v>44788</c:v>
                </c:pt>
                <c:pt idx="156">
                  <c:v>44789</c:v>
                </c:pt>
                <c:pt idx="157">
                  <c:v>44790</c:v>
                </c:pt>
                <c:pt idx="158">
                  <c:v>44791</c:v>
                </c:pt>
                <c:pt idx="159">
                  <c:v>44792</c:v>
                </c:pt>
                <c:pt idx="160">
                  <c:v>44795</c:v>
                </c:pt>
                <c:pt idx="161">
                  <c:v>44796</c:v>
                </c:pt>
                <c:pt idx="162">
                  <c:v>44797</c:v>
                </c:pt>
                <c:pt idx="163">
                  <c:v>44798</c:v>
                </c:pt>
                <c:pt idx="164">
                  <c:v>44799</c:v>
                </c:pt>
                <c:pt idx="165">
                  <c:v>44802</c:v>
                </c:pt>
                <c:pt idx="166">
                  <c:v>44803</c:v>
                </c:pt>
                <c:pt idx="167">
                  <c:v>44804</c:v>
                </c:pt>
                <c:pt idx="168">
                  <c:v>44805</c:v>
                </c:pt>
                <c:pt idx="169">
                  <c:v>44806</c:v>
                </c:pt>
                <c:pt idx="170">
                  <c:v>44810</c:v>
                </c:pt>
                <c:pt idx="171">
                  <c:v>44811</c:v>
                </c:pt>
                <c:pt idx="172">
                  <c:v>44812</c:v>
                </c:pt>
                <c:pt idx="173">
                  <c:v>44813</c:v>
                </c:pt>
                <c:pt idx="174">
                  <c:v>44816</c:v>
                </c:pt>
                <c:pt idx="175">
                  <c:v>44817</c:v>
                </c:pt>
                <c:pt idx="176">
                  <c:v>44818</c:v>
                </c:pt>
                <c:pt idx="177">
                  <c:v>44819</c:v>
                </c:pt>
                <c:pt idx="178">
                  <c:v>44820</c:v>
                </c:pt>
                <c:pt idx="179">
                  <c:v>44823</c:v>
                </c:pt>
                <c:pt idx="180">
                  <c:v>44824</c:v>
                </c:pt>
                <c:pt idx="181">
                  <c:v>44825</c:v>
                </c:pt>
                <c:pt idx="182">
                  <c:v>44826</c:v>
                </c:pt>
                <c:pt idx="183">
                  <c:v>44827</c:v>
                </c:pt>
                <c:pt idx="184">
                  <c:v>44830</c:v>
                </c:pt>
                <c:pt idx="185">
                  <c:v>44831</c:v>
                </c:pt>
                <c:pt idx="186">
                  <c:v>44832</c:v>
                </c:pt>
                <c:pt idx="187">
                  <c:v>44833</c:v>
                </c:pt>
                <c:pt idx="188">
                  <c:v>44834</c:v>
                </c:pt>
                <c:pt idx="189">
                  <c:v>44837</c:v>
                </c:pt>
                <c:pt idx="190">
                  <c:v>44838</c:v>
                </c:pt>
                <c:pt idx="191">
                  <c:v>44839</c:v>
                </c:pt>
                <c:pt idx="192">
                  <c:v>44840</c:v>
                </c:pt>
                <c:pt idx="193">
                  <c:v>44841</c:v>
                </c:pt>
                <c:pt idx="194">
                  <c:v>44844</c:v>
                </c:pt>
                <c:pt idx="195">
                  <c:v>44845</c:v>
                </c:pt>
                <c:pt idx="196">
                  <c:v>44846</c:v>
                </c:pt>
                <c:pt idx="197">
                  <c:v>44847</c:v>
                </c:pt>
                <c:pt idx="198">
                  <c:v>44848</c:v>
                </c:pt>
                <c:pt idx="199">
                  <c:v>44851</c:v>
                </c:pt>
                <c:pt idx="200">
                  <c:v>44852</c:v>
                </c:pt>
                <c:pt idx="201">
                  <c:v>44853</c:v>
                </c:pt>
                <c:pt idx="202">
                  <c:v>44854</c:v>
                </c:pt>
                <c:pt idx="203">
                  <c:v>44855</c:v>
                </c:pt>
                <c:pt idx="204">
                  <c:v>44858</c:v>
                </c:pt>
                <c:pt idx="205">
                  <c:v>44859</c:v>
                </c:pt>
                <c:pt idx="206">
                  <c:v>44860</c:v>
                </c:pt>
                <c:pt idx="207">
                  <c:v>44861</c:v>
                </c:pt>
                <c:pt idx="208">
                  <c:v>44862</c:v>
                </c:pt>
                <c:pt idx="209">
                  <c:v>44865</c:v>
                </c:pt>
                <c:pt idx="210">
                  <c:v>44866</c:v>
                </c:pt>
                <c:pt idx="211">
                  <c:v>44867</c:v>
                </c:pt>
                <c:pt idx="212">
                  <c:v>44868</c:v>
                </c:pt>
                <c:pt idx="213">
                  <c:v>44869</c:v>
                </c:pt>
                <c:pt idx="214">
                  <c:v>44872</c:v>
                </c:pt>
                <c:pt idx="215">
                  <c:v>44873</c:v>
                </c:pt>
                <c:pt idx="216">
                  <c:v>44874</c:v>
                </c:pt>
                <c:pt idx="217">
                  <c:v>44875</c:v>
                </c:pt>
                <c:pt idx="218">
                  <c:v>44876</c:v>
                </c:pt>
                <c:pt idx="219">
                  <c:v>44879</c:v>
                </c:pt>
                <c:pt idx="220">
                  <c:v>44880</c:v>
                </c:pt>
                <c:pt idx="221">
                  <c:v>44881</c:v>
                </c:pt>
                <c:pt idx="222">
                  <c:v>44882</c:v>
                </c:pt>
                <c:pt idx="223">
                  <c:v>44883</c:v>
                </c:pt>
                <c:pt idx="224">
                  <c:v>44886</c:v>
                </c:pt>
                <c:pt idx="225">
                  <c:v>44887</c:v>
                </c:pt>
                <c:pt idx="226">
                  <c:v>44888</c:v>
                </c:pt>
                <c:pt idx="227">
                  <c:v>44890</c:v>
                </c:pt>
                <c:pt idx="228">
                  <c:v>44893</c:v>
                </c:pt>
                <c:pt idx="229">
                  <c:v>44894</c:v>
                </c:pt>
                <c:pt idx="230">
                  <c:v>44895</c:v>
                </c:pt>
                <c:pt idx="231">
                  <c:v>44896</c:v>
                </c:pt>
                <c:pt idx="232">
                  <c:v>44897</c:v>
                </c:pt>
                <c:pt idx="233">
                  <c:v>44900</c:v>
                </c:pt>
                <c:pt idx="234">
                  <c:v>44901</c:v>
                </c:pt>
                <c:pt idx="235">
                  <c:v>44902</c:v>
                </c:pt>
                <c:pt idx="236">
                  <c:v>44903</c:v>
                </c:pt>
                <c:pt idx="237">
                  <c:v>44904</c:v>
                </c:pt>
                <c:pt idx="238">
                  <c:v>44907</c:v>
                </c:pt>
                <c:pt idx="239">
                  <c:v>44908</c:v>
                </c:pt>
                <c:pt idx="240">
                  <c:v>44909</c:v>
                </c:pt>
                <c:pt idx="241">
                  <c:v>44910</c:v>
                </c:pt>
                <c:pt idx="242">
                  <c:v>44911</c:v>
                </c:pt>
                <c:pt idx="243">
                  <c:v>44914</c:v>
                </c:pt>
                <c:pt idx="244">
                  <c:v>44915</c:v>
                </c:pt>
                <c:pt idx="245">
                  <c:v>44916</c:v>
                </c:pt>
                <c:pt idx="246">
                  <c:v>44917</c:v>
                </c:pt>
                <c:pt idx="247">
                  <c:v>44918</c:v>
                </c:pt>
                <c:pt idx="248">
                  <c:v>44922</c:v>
                </c:pt>
                <c:pt idx="249">
                  <c:v>44923</c:v>
                </c:pt>
                <c:pt idx="250">
                  <c:v>44924</c:v>
                </c:pt>
                <c:pt idx="251">
                  <c:v>44925</c:v>
                </c:pt>
                <c:pt idx="252">
                  <c:v>44929</c:v>
                </c:pt>
                <c:pt idx="253">
                  <c:v>44930</c:v>
                </c:pt>
                <c:pt idx="254">
                  <c:v>44931</c:v>
                </c:pt>
                <c:pt idx="255">
                  <c:v>44932</c:v>
                </c:pt>
                <c:pt idx="256">
                  <c:v>44935</c:v>
                </c:pt>
                <c:pt idx="257">
                  <c:v>44936</c:v>
                </c:pt>
                <c:pt idx="258">
                  <c:v>44937</c:v>
                </c:pt>
                <c:pt idx="259">
                  <c:v>44938</c:v>
                </c:pt>
                <c:pt idx="260">
                  <c:v>44939</c:v>
                </c:pt>
                <c:pt idx="261">
                  <c:v>44943</c:v>
                </c:pt>
                <c:pt idx="262">
                  <c:v>44944</c:v>
                </c:pt>
                <c:pt idx="263">
                  <c:v>44945</c:v>
                </c:pt>
                <c:pt idx="264">
                  <c:v>44946</c:v>
                </c:pt>
                <c:pt idx="265">
                  <c:v>44949</c:v>
                </c:pt>
                <c:pt idx="266">
                  <c:v>44950</c:v>
                </c:pt>
                <c:pt idx="267">
                  <c:v>44951</c:v>
                </c:pt>
                <c:pt idx="268">
                  <c:v>44952</c:v>
                </c:pt>
                <c:pt idx="269">
                  <c:v>44953</c:v>
                </c:pt>
                <c:pt idx="270">
                  <c:v>44956</c:v>
                </c:pt>
                <c:pt idx="271">
                  <c:v>44957</c:v>
                </c:pt>
                <c:pt idx="272">
                  <c:v>44958</c:v>
                </c:pt>
                <c:pt idx="273">
                  <c:v>44959</c:v>
                </c:pt>
                <c:pt idx="274">
                  <c:v>44960</c:v>
                </c:pt>
                <c:pt idx="275">
                  <c:v>44963</c:v>
                </c:pt>
                <c:pt idx="276">
                  <c:v>44964</c:v>
                </c:pt>
                <c:pt idx="277">
                  <c:v>44965</c:v>
                </c:pt>
                <c:pt idx="278">
                  <c:v>44966</c:v>
                </c:pt>
                <c:pt idx="279">
                  <c:v>44967</c:v>
                </c:pt>
                <c:pt idx="280">
                  <c:v>44970</c:v>
                </c:pt>
                <c:pt idx="281">
                  <c:v>44971</c:v>
                </c:pt>
                <c:pt idx="282">
                  <c:v>44972</c:v>
                </c:pt>
                <c:pt idx="283">
                  <c:v>44973</c:v>
                </c:pt>
                <c:pt idx="284">
                  <c:v>44974</c:v>
                </c:pt>
                <c:pt idx="285">
                  <c:v>44978</c:v>
                </c:pt>
                <c:pt idx="286">
                  <c:v>44979</c:v>
                </c:pt>
                <c:pt idx="287">
                  <c:v>44980</c:v>
                </c:pt>
                <c:pt idx="288">
                  <c:v>44981</c:v>
                </c:pt>
                <c:pt idx="289">
                  <c:v>44984</c:v>
                </c:pt>
                <c:pt idx="290">
                  <c:v>44985</c:v>
                </c:pt>
                <c:pt idx="291">
                  <c:v>44986</c:v>
                </c:pt>
                <c:pt idx="292">
                  <c:v>44987</c:v>
                </c:pt>
                <c:pt idx="293">
                  <c:v>44988</c:v>
                </c:pt>
                <c:pt idx="294">
                  <c:v>44991</c:v>
                </c:pt>
                <c:pt idx="295">
                  <c:v>44992</c:v>
                </c:pt>
                <c:pt idx="296">
                  <c:v>44993</c:v>
                </c:pt>
                <c:pt idx="297">
                  <c:v>44994</c:v>
                </c:pt>
                <c:pt idx="298">
                  <c:v>44995</c:v>
                </c:pt>
                <c:pt idx="299">
                  <c:v>44998</c:v>
                </c:pt>
                <c:pt idx="300">
                  <c:v>44999</c:v>
                </c:pt>
                <c:pt idx="301">
                  <c:v>45000</c:v>
                </c:pt>
                <c:pt idx="302">
                  <c:v>45001</c:v>
                </c:pt>
                <c:pt idx="303">
                  <c:v>45002</c:v>
                </c:pt>
                <c:pt idx="304">
                  <c:v>45005</c:v>
                </c:pt>
                <c:pt idx="305">
                  <c:v>45006</c:v>
                </c:pt>
                <c:pt idx="306">
                  <c:v>45007</c:v>
                </c:pt>
                <c:pt idx="307">
                  <c:v>45008</c:v>
                </c:pt>
                <c:pt idx="308">
                  <c:v>45009</c:v>
                </c:pt>
                <c:pt idx="309">
                  <c:v>45012</c:v>
                </c:pt>
                <c:pt idx="310">
                  <c:v>45013</c:v>
                </c:pt>
                <c:pt idx="311">
                  <c:v>45014</c:v>
                </c:pt>
                <c:pt idx="312">
                  <c:v>45015</c:v>
                </c:pt>
                <c:pt idx="313">
                  <c:v>45016</c:v>
                </c:pt>
                <c:pt idx="314">
                  <c:v>45019</c:v>
                </c:pt>
                <c:pt idx="315">
                  <c:v>45020</c:v>
                </c:pt>
                <c:pt idx="316">
                  <c:v>45021</c:v>
                </c:pt>
                <c:pt idx="317">
                  <c:v>45022</c:v>
                </c:pt>
                <c:pt idx="318">
                  <c:v>45026</c:v>
                </c:pt>
                <c:pt idx="319">
                  <c:v>45027</c:v>
                </c:pt>
                <c:pt idx="320">
                  <c:v>45028</c:v>
                </c:pt>
                <c:pt idx="321">
                  <c:v>45029</c:v>
                </c:pt>
                <c:pt idx="322">
                  <c:v>45030</c:v>
                </c:pt>
                <c:pt idx="323">
                  <c:v>45033</c:v>
                </c:pt>
                <c:pt idx="324">
                  <c:v>45034</c:v>
                </c:pt>
                <c:pt idx="325">
                  <c:v>45035</c:v>
                </c:pt>
                <c:pt idx="326">
                  <c:v>45036</c:v>
                </c:pt>
                <c:pt idx="327">
                  <c:v>45037</c:v>
                </c:pt>
                <c:pt idx="328">
                  <c:v>45040</c:v>
                </c:pt>
                <c:pt idx="329">
                  <c:v>45041</c:v>
                </c:pt>
                <c:pt idx="330">
                  <c:v>45042</c:v>
                </c:pt>
                <c:pt idx="331">
                  <c:v>45043</c:v>
                </c:pt>
                <c:pt idx="332">
                  <c:v>45044</c:v>
                </c:pt>
                <c:pt idx="333">
                  <c:v>45047</c:v>
                </c:pt>
                <c:pt idx="334">
                  <c:v>45048</c:v>
                </c:pt>
                <c:pt idx="335">
                  <c:v>45049</c:v>
                </c:pt>
                <c:pt idx="336">
                  <c:v>45050</c:v>
                </c:pt>
                <c:pt idx="337">
                  <c:v>45051</c:v>
                </c:pt>
                <c:pt idx="338">
                  <c:v>45054</c:v>
                </c:pt>
                <c:pt idx="339">
                  <c:v>45055</c:v>
                </c:pt>
                <c:pt idx="340">
                  <c:v>45056</c:v>
                </c:pt>
                <c:pt idx="341">
                  <c:v>45057</c:v>
                </c:pt>
                <c:pt idx="342">
                  <c:v>45058</c:v>
                </c:pt>
                <c:pt idx="343">
                  <c:v>45061</c:v>
                </c:pt>
                <c:pt idx="344">
                  <c:v>45062</c:v>
                </c:pt>
                <c:pt idx="345">
                  <c:v>45063</c:v>
                </c:pt>
                <c:pt idx="346">
                  <c:v>45064</c:v>
                </c:pt>
                <c:pt idx="347">
                  <c:v>45065</c:v>
                </c:pt>
                <c:pt idx="348">
                  <c:v>45068</c:v>
                </c:pt>
                <c:pt idx="349">
                  <c:v>45069</c:v>
                </c:pt>
                <c:pt idx="350">
                  <c:v>45070</c:v>
                </c:pt>
                <c:pt idx="351">
                  <c:v>45071</c:v>
                </c:pt>
                <c:pt idx="352">
                  <c:v>45072</c:v>
                </c:pt>
                <c:pt idx="353">
                  <c:v>45076</c:v>
                </c:pt>
                <c:pt idx="354">
                  <c:v>45077</c:v>
                </c:pt>
                <c:pt idx="355">
                  <c:v>45078</c:v>
                </c:pt>
                <c:pt idx="356">
                  <c:v>45079</c:v>
                </c:pt>
                <c:pt idx="357">
                  <c:v>45082</c:v>
                </c:pt>
                <c:pt idx="358">
                  <c:v>45083</c:v>
                </c:pt>
                <c:pt idx="359">
                  <c:v>45084</c:v>
                </c:pt>
                <c:pt idx="360">
                  <c:v>45085</c:v>
                </c:pt>
                <c:pt idx="361">
                  <c:v>45086</c:v>
                </c:pt>
                <c:pt idx="362">
                  <c:v>45089</c:v>
                </c:pt>
                <c:pt idx="363">
                  <c:v>45090</c:v>
                </c:pt>
                <c:pt idx="364">
                  <c:v>45091</c:v>
                </c:pt>
                <c:pt idx="365">
                  <c:v>45092</c:v>
                </c:pt>
                <c:pt idx="366">
                  <c:v>45093</c:v>
                </c:pt>
                <c:pt idx="367">
                  <c:v>45097</c:v>
                </c:pt>
                <c:pt idx="368">
                  <c:v>45098</c:v>
                </c:pt>
                <c:pt idx="369">
                  <c:v>45099</c:v>
                </c:pt>
                <c:pt idx="370">
                  <c:v>45100</c:v>
                </c:pt>
                <c:pt idx="371">
                  <c:v>45103</c:v>
                </c:pt>
                <c:pt idx="372">
                  <c:v>45104</c:v>
                </c:pt>
                <c:pt idx="373">
                  <c:v>45105</c:v>
                </c:pt>
                <c:pt idx="374">
                  <c:v>45106</c:v>
                </c:pt>
                <c:pt idx="375">
                  <c:v>45107</c:v>
                </c:pt>
                <c:pt idx="376">
                  <c:v>45110</c:v>
                </c:pt>
                <c:pt idx="377">
                  <c:v>45112</c:v>
                </c:pt>
                <c:pt idx="378">
                  <c:v>45113</c:v>
                </c:pt>
                <c:pt idx="379">
                  <c:v>45114</c:v>
                </c:pt>
                <c:pt idx="380">
                  <c:v>45117</c:v>
                </c:pt>
                <c:pt idx="381">
                  <c:v>45118</c:v>
                </c:pt>
                <c:pt idx="382">
                  <c:v>45119</c:v>
                </c:pt>
                <c:pt idx="383">
                  <c:v>45120</c:v>
                </c:pt>
                <c:pt idx="384">
                  <c:v>45121</c:v>
                </c:pt>
                <c:pt idx="385">
                  <c:v>45124</c:v>
                </c:pt>
                <c:pt idx="386">
                  <c:v>45125</c:v>
                </c:pt>
                <c:pt idx="387">
                  <c:v>45126</c:v>
                </c:pt>
                <c:pt idx="388">
                  <c:v>45127</c:v>
                </c:pt>
                <c:pt idx="389">
                  <c:v>45128</c:v>
                </c:pt>
                <c:pt idx="390">
                  <c:v>45131</c:v>
                </c:pt>
                <c:pt idx="391">
                  <c:v>45132</c:v>
                </c:pt>
                <c:pt idx="392">
                  <c:v>45133</c:v>
                </c:pt>
                <c:pt idx="393">
                  <c:v>45134</c:v>
                </c:pt>
                <c:pt idx="394">
                  <c:v>45135</c:v>
                </c:pt>
                <c:pt idx="395">
                  <c:v>45138</c:v>
                </c:pt>
                <c:pt idx="396">
                  <c:v>45139</c:v>
                </c:pt>
                <c:pt idx="397">
                  <c:v>45140</c:v>
                </c:pt>
                <c:pt idx="398">
                  <c:v>45141</c:v>
                </c:pt>
                <c:pt idx="399">
                  <c:v>45142</c:v>
                </c:pt>
                <c:pt idx="400">
                  <c:v>45145</c:v>
                </c:pt>
                <c:pt idx="401">
                  <c:v>45146</c:v>
                </c:pt>
                <c:pt idx="402">
                  <c:v>45147</c:v>
                </c:pt>
                <c:pt idx="403">
                  <c:v>45148</c:v>
                </c:pt>
                <c:pt idx="404">
                  <c:v>45149</c:v>
                </c:pt>
                <c:pt idx="405">
                  <c:v>45152</c:v>
                </c:pt>
                <c:pt idx="406">
                  <c:v>45153</c:v>
                </c:pt>
                <c:pt idx="407">
                  <c:v>45154</c:v>
                </c:pt>
                <c:pt idx="408">
                  <c:v>45155</c:v>
                </c:pt>
                <c:pt idx="409">
                  <c:v>45156</c:v>
                </c:pt>
                <c:pt idx="410">
                  <c:v>45159</c:v>
                </c:pt>
                <c:pt idx="411">
                  <c:v>45160</c:v>
                </c:pt>
                <c:pt idx="412">
                  <c:v>45161</c:v>
                </c:pt>
                <c:pt idx="413">
                  <c:v>45162</c:v>
                </c:pt>
                <c:pt idx="414">
                  <c:v>45163</c:v>
                </c:pt>
                <c:pt idx="415">
                  <c:v>45166</c:v>
                </c:pt>
                <c:pt idx="416">
                  <c:v>45167</c:v>
                </c:pt>
                <c:pt idx="417">
                  <c:v>45168</c:v>
                </c:pt>
                <c:pt idx="418">
                  <c:v>45169</c:v>
                </c:pt>
                <c:pt idx="419">
                  <c:v>45170</c:v>
                </c:pt>
                <c:pt idx="420">
                  <c:v>45174</c:v>
                </c:pt>
                <c:pt idx="421">
                  <c:v>45175</c:v>
                </c:pt>
                <c:pt idx="422">
                  <c:v>45176</c:v>
                </c:pt>
                <c:pt idx="423">
                  <c:v>45177</c:v>
                </c:pt>
                <c:pt idx="424">
                  <c:v>45180</c:v>
                </c:pt>
                <c:pt idx="425">
                  <c:v>45181</c:v>
                </c:pt>
                <c:pt idx="426">
                  <c:v>45182</c:v>
                </c:pt>
                <c:pt idx="427">
                  <c:v>45183</c:v>
                </c:pt>
                <c:pt idx="428">
                  <c:v>45184</c:v>
                </c:pt>
                <c:pt idx="429">
                  <c:v>45187</c:v>
                </c:pt>
                <c:pt idx="430">
                  <c:v>45188</c:v>
                </c:pt>
                <c:pt idx="431">
                  <c:v>45189</c:v>
                </c:pt>
                <c:pt idx="432">
                  <c:v>45190</c:v>
                </c:pt>
                <c:pt idx="433">
                  <c:v>45191</c:v>
                </c:pt>
                <c:pt idx="434">
                  <c:v>45194</c:v>
                </c:pt>
                <c:pt idx="435">
                  <c:v>45195</c:v>
                </c:pt>
                <c:pt idx="436">
                  <c:v>45196</c:v>
                </c:pt>
                <c:pt idx="437">
                  <c:v>45197</c:v>
                </c:pt>
                <c:pt idx="438">
                  <c:v>45198</c:v>
                </c:pt>
                <c:pt idx="439">
                  <c:v>45201</c:v>
                </c:pt>
                <c:pt idx="440">
                  <c:v>45202</c:v>
                </c:pt>
                <c:pt idx="441">
                  <c:v>45203</c:v>
                </c:pt>
                <c:pt idx="442">
                  <c:v>45204</c:v>
                </c:pt>
                <c:pt idx="443">
                  <c:v>45205</c:v>
                </c:pt>
                <c:pt idx="444">
                  <c:v>45208</c:v>
                </c:pt>
                <c:pt idx="445">
                  <c:v>45209</c:v>
                </c:pt>
                <c:pt idx="446">
                  <c:v>45210</c:v>
                </c:pt>
                <c:pt idx="447">
                  <c:v>45211</c:v>
                </c:pt>
                <c:pt idx="448">
                  <c:v>45212</c:v>
                </c:pt>
                <c:pt idx="449">
                  <c:v>45215</c:v>
                </c:pt>
                <c:pt idx="450">
                  <c:v>45216</c:v>
                </c:pt>
                <c:pt idx="451">
                  <c:v>45217</c:v>
                </c:pt>
                <c:pt idx="452">
                  <c:v>45218</c:v>
                </c:pt>
                <c:pt idx="453">
                  <c:v>45219</c:v>
                </c:pt>
                <c:pt idx="454">
                  <c:v>45222</c:v>
                </c:pt>
                <c:pt idx="455">
                  <c:v>45223</c:v>
                </c:pt>
                <c:pt idx="456">
                  <c:v>45224</c:v>
                </c:pt>
                <c:pt idx="457">
                  <c:v>45225</c:v>
                </c:pt>
                <c:pt idx="458">
                  <c:v>45226</c:v>
                </c:pt>
                <c:pt idx="459">
                  <c:v>45229</c:v>
                </c:pt>
                <c:pt idx="460">
                  <c:v>45230</c:v>
                </c:pt>
                <c:pt idx="461">
                  <c:v>45231</c:v>
                </c:pt>
                <c:pt idx="462">
                  <c:v>45232</c:v>
                </c:pt>
                <c:pt idx="463">
                  <c:v>45233</c:v>
                </c:pt>
                <c:pt idx="464">
                  <c:v>45236</c:v>
                </c:pt>
                <c:pt idx="465">
                  <c:v>45237</c:v>
                </c:pt>
                <c:pt idx="466">
                  <c:v>45238</c:v>
                </c:pt>
                <c:pt idx="467">
                  <c:v>45239</c:v>
                </c:pt>
                <c:pt idx="468">
                  <c:v>45240</c:v>
                </c:pt>
                <c:pt idx="469">
                  <c:v>45243</c:v>
                </c:pt>
                <c:pt idx="470">
                  <c:v>45244</c:v>
                </c:pt>
                <c:pt idx="471">
                  <c:v>45245</c:v>
                </c:pt>
                <c:pt idx="472">
                  <c:v>45246</c:v>
                </c:pt>
                <c:pt idx="473">
                  <c:v>45247</c:v>
                </c:pt>
                <c:pt idx="474">
                  <c:v>45250</c:v>
                </c:pt>
                <c:pt idx="475">
                  <c:v>45251</c:v>
                </c:pt>
                <c:pt idx="476">
                  <c:v>45252</c:v>
                </c:pt>
                <c:pt idx="477">
                  <c:v>45254</c:v>
                </c:pt>
                <c:pt idx="478">
                  <c:v>45257</c:v>
                </c:pt>
                <c:pt idx="479">
                  <c:v>45258</c:v>
                </c:pt>
                <c:pt idx="480">
                  <c:v>45259</c:v>
                </c:pt>
                <c:pt idx="481">
                  <c:v>45260</c:v>
                </c:pt>
                <c:pt idx="482">
                  <c:v>45261</c:v>
                </c:pt>
                <c:pt idx="483">
                  <c:v>45264</c:v>
                </c:pt>
                <c:pt idx="484">
                  <c:v>45265</c:v>
                </c:pt>
                <c:pt idx="485">
                  <c:v>45266</c:v>
                </c:pt>
                <c:pt idx="486">
                  <c:v>45267</c:v>
                </c:pt>
                <c:pt idx="487">
                  <c:v>45268</c:v>
                </c:pt>
                <c:pt idx="488">
                  <c:v>45271</c:v>
                </c:pt>
                <c:pt idx="489">
                  <c:v>45272</c:v>
                </c:pt>
                <c:pt idx="490">
                  <c:v>45273</c:v>
                </c:pt>
                <c:pt idx="491">
                  <c:v>45274</c:v>
                </c:pt>
                <c:pt idx="492">
                  <c:v>45275</c:v>
                </c:pt>
                <c:pt idx="493">
                  <c:v>45278</c:v>
                </c:pt>
                <c:pt idx="494">
                  <c:v>45279</c:v>
                </c:pt>
                <c:pt idx="495">
                  <c:v>45280</c:v>
                </c:pt>
                <c:pt idx="496">
                  <c:v>45281</c:v>
                </c:pt>
                <c:pt idx="497">
                  <c:v>45282</c:v>
                </c:pt>
                <c:pt idx="498">
                  <c:v>45286</c:v>
                </c:pt>
                <c:pt idx="499">
                  <c:v>45287</c:v>
                </c:pt>
                <c:pt idx="500">
                  <c:v>45288</c:v>
                </c:pt>
                <c:pt idx="501">
                  <c:v>45289</c:v>
                </c:pt>
                <c:pt idx="502">
                  <c:v>45293</c:v>
                </c:pt>
                <c:pt idx="503">
                  <c:v>45294</c:v>
                </c:pt>
                <c:pt idx="504">
                  <c:v>45295</c:v>
                </c:pt>
                <c:pt idx="505">
                  <c:v>45296</c:v>
                </c:pt>
                <c:pt idx="506">
                  <c:v>45299</c:v>
                </c:pt>
                <c:pt idx="507">
                  <c:v>45300</c:v>
                </c:pt>
                <c:pt idx="508">
                  <c:v>45301</c:v>
                </c:pt>
                <c:pt idx="509">
                  <c:v>45302</c:v>
                </c:pt>
                <c:pt idx="510">
                  <c:v>45303</c:v>
                </c:pt>
                <c:pt idx="511">
                  <c:v>45307</c:v>
                </c:pt>
                <c:pt idx="512">
                  <c:v>45308</c:v>
                </c:pt>
                <c:pt idx="513">
                  <c:v>45309</c:v>
                </c:pt>
                <c:pt idx="514">
                  <c:v>45310</c:v>
                </c:pt>
                <c:pt idx="515">
                  <c:v>45313</c:v>
                </c:pt>
                <c:pt idx="516">
                  <c:v>45314</c:v>
                </c:pt>
                <c:pt idx="517">
                  <c:v>45315</c:v>
                </c:pt>
                <c:pt idx="518">
                  <c:v>45316</c:v>
                </c:pt>
                <c:pt idx="519">
                  <c:v>45317</c:v>
                </c:pt>
                <c:pt idx="520">
                  <c:v>45320</c:v>
                </c:pt>
                <c:pt idx="521">
                  <c:v>45321</c:v>
                </c:pt>
                <c:pt idx="522">
                  <c:v>45322</c:v>
                </c:pt>
                <c:pt idx="523">
                  <c:v>45323</c:v>
                </c:pt>
                <c:pt idx="524">
                  <c:v>45324</c:v>
                </c:pt>
                <c:pt idx="525">
                  <c:v>45327</c:v>
                </c:pt>
                <c:pt idx="526">
                  <c:v>45328</c:v>
                </c:pt>
                <c:pt idx="527">
                  <c:v>45329</c:v>
                </c:pt>
                <c:pt idx="528">
                  <c:v>45330</c:v>
                </c:pt>
                <c:pt idx="529">
                  <c:v>45331</c:v>
                </c:pt>
                <c:pt idx="530">
                  <c:v>45334</c:v>
                </c:pt>
                <c:pt idx="531">
                  <c:v>45335</c:v>
                </c:pt>
                <c:pt idx="532">
                  <c:v>45336</c:v>
                </c:pt>
                <c:pt idx="533">
                  <c:v>45337</c:v>
                </c:pt>
                <c:pt idx="534">
                  <c:v>45338</c:v>
                </c:pt>
                <c:pt idx="535">
                  <c:v>45342</c:v>
                </c:pt>
                <c:pt idx="536">
                  <c:v>45343</c:v>
                </c:pt>
                <c:pt idx="537">
                  <c:v>45344</c:v>
                </c:pt>
                <c:pt idx="538">
                  <c:v>45345</c:v>
                </c:pt>
                <c:pt idx="539">
                  <c:v>45348</c:v>
                </c:pt>
                <c:pt idx="540">
                  <c:v>45349</c:v>
                </c:pt>
                <c:pt idx="541">
                  <c:v>45350</c:v>
                </c:pt>
                <c:pt idx="542">
                  <c:v>45351</c:v>
                </c:pt>
                <c:pt idx="543">
                  <c:v>45352</c:v>
                </c:pt>
                <c:pt idx="544">
                  <c:v>45355</c:v>
                </c:pt>
                <c:pt idx="545">
                  <c:v>45356</c:v>
                </c:pt>
                <c:pt idx="546">
                  <c:v>45357</c:v>
                </c:pt>
                <c:pt idx="547">
                  <c:v>45358</c:v>
                </c:pt>
                <c:pt idx="548">
                  <c:v>45359</c:v>
                </c:pt>
                <c:pt idx="549">
                  <c:v>45362</c:v>
                </c:pt>
                <c:pt idx="550">
                  <c:v>45363</c:v>
                </c:pt>
                <c:pt idx="551">
                  <c:v>45364</c:v>
                </c:pt>
                <c:pt idx="552">
                  <c:v>45365</c:v>
                </c:pt>
                <c:pt idx="553">
                  <c:v>45366</c:v>
                </c:pt>
                <c:pt idx="554">
                  <c:v>45369</c:v>
                </c:pt>
                <c:pt idx="555">
                  <c:v>45370</c:v>
                </c:pt>
                <c:pt idx="556">
                  <c:v>45371</c:v>
                </c:pt>
                <c:pt idx="557">
                  <c:v>45372</c:v>
                </c:pt>
                <c:pt idx="558">
                  <c:v>45373</c:v>
                </c:pt>
                <c:pt idx="559">
                  <c:v>45376</c:v>
                </c:pt>
                <c:pt idx="560">
                  <c:v>45377</c:v>
                </c:pt>
                <c:pt idx="561">
                  <c:v>45378</c:v>
                </c:pt>
                <c:pt idx="562">
                  <c:v>45379</c:v>
                </c:pt>
                <c:pt idx="563">
                  <c:v>45383</c:v>
                </c:pt>
                <c:pt idx="564">
                  <c:v>45384</c:v>
                </c:pt>
                <c:pt idx="565">
                  <c:v>45385</c:v>
                </c:pt>
                <c:pt idx="566">
                  <c:v>45386</c:v>
                </c:pt>
                <c:pt idx="567">
                  <c:v>45387</c:v>
                </c:pt>
                <c:pt idx="568">
                  <c:v>45390</c:v>
                </c:pt>
                <c:pt idx="569">
                  <c:v>45391</c:v>
                </c:pt>
                <c:pt idx="570">
                  <c:v>45392</c:v>
                </c:pt>
                <c:pt idx="571">
                  <c:v>45393</c:v>
                </c:pt>
                <c:pt idx="572">
                  <c:v>45394</c:v>
                </c:pt>
                <c:pt idx="573">
                  <c:v>45397</c:v>
                </c:pt>
                <c:pt idx="574">
                  <c:v>45398</c:v>
                </c:pt>
                <c:pt idx="575">
                  <c:v>45399</c:v>
                </c:pt>
                <c:pt idx="576">
                  <c:v>45400</c:v>
                </c:pt>
                <c:pt idx="577">
                  <c:v>45401</c:v>
                </c:pt>
                <c:pt idx="578">
                  <c:v>45404</c:v>
                </c:pt>
                <c:pt idx="579">
                  <c:v>45405</c:v>
                </c:pt>
                <c:pt idx="580">
                  <c:v>45406</c:v>
                </c:pt>
                <c:pt idx="581">
                  <c:v>45407</c:v>
                </c:pt>
                <c:pt idx="582">
                  <c:v>45408</c:v>
                </c:pt>
                <c:pt idx="583">
                  <c:v>45411</c:v>
                </c:pt>
                <c:pt idx="584">
                  <c:v>45412</c:v>
                </c:pt>
                <c:pt idx="585">
                  <c:v>45413</c:v>
                </c:pt>
                <c:pt idx="586">
                  <c:v>45414</c:v>
                </c:pt>
                <c:pt idx="587">
                  <c:v>45415</c:v>
                </c:pt>
                <c:pt idx="588">
                  <c:v>45418</c:v>
                </c:pt>
                <c:pt idx="589">
                  <c:v>45419</c:v>
                </c:pt>
                <c:pt idx="590">
                  <c:v>45420</c:v>
                </c:pt>
                <c:pt idx="591">
                  <c:v>45421</c:v>
                </c:pt>
                <c:pt idx="592">
                  <c:v>45422</c:v>
                </c:pt>
                <c:pt idx="593">
                  <c:v>45425</c:v>
                </c:pt>
                <c:pt idx="594">
                  <c:v>45426</c:v>
                </c:pt>
                <c:pt idx="595">
                  <c:v>45427</c:v>
                </c:pt>
                <c:pt idx="596">
                  <c:v>45428</c:v>
                </c:pt>
                <c:pt idx="597">
                  <c:v>45429</c:v>
                </c:pt>
                <c:pt idx="598">
                  <c:v>45432</c:v>
                </c:pt>
                <c:pt idx="599">
                  <c:v>45433</c:v>
                </c:pt>
                <c:pt idx="600">
                  <c:v>45434</c:v>
                </c:pt>
                <c:pt idx="601">
                  <c:v>45435</c:v>
                </c:pt>
                <c:pt idx="602">
                  <c:v>45436</c:v>
                </c:pt>
                <c:pt idx="603">
                  <c:v>45440</c:v>
                </c:pt>
                <c:pt idx="604">
                  <c:v>45441</c:v>
                </c:pt>
                <c:pt idx="605">
                  <c:v>45442</c:v>
                </c:pt>
                <c:pt idx="606">
                  <c:v>45443</c:v>
                </c:pt>
                <c:pt idx="607">
                  <c:v>45446</c:v>
                </c:pt>
                <c:pt idx="608">
                  <c:v>45447</c:v>
                </c:pt>
                <c:pt idx="609">
                  <c:v>45448</c:v>
                </c:pt>
                <c:pt idx="610">
                  <c:v>45449</c:v>
                </c:pt>
                <c:pt idx="611">
                  <c:v>45450</c:v>
                </c:pt>
                <c:pt idx="612">
                  <c:v>45453</c:v>
                </c:pt>
                <c:pt idx="613">
                  <c:v>45454</c:v>
                </c:pt>
                <c:pt idx="614">
                  <c:v>45455</c:v>
                </c:pt>
                <c:pt idx="615">
                  <c:v>45456</c:v>
                </c:pt>
                <c:pt idx="616">
                  <c:v>45457</c:v>
                </c:pt>
                <c:pt idx="617">
                  <c:v>45460</c:v>
                </c:pt>
                <c:pt idx="618">
                  <c:v>45461</c:v>
                </c:pt>
                <c:pt idx="619">
                  <c:v>45463</c:v>
                </c:pt>
                <c:pt idx="620">
                  <c:v>45464</c:v>
                </c:pt>
                <c:pt idx="621">
                  <c:v>45467</c:v>
                </c:pt>
                <c:pt idx="622">
                  <c:v>45468</c:v>
                </c:pt>
                <c:pt idx="623">
                  <c:v>45469</c:v>
                </c:pt>
                <c:pt idx="624">
                  <c:v>45470</c:v>
                </c:pt>
                <c:pt idx="625">
                  <c:v>45471</c:v>
                </c:pt>
                <c:pt idx="626">
                  <c:v>45474</c:v>
                </c:pt>
                <c:pt idx="627">
                  <c:v>45475</c:v>
                </c:pt>
                <c:pt idx="628">
                  <c:v>45476</c:v>
                </c:pt>
                <c:pt idx="629">
                  <c:v>45478</c:v>
                </c:pt>
                <c:pt idx="630">
                  <c:v>45481</c:v>
                </c:pt>
                <c:pt idx="631">
                  <c:v>45482</c:v>
                </c:pt>
                <c:pt idx="632">
                  <c:v>45483</c:v>
                </c:pt>
                <c:pt idx="633">
                  <c:v>45484</c:v>
                </c:pt>
                <c:pt idx="634">
                  <c:v>45485</c:v>
                </c:pt>
                <c:pt idx="635">
                  <c:v>45488</c:v>
                </c:pt>
                <c:pt idx="636">
                  <c:v>45489</c:v>
                </c:pt>
                <c:pt idx="637">
                  <c:v>45490</c:v>
                </c:pt>
                <c:pt idx="638">
                  <c:v>45491</c:v>
                </c:pt>
                <c:pt idx="639">
                  <c:v>45492</c:v>
                </c:pt>
                <c:pt idx="640">
                  <c:v>45495</c:v>
                </c:pt>
                <c:pt idx="641">
                  <c:v>45496</c:v>
                </c:pt>
                <c:pt idx="642">
                  <c:v>45497</c:v>
                </c:pt>
                <c:pt idx="643">
                  <c:v>45498</c:v>
                </c:pt>
                <c:pt idx="644">
                  <c:v>45499</c:v>
                </c:pt>
                <c:pt idx="645">
                  <c:v>45502</c:v>
                </c:pt>
                <c:pt idx="646">
                  <c:v>45503</c:v>
                </c:pt>
                <c:pt idx="647">
                  <c:v>45504</c:v>
                </c:pt>
                <c:pt idx="648">
                  <c:v>45505</c:v>
                </c:pt>
                <c:pt idx="649">
                  <c:v>45506</c:v>
                </c:pt>
                <c:pt idx="650">
                  <c:v>45509</c:v>
                </c:pt>
                <c:pt idx="651">
                  <c:v>45510</c:v>
                </c:pt>
                <c:pt idx="652">
                  <c:v>45511</c:v>
                </c:pt>
                <c:pt idx="653">
                  <c:v>45512</c:v>
                </c:pt>
                <c:pt idx="654">
                  <c:v>45513</c:v>
                </c:pt>
                <c:pt idx="655">
                  <c:v>45516</c:v>
                </c:pt>
                <c:pt idx="656">
                  <c:v>45517</c:v>
                </c:pt>
                <c:pt idx="657">
                  <c:v>45518</c:v>
                </c:pt>
                <c:pt idx="658">
                  <c:v>45519</c:v>
                </c:pt>
                <c:pt idx="659">
                  <c:v>45520</c:v>
                </c:pt>
                <c:pt idx="660">
                  <c:v>45523</c:v>
                </c:pt>
                <c:pt idx="661">
                  <c:v>45524</c:v>
                </c:pt>
                <c:pt idx="662">
                  <c:v>45525</c:v>
                </c:pt>
                <c:pt idx="663">
                  <c:v>45526</c:v>
                </c:pt>
                <c:pt idx="664">
                  <c:v>45527</c:v>
                </c:pt>
                <c:pt idx="665">
                  <c:v>45530</c:v>
                </c:pt>
                <c:pt idx="666">
                  <c:v>45531</c:v>
                </c:pt>
                <c:pt idx="667">
                  <c:v>45532</c:v>
                </c:pt>
                <c:pt idx="668">
                  <c:v>45533</c:v>
                </c:pt>
                <c:pt idx="669">
                  <c:v>45534</c:v>
                </c:pt>
                <c:pt idx="670">
                  <c:v>45538</c:v>
                </c:pt>
                <c:pt idx="671">
                  <c:v>45539</c:v>
                </c:pt>
                <c:pt idx="672">
                  <c:v>45540</c:v>
                </c:pt>
                <c:pt idx="673">
                  <c:v>45541</c:v>
                </c:pt>
                <c:pt idx="674">
                  <c:v>45544</c:v>
                </c:pt>
                <c:pt idx="675">
                  <c:v>45545</c:v>
                </c:pt>
                <c:pt idx="676">
                  <c:v>45546</c:v>
                </c:pt>
                <c:pt idx="677">
                  <c:v>45547</c:v>
                </c:pt>
                <c:pt idx="678">
                  <c:v>45548</c:v>
                </c:pt>
                <c:pt idx="679">
                  <c:v>45551</c:v>
                </c:pt>
                <c:pt idx="680">
                  <c:v>45552</c:v>
                </c:pt>
                <c:pt idx="681">
                  <c:v>45553</c:v>
                </c:pt>
                <c:pt idx="682">
                  <c:v>45554</c:v>
                </c:pt>
                <c:pt idx="683">
                  <c:v>45555</c:v>
                </c:pt>
                <c:pt idx="684">
                  <c:v>45558</c:v>
                </c:pt>
                <c:pt idx="685">
                  <c:v>45559</c:v>
                </c:pt>
                <c:pt idx="686">
                  <c:v>45560</c:v>
                </c:pt>
                <c:pt idx="687">
                  <c:v>45561</c:v>
                </c:pt>
                <c:pt idx="688">
                  <c:v>45562</c:v>
                </c:pt>
                <c:pt idx="689">
                  <c:v>45565</c:v>
                </c:pt>
                <c:pt idx="690">
                  <c:v>45566</c:v>
                </c:pt>
                <c:pt idx="691">
                  <c:v>45567</c:v>
                </c:pt>
                <c:pt idx="692">
                  <c:v>45568</c:v>
                </c:pt>
                <c:pt idx="693">
                  <c:v>45569</c:v>
                </c:pt>
                <c:pt idx="694">
                  <c:v>45572</c:v>
                </c:pt>
                <c:pt idx="695">
                  <c:v>45573</c:v>
                </c:pt>
                <c:pt idx="696">
                  <c:v>45574</c:v>
                </c:pt>
                <c:pt idx="697">
                  <c:v>45575</c:v>
                </c:pt>
                <c:pt idx="698">
                  <c:v>45576</c:v>
                </c:pt>
                <c:pt idx="699">
                  <c:v>45579</c:v>
                </c:pt>
                <c:pt idx="700">
                  <c:v>45580</c:v>
                </c:pt>
                <c:pt idx="701">
                  <c:v>45581</c:v>
                </c:pt>
                <c:pt idx="702">
                  <c:v>45582</c:v>
                </c:pt>
                <c:pt idx="703">
                  <c:v>45583</c:v>
                </c:pt>
                <c:pt idx="704">
                  <c:v>45586</c:v>
                </c:pt>
                <c:pt idx="705">
                  <c:v>45587</c:v>
                </c:pt>
                <c:pt idx="706">
                  <c:v>45588</c:v>
                </c:pt>
                <c:pt idx="707">
                  <c:v>45589</c:v>
                </c:pt>
                <c:pt idx="708">
                  <c:v>45590</c:v>
                </c:pt>
                <c:pt idx="709">
                  <c:v>45593</c:v>
                </c:pt>
                <c:pt idx="710">
                  <c:v>45594</c:v>
                </c:pt>
                <c:pt idx="711">
                  <c:v>45595</c:v>
                </c:pt>
                <c:pt idx="712">
                  <c:v>45596</c:v>
                </c:pt>
                <c:pt idx="713">
                  <c:v>45597</c:v>
                </c:pt>
                <c:pt idx="714">
                  <c:v>45600</c:v>
                </c:pt>
                <c:pt idx="715">
                  <c:v>45601</c:v>
                </c:pt>
                <c:pt idx="716">
                  <c:v>45602</c:v>
                </c:pt>
                <c:pt idx="717">
                  <c:v>45603</c:v>
                </c:pt>
                <c:pt idx="718">
                  <c:v>45604</c:v>
                </c:pt>
                <c:pt idx="719">
                  <c:v>45607</c:v>
                </c:pt>
                <c:pt idx="720">
                  <c:v>45608</c:v>
                </c:pt>
                <c:pt idx="721">
                  <c:v>45609</c:v>
                </c:pt>
                <c:pt idx="722">
                  <c:v>45610</c:v>
                </c:pt>
                <c:pt idx="723">
                  <c:v>45611</c:v>
                </c:pt>
                <c:pt idx="724">
                  <c:v>45614</c:v>
                </c:pt>
                <c:pt idx="725">
                  <c:v>45615</c:v>
                </c:pt>
                <c:pt idx="726">
                  <c:v>45616</c:v>
                </c:pt>
                <c:pt idx="727">
                  <c:v>45617</c:v>
                </c:pt>
                <c:pt idx="728">
                  <c:v>45618</c:v>
                </c:pt>
                <c:pt idx="729">
                  <c:v>45621</c:v>
                </c:pt>
                <c:pt idx="730">
                  <c:v>45622</c:v>
                </c:pt>
                <c:pt idx="731">
                  <c:v>45623</c:v>
                </c:pt>
                <c:pt idx="732">
                  <c:v>45625</c:v>
                </c:pt>
                <c:pt idx="733">
                  <c:v>45628</c:v>
                </c:pt>
                <c:pt idx="734">
                  <c:v>45629</c:v>
                </c:pt>
                <c:pt idx="735">
                  <c:v>45630</c:v>
                </c:pt>
                <c:pt idx="736">
                  <c:v>45631</c:v>
                </c:pt>
                <c:pt idx="737">
                  <c:v>45632</c:v>
                </c:pt>
                <c:pt idx="738">
                  <c:v>45635</c:v>
                </c:pt>
                <c:pt idx="739">
                  <c:v>45636</c:v>
                </c:pt>
                <c:pt idx="740">
                  <c:v>45637</c:v>
                </c:pt>
                <c:pt idx="741">
                  <c:v>45638</c:v>
                </c:pt>
                <c:pt idx="742">
                  <c:v>45639</c:v>
                </c:pt>
                <c:pt idx="743">
                  <c:v>45642</c:v>
                </c:pt>
                <c:pt idx="744">
                  <c:v>45643</c:v>
                </c:pt>
                <c:pt idx="745">
                  <c:v>45644</c:v>
                </c:pt>
                <c:pt idx="746">
                  <c:v>45645</c:v>
                </c:pt>
                <c:pt idx="747">
                  <c:v>45646</c:v>
                </c:pt>
                <c:pt idx="748">
                  <c:v>45649</c:v>
                </c:pt>
                <c:pt idx="749">
                  <c:v>45650</c:v>
                </c:pt>
                <c:pt idx="750">
                  <c:v>45652</c:v>
                </c:pt>
                <c:pt idx="751">
                  <c:v>45653</c:v>
                </c:pt>
                <c:pt idx="752">
                  <c:v>45656</c:v>
                </c:pt>
                <c:pt idx="753">
                  <c:v>45657</c:v>
                </c:pt>
                <c:pt idx="754">
                  <c:v>45659</c:v>
                </c:pt>
                <c:pt idx="755">
                  <c:v>45660</c:v>
                </c:pt>
                <c:pt idx="756">
                  <c:v>45663</c:v>
                </c:pt>
                <c:pt idx="757">
                  <c:v>45664</c:v>
                </c:pt>
                <c:pt idx="758">
                  <c:v>45665</c:v>
                </c:pt>
                <c:pt idx="759">
                  <c:v>45667</c:v>
                </c:pt>
                <c:pt idx="760">
                  <c:v>45670</c:v>
                </c:pt>
                <c:pt idx="761">
                  <c:v>45671</c:v>
                </c:pt>
                <c:pt idx="762">
                  <c:v>45672</c:v>
                </c:pt>
                <c:pt idx="763">
                  <c:v>45673</c:v>
                </c:pt>
                <c:pt idx="764">
                  <c:v>45674</c:v>
                </c:pt>
                <c:pt idx="765">
                  <c:v>45678</c:v>
                </c:pt>
                <c:pt idx="766">
                  <c:v>45679</c:v>
                </c:pt>
                <c:pt idx="767">
                  <c:v>45680</c:v>
                </c:pt>
                <c:pt idx="768">
                  <c:v>45681</c:v>
                </c:pt>
                <c:pt idx="769">
                  <c:v>45684</c:v>
                </c:pt>
                <c:pt idx="770">
                  <c:v>45685</c:v>
                </c:pt>
                <c:pt idx="771">
                  <c:v>45686</c:v>
                </c:pt>
                <c:pt idx="772">
                  <c:v>45687</c:v>
                </c:pt>
                <c:pt idx="773">
                  <c:v>45688</c:v>
                </c:pt>
                <c:pt idx="774">
                  <c:v>45691</c:v>
                </c:pt>
                <c:pt idx="775">
                  <c:v>45692</c:v>
                </c:pt>
                <c:pt idx="776">
                  <c:v>45693</c:v>
                </c:pt>
                <c:pt idx="777">
                  <c:v>45694</c:v>
                </c:pt>
                <c:pt idx="778">
                  <c:v>45695</c:v>
                </c:pt>
                <c:pt idx="779">
                  <c:v>45698</c:v>
                </c:pt>
                <c:pt idx="780">
                  <c:v>45699</c:v>
                </c:pt>
                <c:pt idx="781">
                  <c:v>45700</c:v>
                </c:pt>
                <c:pt idx="782">
                  <c:v>45701</c:v>
                </c:pt>
                <c:pt idx="783">
                  <c:v>45702</c:v>
                </c:pt>
                <c:pt idx="784">
                  <c:v>45706</c:v>
                </c:pt>
                <c:pt idx="785">
                  <c:v>45707</c:v>
                </c:pt>
                <c:pt idx="786">
                  <c:v>45708</c:v>
                </c:pt>
                <c:pt idx="787">
                  <c:v>45709</c:v>
                </c:pt>
                <c:pt idx="788">
                  <c:v>45712</c:v>
                </c:pt>
                <c:pt idx="789">
                  <c:v>45713</c:v>
                </c:pt>
                <c:pt idx="790">
                  <c:v>45714</c:v>
                </c:pt>
                <c:pt idx="791">
                  <c:v>45715</c:v>
                </c:pt>
                <c:pt idx="792">
                  <c:v>45716</c:v>
                </c:pt>
                <c:pt idx="793">
                  <c:v>45719</c:v>
                </c:pt>
                <c:pt idx="794">
                  <c:v>45720</c:v>
                </c:pt>
                <c:pt idx="795">
                  <c:v>45721</c:v>
                </c:pt>
                <c:pt idx="796">
                  <c:v>45722</c:v>
                </c:pt>
                <c:pt idx="797">
                  <c:v>45723</c:v>
                </c:pt>
                <c:pt idx="798">
                  <c:v>45726</c:v>
                </c:pt>
                <c:pt idx="799">
                  <c:v>45727</c:v>
                </c:pt>
                <c:pt idx="800">
                  <c:v>45728</c:v>
                </c:pt>
                <c:pt idx="801">
                  <c:v>45729</c:v>
                </c:pt>
                <c:pt idx="802">
                  <c:v>45730</c:v>
                </c:pt>
                <c:pt idx="803">
                  <c:v>45733</c:v>
                </c:pt>
                <c:pt idx="804">
                  <c:v>45734</c:v>
                </c:pt>
                <c:pt idx="805">
                  <c:v>45735</c:v>
                </c:pt>
                <c:pt idx="806">
                  <c:v>45736</c:v>
                </c:pt>
                <c:pt idx="807">
                  <c:v>45737</c:v>
                </c:pt>
                <c:pt idx="808">
                  <c:v>45740</c:v>
                </c:pt>
                <c:pt idx="809">
                  <c:v>45741</c:v>
                </c:pt>
                <c:pt idx="810">
                  <c:v>45742</c:v>
                </c:pt>
                <c:pt idx="811">
                  <c:v>45743</c:v>
                </c:pt>
                <c:pt idx="812">
                  <c:v>45744</c:v>
                </c:pt>
                <c:pt idx="813">
                  <c:v>45747</c:v>
                </c:pt>
                <c:pt idx="814">
                  <c:v>45748</c:v>
                </c:pt>
                <c:pt idx="815">
                  <c:v>45749</c:v>
                </c:pt>
                <c:pt idx="816">
                  <c:v>45750</c:v>
                </c:pt>
                <c:pt idx="817">
                  <c:v>45751</c:v>
                </c:pt>
                <c:pt idx="818">
                  <c:v>45754</c:v>
                </c:pt>
                <c:pt idx="819">
                  <c:v>45755</c:v>
                </c:pt>
                <c:pt idx="820">
                  <c:v>45756</c:v>
                </c:pt>
                <c:pt idx="821">
                  <c:v>45757</c:v>
                </c:pt>
                <c:pt idx="822">
                  <c:v>45758</c:v>
                </c:pt>
                <c:pt idx="823">
                  <c:v>45761</c:v>
                </c:pt>
                <c:pt idx="824">
                  <c:v>45762</c:v>
                </c:pt>
                <c:pt idx="825">
                  <c:v>45763</c:v>
                </c:pt>
                <c:pt idx="826">
                  <c:v>45764</c:v>
                </c:pt>
                <c:pt idx="827">
                  <c:v>45768</c:v>
                </c:pt>
                <c:pt idx="828">
                  <c:v>45769</c:v>
                </c:pt>
                <c:pt idx="829">
                  <c:v>45770</c:v>
                </c:pt>
                <c:pt idx="830">
                  <c:v>45771</c:v>
                </c:pt>
                <c:pt idx="831">
                  <c:v>45772</c:v>
                </c:pt>
                <c:pt idx="832">
                  <c:v>45775</c:v>
                </c:pt>
                <c:pt idx="833">
                  <c:v>45776</c:v>
                </c:pt>
                <c:pt idx="834">
                  <c:v>45777</c:v>
                </c:pt>
                <c:pt idx="835">
                  <c:v>45778</c:v>
                </c:pt>
                <c:pt idx="836">
                  <c:v>45779</c:v>
                </c:pt>
                <c:pt idx="837">
                  <c:v>45782</c:v>
                </c:pt>
                <c:pt idx="838">
                  <c:v>45783</c:v>
                </c:pt>
                <c:pt idx="839">
                  <c:v>45784</c:v>
                </c:pt>
                <c:pt idx="840">
                  <c:v>45785</c:v>
                </c:pt>
                <c:pt idx="841">
                  <c:v>45786</c:v>
                </c:pt>
                <c:pt idx="842">
                  <c:v>45789</c:v>
                </c:pt>
                <c:pt idx="843">
                  <c:v>45790</c:v>
                </c:pt>
                <c:pt idx="844">
                  <c:v>45791</c:v>
                </c:pt>
                <c:pt idx="845">
                  <c:v>45792</c:v>
                </c:pt>
                <c:pt idx="846">
                  <c:v>45793</c:v>
                </c:pt>
                <c:pt idx="847">
                  <c:v>45796</c:v>
                </c:pt>
                <c:pt idx="848">
                  <c:v>45797</c:v>
                </c:pt>
                <c:pt idx="849">
                  <c:v>45798</c:v>
                </c:pt>
                <c:pt idx="850">
                  <c:v>45799</c:v>
                </c:pt>
                <c:pt idx="851">
                  <c:v>45800</c:v>
                </c:pt>
                <c:pt idx="852">
                  <c:v>45804</c:v>
                </c:pt>
                <c:pt idx="853">
                  <c:v>45805</c:v>
                </c:pt>
                <c:pt idx="854">
                  <c:v>45806</c:v>
                </c:pt>
                <c:pt idx="855">
                  <c:v>45807</c:v>
                </c:pt>
                <c:pt idx="856">
                  <c:v>45810</c:v>
                </c:pt>
                <c:pt idx="857">
                  <c:v>45811</c:v>
                </c:pt>
                <c:pt idx="858">
                  <c:v>45812</c:v>
                </c:pt>
                <c:pt idx="859">
                  <c:v>45813</c:v>
                </c:pt>
                <c:pt idx="860">
                  <c:v>45814</c:v>
                </c:pt>
                <c:pt idx="861">
                  <c:v>45817</c:v>
                </c:pt>
                <c:pt idx="862">
                  <c:v>45818</c:v>
                </c:pt>
                <c:pt idx="863">
                  <c:v>45819</c:v>
                </c:pt>
                <c:pt idx="864">
                  <c:v>45820</c:v>
                </c:pt>
                <c:pt idx="865">
                  <c:v>45821</c:v>
                </c:pt>
                <c:pt idx="866">
                  <c:v>45824</c:v>
                </c:pt>
                <c:pt idx="867">
                  <c:v>45825</c:v>
                </c:pt>
                <c:pt idx="868">
                  <c:v>45826</c:v>
                </c:pt>
                <c:pt idx="869">
                  <c:v>45828</c:v>
                </c:pt>
                <c:pt idx="870">
                  <c:v>45831</c:v>
                </c:pt>
                <c:pt idx="871">
                  <c:v>45832</c:v>
                </c:pt>
                <c:pt idx="872">
                  <c:v>45833</c:v>
                </c:pt>
                <c:pt idx="873">
                  <c:v>45834</c:v>
                </c:pt>
                <c:pt idx="874">
                  <c:v>45835</c:v>
                </c:pt>
                <c:pt idx="875">
                  <c:v>45838</c:v>
                </c:pt>
                <c:pt idx="876">
                  <c:v>45839</c:v>
                </c:pt>
                <c:pt idx="877">
                  <c:v>45840</c:v>
                </c:pt>
                <c:pt idx="878">
                  <c:v>45841</c:v>
                </c:pt>
                <c:pt idx="879">
                  <c:v>45845</c:v>
                </c:pt>
                <c:pt idx="880">
                  <c:v>45846</c:v>
                </c:pt>
                <c:pt idx="881">
                  <c:v>45847</c:v>
                </c:pt>
                <c:pt idx="882">
                  <c:v>45848</c:v>
                </c:pt>
                <c:pt idx="883">
                  <c:v>45849</c:v>
                </c:pt>
                <c:pt idx="884">
                  <c:v>45852</c:v>
                </c:pt>
                <c:pt idx="885">
                  <c:v>45853</c:v>
                </c:pt>
                <c:pt idx="886">
                  <c:v>45854</c:v>
                </c:pt>
                <c:pt idx="887">
                  <c:v>45855</c:v>
                </c:pt>
                <c:pt idx="888">
                  <c:v>45856</c:v>
                </c:pt>
                <c:pt idx="889">
                  <c:v>45859</c:v>
                </c:pt>
                <c:pt idx="890">
                  <c:v>45860</c:v>
                </c:pt>
                <c:pt idx="891">
                  <c:v>45861</c:v>
                </c:pt>
                <c:pt idx="892">
                  <c:v>45862</c:v>
                </c:pt>
                <c:pt idx="893">
                  <c:v>45863</c:v>
                </c:pt>
                <c:pt idx="894">
                  <c:v>45866</c:v>
                </c:pt>
                <c:pt idx="895">
                  <c:v>45867</c:v>
                </c:pt>
                <c:pt idx="896">
                  <c:v>45868</c:v>
                </c:pt>
                <c:pt idx="897">
                  <c:v>45869</c:v>
                </c:pt>
                <c:pt idx="898">
                  <c:v>45870</c:v>
                </c:pt>
                <c:pt idx="899">
                  <c:v>45873</c:v>
                </c:pt>
                <c:pt idx="900">
                  <c:v>45874</c:v>
                </c:pt>
                <c:pt idx="901">
                  <c:v>45875</c:v>
                </c:pt>
                <c:pt idx="902">
                  <c:v>45876</c:v>
                </c:pt>
                <c:pt idx="903">
                  <c:v>45877</c:v>
                </c:pt>
                <c:pt idx="904">
                  <c:v>45880</c:v>
                </c:pt>
                <c:pt idx="905">
                  <c:v>45881</c:v>
                </c:pt>
                <c:pt idx="906">
                  <c:v>45882</c:v>
                </c:pt>
                <c:pt idx="907">
                  <c:v>45883</c:v>
                </c:pt>
                <c:pt idx="908">
                  <c:v>45884</c:v>
                </c:pt>
                <c:pt idx="909">
                  <c:v>45887</c:v>
                </c:pt>
                <c:pt idx="910">
                  <c:v>45888</c:v>
                </c:pt>
                <c:pt idx="911">
                  <c:v>45889</c:v>
                </c:pt>
                <c:pt idx="912">
                  <c:v>45890</c:v>
                </c:pt>
                <c:pt idx="913">
                  <c:v>45891</c:v>
                </c:pt>
                <c:pt idx="914">
                  <c:v>45894</c:v>
                </c:pt>
                <c:pt idx="915">
                  <c:v>45895</c:v>
                </c:pt>
                <c:pt idx="916">
                  <c:v>45896</c:v>
                </c:pt>
                <c:pt idx="917">
                  <c:v>45897</c:v>
                </c:pt>
                <c:pt idx="918">
                  <c:v>45898</c:v>
                </c:pt>
                <c:pt idx="919">
                  <c:v>45902</c:v>
                </c:pt>
                <c:pt idx="920">
                  <c:v>45903</c:v>
                </c:pt>
                <c:pt idx="921">
                  <c:v>45904</c:v>
                </c:pt>
                <c:pt idx="922">
                  <c:v>45905</c:v>
                </c:pt>
                <c:pt idx="923">
                  <c:v>45908</c:v>
                </c:pt>
                <c:pt idx="924">
                  <c:v>45909</c:v>
                </c:pt>
                <c:pt idx="925">
                  <c:v>45910</c:v>
                </c:pt>
                <c:pt idx="926">
                  <c:v>45911</c:v>
                </c:pt>
                <c:pt idx="927">
                  <c:v>45912</c:v>
                </c:pt>
                <c:pt idx="928">
                  <c:v>45915</c:v>
                </c:pt>
                <c:pt idx="929">
                  <c:v>45916</c:v>
                </c:pt>
                <c:pt idx="930">
                  <c:v>45917</c:v>
                </c:pt>
                <c:pt idx="931">
                  <c:v>45918</c:v>
                </c:pt>
                <c:pt idx="932">
                  <c:v>45919</c:v>
                </c:pt>
                <c:pt idx="933">
                  <c:v>45922</c:v>
                </c:pt>
                <c:pt idx="934">
                  <c:v>45923</c:v>
                </c:pt>
                <c:pt idx="935">
                  <c:v>45924</c:v>
                </c:pt>
                <c:pt idx="936">
                  <c:v>45925</c:v>
                </c:pt>
                <c:pt idx="937">
                  <c:v>45926</c:v>
                </c:pt>
                <c:pt idx="938">
                  <c:v>45929</c:v>
                </c:pt>
                <c:pt idx="939">
                  <c:v>45930</c:v>
                </c:pt>
                <c:pt idx="940">
                  <c:v>45931</c:v>
                </c:pt>
                <c:pt idx="941">
                  <c:v>45932</c:v>
                </c:pt>
                <c:pt idx="942">
                  <c:v>45933</c:v>
                </c:pt>
                <c:pt idx="943">
                  <c:v>45936</c:v>
                </c:pt>
                <c:pt idx="944">
                  <c:v>45937</c:v>
                </c:pt>
                <c:pt idx="945">
                  <c:v>45938</c:v>
                </c:pt>
                <c:pt idx="946">
                  <c:v>45939</c:v>
                </c:pt>
                <c:pt idx="947">
                  <c:v>45940</c:v>
                </c:pt>
                <c:pt idx="948">
                  <c:v>45943</c:v>
                </c:pt>
                <c:pt idx="949">
                  <c:v>45944</c:v>
                </c:pt>
                <c:pt idx="950">
                  <c:v>45945</c:v>
                </c:pt>
                <c:pt idx="951">
                  <c:v>45946</c:v>
                </c:pt>
                <c:pt idx="952">
                  <c:v>45947</c:v>
                </c:pt>
                <c:pt idx="953">
                  <c:v>45950</c:v>
                </c:pt>
                <c:pt idx="954">
                  <c:v>45951</c:v>
                </c:pt>
                <c:pt idx="955">
                  <c:v>45952</c:v>
                </c:pt>
                <c:pt idx="956">
                  <c:v>45953</c:v>
                </c:pt>
                <c:pt idx="957">
                  <c:v>45954</c:v>
                </c:pt>
                <c:pt idx="958">
                  <c:v>45957</c:v>
                </c:pt>
                <c:pt idx="959">
                  <c:v>45958</c:v>
                </c:pt>
                <c:pt idx="960">
                  <c:v>45959</c:v>
                </c:pt>
                <c:pt idx="961">
                  <c:v>45960</c:v>
                </c:pt>
                <c:pt idx="962">
                  <c:v>45961</c:v>
                </c:pt>
                <c:pt idx="963">
                  <c:v>45964</c:v>
                </c:pt>
                <c:pt idx="964">
                  <c:v>45965</c:v>
                </c:pt>
                <c:pt idx="965">
                  <c:v>45966</c:v>
                </c:pt>
                <c:pt idx="966">
                  <c:v>45967</c:v>
                </c:pt>
                <c:pt idx="967">
                  <c:v>45968</c:v>
                </c:pt>
                <c:pt idx="968">
                  <c:v>45971</c:v>
                </c:pt>
                <c:pt idx="969">
                  <c:v>45972</c:v>
                </c:pt>
                <c:pt idx="970">
                  <c:v>45973</c:v>
                </c:pt>
                <c:pt idx="971">
                  <c:v>45974</c:v>
                </c:pt>
                <c:pt idx="972">
                  <c:v>45975</c:v>
                </c:pt>
                <c:pt idx="973">
                  <c:v>45978</c:v>
                </c:pt>
                <c:pt idx="974">
                  <c:v>45979</c:v>
                </c:pt>
                <c:pt idx="975">
                  <c:v>45980</c:v>
                </c:pt>
                <c:pt idx="976">
                  <c:v>45981</c:v>
                </c:pt>
                <c:pt idx="977">
                  <c:v>45982</c:v>
                </c:pt>
                <c:pt idx="978">
                  <c:v>45985</c:v>
                </c:pt>
                <c:pt idx="979">
                  <c:v>45986</c:v>
                </c:pt>
                <c:pt idx="980">
                  <c:v>45987</c:v>
                </c:pt>
                <c:pt idx="981">
                  <c:v>45989</c:v>
                </c:pt>
                <c:pt idx="982">
                  <c:v>45992</c:v>
                </c:pt>
                <c:pt idx="983">
                  <c:v>45993</c:v>
                </c:pt>
                <c:pt idx="984">
                  <c:v>45994</c:v>
                </c:pt>
                <c:pt idx="985">
                  <c:v>45995</c:v>
                </c:pt>
                <c:pt idx="986">
                  <c:v>45996</c:v>
                </c:pt>
                <c:pt idx="987">
                  <c:v>45999</c:v>
                </c:pt>
                <c:pt idx="988">
                  <c:v>46000</c:v>
                </c:pt>
                <c:pt idx="989">
                  <c:v>46001</c:v>
                </c:pt>
                <c:pt idx="990">
                  <c:v>46002</c:v>
                </c:pt>
                <c:pt idx="991">
                  <c:v>46003</c:v>
                </c:pt>
                <c:pt idx="992">
                  <c:v>46006</c:v>
                </c:pt>
                <c:pt idx="993">
                  <c:v>46007</c:v>
                </c:pt>
                <c:pt idx="994">
                  <c:v>46008</c:v>
                </c:pt>
                <c:pt idx="995">
                  <c:v>46009</c:v>
                </c:pt>
                <c:pt idx="996">
                  <c:v>46010</c:v>
                </c:pt>
                <c:pt idx="997">
                  <c:v>46013</c:v>
                </c:pt>
                <c:pt idx="998">
                  <c:v>46014</c:v>
                </c:pt>
                <c:pt idx="999">
                  <c:v>46015</c:v>
                </c:pt>
                <c:pt idx="1000">
                  <c:v>46017</c:v>
                </c:pt>
                <c:pt idx="1001">
                  <c:v>46020</c:v>
                </c:pt>
                <c:pt idx="1002">
                  <c:v>46021</c:v>
                </c:pt>
                <c:pt idx="1003">
                  <c:v>46022</c:v>
                </c:pt>
                <c:pt idx="1004">
                  <c:v>46024</c:v>
                </c:pt>
                <c:pt idx="1005">
                  <c:v>46027</c:v>
                </c:pt>
                <c:pt idx="1006">
                  <c:v>46028</c:v>
                </c:pt>
                <c:pt idx="1007">
                  <c:v>46029</c:v>
                </c:pt>
                <c:pt idx="1008">
                  <c:v>46030</c:v>
                </c:pt>
                <c:pt idx="1009">
                  <c:v>46031</c:v>
                </c:pt>
                <c:pt idx="1010">
                  <c:v>46034</c:v>
                </c:pt>
                <c:pt idx="1011">
                  <c:v>46035</c:v>
                </c:pt>
                <c:pt idx="1012">
                  <c:v>46036</c:v>
                </c:pt>
                <c:pt idx="1013">
                  <c:v>46037</c:v>
                </c:pt>
                <c:pt idx="1014">
                  <c:v>46038</c:v>
                </c:pt>
                <c:pt idx="1015">
                  <c:v>46042</c:v>
                </c:pt>
                <c:pt idx="1016">
                  <c:v>46043</c:v>
                </c:pt>
                <c:pt idx="1017">
                  <c:v>46044</c:v>
                </c:pt>
                <c:pt idx="1018">
                  <c:v>46045</c:v>
                </c:pt>
                <c:pt idx="1019">
                  <c:v>46048</c:v>
                </c:pt>
                <c:pt idx="1020">
                  <c:v>46049</c:v>
                </c:pt>
                <c:pt idx="1021">
                  <c:v>46050</c:v>
                </c:pt>
                <c:pt idx="1022">
                  <c:v>46051</c:v>
                </c:pt>
                <c:pt idx="1023">
                  <c:v>46052</c:v>
                </c:pt>
                <c:pt idx="1024">
                  <c:v>46055</c:v>
                </c:pt>
                <c:pt idx="1025">
                  <c:v>46056</c:v>
                </c:pt>
                <c:pt idx="1026">
                  <c:v>46057</c:v>
                </c:pt>
                <c:pt idx="1027">
                  <c:v>46058</c:v>
                </c:pt>
                <c:pt idx="1028">
                  <c:v>46059</c:v>
                </c:pt>
                <c:pt idx="1029">
                  <c:v>46062</c:v>
                </c:pt>
                <c:pt idx="1030">
                  <c:v>46063</c:v>
                </c:pt>
                <c:pt idx="1031">
                  <c:v>46064</c:v>
                </c:pt>
                <c:pt idx="1032">
                  <c:v>46065</c:v>
                </c:pt>
                <c:pt idx="1033">
                  <c:v>46066</c:v>
                </c:pt>
                <c:pt idx="1034">
                  <c:v>46070</c:v>
                </c:pt>
                <c:pt idx="1035">
                  <c:v>46071</c:v>
                </c:pt>
                <c:pt idx="1036">
                  <c:v>46072</c:v>
                </c:pt>
                <c:pt idx="1037">
                  <c:v>46073</c:v>
                </c:pt>
                <c:pt idx="1038">
                  <c:v>46076</c:v>
                </c:pt>
                <c:pt idx="1039">
                  <c:v>46077</c:v>
                </c:pt>
                <c:pt idx="1040">
                  <c:v>46078</c:v>
                </c:pt>
                <c:pt idx="1041">
                  <c:v>46079</c:v>
                </c:pt>
                <c:pt idx="1042">
                  <c:v>46080</c:v>
                </c:pt>
                <c:pt idx="1043">
                  <c:v>46083</c:v>
                </c:pt>
                <c:pt idx="1044">
                  <c:v>46084</c:v>
                </c:pt>
                <c:pt idx="1045">
                  <c:v>46085</c:v>
                </c:pt>
                <c:pt idx="1046">
                  <c:v>46086</c:v>
                </c:pt>
                <c:pt idx="1047">
                  <c:v>46087</c:v>
                </c:pt>
                <c:pt idx="1048">
                  <c:v>46090</c:v>
                </c:pt>
                <c:pt idx="1049">
                  <c:v>46091</c:v>
                </c:pt>
                <c:pt idx="1050">
                  <c:v>46092</c:v>
                </c:pt>
                <c:pt idx="1051">
                  <c:v>46093</c:v>
                </c:pt>
                <c:pt idx="1052">
                  <c:v>46094</c:v>
                </c:pt>
                <c:pt idx="1053">
                  <c:v>46097</c:v>
                </c:pt>
                <c:pt idx="1054">
                  <c:v>46098</c:v>
                </c:pt>
                <c:pt idx="1055">
                  <c:v>46099</c:v>
                </c:pt>
                <c:pt idx="1056">
                  <c:v>46100</c:v>
                </c:pt>
                <c:pt idx="1057">
                  <c:v>46101</c:v>
                </c:pt>
                <c:pt idx="1058">
                  <c:v>46104</c:v>
                </c:pt>
                <c:pt idx="1059">
                  <c:v>46105</c:v>
                </c:pt>
                <c:pt idx="1060">
                  <c:v>46106</c:v>
                </c:pt>
                <c:pt idx="1061">
                  <c:v>46107</c:v>
                </c:pt>
                <c:pt idx="1062">
                  <c:v>46108</c:v>
                </c:pt>
                <c:pt idx="1063">
                  <c:v>46111</c:v>
                </c:pt>
                <c:pt idx="1064">
                  <c:v>46112</c:v>
                </c:pt>
                <c:pt idx="1065">
                  <c:v>46113</c:v>
                </c:pt>
                <c:pt idx="1066">
                  <c:v>46114</c:v>
                </c:pt>
                <c:pt idx="1067">
                  <c:v>46118</c:v>
                </c:pt>
                <c:pt idx="1068">
                  <c:v>46119</c:v>
                </c:pt>
                <c:pt idx="1069">
                  <c:v>46120</c:v>
                </c:pt>
                <c:pt idx="1070">
                  <c:v>46121</c:v>
                </c:pt>
                <c:pt idx="1071">
                  <c:v>46122</c:v>
                </c:pt>
                <c:pt idx="1072">
                  <c:v>46125</c:v>
                </c:pt>
                <c:pt idx="1073">
                  <c:v>46126</c:v>
                </c:pt>
                <c:pt idx="1074">
                  <c:v>46127</c:v>
                </c:pt>
                <c:pt idx="1075">
                  <c:v>46128</c:v>
                </c:pt>
                <c:pt idx="1076">
                  <c:v>46129</c:v>
                </c:pt>
                <c:pt idx="1077">
                  <c:v>46132</c:v>
                </c:pt>
                <c:pt idx="1078">
                  <c:v>46133</c:v>
                </c:pt>
                <c:pt idx="1079">
                  <c:v>46134</c:v>
                </c:pt>
                <c:pt idx="1080">
                  <c:v>46135</c:v>
                </c:pt>
                <c:pt idx="1081">
                  <c:v>46136</c:v>
                </c:pt>
                <c:pt idx="1082">
                  <c:v>46139</c:v>
                </c:pt>
                <c:pt idx="1083">
                  <c:v>46140</c:v>
                </c:pt>
                <c:pt idx="1084">
                  <c:v>46141</c:v>
                </c:pt>
                <c:pt idx="1085">
                  <c:v>46142</c:v>
                </c:pt>
                <c:pt idx="1086">
                  <c:v>46143</c:v>
                </c:pt>
                <c:pt idx="1087">
                  <c:v>46146</c:v>
                </c:pt>
                <c:pt idx="1088">
                  <c:v>46147</c:v>
                </c:pt>
                <c:pt idx="1089">
                  <c:v>46148</c:v>
                </c:pt>
                <c:pt idx="1090">
                  <c:v>46149</c:v>
                </c:pt>
                <c:pt idx="1091">
                  <c:v>46150</c:v>
                </c:pt>
                <c:pt idx="1092">
                  <c:v>46153</c:v>
                </c:pt>
                <c:pt idx="1093">
                  <c:v>46154</c:v>
                </c:pt>
                <c:pt idx="1094">
                  <c:v>46155</c:v>
                </c:pt>
                <c:pt idx="1095">
                  <c:v>46156</c:v>
                </c:pt>
                <c:pt idx="1096">
                  <c:v>46157</c:v>
                </c:pt>
                <c:pt idx="1097">
                  <c:v>46160</c:v>
                </c:pt>
                <c:pt idx="1098">
                  <c:v>46161</c:v>
                </c:pt>
                <c:pt idx="1099">
                  <c:v>46162</c:v>
                </c:pt>
                <c:pt idx="1100">
                  <c:v>46163</c:v>
                </c:pt>
                <c:pt idx="1101">
                  <c:v>46164</c:v>
                </c:pt>
                <c:pt idx="1102">
                  <c:v>46168</c:v>
                </c:pt>
                <c:pt idx="1103">
                  <c:v>46169</c:v>
                </c:pt>
                <c:pt idx="1104">
                  <c:v>46170</c:v>
                </c:pt>
                <c:pt idx="1105">
                  <c:v>46171</c:v>
                </c:pt>
                <c:pt idx="1106">
                  <c:v>46174</c:v>
                </c:pt>
                <c:pt idx="1107">
                  <c:v>46175</c:v>
                </c:pt>
                <c:pt idx="1108">
                  <c:v>46176</c:v>
                </c:pt>
                <c:pt idx="1109">
                  <c:v>46177</c:v>
                </c:pt>
                <c:pt idx="1110">
                  <c:v>46178</c:v>
                </c:pt>
                <c:pt idx="1111">
                  <c:v>46181</c:v>
                </c:pt>
                <c:pt idx="1112">
                  <c:v>46182</c:v>
                </c:pt>
                <c:pt idx="1113">
                  <c:v>46183</c:v>
                </c:pt>
                <c:pt idx="1114">
                  <c:v>46184</c:v>
                </c:pt>
                <c:pt idx="1115">
                  <c:v>46185</c:v>
                </c:pt>
                <c:pt idx="1116">
                  <c:v>46188</c:v>
                </c:pt>
                <c:pt idx="1117">
                  <c:v>46189</c:v>
                </c:pt>
                <c:pt idx="1118">
                  <c:v>46190</c:v>
                </c:pt>
                <c:pt idx="1119">
                  <c:v>46191</c:v>
                </c:pt>
                <c:pt idx="1120">
                  <c:v>46195</c:v>
                </c:pt>
                <c:pt idx="1121">
                  <c:v>46196</c:v>
                </c:pt>
                <c:pt idx="1122">
                  <c:v>46197</c:v>
                </c:pt>
                <c:pt idx="1123">
                  <c:v>46198</c:v>
                </c:pt>
                <c:pt idx="1124">
                  <c:v>46199</c:v>
                </c:pt>
                <c:pt idx="1125">
                  <c:v>46202</c:v>
                </c:pt>
                <c:pt idx="1126">
                  <c:v>46203</c:v>
                </c:pt>
                <c:pt idx="1127">
                  <c:v>46204</c:v>
                </c:pt>
                <c:pt idx="1128">
                  <c:v>46205</c:v>
                </c:pt>
                <c:pt idx="1129">
                  <c:v>46209</c:v>
                </c:pt>
                <c:pt idx="1130">
                  <c:v>46210</c:v>
                </c:pt>
                <c:pt idx="1131">
                  <c:v>46211</c:v>
                </c:pt>
                <c:pt idx="1132">
                  <c:v>46212</c:v>
                </c:pt>
                <c:pt idx="1133">
                  <c:v>46213</c:v>
                </c:pt>
                <c:pt idx="1134">
                  <c:v>46216</c:v>
                </c:pt>
                <c:pt idx="1135">
                  <c:v>46217</c:v>
                </c:pt>
                <c:pt idx="1136">
                  <c:v>46218</c:v>
                </c:pt>
                <c:pt idx="1137">
                  <c:v>46219</c:v>
                </c:pt>
                <c:pt idx="1138">
                  <c:v>46220</c:v>
                </c:pt>
                <c:pt idx="1139">
                  <c:v>46223</c:v>
                </c:pt>
                <c:pt idx="1140">
                  <c:v>46224</c:v>
                </c:pt>
                <c:pt idx="1141">
                  <c:v>46225</c:v>
                </c:pt>
                <c:pt idx="1142">
                  <c:v>46226</c:v>
                </c:pt>
                <c:pt idx="1143">
                  <c:v>46227</c:v>
                </c:pt>
                <c:pt idx="1144">
                  <c:v>46230</c:v>
                </c:pt>
                <c:pt idx="1145">
                  <c:v>46231</c:v>
                </c:pt>
                <c:pt idx="1146">
                  <c:v>46232</c:v>
                </c:pt>
                <c:pt idx="1147">
                  <c:v>46233</c:v>
                </c:pt>
                <c:pt idx="1148">
                  <c:v>46234</c:v>
                </c:pt>
                <c:pt idx="1149">
                  <c:v>46237</c:v>
                </c:pt>
                <c:pt idx="1150">
                  <c:v>46238</c:v>
                </c:pt>
                <c:pt idx="1151">
                  <c:v>46239</c:v>
                </c:pt>
                <c:pt idx="1152">
                  <c:v>46240</c:v>
                </c:pt>
                <c:pt idx="1153">
                  <c:v>46241</c:v>
                </c:pt>
                <c:pt idx="1154">
                  <c:v>46244</c:v>
                </c:pt>
                <c:pt idx="1155">
                  <c:v>46245</c:v>
                </c:pt>
                <c:pt idx="1156">
                  <c:v>46246</c:v>
                </c:pt>
                <c:pt idx="1157">
                  <c:v>46247</c:v>
                </c:pt>
                <c:pt idx="1158">
                  <c:v>46248</c:v>
                </c:pt>
                <c:pt idx="1159">
                  <c:v>46251</c:v>
                </c:pt>
                <c:pt idx="1160">
                  <c:v>46252</c:v>
                </c:pt>
                <c:pt idx="1161">
                  <c:v>46253</c:v>
                </c:pt>
                <c:pt idx="1162">
                  <c:v>46254</c:v>
                </c:pt>
                <c:pt idx="1163">
                  <c:v>46255</c:v>
                </c:pt>
                <c:pt idx="1164">
                  <c:v>46258</c:v>
                </c:pt>
                <c:pt idx="1165">
                  <c:v>46259</c:v>
                </c:pt>
                <c:pt idx="1166">
                  <c:v>46260</c:v>
                </c:pt>
                <c:pt idx="1167">
                  <c:v>46261</c:v>
                </c:pt>
                <c:pt idx="1168">
                  <c:v>46262</c:v>
                </c:pt>
                <c:pt idx="1169">
                  <c:v>46265</c:v>
                </c:pt>
                <c:pt idx="1170">
                  <c:v>46266</c:v>
                </c:pt>
                <c:pt idx="1171">
                  <c:v>46267</c:v>
                </c:pt>
                <c:pt idx="1172">
                  <c:v>46268</c:v>
                </c:pt>
                <c:pt idx="1173">
                  <c:v>46269</c:v>
                </c:pt>
                <c:pt idx="1174">
                  <c:v>46273</c:v>
                </c:pt>
                <c:pt idx="1175">
                  <c:v>46274</c:v>
                </c:pt>
                <c:pt idx="1176">
                  <c:v>46275</c:v>
                </c:pt>
                <c:pt idx="1177">
                  <c:v>46276</c:v>
                </c:pt>
                <c:pt idx="1178">
                  <c:v>46279</c:v>
                </c:pt>
                <c:pt idx="1179">
                  <c:v>46280</c:v>
                </c:pt>
                <c:pt idx="1180">
                  <c:v>46281</c:v>
                </c:pt>
                <c:pt idx="1181">
                  <c:v>46282</c:v>
                </c:pt>
                <c:pt idx="1182">
                  <c:v>46283</c:v>
                </c:pt>
                <c:pt idx="1183">
                  <c:v>46286</c:v>
                </c:pt>
                <c:pt idx="1184">
                  <c:v>46287</c:v>
                </c:pt>
                <c:pt idx="1185">
                  <c:v>46288</c:v>
                </c:pt>
                <c:pt idx="1186">
                  <c:v>46289</c:v>
                </c:pt>
                <c:pt idx="1187">
                  <c:v>46290</c:v>
                </c:pt>
                <c:pt idx="1188">
                  <c:v>46293</c:v>
                </c:pt>
                <c:pt idx="1189">
                  <c:v>46294</c:v>
                </c:pt>
                <c:pt idx="1190">
                  <c:v>46295</c:v>
                </c:pt>
                <c:pt idx="1191">
                  <c:v>46296</c:v>
                </c:pt>
                <c:pt idx="1192">
                  <c:v>46297</c:v>
                </c:pt>
                <c:pt idx="1193">
                  <c:v>46300</c:v>
                </c:pt>
                <c:pt idx="1194">
                  <c:v>46301</c:v>
                </c:pt>
                <c:pt idx="1195">
                  <c:v>46302</c:v>
                </c:pt>
                <c:pt idx="1196">
                  <c:v>46303</c:v>
                </c:pt>
                <c:pt idx="1197">
                  <c:v>46304</c:v>
                </c:pt>
                <c:pt idx="1198">
                  <c:v>46307</c:v>
                </c:pt>
                <c:pt idx="1199">
                  <c:v>46308</c:v>
                </c:pt>
                <c:pt idx="1200">
                  <c:v>46309</c:v>
                </c:pt>
                <c:pt idx="1201">
                  <c:v>46310</c:v>
                </c:pt>
                <c:pt idx="1202">
                  <c:v>46311</c:v>
                </c:pt>
                <c:pt idx="1203">
                  <c:v>#N/A</c:v>
                </c:pt>
                <c:pt idx="1204">
                  <c:v>#N/A</c:v>
                </c:pt>
                <c:pt idx="1205">
                  <c:v>#N/A</c:v>
                </c:pt>
                <c:pt idx="1206">
                  <c:v>#N/A</c:v>
                </c:pt>
                <c:pt idx="1207">
                  <c:v>#N/A</c:v>
                </c:pt>
                <c:pt idx="1208">
                  <c:v>#N/A</c:v>
                </c:pt>
                <c:pt idx="1209">
                  <c:v>#N/A</c:v>
                </c:pt>
                <c:pt idx="1210">
                  <c:v>#N/A</c:v>
                </c:pt>
                <c:pt idx="1211">
                  <c:v>#N/A</c:v>
                </c:pt>
                <c:pt idx="1212">
                  <c:v>#N/A</c:v>
                </c:pt>
                <c:pt idx="1213">
                  <c:v>#N/A</c:v>
                </c:pt>
                <c:pt idx="1214">
                  <c:v>#N/A</c:v>
                </c:pt>
                <c:pt idx="1215">
                  <c:v>#N/A</c:v>
                </c:pt>
                <c:pt idx="1216">
                  <c:v>#N/A</c:v>
                </c:pt>
                <c:pt idx="1217">
                  <c:v>#N/A</c:v>
                </c:pt>
                <c:pt idx="1218">
                  <c:v>#N/A</c:v>
                </c:pt>
                <c:pt idx="1219">
                  <c:v>#N/A</c:v>
                </c:pt>
                <c:pt idx="1220">
                  <c:v>#N/A</c:v>
                </c:pt>
                <c:pt idx="1221">
                  <c:v>#N/A</c:v>
                </c:pt>
                <c:pt idx="1222">
                  <c:v>#N/A</c:v>
                </c:pt>
                <c:pt idx="1223">
                  <c:v>#N/A</c:v>
                </c:pt>
                <c:pt idx="1224">
                  <c:v>#N/A</c:v>
                </c:pt>
                <c:pt idx="1225">
                  <c:v>#N/A</c:v>
                </c:pt>
                <c:pt idx="1226">
                  <c:v>#N/A</c:v>
                </c:pt>
                <c:pt idx="1227">
                  <c:v>#N/A</c:v>
                </c:pt>
                <c:pt idx="1228">
                  <c:v>#N/A</c:v>
                </c:pt>
                <c:pt idx="1229">
                  <c:v>#N/A</c:v>
                </c:pt>
                <c:pt idx="1230">
                  <c:v>#N/A</c:v>
                </c:pt>
                <c:pt idx="1231">
                  <c:v>#N/A</c:v>
                </c:pt>
                <c:pt idx="1232">
                  <c:v>#N/A</c:v>
                </c:pt>
                <c:pt idx="1233">
                  <c:v>#N/A</c:v>
                </c:pt>
                <c:pt idx="1234">
                  <c:v>#N/A</c:v>
                </c:pt>
                <c:pt idx="1235">
                  <c:v>#N/A</c:v>
                </c:pt>
                <c:pt idx="1236">
                  <c:v>#N/A</c:v>
                </c:pt>
                <c:pt idx="1237">
                  <c:v>#N/A</c:v>
                </c:pt>
                <c:pt idx="1238">
                  <c:v>#N/A</c:v>
                </c:pt>
                <c:pt idx="1239">
                  <c:v>#N/A</c:v>
                </c:pt>
                <c:pt idx="1240">
                  <c:v>#N/A</c:v>
                </c:pt>
                <c:pt idx="1241">
                  <c:v>#N/A</c:v>
                </c:pt>
                <c:pt idx="1242">
                  <c:v>#N/A</c:v>
                </c:pt>
                <c:pt idx="1243">
                  <c:v>#N/A</c:v>
                </c:pt>
                <c:pt idx="1244">
                  <c:v>#N/A</c:v>
                </c:pt>
                <c:pt idx="1245">
                  <c:v>#N/A</c:v>
                </c:pt>
                <c:pt idx="1246">
                  <c:v>#N/A</c:v>
                </c:pt>
                <c:pt idx="1247">
                  <c:v>#N/A</c:v>
                </c:pt>
                <c:pt idx="1248">
                  <c:v>#N/A</c:v>
                </c:pt>
                <c:pt idx="1249">
                  <c:v>#N/A</c:v>
                </c:pt>
                <c:pt idx="1250">
                  <c:v>#N/A</c:v>
                </c:pt>
                <c:pt idx="1251">
                  <c:v>#N/A</c:v>
                </c:pt>
                <c:pt idx="1252">
                  <c:v>#N/A</c:v>
                </c:pt>
                <c:pt idx="1253">
                  <c:v>#N/A</c:v>
                </c:pt>
                <c:pt idx="1254">
                  <c:v>#N/A</c:v>
                </c:pt>
                <c:pt idx="1255">
                  <c:v>#N/A</c:v>
                </c:pt>
                <c:pt idx="1256">
                  <c:v>#N/A</c:v>
                </c:pt>
                <c:pt idx="1257">
                  <c:v>#N/A</c:v>
                </c:pt>
                <c:pt idx="1258">
                  <c:v>#N/A</c:v>
                </c:pt>
                <c:pt idx="1259">
                  <c:v>#N/A</c:v>
                </c:pt>
                <c:pt idx="1260">
                  <c:v>#N/A</c:v>
                </c:pt>
                <c:pt idx="1261">
                  <c:v>#N/A</c:v>
                </c:pt>
                <c:pt idx="1262">
                  <c:v>#N/A</c:v>
                </c:pt>
                <c:pt idx="1263">
                  <c:v>#N/A</c:v>
                </c:pt>
                <c:pt idx="1264">
                  <c:v>#N/A</c:v>
                </c:pt>
                <c:pt idx="1265">
                  <c:v>#N/A</c:v>
                </c:pt>
                <c:pt idx="1266">
                  <c:v>#N/A</c:v>
                </c:pt>
                <c:pt idx="1267">
                  <c:v>#N/A</c:v>
                </c:pt>
                <c:pt idx="1268">
                  <c:v>#N/A</c:v>
                </c:pt>
                <c:pt idx="1269">
                  <c:v>#N/A</c:v>
                </c:pt>
                <c:pt idx="1270">
                  <c:v>#N/A</c:v>
                </c:pt>
                <c:pt idx="1271">
                  <c:v>#N/A</c:v>
                </c:pt>
                <c:pt idx="1272">
                  <c:v>#N/A</c:v>
                </c:pt>
                <c:pt idx="1273">
                  <c:v>#N/A</c:v>
                </c:pt>
                <c:pt idx="1274">
                  <c:v>#N/A</c:v>
                </c:pt>
                <c:pt idx="1275">
                  <c:v>#N/A</c:v>
                </c:pt>
                <c:pt idx="1276">
                  <c:v>#N/A</c:v>
                </c:pt>
                <c:pt idx="1277">
                  <c:v>#N/A</c:v>
                </c:pt>
                <c:pt idx="1278">
                  <c:v>#N/A</c:v>
                </c:pt>
                <c:pt idx="1279">
                  <c:v>#N/A</c:v>
                </c:pt>
                <c:pt idx="1280">
                  <c:v>#N/A</c:v>
                </c:pt>
                <c:pt idx="1281">
                  <c:v>#N/A</c:v>
                </c:pt>
                <c:pt idx="1282">
                  <c:v>#N/A</c:v>
                </c:pt>
                <c:pt idx="1283">
                  <c:v>#N/A</c:v>
                </c:pt>
                <c:pt idx="1284">
                  <c:v>#N/A</c:v>
                </c:pt>
                <c:pt idx="1285">
                  <c:v>#N/A</c:v>
                </c:pt>
                <c:pt idx="1286">
                  <c:v>#N/A</c:v>
                </c:pt>
                <c:pt idx="1287">
                  <c:v>#N/A</c:v>
                </c:pt>
                <c:pt idx="1288">
                  <c:v>#N/A</c:v>
                </c:pt>
                <c:pt idx="1289">
                  <c:v>#N/A</c:v>
                </c:pt>
                <c:pt idx="1290">
                  <c:v>#N/A</c:v>
                </c:pt>
                <c:pt idx="1291">
                  <c:v>#N/A</c:v>
                </c:pt>
                <c:pt idx="1292">
                  <c:v>#N/A</c:v>
                </c:pt>
                <c:pt idx="1293">
                  <c:v>#N/A</c:v>
                </c:pt>
                <c:pt idx="1294">
                  <c:v>#N/A</c:v>
                </c:pt>
                <c:pt idx="1295">
                  <c:v>#N/A</c:v>
                </c:pt>
                <c:pt idx="1296">
                  <c:v>#N/A</c:v>
                </c:pt>
                <c:pt idx="1297">
                  <c:v>#N/A</c:v>
                </c:pt>
                <c:pt idx="1298">
                  <c:v>#N/A</c:v>
                </c:pt>
                <c:pt idx="1299">
                  <c:v>#N/A</c:v>
                </c:pt>
                <c:pt idx="1300">
                  <c:v>#N/A</c:v>
                </c:pt>
                <c:pt idx="1301">
                  <c:v>#N/A</c:v>
                </c:pt>
                <c:pt idx="1302">
                  <c:v>#N/A</c:v>
                </c:pt>
                <c:pt idx="1303">
                  <c:v>#N/A</c:v>
                </c:pt>
                <c:pt idx="1304">
                  <c:v>#N/A</c:v>
                </c:pt>
                <c:pt idx="1305">
                  <c:v>#N/A</c:v>
                </c:pt>
                <c:pt idx="1306">
                  <c:v>#N/A</c:v>
                </c:pt>
                <c:pt idx="1307">
                  <c:v>#N/A</c:v>
                </c:pt>
                <c:pt idx="1308">
                  <c:v>#N/A</c:v>
                </c:pt>
                <c:pt idx="1309">
                  <c:v>#N/A</c:v>
                </c:pt>
                <c:pt idx="1310">
                  <c:v>#N/A</c:v>
                </c:pt>
                <c:pt idx="1311">
                  <c:v>#N/A</c:v>
                </c:pt>
                <c:pt idx="1312">
                  <c:v>#N/A</c:v>
                </c:pt>
                <c:pt idx="1313">
                  <c:v>#N/A</c:v>
                </c:pt>
                <c:pt idx="1314">
                  <c:v>#N/A</c:v>
                </c:pt>
                <c:pt idx="1315">
                  <c:v>#N/A</c:v>
                </c:pt>
                <c:pt idx="1316">
                  <c:v>#N/A</c:v>
                </c:pt>
                <c:pt idx="1317">
                  <c:v>#N/A</c:v>
                </c:pt>
                <c:pt idx="1318">
                  <c:v>#N/A</c:v>
                </c:pt>
                <c:pt idx="1319">
                  <c:v>#N/A</c:v>
                </c:pt>
                <c:pt idx="1320">
                  <c:v>#N/A</c:v>
                </c:pt>
                <c:pt idx="1321">
                  <c:v>#N/A</c:v>
                </c:pt>
                <c:pt idx="1322">
                  <c:v>#N/A</c:v>
                </c:pt>
                <c:pt idx="1323">
                  <c:v>#N/A</c:v>
                </c:pt>
                <c:pt idx="1324">
                  <c:v>#N/A</c:v>
                </c:pt>
                <c:pt idx="1325">
                  <c:v>#N/A</c:v>
                </c:pt>
                <c:pt idx="1326">
                  <c:v>#N/A</c:v>
                </c:pt>
                <c:pt idx="1327">
                  <c:v>#N/A</c:v>
                </c:pt>
                <c:pt idx="1328">
                  <c:v>#N/A</c:v>
                </c:pt>
                <c:pt idx="1329">
                  <c:v>#N/A</c:v>
                </c:pt>
                <c:pt idx="1330">
                  <c:v>#N/A</c:v>
                </c:pt>
              </c:numCache>
            </c:numRef>
          </c:cat>
          <c:val>
            <c:numRef>
              <c:f>SPX_UST!$AH$1275:$AH$4055</c:f>
              <c:numCache>
                <c:formatCode>General</c:formatCode>
                <c:ptCount val="2781"/>
                <c:pt idx="0" formatCode="0.0">
                  <c:v>100</c:v>
                </c:pt>
                <c:pt idx="1">
                  <c:v>100.63740773533523</c:v>
                </c:pt>
                <c:pt idx="2">
                  <c:v>100.57404462273773</c:v>
                </c:pt>
                <c:pt idx="3">
                  <c:v>98.623635699868686</c:v>
                </c:pt>
                <c:pt idx="4">
                  <c:v>98.528591030972422</c:v>
                </c:pt>
                <c:pt idx="5">
                  <c:v>98.129529308586783</c:v>
                </c:pt>
                <c:pt idx="6">
                  <c:v>97.988116269213535</c:v>
                </c:pt>
                <c:pt idx="7">
                  <c:v>98.885690427134548</c:v>
                </c:pt>
                <c:pt idx="8">
                  <c:v>99.164320273258738</c:v>
                </c:pt>
                <c:pt idx="9">
                  <c:v>97.75186837257516</c:v>
                </c:pt>
                <c:pt idx="10">
                  <c:v>97.832016415662082</c:v>
                </c:pt>
                <c:pt idx="11">
                  <c:v>96.033091490459924</c:v>
                </c:pt>
                <c:pt idx="12">
                  <c:v>95.102576906453464</c:v>
                </c:pt>
                <c:pt idx="13">
                  <c:v>94.052889315972195</c:v>
                </c:pt>
                <c:pt idx="14">
                  <c:v>92.27389649572622</c:v>
                </c:pt>
                <c:pt idx="15">
                  <c:v>92.52965687405856</c:v>
                </c:pt>
                <c:pt idx="16">
                  <c:v>91.403388038219376</c:v>
                </c:pt>
                <c:pt idx="17">
                  <c:v>91.266590854730723</c:v>
                </c:pt>
                <c:pt idx="18">
                  <c:v>90.775212014653349</c:v>
                </c:pt>
                <c:pt idx="19">
                  <c:v>92.985367736845973</c:v>
                </c:pt>
                <c:pt idx="20">
                  <c:v>94.741491089300112</c:v>
                </c:pt>
                <c:pt idx="21">
                  <c:v>95.391697334133497</c:v>
                </c:pt>
                <c:pt idx="22">
                  <c:v>96.290530361841206</c:v>
                </c:pt>
                <c:pt idx="23">
                  <c:v>93.941898963110987</c:v>
                </c:pt>
                <c:pt idx="24">
                  <c:v>94.426354019361469</c:v>
                </c:pt>
                <c:pt idx="25">
                  <c:v>94.076807841919575</c:v>
                </c:pt>
                <c:pt idx="26">
                  <c:v>94.867168256339497</c:v>
                </c:pt>
                <c:pt idx="27">
                  <c:v>96.244371802995332</c:v>
                </c:pt>
                <c:pt idx="28">
                  <c:v>94.500837148408209</c:v>
                </c:pt>
                <c:pt idx="29">
                  <c:v>92.708206572139602</c:v>
                </c:pt>
                <c:pt idx="30">
                  <c:v>92.352156234133048</c:v>
                </c:pt>
                <c:pt idx="31">
                  <c:v>93.808248954089095</c:v>
                </c:pt>
                <c:pt idx="32">
                  <c:v>93.890914736749423</c:v>
                </c:pt>
                <c:pt idx="33">
                  <c:v>91.902949531910309</c:v>
                </c:pt>
                <c:pt idx="34">
                  <c:v>91.244350821832214</c:v>
                </c:pt>
                <c:pt idx="35">
                  <c:v>90.318871716972552</c:v>
                </c:pt>
                <c:pt idx="36">
                  <c:v>88.655904728734583</c:v>
                </c:pt>
                <c:pt idx="37">
                  <c:v>89.981914237397731</c:v>
                </c:pt>
                <c:pt idx="38">
                  <c:v>91.995056837970964</c:v>
                </c:pt>
                <c:pt idx="39">
                  <c:v>91.770348581044047</c:v>
                </c:pt>
                <c:pt idx="40">
                  <c:v>90.350343461640264</c:v>
                </c:pt>
                <c:pt idx="41">
                  <c:v>92.034711236252207</c:v>
                </c:pt>
                <c:pt idx="42">
                  <c:v>91.551095426526174</c:v>
                </c:pt>
                <c:pt idx="43">
                  <c:v>90.824727559597108</c:v>
                </c:pt>
                <c:pt idx="44">
                  <c:v>88.143754537176648</c:v>
                </c:pt>
                <c:pt idx="45">
                  <c:v>87.506136990210294</c:v>
                </c:pt>
                <c:pt idx="46">
                  <c:v>89.75489805252856</c:v>
                </c:pt>
                <c:pt idx="47">
                  <c:v>89.369683897796691</c:v>
                </c:pt>
                <c:pt idx="48">
                  <c:v>88.21131388239651</c:v>
                </c:pt>
                <c:pt idx="49">
                  <c:v>87.556701593309626</c:v>
                </c:pt>
                <c:pt idx="50">
                  <c:v>89.431158705714125</c:v>
                </c:pt>
                <c:pt idx="51">
                  <c:v>91.432971478206966</c:v>
                </c:pt>
                <c:pt idx="52">
                  <c:v>92.561967865250679</c:v>
                </c:pt>
                <c:pt idx="53">
                  <c:v>93.641448707350648</c:v>
                </c:pt>
                <c:pt idx="54">
                  <c:v>93.600745250913846</c:v>
                </c:pt>
                <c:pt idx="55">
                  <c:v>94.658825306639812</c:v>
                </c:pt>
                <c:pt idx="56">
                  <c:v>93.497098305141762</c:v>
                </c:pt>
                <c:pt idx="57">
                  <c:v>94.838214251245361</c:v>
                </c:pt>
                <c:pt idx="58">
                  <c:v>95.318682886504661</c:v>
                </c:pt>
                <c:pt idx="59">
                  <c:v>95.999731441112317</c:v>
                </c:pt>
                <c:pt idx="60">
                  <c:v>97.176355068419753</c:v>
                </c:pt>
                <c:pt idx="61">
                  <c:v>96.564754163711982</c:v>
                </c:pt>
                <c:pt idx="62">
                  <c:v>95.053271173140914</c:v>
                </c:pt>
                <c:pt idx="63">
                  <c:v>95.37743014321758</c:v>
                </c:pt>
                <c:pt idx="64">
                  <c:v>96.149117322468086</c:v>
                </c:pt>
                <c:pt idx="65">
                  <c:v>94.942280820279748</c:v>
                </c:pt>
                <c:pt idx="66">
                  <c:v>94.019739078255739</c:v>
                </c:pt>
                <c:pt idx="67">
                  <c:v>94.419640047165871</c:v>
                </c:pt>
                <c:pt idx="68">
                  <c:v>94.169334771242603</c:v>
                </c:pt>
                <c:pt idx="69">
                  <c:v>92.580011665526911</c:v>
                </c:pt>
                <c:pt idx="70">
                  <c:v>92.2636157258016</c:v>
                </c:pt>
                <c:pt idx="71">
                  <c:v>93.294630081113425</c:v>
                </c:pt>
                <c:pt idx="72">
                  <c:v>92.161647273078472</c:v>
                </c:pt>
                <c:pt idx="73">
                  <c:v>92.142764226277876</c:v>
                </c:pt>
                <c:pt idx="74">
                  <c:v>93.622355848919057</c:v>
                </c:pt>
                <c:pt idx="75">
                  <c:v>93.564447838730601</c:v>
                </c:pt>
                <c:pt idx="76">
                  <c:v>92.184097117608019</c:v>
                </c:pt>
                <c:pt idx="77">
                  <c:v>89.626912957546921</c:v>
                </c:pt>
                <c:pt idx="78">
                  <c:v>90.137594467687151</c:v>
                </c:pt>
                <c:pt idx="79">
                  <c:v>87.600552224213345</c:v>
                </c:pt>
                <c:pt idx="80">
                  <c:v>87.784347213072351</c:v>
                </c:pt>
                <c:pt idx="81">
                  <c:v>89.956736841663826</c:v>
                </c:pt>
                <c:pt idx="82">
                  <c:v>86.692697296367584</c:v>
                </c:pt>
                <c:pt idx="83">
                  <c:v>87.184705571338284</c:v>
                </c:pt>
                <c:pt idx="84">
                  <c:v>87.606426949884593</c:v>
                </c:pt>
                <c:pt idx="85">
                  <c:v>90.22256817828972</c:v>
                </c:pt>
                <c:pt idx="86">
                  <c:v>87.006155873257185</c:v>
                </c:pt>
                <c:pt idx="87">
                  <c:v>86.512469105237528</c:v>
                </c:pt>
                <c:pt idx="88">
                  <c:v>83.740857458174247</c:v>
                </c:pt>
                <c:pt idx="89">
                  <c:v>83.946682668300596</c:v>
                </c:pt>
                <c:pt idx="90">
                  <c:v>82.564653454129058</c:v>
                </c:pt>
                <c:pt idx="91">
                  <c:v>82.457649522259089</c:v>
                </c:pt>
                <c:pt idx="92">
                  <c:v>84.425892433773114</c:v>
                </c:pt>
                <c:pt idx="93">
                  <c:v>84.09271156355841</c:v>
                </c:pt>
                <c:pt idx="94">
                  <c:v>85.788828789512934</c:v>
                </c:pt>
                <c:pt idx="95">
                  <c:v>82.323370078343814</c:v>
                </c:pt>
                <c:pt idx="96">
                  <c:v>81.843111254715666</c:v>
                </c:pt>
                <c:pt idx="97">
                  <c:v>81.855070517689384</c:v>
                </c:pt>
                <c:pt idx="98">
                  <c:v>83.373896915349562</c:v>
                </c:pt>
                <c:pt idx="99">
                  <c:v>82.696834781733131</c:v>
                </c:pt>
                <c:pt idx="100">
                  <c:v>83.478383107646124</c:v>
                </c:pt>
                <c:pt idx="101">
                  <c:v>85.138202921417346</c:v>
                </c:pt>
                <c:pt idx="102">
                  <c:v>87.2447116978379</c:v>
                </c:pt>
                <c:pt idx="103">
                  <c:v>86.697313152252121</c:v>
                </c:pt>
                <c:pt idx="104">
                  <c:v>86.048575588836556</c:v>
                </c:pt>
                <c:pt idx="105">
                  <c:v>87.634541708454364</c:v>
                </c:pt>
                <c:pt idx="106">
                  <c:v>86.201947891183522</c:v>
                </c:pt>
                <c:pt idx="107">
                  <c:v>86.472395083694096</c:v>
                </c:pt>
                <c:pt idx="108">
                  <c:v>87.29590573583063</c:v>
                </c:pt>
                <c:pt idx="109">
                  <c:v>86.35364170048156</c:v>
                </c:pt>
                <c:pt idx="110">
                  <c:v>84.298536773684816</c:v>
                </c:pt>
                <c:pt idx="111">
                  <c:v>81.844579936133556</c:v>
                </c:pt>
                <c:pt idx="112">
                  <c:v>78.671598638742338</c:v>
                </c:pt>
                <c:pt idx="113">
                  <c:v>78.37471518071095</c:v>
                </c:pt>
                <c:pt idx="114">
                  <c:v>79.518398381932911</c:v>
                </c:pt>
                <c:pt idx="115">
                  <c:v>76.933099463302057</c:v>
                </c:pt>
                <c:pt idx="116">
                  <c:v>77.102417449613938</c:v>
                </c:pt>
                <c:pt idx="117">
                  <c:v>78.989673071516577</c:v>
                </c:pt>
                <c:pt idx="118">
                  <c:v>78.886865372268971</c:v>
                </c:pt>
                <c:pt idx="119">
                  <c:v>79.638830258194403</c:v>
                </c:pt>
                <c:pt idx="120">
                  <c:v>82.072854990789494</c:v>
                </c:pt>
                <c:pt idx="121">
                  <c:v>81.828844063799764</c:v>
                </c:pt>
                <c:pt idx="122">
                  <c:v>80.180563889740029</c:v>
                </c:pt>
                <c:pt idx="123">
                  <c:v>80.123495126076051</c:v>
                </c:pt>
                <c:pt idx="124">
                  <c:v>79.421675219987733</c:v>
                </c:pt>
                <c:pt idx="125">
                  <c:v>80.259872686302472</c:v>
                </c:pt>
                <c:pt idx="126">
                  <c:v>80.387018534759719</c:v>
                </c:pt>
                <c:pt idx="127">
                  <c:v>80.674250657759686</c:v>
                </c:pt>
                <c:pt idx="128">
                  <c:v>81.88150678321027</c:v>
                </c:pt>
                <c:pt idx="129">
                  <c:v>81.813527814728189</c:v>
                </c:pt>
                <c:pt idx="130">
                  <c:v>80.870424532854642</c:v>
                </c:pt>
                <c:pt idx="131">
                  <c:v>80.122865691182696</c:v>
                </c:pt>
                <c:pt idx="132">
                  <c:v>79.765766295020555</c:v>
                </c:pt>
                <c:pt idx="133">
                  <c:v>79.526581035546499</c:v>
                </c:pt>
                <c:pt idx="134">
                  <c:v>81.05359008682025</c:v>
                </c:pt>
                <c:pt idx="135">
                  <c:v>80.375688706679341</c:v>
                </c:pt>
                <c:pt idx="136">
                  <c:v>82.59633501042785</c:v>
                </c:pt>
                <c:pt idx="137">
                  <c:v>83.083307806251767</c:v>
                </c:pt>
                <c:pt idx="138">
                  <c:v>83.902622225765938</c:v>
                </c:pt>
                <c:pt idx="139">
                  <c:v>83.119605218435126</c:v>
                </c:pt>
                <c:pt idx="140">
                  <c:v>83.228917078247378</c:v>
                </c:pt>
                <c:pt idx="141">
                  <c:v>82.268189619359973</c:v>
                </c:pt>
                <c:pt idx="142">
                  <c:v>84.420017708101895</c:v>
                </c:pt>
                <c:pt idx="143">
                  <c:v>85.444318091217923</c:v>
                </c:pt>
                <c:pt idx="144">
                  <c:v>86.65828818886429</c:v>
                </c:pt>
                <c:pt idx="145">
                  <c:v>86.413647826981176</c:v>
                </c:pt>
                <c:pt idx="146">
                  <c:v>85.837924711194518</c:v>
                </c:pt>
                <c:pt idx="147">
                  <c:v>87.180299527084813</c:v>
                </c:pt>
                <c:pt idx="148">
                  <c:v>87.112530370233827</c:v>
                </c:pt>
                <c:pt idx="149">
                  <c:v>86.970907519229442</c:v>
                </c:pt>
                <c:pt idx="150">
                  <c:v>86.863274152466133</c:v>
                </c:pt>
                <c:pt idx="151">
                  <c:v>86.494215493330302</c:v>
                </c:pt>
                <c:pt idx="152">
                  <c:v>88.335732179649327</c:v>
                </c:pt>
                <c:pt idx="153">
                  <c:v>88.273418125207414</c:v>
                </c:pt>
                <c:pt idx="154">
                  <c:v>89.802525292792325</c:v>
                </c:pt>
                <c:pt idx="155">
                  <c:v>90.158995254061097</c:v>
                </c:pt>
                <c:pt idx="156">
                  <c:v>90.328103428741869</c:v>
                </c:pt>
                <c:pt idx="157">
                  <c:v>89.674330386179491</c:v>
                </c:pt>
                <c:pt idx="158">
                  <c:v>89.877847668363543</c:v>
                </c:pt>
                <c:pt idx="159">
                  <c:v>88.718428594807776</c:v>
                </c:pt>
                <c:pt idx="160">
                  <c:v>86.819843144824773</c:v>
                </c:pt>
                <c:pt idx="161">
                  <c:v>86.625557574409896</c:v>
                </c:pt>
                <c:pt idx="162">
                  <c:v>86.878170778275475</c:v>
                </c:pt>
                <c:pt idx="163">
                  <c:v>88.102421645846576</c:v>
                </c:pt>
                <c:pt idx="164">
                  <c:v>85.134426312057229</c:v>
                </c:pt>
                <c:pt idx="165">
                  <c:v>84.566885849884159</c:v>
                </c:pt>
                <c:pt idx="166">
                  <c:v>83.634273149566496</c:v>
                </c:pt>
                <c:pt idx="167">
                  <c:v>82.980500107004119</c:v>
                </c:pt>
                <c:pt idx="168">
                  <c:v>83.22912688987843</c:v>
                </c:pt>
                <c:pt idx="169">
                  <c:v>82.335539152948655</c:v>
                </c:pt>
                <c:pt idx="170">
                  <c:v>81.998371861742697</c:v>
                </c:pt>
                <c:pt idx="171">
                  <c:v>83.502301633593532</c:v>
                </c:pt>
                <c:pt idx="172">
                  <c:v>84.054316035063877</c:v>
                </c:pt>
                <c:pt idx="173">
                  <c:v>85.337943594241267</c:v>
                </c:pt>
                <c:pt idx="174">
                  <c:v>86.241182666202448</c:v>
                </c:pt>
                <c:pt idx="175">
                  <c:v>82.51241035798077</c:v>
                </c:pt>
                <c:pt idx="176">
                  <c:v>82.791879450629409</c:v>
                </c:pt>
                <c:pt idx="177">
                  <c:v>81.854860706058261</c:v>
                </c:pt>
                <c:pt idx="178">
                  <c:v>81.26696851566679</c:v>
                </c:pt>
                <c:pt idx="179">
                  <c:v>81.824228207915084</c:v>
                </c:pt>
                <c:pt idx="180">
                  <c:v>80.901896277522184</c:v>
                </c:pt>
                <c:pt idx="181">
                  <c:v>79.51713951214613</c:v>
                </c:pt>
                <c:pt idx="182">
                  <c:v>78.847001162356563</c:v>
                </c:pt>
                <c:pt idx="183">
                  <c:v>77.488261039239106</c:v>
                </c:pt>
                <c:pt idx="184">
                  <c:v>76.686990420001052</c:v>
                </c:pt>
                <c:pt idx="185">
                  <c:v>76.524386405884911</c:v>
                </c:pt>
                <c:pt idx="186">
                  <c:v>78.029784859153551</c:v>
                </c:pt>
                <c:pt idx="187">
                  <c:v>76.381294873462693</c:v>
                </c:pt>
                <c:pt idx="188">
                  <c:v>75.230478076782745</c:v>
                </c:pt>
                <c:pt idx="189">
                  <c:v>77.177739825185043</c:v>
                </c:pt>
                <c:pt idx="190">
                  <c:v>79.538120675257844</c:v>
                </c:pt>
                <c:pt idx="191">
                  <c:v>79.377614777452905</c:v>
                </c:pt>
                <c:pt idx="192">
                  <c:v>78.564384895241147</c:v>
                </c:pt>
                <c:pt idx="193">
                  <c:v>76.364300131342176</c:v>
                </c:pt>
                <c:pt idx="194">
                  <c:v>75.792143813284525</c:v>
                </c:pt>
                <c:pt idx="195">
                  <c:v>75.298037422002636</c:v>
                </c:pt>
                <c:pt idx="196">
                  <c:v>75.050249885652775</c:v>
                </c:pt>
                <c:pt idx="197">
                  <c:v>76.998980315472863</c:v>
                </c:pt>
                <c:pt idx="198">
                  <c:v>75.176976110847789</c:v>
                </c:pt>
                <c:pt idx="199">
                  <c:v>77.167668866891404</c:v>
                </c:pt>
                <c:pt idx="200">
                  <c:v>78.049507152478611</c:v>
                </c:pt>
                <c:pt idx="201">
                  <c:v>77.52875468404477</c:v>
                </c:pt>
                <c:pt idx="202">
                  <c:v>76.91232811182131</c:v>
                </c:pt>
                <c:pt idx="203">
                  <c:v>78.737059867650899</c:v>
                </c:pt>
                <c:pt idx="204">
                  <c:v>79.6726099308042</c:v>
                </c:pt>
                <c:pt idx="205">
                  <c:v>80.968616376217497</c:v>
                </c:pt>
                <c:pt idx="206">
                  <c:v>80.370443415901249</c:v>
                </c:pt>
                <c:pt idx="207">
                  <c:v>79.881582315397281</c:v>
                </c:pt>
                <c:pt idx="208">
                  <c:v>81.848776168755705</c:v>
                </c:pt>
                <c:pt idx="209">
                  <c:v>81.238643945465782</c:v>
                </c:pt>
                <c:pt idx="210">
                  <c:v>80.905463075251049</c:v>
                </c:pt>
                <c:pt idx="211">
                  <c:v>78.882669139646438</c:v>
                </c:pt>
                <c:pt idx="212">
                  <c:v>78.047618847798461</c:v>
                </c:pt>
                <c:pt idx="213">
                  <c:v>79.110524571040159</c:v>
                </c:pt>
                <c:pt idx="214">
                  <c:v>79.871091733841396</c:v>
                </c:pt>
                <c:pt idx="215">
                  <c:v>80.318200319752961</c:v>
                </c:pt>
                <c:pt idx="216">
                  <c:v>78.649358605843716</c:v>
                </c:pt>
                <c:pt idx="217">
                  <c:v>83.009244300467074</c:v>
                </c:pt>
                <c:pt idx="218">
                  <c:v>83.776315623832957</c:v>
                </c:pt>
                <c:pt idx="219">
                  <c:v>83.027707724005424</c:v>
                </c:pt>
                <c:pt idx="220">
                  <c:v>83.751138228098839</c:v>
                </c:pt>
                <c:pt idx="221">
                  <c:v>83.060018715197515</c:v>
                </c:pt>
                <c:pt idx="222">
                  <c:v>82.803419090340711</c:v>
                </c:pt>
                <c:pt idx="223">
                  <c:v>83.197445333579537</c:v>
                </c:pt>
                <c:pt idx="224">
                  <c:v>82.874335421658444</c:v>
                </c:pt>
                <c:pt idx="225">
                  <c:v>83.999765010973164</c:v>
                </c:pt>
                <c:pt idx="226">
                  <c:v>84.496598953459625</c:v>
                </c:pt>
                <c:pt idx="227">
                  <c:v>84.472680427512202</c:v>
                </c:pt>
                <c:pt idx="228">
                  <c:v>83.168071705223085</c:v>
                </c:pt>
                <c:pt idx="229">
                  <c:v>83.035680565987889</c:v>
                </c:pt>
                <c:pt idx="230">
                  <c:v>85.605453423916032</c:v>
                </c:pt>
                <c:pt idx="231">
                  <c:v>85.5311801065004</c:v>
                </c:pt>
                <c:pt idx="232">
                  <c:v>85.429001842146135</c:v>
                </c:pt>
                <c:pt idx="233">
                  <c:v>83.900314297823442</c:v>
                </c:pt>
                <c:pt idx="234">
                  <c:v>82.692218925848394</c:v>
                </c:pt>
                <c:pt idx="235">
                  <c:v>82.538217188608087</c:v>
                </c:pt>
                <c:pt idx="236">
                  <c:v>83.159049805085004</c:v>
                </c:pt>
                <c:pt idx="237">
                  <c:v>82.54786852363948</c:v>
                </c:pt>
                <c:pt idx="238">
                  <c:v>83.726590267258047</c:v>
                </c:pt>
                <c:pt idx="239">
                  <c:v>84.336932302179093</c:v>
                </c:pt>
                <c:pt idx="240">
                  <c:v>83.82646060367</c:v>
                </c:pt>
                <c:pt idx="241">
                  <c:v>81.737366192632209</c:v>
                </c:pt>
                <c:pt idx="242">
                  <c:v>80.826993525213027</c:v>
                </c:pt>
                <c:pt idx="243">
                  <c:v>80.098947165235018</c:v>
                </c:pt>
                <c:pt idx="244">
                  <c:v>80.182032571157606</c:v>
                </c:pt>
                <c:pt idx="245">
                  <c:v>81.374182259167696</c:v>
                </c:pt>
                <c:pt idx="246">
                  <c:v>80.19818806675363</c:v>
                </c:pt>
                <c:pt idx="247">
                  <c:v>80.668795555350385</c:v>
                </c:pt>
                <c:pt idx="248">
                  <c:v>80.342118845700313</c:v>
                </c:pt>
                <c:pt idx="249">
                  <c:v>79.376355907666081</c:v>
                </c:pt>
                <c:pt idx="250">
                  <c:v>80.762371542828831</c:v>
                </c:pt>
                <c:pt idx="251" formatCode="0.0">
                  <c:v>100</c:v>
                </c:pt>
                <c:pt idx="252">
                  <c:v>99.599947909884094</c:v>
                </c:pt>
                <c:pt idx="253">
                  <c:v>100.3508269305899</c:v>
                </c:pt>
                <c:pt idx="254">
                  <c:v>99.182185180361998</c:v>
                </c:pt>
                <c:pt idx="255">
                  <c:v>101.44758432087507</c:v>
                </c:pt>
                <c:pt idx="256">
                  <c:v>101.3697095976038</c:v>
                </c:pt>
                <c:pt idx="257">
                  <c:v>102.07709337153268</c:v>
                </c:pt>
                <c:pt idx="258">
                  <c:v>103.38872248990749</c:v>
                </c:pt>
                <c:pt idx="259">
                  <c:v>103.74189347571294</c:v>
                </c:pt>
                <c:pt idx="260">
                  <c:v>104.15653079828097</c:v>
                </c:pt>
                <c:pt idx="261">
                  <c:v>103.94504492772489</c:v>
                </c:pt>
                <c:pt idx="262">
                  <c:v>102.32738637843464</c:v>
                </c:pt>
                <c:pt idx="263">
                  <c:v>101.5457741893475</c:v>
                </c:pt>
                <c:pt idx="264">
                  <c:v>103.46685766375822</c:v>
                </c:pt>
                <c:pt idx="265">
                  <c:v>104.69618439901021</c:v>
                </c:pt>
                <c:pt idx="266">
                  <c:v>104.62169553327246</c:v>
                </c:pt>
                <c:pt idx="267">
                  <c:v>104.60268264096878</c:v>
                </c:pt>
                <c:pt idx="268">
                  <c:v>105.75413465294952</c:v>
                </c:pt>
                <c:pt idx="269">
                  <c:v>106.01797108998561</c:v>
                </c:pt>
                <c:pt idx="270">
                  <c:v>104.64305248079171</c:v>
                </c:pt>
                <c:pt idx="271">
                  <c:v>106.17528324000514</c:v>
                </c:pt>
                <c:pt idx="272">
                  <c:v>107.28506315926548</c:v>
                </c:pt>
                <c:pt idx="273">
                  <c:v>108.86209141815337</c:v>
                </c:pt>
                <c:pt idx="274">
                  <c:v>107.73486131006636</c:v>
                </c:pt>
                <c:pt idx="275">
                  <c:v>107.07331683812993</c:v>
                </c:pt>
                <c:pt idx="276">
                  <c:v>108.45162130485738</c:v>
                </c:pt>
                <c:pt idx="277">
                  <c:v>107.24990233103266</c:v>
                </c:pt>
                <c:pt idx="278">
                  <c:v>106.30290402396142</c:v>
                </c:pt>
                <c:pt idx="279">
                  <c:v>106.53626774319568</c:v>
                </c:pt>
                <c:pt idx="280">
                  <c:v>107.7559578070061</c:v>
                </c:pt>
                <c:pt idx="281">
                  <c:v>107.7257455397838</c:v>
                </c:pt>
                <c:pt idx="282">
                  <c:v>108.02448235447322</c:v>
                </c:pt>
                <c:pt idx="283">
                  <c:v>106.53496549029819</c:v>
                </c:pt>
                <c:pt idx="284">
                  <c:v>106.24013543430134</c:v>
                </c:pt>
                <c:pt idx="285">
                  <c:v>104.11095194686808</c:v>
                </c:pt>
                <c:pt idx="286">
                  <c:v>103.94712853236098</c:v>
                </c:pt>
                <c:pt idx="287">
                  <c:v>104.50110691496289</c:v>
                </c:pt>
                <c:pt idx="288">
                  <c:v>103.39992186482615</c:v>
                </c:pt>
                <c:pt idx="289">
                  <c:v>103.71767157181922</c:v>
                </c:pt>
                <c:pt idx="290">
                  <c:v>103.40278682120066</c:v>
                </c:pt>
                <c:pt idx="291">
                  <c:v>102.9141815340539</c:v>
                </c:pt>
                <c:pt idx="292">
                  <c:v>103.69449147024349</c:v>
                </c:pt>
                <c:pt idx="293">
                  <c:v>105.36892824586529</c:v>
                </c:pt>
                <c:pt idx="294">
                  <c:v>105.44133350696701</c:v>
                </c:pt>
                <c:pt idx="295">
                  <c:v>103.82523766115376</c:v>
                </c:pt>
                <c:pt idx="296">
                  <c:v>103.97213178799321</c:v>
                </c:pt>
                <c:pt idx="297">
                  <c:v>102.05287146763901</c:v>
                </c:pt>
                <c:pt idx="298">
                  <c:v>100.57533533012111</c:v>
                </c:pt>
                <c:pt idx="299">
                  <c:v>100.42349264227111</c:v>
                </c:pt>
                <c:pt idx="300">
                  <c:v>102.07813517385073</c:v>
                </c:pt>
                <c:pt idx="301">
                  <c:v>101.36554238833176</c:v>
                </c:pt>
                <c:pt idx="302">
                  <c:v>103.14572209923161</c:v>
                </c:pt>
                <c:pt idx="303">
                  <c:v>102.00911577028252</c:v>
                </c:pt>
                <c:pt idx="304">
                  <c:v>102.91886964448493</c:v>
                </c:pt>
                <c:pt idx="305">
                  <c:v>104.25498111733297</c:v>
                </c:pt>
                <c:pt idx="306">
                  <c:v>102.53861179841125</c:v>
                </c:pt>
                <c:pt idx="307">
                  <c:v>102.84464122932673</c:v>
                </c:pt>
                <c:pt idx="308">
                  <c:v>103.42466466987889</c:v>
                </c:pt>
                <c:pt idx="309">
                  <c:v>103.59499934887356</c:v>
                </c:pt>
                <c:pt idx="310">
                  <c:v>103.43195728610497</c:v>
                </c:pt>
                <c:pt idx="311">
                  <c:v>104.90454486261235</c:v>
                </c:pt>
                <c:pt idx="312">
                  <c:v>105.50410209662722</c:v>
                </c:pt>
                <c:pt idx="313">
                  <c:v>107.02721708555808</c:v>
                </c:pt>
                <c:pt idx="314">
                  <c:v>107.42310196640193</c:v>
                </c:pt>
                <c:pt idx="315">
                  <c:v>106.80036463081136</c:v>
                </c:pt>
                <c:pt idx="316">
                  <c:v>106.53418413855975</c:v>
                </c:pt>
                <c:pt idx="317">
                  <c:v>106.91548378695148</c:v>
                </c:pt>
                <c:pt idx="318">
                  <c:v>107.022008073968</c:v>
                </c:pt>
                <c:pt idx="319">
                  <c:v>107.01758041411644</c:v>
                </c:pt>
                <c:pt idx="320">
                  <c:v>106.57507487954163</c:v>
                </c:pt>
                <c:pt idx="321">
                  <c:v>107.98854017450191</c:v>
                </c:pt>
                <c:pt idx="322">
                  <c:v>107.76507357728872</c:v>
                </c:pt>
                <c:pt idx="323">
                  <c:v>108.12136997004818</c:v>
                </c:pt>
                <c:pt idx="324">
                  <c:v>108.21382992577158</c:v>
                </c:pt>
                <c:pt idx="325">
                  <c:v>108.204714155489</c:v>
                </c:pt>
                <c:pt idx="326">
                  <c:v>107.56061987237921</c:v>
                </c:pt>
                <c:pt idx="327">
                  <c:v>107.65776793853367</c:v>
                </c:pt>
                <c:pt idx="328">
                  <c:v>107.74944654251853</c:v>
                </c:pt>
                <c:pt idx="329">
                  <c:v>106.04583930199243</c:v>
                </c:pt>
                <c:pt idx="330">
                  <c:v>105.63849459565044</c:v>
                </c:pt>
                <c:pt idx="331">
                  <c:v>107.70543039458262</c:v>
                </c:pt>
                <c:pt idx="332">
                  <c:v>108.59434822242478</c:v>
                </c:pt>
                <c:pt idx="333">
                  <c:v>108.55241567912488</c:v>
                </c:pt>
                <c:pt idx="334">
                  <c:v>107.29469983070712</c:v>
                </c:pt>
                <c:pt idx="335">
                  <c:v>106.54382081000132</c:v>
                </c:pt>
                <c:pt idx="336">
                  <c:v>105.77471024873032</c:v>
                </c:pt>
                <c:pt idx="337">
                  <c:v>107.72887094673787</c:v>
                </c:pt>
                <c:pt idx="338">
                  <c:v>107.77757520510487</c:v>
                </c:pt>
                <c:pt idx="339">
                  <c:v>107.28402135694756</c:v>
                </c:pt>
                <c:pt idx="340">
                  <c:v>107.76507357728873</c:v>
                </c:pt>
                <c:pt idx="341">
                  <c:v>107.58223727047793</c:v>
                </c:pt>
                <c:pt idx="342">
                  <c:v>107.41190259148325</c:v>
                </c:pt>
                <c:pt idx="343">
                  <c:v>107.72965229847634</c:v>
                </c:pt>
                <c:pt idx="344">
                  <c:v>107.04258366974865</c:v>
                </c:pt>
                <c:pt idx="345">
                  <c:v>108.31540565177757</c:v>
                </c:pt>
                <c:pt idx="346">
                  <c:v>109.33845552806352</c:v>
                </c:pt>
                <c:pt idx="347">
                  <c:v>109.18036202630546</c:v>
                </c:pt>
                <c:pt idx="348">
                  <c:v>109.19729131397315</c:v>
                </c:pt>
                <c:pt idx="349">
                  <c:v>107.97187133741372</c:v>
                </c:pt>
                <c:pt idx="350">
                  <c:v>107.18166427920302</c:v>
                </c:pt>
                <c:pt idx="351">
                  <c:v>108.12032816773018</c:v>
                </c:pt>
                <c:pt idx="352">
                  <c:v>109.53118895689541</c:v>
                </c:pt>
                <c:pt idx="353">
                  <c:v>109.53301211095194</c:v>
                </c:pt>
                <c:pt idx="354">
                  <c:v>108.86391457220989</c:v>
                </c:pt>
                <c:pt idx="355">
                  <c:v>109.93671050918086</c:v>
                </c:pt>
                <c:pt idx="356">
                  <c:v>111.53457481442895</c:v>
                </c:pt>
                <c:pt idx="357">
                  <c:v>111.31110821721578</c:v>
                </c:pt>
                <c:pt idx="358">
                  <c:v>111.57312150019533</c:v>
                </c:pt>
                <c:pt idx="359">
                  <c:v>111.1478057038677</c:v>
                </c:pt>
                <c:pt idx="360">
                  <c:v>111.8356556843339</c:v>
                </c:pt>
                <c:pt idx="361">
                  <c:v>111.96405782002864</c:v>
                </c:pt>
                <c:pt idx="362">
                  <c:v>113.00768329209532</c:v>
                </c:pt>
                <c:pt idx="363">
                  <c:v>113.79111863523894</c:v>
                </c:pt>
                <c:pt idx="364">
                  <c:v>113.88435994270087</c:v>
                </c:pt>
                <c:pt idx="365">
                  <c:v>115.27125927855188</c:v>
                </c:pt>
                <c:pt idx="366">
                  <c:v>114.84802708686026</c:v>
                </c:pt>
                <c:pt idx="367">
                  <c:v>114.30420627685895</c:v>
                </c:pt>
                <c:pt idx="368">
                  <c:v>113.70464904284408</c:v>
                </c:pt>
                <c:pt idx="369">
                  <c:v>114.12657898163818</c:v>
                </c:pt>
                <c:pt idx="370">
                  <c:v>113.25250683682764</c:v>
                </c:pt>
                <c:pt idx="371">
                  <c:v>112.74436775621817</c:v>
                </c:pt>
                <c:pt idx="372">
                  <c:v>114.03594217997126</c:v>
                </c:pt>
                <c:pt idx="373">
                  <c:v>113.99557234014834</c:v>
                </c:pt>
                <c:pt idx="374">
                  <c:v>114.50553457481431</c:v>
                </c:pt>
                <c:pt idx="375">
                  <c:v>115.910405000651</c:v>
                </c:pt>
                <c:pt idx="376">
                  <c:v>116.04609975257181</c:v>
                </c:pt>
                <c:pt idx="377">
                  <c:v>115.81768459434807</c:v>
                </c:pt>
                <c:pt idx="378">
                  <c:v>114.90011720276061</c:v>
                </c:pt>
                <c:pt idx="379">
                  <c:v>114.57090767026941</c:v>
                </c:pt>
                <c:pt idx="380">
                  <c:v>114.84646438338306</c:v>
                </c:pt>
                <c:pt idx="381">
                  <c:v>115.62078395624411</c:v>
                </c:pt>
                <c:pt idx="382">
                  <c:v>116.47766636280747</c:v>
                </c:pt>
                <c:pt idx="383">
                  <c:v>117.4642531579631</c:v>
                </c:pt>
                <c:pt idx="384">
                  <c:v>117.34392499023295</c:v>
                </c:pt>
                <c:pt idx="385">
                  <c:v>117.79632764682884</c:v>
                </c:pt>
                <c:pt idx="386">
                  <c:v>118.63471806224752</c:v>
                </c:pt>
                <c:pt idx="387">
                  <c:v>118.91444198463327</c:v>
                </c:pt>
                <c:pt idx="388">
                  <c:v>118.11095194686791</c:v>
                </c:pt>
                <c:pt idx="389">
                  <c:v>118.14923818205479</c:v>
                </c:pt>
                <c:pt idx="390">
                  <c:v>118.62586274254444</c:v>
                </c:pt>
                <c:pt idx="391">
                  <c:v>118.95976038546671</c:v>
                </c:pt>
                <c:pt idx="392">
                  <c:v>118.94126839432204</c:v>
                </c:pt>
                <c:pt idx="393">
                  <c:v>118.1771063940616</c:v>
                </c:pt>
                <c:pt idx="394">
                  <c:v>119.34444589139197</c:v>
                </c:pt>
                <c:pt idx="395">
                  <c:v>119.51972913139717</c:v>
                </c:pt>
                <c:pt idx="396">
                  <c:v>119.20119807266555</c:v>
                </c:pt>
                <c:pt idx="397">
                  <c:v>117.55150410209649</c:v>
                </c:pt>
                <c:pt idx="398">
                  <c:v>117.25198593566857</c:v>
                </c:pt>
                <c:pt idx="399">
                  <c:v>116.6305508529755</c:v>
                </c:pt>
                <c:pt idx="400">
                  <c:v>117.68303164474526</c:v>
                </c:pt>
                <c:pt idx="401">
                  <c:v>117.18661284021341</c:v>
                </c:pt>
                <c:pt idx="402">
                  <c:v>116.36176585492886</c:v>
                </c:pt>
                <c:pt idx="403">
                  <c:v>116.39093631983314</c:v>
                </c:pt>
                <c:pt idx="404">
                  <c:v>116.26644094283095</c:v>
                </c:pt>
                <c:pt idx="405">
                  <c:v>116.93501758041401</c:v>
                </c:pt>
                <c:pt idx="406">
                  <c:v>115.58432087511383</c:v>
                </c:pt>
                <c:pt idx="407">
                  <c:v>114.71103008204184</c:v>
                </c:pt>
                <c:pt idx="408">
                  <c:v>113.82627946347171</c:v>
                </c:pt>
                <c:pt idx="409">
                  <c:v>113.80935017580406</c:v>
                </c:pt>
                <c:pt idx="410">
                  <c:v>114.59226461778869</c:v>
                </c:pt>
                <c:pt idx="411">
                  <c:v>114.27399400963657</c:v>
                </c:pt>
                <c:pt idx="412">
                  <c:v>115.5361375179059</c:v>
                </c:pt>
                <c:pt idx="413">
                  <c:v>113.98124755827575</c:v>
                </c:pt>
                <c:pt idx="414">
                  <c:v>114.74697226201322</c:v>
                </c:pt>
                <c:pt idx="415">
                  <c:v>115.46581586144023</c:v>
                </c:pt>
                <c:pt idx="416">
                  <c:v>117.14103398880059</c:v>
                </c:pt>
                <c:pt idx="417">
                  <c:v>117.59005078786299</c:v>
                </c:pt>
                <c:pt idx="418">
                  <c:v>117.40226592004166</c:v>
                </c:pt>
                <c:pt idx="419">
                  <c:v>117.61349134001827</c:v>
                </c:pt>
                <c:pt idx="420">
                  <c:v>117.12019794244046</c:v>
                </c:pt>
                <c:pt idx="421">
                  <c:v>116.30368537569998</c:v>
                </c:pt>
                <c:pt idx="422">
                  <c:v>115.93019924469336</c:v>
                </c:pt>
                <c:pt idx="423">
                  <c:v>116.09558536267744</c:v>
                </c:pt>
                <c:pt idx="424">
                  <c:v>116.8761557494466</c:v>
                </c:pt>
                <c:pt idx="425">
                  <c:v>116.2104440682381</c:v>
                </c:pt>
                <c:pt idx="426">
                  <c:v>116.35473368928248</c:v>
                </c:pt>
                <c:pt idx="427">
                  <c:v>117.33559057168907</c:v>
                </c:pt>
                <c:pt idx="428">
                  <c:v>115.90884229717413</c:v>
                </c:pt>
                <c:pt idx="429">
                  <c:v>115.99244693319446</c:v>
                </c:pt>
                <c:pt idx="430">
                  <c:v>115.74293527803103</c:v>
                </c:pt>
                <c:pt idx="431">
                  <c:v>114.65555410860793</c:v>
                </c:pt>
                <c:pt idx="432">
                  <c:v>112.77510092459958</c:v>
                </c:pt>
                <c:pt idx="433">
                  <c:v>112.51621304857409</c:v>
                </c:pt>
                <c:pt idx="434">
                  <c:v>112.96887615574951</c:v>
                </c:pt>
                <c:pt idx="435">
                  <c:v>111.30433650214879</c:v>
                </c:pt>
                <c:pt idx="436">
                  <c:v>111.32986065894004</c:v>
                </c:pt>
                <c:pt idx="437">
                  <c:v>111.98593566870694</c:v>
                </c:pt>
                <c:pt idx="438">
                  <c:v>111.68251074358649</c:v>
                </c:pt>
                <c:pt idx="439">
                  <c:v>111.69136606328959</c:v>
                </c:pt>
                <c:pt idx="440">
                  <c:v>110.15627034770162</c:v>
                </c:pt>
                <c:pt idx="441">
                  <c:v>111.04961583539533</c:v>
                </c:pt>
                <c:pt idx="442">
                  <c:v>110.90480531319191</c:v>
                </c:pt>
                <c:pt idx="443">
                  <c:v>112.21513217866921</c:v>
                </c:pt>
                <c:pt idx="444">
                  <c:v>112.9225159525981</c:v>
                </c:pt>
                <c:pt idx="445">
                  <c:v>113.51061336111486</c:v>
                </c:pt>
                <c:pt idx="446">
                  <c:v>113.99791639536413</c:v>
                </c:pt>
                <c:pt idx="447">
                  <c:v>113.28584451100419</c:v>
                </c:pt>
                <c:pt idx="448">
                  <c:v>112.71728089595013</c:v>
                </c:pt>
                <c:pt idx="449">
                  <c:v>113.91144680296925</c:v>
                </c:pt>
                <c:pt idx="450">
                  <c:v>113.90024742805063</c:v>
                </c:pt>
                <c:pt idx="451">
                  <c:v>112.37400703216578</c:v>
                </c:pt>
                <c:pt idx="452">
                  <c:v>111.42075791118647</c:v>
                </c:pt>
                <c:pt idx="453">
                  <c:v>110.01849199114478</c:v>
                </c:pt>
                <c:pt idx="454">
                  <c:v>109.83305117853898</c:v>
                </c:pt>
                <c:pt idx="455">
                  <c:v>110.63107175413481</c:v>
                </c:pt>
                <c:pt idx="456">
                  <c:v>109.04466727438485</c:v>
                </c:pt>
                <c:pt idx="457">
                  <c:v>107.75439510352925</c:v>
                </c:pt>
                <c:pt idx="458">
                  <c:v>107.23714025263723</c:v>
                </c:pt>
                <c:pt idx="459">
                  <c:v>108.52506836827729</c:v>
                </c:pt>
                <c:pt idx="460">
                  <c:v>109.22776403177518</c:v>
                </c:pt>
                <c:pt idx="461">
                  <c:v>110.37530928506337</c:v>
                </c:pt>
                <c:pt idx="462">
                  <c:v>112.45683031644769</c:v>
                </c:pt>
                <c:pt idx="463">
                  <c:v>113.51321786691003</c:v>
                </c:pt>
                <c:pt idx="464">
                  <c:v>113.71220210964997</c:v>
                </c:pt>
                <c:pt idx="465">
                  <c:v>114.0351608282331</c:v>
                </c:pt>
                <c:pt idx="466">
                  <c:v>114.14975908321422</c:v>
                </c:pt>
                <c:pt idx="467">
                  <c:v>113.22698268003676</c:v>
                </c:pt>
                <c:pt idx="468">
                  <c:v>114.99518166427951</c:v>
                </c:pt>
                <c:pt idx="469">
                  <c:v>114.8990754004431</c:v>
                </c:pt>
                <c:pt idx="470">
                  <c:v>117.090767026957</c:v>
                </c:pt>
                <c:pt idx="471">
                  <c:v>117.27777054303979</c:v>
                </c:pt>
                <c:pt idx="472">
                  <c:v>117.41737205365315</c:v>
                </c:pt>
                <c:pt idx="473">
                  <c:v>117.5679124886056</c:v>
                </c:pt>
                <c:pt idx="474">
                  <c:v>118.43677562182604</c:v>
                </c:pt>
                <c:pt idx="475">
                  <c:v>118.19742153926322</c:v>
                </c:pt>
                <c:pt idx="476">
                  <c:v>118.67743195728639</c:v>
                </c:pt>
                <c:pt idx="477">
                  <c:v>118.7482745149111</c:v>
                </c:pt>
                <c:pt idx="478">
                  <c:v>118.51621304857434</c:v>
                </c:pt>
                <c:pt idx="479">
                  <c:v>118.63237400703244</c:v>
                </c:pt>
                <c:pt idx="480">
                  <c:v>118.52011980726684</c:v>
                </c:pt>
                <c:pt idx="481">
                  <c:v>118.96861570517025</c:v>
                </c:pt>
                <c:pt idx="482">
                  <c:v>119.66740460997555</c:v>
                </c:pt>
                <c:pt idx="483">
                  <c:v>119.02018491991173</c:v>
                </c:pt>
                <c:pt idx="484">
                  <c:v>118.95246776924108</c:v>
                </c:pt>
                <c:pt idx="485">
                  <c:v>118.48782393540854</c:v>
                </c:pt>
                <c:pt idx="486">
                  <c:v>119.43195728610526</c:v>
                </c:pt>
                <c:pt idx="487">
                  <c:v>119.92108347441103</c:v>
                </c:pt>
                <c:pt idx="488">
                  <c:v>120.39171767157211</c:v>
                </c:pt>
                <c:pt idx="489">
                  <c:v>120.94543560359453</c:v>
                </c:pt>
                <c:pt idx="490">
                  <c:v>122.59643182706114</c:v>
                </c:pt>
                <c:pt idx="491">
                  <c:v>122.92095324912131</c:v>
                </c:pt>
                <c:pt idx="492">
                  <c:v>122.91157702825919</c:v>
                </c:pt>
                <c:pt idx="493">
                  <c:v>123.46815991665615</c:v>
                </c:pt>
                <c:pt idx="494">
                  <c:v>124.19247297825271</c:v>
                </c:pt>
                <c:pt idx="495">
                  <c:v>122.36879802057595</c:v>
                </c:pt>
                <c:pt idx="496">
                  <c:v>123.62937882536824</c:v>
                </c:pt>
                <c:pt idx="497">
                  <c:v>123.83461388201624</c:v>
                </c:pt>
                <c:pt idx="498">
                  <c:v>124.35864044797538</c:v>
                </c:pt>
                <c:pt idx="499">
                  <c:v>124.5365281937756</c:v>
                </c:pt>
                <c:pt idx="500">
                  <c:v>124.58262794634757</c:v>
                </c:pt>
                <c:pt idx="501" formatCode="0.0">
                  <c:v>100</c:v>
                </c:pt>
                <c:pt idx="502">
                  <c:v>99.433942090179301</c:v>
                </c:pt>
                <c:pt idx="503">
                  <c:v>98.636848692720704</c:v>
                </c:pt>
                <c:pt idx="504">
                  <c:v>98.298681504372269</c:v>
                </c:pt>
                <c:pt idx="505">
                  <c:v>98.478142826893176</c:v>
                </c:pt>
                <c:pt idx="506">
                  <c:v>99.868129472119506</c:v>
                </c:pt>
                <c:pt idx="507">
                  <c:v>99.720535113410719</c:v>
                </c:pt>
                <c:pt idx="508">
                  <c:v>100.28554476784284</c:v>
                </c:pt>
                <c:pt idx="509">
                  <c:v>100.21824677189748</c:v>
                </c:pt>
                <c:pt idx="510">
                  <c:v>100.2935115087959</c:v>
                </c:pt>
                <c:pt idx="511">
                  <c:v>99.91928433508113</c:v>
                </c:pt>
                <c:pt idx="512">
                  <c:v>99.358048400047807</c:v>
                </c:pt>
                <c:pt idx="513">
                  <c:v>100.23292234733729</c:v>
                </c:pt>
                <c:pt idx="514">
                  <c:v>101.46713824182413</c:v>
                </c:pt>
                <c:pt idx="515">
                  <c:v>101.68978768635358</c:v>
                </c:pt>
                <c:pt idx="516">
                  <c:v>101.9868632634706</c:v>
                </c:pt>
                <c:pt idx="517">
                  <c:v>102.06967543916662</c:v>
                </c:pt>
                <c:pt idx="518">
                  <c:v>102.60659184918542</c:v>
                </c:pt>
                <c:pt idx="519">
                  <c:v>102.5397131553955</c:v>
                </c:pt>
                <c:pt idx="520">
                  <c:v>103.31458353861672</c:v>
                </c:pt>
                <c:pt idx="521">
                  <c:v>103.25252681961415</c:v>
                </c:pt>
                <c:pt idx="522">
                  <c:v>101.5895744712076</c:v>
                </c:pt>
                <c:pt idx="523">
                  <c:v>102.8588020956722</c:v>
                </c:pt>
                <c:pt idx="524">
                  <c:v>103.95779304503517</c:v>
                </c:pt>
                <c:pt idx="525">
                  <c:v>103.62654434225125</c:v>
                </c:pt>
                <c:pt idx="526">
                  <c:v>103.86596587299765</c:v>
                </c:pt>
                <c:pt idx="527">
                  <c:v>104.72197122329317</c:v>
                </c:pt>
                <c:pt idx="528">
                  <c:v>104.78172178044086</c:v>
                </c:pt>
                <c:pt idx="529">
                  <c:v>105.38342037347248</c:v>
                </c:pt>
                <c:pt idx="530">
                  <c:v>105.28341680940417</c:v>
                </c:pt>
                <c:pt idx="531">
                  <c:v>103.84374285876022</c:v>
                </c:pt>
                <c:pt idx="532">
                  <c:v>104.83853722250068</c:v>
                </c:pt>
                <c:pt idx="533">
                  <c:v>105.44883150971847</c:v>
                </c:pt>
                <c:pt idx="534">
                  <c:v>104.94231450596781</c:v>
                </c:pt>
                <c:pt idx="535">
                  <c:v>104.31210336636747</c:v>
                </c:pt>
                <c:pt idx="536">
                  <c:v>104.4439738942479</c:v>
                </c:pt>
                <c:pt idx="537">
                  <c:v>106.65013218500462</c:v>
                </c:pt>
                <c:pt idx="538">
                  <c:v>106.68724042575957</c:v>
                </c:pt>
                <c:pt idx="539">
                  <c:v>106.28324279900976</c:v>
                </c:pt>
                <c:pt idx="540">
                  <c:v>106.46459098123009</c:v>
                </c:pt>
                <c:pt idx="541">
                  <c:v>106.28806477379712</c:v>
                </c:pt>
                <c:pt idx="542">
                  <c:v>106.84384978080996</c:v>
                </c:pt>
                <c:pt idx="543">
                  <c:v>107.69943582895003</c:v>
                </c:pt>
                <c:pt idx="544">
                  <c:v>107.57091971831296</c:v>
                </c:pt>
                <c:pt idx="545">
                  <c:v>106.47444458188252</c:v>
                </c:pt>
                <c:pt idx="546">
                  <c:v>107.02184354578692</c:v>
                </c:pt>
                <c:pt idx="547">
                  <c:v>108.1246082145487</c:v>
                </c:pt>
                <c:pt idx="548">
                  <c:v>107.41871303589453</c:v>
                </c:pt>
                <c:pt idx="549">
                  <c:v>107.2981636662105</c:v>
                </c:pt>
                <c:pt idx="550">
                  <c:v>108.50009329472974</c:v>
                </c:pt>
                <c:pt idx="551">
                  <c:v>108.29128082132922</c:v>
                </c:pt>
                <c:pt idx="552">
                  <c:v>107.98036827308326</c:v>
                </c:pt>
                <c:pt idx="553">
                  <c:v>107.28034332460501</c:v>
                </c:pt>
                <c:pt idx="554">
                  <c:v>107.95814525884589</c:v>
                </c:pt>
                <c:pt idx="555">
                  <c:v>108.56802024390824</c:v>
                </c:pt>
                <c:pt idx="556">
                  <c:v>109.53472136323532</c:v>
                </c:pt>
                <c:pt idx="557">
                  <c:v>109.8892413356452</c:v>
                </c:pt>
                <c:pt idx="558">
                  <c:v>109.73514779352735</c:v>
                </c:pt>
                <c:pt idx="559">
                  <c:v>109.39991572026686</c:v>
                </c:pt>
                <c:pt idx="560">
                  <c:v>109.09361549573055</c:v>
                </c:pt>
                <c:pt idx="561">
                  <c:v>110.03515848573231</c:v>
                </c:pt>
                <c:pt idx="562">
                  <c:v>110.15801401727117</c:v>
                </c:pt>
                <c:pt idx="563">
                  <c:v>109.93620317705255</c:v>
                </c:pt>
                <c:pt idx="564">
                  <c:v>109.1403676860602</c:v>
                </c:pt>
                <c:pt idx="565">
                  <c:v>109.25944949820027</c:v>
                </c:pt>
                <c:pt idx="566">
                  <c:v>107.91181237067163</c:v>
                </c:pt>
                <c:pt idx="567">
                  <c:v>109.10954897763662</c:v>
                </c:pt>
                <c:pt idx="568">
                  <c:v>109.06866701748291</c:v>
                </c:pt>
                <c:pt idx="569">
                  <c:v>109.22632462792184</c:v>
                </c:pt>
                <c:pt idx="570">
                  <c:v>108.19337376803794</c:v>
                </c:pt>
                <c:pt idx="571">
                  <c:v>108.99885320860501</c:v>
                </c:pt>
                <c:pt idx="572">
                  <c:v>107.41284280571853</c:v>
                </c:pt>
                <c:pt idx="573">
                  <c:v>106.12160181809422</c:v>
                </c:pt>
                <c:pt idx="574">
                  <c:v>105.90335504619669</c:v>
                </c:pt>
                <c:pt idx="575">
                  <c:v>105.29117389927953</c:v>
                </c:pt>
                <c:pt idx="576">
                  <c:v>105.05867085409763</c:v>
                </c:pt>
                <c:pt idx="577">
                  <c:v>104.13851227402243</c:v>
                </c:pt>
                <c:pt idx="578">
                  <c:v>105.04776899805664</c:v>
                </c:pt>
                <c:pt idx="579">
                  <c:v>106.3046272089363</c:v>
                </c:pt>
                <c:pt idx="580">
                  <c:v>106.32726952532911</c:v>
                </c:pt>
                <c:pt idx="581">
                  <c:v>105.84066937396103</c:v>
                </c:pt>
                <c:pt idx="582">
                  <c:v>106.92121102848542</c:v>
                </c:pt>
                <c:pt idx="583">
                  <c:v>107.26105542545552</c:v>
                </c:pt>
                <c:pt idx="584">
                  <c:v>105.57378355203443</c:v>
                </c:pt>
                <c:pt idx="585">
                  <c:v>105.21108718759378</c:v>
                </c:pt>
                <c:pt idx="586">
                  <c:v>106.17149877458954</c:v>
                </c:pt>
                <c:pt idx="587">
                  <c:v>107.50466997775611</c:v>
                </c:pt>
                <c:pt idx="588">
                  <c:v>108.61477243423779</c:v>
                </c:pt>
                <c:pt idx="589">
                  <c:v>108.76068958432491</c:v>
                </c:pt>
                <c:pt idx="590">
                  <c:v>108.76006063109178</c:v>
                </c:pt>
                <c:pt idx="591">
                  <c:v>109.31374912732748</c:v>
                </c:pt>
                <c:pt idx="592">
                  <c:v>109.49404905415926</c:v>
                </c:pt>
                <c:pt idx="593">
                  <c:v>109.46763301836764</c:v>
                </c:pt>
                <c:pt idx="594">
                  <c:v>109.99721164066654</c:v>
                </c:pt>
                <c:pt idx="595">
                  <c:v>111.28593681535831</c:v>
                </c:pt>
                <c:pt idx="596">
                  <c:v>111.05427237448727</c:v>
                </c:pt>
                <c:pt idx="597">
                  <c:v>111.18362708943518</c:v>
                </c:pt>
                <c:pt idx="598">
                  <c:v>111.28551751320292</c:v>
                </c:pt>
                <c:pt idx="599">
                  <c:v>111.56393414440362</c:v>
                </c:pt>
                <c:pt idx="600">
                  <c:v>111.26203659249924</c:v>
                </c:pt>
                <c:pt idx="601">
                  <c:v>110.44083332110384</c:v>
                </c:pt>
                <c:pt idx="602">
                  <c:v>111.21402649570338</c:v>
                </c:pt>
                <c:pt idx="603">
                  <c:v>111.24170043796128</c:v>
                </c:pt>
                <c:pt idx="604">
                  <c:v>110.42217437518755</c:v>
                </c:pt>
                <c:pt idx="605">
                  <c:v>109.76240243362987</c:v>
                </c:pt>
                <c:pt idx="606">
                  <c:v>110.64356591325077</c:v>
                </c:pt>
                <c:pt idx="607">
                  <c:v>110.76705039802275</c:v>
                </c:pt>
                <c:pt idx="608">
                  <c:v>110.93351335372562</c:v>
                </c:pt>
                <c:pt idx="609">
                  <c:v>112.24781595989816</c:v>
                </c:pt>
                <c:pt idx="610">
                  <c:v>112.22538329458305</c:v>
                </c:pt>
                <c:pt idx="611">
                  <c:v>112.10022160118936</c:v>
                </c:pt>
                <c:pt idx="612">
                  <c:v>112.38954008843105</c:v>
                </c:pt>
                <c:pt idx="613">
                  <c:v>112.69416310434565</c:v>
                </c:pt>
                <c:pt idx="614">
                  <c:v>113.65247818056429</c:v>
                </c:pt>
                <c:pt idx="615">
                  <c:v>113.9189447003354</c:v>
                </c:pt>
                <c:pt idx="616">
                  <c:v>113.87407936970517</c:v>
                </c:pt>
                <c:pt idx="617">
                  <c:v>114.74685680621755</c:v>
                </c:pt>
                <c:pt idx="618">
                  <c:v>115.03617529345921</c:v>
                </c:pt>
                <c:pt idx="619">
                  <c:v>114.74559889975126</c:v>
                </c:pt>
                <c:pt idx="620">
                  <c:v>114.56634722830803</c:v>
                </c:pt>
                <c:pt idx="621">
                  <c:v>114.21518167314149</c:v>
                </c:pt>
                <c:pt idx="622">
                  <c:v>114.66446393267691</c:v>
                </c:pt>
                <c:pt idx="623">
                  <c:v>114.84476385950866</c:v>
                </c:pt>
                <c:pt idx="624">
                  <c:v>114.94896044513123</c:v>
                </c:pt>
                <c:pt idx="625">
                  <c:v>114.47955168213547</c:v>
                </c:pt>
                <c:pt idx="626">
                  <c:v>114.78585190667178</c:v>
                </c:pt>
                <c:pt idx="627">
                  <c:v>115.49698836226874</c:v>
                </c:pt>
                <c:pt idx="628">
                  <c:v>116.08422103093829</c:v>
                </c:pt>
                <c:pt idx="629">
                  <c:v>116.71673833239343</c:v>
                </c:pt>
                <c:pt idx="630">
                  <c:v>116.83540084237809</c:v>
                </c:pt>
                <c:pt idx="631">
                  <c:v>116.92198673747284</c:v>
                </c:pt>
                <c:pt idx="632">
                  <c:v>118.11553032288363</c:v>
                </c:pt>
                <c:pt idx="633">
                  <c:v>117.08048295222261</c:v>
                </c:pt>
                <c:pt idx="634">
                  <c:v>117.72641792265131</c:v>
                </c:pt>
                <c:pt idx="635">
                  <c:v>118.05913418297924</c:v>
                </c:pt>
                <c:pt idx="636">
                  <c:v>118.81345876058471</c:v>
                </c:pt>
                <c:pt idx="637">
                  <c:v>117.15868280420892</c:v>
                </c:pt>
                <c:pt idx="638">
                  <c:v>116.24292689676567</c:v>
                </c:pt>
                <c:pt idx="639">
                  <c:v>115.41291828010637</c:v>
                </c:pt>
                <c:pt idx="640">
                  <c:v>116.65845533278954</c:v>
                </c:pt>
                <c:pt idx="641">
                  <c:v>116.47668784841379</c:v>
                </c:pt>
                <c:pt idx="642">
                  <c:v>113.78036533796795</c:v>
                </c:pt>
                <c:pt idx="643">
                  <c:v>113.19522918007553</c:v>
                </c:pt>
                <c:pt idx="644">
                  <c:v>114.45061983341121</c:v>
                </c:pt>
                <c:pt idx="645">
                  <c:v>114.54370491191504</c:v>
                </c:pt>
                <c:pt idx="646">
                  <c:v>113.97555049131722</c:v>
                </c:pt>
                <c:pt idx="647">
                  <c:v>115.77561464454702</c:v>
                </c:pt>
                <c:pt idx="648">
                  <c:v>114.19023319489366</c:v>
                </c:pt>
                <c:pt idx="649">
                  <c:v>112.0912066048475</c:v>
                </c:pt>
                <c:pt idx="650">
                  <c:v>108.73196738667829</c:v>
                </c:pt>
                <c:pt idx="651">
                  <c:v>109.85779367398828</c:v>
                </c:pt>
                <c:pt idx="652">
                  <c:v>109.00807785602413</c:v>
                </c:pt>
                <c:pt idx="653">
                  <c:v>111.519907418084</c:v>
                </c:pt>
                <c:pt idx="654">
                  <c:v>112.04089034619672</c:v>
                </c:pt>
                <c:pt idx="655">
                  <c:v>112.04571232098405</c:v>
                </c:pt>
                <c:pt idx="656">
                  <c:v>113.93341062469717</c:v>
                </c:pt>
                <c:pt idx="657">
                  <c:v>114.3690655641814</c:v>
                </c:pt>
                <c:pt idx="658">
                  <c:v>116.21420469911914</c:v>
                </c:pt>
                <c:pt idx="659">
                  <c:v>116.44544983783474</c:v>
                </c:pt>
                <c:pt idx="660">
                  <c:v>117.57756565747611</c:v>
                </c:pt>
                <c:pt idx="661">
                  <c:v>117.34422400798336</c:v>
                </c:pt>
                <c:pt idx="662">
                  <c:v>117.84172601539247</c:v>
                </c:pt>
                <c:pt idx="663">
                  <c:v>116.78906795420372</c:v>
                </c:pt>
                <c:pt idx="664">
                  <c:v>118.1302058983233</c:v>
                </c:pt>
                <c:pt idx="665">
                  <c:v>117.75765593323021</c:v>
                </c:pt>
                <c:pt idx="666">
                  <c:v>117.94550329885962</c:v>
                </c:pt>
                <c:pt idx="667">
                  <c:v>117.24065637559401</c:v>
                </c:pt>
                <c:pt idx="668">
                  <c:v>117.23604405188435</c:v>
                </c:pt>
                <c:pt idx="669">
                  <c:v>118.41931473448726</c:v>
                </c:pt>
                <c:pt idx="670">
                  <c:v>115.91461330906959</c:v>
                </c:pt>
                <c:pt idx="671">
                  <c:v>115.72886245421729</c:v>
                </c:pt>
                <c:pt idx="672">
                  <c:v>115.37958375875019</c:v>
                </c:pt>
                <c:pt idx="673">
                  <c:v>113.38810817156993</c:v>
                </c:pt>
                <c:pt idx="674">
                  <c:v>114.70115287127622</c:v>
                </c:pt>
                <c:pt idx="675">
                  <c:v>115.21416905843594</c:v>
                </c:pt>
                <c:pt idx="676">
                  <c:v>116.44293402490223</c:v>
                </c:pt>
                <c:pt idx="677">
                  <c:v>117.31571146141465</c:v>
                </c:pt>
                <c:pt idx="678">
                  <c:v>117.95011562256923</c:v>
                </c:pt>
                <c:pt idx="679">
                  <c:v>118.09833893451119</c:v>
                </c:pt>
                <c:pt idx="680">
                  <c:v>118.12957694509021</c:v>
                </c:pt>
                <c:pt idx="681">
                  <c:v>117.78742638626527</c:v>
                </c:pt>
                <c:pt idx="682">
                  <c:v>119.78707836547626</c:v>
                </c:pt>
                <c:pt idx="683">
                  <c:v>119.55457532029436</c:v>
                </c:pt>
                <c:pt idx="684">
                  <c:v>119.89043634678795</c:v>
                </c:pt>
                <c:pt idx="685">
                  <c:v>120.19149529438145</c:v>
                </c:pt>
                <c:pt idx="686">
                  <c:v>119.96779759446343</c:v>
                </c:pt>
                <c:pt idx="687">
                  <c:v>120.45230123505436</c:v>
                </c:pt>
                <c:pt idx="688">
                  <c:v>120.30135245910219</c:v>
                </c:pt>
                <c:pt idx="689">
                  <c:v>120.81101422901853</c:v>
                </c:pt>
                <c:pt idx="690">
                  <c:v>119.68455898847537</c:v>
                </c:pt>
                <c:pt idx="691">
                  <c:v>119.70112142361457</c:v>
                </c:pt>
                <c:pt idx="692">
                  <c:v>119.49985638901165</c:v>
                </c:pt>
                <c:pt idx="693">
                  <c:v>120.57180234934987</c:v>
                </c:pt>
                <c:pt idx="694">
                  <c:v>119.41599595792711</c:v>
                </c:pt>
                <c:pt idx="695">
                  <c:v>120.57306025581616</c:v>
                </c:pt>
                <c:pt idx="696">
                  <c:v>121.43074281473338</c:v>
                </c:pt>
                <c:pt idx="697">
                  <c:v>121.17937117255747</c:v>
                </c:pt>
                <c:pt idx="698">
                  <c:v>121.91273064239182</c:v>
                </c:pt>
                <c:pt idx="699">
                  <c:v>122.85238677269415</c:v>
                </c:pt>
                <c:pt idx="700">
                  <c:v>121.91755261717915</c:v>
                </c:pt>
                <c:pt idx="701">
                  <c:v>122.48801319963178</c:v>
                </c:pt>
                <c:pt idx="702">
                  <c:v>122.46704809186065</c:v>
                </c:pt>
                <c:pt idx="703">
                  <c:v>122.95343859215099</c:v>
                </c:pt>
                <c:pt idx="704">
                  <c:v>122.72932159007752</c:v>
                </c:pt>
                <c:pt idx="705">
                  <c:v>122.67103859047374</c:v>
                </c:pt>
                <c:pt idx="706">
                  <c:v>121.54353509454201</c:v>
                </c:pt>
                <c:pt idx="707">
                  <c:v>121.8043410352149</c:v>
                </c:pt>
                <c:pt idx="708">
                  <c:v>121.76786174769312</c:v>
                </c:pt>
                <c:pt idx="709">
                  <c:v>122.09072440736863</c:v>
                </c:pt>
                <c:pt idx="710">
                  <c:v>122.28779642041731</c:v>
                </c:pt>
                <c:pt idx="711">
                  <c:v>121.88421809582294</c:v>
                </c:pt>
                <c:pt idx="712">
                  <c:v>119.61537413283055</c:v>
                </c:pt>
                <c:pt idx="713">
                  <c:v>120.1049093992866</c:v>
                </c:pt>
                <c:pt idx="714">
                  <c:v>119.76716151309357</c:v>
                </c:pt>
                <c:pt idx="715">
                  <c:v>121.2361866146171</c:v>
                </c:pt>
                <c:pt idx="716">
                  <c:v>124.30296257937893</c:v>
                </c:pt>
                <c:pt idx="717">
                  <c:v>125.22668522777525</c:v>
                </c:pt>
                <c:pt idx="718">
                  <c:v>125.69714224615954</c:v>
                </c:pt>
                <c:pt idx="719">
                  <c:v>125.81894952230982</c:v>
                </c:pt>
                <c:pt idx="720">
                  <c:v>125.45499525140288</c:v>
                </c:pt>
                <c:pt idx="721">
                  <c:v>125.48413675120473</c:v>
                </c:pt>
                <c:pt idx="722">
                  <c:v>124.72499019881187</c:v>
                </c:pt>
                <c:pt idx="723">
                  <c:v>123.07818098338909</c:v>
                </c:pt>
                <c:pt idx="724">
                  <c:v>123.56037846212524</c:v>
                </c:pt>
                <c:pt idx="725">
                  <c:v>124.05012337965896</c:v>
                </c:pt>
                <c:pt idx="726">
                  <c:v>124.05284884366921</c:v>
                </c:pt>
                <c:pt idx="727">
                  <c:v>124.71534624923713</c:v>
                </c:pt>
                <c:pt idx="728">
                  <c:v>125.14785642255566</c:v>
                </c:pt>
                <c:pt idx="729">
                  <c:v>125.52585731566926</c:v>
                </c:pt>
                <c:pt idx="730">
                  <c:v>126.24412190790841</c:v>
                </c:pt>
                <c:pt idx="731">
                  <c:v>125.76423059102709</c:v>
                </c:pt>
                <c:pt idx="732">
                  <c:v>126.46949681644816</c:v>
                </c:pt>
                <c:pt idx="733">
                  <c:v>126.77915145822782</c:v>
                </c:pt>
                <c:pt idx="734">
                  <c:v>126.83638620244302</c:v>
                </c:pt>
                <c:pt idx="735">
                  <c:v>127.60391879794433</c:v>
                </c:pt>
                <c:pt idx="736">
                  <c:v>127.36533587150878</c:v>
                </c:pt>
                <c:pt idx="737">
                  <c:v>127.68316690531925</c:v>
                </c:pt>
                <c:pt idx="738">
                  <c:v>126.89865257252332</c:v>
                </c:pt>
                <c:pt idx="739">
                  <c:v>126.52253853910912</c:v>
                </c:pt>
                <c:pt idx="740">
                  <c:v>127.55569905007071</c:v>
                </c:pt>
                <c:pt idx="741">
                  <c:v>126.8651084000895</c:v>
                </c:pt>
                <c:pt idx="742">
                  <c:v>126.86175398284611</c:v>
                </c:pt>
                <c:pt idx="743">
                  <c:v>127.3437418105045</c:v>
                </c:pt>
                <c:pt idx="744">
                  <c:v>126.85169073111592</c:v>
                </c:pt>
                <c:pt idx="745">
                  <c:v>123.11046724935665</c:v>
                </c:pt>
                <c:pt idx="746">
                  <c:v>123.00396450187928</c:v>
                </c:pt>
                <c:pt idx="747">
                  <c:v>124.34090942444467</c:v>
                </c:pt>
                <c:pt idx="748">
                  <c:v>125.24702138231322</c:v>
                </c:pt>
                <c:pt idx="749">
                  <c:v>126.63008954197512</c:v>
                </c:pt>
                <c:pt idx="750">
                  <c:v>126.57872502793585</c:v>
                </c:pt>
                <c:pt idx="751">
                  <c:v>125.17930408421248</c:v>
                </c:pt>
                <c:pt idx="752" formatCode="0.0">
                  <c:v>100</c:v>
                </c:pt>
                <c:pt idx="753" formatCode="0.0">
                  <c:v>100</c:v>
                </c:pt>
                <c:pt idx="754">
                  <c:v>99.777612668596973</c:v>
                </c:pt>
                <c:pt idx="755">
                  <c:v>101.03440712863612</c:v>
                </c:pt>
                <c:pt idx="756">
                  <c:v>101.59394589595064</c:v>
                </c:pt>
                <c:pt idx="757">
                  <c:v>100.46585725385653</c:v>
                </c:pt>
                <c:pt idx="758">
                  <c:v>100.62261651957027</c:v>
                </c:pt>
                <c:pt idx="759">
                  <c:v>99.07185593109395</c:v>
                </c:pt>
                <c:pt idx="760">
                  <c:v>99.227935113225456</c:v>
                </c:pt>
                <c:pt idx="761">
                  <c:v>99.341679092360479</c:v>
                </c:pt>
                <c:pt idx="762">
                  <c:v>101.16090267493877</c:v>
                </c:pt>
                <c:pt idx="763">
                  <c:v>100.94718640920973</c:v>
                </c:pt>
                <c:pt idx="764">
                  <c:v>101.95575036171947</c:v>
                </c:pt>
                <c:pt idx="765">
                  <c:v>102.84972023061638</c:v>
                </c:pt>
                <c:pt idx="766">
                  <c:v>103.48100781586064</c:v>
                </c:pt>
                <c:pt idx="767">
                  <c:v>104.03085539212775</c:v>
                </c:pt>
                <c:pt idx="768">
                  <c:v>103.73382888757033</c:v>
                </c:pt>
                <c:pt idx="769">
                  <c:v>102.22132300059681</c:v>
                </c:pt>
                <c:pt idx="770">
                  <c:v>103.16357880383504</c:v>
                </c:pt>
                <c:pt idx="771">
                  <c:v>102.68088948131732</c:v>
                </c:pt>
                <c:pt idx="772">
                  <c:v>103.22257605459717</c:v>
                </c:pt>
                <c:pt idx="773">
                  <c:v>102.70163203057662</c:v>
                </c:pt>
                <c:pt idx="774">
                  <c:v>101.9202159945458</c:v>
                </c:pt>
                <c:pt idx="775">
                  <c:v>102.65657649325109</c:v>
                </c:pt>
                <c:pt idx="776">
                  <c:v>103.05782580679173</c:v>
                </c:pt>
                <c:pt idx="777">
                  <c:v>103.43340196510161</c:v>
                </c:pt>
                <c:pt idx="778">
                  <c:v>102.45442164842069</c:v>
                </c:pt>
                <c:pt idx="779">
                  <c:v>103.1421561709935</c:v>
                </c:pt>
                <c:pt idx="780">
                  <c:v>103.17718047548053</c:v>
                </c:pt>
                <c:pt idx="781">
                  <c:v>102.89613593510653</c:v>
                </c:pt>
                <c:pt idx="782">
                  <c:v>103.96896778614105</c:v>
                </c:pt>
                <c:pt idx="783">
                  <c:v>103.96148686673605</c:v>
                </c:pt>
                <c:pt idx="784">
                  <c:v>104.21566810561029</c:v>
                </c:pt>
                <c:pt idx="785">
                  <c:v>104.46338855045295</c:v>
                </c:pt>
                <c:pt idx="786">
                  <c:v>104.01062290555521</c:v>
                </c:pt>
                <c:pt idx="787">
                  <c:v>102.23577477672016</c:v>
                </c:pt>
                <c:pt idx="788">
                  <c:v>101.72775234076278</c:v>
                </c:pt>
                <c:pt idx="789">
                  <c:v>101.25169383317218</c:v>
                </c:pt>
                <c:pt idx="790">
                  <c:v>101.2654655257132</c:v>
                </c:pt>
                <c:pt idx="791">
                  <c:v>99.658938083490554</c:v>
                </c:pt>
                <c:pt idx="792">
                  <c:v>101.2389422660046</c:v>
                </c:pt>
                <c:pt idx="793">
                  <c:v>99.457463322242404</c:v>
                </c:pt>
                <c:pt idx="794">
                  <c:v>98.240623772661763</c:v>
                </c:pt>
                <c:pt idx="795">
                  <c:v>99.336918507284622</c:v>
                </c:pt>
                <c:pt idx="796">
                  <c:v>97.566830963525504</c:v>
                </c:pt>
                <c:pt idx="797">
                  <c:v>98.10545716068512</c:v>
                </c:pt>
                <c:pt idx="798">
                  <c:v>95.459251942063759</c:v>
                </c:pt>
                <c:pt idx="799">
                  <c:v>94.736833156795043</c:v>
                </c:pt>
                <c:pt idx="800">
                  <c:v>95.199800055426891</c:v>
                </c:pt>
                <c:pt idx="801">
                  <c:v>93.877377529698478</c:v>
                </c:pt>
                <c:pt idx="802">
                  <c:v>95.873762885458675</c:v>
                </c:pt>
                <c:pt idx="803">
                  <c:v>96.488898485623949</c:v>
                </c:pt>
                <c:pt idx="804">
                  <c:v>95.460952151019427</c:v>
                </c:pt>
                <c:pt idx="805">
                  <c:v>96.491788840848599</c:v>
                </c:pt>
                <c:pt idx="806">
                  <c:v>96.280962930344216</c:v>
                </c:pt>
                <c:pt idx="807">
                  <c:v>96.360362688574483</c:v>
                </c:pt>
                <c:pt idx="808">
                  <c:v>98.060741665150687</c:v>
                </c:pt>
                <c:pt idx="809">
                  <c:v>98.215120638326468</c:v>
                </c:pt>
                <c:pt idx="810">
                  <c:v>97.11933596639031</c:v>
                </c:pt>
                <c:pt idx="811">
                  <c:v>96.798166494662254</c:v>
                </c:pt>
                <c:pt idx="812">
                  <c:v>94.887641691163893</c:v>
                </c:pt>
                <c:pt idx="813">
                  <c:v>95.413176279364791</c:v>
                </c:pt>
                <c:pt idx="814">
                  <c:v>95.773960619760189</c:v>
                </c:pt>
                <c:pt idx="815">
                  <c:v>96.418339813963186</c:v>
                </c:pt>
                <c:pt idx="816">
                  <c:v>91.752116335097654</c:v>
                </c:pt>
                <c:pt idx="817">
                  <c:v>86.26996257840095</c:v>
                </c:pt>
                <c:pt idx="818">
                  <c:v>86.068827858943948</c:v>
                </c:pt>
                <c:pt idx="819">
                  <c:v>84.717501780968973</c:v>
                </c:pt>
                <c:pt idx="820">
                  <c:v>92.778702502537655</c:v>
                </c:pt>
                <c:pt idx="821">
                  <c:v>89.567857889734739</c:v>
                </c:pt>
                <c:pt idx="822">
                  <c:v>91.188327045393933</c:v>
                </c:pt>
                <c:pt idx="823">
                  <c:v>91.912786081409493</c:v>
                </c:pt>
                <c:pt idx="824">
                  <c:v>91.753986564948917</c:v>
                </c:pt>
                <c:pt idx="825">
                  <c:v>89.697923874844292</c:v>
                </c:pt>
                <c:pt idx="826">
                  <c:v>89.816938501741916</c:v>
                </c:pt>
                <c:pt idx="827">
                  <c:v>87.70017835191949</c:v>
                </c:pt>
                <c:pt idx="828">
                  <c:v>89.902969074899346</c:v>
                </c:pt>
                <c:pt idx="829">
                  <c:v>91.40085316485397</c:v>
                </c:pt>
                <c:pt idx="830">
                  <c:v>93.252550738485795</c:v>
                </c:pt>
                <c:pt idx="831">
                  <c:v>93.940115240163038</c:v>
                </c:pt>
                <c:pt idx="832">
                  <c:v>94.000302637194125</c:v>
                </c:pt>
                <c:pt idx="833">
                  <c:v>94.545729670176485</c:v>
                </c:pt>
                <c:pt idx="834">
                  <c:v>94.685656867229014</c:v>
                </c:pt>
                <c:pt idx="835">
                  <c:v>95.28209016888178</c:v>
                </c:pt>
                <c:pt idx="836">
                  <c:v>96.685272620004994</c:v>
                </c:pt>
                <c:pt idx="837">
                  <c:v>96.068266789988485</c:v>
                </c:pt>
                <c:pt idx="838">
                  <c:v>95.329185956954106</c:v>
                </c:pt>
                <c:pt idx="839">
                  <c:v>95.743526879453455</c:v>
                </c:pt>
                <c:pt idx="840">
                  <c:v>96.298815124378748</c:v>
                </c:pt>
                <c:pt idx="841">
                  <c:v>96.230296703464816</c:v>
                </c:pt>
                <c:pt idx="842">
                  <c:v>99.363441766993105</c:v>
                </c:pt>
                <c:pt idx="843">
                  <c:v>100.08365028061944</c:v>
                </c:pt>
                <c:pt idx="844">
                  <c:v>100.18617288064701</c:v>
                </c:pt>
                <c:pt idx="845">
                  <c:v>100.60017376135528</c:v>
                </c:pt>
                <c:pt idx="846">
                  <c:v>101.30491037348489</c:v>
                </c:pt>
                <c:pt idx="847">
                  <c:v>101.39366128097141</c:v>
                </c:pt>
                <c:pt idx="848">
                  <c:v>101.0002329286269</c:v>
                </c:pt>
                <c:pt idx="849">
                  <c:v>99.370582644606984</c:v>
                </c:pt>
                <c:pt idx="850">
                  <c:v>99.326377211759294</c:v>
                </c:pt>
                <c:pt idx="851">
                  <c:v>98.660065322028046</c:v>
                </c:pt>
                <c:pt idx="852">
                  <c:v>100.67855339421213</c:v>
                </c:pt>
                <c:pt idx="853">
                  <c:v>100.11765445973309</c:v>
                </c:pt>
                <c:pt idx="854">
                  <c:v>100.51924381506487</c:v>
                </c:pt>
                <c:pt idx="855">
                  <c:v>100.5110828120776</c:v>
                </c:pt>
                <c:pt idx="856">
                  <c:v>100.92338348383014</c:v>
                </c:pt>
                <c:pt idx="857">
                  <c:v>101.50876542727096</c:v>
                </c:pt>
                <c:pt idx="858">
                  <c:v>101.51624634667597</c:v>
                </c:pt>
                <c:pt idx="859">
                  <c:v>100.98051050474101</c:v>
                </c:pt>
                <c:pt idx="860">
                  <c:v>102.01865809307961</c:v>
                </c:pt>
                <c:pt idx="861">
                  <c:v>102.11250962743317</c:v>
                </c:pt>
                <c:pt idx="862">
                  <c:v>102.67238843653878</c:v>
                </c:pt>
                <c:pt idx="863">
                  <c:v>102.39066381258247</c:v>
                </c:pt>
                <c:pt idx="864">
                  <c:v>102.78205191418014</c:v>
                </c:pt>
                <c:pt idx="865">
                  <c:v>101.62097921834582</c:v>
                </c:pt>
                <c:pt idx="866">
                  <c:v>102.57547652606495</c:v>
                </c:pt>
                <c:pt idx="867">
                  <c:v>101.71874123329746</c:v>
                </c:pt>
                <c:pt idx="868">
                  <c:v>101.68728736761736</c:v>
                </c:pt>
                <c:pt idx="869">
                  <c:v>101.46575014069218</c:v>
                </c:pt>
                <c:pt idx="870">
                  <c:v>102.44047993498393</c:v>
                </c:pt>
                <c:pt idx="871">
                  <c:v>103.57978995618552</c:v>
                </c:pt>
                <c:pt idx="872">
                  <c:v>103.57944991439439</c:v>
                </c:pt>
                <c:pt idx="873">
                  <c:v>104.41017201013996</c:v>
                </c:pt>
                <c:pt idx="874">
                  <c:v>104.95508898043563</c:v>
                </c:pt>
                <c:pt idx="875">
                  <c:v>105.49711559550664</c:v>
                </c:pt>
                <c:pt idx="876">
                  <c:v>105.37912109398241</c:v>
                </c:pt>
                <c:pt idx="877">
                  <c:v>105.87915254784808</c:v>
                </c:pt>
                <c:pt idx="878">
                  <c:v>106.76207105853307</c:v>
                </c:pt>
                <c:pt idx="879">
                  <c:v>105.92267789711353</c:v>
                </c:pt>
                <c:pt idx="880">
                  <c:v>105.84684857769021</c:v>
                </c:pt>
                <c:pt idx="881">
                  <c:v>106.48850743756408</c:v>
                </c:pt>
                <c:pt idx="882">
                  <c:v>106.78094337794116</c:v>
                </c:pt>
                <c:pt idx="883">
                  <c:v>106.4288301032197</c:v>
                </c:pt>
                <c:pt idx="884">
                  <c:v>106.57861851221517</c:v>
                </c:pt>
                <c:pt idx="885">
                  <c:v>106.15696669120636</c:v>
                </c:pt>
                <c:pt idx="886">
                  <c:v>106.49598835696909</c:v>
                </c:pt>
                <c:pt idx="887">
                  <c:v>107.06827869145121</c:v>
                </c:pt>
                <c:pt idx="888">
                  <c:v>107.05858750040386</c:v>
                </c:pt>
                <c:pt idx="889">
                  <c:v>107.20837590939932</c:v>
                </c:pt>
                <c:pt idx="890">
                  <c:v>107.27672430941767</c:v>
                </c:pt>
                <c:pt idx="891">
                  <c:v>108.11475730367266</c:v>
                </c:pt>
                <c:pt idx="892">
                  <c:v>108.19024658130489</c:v>
                </c:pt>
                <c:pt idx="893">
                  <c:v>108.62022942619653</c:v>
                </c:pt>
                <c:pt idx="894">
                  <c:v>108.6394417873957</c:v>
                </c:pt>
                <c:pt idx="895">
                  <c:v>108.31793227387648</c:v>
                </c:pt>
                <c:pt idx="896">
                  <c:v>108.18259564100431</c:v>
                </c:pt>
                <c:pt idx="897">
                  <c:v>107.78287651552381</c:v>
                </c:pt>
                <c:pt idx="898">
                  <c:v>106.05920467625475</c:v>
                </c:pt>
                <c:pt idx="899">
                  <c:v>107.62220676921197</c:v>
                </c:pt>
                <c:pt idx="900">
                  <c:v>107.09939251534017</c:v>
                </c:pt>
                <c:pt idx="901">
                  <c:v>107.87927836331087</c:v>
                </c:pt>
                <c:pt idx="902">
                  <c:v>107.79324779015342</c:v>
                </c:pt>
                <c:pt idx="903">
                  <c:v>108.63400111873747</c:v>
                </c:pt>
                <c:pt idx="904">
                  <c:v>108.36196768582856</c:v>
                </c:pt>
                <c:pt idx="905">
                  <c:v>109.59138878168125</c:v>
                </c:pt>
                <c:pt idx="906">
                  <c:v>109.94537228625393</c:v>
                </c:pt>
                <c:pt idx="907">
                  <c:v>109.9786963817853</c:v>
                </c:pt>
                <c:pt idx="908">
                  <c:v>109.66007722349075</c:v>
                </c:pt>
                <c:pt idx="909">
                  <c:v>109.6490258652788</c:v>
                </c:pt>
                <c:pt idx="910">
                  <c:v>109.00668692182263</c:v>
                </c:pt>
                <c:pt idx="911">
                  <c:v>108.74162434563202</c:v>
                </c:pt>
                <c:pt idx="912">
                  <c:v>108.30620083208221</c:v>
                </c:pt>
                <c:pt idx="913">
                  <c:v>109.95098297580768</c:v>
                </c:pt>
                <c:pt idx="914">
                  <c:v>109.48189532493538</c:v>
                </c:pt>
                <c:pt idx="915">
                  <c:v>109.93449094893759</c:v>
                </c:pt>
                <c:pt idx="916">
                  <c:v>110.19734325348581</c:v>
                </c:pt>
                <c:pt idx="917">
                  <c:v>110.54520600581807</c:v>
                </c:pt>
                <c:pt idx="918">
                  <c:v>109.83791908025495</c:v>
                </c:pt>
                <c:pt idx="919">
                  <c:v>109.07758563527454</c:v>
                </c:pt>
                <c:pt idx="920">
                  <c:v>109.6338940055733</c:v>
                </c:pt>
                <c:pt idx="921">
                  <c:v>110.54894646552063</c:v>
                </c:pt>
                <c:pt idx="922">
                  <c:v>110.19904346244154</c:v>
                </c:pt>
                <c:pt idx="923">
                  <c:v>110.43112198489192</c:v>
                </c:pt>
                <c:pt idx="924">
                  <c:v>110.72797846855376</c:v>
                </c:pt>
                <c:pt idx="925">
                  <c:v>111.05832906864251</c:v>
                </c:pt>
                <c:pt idx="926">
                  <c:v>112.0007548927763</c:v>
                </c:pt>
                <c:pt idx="927">
                  <c:v>111.94668824798565</c:v>
                </c:pt>
                <c:pt idx="928">
                  <c:v>112.47358300335105</c:v>
                </c:pt>
                <c:pt idx="929">
                  <c:v>112.32872520032707</c:v>
                </c:pt>
                <c:pt idx="930">
                  <c:v>112.21974180626795</c:v>
                </c:pt>
                <c:pt idx="931">
                  <c:v>112.7571778571586</c:v>
                </c:pt>
                <c:pt idx="932">
                  <c:v>113.30804555879911</c:v>
                </c:pt>
                <c:pt idx="933">
                  <c:v>113.80773697087363</c:v>
                </c:pt>
                <c:pt idx="934">
                  <c:v>113.18155001249646</c:v>
                </c:pt>
                <c:pt idx="935">
                  <c:v>112.85936041539499</c:v>
                </c:pt>
                <c:pt idx="936">
                  <c:v>112.29404093763117</c:v>
                </c:pt>
                <c:pt idx="937">
                  <c:v>112.9567823885555</c:v>
                </c:pt>
                <c:pt idx="938">
                  <c:v>113.25448897669517</c:v>
                </c:pt>
                <c:pt idx="939">
                  <c:v>113.71779591711818</c:v>
                </c:pt>
                <c:pt idx="940">
                  <c:v>114.10442343363994</c:v>
                </c:pt>
                <c:pt idx="941">
                  <c:v>114.1749821053007</c:v>
                </c:pt>
                <c:pt idx="942">
                  <c:v>114.18246302470571</c:v>
                </c:pt>
                <c:pt idx="943">
                  <c:v>114.59884419795191</c:v>
                </c:pt>
                <c:pt idx="944">
                  <c:v>114.16206051723755</c:v>
                </c:pt>
                <c:pt idx="945">
                  <c:v>114.8273522815954</c:v>
                </c:pt>
                <c:pt idx="946">
                  <c:v>114.51094339494323</c:v>
                </c:pt>
                <c:pt idx="947">
                  <c:v>111.40636184187036</c:v>
                </c:pt>
                <c:pt idx="948">
                  <c:v>113.14414541547154</c:v>
                </c:pt>
                <c:pt idx="949">
                  <c:v>112.96715366318517</c:v>
                </c:pt>
                <c:pt idx="950">
                  <c:v>113.42195955882973</c:v>
                </c:pt>
                <c:pt idx="951">
                  <c:v>112.70804181833941</c:v>
                </c:pt>
                <c:pt idx="952">
                  <c:v>113.30209482745425</c:v>
                </c:pt>
                <c:pt idx="953">
                  <c:v>114.51128343673435</c:v>
                </c:pt>
                <c:pt idx="954">
                  <c:v>114.51502389643684</c:v>
                </c:pt>
                <c:pt idx="955">
                  <c:v>113.90379877686964</c:v>
                </c:pt>
                <c:pt idx="956">
                  <c:v>114.56756035316738</c:v>
                </c:pt>
                <c:pt idx="957">
                  <c:v>115.47292162206735</c:v>
                </c:pt>
                <c:pt idx="958">
                  <c:v>116.89208603737401</c:v>
                </c:pt>
                <c:pt idx="959">
                  <c:v>117.15952890610259</c:v>
                </c:pt>
                <c:pt idx="960">
                  <c:v>117.15442827923555</c:v>
                </c:pt>
                <c:pt idx="961">
                  <c:v>115.99403566698349</c:v>
                </c:pt>
                <c:pt idx="962">
                  <c:v>116.29769298646804</c:v>
                </c:pt>
                <c:pt idx="963">
                  <c:v>116.49780758055168</c:v>
                </c:pt>
                <c:pt idx="964">
                  <c:v>115.13049953839329</c:v>
                </c:pt>
                <c:pt idx="965">
                  <c:v>115.55113123402869</c:v>
                </c:pt>
                <c:pt idx="966">
                  <c:v>114.25948249039811</c:v>
                </c:pt>
                <c:pt idx="967">
                  <c:v>114.40366020983988</c:v>
                </c:pt>
                <c:pt idx="968">
                  <c:v>116.16558675061177</c:v>
                </c:pt>
                <c:pt idx="969">
                  <c:v>116.40667638052726</c:v>
                </c:pt>
                <c:pt idx="970">
                  <c:v>116.47995538651706</c:v>
                </c:pt>
                <c:pt idx="971">
                  <c:v>114.55140836808849</c:v>
                </c:pt>
                <c:pt idx="972">
                  <c:v>114.49394130538647</c:v>
                </c:pt>
                <c:pt idx="973">
                  <c:v>113.44491237973151</c:v>
                </c:pt>
                <c:pt idx="974">
                  <c:v>112.50826726604704</c:v>
                </c:pt>
                <c:pt idx="975">
                  <c:v>112.93059917063812</c:v>
                </c:pt>
                <c:pt idx="976">
                  <c:v>111.17258311046433</c:v>
                </c:pt>
                <c:pt idx="977">
                  <c:v>112.26462732269802</c:v>
                </c:pt>
                <c:pt idx="978">
                  <c:v>114.00105072913468</c:v>
                </c:pt>
                <c:pt idx="979">
                  <c:v>115.03409769060626</c:v>
                </c:pt>
                <c:pt idx="980">
                  <c:v>115.82860533559581</c:v>
                </c:pt>
                <c:pt idx="981">
                  <c:v>116.44884156262812</c:v>
                </c:pt>
                <c:pt idx="982">
                  <c:v>115.82894537738694</c:v>
                </c:pt>
                <c:pt idx="983">
                  <c:v>116.1135603565679</c:v>
                </c:pt>
                <c:pt idx="984">
                  <c:v>116.45955287904891</c:v>
                </c:pt>
                <c:pt idx="985">
                  <c:v>116.58536834176927</c:v>
                </c:pt>
                <c:pt idx="986">
                  <c:v>116.81115609108367</c:v>
                </c:pt>
                <c:pt idx="987">
                  <c:v>116.40497617157158</c:v>
                </c:pt>
                <c:pt idx="988">
                  <c:v>116.30296363423075</c:v>
                </c:pt>
                <c:pt idx="989">
                  <c:v>117.0879501090685</c:v>
                </c:pt>
                <c:pt idx="990">
                  <c:v>117.33142003152199</c:v>
                </c:pt>
                <c:pt idx="991">
                  <c:v>116.08023626103657</c:v>
                </c:pt>
                <c:pt idx="992">
                  <c:v>115.8949134848674</c:v>
                </c:pt>
                <c:pt idx="993">
                  <c:v>115.61862952956929</c:v>
                </c:pt>
                <c:pt idx="994">
                  <c:v>114.27835480980623</c:v>
                </c:pt>
                <c:pt idx="995">
                  <c:v>115.18507624587073</c:v>
                </c:pt>
                <c:pt idx="996">
                  <c:v>116.20078107599436</c:v>
                </c:pt>
                <c:pt idx="997">
                  <c:v>116.94870299559825</c:v>
                </c:pt>
                <c:pt idx="998">
                  <c:v>117.48086839872633</c:v>
                </c:pt>
                <c:pt idx="999">
                  <c:v>117.85933491226086</c:v>
                </c:pt>
                <c:pt idx="1000">
                  <c:v>117.82346050329599</c:v>
                </c:pt>
                <c:pt idx="1001">
                  <c:v>117.41200993602128</c:v>
                </c:pt>
                <c:pt idx="1002">
                  <c:v>117.2504900852316</c:v>
                </c:pt>
                <c:pt idx="1003">
                  <c:v>116.38780406111925</c:v>
                </c:pt>
                <c:pt idx="1004">
                  <c:v>116.60832116267103</c:v>
                </c:pt>
                <c:pt idx="1005">
                  <c:v>117.34927222555665</c:v>
                </c:pt>
                <c:pt idx="1006">
                  <c:v>118.07645159590123</c:v>
                </c:pt>
                <c:pt idx="1007">
                  <c:v>117.67027167638913</c:v>
                </c:pt>
                <c:pt idx="1008">
                  <c:v>117.67928278385425</c:v>
                </c:pt>
                <c:pt idx="1009">
                  <c:v>118.44131643779032</c:v>
                </c:pt>
                <c:pt idx="1010">
                  <c:v>118.62816940201964</c:v>
                </c:pt>
                <c:pt idx="1011">
                  <c:v>118.39813113031605</c:v>
                </c:pt>
                <c:pt idx="1012">
                  <c:v>117.76667352417626</c:v>
                </c:pt>
                <c:pt idx="1013">
                  <c:v>118.07050086455638</c:v>
                </c:pt>
                <c:pt idx="1014">
                  <c:v>117.99467154513302</c:v>
                </c:pt>
                <c:pt idx="1015">
                  <c:v>115.56082242507614</c:v>
                </c:pt>
                <c:pt idx="1016">
                  <c:v>116.8999069985702</c:v>
                </c:pt>
                <c:pt idx="1017">
                  <c:v>117.54139583754849</c:v>
                </c:pt>
                <c:pt idx="1018">
                  <c:v>117.57982055994688</c:v>
                </c:pt>
                <c:pt idx="1019">
                  <c:v>118.1684329004035</c:v>
                </c:pt>
                <c:pt idx="1020">
                  <c:v>118.65078218113011</c:v>
                </c:pt>
                <c:pt idx="1021">
                  <c:v>118.64109099008272</c:v>
                </c:pt>
                <c:pt idx="1022">
                  <c:v>118.48773214228034</c:v>
                </c:pt>
                <c:pt idx="1023">
                  <c:v>117.97800949736727</c:v>
                </c:pt>
                <c:pt idx="1024">
                  <c:v>118.61405766768738</c:v>
                </c:pt>
                <c:pt idx="1025">
                  <c:v>117.61722515697181</c:v>
                </c:pt>
                <c:pt idx="1026">
                  <c:v>117.02062183442347</c:v>
                </c:pt>
                <c:pt idx="1027">
                  <c:v>115.58700564299352</c:v>
                </c:pt>
                <c:pt idx="1028">
                  <c:v>117.86358543464993</c:v>
                </c:pt>
                <c:pt idx="1029">
                  <c:v>118.41649338703725</c:v>
                </c:pt>
                <c:pt idx="1030">
                  <c:v>118.02527530633513</c:v>
                </c:pt>
                <c:pt idx="1031">
                  <c:v>118.0194945958858</c:v>
                </c:pt>
                <c:pt idx="1032">
                  <c:v>116.17119744016536</c:v>
                </c:pt>
                <c:pt idx="1033">
                  <c:v>116.22917456555409</c:v>
                </c:pt>
                <c:pt idx="1034">
                  <c:v>116.34903929692956</c:v>
                </c:pt>
                <c:pt idx="1035">
                  <c:v>116.99664888814836</c:v>
                </c:pt>
                <c:pt idx="1036">
                  <c:v>116.66646830895516</c:v>
                </c:pt>
                <c:pt idx="1037">
                  <c:v>117.47610781365032</c:v>
                </c:pt>
                <c:pt idx="1038">
                  <c:v>116.25603786705389</c:v>
                </c:pt>
                <c:pt idx="1039">
                  <c:v>117.14558719266601</c:v>
                </c:pt>
                <c:pt idx="1040">
                  <c:v>118.0987243332206</c:v>
                </c:pt>
                <c:pt idx="1041">
                  <c:v>117.46505645543841</c:v>
                </c:pt>
                <c:pt idx="1042">
                  <c:v>116.95533381052536</c:v>
                </c:pt>
                <c:pt idx="1043">
                  <c:v>117.001919535911</c:v>
                </c:pt>
                <c:pt idx="1044">
                  <c:v>115.89695373561413</c:v>
                </c:pt>
                <c:pt idx="1045">
                  <c:v>116.79585421048249</c:v>
                </c:pt>
                <c:pt idx="1046">
                  <c:v>116.13634315657396</c:v>
                </c:pt>
                <c:pt idx="1047">
                  <c:v>114.59442365466717</c:v>
                </c:pt>
                <c:pt idx="1048">
                  <c:v>115.54603060716161</c:v>
                </c:pt>
                <c:pt idx="1049">
                  <c:v>115.29933028769234</c:v>
                </c:pt>
                <c:pt idx="1050">
                  <c:v>115.20275841900971</c:v>
                </c:pt>
                <c:pt idx="1051">
                  <c:v>113.44848281853842</c:v>
                </c:pt>
                <c:pt idx="1052">
                  <c:v>112.76108833775675</c:v>
                </c:pt>
                <c:pt idx="1053">
                  <c:v>113.90345873507857</c:v>
                </c:pt>
                <c:pt idx="1054">
                  <c:v>114.18756365157283</c:v>
                </c:pt>
                <c:pt idx="1055">
                  <c:v>112.63374268697628</c:v>
                </c:pt>
                <c:pt idx="1056">
                  <c:v>112.32413463614684</c:v>
                </c:pt>
                <c:pt idx="1057">
                  <c:v>110.62375565957061</c:v>
                </c:pt>
                <c:pt idx="1058">
                  <c:v>111.89075137334386</c:v>
                </c:pt>
                <c:pt idx="1059">
                  <c:v>111.47198990755972</c:v>
                </c:pt>
                <c:pt idx="1060">
                  <c:v>112.07607414951302</c:v>
                </c:pt>
                <c:pt idx="1061">
                  <c:v>110.12525439376505</c:v>
                </c:pt>
                <c:pt idx="1062">
                  <c:v>108.28375807386732</c:v>
                </c:pt>
                <c:pt idx="1063">
                  <c:v>107.85649556330478</c:v>
                </c:pt>
                <c:pt idx="1064">
                  <c:v>110.99848171340265</c:v>
                </c:pt>
                <c:pt idx="1065">
                  <c:v>111.79417950466117</c:v>
                </c:pt>
                <c:pt idx="1066">
                  <c:v>111.9194849046948</c:v>
                </c:pt>
                <c:pt idx="1067">
                  <c:v>112.41492579438012</c:v>
                </c:pt>
                <c:pt idx="1068">
                  <c:v>112.50027628395529</c:v>
                </c:pt>
                <c:pt idx="1069">
                  <c:v>115.3219430668029</c:v>
                </c:pt>
                <c:pt idx="1070">
                  <c:v>116.03348051475521</c:v>
                </c:pt>
                <c:pt idx="1071">
                  <c:v>115.90137427889884</c:v>
                </c:pt>
                <c:pt idx="1072">
                  <c:v>117.08046918966333</c:v>
                </c:pt>
                <c:pt idx="1073">
                  <c:v>118.46001873630262</c:v>
                </c:pt>
                <c:pt idx="1074">
                  <c:v>119.40482485297437</c:v>
                </c:pt>
                <c:pt idx="1075">
                  <c:v>119.71647315455063</c:v>
                </c:pt>
                <c:pt idx="1076">
                  <c:v>121.15791030717669</c:v>
                </c:pt>
                <c:pt idx="1077">
                  <c:v>120.8702349518755</c:v>
                </c:pt>
                <c:pt idx="1078">
                  <c:v>120.1029306501768</c:v>
                </c:pt>
                <c:pt idx="1079">
                  <c:v>121.35921504752922</c:v>
                </c:pt>
                <c:pt idx="1080">
                  <c:v>120.85765340560341</c:v>
                </c:pt>
                <c:pt idx="1081">
                  <c:v>121.82133184168323</c:v>
                </c:pt>
                <c:pt idx="1082">
                  <c:v>121.97146029246986</c:v>
                </c:pt>
                <c:pt idx="1083">
                  <c:v>121.37451692813039</c:v>
                </c:pt>
                <c:pt idx="1084">
                  <c:v>121.32606097289349</c:v>
                </c:pt>
                <c:pt idx="1085">
                  <c:v>122.56823363591377</c:v>
                </c:pt>
                <c:pt idx="1086">
                  <c:v>122.92714774645799</c:v>
                </c:pt>
                <c:pt idx="1087">
                  <c:v>122.42779637617458</c:v>
                </c:pt>
                <c:pt idx="1088">
                  <c:v>123.42190855256105</c:v>
                </c:pt>
                <c:pt idx="1089">
                  <c:v>125.22242983662686</c:v>
                </c:pt>
                <c:pt idx="1090">
                  <c:v>124.74620130814071</c:v>
                </c:pt>
                <c:pt idx="1091">
                  <c:v>125.79727048454254</c:v>
                </c:pt>
                <c:pt idx="1092">
                  <c:v>126.03376955027771</c:v>
                </c:pt>
                <c:pt idx="1093">
                  <c:v>125.83178472634285</c:v>
                </c:pt>
                <c:pt idx="1094">
                  <c:v>126.56780518325699</c:v>
                </c:pt>
                <c:pt idx="1095">
                  <c:v>127.53675426709941</c:v>
                </c:pt>
                <c:pt idx="1096">
                  <c:v>125.95998048160118</c:v>
                </c:pt>
                <c:pt idx="1097">
                  <c:v>125.86731909351657</c:v>
                </c:pt>
                <c:pt idx="1098">
                  <c:v>125.02673578582804</c:v>
                </c:pt>
                <c:pt idx="1099">
                  <c:v>126.37602161305622</c:v>
                </c:pt>
                <c:pt idx="1100">
                  <c:v>126.5927982549055</c:v>
                </c:pt>
                <c:pt idx="1101">
                  <c:v>127.06460624010687</c:v>
                </c:pt>
                <c:pt idx="1102">
                  <c:v>127.84075162837509</c:v>
                </c:pt>
                <c:pt idx="1103">
                  <c:v>127.86183421942556</c:v>
                </c:pt>
                <c:pt idx="1104">
                  <c:v>128.59751463454859</c:v>
                </c:pt>
                <c:pt idx="1105">
                  <c:v>128.87685896596696</c:v>
                </c:pt>
                <c:pt idx="1106">
                  <c:v>129.21520054814741</c:v>
                </c:pt>
                <c:pt idx="1107">
                  <c:v>129.38216106759526</c:v>
                </c:pt>
                <c:pt idx="1108">
                  <c:v>128.42834384345844</c:v>
                </c:pt>
                <c:pt idx="1109">
                  <c:v>128.94911784658339</c:v>
                </c:pt>
                <c:pt idx="1110">
                  <c:v>125.53900874417468</c:v>
                </c:pt>
                <c:pt idx="1111">
                  <c:v>125.91288469352885</c:v>
                </c:pt>
                <c:pt idx="1112">
                  <c:v>125.58848482478497</c:v>
                </c:pt>
                <c:pt idx="1113">
                  <c:v>123.55401478841749</c:v>
                </c:pt>
                <c:pt idx="1114">
                  <c:v>125.71855080989452</c:v>
                </c:pt>
                <c:pt idx="1115">
                  <c:v>126.35034845782546</c:v>
                </c:pt>
                <c:pt idx="1116">
                  <c:v>128.43871511808803</c:v>
                </c:pt>
                <c:pt idx="1117">
                  <c:v>127.70864539251878</c:v>
                </c:pt>
                <c:pt idx="1118">
                  <c:v>126.15720472046019</c:v>
                </c:pt>
                <c:pt idx="1119">
                  <c:v>127.52553288799193</c:v>
                </c:pt>
                <c:pt idx="1120">
                  <c:v>127.05304481920825</c:v>
                </c:pt>
                <c:pt idx="1121">
                  <c:v>125.2282105470762</c:v>
                </c:pt>
                <c:pt idx="1122">
                  <c:v>125.10511541868492</c:v>
                </c:pt>
                <c:pt idx="1123">
                  <c:v>125.09270389330844</c:v>
                </c:pt>
                <c:pt idx="1124">
                  <c:v>125.03370664254632</c:v>
                </c:pt>
                <c:pt idx="1125">
                  <c:v>126.50285720114999</c:v>
                </c:pt>
                <c:pt idx="1126">
                  <c:v>127.50479033873256</c:v>
                </c:pt>
                <c:pt idx="1127">
                  <c:v>127.23054663418127</c:v>
                </c:pt>
                <c:pt idx="1128">
                  <c:v>127.23071665507682</c:v>
                </c:pt>
                <c:pt idx="1129">
                  <c:v>128.15205988816018</c:v>
                </c:pt>
                <c:pt idx="1130">
                  <c:v>127.5811297208426</c:v>
                </c:pt>
                <c:pt idx="1131">
                  <c:v>127.22170554761168</c:v>
                </c:pt>
                <c:pt idx="1132">
                  <c:v>128.25764286430791</c:v>
                </c:pt>
                <c:pt idx="1133">
                  <c:v>128.79745920773649</c:v>
                </c:pt>
                <c:pt idx="1134">
                  <c:v>127.77648372985024</c:v>
                </c:pt>
                <c:pt idx="1135">
                  <c:v>128.25679275983003</c:v>
                </c:pt>
                <c:pt idx="1136">
                  <c:v>128.74662295996166</c:v>
                </c:pt>
                <c:pt idx="1137">
                  <c:v>128.08983224038224</c:v>
                </c:pt>
                <c:pt idx="1138">
                  <c:v>126.79631326690037</c:v>
                </c:pt>
                <c:pt idx="1139">
                  <c:v>126.55131315638678</c:v>
                </c:pt>
                <c:pt idx="1140">
                  <c:v>127.67209089997149</c:v>
                </c:pt>
                <c:pt idx="1141">
                  <c:v>127.4979895029098</c:v>
                </c:pt>
                <c:pt idx="1142">
                  <c:v>125.95658006368971</c:v>
                </c:pt>
                <c:pt idx="1143">
                  <c:v>126.01914775325878</c:v>
                </c:pt>
                <c:pt idx="1144">
                  <c:v>126.03955026072693</c:v>
                </c:pt>
                <c:pt idx="1145">
                  <c:v>126.30478285781311</c:v>
                </c:pt>
                <c:pt idx="1146">
                  <c:v>124.38983751103</c:v>
                </c:pt>
                <c:pt idx="1147">
                  <c:v>126.45525135039088</c:v>
                </c:pt>
                <c:pt idx="1148">
                  <c:v>127.34089019540497</c:v>
                </c:pt>
                <c:pt idx="1149">
                  <c:v>129.22438167650796</c:v>
                </c:pt>
                <c:pt idx="1150">
                  <c:v>131.5370058980248</c:v>
                </c:pt>
                <c:pt idx="1151">
                  <c:v>131.31648879647301</c:v>
                </c:pt>
                <c:pt idx="1152">
                  <c:v>131.08543039939599</c:v>
                </c:pt>
                <c:pt idx="1153">
                  <c:v>131.89609002946455</c:v>
                </c:pt>
                <c:pt idx="1154">
                  <c:v>131.81907056377221</c:v>
                </c:pt>
                <c:pt idx="1155">
                  <c:v>131.39554851291217</c:v>
                </c:pt>
                <c:pt idx="1156">
                  <c:v>131.74069093091535</c:v>
                </c:pt>
                <c:pt idx="1157">
                  <c:v>132.59912643263851</c:v>
                </c:pt>
                <c:pt idx="1158">
                  <c:v>132.37418878780198</c:v>
                </c:pt>
                <c:pt idx="1159">
                  <c:v>131.68220374283993</c:v>
                </c:pt>
                <c:pt idx="1160">
                  <c:v>130.77599236946213</c:v>
                </c:pt>
                <c:pt idx="1161">
                  <c:v>131.05176626207353</c:v>
                </c:pt>
                <c:pt idx="1162">
                  <c:v>129.91568663788772</c:v>
                </c:pt>
                <c:pt idx="1163">
                  <c:v>130.48032603206926</c:v>
                </c:pt>
                <c:pt idx="1164">
                  <c:v>130.11461108570234</c:v>
                </c:pt>
                <c:pt idx="1165">
                  <c:v>130.5298021126795</c:v>
                </c:pt>
                <c:pt idx="1166">
                  <c:v>130.50293881117977</c:v>
                </c:pt>
                <c:pt idx="1167">
                  <c:v>131.44298434277562</c:v>
                </c:pt>
                <c:pt idx="1168">
                  <c:v>131.11603416059822</c:v>
                </c:pt>
                <c:pt idx="1169">
                  <c:v>130.68044062615286</c:v>
                </c:pt>
                <c:pt idx="1170">
                  <c:v>129.75093639008224</c:v>
                </c:pt>
                <c:pt idx="1171">
                  <c:v>130.34821979621287</c:v>
                </c:pt>
                <c:pt idx="1172">
                  <c:v>131.72725928016547</c:v>
                </c:pt>
                <c:pt idx="1173">
                  <c:v>131.23232845316684</c:v>
                </c:pt>
                <c:pt idx="1174">
                  <c:v>130.46587425594601</c:v>
                </c:pt>
                <c:pt idx="1175">
                  <c:v>129.83407660801507</c:v>
                </c:pt>
                <c:pt idx="1176">
                  <c:v>129.07476328840809</c:v>
                </c:pt>
                <c:pt idx="1177">
                  <c:v>130.18465969467638</c:v>
                </c:pt>
                <c:pt idx="1178">
                  <c:v>129.55558238107452</c:v>
                </c:pt>
                <c:pt idx="1179">
                  <c:v>128.97326081375391</c:v>
                </c:pt>
                <c:pt idx="1180">
                  <c:v>128.39654993598705</c:v>
                </c:pt>
                <c:pt idx="1181">
                  <c:v>129.85787953339457</c:v>
                </c:pt>
                <c:pt idx="1182">
                  <c:v>130.07448615434825</c:v>
                </c:pt>
                <c:pt idx="1183">
                  <c:v>132.01612478173553</c:v>
                </c:pt>
                <c:pt idx="1184">
                  <c:v>132.01510465636213</c:v>
                </c:pt>
                <c:pt idx="1185">
                  <c:v>131.01861218743767</c:v>
                </c:pt>
                <c:pt idx="1186">
                  <c:v>130.98630821727974</c:v>
                </c:pt>
                <c:pt idx="1187">
                  <c:v>131.6541502950711</c:v>
                </c:pt>
                <c:pt idx="1188">
                  <c:v>130.63878550673863</c:v>
                </c:pt>
                <c:pt idx="1189">
                  <c:v>130.42030865593367</c:v>
                </c:pt>
                <c:pt idx="1190">
                  <c:v>130.09216832748731</c:v>
                </c:pt>
                <c:pt idx="1191">
                  <c:v>130.34566948277927</c:v>
                </c:pt>
                <c:pt idx="1192">
                  <c:v>131.30237706214078</c:v>
                </c:pt>
                <c:pt idx="1193">
                  <c:v>132.173394110136</c:v>
                </c:pt>
                <c:pt idx="1194">
                  <c:v>132.9381480984012</c:v>
                </c:pt>
                <c:pt idx="1195">
                  <c:v>132.64639224160641</c:v>
                </c:pt>
                <c:pt idx="1196">
                  <c:v>132.02734616084308</c:v>
                </c:pt>
                <c:pt idx="1197">
                  <c:v>132.81250265657644</c:v>
                </c:pt>
                <c:pt idx="1198">
                  <c:v>132.73939367148216</c:v>
                </c:pt>
                <c:pt idx="1199">
                  <c:v>132.70895993117546</c:v>
                </c:pt>
                <c:pt idx="1200">
                  <c:v>131.23810916361612</c:v>
                </c:pt>
                <c:pt idx="1201">
                  <c:v>131.66520165328311</c:v>
                </c:pt>
                <c:pt idx="1202">
                  <c:v>130.22648483498611</c:v>
                </c:pt>
                <c:pt idx="1203">
                  <c:v>#N/A</c:v>
                </c:pt>
                <c:pt idx="1204">
                  <c:v>#N/A</c:v>
                </c:pt>
                <c:pt idx="1205">
                  <c:v>#N/A</c:v>
                </c:pt>
                <c:pt idx="1206">
                  <c:v>#N/A</c:v>
                </c:pt>
                <c:pt idx="1207">
                  <c:v>#N/A</c:v>
                </c:pt>
                <c:pt idx="1208">
                  <c:v>#N/A</c:v>
                </c:pt>
                <c:pt idx="1209">
                  <c:v>#N/A</c:v>
                </c:pt>
                <c:pt idx="1210">
                  <c:v>#N/A</c:v>
                </c:pt>
                <c:pt idx="1211">
                  <c:v>#N/A</c:v>
                </c:pt>
                <c:pt idx="1212">
                  <c:v>#N/A</c:v>
                </c:pt>
                <c:pt idx="1213">
                  <c:v>#N/A</c:v>
                </c:pt>
                <c:pt idx="1214">
                  <c:v>#N/A</c:v>
                </c:pt>
                <c:pt idx="1215">
                  <c:v>#N/A</c:v>
                </c:pt>
                <c:pt idx="1216">
                  <c:v>#N/A</c:v>
                </c:pt>
                <c:pt idx="1217">
                  <c:v>#N/A</c:v>
                </c:pt>
                <c:pt idx="1218">
                  <c:v>#N/A</c:v>
                </c:pt>
                <c:pt idx="1219">
                  <c:v>#N/A</c:v>
                </c:pt>
                <c:pt idx="1220">
                  <c:v>#N/A</c:v>
                </c:pt>
                <c:pt idx="1221">
                  <c:v>#N/A</c:v>
                </c:pt>
                <c:pt idx="1222">
                  <c:v>#N/A</c:v>
                </c:pt>
                <c:pt idx="1223">
                  <c:v>#N/A</c:v>
                </c:pt>
                <c:pt idx="1224">
                  <c:v>#N/A</c:v>
                </c:pt>
                <c:pt idx="1225">
                  <c:v>#N/A</c:v>
                </c:pt>
                <c:pt idx="1226">
                  <c:v>#N/A</c:v>
                </c:pt>
                <c:pt idx="1227">
                  <c:v>#N/A</c:v>
                </c:pt>
                <c:pt idx="1228">
                  <c:v>#N/A</c:v>
                </c:pt>
                <c:pt idx="1229">
                  <c:v>#N/A</c:v>
                </c:pt>
                <c:pt idx="1230">
                  <c:v>#N/A</c:v>
                </c:pt>
                <c:pt idx="1231">
                  <c:v>#N/A</c:v>
                </c:pt>
                <c:pt idx="1232">
                  <c:v>#N/A</c:v>
                </c:pt>
                <c:pt idx="1233">
                  <c:v>#N/A</c:v>
                </c:pt>
                <c:pt idx="1234">
                  <c:v>#N/A</c:v>
                </c:pt>
                <c:pt idx="1235">
                  <c:v>#N/A</c:v>
                </c:pt>
                <c:pt idx="1236">
                  <c:v>#N/A</c:v>
                </c:pt>
                <c:pt idx="1237">
                  <c:v>#N/A</c:v>
                </c:pt>
                <c:pt idx="1238">
                  <c:v>#N/A</c:v>
                </c:pt>
                <c:pt idx="1239">
                  <c:v>#N/A</c:v>
                </c:pt>
                <c:pt idx="1240">
                  <c:v>#N/A</c:v>
                </c:pt>
                <c:pt idx="1241">
                  <c:v>#N/A</c:v>
                </c:pt>
                <c:pt idx="1242">
                  <c:v>#N/A</c:v>
                </c:pt>
                <c:pt idx="1243">
                  <c:v>#N/A</c:v>
                </c:pt>
                <c:pt idx="1244">
                  <c:v>#N/A</c:v>
                </c:pt>
                <c:pt idx="1245">
                  <c:v>#N/A</c:v>
                </c:pt>
                <c:pt idx="1246">
                  <c:v>#N/A</c:v>
                </c:pt>
                <c:pt idx="1247">
                  <c:v>#N/A</c:v>
                </c:pt>
                <c:pt idx="1248">
                  <c:v>#N/A</c:v>
                </c:pt>
                <c:pt idx="1249">
                  <c:v>#N/A</c:v>
                </c:pt>
                <c:pt idx="1250">
                  <c:v>#N/A</c:v>
                </c:pt>
                <c:pt idx="1251">
                  <c:v>#N/A</c:v>
                </c:pt>
                <c:pt idx="1252">
                  <c:v>#N/A</c:v>
                </c:pt>
                <c:pt idx="1253">
                  <c:v>#N/A</c:v>
                </c:pt>
                <c:pt idx="1254">
                  <c:v>#N/A</c:v>
                </c:pt>
                <c:pt idx="1255">
                  <c:v>#N/A</c:v>
                </c:pt>
                <c:pt idx="1256">
                  <c:v>#N/A</c:v>
                </c:pt>
                <c:pt idx="1257">
                  <c:v>#N/A</c:v>
                </c:pt>
                <c:pt idx="1258">
                  <c:v>#N/A</c:v>
                </c:pt>
                <c:pt idx="1259">
                  <c:v>#N/A</c:v>
                </c:pt>
                <c:pt idx="1260">
                  <c:v>#N/A</c:v>
                </c:pt>
                <c:pt idx="1261">
                  <c:v>#N/A</c:v>
                </c:pt>
                <c:pt idx="1262">
                  <c:v>#N/A</c:v>
                </c:pt>
                <c:pt idx="1263">
                  <c:v>#N/A</c:v>
                </c:pt>
                <c:pt idx="1264">
                  <c:v>#N/A</c:v>
                </c:pt>
                <c:pt idx="1265">
                  <c:v>#N/A</c:v>
                </c:pt>
                <c:pt idx="1266">
                  <c:v>#N/A</c:v>
                </c:pt>
                <c:pt idx="1267">
                  <c:v>#N/A</c:v>
                </c:pt>
                <c:pt idx="1268">
                  <c:v>#N/A</c:v>
                </c:pt>
                <c:pt idx="1269">
                  <c:v>#N/A</c:v>
                </c:pt>
                <c:pt idx="1270">
                  <c:v>#N/A</c:v>
                </c:pt>
                <c:pt idx="1271">
                  <c:v>#N/A</c:v>
                </c:pt>
                <c:pt idx="1272">
                  <c:v>#N/A</c:v>
                </c:pt>
                <c:pt idx="1273">
                  <c:v>#N/A</c:v>
                </c:pt>
                <c:pt idx="1274">
                  <c:v>#N/A</c:v>
                </c:pt>
                <c:pt idx="1275">
                  <c:v>#N/A</c:v>
                </c:pt>
                <c:pt idx="1276">
                  <c:v>#N/A</c:v>
                </c:pt>
                <c:pt idx="1277">
                  <c:v>#N/A</c:v>
                </c:pt>
                <c:pt idx="1278">
                  <c:v>#N/A</c:v>
                </c:pt>
                <c:pt idx="1279">
                  <c:v>#N/A</c:v>
                </c:pt>
                <c:pt idx="1280">
                  <c:v>#N/A</c:v>
                </c:pt>
                <c:pt idx="1281">
                  <c:v>#N/A</c:v>
                </c:pt>
                <c:pt idx="1282">
                  <c:v>#N/A</c:v>
                </c:pt>
                <c:pt idx="1283">
                  <c:v>#N/A</c:v>
                </c:pt>
                <c:pt idx="1284">
                  <c:v>#N/A</c:v>
                </c:pt>
                <c:pt idx="1285">
                  <c:v>#N/A</c:v>
                </c:pt>
                <c:pt idx="1286">
                  <c:v>#N/A</c:v>
                </c:pt>
                <c:pt idx="1287">
                  <c:v>#N/A</c:v>
                </c:pt>
                <c:pt idx="1288">
                  <c:v>#N/A</c:v>
                </c:pt>
                <c:pt idx="1289">
                  <c:v>#N/A</c:v>
                </c:pt>
                <c:pt idx="1290">
                  <c:v>#N/A</c:v>
                </c:pt>
                <c:pt idx="1291">
                  <c:v>#N/A</c:v>
                </c:pt>
                <c:pt idx="1292">
                  <c:v>#N/A</c:v>
                </c:pt>
                <c:pt idx="1293">
                  <c:v>#N/A</c:v>
                </c:pt>
                <c:pt idx="1294">
                  <c:v>#N/A</c:v>
                </c:pt>
                <c:pt idx="1295">
                  <c:v>#N/A</c:v>
                </c:pt>
                <c:pt idx="1296">
                  <c:v>#N/A</c:v>
                </c:pt>
                <c:pt idx="1297">
                  <c:v>#N/A</c:v>
                </c:pt>
                <c:pt idx="1298">
                  <c:v>#N/A</c:v>
                </c:pt>
                <c:pt idx="1299">
                  <c:v>#N/A</c:v>
                </c:pt>
                <c:pt idx="1300">
                  <c:v>#N/A</c:v>
                </c:pt>
                <c:pt idx="1301">
                  <c:v>#N/A</c:v>
                </c:pt>
                <c:pt idx="1302">
                  <c:v>#N/A</c:v>
                </c:pt>
                <c:pt idx="1303">
                  <c:v>#N/A</c:v>
                </c:pt>
                <c:pt idx="1304">
                  <c:v>#N/A</c:v>
                </c:pt>
                <c:pt idx="1305">
                  <c:v>#N/A</c:v>
                </c:pt>
                <c:pt idx="1306">
                  <c:v>#N/A</c:v>
                </c:pt>
                <c:pt idx="1307">
                  <c:v>#N/A</c:v>
                </c:pt>
                <c:pt idx="1308">
                  <c:v>#N/A</c:v>
                </c:pt>
                <c:pt idx="1309">
                  <c:v>#N/A</c:v>
                </c:pt>
                <c:pt idx="1310">
                  <c:v>#N/A</c:v>
                </c:pt>
                <c:pt idx="1311">
                  <c:v>#N/A</c:v>
                </c:pt>
                <c:pt idx="1312">
                  <c:v>#N/A</c:v>
                </c:pt>
                <c:pt idx="1313">
                  <c:v>#N/A</c:v>
                </c:pt>
                <c:pt idx="1314">
                  <c:v>#N/A</c:v>
                </c:pt>
                <c:pt idx="1315">
                  <c:v>#N/A</c:v>
                </c:pt>
                <c:pt idx="1316">
                  <c:v>#N/A</c:v>
                </c:pt>
                <c:pt idx="1317">
                  <c:v>#N/A</c:v>
                </c:pt>
                <c:pt idx="1318">
                  <c:v>#N/A</c:v>
                </c:pt>
                <c:pt idx="1319">
                  <c:v>#N/A</c:v>
                </c:pt>
                <c:pt idx="1320">
                  <c:v>#N/A</c:v>
                </c:pt>
                <c:pt idx="1321">
                  <c:v>#N/A</c:v>
                </c:pt>
                <c:pt idx="1322">
                  <c:v>#N/A</c:v>
                </c:pt>
                <c:pt idx="1323">
                  <c:v>#N/A</c:v>
                </c:pt>
                <c:pt idx="1324">
                  <c:v>#N/A</c:v>
                </c:pt>
                <c:pt idx="1325">
                  <c:v>#N/A</c:v>
                </c:pt>
                <c:pt idx="1326">
                  <c:v>#N/A</c:v>
                </c:pt>
                <c:pt idx="1327">
                  <c:v>#N/A</c:v>
                </c:pt>
                <c:pt idx="1328">
                  <c:v>#N/A</c:v>
                </c:pt>
                <c:pt idx="1329">
                  <c:v>#N/A</c:v>
                </c:pt>
                <c:pt idx="1330">
                  <c:v>#N/A</c:v>
                </c:pt>
              </c:numCache>
            </c:numRef>
          </c:val>
          <c:smooth val="0"/>
          <c:extLst>
            <c:ext xmlns:c16="http://schemas.microsoft.com/office/drawing/2014/chart" uri="{C3380CC4-5D6E-409C-BE32-E72D297353CC}">
              <c16:uniqueId val="{00000000-34FD-478D-86BA-7D9E5814E2EB}"/>
            </c:ext>
          </c:extLst>
        </c:ser>
        <c:ser>
          <c:idx val="1"/>
          <c:order val="1"/>
          <c:tx>
            <c:strRef>
              <c:f>SPX_UST!$AI$7</c:f>
              <c:strCache>
                <c:ptCount val="1"/>
                <c:pt idx="0">
                  <c:v>MSCI Japan</c:v>
                </c:pt>
              </c:strCache>
            </c:strRef>
          </c:tx>
          <c:spPr>
            <a:ln w="28575">
              <a:solidFill>
                <a:sysClr val="window" lastClr="FFFFFF">
                  <a:lumMod val="65000"/>
                </a:sysClr>
              </a:solidFill>
            </a:ln>
          </c:spPr>
          <c:marker>
            <c:symbol val="none"/>
          </c:marker>
          <c:cat>
            <c:numRef>
              <c:f>SPX_UST!$AG$1275:$AG$4055</c:f>
              <c:numCache>
                <c:formatCode>m/d/yyyy</c:formatCode>
                <c:ptCount val="2781"/>
                <c:pt idx="0">
                  <c:v>44561</c:v>
                </c:pt>
                <c:pt idx="1">
                  <c:v>44564</c:v>
                </c:pt>
                <c:pt idx="2">
                  <c:v>44565</c:v>
                </c:pt>
                <c:pt idx="3">
                  <c:v>44566</c:v>
                </c:pt>
                <c:pt idx="4">
                  <c:v>44567</c:v>
                </c:pt>
                <c:pt idx="5">
                  <c:v>44568</c:v>
                </c:pt>
                <c:pt idx="6">
                  <c:v>44571</c:v>
                </c:pt>
                <c:pt idx="7">
                  <c:v>44572</c:v>
                </c:pt>
                <c:pt idx="8">
                  <c:v>44573</c:v>
                </c:pt>
                <c:pt idx="9">
                  <c:v>44574</c:v>
                </c:pt>
                <c:pt idx="10">
                  <c:v>44575</c:v>
                </c:pt>
                <c:pt idx="11">
                  <c:v>44579</c:v>
                </c:pt>
                <c:pt idx="12">
                  <c:v>44580</c:v>
                </c:pt>
                <c:pt idx="13">
                  <c:v>44581</c:v>
                </c:pt>
                <c:pt idx="14">
                  <c:v>44582</c:v>
                </c:pt>
                <c:pt idx="15">
                  <c:v>44585</c:v>
                </c:pt>
                <c:pt idx="16">
                  <c:v>44586</c:v>
                </c:pt>
                <c:pt idx="17">
                  <c:v>44587</c:v>
                </c:pt>
                <c:pt idx="18">
                  <c:v>44588</c:v>
                </c:pt>
                <c:pt idx="19">
                  <c:v>44589</c:v>
                </c:pt>
                <c:pt idx="20">
                  <c:v>44592</c:v>
                </c:pt>
                <c:pt idx="21">
                  <c:v>44593</c:v>
                </c:pt>
                <c:pt idx="22">
                  <c:v>44594</c:v>
                </c:pt>
                <c:pt idx="23">
                  <c:v>44595</c:v>
                </c:pt>
                <c:pt idx="24">
                  <c:v>44596</c:v>
                </c:pt>
                <c:pt idx="25">
                  <c:v>44599</c:v>
                </c:pt>
                <c:pt idx="26">
                  <c:v>44600</c:v>
                </c:pt>
                <c:pt idx="27">
                  <c:v>44601</c:v>
                </c:pt>
                <c:pt idx="28">
                  <c:v>44602</c:v>
                </c:pt>
                <c:pt idx="29">
                  <c:v>44603</c:v>
                </c:pt>
                <c:pt idx="30">
                  <c:v>44606</c:v>
                </c:pt>
                <c:pt idx="31">
                  <c:v>44607</c:v>
                </c:pt>
                <c:pt idx="32">
                  <c:v>44608</c:v>
                </c:pt>
                <c:pt idx="33">
                  <c:v>44609</c:v>
                </c:pt>
                <c:pt idx="34">
                  <c:v>44610</c:v>
                </c:pt>
                <c:pt idx="35">
                  <c:v>44614</c:v>
                </c:pt>
                <c:pt idx="36">
                  <c:v>44615</c:v>
                </c:pt>
                <c:pt idx="37">
                  <c:v>44616</c:v>
                </c:pt>
                <c:pt idx="38">
                  <c:v>44617</c:v>
                </c:pt>
                <c:pt idx="39">
                  <c:v>44620</c:v>
                </c:pt>
                <c:pt idx="40">
                  <c:v>44621</c:v>
                </c:pt>
                <c:pt idx="41">
                  <c:v>44622</c:v>
                </c:pt>
                <c:pt idx="42">
                  <c:v>44623</c:v>
                </c:pt>
                <c:pt idx="43">
                  <c:v>44624</c:v>
                </c:pt>
                <c:pt idx="44">
                  <c:v>44627</c:v>
                </c:pt>
                <c:pt idx="45">
                  <c:v>44628</c:v>
                </c:pt>
                <c:pt idx="46">
                  <c:v>44629</c:v>
                </c:pt>
                <c:pt idx="47">
                  <c:v>44630</c:v>
                </c:pt>
                <c:pt idx="48">
                  <c:v>44631</c:v>
                </c:pt>
                <c:pt idx="49">
                  <c:v>44634</c:v>
                </c:pt>
                <c:pt idx="50">
                  <c:v>44635</c:v>
                </c:pt>
                <c:pt idx="51">
                  <c:v>44636</c:v>
                </c:pt>
                <c:pt idx="52">
                  <c:v>44637</c:v>
                </c:pt>
                <c:pt idx="53">
                  <c:v>44638</c:v>
                </c:pt>
                <c:pt idx="54">
                  <c:v>44641</c:v>
                </c:pt>
                <c:pt idx="55">
                  <c:v>44642</c:v>
                </c:pt>
                <c:pt idx="56">
                  <c:v>44643</c:v>
                </c:pt>
                <c:pt idx="57">
                  <c:v>44644</c:v>
                </c:pt>
                <c:pt idx="58">
                  <c:v>44645</c:v>
                </c:pt>
                <c:pt idx="59">
                  <c:v>44648</c:v>
                </c:pt>
                <c:pt idx="60">
                  <c:v>44649</c:v>
                </c:pt>
                <c:pt idx="61">
                  <c:v>44650</c:v>
                </c:pt>
                <c:pt idx="62">
                  <c:v>44651</c:v>
                </c:pt>
                <c:pt idx="63">
                  <c:v>44652</c:v>
                </c:pt>
                <c:pt idx="64">
                  <c:v>44655</c:v>
                </c:pt>
                <c:pt idx="65">
                  <c:v>44656</c:v>
                </c:pt>
                <c:pt idx="66">
                  <c:v>44657</c:v>
                </c:pt>
                <c:pt idx="67">
                  <c:v>44658</c:v>
                </c:pt>
                <c:pt idx="68">
                  <c:v>44659</c:v>
                </c:pt>
                <c:pt idx="69">
                  <c:v>44662</c:v>
                </c:pt>
                <c:pt idx="70">
                  <c:v>44663</c:v>
                </c:pt>
                <c:pt idx="71">
                  <c:v>44664</c:v>
                </c:pt>
                <c:pt idx="72">
                  <c:v>44665</c:v>
                </c:pt>
                <c:pt idx="73">
                  <c:v>44669</c:v>
                </c:pt>
                <c:pt idx="74">
                  <c:v>44670</c:v>
                </c:pt>
                <c:pt idx="75">
                  <c:v>44671</c:v>
                </c:pt>
                <c:pt idx="76">
                  <c:v>44672</c:v>
                </c:pt>
                <c:pt idx="77">
                  <c:v>44673</c:v>
                </c:pt>
                <c:pt idx="78">
                  <c:v>44676</c:v>
                </c:pt>
                <c:pt idx="79">
                  <c:v>44677</c:v>
                </c:pt>
                <c:pt idx="80">
                  <c:v>44678</c:v>
                </c:pt>
                <c:pt idx="81">
                  <c:v>44679</c:v>
                </c:pt>
                <c:pt idx="82">
                  <c:v>44680</c:v>
                </c:pt>
                <c:pt idx="83">
                  <c:v>44683</c:v>
                </c:pt>
                <c:pt idx="84">
                  <c:v>44684</c:v>
                </c:pt>
                <c:pt idx="85">
                  <c:v>44685</c:v>
                </c:pt>
                <c:pt idx="86">
                  <c:v>44686</c:v>
                </c:pt>
                <c:pt idx="87">
                  <c:v>44687</c:v>
                </c:pt>
                <c:pt idx="88">
                  <c:v>44690</c:v>
                </c:pt>
                <c:pt idx="89">
                  <c:v>44691</c:v>
                </c:pt>
                <c:pt idx="90">
                  <c:v>44692</c:v>
                </c:pt>
                <c:pt idx="91">
                  <c:v>44693</c:v>
                </c:pt>
                <c:pt idx="92">
                  <c:v>44694</c:v>
                </c:pt>
                <c:pt idx="93">
                  <c:v>44697</c:v>
                </c:pt>
                <c:pt idx="94">
                  <c:v>44698</c:v>
                </c:pt>
                <c:pt idx="95">
                  <c:v>44699</c:v>
                </c:pt>
                <c:pt idx="96">
                  <c:v>44700</c:v>
                </c:pt>
                <c:pt idx="97">
                  <c:v>44701</c:v>
                </c:pt>
                <c:pt idx="98">
                  <c:v>44704</c:v>
                </c:pt>
                <c:pt idx="99">
                  <c:v>44705</c:v>
                </c:pt>
                <c:pt idx="100">
                  <c:v>44706</c:v>
                </c:pt>
                <c:pt idx="101">
                  <c:v>44707</c:v>
                </c:pt>
                <c:pt idx="102">
                  <c:v>44708</c:v>
                </c:pt>
                <c:pt idx="103">
                  <c:v>44712</c:v>
                </c:pt>
                <c:pt idx="104">
                  <c:v>44713</c:v>
                </c:pt>
                <c:pt idx="105">
                  <c:v>44714</c:v>
                </c:pt>
                <c:pt idx="106">
                  <c:v>44715</c:v>
                </c:pt>
                <c:pt idx="107">
                  <c:v>44718</c:v>
                </c:pt>
                <c:pt idx="108">
                  <c:v>44719</c:v>
                </c:pt>
                <c:pt idx="109">
                  <c:v>44720</c:v>
                </c:pt>
                <c:pt idx="110">
                  <c:v>44721</c:v>
                </c:pt>
                <c:pt idx="111">
                  <c:v>44722</c:v>
                </c:pt>
                <c:pt idx="112">
                  <c:v>44725</c:v>
                </c:pt>
                <c:pt idx="113">
                  <c:v>44726</c:v>
                </c:pt>
                <c:pt idx="114">
                  <c:v>44727</c:v>
                </c:pt>
                <c:pt idx="115">
                  <c:v>44728</c:v>
                </c:pt>
                <c:pt idx="116">
                  <c:v>44729</c:v>
                </c:pt>
                <c:pt idx="117">
                  <c:v>44733</c:v>
                </c:pt>
                <c:pt idx="118">
                  <c:v>44734</c:v>
                </c:pt>
                <c:pt idx="119">
                  <c:v>44735</c:v>
                </c:pt>
                <c:pt idx="120">
                  <c:v>44736</c:v>
                </c:pt>
                <c:pt idx="121">
                  <c:v>44739</c:v>
                </c:pt>
                <c:pt idx="122">
                  <c:v>44740</c:v>
                </c:pt>
                <c:pt idx="123">
                  <c:v>44741</c:v>
                </c:pt>
                <c:pt idx="124">
                  <c:v>44742</c:v>
                </c:pt>
                <c:pt idx="125">
                  <c:v>44743</c:v>
                </c:pt>
                <c:pt idx="126">
                  <c:v>44747</c:v>
                </c:pt>
                <c:pt idx="127">
                  <c:v>44748</c:v>
                </c:pt>
                <c:pt idx="128">
                  <c:v>44749</c:v>
                </c:pt>
                <c:pt idx="129">
                  <c:v>44750</c:v>
                </c:pt>
                <c:pt idx="130">
                  <c:v>44753</c:v>
                </c:pt>
                <c:pt idx="131">
                  <c:v>44754</c:v>
                </c:pt>
                <c:pt idx="132">
                  <c:v>44755</c:v>
                </c:pt>
                <c:pt idx="133">
                  <c:v>44756</c:v>
                </c:pt>
                <c:pt idx="134">
                  <c:v>44757</c:v>
                </c:pt>
                <c:pt idx="135">
                  <c:v>44760</c:v>
                </c:pt>
                <c:pt idx="136">
                  <c:v>44761</c:v>
                </c:pt>
                <c:pt idx="137">
                  <c:v>44762</c:v>
                </c:pt>
                <c:pt idx="138">
                  <c:v>44763</c:v>
                </c:pt>
                <c:pt idx="139">
                  <c:v>44764</c:v>
                </c:pt>
                <c:pt idx="140">
                  <c:v>44767</c:v>
                </c:pt>
                <c:pt idx="141">
                  <c:v>44768</c:v>
                </c:pt>
                <c:pt idx="142">
                  <c:v>44769</c:v>
                </c:pt>
                <c:pt idx="143">
                  <c:v>44770</c:v>
                </c:pt>
                <c:pt idx="144">
                  <c:v>44771</c:v>
                </c:pt>
                <c:pt idx="145">
                  <c:v>44774</c:v>
                </c:pt>
                <c:pt idx="146">
                  <c:v>44775</c:v>
                </c:pt>
                <c:pt idx="147">
                  <c:v>44776</c:v>
                </c:pt>
                <c:pt idx="148">
                  <c:v>44777</c:v>
                </c:pt>
                <c:pt idx="149">
                  <c:v>44778</c:v>
                </c:pt>
                <c:pt idx="150">
                  <c:v>44781</c:v>
                </c:pt>
                <c:pt idx="151">
                  <c:v>44782</c:v>
                </c:pt>
                <c:pt idx="152">
                  <c:v>44783</c:v>
                </c:pt>
                <c:pt idx="153">
                  <c:v>44784</c:v>
                </c:pt>
                <c:pt idx="154">
                  <c:v>44785</c:v>
                </c:pt>
                <c:pt idx="155">
                  <c:v>44788</c:v>
                </c:pt>
                <c:pt idx="156">
                  <c:v>44789</c:v>
                </c:pt>
                <c:pt idx="157">
                  <c:v>44790</c:v>
                </c:pt>
                <c:pt idx="158">
                  <c:v>44791</c:v>
                </c:pt>
                <c:pt idx="159">
                  <c:v>44792</c:v>
                </c:pt>
                <c:pt idx="160">
                  <c:v>44795</c:v>
                </c:pt>
                <c:pt idx="161">
                  <c:v>44796</c:v>
                </c:pt>
                <c:pt idx="162">
                  <c:v>44797</c:v>
                </c:pt>
                <c:pt idx="163">
                  <c:v>44798</c:v>
                </c:pt>
                <c:pt idx="164">
                  <c:v>44799</c:v>
                </c:pt>
                <c:pt idx="165">
                  <c:v>44802</c:v>
                </c:pt>
                <c:pt idx="166">
                  <c:v>44803</c:v>
                </c:pt>
                <c:pt idx="167">
                  <c:v>44804</c:v>
                </c:pt>
                <c:pt idx="168">
                  <c:v>44805</c:v>
                </c:pt>
                <c:pt idx="169">
                  <c:v>44806</c:v>
                </c:pt>
                <c:pt idx="170">
                  <c:v>44810</c:v>
                </c:pt>
                <c:pt idx="171">
                  <c:v>44811</c:v>
                </c:pt>
                <c:pt idx="172">
                  <c:v>44812</c:v>
                </c:pt>
                <c:pt idx="173">
                  <c:v>44813</c:v>
                </c:pt>
                <c:pt idx="174">
                  <c:v>44816</c:v>
                </c:pt>
                <c:pt idx="175">
                  <c:v>44817</c:v>
                </c:pt>
                <c:pt idx="176">
                  <c:v>44818</c:v>
                </c:pt>
                <c:pt idx="177">
                  <c:v>44819</c:v>
                </c:pt>
                <c:pt idx="178">
                  <c:v>44820</c:v>
                </c:pt>
                <c:pt idx="179">
                  <c:v>44823</c:v>
                </c:pt>
                <c:pt idx="180">
                  <c:v>44824</c:v>
                </c:pt>
                <c:pt idx="181">
                  <c:v>44825</c:v>
                </c:pt>
                <c:pt idx="182">
                  <c:v>44826</c:v>
                </c:pt>
                <c:pt idx="183">
                  <c:v>44827</c:v>
                </c:pt>
                <c:pt idx="184">
                  <c:v>44830</c:v>
                </c:pt>
                <c:pt idx="185">
                  <c:v>44831</c:v>
                </c:pt>
                <c:pt idx="186">
                  <c:v>44832</c:v>
                </c:pt>
                <c:pt idx="187">
                  <c:v>44833</c:v>
                </c:pt>
                <c:pt idx="188">
                  <c:v>44834</c:v>
                </c:pt>
                <c:pt idx="189">
                  <c:v>44837</c:v>
                </c:pt>
                <c:pt idx="190">
                  <c:v>44838</c:v>
                </c:pt>
                <c:pt idx="191">
                  <c:v>44839</c:v>
                </c:pt>
                <c:pt idx="192">
                  <c:v>44840</c:v>
                </c:pt>
                <c:pt idx="193">
                  <c:v>44841</c:v>
                </c:pt>
                <c:pt idx="194">
                  <c:v>44844</c:v>
                </c:pt>
                <c:pt idx="195">
                  <c:v>44845</c:v>
                </c:pt>
                <c:pt idx="196">
                  <c:v>44846</c:v>
                </c:pt>
                <c:pt idx="197">
                  <c:v>44847</c:v>
                </c:pt>
                <c:pt idx="198">
                  <c:v>44848</c:v>
                </c:pt>
                <c:pt idx="199">
                  <c:v>44851</c:v>
                </c:pt>
                <c:pt idx="200">
                  <c:v>44852</c:v>
                </c:pt>
                <c:pt idx="201">
                  <c:v>44853</c:v>
                </c:pt>
                <c:pt idx="202">
                  <c:v>44854</c:v>
                </c:pt>
                <c:pt idx="203">
                  <c:v>44855</c:v>
                </c:pt>
                <c:pt idx="204">
                  <c:v>44858</c:v>
                </c:pt>
                <c:pt idx="205">
                  <c:v>44859</c:v>
                </c:pt>
                <c:pt idx="206">
                  <c:v>44860</c:v>
                </c:pt>
                <c:pt idx="207">
                  <c:v>44861</c:v>
                </c:pt>
                <c:pt idx="208">
                  <c:v>44862</c:v>
                </c:pt>
                <c:pt idx="209">
                  <c:v>44865</c:v>
                </c:pt>
                <c:pt idx="210">
                  <c:v>44866</c:v>
                </c:pt>
                <c:pt idx="211">
                  <c:v>44867</c:v>
                </c:pt>
                <c:pt idx="212">
                  <c:v>44868</c:v>
                </c:pt>
                <c:pt idx="213">
                  <c:v>44869</c:v>
                </c:pt>
                <c:pt idx="214">
                  <c:v>44872</c:v>
                </c:pt>
                <c:pt idx="215">
                  <c:v>44873</c:v>
                </c:pt>
                <c:pt idx="216">
                  <c:v>44874</c:v>
                </c:pt>
                <c:pt idx="217">
                  <c:v>44875</c:v>
                </c:pt>
                <c:pt idx="218">
                  <c:v>44876</c:v>
                </c:pt>
                <c:pt idx="219">
                  <c:v>44879</c:v>
                </c:pt>
                <c:pt idx="220">
                  <c:v>44880</c:v>
                </c:pt>
                <c:pt idx="221">
                  <c:v>44881</c:v>
                </c:pt>
                <c:pt idx="222">
                  <c:v>44882</c:v>
                </c:pt>
                <c:pt idx="223">
                  <c:v>44883</c:v>
                </c:pt>
                <c:pt idx="224">
                  <c:v>44886</c:v>
                </c:pt>
                <c:pt idx="225">
                  <c:v>44887</c:v>
                </c:pt>
                <c:pt idx="226">
                  <c:v>44888</c:v>
                </c:pt>
                <c:pt idx="227">
                  <c:v>44890</c:v>
                </c:pt>
                <c:pt idx="228">
                  <c:v>44893</c:v>
                </c:pt>
                <c:pt idx="229">
                  <c:v>44894</c:v>
                </c:pt>
                <c:pt idx="230">
                  <c:v>44895</c:v>
                </c:pt>
                <c:pt idx="231">
                  <c:v>44896</c:v>
                </c:pt>
                <c:pt idx="232">
                  <c:v>44897</c:v>
                </c:pt>
                <c:pt idx="233">
                  <c:v>44900</c:v>
                </c:pt>
                <c:pt idx="234">
                  <c:v>44901</c:v>
                </c:pt>
                <c:pt idx="235">
                  <c:v>44902</c:v>
                </c:pt>
                <c:pt idx="236">
                  <c:v>44903</c:v>
                </c:pt>
                <c:pt idx="237">
                  <c:v>44904</c:v>
                </c:pt>
                <c:pt idx="238">
                  <c:v>44907</c:v>
                </c:pt>
                <c:pt idx="239">
                  <c:v>44908</c:v>
                </c:pt>
                <c:pt idx="240">
                  <c:v>44909</c:v>
                </c:pt>
                <c:pt idx="241">
                  <c:v>44910</c:v>
                </c:pt>
                <c:pt idx="242">
                  <c:v>44911</c:v>
                </c:pt>
                <c:pt idx="243">
                  <c:v>44914</c:v>
                </c:pt>
                <c:pt idx="244">
                  <c:v>44915</c:v>
                </c:pt>
                <c:pt idx="245">
                  <c:v>44916</c:v>
                </c:pt>
                <c:pt idx="246">
                  <c:v>44917</c:v>
                </c:pt>
                <c:pt idx="247">
                  <c:v>44918</c:v>
                </c:pt>
                <c:pt idx="248">
                  <c:v>44922</c:v>
                </c:pt>
                <c:pt idx="249">
                  <c:v>44923</c:v>
                </c:pt>
                <c:pt idx="250">
                  <c:v>44924</c:v>
                </c:pt>
                <c:pt idx="251">
                  <c:v>44925</c:v>
                </c:pt>
                <c:pt idx="252">
                  <c:v>44929</c:v>
                </c:pt>
                <c:pt idx="253">
                  <c:v>44930</c:v>
                </c:pt>
                <c:pt idx="254">
                  <c:v>44931</c:v>
                </c:pt>
                <c:pt idx="255">
                  <c:v>44932</c:v>
                </c:pt>
                <c:pt idx="256">
                  <c:v>44935</c:v>
                </c:pt>
                <c:pt idx="257">
                  <c:v>44936</c:v>
                </c:pt>
                <c:pt idx="258">
                  <c:v>44937</c:v>
                </c:pt>
                <c:pt idx="259">
                  <c:v>44938</c:v>
                </c:pt>
                <c:pt idx="260">
                  <c:v>44939</c:v>
                </c:pt>
                <c:pt idx="261">
                  <c:v>44943</c:v>
                </c:pt>
                <c:pt idx="262">
                  <c:v>44944</c:v>
                </c:pt>
                <c:pt idx="263">
                  <c:v>44945</c:v>
                </c:pt>
                <c:pt idx="264">
                  <c:v>44946</c:v>
                </c:pt>
                <c:pt idx="265">
                  <c:v>44949</c:v>
                </c:pt>
                <c:pt idx="266">
                  <c:v>44950</c:v>
                </c:pt>
                <c:pt idx="267">
                  <c:v>44951</c:v>
                </c:pt>
                <c:pt idx="268">
                  <c:v>44952</c:v>
                </c:pt>
                <c:pt idx="269">
                  <c:v>44953</c:v>
                </c:pt>
                <c:pt idx="270">
                  <c:v>44956</c:v>
                </c:pt>
                <c:pt idx="271">
                  <c:v>44957</c:v>
                </c:pt>
                <c:pt idx="272">
                  <c:v>44958</c:v>
                </c:pt>
                <c:pt idx="273">
                  <c:v>44959</c:v>
                </c:pt>
                <c:pt idx="274">
                  <c:v>44960</c:v>
                </c:pt>
                <c:pt idx="275">
                  <c:v>44963</c:v>
                </c:pt>
                <c:pt idx="276">
                  <c:v>44964</c:v>
                </c:pt>
                <c:pt idx="277">
                  <c:v>44965</c:v>
                </c:pt>
                <c:pt idx="278">
                  <c:v>44966</c:v>
                </c:pt>
                <c:pt idx="279">
                  <c:v>44967</c:v>
                </c:pt>
                <c:pt idx="280">
                  <c:v>44970</c:v>
                </c:pt>
                <c:pt idx="281">
                  <c:v>44971</c:v>
                </c:pt>
                <c:pt idx="282">
                  <c:v>44972</c:v>
                </c:pt>
                <c:pt idx="283">
                  <c:v>44973</c:v>
                </c:pt>
                <c:pt idx="284">
                  <c:v>44974</c:v>
                </c:pt>
                <c:pt idx="285">
                  <c:v>44978</c:v>
                </c:pt>
                <c:pt idx="286">
                  <c:v>44979</c:v>
                </c:pt>
                <c:pt idx="287">
                  <c:v>44980</c:v>
                </c:pt>
                <c:pt idx="288">
                  <c:v>44981</c:v>
                </c:pt>
                <c:pt idx="289">
                  <c:v>44984</c:v>
                </c:pt>
                <c:pt idx="290">
                  <c:v>44985</c:v>
                </c:pt>
                <c:pt idx="291">
                  <c:v>44986</c:v>
                </c:pt>
                <c:pt idx="292">
                  <c:v>44987</c:v>
                </c:pt>
                <c:pt idx="293">
                  <c:v>44988</c:v>
                </c:pt>
                <c:pt idx="294">
                  <c:v>44991</c:v>
                </c:pt>
                <c:pt idx="295">
                  <c:v>44992</c:v>
                </c:pt>
                <c:pt idx="296">
                  <c:v>44993</c:v>
                </c:pt>
                <c:pt idx="297">
                  <c:v>44994</c:v>
                </c:pt>
                <c:pt idx="298">
                  <c:v>44995</c:v>
                </c:pt>
                <c:pt idx="299">
                  <c:v>44998</c:v>
                </c:pt>
                <c:pt idx="300">
                  <c:v>44999</c:v>
                </c:pt>
                <c:pt idx="301">
                  <c:v>45000</c:v>
                </c:pt>
                <c:pt idx="302">
                  <c:v>45001</c:v>
                </c:pt>
                <c:pt idx="303">
                  <c:v>45002</c:v>
                </c:pt>
                <c:pt idx="304">
                  <c:v>45005</c:v>
                </c:pt>
                <c:pt idx="305">
                  <c:v>45006</c:v>
                </c:pt>
                <c:pt idx="306">
                  <c:v>45007</c:v>
                </c:pt>
                <c:pt idx="307">
                  <c:v>45008</c:v>
                </c:pt>
                <c:pt idx="308">
                  <c:v>45009</c:v>
                </c:pt>
                <c:pt idx="309">
                  <c:v>45012</c:v>
                </c:pt>
                <c:pt idx="310">
                  <c:v>45013</c:v>
                </c:pt>
                <c:pt idx="311">
                  <c:v>45014</c:v>
                </c:pt>
                <c:pt idx="312">
                  <c:v>45015</c:v>
                </c:pt>
                <c:pt idx="313">
                  <c:v>45016</c:v>
                </c:pt>
                <c:pt idx="314">
                  <c:v>45019</c:v>
                </c:pt>
                <c:pt idx="315">
                  <c:v>45020</c:v>
                </c:pt>
                <c:pt idx="316">
                  <c:v>45021</c:v>
                </c:pt>
                <c:pt idx="317">
                  <c:v>45022</c:v>
                </c:pt>
                <c:pt idx="318">
                  <c:v>45026</c:v>
                </c:pt>
                <c:pt idx="319">
                  <c:v>45027</c:v>
                </c:pt>
                <c:pt idx="320">
                  <c:v>45028</c:v>
                </c:pt>
                <c:pt idx="321">
                  <c:v>45029</c:v>
                </c:pt>
                <c:pt idx="322">
                  <c:v>45030</c:v>
                </c:pt>
                <c:pt idx="323">
                  <c:v>45033</c:v>
                </c:pt>
                <c:pt idx="324">
                  <c:v>45034</c:v>
                </c:pt>
                <c:pt idx="325">
                  <c:v>45035</c:v>
                </c:pt>
                <c:pt idx="326">
                  <c:v>45036</c:v>
                </c:pt>
                <c:pt idx="327">
                  <c:v>45037</c:v>
                </c:pt>
                <c:pt idx="328">
                  <c:v>45040</c:v>
                </c:pt>
                <c:pt idx="329">
                  <c:v>45041</c:v>
                </c:pt>
                <c:pt idx="330">
                  <c:v>45042</c:v>
                </c:pt>
                <c:pt idx="331">
                  <c:v>45043</c:v>
                </c:pt>
                <c:pt idx="332">
                  <c:v>45044</c:v>
                </c:pt>
                <c:pt idx="333">
                  <c:v>45047</c:v>
                </c:pt>
                <c:pt idx="334">
                  <c:v>45048</c:v>
                </c:pt>
                <c:pt idx="335">
                  <c:v>45049</c:v>
                </c:pt>
                <c:pt idx="336">
                  <c:v>45050</c:v>
                </c:pt>
                <c:pt idx="337">
                  <c:v>45051</c:v>
                </c:pt>
                <c:pt idx="338">
                  <c:v>45054</c:v>
                </c:pt>
                <c:pt idx="339">
                  <c:v>45055</c:v>
                </c:pt>
                <c:pt idx="340">
                  <c:v>45056</c:v>
                </c:pt>
                <c:pt idx="341">
                  <c:v>45057</c:v>
                </c:pt>
                <c:pt idx="342">
                  <c:v>45058</c:v>
                </c:pt>
                <c:pt idx="343">
                  <c:v>45061</c:v>
                </c:pt>
                <c:pt idx="344">
                  <c:v>45062</c:v>
                </c:pt>
                <c:pt idx="345">
                  <c:v>45063</c:v>
                </c:pt>
                <c:pt idx="346">
                  <c:v>45064</c:v>
                </c:pt>
                <c:pt idx="347">
                  <c:v>45065</c:v>
                </c:pt>
                <c:pt idx="348">
                  <c:v>45068</c:v>
                </c:pt>
                <c:pt idx="349">
                  <c:v>45069</c:v>
                </c:pt>
                <c:pt idx="350">
                  <c:v>45070</c:v>
                </c:pt>
                <c:pt idx="351">
                  <c:v>45071</c:v>
                </c:pt>
                <c:pt idx="352">
                  <c:v>45072</c:v>
                </c:pt>
                <c:pt idx="353">
                  <c:v>45076</c:v>
                </c:pt>
                <c:pt idx="354">
                  <c:v>45077</c:v>
                </c:pt>
                <c:pt idx="355">
                  <c:v>45078</c:v>
                </c:pt>
                <c:pt idx="356">
                  <c:v>45079</c:v>
                </c:pt>
                <c:pt idx="357">
                  <c:v>45082</c:v>
                </c:pt>
                <c:pt idx="358">
                  <c:v>45083</c:v>
                </c:pt>
                <c:pt idx="359">
                  <c:v>45084</c:v>
                </c:pt>
                <c:pt idx="360">
                  <c:v>45085</c:v>
                </c:pt>
                <c:pt idx="361">
                  <c:v>45086</c:v>
                </c:pt>
                <c:pt idx="362">
                  <c:v>45089</c:v>
                </c:pt>
                <c:pt idx="363">
                  <c:v>45090</c:v>
                </c:pt>
                <c:pt idx="364">
                  <c:v>45091</c:v>
                </c:pt>
                <c:pt idx="365">
                  <c:v>45092</c:v>
                </c:pt>
                <c:pt idx="366">
                  <c:v>45093</c:v>
                </c:pt>
                <c:pt idx="367">
                  <c:v>45097</c:v>
                </c:pt>
                <c:pt idx="368">
                  <c:v>45098</c:v>
                </c:pt>
                <c:pt idx="369">
                  <c:v>45099</c:v>
                </c:pt>
                <c:pt idx="370">
                  <c:v>45100</c:v>
                </c:pt>
                <c:pt idx="371">
                  <c:v>45103</c:v>
                </c:pt>
                <c:pt idx="372">
                  <c:v>45104</c:v>
                </c:pt>
                <c:pt idx="373">
                  <c:v>45105</c:v>
                </c:pt>
                <c:pt idx="374">
                  <c:v>45106</c:v>
                </c:pt>
                <c:pt idx="375">
                  <c:v>45107</c:v>
                </c:pt>
                <c:pt idx="376">
                  <c:v>45110</c:v>
                </c:pt>
                <c:pt idx="377">
                  <c:v>45112</c:v>
                </c:pt>
                <c:pt idx="378">
                  <c:v>45113</c:v>
                </c:pt>
                <c:pt idx="379">
                  <c:v>45114</c:v>
                </c:pt>
                <c:pt idx="380">
                  <c:v>45117</c:v>
                </c:pt>
                <c:pt idx="381">
                  <c:v>45118</c:v>
                </c:pt>
                <c:pt idx="382">
                  <c:v>45119</c:v>
                </c:pt>
                <c:pt idx="383">
                  <c:v>45120</c:v>
                </c:pt>
                <c:pt idx="384">
                  <c:v>45121</c:v>
                </c:pt>
                <c:pt idx="385">
                  <c:v>45124</c:v>
                </c:pt>
                <c:pt idx="386">
                  <c:v>45125</c:v>
                </c:pt>
                <c:pt idx="387">
                  <c:v>45126</c:v>
                </c:pt>
                <c:pt idx="388">
                  <c:v>45127</c:v>
                </c:pt>
                <c:pt idx="389">
                  <c:v>45128</c:v>
                </c:pt>
                <c:pt idx="390">
                  <c:v>45131</c:v>
                </c:pt>
                <c:pt idx="391">
                  <c:v>45132</c:v>
                </c:pt>
                <c:pt idx="392">
                  <c:v>45133</c:v>
                </c:pt>
                <c:pt idx="393">
                  <c:v>45134</c:v>
                </c:pt>
                <c:pt idx="394">
                  <c:v>45135</c:v>
                </c:pt>
                <c:pt idx="395">
                  <c:v>45138</c:v>
                </c:pt>
                <c:pt idx="396">
                  <c:v>45139</c:v>
                </c:pt>
                <c:pt idx="397">
                  <c:v>45140</c:v>
                </c:pt>
                <c:pt idx="398">
                  <c:v>45141</c:v>
                </c:pt>
                <c:pt idx="399">
                  <c:v>45142</c:v>
                </c:pt>
                <c:pt idx="400">
                  <c:v>45145</c:v>
                </c:pt>
                <c:pt idx="401">
                  <c:v>45146</c:v>
                </c:pt>
                <c:pt idx="402">
                  <c:v>45147</c:v>
                </c:pt>
                <c:pt idx="403">
                  <c:v>45148</c:v>
                </c:pt>
                <c:pt idx="404">
                  <c:v>45149</c:v>
                </c:pt>
                <c:pt idx="405">
                  <c:v>45152</c:v>
                </c:pt>
                <c:pt idx="406">
                  <c:v>45153</c:v>
                </c:pt>
                <c:pt idx="407">
                  <c:v>45154</c:v>
                </c:pt>
                <c:pt idx="408">
                  <c:v>45155</c:v>
                </c:pt>
                <c:pt idx="409">
                  <c:v>45156</c:v>
                </c:pt>
                <c:pt idx="410">
                  <c:v>45159</c:v>
                </c:pt>
                <c:pt idx="411">
                  <c:v>45160</c:v>
                </c:pt>
                <c:pt idx="412">
                  <c:v>45161</c:v>
                </c:pt>
                <c:pt idx="413">
                  <c:v>45162</c:v>
                </c:pt>
                <c:pt idx="414">
                  <c:v>45163</c:v>
                </c:pt>
                <c:pt idx="415">
                  <c:v>45166</c:v>
                </c:pt>
                <c:pt idx="416">
                  <c:v>45167</c:v>
                </c:pt>
                <c:pt idx="417">
                  <c:v>45168</c:v>
                </c:pt>
                <c:pt idx="418">
                  <c:v>45169</c:v>
                </c:pt>
                <c:pt idx="419">
                  <c:v>45170</c:v>
                </c:pt>
                <c:pt idx="420">
                  <c:v>45174</c:v>
                </c:pt>
                <c:pt idx="421">
                  <c:v>45175</c:v>
                </c:pt>
                <c:pt idx="422">
                  <c:v>45176</c:v>
                </c:pt>
                <c:pt idx="423">
                  <c:v>45177</c:v>
                </c:pt>
                <c:pt idx="424">
                  <c:v>45180</c:v>
                </c:pt>
                <c:pt idx="425">
                  <c:v>45181</c:v>
                </c:pt>
                <c:pt idx="426">
                  <c:v>45182</c:v>
                </c:pt>
                <c:pt idx="427">
                  <c:v>45183</c:v>
                </c:pt>
                <c:pt idx="428">
                  <c:v>45184</c:v>
                </c:pt>
                <c:pt idx="429">
                  <c:v>45187</c:v>
                </c:pt>
                <c:pt idx="430">
                  <c:v>45188</c:v>
                </c:pt>
                <c:pt idx="431">
                  <c:v>45189</c:v>
                </c:pt>
                <c:pt idx="432">
                  <c:v>45190</c:v>
                </c:pt>
                <c:pt idx="433">
                  <c:v>45191</c:v>
                </c:pt>
                <c:pt idx="434">
                  <c:v>45194</c:v>
                </c:pt>
                <c:pt idx="435">
                  <c:v>45195</c:v>
                </c:pt>
                <c:pt idx="436">
                  <c:v>45196</c:v>
                </c:pt>
                <c:pt idx="437">
                  <c:v>45197</c:v>
                </c:pt>
                <c:pt idx="438">
                  <c:v>45198</c:v>
                </c:pt>
                <c:pt idx="439">
                  <c:v>45201</c:v>
                </c:pt>
                <c:pt idx="440">
                  <c:v>45202</c:v>
                </c:pt>
                <c:pt idx="441">
                  <c:v>45203</c:v>
                </c:pt>
                <c:pt idx="442">
                  <c:v>45204</c:v>
                </c:pt>
                <c:pt idx="443">
                  <c:v>45205</c:v>
                </c:pt>
                <c:pt idx="444">
                  <c:v>45208</c:v>
                </c:pt>
                <c:pt idx="445">
                  <c:v>45209</c:v>
                </c:pt>
                <c:pt idx="446">
                  <c:v>45210</c:v>
                </c:pt>
                <c:pt idx="447">
                  <c:v>45211</c:v>
                </c:pt>
                <c:pt idx="448">
                  <c:v>45212</c:v>
                </c:pt>
                <c:pt idx="449">
                  <c:v>45215</c:v>
                </c:pt>
                <c:pt idx="450">
                  <c:v>45216</c:v>
                </c:pt>
                <c:pt idx="451">
                  <c:v>45217</c:v>
                </c:pt>
                <c:pt idx="452">
                  <c:v>45218</c:v>
                </c:pt>
                <c:pt idx="453">
                  <c:v>45219</c:v>
                </c:pt>
                <c:pt idx="454">
                  <c:v>45222</c:v>
                </c:pt>
                <c:pt idx="455">
                  <c:v>45223</c:v>
                </c:pt>
                <c:pt idx="456">
                  <c:v>45224</c:v>
                </c:pt>
                <c:pt idx="457">
                  <c:v>45225</c:v>
                </c:pt>
                <c:pt idx="458">
                  <c:v>45226</c:v>
                </c:pt>
                <c:pt idx="459">
                  <c:v>45229</c:v>
                </c:pt>
                <c:pt idx="460">
                  <c:v>45230</c:v>
                </c:pt>
                <c:pt idx="461">
                  <c:v>45231</c:v>
                </c:pt>
                <c:pt idx="462">
                  <c:v>45232</c:v>
                </c:pt>
                <c:pt idx="463">
                  <c:v>45233</c:v>
                </c:pt>
                <c:pt idx="464">
                  <c:v>45236</c:v>
                </c:pt>
                <c:pt idx="465">
                  <c:v>45237</c:v>
                </c:pt>
                <c:pt idx="466">
                  <c:v>45238</c:v>
                </c:pt>
                <c:pt idx="467">
                  <c:v>45239</c:v>
                </c:pt>
                <c:pt idx="468">
                  <c:v>45240</c:v>
                </c:pt>
                <c:pt idx="469">
                  <c:v>45243</c:v>
                </c:pt>
                <c:pt idx="470">
                  <c:v>45244</c:v>
                </c:pt>
                <c:pt idx="471">
                  <c:v>45245</c:v>
                </c:pt>
                <c:pt idx="472">
                  <c:v>45246</c:v>
                </c:pt>
                <c:pt idx="473">
                  <c:v>45247</c:v>
                </c:pt>
                <c:pt idx="474">
                  <c:v>45250</c:v>
                </c:pt>
                <c:pt idx="475">
                  <c:v>45251</c:v>
                </c:pt>
                <c:pt idx="476">
                  <c:v>45252</c:v>
                </c:pt>
                <c:pt idx="477">
                  <c:v>45254</c:v>
                </c:pt>
                <c:pt idx="478">
                  <c:v>45257</c:v>
                </c:pt>
                <c:pt idx="479">
                  <c:v>45258</c:v>
                </c:pt>
                <c:pt idx="480">
                  <c:v>45259</c:v>
                </c:pt>
                <c:pt idx="481">
                  <c:v>45260</c:v>
                </c:pt>
                <c:pt idx="482">
                  <c:v>45261</c:v>
                </c:pt>
                <c:pt idx="483">
                  <c:v>45264</c:v>
                </c:pt>
                <c:pt idx="484">
                  <c:v>45265</c:v>
                </c:pt>
                <c:pt idx="485">
                  <c:v>45266</c:v>
                </c:pt>
                <c:pt idx="486">
                  <c:v>45267</c:v>
                </c:pt>
                <c:pt idx="487">
                  <c:v>45268</c:v>
                </c:pt>
                <c:pt idx="488">
                  <c:v>45271</c:v>
                </c:pt>
                <c:pt idx="489">
                  <c:v>45272</c:v>
                </c:pt>
                <c:pt idx="490">
                  <c:v>45273</c:v>
                </c:pt>
                <c:pt idx="491">
                  <c:v>45274</c:v>
                </c:pt>
                <c:pt idx="492">
                  <c:v>45275</c:v>
                </c:pt>
                <c:pt idx="493">
                  <c:v>45278</c:v>
                </c:pt>
                <c:pt idx="494">
                  <c:v>45279</c:v>
                </c:pt>
                <c:pt idx="495">
                  <c:v>45280</c:v>
                </c:pt>
                <c:pt idx="496">
                  <c:v>45281</c:v>
                </c:pt>
                <c:pt idx="497">
                  <c:v>45282</c:v>
                </c:pt>
                <c:pt idx="498">
                  <c:v>45286</c:v>
                </c:pt>
                <c:pt idx="499">
                  <c:v>45287</c:v>
                </c:pt>
                <c:pt idx="500">
                  <c:v>45288</c:v>
                </c:pt>
                <c:pt idx="501">
                  <c:v>45289</c:v>
                </c:pt>
                <c:pt idx="502">
                  <c:v>45293</c:v>
                </c:pt>
                <c:pt idx="503">
                  <c:v>45294</c:v>
                </c:pt>
                <c:pt idx="504">
                  <c:v>45295</c:v>
                </c:pt>
                <c:pt idx="505">
                  <c:v>45296</c:v>
                </c:pt>
                <c:pt idx="506">
                  <c:v>45299</c:v>
                </c:pt>
                <c:pt idx="507">
                  <c:v>45300</c:v>
                </c:pt>
                <c:pt idx="508">
                  <c:v>45301</c:v>
                </c:pt>
                <c:pt idx="509">
                  <c:v>45302</c:v>
                </c:pt>
                <c:pt idx="510">
                  <c:v>45303</c:v>
                </c:pt>
                <c:pt idx="511">
                  <c:v>45307</c:v>
                </c:pt>
                <c:pt idx="512">
                  <c:v>45308</c:v>
                </c:pt>
                <c:pt idx="513">
                  <c:v>45309</c:v>
                </c:pt>
                <c:pt idx="514">
                  <c:v>45310</c:v>
                </c:pt>
                <c:pt idx="515">
                  <c:v>45313</c:v>
                </c:pt>
                <c:pt idx="516">
                  <c:v>45314</c:v>
                </c:pt>
                <c:pt idx="517">
                  <c:v>45315</c:v>
                </c:pt>
                <c:pt idx="518">
                  <c:v>45316</c:v>
                </c:pt>
                <c:pt idx="519">
                  <c:v>45317</c:v>
                </c:pt>
                <c:pt idx="520">
                  <c:v>45320</c:v>
                </c:pt>
                <c:pt idx="521">
                  <c:v>45321</c:v>
                </c:pt>
                <c:pt idx="522">
                  <c:v>45322</c:v>
                </c:pt>
                <c:pt idx="523">
                  <c:v>45323</c:v>
                </c:pt>
                <c:pt idx="524">
                  <c:v>45324</c:v>
                </c:pt>
                <c:pt idx="525">
                  <c:v>45327</c:v>
                </c:pt>
                <c:pt idx="526">
                  <c:v>45328</c:v>
                </c:pt>
                <c:pt idx="527">
                  <c:v>45329</c:v>
                </c:pt>
                <c:pt idx="528">
                  <c:v>45330</c:v>
                </c:pt>
                <c:pt idx="529">
                  <c:v>45331</c:v>
                </c:pt>
                <c:pt idx="530">
                  <c:v>45334</c:v>
                </c:pt>
                <c:pt idx="531">
                  <c:v>45335</c:v>
                </c:pt>
                <c:pt idx="532">
                  <c:v>45336</c:v>
                </c:pt>
                <c:pt idx="533">
                  <c:v>45337</c:v>
                </c:pt>
                <c:pt idx="534">
                  <c:v>45338</c:v>
                </c:pt>
                <c:pt idx="535">
                  <c:v>45342</c:v>
                </c:pt>
                <c:pt idx="536">
                  <c:v>45343</c:v>
                </c:pt>
                <c:pt idx="537">
                  <c:v>45344</c:v>
                </c:pt>
                <c:pt idx="538">
                  <c:v>45345</c:v>
                </c:pt>
                <c:pt idx="539">
                  <c:v>45348</c:v>
                </c:pt>
                <c:pt idx="540">
                  <c:v>45349</c:v>
                </c:pt>
                <c:pt idx="541">
                  <c:v>45350</c:v>
                </c:pt>
                <c:pt idx="542">
                  <c:v>45351</c:v>
                </c:pt>
                <c:pt idx="543">
                  <c:v>45352</c:v>
                </c:pt>
                <c:pt idx="544">
                  <c:v>45355</c:v>
                </c:pt>
                <c:pt idx="545">
                  <c:v>45356</c:v>
                </c:pt>
                <c:pt idx="546">
                  <c:v>45357</c:v>
                </c:pt>
                <c:pt idx="547">
                  <c:v>45358</c:v>
                </c:pt>
                <c:pt idx="548">
                  <c:v>45359</c:v>
                </c:pt>
                <c:pt idx="549">
                  <c:v>45362</c:v>
                </c:pt>
                <c:pt idx="550">
                  <c:v>45363</c:v>
                </c:pt>
                <c:pt idx="551">
                  <c:v>45364</c:v>
                </c:pt>
                <c:pt idx="552">
                  <c:v>45365</c:v>
                </c:pt>
                <c:pt idx="553">
                  <c:v>45366</c:v>
                </c:pt>
                <c:pt idx="554">
                  <c:v>45369</c:v>
                </c:pt>
                <c:pt idx="555">
                  <c:v>45370</c:v>
                </c:pt>
                <c:pt idx="556">
                  <c:v>45371</c:v>
                </c:pt>
                <c:pt idx="557">
                  <c:v>45372</c:v>
                </c:pt>
                <c:pt idx="558">
                  <c:v>45373</c:v>
                </c:pt>
                <c:pt idx="559">
                  <c:v>45376</c:v>
                </c:pt>
                <c:pt idx="560">
                  <c:v>45377</c:v>
                </c:pt>
                <c:pt idx="561">
                  <c:v>45378</c:v>
                </c:pt>
                <c:pt idx="562">
                  <c:v>45379</c:v>
                </c:pt>
                <c:pt idx="563">
                  <c:v>45383</c:v>
                </c:pt>
                <c:pt idx="564">
                  <c:v>45384</c:v>
                </c:pt>
                <c:pt idx="565">
                  <c:v>45385</c:v>
                </c:pt>
                <c:pt idx="566">
                  <c:v>45386</c:v>
                </c:pt>
                <c:pt idx="567">
                  <c:v>45387</c:v>
                </c:pt>
                <c:pt idx="568">
                  <c:v>45390</c:v>
                </c:pt>
                <c:pt idx="569">
                  <c:v>45391</c:v>
                </c:pt>
                <c:pt idx="570">
                  <c:v>45392</c:v>
                </c:pt>
                <c:pt idx="571">
                  <c:v>45393</c:v>
                </c:pt>
                <c:pt idx="572">
                  <c:v>45394</c:v>
                </c:pt>
                <c:pt idx="573">
                  <c:v>45397</c:v>
                </c:pt>
                <c:pt idx="574">
                  <c:v>45398</c:v>
                </c:pt>
                <c:pt idx="575">
                  <c:v>45399</c:v>
                </c:pt>
                <c:pt idx="576">
                  <c:v>45400</c:v>
                </c:pt>
                <c:pt idx="577">
                  <c:v>45401</c:v>
                </c:pt>
                <c:pt idx="578">
                  <c:v>45404</c:v>
                </c:pt>
                <c:pt idx="579">
                  <c:v>45405</c:v>
                </c:pt>
                <c:pt idx="580">
                  <c:v>45406</c:v>
                </c:pt>
                <c:pt idx="581">
                  <c:v>45407</c:v>
                </c:pt>
                <c:pt idx="582">
                  <c:v>45408</c:v>
                </c:pt>
                <c:pt idx="583">
                  <c:v>45411</c:v>
                </c:pt>
                <c:pt idx="584">
                  <c:v>45412</c:v>
                </c:pt>
                <c:pt idx="585">
                  <c:v>45413</c:v>
                </c:pt>
                <c:pt idx="586">
                  <c:v>45414</c:v>
                </c:pt>
                <c:pt idx="587">
                  <c:v>45415</c:v>
                </c:pt>
                <c:pt idx="588">
                  <c:v>45418</c:v>
                </c:pt>
                <c:pt idx="589">
                  <c:v>45419</c:v>
                </c:pt>
                <c:pt idx="590">
                  <c:v>45420</c:v>
                </c:pt>
                <c:pt idx="591">
                  <c:v>45421</c:v>
                </c:pt>
                <c:pt idx="592">
                  <c:v>45422</c:v>
                </c:pt>
                <c:pt idx="593">
                  <c:v>45425</c:v>
                </c:pt>
                <c:pt idx="594">
                  <c:v>45426</c:v>
                </c:pt>
                <c:pt idx="595">
                  <c:v>45427</c:v>
                </c:pt>
                <c:pt idx="596">
                  <c:v>45428</c:v>
                </c:pt>
                <c:pt idx="597">
                  <c:v>45429</c:v>
                </c:pt>
                <c:pt idx="598">
                  <c:v>45432</c:v>
                </c:pt>
                <c:pt idx="599">
                  <c:v>45433</c:v>
                </c:pt>
                <c:pt idx="600">
                  <c:v>45434</c:v>
                </c:pt>
                <c:pt idx="601">
                  <c:v>45435</c:v>
                </c:pt>
                <c:pt idx="602">
                  <c:v>45436</c:v>
                </c:pt>
                <c:pt idx="603">
                  <c:v>45440</c:v>
                </c:pt>
                <c:pt idx="604">
                  <c:v>45441</c:v>
                </c:pt>
                <c:pt idx="605">
                  <c:v>45442</c:v>
                </c:pt>
                <c:pt idx="606">
                  <c:v>45443</c:v>
                </c:pt>
                <c:pt idx="607">
                  <c:v>45446</c:v>
                </c:pt>
                <c:pt idx="608">
                  <c:v>45447</c:v>
                </c:pt>
                <c:pt idx="609">
                  <c:v>45448</c:v>
                </c:pt>
                <c:pt idx="610">
                  <c:v>45449</c:v>
                </c:pt>
                <c:pt idx="611">
                  <c:v>45450</c:v>
                </c:pt>
                <c:pt idx="612">
                  <c:v>45453</c:v>
                </c:pt>
                <c:pt idx="613">
                  <c:v>45454</c:v>
                </c:pt>
                <c:pt idx="614">
                  <c:v>45455</c:v>
                </c:pt>
                <c:pt idx="615">
                  <c:v>45456</c:v>
                </c:pt>
                <c:pt idx="616">
                  <c:v>45457</c:v>
                </c:pt>
                <c:pt idx="617">
                  <c:v>45460</c:v>
                </c:pt>
                <c:pt idx="618">
                  <c:v>45461</c:v>
                </c:pt>
                <c:pt idx="619">
                  <c:v>45463</c:v>
                </c:pt>
                <c:pt idx="620">
                  <c:v>45464</c:v>
                </c:pt>
                <c:pt idx="621">
                  <c:v>45467</c:v>
                </c:pt>
                <c:pt idx="622">
                  <c:v>45468</c:v>
                </c:pt>
                <c:pt idx="623">
                  <c:v>45469</c:v>
                </c:pt>
                <c:pt idx="624">
                  <c:v>45470</c:v>
                </c:pt>
                <c:pt idx="625">
                  <c:v>45471</c:v>
                </c:pt>
                <c:pt idx="626">
                  <c:v>45474</c:v>
                </c:pt>
                <c:pt idx="627">
                  <c:v>45475</c:v>
                </c:pt>
                <c:pt idx="628">
                  <c:v>45476</c:v>
                </c:pt>
                <c:pt idx="629">
                  <c:v>45478</c:v>
                </c:pt>
                <c:pt idx="630">
                  <c:v>45481</c:v>
                </c:pt>
                <c:pt idx="631">
                  <c:v>45482</c:v>
                </c:pt>
                <c:pt idx="632">
                  <c:v>45483</c:v>
                </c:pt>
                <c:pt idx="633">
                  <c:v>45484</c:v>
                </c:pt>
                <c:pt idx="634">
                  <c:v>45485</c:v>
                </c:pt>
                <c:pt idx="635">
                  <c:v>45488</c:v>
                </c:pt>
                <c:pt idx="636">
                  <c:v>45489</c:v>
                </c:pt>
                <c:pt idx="637">
                  <c:v>45490</c:v>
                </c:pt>
                <c:pt idx="638">
                  <c:v>45491</c:v>
                </c:pt>
                <c:pt idx="639">
                  <c:v>45492</c:v>
                </c:pt>
                <c:pt idx="640">
                  <c:v>45495</c:v>
                </c:pt>
                <c:pt idx="641">
                  <c:v>45496</c:v>
                </c:pt>
                <c:pt idx="642">
                  <c:v>45497</c:v>
                </c:pt>
                <c:pt idx="643">
                  <c:v>45498</c:v>
                </c:pt>
                <c:pt idx="644">
                  <c:v>45499</c:v>
                </c:pt>
                <c:pt idx="645">
                  <c:v>45502</c:v>
                </c:pt>
                <c:pt idx="646">
                  <c:v>45503</c:v>
                </c:pt>
                <c:pt idx="647">
                  <c:v>45504</c:v>
                </c:pt>
                <c:pt idx="648">
                  <c:v>45505</c:v>
                </c:pt>
                <c:pt idx="649">
                  <c:v>45506</c:v>
                </c:pt>
                <c:pt idx="650">
                  <c:v>45509</c:v>
                </c:pt>
                <c:pt idx="651">
                  <c:v>45510</c:v>
                </c:pt>
                <c:pt idx="652">
                  <c:v>45511</c:v>
                </c:pt>
                <c:pt idx="653">
                  <c:v>45512</c:v>
                </c:pt>
                <c:pt idx="654">
                  <c:v>45513</c:v>
                </c:pt>
                <c:pt idx="655">
                  <c:v>45516</c:v>
                </c:pt>
                <c:pt idx="656">
                  <c:v>45517</c:v>
                </c:pt>
                <c:pt idx="657">
                  <c:v>45518</c:v>
                </c:pt>
                <c:pt idx="658">
                  <c:v>45519</c:v>
                </c:pt>
                <c:pt idx="659">
                  <c:v>45520</c:v>
                </c:pt>
                <c:pt idx="660">
                  <c:v>45523</c:v>
                </c:pt>
                <c:pt idx="661">
                  <c:v>45524</c:v>
                </c:pt>
                <c:pt idx="662">
                  <c:v>45525</c:v>
                </c:pt>
                <c:pt idx="663">
                  <c:v>45526</c:v>
                </c:pt>
                <c:pt idx="664">
                  <c:v>45527</c:v>
                </c:pt>
                <c:pt idx="665">
                  <c:v>45530</c:v>
                </c:pt>
                <c:pt idx="666">
                  <c:v>45531</c:v>
                </c:pt>
                <c:pt idx="667">
                  <c:v>45532</c:v>
                </c:pt>
                <c:pt idx="668">
                  <c:v>45533</c:v>
                </c:pt>
                <c:pt idx="669">
                  <c:v>45534</c:v>
                </c:pt>
                <c:pt idx="670">
                  <c:v>45538</c:v>
                </c:pt>
                <c:pt idx="671">
                  <c:v>45539</c:v>
                </c:pt>
                <c:pt idx="672">
                  <c:v>45540</c:v>
                </c:pt>
                <c:pt idx="673">
                  <c:v>45541</c:v>
                </c:pt>
                <c:pt idx="674">
                  <c:v>45544</c:v>
                </c:pt>
                <c:pt idx="675">
                  <c:v>45545</c:v>
                </c:pt>
                <c:pt idx="676">
                  <c:v>45546</c:v>
                </c:pt>
                <c:pt idx="677">
                  <c:v>45547</c:v>
                </c:pt>
                <c:pt idx="678">
                  <c:v>45548</c:v>
                </c:pt>
                <c:pt idx="679">
                  <c:v>45551</c:v>
                </c:pt>
                <c:pt idx="680">
                  <c:v>45552</c:v>
                </c:pt>
                <c:pt idx="681">
                  <c:v>45553</c:v>
                </c:pt>
                <c:pt idx="682">
                  <c:v>45554</c:v>
                </c:pt>
                <c:pt idx="683">
                  <c:v>45555</c:v>
                </c:pt>
                <c:pt idx="684">
                  <c:v>45558</c:v>
                </c:pt>
                <c:pt idx="685">
                  <c:v>45559</c:v>
                </c:pt>
                <c:pt idx="686">
                  <c:v>45560</c:v>
                </c:pt>
                <c:pt idx="687">
                  <c:v>45561</c:v>
                </c:pt>
                <c:pt idx="688">
                  <c:v>45562</c:v>
                </c:pt>
                <c:pt idx="689">
                  <c:v>45565</c:v>
                </c:pt>
                <c:pt idx="690">
                  <c:v>45566</c:v>
                </c:pt>
                <c:pt idx="691">
                  <c:v>45567</c:v>
                </c:pt>
                <c:pt idx="692">
                  <c:v>45568</c:v>
                </c:pt>
                <c:pt idx="693">
                  <c:v>45569</c:v>
                </c:pt>
                <c:pt idx="694">
                  <c:v>45572</c:v>
                </c:pt>
                <c:pt idx="695">
                  <c:v>45573</c:v>
                </c:pt>
                <c:pt idx="696">
                  <c:v>45574</c:v>
                </c:pt>
                <c:pt idx="697">
                  <c:v>45575</c:v>
                </c:pt>
                <c:pt idx="698">
                  <c:v>45576</c:v>
                </c:pt>
                <c:pt idx="699">
                  <c:v>45579</c:v>
                </c:pt>
                <c:pt idx="700">
                  <c:v>45580</c:v>
                </c:pt>
                <c:pt idx="701">
                  <c:v>45581</c:v>
                </c:pt>
                <c:pt idx="702">
                  <c:v>45582</c:v>
                </c:pt>
                <c:pt idx="703">
                  <c:v>45583</c:v>
                </c:pt>
                <c:pt idx="704">
                  <c:v>45586</c:v>
                </c:pt>
                <c:pt idx="705">
                  <c:v>45587</c:v>
                </c:pt>
                <c:pt idx="706">
                  <c:v>45588</c:v>
                </c:pt>
                <c:pt idx="707">
                  <c:v>45589</c:v>
                </c:pt>
                <c:pt idx="708">
                  <c:v>45590</c:v>
                </c:pt>
                <c:pt idx="709">
                  <c:v>45593</c:v>
                </c:pt>
                <c:pt idx="710">
                  <c:v>45594</c:v>
                </c:pt>
                <c:pt idx="711">
                  <c:v>45595</c:v>
                </c:pt>
                <c:pt idx="712">
                  <c:v>45596</c:v>
                </c:pt>
                <c:pt idx="713">
                  <c:v>45597</c:v>
                </c:pt>
                <c:pt idx="714">
                  <c:v>45600</c:v>
                </c:pt>
                <c:pt idx="715">
                  <c:v>45601</c:v>
                </c:pt>
                <c:pt idx="716">
                  <c:v>45602</c:v>
                </c:pt>
                <c:pt idx="717">
                  <c:v>45603</c:v>
                </c:pt>
                <c:pt idx="718">
                  <c:v>45604</c:v>
                </c:pt>
                <c:pt idx="719">
                  <c:v>45607</c:v>
                </c:pt>
                <c:pt idx="720">
                  <c:v>45608</c:v>
                </c:pt>
                <c:pt idx="721">
                  <c:v>45609</c:v>
                </c:pt>
                <c:pt idx="722">
                  <c:v>45610</c:v>
                </c:pt>
                <c:pt idx="723">
                  <c:v>45611</c:v>
                </c:pt>
                <c:pt idx="724">
                  <c:v>45614</c:v>
                </c:pt>
                <c:pt idx="725">
                  <c:v>45615</c:v>
                </c:pt>
                <c:pt idx="726">
                  <c:v>45616</c:v>
                </c:pt>
                <c:pt idx="727">
                  <c:v>45617</c:v>
                </c:pt>
                <c:pt idx="728">
                  <c:v>45618</c:v>
                </c:pt>
                <c:pt idx="729">
                  <c:v>45621</c:v>
                </c:pt>
                <c:pt idx="730">
                  <c:v>45622</c:v>
                </c:pt>
                <c:pt idx="731">
                  <c:v>45623</c:v>
                </c:pt>
                <c:pt idx="732">
                  <c:v>45625</c:v>
                </c:pt>
                <c:pt idx="733">
                  <c:v>45628</c:v>
                </c:pt>
                <c:pt idx="734">
                  <c:v>45629</c:v>
                </c:pt>
                <c:pt idx="735">
                  <c:v>45630</c:v>
                </c:pt>
                <c:pt idx="736">
                  <c:v>45631</c:v>
                </c:pt>
                <c:pt idx="737">
                  <c:v>45632</c:v>
                </c:pt>
                <c:pt idx="738">
                  <c:v>45635</c:v>
                </c:pt>
                <c:pt idx="739">
                  <c:v>45636</c:v>
                </c:pt>
                <c:pt idx="740">
                  <c:v>45637</c:v>
                </c:pt>
                <c:pt idx="741">
                  <c:v>45638</c:v>
                </c:pt>
                <c:pt idx="742">
                  <c:v>45639</c:v>
                </c:pt>
                <c:pt idx="743">
                  <c:v>45642</c:v>
                </c:pt>
                <c:pt idx="744">
                  <c:v>45643</c:v>
                </c:pt>
                <c:pt idx="745">
                  <c:v>45644</c:v>
                </c:pt>
                <c:pt idx="746">
                  <c:v>45645</c:v>
                </c:pt>
                <c:pt idx="747">
                  <c:v>45646</c:v>
                </c:pt>
                <c:pt idx="748">
                  <c:v>45649</c:v>
                </c:pt>
                <c:pt idx="749">
                  <c:v>45650</c:v>
                </c:pt>
                <c:pt idx="750">
                  <c:v>45652</c:v>
                </c:pt>
                <c:pt idx="751">
                  <c:v>45653</c:v>
                </c:pt>
                <c:pt idx="752">
                  <c:v>45656</c:v>
                </c:pt>
                <c:pt idx="753">
                  <c:v>45657</c:v>
                </c:pt>
                <c:pt idx="754">
                  <c:v>45659</c:v>
                </c:pt>
                <c:pt idx="755">
                  <c:v>45660</c:v>
                </c:pt>
                <c:pt idx="756">
                  <c:v>45663</c:v>
                </c:pt>
                <c:pt idx="757">
                  <c:v>45664</c:v>
                </c:pt>
                <c:pt idx="758">
                  <c:v>45665</c:v>
                </c:pt>
                <c:pt idx="759">
                  <c:v>45667</c:v>
                </c:pt>
                <c:pt idx="760">
                  <c:v>45670</c:v>
                </c:pt>
                <c:pt idx="761">
                  <c:v>45671</c:v>
                </c:pt>
                <c:pt idx="762">
                  <c:v>45672</c:v>
                </c:pt>
                <c:pt idx="763">
                  <c:v>45673</c:v>
                </c:pt>
                <c:pt idx="764">
                  <c:v>45674</c:v>
                </c:pt>
                <c:pt idx="765">
                  <c:v>45678</c:v>
                </c:pt>
                <c:pt idx="766">
                  <c:v>45679</c:v>
                </c:pt>
                <c:pt idx="767">
                  <c:v>45680</c:v>
                </c:pt>
                <c:pt idx="768">
                  <c:v>45681</c:v>
                </c:pt>
                <c:pt idx="769">
                  <c:v>45684</c:v>
                </c:pt>
                <c:pt idx="770">
                  <c:v>45685</c:v>
                </c:pt>
                <c:pt idx="771">
                  <c:v>45686</c:v>
                </c:pt>
                <c:pt idx="772">
                  <c:v>45687</c:v>
                </c:pt>
                <c:pt idx="773">
                  <c:v>45688</c:v>
                </c:pt>
                <c:pt idx="774">
                  <c:v>45691</c:v>
                </c:pt>
                <c:pt idx="775">
                  <c:v>45692</c:v>
                </c:pt>
                <c:pt idx="776">
                  <c:v>45693</c:v>
                </c:pt>
                <c:pt idx="777">
                  <c:v>45694</c:v>
                </c:pt>
                <c:pt idx="778">
                  <c:v>45695</c:v>
                </c:pt>
                <c:pt idx="779">
                  <c:v>45698</c:v>
                </c:pt>
                <c:pt idx="780">
                  <c:v>45699</c:v>
                </c:pt>
                <c:pt idx="781">
                  <c:v>45700</c:v>
                </c:pt>
                <c:pt idx="782">
                  <c:v>45701</c:v>
                </c:pt>
                <c:pt idx="783">
                  <c:v>45702</c:v>
                </c:pt>
                <c:pt idx="784">
                  <c:v>45706</c:v>
                </c:pt>
                <c:pt idx="785">
                  <c:v>45707</c:v>
                </c:pt>
                <c:pt idx="786">
                  <c:v>45708</c:v>
                </c:pt>
                <c:pt idx="787">
                  <c:v>45709</c:v>
                </c:pt>
                <c:pt idx="788">
                  <c:v>45712</c:v>
                </c:pt>
                <c:pt idx="789">
                  <c:v>45713</c:v>
                </c:pt>
                <c:pt idx="790">
                  <c:v>45714</c:v>
                </c:pt>
                <c:pt idx="791">
                  <c:v>45715</c:v>
                </c:pt>
                <c:pt idx="792">
                  <c:v>45716</c:v>
                </c:pt>
                <c:pt idx="793">
                  <c:v>45719</c:v>
                </c:pt>
                <c:pt idx="794">
                  <c:v>45720</c:v>
                </c:pt>
                <c:pt idx="795">
                  <c:v>45721</c:v>
                </c:pt>
                <c:pt idx="796">
                  <c:v>45722</c:v>
                </c:pt>
                <c:pt idx="797">
                  <c:v>45723</c:v>
                </c:pt>
                <c:pt idx="798">
                  <c:v>45726</c:v>
                </c:pt>
                <c:pt idx="799">
                  <c:v>45727</c:v>
                </c:pt>
                <c:pt idx="800">
                  <c:v>45728</c:v>
                </c:pt>
                <c:pt idx="801">
                  <c:v>45729</c:v>
                </c:pt>
                <c:pt idx="802">
                  <c:v>45730</c:v>
                </c:pt>
                <c:pt idx="803">
                  <c:v>45733</c:v>
                </c:pt>
                <c:pt idx="804">
                  <c:v>45734</c:v>
                </c:pt>
                <c:pt idx="805">
                  <c:v>45735</c:v>
                </c:pt>
                <c:pt idx="806">
                  <c:v>45736</c:v>
                </c:pt>
                <c:pt idx="807">
                  <c:v>45737</c:v>
                </c:pt>
                <c:pt idx="808">
                  <c:v>45740</c:v>
                </c:pt>
                <c:pt idx="809">
                  <c:v>45741</c:v>
                </c:pt>
                <c:pt idx="810">
                  <c:v>45742</c:v>
                </c:pt>
                <c:pt idx="811">
                  <c:v>45743</c:v>
                </c:pt>
                <c:pt idx="812">
                  <c:v>45744</c:v>
                </c:pt>
                <c:pt idx="813">
                  <c:v>45747</c:v>
                </c:pt>
                <c:pt idx="814">
                  <c:v>45748</c:v>
                </c:pt>
                <c:pt idx="815">
                  <c:v>45749</c:v>
                </c:pt>
                <c:pt idx="816">
                  <c:v>45750</c:v>
                </c:pt>
                <c:pt idx="817">
                  <c:v>45751</c:v>
                </c:pt>
                <c:pt idx="818">
                  <c:v>45754</c:v>
                </c:pt>
                <c:pt idx="819">
                  <c:v>45755</c:v>
                </c:pt>
                <c:pt idx="820">
                  <c:v>45756</c:v>
                </c:pt>
                <c:pt idx="821">
                  <c:v>45757</c:v>
                </c:pt>
                <c:pt idx="822">
                  <c:v>45758</c:v>
                </c:pt>
                <c:pt idx="823">
                  <c:v>45761</c:v>
                </c:pt>
                <c:pt idx="824">
                  <c:v>45762</c:v>
                </c:pt>
                <c:pt idx="825">
                  <c:v>45763</c:v>
                </c:pt>
                <c:pt idx="826">
                  <c:v>45764</c:v>
                </c:pt>
                <c:pt idx="827">
                  <c:v>45768</c:v>
                </c:pt>
                <c:pt idx="828">
                  <c:v>45769</c:v>
                </c:pt>
                <c:pt idx="829">
                  <c:v>45770</c:v>
                </c:pt>
                <c:pt idx="830">
                  <c:v>45771</c:v>
                </c:pt>
                <c:pt idx="831">
                  <c:v>45772</c:v>
                </c:pt>
                <c:pt idx="832">
                  <c:v>45775</c:v>
                </c:pt>
                <c:pt idx="833">
                  <c:v>45776</c:v>
                </c:pt>
                <c:pt idx="834">
                  <c:v>45777</c:v>
                </c:pt>
                <c:pt idx="835">
                  <c:v>45778</c:v>
                </c:pt>
                <c:pt idx="836">
                  <c:v>45779</c:v>
                </c:pt>
                <c:pt idx="837">
                  <c:v>45782</c:v>
                </c:pt>
                <c:pt idx="838">
                  <c:v>45783</c:v>
                </c:pt>
                <c:pt idx="839">
                  <c:v>45784</c:v>
                </c:pt>
                <c:pt idx="840">
                  <c:v>45785</c:v>
                </c:pt>
                <c:pt idx="841">
                  <c:v>45786</c:v>
                </c:pt>
                <c:pt idx="842">
                  <c:v>45789</c:v>
                </c:pt>
                <c:pt idx="843">
                  <c:v>45790</c:v>
                </c:pt>
                <c:pt idx="844">
                  <c:v>45791</c:v>
                </c:pt>
                <c:pt idx="845">
                  <c:v>45792</c:v>
                </c:pt>
                <c:pt idx="846">
                  <c:v>45793</c:v>
                </c:pt>
                <c:pt idx="847">
                  <c:v>45796</c:v>
                </c:pt>
                <c:pt idx="848">
                  <c:v>45797</c:v>
                </c:pt>
                <c:pt idx="849">
                  <c:v>45798</c:v>
                </c:pt>
                <c:pt idx="850">
                  <c:v>45799</c:v>
                </c:pt>
                <c:pt idx="851">
                  <c:v>45800</c:v>
                </c:pt>
                <c:pt idx="852">
                  <c:v>45804</c:v>
                </c:pt>
                <c:pt idx="853">
                  <c:v>45805</c:v>
                </c:pt>
                <c:pt idx="854">
                  <c:v>45806</c:v>
                </c:pt>
                <c:pt idx="855">
                  <c:v>45807</c:v>
                </c:pt>
                <c:pt idx="856">
                  <c:v>45810</c:v>
                </c:pt>
                <c:pt idx="857">
                  <c:v>45811</c:v>
                </c:pt>
                <c:pt idx="858">
                  <c:v>45812</c:v>
                </c:pt>
                <c:pt idx="859">
                  <c:v>45813</c:v>
                </c:pt>
                <c:pt idx="860">
                  <c:v>45814</c:v>
                </c:pt>
                <c:pt idx="861">
                  <c:v>45817</c:v>
                </c:pt>
                <c:pt idx="862">
                  <c:v>45818</c:v>
                </c:pt>
                <c:pt idx="863">
                  <c:v>45819</c:v>
                </c:pt>
                <c:pt idx="864">
                  <c:v>45820</c:v>
                </c:pt>
                <c:pt idx="865">
                  <c:v>45821</c:v>
                </c:pt>
                <c:pt idx="866">
                  <c:v>45824</c:v>
                </c:pt>
                <c:pt idx="867">
                  <c:v>45825</c:v>
                </c:pt>
                <c:pt idx="868">
                  <c:v>45826</c:v>
                </c:pt>
                <c:pt idx="869">
                  <c:v>45828</c:v>
                </c:pt>
                <c:pt idx="870">
                  <c:v>45831</c:v>
                </c:pt>
                <c:pt idx="871">
                  <c:v>45832</c:v>
                </c:pt>
                <c:pt idx="872">
                  <c:v>45833</c:v>
                </c:pt>
                <c:pt idx="873">
                  <c:v>45834</c:v>
                </c:pt>
                <c:pt idx="874">
                  <c:v>45835</c:v>
                </c:pt>
                <c:pt idx="875">
                  <c:v>45838</c:v>
                </c:pt>
                <c:pt idx="876">
                  <c:v>45839</c:v>
                </c:pt>
                <c:pt idx="877">
                  <c:v>45840</c:v>
                </c:pt>
                <c:pt idx="878">
                  <c:v>45841</c:v>
                </c:pt>
                <c:pt idx="879">
                  <c:v>45845</c:v>
                </c:pt>
                <c:pt idx="880">
                  <c:v>45846</c:v>
                </c:pt>
                <c:pt idx="881">
                  <c:v>45847</c:v>
                </c:pt>
                <c:pt idx="882">
                  <c:v>45848</c:v>
                </c:pt>
                <c:pt idx="883">
                  <c:v>45849</c:v>
                </c:pt>
                <c:pt idx="884">
                  <c:v>45852</c:v>
                </c:pt>
                <c:pt idx="885">
                  <c:v>45853</c:v>
                </c:pt>
                <c:pt idx="886">
                  <c:v>45854</c:v>
                </c:pt>
                <c:pt idx="887">
                  <c:v>45855</c:v>
                </c:pt>
                <c:pt idx="888">
                  <c:v>45856</c:v>
                </c:pt>
                <c:pt idx="889">
                  <c:v>45859</c:v>
                </c:pt>
                <c:pt idx="890">
                  <c:v>45860</c:v>
                </c:pt>
                <c:pt idx="891">
                  <c:v>45861</c:v>
                </c:pt>
                <c:pt idx="892">
                  <c:v>45862</c:v>
                </c:pt>
                <c:pt idx="893">
                  <c:v>45863</c:v>
                </c:pt>
                <c:pt idx="894">
                  <c:v>45866</c:v>
                </c:pt>
                <c:pt idx="895">
                  <c:v>45867</c:v>
                </c:pt>
                <c:pt idx="896">
                  <c:v>45868</c:v>
                </c:pt>
                <c:pt idx="897">
                  <c:v>45869</c:v>
                </c:pt>
                <c:pt idx="898">
                  <c:v>45870</c:v>
                </c:pt>
                <c:pt idx="899">
                  <c:v>45873</c:v>
                </c:pt>
                <c:pt idx="900">
                  <c:v>45874</c:v>
                </c:pt>
                <c:pt idx="901">
                  <c:v>45875</c:v>
                </c:pt>
                <c:pt idx="902">
                  <c:v>45876</c:v>
                </c:pt>
                <c:pt idx="903">
                  <c:v>45877</c:v>
                </c:pt>
                <c:pt idx="904">
                  <c:v>45880</c:v>
                </c:pt>
                <c:pt idx="905">
                  <c:v>45881</c:v>
                </c:pt>
                <c:pt idx="906">
                  <c:v>45882</c:v>
                </c:pt>
                <c:pt idx="907">
                  <c:v>45883</c:v>
                </c:pt>
                <c:pt idx="908">
                  <c:v>45884</c:v>
                </c:pt>
                <c:pt idx="909">
                  <c:v>45887</c:v>
                </c:pt>
                <c:pt idx="910">
                  <c:v>45888</c:v>
                </c:pt>
                <c:pt idx="911">
                  <c:v>45889</c:v>
                </c:pt>
                <c:pt idx="912">
                  <c:v>45890</c:v>
                </c:pt>
                <c:pt idx="913">
                  <c:v>45891</c:v>
                </c:pt>
                <c:pt idx="914">
                  <c:v>45894</c:v>
                </c:pt>
                <c:pt idx="915">
                  <c:v>45895</c:v>
                </c:pt>
                <c:pt idx="916">
                  <c:v>45896</c:v>
                </c:pt>
                <c:pt idx="917">
                  <c:v>45897</c:v>
                </c:pt>
                <c:pt idx="918">
                  <c:v>45898</c:v>
                </c:pt>
                <c:pt idx="919">
                  <c:v>45902</c:v>
                </c:pt>
                <c:pt idx="920">
                  <c:v>45903</c:v>
                </c:pt>
                <c:pt idx="921">
                  <c:v>45904</c:v>
                </c:pt>
                <c:pt idx="922">
                  <c:v>45905</c:v>
                </c:pt>
                <c:pt idx="923">
                  <c:v>45908</c:v>
                </c:pt>
                <c:pt idx="924">
                  <c:v>45909</c:v>
                </c:pt>
                <c:pt idx="925">
                  <c:v>45910</c:v>
                </c:pt>
                <c:pt idx="926">
                  <c:v>45911</c:v>
                </c:pt>
                <c:pt idx="927">
                  <c:v>45912</c:v>
                </c:pt>
                <c:pt idx="928">
                  <c:v>45915</c:v>
                </c:pt>
                <c:pt idx="929">
                  <c:v>45916</c:v>
                </c:pt>
                <c:pt idx="930">
                  <c:v>45917</c:v>
                </c:pt>
                <c:pt idx="931">
                  <c:v>45918</c:v>
                </c:pt>
                <c:pt idx="932">
                  <c:v>45919</c:v>
                </c:pt>
                <c:pt idx="933">
                  <c:v>45922</c:v>
                </c:pt>
                <c:pt idx="934">
                  <c:v>45923</c:v>
                </c:pt>
                <c:pt idx="935">
                  <c:v>45924</c:v>
                </c:pt>
                <c:pt idx="936">
                  <c:v>45925</c:v>
                </c:pt>
                <c:pt idx="937">
                  <c:v>45926</c:v>
                </c:pt>
                <c:pt idx="938">
                  <c:v>45929</c:v>
                </c:pt>
                <c:pt idx="939">
                  <c:v>45930</c:v>
                </c:pt>
                <c:pt idx="940">
                  <c:v>45931</c:v>
                </c:pt>
                <c:pt idx="941">
                  <c:v>45932</c:v>
                </c:pt>
                <c:pt idx="942">
                  <c:v>45933</c:v>
                </c:pt>
                <c:pt idx="943">
                  <c:v>45936</c:v>
                </c:pt>
                <c:pt idx="944">
                  <c:v>45937</c:v>
                </c:pt>
                <c:pt idx="945">
                  <c:v>45938</c:v>
                </c:pt>
                <c:pt idx="946">
                  <c:v>45939</c:v>
                </c:pt>
                <c:pt idx="947">
                  <c:v>45940</c:v>
                </c:pt>
                <c:pt idx="948">
                  <c:v>45943</c:v>
                </c:pt>
                <c:pt idx="949">
                  <c:v>45944</c:v>
                </c:pt>
                <c:pt idx="950">
                  <c:v>45945</c:v>
                </c:pt>
                <c:pt idx="951">
                  <c:v>45946</c:v>
                </c:pt>
                <c:pt idx="952">
                  <c:v>45947</c:v>
                </c:pt>
                <c:pt idx="953">
                  <c:v>45950</c:v>
                </c:pt>
                <c:pt idx="954">
                  <c:v>45951</c:v>
                </c:pt>
                <c:pt idx="955">
                  <c:v>45952</c:v>
                </c:pt>
                <c:pt idx="956">
                  <c:v>45953</c:v>
                </c:pt>
                <c:pt idx="957">
                  <c:v>45954</c:v>
                </c:pt>
                <c:pt idx="958">
                  <c:v>45957</c:v>
                </c:pt>
                <c:pt idx="959">
                  <c:v>45958</c:v>
                </c:pt>
                <c:pt idx="960">
                  <c:v>45959</c:v>
                </c:pt>
                <c:pt idx="961">
                  <c:v>45960</c:v>
                </c:pt>
                <c:pt idx="962">
                  <c:v>45961</c:v>
                </c:pt>
                <c:pt idx="963">
                  <c:v>45964</c:v>
                </c:pt>
                <c:pt idx="964">
                  <c:v>45965</c:v>
                </c:pt>
                <c:pt idx="965">
                  <c:v>45966</c:v>
                </c:pt>
                <c:pt idx="966">
                  <c:v>45967</c:v>
                </c:pt>
                <c:pt idx="967">
                  <c:v>45968</c:v>
                </c:pt>
                <c:pt idx="968">
                  <c:v>45971</c:v>
                </c:pt>
                <c:pt idx="969">
                  <c:v>45972</c:v>
                </c:pt>
                <c:pt idx="970">
                  <c:v>45973</c:v>
                </c:pt>
                <c:pt idx="971">
                  <c:v>45974</c:v>
                </c:pt>
                <c:pt idx="972">
                  <c:v>45975</c:v>
                </c:pt>
                <c:pt idx="973">
                  <c:v>45978</c:v>
                </c:pt>
                <c:pt idx="974">
                  <c:v>45979</c:v>
                </c:pt>
                <c:pt idx="975">
                  <c:v>45980</c:v>
                </c:pt>
                <c:pt idx="976">
                  <c:v>45981</c:v>
                </c:pt>
                <c:pt idx="977">
                  <c:v>45982</c:v>
                </c:pt>
                <c:pt idx="978">
                  <c:v>45985</c:v>
                </c:pt>
                <c:pt idx="979">
                  <c:v>45986</c:v>
                </c:pt>
                <c:pt idx="980">
                  <c:v>45987</c:v>
                </c:pt>
                <c:pt idx="981">
                  <c:v>45989</c:v>
                </c:pt>
                <c:pt idx="982">
                  <c:v>45992</c:v>
                </c:pt>
                <c:pt idx="983">
                  <c:v>45993</c:v>
                </c:pt>
                <c:pt idx="984">
                  <c:v>45994</c:v>
                </c:pt>
                <c:pt idx="985">
                  <c:v>45995</c:v>
                </c:pt>
                <c:pt idx="986">
                  <c:v>45996</c:v>
                </c:pt>
                <c:pt idx="987">
                  <c:v>45999</c:v>
                </c:pt>
                <c:pt idx="988">
                  <c:v>46000</c:v>
                </c:pt>
                <c:pt idx="989">
                  <c:v>46001</c:v>
                </c:pt>
                <c:pt idx="990">
                  <c:v>46002</c:v>
                </c:pt>
                <c:pt idx="991">
                  <c:v>46003</c:v>
                </c:pt>
                <c:pt idx="992">
                  <c:v>46006</c:v>
                </c:pt>
                <c:pt idx="993">
                  <c:v>46007</c:v>
                </c:pt>
                <c:pt idx="994">
                  <c:v>46008</c:v>
                </c:pt>
                <c:pt idx="995">
                  <c:v>46009</c:v>
                </c:pt>
                <c:pt idx="996">
                  <c:v>46010</c:v>
                </c:pt>
                <c:pt idx="997">
                  <c:v>46013</c:v>
                </c:pt>
                <c:pt idx="998">
                  <c:v>46014</c:v>
                </c:pt>
                <c:pt idx="999">
                  <c:v>46015</c:v>
                </c:pt>
                <c:pt idx="1000">
                  <c:v>46017</c:v>
                </c:pt>
                <c:pt idx="1001">
                  <c:v>46020</c:v>
                </c:pt>
                <c:pt idx="1002">
                  <c:v>46021</c:v>
                </c:pt>
                <c:pt idx="1003">
                  <c:v>46022</c:v>
                </c:pt>
                <c:pt idx="1004">
                  <c:v>46024</c:v>
                </c:pt>
                <c:pt idx="1005">
                  <c:v>46027</c:v>
                </c:pt>
                <c:pt idx="1006">
                  <c:v>46028</c:v>
                </c:pt>
                <c:pt idx="1007">
                  <c:v>46029</c:v>
                </c:pt>
                <c:pt idx="1008">
                  <c:v>46030</c:v>
                </c:pt>
                <c:pt idx="1009">
                  <c:v>46031</c:v>
                </c:pt>
                <c:pt idx="1010">
                  <c:v>46034</c:v>
                </c:pt>
                <c:pt idx="1011">
                  <c:v>46035</c:v>
                </c:pt>
                <c:pt idx="1012">
                  <c:v>46036</c:v>
                </c:pt>
                <c:pt idx="1013">
                  <c:v>46037</c:v>
                </c:pt>
                <c:pt idx="1014">
                  <c:v>46038</c:v>
                </c:pt>
                <c:pt idx="1015">
                  <c:v>46042</c:v>
                </c:pt>
                <c:pt idx="1016">
                  <c:v>46043</c:v>
                </c:pt>
                <c:pt idx="1017">
                  <c:v>46044</c:v>
                </c:pt>
                <c:pt idx="1018">
                  <c:v>46045</c:v>
                </c:pt>
                <c:pt idx="1019">
                  <c:v>46048</c:v>
                </c:pt>
                <c:pt idx="1020">
                  <c:v>46049</c:v>
                </c:pt>
                <c:pt idx="1021">
                  <c:v>46050</c:v>
                </c:pt>
                <c:pt idx="1022">
                  <c:v>46051</c:v>
                </c:pt>
                <c:pt idx="1023">
                  <c:v>46052</c:v>
                </c:pt>
                <c:pt idx="1024">
                  <c:v>46055</c:v>
                </c:pt>
                <c:pt idx="1025">
                  <c:v>46056</c:v>
                </c:pt>
                <c:pt idx="1026">
                  <c:v>46057</c:v>
                </c:pt>
                <c:pt idx="1027">
                  <c:v>46058</c:v>
                </c:pt>
                <c:pt idx="1028">
                  <c:v>46059</c:v>
                </c:pt>
                <c:pt idx="1029">
                  <c:v>46062</c:v>
                </c:pt>
                <c:pt idx="1030">
                  <c:v>46063</c:v>
                </c:pt>
                <c:pt idx="1031">
                  <c:v>46064</c:v>
                </c:pt>
                <c:pt idx="1032">
                  <c:v>46065</c:v>
                </c:pt>
                <c:pt idx="1033">
                  <c:v>46066</c:v>
                </c:pt>
                <c:pt idx="1034">
                  <c:v>46070</c:v>
                </c:pt>
                <c:pt idx="1035">
                  <c:v>46071</c:v>
                </c:pt>
                <c:pt idx="1036">
                  <c:v>46072</c:v>
                </c:pt>
                <c:pt idx="1037">
                  <c:v>46073</c:v>
                </c:pt>
                <c:pt idx="1038">
                  <c:v>46076</c:v>
                </c:pt>
                <c:pt idx="1039">
                  <c:v>46077</c:v>
                </c:pt>
                <c:pt idx="1040">
                  <c:v>46078</c:v>
                </c:pt>
                <c:pt idx="1041">
                  <c:v>46079</c:v>
                </c:pt>
                <c:pt idx="1042">
                  <c:v>46080</c:v>
                </c:pt>
                <c:pt idx="1043">
                  <c:v>46083</c:v>
                </c:pt>
                <c:pt idx="1044">
                  <c:v>46084</c:v>
                </c:pt>
                <c:pt idx="1045">
                  <c:v>46085</c:v>
                </c:pt>
                <c:pt idx="1046">
                  <c:v>46086</c:v>
                </c:pt>
                <c:pt idx="1047">
                  <c:v>46087</c:v>
                </c:pt>
                <c:pt idx="1048">
                  <c:v>46090</c:v>
                </c:pt>
                <c:pt idx="1049">
                  <c:v>46091</c:v>
                </c:pt>
                <c:pt idx="1050">
                  <c:v>46092</c:v>
                </c:pt>
                <c:pt idx="1051">
                  <c:v>46093</c:v>
                </c:pt>
                <c:pt idx="1052">
                  <c:v>46094</c:v>
                </c:pt>
                <c:pt idx="1053">
                  <c:v>46097</c:v>
                </c:pt>
                <c:pt idx="1054">
                  <c:v>46098</c:v>
                </c:pt>
                <c:pt idx="1055">
                  <c:v>46099</c:v>
                </c:pt>
                <c:pt idx="1056">
                  <c:v>46100</c:v>
                </c:pt>
                <c:pt idx="1057">
                  <c:v>46101</c:v>
                </c:pt>
                <c:pt idx="1058">
                  <c:v>46104</c:v>
                </c:pt>
                <c:pt idx="1059">
                  <c:v>46105</c:v>
                </c:pt>
                <c:pt idx="1060">
                  <c:v>46106</c:v>
                </c:pt>
                <c:pt idx="1061">
                  <c:v>46107</c:v>
                </c:pt>
                <c:pt idx="1062">
                  <c:v>46108</c:v>
                </c:pt>
                <c:pt idx="1063">
                  <c:v>46111</c:v>
                </c:pt>
                <c:pt idx="1064">
                  <c:v>46112</c:v>
                </c:pt>
                <c:pt idx="1065">
                  <c:v>46113</c:v>
                </c:pt>
                <c:pt idx="1066">
                  <c:v>46114</c:v>
                </c:pt>
                <c:pt idx="1067">
                  <c:v>46118</c:v>
                </c:pt>
                <c:pt idx="1068">
                  <c:v>46119</c:v>
                </c:pt>
                <c:pt idx="1069">
                  <c:v>46120</c:v>
                </c:pt>
                <c:pt idx="1070">
                  <c:v>46121</c:v>
                </c:pt>
                <c:pt idx="1071">
                  <c:v>46122</c:v>
                </c:pt>
                <c:pt idx="1072">
                  <c:v>46125</c:v>
                </c:pt>
                <c:pt idx="1073">
                  <c:v>46126</c:v>
                </c:pt>
                <c:pt idx="1074">
                  <c:v>46127</c:v>
                </c:pt>
                <c:pt idx="1075">
                  <c:v>46128</c:v>
                </c:pt>
                <c:pt idx="1076">
                  <c:v>46129</c:v>
                </c:pt>
                <c:pt idx="1077">
                  <c:v>46132</c:v>
                </c:pt>
                <c:pt idx="1078">
                  <c:v>46133</c:v>
                </c:pt>
                <c:pt idx="1079">
                  <c:v>46134</c:v>
                </c:pt>
                <c:pt idx="1080">
                  <c:v>46135</c:v>
                </c:pt>
                <c:pt idx="1081">
                  <c:v>46136</c:v>
                </c:pt>
                <c:pt idx="1082">
                  <c:v>46139</c:v>
                </c:pt>
                <c:pt idx="1083">
                  <c:v>46140</c:v>
                </c:pt>
                <c:pt idx="1084">
                  <c:v>46141</c:v>
                </c:pt>
                <c:pt idx="1085">
                  <c:v>46142</c:v>
                </c:pt>
                <c:pt idx="1086">
                  <c:v>46143</c:v>
                </c:pt>
                <c:pt idx="1087">
                  <c:v>46146</c:v>
                </c:pt>
                <c:pt idx="1088">
                  <c:v>46147</c:v>
                </c:pt>
                <c:pt idx="1089">
                  <c:v>46148</c:v>
                </c:pt>
                <c:pt idx="1090">
                  <c:v>46149</c:v>
                </c:pt>
                <c:pt idx="1091">
                  <c:v>46150</c:v>
                </c:pt>
                <c:pt idx="1092">
                  <c:v>46153</c:v>
                </c:pt>
                <c:pt idx="1093">
                  <c:v>46154</c:v>
                </c:pt>
                <c:pt idx="1094">
                  <c:v>46155</c:v>
                </c:pt>
                <c:pt idx="1095">
                  <c:v>46156</c:v>
                </c:pt>
                <c:pt idx="1096">
                  <c:v>46157</c:v>
                </c:pt>
                <c:pt idx="1097">
                  <c:v>46160</c:v>
                </c:pt>
                <c:pt idx="1098">
                  <c:v>46161</c:v>
                </c:pt>
                <c:pt idx="1099">
                  <c:v>46162</c:v>
                </c:pt>
                <c:pt idx="1100">
                  <c:v>46163</c:v>
                </c:pt>
                <c:pt idx="1101">
                  <c:v>46164</c:v>
                </c:pt>
                <c:pt idx="1102">
                  <c:v>46168</c:v>
                </c:pt>
                <c:pt idx="1103">
                  <c:v>46169</c:v>
                </c:pt>
                <c:pt idx="1104">
                  <c:v>46170</c:v>
                </c:pt>
                <c:pt idx="1105">
                  <c:v>46171</c:v>
                </c:pt>
                <c:pt idx="1106">
                  <c:v>46174</c:v>
                </c:pt>
                <c:pt idx="1107">
                  <c:v>46175</c:v>
                </c:pt>
                <c:pt idx="1108">
                  <c:v>46176</c:v>
                </c:pt>
                <c:pt idx="1109">
                  <c:v>46177</c:v>
                </c:pt>
                <c:pt idx="1110">
                  <c:v>46178</c:v>
                </c:pt>
                <c:pt idx="1111">
                  <c:v>46181</c:v>
                </c:pt>
                <c:pt idx="1112">
                  <c:v>46182</c:v>
                </c:pt>
                <c:pt idx="1113">
                  <c:v>46183</c:v>
                </c:pt>
                <c:pt idx="1114">
                  <c:v>46184</c:v>
                </c:pt>
                <c:pt idx="1115">
                  <c:v>46185</c:v>
                </c:pt>
                <c:pt idx="1116">
                  <c:v>46188</c:v>
                </c:pt>
                <c:pt idx="1117">
                  <c:v>46189</c:v>
                </c:pt>
                <c:pt idx="1118">
                  <c:v>46190</c:v>
                </c:pt>
                <c:pt idx="1119">
                  <c:v>46191</c:v>
                </c:pt>
                <c:pt idx="1120">
                  <c:v>46195</c:v>
                </c:pt>
                <c:pt idx="1121">
                  <c:v>46196</c:v>
                </c:pt>
                <c:pt idx="1122">
                  <c:v>46197</c:v>
                </c:pt>
                <c:pt idx="1123">
                  <c:v>46198</c:v>
                </c:pt>
                <c:pt idx="1124">
                  <c:v>46199</c:v>
                </c:pt>
                <c:pt idx="1125">
                  <c:v>46202</c:v>
                </c:pt>
                <c:pt idx="1126">
                  <c:v>46203</c:v>
                </c:pt>
                <c:pt idx="1127">
                  <c:v>46204</c:v>
                </c:pt>
                <c:pt idx="1128">
                  <c:v>46205</c:v>
                </c:pt>
                <c:pt idx="1129">
                  <c:v>46209</c:v>
                </c:pt>
                <c:pt idx="1130">
                  <c:v>46210</c:v>
                </c:pt>
                <c:pt idx="1131">
                  <c:v>46211</c:v>
                </c:pt>
                <c:pt idx="1132">
                  <c:v>46212</c:v>
                </c:pt>
                <c:pt idx="1133">
                  <c:v>46213</c:v>
                </c:pt>
                <c:pt idx="1134">
                  <c:v>46216</c:v>
                </c:pt>
                <c:pt idx="1135">
                  <c:v>46217</c:v>
                </c:pt>
                <c:pt idx="1136">
                  <c:v>46218</c:v>
                </c:pt>
                <c:pt idx="1137">
                  <c:v>46219</c:v>
                </c:pt>
                <c:pt idx="1138">
                  <c:v>46220</c:v>
                </c:pt>
                <c:pt idx="1139">
                  <c:v>46223</c:v>
                </c:pt>
                <c:pt idx="1140">
                  <c:v>46224</c:v>
                </c:pt>
                <c:pt idx="1141">
                  <c:v>46225</c:v>
                </c:pt>
                <c:pt idx="1142">
                  <c:v>46226</c:v>
                </c:pt>
                <c:pt idx="1143">
                  <c:v>46227</c:v>
                </c:pt>
                <c:pt idx="1144">
                  <c:v>46230</c:v>
                </c:pt>
                <c:pt idx="1145">
                  <c:v>46231</c:v>
                </c:pt>
                <c:pt idx="1146">
                  <c:v>46232</c:v>
                </c:pt>
                <c:pt idx="1147">
                  <c:v>46233</c:v>
                </c:pt>
                <c:pt idx="1148">
                  <c:v>46234</c:v>
                </c:pt>
                <c:pt idx="1149">
                  <c:v>46237</c:v>
                </c:pt>
                <c:pt idx="1150">
                  <c:v>46238</c:v>
                </c:pt>
                <c:pt idx="1151">
                  <c:v>46239</c:v>
                </c:pt>
                <c:pt idx="1152">
                  <c:v>46240</c:v>
                </c:pt>
                <c:pt idx="1153">
                  <c:v>46241</c:v>
                </c:pt>
                <c:pt idx="1154">
                  <c:v>46244</c:v>
                </c:pt>
                <c:pt idx="1155">
                  <c:v>46245</c:v>
                </c:pt>
                <c:pt idx="1156">
                  <c:v>46246</c:v>
                </c:pt>
                <c:pt idx="1157">
                  <c:v>46247</c:v>
                </c:pt>
                <c:pt idx="1158">
                  <c:v>46248</c:v>
                </c:pt>
                <c:pt idx="1159">
                  <c:v>46251</c:v>
                </c:pt>
                <c:pt idx="1160">
                  <c:v>46252</c:v>
                </c:pt>
                <c:pt idx="1161">
                  <c:v>46253</c:v>
                </c:pt>
                <c:pt idx="1162">
                  <c:v>46254</c:v>
                </c:pt>
                <c:pt idx="1163">
                  <c:v>46255</c:v>
                </c:pt>
                <c:pt idx="1164">
                  <c:v>46258</c:v>
                </c:pt>
                <c:pt idx="1165">
                  <c:v>46259</c:v>
                </c:pt>
                <c:pt idx="1166">
                  <c:v>46260</c:v>
                </c:pt>
                <c:pt idx="1167">
                  <c:v>46261</c:v>
                </c:pt>
                <c:pt idx="1168">
                  <c:v>46262</c:v>
                </c:pt>
                <c:pt idx="1169">
                  <c:v>46265</c:v>
                </c:pt>
                <c:pt idx="1170">
                  <c:v>46266</c:v>
                </c:pt>
                <c:pt idx="1171">
                  <c:v>46267</c:v>
                </c:pt>
                <c:pt idx="1172">
                  <c:v>46268</c:v>
                </c:pt>
                <c:pt idx="1173">
                  <c:v>46269</c:v>
                </c:pt>
                <c:pt idx="1174">
                  <c:v>46273</c:v>
                </c:pt>
                <c:pt idx="1175">
                  <c:v>46274</c:v>
                </c:pt>
                <c:pt idx="1176">
                  <c:v>46275</c:v>
                </c:pt>
                <c:pt idx="1177">
                  <c:v>46276</c:v>
                </c:pt>
                <c:pt idx="1178">
                  <c:v>46279</c:v>
                </c:pt>
                <c:pt idx="1179">
                  <c:v>46280</c:v>
                </c:pt>
                <c:pt idx="1180">
                  <c:v>46281</c:v>
                </c:pt>
                <c:pt idx="1181">
                  <c:v>46282</c:v>
                </c:pt>
                <c:pt idx="1182">
                  <c:v>46283</c:v>
                </c:pt>
                <c:pt idx="1183">
                  <c:v>46286</c:v>
                </c:pt>
                <c:pt idx="1184">
                  <c:v>46287</c:v>
                </c:pt>
                <c:pt idx="1185">
                  <c:v>46288</c:v>
                </c:pt>
                <c:pt idx="1186">
                  <c:v>46289</c:v>
                </c:pt>
                <c:pt idx="1187">
                  <c:v>46290</c:v>
                </c:pt>
                <c:pt idx="1188">
                  <c:v>46293</c:v>
                </c:pt>
                <c:pt idx="1189">
                  <c:v>46294</c:v>
                </c:pt>
                <c:pt idx="1190">
                  <c:v>46295</c:v>
                </c:pt>
                <c:pt idx="1191">
                  <c:v>46296</c:v>
                </c:pt>
                <c:pt idx="1192">
                  <c:v>46297</c:v>
                </c:pt>
                <c:pt idx="1193">
                  <c:v>46300</c:v>
                </c:pt>
                <c:pt idx="1194">
                  <c:v>46301</c:v>
                </c:pt>
                <c:pt idx="1195">
                  <c:v>46302</c:v>
                </c:pt>
                <c:pt idx="1196">
                  <c:v>46303</c:v>
                </c:pt>
                <c:pt idx="1197">
                  <c:v>46304</c:v>
                </c:pt>
                <c:pt idx="1198">
                  <c:v>46307</c:v>
                </c:pt>
                <c:pt idx="1199">
                  <c:v>46308</c:v>
                </c:pt>
                <c:pt idx="1200">
                  <c:v>46309</c:v>
                </c:pt>
                <c:pt idx="1201">
                  <c:v>46310</c:v>
                </c:pt>
                <c:pt idx="1202">
                  <c:v>46311</c:v>
                </c:pt>
                <c:pt idx="1203">
                  <c:v>#N/A</c:v>
                </c:pt>
                <c:pt idx="1204">
                  <c:v>#N/A</c:v>
                </c:pt>
                <c:pt idx="1205">
                  <c:v>#N/A</c:v>
                </c:pt>
                <c:pt idx="1206">
                  <c:v>#N/A</c:v>
                </c:pt>
                <c:pt idx="1207">
                  <c:v>#N/A</c:v>
                </c:pt>
                <c:pt idx="1208">
                  <c:v>#N/A</c:v>
                </c:pt>
                <c:pt idx="1209">
                  <c:v>#N/A</c:v>
                </c:pt>
                <c:pt idx="1210">
                  <c:v>#N/A</c:v>
                </c:pt>
                <c:pt idx="1211">
                  <c:v>#N/A</c:v>
                </c:pt>
                <c:pt idx="1212">
                  <c:v>#N/A</c:v>
                </c:pt>
                <c:pt idx="1213">
                  <c:v>#N/A</c:v>
                </c:pt>
                <c:pt idx="1214">
                  <c:v>#N/A</c:v>
                </c:pt>
                <c:pt idx="1215">
                  <c:v>#N/A</c:v>
                </c:pt>
                <c:pt idx="1216">
                  <c:v>#N/A</c:v>
                </c:pt>
                <c:pt idx="1217">
                  <c:v>#N/A</c:v>
                </c:pt>
                <c:pt idx="1218">
                  <c:v>#N/A</c:v>
                </c:pt>
                <c:pt idx="1219">
                  <c:v>#N/A</c:v>
                </c:pt>
                <c:pt idx="1220">
                  <c:v>#N/A</c:v>
                </c:pt>
                <c:pt idx="1221">
                  <c:v>#N/A</c:v>
                </c:pt>
                <c:pt idx="1222">
                  <c:v>#N/A</c:v>
                </c:pt>
                <c:pt idx="1223">
                  <c:v>#N/A</c:v>
                </c:pt>
                <c:pt idx="1224">
                  <c:v>#N/A</c:v>
                </c:pt>
                <c:pt idx="1225">
                  <c:v>#N/A</c:v>
                </c:pt>
                <c:pt idx="1226">
                  <c:v>#N/A</c:v>
                </c:pt>
                <c:pt idx="1227">
                  <c:v>#N/A</c:v>
                </c:pt>
                <c:pt idx="1228">
                  <c:v>#N/A</c:v>
                </c:pt>
                <c:pt idx="1229">
                  <c:v>#N/A</c:v>
                </c:pt>
                <c:pt idx="1230">
                  <c:v>#N/A</c:v>
                </c:pt>
                <c:pt idx="1231">
                  <c:v>#N/A</c:v>
                </c:pt>
                <c:pt idx="1232">
                  <c:v>#N/A</c:v>
                </c:pt>
                <c:pt idx="1233">
                  <c:v>#N/A</c:v>
                </c:pt>
                <c:pt idx="1234">
                  <c:v>#N/A</c:v>
                </c:pt>
                <c:pt idx="1235">
                  <c:v>#N/A</c:v>
                </c:pt>
                <c:pt idx="1236">
                  <c:v>#N/A</c:v>
                </c:pt>
                <c:pt idx="1237">
                  <c:v>#N/A</c:v>
                </c:pt>
                <c:pt idx="1238">
                  <c:v>#N/A</c:v>
                </c:pt>
                <c:pt idx="1239">
                  <c:v>#N/A</c:v>
                </c:pt>
                <c:pt idx="1240">
                  <c:v>#N/A</c:v>
                </c:pt>
                <c:pt idx="1241">
                  <c:v>#N/A</c:v>
                </c:pt>
                <c:pt idx="1242">
                  <c:v>#N/A</c:v>
                </c:pt>
                <c:pt idx="1243">
                  <c:v>#N/A</c:v>
                </c:pt>
                <c:pt idx="1244">
                  <c:v>#N/A</c:v>
                </c:pt>
                <c:pt idx="1245">
                  <c:v>#N/A</c:v>
                </c:pt>
                <c:pt idx="1246">
                  <c:v>#N/A</c:v>
                </c:pt>
                <c:pt idx="1247">
                  <c:v>#N/A</c:v>
                </c:pt>
                <c:pt idx="1248">
                  <c:v>#N/A</c:v>
                </c:pt>
                <c:pt idx="1249">
                  <c:v>#N/A</c:v>
                </c:pt>
                <c:pt idx="1250">
                  <c:v>#N/A</c:v>
                </c:pt>
                <c:pt idx="1251">
                  <c:v>#N/A</c:v>
                </c:pt>
                <c:pt idx="1252">
                  <c:v>#N/A</c:v>
                </c:pt>
                <c:pt idx="1253">
                  <c:v>#N/A</c:v>
                </c:pt>
                <c:pt idx="1254">
                  <c:v>#N/A</c:v>
                </c:pt>
                <c:pt idx="1255">
                  <c:v>#N/A</c:v>
                </c:pt>
                <c:pt idx="1256">
                  <c:v>#N/A</c:v>
                </c:pt>
                <c:pt idx="1257">
                  <c:v>#N/A</c:v>
                </c:pt>
                <c:pt idx="1258">
                  <c:v>#N/A</c:v>
                </c:pt>
                <c:pt idx="1259">
                  <c:v>#N/A</c:v>
                </c:pt>
                <c:pt idx="1260">
                  <c:v>#N/A</c:v>
                </c:pt>
                <c:pt idx="1261">
                  <c:v>#N/A</c:v>
                </c:pt>
                <c:pt idx="1262">
                  <c:v>#N/A</c:v>
                </c:pt>
                <c:pt idx="1263">
                  <c:v>#N/A</c:v>
                </c:pt>
                <c:pt idx="1264">
                  <c:v>#N/A</c:v>
                </c:pt>
                <c:pt idx="1265">
                  <c:v>#N/A</c:v>
                </c:pt>
                <c:pt idx="1266">
                  <c:v>#N/A</c:v>
                </c:pt>
                <c:pt idx="1267">
                  <c:v>#N/A</c:v>
                </c:pt>
                <c:pt idx="1268">
                  <c:v>#N/A</c:v>
                </c:pt>
                <c:pt idx="1269">
                  <c:v>#N/A</c:v>
                </c:pt>
                <c:pt idx="1270">
                  <c:v>#N/A</c:v>
                </c:pt>
                <c:pt idx="1271">
                  <c:v>#N/A</c:v>
                </c:pt>
                <c:pt idx="1272">
                  <c:v>#N/A</c:v>
                </c:pt>
                <c:pt idx="1273">
                  <c:v>#N/A</c:v>
                </c:pt>
                <c:pt idx="1274">
                  <c:v>#N/A</c:v>
                </c:pt>
                <c:pt idx="1275">
                  <c:v>#N/A</c:v>
                </c:pt>
                <c:pt idx="1276">
                  <c:v>#N/A</c:v>
                </c:pt>
                <c:pt idx="1277">
                  <c:v>#N/A</c:v>
                </c:pt>
                <c:pt idx="1278">
                  <c:v>#N/A</c:v>
                </c:pt>
                <c:pt idx="1279">
                  <c:v>#N/A</c:v>
                </c:pt>
                <c:pt idx="1280">
                  <c:v>#N/A</c:v>
                </c:pt>
                <c:pt idx="1281">
                  <c:v>#N/A</c:v>
                </c:pt>
                <c:pt idx="1282">
                  <c:v>#N/A</c:v>
                </c:pt>
                <c:pt idx="1283">
                  <c:v>#N/A</c:v>
                </c:pt>
                <c:pt idx="1284">
                  <c:v>#N/A</c:v>
                </c:pt>
                <c:pt idx="1285">
                  <c:v>#N/A</c:v>
                </c:pt>
                <c:pt idx="1286">
                  <c:v>#N/A</c:v>
                </c:pt>
                <c:pt idx="1287">
                  <c:v>#N/A</c:v>
                </c:pt>
                <c:pt idx="1288">
                  <c:v>#N/A</c:v>
                </c:pt>
                <c:pt idx="1289">
                  <c:v>#N/A</c:v>
                </c:pt>
                <c:pt idx="1290">
                  <c:v>#N/A</c:v>
                </c:pt>
                <c:pt idx="1291">
                  <c:v>#N/A</c:v>
                </c:pt>
                <c:pt idx="1292">
                  <c:v>#N/A</c:v>
                </c:pt>
                <c:pt idx="1293">
                  <c:v>#N/A</c:v>
                </c:pt>
                <c:pt idx="1294">
                  <c:v>#N/A</c:v>
                </c:pt>
                <c:pt idx="1295">
                  <c:v>#N/A</c:v>
                </c:pt>
                <c:pt idx="1296">
                  <c:v>#N/A</c:v>
                </c:pt>
                <c:pt idx="1297">
                  <c:v>#N/A</c:v>
                </c:pt>
                <c:pt idx="1298">
                  <c:v>#N/A</c:v>
                </c:pt>
                <c:pt idx="1299">
                  <c:v>#N/A</c:v>
                </c:pt>
                <c:pt idx="1300">
                  <c:v>#N/A</c:v>
                </c:pt>
                <c:pt idx="1301">
                  <c:v>#N/A</c:v>
                </c:pt>
                <c:pt idx="1302">
                  <c:v>#N/A</c:v>
                </c:pt>
                <c:pt idx="1303">
                  <c:v>#N/A</c:v>
                </c:pt>
                <c:pt idx="1304">
                  <c:v>#N/A</c:v>
                </c:pt>
                <c:pt idx="1305">
                  <c:v>#N/A</c:v>
                </c:pt>
                <c:pt idx="1306">
                  <c:v>#N/A</c:v>
                </c:pt>
                <c:pt idx="1307">
                  <c:v>#N/A</c:v>
                </c:pt>
                <c:pt idx="1308">
                  <c:v>#N/A</c:v>
                </c:pt>
                <c:pt idx="1309">
                  <c:v>#N/A</c:v>
                </c:pt>
                <c:pt idx="1310">
                  <c:v>#N/A</c:v>
                </c:pt>
                <c:pt idx="1311">
                  <c:v>#N/A</c:v>
                </c:pt>
                <c:pt idx="1312">
                  <c:v>#N/A</c:v>
                </c:pt>
                <c:pt idx="1313">
                  <c:v>#N/A</c:v>
                </c:pt>
                <c:pt idx="1314">
                  <c:v>#N/A</c:v>
                </c:pt>
                <c:pt idx="1315">
                  <c:v>#N/A</c:v>
                </c:pt>
                <c:pt idx="1316">
                  <c:v>#N/A</c:v>
                </c:pt>
                <c:pt idx="1317">
                  <c:v>#N/A</c:v>
                </c:pt>
                <c:pt idx="1318">
                  <c:v>#N/A</c:v>
                </c:pt>
                <c:pt idx="1319">
                  <c:v>#N/A</c:v>
                </c:pt>
                <c:pt idx="1320">
                  <c:v>#N/A</c:v>
                </c:pt>
                <c:pt idx="1321">
                  <c:v>#N/A</c:v>
                </c:pt>
                <c:pt idx="1322">
                  <c:v>#N/A</c:v>
                </c:pt>
                <c:pt idx="1323">
                  <c:v>#N/A</c:v>
                </c:pt>
                <c:pt idx="1324">
                  <c:v>#N/A</c:v>
                </c:pt>
                <c:pt idx="1325">
                  <c:v>#N/A</c:v>
                </c:pt>
                <c:pt idx="1326">
                  <c:v>#N/A</c:v>
                </c:pt>
                <c:pt idx="1327">
                  <c:v>#N/A</c:v>
                </c:pt>
                <c:pt idx="1328">
                  <c:v>#N/A</c:v>
                </c:pt>
                <c:pt idx="1329">
                  <c:v>#N/A</c:v>
                </c:pt>
                <c:pt idx="1330">
                  <c:v>#N/A</c:v>
                </c:pt>
              </c:numCache>
            </c:numRef>
          </c:cat>
          <c:val>
            <c:numRef>
              <c:f>SPX_UST!$AI$1275:$AI$4055</c:f>
              <c:numCache>
                <c:formatCode>0.0</c:formatCode>
                <c:ptCount val="2781"/>
                <c:pt idx="0">
                  <c:v>100</c:v>
                </c:pt>
                <c:pt idx="1">
                  <c:v>100</c:v>
                </c:pt>
                <c:pt idx="2">
                  <c:v>102.09011436781141</c:v>
                </c:pt>
                <c:pt idx="3">
                  <c:v>102.58281317218483</c:v>
                </c:pt>
                <c:pt idx="4">
                  <c:v>100.3920486367584</c:v>
                </c:pt>
                <c:pt idx="5">
                  <c:v>100.31331423144667</c:v>
                </c:pt>
                <c:pt idx="6">
                  <c:v>100.31331423144667</c:v>
                </c:pt>
                <c:pt idx="7">
                  <c:v>99.769478648365649</c:v>
                </c:pt>
                <c:pt idx="8">
                  <c:v>101.35958895770258</c:v>
                </c:pt>
                <c:pt idx="9">
                  <c:v>100.70130439370449</c:v>
                </c:pt>
                <c:pt idx="10">
                  <c:v>99.241065268386933</c:v>
                </c:pt>
                <c:pt idx="11">
                  <c:v>99.460222891419562</c:v>
                </c:pt>
                <c:pt idx="12">
                  <c:v>96.435035998668809</c:v>
                </c:pt>
                <c:pt idx="13">
                  <c:v>97.390400896111188</c:v>
                </c:pt>
                <c:pt idx="14">
                  <c:v>96.706142095309261</c:v>
                </c:pt>
                <c:pt idx="15">
                  <c:v>96.723187688211766</c:v>
                </c:pt>
                <c:pt idx="16">
                  <c:v>95.063271617464451</c:v>
                </c:pt>
                <c:pt idx="17">
                  <c:v>94.823821621928758</c:v>
                </c:pt>
                <c:pt idx="18">
                  <c:v>92.370067938863144</c:v>
                </c:pt>
                <c:pt idx="19">
                  <c:v>94.089237737319323</c:v>
                </c:pt>
                <c:pt idx="20">
                  <c:v>94.977231958051618</c:v>
                </c:pt>
                <c:pt idx="21">
                  <c:v>95.014569923457188</c:v>
                </c:pt>
                <c:pt idx="22">
                  <c:v>96.95695581944662</c:v>
                </c:pt>
                <c:pt idx="23">
                  <c:v>96.086818886516966</c:v>
                </c:pt>
                <c:pt idx="24">
                  <c:v>96.531627691783257</c:v>
                </c:pt>
                <c:pt idx="25">
                  <c:v>96.334385831053865</c:v>
                </c:pt>
                <c:pt idx="26">
                  <c:v>96.652570231901294</c:v>
                </c:pt>
                <c:pt idx="27">
                  <c:v>97.559233435336395</c:v>
                </c:pt>
                <c:pt idx="28">
                  <c:v>98.077094781613525</c:v>
                </c:pt>
                <c:pt idx="29">
                  <c:v>98.077094781613525</c:v>
                </c:pt>
                <c:pt idx="30">
                  <c:v>96.297047865648295</c:v>
                </c:pt>
                <c:pt idx="31">
                  <c:v>95.363598730509196</c:v>
                </c:pt>
                <c:pt idx="32">
                  <c:v>97.041372089059166</c:v>
                </c:pt>
                <c:pt idx="33">
                  <c:v>96.273508713544743</c:v>
                </c:pt>
                <c:pt idx="34">
                  <c:v>95.933408550394063</c:v>
                </c:pt>
                <c:pt idx="35">
                  <c:v>93.728845201665578</c:v>
                </c:pt>
                <c:pt idx="36">
                  <c:v>93.728845201665578</c:v>
                </c:pt>
                <c:pt idx="37">
                  <c:v>92.484516919780191</c:v>
                </c:pt>
                <c:pt idx="38">
                  <c:v>93.520239612334535</c:v>
                </c:pt>
                <c:pt idx="39">
                  <c:v>93.839235708082057</c:v>
                </c:pt>
                <c:pt idx="40">
                  <c:v>94.386318070763565</c:v>
                </c:pt>
                <c:pt idx="41">
                  <c:v>92.544582342389162</c:v>
                </c:pt>
                <c:pt idx="42">
                  <c:v>93.623324864649888</c:v>
                </c:pt>
                <c:pt idx="43">
                  <c:v>91.763731848472801</c:v>
                </c:pt>
                <c:pt idx="44">
                  <c:v>89.171990032386631</c:v>
                </c:pt>
                <c:pt idx="45">
                  <c:v>87.578632943449236</c:v>
                </c:pt>
                <c:pt idx="46">
                  <c:v>87.533178029042475</c:v>
                </c:pt>
                <c:pt idx="47">
                  <c:v>91.085154911971713</c:v>
                </c:pt>
                <c:pt idx="48">
                  <c:v>89.421180366723789</c:v>
                </c:pt>
                <c:pt idx="49">
                  <c:v>90.020211203013034</c:v>
                </c:pt>
                <c:pt idx="50">
                  <c:v>90.614371869901532</c:v>
                </c:pt>
                <c:pt idx="51">
                  <c:v>92.157403875031463</c:v>
                </c:pt>
                <c:pt idx="52">
                  <c:v>94.559209084489353</c:v>
                </c:pt>
                <c:pt idx="53">
                  <c:v>95.146876192176919</c:v>
                </c:pt>
                <c:pt idx="54">
                  <c:v>95.146876192176919</c:v>
                </c:pt>
                <c:pt idx="55">
                  <c:v>96.570589046989085</c:v>
                </c:pt>
                <c:pt idx="56">
                  <c:v>98.935867985941528</c:v>
                </c:pt>
                <c:pt idx="57">
                  <c:v>99.163954252875541</c:v>
                </c:pt>
                <c:pt idx="58">
                  <c:v>99.089278322064402</c:v>
                </c:pt>
                <c:pt idx="59">
                  <c:v>98.706158329207327</c:v>
                </c:pt>
                <c:pt idx="60">
                  <c:v>99.722400344158729</c:v>
                </c:pt>
                <c:pt idx="61">
                  <c:v>98.478883757173449</c:v>
                </c:pt>
                <c:pt idx="62">
                  <c:v>97.504849877028306</c:v>
                </c:pt>
                <c:pt idx="63">
                  <c:v>97.346569371504714</c:v>
                </c:pt>
                <c:pt idx="64">
                  <c:v>97.761345465466533</c:v>
                </c:pt>
                <c:pt idx="65">
                  <c:v>97.490239368826138</c:v>
                </c:pt>
                <c:pt idx="66">
                  <c:v>96.219936850136861</c:v>
                </c:pt>
                <c:pt idx="67">
                  <c:v>94.770249758520833</c:v>
                </c:pt>
                <c:pt idx="68">
                  <c:v>94.931777043644914</c:v>
                </c:pt>
                <c:pt idx="69">
                  <c:v>94.603040609095927</c:v>
                </c:pt>
                <c:pt idx="70">
                  <c:v>93.221535889090077</c:v>
                </c:pt>
                <c:pt idx="71">
                  <c:v>94.567326033490602</c:v>
                </c:pt>
                <c:pt idx="72">
                  <c:v>95.48048279612668</c:v>
                </c:pt>
                <c:pt idx="73">
                  <c:v>94.121705533324203</c:v>
                </c:pt>
                <c:pt idx="74">
                  <c:v>94.853854333233286</c:v>
                </c:pt>
                <c:pt idx="75">
                  <c:v>95.883083466586626</c:v>
                </c:pt>
                <c:pt idx="76">
                  <c:v>96.576270911289896</c:v>
                </c:pt>
                <c:pt idx="77">
                  <c:v>95.407430255115742</c:v>
                </c:pt>
                <c:pt idx="78">
                  <c:v>93.935827401196477</c:v>
                </c:pt>
                <c:pt idx="79">
                  <c:v>93.969918587001544</c:v>
                </c:pt>
                <c:pt idx="80">
                  <c:v>93.099781654071876</c:v>
                </c:pt>
                <c:pt idx="81">
                  <c:v>94.914731450742281</c:v>
                </c:pt>
                <c:pt idx="82">
                  <c:v>94.914731450742281</c:v>
                </c:pt>
                <c:pt idx="83">
                  <c:v>94.851419248532864</c:v>
                </c:pt>
                <c:pt idx="84">
                  <c:v>94.851419248532864</c:v>
                </c:pt>
                <c:pt idx="85">
                  <c:v>94.851419248532864</c:v>
                </c:pt>
                <c:pt idx="86">
                  <c:v>94.851419248532864</c:v>
                </c:pt>
                <c:pt idx="87">
                  <c:v>95.761329231568467</c:v>
                </c:pt>
                <c:pt idx="88">
                  <c:v>93.782417065073631</c:v>
                </c:pt>
                <c:pt idx="89">
                  <c:v>92.924455555645764</c:v>
                </c:pt>
                <c:pt idx="90">
                  <c:v>92.359515905161601</c:v>
                </c:pt>
                <c:pt idx="91">
                  <c:v>91.23937694299471</c:v>
                </c:pt>
                <c:pt idx="92">
                  <c:v>93.00237826605742</c:v>
                </c:pt>
                <c:pt idx="93">
                  <c:v>93.108710297973261</c:v>
                </c:pt>
                <c:pt idx="94">
                  <c:v>93.258873854495619</c:v>
                </c:pt>
                <c:pt idx="95">
                  <c:v>94.241024683641967</c:v>
                </c:pt>
                <c:pt idx="96">
                  <c:v>92.831922337032026</c:v>
                </c:pt>
                <c:pt idx="97">
                  <c:v>93.732091981266151</c:v>
                </c:pt>
                <c:pt idx="98">
                  <c:v>94.611157558097119</c:v>
                </c:pt>
                <c:pt idx="99">
                  <c:v>93.863586555085746</c:v>
                </c:pt>
                <c:pt idx="100">
                  <c:v>93.874138588787318</c:v>
                </c:pt>
                <c:pt idx="101">
                  <c:v>93.85546960608454</c:v>
                </c:pt>
                <c:pt idx="102">
                  <c:v>94.307583665451901</c:v>
                </c:pt>
                <c:pt idx="103">
                  <c:v>95.732919910064297</c:v>
                </c:pt>
                <c:pt idx="104">
                  <c:v>96.889585142736664</c:v>
                </c:pt>
                <c:pt idx="105">
                  <c:v>96.296236170748244</c:v>
                </c:pt>
                <c:pt idx="106">
                  <c:v>96.693154976907365</c:v>
                </c:pt>
                <c:pt idx="107">
                  <c:v>96.961825988847394</c:v>
                </c:pt>
                <c:pt idx="108">
                  <c:v>97.344945981704484</c:v>
                </c:pt>
                <c:pt idx="109">
                  <c:v>98.478072062273355</c:v>
                </c:pt>
                <c:pt idx="110">
                  <c:v>98.476448672473111</c:v>
                </c:pt>
                <c:pt idx="111">
                  <c:v>97.146080731174877</c:v>
                </c:pt>
                <c:pt idx="112">
                  <c:v>94.829503486229697</c:v>
                </c:pt>
                <c:pt idx="113">
                  <c:v>93.591668763545243</c:v>
                </c:pt>
                <c:pt idx="114">
                  <c:v>92.46260115747701</c:v>
                </c:pt>
                <c:pt idx="115">
                  <c:v>93.095723179571351</c:v>
                </c:pt>
                <c:pt idx="116">
                  <c:v>91.421196600621826</c:v>
                </c:pt>
                <c:pt idx="117">
                  <c:v>92.51536132598487</c:v>
                </c:pt>
                <c:pt idx="118">
                  <c:v>92.321366244855966</c:v>
                </c:pt>
                <c:pt idx="119">
                  <c:v>92.174449467934053</c:v>
                </c:pt>
                <c:pt idx="120">
                  <c:v>92.890364369840739</c:v>
                </c:pt>
                <c:pt idx="121">
                  <c:v>94.033230789211004</c:v>
                </c:pt>
                <c:pt idx="122">
                  <c:v>94.978855347851919</c:v>
                </c:pt>
                <c:pt idx="123">
                  <c:v>94.191511294734596</c:v>
                </c:pt>
                <c:pt idx="124">
                  <c:v>92.986144368054994</c:v>
                </c:pt>
                <c:pt idx="125">
                  <c:v>91.660646596157505</c:v>
                </c:pt>
                <c:pt idx="126">
                  <c:v>93.498323850031326</c:v>
                </c:pt>
                <c:pt idx="127">
                  <c:v>92.304320651953418</c:v>
                </c:pt>
                <c:pt idx="128">
                  <c:v>93.754007743569403</c:v>
                </c:pt>
                <c:pt idx="129">
                  <c:v>93.961801638000338</c:v>
                </c:pt>
                <c:pt idx="130">
                  <c:v>95.306780087500726</c:v>
                </c:pt>
                <c:pt idx="131">
                  <c:v>93.78160537017348</c:v>
                </c:pt>
                <c:pt idx="132">
                  <c:v>94.055958246414377</c:v>
                </c:pt>
                <c:pt idx="133">
                  <c:v>94.254823496944013</c:v>
                </c:pt>
                <c:pt idx="134">
                  <c:v>94.30433688585137</c:v>
                </c:pt>
                <c:pt idx="135">
                  <c:v>94.30433688585137</c:v>
                </c:pt>
                <c:pt idx="136">
                  <c:v>94.852230943433028</c:v>
                </c:pt>
                <c:pt idx="137">
                  <c:v>97.098190732067692</c:v>
                </c:pt>
                <c:pt idx="138">
                  <c:v>97.241860729389117</c:v>
                </c:pt>
                <c:pt idx="139">
                  <c:v>97.512155131129376</c:v>
                </c:pt>
                <c:pt idx="140">
                  <c:v>96.796240229222704</c:v>
                </c:pt>
                <c:pt idx="141">
                  <c:v>96.716694129010847</c:v>
                </c:pt>
                <c:pt idx="142">
                  <c:v>96.920429548941215</c:v>
                </c:pt>
                <c:pt idx="143">
                  <c:v>97.04867734316035</c:v>
                </c:pt>
                <c:pt idx="144">
                  <c:v>96.682602943205779</c:v>
                </c:pt>
                <c:pt idx="145">
                  <c:v>97.62741580694653</c:v>
                </c:pt>
                <c:pt idx="146">
                  <c:v>95.87902499208603</c:v>
                </c:pt>
                <c:pt idx="147">
                  <c:v>96.25808651044251</c:v>
                </c:pt>
                <c:pt idx="148">
                  <c:v>96.237794137939488</c:v>
                </c:pt>
                <c:pt idx="149">
                  <c:v>97.059229376861865</c:v>
                </c:pt>
                <c:pt idx="150">
                  <c:v>97.278386999894522</c:v>
                </c:pt>
                <c:pt idx="151">
                  <c:v>96.514582098880709</c:v>
                </c:pt>
                <c:pt idx="152">
                  <c:v>96.290554306447319</c:v>
                </c:pt>
                <c:pt idx="153">
                  <c:v>96.290554306447319</c:v>
                </c:pt>
                <c:pt idx="154">
                  <c:v>98.379045284458527</c:v>
                </c:pt>
                <c:pt idx="155">
                  <c:v>99.125804592569807</c:v>
                </c:pt>
                <c:pt idx="156">
                  <c:v>98.960218832945145</c:v>
                </c:pt>
                <c:pt idx="157">
                  <c:v>100.25568389353818</c:v>
                </c:pt>
                <c:pt idx="158">
                  <c:v>99.355514249304051</c:v>
                </c:pt>
                <c:pt idx="159">
                  <c:v>99.511359670127291</c:v>
                </c:pt>
                <c:pt idx="160">
                  <c:v>99.430190180115204</c:v>
                </c:pt>
                <c:pt idx="161">
                  <c:v>98.2215764738351</c:v>
                </c:pt>
                <c:pt idx="162">
                  <c:v>97.914755801589379</c:v>
                </c:pt>
                <c:pt idx="163">
                  <c:v>98.399337656961606</c:v>
                </c:pt>
                <c:pt idx="164">
                  <c:v>98.616871890194034</c:v>
                </c:pt>
                <c:pt idx="165">
                  <c:v>96.744291755615038</c:v>
                </c:pt>
                <c:pt idx="166">
                  <c:v>97.978879698698989</c:v>
                </c:pt>
                <c:pt idx="167">
                  <c:v>97.692351398956305</c:v>
                </c:pt>
                <c:pt idx="168">
                  <c:v>96.245911086940779</c:v>
                </c:pt>
                <c:pt idx="169">
                  <c:v>96.025941769008014</c:v>
                </c:pt>
                <c:pt idx="170">
                  <c:v>95.883083466586726</c:v>
                </c:pt>
                <c:pt idx="171">
                  <c:v>95.335189409005082</c:v>
                </c:pt>
                <c:pt idx="172">
                  <c:v>97.448842928920016</c:v>
                </c:pt>
                <c:pt idx="173">
                  <c:v>97.788131397170559</c:v>
                </c:pt>
                <c:pt idx="174">
                  <c:v>98.530020535881107</c:v>
                </c:pt>
                <c:pt idx="175">
                  <c:v>98.81573714072367</c:v>
                </c:pt>
                <c:pt idx="176">
                  <c:v>96.752408704616215</c:v>
                </c:pt>
                <c:pt idx="177">
                  <c:v>96.919617854041149</c:v>
                </c:pt>
                <c:pt idx="178">
                  <c:v>96.292177696247663</c:v>
                </c:pt>
                <c:pt idx="179">
                  <c:v>96.292177696247663</c:v>
                </c:pt>
                <c:pt idx="180">
                  <c:v>96.647700062500647</c:v>
                </c:pt>
                <c:pt idx="181">
                  <c:v>95.267818732295041</c:v>
                </c:pt>
                <c:pt idx="182">
                  <c:v>95.034050601060201</c:v>
                </c:pt>
                <c:pt idx="183">
                  <c:v>95.034050601060201</c:v>
                </c:pt>
                <c:pt idx="184">
                  <c:v>92.32380132955636</c:v>
                </c:pt>
                <c:pt idx="185">
                  <c:v>92.75237623682024</c:v>
                </c:pt>
                <c:pt idx="186">
                  <c:v>91.743439475969907</c:v>
                </c:pt>
                <c:pt idx="187">
                  <c:v>92.344905396959533</c:v>
                </c:pt>
                <c:pt idx="188">
                  <c:v>90.623300513803017</c:v>
                </c:pt>
                <c:pt idx="189">
                  <c:v>91.406586092419715</c:v>
                </c:pt>
                <c:pt idx="190">
                  <c:v>94.343298241057326</c:v>
                </c:pt>
                <c:pt idx="191">
                  <c:v>94.700443997110526</c:v>
                </c:pt>
                <c:pt idx="192">
                  <c:v>95.16229839527935</c:v>
                </c:pt>
                <c:pt idx="193">
                  <c:v>94.342486546157176</c:v>
                </c:pt>
                <c:pt idx="194">
                  <c:v>94.342486546157176</c:v>
                </c:pt>
                <c:pt idx="195">
                  <c:v>92.452860818675617</c:v>
                </c:pt>
                <c:pt idx="196">
                  <c:v>92.403347429768246</c:v>
                </c:pt>
                <c:pt idx="197">
                  <c:v>91.744251170870029</c:v>
                </c:pt>
                <c:pt idx="198">
                  <c:v>94.004009772806739</c:v>
                </c:pt>
                <c:pt idx="199">
                  <c:v>93.021858943660405</c:v>
                </c:pt>
                <c:pt idx="200">
                  <c:v>94.110341804722566</c:v>
                </c:pt>
                <c:pt idx="201">
                  <c:v>94.267810615345994</c:v>
                </c:pt>
                <c:pt idx="202">
                  <c:v>93.762124692570652</c:v>
                </c:pt>
                <c:pt idx="203">
                  <c:v>93.130626060276541</c:v>
                </c:pt>
                <c:pt idx="204">
                  <c:v>93.486148426529539</c:v>
                </c:pt>
                <c:pt idx="205">
                  <c:v>94.558397389589317</c:v>
                </c:pt>
                <c:pt idx="206">
                  <c:v>95.172038734080772</c:v>
                </c:pt>
                <c:pt idx="207">
                  <c:v>94.580313151892597</c:v>
                </c:pt>
                <c:pt idx="208">
                  <c:v>94.247518242843014</c:v>
                </c:pt>
                <c:pt idx="209">
                  <c:v>95.814901094976577</c:v>
                </c:pt>
                <c:pt idx="210">
                  <c:v>96.346561254555795</c:v>
                </c:pt>
                <c:pt idx="211">
                  <c:v>96.451269896671377</c:v>
                </c:pt>
                <c:pt idx="212">
                  <c:v>96.451269896671377</c:v>
                </c:pt>
                <c:pt idx="213">
                  <c:v>95.129018904374348</c:v>
                </c:pt>
                <c:pt idx="214">
                  <c:v>96.15175447852674</c:v>
                </c:pt>
                <c:pt idx="215">
                  <c:v>97.396894455312278</c:v>
                </c:pt>
                <c:pt idx="216">
                  <c:v>96.959390904147085</c:v>
                </c:pt>
                <c:pt idx="217">
                  <c:v>96.248346171641145</c:v>
                </c:pt>
                <c:pt idx="218">
                  <c:v>98.612001720793316</c:v>
                </c:pt>
                <c:pt idx="219">
                  <c:v>97.578714112939352</c:v>
                </c:pt>
                <c:pt idx="220">
                  <c:v>97.92936630979159</c:v>
                </c:pt>
                <c:pt idx="221">
                  <c:v>97.825469362576129</c:v>
                </c:pt>
                <c:pt idx="222">
                  <c:v>97.792189871671155</c:v>
                </c:pt>
                <c:pt idx="223">
                  <c:v>97.796248346171737</c:v>
                </c:pt>
                <c:pt idx="224">
                  <c:v>98.028393087606318</c:v>
                </c:pt>
                <c:pt idx="225">
                  <c:v>99.097395271065579</c:v>
                </c:pt>
                <c:pt idx="226">
                  <c:v>99.097395271065579</c:v>
                </c:pt>
                <c:pt idx="227">
                  <c:v>100.15259864122281</c:v>
                </c:pt>
                <c:pt idx="228">
                  <c:v>99.495125772124837</c:v>
                </c:pt>
                <c:pt idx="229">
                  <c:v>98.929374426740537</c:v>
                </c:pt>
                <c:pt idx="230">
                  <c:v>98.623365449394939</c:v>
                </c:pt>
                <c:pt idx="231">
                  <c:v>98.767035446716335</c:v>
                </c:pt>
                <c:pt idx="232">
                  <c:v>97.159879544476894</c:v>
                </c:pt>
                <c:pt idx="233">
                  <c:v>96.889585142736635</c:v>
                </c:pt>
                <c:pt idx="234">
                  <c:v>97.03487852985829</c:v>
                </c:pt>
                <c:pt idx="235">
                  <c:v>96.816532601725754</c:v>
                </c:pt>
                <c:pt idx="236">
                  <c:v>96.432600913968542</c:v>
                </c:pt>
                <c:pt idx="237">
                  <c:v>97.464265132022234</c:v>
                </c:pt>
                <c:pt idx="238">
                  <c:v>97.236990559988371</c:v>
                </c:pt>
                <c:pt idx="239">
                  <c:v>97.655825128450786</c:v>
                </c:pt>
                <c:pt idx="240">
                  <c:v>98.297064099546375</c:v>
                </c:pt>
                <c:pt idx="241">
                  <c:v>98.048685460109354</c:v>
                </c:pt>
                <c:pt idx="242">
                  <c:v>96.790558364921893</c:v>
                </c:pt>
                <c:pt idx="243">
                  <c:v>95.95045414329671</c:v>
                </c:pt>
                <c:pt idx="244">
                  <c:v>94.382259596263054</c:v>
                </c:pt>
                <c:pt idx="245">
                  <c:v>93.826248589680233</c:v>
                </c:pt>
                <c:pt idx="246">
                  <c:v>94.529988068085061</c:v>
                </c:pt>
                <c:pt idx="247">
                  <c:v>93.957743163499799</c:v>
                </c:pt>
                <c:pt idx="248">
                  <c:v>94.394435019764913</c:v>
                </c:pt>
                <c:pt idx="249">
                  <c:v>94.345733325757649</c:v>
                </c:pt>
                <c:pt idx="250">
                  <c:v>93.598974017646398</c:v>
                </c:pt>
                <c:pt idx="251">
                  <c:v>100</c:v>
                </c:pt>
                <c:pt idx="252">
                  <c:v>100</c:v>
                </c:pt>
                <c:pt idx="253">
                  <c:v>98.862994288893319</c:v>
                </c:pt>
                <c:pt idx="254">
                  <c:v>98.981215066194935</c:v>
                </c:pt>
                <c:pt idx="255">
                  <c:v>99.397595598014576</c:v>
                </c:pt>
                <c:pt idx="256">
                  <c:v>99.397595598014576</c:v>
                </c:pt>
                <c:pt idx="257">
                  <c:v>99.761819904554102</c:v>
                </c:pt>
                <c:pt idx="258">
                  <c:v>100.89360999313273</c:v>
                </c:pt>
                <c:pt idx="259">
                  <c:v>101.35693112770448</c:v>
                </c:pt>
                <c:pt idx="260">
                  <c:v>100.99357609158629</c:v>
                </c:pt>
                <c:pt idx="261">
                  <c:v>101.02921617886102</c:v>
                </c:pt>
                <c:pt idx="262">
                  <c:v>102.85381479324397</c:v>
                </c:pt>
                <c:pt idx="263">
                  <c:v>101.62988204000376</c:v>
                </c:pt>
                <c:pt idx="264">
                  <c:v>102.21055468145578</c:v>
                </c:pt>
                <c:pt idx="265">
                  <c:v>103.18500682377271</c:v>
                </c:pt>
                <c:pt idx="266">
                  <c:v>104.78359512860847</c:v>
                </c:pt>
                <c:pt idx="267">
                  <c:v>105.19302149705743</c:v>
                </c:pt>
                <c:pt idx="268">
                  <c:v>105.04350698458775</c:v>
                </c:pt>
                <c:pt idx="269">
                  <c:v>105.34340527994841</c:v>
                </c:pt>
                <c:pt idx="270">
                  <c:v>105.29037978424697</c:v>
                </c:pt>
                <c:pt idx="271">
                  <c:v>104.67841340762688</c:v>
                </c:pt>
                <c:pt idx="272">
                  <c:v>104.59235563591469</c:v>
                </c:pt>
                <c:pt idx="273">
                  <c:v>104.31940472361536</c:v>
                </c:pt>
                <c:pt idx="274">
                  <c:v>104.76447117933907</c:v>
                </c:pt>
                <c:pt idx="275">
                  <c:v>105.25995531950024</c:v>
                </c:pt>
                <c:pt idx="276">
                  <c:v>105.47031876146337</c:v>
                </c:pt>
                <c:pt idx="277">
                  <c:v>105.41642399534059</c:v>
                </c:pt>
                <c:pt idx="278">
                  <c:v>105.4364172150313</c:v>
                </c:pt>
                <c:pt idx="279">
                  <c:v>105.59027807960763</c:v>
                </c:pt>
                <c:pt idx="280">
                  <c:v>105.0565460409077</c:v>
                </c:pt>
                <c:pt idx="281">
                  <c:v>105.80933422578416</c:v>
                </c:pt>
                <c:pt idx="282">
                  <c:v>105.48422708820472</c:v>
                </c:pt>
                <c:pt idx="283">
                  <c:v>106.17616634358767</c:v>
                </c:pt>
                <c:pt idx="284">
                  <c:v>105.62070254435436</c:v>
                </c:pt>
                <c:pt idx="285">
                  <c:v>105.71458374985858</c:v>
                </c:pt>
                <c:pt idx="286">
                  <c:v>104.50629786420241</c:v>
                </c:pt>
                <c:pt idx="287">
                  <c:v>104.50629786420241</c:v>
                </c:pt>
                <c:pt idx="288">
                  <c:v>105.18954441537201</c:v>
                </c:pt>
                <c:pt idx="289">
                  <c:v>105.34949017289775</c:v>
                </c:pt>
                <c:pt idx="290">
                  <c:v>105.40338493902055</c:v>
                </c:pt>
                <c:pt idx="291">
                  <c:v>105.60940202887704</c:v>
                </c:pt>
                <c:pt idx="292">
                  <c:v>105.44945627135131</c:v>
                </c:pt>
                <c:pt idx="293">
                  <c:v>106.85593581307192</c:v>
                </c:pt>
                <c:pt idx="294">
                  <c:v>107.87298220603429</c:v>
                </c:pt>
                <c:pt idx="295">
                  <c:v>108.25372265057916</c:v>
                </c:pt>
                <c:pt idx="296">
                  <c:v>108.5101574248731</c:v>
                </c:pt>
                <c:pt idx="297">
                  <c:v>109.52024965446481</c:v>
                </c:pt>
                <c:pt idx="298">
                  <c:v>107.34446578986238</c:v>
                </c:pt>
                <c:pt idx="299">
                  <c:v>105.79107954693607</c:v>
                </c:pt>
                <c:pt idx="300">
                  <c:v>103.04244647467364</c:v>
                </c:pt>
                <c:pt idx="301">
                  <c:v>103.52228374725075</c:v>
                </c:pt>
                <c:pt idx="302">
                  <c:v>102.36267700518935</c:v>
                </c:pt>
                <c:pt idx="303">
                  <c:v>103.56053164578952</c:v>
                </c:pt>
                <c:pt idx="304">
                  <c:v>102.07320995488472</c:v>
                </c:pt>
                <c:pt idx="305">
                  <c:v>102.07320995488472</c:v>
                </c:pt>
                <c:pt idx="306">
                  <c:v>103.95257260581175</c:v>
                </c:pt>
                <c:pt idx="307">
                  <c:v>103.51185250219471</c:v>
                </c:pt>
                <c:pt idx="308">
                  <c:v>103.38233120941575</c:v>
                </c:pt>
                <c:pt idx="309">
                  <c:v>103.68483731604046</c:v>
                </c:pt>
                <c:pt idx="310">
                  <c:v>104.03515329583861</c:v>
                </c:pt>
                <c:pt idx="311">
                  <c:v>105.44684846008725</c:v>
                </c:pt>
                <c:pt idx="312">
                  <c:v>104.8774763341126</c:v>
                </c:pt>
                <c:pt idx="313">
                  <c:v>106.0231747494326</c:v>
                </c:pt>
                <c:pt idx="314">
                  <c:v>106.72815306113559</c:v>
                </c:pt>
                <c:pt idx="315">
                  <c:v>107.04978311702966</c:v>
                </c:pt>
                <c:pt idx="316">
                  <c:v>105.04524552543032</c:v>
                </c:pt>
                <c:pt idx="317">
                  <c:v>103.85260650735817</c:v>
                </c:pt>
                <c:pt idx="318">
                  <c:v>104.6010483401279</c:v>
                </c:pt>
                <c:pt idx="319">
                  <c:v>105.4312015925032</c:v>
                </c:pt>
                <c:pt idx="320">
                  <c:v>106.22310694633974</c:v>
                </c:pt>
                <c:pt idx="321">
                  <c:v>106.26830900824915</c:v>
                </c:pt>
                <c:pt idx="322">
                  <c:v>106.90809203835198</c:v>
                </c:pt>
                <c:pt idx="323">
                  <c:v>107.40270690809182</c:v>
                </c:pt>
                <c:pt idx="324">
                  <c:v>108.13897895496288</c:v>
                </c:pt>
                <c:pt idx="325">
                  <c:v>108.15375655212559</c:v>
                </c:pt>
                <c:pt idx="326">
                  <c:v>108.05465972409333</c:v>
                </c:pt>
                <c:pt idx="327">
                  <c:v>107.72520623440724</c:v>
                </c:pt>
                <c:pt idx="328">
                  <c:v>107.77823173010869</c:v>
                </c:pt>
                <c:pt idx="329">
                  <c:v>108.0737836733627</c:v>
                </c:pt>
                <c:pt idx="330">
                  <c:v>107.14366432253385</c:v>
                </c:pt>
                <c:pt idx="331">
                  <c:v>107.63740992185238</c:v>
                </c:pt>
                <c:pt idx="332">
                  <c:v>108.86568902719929</c:v>
                </c:pt>
                <c:pt idx="333">
                  <c:v>109.99226349324994</c:v>
                </c:pt>
                <c:pt idx="334">
                  <c:v>109.91837550743644</c:v>
                </c:pt>
                <c:pt idx="335">
                  <c:v>109.91837550743644</c:v>
                </c:pt>
                <c:pt idx="336">
                  <c:v>109.91837550743644</c:v>
                </c:pt>
                <c:pt idx="337">
                  <c:v>109.91837550743644</c:v>
                </c:pt>
                <c:pt idx="338">
                  <c:v>109.52807308825686</c:v>
                </c:pt>
                <c:pt idx="339">
                  <c:v>110.96932344683091</c:v>
                </c:pt>
                <c:pt idx="340">
                  <c:v>110.3669190448455</c:v>
                </c:pt>
                <c:pt idx="341">
                  <c:v>110.26695294639191</c:v>
                </c:pt>
                <c:pt idx="342">
                  <c:v>111.02930310590304</c:v>
                </c:pt>
                <c:pt idx="343">
                  <c:v>112.00288597779863</c:v>
                </c:pt>
                <c:pt idx="344">
                  <c:v>112.66700857969882</c:v>
                </c:pt>
                <c:pt idx="345">
                  <c:v>113.13989168890527</c:v>
                </c:pt>
                <c:pt idx="346">
                  <c:v>114.66546127834887</c:v>
                </c:pt>
                <c:pt idx="347">
                  <c:v>114.97405227792291</c:v>
                </c:pt>
                <c:pt idx="348">
                  <c:v>115.76595763175943</c:v>
                </c:pt>
                <c:pt idx="349">
                  <c:v>115.03055485530972</c:v>
                </c:pt>
                <c:pt idx="350">
                  <c:v>114.57940350663665</c:v>
                </c:pt>
                <c:pt idx="351">
                  <c:v>114.20822503672643</c:v>
                </c:pt>
                <c:pt idx="352">
                  <c:v>114.32644581402806</c:v>
                </c:pt>
                <c:pt idx="353">
                  <c:v>115.25308808317152</c:v>
                </c:pt>
                <c:pt idx="354">
                  <c:v>113.7388190092053</c:v>
                </c:pt>
                <c:pt idx="355">
                  <c:v>114.81932214292519</c:v>
                </c:pt>
                <c:pt idx="356">
                  <c:v>116.60741139961209</c:v>
                </c:pt>
                <c:pt idx="357">
                  <c:v>118.72843122767038</c:v>
                </c:pt>
                <c:pt idx="358">
                  <c:v>119.75417032484616</c:v>
                </c:pt>
                <c:pt idx="359">
                  <c:v>117.89567016403112</c:v>
                </c:pt>
                <c:pt idx="360">
                  <c:v>117.11158824398659</c:v>
                </c:pt>
                <c:pt idx="361">
                  <c:v>118.98660454280699</c:v>
                </c:pt>
                <c:pt idx="362">
                  <c:v>119.69592920661665</c:v>
                </c:pt>
                <c:pt idx="363">
                  <c:v>121.23193004111626</c:v>
                </c:pt>
                <c:pt idx="364">
                  <c:v>122.980902128843</c:v>
                </c:pt>
                <c:pt idx="365">
                  <c:v>122.94178495988291</c:v>
                </c:pt>
                <c:pt idx="366">
                  <c:v>123.25646085240629</c:v>
                </c:pt>
                <c:pt idx="367">
                  <c:v>122.20029729048382</c:v>
                </c:pt>
                <c:pt idx="368">
                  <c:v>122.72012100244237</c:v>
                </c:pt>
                <c:pt idx="369">
                  <c:v>122.76271525308779</c:v>
                </c:pt>
                <c:pt idx="370">
                  <c:v>120.98940359356362</c:v>
                </c:pt>
                <c:pt idx="371">
                  <c:v>120.79903337129117</c:v>
                </c:pt>
                <c:pt idx="372">
                  <c:v>120.46784134076238</c:v>
                </c:pt>
                <c:pt idx="373">
                  <c:v>122.81574074878925</c:v>
                </c:pt>
                <c:pt idx="374">
                  <c:v>122.77836212067184</c:v>
                </c:pt>
                <c:pt idx="375">
                  <c:v>122.35763523674549</c:v>
                </c:pt>
                <c:pt idx="376">
                  <c:v>124.16745625396577</c:v>
                </c:pt>
                <c:pt idx="377">
                  <c:v>123.3355644607478</c:v>
                </c:pt>
                <c:pt idx="378">
                  <c:v>121.73262980380538</c:v>
                </c:pt>
                <c:pt idx="379">
                  <c:v>120.40177678874092</c:v>
                </c:pt>
                <c:pt idx="380">
                  <c:v>119.62551830248843</c:v>
                </c:pt>
                <c:pt idx="381">
                  <c:v>119.2934570015383</c:v>
                </c:pt>
                <c:pt idx="382">
                  <c:v>118.45808812663502</c:v>
                </c:pt>
                <c:pt idx="383">
                  <c:v>119.8037187388622</c:v>
                </c:pt>
                <c:pt idx="384">
                  <c:v>119.62551830248844</c:v>
                </c:pt>
                <c:pt idx="385">
                  <c:v>119.62551830248844</c:v>
                </c:pt>
                <c:pt idx="386">
                  <c:v>120.26790914385525</c:v>
                </c:pt>
                <c:pt idx="387">
                  <c:v>121.72219855874934</c:v>
                </c:pt>
                <c:pt idx="388">
                  <c:v>120.66777353766955</c:v>
                </c:pt>
                <c:pt idx="389">
                  <c:v>120.70775997705096</c:v>
                </c:pt>
                <c:pt idx="390">
                  <c:v>121.71785220664263</c:v>
                </c:pt>
                <c:pt idx="391">
                  <c:v>121.91691513312844</c:v>
                </c:pt>
                <c:pt idx="392">
                  <c:v>121.80738706004017</c:v>
                </c:pt>
                <c:pt idx="393">
                  <c:v>122.5036726675298</c:v>
                </c:pt>
                <c:pt idx="394">
                  <c:v>122.18986604542773</c:v>
                </c:pt>
                <c:pt idx="395">
                  <c:v>123.8997209641944</c:v>
                </c:pt>
                <c:pt idx="396">
                  <c:v>124.72900494614835</c:v>
                </c:pt>
                <c:pt idx="397">
                  <c:v>122.7340293291837</c:v>
                </c:pt>
                <c:pt idx="398">
                  <c:v>121.00418119072631</c:v>
                </c:pt>
                <c:pt idx="399">
                  <c:v>121.3362424916764</c:v>
                </c:pt>
                <c:pt idx="400">
                  <c:v>121.78739384034944</c:v>
                </c:pt>
                <c:pt idx="401">
                  <c:v>122.18291188205698</c:v>
                </c:pt>
                <c:pt idx="402">
                  <c:v>121.47445648866865</c:v>
                </c:pt>
                <c:pt idx="403">
                  <c:v>122.54452837733247</c:v>
                </c:pt>
                <c:pt idx="404">
                  <c:v>122.54452837733247</c:v>
                </c:pt>
                <c:pt idx="405">
                  <c:v>121.22410660732403</c:v>
                </c:pt>
                <c:pt idx="406">
                  <c:v>121.75262302349596</c:v>
                </c:pt>
                <c:pt idx="407">
                  <c:v>120.04798372725729</c:v>
                </c:pt>
                <c:pt idx="408">
                  <c:v>119.67593598692575</c:v>
                </c:pt>
                <c:pt idx="409">
                  <c:v>118.92836342457734</c:v>
                </c:pt>
                <c:pt idx="410">
                  <c:v>119.05875398777766</c:v>
                </c:pt>
                <c:pt idx="411">
                  <c:v>120.42263927885286</c:v>
                </c:pt>
                <c:pt idx="412">
                  <c:v>120.9711489147155</c:v>
                </c:pt>
                <c:pt idx="413">
                  <c:v>121.53443614774076</c:v>
                </c:pt>
                <c:pt idx="414">
                  <c:v>120.26530133259114</c:v>
                </c:pt>
                <c:pt idx="415">
                  <c:v>122.15074887646756</c:v>
                </c:pt>
                <c:pt idx="416">
                  <c:v>122.24463008197175</c:v>
                </c:pt>
                <c:pt idx="417">
                  <c:v>122.80444023331172</c:v>
                </c:pt>
                <c:pt idx="418">
                  <c:v>123.84669546849287</c:v>
                </c:pt>
                <c:pt idx="419">
                  <c:v>124.72639713488425</c:v>
                </c:pt>
                <c:pt idx="420">
                  <c:v>126.25979015811986</c:v>
                </c:pt>
                <c:pt idx="421">
                  <c:v>127.1534001512526</c:v>
                </c:pt>
                <c:pt idx="422">
                  <c:v>126.5857665661206</c:v>
                </c:pt>
                <c:pt idx="423">
                  <c:v>125.2566520918988</c:v>
                </c:pt>
                <c:pt idx="424">
                  <c:v>125.29663853128019</c:v>
                </c:pt>
                <c:pt idx="425">
                  <c:v>126.36236406783735</c:v>
                </c:pt>
                <c:pt idx="426">
                  <c:v>126.3345474143546</c:v>
                </c:pt>
                <c:pt idx="427">
                  <c:v>127.90966541781431</c:v>
                </c:pt>
                <c:pt idx="428">
                  <c:v>129.23443353992943</c:v>
                </c:pt>
                <c:pt idx="429">
                  <c:v>129.23443353992943</c:v>
                </c:pt>
                <c:pt idx="430">
                  <c:v>129.23008718782276</c:v>
                </c:pt>
                <c:pt idx="431">
                  <c:v>128.06178774154802</c:v>
                </c:pt>
                <c:pt idx="432">
                  <c:v>126.73093472648358</c:v>
                </c:pt>
                <c:pt idx="433">
                  <c:v>126.26848286233314</c:v>
                </c:pt>
                <c:pt idx="434">
                  <c:v>126.67530141951812</c:v>
                </c:pt>
                <c:pt idx="435">
                  <c:v>125.86774919809758</c:v>
                </c:pt>
                <c:pt idx="436">
                  <c:v>126.26326723980522</c:v>
                </c:pt>
                <c:pt idx="437">
                  <c:v>124.45083841132097</c:v>
                </c:pt>
                <c:pt idx="438">
                  <c:v>123.35208059875306</c:v>
                </c:pt>
                <c:pt idx="439">
                  <c:v>122.96003963873081</c:v>
                </c:pt>
                <c:pt idx="440">
                  <c:v>120.95376350628878</c:v>
                </c:pt>
                <c:pt idx="441">
                  <c:v>117.94782638931105</c:v>
                </c:pt>
                <c:pt idx="442">
                  <c:v>120.34179712966871</c:v>
                </c:pt>
                <c:pt idx="443">
                  <c:v>120.19575969888436</c:v>
                </c:pt>
                <c:pt idx="444">
                  <c:v>120.19575969888436</c:v>
                </c:pt>
                <c:pt idx="445">
                  <c:v>122.84964229522127</c:v>
                </c:pt>
                <c:pt idx="446">
                  <c:v>122.7844470136211</c:v>
                </c:pt>
                <c:pt idx="447">
                  <c:v>124.79072314606312</c:v>
                </c:pt>
                <c:pt idx="448">
                  <c:v>123.10173071740851</c:v>
                </c:pt>
                <c:pt idx="449">
                  <c:v>121.20411338763337</c:v>
                </c:pt>
                <c:pt idx="450">
                  <c:v>122.28722433261724</c:v>
                </c:pt>
                <c:pt idx="451">
                  <c:v>122.36632794095875</c:v>
                </c:pt>
                <c:pt idx="452">
                  <c:v>120.5443371378398</c:v>
                </c:pt>
                <c:pt idx="453">
                  <c:v>120.052330079364</c:v>
                </c:pt>
                <c:pt idx="454">
                  <c:v>119.17871330592196</c:v>
                </c:pt>
                <c:pt idx="455">
                  <c:v>119.14568102991123</c:v>
                </c:pt>
                <c:pt idx="456">
                  <c:v>119.97409574144385</c:v>
                </c:pt>
                <c:pt idx="457">
                  <c:v>118.20078408191968</c:v>
                </c:pt>
                <c:pt idx="458">
                  <c:v>119.71679169672856</c:v>
                </c:pt>
                <c:pt idx="459">
                  <c:v>118.57457036309388</c:v>
                </c:pt>
                <c:pt idx="460">
                  <c:v>119.54032980119746</c:v>
                </c:pt>
                <c:pt idx="461">
                  <c:v>122.84529594311451</c:v>
                </c:pt>
                <c:pt idx="462">
                  <c:v>123.55288206608149</c:v>
                </c:pt>
                <c:pt idx="463">
                  <c:v>123.55288206608149</c:v>
                </c:pt>
                <c:pt idx="464">
                  <c:v>125.74257425742532</c:v>
                </c:pt>
                <c:pt idx="465">
                  <c:v>124.22135102008843</c:v>
                </c:pt>
                <c:pt idx="466">
                  <c:v>122.92526882187738</c:v>
                </c:pt>
                <c:pt idx="467">
                  <c:v>124.54993523935319</c:v>
                </c:pt>
                <c:pt idx="468">
                  <c:v>124.47691652396102</c:v>
                </c:pt>
                <c:pt idx="469">
                  <c:v>124.52733420839846</c:v>
                </c:pt>
                <c:pt idx="470">
                  <c:v>125.09235998226646</c:v>
                </c:pt>
                <c:pt idx="471">
                  <c:v>126.78048314049975</c:v>
                </c:pt>
                <c:pt idx="472">
                  <c:v>126.72658837437693</c:v>
                </c:pt>
                <c:pt idx="473">
                  <c:v>127.7870982884061</c:v>
                </c:pt>
                <c:pt idx="474">
                  <c:v>126.78396022218509</c:v>
                </c:pt>
                <c:pt idx="475">
                  <c:v>126.41365102269624</c:v>
                </c:pt>
                <c:pt idx="476">
                  <c:v>126.93782108676147</c:v>
                </c:pt>
                <c:pt idx="477">
                  <c:v>127.65323064352047</c:v>
                </c:pt>
                <c:pt idx="478">
                  <c:v>127.07603508375379</c:v>
                </c:pt>
                <c:pt idx="479">
                  <c:v>126.64835403645682</c:v>
                </c:pt>
                <c:pt idx="480">
                  <c:v>126.01030954719667</c:v>
                </c:pt>
                <c:pt idx="481">
                  <c:v>126.63009935760883</c:v>
                </c:pt>
                <c:pt idx="482">
                  <c:v>127.01344761341774</c:v>
                </c:pt>
                <c:pt idx="483">
                  <c:v>125.8182007840816</c:v>
                </c:pt>
                <c:pt idx="484">
                  <c:v>124.77768408974316</c:v>
                </c:pt>
                <c:pt idx="485">
                  <c:v>127.20903345821819</c:v>
                </c:pt>
                <c:pt idx="486">
                  <c:v>125.67303262371858</c:v>
                </c:pt>
                <c:pt idx="487">
                  <c:v>123.72325906866332</c:v>
                </c:pt>
                <c:pt idx="488">
                  <c:v>125.54524987178227</c:v>
                </c:pt>
                <c:pt idx="489">
                  <c:v>125.28794582706701</c:v>
                </c:pt>
                <c:pt idx="490">
                  <c:v>125.42094420153136</c:v>
                </c:pt>
                <c:pt idx="491">
                  <c:v>123.59373777588442</c:v>
                </c:pt>
                <c:pt idx="492">
                  <c:v>124.28741557211008</c:v>
                </c:pt>
                <c:pt idx="493">
                  <c:v>123.43726910004409</c:v>
                </c:pt>
                <c:pt idx="494">
                  <c:v>124.38303531845695</c:v>
                </c:pt>
                <c:pt idx="495">
                  <c:v>125.37226505793659</c:v>
                </c:pt>
                <c:pt idx="496">
                  <c:v>123.98751727674933</c:v>
                </c:pt>
                <c:pt idx="497">
                  <c:v>124.41259051278232</c:v>
                </c:pt>
                <c:pt idx="498">
                  <c:v>124.58122897452134</c:v>
                </c:pt>
                <c:pt idx="499">
                  <c:v>125.97380018950062</c:v>
                </c:pt>
                <c:pt idx="500">
                  <c:v>125.70258781804398</c:v>
                </c:pt>
                <c:pt idx="501">
                  <c:v>100</c:v>
                </c:pt>
                <c:pt idx="502">
                  <c:v>100</c:v>
                </c:pt>
                <c:pt idx="503">
                  <c:v>100</c:v>
                </c:pt>
                <c:pt idx="504">
                  <c:v>100.39426077830251</c:v>
                </c:pt>
                <c:pt idx="505">
                  <c:v>101.14066340762831</c:v>
                </c:pt>
                <c:pt idx="506">
                  <c:v>101.14066340762831</c:v>
                </c:pt>
                <c:pt idx="507">
                  <c:v>101.88292319164796</c:v>
                </c:pt>
                <c:pt idx="508">
                  <c:v>103.404037893225</c:v>
                </c:pt>
                <c:pt idx="509">
                  <c:v>105.27522302317226</c:v>
                </c:pt>
                <c:pt idx="510">
                  <c:v>105.98572099317805</c:v>
                </c:pt>
                <c:pt idx="511">
                  <c:v>106.45248156433833</c:v>
                </c:pt>
                <c:pt idx="512">
                  <c:v>106.12588725936968</c:v>
                </c:pt>
                <c:pt idx="513">
                  <c:v>105.91460214875571</c:v>
                </c:pt>
                <c:pt idx="514">
                  <c:v>106.81221863175622</c:v>
                </c:pt>
                <c:pt idx="515">
                  <c:v>108.309166735714</c:v>
                </c:pt>
                <c:pt idx="516">
                  <c:v>108.21802413897858</c:v>
                </c:pt>
                <c:pt idx="517">
                  <c:v>107.66219239373594</c:v>
                </c:pt>
                <c:pt idx="518">
                  <c:v>107.61040682740898</c:v>
                </c:pt>
                <c:pt idx="519">
                  <c:v>106.07203027038962</c:v>
                </c:pt>
                <c:pt idx="520">
                  <c:v>107.44607396359811</c:v>
                </c:pt>
                <c:pt idx="521">
                  <c:v>107.39981219101271</c:v>
                </c:pt>
                <c:pt idx="522">
                  <c:v>108.46728533156562</c:v>
                </c:pt>
                <c:pt idx="523">
                  <c:v>107.64078769298744</c:v>
                </c:pt>
                <c:pt idx="524">
                  <c:v>107.83412047394141</c:v>
                </c:pt>
                <c:pt idx="525">
                  <c:v>108.59847543292723</c:v>
                </c:pt>
                <c:pt idx="526">
                  <c:v>107.85897754577833</c:v>
                </c:pt>
                <c:pt idx="527">
                  <c:v>108.30088104510168</c:v>
                </c:pt>
                <c:pt idx="528">
                  <c:v>109.19366420857835</c:v>
                </c:pt>
                <c:pt idx="529">
                  <c:v>109.0465932002098</c:v>
                </c:pt>
                <c:pt idx="530">
                  <c:v>109.0465932002098</c:v>
                </c:pt>
                <c:pt idx="531">
                  <c:v>111.59513353771358</c:v>
                </c:pt>
                <c:pt idx="532">
                  <c:v>110.41097025437057</c:v>
                </c:pt>
                <c:pt idx="533">
                  <c:v>110.85563565056469</c:v>
                </c:pt>
                <c:pt idx="534">
                  <c:v>112.19791752975932</c:v>
                </c:pt>
                <c:pt idx="535">
                  <c:v>112.37675035214176</c:v>
                </c:pt>
                <c:pt idx="536">
                  <c:v>112.13301295329623</c:v>
                </c:pt>
                <c:pt idx="537">
                  <c:v>113.72524649929559</c:v>
                </c:pt>
                <c:pt idx="538">
                  <c:v>113.72524649929559</c:v>
                </c:pt>
                <c:pt idx="539">
                  <c:v>114.36255420222594</c:v>
                </c:pt>
                <c:pt idx="540">
                  <c:v>114.54276797304377</c:v>
                </c:pt>
                <c:pt idx="541">
                  <c:v>114.29488772889206</c:v>
                </c:pt>
                <c:pt idx="542">
                  <c:v>114.3584113569198</c:v>
                </c:pt>
                <c:pt idx="543">
                  <c:v>116.03143038638927</c:v>
                </c:pt>
                <c:pt idx="544">
                  <c:v>116.085977849587</c:v>
                </c:pt>
                <c:pt idx="545">
                  <c:v>116.71776175877585</c:v>
                </c:pt>
                <c:pt idx="546">
                  <c:v>116.97047532245136</c:v>
                </c:pt>
                <c:pt idx="547">
                  <c:v>116.24064407435017</c:v>
                </c:pt>
                <c:pt idx="548">
                  <c:v>116.56240505979498</c:v>
                </c:pt>
                <c:pt idx="549">
                  <c:v>113.88198414671187</c:v>
                </c:pt>
                <c:pt idx="550">
                  <c:v>113.30198580385002</c:v>
                </c:pt>
                <c:pt idx="551">
                  <c:v>112.96848675670442</c:v>
                </c:pt>
                <c:pt idx="552">
                  <c:v>113.41177120446318</c:v>
                </c:pt>
                <c:pt idx="553">
                  <c:v>113.81224625072495</c:v>
                </c:pt>
                <c:pt idx="554">
                  <c:v>116.19990609550638</c:v>
                </c:pt>
                <c:pt idx="555">
                  <c:v>117.51111663490482</c:v>
                </c:pt>
                <c:pt idx="556">
                  <c:v>117.51111663490482</c:v>
                </c:pt>
                <c:pt idx="557">
                  <c:v>119.64053912226913</c:v>
                </c:pt>
                <c:pt idx="558">
                  <c:v>120.33791808213878</c:v>
                </c:pt>
                <c:pt idx="559">
                  <c:v>118.71737509321399</c:v>
                </c:pt>
                <c:pt idx="560">
                  <c:v>118.83544618443945</c:v>
                </c:pt>
                <c:pt idx="561">
                  <c:v>119.6660866683238</c:v>
                </c:pt>
                <c:pt idx="562">
                  <c:v>117.70306846742344</c:v>
                </c:pt>
                <c:pt idx="563">
                  <c:v>116.21578700251335</c:v>
                </c:pt>
                <c:pt idx="564">
                  <c:v>116.14397768387332</c:v>
                </c:pt>
                <c:pt idx="565">
                  <c:v>115.65926478305303</c:v>
                </c:pt>
                <c:pt idx="566">
                  <c:v>116.78473775789213</c:v>
                </c:pt>
                <c:pt idx="567">
                  <c:v>115.30781340624743</c:v>
                </c:pt>
                <c:pt idx="568">
                  <c:v>116.46781009197115</c:v>
                </c:pt>
                <c:pt idx="569">
                  <c:v>117.65197337531414</c:v>
                </c:pt>
                <c:pt idx="570">
                  <c:v>116.993951445853</c:v>
                </c:pt>
                <c:pt idx="571">
                  <c:v>117.13826055735073</c:v>
                </c:pt>
                <c:pt idx="572">
                  <c:v>117.62366393238872</c:v>
                </c:pt>
                <c:pt idx="573">
                  <c:v>117.27290302980082</c:v>
                </c:pt>
                <c:pt idx="574">
                  <c:v>114.97086198801331</c:v>
                </c:pt>
                <c:pt idx="575">
                  <c:v>113.50981854337556</c:v>
                </c:pt>
                <c:pt idx="576">
                  <c:v>113.95448393956964</c:v>
                </c:pt>
                <c:pt idx="577">
                  <c:v>111.72563316485754</c:v>
                </c:pt>
                <c:pt idx="578">
                  <c:v>113.18598613527762</c:v>
                </c:pt>
                <c:pt idx="579">
                  <c:v>113.39519982323853</c:v>
                </c:pt>
                <c:pt idx="580">
                  <c:v>115.56259839257599</c:v>
                </c:pt>
                <c:pt idx="581">
                  <c:v>113.42696163725243</c:v>
                </c:pt>
                <c:pt idx="582">
                  <c:v>114.35910183113758</c:v>
                </c:pt>
                <c:pt idx="583">
                  <c:v>114.35910183113758</c:v>
                </c:pt>
                <c:pt idx="584">
                  <c:v>116.96702295136292</c:v>
                </c:pt>
                <c:pt idx="585">
                  <c:v>116.38150081475952</c:v>
                </c:pt>
                <c:pt idx="586">
                  <c:v>116.33523904217411</c:v>
                </c:pt>
                <c:pt idx="587">
                  <c:v>116.33523904217411</c:v>
                </c:pt>
                <c:pt idx="588">
                  <c:v>116.33523904217411</c:v>
                </c:pt>
                <c:pt idx="589">
                  <c:v>117.11409395973151</c:v>
                </c:pt>
                <c:pt idx="590">
                  <c:v>115.16350429474961</c:v>
                </c:pt>
                <c:pt idx="591">
                  <c:v>115.32162289060122</c:v>
                </c:pt>
                <c:pt idx="592">
                  <c:v>115.93338304747695</c:v>
                </c:pt>
                <c:pt idx="593">
                  <c:v>115.69171707128451</c:v>
                </c:pt>
                <c:pt idx="594">
                  <c:v>116.15847764244478</c:v>
                </c:pt>
                <c:pt idx="595">
                  <c:v>116.41119120612029</c:v>
                </c:pt>
                <c:pt idx="596">
                  <c:v>116.90902311707674</c:v>
                </c:pt>
                <c:pt idx="597">
                  <c:v>117.22595078299766</c:v>
                </c:pt>
                <c:pt idx="598">
                  <c:v>118.17397188388972</c:v>
                </c:pt>
                <c:pt idx="599">
                  <c:v>117.81078244538335</c:v>
                </c:pt>
                <c:pt idx="600">
                  <c:v>116.87933272571587</c:v>
                </c:pt>
                <c:pt idx="601">
                  <c:v>117.7969729610295</c:v>
                </c:pt>
                <c:pt idx="602">
                  <c:v>117.21421272129686</c:v>
                </c:pt>
                <c:pt idx="603">
                  <c:v>118.37351893280292</c:v>
                </c:pt>
                <c:pt idx="604">
                  <c:v>117.27221255558305</c:v>
                </c:pt>
                <c:pt idx="605">
                  <c:v>116.36631038197022</c:v>
                </c:pt>
                <c:pt idx="606">
                  <c:v>118.29687629463903</c:v>
                </c:pt>
                <c:pt idx="607">
                  <c:v>119.54249178335667</c:v>
                </c:pt>
                <c:pt idx="608">
                  <c:v>119.08885022233257</c:v>
                </c:pt>
                <c:pt idx="609">
                  <c:v>117.38545032728464</c:v>
                </c:pt>
                <c:pt idx="610">
                  <c:v>117.98478194824195</c:v>
                </c:pt>
                <c:pt idx="611">
                  <c:v>117.79628248681185</c:v>
                </c:pt>
                <c:pt idx="612">
                  <c:v>118.94661253348794</c:v>
                </c:pt>
                <c:pt idx="613">
                  <c:v>118.72704173226164</c:v>
                </c:pt>
                <c:pt idx="614">
                  <c:v>117.75278261109725</c:v>
                </c:pt>
                <c:pt idx="615">
                  <c:v>116.80130913911668</c:v>
                </c:pt>
                <c:pt idx="616">
                  <c:v>117.13411771204454</c:v>
                </c:pt>
                <c:pt idx="617">
                  <c:v>115.03162371917026</c:v>
                </c:pt>
                <c:pt idx="618">
                  <c:v>115.75385975087686</c:v>
                </c:pt>
                <c:pt idx="619">
                  <c:v>116.28069157897642</c:v>
                </c:pt>
                <c:pt idx="620">
                  <c:v>116.24754881652716</c:v>
                </c:pt>
                <c:pt idx="621">
                  <c:v>116.8848565194575</c:v>
                </c:pt>
                <c:pt idx="622">
                  <c:v>119.02187422321644</c:v>
                </c:pt>
                <c:pt idx="623">
                  <c:v>119.81108625403921</c:v>
                </c:pt>
                <c:pt idx="624">
                  <c:v>119.26423067362659</c:v>
                </c:pt>
                <c:pt idx="625">
                  <c:v>120.11765680669482</c:v>
                </c:pt>
                <c:pt idx="626">
                  <c:v>120.76739304554366</c:v>
                </c:pt>
                <c:pt idx="627">
                  <c:v>122.40519788991075</c:v>
                </c:pt>
                <c:pt idx="628">
                  <c:v>123.14193388018887</c:v>
                </c:pt>
                <c:pt idx="629">
                  <c:v>123.94771729223626</c:v>
                </c:pt>
                <c:pt idx="630">
                  <c:v>123.20200513712815</c:v>
                </c:pt>
                <c:pt idx="631">
                  <c:v>124.52564421244509</c:v>
                </c:pt>
                <c:pt idx="632">
                  <c:v>125.25754688319935</c:v>
                </c:pt>
                <c:pt idx="633">
                  <c:v>126.09163973817218</c:v>
                </c:pt>
                <c:pt idx="634">
                  <c:v>124.06095506393791</c:v>
                </c:pt>
                <c:pt idx="635">
                  <c:v>124.06095506393791</c:v>
                </c:pt>
                <c:pt idx="636">
                  <c:v>124.56776313972436</c:v>
                </c:pt>
                <c:pt idx="637">
                  <c:v>124.87433369237993</c:v>
                </c:pt>
                <c:pt idx="638">
                  <c:v>122.59093545447013</c:v>
                </c:pt>
                <c:pt idx="639">
                  <c:v>122.28850774712073</c:v>
                </c:pt>
                <c:pt idx="640">
                  <c:v>120.81848813765295</c:v>
                </c:pt>
                <c:pt idx="641">
                  <c:v>120.94622586792607</c:v>
                </c:pt>
                <c:pt idx="642">
                  <c:v>119.30151628138204</c:v>
                </c:pt>
                <c:pt idx="643">
                  <c:v>115.36926561162204</c:v>
                </c:pt>
                <c:pt idx="644">
                  <c:v>114.82862429916864</c:v>
                </c:pt>
                <c:pt idx="645">
                  <c:v>117.37785511089012</c:v>
                </c:pt>
                <c:pt idx="646">
                  <c:v>117.26806936503989</c:v>
                </c:pt>
                <c:pt idx="647">
                  <c:v>118.85961582014527</c:v>
                </c:pt>
                <c:pt idx="648">
                  <c:v>115.04198083243573</c:v>
                </c:pt>
                <c:pt idx="649">
                  <c:v>107.87762034965615</c:v>
                </c:pt>
                <c:pt idx="650">
                  <c:v>94.418896898389846</c:v>
                </c:pt>
                <c:pt idx="651">
                  <c:v>103.50415665479056</c:v>
                </c:pt>
                <c:pt idx="652">
                  <c:v>105.95741155025277</c:v>
                </c:pt>
                <c:pt idx="653">
                  <c:v>104.63032010384738</c:v>
                </c:pt>
                <c:pt idx="654">
                  <c:v>105.49893666970479</c:v>
                </c:pt>
                <c:pt idx="655">
                  <c:v>105.49893666970479</c:v>
                </c:pt>
                <c:pt idx="656">
                  <c:v>108.7945701107521</c:v>
                </c:pt>
                <c:pt idx="657">
                  <c:v>109.99944762062587</c:v>
                </c:pt>
                <c:pt idx="658">
                  <c:v>110.7644930538294</c:v>
                </c:pt>
                <c:pt idx="659">
                  <c:v>114.29695915154529</c:v>
                </c:pt>
                <c:pt idx="660">
                  <c:v>112.59424973071509</c:v>
                </c:pt>
                <c:pt idx="661">
                  <c:v>113.7397464578673</c:v>
                </c:pt>
                <c:pt idx="662">
                  <c:v>113.58300881045106</c:v>
                </c:pt>
                <c:pt idx="663">
                  <c:v>113.82605573507888</c:v>
                </c:pt>
                <c:pt idx="664">
                  <c:v>114.41295882011768</c:v>
                </c:pt>
                <c:pt idx="665">
                  <c:v>113.23639075316929</c:v>
                </c:pt>
                <c:pt idx="666">
                  <c:v>113.97726958875356</c:v>
                </c:pt>
                <c:pt idx="667">
                  <c:v>114.64136769133042</c:v>
                </c:pt>
                <c:pt idx="668">
                  <c:v>114.71897699339905</c:v>
                </c:pt>
                <c:pt idx="669">
                  <c:v>115.58358880879386</c:v>
                </c:pt>
                <c:pt idx="670">
                  <c:v>116.40173170933799</c:v>
                </c:pt>
                <c:pt idx="671">
                  <c:v>111.80517579473583</c:v>
                </c:pt>
                <c:pt idx="672">
                  <c:v>111.05918744994065</c:v>
                </c:pt>
                <c:pt idx="673">
                  <c:v>109.92356450410144</c:v>
                </c:pt>
                <c:pt idx="674">
                  <c:v>109.11805728174112</c:v>
                </c:pt>
                <c:pt idx="675">
                  <c:v>108.79753914988815</c:v>
                </c:pt>
                <c:pt idx="676">
                  <c:v>106.96073963598199</c:v>
                </c:pt>
                <c:pt idx="677">
                  <c:v>109.77607921120226</c:v>
                </c:pt>
                <c:pt idx="678">
                  <c:v>108.8390366503715</c:v>
                </c:pt>
                <c:pt idx="679">
                  <c:v>108.83905991935266</c:v>
                </c:pt>
                <c:pt idx="680">
                  <c:v>107.90406454552992</c:v>
                </c:pt>
                <c:pt idx="681">
                  <c:v>108.30006932361147</c:v>
                </c:pt>
                <c:pt idx="682">
                  <c:v>110.73475992211452</c:v>
                </c:pt>
                <c:pt idx="683">
                  <c:v>111.97589409506446</c:v>
                </c:pt>
                <c:pt idx="684">
                  <c:v>111.97589409506446</c:v>
                </c:pt>
                <c:pt idx="685">
                  <c:v>112.63713197724194</c:v>
                </c:pt>
                <c:pt idx="686">
                  <c:v>112.31546033916089</c:v>
                </c:pt>
                <c:pt idx="687">
                  <c:v>115.35721462700576</c:v>
                </c:pt>
                <c:pt idx="688">
                  <c:v>116.50896615295379</c:v>
                </c:pt>
                <c:pt idx="689">
                  <c:v>112.02477476731012</c:v>
                </c:pt>
                <c:pt idx="690">
                  <c:v>114.1006326815256</c:v>
                </c:pt>
                <c:pt idx="691">
                  <c:v>112.33765459717728</c:v>
                </c:pt>
                <c:pt idx="692">
                  <c:v>113.834939928743</c:v>
                </c:pt>
                <c:pt idx="693">
                  <c:v>114.18901994089535</c:v>
                </c:pt>
                <c:pt idx="694">
                  <c:v>116.28135346756144</c:v>
                </c:pt>
                <c:pt idx="695">
                  <c:v>114.5325417736901</c:v>
                </c:pt>
                <c:pt idx="696">
                  <c:v>114.93539419173082</c:v>
                </c:pt>
                <c:pt idx="697">
                  <c:v>115.2845913083105</c:v>
                </c:pt>
                <c:pt idx="698">
                  <c:v>115.08916832380473</c:v>
                </c:pt>
                <c:pt idx="699">
                  <c:v>115.08916832380473</c:v>
                </c:pt>
                <c:pt idx="700">
                  <c:v>115.75092047117957</c:v>
                </c:pt>
                <c:pt idx="701">
                  <c:v>114.23550004142842</c:v>
                </c:pt>
                <c:pt idx="702">
                  <c:v>114.11529296821053</c:v>
                </c:pt>
                <c:pt idx="703">
                  <c:v>114.20373995360009</c:v>
                </c:pt>
                <c:pt idx="704">
                  <c:v>113.85661198110857</c:v>
                </c:pt>
                <c:pt idx="705">
                  <c:v>112.68739732648378</c:v>
                </c:pt>
                <c:pt idx="706">
                  <c:v>112.12177230922192</c:v>
                </c:pt>
                <c:pt idx="707">
                  <c:v>112.1100886568895</c:v>
                </c:pt>
                <c:pt idx="708">
                  <c:v>111.41498363576099</c:v>
                </c:pt>
                <c:pt idx="709">
                  <c:v>113.20136513657573</c:v>
                </c:pt>
                <c:pt idx="710">
                  <c:v>114.26087738558833</c:v>
                </c:pt>
                <c:pt idx="711">
                  <c:v>115.27340714502711</c:v>
                </c:pt>
                <c:pt idx="712">
                  <c:v>114.64669324992396</c:v>
                </c:pt>
                <c:pt idx="713">
                  <c:v>112.37360710636057</c:v>
                </c:pt>
                <c:pt idx="714">
                  <c:v>112.37360710636057</c:v>
                </c:pt>
                <c:pt idx="715">
                  <c:v>113.32946398486476</c:v>
                </c:pt>
                <c:pt idx="716">
                  <c:v>115.75792512497581</c:v>
                </c:pt>
                <c:pt idx="717">
                  <c:v>116.72158208357493</c:v>
                </c:pt>
                <c:pt idx="718">
                  <c:v>116.74814207197497</c:v>
                </c:pt>
                <c:pt idx="719">
                  <c:v>116.61297304388648</c:v>
                </c:pt>
                <c:pt idx="720">
                  <c:v>116.646999060955</c:v>
                </c:pt>
                <c:pt idx="721">
                  <c:v>115.0116295191537</c:v>
                </c:pt>
                <c:pt idx="722">
                  <c:v>114.8435234208854</c:v>
                </c:pt>
                <c:pt idx="723">
                  <c:v>115.38037444416821</c:v>
                </c:pt>
                <c:pt idx="724">
                  <c:v>114.39551246996432</c:v>
                </c:pt>
                <c:pt idx="725">
                  <c:v>115.17235244565961</c:v>
                </c:pt>
                <c:pt idx="726">
                  <c:v>114.60153257657353</c:v>
                </c:pt>
                <c:pt idx="727">
                  <c:v>113.83042395116964</c:v>
                </c:pt>
                <c:pt idx="728">
                  <c:v>114.36028212776529</c:v>
                </c:pt>
                <c:pt idx="729">
                  <c:v>115.441355193747</c:v>
                </c:pt>
                <c:pt idx="730">
                  <c:v>114.14223969121986</c:v>
                </c:pt>
                <c:pt idx="731">
                  <c:v>113.16062066727423</c:v>
                </c:pt>
                <c:pt idx="732">
                  <c:v>113.741047587483</c:v>
                </c:pt>
                <c:pt idx="733">
                  <c:v>115.32066264810668</c:v>
                </c:pt>
                <c:pt idx="734">
                  <c:v>117.06505882840332</c:v>
                </c:pt>
                <c:pt idx="735">
                  <c:v>116.61716077001681</c:v>
                </c:pt>
                <c:pt idx="736">
                  <c:v>116.68742984781942</c:v>
                </c:pt>
                <c:pt idx="737">
                  <c:v>115.95047863672764</c:v>
                </c:pt>
                <c:pt idx="738">
                  <c:v>116.21534489187165</c:v>
                </c:pt>
                <c:pt idx="739">
                  <c:v>116.5899924047835</c:v>
                </c:pt>
                <c:pt idx="740">
                  <c:v>116.91323079791191</c:v>
                </c:pt>
                <c:pt idx="741">
                  <c:v>118.03615405860735</c:v>
                </c:pt>
                <c:pt idx="742">
                  <c:v>116.76451459662486</c:v>
                </c:pt>
                <c:pt idx="743">
                  <c:v>116.4325361808489</c:v>
                </c:pt>
                <c:pt idx="744">
                  <c:v>115.98386520562312</c:v>
                </c:pt>
                <c:pt idx="745">
                  <c:v>115.56447889910781</c:v>
                </c:pt>
                <c:pt idx="746">
                  <c:v>115.22378179633763</c:v>
                </c:pt>
                <c:pt idx="747">
                  <c:v>114.69508727594103</c:v>
                </c:pt>
                <c:pt idx="748">
                  <c:v>115.82547608197302</c:v>
                </c:pt>
                <c:pt idx="749">
                  <c:v>115.86157939072545</c:v>
                </c:pt>
                <c:pt idx="750">
                  <c:v>117.75240050266514</c:v>
                </c:pt>
                <c:pt idx="751">
                  <c:v>119.33102618278224</c:v>
                </c:pt>
                <c:pt idx="752">
                  <c:v>100</c:v>
                </c:pt>
                <c:pt idx="753">
                  <c:v>100</c:v>
                </c:pt>
                <c:pt idx="754">
                  <c:v>100</c:v>
                </c:pt>
                <c:pt idx="755">
                  <c:v>100</c:v>
                </c:pt>
                <c:pt idx="756">
                  <c:v>98.955820792920065</c:v>
                </c:pt>
                <c:pt idx="757">
                  <c:v>100.28845276683776</c:v>
                </c:pt>
                <c:pt idx="758">
                  <c:v>99.685405045385394</c:v>
                </c:pt>
                <c:pt idx="759">
                  <c:v>97.482905359232248</c:v>
                </c:pt>
                <c:pt idx="760">
                  <c:v>97.482905359232248</c:v>
                </c:pt>
                <c:pt idx="761">
                  <c:v>96.307494089692113</c:v>
                </c:pt>
                <c:pt idx="762">
                  <c:v>96.634379006412487</c:v>
                </c:pt>
                <c:pt idx="763">
                  <c:v>96.534056104248094</c:v>
                </c:pt>
                <c:pt idx="764">
                  <c:v>96.135422441432013</c:v>
                </c:pt>
                <c:pt idx="765">
                  <c:v>97.420691257434498</c:v>
                </c:pt>
                <c:pt idx="766">
                  <c:v>98.389180805142729</c:v>
                </c:pt>
                <c:pt idx="767">
                  <c:v>99.036112282888112</c:v>
                </c:pt>
                <c:pt idx="768">
                  <c:v>98.948641955836706</c:v>
                </c:pt>
                <c:pt idx="769">
                  <c:v>99.050537610467757</c:v>
                </c:pt>
                <c:pt idx="770">
                  <c:v>98.856809119951862</c:v>
                </c:pt>
                <c:pt idx="771">
                  <c:v>99.621695575903345</c:v>
                </c:pt>
                <c:pt idx="772">
                  <c:v>99.735068011437008</c:v>
                </c:pt>
                <c:pt idx="773">
                  <c:v>100.06592315208513</c:v>
                </c:pt>
                <c:pt idx="774">
                  <c:v>97.489465525958565</c:v>
                </c:pt>
                <c:pt idx="775">
                  <c:v>98.23066477973596</c:v>
                </c:pt>
                <c:pt idx="776">
                  <c:v>98.548364740470845</c:v>
                </c:pt>
                <c:pt idx="777">
                  <c:v>98.707888457926799</c:v>
                </c:pt>
                <c:pt idx="778">
                  <c:v>98.110396882266997</c:v>
                </c:pt>
                <c:pt idx="779">
                  <c:v>97.874139335322667</c:v>
                </c:pt>
                <c:pt idx="780">
                  <c:v>97.874139335322667</c:v>
                </c:pt>
                <c:pt idx="781">
                  <c:v>97.888145922656832</c:v>
                </c:pt>
                <c:pt idx="782">
                  <c:v>99.154513447298029</c:v>
                </c:pt>
                <c:pt idx="783">
                  <c:v>98.970807684616986</c:v>
                </c:pt>
                <c:pt idx="784">
                  <c:v>99.678405218883043</c:v>
                </c:pt>
                <c:pt idx="785">
                  <c:v>99.357533589233526</c:v>
                </c:pt>
                <c:pt idx="786">
                  <c:v>98.177861261843418</c:v>
                </c:pt>
                <c:pt idx="787">
                  <c:v>98.263356412251284</c:v>
                </c:pt>
                <c:pt idx="788">
                  <c:v>98.263356412251284</c:v>
                </c:pt>
                <c:pt idx="789">
                  <c:v>97.791190598773326</c:v>
                </c:pt>
                <c:pt idx="790">
                  <c:v>97.498134369732369</c:v>
                </c:pt>
                <c:pt idx="791">
                  <c:v>98.193592399353605</c:v>
                </c:pt>
                <c:pt idx="792">
                  <c:v>96.039605221602955</c:v>
                </c:pt>
                <c:pt idx="793">
                  <c:v>97.809879256798212</c:v>
                </c:pt>
                <c:pt idx="794">
                  <c:v>97.030145294992906</c:v>
                </c:pt>
                <c:pt idx="795">
                  <c:v>97.247056879435817</c:v>
                </c:pt>
                <c:pt idx="796">
                  <c:v>98.439235240296853</c:v>
                </c:pt>
                <c:pt idx="797">
                  <c:v>96.627667041977105</c:v>
                </c:pt>
                <c:pt idx="798">
                  <c:v>96.390873279093597</c:v>
                </c:pt>
                <c:pt idx="799">
                  <c:v>95.277963099342983</c:v>
                </c:pt>
                <c:pt idx="800">
                  <c:v>96.099774045934055</c:v>
                </c:pt>
                <c:pt idx="801">
                  <c:v>96.18185301948543</c:v>
                </c:pt>
                <c:pt idx="802">
                  <c:v>96.805776509682545</c:v>
                </c:pt>
                <c:pt idx="803">
                  <c:v>97.975289928336991</c:v>
                </c:pt>
                <c:pt idx="804">
                  <c:v>99.365608178481381</c:v>
                </c:pt>
                <c:pt idx="805">
                  <c:v>99.754733011350851</c:v>
                </c:pt>
                <c:pt idx="806">
                  <c:v>99.754733011350851</c:v>
                </c:pt>
                <c:pt idx="807">
                  <c:v>100.08765580578826</c:v>
                </c:pt>
                <c:pt idx="808">
                  <c:v>99.635833682404694</c:v>
                </c:pt>
                <c:pt idx="809">
                  <c:v>99.878214416796013</c:v>
                </c:pt>
                <c:pt idx="810">
                  <c:v>100.47253053588237</c:v>
                </c:pt>
                <c:pt idx="811">
                  <c:v>100.46518224477261</c:v>
                </c:pt>
                <c:pt idx="812">
                  <c:v>98.329984068868498</c:v>
                </c:pt>
                <c:pt idx="813">
                  <c:v>94.589783784453417</c:v>
                </c:pt>
                <c:pt idx="814">
                  <c:v>94.76972251653207</c:v>
                </c:pt>
                <c:pt idx="815">
                  <c:v>94.46647981625388</c:v>
                </c:pt>
                <c:pt idx="816">
                  <c:v>91.300856704257924</c:v>
                </c:pt>
                <c:pt idx="817">
                  <c:v>88.218181862637962</c:v>
                </c:pt>
                <c:pt idx="818">
                  <c:v>81.150599214290409</c:v>
                </c:pt>
                <c:pt idx="819">
                  <c:v>86.403456213691882</c:v>
                </c:pt>
                <c:pt idx="820">
                  <c:v>83.19712794864671</c:v>
                </c:pt>
                <c:pt idx="821">
                  <c:v>90.364219676967096</c:v>
                </c:pt>
                <c:pt idx="822">
                  <c:v>87.31735347794735</c:v>
                </c:pt>
                <c:pt idx="823">
                  <c:v>88.085742877277085</c:v>
                </c:pt>
                <c:pt idx="824">
                  <c:v>89.168029777561841</c:v>
                </c:pt>
                <c:pt idx="825">
                  <c:v>88.527225974182301</c:v>
                </c:pt>
                <c:pt idx="826">
                  <c:v>89.756777338989167</c:v>
                </c:pt>
                <c:pt idx="827">
                  <c:v>89.430439243652529</c:v>
                </c:pt>
                <c:pt idx="828">
                  <c:v>89.409595932229891</c:v>
                </c:pt>
                <c:pt idx="829">
                  <c:v>91.491865014785049</c:v>
                </c:pt>
                <c:pt idx="830">
                  <c:v>92.020400689114638</c:v>
                </c:pt>
                <c:pt idx="831">
                  <c:v>93.495451721363054</c:v>
                </c:pt>
                <c:pt idx="832">
                  <c:v>94.313440745435315</c:v>
                </c:pt>
                <c:pt idx="833">
                  <c:v>94.313440745435315</c:v>
                </c:pt>
                <c:pt idx="834">
                  <c:v>94.934309459694745</c:v>
                </c:pt>
                <c:pt idx="835">
                  <c:v>95.552200141810431</c:v>
                </c:pt>
                <c:pt idx="836">
                  <c:v>95.932893238345557</c:v>
                </c:pt>
                <c:pt idx="837">
                  <c:v>95.932893238345557</c:v>
                </c:pt>
                <c:pt idx="838">
                  <c:v>95.932893238345557</c:v>
                </c:pt>
                <c:pt idx="839">
                  <c:v>96.16393104186821</c:v>
                </c:pt>
                <c:pt idx="840">
                  <c:v>96.211383705073871</c:v>
                </c:pt>
                <c:pt idx="841">
                  <c:v>97.483300324635152</c:v>
                </c:pt>
                <c:pt idx="842">
                  <c:v>97.65351368922866</c:v>
                </c:pt>
                <c:pt idx="843">
                  <c:v>98.969742012252837</c:v>
                </c:pt>
                <c:pt idx="844">
                  <c:v>98.654747313958282</c:v>
                </c:pt>
                <c:pt idx="845">
                  <c:v>97.658455593311331</c:v>
                </c:pt>
                <c:pt idx="846">
                  <c:v>97.640358101413725</c:v>
                </c:pt>
                <c:pt idx="847">
                  <c:v>97.476855361007338</c:v>
                </c:pt>
                <c:pt idx="848">
                  <c:v>97.686656111409761</c:v>
                </c:pt>
                <c:pt idx="849">
                  <c:v>97.3602366105453</c:v>
                </c:pt>
                <c:pt idx="850">
                  <c:v>96.722504714975457</c:v>
                </c:pt>
                <c:pt idx="851">
                  <c:v>97.430554087797546</c:v>
                </c:pt>
                <c:pt idx="852">
                  <c:v>98.718328818845421</c:v>
                </c:pt>
                <c:pt idx="853">
                  <c:v>98.684243619259433</c:v>
                </c:pt>
                <c:pt idx="854">
                  <c:v>100.46655833034136</c:v>
                </c:pt>
                <c:pt idx="855">
                  <c:v>99.87930747684679</c:v>
                </c:pt>
                <c:pt idx="856">
                  <c:v>98.856259093626321</c:v>
                </c:pt>
                <c:pt idx="857">
                  <c:v>98.582395222955583</c:v>
                </c:pt>
                <c:pt idx="858">
                  <c:v>99.110241601659851</c:v>
                </c:pt>
                <c:pt idx="859">
                  <c:v>97.96264497519654</c:v>
                </c:pt>
                <c:pt idx="860">
                  <c:v>98.49581557843301</c:v>
                </c:pt>
                <c:pt idx="861">
                  <c:v>99.179740711530073</c:v>
                </c:pt>
                <c:pt idx="862">
                  <c:v>99.239566781877841</c:v>
                </c:pt>
                <c:pt idx="863">
                  <c:v>99.218441785185718</c:v>
                </c:pt>
                <c:pt idx="864">
                  <c:v>98.97454056801881</c:v>
                </c:pt>
                <c:pt idx="865">
                  <c:v>97.964052003023866</c:v>
                </c:pt>
                <c:pt idx="866">
                  <c:v>98.740092822708704</c:v>
                </c:pt>
                <c:pt idx="867">
                  <c:v>99.081371658576728</c:v>
                </c:pt>
                <c:pt idx="868">
                  <c:v>99.920631008894759</c:v>
                </c:pt>
                <c:pt idx="869">
                  <c:v>98.375010649221437</c:v>
                </c:pt>
                <c:pt idx="870">
                  <c:v>97.980951604130198</c:v>
                </c:pt>
                <c:pt idx="871">
                  <c:v>98.786130533139456</c:v>
                </c:pt>
                <c:pt idx="872">
                  <c:v>98.816099538255685</c:v>
                </c:pt>
                <c:pt idx="873">
                  <c:v>99.663469431444</c:v>
                </c:pt>
                <c:pt idx="874">
                  <c:v>101.09413918385142</c:v>
                </c:pt>
                <c:pt idx="875">
                  <c:v>101.58317196629859</c:v>
                </c:pt>
                <c:pt idx="876">
                  <c:v>100.66610489782201</c:v>
                </c:pt>
                <c:pt idx="877">
                  <c:v>100.37615425761805</c:v>
                </c:pt>
                <c:pt idx="878">
                  <c:v>100.51491869140449</c:v>
                </c:pt>
                <c:pt idx="879">
                  <c:v>99.777099369502722</c:v>
                </c:pt>
                <c:pt idx="880">
                  <c:v>99.863394473443819</c:v>
                </c:pt>
                <c:pt idx="881">
                  <c:v>100.19282749390119</c:v>
                </c:pt>
                <c:pt idx="882">
                  <c:v>99.584542256166728</c:v>
                </c:pt>
                <c:pt idx="883">
                  <c:v>99.927375139294185</c:v>
                </c:pt>
                <c:pt idx="884">
                  <c:v>99.872947997764001</c:v>
                </c:pt>
                <c:pt idx="885">
                  <c:v>100.04528740436366</c:v>
                </c:pt>
                <c:pt idx="886">
                  <c:v>99.817227866071448</c:v>
                </c:pt>
                <c:pt idx="887">
                  <c:v>100.52200808146918</c:v>
                </c:pt>
                <c:pt idx="888">
                  <c:v>100.32419194960355</c:v>
                </c:pt>
                <c:pt idx="889">
                  <c:v>100.32419194960355</c:v>
                </c:pt>
                <c:pt idx="890">
                  <c:v>100.42029743940141</c:v>
                </c:pt>
                <c:pt idx="891">
                  <c:v>104.05585298644675</c:v>
                </c:pt>
                <c:pt idx="892">
                  <c:v>106.03901855987634</c:v>
                </c:pt>
                <c:pt idx="893">
                  <c:v>104.89822497647425</c:v>
                </c:pt>
                <c:pt idx="894">
                  <c:v>104.05451792413616</c:v>
                </c:pt>
                <c:pt idx="895">
                  <c:v>103.13358837605605</c:v>
                </c:pt>
                <c:pt idx="896">
                  <c:v>103.50212943953647</c:v>
                </c:pt>
                <c:pt idx="897">
                  <c:v>104.34889056855219</c:v>
                </c:pt>
                <c:pt idx="898">
                  <c:v>104.34332824596223</c:v>
                </c:pt>
                <c:pt idx="899">
                  <c:v>102.98843462808993</c:v>
                </c:pt>
                <c:pt idx="900">
                  <c:v>103.69981073074972</c:v>
                </c:pt>
                <c:pt idx="901">
                  <c:v>104.78388459017276</c:v>
                </c:pt>
                <c:pt idx="902">
                  <c:v>105.56622067355637</c:v>
                </c:pt>
                <c:pt idx="903">
                  <c:v>107.04611891841806</c:v>
                </c:pt>
                <c:pt idx="904">
                  <c:v>107.04611891841806</c:v>
                </c:pt>
                <c:pt idx="905">
                  <c:v>108.83775127008595</c:v>
                </c:pt>
                <c:pt idx="906">
                  <c:v>109.86023406844382</c:v>
                </c:pt>
                <c:pt idx="907">
                  <c:v>108.52409909287618</c:v>
                </c:pt>
                <c:pt idx="908">
                  <c:v>110.59789232744015</c:v>
                </c:pt>
                <c:pt idx="909">
                  <c:v>111.01960740011303</c:v>
                </c:pt>
                <c:pt idx="910">
                  <c:v>110.71637920948152</c:v>
                </c:pt>
                <c:pt idx="911">
                  <c:v>109.96688335138047</c:v>
                </c:pt>
                <c:pt idx="912">
                  <c:v>109.26554582645068</c:v>
                </c:pt>
                <c:pt idx="913">
                  <c:v>109.89469791736389</c:v>
                </c:pt>
                <c:pt idx="914">
                  <c:v>110.08790295343708</c:v>
                </c:pt>
                <c:pt idx="915">
                  <c:v>108.78431404774439</c:v>
                </c:pt>
                <c:pt idx="916">
                  <c:v>108.65098187417273</c:v>
                </c:pt>
                <c:pt idx="917">
                  <c:v>109.4343610205112</c:v>
                </c:pt>
                <c:pt idx="918">
                  <c:v>108.86090068298562</c:v>
                </c:pt>
                <c:pt idx="919">
                  <c:v>108.95270391686034</c:v>
                </c:pt>
                <c:pt idx="920">
                  <c:v>107.55041596572754</c:v>
                </c:pt>
                <c:pt idx="921">
                  <c:v>108.81435886430781</c:v>
                </c:pt>
                <c:pt idx="922">
                  <c:v>109.7780198463383</c:v>
                </c:pt>
                <c:pt idx="923">
                  <c:v>110.99513807553772</c:v>
                </c:pt>
                <c:pt idx="924">
                  <c:v>110.33994227597577</c:v>
                </c:pt>
                <c:pt idx="925">
                  <c:v>111.11169365950573</c:v>
                </c:pt>
                <c:pt idx="926">
                  <c:v>111.40832106805456</c:v>
                </c:pt>
                <c:pt idx="927">
                  <c:v>111.93186390885893</c:v>
                </c:pt>
                <c:pt idx="928">
                  <c:v>111.93186390885893</c:v>
                </c:pt>
                <c:pt idx="929">
                  <c:v>112.1824294825042</c:v>
                </c:pt>
                <c:pt idx="930">
                  <c:v>111.47644187803243</c:v>
                </c:pt>
                <c:pt idx="931">
                  <c:v>111.96679527141519</c:v>
                </c:pt>
                <c:pt idx="932">
                  <c:v>111.57236993058457</c:v>
                </c:pt>
                <c:pt idx="933">
                  <c:v>112.14845383366429</c:v>
                </c:pt>
                <c:pt idx="934">
                  <c:v>112.14845383366429</c:v>
                </c:pt>
                <c:pt idx="935">
                  <c:v>112.57834465521009</c:v>
                </c:pt>
                <c:pt idx="936">
                  <c:v>113.04632364895009</c:v>
                </c:pt>
                <c:pt idx="937">
                  <c:v>112.92558252722095</c:v>
                </c:pt>
                <c:pt idx="938">
                  <c:v>111.0153742543946</c:v>
                </c:pt>
                <c:pt idx="939">
                  <c:v>111.30035700134957</c:v>
                </c:pt>
                <c:pt idx="940">
                  <c:v>109.86478287181723</c:v>
                </c:pt>
                <c:pt idx="941">
                  <c:v>109.69493108295752</c:v>
                </c:pt>
                <c:pt idx="942">
                  <c:v>111.35735380713591</c:v>
                </c:pt>
                <c:pt idx="943">
                  <c:v>115.22728635767973</c:v>
                </c:pt>
                <c:pt idx="944">
                  <c:v>115.3272042134419</c:v>
                </c:pt>
                <c:pt idx="945">
                  <c:v>115.64695020917526</c:v>
                </c:pt>
                <c:pt idx="946">
                  <c:v>116.50740768713561</c:v>
                </c:pt>
                <c:pt idx="947">
                  <c:v>114.43610929599907</c:v>
                </c:pt>
                <c:pt idx="948">
                  <c:v>114.43610929599907</c:v>
                </c:pt>
                <c:pt idx="949">
                  <c:v>112.03204299653318</c:v>
                </c:pt>
                <c:pt idx="950">
                  <c:v>113.80814000351376</c:v>
                </c:pt>
                <c:pt idx="951">
                  <c:v>114.66598510408134</c:v>
                </c:pt>
                <c:pt idx="952">
                  <c:v>113.35232865963692</c:v>
                </c:pt>
                <c:pt idx="953">
                  <c:v>116.45008992097186</c:v>
                </c:pt>
                <c:pt idx="954">
                  <c:v>116.47428793263548</c:v>
                </c:pt>
                <c:pt idx="955">
                  <c:v>116.93565880206201</c:v>
                </c:pt>
                <c:pt idx="956">
                  <c:v>116.26448735704811</c:v>
                </c:pt>
                <c:pt idx="957">
                  <c:v>116.87862336215619</c:v>
                </c:pt>
                <c:pt idx="958">
                  <c:v>118.97405589920224</c:v>
                </c:pt>
                <c:pt idx="959">
                  <c:v>117.89752466691996</c:v>
                </c:pt>
                <c:pt idx="960">
                  <c:v>118.01910606618037</c:v>
                </c:pt>
                <c:pt idx="961">
                  <c:v>118.72427938228721</c:v>
                </c:pt>
                <c:pt idx="962">
                  <c:v>120.04019239728628</c:v>
                </c:pt>
                <c:pt idx="963">
                  <c:v>120.04019239728628</c:v>
                </c:pt>
                <c:pt idx="964">
                  <c:v>118.97607763491284</c:v>
                </c:pt>
                <c:pt idx="965">
                  <c:v>117.34183480066046</c:v>
                </c:pt>
                <c:pt idx="966">
                  <c:v>119.12818960340662</c:v>
                </c:pt>
                <c:pt idx="967">
                  <c:v>118.5077215651739</c:v>
                </c:pt>
                <c:pt idx="968">
                  <c:v>119.11098599897983</c:v>
                </c:pt>
                <c:pt idx="969">
                  <c:v>119.36877079197819</c:v>
                </c:pt>
                <c:pt idx="970">
                  <c:v>120.79319119876556</c:v>
                </c:pt>
                <c:pt idx="971">
                  <c:v>121.56666695765645</c:v>
                </c:pt>
                <c:pt idx="972">
                  <c:v>120.74834240528838</c:v>
                </c:pt>
                <c:pt idx="973">
                  <c:v>120.16363470243857</c:v>
                </c:pt>
                <c:pt idx="974">
                  <c:v>116.49804133143064</c:v>
                </c:pt>
                <c:pt idx="975">
                  <c:v>116.26201861933032</c:v>
                </c:pt>
                <c:pt idx="976">
                  <c:v>118.3567480503644</c:v>
                </c:pt>
                <c:pt idx="977">
                  <c:v>117.95634939683096</c:v>
                </c:pt>
                <c:pt idx="978">
                  <c:v>117.95634939683096</c:v>
                </c:pt>
                <c:pt idx="979">
                  <c:v>117.65527737466076</c:v>
                </c:pt>
                <c:pt idx="980">
                  <c:v>120.05670414213401</c:v>
                </c:pt>
                <c:pt idx="981">
                  <c:v>120.72568037666545</c:v>
                </c:pt>
                <c:pt idx="982">
                  <c:v>119.20435872210749</c:v>
                </c:pt>
                <c:pt idx="983">
                  <c:v>119.48203326886399</c:v>
                </c:pt>
                <c:pt idx="984">
                  <c:v>119.36402141750462</c:v>
                </c:pt>
                <c:pt idx="985">
                  <c:v>121.8914928447952</c:v>
                </c:pt>
                <c:pt idx="986">
                  <c:v>120.51694156924012</c:v>
                </c:pt>
                <c:pt idx="987">
                  <c:v>121.15025973517551</c:v>
                </c:pt>
                <c:pt idx="988">
                  <c:v>121.218940594207</c:v>
                </c:pt>
                <c:pt idx="989">
                  <c:v>121.29307824582779</c:v>
                </c:pt>
                <c:pt idx="990">
                  <c:v>120.23329033002366</c:v>
                </c:pt>
                <c:pt idx="991">
                  <c:v>122.70755674759145</c:v>
                </c:pt>
                <c:pt idx="992">
                  <c:v>122.80950274894832</c:v>
                </c:pt>
                <c:pt idx="993">
                  <c:v>120.54868535471485</c:v>
                </c:pt>
                <c:pt idx="994">
                  <c:v>120.5830469951197</c:v>
                </c:pt>
                <c:pt idx="995">
                  <c:v>119.90095619603146</c:v>
                </c:pt>
                <c:pt idx="996">
                  <c:v>120.84660604478437</c:v>
                </c:pt>
                <c:pt idx="997">
                  <c:v>121.84193284479056</c:v>
                </c:pt>
                <c:pt idx="998">
                  <c:v>122.41094454794936</c:v>
                </c:pt>
                <c:pt idx="999">
                  <c:v>121.79231713706616</c:v>
                </c:pt>
                <c:pt idx="1000">
                  <c:v>122.38327179639739</c:v>
                </c:pt>
                <c:pt idx="1001">
                  <c:v>122.36370684894706</c:v>
                </c:pt>
                <c:pt idx="1002">
                  <c:v>121.79077165574267</c:v>
                </c:pt>
                <c:pt idx="1003">
                  <c:v>121.79077165574267</c:v>
                </c:pt>
                <c:pt idx="1004">
                  <c:v>121.79077165574267</c:v>
                </c:pt>
                <c:pt idx="1005">
                  <c:v>124.58114063266079</c:v>
                </c:pt>
                <c:pt idx="1006">
                  <c:v>126.83184107376346</c:v>
                </c:pt>
                <c:pt idx="1007">
                  <c:v>125.54118387611629</c:v>
                </c:pt>
                <c:pt idx="1008">
                  <c:v>124.37723237215015</c:v>
                </c:pt>
                <c:pt idx="1009">
                  <c:v>125.5782073082931</c:v>
                </c:pt>
                <c:pt idx="1010">
                  <c:v>125.5782073082931</c:v>
                </c:pt>
                <c:pt idx="1011">
                  <c:v>129.03558416088487</c:v>
                </c:pt>
                <c:pt idx="1012">
                  <c:v>130.74629959271354</c:v>
                </c:pt>
                <c:pt idx="1013">
                  <c:v>131.5650911925444</c:v>
                </c:pt>
                <c:pt idx="1014">
                  <c:v>131.017584184302</c:v>
                </c:pt>
                <c:pt idx="1015">
                  <c:v>129.69304463076415</c:v>
                </c:pt>
                <c:pt idx="1016">
                  <c:v>128.32473209538455</c:v>
                </c:pt>
                <c:pt idx="1017">
                  <c:v>129.24246713205395</c:v>
                </c:pt>
                <c:pt idx="1018">
                  <c:v>129.73943704087122</c:v>
                </c:pt>
                <c:pt idx="1019">
                  <c:v>126.86330439767396</c:v>
                </c:pt>
                <c:pt idx="1020">
                  <c:v>127.32801190312263</c:v>
                </c:pt>
                <c:pt idx="1021">
                  <c:v>126.49299892619284</c:v>
                </c:pt>
                <c:pt idx="1022">
                  <c:v>126.92858626999255</c:v>
                </c:pt>
                <c:pt idx="1023">
                  <c:v>127.75363298433908</c:v>
                </c:pt>
                <c:pt idx="1024">
                  <c:v>126.59254063830281</c:v>
                </c:pt>
                <c:pt idx="1025">
                  <c:v>130.79926166782957</c:v>
                </c:pt>
                <c:pt idx="1026">
                  <c:v>130.93276556802286</c:v>
                </c:pt>
                <c:pt idx="1027">
                  <c:v>130.47709902925456</c:v>
                </c:pt>
                <c:pt idx="1028">
                  <c:v>132.28906394112721</c:v>
                </c:pt>
                <c:pt idx="1029">
                  <c:v>135.51705604102901</c:v>
                </c:pt>
                <c:pt idx="1030">
                  <c:v>138.17853372860975</c:v>
                </c:pt>
                <c:pt idx="1031">
                  <c:v>138.17853372860975</c:v>
                </c:pt>
                <c:pt idx="1032">
                  <c:v>138.907579783899</c:v>
                </c:pt>
                <c:pt idx="1033">
                  <c:v>136.75639197734131</c:v>
                </c:pt>
                <c:pt idx="1034">
                  <c:v>134.25139080659636</c:v>
                </c:pt>
                <c:pt idx="1035">
                  <c:v>135.86612778087533</c:v>
                </c:pt>
                <c:pt idx="1036">
                  <c:v>137.39492114594748</c:v>
                </c:pt>
                <c:pt idx="1037">
                  <c:v>135.75334977468265</c:v>
                </c:pt>
                <c:pt idx="1038">
                  <c:v>135.75334977468265</c:v>
                </c:pt>
                <c:pt idx="1039">
                  <c:v>135.89893251870873</c:v>
                </c:pt>
                <c:pt idx="1040">
                  <c:v>137.06955892632621</c:v>
                </c:pt>
                <c:pt idx="1041">
                  <c:v>138.61888938517694</c:v>
                </c:pt>
                <c:pt idx="1042">
                  <c:v>140.38080697103987</c:v>
                </c:pt>
                <c:pt idx="1043">
                  <c:v>138.83985271561872</c:v>
                </c:pt>
                <c:pt idx="1044">
                  <c:v>134.30585296940237</c:v>
                </c:pt>
                <c:pt idx="1045">
                  <c:v>129.51246636706921</c:v>
                </c:pt>
                <c:pt idx="1046">
                  <c:v>131.86854402047697</c:v>
                </c:pt>
                <c:pt idx="1047">
                  <c:v>132.44102440327001</c:v>
                </c:pt>
                <c:pt idx="1048">
                  <c:v>127.31919003793432</c:v>
                </c:pt>
                <c:pt idx="1049">
                  <c:v>130.59624350713096</c:v>
                </c:pt>
                <c:pt idx="1050">
                  <c:v>131.83964896230253</c:v>
                </c:pt>
                <c:pt idx="1051">
                  <c:v>130.39180299315493</c:v>
                </c:pt>
                <c:pt idx="1052">
                  <c:v>129.47376913934397</c:v>
                </c:pt>
                <c:pt idx="1053">
                  <c:v>128.79551261636931</c:v>
                </c:pt>
                <c:pt idx="1054">
                  <c:v>129.38816152460637</c:v>
                </c:pt>
                <c:pt idx="1055">
                  <c:v>132.55835896296884</c:v>
                </c:pt>
                <c:pt idx="1056">
                  <c:v>128.72836051469108</c:v>
                </c:pt>
                <c:pt idx="1057">
                  <c:v>128.72836051469108</c:v>
                </c:pt>
                <c:pt idx="1058">
                  <c:v>124.22521043339191</c:v>
                </c:pt>
                <c:pt idx="1059">
                  <c:v>126.68766570719475</c:v>
                </c:pt>
                <c:pt idx="1060">
                  <c:v>130.04779278913699</c:v>
                </c:pt>
                <c:pt idx="1061">
                  <c:v>129.67813069520255</c:v>
                </c:pt>
                <c:pt idx="1062">
                  <c:v>129.8017564978546</c:v>
                </c:pt>
                <c:pt idx="1063">
                  <c:v>126.00168480772977</c:v>
                </c:pt>
                <c:pt idx="1064">
                  <c:v>124.31331003624497</c:v>
                </c:pt>
                <c:pt idx="1065">
                  <c:v>130.74605123884123</c:v>
                </c:pt>
                <c:pt idx="1066">
                  <c:v>128.46857554650123</c:v>
                </c:pt>
                <c:pt idx="1067">
                  <c:v>129.51534784305011</c:v>
                </c:pt>
                <c:pt idx="1068">
                  <c:v>129.80893888951005</c:v>
                </c:pt>
                <c:pt idx="1069">
                  <c:v>134.42579652673695</c:v>
                </c:pt>
                <c:pt idx="1070">
                  <c:v>133.16525756796179</c:v>
                </c:pt>
                <c:pt idx="1071">
                  <c:v>133.32653299019356</c:v>
                </c:pt>
                <c:pt idx="1072">
                  <c:v>132.69772301227528</c:v>
                </c:pt>
                <c:pt idx="1073">
                  <c:v>134.11641647899518</c:v>
                </c:pt>
                <c:pt idx="1074">
                  <c:v>134.78242441275228</c:v>
                </c:pt>
                <c:pt idx="1075">
                  <c:v>136.62744200842894</c:v>
                </c:pt>
                <c:pt idx="1076">
                  <c:v>134.47077899543311</c:v>
                </c:pt>
                <c:pt idx="1077">
                  <c:v>135.28523780498392</c:v>
                </c:pt>
                <c:pt idx="1078">
                  <c:v>135.1033930647381</c:v>
                </c:pt>
                <c:pt idx="1079">
                  <c:v>134.4433089710331</c:v>
                </c:pt>
                <c:pt idx="1080">
                  <c:v>133.49543355225578</c:v>
                </c:pt>
                <c:pt idx="1081">
                  <c:v>133.52287694650101</c:v>
                </c:pt>
                <c:pt idx="1082">
                  <c:v>134.48048227795402</c:v>
                </c:pt>
                <c:pt idx="1083">
                  <c:v>135.38287053707143</c:v>
                </c:pt>
                <c:pt idx="1084">
                  <c:v>135.38287053707143</c:v>
                </c:pt>
                <c:pt idx="1085">
                  <c:v>133.64195674281984</c:v>
                </c:pt>
                <c:pt idx="1086">
                  <c:v>133.77131379764316</c:v>
                </c:pt>
                <c:pt idx="1087">
                  <c:v>133.77131379764316</c:v>
                </c:pt>
                <c:pt idx="1088">
                  <c:v>133.77131379764316</c:v>
                </c:pt>
                <c:pt idx="1089">
                  <c:v>133.77131379764316</c:v>
                </c:pt>
                <c:pt idx="1090">
                  <c:v>138.06915680691026</c:v>
                </c:pt>
                <c:pt idx="1091">
                  <c:v>137.52583108259688</c:v>
                </c:pt>
                <c:pt idx="1092">
                  <c:v>137.82096982470389</c:v>
                </c:pt>
                <c:pt idx="1093">
                  <c:v>139.05453756460389</c:v>
                </c:pt>
                <c:pt idx="1094">
                  <c:v>140.73639569830254</c:v>
                </c:pt>
                <c:pt idx="1095">
                  <c:v>138.94177278608109</c:v>
                </c:pt>
                <c:pt idx="1096">
                  <c:v>138.09143948693907</c:v>
                </c:pt>
                <c:pt idx="1097">
                  <c:v>136.97407513701265</c:v>
                </c:pt>
                <c:pt idx="1098">
                  <c:v>137.90764905551652</c:v>
                </c:pt>
                <c:pt idx="1099">
                  <c:v>135.81016716198661</c:v>
                </c:pt>
                <c:pt idx="1100">
                  <c:v>138.24974287900955</c:v>
                </c:pt>
                <c:pt idx="1101">
                  <c:v>139.80123137101509</c:v>
                </c:pt>
                <c:pt idx="1102">
                  <c:v>141.51180765008749</c:v>
                </c:pt>
                <c:pt idx="1103">
                  <c:v>140.8713010322426</c:v>
                </c:pt>
                <c:pt idx="1104">
                  <c:v>140.21836518299236</c:v>
                </c:pt>
                <c:pt idx="1105">
                  <c:v>142.44776435559069</c:v>
                </c:pt>
                <c:pt idx="1106">
                  <c:v>142.31408715544049</c:v>
                </c:pt>
                <c:pt idx="1107">
                  <c:v>142.05975111316408</c:v>
                </c:pt>
                <c:pt idx="1108">
                  <c:v>144.91459355947498</c:v>
                </c:pt>
                <c:pt idx="1109">
                  <c:v>143.16840600396043</c:v>
                </c:pt>
                <c:pt idx="1110">
                  <c:v>142.77183451739634</c:v>
                </c:pt>
                <c:pt idx="1111">
                  <c:v>138.82093365139724</c:v>
                </c:pt>
                <c:pt idx="1112">
                  <c:v>140.70227151496707</c:v>
                </c:pt>
                <c:pt idx="1113">
                  <c:v>138.62699439223849</c:v>
                </c:pt>
                <c:pt idx="1114">
                  <c:v>138.14541426546828</c:v>
                </c:pt>
                <c:pt idx="1115">
                  <c:v>140.47004479449089</c:v>
                </c:pt>
                <c:pt idx="1116">
                  <c:v>145.33033339647989</c:v>
                </c:pt>
                <c:pt idx="1117">
                  <c:v>145.24669571393517</c:v>
                </c:pt>
                <c:pt idx="1118">
                  <c:v>146.05582616166501</c:v>
                </c:pt>
                <c:pt idx="1119">
                  <c:v>148.30570835192896</c:v>
                </c:pt>
                <c:pt idx="1120">
                  <c:v>149.81919258295014</c:v>
                </c:pt>
                <c:pt idx="1121">
                  <c:v>145.20061645580131</c:v>
                </c:pt>
                <c:pt idx="1122">
                  <c:v>144.09645401967023</c:v>
                </c:pt>
                <c:pt idx="1123">
                  <c:v>146.58482078369474</c:v>
                </c:pt>
                <c:pt idx="1124">
                  <c:v>143.77200112951328</c:v>
                </c:pt>
                <c:pt idx="1125">
                  <c:v>144.16350781703537</c:v>
                </c:pt>
                <c:pt idx="1126">
                  <c:v>144.85567262303107</c:v>
                </c:pt>
                <c:pt idx="1127">
                  <c:v>145.43572028188279</c:v>
                </c:pt>
                <c:pt idx="1128">
                  <c:v>144.78234319952116</c:v>
                </c:pt>
                <c:pt idx="1129">
                  <c:v>147.99146145401986</c:v>
                </c:pt>
                <c:pt idx="1130">
                  <c:v>146.27217880421603</c:v>
                </c:pt>
                <c:pt idx="1131">
                  <c:v>144.00152078112728</c:v>
                </c:pt>
                <c:pt idx="1132">
                  <c:v>144.9887261997319</c:v>
                </c:pt>
                <c:pt idx="1133">
                  <c:v>145.66136888795728</c:v>
                </c:pt>
                <c:pt idx="1134">
                  <c:v>144.31004615823451</c:v>
                </c:pt>
                <c:pt idx="1135">
                  <c:v>145.47453317887977</c:v>
                </c:pt>
                <c:pt idx="1136">
                  <c:v>147.439892443964</c:v>
                </c:pt>
                <c:pt idx="1137">
                  <c:v>144.69809675280379</c:v>
                </c:pt>
                <c:pt idx="1138">
                  <c:v>140.21834985754228</c:v>
                </c:pt>
                <c:pt idx="1139">
                  <c:v>140.21834985754228</c:v>
                </c:pt>
                <c:pt idx="1140">
                  <c:v>144.26458790132463</c:v>
                </c:pt>
                <c:pt idx="1141">
                  <c:v>145.03186151465098</c:v>
                </c:pt>
                <c:pt idx="1142">
                  <c:v>145.81054093398171</c:v>
                </c:pt>
                <c:pt idx="1143">
                  <c:v>143.78718008464568</c:v>
                </c:pt>
                <c:pt idx="1144">
                  <c:v>145.3352463978124</c:v>
                </c:pt>
                <c:pt idx="1145">
                  <c:v>141.15285355886772</c:v>
                </c:pt>
                <c:pt idx="1146">
                  <c:v>141.31768949689115</c:v>
                </c:pt>
                <c:pt idx="1147">
                  <c:v>140.77327869574631</c:v>
                </c:pt>
                <c:pt idx="1148">
                  <c:v>143.36332277044139</c:v>
                </c:pt>
                <c:pt idx="1149">
                  <c:v>141.75065659662218</c:v>
                </c:pt>
                <c:pt idx="1150">
                  <c:v>141.85115827628078</c:v>
                </c:pt>
                <c:pt idx="1151">
                  <c:v>145.12317054646314</c:v>
                </c:pt>
                <c:pt idx="1152">
                  <c:v>145.09874515872966</c:v>
                </c:pt>
                <c:pt idx="1153">
                  <c:v>145.85251996408442</c:v>
                </c:pt>
                <c:pt idx="1154">
                  <c:v>147.03197604529433</c:v>
                </c:pt>
                <c:pt idx="1155">
                  <c:v>147.03197604529433</c:v>
                </c:pt>
                <c:pt idx="1156">
                  <c:v>148.50003599179118</c:v>
                </c:pt>
                <c:pt idx="1157">
                  <c:v>149.88568947793189</c:v>
                </c:pt>
                <c:pt idx="1158">
                  <c:v>150.68315585960059</c:v>
                </c:pt>
                <c:pt idx="1159">
                  <c:v>150.57187403689562</c:v>
                </c:pt>
                <c:pt idx="1160">
                  <c:v>148.58596934518343</c:v>
                </c:pt>
                <c:pt idx="1161">
                  <c:v>143.55397917833253</c:v>
                </c:pt>
                <c:pt idx="1162">
                  <c:v>145.30673581613939</c:v>
                </c:pt>
                <c:pt idx="1163">
                  <c:v>145.58465259824251</c:v>
                </c:pt>
                <c:pt idx="1164">
                  <c:v>145.58213310589719</c:v>
                </c:pt>
                <c:pt idx="1165">
                  <c:v>146.31453660019605</c:v>
                </c:pt>
                <c:pt idx="1166">
                  <c:v>146.92645140565517</c:v>
                </c:pt>
                <c:pt idx="1167">
                  <c:v>147.22074794726569</c:v>
                </c:pt>
                <c:pt idx="1168">
                  <c:v>148.22174627097783</c:v>
                </c:pt>
                <c:pt idx="1169">
                  <c:v>148.57116105616575</c:v>
                </c:pt>
                <c:pt idx="1170">
                  <c:v>149.43531861057573</c:v>
                </c:pt>
                <c:pt idx="1171">
                  <c:v>145.87792163543489</c:v>
                </c:pt>
                <c:pt idx="1172">
                  <c:v>146.59867918616308</c:v>
                </c:pt>
                <c:pt idx="1173">
                  <c:v>146.88153810543551</c:v>
                </c:pt>
                <c:pt idx="1174">
                  <c:v>145.47716041554915</c:v>
                </c:pt>
                <c:pt idx="1175">
                  <c:v>145.25594546802139</c:v>
                </c:pt>
                <c:pt idx="1176">
                  <c:v>145.68598954406832</c:v>
                </c:pt>
                <c:pt idx="1177">
                  <c:v>144.45987545046376</c:v>
                </c:pt>
                <c:pt idx="1178">
                  <c:v>145.12047169390678</c:v>
                </c:pt>
                <c:pt idx="1179">
                  <c:v>144.30306806706602</c:v>
                </c:pt>
                <c:pt idx="1180">
                  <c:v>145.10118015714832</c:v>
                </c:pt>
                <c:pt idx="1181">
                  <c:v>146.10239466876902</c:v>
                </c:pt>
                <c:pt idx="1182">
                  <c:v>146.39960071503532</c:v>
                </c:pt>
                <c:pt idx="1183">
                  <c:v>146.39960071503532</c:v>
                </c:pt>
                <c:pt idx="1184">
                  <c:v>146.39960071503532</c:v>
                </c:pt>
                <c:pt idx="1185">
                  <c:v>146.39960071503532</c:v>
                </c:pt>
                <c:pt idx="1186">
                  <c:v>145.79054768973137</c:v>
                </c:pt>
                <c:pt idx="1187">
                  <c:v>147.81365709679648</c:v>
                </c:pt>
                <c:pt idx="1188">
                  <c:v>147.03165048145462</c:v>
                </c:pt>
                <c:pt idx="1189">
                  <c:v>144.70715147159902</c:v>
                </c:pt>
                <c:pt idx="1190">
                  <c:v>147.33906636589919</c:v>
                </c:pt>
                <c:pt idx="1191">
                  <c:v>148.63885782317595</c:v>
                </c:pt>
                <c:pt idx="1192">
                  <c:v>147.21624931580308</c:v>
                </c:pt>
                <c:pt idx="1193">
                  <c:v>149.37067154986772</c:v>
                </c:pt>
                <c:pt idx="1194">
                  <c:v>150.69295872841136</c:v>
                </c:pt>
                <c:pt idx="1195">
                  <c:v>149.38682754614902</c:v>
                </c:pt>
                <c:pt idx="1196">
                  <c:v>147.19619482802398</c:v>
                </c:pt>
                <c:pt idx="1197">
                  <c:v>147.45038350123821</c:v>
                </c:pt>
                <c:pt idx="1198">
                  <c:v>147.45038350123821</c:v>
                </c:pt>
                <c:pt idx="1199">
                  <c:v>147.03717702523699</c:v>
                </c:pt>
                <c:pt idx="1200">
                  <c:v>146.60333515114402</c:v>
                </c:pt>
                <c:pt idx="1201">
                  <c:v>142.5096075581867</c:v>
                </c:pt>
                <c:pt idx="1202">
                  <c:v>144.90137025997529</c:v>
                </c:pt>
                <c:pt idx="1203">
                  <c:v>#N/A</c:v>
                </c:pt>
                <c:pt idx="1204">
                  <c:v>#N/A</c:v>
                </c:pt>
                <c:pt idx="1205">
                  <c:v>#N/A</c:v>
                </c:pt>
                <c:pt idx="1206">
                  <c:v>#N/A</c:v>
                </c:pt>
                <c:pt idx="1207">
                  <c:v>#N/A</c:v>
                </c:pt>
                <c:pt idx="1208">
                  <c:v>#N/A</c:v>
                </c:pt>
                <c:pt idx="1209">
                  <c:v>#N/A</c:v>
                </c:pt>
                <c:pt idx="1210">
                  <c:v>#N/A</c:v>
                </c:pt>
                <c:pt idx="1211">
                  <c:v>#N/A</c:v>
                </c:pt>
                <c:pt idx="1212">
                  <c:v>#N/A</c:v>
                </c:pt>
                <c:pt idx="1213">
                  <c:v>#N/A</c:v>
                </c:pt>
                <c:pt idx="1214">
                  <c:v>#N/A</c:v>
                </c:pt>
                <c:pt idx="1215">
                  <c:v>#N/A</c:v>
                </c:pt>
                <c:pt idx="1216">
                  <c:v>#N/A</c:v>
                </c:pt>
                <c:pt idx="1217">
                  <c:v>#N/A</c:v>
                </c:pt>
                <c:pt idx="1218">
                  <c:v>#N/A</c:v>
                </c:pt>
                <c:pt idx="1219">
                  <c:v>#N/A</c:v>
                </c:pt>
                <c:pt idx="1220">
                  <c:v>#N/A</c:v>
                </c:pt>
                <c:pt idx="1221">
                  <c:v>#N/A</c:v>
                </c:pt>
                <c:pt idx="1222">
                  <c:v>#N/A</c:v>
                </c:pt>
                <c:pt idx="1223">
                  <c:v>#N/A</c:v>
                </c:pt>
                <c:pt idx="1224">
                  <c:v>#N/A</c:v>
                </c:pt>
                <c:pt idx="1225">
                  <c:v>#N/A</c:v>
                </c:pt>
                <c:pt idx="1226">
                  <c:v>#N/A</c:v>
                </c:pt>
                <c:pt idx="1227">
                  <c:v>#N/A</c:v>
                </c:pt>
                <c:pt idx="1228">
                  <c:v>#N/A</c:v>
                </c:pt>
                <c:pt idx="1229">
                  <c:v>#N/A</c:v>
                </c:pt>
                <c:pt idx="1230">
                  <c:v>#N/A</c:v>
                </c:pt>
                <c:pt idx="1231">
                  <c:v>#N/A</c:v>
                </c:pt>
                <c:pt idx="1232">
                  <c:v>#N/A</c:v>
                </c:pt>
                <c:pt idx="1233">
                  <c:v>#N/A</c:v>
                </c:pt>
                <c:pt idx="1234">
                  <c:v>#N/A</c:v>
                </c:pt>
                <c:pt idx="1235">
                  <c:v>#N/A</c:v>
                </c:pt>
                <c:pt idx="1236">
                  <c:v>#N/A</c:v>
                </c:pt>
                <c:pt idx="1237">
                  <c:v>#N/A</c:v>
                </c:pt>
                <c:pt idx="1238">
                  <c:v>#N/A</c:v>
                </c:pt>
                <c:pt idx="1239">
                  <c:v>#N/A</c:v>
                </c:pt>
                <c:pt idx="1240">
                  <c:v>#N/A</c:v>
                </c:pt>
                <c:pt idx="1241">
                  <c:v>#N/A</c:v>
                </c:pt>
                <c:pt idx="1242">
                  <c:v>#N/A</c:v>
                </c:pt>
                <c:pt idx="1243">
                  <c:v>#N/A</c:v>
                </c:pt>
                <c:pt idx="1244">
                  <c:v>#N/A</c:v>
                </c:pt>
                <c:pt idx="1245">
                  <c:v>#N/A</c:v>
                </c:pt>
                <c:pt idx="1246">
                  <c:v>#N/A</c:v>
                </c:pt>
                <c:pt idx="1247">
                  <c:v>#N/A</c:v>
                </c:pt>
                <c:pt idx="1248">
                  <c:v>#N/A</c:v>
                </c:pt>
                <c:pt idx="1249">
                  <c:v>#N/A</c:v>
                </c:pt>
                <c:pt idx="1250">
                  <c:v>#N/A</c:v>
                </c:pt>
                <c:pt idx="1251">
                  <c:v>#N/A</c:v>
                </c:pt>
                <c:pt idx="1252">
                  <c:v>#N/A</c:v>
                </c:pt>
                <c:pt idx="1253">
                  <c:v>#N/A</c:v>
                </c:pt>
                <c:pt idx="1254">
                  <c:v>#N/A</c:v>
                </c:pt>
                <c:pt idx="1255">
                  <c:v>#N/A</c:v>
                </c:pt>
                <c:pt idx="1256">
                  <c:v>#N/A</c:v>
                </c:pt>
                <c:pt idx="1257">
                  <c:v>#N/A</c:v>
                </c:pt>
                <c:pt idx="1258">
                  <c:v>#N/A</c:v>
                </c:pt>
                <c:pt idx="1259">
                  <c:v>#N/A</c:v>
                </c:pt>
                <c:pt idx="1260">
                  <c:v>#N/A</c:v>
                </c:pt>
                <c:pt idx="1261">
                  <c:v>#N/A</c:v>
                </c:pt>
                <c:pt idx="1262">
                  <c:v>#N/A</c:v>
                </c:pt>
                <c:pt idx="1263">
                  <c:v>#N/A</c:v>
                </c:pt>
                <c:pt idx="1264">
                  <c:v>#N/A</c:v>
                </c:pt>
                <c:pt idx="1265">
                  <c:v>#N/A</c:v>
                </c:pt>
                <c:pt idx="1266">
                  <c:v>#N/A</c:v>
                </c:pt>
                <c:pt idx="1267">
                  <c:v>#N/A</c:v>
                </c:pt>
                <c:pt idx="1268">
                  <c:v>#N/A</c:v>
                </c:pt>
                <c:pt idx="1269">
                  <c:v>#N/A</c:v>
                </c:pt>
                <c:pt idx="1270">
                  <c:v>#N/A</c:v>
                </c:pt>
                <c:pt idx="1271">
                  <c:v>#N/A</c:v>
                </c:pt>
                <c:pt idx="1272">
                  <c:v>#N/A</c:v>
                </c:pt>
                <c:pt idx="1273">
                  <c:v>#N/A</c:v>
                </c:pt>
                <c:pt idx="1274">
                  <c:v>#N/A</c:v>
                </c:pt>
                <c:pt idx="1275">
                  <c:v>#N/A</c:v>
                </c:pt>
                <c:pt idx="1276">
                  <c:v>#N/A</c:v>
                </c:pt>
                <c:pt idx="1277">
                  <c:v>#N/A</c:v>
                </c:pt>
                <c:pt idx="1278">
                  <c:v>#N/A</c:v>
                </c:pt>
                <c:pt idx="1279">
                  <c:v>#N/A</c:v>
                </c:pt>
                <c:pt idx="1280">
                  <c:v>#N/A</c:v>
                </c:pt>
                <c:pt idx="1281">
                  <c:v>#N/A</c:v>
                </c:pt>
                <c:pt idx="1282">
                  <c:v>#N/A</c:v>
                </c:pt>
                <c:pt idx="1283">
                  <c:v>#N/A</c:v>
                </c:pt>
                <c:pt idx="1284">
                  <c:v>#N/A</c:v>
                </c:pt>
                <c:pt idx="1285">
                  <c:v>#N/A</c:v>
                </c:pt>
                <c:pt idx="1286">
                  <c:v>#N/A</c:v>
                </c:pt>
                <c:pt idx="1287">
                  <c:v>#N/A</c:v>
                </c:pt>
                <c:pt idx="1288">
                  <c:v>#N/A</c:v>
                </c:pt>
                <c:pt idx="1289">
                  <c:v>#N/A</c:v>
                </c:pt>
                <c:pt idx="1290">
                  <c:v>#N/A</c:v>
                </c:pt>
                <c:pt idx="1291">
                  <c:v>#N/A</c:v>
                </c:pt>
                <c:pt idx="1292">
                  <c:v>#N/A</c:v>
                </c:pt>
                <c:pt idx="1293">
                  <c:v>#N/A</c:v>
                </c:pt>
                <c:pt idx="1294">
                  <c:v>#N/A</c:v>
                </c:pt>
                <c:pt idx="1295">
                  <c:v>#N/A</c:v>
                </c:pt>
                <c:pt idx="1296">
                  <c:v>#N/A</c:v>
                </c:pt>
                <c:pt idx="1297">
                  <c:v>#N/A</c:v>
                </c:pt>
                <c:pt idx="1298">
                  <c:v>#N/A</c:v>
                </c:pt>
                <c:pt idx="1299">
                  <c:v>#N/A</c:v>
                </c:pt>
                <c:pt idx="1300">
                  <c:v>#N/A</c:v>
                </c:pt>
                <c:pt idx="1301">
                  <c:v>#N/A</c:v>
                </c:pt>
                <c:pt idx="1302">
                  <c:v>#N/A</c:v>
                </c:pt>
                <c:pt idx="1303">
                  <c:v>#N/A</c:v>
                </c:pt>
                <c:pt idx="1304">
                  <c:v>#N/A</c:v>
                </c:pt>
                <c:pt idx="1305">
                  <c:v>#N/A</c:v>
                </c:pt>
                <c:pt idx="1306">
                  <c:v>#N/A</c:v>
                </c:pt>
                <c:pt idx="1307">
                  <c:v>#N/A</c:v>
                </c:pt>
                <c:pt idx="1308">
                  <c:v>#N/A</c:v>
                </c:pt>
                <c:pt idx="1309">
                  <c:v>#N/A</c:v>
                </c:pt>
                <c:pt idx="1310">
                  <c:v>#N/A</c:v>
                </c:pt>
                <c:pt idx="1311">
                  <c:v>#N/A</c:v>
                </c:pt>
                <c:pt idx="1312">
                  <c:v>#N/A</c:v>
                </c:pt>
                <c:pt idx="1313">
                  <c:v>#N/A</c:v>
                </c:pt>
                <c:pt idx="1314">
                  <c:v>#N/A</c:v>
                </c:pt>
                <c:pt idx="1315">
                  <c:v>#N/A</c:v>
                </c:pt>
                <c:pt idx="1316">
                  <c:v>#N/A</c:v>
                </c:pt>
                <c:pt idx="1317">
                  <c:v>#N/A</c:v>
                </c:pt>
                <c:pt idx="1318">
                  <c:v>#N/A</c:v>
                </c:pt>
                <c:pt idx="1319">
                  <c:v>#N/A</c:v>
                </c:pt>
                <c:pt idx="1320">
                  <c:v>#N/A</c:v>
                </c:pt>
                <c:pt idx="1321">
                  <c:v>#N/A</c:v>
                </c:pt>
                <c:pt idx="1322">
                  <c:v>#N/A</c:v>
                </c:pt>
                <c:pt idx="1323">
                  <c:v>#N/A</c:v>
                </c:pt>
                <c:pt idx="1324">
                  <c:v>#N/A</c:v>
                </c:pt>
                <c:pt idx="1325">
                  <c:v>#N/A</c:v>
                </c:pt>
                <c:pt idx="1326">
                  <c:v>#N/A</c:v>
                </c:pt>
                <c:pt idx="1327">
                  <c:v>#N/A</c:v>
                </c:pt>
                <c:pt idx="1328">
                  <c:v>#N/A</c:v>
                </c:pt>
                <c:pt idx="1329">
                  <c:v>#N/A</c:v>
                </c:pt>
                <c:pt idx="1330">
                  <c:v>#N/A</c:v>
                </c:pt>
              </c:numCache>
            </c:numRef>
          </c:val>
          <c:smooth val="0"/>
          <c:extLst>
            <c:ext xmlns:c16="http://schemas.microsoft.com/office/drawing/2014/chart" uri="{C3380CC4-5D6E-409C-BE32-E72D297353CC}">
              <c16:uniqueId val="{00000001-34FD-478D-86BA-7D9E5814E2EB}"/>
            </c:ext>
          </c:extLst>
        </c:ser>
        <c:ser>
          <c:idx val="2"/>
          <c:order val="2"/>
          <c:tx>
            <c:strRef>
              <c:f>SPX_UST!$AJ$7</c:f>
              <c:strCache>
                <c:ptCount val="1"/>
                <c:pt idx="0">
                  <c:v>MSCI Eurozone</c:v>
                </c:pt>
              </c:strCache>
            </c:strRef>
          </c:tx>
          <c:spPr>
            <a:ln w="28575">
              <a:solidFill>
                <a:srgbClr val="92D050"/>
              </a:solidFill>
            </a:ln>
          </c:spPr>
          <c:marker>
            <c:symbol val="none"/>
          </c:marker>
          <c:cat>
            <c:numRef>
              <c:f>SPX_UST!$AG$1275:$AG$4055</c:f>
              <c:numCache>
                <c:formatCode>m/d/yyyy</c:formatCode>
                <c:ptCount val="2781"/>
                <c:pt idx="0">
                  <c:v>44561</c:v>
                </c:pt>
                <c:pt idx="1">
                  <c:v>44564</c:v>
                </c:pt>
                <c:pt idx="2">
                  <c:v>44565</c:v>
                </c:pt>
                <c:pt idx="3">
                  <c:v>44566</c:v>
                </c:pt>
                <c:pt idx="4">
                  <c:v>44567</c:v>
                </c:pt>
                <c:pt idx="5">
                  <c:v>44568</c:v>
                </c:pt>
                <c:pt idx="6">
                  <c:v>44571</c:v>
                </c:pt>
                <c:pt idx="7">
                  <c:v>44572</c:v>
                </c:pt>
                <c:pt idx="8">
                  <c:v>44573</c:v>
                </c:pt>
                <c:pt idx="9">
                  <c:v>44574</c:v>
                </c:pt>
                <c:pt idx="10">
                  <c:v>44575</c:v>
                </c:pt>
                <c:pt idx="11">
                  <c:v>44579</c:v>
                </c:pt>
                <c:pt idx="12">
                  <c:v>44580</c:v>
                </c:pt>
                <c:pt idx="13">
                  <c:v>44581</c:v>
                </c:pt>
                <c:pt idx="14">
                  <c:v>44582</c:v>
                </c:pt>
                <c:pt idx="15">
                  <c:v>44585</c:v>
                </c:pt>
                <c:pt idx="16">
                  <c:v>44586</c:v>
                </c:pt>
                <c:pt idx="17">
                  <c:v>44587</c:v>
                </c:pt>
                <c:pt idx="18">
                  <c:v>44588</c:v>
                </c:pt>
                <c:pt idx="19">
                  <c:v>44589</c:v>
                </c:pt>
                <c:pt idx="20">
                  <c:v>44592</c:v>
                </c:pt>
                <c:pt idx="21">
                  <c:v>44593</c:v>
                </c:pt>
                <c:pt idx="22">
                  <c:v>44594</c:v>
                </c:pt>
                <c:pt idx="23">
                  <c:v>44595</c:v>
                </c:pt>
                <c:pt idx="24">
                  <c:v>44596</c:v>
                </c:pt>
                <c:pt idx="25">
                  <c:v>44599</c:v>
                </c:pt>
                <c:pt idx="26">
                  <c:v>44600</c:v>
                </c:pt>
                <c:pt idx="27">
                  <c:v>44601</c:v>
                </c:pt>
                <c:pt idx="28">
                  <c:v>44602</c:v>
                </c:pt>
                <c:pt idx="29">
                  <c:v>44603</c:v>
                </c:pt>
                <c:pt idx="30">
                  <c:v>44606</c:v>
                </c:pt>
                <c:pt idx="31">
                  <c:v>44607</c:v>
                </c:pt>
                <c:pt idx="32">
                  <c:v>44608</c:v>
                </c:pt>
                <c:pt idx="33">
                  <c:v>44609</c:v>
                </c:pt>
                <c:pt idx="34">
                  <c:v>44610</c:v>
                </c:pt>
                <c:pt idx="35">
                  <c:v>44614</c:v>
                </c:pt>
                <c:pt idx="36">
                  <c:v>44615</c:v>
                </c:pt>
                <c:pt idx="37">
                  <c:v>44616</c:v>
                </c:pt>
                <c:pt idx="38">
                  <c:v>44617</c:v>
                </c:pt>
                <c:pt idx="39">
                  <c:v>44620</c:v>
                </c:pt>
                <c:pt idx="40">
                  <c:v>44621</c:v>
                </c:pt>
                <c:pt idx="41">
                  <c:v>44622</c:v>
                </c:pt>
                <c:pt idx="42">
                  <c:v>44623</c:v>
                </c:pt>
                <c:pt idx="43">
                  <c:v>44624</c:v>
                </c:pt>
                <c:pt idx="44">
                  <c:v>44627</c:v>
                </c:pt>
                <c:pt idx="45">
                  <c:v>44628</c:v>
                </c:pt>
                <c:pt idx="46">
                  <c:v>44629</c:v>
                </c:pt>
                <c:pt idx="47">
                  <c:v>44630</c:v>
                </c:pt>
                <c:pt idx="48">
                  <c:v>44631</c:v>
                </c:pt>
                <c:pt idx="49">
                  <c:v>44634</c:v>
                </c:pt>
                <c:pt idx="50">
                  <c:v>44635</c:v>
                </c:pt>
                <c:pt idx="51">
                  <c:v>44636</c:v>
                </c:pt>
                <c:pt idx="52">
                  <c:v>44637</c:v>
                </c:pt>
                <c:pt idx="53">
                  <c:v>44638</c:v>
                </c:pt>
                <c:pt idx="54">
                  <c:v>44641</c:v>
                </c:pt>
                <c:pt idx="55">
                  <c:v>44642</c:v>
                </c:pt>
                <c:pt idx="56">
                  <c:v>44643</c:v>
                </c:pt>
                <c:pt idx="57">
                  <c:v>44644</c:v>
                </c:pt>
                <c:pt idx="58">
                  <c:v>44645</c:v>
                </c:pt>
                <c:pt idx="59">
                  <c:v>44648</c:v>
                </c:pt>
                <c:pt idx="60">
                  <c:v>44649</c:v>
                </c:pt>
                <c:pt idx="61">
                  <c:v>44650</c:v>
                </c:pt>
                <c:pt idx="62">
                  <c:v>44651</c:v>
                </c:pt>
                <c:pt idx="63">
                  <c:v>44652</c:v>
                </c:pt>
                <c:pt idx="64">
                  <c:v>44655</c:v>
                </c:pt>
                <c:pt idx="65">
                  <c:v>44656</c:v>
                </c:pt>
                <c:pt idx="66">
                  <c:v>44657</c:v>
                </c:pt>
                <c:pt idx="67">
                  <c:v>44658</c:v>
                </c:pt>
                <c:pt idx="68">
                  <c:v>44659</c:v>
                </c:pt>
                <c:pt idx="69">
                  <c:v>44662</c:v>
                </c:pt>
                <c:pt idx="70">
                  <c:v>44663</c:v>
                </c:pt>
                <c:pt idx="71">
                  <c:v>44664</c:v>
                </c:pt>
                <c:pt idx="72">
                  <c:v>44665</c:v>
                </c:pt>
                <c:pt idx="73">
                  <c:v>44669</c:v>
                </c:pt>
                <c:pt idx="74">
                  <c:v>44670</c:v>
                </c:pt>
                <c:pt idx="75">
                  <c:v>44671</c:v>
                </c:pt>
                <c:pt idx="76">
                  <c:v>44672</c:v>
                </c:pt>
                <c:pt idx="77">
                  <c:v>44673</c:v>
                </c:pt>
                <c:pt idx="78">
                  <c:v>44676</c:v>
                </c:pt>
                <c:pt idx="79">
                  <c:v>44677</c:v>
                </c:pt>
                <c:pt idx="80">
                  <c:v>44678</c:v>
                </c:pt>
                <c:pt idx="81">
                  <c:v>44679</c:v>
                </c:pt>
                <c:pt idx="82">
                  <c:v>44680</c:v>
                </c:pt>
                <c:pt idx="83">
                  <c:v>44683</c:v>
                </c:pt>
                <c:pt idx="84">
                  <c:v>44684</c:v>
                </c:pt>
                <c:pt idx="85">
                  <c:v>44685</c:v>
                </c:pt>
                <c:pt idx="86">
                  <c:v>44686</c:v>
                </c:pt>
                <c:pt idx="87">
                  <c:v>44687</c:v>
                </c:pt>
                <c:pt idx="88">
                  <c:v>44690</c:v>
                </c:pt>
                <c:pt idx="89">
                  <c:v>44691</c:v>
                </c:pt>
                <c:pt idx="90">
                  <c:v>44692</c:v>
                </c:pt>
                <c:pt idx="91">
                  <c:v>44693</c:v>
                </c:pt>
                <c:pt idx="92">
                  <c:v>44694</c:v>
                </c:pt>
                <c:pt idx="93">
                  <c:v>44697</c:v>
                </c:pt>
                <c:pt idx="94">
                  <c:v>44698</c:v>
                </c:pt>
                <c:pt idx="95">
                  <c:v>44699</c:v>
                </c:pt>
                <c:pt idx="96">
                  <c:v>44700</c:v>
                </c:pt>
                <c:pt idx="97">
                  <c:v>44701</c:v>
                </c:pt>
                <c:pt idx="98">
                  <c:v>44704</c:v>
                </c:pt>
                <c:pt idx="99">
                  <c:v>44705</c:v>
                </c:pt>
                <c:pt idx="100">
                  <c:v>44706</c:v>
                </c:pt>
                <c:pt idx="101">
                  <c:v>44707</c:v>
                </c:pt>
                <c:pt idx="102">
                  <c:v>44708</c:v>
                </c:pt>
                <c:pt idx="103">
                  <c:v>44712</c:v>
                </c:pt>
                <c:pt idx="104">
                  <c:v>44713</c:v>
                </c:pt>
                <c:pt idx="105">
                  <c:v>44714</c:v>
                </c:pt>
                <c:pt idx="106">
                  <c:v>44715</c:v>
                </c:pt>
                <c:pt idx="107">
                  <c:v>44718</c:v>
                </c:pt>
                <c:pt idx="108">
                  <c:v>44719</c:v>
                </c:pt>
                <c:pt idx="109">
                  <c:v>44720</c:v>
                </c:pt>
                <c:pt idx="110">
                  <c:v>44721</c:v>
                </c:pt>
                <c:pt idx="111">
                  <c:v>44722</c:v>
                </c:pt>
                <c:pt idx="112">
                  <c:v>44725</c:v>
                </c:pt>
                <c:pt idx="113">
                  <c:v>44726</c:v>
                </c:pt>
                <c:pt idx="114">
                  <c:v>44727</c:v>
                </c:pt>
                <c:pt idx="115">
                  <c:v>44728</c:v>
                </c:pt>
                <c:pt idx="116">
                  <c:v>44729</c:v>
                </c:pt>
                <c:pt idx="117">
                  <c:v>44733</c:v>
                </c:pt>
                <c:pt idx="118">
                  <c:v>44734</c:v>
                </c:pt>
                <c:pt idx="119">
                  <c:v>44735</c:v>
                </c:pt>
                <c:pt idx="120">
                  <c:v>44736</c:v>
                </c:pt>
                <c:pt idx="121">
                  <c:v>44739</c:v>
                </c:pt>
                <c:pt idx="122">
                  <c:v>44740</c:v>
                </c:pt>
                <c:pt idx="123">
                  <c:v>44741</c:v>
                </c:pt>
                <c:pt idx="124">
                  <c:v>44742</c:v>
                </c:pt>
                <c:pt idx="125">
                  <c:v>44743</c:v>
                </c:pt>
                <c:pt idx="126">
                  <c:v>44747</c:v>
                </c:pt>
                <c:pt idx="127">
                  <c:v>44748</c:v>
                </c:pt>
                <c:pt idx="128">
                  <c:v>44749</c:v>
                </c:pt>
                <c:pt idx="129">
                  <c:v>44750</c:v>
                </c:pt>
                <c:pt idx="130">
                  <c:v>44753</c:v>
                </c:pt>
                <c:pt idx="131">
                  <c:v>44754</c:v>
                </c:pt>
                <c:pt idx="132">
                  <c:v>44755</c:v>
                </c:pt>
                <c:pt idx="133">
                  <c:v>44756</c:v>
                </c:pt>
                <c:pt idx="134">
                  <c:v>44757</c:v>
                </c:pt>
                <c:pt idx="135">
                  <c:v>44760</c:v>
                </c:pt>
                <c:pt idx="136">
                  <c:v>44761</c:v>
                </c:pt>
                <c:pt idx="137">
                  <c:v>44762</c:v>
                </c:pt>
                <c:pt idx="138">
                  <c:v>44763</c:v>
                </c:pt>
                <c:pt idx="139">
                  <c:v>44764</c:v>
                </c:pt>
                <c:pt idx="140">
                  <c:v>44767</c:v>
                </c:pt>
                <c:pt idx="141">
                  <c:v>44768</c:v>
                </c:pt>
                <c:pt idx="142">
                  <c:v>44769</c:v>
                </c:pt>
                <c:pt idx="143">
                  <c:v>44770</c:v>
                </c:pt>
                <c:pt idx="144">
                  <c:v>44771</c:v>
                </c:pt>
                <c:pt idx="145">
                  <c:v>44774</c:v>
                </c:pt>
                <c:pt idx="146">
                  <c:v>44775</c:v>
                </c:pt>
                <c:pt idx="147">
                  <c:v>44776</c:v>
                </c:pt>
                <c:pt idx="148">
                  <c:v>44777</c:v>
                </c:pt>
                <c:pt idx="149">
                  <c:v>44778</c:v>
                </c:pt>
                <c:pt idx="150">
                  <c:v>44781</c:v>
                </c:pt>
                <c:pt idx="151">
                  <c:v>44782</c:v>
                </c:pt>
                <c:pt idx="152">
                  <c:v>44783</c:v>
                </c:pt>
                <c:pt idx="153">
                  <c:v>44784</c:v>
                </c:pt>
                <c:pt idx="154">
                  <c:v>44785</c:v>
                </c:pt>
                <c:pt idx="155">
                  <c:v>44788</c:v>
                </c:pt>
                <c:pt idx="156">
                  <c:v>44789</c:v>
                </c:pt>
                <c:pt idx="157">
                  <c:v>44790</c:v>
                </c:pt>
                <c:pt idx="158">
                  <c:v>44791</c:v>
                </c:pt>
                <c:pt idx="159">
                  <c:v>44792</c:v>
                </c:pt>
                <c:pt idx="160">
                  <c:v>44795</c:v>
                </c:pt>
                <c:pt idx="161">
                  <c:v>44796</c:v>
                </c:pt>
                <c:pt idx="162">
                  <c:v>44797</c:v>
                </c:pt>
                <c:pt idx="163">
                  <c:v>44798</c:v>
                </c:pt>
                <c:pt idx="164">
                  <c:v>44799</c:v>
                </c:pt>
                <c:pt idx="165">
                  <c:v>44802</c:v>
                </c:pt>
                <c:pt idx="166">
                  <c:v>44803</c:v>
                </c:pt>
                <c:pt idx="167">
                  <c:v>44804</c:v>
                </c:pt>
                <c:pt idx="168">
                  <c:v>44805</c:v>
                </c:pt>
                <c:pt idx="169">
                  <c:v>44806</c:v>
                </c:pt>
                <c:pt idx="170">
                  <c:v>44810</c:v>
                </c:pt>
                <c:pt idx="171">
                  <c:v>44811</c:v>
                </c:pt>
                <c:pt idx="172">
                  <c:v>44812</c:v>
                </c:pt>
                <c:pt idx="173">
                  <c:v>44813</c:v>
                </c:pt>
                <c:pt idx="174">
                  <c:v>44816</c:v>
                </c:pt>
                <c:pt idx="175">
                  <c:v>44817</c:v>
                </c:pt>
                <c:pt idx="176">
                  <c:v>44818</c:v>
                </c:pt>
                <c:pt idx="177">
                  <c:v>44819</c:v>
                </c:pt>
                <c:pt idx="178">
                  <c:v>44820</c:v>
                </c:pt>
                <c:pt idx="179">
                  <c:v>44823</c:v>
                </c:pt>
                <c:pt idx="180">
                  <c:v>44824</c:v>
                </c:pt>
                <c:pt idx="181">
                  <c:v>44825</c:v>
                </c:pt>
                <c:pt idx="182">
                  <c:v>44826</c:v>
                </c:pt>
                <c:pt idx="183">
                  <c:v>44827</c:v>
                </c:pt>
                <c:pt idx="184">
                  <c:v>44830</c:v>
                </c:pt>
                <c:pt idx="185">
                  <c:v>44831</c:v>
                </c:pt>
                <c:pt idx="186">
                  <c:v>44832</c:v>
                </c:pt>
                <c:pt idx="187">
                  <c:v>44833</c:v>
                </c:pt>
                <c:pt idx="188">
                  <c:v>44834</c:v>
                </c:pt>
                <c:pt idx="189">
                  <c:v>44837</c:v>
                </c:pt>
                <c:pt idx="190">
                  <c:v>44838</c:v>
                </c:pt>
                <c:pt idx="191">
                  <c:v>44839</c:v>
                </c:pt>
                <c:pt idx="192">
                  <c:v>44840</c:v>
                </c:pt>
                <c:pt idx="193">
                  <c:v>44841</c:v>
                </c:pt>
                <c:pt idx="194">
                  <c:v>44844</c:v>
                </c:pt>
                <c:pt idx="195">
                  <c:v>44845</c:v>
                </c:pt>
                <c:pt idx="196">
                  <c:v>44846</c:v>
                </c:pt>
                <c:pt idx="197">
                  <c:v>44847</c:v>
                </c:pt>
                <c:pt idx="198">
                  <c:v>44848</c:v>
                </c:pt>
                <c:pt idx="199">
                  <c:v>44851</c:v>
                </c:pt>
                <c:pt idx="200">
                  <c:v>44852</c:v>
                </c:pt>
                <c:pt idx="201">
                  <c:v>44853</c:v>
                </c:pt>
                <c:pt idx="202">
                  <c:v>44854</c:v>
                </c:pt>
                <c:pt idx="203">
                  <c:v>44855</c:v>
                </c:pt>
                <c:pt idx="204">
                  <c:v>44858</c:v>
                </c:pt>
                <c:pt idx="205">
                  <c:v>44859</c:v>
                </c:pt>
                <c:pt idx="206">
                  <c:v>44860</c:v>
                </c:pt>
                <c:pt idx="207">
                  <c:v>44861</c:v>
                </c:pt>
                <c:pt idx="208">
                  <c:v>44862</c:v>
                </c:pt>
                <c:pt idx="209">
                  <c:v>44865</c:v>
                </c:pt>
                <c:pt idx="210">
                  <c:v>44866</c:v>
                </c:pt>
                <c:pt idx="211">
                  <c:v>44867</c:v>
                </c:pt>
                <c:pt idx="212">
                  <c:v>44868</c:v>
                </c:pt>
                <c:pt idx="213">
                  <c:v>44869</c:v>
                </c:pt>
                <c:pt idx="214">
                  <c:v>44872</c:v>
                </c:pt>
                <c:pt idx="215">
                  <c:v>44873</c:v>
                </c:pt>
                <c:pt idx="216">
                  <c:v>44874</c:v>
                </c:pt>
                <c:pt idx="217">
                  <c:v>44875</c:v>
                </c:pt>
                <c:pt idx="218">
                  <c:v>44876</c:v>
                </c:pt>
                <c:pt idx="219">
                  <c:v>44879</c:v>
                </c:pt>
                <c:pt idx="220">
                  <c:v>44880</c:v>
                </c:pt>
                <c:pt idx="221">
                  <c:v>44881</c:v>
                </c:pt>
                <c:pt idx="222">
                  <c:v>44882</c:v>
                </c:pt>
                <c:pt idx="223">
                  <c:v>44883</c:v>
                </c:pt>
                <c:pt idx="224">
                  <c:v>44886</c:v>
                </c:pt>
                <c:pt idx="225">
                  <c:v>44887</c:v>
                </c:pt>
                <c:pt idx="226">
                  <c:v>44888</c:v>
                </c:pt>
                <c:pt idx="227">
                  <c:v>44890</c:v>
                </c:pt>
                <c:pt idx="228">
                  <c:v>44893</c:v>
                </c:pt>
                <c:pt idx="229">
                  <c:v>44894</c:v>
                </c:pt>
                <c:pt idx="230">
                  <c:v>44895</c:v>
                </c:pt>
                <c:pt idx="231">
                  <c:v>44896</c:v>
                </c:pt>
                <c:pt idx="232">
                  <c:v>44897</c:v>
                </c:pt>
                <c:pt idx="233">
                  <c:v>44900</c:v>
                </c:pt>
                <c:pt idx="234">
                  <c:v>44901</c:v>
                </c:pt>
                <c:pt idx="235">
                  <c:v>44902</c:v>
                </c:pt>
                <c:pt idx="236">
                  <c:v>44903</c:v>
                </c:pt>
                <c:pt idx="237">
                  <c:v>44904</c:v>
                </c:pt>
                <c:pt idx="238">
                  <c:v>44907</c:v>
                </c:pt>
                <c:pt idx="239">
                  <c:v>44908</c:v>
                </c:pt>
                <c:pt idx="240">
                  <c:v>44909</c:v>
                </c:pt>
                <c:pt idx="241">
                  <c:v>44910</c:v>
                </c:pt>
                <c:pt idx="242">
                  <c:v>44911</c:v>
                </c:pt>
                <c:pt idx="243">
                  <c:v>44914</c:v>
                </c:pt>
                <c:pt idx="244">
                  <c:v>44915</c:v>
                </c:pt>
                <c:pt idx="245">
                  <c:v>44916</c:v>
                </c:pt>
                <c:pt idx="246">
                  <c:v>44917</c:v>
                </c:pt>
                <c:pt idx="247">
                  <c:v>44918</c:v>
                </c:pt>
                <c:pt idx="248">
                  <c:v>44922</c:v>
                </c:pt>
                <c:pt idx="249">
                  <c:v>44923</c:v>
                </c:pt>
                <c:pt idx="250">
                  <c:v>44924</c:v>
                </c:pt>
                <c:pt idx="251">
                  <c:v>44925</c:v>
                </c:pt>
                <c:pt idx="252">
                  <c:v>44929</c:v>
                </c:pt>
                <c:pt idx="253">
                  <c:v>44930</c:v>
                </c:pt>
                <c:pt idx="254">
                  <c:v>44931</c:v>
                </c:pt>
                <c:pt idx="255">
                  <c:v>44932</c:v>
                </c:pt>
                <c:pt idx="256">
                  <c:v>44935</c:v>
                </c:pt>
                <c:pt idx="257">
                  <c:v>44936</c:v>
                </c:pt>
                <c:pt idx="258">
                  <c:v>44937</c:v>
                </c:pt>
                <c:pt idx="259">
                  <c:v>44938</c:v>
                </c:pt>
                <c:pt idx="260">
                  <c:v>44939</c:v>
                </c:pt>
                <c:pt idx="261">
                  <c:v>44943</c:v>
                </c:pt>
                <c:pt idx="262">
                  <c:v>44944</c:v>
                </c:pt>
                <c:pt idx="263">
                  <c:v>44945</c:v>
                </c:pt>
                <c:pt idx="264">
                  <c:v>44946</c:v>
                </c:pt>
                <c:pt idx="265">
                  <c:v>44949</c:v>
                </c:pt>
                <c:pt idx="266">
                  <c:v>44950</c:v>
                </c:pt>
                <c:pt idx="267">
                  <c:v>44951</c:v>
                </c:pt>
                <c:pt idx="268">
                  <c:v>44952</c:v>
                </c:pt>
                <c:pt idx="269">
                  <c:v>44953</c:v>
                </c:pt>
                <c:pt idx="270">
                  <c:v>44956</c:v>
                </c:pt>
                <c:pt idx="271">
                  <c:v>44957</c:v>
                </c:pt>
                <c:pt idx="272">
                  <c:v>44958</c:v>
                </c:pt>
                <c:pt idx="273">
                  <c:v>44959</c:v>
                </c:pt>
                <c:pt idx="274">
                  <c:v>44960</c:v>
                </c:pt>
                <c:pt idx="275">
                  <c:v>44963</c:v>
                </c:pt>
                <c:pt idx="276">
                  <c:v>44964</c:v>
                </c:pt>
                <c:pt idx="277">
                  <c:v>44965</c:v>
                </c:pt>
                <c:pt idx="278">
                  <c:v>44966</c:v>
                </c:pt>
                <c:pt idx="279">
                  <c:v>44967</c:v>
                </c:pt>
                <c:pt idx="280">
                  <c:v>44970</c:v>
                </c:pt>
                <c:pt idx="281">
                  <c:v>44971</c:v>
                </c:pt>
                <c:pt idx="282">
                  <c:v>44972</c:v>
                </c:pt>
                <c:pt idx="283">
                  <c:v>44973</c:v>
                </c:pt>
                <c:pt idx="284">
                  <c:v>44974</c:v>
                </c:pt>
                <c:pt idx="285">
                  <c:v>44978</c:v>
                </c:pt>
                <c:pt idx="286">
                  <c:v>44979</c:v>
                </c:pt>
                <c:pt idx="287">
                  <c:v>44980</c:v>
                </c:pt>
                <c:pt idx="288">
                  <c:v>44981</c:v>
                </c:pt>
                <c:pt idx="289">
                  <c:v>44984</c:v>
                </c:pt>
                <c:pt idx="290">
                  <c:v>44985</c:v>
                </c:pt>
                <c:pt idx="291">
                  <c:v>44986</c:v>
                </c:pt>
                <c:pt idx="292">
                  <c:v>44987</c:v>
                </c:pt>
                <c:pt idx="293">
                  <c:v>44988</c:v>
                </c:pt>
                <c:pt idx="294">
                  <c:v>44991</c:v>
                </c:pt>
                <c:pt idx="295">
                  <c:v>44992</c:v>
                </c:pt>
                <c:pt idx="296">
                  <c:v>44993</c:v>
                </c:pt>
                <c:pt idx="297">
                  <c:v>44994</c:v>
                </c:pt>
                <c:pt idx="298">
                  <c:v>44995</c:v>
                </c:pt>
                <c:pt idx="299">
                  <c:v>44998</c:v>
                </c:pt>
                <c:pt idx="300">
                  <c:v>44999</c:v>
                </c:pt>
                <c:pt idx="301">
                  <c:v>45000</c:v>
                </c:pt>
                <c:pt idx="302">
                  <c:v>45001</c:v>
                </c:pt>
                <c:pt idx="303">
                  <c:v>45002</c:v>
                </c:pt>
                <c:pt idx="304">
                  <c:v>45005</c:v>
                </c:pt>
                <c:pt idx="305">
                  <c:v>45006</c:v>
                </c:pt>
                <c:pt idx="306">
                  <c:v>45007</c:v>
                </c:pt>
                <c:pt idx="307">
                  <c:v>45008</c:v>
                </c:pt>
                <c:pt idx="308">
                  <c:v>45009</c:v>
                </c:pt>
                <c:pt idx="309">
                  <c:v>45012</c:v>
                </c:pt>
                <c:pt idx="310">
                  <c:v>45013</c:v>
                </c:pt>
                <c:pt idx="311">
                  <c:v>45014</c:v>
                </c:pt>
                <c:pt idx="312">
                  <c:v>45015</c:v>
                </c:pt>
                <c:pt idx="313">
                  <c:v>45016</c:v>
                </c:pt>
                <c:pt idx="314">
                  <c:v>45019</c:v>
                </c:pt>
                <c:pt idx="315">
                  <c:v>45020</c:v>
                </c:pt>
                <c:pt idx="316">
                  <c:v>45021</c:v>
                </c:pt>
                <c:pt idx="317">
                  <c:v>45022</c:v>
                </c:pt>
                <c:pt idx="318">
                  <c:v>45026</c:v>
                </c:pt>
                <c:pt idx="319">
                  <c:v>45027</c:v>
                </c:pt>
                <c:pt idx="320">
                  <c:v>45028</c:v>
                </c:pt>
                <c:pt idx="321">
                  <c:v>45029</c:v>
                </c:pt>
                <c:pt idx="322">
                  <c:v>45030</c:v>
                </c:pt>
                <c:pt idx="323">
                  <c:v>45033</c:v>
                </c:pt>
                <c:pt idx="324">
                  <c:v>45034</c:v>
                </c:pt>
                <c:pt idx="325">
                  <c:v>45035</c:v>
                </c:pt>
                <c:pt idx="326">
                  <c:v>45036</c:v>
                </c:pt>
                <c:pt idx="327">
                  <c:v>45037</c:v>
                </c:pt>
                <c:pt idx="328">
                  <c:v>45040</c:v>
                </c:pt>
                <c:pt idx="329">
                  <c:v>45041</c:v>
                </c:pt>
                <c:pt idx="330">
                  <c:v>45042</c:v>
                </c:pt>
                <c:pt idx="331">
                  <c:v>45043</c:v>
                </c:pt>
                <c:pt idx="332">
                  <c:v>45044</c:v>
                </c:pt>
                <c:pt idx="333">
                  <c:v>45047</c:v>
                </c:pt>
                <c:pt idx="334">
                  <c:v>45048</c:v>
                </c:pt>
                <c:pt idx="335">
                  <c:v>45049</c:v>
                </c:pt>
                <c:pt idx="336">
                  <c:v>45050</c:v>
                </c:pt>
                <c:pt idx="337">
                  <c:v>45051</c:v>
                </c:pt>
                <c:pt idx="338">
                  <c:v>45054</c:v>
                </c:pt>
                <c:pt idx="339">
                  <c:v>45055</c:v>
                </c:pt>
                <c:pt idx="340">
                  <c:v>45056</c:v>
                </c:pt>
                <c:pt idx="341">
                  <c:v>45057</c:v>
                </c:pt>
                <c:pt idx="342">
                  <c:v>45058</c:v>
                </c:pt>
                <c:pt idx="343">
                  <c:v>45061</c:v>
                </c:pt>
                <c:pt idx="344">
                  <c:v>45062</c:v>
                </c:pt>
                <c:pt idx="345">
                  <c:v>45063</c:v>
                </c:pt>
                <c:pt idx="346">
                  <c:v>45064</c:v>
                </c:pt>
                <c:pt idx="347">
                  <c:v>45065</c:v>
                </c:pt>
                <c:pt idx="348">
                  <c:v>45068</c:v>
                </c:pt>
                <c:pt idx="349">
                  <c:v>45069</c:v>
                </c:pt>
                <c:pt idx="350">
                  <c:v>45070</c:v>
                </c:pt>
                <c:pt idx="351">
                  <c:v>45071</c:v>
                </c:pt>
                <c:pt idx="352">
                  <c:v>45072</c:v>
                </c:pt>
                <c:pt idx="353">
                  <c:v>45076</c:v>
                </c:pt>
                <c:pt idx="354">
                  <c:v>45077</c:v>
                </c:pt>
                <c:pt idx="355">
                  <c:v>45078</c:v>
                </c:pt>
                <c:pt idx="356">
                  <c:v>45079</c:v>
                </c:pt>
                <c:pt idx="357">
                  <c:v>45082</c:v>
                </c:pt>
                <c:pt idx="358">
                  <c:v>45083</c:v>
                </c:pt>
                <c:pt idx="359">
                  <c:v>45084</c:v>
                </c:pt>
                <c:pt idx="360">
                  <c:v>45085</c:v>
                </c:pt>
                <c:pt idx="361">
                  <c:v>45086</c:v>
                </c:pt>
                <c:pt idx="362">
                  <c:v>45089</c:v>
                </c:pt>
                <c:pt idx="363">
                  <c:v>45090</c:v>
                </c:pt>
                <c:pt idx="364">
                  <c:v>45091</c:v>
                </c:pt>
                <c:pt idx="365">
                  <c:v>45092</c:v>
                </c:pt>
                <c:pt idx="366">
                  <c:v>45093</c:v>
                </c:pt>
                <c:pt idx="367">
                  <c:v>45097</c:v>
                </c:pt>
                <c:pt idx="368">
                  <c:v>45098</c:v>
                </c:pt>
                <c:pt idx="369">
                  <c:v>45099</c:v>
                </c:pt>
                <c:pt idx="370">
                  <c:v>45100</c:v>
                </c:pt>
                <c:pt idx="371">
                  <c:v>45103</c:v>
                </c:pt>
                <c:pt idx="372">
                  <c:v>45104</c:v>
                </c:pt>
                <c:pt idx="373">
                  <c:v>45105</c:v>
                </c:pt>
                <c:pt idx="374">
                  <c:v>45106</c:v>
                </c:pt>
                <c:pt idx="375">
                  <c:v>45107</c:v>
                </c:pt>
                <c:pt idx="376">
                  <c:v>45110</c:v>
                </c:pt>
                <c:pt idx="377">
                  <c:v>45112</c:v>
                </c:pt>
                <c:pt idx="378">
                  <c:v>45113</c:v>
                </c:pt>
                <c:pt idx="379">
                  <c:v>45114</c:v>
                </c:pt>
                <c:pt idx="380">
                  <c:v>45117</c:v>
                </c:pt>
                <c:pt idx="381">
                  <c:v>45118</c:v>
                </c:pt>
                <c:pt idx="382">
                  <c:v>45119</c:v>
                </c:pt>
                <c:pt idx="383">
                  <c:v>45120</c:v>
                </c:pt>
                <c:pt idx="384">
                  <c:v>45121</c:v>
                </c:pt>
                <c:pt idx="385">
                  <c:v>45124</c:v>
                </c:pt>
                <c:pt idx="386">
                  <c:v>45125</c:v>
                </c:pt>
                <c:pt idx="387">
                  <c:v>45126</c:v>
                </c:pt>
                <c:pt idx="388">
                  <c:v>45127</c:v>
                </c:pt>
                <c:pt idx="389">
                  <c:v>45128</c:v>
                </c:pt>
                <c:pt idx="390">
                  <c:v>45131</c:v>
                </c:pt>
                <c:pt idx="391">
                  <c:v>45132</c:v>
                </c:pt>
                <c:pt idx="392">
                  <c:v>45133</c:v>
                </c:pt>
                <c:pt idx="393">
                  <c:v>45134</c:v>
                </c:pt>
                <c:pt idx="394">
                  <c:v>45135</c:v>
                </c:pt>
                <c:pt idx="395">
                  <c:v>45138</c:v>
                </c:pt>
                <c:pt idx="396">
                  <c:v>45139</c:v>
                </c:pt>
                <c:pt idx="397">
                  <c:v>45140</c:v>
                </c:pt>
                <c:pt idx="398">
                  <c:v>45141</c:v>
                </c:pt>
                <c:pt idx="399">
                  <c:v>45142</c:v>
                </c:pt>
                <c:pt idx="400">
                  <c:v>45145</c:v>
                </c:pt>
                <c:pt idx="401">
                  <c:v>45146</c:v>
                </c:pt>
                <c:pt idx="402">
                  <c:v>45147</c:v>
                </c:pt>
                <c:pt idx="403">
                  <c:v>45148</c:v>
                </c:pt>
                <c:pt idx="404">
                  <c:v>45149</c:v>
                </c:pt>
                <c:pt idx="405">
                  <c:v>45152</c:v>
                </c:pt>
                <c:pt idx="406">
                  <c:v>45153</c:v>
                </c:pt>
                <c:pt idx="407">
                  <c:v>45154</c:v>
                </c:pt>
                <c:pt idx="408">
                  <c:v>45155</c:v>
                </c:pt>
                <c:pt idx="409">
                  <c:v>45156</c:v>
                </c:pt>
                <c:pt idx="410">
                  <c:v>45159</c:v>
                </c:pt>
                <c:pt idx="411">
                  <c:v>45160</c:v>
                </c:pt>
                <c:pt idx="412">
                  <c:v>45161</c:v>
                </c:pt>
                <c:pt idx="413">
                  <c:v>45162</c:v>
                </c:pt>
                <c:pt idx="414">
                  <c:v>45163</c:v>
                </c:pt>
                <c:pt idx="415">
                  <c:v>45166</c:v>
                </c:pt>
                <c:pt idx="416">
                  <c:v>45167</c:v>
                </c:pt>
                <c:pt idx="417">
                  <c:v>45168</c:v>
                </c:pt>
                <c:pt idx="418">
                  <c:v>45169</c:v>
                </c:pt>
                <c:pt idx="419">
                  <c:v>45170</c:v>
                </c:pt>
                <c:pt idx="420">
                  <c:v>45174</c:v>
                </c:pt>
                <c:pt idx="421">
                  <c:v>45175</c:v>
                </c:pt>
                <c:pt idx="422">
                  <c:v>45176</c:v>
                </c:pt>
                <c:pt idx="423">
                  <c:v>45177</c:v>
                </c:pt>
                <c:pt idx="424">
                  <c:v>45180</c:v>
                </c:pt>
                <c:pt idx="425">
                  <c:v>45181</c:v>
                </c:pt>
                <c:pt idx="426">
                  <c:v>45182</c:v>
                </c:pt>
                <c:pt idx="427">
                  <c:v>45183</c:v>
                </c:pt>
                <c:pt idx="428">
                  <c:v>45184</c:v>
                </c:pt>
                <c:pt idx="429">
                  <c:v>45187</c:v>
                </c:pt>
                <c:pt idx="430">
                  <c:v>45188</c:v>
                </c:pt>
                <c:pt idx="431">
                  <c:v>45189</c:v>
                </c:pt>
                <c:pt idx="432">
                  <c:v>45190</c:v>
                </c:pt>
                <c:pt idx="433">
                  <c:v>45191</c:v>
                </c:pt>
                <c:pt idx="434">
                  <c:v>45194</c:v>
                </c:pt>
                <c:pt idx="435">
                  <c:v>45195</c:v>
                </c:pt>
                <c:pt idx="436">
                  <c:v>45196</c:v>
                </c:pt>
                <c:pt idx="437">
                  <c:v>45197</c:v>
                </c:pt>
                <c:pt idx="438">
                  <c:v>45198</c:v>
                </c:pt>
                <c:pt idx="439">
                  <c:v>45201</c:v>
                </c:pt>
                <c:pt idx="440">
                  <c:v>45202</c:v>
                </c:pt>
                <c:pt idx="441">
                  <c:v>45203</c:v>
                </c:pt>
                <c:pt idx="442">
                  <c:v>45204</c:v>
                </c:pt>
                <c:pt idx="443">
                  <c:v>45205</c:v>
                </c:pt>
                <c:pt idx="444">
                  <c:v>45208</c:v>
                </c:pt>
                <c:pt idx="445">
                  <c:v>45209</c:v>
                </c:pt>
                <c:pt idx="446">
                  <c:v>45210</c:v>
                </c:pt>
                <c:pt idx="447">
                  <c:v>45211</c:v>
                </c:pt>
                <c:pt idx="448">
                  <c:v>45212</c:v>
                </c:pt>
                <c:pt idx="449">
                  <c:v>45215</c:v>
                </c:pt>
                <c:pt idx="450">
                  <c:v>45216</c:v>
                </c:pt>
                <c:pt idx="451">
                  <c:v>45217</c:v>
                </c:pt>
                <c:pt idx="452">
                  <c:v>45218</c:v>
                </c:pt>
                <c:pt idx="453">
                  <c:v>45219</c:v>
                </c:pt>
                <c:pt idx="454">
                  <c:v>45222</c:v>
                </c:pt>
                <c:pt idx="455">
                  <c:v>45223</c:v>
                </c:pt>
                <c:pt idx="456">
                  <c:v>45224</c:v>
                </c:pt>
                <c:pt idx="457">
                  <c:v>45225</c:v>
                </c:pt>
                <c:pt idx="458">
                  <c:v>45226</c:v>
                </c:pt>
                <c:pt idx="459">
                  <c:v>45229</c:v>
                </c:pt>
                <c:pt idx="460">
                  <c:v>45230</c:v>
                </c:pt>
                <c:pt idx="461">
                  <c:v>45231</c:v>
                </c:pt>
                <c:pt idx="462">
                  <c:v>45232</c:v>
                </c:pt>
                <c:pt idx="463">
                  <c:v>45233</c:v>
                </c:pt>
                <c:pt idx="464">
                  <c:v>45236</c:v>
                </c:pt>
                <c:pt idx="465">
                  <c:v>45237</c:v>
                </c:pt>
                <c:pt idx="466">
                  <c:v>45238</c:v>
                </c:pt>
                <c:pt idx="467">
                  <c:v>45239</c:v>
                </c:pt>
                <c:pt idx="468">
                  <c:v>45240</c:v>
                </c:pt>
                <c:pt idx="469">
                  <c:v>45243</c:v>
                </c:pt>
                <c:pt idx="470">
                  <c:v>45244</c:v>
                </c:pt>
                <c:pt idx="471">
                  <c:v>45245</c:v>
                </c:pt>
                <c:pt idx="472">
                  <c:v>45246</c:v>
                </c:pt>
                <c:pt idx="473">
                  <c:v>45247</c:v>
                </c:pt>
                <c:pt idx="474">
                  <c:v>45250</c:v>
                </c:pt>
                <c:pt idx="475">
                  <c:v>45251</c:v>
                </c:pt>
                <c:pt idx="476">
                  <c:v>45252</c:v>
                </c:pt>
                <c:pt idx="477">
                  <c:v>45254</c:v>
                </c:pt>
                <c:pt idx="478">
                  <c:v>45257</c:v>
                </c:pt>
                <c:pt idx="479">
                  <c:v>45258</c:v>
                </c:pt>
                <c:pt idx="480">
                  <c:v>45259</c:v>
                </c:pt>
                <c:pt idx="481">
                  <c:v>45260</c:v>
                </c:pt>
                <c:pt idx="482">
                  <c:v>45261</c:v>
                </c:pt>
                <c:pt idx="483">
                  <c:v>45264</c:v>
                </c:pt>
                <c:pt idx="484">
                  <c:v>45265</c:v>
                </c:pt>
                <c:pt idx="485">
                  <c:v>45266</c:v>
                </c:pt>
                <c:pt idx="486">
                  <c:v>45267</c:v>
                </c:pt>
                <c:pt idx="487">
                  <c:v>45268</c:v>
                </c:pt>
                <c:pt idx="488">
                  <c:v>45271</c:v>
                </c:pt>
                <c:pt idx="489">
                  <c:v>45272</c:v>
                </c:pt>
                <c:pt idx="490">
                  <c:v>45273</c:v>
                </c:pt>
                <c:pt idx="491">
                  <c:v>45274</c:v>
                </c:pt>
                <c:pt idx="492">
                  <c:v>45275</c:v>
                </c:pt>
                <c:pt idx="493">
                  <c:v>45278</c:v>
                </c:pt>
                <c:pt idx="494">
                  <c:v>45279</c:v>
                </c:pt>
                <c:pt idx="495">
                  <c:v>45280</c:v>
                </c:pt>
                <c:pt idx="496">
                  <c:v>45281</c:v>
                </c:pt>
                <c:pt idx="497">
                  <c:v>45282</c:v>
                </c:pt>
                <c:pt idx="498">
                  <c:v>45286</c:v>
                </c:pt>
                <c:pt idx="499">
                  <c:v>45287</c:v>
                </c:pt>
                <c:pt idx="500">
                  <c:v>45288</c:v>
                </c:pt>
                <c:pt idx="501">
                  <c:v>45289</c:v>
                </c:pt>
                <c:pt idx="502">
                  <c:v>45293</c:v>
                </c:pt>
                <c:pt idx="503">
                  <c:v>45294</c:v>
                </c:pt>
                <c:pt idx="504">
                  <c:v>45295</c:v>
                </c:pt>
                <c:pt idx="505">
                  <c:v>45296</c:v>
                </c:pt>
                <c:pt idx="506">
                  <c:v>45299</c:v>
                </c:pt>
                <c:pt idx="507">
                  <c:v>45300</c:v>
                </c:pt>
                <c:pt idx="508">
                  <c:v>45301</c:v>
                </c:pt>
                <c:pt idx="509">
                  <c:v>45302</c:v>
                </c:pt>
                <c:pt idx="510">
                  <c:v>45303</c:v>
                </c:pt>
                <c:pt idx="511">
                  <c:v>45307</c:v>
                </c:pt>
                <c:pt idx="512">
                  <c:v>45308</c:v>
                </c:pt>
                <c:pt idx="513">
                  <c:v>45309</c:v>
                </c:pt>
                <c:pt idx="514">
                  <c:v>45310</c:v>
                </c:pt>
                <c:pt idx="515">
                  <c:v>45313</c:v>
                </c:pt>
                <c:pt idx="516">
                  <c:v>45314</c:v>
                </c:pt>
                <c:pt idx="517">
                  <c:v>45315</c:v>
                </c:pt>
                <c:pt idx="518">
                  <c:v>45316</c:v>
                </c:pt>
                <c:pt idx="519">
                  <c:v>45317</c:v>
                </c:pt>
                <c:pt idx="520">
                  <c:v>45320</c:v>
                </c:pt>
                <c:pt idx="521">
                  <c:v>45321</c:v>
                </c:pt>
                <c:pt idx="522">
                  <c:v>45322</c:v>
                </c:pt>
                <c:pt idx="523">
                  <c:v>45323</c:v>
                </c:pt>
                <c:pt idx="524">
                  <c:v>45324</c:v>
                </c:pt>
                <c:pt idx="525">
                  <c:v>45327</c:v>
                </c:pt>
                <c:pt idx="526">
                  <c:v>45328</c:v>
                </c:pt>
                <c:pt idx="527">
                  <c:v>45329</c:v>
                </c:pt>
                <c:pt idx="528">
                  <c:v>45330</c:v>
                </c:pt>
                <c:pt idx="529">
                  <c:v>45331</c:v>
                </c:pt>
                <c:pt idx="530">
                  <c:v>45334</c:v>
                </c:pt>
                <c:pt idx="531">
                  <c:v>45335</c:v>
                </c:pt>
                <c:pt idx="532">
                  <c:v>45336</c:v>
                </c:pt>
                <c:pt idx="533">
                  <c:v>45337</c:v>
                </c:pt>
                <c:pt idx="534">
                  <c:v>45338</c:v>
                </c:pt>
                <c:pt idx="535">
                  <c:v>45342</c:v>
                </c:pt>
                <c:pt idx="536">
                  <c:v>45343</c:v>
                </c:pt>
                <c:pt idx="537">
                  <c:v>45344</c:v>
                </c:pt>
                <c:pt idx="538">
                  <c:v>45345</c:v>
                </c:pt>
                <c:pt idx="539">
                  <c:v>45348</c:v>
                </c:pt>
                <c:pt idx="540">
                  <c:v>45349</c:v>
                </c:pt>
                <c:pt idx="541">
                  <c:v>45350</c:v>
                </c:pt>
                <c:pt idx="542">
                  <c:v>45351</c:v>
                </c:pt>
                <c:pt idx="543">
                  <c:v>45352</c:v>
                </c:pt>
                <c:pt idx="544">
                  <c:v>45355</c:v>
                </c:pt>
                <c:pt idx="545">
                  <c:v>45356</c:v>
                </c:pt>
                <c:pt idx="546">
                  <c:v>45357</c:v>
                </c:pt>
                <c:pt idx="547">
                  <c:v>45358</c:v>
                </c:pt>
                <c:pt idx="548">
                  <c:v>45359</c:v>
                </c:pt>
                <c:pt idx="549">
                  <c:v>45362</c:v>
                </c:pt>
                <c:pt idx="550">
                  <c:v>45363</c:v>
                </c:pt>
                <c:pt idx="551">
                  <c:v>45364</c:v>
                </c:pt>
                <c:pt idx="552">
                  <c:v>45365</c:v>
                </c:pt>
                <c:pt idx="553">
                  <c:v>45366</c:v>
                </c:pt>
                <c:pt idx="554">
                  <c:v>45369</c:v>
                </c:pt>
                <c:pt idx="555">
                  <c:v>45370</c:v>
                </c:pt>
                <c:pt idx="556">
                  <c:v>45371</c:v>
                </c:pt>
                <c:pt idx="557">
                  <c:v>45372</c:v>
                </c:pt>
                <c:pt idx="558">
                  <c:v>45373</c:v>
                </c:pt>
                <c:pt idx="559">
                  <c:v>45376</c:v>
                </c:pt>
                <c:pt idx="560">
                  <c:v>45377</c:v>
                </c:pt>
                <c:pt idx="561">
                  <c:v>45378</c:v>
                </c:pt>
                <c:pt idx="562">
                  <c:v>45379</c:v>
                </c:pt>
                <c:pt idx="563">
                  <c:v>45383</c:v>
                </c:pt>
                <c:pt idx="564">
                  <c:v>45384</c:v>
                </c:pt>
                <c:pt idx="565">
                  <c:v>45385</c:v>
                </c:pt>
                <c:pt idx="566">
                  <c:v>45386</c:v>
                </c:pt>
                <c:pt idx="567">
                  <c:v>45387</c:v>
                </c:pt>
                <c:pt idx="568">
                  <c:v>45390</c:v>
                </c:pt>
                <c:pt idx="569">
                  <c:v>45391</c:v>
                </c:pt>
                <c:pt idx="570">
                  <c:v>45392</c:v>
                </c:pt>
                <c:pt idx="571">
                  <c:v>45393</c:v>
                </c:pt>
                <c:pt idx="572">
                  <c:v>45394</c:v>
                </c:pt>
                <c:pt idx="573">
                  <c:v>45397</c:v>
                </c:pt>
                <c:pt idx="574">
                  <c:v>45398</c:v>
                </c:pt>
                <c:pt idx="575">
                  <c:v>45399</c:v>
                </c:pt>
                <c:pt idx="576">
                  <c:v>45400</c:v>
                </c:pt>
                <c:pt idx="577">
                  <c:v>45401</c:v>
                </c:pt>
                <c:pt idx="578">
                  <c:v>45404</c:v>
                </c:pt>
                <c:pt idx="579">
                  <c:v>45405</c:v>
                </c:pt>
                <c:pt idx="580">
                  <c:v>45406</c:v>
                </c:pt>
                <c:pt idx="581">
                  <c:v>45407</c:v>
                </c:pt>
                <c:pt idx="582">
                  <c:v>45408</c:v>
                </c:pt>
                <c:pt idx="583">
                  <c:v>45411</c:v>
                </c:pt>
                <c:pt idx="584">
                  <c:v>45412</c:v>
                </c:pt>
                <c:pt idx="585">
                  <c:v>45413</c:v>
                </c:pt>
                <c:pt idx="586">
                  <c:v>45414</c:v>
                </c:pt>
                <c:pt idx="587">
                  <c:v>45415</c:v>
                </c:pt>
                <c:pt idx="588">
                  <c:v>45418</c:v>
                </c:pt>
                <c:pt idx="589">
                  <c:v>45419</c:v>
                </c:pt>
                <c:pt idx="590">
                  <c:v>45420</c:v>
                </c:pt>
                <c:pt idx="591">
                  <c:v>45421</c:v>
                </c:pt>
                <c:pt idx="592">
                  <c:v>45422</c:v>
                </c:pt>
                <c:pt idx="593">
                  <c:v>45425</c:v>
                </c:pt>
                <c:pt idx="594">
                  <c:v>45426</c:v>
                </c:pt>
                <c:pt idx="595">
                  <c:v>45427</c:v>
                </c:pt>
                <c:pt idx="596">
                  <c:v>45428</c:v>
                </c:pt>
                <c:pt idx="597">
                  <c:v>45429</c:v>
                </c:pt>
                <c:pt idx="598">
                  <c:v>45432</c:v>
                </c:pt>
                <c:pt idx="599">
                  <c:v>45433</c:v>
                </c:pt>
                <c:pt idx="600">
                  <c:v>45434</c:v>
                </c:pt>
                <c:pt idx="601">
                  <c:v>45435</c:v>
                </c:pt>
                <c:pt idx="602">
                  <c:v>45436</c:v>
                </c:pt>
                <c:pt idx="603">
                  <c:v>45440</c:v>
                </c:pt>
                <c:pt idx="604">
                  <c:v>45441</c:v>
                </c:pt>
                <c:pt idx="605">
                  <c:v>45442</c:v>
                </c:pt>
                <c:pt idx="606">
                  <c:v>45443</c:v>
                </c:pt>
                <c:pt idx="607">
                  <c:v>45446</c:v>
                </c:pt>
                <c:pt idx="608">
                  <c:v>45447</c:v>
                </c:pt>
                <c:pt idx="609">
                  <c:v>45448</c:v>
                </c:pt>
                <c:pt idx="610">
                  <c:v>45449</c:v>
                </c:pt>
                <c:pt idx="611">
                  <c:v>45450</c:v>
                </c:pt>
                <c:pt idx="612">
                  <c:v>45453</c:v>
                </c:pt>
                <c:pt idx="613">
                  <c:v>45454</c:v>
                </c:pt>
                <c:pt idx="614">
                  <c:v>45455</c:v>
                </c:pt>
                <c:pt idx="615">
                  <c:v>45456</c:v>
                </c:pt>
                <c:pt idx="616">
                  <c:v>45457</c:v>
                </c:pt>
                <c:pt idx="617">
                  <c:v>45460</c:v>
                </c:pt>
                <c:pt idx="618">
                  <c:v>45461</c:v>
                </c:pt>
                <c:pt idx="619">
                  <c:v>45463</c:v>
                </c:pt>
                <c:pt idx="620">
                  <c:v>45464</c:v>
                </c:pt>
                <c:pt idx="621">
                  <c:v>45467</c:v>
                </c:pt>
                <c:pt idx="622">
                  <c:v>45468</c:v>
                </c:pt>
                <c:pt idx="623">
                  <c:v>45469</c:v>
                </c:pt>
                <c:pt idx="624">
                  <c:v>45470</c:v>
                </c:pt>
                <c:pt idx="625">
                  <c:v>45471</c:v>
                </c:pt>
                <c:pt idx="626">
                  <c:v>45474</c:v>
                </c:pt>
                <c:pt idx="627">
                  <c:v>45475</c:v>
                </c:pt>
                <c:pt idx="628">
                  <c:v>45476</c:v>
                </c:pt>
                <c:pt idx="629">
                  <c:v>45478</c:v>
                </c:pt>
                <c:pt idx="630">
                  <c:v>45481</c:v>
                </c:pt>
                <c:pt idx="631">
                  <c:v>45482</c:v>
                </c:pt>
                <c:pt idx="632">
                  <c:v>45483</c:v>
                </c:pt>
                <c:pt idx="633">
                  <c:v>45484</c:v>
                </c:pt>
                <c:pt idx="634">
                  <c:v>45485</c:v>
                </c:pt>
                <c:pt idx="635">
                  <c:v>45488</c:v>
                </c:pt>
                <c:pt idx="636">
                  <c:v>45489</c:v>
                </c:pt>
                <c:pt idx="637">
                  <c:v>45490</c:v>
                </c:pt>
                <c:pt idx="638">
                  <c:v>45491</c:v>
                </c:pt>
                <c:pt idx="639">
                  <c:v>45492</c:v>
                </c:pt>
                <c:pt idx="640">
                  <c:v>45495</c:v>
                </c:pt>
                <c:pt idx="641">
                  <c:v>45496</c:v>
                </c:pt>
                <c:pt idx="642">
                  <c:v>45497</c:v>
                </c:pt>
                <c:pt idx="643">
                  <c:v>45498</c:v>
                </c:pt>
                <c:pt idx="644">
                  <c:v>45499</c:v>
                </c:pt>
                <c:pt idx="645">
                  <c:v>45502</c:v>
                </c:pt>
                <c:pt idx="646">
                  <c:v>45503</c:v>
                </c:pt>
                <c:pt idx="647">
                  <c:v>45504</c:v>
                </c:pt>
                <c:pt idx="648">
                  <c:v>45505</c:v>
                </c:pt>
                <c:pt idx="649">
                  <c:v>45506</c:v>
                </c:pt>
                <c:pt idx="650">
                  <c:v>45509</c:v>
                </c:pt>
                <c:pt idx="651">
                  <c:v>45510</c:v>
                </c:pt>
                <c:pt idx="652">
                  <c:v>45511</c:v>
                </c:pt>
                <c:pt idx="653">
                  <c:v>45512</c:v>
                </c:pt>
                <c:pt idx="654">
                  <c:v>45513</c:v>
                </c:pt>
                <c:pt idx="655">
                  <c:v>45516</c:v>
                </c:pt>
                <c:pt idx="656">
                  <c:v>45517</c:v>
                </c:pt>
                <c:pt idx="657">
                  <c:v>45518</c:v>
                </c:pt>
                <c:pt idx="658">
                  <c:v>45519</c:v>
                </c:pt>
                <c:pt idx="659">
                  <c:v>45520</c:v>
                </c:pt>
                <c:pt idx="660">
                  <c:v>45523</c:v>
                </c:pt>
                <c:pt idx="661">
                  <c:v>45524</c:v>
                </c:pt>
                <c:pt idx="662">
                  <c:v>45525</c:v>
                </c:pt>
                <c:pt idx="663">
                  <c:v>45526</c:v>
                </c:pt>
                <c:pt idx="664">
                  <c:v>45527</c:v>
                </c:pt>
                <c:pt idx="665">
                  <c:v>45530</c:v>
                </c:pt>
                <c:pt idx="666">
                  <c:v>45531</c:v>
                </c:pt>
                <c:pt idx="667">
                  <c:v>45532</c:v>
                </c:pt>
                <c:pt idx="668">
                  <c:v>45533</c:v>
                </c:pt>
                <c:pt idx="669">
                  <c:v>45534</c:v>
                </c:pt>
                <c:pt idx="670">
                  <c:v>45538</c:v>
                </c:pt>
                <c:pt idx="671">
                  <c:v>45539</c:v>
                </c:pt>
                <c:pt idx="672">
                  <c:v>45540</c:v>
                </c:pt>
                <c:pt idx="673">
                  <c:v>45541</c:v>
                </c:pt>
                <c:pt idx="674">
                  <c:v>45544</c:v>
                </c:pt>
                <c:pt idx="675">
                  <c:v>45545</c:v>
                </c:pt>
                <c:pt idx="676">
                  <c:v>45546</c:v>
                </c:pt>
                <c:pt idx="677">
                  <c:v>45547</c:v>
                </c:pt>
                <c:pt idx="678">
                  <c:v>45548</c:v>
                </c:pt>
                <c:pt idx="679">
                  <c:v>45551</c:v>
                </c:pt>
                <c:pt idx="680">
                  <c:v>45552</c:v>
                </c:pt>
                <c:pt idx="681">
                  <c:v>45553</c:v>
                </c:pt>
                <c:pt idx="682">
                  <c:v>45554</c:v>
                </c:pt>
                <c:pt idx="683">
                  <c:v>45555</c:v>
                </c:pt>
                <c:pt idx="684">
                  <c:v>45558</c:v>
                </c:pt>
                <c:pt idx="685">
                  <c:v>45559</c:v>
                </c:pt>
                <c:pt idx="686">
                  <c:v>45560</c:v>
                </c:pt>
                <c:pt idx="687">
                  <c:v>45561</c:v>
                </c:pt>
                <c:pt idx="688">
                  <c:v>45562</c:v>
                </c:pt>
                <c:pt idx="689">
                  <c:v>45565</c:v>
                </c:pt>
                <c:pt idx="690">
                  <c:v>45566</c:v>
                </c:pt>
                <c:pt idx="691">
                  <c:v>45567</c:v>
                </c:pt>
                <c:pt idx="692">
                  <c:v>45568</c:v>
                </c:pt>
                <c:pt idx="693">
                  <c:v>45569</c:v>
                </c:pt>
                <c:pt idx="694">
                  <c:v>45572</c:v>
                </c:pt>
                <c:pt idx="695">
                  <c:v>45573</c:v>
                </c:pt>
                <c:pt idx="696">
                  <c:v>45574</c:v>
                </c:pt>
                <c:pt idx="697">
                  <c:v>45575</c:v>
                </c:pt>
                <c:pt idx="698">
                  <c:v>45576</c:v>
                </c:pt>
                <c:pt idx="699">
                  <c:v>45579</c:v>
                </c:pt>
                <c:pt idx="700">
                  <c:v>45580</c:v>
                </c:pt>
                <c:pt idx="701">
                  <c:v>45581</c:v>
                </c:pt>
                <c:pt idx="702">
                  <c:v>45582</c:v>
                </c:pt>
                <c:pt idx="703">
                  <c:v>45583</c:v>
                </c:pt>
                <c:pt idx="704">
                  <c:v>45586</c:v>
                </c:pt>
                <c:pt idx="705">
                  <c:v>45587</c:v>
                </c:pt>
                <c:pt idx="706">
                  <c:v>45588</c:v>
                </c:pt>
                <c:pt idx="707">
                  <c:v>45589</c:v>
                </c:pt>
                <c:pt idx="708">
                  <c:v>45590</c:v>
                </c:pt>
                <c:pt idx="709">
                  <c:v>45593</c:v>
                </c:pt>
                <c:pt idx="710">
                  <c:v>45594</c:v>
                </c:pt>
                <c:pt idx="711">
                  <c:v>45595</c:v>
                </c:pt>
                <c:pt idx="712">
                  <c:v>45596</c:v>
                </c:pt>
                <c:pt idx="713">
                  <c:v>45597</c:v>
                </c:pt>
                <c:pt idx="714">
                  <c:v>45600</c:v>
                </c:pt>
                <c:pt idx="715">
                  <c:v>45601</c:v>
                </c:pt>
                <c:pt idx="716">
                  <c:v>45602</c:v>
                </c:pt>
                <c:pt idx="717">
                  <c:v>45603</c:v>
                </c:pt>
                <c:pt idx="718">
                  <c:v>45604</c:v>
                </c:pt>
                <c:pt idx="719">
                  <c:v>45607</c:v>
                </c:pt>
                <c:pt idx="720">
                  <c:v>45608</c:v>
                </c:pt>
                <c:pt idx="721">
                  <c:v>45609</c:v>
                </c:pt>
                <c:pt idx="722">
                  <c:v>45610</c:v>
                </c:pt>
                <c:pt idx="723">
                  <c:v>45611</c:v>
                </c:pt>
                <c:pt idx="724">
                  <c:v>45614</c:v>
                </c:pt>
                <c:pt idx="725">
                  <c:v>45615</c:v>
                </c:pt>
                <c:pt idx="726">
                  <c:v>45616</c:v>
                </c:pt>
                <c:pt idx="727">
                  <c:v>45617</c:v>
                </c:pt>
                <c:pt idx="728">
                  <c:v>45618</c:v>
                </c:pt>
                <c:pt idx="729">
                  <c:v>45621</c:v>
                </c:pt>
                <c:pt idx="730">
                  <c:v>45622</c:v>
                </c:pt>
                <c:pt idx="731">
                  <c:v>45623</c:v>
                </c:pt>
                <c:pt idx="732">
                  <c:v>45625</c:v>
                </c:pt>
                <c:pt idx="733">
                  <c:v>45628</c:v>
                </c:pt>
                <c:pt idx="734">
                  <c:v>45629</c:v>
                </c:pt>
                <c:pt idx="735">
                  <c:v>45630</c:v>
                </c:pt>
                <c:pt idx="736">
                  <c:v>45631</c:v>
                </c:pt>
                <c:pt idx="737">
                  <c:v>45632</c:v>
                </c:pt>
                <c:pt idx="738">
                  <c:v>45635</c:v>
                </c:pt>
                <c:pt idx="739">
                  <c:v>45636</c:v>
                </c:pt>
                <c:pt idx="740">
                  <c:v>45637</c:v>
                </c:pt>
                <c:pt idx="741">
                  <c:v>45638</c:v>
                </c:pt>
                <c:pt idx="742">
                  <c:v>45639</c:v>
                </c:pt>
                <c:pt idx="743">
                  <c:v>45642</c:v>
                </c:pt>
                <c:pt idx="744">
                  <c:v>45643</c:v>
                </c:pt>
                <c:pt idx="745">
                  <c:v>45644</c:v>
                </c:pt>
                <c:pt idx="746">
                  <c:v>45645</c:v>
                </c:pt>
                <c:pt idx="747">
                  <c:v>45646</c:v>
                </c:pt>
                <c:pt idx="748">
                  <c:v>45649</c:v>
                </c:pt>
                <c:pt idx="749">
                  <c:v>45650</c:v>
                </c:pt>
                <c:pt idx="750">
                  <c:v>45652</c:v>
                </c:pt>
                <c:pt idx="751">
                  <c:v>45653</c:v>
                </c:pt>
                <c:pt idx="752">
                  <c:v>45656</c:v>
                </c:pt>
                <c:pt idx="753">
                  <c:v>45657</c:v>
                </c:pt>
                <c:pt idx="754">
                  <c:v>45659</c:v>
                </c:pt>
                <c:pt idx="755">
                  <c:v>45660</c:v>
                </c:pt>
                <c:pt idx="756">
                  <c:v>45663</c:v>
                </c:pt>
                <c:pt idx="757">
                  <c:v>45664</c:v>
                </c:pt>
                <c:pt idx="758">
                  <c:v>45665</c:v>
                </c:pt>
                <c:pt idx="759">
                  <c:v>45667</c:v>
                </c:pt>
                <c:pt idx="760">
                  <c:v>45670</c:v>
                </c:pt>
                <c:pt idx="761">
                  <c:v>45671</c:v>
                </c:pt>
                <c:pt idx="762">
                  <c:v>45672</c:v>
                </c:pt>
                <c:pt idx="763">
                  <c:v>45673</c:v>
                </c:pt>
                <c:pt idx="764">
                  <c:v>45674</c:v>
                </c:pt>
                <c:pt idx="765">
                  <c:v>45678</c:v>
                </c:pt>
                <c:pt idx="766">
                  <c:v>45679</c:v>
                </c:pt>
                <c:pt idx="767">
                  <c:v>45680</c:v>
                </c:pt>
                <c:pt idx="768">
                  <c:v>45681</c:v>
                </c:pt>
                <c:pt idx="769">
                  <c:v>45684</c:v>
                </c:pt>
                <c:pt idx="770">
                  <c:v>45685</c:v>
                </c:pt>
                <c:pt idx="771">
                  <c:v>45686</c:v>
                </c:pt>
                <c:pt idx="772">
                  <c:v>45687</c:v>
                </c:pt>
                <c:pt idx="773">
                  <c:v>45688</c:v>
                </c:pt>
                <c:pt idx="774">
                  <c:v>45691</c:v>
                </c:pt>
                <c:pt idx="775">
                  <c:v>45692</c:v>
                </c:pt>
                <c:pt idx="776">
                  <c:v>45693</c:v>
                </c:pt>
                <c:pt idx="777">
                  <c:v>45694</c:v>
                </c:pt>
                <c:pt idx="778">
                  <c:v>45695</c:v>
                </c:pt>
                <c:pt idx="779">
                  <c:v>45698</c:v>
                </c:pt>
                <c:pt idx="780">
                  <c:v>45699</c:v>
                </c:pt>
                <c:pt idx="781">
                  <c:v>45700</c:v>
                </c:pt>
                <c:pt idx="782">
                  <c:v>45701</c:v>
                </c:pt>
                <c:pt idx="783">
                  <c:v>45702</c:v>
                </c:pt>
                <c:pt idx="784">
                  <c:v>45706</c:v>
                </c:pt>
                <c:pt idx="785">
                  <c:v>45707</c:v>
                </c:pt>
                <c:pt idx="786">
                  <c:v>45708</c:v>
                </c:pt>
                <c:pt idx="787">
                  <c:v>45709</c:v>
                </c:pt>
                <c:pt idx="788">
                  <c:v>45712</c:v>
                </c:pt>
                <c:pt idx="789">
                  <c:v>45713</c:v>
                </c:pt>
                <c:pt idx="790">
                  <c:v>45714</c:v>
                </c:pt>
                <c:pt idx="791">
                  <c:v>45715</c:v>
                </c:pt>
                <c:pt idx="792">
                  <c:v>45716</c:v>
                </c:pt>
                <c:pt idx="793">
                  <c:v>45719</c:v>
                </c:pt>
                <c:pt idx="794">
                  <c:v>45720</c:v>
                </c:pt>
                <c:pt idx="795">
                  <c:v>45721</c:v>
                </c:pt>
                <c:pt idx="796">
                  <c:v>45722</c:v>
                </c:pt>
                <c:pt idx="797">
                  <c:v>45723</c:v>
                </c:pt>
                <c:pt idx="798">
                  <c:v>45726</c:v>
                </c:pt>
                <c:pt idx="799">
                  <c:v>45727</c:v>
                </c:pt>
                <c:pt idx="800">
                  <c:v>45728</c:v>
                </c:pt>
                <c:pt idx="801">
                  <c:v>45729</c:v>
                </c:pt>
                <c:pt idx="802">
                  <c:v>45730</c:v>
                </c:pt>
                <c:pt idx="803">
                  <c:v>45733</c:v>
                </c:pt>
                <c:pt idx="804">
                  <c:v>45734</c:v>
                </c:pt>
                <c:pt idx="805">
                  <c:v>45735</c:v>
                </c:pt>
                <c:pt idx="806">
                  <c:v>45736</c:v>
                </c:pt>
                <c:pt idx="807">
                  <c:v>45737</c:v>
                </c:pt>
                <c:pt idx="808">
                  <c:v>45740</c:v>
                </c:pt>
                <c:pt idx="809">
                  <c:v>45741</c:v>
                </c:pt>
                <c:pt idx="810">
                  <c:v>45742</c:v>
                </c:pt>
                <c:pt idx="811">
                  <c:v>45743</c:v>
                </c:pt>
                <c:pt idx="812">
                  <c:v>45744</c:v>
                </c:pt>
                <c:pt idx="813">
                  <c:v>45747</c:v>
                </c:pt>
                <c:pt idx="814">
                  <c:v>45748</c:v>
                </c:pt>
                <c:pt idx="815">
                  <c:v>45749</c:v>
                </c:pt>
                <c:pt idx="816">
                  <c:v>45750</c:v>
                </c:pt>
                <c:pt idx="817">
                  <c:v>45751</c:v>
                </c:pt>
                <c:pt idx="818">
                  <c:v>45754</c:v>
                </c:pt>
                <c:pt idx="819">
                  <c:v>45755</c:v>
                </c:pt>
                <c:pt idx="820">
                  <c:v>45756</c:v>
                </c:pt>
                <c:pt idx="821">
                  <c:v>45757</c:v>
                </c:pt>
                <c:pt idx="822">
                  <c:v>45758</c:v>
                </c:pt>
                <c:pt idx="823">
                  <c:v>45761</c:v>
                </c:pt>
                <c:pt idx="824">
                  <c:v>45762</c:v>
                </c:pt>
                <c:pt idx="825">
                  <c:v>45763</c:v>
                </c:pt>
                <c:pt idx="826">
                  <c:v>45764</c:v>
                </c:pt>
                <c:pt idx="827">
                  <c:v>45768</c:v>
                </c:pt>
                <c:pt idx="828">
                  <c:v>45769</c:v>
                </c:pt>
                <c:pt idx="829">
                  <c:v>45770</c:v>
                </c:pt>
                <c:pt idx="830">
                  <c:v>45771</c:v>
                </c:pt>
                <c:pt idx="831">
                  <c:v>45772</c:v>
                </c:pt>
                <c:pt idx="832">
                  <c:v>45775</c:v>
                </c:pt>
                <c:pt idx="833">
                  <c:v>45776</c:v>
                </c:pt>
                <c:pt idx="834">
                  <c:v>45777</c:v>
                </c:pt>
                <c:pt idx="835">
                  <c:v>45778</c:v>
                </c:pt>
                <c:pt idx="836">
                  <c:v>45779</c:v>
                </c:pt>
                <c:pt idx="837">
                  <c:v>45782</c:v>
                </c:pt>
                <c:pt idx="838">
                  <c:v>45783</c:v>
                </c:pt>
                <c:pt idx="839">
                  <c:v>45784</c:v>
                </c:pt>
                <c:pt idx="840">
                  <c:v>45785</c:v>
                </c:pt>
                <c:pt idx="841">
                  <c:v>45786</c:v>
                </c:pt>
                <c:pt idx="842">
                  <c:v>45789</c:v>
                </c:pt>
                <c:pt idx="843">
                  <c:v>45790</c:v>
                </c:pt>
                <c:pt idx="844">
                  <c:v>45791</c:v>
                </c:pt>
                <c:pt idx="845">
                  <c:v>45792</c:v>
                </c:pt>
                <c:pt idx="846">
                  <c:v>45793</c:v>
                </c:pt>
                <c:pt idx="847">
                  <c:v>45796</c:v>
                </c:pt>
                <c:pt idx="848">
                  <c:v>45797</c:v>
                </c:pt>
                <c:pt idx="849">
                  <c:v>45798</c:v>
                </c:pt>
                <c:pt idx="850">
                  <c:v>45799</c:v>
                </c:pt>
                <c:pt idx="851">
                  <c:v>45800</c:v>
                </c:pt>
                <c:pt idx="852">
                  <c:v>45804</c:v>
                </c:pt>
                <c:pt idx="853">
                  <c:v>45805</c:v>
                </c:pt>
                <c:pt idx="854">
                  <c:v>45806</c:v>
                </c:pt>
                <c:pt idx="855">
                  <c:v>45807</c:v>
                </c:pt>
                <c:pt idx="856">
                  <c:v>45810</c:v>
                </c:pt>
                <c:pt idx="857">
                  <c:v>45811</c:v>
                </c:pt>
                <c:pt idx="858">
                  <c:v>45812</c:v>
                </c:pt>
                <c:pt idx="859">
                  <c:v>45813</c:v>
                </c:pt>
                <c:pt idx="860">
                  <c:v>45814</c:v>
                </c:pt>
                <c:pt idx="861">
                  <c:v>45817</c:v>
                </c:pt>
                <c:pt idx="862">
                  <c:v>45818</c:v>
                </c:pt>
                <c:pt idx="863">
                  <c:v>45819</c:v>
                </c:pt>
                <c:pt idx="864">
                  <c:v>45820</c:v>
                </c:pt>
                <c:pt idx="865">
                  <c:v>45821</c:v>
                </c:pt>
                <c:pt idx="866">
                  <c:v>45824</c:v>
                </c:pt>
                <c:pt idx="867">
                  <c:v>45825</c:v>
                </c:pt>
                <c:pt idx="868">
                  <c:v>45826</c:v>
                </c:pt>
                <c:pt idx="869">
                  <c:v>45828</c:v>
                </c:pt>
                <c:pt idx="870">
                  <c:v>45831</c:v>
                </c:pt>
                <c:pt idx="871">
                  <c:v>45832</c:v>
                </c:pt>
                <c:pt idx="872">
                  <c:v>45833</c:v>
                </c:pt>
                <c:pt idx="873">
                  <c:v>45834</c:v>
                </c:pt>
                <c:pt idx="874">
                  <c:v>45835</c:v>
                </c:pt>
                <c:pt idx="875">
                  <c:v>45838</c:v>
                </c:pt>
                <c:pt idx="876">
                  <c:v>45839</c:v>
                </c:pt>
                <c:pt idx="877">
                  <c:v>45840</c:v>
                </c:pt>
                <c:pt idx="878">
                  <c:v>45841</c:v>
                </c:pt>
                <c:pt idx="879">
                  <c:v>45845</c:v>
                </c:pt>
                <c:pt idx="880">
                  <c:v>45846</c:v>
                </c:pt>
                <c:pt idx="881">
                  <c:v>45847</c:v>
                </c:pt>
                <c:pt idx="882">
                  <c:v>45848</c:v>
                </c:pt>
                <c:pt idx="883">
                  <c:v>45849</c:v>
                </c:pt>
                <c:pt idx="884">
                  <c:v>45852</c:v>
                </c:pt>
                <c:pt idx="885">
                  <c:v>45853</c:v>
                </c:pt>
                <c:pt idx="886">
                  <c:v>45854</c:v>
                </c:pt>
                <c:pt idx="887">
                  <c:v>45855</c:v>
                </c:pt>
                <c:pt idx="888">
                  <c:v>45856</c:v>
                </c:pt>
                <c:pt idx="889">
                  <c:v>45859</c:v>
                </c:pt>
                <c:pt idx="890">
                  <c:v>45860</c:v>
                </c:pt>
                <c:pt idx="891">
                  <c:v>45861</c:v>
                </c:pt>
                <c:pt idx="892">
                  <c:v>45862</c:v>
                </c:pt>
                <c:pt idx="893">
                  <c:v>45863</c:v>
                </c:pt>
                <c:pt idx="894">
                  <c:v>45866</c:v>
                </c:pt>
                <c:pt idx="895">
                  <c:v>45867</c:v>
                </c:pt>
                <c:pt idx="896">
                  <c:v>45868</c:v>
                </c:pt>
                <c:pt idx="897">
                  <c:v>45869</c:v>
                </c:pt>
                <c:pt idx="898">
                  <c:v>45870</c:v>
                </c:pt>
                <c:pt idx="899">
                  <c:v>45873</c:v>
                </c:pt>
                <c:pt idx="900">
                  <c:v>45874</c:v>
                </c:pt>
                <c:pt idx="901">
                  <c:v>45875</c:v>
                </c:pt>
                <c:pt idx="902">
                  <c:v>45876</c:v>
                </c:pt>
                <c:pt idx="903">
                  <c:v>45877</c:v>
                </c:pt>
                <c:pt idx="904">
                  <c:v>45880</c:v>
                </c:pt>
                <c:pt idx="905">
                  <c:v>45881</c:v>
                </c:pt>
                <c:pt idx="906">
                  <c:v>45882</c:v>
                </c:pt>
                <c:pt idx="907">
                  <c:v>45883</c:v>
                </c:pt>
                <c:pt idx="908">
                  <c:v>45884</c:v>
                </c:pt>
                <c:pt idx="909">
                  <c:v>45887</c:v>
                </c:pt>
                <c:pt idx="910">
                  <c:v>45888</c:v>
                </c:pt>
                <c:pt idx="911">
                  <c:v>45889</c:v>
                </c:pt>
                <c:pt idx="912">
                  <c:v>45890</c:v>
                </c:pt>
                <c:pt idx="913">
                  <c:v>45891</c:v>
                </c:pt>
                <c:pt idx="914">
                  <c:v>45894</c:v>
                </c:pt>
                <c:pt idx="915">
                  <c:v>45895</c:v>
                </c:pt>
                <c:pt idx="916">
                  <c:v>45896</c:v>
                </c:pt>
                <c:pt idx="917">
                  <c:v>45897</c:v>
                </c:pt>
                <c:pt idx="918">
                  <c:v>45898</c:v>
                </c:pt>
                <c:pt idx="919">
                  <c:v>45902</c:v>
                </c:pt>
                <c:pt idx="920">
                  <c:v>45903</c:v>
                </c:pt>
                <c:pt idx="921">
                  <c:v>45904</c:v>
                </c:pt>
                <c:pt idx="922">
                  <c:v>45905</c:v>
                </c:pt>
                <c:pt idx="923">
                  <c:v>45908</c:v>
                </c:pt>
                <c:pt idx="924">
                  <c:v>45909</c:v>
                </c:pt>
                <c:pt idx="925">
                  <c:v>45910</c:v>
                </c:pt>
                <c:pt idx="926">
                  <c:v>45911</c:v>
                </c:pt>
                <c:pt idx="927">
                  <c:v>45912</c:v>
                </c:pt>
                <c:pt idx="928">
                  <c:v>45915</c:v>
                </c:pt>
                <c:pt idx="929">
                  <c:v>45916</c:v>
                </c:pt>
                <c:pt idx="930">
                  <c:v>45917</c:v>
                </c:pt>
                <c:pt idx="931">
                  <c:v>45918</c:v>
                </c:pt>
                <c:pt idx="932">
                  <c:v>45919</c:v>
                </c:pt>
                <c:pt idx="933">
                  <c:v>45922</c:v>
                </c:pt>
                <c:pt idx="934">
                  <c:v>45923</c:v>
                </c:pt>
                <c:pt idx="935">
                  <c:v>45924</c:v>
                </c:pt>
                <c:pt idx="936">
                  <c:v>45925</c:v>
                </c:pt>
                <c:pt idx="937">
                  <c:v>45926</c:v>
                </c:pt>
                <c:pt idx="938">
                  <c:v>45929</c:v>
                </c:pt>
                <c:pt idx="939">
                  <c:v>45930</c:v>
                </c:pt>
                <c:pt idx="940">
                  <c:v>45931</c:v>
                </c:pt>
                <c:pt idx="941">
                  <c:v>45932</c:v>
                </c:pt>
                <c:pt idx="942">
                  <c:v>45933</c:v>
                </c:pt>
                <c:pt idx="943">
                  <c:v>45936</c:v>
                </c:pt>
                <c:pt idx="944">
                  <c:v>45937</c:v>
                </c:pt>
                <c:pt idx="945">
                  <c:v>45938</c:v>
                </c:pt>
                <c:pt idx="946">
                  <c:v>45939</c:v>
                </c:pt>
                <c:pt idx="947">
                  <c:v>45940</c:v>
                </c:pt>
                <c:pt idx="948">
                  <c:v>45943</c:v>
                </c:pt>
                <c:pt idx="949">
                  <c:v>45944</c:v>
                </c:pt>
                <c:pt idx="950">
                  <c:v>45945</c:v>
                </c:pt>
                <c:pt idx="951">
                  <c:v>45946</c:v>
                </c:pt>
                <c:pt idx="952">
                  <c:v>45947</c:v>
                </c:pt>
                <c:pt idx="953">
                  <c:v>45950</c:v>
                </c:pt>
                <c:pt idx="954">
                  <c:v>45951</c:v>
                </c:pt>
                <c:pt idx="955">
                  <c:v>45952</c:v>
                </c:pt>
                <c:pt idx="956">
                  <c:v>45953</c:v>
                </c:pt>
                <c:pt idx="957">
                  <c:v>45954</c:v>
                </c:pt>
                <c:pt idx="958">
                  <c:v>45957</c:v>
                </c:pt>
                <c:pt idx="959">
                  <c:v>45958</c:v>
                </c:pt>
                <c:pt idx="960">
                  <c:v>45959</c:v>
                </c:pt>
                <c:pt idx="961">
                  <c:v>45960</c:v>
                </c:pt>
                <c:pt idx="962">
                  <c:v>45961</c:v>
                </c:pt>
                <c:pt idx="963">
                  <c:v>45964</c:v>
                </c:pt>
                <c:pt idx="964">
                  <c:v>45965</c:v>
                </c:pt>
                <c:pt idx="965">
                  <c:v>45966</c:v>
                </c:pt>
                <c:pt idx="966">
                  <c:v>45967</c:v>
                </c:pt>
                <c:pt idx="967">
                  <c:v>45968</c:v>
                </c:pt>
                <c:pt idx="968">
                  <c:v>45971</c:v>
                </c:pt>
                <c:pt idx="969">
                  <c:v>45972</c:v>
                </c:pt>
                <c:pt idx="970">
                  <c:v>45973</c:v>
                </c:pt>
                <c:pt idx="971">
                  <c:v>45974</c:v>
                </c:pt>
                <c:pt idx="972">
                  <c:v>45975</c:v>
                </c:pt>
                <c:pt idx="973">
                  <c:v>45978</c:v>
                </c:pt>
                <c:pt idx="974">
                  <c:v>45979</c:v>
                </c:pt>
                <c:pt idx="975">
                  <c:v>45980</c:v>
                </c:pt>
                <c:pt idx="976">
                  <c:v>45981</c:v>
                </c:pt>
                <c:pt idx="977">
                  <c:v>45982</c:v>
                </c:pt>
                <c:pt idx="978">
                  <c:v>45985</c:v>
                </c:pt>
                <c:pt idx="979">
                  <c:v>45986</c:v>
                </c:pt>
                <c:pt idx="980">
                  <c:v>45987</c:v>
                </c:pt>
                <c:pt idx="981">
                  <c:v>45989</c:v>
                </c:pt>
                <c:pt idx="982">
                  <c:v>45992</c:v>
                </c:pt>
                <c:pt idx="983">
                  <c:v>45993</c:v>
                </c:pt>
                <c:pt idx="984">
                  <c:v>45994</c:v>
                </c:pt>
                <c:pt idx="985">
                  <c:v>45995</c:v>
                </c:pt>
                <c:pt idx="986">
                  <c:v>45996</c:v>
                </c:pt>
                <c:pt idx="987">
                  <c:v>45999</c:v>
                </c:pt>
                <c:pt idx="988">
                  <c:v>46000</c:v>
                </c:pt>
                <c:pt idx="989">
                  <c:v>46001</c:v>
                </c:pt>
                <c:pt idx="990">
                  <c:v>46002</c:v>
                </c:pt>
                <c:pt idx="991">
                  <c:v>46003</c:v>
                </c:pt>
                <c:pt idx="992">
                  <c:v>46006</c:v>
                </c:pt>
                <c:pt idx="993">
                  <c:v>46007</c:v>
                </c:pt>
                <c:pt idx="994">
                  <c:v>46008</c:v>
                </c:pt>
                <c:pt idx="995">
                  <c:v>46009</c:v>
                </c:pt>
                <c:pt idx="996">
                  <c:v>46010</c:v>
                </c:pt>
                <c:pt idx="997">
                  <c:v>46013</c:v>
                </c:pt>
                <c:pt idx="998">
                  <c:v>46014</c:v>
                </c:pt>
                <c:pt idx="999">
                  <c:v>46015</c:v>
                </c:pt>
                <c:pt idx="1000">
                  <c:v>46017</c:v>
                </c:pt>
                <c:pt idx="1001">
                  <c:v>46020</c:v>
                </c:pt>
                <c:pt idx="1002">
                  <c:v>46021</c:v>
                </c:pt>
                <c:pt idx="1003">
                  <c:v>46022</c:v>
                </c:pt>
                <c:pt idx="1004">
                  <c:v>46024</c:v>
                </c:pt>
                <c:pt idx="1005">
                  <c:v>46027</c:v>
                </c:pt>
                <c:pt idx="1006">
                  <c:v>46028</c:v>
                </c:pt>
                <c:pt idx="1007">
                  <c:v>46029</c:v>
                </c:pt>
                <c:pt idx="1008">
                  <c:v>46030</c:v>
                </c:pt>
                <c:pt idx="1009">
                  <c:v>46031</c:v>
                </c:pt>
                <c:pt idx="1010">
                  <c:v>46034</c:v>
                </c:pt>
                <c:pt idx="1011">
                  <c:v>46035</c:v>
                </c:pt>
                <c:pt idx="1012">
                  <c:v>46036</c:v>
                </c:pt>
                <c:pt idx="1013">
                  <c:v>46037</c:v>
                </c:pt>
                <c:pt idx="1014">
                  <c:v>46038</c:v>
                </c:pt>
                <c:pt idx="1015">
                  <c:v>46042</c:v>
                </c:pt>
                <c:pt idx="1016">
                  <c:v>46043</c:v>
                </c:pt>
                <c:pt idx="1017">
                  <c:v>46044</c:v>
                </c:pt>
                <c:pt idx="1018">
                  <c:v>46045</c:v>
                </c:pt>
                <c:pt idx="1019">
                  <c:v>46048</c:v>
                </c:pt>
                <c:pt idx="1020">
                  <c:v>46049</c:v>
                </c:pt>
                <c:pt idx="1021">
                  <c:v>46050</c:v>
                </c:pt>
                <c:pt idx="1022">
                  <c:v>46051</c:v>
                </c:pt>
                <c:pt idx="1023">
                  <c:v>46052</c:v>
                </c:pt>
                <c:pt idx="1024">
                  <c:v>46055</c:v>
                </c:pt>
                <c:pt idx="1025">
                  <c:v>46056</c:v>
                </c:pt>
                <c:pt idx="1026">
                  <c:v>46057</c:v>
                </c:pt>
                <c:pt idx="1027">
                  <c:v>46058</c:v>
                </c:pt>
                <c:pt idx="1028">
                  <c:v>46059</c:v>
                </c:pt>
                <c:pt idx="1029">
                  <c:v>46062</c:v>
                </c:pt>
                <c:pt idx="1030">
                  <c:v>46063</c:v>
                </c:pt>
                <c:pt idx="1031">
                  <c:v>46064</c:v>
                </c:pt>
                <c:pt idx="1032">
                  <c:v>46065</c:v>
                </c:pt>
                <c:pt idx="1033">
                  <c:v>46066</c:v>
                </c:pt>
                <c:pt idx="1034">
                  <c:v>46070</c:v>
                </c:pt>
                <c:pt idx="1035">
                  <c:v>46071</c:v>
                </c:pt>
                <c:pt idx="1036">
                  <c:v>46072</c:v>
                </c:pt>
                <c:pt idx="1037">
                  <c:v>46073</c:v>
                </c:pt>
                <c:pt idx="1038">
                  <c:v>46076</c:v>
                </c:pt>
                <c:pt idx="1039">
                  <c:v>46077</c:v>
                </c:pt>
                <c:pt idx="1040">
                  <c:v>46078</c:v>
                </c:pt>
                <c:pt idx="1041">
                  <c:v>46079</c:v>
                </c:pt>
                <c:pt idx="1042">
                  <c:v>46080</c:v>
                </c:pt>
                <c:pt idx="1043">
                  <c:v>46083</c:v>
                </c:pt>
                <c:pt idx="1044">
                  <c:v>46084</c:v>
                </c:pt>
                <c:pt idx="1045">
                  <c:v>46085</c:v>
                </c:pt>
                <c:pt idx="1046">
                  <c:v>46086</c:v>
                </c:pt>
                <c:pt idx="1047">
                  <c:v>46087</c:v>
                </c:pt>
                <c:pt idx="1048">
                  <c:v>46090</c:v>
                </c:pt>
                <c:pt idx="1049">
                  <c:v>46091</c:v>
                </c:pt>
                <c:pt idx="1050">
                  <c:v>46092</c:v>
                </c:pt>
                <c:pt idx="1051">
                  <c:v>46093</c:v>
                </c:pt>
                <c:pt idx="1052">
                  <c:v>46094</c:v>
                </c:pt>
                <c:pt idx="1053">
                  <c:v>46097</c:v>
                </c:pt>
                <c:pt idx="1054">
                  <c:v>46098</c:v>
                </c:pt>
                <c:pt idx="1055">
                  <c:v>46099</c:v>
                </c:pt>
                <c:pt idx="1056">
                  <c:v>46100</c:v>
                </c:pt>
                <c:pt idx="1057">
                  <c:v>46101</c:v>
                </c:pt>
                <c:pt idx="1058">
                  <c:v>46104</c:v>
                </c:pt>
                <c:pt idx="1059">
                  <c:v>46105</c:v>
                </c:pt>
                <c:pt idx="1060">
                  <c:v>46106</c:v>
                </c:pt>
                <c:pt idx="1061">
                  <c:v>46107</c:v>
                </c:pt>
                <c:pt idx="1062">
                  <c:v>46108</c:v>
                </c:pt>
                <c:pt idx="1063">
                  <c:v>46111</c:v>
                </c:pt>
                <c:pt idx="1064">
                  <c:v>46112</c:v>
                </c:pt>
                <c:pt idx="1065">
                  <c:v>46113</c:v>
                </c:pt>
                <c:pt idx="1066">
                  <c:v>46114</c:v>
                </c:pt>
                <c:pt idx="1067">
                  <c:v>46118</c:v>
                </c:pt>
                <c:pt idx="1068">
                  <c:v>46119</c:v>
                </c:pt>
                <c:pt idx="1069">
                  <c:v>46120</c:v>
                </c:pt>
                <c:pt idx="1070">
                  <c:v>46121</c:v>
                </c:pt>
                <c:pt idx="1071">
                  <c:v>46122</c:v>
                </c:pt>
                <c:pt idx="1072">
                  <c:v>46125</c:v>
                </c:pt>
                <c:pt idx="1073">
                  <c:v>46126</c:v>
                </c:pt>
                <c:pt idx="1074">
                  <c:v>46127</c:v>
                </c:pt>
                <c:pt idx="1075">
                  <c:v>46128</c:v>
                </c:pt>
                <c:pt idx="1076">
                  <c:v>46129</c:v>
                </c:pt>
                <c:pt idx="1077">
                  <c:v>46132</c:v>
                </c:pt>
                <c:pt idx="1078">
                  <c:v>46133</c:v>
                </c:pt>
                <c:pt idx="1079">
                  <c:v>46134</c:v>
                </c:pt>
                <c:pt idx="1080">
                  <c:v>46135</c:v>
                </c:pt>
                <c:pt idx="1081">
                  <c:v>46136</c:v>
                </c:pt>
                <c:pt idx="1082">
                  <c:v>46139</c:v>
                </c:pt>
                <c:pt idx="1083">
                  <c:v>46140</c:v>
                </c:pt>
                <c:pt idx="1084">
                  <c:v>46141</c:v>
                </c:pt>
                <c:pt idx="1085">
                  <c:v>46142</c:v>
                </c:pt>
                <c:pt idx="1086">
                  <c:v>46143</c:v>
                </c:pt>
                <c:pt idx="1087">
                  <c:v>46146</c:v>
                </c:pt>
                <c:pt idx="1088">
                  <c:v>46147</c:v>
                </c:pt>
                <c:pt idx="1089">
                  <c:v>46148</c:v>
                </c:pt>
                <c:pt idx="1090">
                  <c:v>46149</c:v>
                </c:pt>
                <c:pt idx="1091">
                  <c:v>46150</c:v>
                </c:pt>
                <c:pt idx="1092">
                  <c:v>46153</c:v>
                </c:pt>
                <c:pt idx="1093">
                  <c:v>46154</c:v>
                </c:pt>
                <c:pt idx="1094">
                  <c:v>46155</c:v>
                </c:pt>
                <c:pt idx="1095">
                  <c:v>46156</c:v>
                </c:pt>
                <c:pt idx="1096">
                  <c:v>46157</c:v>
                </c:pt>
                <c:pt idx="1097">
                  <c:v>46160</c:v>
                </c:pt>
                <c:pt idx="1098">
                  <c:v>46161</c:v>
                </c:pt>
                <c:pt idx="1099">
                  <c:v>46162</c:v>
                </c:pt>
                <c:pt idx="1100">
                  <c:v>46163</c:v>
                </c:pt>
                <c:pt idx="1101">
                  <c:v>46164</c:v>
                </c:pt>
                <c:pt idx="1102">
                  <c:v>46168</c:v>
                </c:pt>
                <c:pt idx="1103">
                  <c:v>46169</c:v>
                </c:pt>
                <c:pt idx="1104">
                  <c:v>46170</c:v>
                </c:pt>
                <c:pt idx="1105">
                  <c:v>46171</c:v>
                </c:pt>
                <c:pt idx="1106">
                  <c:v>46174</c:v>
                </c:pt>
                <c:pt idx="1107">
                  <c:v>46175</c:v>
                </c:pt>
                <c:pt idx="1108">
                  <c:v>46176</c:v>
                </c:pt>
                <c:pt idx="1109">
                  <c:v>46177</c:v>
                </c:pt>
                <c:pt idx="1110">
                  <c:v>46178</c:v>
                </c:pt>
                <c:pt idx="1111">
                  <c:v>46181</c:v>
                </c:pt>
                <c:pt idx="1112">
                  <c:v>46182</c:v>
                </c:pt>
                <c:pt idx="1113">
                  <c:v>46183</c:v>
                </c:pt>
                <c:pt idx="1114">
                  <c:v>46184</c:v>
                </c:pt>
                <c:pt idx="1115">
                  <c:v>46185</c:v>
                </c:pt>
                <c:pt idx="1116">
                  <c:v>46188</c:v>
                </c:pt>
                <c:pt idx="1117">
                  <c:v>46189</c:v>
                </c:pt>
                <c:pt idx="1118">
                  <c:v>46190</c:v>
                </c:pt>
                <c:pt idx="1119">
                  <c:v>46191</c:v>
                </c:pt>
                <c:pt idx="1120">
                  <c:v>46195</c:v>
                </c:pt>
                <c:pt idx="1121">
                  <c:v>46196</c:v>
                </c:pt>
                <c:pt idx="1122">
                  <c:v>46197</c:v>
                </c:pt>
                <c:pt idx="1123">
                  <c:v>46198</c:v>
                </c:pt>
                <c:pt idx="1124">
                  <c:v>46199</c:v>
                </c:pt>
                <c:pt idx="1125">
                  <c:v>46202</c:v>
                </c:pt>
                <c:pt idx="1126">
                  <c:v>46203</c:v>
                </c:pt>
                <c:pt idx="1127">
                  <c:v>46204</c:v>
                </c:pt>
                <c:pt idx="1128">
                  <c:v>46205</c:v>
                </c:pt>
                <c:pt idx="1129">
                  <c:v>46209</c:v>
                </c:pt>
                <c:pt idx="1130">
                  <c:v>46210</c:v>
                </c:pt>
                <c:pt idx="1131">
                  <c:v>46211</c:v>
                </c:pt>
                <c:pt idx="1132">
                  <c:v>46212</c:v>
                </c:pt>
                <c:pt idx="1133">
                  <c:v>46213</c:v>
                </c:pt>
                <c:pt idx="1134">
                  <c:v>46216</c:v>
                </c:pt>
                <c:pt idx="1135">
                  <c:v>46217</c:v>
                </c:pt>
                <c:pt idx="1136">
                  <c:v>46218</c:v>
                </c:pt>
                <c:pt idx="1137">
                  <c:v>46219</c:v>
                </c:pt>
                <c:pt idx="1138">
                  <c:v>46220</c:v>
                </c:pt>
                <c:pt idx="1139">
                  <c:v>46223</c:v>
                </c:pt>
                <c:pt idx="1140">
                  <c:v>46224</c:v>
                </c:pt>
                <c:pt idx="1141">
                  <c:v>46225</c:v>
                </c:pt>
                <c:pt idx="1142">
                  <c:v>46226</c:v>
                </c:pt>
                <c:pt idx="1143">
                  <c:v>46227</c:v>
                </c:pt>
                <c:pt idx="1144">
                  <c:v>46230</c:v>
                </c:pt>
                <c:pt idx="1145">
                  <c:v>46231</c:v>
                </c:pt>
                <c:pt idx="1146">
                  <c:v>46232</c:v>
                </c:pt>
                <c:pt idx="1147">
                  <c:v>46233</c:v>
                </c:pt>
                <c:pt idx="1148">
                  <c:v>46234</c:v>
                </c:pt>
                <c:pt idx="1149">
                  <c:v>46237</c:v>
                </c:pt>
                <c:pt idx="1150">
                  <c:v>46238</c:v>
                </c:pt>
                <c:pt idx="1151">
                  <c:v>46239</c:v>
                </c:pt>
                <c:pt idx="1152">
                  <c:v>46240</c:v>
                </c:pt>
                <c:pt idx="1153">
                  <c:v>46241</c:v>
                </c:pt>
                <c:pt idx="1154">
                  <c:v>46244</c:v>
                </c:pt>
                <c:pt idx="1155">
                  <c:v>46245</c:v>
                </c:pt>
                <c:pt idx="1156">
                  <c:v>46246</c:v>
                </c:pt>
                <c:pt idx="1157">
                  <c:v>46247</c:v>
                </c:pt>
                <c:pt idx="1158">
                  <c:v>46248</c:v>
                </c:pt>
                <c:pt idx="1159">
                  <c:v>46251</c:v>
                </c:pt>
                <c:pt idx="1160">
                  <c:v>46252</c:v>
                </c:pt>
                <c:pt idx="1161">
                  <c:v>46253</c:v>
                </c:pt>
                <c:pt idx="1162">
                  <c:v>46254</c:v>
                </c:pt>
                <c:pt idx="1163">
                  <c:v>46255</c:v>
                </c:pt>
                <c:pt idx="1164">
                  <c:v>46258</c:v>
                </c:pt>
                <c:pt idx="1165">
                  <c:v>46259</c:v>
                </c:pt>
                <c:pt idx="1166">
                  <c:v>46260</c:v>
                </c:pt>
                <c:pt idx="1167">
                  <c:v>46261</c:v>
                </c:pt>
                <c:pt idx="1168">
                  <c:v>46262</c:v>
                </c:pt>
                <c:pt idx="1169">
                  <c:v>46265</c:v>
                </c:pt>
                <c:pt idx="1170">
                  <c:v>46266</c:v>
                </c:pt>
                <c:pt idx="1171">
                  <c:v>46267</c:v>
                </c:pt>
                <c:pt idx="1172">
                  <c:v>46268</c:v>
                </c:pt>
                <c:pt idx="1173">
                  <c:v>46269</c:v>
                </c:pt>
                <c:pt idx="1174">
                  <c:v>46273</c:v>
                </c:pt>
                <c:pt idx="1175">
                  <c:v>46274</c:v>
                </c:pt>
                <c:pt idx="1176">
                  <c:v>46275</c:v>
                </c:pt>
                <c:pt idx="1177">
                  <c:v>46276</c:v>
                </c:pt>
                <c:pt idx="1178">
                  <c:v>46279</c:v>
                </c:pt>
                <c:pt idx="1179">
                  <c:v>46280</c:v>
                </c:pt>
                <c:pt idx="1180">
                  <c:v>46281</c:v>
                </c:pt>
                <c:pt idx="1181">
                  <c:v>46282</c:v>
                </c:pt>
                <c:pt idx="1182">
                  <c:v>46283</c:v>
                </c:pt>
                <c:pt idx="1183">
                  <c:v>46286</c:v>
                </c:pt>
                <c:pt idx="1184">
                  <c:v>46287</c:v>
                </c:pt>
                <c:pt idx="1185">
                  <c:v>46288</c:v>
                </c:pt>
                <c:pt idx="1186">
                  <c:v>46289</c:v>
                </c:pt>
                <c:pt idx="1187">
                  <c:v>46290</c:v>
                </c:pt>
                <c:pt idx="1188">
                  <c:v>46293</c:v>
                </c:pt>
                <c:pt idx="1189">
                  <c:v>46294</c:v>
                </c:pt>
                <c:pt idx="1190">
                  <c:v>46295</c:v>
                </c:pt>
                <c:pt idx="1191">
                  <c:v>46296</c:v>
                </c:pt>
                <c:pt idx="1192">
                  <c:v>46297</c:v>
                </c:pt>
                <c:pt idx="1193">
                  <c:v>46300</c:v>
                </c:pt>
                <c:pt idx="1194">
                  <c:v>46301</c:v>
                </c:pt>
                <c:pt idx="1195">
                  <c:v>46302</c:v>
                </c:pt>
                <c:pt idx="1196">
                  <c:v>46303</c:v>
                </c:pt>
                <c:pt idx="1197">
                  <c:v>46304</c:v>
                </c:pt>
                <c:pt idx="1198">
                  <c:v>46307</c:v>
                </c:pt>
                <c:pt idx="1199">
                  <c:v>46308</c:v>
                </c:pt>
                <c:pt idx="1200">
                  <c:v>46309</c:v>
                </c:pt>
                <c:pt idx="1201">
                  <c:v>46310</c:v>
                </c:pt>
                <c:pt idx="1202">
                  <c:v>46311</c:v>
                </c:pt>
                <c:pt idx="1203">
                  <c:v>#N/A</c:v>
                </c:pt>
                <c:pt idx="1204">
                  <c:v>#N/A</c:v>
                </c:pt>
                <c:pt idx="1205">
                  <c:v>#N/A</c:v>
                </c:pt>
                <c:pt idx="1206">
                  <c:v>#N/A</c:v>
                </c:pt>
                <c:pt idx="1207">
                  <c:v>#N/A</c:v>
                </c:pt>
                <c:pt idx="1208">
                  <c:v>#N/A</c:v>
                </c:pt>
                <c:pt idx="1209">
                  <c:v>#N/A</c:v>
                </c:pt>
                <c:pt idx="1210">
                  <c:v>#N/A</c:v>
                </c:pt>
                <c:pt idx="1211">
                  <c:v>#N/A</c:v>
                </c:pt>
                <c:pt idx="1212">
                  <c:v>#N/A</c:v>
                </c:pt>
                <c:pt idx="1213">
                  <c:v>#N/A</c:v>
                </c:pt>
                <c:pt idx="1214">
                  <c:v>#N/A</c:v>
                </c:pt>
                <c:pt idx="1215">
                  <c:v>#N/A</c:v>
                </c:pt>
                <c:pt idx="1216">
                  <c:v>#N/A</c:v>
                </c:pt>
                <c:pt idx="1217">
                  <c:v>#N/A</c:v>
                </c:pt>
                <c:pt idx="1218">
                  <c:v>#N/A</c:v>
                </c:pt>
                <c:pt idx="1219">
                  <c:v>#N/A</c:v>
                </c:pt>
                <c:pt idx="1220">
                  <c:v>#N/A</c:v>
                </c:pt>
                <c:pt idx="1221">
                  <c:v>#N/A</c:v>
                </c:pt>
                <c:pt idx="1222">
                  <c:v>#N/A</c:v>
                </c:pt>
                <c:pt idx="1223">
                  <c:v>#N/A</c:v>
                </c:pt>
                <c:pt idx="1224">
                  <c:v>#N/A</c:v>
                </c:pt>
                <c:pt idx="1225">
                  <c:v>#N/A</c:v>
                </c:pt>
                <c:pt idx="1226">
                  <c:v>#N/A</c:v>
                </c:pt>
                <c:pt idx="1227">
                  <c:v>#N/A</c:v>
                </c:pt>
                <c:pt idx="1228">
                  <c:v>#N/A</c:v>
                </c:pt>
                <c:pt idx="1229">
                  <c:v>#N/A</c:v>
                </c:pt>
                <c:pt idx="1230">
                  <c:v>#N/A</c:v>
                </c:pt>
                <c:pt idx="1231">
                  <c:v>#N/A</c:v>
                </c:pt>
                <c:pt idx="1232">
                  <c:v>#N/A</c:v>
                </c:pt>
                <c:pt idx="1233">
                  <c:v>#N/A</c:v>
                </c:pt>
                <c:pt idx="1234">
                  <c:v>#N/A</c:v>
                </c:pt>
                <c:pt idx="1235">
                  <c:v>#N/A</c:v>
                </c:pt>
                <c:pt idx="1236">
                  <c:v>#N/A</c:v>
                </c:pt>
                <c:pt idx="1237">
                  <c:v>#N/A</c:v>
                </c:pt>
                <c:pt idx="1238">
                  <c:v>#N/A</c:v>
                </c:pt>
                <c:pt idx="1239">
                  <c:v>#N/A</c:v>
                </c:pt>
                <c:pt idx="1240">
                  <c:v>#N/A</c:v>
                </c:pt>
                <c:pt idx="1241">
                  <c:v>#N/A</c:v>
                </c:pt>
                <c:pt idx="1242">
                  <c:v>#N/A</c:v>
                </c:pt>
                <c:pt idx="1243">
                  <c:v>#N/A</c:v>
                </c:pt>
                <c:pt idx="1244">
                  <c:v>#N/A</c:v>
                </c:pt>
                <c:pt idx="1245">
                  <c:v>#N/A</c:v>
                </c:pt>
                <c:pt idx="1246">
                  <c:v>#N/A</c:v>
                </c:pt>
                <c:pt idx="1247">
                  <c:v>#N/A</c:v>
                </c:pt>
                <c:pt idx="1248">
                  <c:v>#N/A</c:v>
                </c:pt>
                <c:pt idx="1249">
                  <c:v>#N/A</c:v>
                </c:pt>
                <c:pt idx="1250">
                  <c:v>#N/A</c:v>
                </c:pt>
                <c:pt idx="1251">
                  <c:v>#N/A</c:v>
                </c:pt>
                <c:pt idx="1252">
                  <c:v>#N/A</c:v>
                </c:pt>
                <c:pt idx="1253">
                  <c:v>#N/A</c:v>
                </c:pt>
                <c:pt idx="1254">
                  <c:v>#N/A</c:v>
                </c:pt>
                <c:pt idx="1255">
                  <c:v>#N/A</c:v>
                </c:pt>
                <c:pt idx="1256">
                  <c:v>#N/A</c:v>
                </c:pt>
                <c:pt idx="1257">
                  <c:v>#N/A</c:v>
                </c:pt>
                <c:pt idx="1258">
                  <c:v>#N/A</c:v>
                </c:pt>
                <c:pt idx="1259">
                  <c:v>#N/A</c:v>
                </c:pt>
                <c:pt idx="1260">
                  <c:v>#N/A</c:v>
                </c:pt>
                <c:pt idx="1261">
                  <c:v>#N/A</c:v>
                </c:pt>
                <c:pt idx="1262">
                  <c:v>#N/A</c:v>
                </c:pt>
                <c:pt idx="1263">
                  <c:v>#N/A</c:v>
                </c:pt>
                <c:pt idx="1264">
                  <c:v>#N/A</c:v>
                </c:pt>
                <c:pt idx="1265">
                  <c:v>#N/A</c:v>
                </c:pt>
                <c:pt idx="1266">
                  <c:v>#N/A</c:v>
                </c:pt>
                <c:pt idx="1267">
                  <c:v>#N/A</c:v>
                </c:pt>
                <c:pt idx="1268">
                  <c:v>#N/A</c:v>
                </c:pt>
                <c:pt idx="1269">
                  <c:v>#N/A</c:v>
                </c:pt>
                <c:pt idx="1270">
                  <c:v>#N/A</c:v>
                </c:pt>
                <c:pt idx="1271">
                  <c:v>#N/A</c:v>
                </c:pt>
                <c:pt idx="1272">
                  <c:v>#N/A</c:v>
                </c:pt>
                <c:pt idx="1273">
                  <c:v>#N/A</c:v>
                </c:pt>
                <c:pt idx="1274">
                  <c:v>#N/A</c:v>
                </c:pt>
                <c:pt idx="1275">
                  <c:v>#N/A</c:v>
                </c:pt>
                <c:pt idx="1276">
                  <c:v>#N/A</c:v>
                </c:pt>
                <c:pt idx="1277">
                  <c:v>#N/A</c:v>
                </c:pt>
                <c:pt idx="1278">
                  <c:v>#N/A</c:v>
                </c:pt>
                <c:pt idx="1279">
                  <c:v>#N/A</c:v>
                </c:pt>
                <c:pt idx="1280">
                  <c:v>#N/A</c:v>
                </c:pt>
                <c:pt idx="1281">
                  <c:v>#N/A</c:v>
                </c:pt>
                <c:pt idx="1282">
                  <c:v>#N/A</c:v>
                </c:pt>
                <c:pt idx="1283">
                  <c:v>#N/A</c:v>
                </c:pt>
                <c:pt idx="1284">
                  <c:v>#N/A</c:v>
                </c:pt>
                <c:pt idx="1285">
                  <c:v>#N/A</c:v>
                </c:pt>
                <c:pt idx="1286">
                  <c:v>#N/A</c:v>
                </c:pt>
                <c:pt idx="1287">
                  <c:v>#N/A</c:v>
                </c:pt>
                <c:pt idx="1288">
                  <c:v>#N/A</c:v>
                </c:pt>
                <c:pt idx="1289">
                  <c:v>#N/A</c:v>
                </c:pt>
                <c:pt idx="1290">
                  <c:v>#N/A</c:v>
                </c:pt>
                <c:pt idx="1291">
                  <c:v>#N/A</c:v>
                </c:pt>
                <c:pt idx="1292">
                  <c:v>#N/A</c:v>
                </c:pt>
                <c:pt idx="1293">
                  <c:v>#N/A</c:v>
                </c:pt>
                <c:pt idx="1294">
                  <c:v>#N/A</c:v>
                </c:pt>
                <c:pt idx="1295">
                  <c:v>#N/A</c:v>
                </c:pt>
                <c:pt idx="1296">
                  <c:v>#N/A</c:v>
                </c:pt>
                <c:pt idx="1297">
                  <c:v>#N/A</c:v>
                </c:pt>
                <c:pt idx="1298">
                  <c:v>#N/A</c:v>
                </c:pt>
                <c:pt idx="1299">
                  <c:v>#N/A</c:v>
                </c:pt>
                <c:pt idx="1300">
                  <c:v>#N/A</c:v>
                </c:pt>
                <c:pt idx="1301">
                  <c:v>#N/A</c:v>
                </c:pt>
                <c:pt idx="1302">
                  <c:v>#N/A</c:v>
                </c:pt>
                <c:pt idx="1303">
                  <c:v>#N/A</c:v>
                </c:pt>
                <c:pt idx="1304">
                  <c:v>#N/A</c:v>
                </c:pt>
                <c:pt idx="1305">
                  <c:v>#N/A</c:v>
                </c:pt>
                <c:pt idx="1306">
                  <c:v>#N/A</c:v>
                </c:pt>
                <c:pt idx="1307">
                  <c:v>#N/A</c:v>
                </c:pt>
                <c:pt idx="1308">
                  <c:v>#N/A</c:v>
                </c:pt>
                <c:pt idx="1309">
                  <c:v>#N/A</c:v>
                </c:pt>
                <c:pt idx="1310">
                  <c:v>#N/A</c:v>
                </c:pt>
                <c:pt idx="1311">
                  <c:v>#N/A</c:v>
                </c:pt>
                <c:pt idx="1312">
                  <c:v>#N/A</c:v>
                </c:pt>
                <c:pt idx="1313">
                  <c:v>#N/A</c:v>
                </c:pt>
                <c:pt idx="1314">
                  <c:v>#N/A</c:v>
                </c:pt>
                <c:pt idx="1315">
                  <c:v>#N/A</c:v>
                </c:pt>
                <c:pt idx="1316">
                  <c:v>#N/A</c:v>
                </c:pt>
                <c:pt idx="1317">
                  <c:v>#N/A</c:v>
                </c:pt>
                <c:pt idx="1318">
                  <c:v>#N/A</c:v>
                </c:pt>
                <c:pt idx="1319">
                  <c:v>#N/A</c:v>
                </c:pt>
                <c:pt idx="1320">
                  <c:v>#N/A</c:v>
                </c:pt>
                <c:pt idx="1321">
                  <c:v>#N/A</c:v>
                </c:pt>
                <c:pt idx="1322">
                  <c:v>#N/A</c:v>
                </c:pt>
                <c:pt idx="1323">
                  <c:v>#N/A</c:v>
                </c:pt>
                <c:pt idx="1324">
                  <c:v>#N/A</c:v>
                </c:pt>
                <c:pt idx="1325">
                  <c:v>#N/A</c:v>
                </c:pt>
                <c:pt idx="1326">
                  <c:v>#N/A</c:v>
                </c:pt>
                <c:pt idx="1327">
                  <c:v>#N/A</c:v>
                </c:pt>
                <c:pt idx="1328">
                  <c:v>#N/A</c:v>
                </c:pt>
                <c:pt idx="1329">
                  <c:v>#N/A</c:v>
                </c:pt>
                <c:pt idx="1330">
                  <c:v>#N/A</c:v>
                </c:pt>
              </c:numCache>
            </c:numRef>
          </c:cat>
          <c:val>
            <c:numRef>
              <c:f>SPX_UST!$AJ$1275:$AJ$4055</c:f>
              <c:numCache>
                <c:formatCode>0.0</c:formatCode>
                <c:ptCount val="2781"/>
                <c:pt idx="0">
                  <c:v>100</c:v>
                </c:pt>
                <c:pt idx="1">
                  <c:v>100.77447573101654</c:v>
                </c:pt>
                <c:pt idx="2">
                  <c:v>101.47949466610756</c:v>
                </c:pt>
                <c:pt idx="3">
                  <c:v>101.83158219984604</c:v>
                </c:pt>
                <c:pt idx="4">
                  <c:v>100.40693892865166</c:v>
                </c:pt>
                <c:pt idx="5">
                  <c:v>100.06270585501319</c:v>
                </c:pt>
                <c:pt idx="6">
                  <c:v>98.589702478244462</c:v>
                </c:pt>
                <c:pt idx="7">
                  <c:v>99.541065843744278</c:v>
                </c:pt>
                <c:pt idx="8">
                  <c:v>100.13346090880648</c:v>
                </c:pt>
                <c:pt idx="9">
                  <c:v>100.20181418554444</c:v>
                </c:pt>
                <c:pt idx="10">
                  <c:v>99.29186524602639</c:v>
                </c:pt>
                <c:pt idx="11">
                  <c:v>98.86798405220037</c:v>
                </c:pt>
                <c:pt idx="12">
                  <c:v>98.89245621300779</c:v>
                </c:pt>
                <c:pt idx="13">
                  <c:v>99.526914832985625</c:v>
                </c:pt>
                <c:pt idx="14">
                  <c:v>97.750378766732908</c:v>
                </c:pt>
                <c:pt idx="15">
                  <c:v>93.845608577849376</c:v>
                </c:pt>
                <c:pt idx="16">
                  <c:v>94.280460050658007</c:v>
                </c:pt>
                <c:pt idx="17">
                  <c:v>96.118923017203187</c:v>
                </c:pt>
                <c:pt idx="18">
                  <c:v>96.511775847989526</c:v>
                </c:pt>
                <c:pt idx="19">
                  <c:v>95.548793074573169</c:v>
                </c:pt>
                <c:pt idx="20">
                  <c:v>96.452770027899476</c:v>
                </c:pt>
                <c:pt idx="21">
                  <c:v>97.641714583200709</c:v>
                </c:pt>
                <c:pt idx="22">
                  <c:v>97.756156014244397</c:v>
                </c:pt>
                <c:pt idx="23">
                  <c:v>96.21311162550964</c:v>
                </c:pt>
                <c:pt idx="24">
                  <c:v>95.134194424501686</c:v>
                </c:pt>
                <c:pt idx="25">
                  <c:v>95.718994681037415</c:v>
                </c:pt>
                <c:pt idx="26">
                  <c:v>95.949630191246285</c:v>
                </c:pt>
                <c:pt idx="27">
                  <c:v>97.630095175284197</c:v>
                </c:pt>
                <c:pt idx="28">
                  <c:v>97.381348967819989</c:v>
                </c:pt>
                <c:pt idx="29">
                  <c:v>96.436541804552377</c:v>
                </c:pt>
                <c:pt idx="30">
                  <c:v>94.43066848595862</c:v>
                </c:pt>
                <c:pt idx="31">
                  <c:v>96.119377407456881</c:v>
                </c:pt>
                <c:pt idx="32">
                  <c:v>96.06517514147761</c:v>
                </c:pt>
                <c:pt idx="33">
                  <c:v>95.558270357007885</c:v>
                </c:pt>
                <c:pt idx="34">
                  <c:v>94.640531870283212</c:v>
                </c:pt>
                <c:pt idx="35">
                  <c:v>92.698467925890185</c:v>
                </c:pt>
                <c:pt idx="36">
                  <c:v>92.329762691444301</c:v>
                </c:pt>
                <c:pt idx="37">
                  <c:v>88.990124152399844</c:v>
                </c:pt>
                <c:pt idx="38">
                  <c:v>92.091272721135468</c:v>
                </c:pt>
                <c:pt idx="39">
                  <c:v>91.352434168589113</c:v>
                </c:pt>
                <c:pt idx="40">
                  <c:v>87.929512387327392</c:v>
                </c:pt>
                <c:pt idx="41">
                  <c:v>88.721449686665423</c:v>
                </c:pt>
                <c:pt idx="42">
                  <c:v>86.800222781050067</c:v>
                </c:pt>
                <c:pt idx="43">
                  <c:v>82.644823910794074</c:v>
                </c:pt>
                <c:pt idx="44">
                  <c:v>81.476456742696953</c:v>
                </c:pt>
                <c:pt idx="45">
                  <c:v>81.201420813410451</c:v>
                </c:pt>
                <c:pt idx="46">
                  <c:v>86.889088532098739</c:v>
                </c:pt>
                <c:pt idx="47">
                  <c:v>84.658876253954773</c:v>
                </c:pt>
                <c:pt idx="48">
                  <c:v>85.469962856842358</c:v>
                </c:pt>
                <c:pt idx="49">
                  <c:v>86.812231666326909</c:v>
                </c:pt>
                <c:pt idx="50">
                  <c:v>86.707137691931138</c:v>
                </c:pt>
                <c:pt idx="51">
                  <c:v>89.959728040941769</c:v>
                </c:pt>
                <c:pt idx="52">
                  <c:v>90.075078252492901</c:v>
                </c:pt>
                <c:pt idx="53">
                  <c:v>90.565754813615527</c:v>
                </c:pt>
                <c:pt idx="54">
                  <c:v>90.13239633735482</c:v>
                </c:pt>
                <c:pt idx="55">
                  <c:v>91.127186428531459</c:v>
                </c:pt>
                <c:pt idx="56">
                  <c:v>89.844702393857574</c:v>
                </c:pt>
                <c:pt idx="57">
                  <c:v>89.58407712690331</c:v>
                </c:pt>
                <c:pt idx="58">
                  <c:v>89.652560229428047</c:v>
                </c:pt>
                <c:pt idx="59">
                  <c:v>90.135317417557303</c:v>
                </c:pt>
                <c:pt idx="60">
                  <c:v>92.747996463545491</c:v>
                </c:pt>
                <c:pt idx="61">
                  <c:v>91.817924527077039</c:v>
                </c:pt>
                <c:pt idx="62">
                  <c:v>90.632744919592298</c:v>
                </c:pt>
                <c:pt idx="63">
                  <c:v>90.966981407648973</c:v>
                </c:pt>
                <c:pt idx="64">
                  <c:v>91.624289366099518</c:v>
                </c:pt>
                <c:pt idx="65">
                  <c:v>90.96925335891757</c:v>
                </c:pt>
                <c:pt idx="66">
                  <c:v>88.997848786713021</c:v>
                </c:pt>
                <c:pt idx="67">
                  <c:v>88.578576408317588</c:v>
                </c:pt>
                <c:pt idx="68">
                  <c:v>89.771610475902307</c:v>
                </c:pt>
                <c:pt idx="69">
                  <c:v>89.296253357619321</c:v>
                </c:pt>
                <c:pt idx="70">
                  <c:v>89.087298753802187</c:v>
                </c:pt>
                <c:pt idx="71">
                  <c:v>89.090414572684836</c:v>
                </c:pt>
                <c:pt idx="72">
                  <c:v>89.557073363253764</c:v>
                </c:pt>
                <c:pt idx="73">
                  <c:v>89.555450540919054</c:v>
                </c:pt>
                <c:pt idx="74">
                  <c:v>89.200636665658251</c:v>
                </c:pt>
                <c:pt idx="75">
                  <c:v>90.527456206516376</c:v>
                </c:pt>
                <c:pt idx="76">
                  <c:v>91.20676963582558</c:v>
                </c:pt>
                <c:pt idx="77">
                  <c:v>89.416536949067932</c:v>
                </c:pt>
                <c:pt idx="78">
                  <c:v>87.785470676898569</c:v>
                </c:pt>
                <c:pt idx="79">
                  <c:v>86.853256614948293</c:v>
                </c:pt>
                <c:pt idx="80">
                  <c:v>87.149973450626476</c:v>
                </c:pt>
                <c:pt idx="81">
                  <c:v>88.056936397048659</c:v>
                </c:pt>
                <c:pt idx="82">
                  <c:v>88.465303409354846</c:v>
                </c:pt>
                <c:pt idx="83">
                  <c:v>86.919273027524213</c:v>
                </c:pt>
                <c:pt idx="84">
                  <c:v>87.723024473458935</c:v>
                </c:pt>
                <c:pt idx="85">
                  <c:v>86.942446930463859</c:v>
                </c:pt>
                <c:pt idx="86">
                  <c:v>86.245542107046404</c:v>
                </c:pt>
                <c:pt idx="87">
                  <c:v>84.796361762151221</c:v>
                </c:pt>
                <c:pt idx="88">
                  <c:v>82.386470595108278</c:v>
                </c:pt>
                <c:pt idx="89">
                  <c:v>82.983928865854779</c:v>
                </c:pt>
                <c:pt idx="90">
                  <c:v>84.919241869335423</c:v>
                </c:pt>
                <c:pt idx="91">
                  <c:v>84.086344534269358</c:v>
                </c:pt>
                <c:pt idx="92">
                  <c:v>85.941814678882281</c:v>
                </c:pt>
                <c:pt idx="93">
                  <c:v>85.728316172527954</c:v>
                </c:pt>
                <c:pt idx="94">
                  <c:v>86.955948812288668</c:v>
                </c:pt>
                <c:pt idx="95">
                  <c:v>85.891442273612924</c:v>
                </c:pt>
                <c:pt idx="96">
                  <c:v>84.845176257979304</c:v>
                </c:pt>
                <c:pt idx="97">
                  <c:v>85.261722294852419</c:v>
                </c:pt>
                <c:pt idx="98">
                  <c:v>86.34739043677277</c:v>
                </c:pt>
                <c:pt idx="99">
                  <c:v>85.110994556404648</c:v>
                </c:pt>
                <c:pt idx="100">
                  <c:v>85.828801331493139</c:v>
                </c:pt>
                <c:pt idx="101">
                  <c:v>87.116802962105012</c:v>
                </c:pt>
                <c:pt idx="102">
                  <c:v>88.367609504805358</c:v>
                </c:pt>
                <c:pt idx="103">
                  <c:v>87.965863607624797</c:v>
                </c:pt>
                <c:pt idx="104">
                  <c:v>87.227544358225558</c:v>
                </c:pt>
                <c:pt idx="105">
                  <c:v>87.969303990974382</c:v>
                </c:pt>
                <c:pt idx="106">
                  <c:v>87.686543427374687</c:v>
                </c:pt>
                <c:pt idx="107">
                  <c:v>88.79032226655039</c:v>
                </c:pt>
                <c:pt idx="108">
                  <c:v>88.219802846560071</c:v>
                </c:pt>
                <c:pt idx="109">
                  <c:v>87.832013221457998</c:v>
                </c:pt>
                <c:pt idx="110">
                  <c:v>86.449044027818928</c:v>
                </c:pt>
                <c:pt idx="111">
                  <c:v>83.793522472194411</c:v>
                </c:pt>
                <c:pt idx="112">
                  <c:v>81.576227859834745</c:v>
                </c:pt>
                <c:pt idx="113">
                  <c:v>80.727946169035619</c:v>
                </c:pt>
                <c:pt idx="114">
                  <c:v>82.051065674970602</c:v>
                </c:pt>
                <c:pt idx="115">
                  <c:v>79.685510014111927</c:v>
                </c:pt>
                <c:pt idx="116">
                  <c:v>80.015981554352081</c:v>
                </c:pt>
                <c:pt idx="117">
                  <c:v>81.065233563081563</c:v>
                </c:pt>
                <c:pt idx="118">
                  <c:v>80.351840864743465</c:v>
                </c:pt>
                <c:pt idx="119">
                  <c:v>79.466039521565875</c:v>
                </c:pt>
                <c:pt idx="120">
                  <c:v>81.53026953131581</c:v>
                </c:pt>
                <c:pt idx="121">
                  <c:v>81.826921454100642</c:v>
                </c:pt>
                <c:pt idx="122">
                  <c:v>82.094232749073939</c:v>
                </c:pt>
                <c:pt idx="123">
                  <c:v>81.132158756165026</c:v>
                </c:pt>
                <c:pt idx="124">
                  <c:v>79.761717750949927</c:v>
                </c:pt>
                <c:pt idx="125">
                  <c:v>79.878431133262225</c:v>
                </c:pt>
                <c:pt idx="126">
                  <c:v>77.907675689991549</c:v>
                </c:pt>
                <c:pt idx="127">
                  <c:v>79.102072928337435</c:v>
                </c:pt>
                <c:pt idx="128">
                  <c:v>80.713340768023372</c:v>
                </c:pt>
                <c:pt idx="129">
                  <c:v>81.350071339269817</c:v>
                </c:pt>
                <c:pt idx="130">
                  <c:v>80.550214666938402</c:v>
                </c:pt>
                <c:pt idx="131">
                  <c:v>80.760727180196866</c:v>
                </c:pt>
                <c:pt idx="132">
                  <c:v>80.047074830285226</c:v>
                </c:pt>
                <c:pt idx="133">
                  <c:v>78.765824140585721</c:v>
                </c:pt>
                <c:pt idx="134">
                  <c:v>80.439408357924492</c:v>
                </c:pt>
                <c:pt idx="135">
                  <c:v>81.201161161836922</c:v>
                </c:pt>
                <c:pt idx="136">
                  <c:v>82.849364437860828</c:v>
                </c:pt>
                <c:pt idx="137">
                  <c:v>82.737779174126231</c:v>
                </c:pt>
                <c:pt idx="138">
                  <c:v>83.031964406962288</c:v>
                </c:pt>
                <c:pt idx="139">
                  <c:v>83.080778902790342</c:v>
                </c:pt>
                <c:pt idx="140">
                  <c:v>83.21034503799352</c:v>
                </c:pt>
                <c:pt idx="141">
                  <c:v>82.592179554256148</c:v>
                </c:pt>
                <c:pt idx="142">
                  <c:v>83.31472497056204</c:v>
                </c:pt>
                <c:pt idx="143">
                  <c:v>84.264011123473452</c:v>
                </c:pt>
                <c:pt idx="144">
                  <c:v>85.512350976225036</c:v>
                </c:pt>
                <c:pt idx="145">
                  <c:v>85.46918390212177</c:v>
                </c:pt>
                <c:pt idx="146">
                  <c:v>85.041018457332129</c:v>
                </c:pt>
                <c:pt idx="147">
                  <c:v>85.975569383444366</c:v>
                </c:pt>
                <c:pt idx="148">
                  <c:v>86.418405142139775</c:v>
                </c:pt>
                <c:pt idx="149">
                  <c:v>85.743505789580993</c:v>
                </c:pt>
                <c:pt idx="150">
                  <c:v>86.430414027416646</c:v>
                </c:pt>
                <c:pt idx="151">
                  <c:v>85.616081779859641</c:v>
                </c:pt>
                <c:pt idx="152">
                  <c:v>86.44307204162736</c:v>
                </c:pt>
                <c:pt idx="153">
                  <c:v>86.705926417340564</c:v>
                </c:pt>
                <c:pt idx="154">
                  <c:v>86.97775954446729</c:v>
                </c:pt>
                <c:pt idx="155">
                  <c:v>87.227089967971978</c:v>
                </c:pt>
                <c:pt idx="156">
                  <c:v>87.553601821715461</c:v>
                </c:pt>
                <c:pt idx="157">
                  <c:v>86.433984236552988</c:v>
                </c:pt>
                <c:pt idx="158">
                  <c:v>86.7859419445047</c:v>
                </c:pt>
                <c:pt idx="159">
                  <c:v>85.833734711390818</c:v>
                </c:pt>
                <c:pt idx="160">
                  <c:v>84.257584747027991</c:v>
                </c:pt>
                <c:pt idx="161">
                  <c:v>84.109453524315768</c:v>
                </c:pt>
                <c:pt idx="162">
                  <c:v>84.371312136244399</c:v>
                </c:pt>
                <c:pt idx="163">
                  <c:v>84.520741616824438</c:v>
                </c:pt>
                <c:pt idx="164">
                  <c:v>82.915575589117012</c:v>
                </c:pt>
                <c:pt idx="165">
                  <c:v>82.190498569969023</c:v>
                </c:pt>
                <c:pt idx="166">
                  <c:v>82.050286720250156</c:v>
                </c:pt>
                <c:pt idx="167">
                  <c:v>81.165199418899846</c:v>
                </c:pt>
                <c:pt idx="168">
                  <c:v>79.809623466270679</c:v>
                </c:pt>
                <c:pt idx="169">
                  <c:v>81.761034867311608</c:v>
                </c:pt>
                <c:pt idx="170">
                  <c:v>80.812917146481183</c:v>
                </c:pt>
                <c:pt idx="171">
                  <c:v>80.889384534892685</c:v>
                </c:pt>
                <c:pt idx="172">
                  <c:v>81.180973251993208</c:v>
                </c:pt>
                <c:pt idx="173">
                  <c:v>82.48741014432737</c:v>
                </c:pt>
                <c:pt idx="174">
                  <c:v>84.123020319033927</c:v>
                </c:pt>
                <c:pt idx="175">
                  <c:v>82.699740218600695</c:v>
                </c:pt>
                <c:pt idx="176">
                  <c:v>82.17842477179876</c:v>
                </c:pt>
                <c:pt idx="177">
                  <c:v>81.615954550588597</c:v>
                </c:pt>
                <c:pt idx="178">
                  <c:v>80.53444083384511</c:v>
                </c:pt>
                <c:pt idx="179">
                  <c:v>80.539439126635997</c:v>
                </c:pt>
                <c:pt idx="180">
                  <c:v>79.529524331299868</c:v>
                </c:pt>
                <c:pt idx="181">
                  <c:v>80.060252147643112</c:v>
                </c:pt>
                <c:pt idx="182">
                  <c:v>78.566152080523182</c:v>
                </c:pt>
                <c:pt idx="183">
                  <c:v>76.756445525749044</c:v>
                </c:pt>
                <c:pt idx="184">
                  <c:v>76.585140400097146</c:v>
                </c:pt>
                <c:pt idx="185">
                  <c:v>76.27725854675613</c:v>
                </c:pt>
                <c:pt idx="186">
                  <c:v>76.392284193840297</c:v>
                </c:pt>
                <c:pt idx="187">
                  <c:v>74.978676114521946</c:v>
                </c:pt>
                <c:pt idx="188">
                  <c:v>75.996510282851432</c:v>
                </c:pt>
                <c:pt idx="189">
                  <c:v>76.654402457342471</c:v>
                </c:pt>
                <c:pt idx="190">
                  <c:v>79.69232586791783</c:v>
                </c:pt>
                <c:pt idx="191">
                  <c:v>78.756217032364233</c:v>
                </c:pt>
                <c:pt idx="192">
                  <c:v>78.36375367893821</c:v>
                </c:pt>
                <c:pt idx="193">
                  <c:v>77.011877761232185</c:v>
                </c:pt>
                <c:pt idx="194">
                  <c:v>76.671734199877164</c:v>
                </c:pt>
                <c:pt idx="195">
                  <c:v>76.235324817627188</c:v>
                </c:pt>
                <c:pt idx="196">
                  <c:v>75.791580278424362</c:v>
                </c:pt>
                <c:pt idx="197">
                  <c:v>76.532560956452514</c:v>
                </c:pt>
                <c:pt idx="198">
                  <c:v>77.025379643056951</c:v>
                </c:pt>
                <c:pt idx="199">
                  <c:v>78.494747897795889</c:v>
                </c:pt>
                <c:pt idx="200">
                  <c:v>79.071758607125048</c:v>
                </c:pt>
                <c:pt idx="201">
                  <c:v>78.864491738536003</c:v>
                </c:pt>
                <c:pt idx="202">
                  <c:v>79.347898055599131</c:v>
                </c:pt>
                <c:pt idx="203">
                  <c:v>78.917330833754121</c:v>
                </c:pt>
                <c:pt idx="204">
                  <c:v>80.088229604693382</c:v>
                </c:pt>
                <c:pt idx="205">
                  <c:v>81.554222388976143</c:v>
                </c:pt>
                <c:pt idx="206">
                  <c:v>81.966808739352587</c:v>
                </c:pt>
                <c:pt idx="207">
                  <c:v>81.842305809833718</c:v>
                </c:pt>
                <c:pt idx="208">
                  <c:v>81.843084764554376</c:v>
                </c:pt>
                <c:pt idx="209">
                  <c:v>81.957915672958407</c:v>
                </c:pt>
                <c:pt idx="210">
                  <c:v>82.564916139032974</c:v>
                </c:pt>
                <c:pt idx="211">
                  <c:v>81.940583930423713</c:v>
                </c:pt>
                <c:pt idx="212">
                  <c:v>81.174741614227827</c:v>
                </c:pt>
                <c:pt idx="213">
                  <c:v>83.166139357595981</c:v>
                </c:pt>
                <c:pt idx="214">
                  <c:v>83.565418564827837</c:v>
                </c:pt>
                <c:pt idx="215">
                  <c:v>84.313344922448536</c:v>
                </c:pt>
                <c:pt idx="216">
                  <c:v>84.178001539733799</c:v>
                </c:pt>
                <c:pt idx="217">
                  <c:v>86.639823021487416</c:v>
                </c:pt>
                <c:pt idx="218">
                  <c:v>87.155750698138135</c:v>
                </c:pt>
                <c:pt idx="219">
                  <c:v>87.559573807907114</c:v>
                </c:pt>
                <c:pt idx="220">
                  <c:v>88.032658974921517</c:v>
                </c:pt>
                <c:pt idx="221">
                  <c:v>87.173212266459601</c:v>
                </c:pt>
                <c:pt idx="222">
                  <c:v>86.973540206397018</c:v>
                </c:pt>
                <c:pt idx="223">
                  <c:v>87.91802280519768</c:v>
                </c:pt>
                <c:pt idx="224">
                  <c:v>87.636885063932681</c:v>
                </c:pt>
                <c:pt idx="225">
                  <c:v>88.09198935947849</c:v>
                </c:pt>
                <c:pt idx="226">
                  <c:v>88.34949880755012</c:v>
                </c:pt>
                <c:pt idx="227">
                  <c:v>88.890742512622282</c:v>
                </c:pt>
                <c:pt idx="228">
                  <c:v>88.16313389063211</c:v>
                </c:pt>
                <c:pt idx="229">
                  <c:v>88.066673331057004</c:v>
                </c:pt>
                <c:pt idx="230">
                  <c:v>88.728395366257942</c:v>
                </c:pt>
                <c:pt idx="231">
                  <c:v>89.317155309290371</c:v>
                </c:pt>
                <c:pt idx="232">
                  <c:v>89.299823566755663</c:v>
                </c:pt>
                <c:pt idx="233">
                  <c:v>88.806939967257819</c:v>
                </c:pt>
                <c:pt idx="234">
                  <c:v>88.32645473039716</c:v>
                </c:pt>
                <c:pt idx="235">
                  <c:v>87.871869737998466</c:v>
                </c:pt>
                <c:pt idx="236">
                  <c:v>87.770086321165508</c:v>
                </c:pt>
                <c:pt idx="237">
                  <c:v>88.349953197803728</c:v>
                </c:pt>
                <c:pt idx="238">
                  <c:v>87.93210890306284</c:v>
                </c:pt>
                <c:pt idx="239">
                  <c:v>89.20972447073261</c:v>
                </c:pt>
                <c:pt idx="240">
                  <c:v>89.018361261023713</c:v>
                </c:pt>
                <c:pt idx="241">
                  <c:v>86.298770679624894</c:v>
                </c:pt>
                <c:pt idx="242">
                  <c:v>85.489566550645563</c:v>
                </c:pt>
                <c:pt idx="243">
                  <c:v>85.654640038532136</c:v>
                </c:pt>
                <c:pt idx="244">
                  <c:v>85.444646828420801</c:v>
                </c:pt>
                <c:pt idx="245">
                  <c:v>86.951924212898561</c:v>
                </c:pt>
                <c:pt idx="246">
                  <c:v>85.999911718464858</c:v>
                </c:pt>
                <c:pt idx="247">
                  <c:v>85.961807850045886</c:v>
                </c:pt>
                <c:pt idx="248">
                  <c:v>86.213604963499321</c:v>
                </c:pt>
                <c:pt idx="249">
                  <c:v>85.772456940032015</c:v>
                </c:pt>
                <c:pt idx="250">
                  <c:v>86.677667238332702</c:v>
                </c:pt>
                <c:pt idx="251">
                  <c:v>100</c:v>
                </c:pt>
                <c:pt idx="252">
                  <c:v>102.39191787854946</c:v>
                </c:pt>
                <c:pt idx="253">
                  <c:v>104.59001552384626</c:v>
                </c:pt>
                <c:pt idx="254">
                  <c:v>104.49523196150328</c:v>
                </c:pt>
                <c:pt idx="255">
                  <c:v>105.81202475309186</c:v>
                </c:pt>
                <c:pt idx="256">
                  <c:v>106.94259214815402</c:v>
                </c:pt>
                <c:pt idx="257">
                  <c:v>106.58343231937204</c:v>
                </c:pt>
                <c:pt idx="258">
                  <c:v>107.53339449708514</c:v>
                </c:pt>
                <c:pt idx="259">
                  <c:v>108.38333267511419</c:v>
                </c:pt>
                <c:pt idx="260">
                  <c:v>108.8678073098785</c:v>
                </c:pt>
                <c:pt idx="261">
                  <c:v>109.45450844697747</c:v>
                </c:pt>
                <c:pt idx="262">
                  <c:v>109.59721542906279</c:v>
                </c:pt>
                <c:pt idx="263">
                  <c:v>107.59612784844359</c:v>
                </c:pt>
                <c:pt idx="264">
                  <c:v>108.31573862825103</c:v>
                </c:pt>
                <c:pt idx="265">
                  <c:v>109.06299461374182</c:v>
                </c:pt>
                <c:pt idx="266">
                  <c:v>109.16901853443956</c:v>
                </c:pt>
                <c:pt idx="267">
                  <c:v>108.96289466569048</c:v>
                </c:pt>
                <c:pt idx="268">
                  <c:v>109.68531553508664</c:v>
                </c:pt>
                <c:pt idx="269">
                  <c:v>109.89546466730063</c:v>
                </c:pt>
                <c:pt idx="270">
                  <c:v>109.46833104981914</c:v>
                </c:pt>
                <c:pt idx="271">
                  <c:v>109.52939353709779</c:v>
                </c:pt>
                <c:pt idx="272">
                  <c:v>109.83690847614163</c:v>
                </c:pt>
                <c:pt idx="273">
                  <c:v>111.81095843801552</c:v>
                </c:pt>
                <c:pt idx="274">
                  <c:v>112.1701942151648</c:v>
                </c:pt>
                <c:pt idx="275">
                  <c:v>110.94993179836626</c:v>
                </c:pt>
                <c:pt idx="276">
                  <c:v>110.8255283727911</c:v>
                </c:pt>
                <c:pt idx="277">
                  <c:v>110.86699618131614</c:v>
                </c:pt>
                <c:pt idx="278">
                  <c:v>111.77260451254823</c:v>
                </c:pt>
                <c:pt idx="279">
                  <c:v>110.37325584574586</c:v>
                </c:pt>
                <c:pt idx="280">
                  <c:v>111.30871188531191</c:v>
                </c:pt>
                <c:pt idx="281">
                  <c:v>111.37357179095363</c:v>
                </c:pt>
                <c:pt idx="282">
                  <c:v>112.34760960108881</c:v>
                </c:pt>
                <c:pt idx="283">
                  <c:v>112.93658918920563</c:v>
                </c:pt>
                <c:pt idx="284">
                  <c:v>112.51667066661405</c:v>
                </c:pt>
                <c:pt idx="285">
                  <c:v>111.73197213606306</c:v>
                </c:pt>
                <c:pt idx="286">
                  <c:v>111.37835653809118</c:v>
                </c:pt>
                <c:pt idx="287">
                  <c:v>111.63528986453855</c:v>
                </c:pt>
                <c:pt idx="288">
                  <c:v>109.92827436195782</c:v>
                </c:pt>
                <c:pt idx="289">
                  <c:v>111.45901370412344</c:v>
                </c:pt>
                <c:pt idx="290">
                  <c:v>111.25410500925055</c:v>
                </c:pt>
                <c:pt idx="291">
                  <c:v>110.66185964134148</c:v>
                </c:pt>
                <c:pt idx="292">
                  <c:v>111.15711894425698</c:v>
                </c:pt>
                <c:pt idx="293">
                  <c:v>112.53459448128788</c:v>
                </c:pt>
                <c:pt idx="294">
                  <c:v>112.91319709208898</c:v>
                </c:pt>
                <c:pt idx="295">
                  <c:v>112.10214447809808</c:v>
                </c:pt>
                <c:pt idx="296">
                  <c:v>112.28123072810187</c:v>
                </c:pt>
                <c:pt idx="297">
                  <c:v>112.03462637960216</c:v>
                </c:pt>
                <c:pt idx="298">
                  <c:v>110.53434233270863</c:v>
                </c:pt>
                <c:pt idx="299">
                  <c:v>107.32127070732241</c:v>
                </c:pt>
                <c:pt idx="300">
                  <c:v>109.27086529493799</c:v>
                </c:pt>
                <c:pt idx="301">
                  <c:v>105.61683744922861</c:v>
                </c:pt>
                <c:pt idx="302">
                  <c:v>107.48228124591786</c:v>
                </c:pt>
                <c:pt idx="303">
                  <c:v>106.04662925956427</c:v>
                </c:pt>
                <c:pt idx="304">
                  <c:v>107.24501854659138</c:v>
                </c:pt>
                <c:pt idx="305">
                  <c:v>108.93608489204711</c:v>
                </c:pt>
                <c:pt idx="306">
                  <c:v>109.07582988780921</c:v>
                </c:pt>
                <c:pt idx="307">
                  <c:v>109.22560006804986</c:v>
                </c:pt>
                <c:pt idx="308">
                  <c:v>107.26149934228725</c:v>
                </c:pt>
                <c:pt idx="309">
                  <c:v>108.27047340136293</c:v>
                </c:pt>
                <c:pt idx="310">
                  <c:v>108.3183968211053</c:v>
                </c:pt>
                <c:pt idx="311">
                  <c:v>109.87184472508227</c:v>
                </c:pt>
                <c:pt idx="312">
                  <c:v>111.24651017252448</c:v>
                </c:pt>
                <c:pt idx="313">
                  <c:v>111.94189342317534</c:v>
                </c:pt>
                <c:pt idx="314">
                  <c:v>111.78035124600905</c:v>
                </c:pt>
                <c:pt idx="315">
                  <c:v>111.81445206290971</c:v>
                </c:pt>
                <c:pt idx="316">
                  <c:v>111.37022170847388</c:v>
                </c:pt>
                <c:pt idx="317">
                  <c:v>111.78209805845611</c:v>
                </c:pt>
                <c:pt idx="318">
                  <c:v>111.7867309088591</c:v>
                </c:pt>
                <c:pt idx="319">
                  <c:v>112.41429226754502</c:v>
                </c:pt>
                <c:pt idx="320">
                  <c:v>112.42052003366049</c:v>
                </c:pt>
                <c:pt idx="321">
                  <c:v>112.98663916323142</c:v>
                </c:pt>
                <c:pt idx="322">
                  <c:v>113.57455547420659</c:v>
                </c:pt>
                <c:pt idx="323">
                  <c:v>113.19511743136565</c:v>
                </c:pt>
                <c:pt idx="324">
                  <c:v>113.7960209131426</c:v>
                </c:pt>
                <c:pt idx="325">
                  <c:v>113.86239978612956</c:v>
                </c:pt>
                <c:pt idx="326">
                  <c:v>113.47658208043859</c:v>
                </c:pt>
                <c:pt idx="327">
                  <c:v>113.9242217570808</c:v>
                </c:pt>
                <c:pt idx="328">
                  <c:v>113.85283029185452</c:v>
                </c:pt>
                <c:pt idx="329">
                  <c:v>113.21790194154421</c:v>
                </c:pt>
                <c:pt idx="330">
                  <c:v>112.5325438753719</c:v>
                </c:pt>
                <c:pt idx="331">
                  <c:v>112.76130035756505</c:v>
                </c:pt>
                <c:pt idx="332">
                  <c:v>112.9735760440623</c:v>
                </c:pt>
                <c:pt idx="333">
                  <c:v>112.97866458466885</c:v>
                </c:pt>
                <c:pt idx="334">
                  <c:v>111.42643185456808</c:v>
                </c:pt>
                <c:pt idx="335">
                  <c:v>111.82842656248584</c:v>
                </c:pt>
                <c:pt idx="336">
                  <c:v>111.12666364898496</c:v>
                </c:pt>
                <c:pt idx="337">
                  <c:v>112.46905104034082</c:v>
                </c:pt>
                <c:pt idx="338">
                  <c:v>112.66970662664707</c:v>
                </c:pt>
                <c:pt idx="339">
                  <c:v>112.09242308708862</c:v>
                </c:pt>
                <c:pt idx="340">
                  <c:v>111.79235108803644</c:v>
                </c:pt>
                <c:pt idx="341">
                  <c:v>111.79045237885489</c:v>
                </c:pt>
                <c:pt idx="342">
                  <c:v>112.07776505220704</c:v>
                </c:pt>
                <c:pt idx="343">
                  <c:v>112.15902980517738</c:v>
                </c:pt>
                <c:pt idx="344">
                  <c:v>111.94029850746281</c:v>
                </c:pt>
                <c:pt idx="345">
                  <c:v>111.98153847088612</c:v>
                </c:pt>
                <c:pt idx="346">
                  <c:v>112.90560225536288</c:v>
                </c:pt>
                <c:pt idx="347">
                  <c:v>113.50468297632555</c:v>
                </c:pt>
                <c:pt idx="348">
                  <c:v>113.39303887645039</c:v>
                </c:pt>
                <c:pt idx="349">
                  <c:v>112.49555702051534</c:v>
                </c:pt>
                <c:pt idx="350">
                  <c:v>110.53745621576644</c:v>
                </c:pt>
                <c:pt idx="351">
                  <c:v>110.37333179411324</c:v>
                </c:pt>
                <c:pt idx="352">
                  <c:v>111.7940219521162</c:v>
                </c:pt>
                <c:pt idx="353">
                  <c:v>110.71745384617734</c:v>
                </c:pt>
                <c:pt idx="354">
                  <c:v>109.0948169796247</c:v>
                </c:pt>
                <c:pt idx="355">
                  <c:v>110.07371548526461</c:v>
                </c:pt>
                <c:pt idx="356">
                  <c:v>111.79417384885073</c:v>
                </c:pt>
                <c:pt idx="357">
                  <c:v>111.10152473942128</c:v>
                </c:pt>
                <c:pt idx="358">
                  <c:v>111.27909202207984</c:v>
                </c:pt>
                <c:pt idx="359">
                  <c:v>111.1714731856696</c:v>
                </c:pt>
                <c:pt idx="360">
                  <c:v>111.32367371366264</c:v>
                </c:pt>
                <c:pt idx="361">
                  <c:v>111.08504394372544</c:v>
                </c:pt>
                <c:pt idx="362">
                  <c:v>111.73949102442211</c:v>
                </c:pt>
                <c:pt idx="363">
                  <c:v>112.47451932278375</c:v>
                </c:pt>
                <c:pt idx="364">
                  <c:v>113.12752338450244</c:v>
                </c:pt>
                <c:pt idx="365">
                  <c:v>112.78036339774783</c:v>
                </c:pt>
                <c:pt idx="366">
                  <c:v>113.43306366599747</c:v>
                </c:pt>
                <c:pt idx="367">
                  <c:v>111.85652745837285</c:v>
                </c:pt>
                <c:pt idx="368">
                  <c:v>111.27878822861081</c:v>
                </c:pt>
                <c:pt idx="369">
                  <c:v>110.82598406299475</c:v>
                </c:pt>
                <c:pt idx="370">
                  <c:v>109.97110924109369</c:v>
                </c:pt>
                <c:pt idx="371">
                  <c:v>110.10151258768254</c:v>
                </c:pt>
                <c:pt idx="372">
                  <c:v>110.61864502036948</c:v>
                </c:pt>
                <c:pt idx="373">
                  <c:v>111.67706146653268</c:v>
                </c:pt>
                <c:pt idx="374">
                  <c:v>111.92715943992648</c:v>
                </c:pt>
                <c:pt idx="375">
                  <c:v>113.06319511743149</c:v>
                </c:pt>
                <c:pt idx="376">
                  <c:v>113.06516977498033</c:v>
                </c:pt>
                <c:pt idx="377">
                  <c:v>112.0293099938939</c:v>
                </c:pt>
                <c:pt idx="378">
                  <c:v>109.05767822803359</c:v>
                </c:pt>
                <c:pt idx="379">
                  <c:v>109.43111634986082</c:v>
                </c:pt>
                <c:pt idx="380">
                  <c:v>109.81078223780356</c:v>
                </c:pt>
                <c:pt idx="381">
                  <c:v>110.64036625340641</c:v>
                </c:pt>
                <c:pt idx="382">
                  <c:v>112.41953270488601</c:v>
                </c:pt>
                <c:pt idx="383">
                  <c:v>113.15721919610185</c:v>
                </c:pt>
                <c:pt idx="384">
                  <c:v>113.23134480254956</c:v>
                </c:pt>
                <c:pt idx="385">
                  <c:v>112.49198744725396</c:v>
                </c:pt>
                <c:pt idx="386">
                  <c:v>112.89117206558301</c:v>
                </c:pt>
                <c:pt idx="387">
                  <c:v>112.95701929999916</c:v>
                </c:pt>
                <c:pt idx="388">
                  <c:v>113.22959799010248</c:v>
                </c:pt>
                <c:pt idx="389">
                  <c:v>113.64017486352085</c:v>
                </c:pt>
                <c:pt idx="390">
                  <c:v>113.49465779184686</c:v>
                </c:pt>
                <c:pt idx="391">
                  <c:v>113.71665486935366</c:v>
                </c:pt>
                <c:pt idx="392">
                  <c:v>112.93309556431161</c:v>
                </c:pt>
                <c:pt idx="393">
                  <c:v>115.05235880439048</c:v>
                </c:pt>
                <c:pt idx="394">
                  <c:v>115.18572413730254</c:v>
                </c:pt>
                <c:pt idx="395">
                  <c:v>115.11752250350128</c:v>
                </c:pt>
                <c:pt idx="396">
                  <c:v>113.82457749923302</c:v>
                </c:pt>
                <c:pt idx="397">
                  <c:v>112.20361149676013</c:v>
                </c:pt>
                <c:pt idx="398">
                  <c:v>111.46227948391574</c:v>
                </c:pt>
                <c:pt idx="399">
                  <c:v>112.03257577368609</c:v>
                </c:pt>
                <c:pt idx="400">
                  <c:v>112.03705672735451</c:v>
                </c:pt>
                <c:pt idx="401">
                  <c:v>110.98471615057223</c:v>
                </c:pt>
                <c:pt idx="402">
                  <c:v>111.5931385207081</c:v>
                </c:pt>
                <c:pt idx="403">
                  <c:v>113.00106935301105</c:v>
                </c:pt>
                <c:pt idx="404">
                  <c:v>111.61425216680692</c:v>
                </c:pt>
                <c:pt idx="405">
                  <c:v>111.80343954965657</c:v>
                </c:pt>
                <c:pt idx="406">
                  <c:v>110.87800869456909</c:v>
                </c:pt>
                <c:pt idx="407">
                  <c:v>110.72922584310285</c:v>
                </c:pt>
                <c:pt idx="408">
                  <c:v>109.49984962223284</c:v>
                </c:pt>
                <c:pt idx="409">
                  <c:v>109.0535770162013</c:v>
                </c:pt>
                <c:pt idx="410">
                  <c:v>109.30094084837366</c:v>
                </c:pt>
                <c:pt idx="411">
                  <c:v>110.11062639175383</c:v>
                </c:pt>
                <c:pt idx="412">
                  <c:v>110.33285131436247</c:v>
                </c:pt>
                <c:pt idx="413">
                  <c:v>109.64529074553957</c:v>
                </c:pt>
                <c:pt idx="414">
                  <c:v>109.73096050381112</c:v>
                </c:pt>
                <c:pt idx="415">
                  <c:v>111.10228422309382</c:v>
                </c:pt>
                <c:pt idx="416">
                  <c:v>112.0360693985801</c:v>
                </c:pt>
                <c:pt idx="417">
                  <c:v>111.78103478131429</c:v>
                </c:pt>
                <c:pt idx="418">
                  <c:v>111.5000258224449</c:v>
                </c:pt>
                <c:pt idx="419">
                  <c:v>111.15620756384982</c:v>
                </c:pt>
                <c:pt idx="420">
                  <c:v>110.61986019424558</c:v>
                </c:pt>
                <c:pt idx="421">
                  <c:v>109.96199543702213</c:v>
                </c:pt>
                <c:pt idx="422">
                  <c:v>109.49658384244059</c:v>
                </c:pt>
                <c:pt idx="423">
                  <c:v>109.80660507760408</c:v>
                </c:pt>
                <c:pt idx="424">
                  <c:v>110.28348487564219</c:v>
                </c:pt>
                <c:pt idx="425">
                  <c:v>109.83219967737138</c:v>
                </c:pt>
                <c:pt idx="426">
                  <c:v>109.40445847295177</c:v>
                </c:pt>
                <c:pt idx="427">
                  <c:v>110.80373119138687</c:v>
                </c:pt>
                <c:pt idx="428">
                  <c:v>111.16486567771769</c:v>
                </c:pt>
                <c:pt idx="429">
                  <c:v>109.92105926706792</c:v>
                </c:pt>
                <c:pt idx="430">
                  <c:v>109.89667984117682</c:v>
                </c:pt>
                <c:pt idx="431">
                  <c:v>110.77054175489342</c:v>
                </c:pt>
                <c:pt idx="432">
                  <c:v>109.22514437784622</c:v>
                </c:pt>
                <c:pt idx="433">
                  <c:v>108.92636350103751</c:v>
                </c:pt>
                <c:pt idx="434">
                  <c:v>107.90257951034573</c:v>
                </c:pt>
                <c:pt idx="435">
                  <c:v>106.97069304404097</c:v>
                </c:pt>
                <c:pt idx="436">
                  <c:v>106.77801203629728</c:v>
                </c:pt>
                <c:pt idx="437">
                  <c:v>107.34208055995218</c:v>
                </c:pt>
                <c:pt idx="438">
                  <c:v>107.86764326140521</c:v>
                </c:pt>
                <c:pt idx="439">
                  <c:v>106.77892341670442</c:v>
                </c:pt>
                <c:pt idx="440">
                  <c:v>105.53010441381535</c:v>
                </c:pt>
                <c:pt idx="441">
                  <c:v>105.60726795495354</c:v>
                </c:pt>
                <c:pt idx="442">
                  <c:v>105.57066084193325</c:v>
                </c:pt>
                <c:pt idx="443">
                  <c:v>106.5715084257119</c:v>
                </c:pt>
                <c:pt idx="444">
                  <c:v>105.87749224567173</c:v>
                </c:pt>
                <c:pt idx="445">
                  <c:v>108.15601921189902</c:v>
                </c:pt>
                <c:pt idx="446">
                  <c:v>107.99645169228157</c:v>
                </c:pt>
                <c:pt idx="447">
                  <c:v>107.8938454481106</c:v>
                </c:pt>
                <c:pt idx="448">
                  <c:v>106.36135929349797</c:v>
                </c:pt>
                <c:pt idx="449">
                  <c:v>106.67419061825014</c:v>
                </c:pt>
                <c:pt idx="450">
                  <c:v>106.64160876869474</c:v>
                </c:pt>
                <c:pt idx="451">
                  <c:v>105.48347211631649</c:v>
                </c:pt>
                <c:pt idx="452">
                  <c:v>104.90261900349672</c:v>
                </c:pt>
                <c:pt idx="453">
                  <c:v>103.27428600939942</c:v>
                </c:pt>
                <c:pt idx="454">
                  <c:v>103.53395347706818</c:v>
                </c:pt>
                <c:pt idx="455">
                  <c:v>104.16181862922313</c:v>
                </c:pt>
                <c:pt idx="456">
                  <c:v>104.19007142184461</c:v>
                </c:pt>
                <c:pt idx="457">
                  <c:v>103.705217045244</c:v>
                </c:pt>
                <c:pt idx="458">
                  <c:v>102.98970747726869</c:v>
                </c:pt>
                <c:pt idx="459">
                  <c:v>103.34180410789533</c:v>
                </c:pt>
                <c:pt idx="460">
                  <c:v>104.26419702829232</c:v>
                </c:pt>
                <c:pt idx="461">
                  <c:v>104.98790901993192</c:v>
                </c:pt>
                <c:pt idx="462">
                  <c:v>106.91274443982005</c:v>
                </c:pt>
                <c:pt idx="463">
                  <c:v>107.35134626075808</c:v>
                </c:pt>
                <c:pt idx="464">
                  <c:v>106.85547937090446</c:v>
                </c:pt>
                <c:pt idx="465">
                  <c:v>106.73715181471027</c:v>
                </c:pt>
                <c:pt idx="466">
                  <c:v>107.2200315337621</c:v>
                </c:pt>
                <c:pt idx="467">
                  <c:v>108.38105422409629</c:v>
                </c:pt>
                <c:pt idx="468">
                  <c:v>107.54782468686491</c:v>
                </c:pt>
                <c:pt idx="469">
                  <c:v>108.33639658414624</c:v>
                </c:pt>
                <c:pt idx="470">
                  <c:v>110.06369030078592</c:v>
                </c:pt>
                <c:pt idx="471">
                  <c:v>110.61287294445744</c:v>
                </c:pt>
                <c:pt idx="472">
                  <c:v>110.20503021226048</c:v>
                </c:pt>
                <c:pt idx="473">
                  <c:v>111.13084080918425</c:v>
                </c:pt>
                <c:pt idx="474">
                  <c:v>111.24643422415704</c:v>
                </c:pt>
                <c:pt idx="475">
                  <c:v>110.87124928988277</c:v>
                </c:pt>
                <c:pt idx="476">
                  <c:v>111.39149560562743</c:v>
                </c:pt>
                <c:pt idx="477">
                  <c:v>111.91432416585907</c:v>
                </c:pt>
                <c:pt idx="478">
                  <c:v>111.52979758241158</c:v>
                </c:pt>
                <c:pt idx="479">
                  <c:v>111.3832172335959</c:v>
                </c:pt>
                <c:pt idx="480">
                  <c:v>112.02293033104371</c:v>
                </c:pt>
                <c:pt idx="481">
                  <c:v>112.40578605041148</c:v>
                </c:pt>
                <c:pt idx="482">
                  <c:v>113.30957162082927</c:v>
                </c:pt>
                <c:pt idx="483">
                  <c:v>113.21706650950414</c:v>
                </c:pt>
                <c:pt idx="484">
                  <c:v>114.02234704758314</c:v>
                </c:pt>
                <c:pt idx="485">
                  <c:v>114.72889470822153</c:v>
                </c:pt>
                <c:pt idx="486">
                  <c:v>114.51001151377247</c:v>
                </c:pt>
                <c:pt idx="487">
                  <c:v>115.6086046462173</c:v>
                </c:pt>
                <c:pt idx="488">
                  <c:v>115.90670198772064</c:v>
                </c:pt>
                <c:pt idx="489">
                  <c:v>115.75594447870556</c:v>
                </c:pt>
                <c:pt idx="490">
                  <c:v>115.62819932497088</c:v>
                </c:pt>
                <c:pt idx="491">
                  <c:v>116.34826579498196</c:v>
                </c:pt>
                <c:pt idx="492">
                  <c:v>116.48292225013746</c:v>
                </c:pt>
                <c:pt idx="493">
                  <c:v>115.83766492187954</c:v>
                </c:pt>
                <c:pt idx="494">
                  <c:v>116.28211476709677</c:v>
                </c:pt>
                <c:pt idx="495">
                  <c:v>116.19993863371928</c:v>
                </c:pt>
                <c:pt idx="496">
                  <c:v>115.91353734077425</c:v>
                </c:pt>
                <c:pt idx="497">
                  <c:v>115.96146076051656</c:v>
                </c:pt>
                <c:pt idx="498">
                  <c:v>115.96176455398557</c:v>
                </c:pt>
                <c:pt idx="499">
                  <c:v>116.22014089941089</c:v>
                </c:pt>
                <c:pt idx="500">
                  <c:v>115.84260156575148</c:v>
                </c:pt>
                <c:pt idx="501">
                  <c:v>100</c:v>
                </c:pt>
                <c:pt idx="502">
                  <c:v>99.90286639118186</c:v>
                </c:pt>
                <c:pt idx="503">
                  <c:v>98.544043836535195</c:v>
                </c:pt>
                <c:pt idx="504">
                  <c:v>99.140796574189963</c:v>
                </c:pt>
                <c:pt idx="505">
                  <c:v>98.938604092449197</c:v>
                </c:pt>
                <c:pt idx="506">
                  <c:v>99.445297010734492</c:v>
                </c:pt>
                <c:pt idx="507">
                  <c:v>99.095864911580918</c:v>
                </c:pt>
                <c:pt idx="508">
                  <c:v>99.018577212049308</c:v>
                </c:pt>
                <c:pt idx="509">
                  <c:v>98.449530149735125</c:v>
                </c:pt>
                <c:pt idx="510">
                  <c:v>99.254959676125281</c:v>
                </c:pt>
                <c:pt idx="511">
                  <c:v>98.556160975868593</c:v>
                </c:pt>
                <c:pt idx="512">
                  <c:v>97.571725277597139</c:v>
                </c:pt>
                <c:pt idx="513">
                  <c:v>98.53290916795865</c:v>
                </c:pt>
                <c:pt idx="514">
                  <c:v>98.420252521183755</c:v>
                </c:pt>
                <c:pt idx="515">
                  <c:v>99.151603752514362</c:v>
                </c:pt>
                <c:pt idx="516">
                  <c:v>98.877821901631151</c:v>
                </c:pt>
                <c:pt idx="517">
                  <c:v>100.57743081277189</c:v>
                </c:pt>
                <c:pt idx="518">
                  <c:v>100.90459357477228</c:v>
                </c:pt>
                <c:pt idx="519">
                  <c:v>101.89734752545094</c:v>
                </c:pt>
                <c:pt idx="520">
                  <c:v>101.88234847189776</c:v>
                </c:pt>
                <c:pt idx="521">
                  <c:v>102.24383221233424</c:v>
                </c:pt>
                <c:pt idx="522">
                  <c:v>102.09063227233044</c:v>
                </c:pt>
                <c:pt idx="523">
                  <c:v>101.65696968029749</c:v>
                </c:pt>
                <c:pt idx="524">
                  <c:v>101.80427479576073</c:v>
                </c:pt>
                <c:pt idx="525">
                  <c:v>101.78331541961656</c:v>
                </c:pt>
                <c:pt idx="526">
                  <c:v>102.38760043307312</c:v>
                </c:pt>
                <c:pt idx="527">
                  <c:v>102.08539242829437</c:v>
                </c:pt>
                <c:pt idx="528">
                  <c:v>102.59496726079946</c:v>
                </c:pt>
                <c:pt idx="529">
                  <c:v>102.59385379394179</c:v>
                </c:pt>
                <c:pt idx="530">
                  <c:v>103.22938137746324</c:v>
                </c:pt>
                <c:pt idx="531">
                  <c:v>102.1075307693466</c:v>
                </c:pt>
                <c:pt idx="532">
                  <c:v>102.4904978703308</c:v>
                </c:pt>
                <c:pt idx="533">
                  <c:v>103.24398744271367</c:v>
                </c:pt>
                <c:pt idx="534">
                  <c:v>103.71190551513223</c:v>
                </c:pt>
                <c:pt idx="535">
                  <c:v>103.55949155173384</c:v>
                </c:pt>
                <c:pt idx="536">
                  <c:v>103.8072706765882</c:v>
                </c:pt>
                <c:pt idx="537">
                  <c:v>105.21554425932497</c:v>
                </c:pt>
                <c:pt idx="538">
                  <c:v>105.55357969770019</c:v>
                </c:pt>
                <c:pt idx="539">
                  <c:v>105.26394731860793</c:v>
                </c:pt>
                <c:pt idx="540">
                  <c:v>105.72099271465171</c:v>
                </c:pt>
                <c:pt idx="541">
                  <c:v>105.54781586926052</c:v>
                </c:pt>
                <c:pt idx="542">
                  <c:v>105.40136222845312</c:v>
                </c:pt>
                <c:pt idx="543">
                  <c:v>105.91748686600333</c:v>
                </c:pt>
                <c:pt idx="544">
                  <c:v>106.07749860325399</c:v>
                </c:pt>
                <c:pt idx="545">
                  <c:v>105.81937078642848</c:v>
                </c:pt>
                <c:pt idx="546">
                  <c:v>106.25126493109924</c:v>
                </c:pt>
                <c:pt idx="547">
                  <c:v>107.33787758807354</c:v>
                </c:pt>
                <c:pt idx="548">
                  <c:v>107.10221560255255</c:v>
                </c:pt>
                <c:pt idx="549">
                  <c:v>106.58641845525463</c:v>
                </c:pt>
                <c:pt idx="550">
                  <c:v>107.62620000615679</c:v>
                </c:pt>
                <c:pt idx="551">
                  <c:v>107.88825770600934</c:v>
                </c:pt>
                <c:pt idx="552">
                  <c:v>107.75634463240198</c:v>
                </c:pt>
                <c:pt idx="553">
                  <c:v>107.56613829389364</c:v>
                </c:pt>
                <c:pt idx="554">
                  <c:v>107.5513357344918</c:v>
                </c:pt>
                <c:pt idx="555">
                  <c:v>108.06687088958792</c:v>
                </c:pt>
                <c:pt idx="556">
                  <c:v>107.99488853214278</c:v>
                </c:pt>
                <c:pt idx="557">
                  <c:v>109.07324843476029</c:v>
                </c:pt>
                <c:pt idx="558">
                  <c:v>108.9182145493439</c:v>
                </c:pt>
                <c:pt idx="559">
                  <c:v>109.13069022500541</c:v>
                </c:pt>
                <c:pt idx="560">
                  <c:v>109.54686483756805</c:v>
                </c:pt>
                <c:pt idx="561">
                  <c:v>109.9390671636658</c:v>
                </c:pt>
                <c:pt idx="562">
                  <c:v>109.95255976205861</c:v>
                </c:pt>
                <c:pt idx="563">
                  <c:v>109.94830238877933</c:v>
                </c:pt>
                <c:pt idx="564">
                  <c:v>109.06813958682511</c:v>
                </c:pt>
                <c:pt idx="565">
                  <c:v>109.60967746795009</c:v>
                </c:pt>
                <c:pt idx="566">
                  <c:v>109.72541252309614</c:v>
                </c:pt>
                <c:pt idx="567">
                  <c:v>108.61685801922094</c:v>
                </c:pt>
                <c:pt idx="568">
                  <c:v>109.25572600331537</c:v>
                </c:pt>
                <c:pt idx="569">
                  <c:v>108.26067962087096</c:v>
                </c:pt>
                <c:pt idx="570">
                  <c:v>108.37720065262245</c:v>
                </c:pt>
                <c:pt idx="571">
                  <c:v>107.74029761004149</c:v>
                </c:pt>
                <c:pt idx="572">
                  <c:v>107.59325448678004</c:v>
                </c:pt>
                <c:pt idx="573">
                  <c:v>107.96718285680211</c:v>
                </c:pt>
                <c:pt idx="574">
                  <c:v>106.59696364137706</c:v>
                </c:pt>
                <c:pt idx="575">
                  <c:v>106.45987622178409</c:v>
                </c:pt>
                <c:pt idx="576">
                  <c:v>106.88607203606567</c:v>
                </c:pt>
                <c:pt idx="577">
                  <c:v>106.55923676431752</c:v>
                </c:pt>
                <c:pt idx="578">
                  <c:v>107.11249879647313</c:v>
                </c:pt>
                <c:pt idx="579">
                  <c:v>108.49555562978645</c:v>
                </c:pt>
                <c:pt idx="580">
                  <c:v>108.22786509759516</c:v>
                </c:pt>
                <c:pt idx="581">
                  <c:v>107.256267017212</c:v>
                </c:pt>
                <c:pt idx="582">
                  <c:v>108.50341539584052</c:v>
                </c:pt>
                <c:pt idx="583">
                  <c:v>108.28694433910154</c:v>
                </c:pt>
                <c:pt idx="584">
                  <c:v>107.18304019680834</c:v>
                </c:pt>
                <c:pt idx="585">
                  <c:v>107.1858566129777</c:v>
                </c:pt>
                <c:pt idx="586">
                  <c:v>106.78854543894479</c:v>
                </c:pt>
                <c:pt idx="587">
                  <c:v>107.44136450778522</c:v>
                </c:pt>
                <c:pt idx="588">
                  <c:v>108.1492019390041</c:v>
                </c:pt>
                <c:pt idx="589">
                  <c:v>109.33471665215863</c:v>
                </c:pt>
                <c:pt idx="590">
                  <c:v>109.74126305130508</c:v>
                </c:pt>
                <c:pt idx="591">
                  <c:v>110.06351345952167</c:v>
                </c:pt>
                <c:pt idx="592">
                  <c:v>110.75576235473335</c:v>
                </c:pt>
                <c:pt idx="593">
                  <c:v>110.66760197882692</c:v>
                </c:pt>
                <c:pt idx="594">
                  <c:v>110.85001404933165</c:v>
                </c:pt>
                <c:pt idx="595">
                  <c:v>111.44565332012874</c:v>
                </c:pt>
                <c:pt idx="596">
                  <c:v>110.98945939874082</c:v>
                </c:pt>
                <c:pt idx="597">
                  <c:v>110.79106580392619</c:v>
                </c:pt>
                <c:pt idx="598">
                  <c:v>110.96365316686331</c:v>
                </c:pt>
                <c:pt idx="599">
                  <c:v>110.45663275832577</c:v>
                </c:pt>
                <c:pt idx="600">
                  <c:v>110.08794423233974</c:v>
                </c:pt>
                <c:pt idx="601">
                  <c:v>110.22961651546422</c:v>
                </c:pt>
                <c:pt idx="602">
                  <c:v>110.18042747957585</c:v>
                </c:pt>
                <c:pt idx="603">
                  <c:v>110.05905959209102</c:v>
                </c:pt>
                <c:pt idx="604">
                  <c:v>108.65294744501909</c:v>
                </c:pt>
                <c:pt idx="605">
                  <c:v>109.02746529749521</c:v>
                </c:pt>
                <c:pt idx="606">
                  <c:v>109.04239885299795</c:v>
                </c:pt>
                <c:pt idx="607">
                  <c:v>109.48018782220926</c:v>
                </c:pt>
                <c:pt idx="608">
                  <c:v>108.54467916762437</c:v>
                </c:pt>
                <c:pt idx="609">
                  <c:v>109.92564006332327</c:v>
                </c:pt>
                <c:pt idx="610">
                  <c:v>110.51820092574918</c:v>
                </c:pt>
                <c:pt idx="611">
                  <c:v>110.11473293497394</c:v>
                </c:pt>
                <c:pt idx="612">
                  <c:v>109.39746378449021</c:v>
                </c:pt>
                <c:pt idx="613">
                  <c:v>108.23834478566721</c:v>
                </c:pt>
                <c:pt idx="614">
                  <c:v>109.55531408607597</c:v>
                </c:pt>
                <c:pt idx="615">
                  <c:v>107.57642148781416</c:v>
                </c:pt>
                <c:pt idx="616">
                  <c:v>105.61180746455058</c:v>
                </c:pt>
                <c:pt idx="617">
                  <c:v>106.19794951803235</c:v>
                </c:pt>
                <c:pt idx="618">
                  <c:v>106.94331733215935</c:v>
                </c:pt>
                <c:pt idx="619">
                  <c:v>107.66779126819266</c:v>
                </c:pt>
                <c:pt idx="620">
                  <c:v>106.78605651302767</c:v>
                </c:pt>
                <c:pt idx="621">
                  <c:v>107.67204864147195</c:v>
                </c:pt>
                <c:pt idx="622">
                  <c:v>107.33067280252379</c:v>
                </c:pt>
                <c:pt idx="623">
                  <c:v>106.84343280522229</c:v>
                </c:pt>
                <c:pt idx="624">
                  <c:v>106.48679592051919</c:v>
                </c:pt>
                <c:pt idx="625">
                  <c:v>106.20168290690805</c:v>
                </c:pt>
                <c:pt idx="626">
                  <c:v>106.88555329150604</c:v>
                </c:pt>
                <c:pt idx="627">
                  <c:v>106.50827928106696</c:v>
                </c:pt>
                <c:pt idx="628">
                  <c:v>107.72438158378191</c:v>
                </c:pt>
                <c:pt idx="629">
                  <c:v>108.19416242075529</c:v>
                </c:pt>
                <c:pt idx="630">
                  <c:v>107.93194490565963</c:v>
                </c:pt>
                <c:pt idx="631">
                  <c:v>106.73156213505283</c:v>
                </c:pt>
                <c:pt idx="632">
                  <c:v>107.87076972653888</c:v>
                </c:pt>
                <c:pt idx="633">
                  <c:v>108.38944878805663</c:v>
                </c:pt>
                <c:pt idx="634">
                  <c:v>109.56160189891925</c:v>
                </c:pt>
                <c:pt idx="635">
                  <c:v>108.43457694481701</c:v>
                </c:pt>
                <c:pt idx="636">
                  <c:v>107.895069503256</c:v>
                </c:pt>
                <c:pt idx="637">
                  <c:v>106.84284332276829</c:v>
                </c:pt>
                <c:pt idx="638">
                  <c:v>106.61851249997522</c:v>
                </c:pt>
                <c:pt idx="639">
                  <c:v>105.74817440558861</c:v>
                </c:pt>
                <c:pt idx="640">
                  <c:v>107.04922767973788</c:v>
                </c:pt>
                <c:pt idx="641">
                  <c:v>107.33886005883015</c:v>
                </c:pt>
                <c:pt idx="642">
                  <c:v>106.24753154222346</c:v>
                </c:pt>
                <c:pt idx="643">
                  <c:v>105.12627041656089</c:v>
                </c:pt>
                <c:pt idx="644">
                  <c:v>106.09236666070616</c:v>
                </c:pt>
                <c:pt idx="645">
                  <c:v>105.40083824404947</c:v>
                </c:pt>
                <c:pt idx="646">
                  <c:v>105.91577212704243</c:v>
                </c:pt>
                <c:pt idx="647">
                  <c:v>106.54338754606948</c:v>
                </c:pt>
                <c:pt idx="648">
                  <c:v>104.41121706512382</c:v>
                </c:pt>
                <c:pt idx="649">
                  <c:v>101.689645347706</c:v>
                </c:pt>
                <c:pt idx="650">
                  <c:v>100.03535715759398</c:v>
                </c:pt>
                <c:pt idx="651">
                  <c:v>100.15206420380878</c:v>
                </c:pt>
                <c:pt idx="652">
                  <c:v>102.06917314606113</c:v>
                </c:pt>
                <c:pt idx="653">
                  <c:v>102.01236603192488</c:v>
                </c:pt>
                <c:pt idx="654">
                  <c:v>102.26694319943549</c:v>
                </c:pt>
                <c:pt idx="655">
                  <c:v>102.24225370931819</c:v>
                </c:pt>
                <c:pt idx="656">
                  <c:v>102.7231751096927</c:v>
                </c:pt>
                <c:pt idx="657">
                  <c:v>103.30871261616882</c:v>
                </c:pt>
                <c:pt idx="658">
                  <c:v>104.79797126338519</c:v>
                </c:pt>
                <c:pt idx="659">
                  <c:v>105.38478205196205</c:v>
                </c:pt>
                <c:pt idx="660">
                  <c:v>106.03762993994467</c:v>
                </c:pt>
                <c:pt idx="661">
                  <c:v>105.72754513961875</c:v>
                </c:pt>
                <c:pt idx="662">
                  <c:v>106.31589971724475</c:v>
                </c:pt>
                <c:pt idx="663">
                  <c:v>106.36535991506194</c:v>
                </c:pt>
                <c:pt idx="664">
                  <c:v>106.94990447109323</c:v>
                </c:pt>
                <c:pt idx="665">
                  <c:v>106.80081387877472</c:v>
                </c:pt>
                <c:pt idx="666">
                  <c:v>106.87798826667907</c:v>
                </c:pt>
                <c:pt idx="667">
                  <c:v>107.19817024646244</c:v>
                </c:pt>
                <c:pt idx="668">
                  <c:v>108.22013632764201</c:v>
                </c:pt>
                <c:pt idx="669">
                  <c:v>108.20926365126725</c:v>
                </c:pt>
                <c:pt idx="670">
                  <c:v>107.18002728648764</c:v>
                </c:pt>
                <c:pt idx="671">
                  <c:v>106.00211034718536</c:v>
                </c:pt>
                <c:pt idx="672">
                  <c:v>105.59176506111281</c:v>
                </c:pt>
                <c:pt idx="673">
                  <c:v>104.17910310899582</c:v>
                </c:pt>
                <c:pt idx="674">
                  <c:v>105.07629540406717</c:v>
                </c:pt>
                <c:pt idx="675">
                  <c:v>104.40579186160511</c:v>
                </c:pt>
                <c:pt idx="676">
                  <c:v>104.66140258835186</c:v>
                </c:pt>
                <c:pt idx="677">
                  <c:v>105.6127899353075</c:v>
                </c:pt>
                <c:pt idx="678">
                  <c:v>106.39565276339542</c:v>
                </c:pt>
                <c:pt idx="679">
                  <c:v>106.10531366033882</c:v>
                </c:pt>
                <c:pt idx="680">
                  <c:v>106.73358733477289</c:v>
                </c:pt>
                <c:pt idx="681">
                  <c:v>106.23823016407907</c:v>
                </c:pt>
                <c:pt idx="682">
                  <c:v>108.14008330042047</c:v>
                </c:pt>
                <c:pt idx="683">
                  <c:v>106.66273547367852</c:v>
                </c:pt>
                <c:pt idx="684">
                  <c:v>106.93924793828504</c:v>
                </c:pt>
                <c:pt idx="685">
                  <c:v>107.86197399334399</c:v>
                </c:pt>
                <c:pt idx="686">
                  <c:v>107.65438578220709</c:v>
                </c:pt>
                <c:pt idx="687">
                  <c:v>109.74322144301365</c:v>
                </c:pt>
                <c:pt idx="688">
                  <c:v>110.57093471612811</c:v>
                </c:pt>
                <c:pt idx="689">
                  <c:v>109.25449987981099</c:v>
                </c:pt>
                <c:pt idx="690">
                  <c:v>108.43894107991871</c:v>
                </c:pt>
                <c:pt idx="691">
                  <c:v>108.47825366477963</c:v>
                </c:pt>
                <c:pt idx="692">
                  <c:v>107.52749509910835</c:v>
                </c:pt>
                <c:pt idx="693">
                  <c:v>108.19392990267643</c:v>
                </c:pt>
                <c:pt idx="694">
                  <c:v>108.33818477393019</c:v>
                </c:pt>
                <c:pt idx="695">
                  <c:v>107.95897726104182</c:v>
                </c:pt>
                <c:pt idx="696">
                  <c:v>108.69415947334328</c:v>
                </c:pt>
                <c:pt idx="697">
                  <c:v>108.34948122269141</c:v>
                </c:pt>
                <c:pt idx="698">
                  <c:v>109.01492897063919</c:v>
                </c:pt>
                <c:pt idx="699">
                  <c:v>109.74934354578932</c:v>
                </c:pt>
                <c:pt idx="700">
                  <c:v>108.2392008451868</c:v>
                </c:pt>
                <c:pt idx="701">
                  <c:v>107.75369589124175</c:v>
                </c:pt>
                <c:pt idx="702">
                  <c:v>108.52107236028112</c:v>
                </c:pt>
                <c:pt idx="703">
                  <c:v>109.2108395343612</c:v>
                </c:pt>
                <c:pt idx="704">
                  <c:v>108.2434595284271</c:v>
                </c:pt>
                <c:pt idx="705">
                  <c:v>108.06367196480392</c:v>
                </c:pt>
                <c:pt idx="706">
                  <c:v>107.71864395456265</c:v>
                </c:pt>
                <c:pt idx="707">
                  <c:v>107.84115281808634</c:v>
                </c:pt>
                <c:pt idx="708">
                  <c:v>107.9486560782518</c:v>
                </c:pt>
                <c:pt idx="709">
                  <c:v>108.40834366565078</c:v>
                </c:pt>
                <c:pt idx="710">
                  <c:v>107.89646985157486</c:v>
                </c:pt>
                <c:pt idx="711">
                  <c:v>106.52105664074908</c:v>
                </c:pt>
                <c:pt idx="712">
                  <c:v>105.50027869420467</c:v>
                </c:pt>
                <c:pt idx="713">
                  <c:v>106.53598233648577</c:v>
                </c:pt>
                <c:pt idx="714">
                  <c:v>106.00606380951074</c:v>
                </c:pt>
                <c:pt idx="715">
                  <c:v>106.41073368951174</c:v>
                </c:pt>
                <c:pt idx="716">
                  <c:v>105.10010329042559</c:v>
                </c:pt>
                <c:pt idx="717">
                  <c:v>106.08968386055994</c:v>
                </c:pt>
                <c:pt idx="718">
                  <c:v>105.33179216420629</c:v>
                </c:pt>
                <c:pt idx="719">
                  <c:v>106.41896482951188</c:v>
                </c:pt>
                <c:pt idx="720">
                  <c:v>104.2180076410026</c:v>
                </c:pt>
                <c:pt idx="721">
                  <c:v>104.08419446895167</c:v>
                </c:pt>
                <c:pt idx="722">
                  <c:v>105.77652327178487</c:v>
                </c:pt>
                <c:pt idx="723">
                  <c:v>105.07033311653484</c:v>
                </c:pt>
                <c:pt idx="724">
                  <c:v>104.93719850428657</c:v>
                </c:pt>
                <c:pt idx="725">
                  <c:v>104.15219585489042</c:v>
                </c:pt>
                <c:pt idx="726">
                  <c:v>103.79974036572806</c:v>
                </c:pt>
                <c:pt idx="727">
                  <c:v>104.26793876980257</c:v>
                </c:pt>
                <c:pt idx="728">
                  <c:v>105.12058125589897</c:v>
                </c:pt>
                <c:pt idx="729">
                  <c:v>105.41777145503269</c:v>
                </c:pt>
                <c:pt idx="730">
                  <c:v>104.57788864414454</c:v>
                </c:pt>
                <c:pt idx="731">
                  <c:v>104.07990041676412</c:v>
                </c:pt>
                <c:pt idx="732">
                  <c:v>105.43419116130012</c:v>
                </c:pt>
                <c:pt idx="733">
                  <c:v>106.11389455992851</c:v>
                </c:pt>
                <c:pt idx="734">
                  <c:v>106.65277453016617</c:v>
                </c:pt>
                <c:pt idx="735">
                  <c:v>107.37315156314379</c:v>
                </c:pt>
                <c:pt idx="736">
                  <c:v>108.12151525809843</c:v>
                </c:pt>
                <c:pt idx="737">
                  <c:v>108.56616711303597</c:v>
                </c:pt>
                <c:pt idx="738">
                  <c:v>108.6333464984416</c:v>
                </c:pt>
                <c:pt idx="739">
                  <c:v>108.10792244768847</c:v>
                </c:pt>
                <c:pt idx="740">
                  <c:v>108.35574873113916</c:v>
                </c:pt>
                <c:pt idx="741">
                  <c:v>108.36550073587077</c:v>
                </c:pt>
                <c:pt idx="742">
                  <c:v>108.28732815767752</c:v>
                </c:pt>
                <c:pt idx="743">
                  <c:v>107.87201091459528</c:v>
                </c:pt>
                <c:pt idx="744">
                  <c:v>107.53823939930443</c:v>
                </c:pt>
                <c:pt idx="745">
                  <c:v>107.76969182512298</c:v>
                </c:pt>
                <c:pt idx="746">
                  <c:v>106.23874563373637</c:v>
                </c:pt>
                <c:pt idx="747">
                  <c:v>106.00847872263095</c:v>
                </c:pt>
                <c:pt idx="748">
                  <c:v>105.89551358003844</c:v>
                </c:pt>
                <c:pt idx="749">
                  <c:v>106.06392020241532</c:v>
                </c:pt>
                <c:pt idx="750">
                  <c:v>106.0623200850428</c:v>
                </c:pt>
                <c:pt idx="751">
                  <c:v>106.84292847023421</c:v>
                </c:pt>
                <c:pt idx="752">
                  <c:v>100</c:v>
                </c:pt>
                <c:pt idx="753">
                  <c:v>100</c:v>
                </c:pt>
                <c:pt idx="754">
                  <c:v>100.44061911759945</c:v>
                </c:pt>
                <c:pt idx="755">
                  <c:v>99.602725571936304</c:v>
                </c:pt>
                <c:pt idx="756">
                  <c:v>101.55262369536744</c:v>
                </c:pt>
                <c:pt idx="757">
                  <c:v>101.95993567971689</c:v>
                </c:pt>
                <c:pt idx="758">
                  <c:v>101.6338232782827</c:v>
                </c:pt>
                <c:pt idx="759">
                  <c:v>101.25858403514816</c:v>
                </c:pt>
                <c:pt idx="760">
                  <c:v>100.83460591960731</c:v>
                </c:pt>
                <c:pt idx="761">
                  <c:v>101.30191953109875</c:v>
                </c:pt>
                <c:pt idx="762">
                  <c:v>102.39975863284084</c:v>
                </c:pt>
                <c:pt idx="763">
                  <c:v>103.56989057218806</c:v>
                </c:pt>
                <c:pt idx="764">
                  <c:v>104.44294529077668</c:v>
                </c:pt>
                <c:pt idx="765">
                  <c:v>104.80850491454136</c:v>
                </c:pt>
                <c:pt idx="766">
                  <c:v>105.37141465041441</c:v>
                </c:pt>
                <c:pt idx="767">
                  <c:v>105.70513321131041</c:v>
                </c:pt>
                <c:pt idx="768">
                  <c:v>105.78153312986259</c:v>
                </c:pt>
                <c:pt idx="769">
                  <c:v>105.22138637278516</c:v>
                </c:pt>
                <c:pt idx="770">
                  <c:v>105.54554299220143</c:v>
                </c:pt>
                <c:pt idx="771">
                  <c:v>106.17052781512463</c:v>
                </c:pt>
                <c:pt idx="772">
                  <c:v>107.11798131522733</c:v>
                </c:pt>
                <c:pt idx="773">
                  <c:v>107.18006988620232</c:v>
                </c:pt>
                <c:pt idx="774">
                  <c:v>105.88421934712542</c:v>
                </c:pt>
                <c:pt idx="775">
                  <c:v>106.56373009786488</c:v>
                </c:pt>
                <c:pt idx="776">
                  <c:v>106.73526155829492</c:v>
                </c:pt>
                <c:pt idx="777">
                  <c:v>108.23853163686121</c:v>
                </c:pt>
                <c:pt idx="778">
                  <c:v>107.73160409269495</c:v>
                </c:pt>
                <c:pt idx="779">
                  <c:v>108.33239568979731</c:v>
                </c:pt>
                <c:pt idx="780">
                  <c:v>108.88846417249447</c:v>
                </c:pt>
                <c:pt idx="781">
                  <c:v>109.27813673143613</c:v>
                </c:pt>
                <c:pt idx="782">
                  <c:v>111.00614277360739</c:v>
                </c:pt>
                <c:pt idx="783">
                  <c:v>110.92431925271212</c:v>
                </c:pt>
                <c:pt idx="784">
                  <c:v>111.80148963292733</c:v>
                </c:pt>
                <c:pt idx="785">
                  <c:v>110.39484474737576</c:v>
                </c:pt>
                <c:pt idx="786">
                  <c:v>110.22524210111382</c:v>
                </c:pt>
                <c:pt idx="787">
                  <c:v>110.54377469803039</c:v>
                </c:pt>
                <c:pt idx="788">
                  <c:v>110.48183077279535</c:v>
                </c:pt>
                <c:pt idx="789">
                  <c:v>110.39860798823763</c:v>
                </c:pt>
                <c:pt idx="790">
                  <c:v>111.94243280969421</c:v>
                </c:pt>
                <c:pt idx="791">
                  <c:v>110.9419022907976</c:v>
                </c:pt>
                <c:pt idx="792">
                  <c:v>110.79794913424693</c:v>
                </c:pt>
                <c:pt idx="793">
                  <c:v>112.32754412458148</c:v>
                </c:pt>
                <c:pt idx="794">
                  <c:v>109.43053327660452</c:v>
                </c:pt>
                <c:pt idx="795">
                  <c:v>111.60352538932973</c:v>
                </c:pt>
                <c:pt idx="796">
                  <c:v>112.35324938870943</c:v>
                </c:pt>
                <c:pt idx="797">
                  <c:v>111.33284540320936</c:v>
                </c:pt>
                <c:pt idx="798">
                  <c:v>109.74185565112711</c:v>
                </c:pt>
                <c:pt idx="799">
                  <c:v>108.30705449164195</c:v>
                </c:pt>
                <c:pt idx="800">
                  <c:v>109.37741580603584</c:v>
                </c:pt>
                <c:pt idx="801">
                  <c:v>108.84868291656962</c:v>
                </c:pt>
                <c:pt idx="802">
                  <c:v>110.36837825439595</c:v>
                </c:pt>
                <c:pt idx="803">
                  <c:v>111.18925263519728</c:v>
                </c:pt>
                <c:pt idx="804">
                  <c:v>112.06559804437013</c:v>
                </c:pt>
                <c:pt idx="805">
                  <c:v>112.35534062288222</c:v>
                </c:pt>
                <c:pt idx="806">
                  <c:v>111.27400584523257</c:v>
                </c:pt>
                <c:pt idx="807">
                  <c:v>110.70715819037946</c:v>
                </c:pt>
                <c:pt idx="808">
                  <c:v>110.53684334771988</c:v>
                </c:pt>
                <c:pt idx="809">
                  <c:v>111.50875852633024</c:v>
                </c:pt>
                <c:pt idx="810">
                  <c:v>110.41669544769596</c:v>
                </c:pt>
                <c:pt idx="811">
                  <c:v>109.91943158735194</c:v>
                </c:pt>
                <c:pt idx="812">
                  <c:v>108.89102673113355</c:v>
                </c:pt>
                <c:pt idx="813">
                  <c:v>107.24883729034855</c:v>
                </c:pt>
                <c:pt idx="814">
                  <c:v>108.62161545976626</c:v>
                </c:pt>
                <c:pt idx="815">
                  <c:v>108.29983936600267</c:v>
                </c:pt>
                <c:pt idx="816">
                  <c:v>105.13619861262441</c:v>
                </c:pt>
                <c:pt idx="817">
                  <c:v>100.19503761898615</c:v>
                </c:pt>
                <c:pt idx="818">
                  <c:v>95.770963081124066</c:v>
                </c:pt>
                <c:pt idx="819">
                  <c:v>98.223160085042522</c:v>
                </c:pt>
                <c:pt idx="820">
                  <c:v>95.252917427962061</c:v>
                </c:pt>
                <c:pt idx="821">
                  <c:v>98.953527297305158</c:v>
                </c:pt>
                <c:pt idx="822">
                  <c:v>98.67105561884911</c:v>
                </c:pt>
                <c:pt idx="823">
                  <c:v>101.23282851275472</c:v>
                </c:pt>
                <c:pt idx="824">
                  <c:v>102.76184675884642</c:v>
                </c:pt>
                <c:pt idx="825">
                  <c:v>102.72345557299883</c:v>
                </c:pt>
                <c:pt idx="826">
                  <c:v>102.23781240430638</c:v>
                </c:pt>
                <c:pt idx="827">
                  <c:v>102.21713235383091</c:v>
                </c:pt>
                <c:pt idx="828">
                  <c:v>102.76522080460282</c:v>
                </c:pt>
                <c:pt idx="829">
                  <c:v>105.06445800303499</c:v>
                </c:pt>
                <c:pt idx="830">
                  <c:v>105.39325799586648</c:v>
                </c:pt>
                <c:pt idx="831">
                  <c:v>106.10066514853213</c:v>
                </c:pt>
                <c:pt idx="832">
                  <c:v>106.35815540446576</c:v>
                </c:pt>
                <c:pt idx="833">
                  <c:v>106.66745028700612</c:v>
                </c:pt>
                <c:pt idx="834">
                  <c:v>106.89022617825341</c:v>
                </c:pt>
                <c:pt idx="835">
                  <c:v>106.89071282536158</c:v>
                </c:pt>
                <c:pt idx="836">
                  <c:v>109.14033040592844</c:v>
                </c:pt>
                <c:pt idx="837">
                  <c:v>109.38623306711712</c:v>
                </c:pt>
                <c:pt idx="838">
                  <c:v>109.0500634964155</c:v>
                </c:pt>
                <c:pt idx="839">
                  <c:v>108.50236607946604</c:v>
                </c:pt>
                <c:pt idx="840">
                  <c:v>109.42345360312004</c:v>
                </c:pt>
                <c:pt idx="841">
                  <c:v>109.94198345176753</c:v>
                </c:pt>
                <c:pt idx="842">
                  <c:v>111.30916579234672</c:v>
                </c:pt>
                <c:pt idx="843">
                  <c:v>111.685396716868</c:v>
                </c:pt>
                <c:pt idx="844">
                  <c:v>111.48173551499502</c:v>
                </c:pt>
                <c:pt idx="845">
                  <c:v>111.8853014198416</c:v>
                </c:pt>
                <c:pt idx="846">
                  <c:v>112.22480335871356</c:v>
                </c:pt>
                <c:pt idx="847">
                  <c:v>112.29529180200312</c:v>
                </c:pt>
                <c:pt idx="848">
                  <c:v>113.05492035713645</c:v>
                </c:pt>
                <c:pt idx="849">
                  <c:v>113.05745778664262</c:v>
                </c:pt>
                <c:pt idx="850">
                  <c:v>112.41939539527172</c:v>
                </c:pt>
                <c:pt idx="851">
                  <c:v>110.71466567202718</c:v>
                </c:pt>
                <c:pt idx="852">
                  <c:v>112.54139059300861</c:v>
                </c:pt>
                <c:pt idx="853">
                  <c:v>111.85828882790278</c:v>
                </c:pt>
                <c:pt idx="854">
                  <c:v>111.72262215611633</c:v>
                </c:pt>
                <c:pt idx="855">
                  <c:v>111.65410359167528</c:v>
                </c:pt>
                <c:pt idx="856">
                  <c:v>111.41571576700244</c:v>
                </c:pt>
                <c:pt idx="857">
                  <c:v>111.6659639294469</c:v>
                </c:pt>
                <c:pt idx="858">
                  <c:v>112.12862619974933</c:v>
                </c:pt>
                <c:pt idx="859">
                  <c:v>112.44458214119628</c:v>
                </c:pt>
                <c:pt idx="860">
                  <c:v>112.68302206285172</c:v>
                </c:pt>
                <c:pt idx="861">
                  <c:v>112.50283085809966</c:v>
                </c:pt>
                <c:pt idx="862">
                  <c:v>112.25754416711725</c:v>
                </c:pt>
                <c:pt idx="863">
                  <c:v>112.01814566098167</c:v>
                </c:pt>
                <c:pt idx="864">
                  <c:v>111.48072605934362</c:v>
                </c:pt>
                <c:pt idx="865">
                  <c:v>110.20142519937934</c:v>
                </c:pt>
                <c:pt idx="866">
                  <c:v>111.11344846096404</c:v>
                </c:pt>
                <c:pt idx="867">
                  <c:v>109.9901271927607</c:v>
                </c:pt>
                <c:pt idx="868">
                  <c:v>109.64761711282198</c:v>
                </c:pt>
                <c:pt idx="869">
                  <c:v>109.02893663770092</c:v>
                </c:pt>
                <c:pt idx="870">
                  <c:v>108.77972122132363</c:v>
                </c:pt>
                <c:pt idx="871">
                  <c:v>110.33648570745049</c:v>
                </c:pt>
                <c:pt idx="872">
                  <c:v>109.48617346694328</c:v>
                </c:pt>
                <c:pt idx="873">
                  <c:v>109.50543586658591</c:v>
                </c:pt>
                <c:pt idx="874">
                  <c:v>111.07729621955757</c:v>
                </c:pt>
                <c:pt idx="875">
                  <c:v>110.70865919638457</c:v>
                </c:pt>
                <c:pt idx="876">
                  <c:v>110.24014122523621</c:v>
                </c:pt>
                <c:pt idx="877">
                  <c:v>110.87667135241252</c:v>
                </c:pt>
                <c:pt idx="878">
                  <c:v>111.3384608450297</c:v>
                </c:pt>
                <c:pt idx="879">
                  <c:v>111.35348806643862</c:v>
                </c:pt>
                <c:pt idx="880">
                  <c:v>111.80212031286995</c:v>
                </c:pt>
                <c:pt idx="881">
                  <c:v>113.12445634500266</c:v>
                </c:pt>
                <c:pt idx="882">
                  <c:v>113.09857578985083</c:v>
                </c:pt>
                <c:pt idx="883">
                  <c:v>112.11200174614395</c:v>
                </c:pt>
                <c:pt idx="884">
                  <c:v>111.91602822018794</c:v>
                </c:pt>
                <c:pt idx="885">
                  <c:v>111.55083266239589</c:v>
                </c:pt>
                <c:pt idx="886">
                  <c:v>110.57119609805632</c:v>
                </c:pt>
                <c:pt idx="887">
                  <c:v>111.99743741684499</c:v>
                </c:pt>
                <c:pt idx="888">
                  <c:v>111.84340257479978</c:v>
                </c:pt>
                <c:pt idx="889">
                  <c:v>111.717332167211</c:v>
                </c:pt>
                <c:pt idx="890">
                  <c:v>110.9425642289297</c:v>
                </c:pt>
                <c:pt idx="891">
                  <c:v>111.95724673992727</c:v>
                </c:pt>
                <c:pt idx="892">
                  <c:v>112.28766419084246</c:v>
                </c:pt>
                <c:pt idx="893">
                  <c:v>112.1490255394242</c:v>
                </c:pt>
                <c:pt idx="894">
                  <c:v>111.72130869924864</c:v>
                </c:pt>
                <c:pt idx="895">
                  <c:v>112.53249242837784</c:v>
                </c:pt>
                <c:pt idx="896">
                  <c:v>112.75598174183412</c:v>
                </c:pt>
                <c:pt idx="897">
                  <c:v>111.69286987579756</c:v>
                </c:pt>
                <c:pt idx="898">
                  <c:v>108.85166470269222</c:v>
                </c:pt>
                <c:pt idx="899">
                  <c:v>110.29681783907579</c:v>
                </c:pt>
                <c:pt idx="900">
                  <c:v>110.42723313501467</c:v>
                </c:pt>
                <c:pt idx="901">
                  <c:v>110.70060316415503</c:v>
                </c:pt>
                <c:pt idx="902">
                  <c:v>111.99373362783372</c:v>
                </c:pt>
                <c:pt idx="903">
                  <c:v>112.34528222780331</c:v>
                </c:pt>
                <c:pt idx="904">
                  <c:v>112.11793344729378</c:v>
                </c:pt>
                <c:pt idx="905">
                  <c:v>112.26975202240799</c:v>
                </c:pt>
                <c:pt idx="906">
                  <c:v>113.07422382145936</c:v>
                </c:pt>
                <c:pt idx="907">
                  <c:v>113.92482719216355</c:v>
                </c:pt>
                <c:pt idx="908">
                  <c:v>114.14571594682882</c:v>
                </c:pt>
                <c:pt idx="909">
                  <c:v>113.93830805254731</c:v>
                </c:pt>
                <c:pt idx="910">
                  <c:v>114.78521376329724</c:v>
                </c:pt>
                <c:pt idx="911">
                  <c:v>114.61278010570942</c:v>
                </c:pt>
                <c:pt idx="912">
                  <c:v>114.46729713658689</c:v>
                </c:pt>
                <c:pt idx="913">
                  <c:v>115.0066100038637</c:v>
                </c:pt>
                <c:pt idx="914">
                  <c:v>114.20369314651695</c:v>
                </c:pt>
                <c:pt idx="915">
                  <c:v>113.04753177919008</c:v>
                </c:pt>
                <c:pt idx="916">
                  <c:v>112.89512358881383</c:v>
                </c:pt>
                <c:pt idx="917">
                  <c:v>112.93950837928486</c:v>
                </c:pt>
                <c:pt idx="918">
                  <c:v>112.0857093183765</c:v>
                </c:pt>
                <c:pt idx="919">
                  <c:v>110.57145474425224</c:v>
                </c:pt>
                <c:pt idx="920">
                  <c:v>111.18388909761055</c:v>
                </c:pt>
                <c:pt idx="921">
                  <c:v>111.77494162349234</c:v>
                </c:pt>
                <c:pt idx="922">
                  <c:v>111.44210748548947</c:v>
                </c:pt>
                <c:pt idx="923">
                  <c:v>112.37147842937929</c:v>
                </c:pt>
                <c:pt idx="924">
                  <c:v>112.51857334043447</c:v>
                </c:pt>
                <c:pt idx="925">
                  <c:v>112.5191035038458</c:v>
                </c:pt>
                <c:pt idx="926">
                  <c:v>113.07005974028426</c:v>
                </c:pt>
                <c:pt idx="927">
                  <c:v>113.14425013386791</c:v>
                </c:pt>
                <c:pt idx="928">
                  <c:v>114.04028146050678</c:v>
                </c:pt>
                <c:pt idx="929">
                  <c:v>112.6130956540686</c:v>
                </c:pt>
                <c:pt idx="930">
                  <c:v>112.48567807979995</c:v>
                </c:pt>
                <c:pt idx="931">
                  <c:v>113.86303649334803</c:v>
                </c:pt>
                <c:pt idx="932">
                  <c:v>113.80584994198429</c:v>
                </c:pt>
                <c:pt idx="933">
                  <c:v>113.5202309928726</c:v>
                </c:pt>
                <c:pt idx="934">
                  <c:v>114.07447546827261</c:v>
                </c:pt>
                <c:pt idx="935">
                  <c:v>113.96922730527658</c:v>
                </c:pt>
                <c:pt idx="936">
                  <c:v>113.51849769561574</c:v>
                </c:pt>
                <c:pt idx="937">
                  <c:v>114.48283123099138</c:v>
                </c:pt>
                <c:pt idx="938">
                  <c:v>114.69924883873692</c:v>
                </c:pt>
                <c:pt idx="939">
                  <c:v>115.21350183156451</c:v>
                </c:pt>
                <c:pt idx="940">
                  <c:v>116.21950621106978</c:v>
                </c:pt>
                <c:pt idx="941">
                  <c:v>117.34425309787973</c:v>
                </c:pt>
                <c:pt idx="942">
                  <c:v>117.53186536457888</c:v>
                </c:pt>
                <c:pt idx="943">
                  <c:v>117.0909459231973</c:v>
                </c:pt>
                <c:pt idx="944">
                  <c:v>116.81483007662028</c:v>
                </c:pt>
                <c:pt idx="945">
                  <c:v>117.57113974750817</c:v>
                </c:pt>
                <c:pt idx="946">
                  <c:v>117.21037672357815</c:v>
                </c:pt>
                <c:pt idx="947">
                  <c:v>115.45983781706734</c:v>
                </c:pt>
                <c:pt idx="948">
                  <c:v>116.12677725944891</c:v>
                </c:pt>
                <c:pt idx="949">
                  <c:v>115.84584581296124</c:v>
                </c:pt>
                <c:pt idx="950">
                  <c:v>116.64922173666066</c:v>
                </c:pt>
                <c:pt idx="951">
                  <c:v>117.57786761313365</c:v>
                </c:pt>
                <c:pt idx="952">
                  <c:v>116.54025813944568</c:v>
                </c:pt>
                <c:pt idx="953">
                  <c:v>117.95202569065252</c:v>
                </c:pt>
                <c:pt idx="954">
                  <c:v>118.19806319109026</c:v>
                </c:pt>
                <c:pt idx="955">
                  <c:v>117.49416492343015</c:v>
                </c:pt>
                <c:pt idx="956">
                  <c:v>117.97621830356755</c:v>
                </c:pt>
                <c:pt idx="957">
                  <c:v>118.19710215498739</c:v>
                </c:pt>
                <c:pt idx="958">
                  <c:v>118.72467052366575</c:v>
                </c:pt>
                <c:pt idx="959">
                  <c:v>118.71629210304989</c:v>
                </c:pt>
                <c:pt idx="960">
                  <c:v>118.67503190572444</c:v>
                </c:pt>
                <c:pt idx="961">
                  <c:v>118.49373808365799</c:v>
                </c:pt>
                <c:pt idx="962">
                  <c:v>117.85813405696084</c:v>
                </c:pt>
                <c:pt idx="963">
                  <c:v>118.10027470309896</c:v>
                </c:pt>
                <c:pt idx="964">
                  <c:v>117.67679671859123</c:v>
                </c:pt>
                <c:pt idx="965">
                  <c:v>117.84988066910324</c:v>
                </c:pt>
                <c:pt idx="966">
                  <c:v>116.79009381636887</c:v>
                </c:pt>
                <c:pt idx="967">
                  <c:v>115.98925532217565</c:v>
                </c:pt>
                <c:pt idx="968">
                  <c:v>117.8170111505072</c:v>
                </c:pt>
                <c:pt idx="969">
                  <c:v>119.01357832464464</c:v>
                </c:pt>
                <c:pt idx="970">
                  <c:v>120.21818069221838</c:v>
                </c:pt>
                <c:pt idx="971">
                  <c:v>119.50634590893613</c:v>
                </c:pt>
                <c:pt idx="972">
                  <c:v>118.40975897349381</c:v>
                </c:pt>
                <c:pt idx="973">
                  <c:v>117.38889776035811</c:v>
                </c:pt>
                <c:pt idx="974">
                  <c:v>115.19451401366544</c:v>
                </c:pt>
                <c:pt idx="975">
                  <c:v>115.31054196172306</c:v>
                </c:pt>
                <c:pt idx="976">
                  <c:v>115.76867240744366</c:v>
                </c:pt>
                <c:pt idx="977">
                  <c:v>114.96875020723877</c:v>
                </c:pt>
                <c:pt idx="978">
                  <c:v>115.30655562319451</c:v>
                </c:pt>
                <c:pt idx="979">
                  <c:v>116.27407688100051</c:v>
                </c:pt>
                <c:pt idx="980">
                  <c:v>117.7185172080808</c:v>
                </c:pt>
                <c:pt idx="981">
                  <c:v>118.03076997342234</c:v>
                </c:pt>
                <c:pt idx="982">
                  <c:v>117.8866611388295</c:v>
                </c:pt>
                <c:pt idx="983">
                  <c:v>118.1459098211528</c:v>
                </c:pt>
                <c:pt idx="984">
                  <c:v>118.27291245827756</c:v>
                </c:pt>
                <c:pt idx="985">
                  <c:v>118.83292376320018</c:v>
                </c:pt>
                <c:pt idx="986">
                  <c:v>118.89455633235083</c:v>
                </c:pt>
                <c:pt idx="987">
                  <c:v>118.99690974183052</c:v>
                </c:pt>
                <c:pt idx="988">
                  <c:v>118.90739425467856</c:v>
                </c:pt>
                <c:pt idx="989">
                  <c:v>118.69157545578025</c:v>
                </c:pt>
                <c:pt idx="990">
                  <c:v>119.45531415638909</c:v>
                </c:pt>
                <c:pt idx="991">
                  <c:v>118.85316987645575</c:v>
                </c:pt>
                <c:pt idx="992">
                  <c:v>119.59284957758724</c:v>
                </c:pt>
                <c:pt idx="993">
                  <c:v>119.02875999828433</c:v>
                </c:pt>
                <c:pt idx="994">
                  <c:v>118.55334622535479</c:v>
                </c:pt>
                <c:pt idx="995">
                  <c:v>119.69078700165819</c:v>
                </c:pt>
                <c:pt idx="996">
                  <c:v>120.11602831580105</c:v>
                </c:pt>
                <c:pt idx="997">
                  <c:v>119.8515196769507</c:v>
                </c:pt>
                <c:pt idx="998">
                  <c:v>119.89697950398059</c:v>
                </c:pt>
                <c:pt idx="999">
                  <c:v>119.84170889576571</c:v>
                </c:pt>
                <c:pt idx="1000">
                  <c:v>119.82868219848923</c:v>
                </c:pt>
                <c:pt idx="1001">
                  <c:v>119.97046566894042</c:v>
                </c:pt>
                <c:pt idx="1002">
                  <c:v>120.84467939216577</c:v>
                </c:pt>
                <c:pt idx="1003">
                  <c:v>120.74844768459624</c:v>
                </c:pt>
                <c:pt idx="1004">
                  <c:v>121.87851152816138</c:v>
                </c:pt>
                <c:pt idx="1005">
                  <c:v>123.24534206088148</c:v>
                </c:pt>
                <c:pt idx="1006">
                  <c:v>123.57366030985021</c:v>
                </c:pt>
                <c:pt idx="1007">
                  <c:v>123.53842742696045</c:v>
                </c:pt>
                <c:pt idx="1008">
                  <c:v>123.3243014735443</c:v>
                </c:pt>
                <c:pt idx="1009">
                  <c:v>124.67852147194314</c:v>
                </c:pt>
                <c:pt idx="1010">
                  <c:v>125.01375145824065</c:v>
                </c:pt>
                <c:pt idx="1011">
                  <c:v>125.06536118084188</c:v>
                </c:pt>
                <c:pt idx="1012">
                  <c:v>124.85356365609576</c:v>
                </c:pt>
                <c:pt idx="1013">
                  <c:v>125.55474859032013</c:v>
                </c:pt>
                <c:pt idx="1014">
                  <c:v>125.37694955642864</c:v>
                </c:pt>
                <c:pt idx="1015">
                  <c:v>122.61192672035988</c:v>
                </c:pt>
                <c:pt idx="1016">
                  <c:v>122.53565735071706</c:v>
                </c:pt>
                <c:pt idx="1017">
                  <c:v>124.05681630730197</c:v>
                </c:pt>
                <c:pt idx="1018">
                  <c:v>123.79384361008024</c:v>
                </c:pt>
                <c:pt idx="1019">
                  <c:v>124.05280974288603</c:v>
                </c:pt>
                <c:pt idx="1020">
                  <c:v>124.78540302857054</c:v>
                </c:pt>
                <c:pt idx="1021">
                  <c:v>123.79417151461789</c:v>
                </c:pt>
                <c:pt idx="1022">
                  <c:v>122.97278903500967</c:v>
                </c:pt>
                <c:pt idx="1023">
                  <c:v>124.06214552217065</c:v>
                </c:pt>
                <c:pt idx="1024">
                  <c:v>125.3151937932367</c:v>
                </c:pt>
                <c:pt idx="1025">
                  <c:v>125.22663505184782</c:v>
                </c:pt>
                <c:pt idx="1026">
                  <c:v>125.02329072221026</c:v>
                </c:pt>
                <c:pt idx="1027">
                  <c:v>124.07772190706687</c:v>
                </c:pt>
                <c:pt idx="1028">
                  <c:v>125.21038876104566</c:v>
                </c:pt>
                <c:pt idx="1029">
                  <c:v>126.49646345456127</c:v>
                </c:pt>
                <c:pt idx="1030">
                  <c:v>126.36120375214489</c:v>
                </c:pt>
                <c:pt idx="1031">
                  <c:v>126.13498639551659</c:v>
                </c:pt>
                <c:pt idx="1032">
                  <c:v>125.51412826652225</c:v>
                </c:pt>
                <c:pt idx="1033">
                  <c:v>124.96082705296043</c:v>
                </c:pt>
                <c:pt idx="1034">
                  <c:v>125.860450619777</c:v>
                </c:pt>
                <c:pt idx="1035">
                  <c:v>127.41422841653575</c:v>
                </c:pt>
                <c:pt idx="1036">
                  <c:v>126.74320395781146</c:v>
                </c:pt>
                <c:pt idx="1037">
                  <c:v>128.08861834033701</c:v>
                </c:pt>
                <c:pt idx="1038">
                  <c:v>127.74333363639477</c:v>
                </c:pt>
                <c:pt idx="1039">
                  <c:v>127.8289921081162</c:v>
                </c:pt>
                <c:pt idx="1040">
                  <c:v>128.89290688059074</c:v>
                </c:pt>
                <c:pt idx="1041">
                  <c:v>128.72244555347416</c:v>
                </c:pt>
                <c:pt idx="1042">
                  <c:v>128.42923025139154</c:v>
                </c:pt>
                <c:pt idx="1043">
                  <c:v>125.72277974642407</c:v>
                </c:pt>
                <c:pt idx="1044">
                  <c:v>121.31357184868332</c:v>
                </c:pt>
                <c:pt idx="1045">
                  <c:v>123.28705151806878</c:v>
                </c:pt>
                <c:pt idx="1046">
                  <c:v>121.46214876566749</c:v>
                </c:pt>
                <c:pt idx="1047">
                  <c:v>120.12960846690466</c:v>
                </c:pt>
                <c:pt idx="1048">
                  <c:v>119.35657260006892</c:v>
                </c:pt>
                <c:pt idx="1049">
                  <c:v>122.26531139819106</c:v>
                </c:pt>
                <c:pt idx="1050">
                  <c:v>121.53794497212705</c:v>
                </c:pt>
                <c:pt idx="1051">
                  <c:v>120.77493685508618</c:v>
                </c:pt>
                <c:pt idx="1052">
                  <c:v>120.17282996239919</c:v>
                </c:pt>
                <c:pt idx="1053">
                  <c:v>120.70915123706257</c:v>
                </c:pt>
                <c:pt idx="1054">
                  <c:v>121.38476084316268</c:v>
                </c:pt>
                <c:pt idx="1055">
                  <c:v>120.86333869262155</c:v>
                </c:pt>
                <c:pt idx="1056">
                  <c:v>118.03505602282745</c:v>
                </c:pt>
                <c:pt idx="1057">
                  <c:v>115.802195896398</c:v>
                </c:pt>
                <c:pt idx="1058">
                  <c:v>117.03756858062125</c:v>
                </c:pt>
                <c:pt idx="1059">
                  <c:v>117.34065472864529</c:v>
                </c:pt>
                <c:pt idx="1060">
                  <c:v>118.96541006742459</c:v>
                </c:pt>
                <c:pt idx="1061">
                  <c:v>117.31766892700986</c:v>
                </c:pt>
                <c:pt idx="1062">
                  <c:v>115.96825043169108</c:v>
                </c:pt>
                <c:pt idx="1063">
                  <c:v>116.80449648689226</c:v>
                </c:pt>
                <c:pt idx="1064">
                  <c:v>117.56811076764848</c:v>
                </c:pt>
                <c:pt idx="1065">
                  <c:v>120.8430086112882</c:v>
                </c:pt>
                <c:pt idx="1066">
                  <c:v>120.33002984936479</c:v>
                </c:pt>
                <c:pt idx="1067">
                  <c:v>120.35348513674947</c:v>
                </c:pt>
                <c:pt idx="1068">
                  <c:v>119.28986210737759</c:v>
                </c:pt>
                <c:pt idx="1069">
                  <c:v>124.76313310076694</c:v>
                </c:pt>
                <c:pt idx="1070">
                  <c:v>124.54039214514329</c:v>
                </c:pt>
                <c:pt idx="1071">
                  <c:v>125.15925281453362</c:v>
                </c:pt>
                <c:pt idx="1072">
                  <c:v>124.80498904241125</c:v>
                </c:pt>
                <c:pt idx="1073">
                  <c:v>126.40490883021941</c:v>
                </c:pt>
                <c:pt idx="1074">
                  <c:v>125.71760620959776</c:v>
                </c:pt>
                <c:pt idx="1075">
                  <c:v>125.55471610631933</c:v>
                </c:pt>
                <c:pt idx="1076">
                  <c:v>127.78697987552425</c:v>
                </c:pt>
                <c:pt idx="1077">
                  <c:v>126.51947315951836</c:v>
                </c:pt>
                <c:pt idx="1078">
                  <c:v>125.45299766712189</c:v>
                </c:pt>
                <c:pt idx="1079">
                  <c:v>124.91134656468417</c:v>
                </c:pt>
                <c:pt idx="1080">
                  <c:v>124.77048735599517</c:v>
                </c:pt>
                <c:pt idx="1081">
                  <c:v>124.25656226770515</c:v>
                </c:pt>
                <c:pt idx="1082">
                  <c:v>123.81881829064038</c:v>
                </c:pt>
                <c:pt idx="1083">
                  <c:v>123.33545696978646</c:v>
                </c:pt>
                <c:pt idx="1084">
                  <c:v>122.96337909413815</c:v>
                </c:pt>
                <c:pt idx="1085">
                  <c:v>124.26922244738628</c:v>
                </c:pt>
                <c:pt idx="1086">
                  <c:v>124.31774189955991</c:v>
                </c:pt>
                <c:pt idx="1087">
                  <c:v>122.39346323346184</c:v>
                </c:pt>
                <c:pt idx="1088">
                  <c:v>124.36641764268134</c:v>
                </c:pt>
                <c:pt idx="1089">
                  <c:v>127.5653586985739</c:v>
                </c:pt>
                <c:pt idx="1090">
                  <c:v>126.33933956789991</c:v>
                </c:pt>
                <c:pt idx="1091">
                  <c:v>125.32911962314257</c:v>
                </c:pt>
                <c:pt idx="1092">
                  <c:v>125.24159791816059</c:v>
                </c:pt>
                <c:pt idx="1093">
                  <c:v>123.43549175708685</c:v>
                </c:pt>
                <c:pt idx="1094">
                  <c:v>124.67136886268294</c:v>
                </c:pt>
                <c:pt idx="1095">
                  <c:v>126.11800094046717</c:v>
                </c:pt>
                <c:pt idx="1096">
                  <c:v>123.98324740007573</c:v>
                </c:pt>
                <c:pt idx="1097">
                  <c:v>124.24558696573226</c:v>
                </c:pt>
                <c:pt idx="1098">
                  <c:v>124.22121967469899</c:v>
                </c:pt>
                <c:pt idx="1099">
                  <c:v>126.56207562027814</c:v>
                </c:pt>
                <c:pt idx="1100">
                  <c:v>126.57091188143532</c:v>
                </c:pt>
                <c:pt idx="1101">
                  <c:v>127.73925107167487</c:v>
                </c:pt>
                <c:pt idx="1102">
                  <c:v>128.63676563005407</c:v>
                </c:pt>
                <c:pt idx="1103">
                  <c:v>128.69217965819755</c:v>
                </c:pt>
                <c:pt idx="1104">
                  <c:v>128.39441414436271</c:v>
                </c:pt>
                <c:pt idx="1105">
                  <c:v>128.39145503575017</c:v>
                </c:pt>
                <c:pt idx="1106">
                  <c:v>128.08255363865499</c:v>
                </c:pt>
                <c:pt idx="1107">
                  <c:v>129.34207603239582</c:v>
                </c:pt>
                <c:pt idx="1108">
                  <c:v>128.4390054840471</c:v>
                </c:pt>
                <c:pt idx="1109">
                  <c:v>129.21997480197666</c:v>
                </c:pt>
                <c:pt idx="1110">
                  <c:v>128.38253051617536</c:v>
                </c:pt>
                <c:pt idx="1111">
                  <c:v>128.34163254610547</c:v>
                </c:pt>
                <c:pt idx="1112">
                  <c:v>128.06869645418502</c:v>
                </c:pt>
                <c:pt idx="1113">
                  <c:v>127.40169755995267</c:v>
                </c:pt>
                <c:pt idx="1114">
                  <c:v>128.50983960613905</c:v>
                </c:pt>
                <c:pt idx="1115">
                  <c:v>131.15909191453488</c:v>
                </c:pt>
                <c:pt idx="1116">
                  <c:v>131.88410907313579</c:v>
                </c:pt>
                <c:pt idx="1117">
                  <c:v>132.24311796101586</c:v>
                </c:pt>
                <c:pt idx="1118">
                  <c:v>133.25797576303728</c:v>
                </c:pt>
                <c:pt idx="1119">
                  <c:v>133.56468295780587</c:v>
                </c:pt>
                <c:pt idx="1120">
                  <c:v>133.59951867781638</c:v>
                </c:pt>
                <c:pt idx="1121">
                  <c:v>131.81333072546059</c:v>
                </c:pt>
                <c:pt idx="1122">
                  <c:v>131.49086695152647</c:v>
                </c:pt>
                <c:pt idx="1123">
                  <c:v>132.54202286650576</c:v>
                </c:pt>
                <c:pt idx="1124">
                  <c:v>131.46657749951433</c:v>
                </c:pt>
                <c:pt idx="1125">
                  <c:v>131.6571329392784</c:v>
                </c:pt>
                <c:pt idx="1126">
                  <c:v>133.58736659694222</c:v>
                </c:pt>
                <c:pt idx="1127">
                  <c:v>132.4119507977465</c:v>
                </c:pt>
                <c:pt idx="1128">
                  <c:v>133.72852551650769</c:v>
                </c:pt>
                <c:pt idx="1129">
                  <c:v>134.63460543173454</c:v>
                </c:pt>
                <c:pt idx="1130">
                  <c:v>132.86673968171164</c:v>
                </c:pt>
                <c:pt idx="1131">
                  <c:v>130.69918036491464</c:v>
                </c:pt>
                <c:pt idx="1132">
                  <c:v>132.39140865104855</c:v>
                </c:pt>
                <c:pt idx="1133">
                  <c:v>132.17764921522772</c:v>
                </c:pt>
                <c:pt idx="1134">
                  <c:v>132.09717837716343</c:v>
                </c:pt>
                <c:pt idx="1135">
                  <c:v>132.26353568786129</c:v>
                </c:pt>
                <c:pt idx="1136">
                  <c:v>131.94952694775276</c:v>
                </c:pt>
                <c:pt idx="1137">
                  <c:v>132.05850096436427</c:v>
                </c:pt>
                <c:pt idx="1138">
                  <c:v>131.01131054912057</c:v>
                </c:pt>
                <c:pt idx="1139">
                  <c:v>130.95144437413336</c:v>
                </c:pt>
                <c:pt idx="1140">
                  <c:v>132.3107331024878</c:v>
                </c:pt>
                <c:pt idx="1141">
                  <c:v>133.00892521828732</c:v>
                </c:pt>
                <c:pt idx="1142">
                  <c:v>130.95333396233804</c:v>
                </c:pt>
                <c:pt idx="1143">
                  <c:v>131.98720471139129</c:v>
                </c:pt>
                <c:pt idx="1144">
                  <c:v>131.64476450269984</c:v>
                </c:pt>
                <c:pt idx="1145">
                  <c:v>131.63469323660183</c:v>
                </c:pt>
                <c:pt idx="1146">
                  <c:v>130.78871178761409</c:v>
                </c:pt>
                <c:pt idx="1147">
                  <c:v>132.69595106296296</c:v>
                </c:pt>
                <c:pt idx="1148">
                  <c:v>132.77423321485173</c:v>
                </c:pt>
                <c:pt idx="1149">
                  <c:v>134.07645368263826</c:v>
                </c:pt>
                <c:pt idx="1150">
                  <c:v>135.35486399065263</c:v>
                </c:pt>
                <c:pt idx="1151">
                  <c:v>135.28608984454394</c:v>
                </c:pt>
                <c:pt idx="1152">
                  <c:v>135.75345984335772</c:v>
                </c:pt>
                <c:pt idx="1153">
                  <c:v>136.10594864063705</c:v>
                </c:pt>
                <c:pt idx="1154">
                  <c:v>136.15929778955194</c:v>
                </c:pt>
                <c:pt idx="1155">
                  <c:v>136.53205476469128</c:v>
                </c:pt>
                <c:pt idx="1156">
                  <c:v>136.66272809392052</c:v>
                </c:pt>
                <c:pt idx="1157">
                  <c:v>136.89986436519928</c:v>
                </c:pt>
                <c:pt idx="1158">
                  <c:v>136.78430467707952</c:v>
                </c:pt>
                <c:pt idx="1159">
                  <c:v>136.63083983731471</c:v>
                </c:pt>
                <c:pt idx="1160">
                  <c:v>135.09757354196998</c:v>
                </c:pt>
                <c:pt idx="1161">
                  <c:v>134.36984550155609</c:v>
                </c:pt>
                <c:pt idx="1162">
                  <c:v>134.06569841380374</c:v>
                </c:pt>
                <c:pt idx="1163">
                  <c:v>134.7432349953549</c:v>
                </c:pt>
                <c:pt idx="1164">
                  <c:v>134.53040962778709</c:v>
                </c:pt>
                <c:pt idx="1165">
                  <c:v>134.8950505059407</c:v>
                </c:pt>
                <c:pt idx="1166">
                  <c:v>135.05579605225239</c:v>
                </c:pt>
                <c:pt idx="1167">
                  <c:v>134.11999511489651</c:v>
                </c:pt>
                <c:pt idx="1168">
                  <c:v>135.12274312653548</c:v>
                </c:pt>
                <c:pt idx="1169">
                  <c:v>133.94962572363161</c:v>
                </c:pt>
                <c:pt idx="1170">
                  <c:v>132.88869151146835</c:v>
                </c:pt>
                <c:pt idx="1171">
                  <c:v>132.71578040035752</c:v>
                </c:pt>
                <c:pt idx="1172">
                  <c:v>133.21430991092623</c:v>
                </c:pt>
                <c:pt idx="1173">
                  <c:v>133.63705731186602</c:v>
                </c:pt>
                <c:pt idx="1174">
                  <c:v>134.17614585566477</c:v>
                </c:pt>
                <c:pt idx="1175">
                  <c:v>132.25044279677141</c:v>
                </c:pt>
                <c:pt idx="1176">
                  <c:v>131.38796070112528</c:v>
                </c:pt>
                <c:pt idx="1177">
                  <c:v>132.41428842000155</c:v>
                </c:pt>
                <c:pt idx="1178">
                  <c:v>130.71838637723471</c:v>
                </c:pt>
                <c:pt idx="1179">
                  <c:v>130.41842175782787</c:v>
                </c:pt>
                <c:pt idx="1180">
                  <c:v>131.20634510357795</c:v>
                </c:pt>
                <c:pt idx="1181">
                  <c:v>132.3745794869466</c:v>
                </c:pt>
                <c:pt idx="1182">
                  <c:v>130.84071131822628</c:v>
                </c:pt>
                <c:pt idx="1183">
                  <c:v>132.3905138087587</c:v>
                </c:pt>
                <c:pt idx="1184">
                  <c:v>132.65435867075996</c:v>
                </c:pt>
                <c:pt idx="1185">
                  <c:v>132.02222491601066</c:v>
                </c:pt>
                <c:pt idx="1186">
                  <c:v>131.40503257587537</c:v>
                </c:pt>
                <c:pt idx="1187">
                  <c:v>132.06691186898087</c:v>
                </c:pt>
                <c:pt idx="1188">
                  <c:v>131.9932890260549</c:v>
                </c:pt>
                <c:pt idx="1189">
                  <c:v>132.24655329733989</c:v>
                </c:pt>
                <c:pt idx="1190">
                  <c:v>131.27345459786568</c:v>
                </c:pt>
                <c:pt idx="1191">
                  <c:v>129.3411168350099</c:v>
                </c:pt>
                <c:pt idx="1192">
                  <c:v>130.62973999033389</c:v>
                </c:pt>
                <c:pt idx="1193">
                  <c:v>130.75064360305862</c:v>
                </c:pt>
                <c:pt idx="1194">
                  <c:v>131.50055147414164</c:v>
                </c:pt>
                <c:pt idx="1195">
                  <c:v>129.52436582618861</c:v>
                </c:pt>
                <c:pt idx="1196">
                  <c:v>128.37223737822183</c:v>
                </c:pt>
                <c:pt idx="1197">
                  <c:v>129.21888689439839</c:v>
                </c:pt>
                <c:pt idx="1198">
                  <c:v>129.83650091364001</c:v>
                </c:pt>
                <c:pt idx="1199">
                  <c:v>129.27832464831678</c:v>
                </c:pt>
                <c:pt idx="1200">
                  <c:v>129.59086425351552</c:v>
                </c:pt>
                <c:pt idx="1201">
                  <c:v>129.20947940514944</c:v>
                </c:pt>
                <c:pt idx="1202">
                  <c:v>129.9631161943764</c:v>
                </c:pt>
                <c:pt idx="1203">
                  <c:v>#N/A</c:v>
                </c:pt>
                <c:pt idx="1204">
                  <c:v>#N/A</c:v>
                </c:pt>
                <c:pt idx="1205">
                  <c:v>#N/A</c:v>
                </c:pt>
                <c:pt idx="1206">
                  <c:v>#N/A</c:v>
                </c:pt>
                <c:pt idx="1207">
                  <c:v>#N/A</c:v>
                </c:pt>
                <c:pt idx="1208">
                  <c:v>#N/A</c:v>
                </c:pt>
                <c:pt idx="1209">
                  <c:v>#N/A</c:v>
                </c:pt>
                <c:pt idx="1210">
                  <c:v>#N/A</c:v>
                </c:pt>
                <c:pt idx="1211">
                  <c:v>#N/A</c:v>
                </c:pt>
                <c:pt idx="1212">
                  <c:v>#N/A</c:v>
                </c:pt>
                <c:pt idx="1213">
                  <c:v>#N/A</c:v>
                </c:pt>
                <c:pt idx="1214">
                  <c:v>#N/A</c:v>
                </c:pt>
                <c:pt idx="1215">
                  <c:v>#N/A</c:v>
                </c:pt>
                <c:pt idx="1216">
                  <c:v>#N/A</c:v>
                </c:pt>
                <c:pt idx="1217">
                  <c:v>#N/A</c:v>
                </c:pt>
                <c:pt idx="1218">
                  <c:v>#N/A</c:v>
                </c:pt>
                <c:pt idx="1219">
                  <c:v>#N/A</c:v>
                </c:pt>
                <c:pt idx="1220">
                  <c:v>#N/A</c:v>
                </c:pt>
                <c:pt idx="1221">
                  <c:v>#N/A</c:v>
                </c:pt>
                <c:pt idx="1222">
                  <c:v>#N/A</c:v>
                </c:pt>
                <c:pt idx="1223">
                  <c:v>#N/A</c:v>
                </c:pt>
                <c:pt idx="1224">
                  <c:v>#N/A</c:v>
                </c:pt>
                <c:pt idx="1225">
                  <c:v>#N/A</c:v>
                </c:pt>
                <c:pt idx="1226">
                  <c:v>#N/A</c:v>
                </c:pt>
                <c:pt idx="1227">
                  <c:v>#N/A</c:v>
                </c:pt>
                <c:pt idx="1228">
                  <c:v>#N/A</c:v>
                </c:pt>
                <c:pt idx="1229">
                  <c:v>#N/A</c:v>
                </c:pt>
                <c:pt idx="1230">
                  <c:v>#N/A</c:v>
                </c:pt>
                <c:pt idx="1231">
                  <c:v>#N/A</c:v>
                </c:pt>
                <c:pt idx="1232">
                  <c:v>#N/A</c:v>
                </c:pt>
                <c:pt idx="1233">
                  <c:v>#N/A</c:v>
                </c:pt>
                <c:pt idx="1234">
                  <c:v>#N/A</c:v>
                </c:pt>
                <c:pt idx="1235">
                  <c:v>#N/A</c:v>
                </c:pt>
                <c:pt idx="1236">
                  <c:v>#N/A</c:v>
                </c:pt>
                <c:pt idx="1237">
                  <c:v>#N/A</c:v>
                </c:pt>
                <c:pt idx="1238">
                  <c:v>#N/A</c:v>
                </c:pt>
                <c:pt idx="1239">
                  <c:v>#N/A</c:v>
                </c:pt>
                <c:pt idx="1240">
                  <c:v>#N/A</c:v>
                </c:pt>
                <c:pt idx="1241">
                  <c:v>#N/A</c:v>
                </c:pt>
                <c:pt idx="1242">
                  <c:v>#N/A</c:v>
                </c:pt>
                <c:pt idx="1243">
                  <c:v>#N/A</c:v>
                </c:pt>
                <c:pt idx="1244">
                  <c:v>#N/A</c:v>
                </c:pt>
                <c:pt idx="1245">
                  <c:v>#N/A</c:v>
                </c:pt>
                <c:pt idx="1246">
                  <c:v>#N/A</c:v>
                </c:pt>
                <c:pt idx="1247">
                  <c:v>#N/A</c:v>
                </c:pt>
                <c:pt idx="1248">
                  <c:v>#N/A</c:v>
                </c:pt>
                <c:pt idx="1249">
                  <c:v>#N/A</c:v>
                </c:pt>
                <c:pt idx="1250">
                  <c:v>#N/A</c:v>
                </c:pt>
                <c:pt idx="1251">
                  <c:v>#N/A</c:v>
                </c:pt>
                <c:pt idx="1252">
                  <c:v>#N/A</c:v>
                </c:pt>
                <c:pt idx="1253">
                  <c:v>#N/A</c:v>
                </c:pt>
                <c:pt idx="1254">
                  <c:v>#N/A</c:v>
                </c:pt>
                <c:pt idx="1255">
                  <c:v>#N/A</c:v>
                </c:pt>
                <c:pt idx="1256">
                  <c:v>#N/A</c:v>
                </c:pt>
                <c:pt idx="1257">
                  <c:v>#N/A</c:v>
                </c:pt>
                <c:pt idx="1258">
                  <c:v>#N/A</c:v>
                </c:pt>
                <c:pt idx="1259">
                  <c:v>#N/A</c:v>
                </c:pt>
                <c:pt idx="1260">
                  <c:v>#N/A</c:v>
                </c:pt>
                <c:pt idx="1261">
                  <c:v>#N/A</c:v>
                </c:pt>
                <c:pt idx="1262">
                  <c:v>#N/A</c:v>
                </c:pt>
                <c:pt idx="1263">
                  <c:v>#N/A</c:v>
                </c:pt>
                <c:pt idx="1264">
                  <c:v>#N/A</c:v>
                </c:pt>
                <c:pt idx="1265">
                  <c:v>#N/A</c:v>
                </c:pt>
                <c:pt idx="1266">
                  <c:v>#N/A</c:v>
                </c:pt>
                <c:pt idx="1267">
                  <c:v>#N/A</c:v>
                </c:pt>
                <c:pt idx="1268">
                  <c:v>#N/A</c:v>
                </c:pt>
                <c:pt idx="1269">
                  <c:v>#N/A</c:v>
                </c:pt>
                <c:pt idx="1270">
                  <c:v>#N/A</c:v>
                </c:pt>
                <c:pt idx="1271">
                  <c:v>#N/A</c:v>
                </c:pt>
                <c:pt idx="1272">
                  <c:v>#N/A</c:v>
                </c:pt>
                <c:pt idx="1273">
                  <c:v>#N/A</c:v>
                </c:pt>
                <c:pt idx="1274">
                  <c:v>#N/A</c:v>
                </c:pt>
                <c:pt idx="1275">
                  <c:v>#N/A</c:v>
                </c:pt>
                <c:pt idx="1276">
                  <c:v>#N/A</c:v>
                </c:pt>
                <c:pt idx="1277">
                  <c:v>#N/A</c:v>
                </c:pt>
                <c:pt idx="1278">
                  <c:v>#N/A</c:v>
                </c:pt>
                <c:pt idx="1279">
                  <c:v>#N/A</c:v>
                </c:pt>
                <c:pt idx="1280">
                  <c:v>#N/A</c:v>
                </c:pt>
                <c:pt idx="1281">
                  <c:v>#N/A</c:v>
                </c:pt>
                <c:pt idx="1282">
                  <c:v>#N/A</c:v>
                </c:pt>
                <c:pt idx="1283">
                  <c:v>#N/A</c:v>
                </c:pt>
                <c:pt idx="1284">
                  <c:v>#N/A</c:v>
                </c:pt>
                <c:pt idx="1285">
                  <c:v>#N/A</c:v>
                </c:pt>
                <c:pt idx="1286">
                  <c:v>#N/A</c:v>
                </c:pt>
                <c:pt idx="1287">
                  <c:v>#N/A</c:v>
                </c:pt>
                <c:pt idx="1288">
                  <c:v>#N/A</c:v>
                </c:pt>
                <c:pt idx="1289">
                  <c:v>#N/A</c:v>
                </c:pt>
                <c:pt idx="1290">
                  <c:v>#N/A</c:v>
                </c:pt>
                <c:pt idx="1291">
                  <c:v>#N/A</c:v>
                </c:pt>
                <c:pt idx="1292">
                  <c:v>#N/A</c:v>
                </c:pt>
                <c:pt idx="1293">
                  <c:v>#N/A</c:v>
                </c:pt>
                <c:pt idx="1294">
                  <c:v>#N/A</c:v>
                </c:pt>
                <c:pt idx="1295">
                  <c:v>#N/A</c:v>
                </c:pt>
                <c:pt idx="1296">
                  <c:v>#N/A</c:v>
                </c:pt>
                <c:pt idx="1297">
                  <c:v>#N/A</c:v>
                </c:pt>
                <c:pt idx="1298">
                  <c:v>#N/A</c:v>
                </c:pt>
                <c:pt idx="1299">
                  <c:v>#N/A</c:v>
                </c:pt>
                <c:pt idx="1300">
                  <c:v>#N/A</c:v>
                </c:pt>
                <c:pt idx="1301">
                  <c:v>#N/A</c:v>
                </c:pt>
                <c:pt idx="1302">
                  <c:v>#N/A</c:v>
                </c:pt>
                <c:pt idx="1303">
                  <c:v>#N/A</c:v>
                </c:pt>
                <c:pt idx="1304">
                  <c:v>#N/A</c:v>
                </c:pt>
                <c:pt idx="1305">
                  <c:v>#N/A</c:v>
                </c:pt>
                <c:pt idx="1306">
                  <c:v>#N/A</c:v>
                </c:pt>
                <c:pt idx="1307">
                  <c:v>#N/A</c:v>
                </c:pt>
                <c:pt idx="1308">
                  <c:v>#N/A</c:v>
                </c:pt>
                <c:pt idx="1309">
                  <c:v>#N/A</c:v>
                </c:pt>
                <c:pt idx="1310">
                  <c:v>#N/A</c:v>
                </c:pt>
                <c:pt idx="1311">
                  <c:v>#N/A</c:v>
                </c:pt>
                <c:pt idx="1312">
                  <c:v>#N/A</c:v>
                </c:pt>
                <c:pt idx="1313">
                  <c:v>#N/A</c:v>
                </c:pt>
                <c:pt idx="1314">
                  <c:v>#N/A</c:v>
                </c:pt>
                <c:pt idx="1315">
                  <c:v>#N/A</c:v>
                </c:pt>
                <c:pt idx="1316">
                  <c:v>#N/A</c:v>
                </c:pt>
                <c:pt idx="1317">
                  <c:v>#N/A</c:v>
                </c:pt>
                <c:pt idx="1318">
                  <c:v>#N/A</c:v>
                </c:pt>
                <c:pt idx="1319">
                  <c:v>#N/A</c:v>
                </c:pt>
                <c:pt idx="1320">
                  <c:v>#N/A</c:v>
                </c:pt>
                <c:pt idx="1321">
                  <c:v>#N/A</c:v>
                </c:pt>
                <c:pt idx="1322">
                  <c:v>#N/A</c:v>
                </c:pt>
                <c:pt idx="1323">
                  <c:v>#N/A</c:v>
                </c:pt>
                <c:pt idx="1324">
                  <c:v>#N/A</c:v>
                </c:pt>
                <c:pt idx="1325">
                  <c:v>#N/A</c:v>
                </c:pt>
                <c:pt idx="1326">
                  <c:v>#N/A</c:v>
                </c:pt>
                <c:pt idx="1327">
                  <c:v>#N/A</c:v>
                </c:pt>
                <c:pt idx="1328">
                  <c:v>#N/A</c:v>
                </c:pt>
                <c:pt idx="1329">
                  <c:v>#N/A</c:v>
                </c:pt>
                <c:pt idx="1330">
                  <c:v>#N/A</c:v>
                </c:pt>
              </c:numCache>
            </c:numRef>
          </c:val>
          <c:smooth val="0"/>
          <c:extLst>
            <c:ext xmlns:c16="http://schemas.microsoft.com/office/drawing/2014/chart" uri="{C3380CC4-5D6E-409C-BE32-E72D297353CC}">
              <c16:uniqueId val="{00000002-34FD-478D-86BA-7D9E5814E2EB}"/>
            </c:ext>
          </c:extLst>
        </c:ser>
        <c:ser>
          <c:idx val="3"/>
          <c:order val="3"/>
          <c:tx>
            <c:strRef>
              <c:f>SPX_UST!$AK$7</c:f>
              <c:strCache>
                <c:ptCount val="1"/>
                <c:pt idx="0">
                  <c:v>MSCI EM</c:v>
                </c:pt>
              </c:strCache>
            </c:strRef>
          </c:tx>
          <c:spPr>
            <a:ln w="28575">
              <a:solidFill>
                <a:srgbClr val="10A088"/>
              </a:solidFill>
            </a:ln>
          </c:spPr>
          <c:marker>
            <c:symbol val="none"/>
          </c:marker>
          <c:cat>
            <c:numRef>
              <c:f>SPX_UST!$AG$1275:$AG$4055</c:f>
              <c:numCache>
                <c:formatCode>m/d/yyyy</c:formatCode>
                <c:ptCount val="2781"/>
                <c:pt idx="0">
                  <c:v>44561</c:v>
                </c:pt>
                <c:pt idx="1">
                  <c:v>44564</c:v>
                </c:pt>
                <c:pt idx="2">
                  <c:v>44565</c:v>
                </c:pt>
                <c:pt idx="3">
                  <c:v>44566</c:v>
                </c:pt>
                <c:pt idx="4">
                  <c:v>44567</c:v>
                </c:pt>
                <c:pt idx="5">
                  <c:v>44568</c:v>
                </c:pt>
                <c:pt idx="6">
                  <c:v>44571</c:v>
                </c:pt>
                <c:pt idx="7">
                  <c:v>44572</c:v>
                </c:pt>
                <c:pt idx="8">
                  <c:v>44573</c:v>
                </c:pt>
                <c:pt idx="9">
                  <c:v>44574</c:v>
                </c:pt>
                <c:pt idx="10">
                  <c:v>44575</c:v>
                </c:pt>
                <c:pt idx="11">
                  <c:v>44579</c:v>
                </c:pt>
                <c:pt idx="12">
                  <c:v>44580</c:v>
                </c:pt>
                <c:pt idx="13">
                  <c:v>44581</c:v>
                </c:pt>
                <c:pt idx="14">
                  <c:v>44582</c:v>
                </c:pt>
                <c:pt idx="15">
                  <c:v>44585</c:v>
                </c:pt>
                <c:pt idx="16">
                  <c:v>44586</c:v>
                </c:pt>
                <c:pt idx="17">
                  <c:v>44587</c:v>
                </c:pt>
                <c:pt idx="18">
                  <c:v>44588</c:v>
                </c:pt>
                <c:pt idx="19">
                  <c:v>44589</c:v>
                </c:pt>
                <c:pt idx="20">
                  <c:v>44592</c:v>
                </c:pt>
                <c:pt idx="21">
                  <c:v>44593</c:v>
                </c:pt>
                <c:pt idx="22">
                  <c:v>44594</c:v>
                </c:pt>
                <c:pt idx="23">
                  <c:v>44595</c:v>
                </c:pt>
                <c:pt idx="24">
                  <c:v>44596</c:v>
                </c:pt>
                <c:pt idx="25">
                  <c:v>44599</c:v>
                </c:pt>
                <c:pt idx="26">
                  <c:v>44600</c:v>
                </c:pt>
                <c:pt idx="27">
                  <c:v>44601</c:v>
                </c:pt>
                <c:pt idx="28">
                  <c:v>44602</c:v>
                </c:pt>
                <c:pt idx="29">
                  <c:v>44603</c:v>
                </c:pt>
                <c:pt idx="30">
                  <c:v>44606</c:v>
                </c:pt>
                <c:pt idx="31">
                  <c:v>44607</c:v>
                </c:pt>
                <c:pt idx="32">
                  <c:v>44608</c:v>
                </c:pt>
                <c:pt idx="33">
                  <c:v>44609</c:v>
                </c:pt>
                <c:pt idx="34">
                  <c:v>44610</c:v>
                </c:pt>
                <c:pt idx="35">
                  <c:v>44614</c:v>
                </c:pt>
                <c:pt idx="36">
                  <c:v>44615</c:v>
                </c:pt>
                <c:pt idx="37">
                  <c:v>44616</c:v>
                </c:pt>
                <c:pt idx="38">
                  <c:v>44617</c:v>
                </c:pt>
                <c:pt idx="39">
                  <c:v>44620</c:v>
                </c:pt>
                <c:pt idx="40">
                  <c:v>44621</c:v>
                </c:pt>
                <c:pt idx="41">
                  <c:v>44622</c:v>
                </c:pt>
                <c:pt idx="42">
                  <c:v>44623</c:v>
                </c:pt>
                <c:pt idx="43">
                  <c:v>44624</c:v>
                </c:pt>
                <c:pt idx="44">
                  <c:v>44627</c:v>
                </c:pt>
                <c:pt idx="45">
                  <c:v>44628</c:v>
                </c:pt>
                <c:pt idx="46">
                  <c:v>44629</c:v>
                </c:pt>
                <c:pt idx="47">
                  <c:v>44630</c:v>
                </c:pt>
                <c:pt idx="48">
                  <c:v>44631</c:v>
                </c:pt>
                <c:pt idx="49">
                  <c:v>44634</c:v>
                </c:pt>
                <c:pt idx="50">
                  <c:v>44635</c:v>
                </c:pt>
                <c:pt idx="51">
                  <c:v>44636</c:v>
                </c:pt>
                <c:pt idx="52">
                  <c:v>44637</c:v>
                </c:pt>
                <c:pt idx="53">
                  <c:v>44638</c:v>
                </c:pt>
                <c:pt idx="54">
                  <c:v>44641</c:v>
                </c:pt>
                <c:pt idx="55">
                  <c:v>44642</c:v>
                </c:pt>
                <c:pt idx="56">
                  <c:v>44643</c:v>
                </c:pt>
                <c:pt idx="57">
                  <c:v>44644</c:v>
                </c:pt>
                <c:pt idx="58">
                  <c:v>44645</c:v>
                </c:pt>
                <c:pt idx="59">
                  <c:v>44648</c:v>
                </c:pt>
                <c:pt idx="60">
                  <c:v>44649</c:v>
                </c:pt>
                <c:pt idx="61">
                  <c:v>44650</c:v>
                </c:pt>
                <c:pt idx="62">
                  <c:v>44651</c:v>
                </c:pt>
                <c:pt idx="63">
                  <c:v>44652</c:v>
                </c:pt>
                <c:pt idx="64">
                  <c:v>44655</c:v>
                </c:pt>
                <c:pt idx="65">
                  <c:v>44656</c:v>
                </c:pt>
                <c:pt idx="66">
                  <c:v>44657</c:v>
                </c:pt>
                <c:pt idx="67">
                  <c:v>44658</c:v>
                </c:pt>
                <c:pt idx="68">
                  <c:v>44659</c:v>
                </c:pt>
                <c:pt idx="69">
                  <c:v>44662</c:v>
                </c:pt>
                <c:pt idx="70">
                  <c:v>44663</c:v>
                </c:pt>
                <c:pt idx="71">
                  <c:v>44664</c:v>
                </c:pt>
                <c:pt idx="72">
                  <c:v>44665</c:v>
                </c:pt>
                <c:pt idx="73">
                  <c:v>44669</c:v>
                </c:pt>
                <c:pt idx="74">
                  <c:v>44670</c:v>
                </c:pt>
                <c:pt idx="75">
                  <c:v>44671</c:v>
                </c:pt>
                <c:pt idx="76">
                  <c:v>44672</c:v>
                </c:pt>
                <c:pt idx="77">
                  <c:v>44673</c:v>
                </c:pt>
                <c:pt idx="78">
                  <c:v>44676</c:v>
                </c:pt>
                <c:pt idx="79">
                  <c:v>44677</c:v>
                </c:pt>
                <c:pt idx="80">
                  <c:v>44678</c:v>
                </c:pt>
                <c:pt idx="81">
                  <c:v>44679</c:v>
                </c:pt>
                <c:pt idx="82">
                  <c:v>44680</c:v>
                </c:pt>
                <c:pt idx="83">
                  <c:v>44683</c:v>
                </c:pt>
                <c:pt idx="84">
                  <c:v>44684</c:v>
                </c:pt>
                <c:pt idx="85">
                  <c:v>44685</c:v>
                </c:pt>
                <c:pt idx="86">
                  <c:v>44686</c:v>
                </c:pt>
                <c:pt idx="87">
                  <c:v>44687</c:v>
                </c:pt>
                <c:pt idx="88">
                  <c:v>44690</c:v>
                </c:pt>
                <c:pt idx="89">
                  <c:v>44691</c:v>
                </c:pt>
                <c:pt idx="90">
                  <c:v>44692</c:v>
                </c:pt>
                <c:pt idx="91">
                  <c:v>44693</c:v>
                </c:pt>
                <c:pt idx="92">
                  <c:v>44694</c:v>
                </c:pt>
                <c:pt idx="93">
                  <c:v>44697</c:v>
                </c:pt>
                <c:pt idx="94">
                  <c:v>44698</c:v>
                </c:pt>
                <c:pt idx="95">
                  <c:v>44699</c:v>
                </c:pt>
                <c:pt idx="96">
                  <c:v>44700</c:v>
                </c:pt>
                <c:pt idx="97">
                  <c:v>44701</c:v>
                </c:pt>
                <c:pt idx="98">
                  <c:v>44704</c:v>
                </c:pt>
                <c:pt idx="99">
                  <c:v>44705</c:v>
                </c:pt>
                <c:pt idx="100">
                  <c:v>44706</c:v>
                </c:pt>
                <c:pt idx="101">
                  <c:v>44707</c:v>
                </c:pt>
                <c:pt idx="102">
                  <c:v>44708</c:v>
                </c:pt>
                <c:pt idx="103">
                  <c:v>44712</c:v>
                </c:pt>
                <c:pt idx="104">
                  <c:v>44713</c:v>
                </c:pt>
                <c:pt idx="105">
                  <c:v>44714</c:v>
                </c:pt>
                <c:pt idx="106">
                  <c:v>44715</c:v>
                </c:pt>
                <c:pt idx="107">
                  <c:v>44718</c:v>
                </c:pt>
                <c:pt idx="108">
                  <c:v>44719</c:v>
                </c:pt>
                <c:pt idx="109">
                  <c:v>44720</c:v>
                </c:pt>
                <c:pt idx="110">
                  <c:v>44721</c:v>
                </c:pt>
                <c:pt idx="111">
                  <c:v>44722</c:v>
                </c:pt>
                <c:pt idx="112">
                  <c:v>44725</c:v>
                </c:pt>
                <c:pt idx="113">
                  <c:v>44726</c:v>
                </c:pt>
                <c:pt idx="114">
                  <c:v>44727</c:v>
                </c:pt>
                <c:pt idx="115">
                  <c:v>44728</c:v>
                </c:pt>
                <c:pt idx="116">
                  <c:v>44729</c:v>
                </c:pt>
                <c:pt idx="117">
                  <c:v>44733</c:v>
                </c:pt>
                <c:pt idx="118">
                  <c:v>44734</c:v>
                </c:pt>
                <c:pt idx="119">
                  <c:v>44735</c:v>
                </c:pt>
                <c:pt idx="120">
                  <c:v>44736</c:v>
                </c:pt>
                <c:pt idx="121">
                  <c:v>44739</c:v>
                </c:pt>
                <c:pt idx="122">
                  <c:v>44740</c:v>
                </c:pt>
                <c:pt idx="123">
                  <c:v>44741</c:v>
                </c:pt>
                <c:pt idx="124">
                  <c:v>44742</c:v>
                </c:pt>
                <c:pt idx="125">
                  <c:v>44743</c:v>
                </c:pt>
                <c:pt idx="126">
                  <c:v>44747</c:v>
                </c:pt>
                <c:pt idx="127">
                  <c:v>44748</c:v>
                </c:pt>
                <c:pt idx="128">
                  <c:v>44749</c:v>
                </c:pt>
                <c:pt idx="129">
                  <c:v>44750</c:v>
                </c:pt>
                <c:pt idx="130">
                  <c:v>44753</c:v>
                </c:pt>
                <c:pt idx="131">
                  <c:v>44754</c:v>
                </c:pt>
                <c:pt idx="132">
                  <c:v>44755</c:v>
                </c:pt>
                <c:pt idx="133">
                  <c:v>44756</c:v>
                </c:pt>
                <c:pt idx="134">
                  <c:v>44757</c:v>
                </c:pt>
                <c:pt idx="135">
                  <c:v>44760</c:v>
                </c:pt>
                <c:pt idx="136">
                  <c:v>44761</c:v>
                </c:pt>
                <c:pt idx="137">
                  <c:v>44762</c:v>
                </c:pt>
                <c:pt idx="138">
                  <c:v>44763</c:v>
                </c:pt>
                <c:pt idx="139">
                  <c:v>44764</c:v>
                </c:pt>
                <c:pt idx="140">
                  <c:v>44767</c:v>
                </c:pt>
                <c:pt idx="141">
                  <c:v>44768</c:v>
                </c:pt>
                <c:pt idx="142">
                  <c:v>44769</c:v>
                </c:pt>
                <c:pt idx="143">
                  <c:v>44770</c:v>
                </c:pt>
                <c:pt idx="144">
                  <c:v>44771</c:v>
                </c:pt>
                <c:pt idx="145">
                  <c:v>44774</c:v>
                </c:pt>
                <c:pt idx="146">
                  <c:v>44775</c:v>
                </c:pt>
                <c:pt idx="147">
                  <c:v>44776</c:v>
                </c:pt>
                <c:pt idx="148">
                  <c:v>44777</c:v>
                </c:pt>
                <c:pt idx="149">
                  <c:v>44778</c:v>
                </c:pt>
                <c:pt idx="150">
                  <c:v>44781</c:v>
                </c:pt>
                <c:pt idx="151">
                  <c:v>44782</c:v>
                </c:pt>
                <c:pt idx="152">
                  <c:v>44783</c:v>
                </c:pt>
                <c:pt idx="153">
                  <c:v>44784</c:v>
                </c:pt>
                <c:pt idx="154">
                  <c:v>44785</c:v>
                </c:pt>
                <c:pt idx="155">
                  <c:v>44788</c:v>
                </c:pt>
                <c:pt idx="156">
                  <c:v>44789</c:v>
                </c:pt>
                <c:pt idx="157">
                  <c:v>44790</c:v>
                </c:pt>
                <c:pt idx="158">
                  <c:v>44791</c:v>
                </c:pt>
                <c:pt idx="159">
                  <c:v>44792</c:v>
                </c:pt>
                <c:pt idx="160">
                  <c:v>44795</c:v>
                </c:pt>
                <c:pt idx="161">
                  <c:v>44796</c:v>
                </c:pt>
                <c:pt idx="162">
                  <c:v>44797</c:v>
                </c:pt>
                <c:pt idx="163">
                  <c:v>44798</c:v>
                </c:pt>
                <c:pt idx="164">
                  <c:v>44799</c:v>
                </c:pt>
                <c:pt idx="165">
                  <c:v>44802</c:v>
                </c:pt>
                <c:pt idx="166">
                  <c:v>44803</c:v>
                </c:pt>
                <c:pt idx="167">
                  <c:v>44804</c:v>
                </c:pt>
                <c:pt idx="168">
                  <c:v>44805</c:v>
                </c:pt>
                <c:pt idx="169">
                  <c:v>44806</c:v>
                </c:pt>
                <c:pt idx="170">
                  <c:v>44810</c:v>
                </c:pt>
                <c:pt idx="171">
                  <c:v>44811</c:v>
                </c:pt>
                <c:pt idx="172">
                  <c:v>44812</c:v>
                </c:pt>
                <c:pt idx="173">
                  <c:v>44813</c:v>
                </c:pt>
                <c:pt idx="174">
                  <c:v>44816</c:v>
                </c:pt>
                <c:pt idx="175">
                  <c:v>44817</c:v>
                </c:pt>
                <c:pt idx="176">
                  <c:v>44818</c:v>
                </c:pt>
                <c:pt idx="177">
                  <c:v>44819</c:v>
                </c:pt>
                <c:pt idx="178">
                  <c:v>44820</c:v>
                </c:pt>
                <c:pt idx="179">
                  <c:v>44823</c:v>
                </c:pt>
                <c:pt idx="180">
                  <c:v>44824</c:v>
                </c:pt>
                <c:pt idx="181">
                  <c:v>44825</c:v>
                </c:pt>
                <c:pt idx="182">
                  <c:v>44826</c:v>
                </c:pt>
                <c:pt idx="183">
                  <c:v>44827</c:v>
                </c:pt>
                <c:pt idx="184">
                  <c:v>44830</c:v>
                </c:pt>
                <c:pt idx="185">
                  <c:v>44831</c:v>
                </c:pt>
                <c:pt idx="186">
                  <c:v>44832</c:v>
                </c:pt>
                <c:pt idx="187">
                  <c:v>44833</c:v>
                </c:pt>
                <c:pt idx="188">
                  <c:v>44834</c:v>
                </c:pt>
                <c:pt idx="189">
                  <c:v>44837</c:v>
                </c:pt>
                <c:pt idx="190">
                  <c:v>44838</c:v>
                </c:pt>
                <c:pt idx="191">
                  <c:v>44839</c:v>
                </c:pt>
                <c:pt idx="192">
                  <c:v>44840</c:v>
                </c:pt>
                <c:pt idx="193">
                  <c:v>44841</c:v>
                </c:pt>
                <c:pt idx="194">
                  <c:v>44844</c:v>
                </c:pt>
                <c:pt idx="195">
                  <c:v>44845</c:v>
                </c:pt>
                <c:pt idx="196">
                  <c:v>44846</c:v>
                </c:pt>
                <c:pt idx="197">
                  <c:v>44847</c:v>
                </c:pt>
                <c:pt idx="198">
                  <c:v>44848</c:v>
                </c:pt>
                <c:pt idx="199">
                  <c:v>44851</c:v>
                </c:pt>
                <c:pt idx="200">
                  <c:v>44852</c:v>
                </c:pt>
                <c:pt idx="201">
                  <c:v>44853</c:v>
                </c:pt>
                <c:pt idx="202">
                  <c:v>44854</c:v>
                </c:pt>
                <c:pt idx="203">
                  <c:v>44855</c:v>
                </c:pt>
                <c:pt idx="204">
                  <c:v>44858</c:v>
                </c:pt>
                <c:pt idx="205">
                  <c:v>44859</c:v>
                </c:pt>
                <c:pt idx="206">
                  <c:v>44860</c:v>
                </c:pt>
                <c:pt idx="207">
                  <c:v>44861</c:v>
                </c:pt>
                <c:pt idx="208">
                  <c:v>44862</c:v>
                </c:pt>
                <c:pt idx="209">
                  <c:v>44865</c:v>
                </c:pt>
                <c:pt idx="210">
                  <c:v>44866</c:v>
                </c:pt>
                <c:pt idx="211">
                  <c:v>44867</c:v>
                </c:pt>
                <c:pt idx="212">
                  <c:v>44868</c:v>
                </c:pt>
                <c:pt idx="213">
                  <c:v>44869</c:v>
                </c:pt>
                <c:pt idx="214">
                  <c:v>44872</c:v>
                </c:pt>
                <c:pt idx="215">
                  <c:v>44873</c:v>
                </c:pt>
                <c:pt idx="216">
                  <c:v>44874</c:v>
                </c:pt>
                <c:pt idx="217">
                  <c:v>44875</c:v>
                </c:pt>
                <c:pt idx="218">
                  <c:v>44876</c:v>
                </c:pt>
                <c:pt idx="219">
                  <c:v>44879</c:v>
                </c:pt>
                <c:pt idx="220">
                  <c:v>44880</c:v>
                </c:pt>
                <c:pt idx="221">
                  <c:v>44881</c:v>
                </c:pt>
                <c:pt idx="222">
                  <c:v>44882</c:v>
                </c:pt>
                <c:pt idx="223">
                  <c:v>44883</c:v>
                </c:pt>
                <c:pt idx="224">
                  <c:v>44886</c:v>
                </c:pt>
                <c:pt idx="225">
                  <c:v>44887</c:v>
                </c:pt>
                <c:pt idx="226">
                  <c:v>44888</c:v>
                </c:pt>
                <c:pt idx="227">
                  <c:v>44890</c:v>
                </c:pt>
                <c:pt idx="228">
                  <c:v>44893</c:v>
                </c:pt>
                <c:pt idx="229">
                  <c:v>44894</c:v>
                </c:pt>
                <c:pt idx="230">
                  <c:v>44895</c:v>
                </c:pt>
                <c:pt idx="231">
                  <c:v>44896</c:v>
                </c:pt>
                <c:pt idx="232">
                  <c:v>44897</c:v>
                </c:pt>
                <c:pt idx="233">
                  <c:v>44900</c:v>
                </c:pt>
                <c:pt idx="234">
                  <c:v>44901</c:v>
                </c:pt>
                <c:pt idx="235">
                  <c:v>44902</c:v>
                </c:pt>
                <c:pt idx="236">
                  <c:v>44903</c:v>
                </c:pt>
                <c:pt idx="237">
                  <c:v>44904</c:v>
                </c:pt>
                <c:pt idx="238">
                  <c:v>44907</c:v>
                </c:pt>
                <c:pt idx="239">
                  <c:v>44908</c:v>
                </c:pt>
                <c:pt idx="240">
                  <c:v>44909</c:v>
                </c:pt>
                <c:pt idx="241">
                  <c:v>44910</c:v>
                </c:pt>
                <c:pt idx="242">
                  <c:v>44911</c:v>
                </c:pt>
                <c:pt idx="243">
                  <c:v>44914</c:v>
                </c:pt>
                <c:pt idx="244">
                  <c:v>44915</c:v>
                </c:pt>
                <c:pt idx="245">
                  <c:v>44916</c:v>
                </c:pt>
                <c:pt idx="246">
                  <c:v>44917</c:v>
                </c:pt>
                <c:pt idx="247">
                  <c:v>44918</c:v>
                </c:pt>
                <c:pt idx="248">
                  <c:v>44922</c:v>
                </c:pt>
                <c:pt idx="249">
                  <c:v>44923</c:v>
                </c:pt>
                <c:pt idx="250">
                  <c:v>44924</c:v>
                </c:pt>
                <c:pt idx="251">
                  <c:v>44925</c:v>
                </c:pt>
                <c:pt idx="252">
                  <c:v>44929</c:v>
                </c:pt>
                <c:pt idx="253">
                  <c:v>44930</c:v>
                </c:pt>
                <c:pt idx="254">
                  <c:v>44931</c:v>
                </c:pt>
                <c:pt idx="255">
                  <c:v>44932</c:v>
                </c:pt>
                <c:pt idx="256">
                  <c:v>44935</c:v>
                </c:pt>
                <c:pt idx="257">
                  <c:v>44936</c:v>
                </c:pt>
                <c:pt idx="258">
                  <c:v>44937</c:v>
                </c:pt>
                <c:pt idx="259">
                  <c:v>44938</c:v>
                </c:pt>
                <c:pt idx="260">
                  <c:v>44939</c:v>
                </c:pt>
                <c:pt idx="261">
                  <c:v>44943</c:v>
                </c:pt>
                <c:pt idx="262">
                  <c:v>44944</c:v>
                </c:pt>
                <c:pt idx="263">
                  <c:v>44945</c:v>
                </c:pt>
                <c:pt idx="264">
                  <c:v>44946</c:v>
                </c:pt>
                <c:pt idx="265">
                  <c:v>44949</c:v>
                </c:pt>
                <c:pt idx="266">
                  <c:v>44950</c:v>
                </c:pt>
                <c:pt idx="267">
                  <c:v>44951</c:v>
                </c:pt>
                <c:pt idx="268">
                  <c:v>44952</c:v>
                </c:pt>
                <c:pt idx="269">
                  <c:v>44953</c:v>
                </c:pt>
                <c:pt idx="270">
                  <c:v>44956</c:v>
                </c:pt>
                <c:pt idx="271">
                  <c:v>44957</c:v>
                </c:pt>
                <c:pt idx="272">
                  <c:v>44958</c:v>
                </c:pt>
                <c:pt idx="273">
                  <c:v>44959</c:v>
                </c:pt>
                <c:pt idx="274">
                  <c:v>44960</c:v>
                </c:pt>
                <c:pt idx="275">
                  <c:v>44963</c:v>
                </c:pt>
                <c:pt idx="276">
                  <c:v>44964</c:v>
                </c:pt>
                <c:pt idx="277">
                  <c:v>44965</c:v>
                </c:pt>
                <c:pt idx="278">
                  <c:v>44966</c:v>
                </c:pt>
                <c:pt idx="279">
                  <c:v>44967</c:v>
                </c:pt>
                <c:pt idx="280">
                  <c:v>44970</c:v>
                </c:pt>
                <c:pt idx="281">
                  <c:v>44971</c:v>
                </c:pt>
                <c:pt idx="282">
                  <c:v>44972</c:v>
                </c:pt>
                <c:pt idx="283">
                  <c:v>44973</c:v>
                </c:pt>
                <c:pt idx="284">
                  <c:v>44974</c:v>
                </c:pt>
                <c:pt idx="285">
                  <c:v>44978</c:v>
                </c:pt>
                <c:pt idx="286">
                  <c:v>44979</c:v>
                </c:pt>
                <c:pt idx="287">
                  <c:v>44980</c:v>
                </c:pt>
                <c:pt idx="288">
                  <c:v>44981</c:v>
                </c:pt>
                <c:pt idx="289">
                  <c:v>44984</c:v>
                </c:pt>
                <c:pt idx="290">
                  <c:v>44985</c:v>
                </c:pt>
                <c:pt idx="291">
                  <c:v>44986</c:v>
                </c:pt>
                <c:pt idx="292">
                  <c:v>44987</c:v>
                </c:pt>
                <c:pt idx="293">
                  <c:v>44988</c:v>
                </c:pt>
                <c:pt idx="294">
                  <c:v>44991</c:v>
                </c:pt>
                <c:pt idx="295">
                  <c:v>44992</c:v>
                </c:pt>
                <c:pt idx="296">
                  <c:v>44993</c:v>
                </c:pt>
                <c:pt idx="297">
                  <c:v>44994</c:v>
                </c:pt>
                <c:pt idx="298">
                  <c:v>44995</c:v>
                </c:pt>
                <c:pt idx="299">
                  <c:v>44998</c:v>
                </c:pt>
                <c:pt idx="300">
                  <c:v>44999</c:v>
                </c:pt>
                <c:pt idx="301">
                  <c:v>45000</c:v>
                </c:pt>
                <c:pt idx="302">
                  <c:v>45001</c:v>
                </c:pt>
                <c:pt idx="303">
                  <c:v>45002</c:v>
                </c:pt>
                <c:pt idx="304">
                  <c:v>45005</c:v>
                </c:pt>
                <c:pt idx="305">
                  <c:v>45006</c:v>
                </c:pt>
                <c:pt idx="306">
                  <c:v>45007</c:v>
                </c:pt>
                <c:pt idx="307">
                  <c:v>45008</c:v>
                </c:pt>
                <c:pt idx="308">
                  <c:v>45009</c:v>
                </c:pt>
                <c:pt idx="309">
                  <c:v>45012</c:v>
                </c:pt>
                <c:pt idx="310">
                  <c:v>45013</c:v>
                </c:pt>
                <c:pt idx="311">
                  <c:v>45014</c:v>
                </c:pt>
                <c:pt idx="312">
                  <c:v>45015</c:v>
                </c:pt>
                <c:pt idx="313">
                  <c:v>45016</c:v>
                </c:pt>
                <c:pt idx="314">
                  <c:v>45019</c:v>
                </c:pt>
                <c:pt idx="315">
                  <c:v>45020</c:v>
                </c:pt>
                <c:pt idx="316">
                  <c:v>45021</c:v>
                </c:pt>
                <c:pt idx="317">
                  <c:v>45022</c:v>
                </c:pt>
                <c:pt idx="318">
                  <c:v>45026</c:v>
                </c:pt>
                <c:pt idx="319">
                  <c:v>45027</c:v>
                </c:pt>
                <c:pt idx="320">
                  <c:v>45028</c:v>
                </c:pt>
                <c:pt idx="321">
                  <c:v>45029</c:v>
                </c:pt>
                <c:pt idx="322">
                  <c:v>45030</c:v>
                </c:pt>
                <c:pt idx="323">
                  <c:v>45033</c:v>
                </c:pt>
                <c:pt idx="324">
                  <c:v>45034</c:v>
                </c:pt>
                <c:pt idx="325">
                  <c:v>45035</c:v>
                </c:pt>
                <c:pt idx="326">
                  <c:v>45036</c:v>
                </c:pt>
                <c:pt idx="327">
                  <c:v>45037</c:v>
                </c:pt>
                <c:pt idx="328">
                  <c:v>45040</c:v>
                </c:pt>
                <c:pt idx="329">
                  <c:v>45041</c:v>
                </c:pt>
                <c:pt idx="330">
                  <c:v>45042</c:v>
                </c:pt>
                <c:pt idx="331">
                  <c:v>45043</c:v>
                </c:pt>
                <c:pt idx="332">
                  <c:v>45044</c:v>
                </c:pt>
                <c:pt idx="333">
                  <c:v>45047</c:v>
                </c:pt>
                <c:pt idx="334">
                  <c:v>45048</c:v>
                </c:pt>
                <c:pt idx="335">
                  <c:v>45049</c:v>
                </c:pt>
                <c:pt idx="336">
                  <c:v>45050</c:v>
                </c:pt>
                <c:pt idx="337">
                  <c:v>45051</c:v>
                </c:pt>
                <c:pt idx="338">
                  <c:v>45054</c:v>
                </c:pt>
                <c:pt idx="339">
                  <c:v>45055</c:v>
                </c:pt>
                <c:pt idx="340">
                  <c:v>45056</c:v>
                </c:pt>
                <c:pt idx="341">
                  <c:v>45057</c:v>
                </c:pt>
                <c:pt idx="342">
                  <c:v>45058</c:v>
                </c:pt>
                <c:pt idx="343">
                  <c:v>45061</c:v>
                </c:pt>
                <c:pt idx="344">
                  <c:v>45062</c:v>
                </c:pt>
                <c:pt idx="345">
                  <c:v>45063</c:v>
                </c:pt>
                <c:pt idx="346">
                  <c:v>45064</c:v>
                </c:pt>
                <c:pt idx="347">
                  <c:v>45065</c:v>
                </c:pt>
                <c:pt idx="348">
                  <c:v>45068</c:v>
                </c:pt>
                <c:pt idx="349">
                  <c:v>45069</c:v>
                </c:pt>
                <c:pt idx="350">
                  <c:v>45070</c:v>
                </c:pt>
                <c:pt idx="351">
                  <c:v>45071</c:v>
                </c:pt>
                <c:pt idx="352">
                  <c:v>45072</c:v>
                </c:pt>
                <c:pt idx="353">
                  <c:v>45076</c:v>
                </c:pt>
                <c:pt idx="354">
                  <c:v>45077</c:v>
                </c:pt>
                <c:pt idx="355">
                  <c:v>45078</c:v>
                </c:pt>
                <c:pt idx="356">
                  <c:v>45079</c:v>
                </c:pt>
                <c:pt idx="357">
                  <c:v>45082</c:v>
                </c:pt>
                <c:pt idx="358">
                  <c:v>45083</c:v>
                </c:pt>
                <c:pt idx="359">
                  <c:v>45084</c:v>
                </c:pt>
                <c:pt idx="360">
                  <c:v>45085</c:v>
                </c:pt>
                <c:pt idx="361">
                  <c:v>45086</c:v>
                </c:pt>
                <c:pt idx="362">
                  <c:v>45089</c:v>
                </c:pt>
                <c:pt idx="363">
                  <c:v>45090</c:v>
                </c:pt>
                <c:pt idx="364">
                  <c:v>45091</c:v>
                </c:pt>
                <c:pt idx="365">
                  <c:v>45092</c:v>
                </c:pt>
                <c:pt idx="366">
                  <c:v>45093</c:v>
                </c:pt>
                <c:pt idx="367">
                  <c:v>45097</c:v>
                </c:pt>
                <c:pt idx="368">
                  <c:v>45098</c:v>
                </c:pt>
                <c:pt idx="369">
                  <c:v>45099</c:v>
                </c:pt>
                <c:pt idx="370">
                  <c:v>45100</c:v>
                </c:pt>
                <c:pt idx="371">
                  <c:v>45103</c:v>
                </c:pt>
                <c:pt idx="372">
                  <c:v>45104</c:v>
                </c:pt>
                <c:pt idx="373">
                  <c:v>45105</c:v>
                </c:pt>
                <c:pt idx="374">
                  <c:v>45106</c:v>
                </c:pt>
                <c:pt idx="375">
                  <c:v>45107</c:v>
                </c:pt>
                <c:pt idx="376">
                  <c:v>45110</c:v>
                </c:pt>
                <c:pt idx="377">
                  <c:v>45112</c:v>
                </c:pt>
                <c:pt idx="378">
                  <c:v>45113</c:v>
                </c:pt>
                <c:pt idx="379">
                  <c:v>45114</c:v>
                </c:pt>
                <c:pt idx="380">
                  <c:v>45117</c:v>
                </c:pt>
                <c:pt idx="381">
                  <c:v>45118</c:v>
                </c:pt>
                <c:pt idx="382">
                  <c:v>45119</c:v>
                </c:pt>
                <c:pt idx="383">
                  <c:v>45120</c:v>
                </c:pt>
                <c:pt idx="384">
                  <c:v>45121</c:v>
                </c:pt>
                <c:pt idx="385">
                  <c:v>45124</c:v>
                </c:pt>
                <c:pt idx="386">
                  <c:v>45125</c:v>
                </c:pt>
                <c:pt idx="387">
                  <c:v>45126</c:v>
                </c:pt>
                <c:pt idx="388">
                  <c:v>45127</c:v>
                </c:pt>
                <c:pt idx="389">
                  <c:v>45128</c:v>
                </c:pt>
                <c:pt idx="390">
                  <c:v>45131</c:v>
                </c:pt>
                <c:pt idx="391">
                  <c:v>45132</c:v>
                </c:pt>
                <c:pt idx="392">
                  <c:v>45133</c:v>
                </c:pt>
                <c:pt idx="393">
                  <c:v>45134</c:v>
                </c:pt>
                <c:pt idx="394">
                  <c:v>45135</c:v>
                </c:pt>
                <c:pt idx="395">
                  <c:v>45138</c:v>
                </c:pt>
                <c:pt idx="396">
                  <c:v>45139</c:v>
                </c:pt>
                <c:pt idx="397">
                  <c:v>45140</c:v>
                </c:pt>
                <c:pt idx="398">
                  <c:v>45141</c:v>
                </c:pt>
                <c:pt idx="399">
                  <c:v>45142</c:v>
                </c:pt>
                <c:pt idx="400">
                  <c:v>45145</c:v>
                </c:pt>
                <c:pt idx="401">
                  <c:v>45146</c:v>
                </c:pt>
                <c:pt idx="402">
                  <c:v>45147</c:v>
                </c:pt>
                <c:pt idx="403">
                  <c:v>45148</c:v>
                </c:pt>
                <c:pt idx="404">
                  <c:v>45149</c:v>
                </c:pt>
                <c:pt idx="405">
                  <c:v>45152</c:v>
                </c:pt>
                <c:pt idx="406">
                  <c:v>45153</c:v>
                </c:pt>
                <c:pt idx="407">
                  <c:v>45154</c:v>
                </c:pt>
                <c:pt idx="408">
                  <c:v>45155</c:v>
                </c:pt>
                <c:pt idx="409">
                  <c:v>45156</c:v>
                </c:pt>
                <c:pt idx="410">
                  <c:v>45159</c:v>
                </c:pt>
                <c:pt idx="411">
                  <c:v>45160</c:v>
                </c:pt>
                <c:pt idx="412">
                  <c:v>45161</c:v>
                </c:pt>
                <c:pt idx="413">
                  <c:v>45162</c:v>
                </c:pt>
                <c:pt idx="414">
                  <c:v>45163</c:v>
                </c:pt>
                <c:pt idx="415">
                  <c:v>45166</c:v>
                </c:pt>
                <c:pt idx="416">
                  <c:v>45167</c:v>
                </c:pt>
                <c:pt idx="417">
                  <c:v>45168</c:v>
                </c:pt>
                <c:pt idx="418">
                  <c:v>45169</c:v>
                </c:pt>
                <c:pt idx="419">
                  <c:v>45170</c:v>
                </c:pt>
                <c:pt idx="420">
                  <c:v>45174</c:v>
                </c:pt>
                <c:pt idx="421">
                  <c:v>45175</c:v>
                </c:pt>
                <c:pt idx="422">
                  <c:v>45176</c:v>
                </c:pt>
                <c:pt idx="423">
                  <c:v>45177</c:v>
                </c:pt>
                <c:pt idx="424">
                  <c:v>45180</c:v>
                </c:pt>
                <c:pt idx="425">
                  <c:v>45181</c:v>
                </c:pt>
                <c:pt idx="426">
                  <c:v>45182</c:v>
                </c:pt>
                <c:pt idx="427">
                  <c:v>45183</c:v>
                </c:pt>
                <c:pt idx="428">
                  <c:v>45184</c:v>
                </c:pt>
                <c:pt idx="429">
                  <c:v>45187</c:v>
                </c:pt>
                <c:pt idx="430">
                  <c:v>45188</c:v>
                </c:pt>
                <c:pt idx="431">
                  <c:v>45189</c:v>
                </c:pt>
                <c:pt idx="432">
                  <c:v>45190</c:v>
                </c:pt>
                <c:pt idx="433">
                  <c:v>45191</c:v>
                </c:pt>
                <c:pt idx="434">
                  <c:v>45194</c:v>
                </c:pt>
                <c:pt idx="435">
                  <c:v>45195</c:v>
                </c:pt>
                <c:pt idx="436">
                  <c:v>45196</c:v>
                </c:pt>
                <c:pt idx="437">
                  <c:v>45197</c:v>
                </c:pt>
                <c:pt idx="438">
                  <c:v>45198</c:v>
                </c:pt>
                <c:pt idx="439">
                  <c:v>45201</c:v>
                </c:pt>
                <c:pt idx="440">
                  <c:v>45202</c:v>
                </c:pt>
                <c:pt idx="441">
                  <c:v>45203</c:v>
                </c:pt>
                <c:pt idx="442">
                  <c:v>45204</c:v>
                </c:pt>
                <c:pt idx="443">
                  <c:v>45205</c:v>
                </c:pt>
                <c:pt idx="444">
                  <c:v>45208</c:v>
                </c:pt>
                <c:pt idx="445">
                  <c:v>45209</c:v>
                </c:pt>
                <c:pt idx="446">
                  <c:v>45210</c:v>
                </c:pt>
                <c:pt idx="447">
                  <c:v>45211</c:v>
                </c:pt>
                <c:pt idx="448">
                  <c:v>45212</c:v>
                </c:pt>
                <c:pt idx="449">
                  <c:v>45215</c:v>
                </c:pt>
                <c:pt idx="450">
                  <c:v>45216</c:v>
                </c:pt>
                <c:pt idx="451">
                  <c:v>45217</c:v>
                </c:pt>
                <c:pt idx="452">
                  <c:v>45218</c:v>
                </c:pt>
                <c:pt idx="453">
                  <c:v>45219</c:v>
                </c:pt>
                <c:pt idx="454">
                  <c:v>45222</c:v>
                </c:pt>
                <c:pt idx="455">
                  <c:v>45223</c:v>
                </c:pt>
                <c:pt idx="456">
                  <c:v>45224</c:v>
                </c:pt>
                <c:pt idx="457">
                  <c:v>45225</c:v>
                </c:pt>
                <c:pt idx="458">
                  <c:v>45226</c:v>
                </c:pt>
                <c:pt idx="459">
                  <c:v>45229</c:v>
                </c:pt>
                <c:pt idx="460">
                  <c:v>45230</c:v>
                </c:pt>
                <c:pt idx="461">
                  <c:v>45231</c:v>
                </c:pt>
                <c:pt idx="462">
                  <c:v>45232</c:v>
                </c:pt>
                <c:pt idx="463">
                  <c:v>45233</c:v>
                </c:pt>
                <c:pt idx="464">
                  <c:v>45236</c:v>
                </c:pt>
                <c:pt idx="465">
                  <c:v>45237</c:v>
                </c:pt>
                <c:pt idx="466">
                  <c:v>45238</c:v>
                </c:pt>
                <c:pt idx="467">
                  <c:v>45239</c:v>
                </c:pt>
                <c:pt idx="468">
                  <c:v>45240</c:v>
                </c:pt>
                <c:pt idx="469">
                  <c:v>45243</c:v>
                </c:pt>
                <c:pt idx="470">
                  <c:v>45244</c:v>
                </c:pt>
                <c:pt idx="471">
                  <c:v>45245</c:v>
                </c:pt>
                <c:pt idx="472">
                  <c:v>45246</c:v>
                </c:pt>
                <c:pt idx="473">
                  <c:v>45247</c:v>
                </c:pt>
                <c:pt idx="474">
                  <c:v>45250</c:v>
                </c:pt>
                <c:pt idx="475">
                  <c:v>45251</c:v>
                </c:pt>
                <c:pt idx="476">
                  <c:v>45252</c:v>
                </c:pt>
                <c:pt idx="477">
                  <c:v>45254</c:v>
                </c:pt>
                <c:pt idx="478">
                  <c:v>45257</c:v>
                </c:pt>
                <c:pt idx="479">
                  <c:v>45258</c:v>
                </c:pt>
                <c:pt idx="480">
                  <c:v>45259</c:v>
                </c:pt>
                <c:pt idx="481">
                  <c:v>45260</c:v>
                </c:pt>
                <c:pt idx="482">
                  <c:v>45261</c:v>
                </c:pt>
                <c:pt idx="483">
                  <c:v>45264</c:v>
                </c:pt>
                <c:pt idx="484">
                  <c:v>45265</c:v>
                </c:pt>
                <c:pt idx="485">
                  <c:v>45266</c:v>
                </c:pt>
                <c:pt idx="486">
                  <c:v>45267</c:v>
                </c:pt>
                <c:pt idx="487">
                  <c:v>45268</c:v>
                </c:pt>
                <c:pt idx="488">
                  <c:v>45271</c:v>
                </c:pt>
                <c:pt idx="489">
                  <c:v>45272</c:v>
                </c:pt>
                <c:pt idx="490">
                  <c:v>45273</c:v>
                </c:pt>
                <c:pt idx="491">
                  <c:v>45274</c:v>
                </c:pt>
                <c:pt idx="492">
                  <c:v>45275</c:v>
                </c:pt>
                <c:pt idx="493">
                  <c:v>45278</c:v>
                </c:pt>
                <c:pt idx="494">
                  <c:v>45279</c:v>
                </c:pt>
                <c:pt idx="495">
                  <c:v>45280</c:v>
                </c:pt>
                <c:pt idx="496">
                  <c:v>45281</c:v>
                </c:pt>
                <c:pt idx="497">
                  <c:v>45282</c:v>
                </c:pt>
                <c:pt idx="498">
                  <c:v>45286</c:v>
                </c:pt>
                <c:pt idx="499">
                  <c:v>45287</c:v>
                </c:pt>
                <c:pt idx="500">
                  <c:v>45288</c:v>
                </c:pt>
                <c:pt idx="501">
                  <c:v>45289</c:v>
                </c:pt>
                <c:pt idx="502">
                  <c:v>45293</c:v>
                </c:pt>
                <c:pt idx="503">
                  <c:v>45294</c:v>
                </c:pt>
                <c:pt idx="504">
                  <c:v>45295</c:v>
                </c:pt>
                <c:pt idx="505">
                  <c:v>45296</c:v>
                </c:pt>
                <c:pt idx="506">
                  <c:v>45299</c:v>
                </c:pt>
                <c:pt idx="507">
                  <c:v>45300</c:v>
                </c:pt>
                <c:pt idx="508">
                  <c:v>45301</c:v>
                </c:pt>
                <c:pt idx="509">
                  <c:v>45302</c:v>
                </c:pt>
                <c:pt idx="510">
                  <c:v>45303</c:v>
                </c:pt>
                <c:pt idx="511">
                  <c:v>45307</c:v>
                </c:pt>
                <c:pt idx="512">
                  <c:v>45308</c:v>
                </c:pt>
                <c:pt idx="513">
                  <c:v>45309</c:v>
                </c:pt>
                <c:pt idx="514">
                  <c:v>45310</c:v>
                </c:pt>
                <c:pt idx="515">
                  <c:v>45313</c:v>
                </c:pt>
                <c:pt idx="516">
                  <c:v>45314</c:v>
                </c:pt>
                <c:pt idx="517">
                  <c:v>45315</c:v>
                </c:pt>
                <c:pt idx="518">
                  <c:v>45316</c:v>
                </c:pt>
                <c:pt idx="519">
                  <c:v>45317</c:v>
                </c:pt>
                <c:pt idx="520">
                  <c:v>45320</c:v>
                </c:pt>
                <c:pt idx="521">
                  <c:v>45321</c:v>
                </c:pt>
                <c:pt idx="522">
                  <c:v>45322</c:v>
                </c:pt>
                <c:pt idx="523">
                  <c:v>45323</c:v>
                </c:pt>
                <c:pt idx="524">
                  <c:v>45324</c:v>
                </c:pt>
                <c:pt idx="525">
                  <c:v>45327</c:v>
                </c:pt>
                <c:pt idx="526">
                  <c:v>45328</c:v>
                </c:pt>
                <c:pt idx="527">
                  <c:v>45329</c:v>
                </c:pt>
                <c:pt idx="528">
                  <c:v>45330</c:v>
                </c:pt>
                <c:pt idx="529">
                  <c:v>45331</c:v>
                </c:pt>
                <c:pt idx="530">
                  <c:v>45334</c:v>
                </c:pt>
                <c:pt idx="531">
                  <c:v>45335</c:v>
                </c:pt>
                <c:pt idx="532">
                  <c:v>45336</c:v>
                </c:pt>
                <c:pt idx="533">
                  <c:v>45337</c:v>
                </c:pt>
                <c:pt idx="534">
                  <c:v>45338</c:v>
                </c:pt>
                <c:pt idx="535">
                  <c:v>45342</c:v>
                </c:pt>
                <c:pt idx="536">
                  <c:v>45343</c:v>
                </c:pt>
                <c:pt idx="537">
                  <c:v>45344</c:v>
                </c:pt>
                <c:pt idx="538">
                  <c:v>45345</c:v>
                </c:pt>
                <c:pt idx="539">
                  <c:v>45348</c:v>
                </c:pt>
                <c:pt idx="540">
                  <c:v>45349</c:v>
                </c:pt>
                <c:pt idx="541">
                  <c:v>45350</c:v>
                </c:pt>
                <c:pt idx="542">
                  <c:v>45351</c:v>
                </c:pt>
                <c:pt idx="543">
                  <c:v>45352</c:v>
                </c:pt>
                <c:pt idx="544">
                  <c:v>45355</c:v>
                </c:pt>
                <c:pt idx="545">
                  <c:v>45356</c:v>
                </c:pt>
                <c:pt idx="546">
                  <c:v>45357</c:v>
                </c:pt>
                <c:pt idx="547">
                  <c:v>45358</c:v>
                </c:pt>
                <c:pt idx="548">
                  <c:v>45359</c:v>
                </c:pt>
                <c:pt idx="549">
                  <c:v>45362</c:v>
                </c:pt>
                <c:pt idx="550">
                  <c:v>45363</c:v>
                </c:pt>
                <c:pt idx="551">
                  <c:v>45364</c:v>
                </c:pt>
                <c:pt idx="552">
                  <c:v>45365</c:v>
                </c:pt>
                <c:pt idx="553">
                  <c:v>45366</c:v>
                </c:pt>
                <c:pt idx="554">
                  <c:v>45369</c:v>
                </c:pt>
                <c:pt idx="555">
                  <c:v>45370</c:v>
                </c:pt>
                <c:pt idx="556">
                  <c:v>45371</c:v>
                </c:pt>
                <c:pt idx="557">
                  <c:v>45372</c:v>
                </c:pt>
                <c:pt idx="558">
                  <c:v>45373</c:v>
                </c:pt>
                <c:pt idx="559">
                  <c:v>45376</c:v>
                </c:pt>
                <c:pt idx="560">
                  <c:v>45377</c:v>
                </c:pt>
                <c:pt idx="561">
                  <c:v>45378</c:v>
                </c:pt>
                <c:pt idx="562">
                  <c:v>45379</c:v>
                </c:pt>
                <c:pt idx="563">
                  <c:v>45383</c:v>
                </c:pt>
                <c:pt idx="564">
                  <c:v>45384</c:v>
                </c:pt>
                <c:pt idx="565">
                  <c:v>45385</c:v>
                </c:pt>
                <c:pt idx="566">
                  <c:v>45386</c:v>
                </c:pt>
                <c:pt idx="567">
                  <c:v>45387</c:v>
                </c:pt>
                <c:pt idx="568">
                  <c:v>45390</c:v>
                </c:pt>
                <c:pt idx="569">
                  <c:v>45391</c:v>
                </c:pt>
                <c:pt idx="570">
                  <c:v>45392</c:v>
                </c:pt>
                <c:pt idx="571">
                  <c:v>45393</c:v>
                </c:pt>
                <c:pt idx="572">
                  <c:v>45394</c:v>
                </c:pt>
                <c:pt idx="573">
                  <c:v>45397</c:v>
                </c:pt>
                <c:pt idx="574">
                  <c:v>45398</c:v>
                </c:pt>
                <c:pt idx="575">
                  <c:v>45399</c:v>
                </c:pt>
                <c:pt idx="576">
                  <c:v>45400</c:v>
                </c:pt>
                <c:pt idx="577">
                  <c:v>45401</c:v>
                </c:pt>
                <c:pt idx="578">
                  <c:v>45404</c:v>
                </c:pt>
                <c:pt idx="579">
                  <c:v>45405</c:v>
                </c:pt>
                <c:pt idx="580">
                  <c:v>45406</c:v>
                </c:pt>
                <c:pt idx="581">
                  <c:v>45407</c:v>
                </c:pt>
                <c:pt idx="582">
                  <c:v>45408</c:v>
                </c:pt>
                <c:pt idx="583">
                  <c:v>45411</c:v>
                </c:pt>
                <c:pt idx="584">
                  <c:v>45412</c:v>
                </c:pt>
                <c:pt idx="585">
                  <c:v>45413</c:v>
                </c:pt>
                <c:pt idx="586">
                  <c:v>45414</c:v>
                </c:pt>
                <c:pt idx="587">
                  <c:v>45415</c:v>
                </c:pt>
                <c:pt idx="588">
                  <c:v>45418</c:v>
                </c:pt>
                <c:pt idx="589">
                  <c:v>45419</c:v>
                </c:pt>
                <c:pt idx="590">
                  <c:v>45420</c:v>
                </c:pt>
                <c:pt idx="591">
                  <c:v>45421</c:v>
                </c:pt>
                <c:pt idx="592">
                  <c:v>45422</c:v>
                </c:pt>
                <c:pt idx="593">
                  <c:v>45425</c:v>
                </c:pt>
                <c:pt idx="594">
                  <c:v>45426</c:v>
                </c:pt>
                <c:pt idx="595">
                  <c:v>45427</c:v>
                </c:pt>
                <c:pt idx="596">
                  <c:v>45428</c:v>
                </c:pt>
                <c:pt idx="597">
                  <c:v>45429</c:v>
                </c:pt>
                <c:pt idx="598">
                  <c:v>45432</c:v>
                </c:pt>
                <c:pt idx="599">
                  <c:v>45433</c:v>
                </c:pt>
                <c:pt idx="600">
                  <c:v>45434</c:v>
                </c:pt>
                <c:pt idx="601">
                  <c:v>45435</c:v>
                </c:pt>
                <c:pt idx="602">
                  <c:v>45436</c:v>
                </c:pt>
                <c:pt idx="603">
                  <c:v>45440</c:v>
                </c:pt>
                <c:pt idx="604">
                  <c:v>45441</c:v>
                </c:pt>
                <c:pt idx="605">
                  <c:v>45442</c:v>
                </c:pt>
                <c:pt idx="606">
                  <c:v>45443</c:v>
                </c:pt>
                <c:pt idx="607">
                  <c:v>45446</c:v>
                </c:pt>
                <c:pt idx="608">
                  <c:v>45447</c:v>
                </c:pt>
                <c:pt idx="609">
                  <c:v>45448</c:v>
                </c:pt>
                <c:pt idx="610">
                  <c:v>45449</c:v>
                </c:pt>
                <c:pt idx="611">
                  <c:v>45450</c:v>
                </c:pt>
                <c:pt idx="612">
                  <c:v>45453</c:v>
                </c:pt>
                <c:pt idx="613">
                  <c:v>45454</c:v>
                </c:pt>
                <c:pt idx="614">
                  <c:v>45455</c:v>
                </c:pt>
                <c:pt idx="615">
                  <c:v>45456</c:v>
                </c:pt>
                <c:pt idx="616">
                  <c:v>45457</c:v>
                </c:pt>
                <c:pt idx="617">
                  <c:v>45460</c:v>
                </c:pt>
                <c:pt idx="618">
                  <c:v>45461</c:v>
                </c:pt>
                <c:pt idx="619">
                  <c:v>45463</c:v>
                </c:pt>
                <c:pt idx="620">
                  <c:v>45464</c:v>
                </c:pt>
                <c:pt idx="621">
                  <c:v>45467</c:v>
                </c:pt>
                <c:pt idx="622">
                  <c:v>45468</c:v>
                </c:pt>
                <c:pt idx="623">
                  <c:v>45469</c:v>
                </c:pt>
                <c:pt idx="624">
                  <c:v>45470</c:v>
                </c:pt>
                <c:pt idx="625">
                  <c:v>45471</c:v>
                </c:pt>
                <c:pt idx="626">
                  <c:v>45474</c:v>
                </c:pt>
                <c:pt idx="627">
                  <c:v>45475</c:v>
                </c:pt>
                <c:pt idx="628">
                  <c:v>45476</c:v>
                </c:pt>
                <c:pt idx="629">
                  <c:v>45478</c:v>
                </c:pt>
                <c:pt idx="630">
                  <c:v>45481</c:v>
                </c:pt>
                <c:pt idx="631">
                  <c:v>45482</c:v>
                </c:pt>
                <c:pt idx="632">
                  <c:v>45483</c:v>
                </c:pt>
                <c:pt idx="633">
                  <c:v>45484</c:v>
                </c:pt>
                <c:pt idx="634">
                  <c:v>45485</c:v>
                </c:pt>
                <c:pt idx="635">
                  <c:v>45488</c:v>
                </c:pt>
                <c:pt idx="636">
                  <c:v>45489</c:v>
                </c:pt>
                <c:pt idx="637">
                  <c:v>45490</c:v>
                </c:pt>
                <c:pt idx="638">
                  <c:v>45491</c:v>
                </c:pt>
                <c:pt idx="639">
                  <c:v>45492</c:v>
                </c:pt>
                <c:pt idx="640">
                  <c:v>45495</c:v>
                </c:pt>
                <c:pt idx="641">
                  <c:v>45496</c:v>
                </c:pt>
                <c:pt idx="642">
                  <c:v>45497</c:v>
                </c:pt>
                <c:pt idx="643">
                  <c:v>45498</c:v>
                </c:pt>
                <c:pt idx="644">
                  <c:v>45499</c:v>
                </c:pt>
                <c:pt idx="645">
                  <c:v>45502</c:v>
                </c:pt>
                <c:pt idx="646">
                  <c:v>45503</c:v>
                </c:pt>
                <c:pt idx="647">
                  <c:v>45504</c:v>
                </c:pt>
                <c:pt idx="648">
                  <c:v>45505</c:v>
                </c:pt>
                <c:pt idx="649">
                  <c:v>45506</c:v>
                </c:pt>
                <c:pt idx="650">
                  <c:v>45509</c:v>
                </c:pt>
                <c:pt idx="651">
                  <c:v>45510</c:v>
                </c:pt>
                <c:pt idx="652">
                  <c:v>45511</c:v>
                </c:pt>
                <c:pt idx="653">
                  <c:v>45512</c:v>
                </c:pt>
                <c:pt idx="654">
                  <c:v>45513</c:v>
                </c:pt>
                <c:pt idx="655">
                  <c:v>45516</c:v>
                </c:pt>
                <c:pt idx="656">
                  <c:v>45517</c:v>
                </c:pt>
                <c:pt idx="657">
                  <c:v>45518</c:v>
                </c:pt>
                <c:pt idx="658">
                  <c:v>45519</c:v>
                </c:pt>
                <c:pt idx="659">
                  <c:v>45520</c:v>
                </c:pt>
                <c:pt idx="660">
                  <c:v>45523</c:v>
                </c:pt>
                <c:pt idx="661">
                  <c:v>45524</c:v>
                </c:pt>
                <c:pt idx="662">
                  <c:v>45525</c:v>
                </c:pt>
                <c:pt idx="663">
                  <c:v>45526</c:v>
                </c:pt>
                <c:pt idx="664">
                  <c:v>45527</c:v>
                </c:pt>
                <c:pt idx="665">
                  <c:v>45530</c:v>
                </c:pt>
                <c:pt idx="666">
                  <c:v>45531</c:v>
                </c:pt>
                <c:pt idx="667">
                  <c:v>45532</c:v>
                </c:pt>
                <c:pt idx="668">
                  <c:v>45533</c:v>
                </c:pt>
                <c:pt idx="669">
                  <c:v>45534</c:v>
                </c:pt>
                <c:pt idx="670">
                  <c:v>45538</c:v>
                </c:pt>
                <c:pt idx="671">
                  <c:v>45539</c:v>
                </c:pt>
                <c:pt idx="672">
                  <c:v>45540</c:v>
                </c:pt>
                <c:pt idx="673">
                  <c:v>45541</c:v>
                </c:pt>
                <c:pt idx="674">
                  <c:v>45544</c:v>
                </c:pt>
                <c:pt idx="675">
                  <c:v>45545</c:v>
                </c:pt>
                <c:pt idx="676">
                  <c:v>45546</c:v>
                </c:pt>
                <c:pt idx="677">
                  <c:v>45547</c:v>
                </c:pt>
                <c:pt idx="678">
                  <c:v>45548</c:v>
                </c:pt>
                <c:pt idx="679">
                  <c:v>45551</c:v>
                </c:pt>
                <c:pt idx="680">
                  <c:v>45552</c:v>
                </c:pt>
                <c:pt idx="681">
                  <c:v>45553</c:v>
                </c:pt>
                <c:pt idx="682">
                  <c:v>45554</c:v>
                </c:pt>
                <c:pt idx="683">
                  <c:v>45555</c:v>
                </c:pt>
                <c:pt idx="684">
                  <c:v>45558</c:v>
                </c:pt>
                <c:pt idx="685">
                  <c:v>45559</c:v>
                </c:pt>
                <c:pt idx="686">
                  <c:v>45560</c:v>
                </c:pt>
                <c:pt idx="687">
                  <c:v>45561</c:v>
                </c:pt>
                <c:pt idx="688">
                  <c:v>45562</c:v>
                </c:pt>
                <c:pt idx="689">
                  <c:v>45565</c:v>
                </c:pt>
                <c:pt idx="690">
                  <c:v>45566</c:v>
                </c:pt>
                <c:pt idx="691">
                  <c:v>45567</c:v>
                </c:pt>
                <c:pt idx="692">
                  <c:v>45568</c:v>
                </c:pt>
                <c:pt idx="693">
                  <c:v>45569</c:v>
                </c:pt>
                <c:pt idx="694">
                  <c:v>45572</c:v>
                </c:pt>
                <c:pt idx="695">
                  <c:v>45573</c:v>
                </c:pt>
                <c:pt idx="696">
                  <c:v>45574</c:v>
                </c:pt>
                <c:pt idx="697">
                  <c:v>45575</c:v>
                </c:pt>
                <c:pt idx="698">
                  <c:v>45576</c:v>
                </c:pt>
                <c:pt idx="699">
                  <c:v>45579</c:v>
                </c:pt>
                <c:pt idx="700">
                  <c:v>45580</c:v>
                </c:pt>
                <c:pt idx="701">
                  <c:v>45581</c:v>
                </c:pt>
                <c:pt idx="702">
                  <c:v>45582</c:v>
                </c:pt>
                <c:pt idx="703">
                  <c:v>45583</c:v>
                </c:pt>
                <c:pt idx="704">
                  <c:v>45586</c:v>
                </c:pt>
                <c:pt idx="705">
                  <c:v>45587</c:v>
                </c:pt>
                <c:pt idx="706">
                  <c:v>45588</c:v>
                </c:pt>
                <c:pt idx="707">
                  <c:v>45589</c:v>
                </c:pt>
                <c:pt idx="708">
                  <c:v>45590</c:v>
                </c:pt>
                <c:pt idx="709">
                  <c:v>45593</c:v>
                </c:pt>
                <c:pt idx="710">
                  <c:v>45594</c:v>
                </c:pt>
                <c:pt idx="711">
                  <c:v>45595</c:v>
                </c:pt>
                <c:pt idx="712">
                  <c:v>45596</c:v>
                </c:pt>
                <c:pt idx="713">
                  <c:v>45597</c:v>
                </c:pt>
                <c:pt idx="714">
                  <c:v>45600</c:v>
                </c:pt>
                <c:pt idx="715">
                  <c:v>45601</c:v>
                </c:pt>
                <c:pt idx="716">
                  <c:v>45602</c:v>
                </c:pt>
                <c:pt idx="717">
                  <c:v>45603</c:v>
                </c:pt>
                <c:pt idx="718">
                  <c:v>45604</c:v>
                </c:pt>
                <c:pt idx="719">
                  <c:v>45607</c:v>
                </c:pt>
                <c:pt idx="720">
                  <c:v>45608</c:v>
                </c:pt>
                <c:pt idx="721">
                  <c:v>45609</c:v>
                </c:pt>
                <c:pt idx="722">
                  <c:v>45610</c:v>
                </c:pt>
                <c:pt idx="723">
                  <c:v>45611</c:v>
                </c:pt>
                <c:pt idx="724">
                  <c:v>45614</c:v>
                </c:pt>
                <c:pt idx="725">
                  <c:v>45615</c:v>
                </c:pt>
                <c:pt idx="726">
                  <c:v>45616</c:v>
                </c:pt>
                <c:pt idx="727">
                  <c:v>45617</c:v>
                </c:pt>
                <c:pt idx="728">
                  <c:v>45618</c:v>
                </c:pt>
                <c:pt idx="729">
                  <c:v>45621</c:v>
                </c:pt>
                <c:pt idx="730">
                  <c:v>45622</c:v>
                </c:pt>
                <c:pt idx="731">
                  <c:v>45623</c:v>
                </c:pt>
                <c:pt idx="732">
                  <c:v>45625</c:v>
                </c:pt>
                <c:pt idx="733">
                  <c:v>45628</c:v>
                </c:pt>
                <c:pt idx="734">
                  <c:v>45629</c:v>
                </c:pt>
                <c:pt idx="735">
                  <c:v>45630</c:v>
                </c:pt>
                <c:pt idx="736">
                  <c:v>45631</c:v>
                </c:pt>
                <c:pt idx="737">
                  <c:v>45632</c:v>
                </c:pt>
                <c:pt idx="738">
                  <c:v>45635</c:v>
                </c:pt>
                <c:pt idx="739">
                  <c:v>45636</c:v>
                </c:pt>
                <c:pt idx="740">
                  <c:v>45637</c:v>
                </c:pt>
                <c:pt idx="741">
                  <c:v>45638</c:v>
                </c:pt>
                <c:pt idx="742">
                  <c:v>45639</c:v>
                </c:pt>
                <c:pt idx="743">
                  <c:v>45642</c:v>
                </c:pt>
                <c:pt idx="744">
                  <c:v>45643</c:v>
                </c:pt>
                <c:pt idx="745">
                  <c:v>45644</c:v>
                </c:pt>
                <c:pt idx="746">
                  <c:v>45645</c:v>
                </c:pt>
                <c:pt idx="747">
                  <c:v>45646</c:v>
                </c:pt>
                <c:pt idx="748">
                  <c:v>45649</c:v>
                </c:pt>
                <c:pt idx="749">
                  <c:v>45650</c:v>
                </c:pt>
                <c:pt idx="750">
                  <c:v>45652</c:v>
                </c:pt>
                <c:pt idx="751">
                  <c:v>45653</c:v>
                </c:pt>
                <c:pt idx="752">
                  <c:v>45656</c:v>
                </c:pt>
                <c:pt idx="753">
                  <c:v>45657</c:v>
                </c:pt>
                <c:pt idx="754">
                  <c:v>45659</c:v>
                </c:pt>
                <c:pt idx="755">
                  <c:v>45660</c:v>
                </c:pt>
                <c:pt idx="756">
                  <c:v>45663</c:v>
                </c:pt>
                <c:pt idx="757">
                  <c:v>45664</c:v>
                </c:pt>
                <c:pt idx="758">
                  <c:v>45665</c:v>
                </c:pt>
                <c:pt idx="759">
                  <c:v>45667</c:v>
                </c:pt>
                <c:pt idx="760">
                  <c:v>45670</c:v>
                </c:pt>
                <c:pt idx="761">
                  <c:v>45671</c:v>
                </c:pt>
                <c:pt idx="762">
                  <c:v>45672</c:v>
                </c:pt>
                <c:pt idx="763">
                  <c:v>45673</c:v>
                </c:pt>
                <c:pt idx="764">
                  <c:v>45674</c:v>
                </c:pt>
                <c:pt idx="765">
                  <c:v>45678</c:v>
                </c:pt>
                <c:pt idx="766">
                  <c:v>45679</c:v>
                </c:pt>
                <c:pt idx="767">
                  <c:v>45680</c:v>
                </c:pt>
                <c:pt idx="768">
                  <c:v>45681</c:v>
                </c:pt>
                <c:pt idx="769">
                  <c:v>45684</c:v>
                </c:pt>
                <c:pt idx="770">
                  <c:v>45685</c:v>
                </c:pt>
                <c:pt idx="771">
                  <c:v>45686</c:v>
                </c:pt>
                <c:pt idx="772">
                  <c:v>45687</c:v>
                </c:pt>
                <c:pt idx="773">
                  <c:v>45688</c:v>
                </c:pt>
                <c:pt idx="774">
                  <c:v>45691</c:v>
                </c:pt>
                <c:pt idx="775">
                  <c:v>45692</c:v>
                </c:pt>
                <c:pt idx="776">
                  <c:v>45693</c:v>
                </c:pt>
                <c:pt idx="777">
                  <c:v>45694</c:v>
                </c:pt>
                <c:pt idx="778">
                  <c:v>45695</c:v>
                </c:pt>
                <c:pt idx="779">
                  <c:v>45698</c:v>
                </c:pt>
                <c:pt idx="780">
                  <c:v>45699</c:v>
                </c:pt>
                <c:pt idx="781">
                  <c:v>45700</c:v>
                </c:pt>
                <c:pt idx="782">
                  <c:v>45701</c:v>
                </c:pt>
                <c:pt idx="783">
                  <c:v>45702</c:v>
                </c:pt>
                <c:pt idx="784">
                  <c:v>45706</c:v>
                </c:pt>
                <c:pt idx="785">
                  <c:v>45707</c:v>
                </c:pt>
                <c:pt idx="786">
                  <c:v>45708</c:v>
                </c:pt>
                <c:pt idx="787">
                  <c:v>45709</c:v>
                </c:pt>
                <c:pt idx="788">
                  <c:v>45712</c:v>
                </c:pt>
                <c:pt idx="789">
                  <c:v>45713</c:v>
                </c:pt>
                <c:pt idx="790">
                  <c:v>45714</c:v>
                </c:pt>
                <c:pt idx="791">
                  <c:v>45715</c:v>
                </c:pt>
                <c:pt idx="792">
                  <c:v>45716</c:v>
                </c:pt>
                <c:pt idx="793">
                  <c:v>45719</c:v>
                </c:pt>
                <c:pt idx="794">
                  <c:v>45720</c:v>
                </c:pt>
                <c:pt idx="795">
                  <c:v>45721</c:v>
                </c:pt>
                <c:pt idx="796">
                  <c:v>45722</c:v>
                </c:pt>
                <c:pt idx="797">
                  <c:v>45723</c:v>
                </c:pt>
                <c:pt idx="798">
                  <c:v>45726</c:v>
                </c:pt>
                <c:pt idx="799">
                  <c:v>45727</c:v>
                </c:pt>
                <c:pt idx="800">
                  <c:v>45728</c:v>
                </c:pt>
                <c:pt idx="801">
                  <c:v>45729</c:v>
                </c:pt>
                <c:pt idx="802">
                  <c:v>45730</c:v>
                </c:pt>
                <c:pt idx="803">
                  <c:v>45733</c:v>
                </c:pt>
                <c:pt idx="804">
                  <c:v>45734</c:v>
                </c:pt>
                <c:pt idx="805">
                  <c:v>45735</c:v>
                </c:pt>
                <c:pt idx="806">
                  <c:v>45736</c:v>
                </c:pt>
                <c:pt idx="807">
                  <c:v>45737</c:v>
                </c:pt>
                <c:pt idx="808">
                  <c:v>45740</c:v>
                </c:pt>
                <c:pt idx="809">
                  <c:v>45741</c:v>
                </c:pt>
                <c:pt idx="810">
                  <c:v>45742</c:v>
                </c:pt>
                <c:pt idx="811">
                  <c:v>45743</c:v>
                </c:pt>
                <c:pt idx="812">
                  <c:v>45744</c:v>
                </c:pt>
                <c:pt idx="813">
                  <c:v>45747</c:v>
                </c:pt>
                <c:pt idx="814">
                  <c:v>45748</c:v>
                </c:pt>
                <c:pt idx="815">
                  <c:v>45749</c:v>
                </c:pt>
                <c:pt idx="816">
                  <c:v>45750</c:v>
                </c:pt>
                <c:pt idx="817">
                  <c:v>45751</c:v>
                </c:pt>
                <c:pt idx="818">
                  <c:v>45754</c:v>
                </c:pt>
                <c:pt idx="819">
                  <c:v>45755</c:v>
                </c:pt>
                <c:pt idx="820">
                  <c:v>45756</c:v>
                </c:pt>
                <c:pt idx="821">
                  <c:v>45757</c:v>
                </c:pt>
                <c:pt idx="822">
                  <c:v>45758</c:v>
                </c:pt>
                <c:pt idx="823">
                  <c:v>45761</c:v>
                </c:pt>
                <c:pt idx="824">
                  <c:v>45762</c:v>
                </c:pt>
                <c:pt idx="825">
                  <c:v>45763</c:v>
                </c:pt>
                <c:pt idx="826">
                  <c:v>45764</c:v>
                </c:pt>
                <c:pt idx="827">
                  <c:v>45768</c:v>
                </c:pt>
                <c:pt idx="828">
                  <c:v>45769</c:v>
                </c:pt>
                <c:pt idx="829">
                  <c:v>45770</c:v>
                </c:pt>
                <c:pt idx="830">
                  <c:v>45771</c:v>
                </c:pt>
                <c:pt idx="831">
                  <c:v>45772</c:v>
                </c:pt>
                <c:pt idx="832">
                  <c:v>45775</c:v>
                </c:pt>
                <c:pt idx="833">
                  <c:v>45776</c:v>
                </c:pt>
                <c:pt idx="834">
                  <c:v>45777</c:v>
                </c:pt>
                <c:pt idx="835">
                  <c:v>45778</c:v>
                </c:pt>
                <c:pt idx="836">
                  <c:v>45779</c:v>
                </c:pt>
                <c:pt idx="837">
                  <c:v>45782</c:v>
                </c:pt>
                <c:pt idx="838">
                  <c:v>45783</c:v>
                </c:pt>
                <c:pt idx="839">
                  <c:v>45784</c:v>
                </c:pt>
                <c:pt idx="840">
                  <c:v>45785</c:v>
                </c:pt>
                <c:pt idx="841">
                  <c:v>45786</c:v>
                </c:pt>
                <c:pt idx="842">
                  <c:v>45789</c:v>
                </c:pt>
                <c:pt idx="843">
                  <c:v>45790</c:v>
                </c:pt>
                <c:pt idx="844">
                  <c:v>45791</c:v>
                </c:pt>
                <c:pt idx="845">
                  <c:v>45792</c:v>
                </c:pt>
                <c:pt idx="846">
                  <c:v>45793</c:v>
                </c:pt>
                <c:pt idx="847">
                  <c:v>45796</c:v>
                </c:pt>
                <c:pt idx="848">
                  <c:v>45797</c:v>
                </c:pt>
                <c:pt idx="849">
                  <c:v>45798</c:v>
                </c:pt>
                <c:pt idx="850">
                  <c:v>45799</c:v>
                </c:pt>
                <c:pt idx="851">
                  <c:v>45800</c:v>
                </c:pt>
                <c:pt idx="852">
                  <c:v>45804</c:v>
                </c:pt>
                <c:pt idx="853">
                  <c:v>45805</c:v>
                </c:pt>
                <c:pt idx="854">
                  <c:v>45806</c:v>
                </c:pt>
                <c:pt idx="855">
                  <c:v>45807</c:v>
                </c:pt>
                <c:pt idx="856">
                  <c:v>45810</c:v>
                </c:pt>
                <c:pt idx="857">
                  <c:v>45811</c:v>
                </c:pt>
                <c:pt idx="858">
                  <c:v>45812</c:v>
                </c:pt>
                <c:pt idx="859">
                  <c:v>45813</c:v>
                </c:pt>
                <c:pt idx="860">
                  <c:v>45814</c:v>
                </c:pt>
                <c:pt idx="861">
                  <c:v>45817</c:v>
                </c:pt>
                <c:pt idx="862">
                  <c:v>45818</c:v>
                </c:pt>
                <c:pt idx="863">
                  <c:v>45819</c:v>
                </c:pt>
                <c:pt idx="864">
                  <c:v>45820</c:v>
                </c:pt>
                <c:pt idx="865">
                  <c:v>45821</c:v>
                </c:pt>
                <c:pt idx="866">
                  <c:v>45824</c:v>
                </c:pt>
                <c:pt idx="867">
                  <c:v>45825</c:v>
                </c:pt>
                <c:pt idx="868">
                  <c:v>45826</c:v>
                </c:pt>
                <c:pt idx="869">
                  <c:v>45828</c:v>
                </c:pt>
                <c:pt idx="870">
                  <c:v>45831</c:v>
                </c:pt>
                <c:pt idx="871">
                  <c:v>45832</c:v>
                </c:pt>
                <c:pt idx="872">
                  <c:v>45833</c:v>
                </c:pt>
                <c:pt idx="873">
                  <c:v>45834</c:v>
                </c:pt>
                <c:pt idx="874">
                  <c:v>45835</c:v>
                </c:pt>
                <c:pt idx="875">
                  <c:v>45838</c:v>
                </c:pt>
                <c:pt idx="876">
                  <c:v>45839</c:v>
                </c:pt>
                <c:pt idx="877">
                  <c:v>45840</c:v>
                </c:pt>
                <c:pt idx="878">
                  <c:v>45841</c:v>
                </c:pt>
                <c:pt idx="879">
                  <c:v>45845</c:v>
                </c:pt>
                <c:pt idx="880">
                  <c:v>45846</c:v>
                </c:pt>
                <c:pt idx="881">
                  <c:v>45847</c:v>
                </c:pt>
                <c:pt idx="882">
                  <c:v>45848</c:v>
                </c:pt>
                <c:pt idx="883">
                  <c:v>45849</c:v>
                </c:pt>
                <c:pt idx="884">
                  <c:v>45852</c:v>
                </c:pt>
                <c:pt idx="885">
                  <c:v>45853</c:v>
                </c:pt>
                <c:pt idx="886">
                  <c:v>45854</c:v>
                </c:pt>
                <c:pt idx="887">
                  <c:v>45855</c:v>
                </c:pt>
                <c:pt idx="888">
                  <c:v>45856</c:v>
                </c:pt>
                <c:pt idx="889">
                  <c:v>45859</c:v>
                </c:pt>
                <c:pt idx="890">
                  <c:v>45860</c:v>
                </c:pt>
                <c:pt idx="891">
                  <c:v>45861</c:v>
                </c:pt>
                <c:pt idx="892">
                  <c:v>45862</c:v>
                </c:pt>
                <c:pt idx="893">
                  <c:v>45863</c:v>
                </c:pt>
                <c:pt idx="894">
                  <c:v>45866</c:v>
                </c:pt>
                <c:pt idx="895">
                  <c:v>45867</c:v>
                </c:pt>
                <c:pt idx="896">
                  <c:v>45868</c:v>
                </c:pt>
                <c:pt idx="897">
                  <c:v>45869</c:v>
                </c:pt>
                <c:pt idx="898">
                  <c:v>45870</c:v>
                </c:pt>
                <c:pt idx="899">
                  <c:v>45873</c:v>
                </c:pt>
                <c:pt idx="900">
                  <c:v>45874</c:v>
                </c:pt>
                <c:pt idx="901">
                  <c:v>45875</c:v>
                </c:pt>
                <c:pt idx="902">
                  <c:v>45876</c:v>
                </c:pt>
                <c:pt idx="903">
                  <c:v>45877</c:v>
                </c:pt>
                <c:pt idx="904">
                  <c:v>45880</c:v>
                </c:pt>
                <c:pt idx="905">
                  <c:v>45881</c:v>
                </c:pt>
                <c:pt idx="906">
                  <c:v>45882</c:v>
                </c:pt>
                <c:pt idx="907">
                  <c:v>45883</c:v>
                </c:pt>
                <c:pt idx="908">
                  <c:v>45884</c:v>
                </c:pt>
                <c:pt idx="909">
                  <c:v>45887</c:v>
                </c:pt>
                <c:pt idx="910">
                  <c:v>45888</c:v>
                </c:pt>
                <c:pt idx="911">
                  <c:v>45889</c:v>
                </c:pt>
                <c:pt idx="912">
                  <c:v>45890</c:v>
                </c:pt>
                <c:pt idx="913">
                  <c:v>45891</c:v>
                </c:pt>
                <c:pt idx="914">
                  <c:v>45894</c:v>
                </c:pt>
                <c:pt idx="915">
                  <c:v>45895</c:v>
                </c:pt>
                <c:pt idx="916">
                  <c:v>45896</c:v>
                </c:pt>
                <c:pt idx="917">
                  <c:v>45897</c:v>
                </c:pt>
                <c:pt idx="918">
                  <c:v>45898</c:v>
                </c:pt>
                <c:pt idx="919">
                  <c:v>45902</c:v>
                </c:pt>
                <c:pt idx="920">
                  <c:v>45903</c:v>
                </c:pt>
                <c:pt idx="921">
                  <c:v>45904</c:v>
                </c:pt>
                <c:pt idx="922">
                  <c:v>45905</c:v>
                </c:pt>
                <c:pt idx="923">
                  <c:v>45908</c:v>
                </c:pt>
                <c:pt idx="924">
                  <c:v>45909</c:v>
                </c:pt>
                <c:pt idx="925">
                  <c:v>45910</c:v>
                </c:pt>
                <c:pt idx="926">
                  <c:v>45911</c:v>
                </c:pt>
                <c:pt idx="927">
                  <c:v>45912</c:v>
                </c:pt>
                <c:pt idx="928">
                  <c:v>45915</c:v>
                </c:pt>
                <c:pt idx="929">
                  <c:v>45916</c:v>
                </c:pt>
                <c:pt idx="930">
                  <c:v>45917</c:v>
                </c:pt>
                <c:pt idx="931">
                  <c:v>45918</c:v>
                </c:pt>
                <c:pt idx="932">
                  <c:v>45919</c:v>
                </c:pt>
                <c:pt idx="933">
                  <c:v>45922</c:v>
                </c:pt>
                <c:pt idx="934">
                  <c:v>45923</c:v>
                </c:pt>
                <c:pt idx="935">
                  <c:v>45924</c:v>
                </c:pt>
                <c:pt idx="936">
                  <c:v>45925</c:v>
                </c:pt>
                <c:pt idx="937">
                  <c:v>45926</c:v>
                </c:pt>
                <c:pt idx="938">
                  <c:v>45929</c:v>
                </c:pt>
                <c:pt idx="939">
                  <c:v>45930</c:v>
                </c:pt>
                <c:pt idx="940">
                  <c:v>45931</c:v>
                </c:pt>
                <c:pt idx="941">
                  <c:v>45932</c:v>
                </c:pt>
                <c:pt idx="942">
                  <c:v>45933</c:v>
                </c:pt>
                <c:pt idx="943">
                  <c:v>45936</c:v>
                </c:pt>
                <c:pt idx="944">
                  <c:v>45937</c:v>
                </c:pt>
                <c:pt idx="945">
                  <c:v>45938</c:v>
                </c:pt>
                <c:pt idx="946">
                  <c:v>45939</c:v>
                </c:pt>
                <c:pt idx="947">
                  <c:v>45940</c:v>
                </c:pt>
                <c:pt idx="948">
                  <c:v>45943</c:v>
                </c:pt>
                <c:pt idx="949">
                  <c:v>45944</c:v>
                </c:pt>
                <c:pt idx="950">
                  <c:v>45945</c:v>
                </c:pt>
                <c:pt idx="951">
                  <c:v>45946</c:v>
                </c:pt>
                <c:pt idx="952">
                  <c:v>45947</c:v>
                </c:pt>
                <c:pt idx="953">
                  <c:v>45950</c:v>
                </c:pt>
                <c:pt idx="954">
                  <c:v>45951</c:v>
                </c:pt>
                <c:pt idx="955">
                  <c:v>45952</c:v>
                </c:pt>
                <c:pt idx="956">
                  <c:v>45953</c:v>
                </c:pt>
                <c:pt idx="957">
                  <c:v>45954</c:v>
                </c:pt>
                <c:pt idx="958">
                  <c:v>45957</c:v>
                </c:pt>
                <c:pt idx="959">
                  <c:v>45958</c:v>
                </c:pt>
                <c:pt idx="960">
                  <c:v>45959</c:v>
                </c:pt>
                <c:pt idx="961">
                  <c:v>45960</c:v>
                </c:pt>
                <c:pt idx="962">
                  <c:v>45961</c:v>
                </c:pt>
                <c:pt idx="963">
                  <c:v>45964</c:v>
                </c:pt>
                <c:pt idx="964">
                  <c:v>45965</c:v>
                </c:pt>
                <c:pt idx="965">
                  <c:v>45966</c:v>
                </c:pt>
                <c:pt idx="966">
                  <c:v>45967</c:v>
                </c:pt>
                <c:pt idx="967">
                  <c:v>45968</c:v>
                </c:pt>
                <c:pt idx="968">
                  <c:v>45971</c:v>
                </c:pt>
                <c:pt idx="969">
                  <c:v>45972</c:v>
                </c:pt>
                <c:pt idx="970">
                  <c:v>45973</c:v>
                </c:pt>
                <c:pt idx="971">
                  <c:v>45974</c:v>
                </c:pt>
                <c:pt idx="972">
                  <c:v>45975</c:v>
                </c:pt>
                <c:pt idx="973">
                  <c:v>45978</c:v>
                </c:pt>
                <c:pt idx="974">
                  <c:v>45979</c:v>
                </c:pt>
                <c:pt idx="975">
                  <c:v>45980</c:v>
                </c:pt>
                <c:pt idx="976">
                  <c:v>45981</c:v>
                </c:pt>
                <c:pt idx="977">
                  <c:v>45982</c:v>
                </c:pt>
                <c:pt idx="978">
                  <c:v>45985</c:v>
                </c:pt>
                <c:pt idx="979">
                  <c:v>45986</c:v>
                </c:pt>
                <c:pt idx="980">
                  <c:v>45987</c:v>
                </c:pt>
                <c:pt idx="981">
                  <c:v>45989</c:v>
                </c:pt>
                <c:pt idx="982">
                  <c:v>45992</c:v>
                </c:pt>
                <c:pt idx="983">
                  <c:v>45993</c:v>
                </c:pt>
                <c:pt idx="984">
                  <c:v>45994</c:v>
                </c:pt>
                <c:pt idx="985">
                  <c:v>45995</c:v>
                </c:pt>
                <c:pt idx="986">
                  <c:v>45996</c:v>
                </c:pt>
                <c:pt idx="987">
                  <c:v>45999</c:v>
                </c:pt>
                <c:pt idx="988">
                  <c:v>46000</c:v>
                </c:pt>
                <c:pt idx="989">
                  <c:v>46001</c:v>
                </c:pt>
                <c:pt idx="990">
                  <c:v>46002</c:v>
                </c:pt>
                <c:pt idx="991">
                  <c:v>46003</c:v>
                </c:pt>
                <c:pt idx="992">
                  <c:v>46006</c:v>
                </c:pt>
                <c:pt idx="993">
                  <c:v>46007</c:v>
                </c:pt>
                <c:pt idx="994">
                  <c:v>46008</c:v>
                </c:pt>
                <c:pt idx="995">
                  <c:v>46009</c:v>
                </c:pt>
                <c:pt idx="996">
                  <c:v>46010</c:v>
                </c:pt>
                <c:pt idx="997">
                  <c:v>46013</c:v>
                </c:pt>
                <c:pt idx="998">
                  <c:v>46014</c:v>
                </c:pt>
                <c:pt idx="999">
                  <c:v>46015</c:v>
                </c:pt>
                <c:pt idx="1000">
                  <c:v>46017</c:v>
                </c:pt>
                <c:pt idx="1001">
                  <c:v>46020</c:v>
                </c:pt>
                <c:pt idx="1002">
                  <c:v>46021</c:v>
                </c:pt>
                <c:pt idx="1003">
                  <c:v>46022</c:v>
                </c:pt>
                <c:pt idx="1004">
                  <c:v>46024</c:v>
                </c:pt>
                <c:pt idx="1005">
                  <c:v>46027</c:v>
                </c:pt>
                <c:pt idx="1006">
                  <c:v>46028</c:v>
                </c:pt>
                <c:pt idx="1007">
                  <c:v>46029</c:v>
                </c:pt>
                <c:pt idx="1008">
                  <c:v>46030</c:v>
                </c:pt>
                <c:pt idx="1009">
                  <c:v>46031</c:v>
                </c:pt>
                <c:pt idx="1010">
                  <c:v>46034</c:v>
                </c:pt>
                <c:pt idx="1011">
                  <c:v>46035</c:v>
                </c:pt>
                <c:pt idx="1012">
                  <c:v>46036</c:v>
                </c:pt>
                <c:pt idx="1013">
                  <c:v>46037</c:v>
                </c:pt>
                <c:pt idx="1014">
                  <c:v>46038</c:v>
                </c:pt>
                <c:pt idx="1015">
                  <c:v>46042</c:v>
                </c:pt>
                <c:pt idx="1016">
                  <c:v>46043</c:v>
                </c:pt>
                <c:pt idx="1017">
                  <c:v>46044</c:v>
                </c:pt>
                <c:pt idx="1018">
                  <c:v>46045</c:v>
                </c:pt>
                <c:pt idx="1019">
                  <c:v>46048</c:v>
                </c:pt>
                <c:pt idx="1020">
                  <c:v>46049</c:v>
                </c:pt>
                <c:pt idx="1021">
                  <c:v>46050</c:v>
                </c:pt>
                <c:pt idx="1022">
                  <c:v>46051</c:v>
                </c:pt>
                <c:pt idx="1023">
                  <c:v>46052</c:v>
                </c:pt>
                <c:pt idx="1024">
                  <c:v>46055</c:v>
                </c:pt>
                <c:pt idx="1025">
                  <c:v>46056</c:v>
                </c:pt>
                <c:pt idx="1026">
                  <c:v>46057</c:v>
                </c:pt>
                <c:pt idx="1027">
                  <c:v>46058</c:v>
                </c:pt>
                <c:pt idx="1028">
                  <c:v>46059</c:v>
                </c:pt>
                <c:pt idx="1029">
                  <c:v>46062</c:v>
                </c:pt>
                <c:pt idx="1030">
                  <c:v>46063</c:v>
                </c:pt>
                <c:pt idx="1031">
                  <c:v>46064</c:v>
                </c:pt>
                <c:pt idx="1032">
                  <c:v>46065</c:v>
                </c:pt>
                <c:pt idx="1033">
                  <c:v>46066</c:v>
                </c:pt>
                <c:pt idx="1034">
                  <c:v>46070</c:v>
                </c:pt>
                <c:pt idx="1035">
                  <c:v>46071</c:v>
                </c:pt>
                <c:pt idx="1036">
                  <c:v>46072</c:v>
                </c:pt>
                <c:pt idx="1037">
                  <c:v>46073</c:v>
                </c:pt>
                <c:pt idx="1038">
                  <c:v>46076</c:v>
                </c:pt>
                <c:pt idx="1039">
                  <c:v>46077</c:v>
                </c:pt>
                <c:pt idx="1040">
                  <c:v>46078</c:v>
                </c:pt>
                <c:pt idx="1041">
                  <c:v>46079</c:v>
                </c:pt>
                <c:pt idx="1042">
                  <c:v>46080</c:v>
                </c:pt>
                <c:pt idx="1043">
                  <c:v>46083</c:v>
                </c:pt>
                <c:pt idx="1044">
                  <c:v>46084</c:v>
                </c:pt>
                <c:pt idx="1045">
                  <c:v>46085</c:v>
                </c:pt>
                <c:pt idx="1046">
                  <c:v>46086</c:v>
                </c:pt>
                <c:pt idx="1047">
                  <c:v>46087</c:v>
                </c:pt>
                <c:pt idx="1048">
                  <c:v>46090</c:v>
                </c:pt>
                <c:pt idx="1049">
                  <c:v>46091</c:v>
                </c:pt>
                <c:pt idx="1050">
                  <c:v>46092</c:v>
                </c:pt>
                <c:pt idx="1051">
                  <c:v>46093</c:v>
                </c:pt>
                <c:pt idx="1052">
                  <c:v>46094</c:v>
                </c:pt>
                <c:pt idx="1053">
                  <c:v>46097</c:v>
                </c:pt>
                <c:pt idx="1054">
                  <c:v>46098</c:v>
                </c:pt>
                <c:pt idx="1055">
                  <c:v>46099</c:v>
                </c:pt>
                <c:pt idx="1056">
                  <c:v>46100</c:v>
                </c:pt>
                <c:pt idx="1057">
                  <c:v>46101</c:v>
                </c:pt>
                <c:pt idx="1058">
                  <c:v>46104</c:v>
                </c:pt>
                <c:pt idx="1059">
                  <c:v>46105</c:v>
                </c:pt>
                <c:pt idx="1060">
                  <c:v>46106</c:v>
                </c:pt>
                <c:pt idx="1061">
                  <c:v>46107</c:v>
                </c:pt>
                <c:pt idx="1062">
                  <c:v>46108</c:v>
                </c:pt>
                <c:pt idx="1063">
                  <c:v>46111</c:v>
                </c:pt>
                <c:pt idx="1064">
                  <c:v>46112</c:v>
                </c:pt>
                <c:pt idx="1065">
                  <c:v>46113</c:v>
                </c:pt>
                <c:pt idx="1066">
                  <c:v>46114</c:v>
                </c:pt>
                <c:pt idx="1067">
                  <c:v>46118</c:v>
                </c:pt>
                <c:pt idx="1068">
                  <c:v>46119</c:v>
                </c:pt>
                <c:pt idx="1069">
                  <c:v>46120</c:v>
                </c:pt>
                <c:pt idx="1070">
                  <c:v>46121</c:v>
                </c:pt>
                <c:pt idx="1071">
                  <c:v>46122</c:v>
                </c:pt>
                <c:pt idx="1072">
                  <c:v>46125</c:v>
                </c:pt>
                <c:pt idx="1073">
                  <c:v>46126</c:v>
                </c:pt>
                <c:pt idx="1074">
                  <c:v>46127</c:v>
                </c:pt>
                <c:pt idx="1075">
                  <c:v>46128</c:v>
                </c:pt>
                <c:pt idx="1076">
                  <c:v>46129</c:v>
                </c:pt>
                <c:pt idx="1077">
                  <c:v>46132</c:v>
                </c:pt>
                <c:pt idx="1078">
                  <c:v>46133</c:v>
                </c:pt>
                <c:pt idx="1079">
                  <c:v>46134</c:v>
                </c:pt>
                <c:pt idx="1080">
                  <c:v>46135</c:v>
                </c:pt>
                <c:pt idx="1081">
                  <c:v>46136</c:v>
                </c:pt>
                <c:pt idx="1082">
                  <c:v>46139</c:v>
                </c:pt>
                <c:pt idx="1083">
                  <c:v>46140</c:v>
                </c:pt>
                <c:pt idx="1084">
                  <c:v>46141</c:v>
                </c:pt>
                <c:pt idx="1085">
                  <c:v>46142</c:v>
                </c:pt>
                <c:pt idx="1086">
                  <c:v>46143</c:v>
                </c:pt>
                <c:pt idx="1087">
                  <c:v>46146</c:v>
                </c:pt>
                <c:pt idx="1088">
                  <c:v>46147</c:v>
                </c:pt>
                <c:pt idx="1089">
                  <c:v>46148</c:v>
                </c:pt>
                <c:pt idx="1090">
                  <c:v>46149</c:v>
                </c:pt>
                <c:pt idx="1091">
                  <c:v>46150</c:v>
                </c:pt>
                <c:pt idx="1092">
                  <c:v>46153</c:v>
                </c:pt>
                <c:pt idx="1093">
                  <c:v>46154</c:v>
                </c:pt>
                <c:pt idx="1094">
                  <c:v>46155</c:v>
                </c:pt>
                <c:pt idx="1095">
                  <c:v>46156</c:v>
                </c:pt>
                <c:pt idx="1096">
                  <c:v>46157</c:v>
                </c:pt>
                <c:pt idx="1097">
                  <c:v>46160</c:v>
                </c:pt>
                <c:pt idx="1098">
                  <c:v>46161</c:v>
                </c:pt>
                <c:pt idx="1099">
                  <c:v>46162</c:v>
                </c:pt>
                <c:pt idx="1100">
                  <c:v>46163</c:v>
                </c:pt>
                <c:pt idx="1101">
                  <c:v>46164</c:v>
                </c:pt>
                <c:pt idx="1102">
                  <c:v>46168</c:v>
                </c:pt>
                <c:pt idx="1103">
                  <c:v>46169</c:v>
                </c:pt>
                <c:pt idx="1104">
                  <c:v>46170</c:v>
                </c:pt>
                <c:pt idx="1105">
                  <c:v>46171</c:v>
                </c:pt>
                <c:pt idx="1106">
                  <c:v>46174</c:v>
                </c:pt>
                <c:pt idx="1107">
                  <c:v>46175</c:v>
                </c:pt>
                <c:pt idx="1108">
                  <c:v>46176</c:v>
                </c:pt>
                <c:pt idx="1109">
                  <c:v>46177</c:v>
                </c:pt>
                <c:pt idx="1110">
                  <c:v>46178</c:v>
                </c:pt>
                <c:pt idx="1111">
                  <c:v>46181</c:v>
                </c:pt>
                <c:pt idx="1112">
                  <c:v>46182</c:v>
                </c:pt>
                <c:pt idx="1113">
                  <c:v>46183</c:v>
                </c:pt>
                <c:pt idx="1114">
                  <c:v>46184</c:v>
                </c:pt>
                <c:pt idx="1115">
                  <c:v>46185</c:v>
                </c:pt>
                <c:pt idx="1116">
                  <c:v>46188</c:v>
                </c:pt>
                <c:pt idx="1117">
                  <c:v>46189</c:v>
                </c:pt>
                <c:pt idx="1118">
                  <c:v>46190</c:v>
                </c:pt>
                <c:pt idx="1119">
                  <c:v>46191</c:v>
                </c:pt>
                <c:pt idx="1120">
                  <c:v>46195</c:v>
                </c:pt>
                <c:pt idx="1121">
                  <c:v>46196</c:v>
                </c:pt>
                <c:pt idx="1122">
                  <c:v>46197</c:v>
                </c:pt>
                <c:pt idx="1123">
                  <c:v>46198</c:v>
                </c:pt>
                <c:pt idx="1124">
                  <c:v>46199</c:v>
                </c:pt>
                <c:pt idx="1125">
                  <c:v>46202</c:v>
                </c:pt>
                <c:pt idx="1126">
                  <c:v>46203</c:v>
                </c:pt>
                <c:pt idx="1127">
                  <c:v>46204</c:v>
                </c:pt>
                <c:pt idx="1128">
                  <c:v>46205</c:v>
                </c:pt>
                <c:pt idx="1129">
                  <c:v>46209</c:v>
                </c:pt>
                <c:pt idx="1130">
                  <c:v>46210</c:v>
                </c:pt>
                <c:pt idx="1131">
                  <c:v>46211</c:v>
                </c:pt>
                <c:pt idx="1132">
                  <c:v>46212</c:v>
                </c:pt>
                <c:pt idx="1133">
                  <c:v>46213</c:v>
                </c:pt>
                <c:pt idx="1134">
                  <c:v>46216</c:v>
                </c:pt>
                <c:pt idx="1135">
                  <c:v>46217</c:v>
                </c:pt>
                <c:pt idx="1136">
                  <c:v>46218</c:v>
                </c:pt>
                <c:pt idx="1137">
                  <c:v>46219</c:v>
                </c:pt>
                <c:pt idx="1138">
                  <c:v>46220</c:v>
                </c:pt>
                <c:pt idx="1139">
                  <c:v>46223</c:v>
                </c:pt>
                <c:pt idx="1140">
                  <c:v>46224</c:v>
                </c:pt>
                <c:pt idx="1141">
                  <c:v>46225</c:v>
                </c:pt>
                <c:pt idx="1142">
                  <c:v>46226</c:v>
                </c:pt>
                <c:pt idx="1143">
                  <c:v>46227</c:v>
                </c:pt>
                <c:pt idx="1144">
                  <c:v>46230</c:v>
                </c:pt>
                <c:pt idx="1145">
                  <c:v>46231</c:v>
                </c:pt>
                <c:pt idx="1146">
                  <c:v>46232</c:v>
                </c:pt>
                <c:pt idx="1147">
                  <c:v>46233</c:v>
                </c:pt>
                <c:pt idx="1148">
                  <c:v>46234</c:v>
                </c:pt>
                <c:pt idx="1149">
                  <c:v>46237</c:v>
                </c:pt>
                <c:pt idx="1150">
                  <c:v>46238</c:v>
                </c:pt>
                <c:pt idx="1151">
                  <c:v>46239</c:v>
                </c:pt>
                <c:pt idx="1152">
                  <c:v>46240</c:v>
                </c:pt>
                <c:pt idx="1153">
                  <c:v>46241</c:v>
                </c:pt>
                <c:pt idx="1154">
                  <c:v>46244</c:v>
                </c:pt>
                <c:pt idx="1155">
                  <c:v>46245</c:v>
                </c:pt>
                <c:pt idx="1156">
                  <c:v>46246</c:v>
                </c:pt>
                <c:pt idx="1157">
                  <c:v>46247</c:v>
                </c:pt>
                <c:pt idx="1158">
                  <c:v>46248</c:v>
                </c:pt>
                <c:pt idx="1159">
                  <c:v>46251</c:v>
                </c:pt>
                <c:pt idx="1160">
                  <c:v>46252</c:v>
                </c:pt>
                <c:pt idx="1161">
                  <c:v>46253</c:v>
                </c:pt>
                <c:pt idx="1162">
                  <c:v>46254</c:v>
                </c:pt>
                <c:pt idx="1163">
                  <c:v>46255</c:v>
                </c:pt>
                <c:pt idx="1164">
                  <c:v>46258</c:v>
                </c:pt>
                <c:pt idx="1165">
                  <c:v>46259</c:v>
                </c:pt>
                <c:pt idx="1166">
                  <c:v>46260</c:v>
                </c:pt>
                <c:pt idx="1167">
                  <c:v>46261</c:v>
                </c:pt>
                <c:pt idx="1168">
                  <c:v>46262</c:v>
                </c:pt>
                <c:pt idx="1169">
                  <c:v>46265</c:v>
                </c:pt>
                <c:pt idx="1170">
                  <c:v>46266</c:v>
                </c:pt>
                <c:pt idx="1171">
                  <c:v>46267</c:v>
                </c:pt>
                <c:pt idx="1172">
                  <c:v>46268</c:v>
                </c:pt>
                <c:pt idx="1173">
                  <c:v>46269</c:v>
                </c:pt>
                <c:pt idx="1174">
                  <c:v>46273</c:v>
                </c:pt>
                <c:pt idx="1175">
                  <c:v>46274</c:v>
                </c:pt>
                <c:pt idx="1176">
                  <c:v>46275</c:v>
                </c:pt>
                <c:pt idx="1177">
                  <c:v>46276</c:v>
                </c:pt>
                <c:pt idx="1178">
                  <c:v>46279</c:v>
                </c:pt>
                <c:pt idx="1179">
                  <c:v>46280</c:v>
                </c:pt>
                <c:pt idx="1180">
                  <c:v>46281</c:v>
                </c:pt>
                <c:pt idx="1181">
                  <c:v>46282</c:v>
                </c:pt>
                <c:pt idx="1182">
                  <c:v>46283</c:v>
                </c:pt>
                <c:pt idx="1183">
                  <c:v>46286</c:v>
                </c:pt>
                <c:pt idx="1184">
                  <c:v>46287</c:v>
                </c:pt>
                <c:pt idx="1185">
                  <c:v>46288</c:v>
                </c:pt>
                <c:pt idx="1186">
                  <c:v>46289</c:v>
                </c:pt>
                <c:pt idx="1187">
                  <c:v>46290</c:v>
                </c:pt>
                <c:pt idx="1188">
                  <c:v>46293</c:v>
                </c:pt>
                <c:pt idx="1189">
                  <c:v>46294</c:v>
                </c:pt>
                <c:pt idx="1190">
                  <c:v>46295</c:v>
                </c:pt>
                <c:pt idx="1191">
                  <c:v>46296</c:v>
                </c:pt>
                <c:pt idx="1192">
                  <c:v>46297</c:v>
                </c:pt>
                <c:pt idx="1193">
                  <c:v>46300</c:v>
                </c:pt>
                <c:pt idx="1194">
                  <c:v>46301</c:v>
                </c:pt>
                <c:pt idx="1195">
                  <c:v>46302</c:v>
                </c:pt>
                <c:pt idx="1196">
                  <c:v>46303</c:v>
                </c:pt>
                <c:pt idx="1197">
                  <c:v>46304</c:v>
                </c:pt>
                <c:pt idx="1198">
                  <c:v>46307</c:v>
                </c:pt>
                <c:pt idx="1199">
                  <c:v>46308</c:v>
                </c:pt>
                <c:pt idx="1200">
                  <c:v>46309</c:v>
                </c:pt>
                <c:pt idx="1201">
                  <c:v>46310</c:v>
                </c:pt>
                <c:pt idx="1202">
                  <c:v>46311</c:v>
                </c:pt>
                <c:pt idx="1203">
                  <c:v>#N/A</c:v>
                </c:pt>
                <c:pt idx="1204">
                  <c:v>#N/A</c:v>
                </c:pt>
                <c:pt idx="1205">
                  <c:v>#N/A</c:v>
                </c:pt>
                <c:pt idx="1206">
                  <c:v>#N/A</c:v>
                </c:pt>
                <c:pt idx="1207">
                  <c:v>#N/A</c:v>
                </c:pt>
                <c:pt idx="1208">
                  <c:v>#N/A</c:v>
                </c:pt>
                <c:pt idx="1209">
                  <c:v>#N/A</c:v>
                </c:pt>
                <c:pt idx="1210">
                  <c:v>#N/A</c:v>
                </c:pt>
                <c:pt idx="1211">
                  <c:v>#N/A</c:v>
                </c:pt>
                <c:pt idx="1212">
                  <c:v>#N/A</c:v>
                </c:pt>
                <c:pt idx="1213">
                  <c:v>#N/A</c:v>
                </c:pt>
                <c:pt idx="1214">
                  <c:v>#N/A</c:v>
                </c:pt>
                <c:pt idx="1215">
                  <c:v>#N/A</c:v>
                </c:pt>
                <c:pt idx="1216">
                  <c:v>#N/A</c:v>
                </c:pt>
                <c:pt idx="1217">
                  <c:v>#N/A</c:v>
                </c:pt>
                <c:pt idx="1218">
                  <c:v>#N/A</c:v>
                </c:pt>
                <c:pt idx="1219">
                  <c:v>#N/A</c:v>
                </c:pt>
                <c:pt idx="1220">
                  <c:v>#N/A</c:v>
                </c:pt>
                <c:pt idx="1221">
                  <c:v>#N/A</c:v>
                </c:pt>
                <c:pt idx="1222">
                  <c:v>#N/A</c:v>
                </c:pt>
                <c:pt idx="1223">
                  <c:v>#N/A</c:v>
                </c:pt>
                <c:pt idx="1224">
                  <c:v>#N/A</c:v>
                </c:pt>
                <c:pt idx="1225">
                  <c:v>#N/A</c:v>
                </c:pt>
                <c:pt idx="1226">
                  <c:v>#N/A</c:v>
                </c:pt>
                <c:pt idx="1227">
                  <c:v>#N/A</c:v>
                </c:pt>
                <c:pt idx="1228">
                  <c:v>#N/A</c:v>
                </c:pt>
                <c:pt idx="1229">
                  <c:v>#N/A</c:v>
                </c:pt>
                <c:pt idx="1230">
                  <c:v>#N/A</c:v>
                </c:pt>
                <c:pt idx="1231">
                  <c:v>#N/A</c:v>
                </c:pt>
                <c:pt idx="1232">
                  <c:v>#N/A</c:v>
                </c:pt>
                <c:pt idx="1233">
                  <c:v>#N/A</c:v>
                </c:pt>
                <c:pt idx="1234">
                  <c:v>#N/A</c:v>
                </c:pt>
                <c:pt idx="1235">
                  <c:v>#N/A</c:v>
                </c:pt>
                <c:pt idx="1236">
                  <c:v>#N/A</c:v>
                </c:pt>
                <c:pt idx="1237">
                  <c:v>#N/A</c:v>
                </c:pt>
                <c:pt idx="1238">
                  <c:v>#N/A</c:v>
                </c:pt>
                <c:pt idx="1239">
                  <c:v>#N/A</c:v>
                </c:pt>
                <c:pt idx="1240">
                  <c:v>#N/A</c:v>
                </c:pt>
                <c:pt idx="1241">
                  <c:v>#N/A</c:v>
                </c:pt>
                <c:pt idx="1242">
                  <c:v>#N/A</c:v>
                </c:pt>
                <c:pt idx="1243">
                  <c:v>#N/A</c:v>
                </c:pt>
                <c:pt idx="1244">
                  <c:v>#N/A</c:v>
                </c:pt>
                <c:pt idx="1245">
                  <c:v>#N/A</c:v>
                </c:pt>
                <c:pt idx="1246">
                  <c:v>#N/A</c:v>
                </c:pt>
                <c:pt idx="1247">
                  <c:v>#N/A</c:v>
                </c:pt>
                <c:pt idx="1248">
                  <c:v>#N/A</c:v>
                </c:pt>
                <c:pt idx="1249">
                  <c:v>#N/A</c:v>
                </c:pt>
                <c:pt idx="1250">
                  <c:v>#N/A</c:v>
                </c:pt>
                <c:pt idx="1251">
                  <c:v>#N/A</c:v>
                </c:pt>
                <c:pt idx="1252">
                  <c:v>#N/A</c:v>
                </c:pt>
                <c:pt idx="1253">
                  <c:v>#N/A</c:v>
                </c:pt>
                <c:pt idx="1254">
                  <c:v>#N/A</c:v>
                </c:pt>
                <c:pt idx="1255">
                  <c:v>#N/A</c:v>
                </c:pt>
                <c:pt idx="1256">
                  <c:v>#N/A</c:v>
                </c:pt>
                <c:pt idx="1257">
                  <c:v>#N/A</c:v>
                </c:pt>
                <c:pt idx="1258">
                  <c:v>#N/A</c:v>
                </c:pt>
                <c:pt idx="1259">
                  <c:v>#N/A</c:v>
                </c:pt>
                <c:pt idx="1260">
                  <c:v>#N/A</c:v>
                </c:pt>
                <c:pt idx="1261">
                  <c:v>#N/A</c:v>
                </c:pt>
                <c:pt idx="1262">
                  <c:v>#N/A</c:v>
                </c:pt>
                <c:pt idx="1263">
                  <c:v>#N/A</c:v>
                </c:pt>
                <c:pt idx="1264">
                  <c:v>#N/A</c:v>
                </c:pt>
                <c:pt idx="1265">
                  <c:v>#N/A</c:v>
                </c:pt>
                <c:pt idx="1266">
                  <c:v>#N/A</c:v>
                </c:pt>
                <c:pt idx="1267">
                  <c:v>#N/A</c:v>
                </c:pt>
                <c:pt idx="1268">
                  <c:v>#N/A</c:v>
                </c:pt>
                <c:pt idx="1269">
                  <c:v>#N/A</c:v>
                </c:pt>
                <c:pt idx="1270">
                  <c:v>#N/A</c:v>
                </c:pt>
                <c:pt idx="1271">
                  <c:v>#N/A</c:v>
                </c:pt>
                <c:pt idx="1272">
                  <c:v>#N/A</c:v>
                </c:pt>
                <c:pt idx="1273">
                  <c:v>#N/A</c:v>
                </c:pt>
                <c:pt idx="1274">
                  <c:v>#N/A</c:v>
                </c:pt>
                <c:pt idx="1275">
                  <c:v>#N/A</c:v>
                </c:pt>
                <c:pt idx="1276">
                  <c:v>#N/A</c:v>
                </c:pt>
                <c:pt idx="1277">
                  <c:v>#N/A</c:v>
                </c:pt>
                <c:pt idx="1278">
                  <c:v>#N/A</c:v>
                </c:pt>
                <c:pt idx="1279">
                  <c:v>#N/A</c:v>
                </c:pt>
                <c:pt idx="1280">
                  <c:v>#N/A</c:v>
                </c:pt>
                <c:pt idx="1281">
                  <c:v>#N/A</c:v>
                </c:pt>
                <c:pt idx="1282">
                  <c:v>#N/A</c:v>
                </c:pt>
                <c:pt idx="1283">
                  <c:v>#N/A</c:v>
                </c:pt>
                <c:pt idx="1284">
                  <c:v>#N/A</c:v>
                </c:pt>
                <c:pt idx="1285">
                  <c:v>#N/A</c:v>
                </c:pt>
                <c:pt idx="1286">
                  <c:v>#N/A</c:v>
                </c:pt>
                <c:pt idx="1287">
                  <c:v>#N/A</c:v>
                </c:pt>
                <c:pt idx="1288">
                  <c:v>#N/A</c:v>
                </c:pt>
                <c:pt idx="1289">
                  <c:v>#N/A</c:v>
                </c:pt>
                <c:pt idx="1290">
                  <c:v>#N/A</c:v>
                </c:pt>
                <c:pt idx="1291">
                  <c:v>#N/A</c:v>
                </c:pt>
                <c:pt idx="1292">
                  <c:v>#N/A</c:v>
                </c:pt>
                <c:pt idx="1293">
                  <c:v>#N/A</c:v>
                </c:pt>
                <c:pt idx="1294">
                  <c:v>#N/A</c:v>
                </c:pt>
                <c:pt idx="1295">
                  <c:v>#N/A</c:v>
                </c:pt>
                <c:pt idx="1296">
                  <c:v>#N/A</c:v>
                </c:pt>
                <c:pt idx="1297">
                  <c:v>#N/A</c:v>
                </c:pt>
                <c:pt idx="1298">
                  <c:v>#N/A</c:v>
                </c:pt>
                <c:pt idx="1299">
                  <c:v>#N/A</c:v>
                </c:pt>
                <c:pt idx="1300">
                  <c:v>#N/A</c:v>
                </c:pt>
                <c:pt idx="1301">
                  <c:v>#N/A</c:v>
                </c:pt>
                <c:pt idx="1302">
                  <c:v>#N/A</c:v>
                </c:pt>
                <c:pt idx="1303">
                  <c:v>#N/A</c:v>
                </c:pt>
                <c:pt idx="1304">
                  <c:v>#N/A</c:v>
                </c:pt>
                <c:pt idx="1305">
                  <c:v>#N/A</c:v>
                </c:pt>
                <c:pt idx="1306">
                  <c:v>#N/A</c:v>
                </c:pt>
                <c:pt idx="1307">
                  <c:v>#N/A</c:v>
                </c:pt>
                <c:pt idx="1308">
                  <c:v>#N/A</c:v>
                </c:pt>
                <c:pt idx="1309">
                  <c:v>#N/A</c:v>
                </c:pt>
                <c:pt idx="1310">
                  <c:v>#N/A</c:v>
                </c:pt>
                <c:pt idx="1311">
                  <c:v>#N/A</c:v>
                </c:pt>
                <c:pt idx="1312">
                  <c:v>#N/A</c:v>
                </c:pt>
                <c:pt idx="1313">
                  <c:v>#N/A</c:v>
                </c:pt>
                <c:pt idx="1314">
                  <c:v>#N/A</c:v>
                </c:pt>
                <c:pt idx="1315">
                  <c:v>#N/A</c:v>
                </c:pt>
                <c:pt idx="1316">
                  <c:v>#N/A</c:v>
                </c:pt>
                <c:pt idx="1317">
                  <c:v>#N/A</c:v>
                </c:pt>
                <c:pt idx="1318">
                  <c:v>#N/A</c:v>
                </c:pt>
                <c:pt idx="1319">
                  <c:v>#N/A</c:v>
                </c:pt>
                <c:pt idx="1320">
                  <c:v>#N/A</c:v>
                </c:pt>
                <c:pt idx="1321">
                  <c:v>#N/A</c:v>
                </c:pt>
                <c:pt idx="1322">
                  <c:v>#N/A</c:v>
                </c:pt>
                <c:pt idx="1323">
                  <c:v>#N/A</c:v>
                </c:pt>
                <c:pt idx="1324">
                  <c:v>#N/A</c:v>
                </c:pt>
                <c:pt idx="1325">
                  <c:v>#N/A</c:v>
                </c:pt>
                <c:pt idx="1326">
                  <c:v>#N/A</c:v>
                </c:pt>
                <c:pt idx="1327">
                  <c:v>#N/A</c:v>
                </c:pt>
                <c:pt idx="1328">
                  <c:v>#N/A</c:v>
                </c:pt>
                <c:pt idx="1329">
                  <c:v>#N/A</c:v>
                </c:pt>
                <c:pt idx="1330">
                  <c:v>#N/A</c:v>
                </c:pt>
              </c:numCache>
            </c:numRef>
          </c:cat>
          <c:val>
            <c:numRef>
              <c:f>SPX_UST!$AK$1275:$AK$4055</c:f>
              <c:numCache>
                <c:formatCode>0.0</c:formatCode>
                <c:ptCount val="2781"/>
                <c:pt idx="0">
                  <c:v>100</c:v>
                </c:pt>
                <c:pt idx="1">
                  <c:v>100.12126544632824</c:v>
                </c:pt>
                <c:pt idx="2">
                  <c:v>100.23863481405961</c:v>
                </c:pt>
                <c:pt idx="3">
                  <c:v>99.247407484366946</c:v>
                </c:pt>
                <c:pt idx="4">
                  <c:v>98.787670209933651</c:v>
                </c:pt>
                <c:pt idx="5">
                  <c:v>99.520619995974016</c:v>
                </c:pt>
                <c:pt idx="6">
                  <c:v>100.02110375906642</c:v>
                </c:pt>
                <c:pt idx="7">
                  <c:v>100.89561106746051</c:v>
                </c:pt>
                <c:pt idx="8">
                  <c:v>102.86775735222486</c:v>
                </c:pt>
                <c:pt idx="9">
                  <c:v>102.53991857195719</c:v>
                </c:pt>
                <c:pt idx="10">
                  <c:v>102.06613918091426</c:v>
                </c:pt>
                <c:pt idx="11">
                  <c:v>100.77661833364704</c:v>
                </c:pt>
                <c:pt idx="12">
                  <c:v>100.63489847468507</c:v>
                </c:pt>
                <c:pt idx="13">
                  <c:v>101.92641046162025</c:v>
                </c:pt>
                <c:pt idx="14">
                  <c:v>100.99828954032753</c:v>
                </c:pt>
                <c:pt idx="15">
                  <c:v>99.200816877812358</c:v>
                </c:pt>
                <c:pt idx="16">
                  <c:v>98.250254868474755</c:v>
                </c:pt>
                <c:pt idx="17">
                  <c:v>98.33109849936028</c:v>
                </c:pt>
                <c:pt idx="18">
                  <c:v>96.757569756040439</c:v>
                </c:pt>
                <c:pt idx="19">
                  <c:v>96.68240790644208</c:v>
                </c:pt>
                <c:pt idx="20">
                  <c:v>98.070142401672641</c:v>
                </c:pt>
                <c:pt idx="21">
                  <c:v>98.538808189557145</c:v>
                </c:pt>
                <c:pt idx="22">
                  <c:v>98.475821585574039</c:v>
                </c:pt>
                <c:pt idx="23">
                  <c:v>98.235563405432345</c:v>
                </c:pt>
                <c:pt idx="24">
                  <c:v>99.11461613885615</c:v>
                </c:pt>
                <c:pt idx="25">
                  <c:v>98.970867072291654</c:v>
                </c:pt>
                <c:pt idx="26">
                  <c:v>99.009503185044181</c:v>
                </c:pt>
                <c:pt idx="27">
                  <c:v>100.63165174252109</c:v>
                </c:pt>
                <c:pt idx="28">
                  <c:v>101.54901591548102</c:v>
                </c:pt>
                <c:pt idx="29">
                  <c:v>100.68984941656218</c:v>
                </c:pt>
                <c:pt idx="30">
                  <c:v>99.05909701885048</c:v>
                </c:pt>
                <c:pt idx="31">
                  <c:v>99.759985324770554</c:v>
                </c:pt>
                <c:pt idx="32">
                  <c:v>100.98862994396134</c:v>
                </c:pt>
                <c:pt idx="33">
                  <c:v>100.88578970266421</c:v>
                </c:pt>
                <c:pt idx="34">
                  <c:v>99.981006616840077</c:v>
                </c:pt>
                <c:pt idx="35">
                  <c:v>97.940110778501392</c:v>
                </c:pt>
                <c:pt idx="36">
                  <c:v>97.958535983532499</c:v>
                </c:pt>
                <c:pt idx="37">
                  <c:v>93.738271180057211</c:v>
                </c:pt>
                <c:pt idx="38">
                  <c:v>95.128278387802624</c:v>
                </c:pt>
                <c:pt idx="39">
                  <c:v>95.073246277621493</c:v>
                </c:pt>
                <c:pt idx="40">
                  <c:v>95.488746826319272</c:v>
                </c:pt>
                <c:pt idx="41">
                  <c:v>94.837614690813638</c:v>
                </c:pt>
                <c:pt idx="42">
                  <c:v>95.174544321140743</c:v>
                </c:pt>
                <c:pt idx="43">
                  <c:v>92.930159544418515</c:v>
                </c:pt>
                <c:pt idx="44">
                  <c:v>89.877663132057563</c:v>
                </c:pt>
                <c:pt idx="45">
                  <c:v>88.964276205998644</c:v>
                </c:pt>
                <c:pt idx="46">
                  <c:v>88.52807773975492</c:v>
                </c:pt>
                <c:pt idx="47">
                  <c:v>89.507454497048698</c:v>
                </c:pt>
                <c:pt idx="48">
                  <c:v>88.121424536204287</c:v>
                </c:pt>
                <c:pt idx="49">
                  <c:v>85.6334536788722</c:v>
                </c:pt>
                <c:pt idx="50">
                  <c:v>83.341179602729838</c:v>
                </c:pt>
                <c:pt idx="51">
                  <c:v>87.74293673417705</c:v>
                </c:pt>
                <c:pt idx="52">
                  <c:v>90.984230621879078</c:v>
                </c:pt>
                <c:pt idx="53">
                  <c:v>91.150544476983882</c:v>
                </c:pt>
                <c:pt idx="54">
                  <c:v>90.524087505925252</c:v>
                </c:pt>
                <c:pt idx="55">
                  <c:v>91.834549775650814</c:v>
                </c:pt>
                <c:pt idx="56">
                  <c:v>92.590470191751976</c:v>
                </c:pt>
                <c:pt idx="57">
                  <c:v>92.284222180375451</c:v>
                </c:pt>
                <c:pt idx="58">
                  <c:v>91.3150726293985</c:v>
                </c:pt>
                <c:pt idx="59">
                  <c:v>91.299731819923238</c:v>
                </c:pt>
                <c:pt idx="60">
                  <c:v>92.243556860020391</c:v>
                </c:pt>
                <c:pt idx="61">
                  <c:v>93.286975409250573</c:v>
                </c:pt>
                <c:pt idx="62">
                  <c:v>92.676914435620517</c:v>
                </c:pt>
                <c:pt idx="63">
                  <c:v>93.006538918578414</c:v>
                </c:pt>
                <c:pt idx="64">
                  <c:v>94.288754618476474</c:v>
                </c:pt>
                <c:pt idx="65">
                  <c:v>93.891598106505768</c:v>
                </c:pt>
                <c:pt idx="66">
                  <c:v>92.734868604749295</c:v>
                </c:pt>
                <c:pt idx="67">
                  <c:v>91.400461685313701</c:v>
                </c:pt>
                <c:pt idx="68">
                  <c:v>91.552002909072002</c:v>
                </c:pt>
                <c:pt idx="69">
                  <c:v>90.239998441568517</c:v>
                </c:pt>
                <c:pt idx="70">
                  <c:v>90.129528379685794</c:v>
                </c:pt>
                <c:pt idx="71">
                  <c:v>90.852981474146233</c:v>
                </c:pt>
                <c:pt idx="72">
                  <c:v>90.694540944539284</c:v>
                </c:pt>
                <c:pt idx="73">
                  <c:v>89.827176446906165</c:v>
                </c:pt>
                <c:pt idx="74">
                  <c:v>88.960623632314025</c:v>
                </c:pt>
                <c:pt idx="75">
                  <c:v>88.930347854884005</c:v>
                </c:pt>
                <c:pt idx="76">
                  <c:v>88.223940104284992</c:v>
                </c:pt>
                <c:pt idx="77">
                  <c:v>87.304465555418432</c:v>
                </c:pt>
                <c:pt idx="78">
                  <c:v>84.90553632768615</c:v>
                </c:pt>
                <c:pt idx="79">
                  <c:v>85.177531314731723</c:v>
                </c:pt>
                <c:pt idx="80">
                  <c:v>84.718930396555876</c:v>
                </c:pt>
                <c:pt idx="81">
                  <c:v>85.536538723774527</c:v>
                </c:pt>
                <c:pt idx="82">
                  <c:v>87.352515405744143</c:v>
                </c:pt>
                <c:pt idx="83">
                  <c:v>87.05820092077326</c:v>
                </c:pt>
                <c:pt idx="84">
                  <c:v>86.788235141330276</c:v>
                </c:pt>
                <c:pt idx="85">
                  <c:v>86.350007467483977</c:v>
                </c:pt>
                <c:pt idx="86">
                  <c:v>85.934669255394439</c:v>
                </c:pt>
                <c:pt idx="87">
                  <c:v>83.725268017740149</c:v>
                </c:pt>
                <c:pt idx="88">
                  <c:v>82.360098311049939</c:v>
                </c:pt>
                <c:pt idx="89">
                  <c:v>81.754176920929098</c:v>
                </c:pt>
                <c:pt idx="90">
                  <c:v>82.078850137336786</c:v>
                </c:pt>
                <c:pt idx="91">
                  <c:v>80.179625456977575</c:v>
                </c:pt>
                <c:pt idx="92">
                  <c:v>81.53510366815803</c:v>
                </c:pt>
                <c:pt idx="93">
                  <c:v>81.777391055902243</c:v>
                </c:pt>
                <c:pt idx="94">
                  <c:v>83.670398244167259</c:v>
                </c:pt>
                <c:pt idx="95">
                  <c:v>83.861874273543705</c:v>
                </c:pt>
                <c:pt idx="96">
                  <c:v>82.376575476782648</c:v>
                </c:pt>
                <c:pt idx="97">
                  <c:v>84.034032246543873</c:v>
                </c:pt>
                <c:pt idx="98">
                  <c:v>83.96925993987054</c:v>
                </c:pt>
                <c:pt idx="99">
                  <c:v>82.547353588613092</c:v>
                </c:pt>
                <c:pt idx="100">
                  <c:v>82.758715852494518</c:v>
                </c:pt>
                <c:pt idx="101">
                  <c:v>83.031928364101617</c:v>
                </c:pt>
                <c:pt idx="102">
                  <c:v>84.672339790001473</c:v>
                </c:pt>
                <c:pt idx="103">
                  <c:v>87.472321608301343</c:v>
                </c:pt>
                <c:pt idx="104">
                  <c:v>86.67614171336561</c:v>
                </c:pt>
                <c:pt idx="105">
                  <c:v>86.15520353763948</c:v>
                </c:pt>
                <c:pt idx="106">
                  <c:v>86.09854806137632</c:v>
                </c:pt>
                <c:pt idx="107">
                  <c:v>86.958282738423861</c:v>
                </c:pt>
                <c:pt idx="108">
                  <c:v>86.121112849916628</c:v>
                </c:pt>
                <c:pt idx="109">
                  <c:v>87.153573678093068</c:v>
                </c:pt>
                <c:pt idx="110">
                  <c:v>86.618593385757308</c:v>
                </c:pt>
                <c:pt idx="111">
                  <c:v>85.603177901442265</c:v>
                </c:pt>
                <c:pt idx="112">
                  <c:v>82.503928545918612</c:v>
                </c:pt>
                <c:pt idx="113">
                  <c:v>82.618457023006428</c:v>
                </c:pt>
                <c:pt idx="114">
                  <c:v>82.799462341153713</c:v>
                </c:pt>
                <c:pt idx="115">
                  <c:v>81.826741384796293</c:v>
                </c:pt>
                <c:pt idx="116">
                  <c:v>81.544356854825722</c:v>
                </c:pt>
                <c:pt idx="117">
                  <c:v>82.546541905572127</c:v>
                </c:pt>
                <c:pt idx="118">
                  <c:v>80.647877286511203</c:v>
                </c:pt>
                <c:pt idx="119">
                  <c:v>80.789759482081394</c:v>
                </c:pt>
                <c:pt idx="120">
                  <c:v>82.075603405172785</c:v>
                </c:pt>
                <c:pt idx="121">
                  <c:v>83.404247375017164</c:v>
                </c:pt>
                <c:pt idx="122">
                  <c:v>83.609359679482736</c:v>
                </c:pt>
                <c:pt idx="123">
                  <c:v>82.240050389283311</c:v>
                </c:pt>
                <c:pt idx="124">
                  <c:v>81.22252452906163</c:v>
                </c:pt>
                <c:pt idx="125">
                  <c:v>80.586814371335379</c:v>
                </c:pt>
                <c:pt idx="126">
                  <c:v>80.476060220388305</c:v>
                </c:pt>
                <c:pt idx="127">
                  <c:v>79.627258913903262</c:v>
                </c:pt>
                <c:pt idx="128">
                  <c:v>80.709021369991206</c:v>
                </c:pt>
                <c:pt idx="129">
                  <c:v>81.133775105356563</c:v>
                </c:pt>
                <c:pt idx="130">
                  <c:v>79.638151700313742</c:v>
                </c:pt>
                <c:pt idx="131">
                  <c:v>78.514977175472978</c:v>
                </c:pt>
                <c:pt idx="132">
                  <c:v>78.770462529464211</c:v>
                </c:pt>
                <c:pt idx="133">
                  <c:v>78.364133999130004</c:v>
                </c:pt>
                <c:pt idx="134">
                  <c:v>78.072025506328018</c:v>
                </c:pt>
                <c:pt idx="135">
                  <c:v>79.583809520717537</c:v>
                </c:pt>
                <c:pt idx="136">
                  <c:v>79.540108505789064</c:v>
                </c:pt>
                <c:pt idx="137">
                  <c:v>80.077775468990609</c:v>
                </c:pt>
                <c:pt idx="138">
                  <c:v>80.412529788767742</c:v>
                </c:pt>
                <c:pt idx="139">
                  <c:v>80.386783202706596</c:v>
                </c:pt>
                <c:pt idx="140">
                  <c:v>80.119276822877907</c:v>
                </c:pt>
                <c:pt idx="141">
                  <c:v>80.350411685638505</c:v>
                </c:pt>
                <c:pt idx="142">
                  <c:v>80.347449042538784</c:v>
                </c:pt>
                <c:pt idx="143">
                  <c:v>80.974230686813826</c:v>
                </c:pt>
                <c:pt idx="144">
                  <c:v>80.663567119694136</c:v>
                </c:pt>
                <c:pt idx="145">
                  <c:v>80.765611911611074</c:v>
                </c:pt>
                <c:pt idx="146">
                  <c:v>79.895779897533259</c:v>
                </c:pt>
                <c:pt idx="147">
                  <c:v>80.016566450867344</c:v>
                </c:pt>
                <c:pt idx="148">
                  <c:v>80.729232277712626</c:v>
                </c:pt>
                <c:pt idx="149">
                  <c:v>81.401419471302276</c:v>
                </c:pt>
                <c:pt idx="150">
                  <c:v>81.31351419795989</c:v>
                </c:pt>
                <c:pt idx="151">
                  <c:v>81.305478535853808</c:v>
                </c:pt>
                <c:pt idx="152">
                  <c:v>80.941389990974216</c:v>
                </c:pt>
                <c:pt idx="153">
                  <c:v>82.328361504146216</c:v>
                </c:pt>
                <c:pt idx="154">
                  <c:v>82.534123155044568</c:v>
                </c:pt>
                <c:pt idx="155">
                  <c:v>82.386153336666752</c:v>
                </c:pt>
                <c:pt idx="156">
                  <c:v>82.322598554554958</c:v>
                </c:pt>
                <c:pt idx="157">
                  <c:v>82.433717962870489</c:v>
                </c:pt>
                <c:pt idx="158">
                  <c:v>81.946139960130253</c:v>
                </c:pt>
                <c:pt idx="159">
                  <c:v>81.286972162518538</c:v>
                </c:pt>
                <c:pt idx="160">
                  <c:v>80.510564866462019</c:v>
                </c:pt>
                <c:pt idx="161">
                  <c:v>80.319332341997892</c:v>
                </c:pt>
                <c:pt idx="162">
                  <c:v>79.961185316978572</c:v>
                </c:pt>
                <c:pt idx="163">
                  <c:v>81.447360731423942</c:v>
                </c:pt>
                <c:pt idx="164">
                  <c:v>81.696060415192235</c:v>
                </c:pt>
                <c:pt idx="165">
                  <c:v>80.490702982448283</c:v>
                </c:pt>
                <c:pt idx="166">
                  <c:v>80.580832267323061</c:v>
                </c:pt>
                <c:pt idx="167">
                  <c:v>80.690579931299283</c:v>
                </c:pt>
                <c:pt idx="168">
                  <c:v>79.23160401555846</c:v>
                </c:pt>
                <c:pt idx="169">
                  <c:v>78.897093200693632</c:v>
                </c:pt>
                <c:pt idx="170">
                  <c:v>78.34681268303467</c:v>
                </c:pt>
                <c:pt idx="171">
                  <c:v>77.638400075324327</c:v>
                </c:pt>
                <c:pt idx="172">
                  <c:v>77.695648080207391</c:v>
                </c:pt>
                <c:pt idx="173">
                  <c:v>78.757061642457018</c:v>
                </c:pt>
                <c:pt idx="174">
                  <c:v>79.467974233933688</c:v>
                </c:pt>
                <c:pt idx="175">
                  <c:v>79.537868260595872</c:v>
                </c:pt>
                <c:pt idx="176">
                  <c:v>78.128745917234468</c:v>
                </c:pt>
                <c:pt idx="177">
                  <c:v>77.80600450646439</c:v>
                </c:pt>
                <c:pt idx="178">
                  <c:v>76.632229660846505</c:v>
                </c:pt>
                <c:pt idx="179">
                  <c:v>76.179172537840827</c:v>
                </c:pt>
                <c:pt idx="180">
                  <c:v>76.798657151577103</c:v>
                </c:pt>
                <c:pt idx="181">
                  <c:v>75.655507107096867</c:v>
                </c:pt>
                <c:pt idx="182">
                  <c:v>74.886745865286741</c:v>
                </c:pt>
                <c:pt idx="183">
                  <c:v>73.525228732281107</c:v>
                </c:pt>
                <c:pt idx="184">
                  <c:v>72.12461282718958</c:v>
                </c:pt>
                <c:pt idx="185">
                  <c:v>72.393109460328304</c:v>
                </c:pt>
                <c:pt idx="186">
                  <c:v>71.091259147667998</c:v>
                </c:pt>
                <c:pt idx="187">
                  <c:v>70.883111148629041</c:v>
                </c:pt>
                <c:pt idx="188">
                  <c:v>71.086040025714283</c:v>
                </c:pt>
                <c:pt idx="189">
                  <c:v>71.115301199343008</c:v>
                </c:pt>
                <c:pt idx="190">
                  <c:v>72.536079311173452</c:v>
                </c:pt>
                <c:pt idx="191">
                  <c:v>73.824074194323572</c:v>
                </c:pt>
                <c:pt idx="192">
                  <c:v>73.909438899747556</c:v>
                </c:pt>
                <c:pt idx="193">
                  <c:v>72.868236245219336</c:v>
                </c:pt>
                <c:pt idx="194">
                  <c:v>71.81825929701769</c:v>
                </c:pt>
                <c:pt idx="195">
                  <c:v>70.182612450568641</c:v>
                </c:pt>
                <c:pt idx="196">
                  <c:v>70.238456243790765</c:v>
                </c:pt>
                <c:pt idx="197">
                  <c:v>69.360905123992836</c:v>
                </c:pt>
                <c:pt idx="198">
                  <c:v>70.074861526873335</c:v>
                </c:pt>
                <c:pt idx="199">
                  <c:v>70.273090759151032</c:v>
                </c:pt>
                <c:pt idx="200">
                  <c:v>71.352937643262166</c:v>
                </c:pt>
                <c:pt idx="201">
                  <c:v>70.284559840520629</c:v>
                </c:pt>
                <c:pt idx="202">
                  <c:v>70.191224407633825</c:v>
                </c:pt>
                <c:pt idx="203">
                  <c:v>70.213724261530885</c:v>
                </c:pt>
                <c:pt idx="204">
                  <c:v>68.405205161005568</c:v>
                </c:pt>
                <c:pt idx="205">
                  <c:v>68.547355211979266</c:v>
                </c:pt>
                <c:pt idx="206">
                  <c:v>69.14018415464848</c:v>
                </c:pt>
                <c:pt idx="207">
                  <c:v>69.76128401763637</c:v>
                </c:pt>
                <c:pt idx="208">
                  <c:v>68.634351400315694</c:v>
                </c:pt>
                <c:pt idx="209">
                  <c:v>68.843936078337251</c:v>
                </c:pt>
                <c:pt idx="210">
                  <c:v>70.420167726183692</c:v>
                </c:pt>
                <c:pt idx="211">
                  <c:v>70.861853169784709</c:v>
                </c:pt>
                <c:pt idx="212">
                  <c:v>69.878142025051886</c:v>
                </c:pt>
                <c:pt idx="213">
                  <c:v>71.831928039428419</c:v>
                </c:pt>
                <c:pt idx="214">
                  <c:v>72.837262420374003</c:v>
                </c:pt>
                <c:pt idx="215">
                  <c:v>73.053088940981013</c:v>
                </c:pt>
                <c:pt idx="216">
                  <c:v>73.077317679755438</c:v>
                </c:pt>
                <c:pt idx="217">
                  <c:v>72.207436964695148</c:v>
                </c:pt>
                <c:pt idx="218">
                  <c:v>75.951284407244231</c:v>
                </c:pt>
                <c:pt idx="219">
                  <c:v>76.280227076447687</c:v>
                </c:pt>
                <c:pt idx="220">
                  <c:v>77.973284264388042</c:v>
                </c:pt>
                <c:pt idx="221">
                  <c:v>77.459594418218202</c:v>
                </c:pt>
                <c:pt idx="222">
                  <c:v>76.489478964422446</c:v>
                </c:pt>
                <c:pt idx="223">
                  <c:v>76.542173427445448</c:v>
                </c:pt>
                <c:pt idx="224">
                  <c:v>75.571887520211078</c:v>
                </c:pt>
                <c:pt idx="225">
                  <c:v>75.276662164531587</c:v>
                </c:pt>
                <c:pt idx="226">
                  <c:v>75.673047577613346</c:v>
                </c:pt>
                <c:pt idx="227">
                  <c:v>76.379820585580831</c:v>
                </c:pt>
                <c:pt idx="228">
                  <c:v>75.5486246842555</c:v>
                </c:pt>
                <c:pt idx="229">
                  <c:v>77.348215271329622</c:v>
                </c:pt>
                <c:pt idx="230">
                  <c:v>78.918748904228096</c:v>
                </c:pt>
                <c:pt idx="231">
                  <c:v>79.407349627600027</c:v>
                </c:pt>
                <c:pt idx="232">
                  <c:v>79.045566262556946</c:v>
                </c:pt>
                <c:pt idx="233">
                  <c:v>79.890585126070818</c:v>
                </c:pt>
                <c:pt idx="234">
                  <c:v>78.970696618853324</c:v>
                </c:pt>
                <c:pt idx="235">
                  <c:v>77.821734923799397</c:v>
                </c:pt>
                <c:pt idx="236">
                  <c:v>78.669521626483132</c:v>
                </c:pt>
                <c:pt idx="237">
                  <c:v>79.405450289284033</c:v>
                </c:pt>
                <c:pt idx="238">
                  <c:v>78.212292452646594</c:v>
                </c:pt>
                <c:pt idx="239">
                  <c:v>78.347892221479285</c:v>
                </c:pt>
                <c:pt idx="240">
                  <c:v>79.034186466321856</c:v>
                </c:pt>
                <c:pt idx="241">
                  <c:v>77.939761754794006</c:v>
                </c:pt>
                <c:pt idx="242">
                  <c:v>77.702531152395309</c:v>
                </c:pt>
                <c:pt idx="243">
                  <c:v>77.729665716456594</c:v>
                </c:pt>
                <c:pt idx="244">
                  <c:v>77.197924039454492</c:v>
                </c:pt>
                <c:pt idx="245">
                  <c:v>77.352046415283198</c:v>
                </c:pt>
                <c:pt idx="246">
                  <c:v>78.250920448568678</c:v>
                </c:pt>
                <c:pt idx="247">
                  <c:v>77.497711053824474</c:v>
                </c:pt>
                <c:pt idx="248">
                  <c:v>77.871848234751866</c:v>
                </c:pt>
                <c:pt idx="249">
                  <c:v>77.936579957273167</c:v>
                </c:pt>
                <c:pt idx="250">
                  <c:v>77.714389841624566</c:v>
                </c:pt>
                <c:pt idx="251">
                  <c:v>100</c:v>
                </c:pt>
                <c:pt idx="252">
                  <c:v>100.64794491213513</c:v>
                </c:pt>
                <c:pt idx="253">
                  <c:v>101.86552884551037</c:v>
                </c:pt>
                <c:pt idx="254">
                  <c:v>102.88874394381462</c:v>
                </c:pt>
                <c:pt idx="255">
                  <c:v>103.37725392146365</c:v>
                </c:pt>
                <c:pt idx="256">
                  <c:v>105.97310100111083</c:v>
                </c:pt>
                <c:pt idx="257">
                  <c:v>106.02726370839297</c:v>
                </c:pt>
                <c:pt idx="258">
                  <c:v>106.3233810578583</c:v>
                </c:pt>
                <c:pt idx="259">
                  <c:v>106.4761449870846</c:v>
                </c:pt>
                <c:pt idx="260">
                  <c:v>107.68131750471775</c:v>
                </c:pt>
                <c:pt idx="261">
                  <c:v>107.42451517057694</c:v>
                </c:pt>
                <c:pt idx="262">
                  <c:v>107.70400728749813</c:v>
                </c:pt>
                <c:pt idx="263">
                  <c:v>107.47930524512491</c:v>
                </c:pt>
                <c:pt idx="264">
                  <c:v>108.35082293855476</c:v>
                </c:pt>
                <c:pt idx="265">
                  <c:v>108.60522036484328</c:v>
                </c:pt>
                <c:pt idx="266">
                  <c:v>108.66001043939129</c:v>
                </c:pt>
                <c:pt idx="267">
                  <c:v>108.87498828914437</c:v>
                </c:pt>
                <c:pt idx="268">
                  <c:v>110.04680578047829</c:v>
                </c:pt>
                <c:pt idx="269">
                  <c:v>109.91380392012523</c:v>
                </c:pt>
                <c:pt idx="270">
                  <c:v>109.16211337446627</c:v>
                </c:pt>
                <c:pt idx="271">
                  <c:v>107.85457543129404</c:v>
                </c:pt>
                <c:pt idx="272">
                  <c:v>109.03559430919329</c:v>
                </c:pt>
                <c:pt idx="273">
                  <c:v>109.32543798600047</c:v>
                </c:pt>
                <c:pt idx="274">
                  <c:v>108.60929825207108</c:v>
                </c:pt>
                <c:pt idx="275">
                  <c:v>106.07598923270467</c:v>
                </c:pt>
                <c:pt idx="276">
                  <c:v>106.18305991273732</c:v>
                </c:pt>
                <c:pt idx="277">
                  <c:v>106.71266244629727</c:v>
                </c:pt>
                <c:pt idx="278">
                  <c:v>107.12411081146182</c:v>
                </c:pt>
                <c:pt idx="279">
                  <c:v>105.99014447849879</c:v>
                </c:pt>
                <c:pt idx="280">
                  <c:v>105.97550590896307</c:v>
                </c:pt>
                <c:pt idx="281">
                  <c:v>106.07609379391563</c:v>
                </c:pt>
                <c:pt idx="282">
                  <c:v>105.07073775044492</c:v>
                </c:pt>
                <c:pt idx="283">
                  <c:v>105.72612742080105</c:v>
                </c:pt>
                <c:pt idx="284">
                  <c:v>104.50102553635708</c:v>
                </c:pt>
                <c:pt idx="285">
                  <c:v>104.05838656196035</c:v>
                </c:pt>
                <c:pt idx="286">
                  <c:v>102.68582200168626</c:v>
                </c:pt>
                <c:pt idx="287">
                  <c:v>103.27914413721096</c:v>
                </c:pt>
                <c:pt idx="288">
                  <c:v>101.61959042118916</c:v>
                </c:pt>
                <c:pt idx="289">
                  <c:v>101.13643397754178</c:v>
                </c:pt>
                <c:pt idx="290">
                  <c:v>100.79759291727436</c:v>
                </c:pt>
                <c:pt idx="291">
                  <c:v>102.90805639948053</c:v>
                </c:pt>
                <c:pt idx="292">
                  <c:v>102.47549712582125</c:v>
                </c:pt>
                <c:pt idx="293">
                  <c:v>103.30922639760678</c:v>
                </c:pt>
                <c:pt idx="294">
                  <c:v>103.90635456121078</c:v>
                </c:pt>
                <c:pt idx="295">
                  <c:v>103.34601103162582</c:v>
                </c:pt>
                <c:pt idx="296">
                  <c:v>102.26785947307822</c:v>
                </c:pt>
                <c:pt idx="297">
                  <c:v>101.25555010907806</c:v>
                </c:pt>
                <c:pt idx="298">
                  <c:v>99.884972211812368</c:v>
                </c:pt>
                <c:pt idx="299">
                  <c:v>100.535667083796</c:v>
                </c:pt>
                <c:pt idx="300">
                  <c:v>98.822536203273486</c:v>
                </c:pt>
                <c:pt idx="301">
                  <c:v>99.005999304040373</c:v>
                </c:pt>
                <c:pt idx="302">
                  <c:v>98.428518191977517</c:v>
                </c:pt>
                <c:pt idx="303">
                  <c:v>99.496537769182169</c:v>
                </c:pt>
                <c:pt idx="304">
                  <c:v>98.598660194466916</c:v>
                </c:pt>
                <c:pt idx="305">
                  <c:v>99.589816825487972</c:v>
                </c:pt>
                <c:pt idx="306">
                  <c:v>100.53376406975634</c:v>
                </c:pt>
                <c:pt idx="307">
                  <c:v>102.23744261680719</c:v>
                </c:pt>
                <c:pt idx="308">
                  <c:v>101.65178481804654</c:v>
                </c:pt>
                <c:pt idx="309">
                  <c:v>100.79852351205191</c:v>
                </c:pt>
                <c:pt idx="310">
                  <c:v>101.49699240132746</c:v>
                </c:pt>
                <c:pt idx="311">
                  <c:v>102.4847089685076</c:v>
                </c:pt>
                <c:pt idx="312">
                  <c:v>103.07316900772226</c:v>
                </c:pt>
                <c:pt idx="313">
                  <c:v>103.54533606809673</c:v>
                </c:pt>
                <c:pt idx="314">
                  <c:v>103.4303501043937</c:v>
                </c:pt>
                <c:pt idx="315">
                  <c:v>103.26627265214051</c:v>
                </c:pt>
                <c:pt idx="316">
                  <c:v>103.29108502750356</c:v>
                </c:pt>
                <c:pt idx="317">
                  <c:v>102.93355887883591</c:v>
                </c:pt>
                <c:pt idx="318">
                  <c:v>103.37738985103769</c:v>
                </c:pt>
                <c:pt idx="319">
                  <c:v>104.16876137625955</c:v>
                </c:pt>
                <c:pt idx="320">
                  <c:v>103.88947838176031</c:v>
                </c:pt>
                <c:pt idx="321">
                  <c:v>104.25106150541359</c:v>
                </c:pt>
                <c:pt idx="322">
                  <c:v>104.61275964639893</c:v>
                </c:pt>
                <c:pt idx="323">
                  <c:v>104.95666146927728</c:v>
                </c:pt>
                <c:pt idx="324">
                  <c:v>104.61767402331449</c:v>
                </c:pt>
                <c:pt idx="325">
                  <c:v>103.55453745466212</c:v>
                </c:pt>
                <c:pt idx="326">
                  <c:v>103.49327504115517</c:v>
                </c:pt>
                <c:pt idx="327">
                  <c:v>102.54781165932773</c:v>
                </c:pt>
                <c:pt idx="328">
                  <c:v>102.19647553434949</c:v>
                </c:pt>
                <c:pt idx="329">
                  <c:v>100.9646608201613</c:v>
                </c:pt>
                <c:pt idx="330">
                  <c:v>101.20001764993228</c:v>
                </c:pt>
                <c:pt idx="331">
                  <c:v>101.65283043015636</c:v>
                </c:pt>
                <c:pt idx="332">
                  <c:v>102.16114430116293</c:v>
                </c:pt>
                <c:pt idx="333">
                  <c:v>102.12936814914934</c:v>
                </c:pt>
                <c:pt idx="334">
                  <c:v>101.83604258401691</c:v>
                </c:pt>
                <c:pt idx="335">
                  <c:v>101.38500734437935</c:v>
                </c:pt>
                <c:pt idx="336">
                  <c:v>102.08983355528184</c:v>
                </c:pt>
                <c:pt idx="337">
                  <c:v>102.64389295608754</c:v>
                </c:pt>
                <c:pt idx="338">
                  <c:v>103.45674135404249</c:v>
                </c:pt>
                <c:pt idx="339">
                  <c:v>102.70464301966076</c:v>
                </c:pt>
                <c:pt idx="340">
                  <c:v>102.43261657320279</c:v>
                </c:pt>
                <c:pt idx="341">
                  <c:v>102.24246155493385</c:v>
                </c:pt>
                <c:pt idx="342">
                  <c:v>101.73759820388926</c:v>
                </c:pt>
                <c:pt idx="343">
                  <c:v>102.20695256768865</c:v>
                </c:pt>
                <c:pt idx="344">
                  <c:v>102.39073980820956</c:v>
                </c:pt>
                <c:pt idx="345">
                  <c:v>102.03425927165161</c:v>
                </c:pt>
                <c:pt idx="346">
                  <c:v>102.27789734933138</c:v>
                </c:pt>
                <c:pt idx="347">
                  <c:v>102.18172194748175</c:v>
                </c:pt>
                <c:pt idx="348">
                  <c:v>102.81165096296684</c:v>
                </c:pt>
                <c:pt idx="349">
                  <c:v>102.3239251944001</c:v>
                </c:pt>
                <c:pt idx="350">
                  <c:v>101.51897116787333</c:v>
                </c:pt>
                <c:pt idx="351">
                  <c:v>100.79816800393475</c:v>
                </c:pt>
                <c:pt idx="352">
                  <c:v>101.7234092475607</c:v>
                </c:pt>
                <c:pt idx="353">
                  <c:v>101.45781331557734</c:v>
                </c:pt>
                <c:pt idx="354">
                  <c:v>100.2247647790997</c:v>
                </c:pt>
                <c:pt idx="355">
                  <c:v>100.56692042975486</c:v>
                </c:pt>
                <c:pt idx="356">
                  <c:v>102.92573770025551</c:v>
                </c:pt>
                <c:pt idx="357">
                  <c:v>103.1689889014547</c:v>
                </c:pt>
                <c:pt idx="358">
                  <c:v>103.35809830761396</c:v>
                </c:pt>
                <c:pt idx="359">
                  <c:v>104.08160960691667</c:v>
                </c:pt>
                <c:pt idx="360">
                  <c:v>103.94189491681936</c:v>
                </c:pt>
                <c:pt idx="361">
                  <c:v>104.80473402973881</c:v>
                </c:pt>
                <c:pt idx="362">
                  <c:v>104.88932404941305</c:v>
                </c:pt>
                <c:pt idx="363">
                  <c:v>105.94675157594649</c:v>
                </c:pt>
                <c:pt idx="364">
                  <c:v>106.1202186249447</c:v>
                </c:pt>
                <c:pt idx="365">
                  <c:v>107.02760081373704</c:v>
                </c:pt>
                <c:pt idx="366">
                  <c:v>107.70087045116895</c:v>
                </c:pt>
                <c:pt idx="367">
                  <c:v>105.94528771899287</c:v>
                </c:pt>
                <c:pt idx="368">
                  <c:v>105.00779190144131</c:v>
                </c:pt>
                <c:pt idx="369">
                  <c:v>104.67999250505227</c:v>
                </c:pt>
                <c:pt idx="370">
                  <c:v>103.71578129809805</c:v>
                </c:pt>
                <c:pt idx="371">
                  <c:v>103.43964559604899</c:v>
                </c:pt>
                <c:pt idx="372">
                  <c:v>104.04026610409937</c:v>
                </c:pt>
                <c:pt idx="373">
                  <c:v>103.73101586653631</c:v>
                </c:pt>
                <c:pt idx="374">
                  <c:v>103.20922405543574</c:v>
                </c:pt>
                <c:pt idx="375">
                  <c:v>103.4607146800593</c:v>
                </c:pt>
                <c:pt idx="376">
                  <c:v>105.09562331865561</c:v>
                </c:pt>
                <c:pt idx="377">
                  <c:v>104.67842408688773</c:v>
                </c:pt>
                <c:pt idx="378">
                  <c:v>102.96010697030115</c:v>
                </c:pt>
                <c:pt idx="379">
                  <c:v>102.53894486863754</c:v>
                </c:pt>
                <c:pt idx="380">
                  <c:v>102.6664468092936</c:v>
                </c:pt>
                <c:pt idx="381">
                  <c:v>104.02731097006024</c:v>
                </c:pt>
                <c:pt idx="382">
                  <c:v>105.14194393511507</c:v>
                </c:pt>
                <c:pt idx="383">
                  <c:v>106.70795719180363</c:v>
                </c:pt>
                <c:pt idx="384">
                  <c:v>107.54047355354189</c:v>
                </c:pt>
                <c:pt idx="385">
                  <c:v>107.46383018590134</c:v>
                </c:pt>
                <c:pt idx="386">
                  <c:v>106.87400039482301</c:v>
                </c:pt>
                <c:pt idx="387">
                  <c:v>106.60998333712531</c:v>
                </c:pt>
                <c:pt idx="388">
                  <c:v>106.44906363344343</c:v>
                </c:pt>
                <c:pt idx="389">
                  <c:v>106.08613167016867</c:v>
                </c:pt>
                <c:pt idx="390">
                  <c:v>105.96724557329647</c:v>
                </c:pt>
                <c:pt idx="391">
                  <c:v>107.9344601964746</c:v>
                </c:pt>
                <c:pt idx="392">
                  <c:v>107.89462237509528</c:v>
                </c:pt>
                <c:pt idx="393">
                  <c:v>108.23664209617617</c:v>
                </c:pt>
                <c:pt idx="394">
                  <c:v>109.0785689669017</c:v>
                </c:pt>
                <c:pt idx="395">
                  <c:v>109.46638649838721</c:v>
                </c:pt>
                <c:pt idx="396">
                  <c:v>109.06696267248415</c:v>
                </c:pt>
                <c:pt idx="397">
                  <c:v>106.65138957666929</c:v>
                </c:pt>
                <c:pt idx="398">
                  <c:v>106.21380090876238</c:v>
                </c:pt>
                <c:pt idx="399">
                  <c:v>106.44529942984863</c:v>
                </c:pt>
                <c:pt idx="400">
                  <c:v>106.26670888151291</c:v>
                </c:pt>
                <c:pt idx="401">
                  <c:v>104.94923762329857</c:v>
                </c:pt>
                <c:pt idx="402">
                  <c:v>105.44182548817537</c:v>
                </c:pt>
                <c:pt idx="403">
                  <c:v>105.43366971371975</c:v>
                </c:pt>
                <c:pt idx="404">
                  <c:v>104.32249772474803</c:v>
                </c:pt>
                <c:pt idx="405">
                  <c:v>103.12699711912951</c:v>
                </c:pt>
                <c:pt idx="406">
                  <c:v>102.65811328077947</c:v>
                </c:pt>
                <c:pt idx="407">
                  <c:v>102.02735823172773</c:v>
                </c:pt>
                <c:pt idx="408">
                  <c:v>101.82843052785847</c:v>
                </c:pt>
                <c:pt idx="409">
                  <c:v>100.84292020222976</c:v>
                </c:pt>
                <c:pt idx="410">
                  <c:v>100.35680467631194</c:v>
                </c:pt>
                <c:pt idx="411">
                  <c:v>101.07796334836786</c:v>
                </c:pt>
                <c:pt idx="412">
                  <c:v>101.44560056613625</c:v>
                </c:pt>
                <c:pt idx="413">
                  <c:v>102.71151269122156</c:v>
                </c:pt>
                <c:pt idx="414">
                  <c:v>101.53337970274505</c:v>
                </c:pt>
                <c:pt idx="415">
                  <c:v>102.27054669620034</c:v>
                </c:pt>
                <c:pt idx="416">
                  <c:v>103.26305216684291</c:v>
                </c:pt>
                <c:pt idx="417">
                  <c:v>103.33815848468224</c:v>
                </c:pt>
                <c:pt idx="418">
                  <c:v>102.50400051193172</c:v>
                </c:pt>
                <c:pt idx="419">
                  <c:v>103.0640094456416</c:v>
                </c:pt>
                <c:pt idx="420">
                  <c:v>103.08103201078741</c:v>
                </c:pt>
                <c:pt idx="421">
                  <c:v>102.61897601951368</c:v>
                </c:pt>
                <c:pt idx="422">
                  <c:v>101.79952980914655</c:v>
                </c:pt>
                <c:pt idx="423">
                  <c:v>101.82813775646777</c:v>
                </c:pt>
                <c:pt idx="424">
                  <c:v>102.20842688076345</c:v>
                </c:pt>
                <c:pt idx="425">
                  <c:v>102.02211971505818</c:v>
                </c:pt>
                <c:pt idx="426">
                  <c:v>101.90104828887675</c:v>
                </c:pt>
                <c:pt idx="427">
                  <c:v>102.69025539703149</c:v>
                </c:pt>
                <c:pt idx="428">
                  <c:v>102.99202950801025</c:v>
                </c:pt>
                <c:pt idx="429">
                  <c:v>102.06929773344756</c:v>
                </c:pt>
                <c:pt idx="430">
                  <c:v>101.89465959888648</c:v>
                </c:pt>
                <c:pt idx="431">
                  <c:v>101.51533243773171</c:v>
                </c:pt>
                <c:pt idx="432">
                  <c:v>99.986731182328001</c:v>
                </c:pt>
                <c:pt idx="433">
                  <c:v>100.82177792537176</c:v>
                </c:pt>
                <c:pt idx="434">
                  <c:v>100.10783397687278</c:v>
                </c:pt>
                <c:pt idx="435">
                  <c:v>99.038632857984169</c:v>
                </c:pt>
                <c:pt idx="436">
                  <c:v>99.150419248631536</c:v>
                </c:pt>
                <c:pt idx="437">
                  <c:v>98.713865736713245</c:v>
                </c:pt>
                <c:pt idx="438">
                  <c:v>99.624259288381523</c:v>
                </c:pt>
                <c:pt idx="439">
                  <c:v>99.488967537508231</c:v>
                </c:pt>
                <c:pt idx="440">
                  <c:v>98.200156507220612</c:v>
                </c:pt>
                <c:pt idx="441">
                  <c:v>97.018175666180397</c:v>
                </c:pt>
                <c:pt idx="442">
                  <c:v>97.265943911693455</c:v>
                </c:pt>
                <c:pt idx="443">
                  <c:v>98.009238192111567</c:v>
                </c:pt>
                <c:pt idx="444">
                  <c:v>97.808898911894218</c:v>
                </c:pt>
                <c:pt idx="445">
                  <c:v>98.762904944657862</c:v>
                </c:pt>
                <c:pt idx="446">
                  <c:v>100.04837001619445</c:v>
                </c:pt>
                <c:pt idx="447">
                  <c:v>100.65967668000592</c:v>
                </c:pt>
                <c:pt idx="448">
                  <c:v>99.470292905229087</c:v>
                </c:pt>
                <c:pt idx="449">
                  <c:v>98.936497467109248</c:v>
                </c:pt>
                <c:pt idx="450">
                  <c:v>99.459188504624166</c:v>
                </c:pt>
                <c:pt idx="451">
                  <c:v>98.614156165932826</c:v>
                </c:pt>
                <c:pt idx="452">
                  <c:v>97.32588885394226</c:v>
                </c:pt>
                <c:pt idx="453">
                  <c:v>96.779995683713267</c:v>
                </c:pt>
                <c:pt idx="454">
                  <c:v>95.954641764926393</c:v>
                </c:pt>
                <c:pt idx="455">
                  <c:v>96.255704859670544</c:v>
                </c:pt>
                <c:pt idx="456">
                  <c:v>96.278300537361005</c:v>
                </c:pt>
                <c:pt idx="457">
                  <c:v>95.246229104487625</c:v>
                </c:pt>
                <c:pt idx="458">
                  <c:v>96.173749782512715</c:v>
                </c:pt>
                <c:pt idx="459">
                  <c:v>96.395283620193538</c:v>
                </c:pt>
                <c:pt idx="460">
                  <c:v>95.694033402706197</c:v>
                </c:pt>
                <c:pt idx="461">
                  <c:v>95.775444761566973</c:v>
                </c:pt>
                <c:pt idx="462">
                  <c:v>97.306346363612022</c:v>
                </c:pt>
                <c:pt idx="463">
                  <c:v>99.151255738319279</c:v>
                </c:pt>
                <c:pt idx="464">
                  <c:v>101.3103610958684</c:v>
                </c:pt>
                <c:pt idx="465">
                  <c:v>100.44809706960933</c:v>
                </c:pt>
                <c:pt idx="466">
                  <c:v>100.16057465168572</c:v>
                </c:pt>
                <c:pt idx="467">
                  <c:v>99.986480235421681</c:v>
                </c:pt>
                <c:pt idx="468">
                  <c:v>99.157403937524293</c:v>
                </c:pt>
                <c:pt idx="469">
                  <c:v>99.570305703521299</c:v>
                </c:pt>
                <c:pt idx="470">
                  <c:v>100.28717736592748</c:v>
                </c:pt>
                <c:pt idx="471">
                  <c:v>102.83709070559584</c:v>
                </c:pt>
                <c:pt idx="472">
                  <c:v>102.70560498280184</c:v>
                </c:pt>
                <c:pt idx="473">
                  <c:v>102.1058627889236</c:v>
                </c:pt>
                <c:pt idx="474">
                  <c:v>103.03553742789462</c:v>
                </c:pt>
                <c:pt idx="475">
                  <c:v>103.35593389054702</c:v>
                </c:pt>
                <c:pt idx="476">
                  <c:v>102.84687763494253</c:v>
                </c:pt>
                <c:pt idx="477">
                  <c:v>102.50432465168571</c:v>
                </c:pt>
                <c:pt idx="478">
                  <c:v>102.21276617101866</c:v>
                </c:pt>
                <c:pt idx="479">
                  <c:v>103.04202022297468</c:v>
                </c:pt>
                <c:pt idx="480">
                  <c:v>102.7874032181431</c:v>
                </c:pt>
                <c:pt idx="481">
                  <c:v>103.21229815503831</c:v>
                </c:pt>
                <c:pt idx="482">
                  <c:v>102.69370591699341</c:v>
                </c:pt>
                <c:pt idx="483">
                  <c:v>102.49474684476087</c:v>
                </c:pt>
                <c:pt idx="484">
                  <c:v>101.63676982815153</c:v>
                </c:pt>
                <c:pt idx="485">
                  <c:v>101.94456666488213</c:v>
                </c:pt>
                <c:pt idx="486">
                  <c:v>101.43740296719618</c:v>
                </c:pt>
                <c:pt idx="487">
                  <c:v>101.94771395733228</c:v>
                </c:pt>
                <c:pt idx="488">
                  <c:v>101.7621700884671</c:v>
                </c:pt>
                <c:pt idx="489">
                  <c:v>102.11254425030444</c:v>
                </c:pt>
                <c:pt idx="490">
                  <c:v>101.7874529892795</c:v>
                </c:pt>
                <c:pt idx="491">
                  <c:v>103.77753514929663</c:v>
                </c:pt>
                <c:pt idx="492">
                  <c:v>104.65406132473191</c:v>
                </c:pt>
                <c:pt idx="493">
                  <c:v>104.34298126597686</c:v>
                </c:pt>
                <c:pt idx="494">
                  <c:v>104.41526443111999</c:v>
                </c:pt>
                <c:pt idx="495">
                  <c:v>104.29525952929042</c:v>
                </c:pt>
                <c:pt idx="496">
                  <c:v>104.3851089778764</c:v>
                </c:pt>
                <c:pt idx="497">
                  <c:v>103.75396705234408</c:v>
                </c:pt>
                <c:pt idx="498">
                  <c:v>104.40758963823485</c:v>
                </c:pt>
                <c:pt idx="499">
                  <c:v>105.58967504048601</c:v>
                </c:pt>
                <c:pt idx="500">
                  <c:v>106.95461708848045</c:v>
                </c:pt>
                <c:pt idx="501">
                  <c:v>100</c:v>
                </c:pt>
                <c:pt idx="502">
                  <c:v>99.280579756012514</c:v>
                </c:pt>
                <c:pt idx="503">
                  <c:v>97.986795488311998</c:v>
                </c:pt>
                <c:pt idx="504">
                  <c:v>98.097370330972439</c:v>
                </c:pt>
                <c:pt idx="505">
                  <c:v>97.883839760251902</c:v>
                </c:pt>
                <c:pt idx="506">
                  <c:v>97.364137999748039</c:v>
                </c:pt>
                <c:pt idx="507">
                  <c:v>96.996955284588637</c:v>
                </c:pt>
                <c:pt idx="508">
                  <c:v>96.603730826449322</c:v>
                </c:pt>
                <c:pt idx="509">
                  <c:v>97.168033711651731</c:v>
                </c:pt>
                <c:pt idx="510">
                  <c:v>97.319937366970791</c:v>
                </c:pt>
                <c:pt idx="511">
                  <c:v>95.699859632465675</c:v>
                </c:pt>
                <c:pt idx="512">
                  <c:v>93.616451817403075</c:v>
                </c:pt>
                <c:pt idx="513">
                  <c:v>93.904913449788623</c:v>
                </c:pt>
                <c:pt idx="514">
                  <c:v>94.839563913138235</c:v>
                </c:pt>
                <c:pt idx="515">
                  <c:v>94.179201575398508</c:v>
                </c:pt>
                <c:pt idx="516">
                  <c:v>94.747460539335691</c:v>
                </c:pt>
                <c:pt idx="517">
                  <c:v>95.95546139111363</c:v>
                </c:pt>
                <c:pt idx="518">
                  <c:v>96.538431107086694</c:v>
                </c:pt>
                <c:pt idx="519">
                  <c:v>96.225041294624361</c:v>
                </c:pt>
                <c:pt idx="520">
                  <c:v>96.721670813223298</c:v>
                </c:pt>
                <c:pt idx="521">
                  <c:v>95.784539253580775</c:v>
                </c:pt>
                <c:pt idx="522">
                  <c:v>95.316940515228012</c:v>
                </c:pt>
                <c:pt idx="523">
                  <c:v>95.934479521675954</c:v>
                </c:pt>
                <c:pt idx="524">
                  <c:v>96.528956054314577</c:v>
                </c:pt>
                <c:pt idx="525">
                  <c:v>96.052048320815572</c:v>
                </c:pt>
                <c:pt idx="526">
                  <c:v>97.667662035612594</c:v>
                </c:pt>
                <c:pt idx="527">
                  <c:v>97.930042852635651</c:v>
                </c:pt>
                <c:pt idx="528">
                  <c:v>97.440788246245944</c:v>
                </c:pt>
                <c:pt idx="529">
                  <c:v>97.243990423359122</c:v>
                </c:pt>
                <c:pt idx="530">
                  <c:v>97.295872686548719</c:v>
                </c:pt>
                <c:pt idx="531">
                  <c:v>97.36674608128429</c:v>
                </c:pt>
                <c:pt idx="532">
                  <c:v>97.569355921077729</c:v>
                </c:pt>
                <c:pt idx="533">
                  <c:v>98.433099778166579</c:v>
                </c:pt>
                <c:pt idx="534">
                  <c:v>99.266416017332531</c:v>
                </c:pt>
                <c:pt idx="535">
                  <c:v>99.535917776078136</c:v>
                </c:pt>
                <c:pt idx="536">
                  <c:v>99.694942373119758</c:v>
                </c:pt>
                <c:pt idx="537">
                  <c:v>100.55697681347135</c:v>
                </c:pt>
                <c:pt idx="538">
                  <c:v>100.44610892794171</c:v>
                </c:pt>
                <c:pt idx="539">
                  <c:v>100.03575123004741</c:v>
                </c:pt>
                <c:pt idx="540">
                  <c:v>100.39121223043718</c:v>
                </c:pt>
                <c:pt idx="541">
                  <c:v>99.509836960715617</c:v>
                </c:pt>
                <c:pt idx="542">
                  <c:v>99.726395641084991</c:v>
                </c:pt>
                <c:pt idx="543">
                  <c:v>100.09133169424685</c:v>
                </c:pt>
                <c:pt idx="544">
                  <c:v>100.64948067919524</c:v>
                </c:pt>
                <c:pt idx="545">
                  <c:v>99.804247363346789</c:v>
                </c:pt>
                <c:pt idx="546">
                  <c:v>100.4111391455456</c:v>
                </c:pt>
                <c:pt idx="547">
                  <c:v>100.63756360251274</c:v>
                </c:pt>
                <c:pt idx="548">
                  <c:v>101.3043338109932</c:v>
                </c:pt>
                <c:pt idx="549">
                  <c:v>101.4974490618232</c:v>
                </c:pt>
                <c:pt idx="550">
                  <c:v>102.47445398787387</c:v>
                </c:pt>
                <c:pt idx="551">
                  <c:v>102.22448842041099</c:v>
                </c:pt>
                <c:pt idx="552">
                  <c:v>102.43606537200327</c:v>
                </c:pt>
                <c:pt idx="553">
                  <c:v>101.07439283959516</c:v>
                </c:pt>
                <c:pt idx="554">
                  <c:v>101.3993773815838</c:v>
                </c:pt>
                <c:pt idx="555">
                  <c:v>100.3941426591296</c:v>
                </c:pt>
                <c:pt idx="556">
                  <c:v>100.81866409570388</c:v>
                </c:pt>
                <c:pt idx="557">
                  <c:v>102.40275616586617</c:v>
                </c:pt>
                <c:pt idx="558">
                  <c:v>101.52216234379596</c:v>
                </c:pt>
                <c:pt idx="559">
                  <c:v>101.20977864518467</c:v>
                </c:pt>
                <c:pt idx="560">
                  <c:v>101.5948369753678</c:v>
                </c:pt>
                <c:pt idx="561">
                  <c:v>101.2686802619022</c:v>
                </c:pt>
                <c:pt idx="562">
                  <c:v>101.62658328620229</c:v>
                </c:pt>
                <c:pt idx="563">
                  <c:v>101.79019888819536</c:v>
                </c:pt>
                <c:pt idx="564">
                  <c:v>102.55845961038978</c:v>
                </c:pt>
                <c:pt idx="565">
                  <c:v>101.90389952146103</c:v>
                </c:pt>
                <c:pt idx="566">
                  <c:v>102.44417289138565</c:v>
                </c:pt>
                <c:pt idx="567">
                  <c:v>102.1461482933672</c:v>
                </c:pt>
                <c:pt idx="568">
                  <c:v>102.48304991203833</c:v>
                </c:pt>
                <c:pt idx="569">
                  <c:v>103.08994169423711</c:v>
                </c:pt>
                <c:pt idx="570">
                  <c:v>103.33551161866134</c:v>
                </c:pt>
                <c:pt idx="571">
                  <c:v>103.0617118978335</c:v>
                </c:pt>
                <c:pt idx="572">
                  <c:v>101.7545453391043</c:v>
                </c:pt>
                <c:pt idx="573">
                  <c:v>100.68405973776568</c:v>
                </c:pt>
                <c:pt idx="574">
                  <c:v>98.642332386804839</c:v>
                </c:pt>
                <c:pt idx="575">
                  <c:v>98.897670406870461</c:v>
                </c:pt>
                <c:pt idx="576">
                  <c:v>99.496747712556186</c:v>
                </c:pt>
                <c:pt idx="577">
                  <c:v>98.088286002025868</c:v>
                </c:pt>
                <c:pt idx="578">
                  <c:v>98.83779198058879</c:v>
                </c:pt>
                <c:pt idx="579">
                  <c:v>99.569715386997231</c:v>
                </c:pt>
                <c:pt idx="580">
                  <c:v>101.06960647273085</c:v>
                </c:pt>
                <c:pt idx="581">
                  <c:v>100.4753155339094</c:v>
                </c:pt>
                <c:pt idx="582">
                  <c:v>101.73706044790617</c:v>
                </c:pt>
                <c:pt idx="583">
                  <c:v>102.69531063032537</c:v>
                </c:pt>
                <c:pt idx="584">
                  <c:v>102.16920099908076</c:v>
                </c:pt>
                <c:pt idx="585">
                  <c:v>102.12719818782283</c:v>
                </c:pt>
                <c:pt idx="586">
                  <c:v>102.84476249363847</c:v>
                </c:pt>
                <c:pt idx="587">
                  <c:v>103.68345118540721</c:v>
                </c:pt>
                <c:pt idx="588">
                  <c:v>104.1988159114463</c:v>
                </c:pt>
                <c:pt idx="589">
                  <c:v>104.34904922241068</c:v>
                </c:pt>
                <c:pt idx="590">
                  <c:v>104.18807100624079</c:v>
                </c:pt>
                <c:pt idx="591">
                  <c:v>103.88565076518374</c:v>
                </c:pt>
                <c:pt idx="592">
                  <c:v>104.67891781222005</c:v>
                </c:pt>
                <c:pt idx="593">
                  <c:v>105.37001057884751</c:v>
                </c:pt>
                <c:pt idx="594">
                  <c:v>105.5894996879093</c:v>
                </c:pt>
                <c:pt idx="595">
                  <c:v>105.9497470551633</c:v>
                </c:pt>
                <c:pt idx="596">
                  <c:v>107.30858683983536</c:v>
                </c:pt>
                <c:pt idx="597">
                  <c:v>107.42814833048585</c:v>
                </c:pt>
                <c:pt idx="598">
                  <c:v>107.63572036286514</c:v>
                </c:pt>
                <c:pt idx="599">
                  <c:v>106.80201339987352</c:v>
                </c:pt>
                <c:pt idx="600">
                  <c:v>106.98858402662381</c:v>
                </c:pt>
                <c:pt idx="601">
                  <c:v>106.60567467748179</c:v>
                </c:pt>
                <c:pt idx="602">
                  <c:v>105.78681521986508</c:v>
                </c:pt>
                <c:pt idx="603">
                  <c:v>106.2779550687136</c:v>
                </c:pt>
                <c:pt idx="604">
                  <c:v>104.72502322364733</c:v>
                </c:pt>
                <c:pt idx="605">
                  <c:v>103.35436404324913</c:v>
                </c:pt>
                <c:pt idx="606">
                  <c:v>102.46361140171187</c:v>
                </c:pt>
                <c:pt idx="607">
                  <c:v>104.45151654568873</c:v>
                </c:pt>
                <c:pt idx="608">
                  <c:v>102.75675195190964</c:v>
                </c:pt>
                <c:pt idx="609">
                  <c:v>103.81453902891445</c:v>
                </c:pt>
                <c:pt idx="610">
                  <c:v>104.83686791874106</c:v>
                </c:pt>
                <c:pt idx="611">
                  <c:v>104.82524388492781</c:v>
                </c:pt>
                <c:pt idx="612">
                  <c:v>104.55115112123077</c:v>
                </c:pt>
                <c:pt idx="613">
                  <c:v>104.09849756920931</c:v>
                </c:pt>
                <c:pt idx="614">
                  <c:v>104.37649757116296</c:v>
                </c:pt>
                <c:pt idx="615">
                  <c:v>105.05997122319017</c:v>
                </c:pt>
                <c:pt idx="616">
                  <c:v>105.19135210956674</c:v>
                </c:pt>
                <c:pt idx="617">
                  <c:v>104.92868801777011</c:v>
                </c:pt>
                <c:pt idx="618">
                  <c:v>105.67184473416614</c:v>
                </c:pt>
                <c:pt idx="619">
                  <c:v>107.03478711900763</c:v>
                </c:pt>
                <c:pt idx="620">
                  <c:v>106.17236195483035</c:v>
                </c:pt>
                <c:pt idx="621">
                  <c:v>105.91770770145963</c:v>
                </c:pt>
                <c:pt idx="622">
                  <c:v>106.01470489117851</c:v>
                </c:pt>
                <c:pt idx="623">
                  <c:v>106.10125021856111</c:v>
                </c:pt>
                <c:pt idx="624">
                  <c:v>105.67770559155096</c:v>
                </c:pt>
                <c:pt idx="625">
                  <c:v>106.10593890446897</c:v>
                </c:pt>
                <c:pt idx="626">
                  <c:v>106.21668078156482</c:v>
                </c:pt>
                <c:pt idx="627">
                  <c:v>105.47433384029746</c:v>
                </c:pt>
                <c:pt idx="628">
                  <c:v>106.70423476250335</c:v>
                </c:pt>
                <c:pt idx="629">
                  <c:v>107.92530718218762</c:v>
                </c:pt>
                <c:pt idx="630">
                  <c:v>108.16231839889184</c:v>
                </c:pt>
                <c:pt idx="631">
                  <c:v>108.59143084041757</c:v>
                </c:pt>
                <c:pt idx="632">
                  <c:v>108.54552079090308</c:v>
                </c:pt>
                <c:pt idx="633">
                  <c:v>109.87769367447423</c:v>
                </c:pt>
                <c:pt idx="634">
                  <c:v>109.7507084311363</c:v>
                </c:pt>
                <c:pt idx="635">
                  <c:v>109.42943576549136</c:v>
                </c:pt>
                <c:pt idx="636">
                  <c:v>109.14655171571704</c:v>
                </c:pt>
                <c:pt idx="637">
                  <c:v>108.56867117757312</c:v>
                </c:pt>
                <c:pt idx="638">
                  <c:v>108.03064446964603</c:v>
                </c:pt>
                <c:pt idx="639">
                  <c:v>106.43443996088847</c:v>
                </c:pt>
                <c:pt idx="640">
                  <c:v>106.03052920611748</c:v>
                </c:pt>
                <c:pt idx="641">
                  <c:v>106.17568310734836</c:v>
                </c:pt>
                <c:pt idx="642">
                  <c:v>105.73387214148885</c:v>
                </c:pt>
                <c:pt idx="643">
                  <c:v>104.90729588831542</c:v>
                </c:pt>
                <c:pt idx="644">
                  <c:v>104.74114058145558</c:v>
                </c:pt>
                <c:pt idx="645">
                  <c:v>105.22847087300394</c:v>
                </c:pt>
                <c:pt idx="646">
                  <c:v>104.67445740670729</c:v>
                </c:pt>
                <c:pt idx="647">
                  <c:v>105.96132068560303</c:v>
                </c:pt>
                <c:pt idx="648">
                  <c:v>106.25739195753609</c:v>
                </c:pt>
                <c:pt idx="649">
                  <c:v>103.66234467506912</c:v>
                </c:pt>
                <c:pt idx="650">
                  <c:v>99.290680748353296</c:v>
                </c:pt>
                <c:pt idx="651">
                  <c:v>100.69500283763171</c:v>
                </c:pt>
                <c:pt idx="652">
                  <c:v>102.59416727473054</c:v>
                </c:pt>
                <c:pt idx="653">
                  <c:v>102.20453982013019</c:v>
                </c:pt>
                <c:pt idx="654">
                  <c:v>103.87643866954619</c:v>
                </c:pt>
                <c:pt idx="655">
                  <c:v>104.43170108455158</c:v>
                </c:pt>
                <c:pt idx="656">
                  <c:v>104.61766296358154</c:v>
                </c:pt>
                <c:pt idx="657">
                  <c:v>105.16000804891071</c:v>
                </c:pt>
                <c:pt idx="658">
                  <c:v>105.10503838373171</c:v>
                </c:pt>
                <c:pt idx="659">
                  <c:v>106.8289007668931</c:v>
                </c:pt>
                <c:pt idx="660">
                  <c:v>107.79419218337439</c:v>
                </c:pt>
                <c:pt idx="661">
                  <c:v>107.8838960244826</c:v>
                </c:pt>
                <c:pt idx="662">
                  <c:v>107.53629453152688</c:v>
                </c:pt>
                <c:pt idx="663">
                  <c:v>107.54460747396058</c:v>
                </c:pt>
                <c:pt idx="664">
                  <c:v>107.51527622709247</c:v>
                </c:pt>
                <c:pt idx="665">
                  <c:v>107.8675876027236</c:v>
                </c:pt>
                <c:pt idx="666">
                  <c:v>107.42616550475157</c:v>
                </c:pt>
                <c:pt idx="667">
                  <c:v>107.1772059534588</c:v>
                </c:pt>
                <c:pt idx="668">
                  <c:v>106.95634931100722</c:v>
                </c:pt>
                <c:pt idx="669">
                  <c:v>107.44153062151446</c:v>
                </c:pt>
                <c:pt idx="670">
                  <c:v>106.48914129648011</c:v>
                </c:pt>
                <c:pt idx="671">
                  <c:v>104.86910263435755</c:v>
                </c:pt>
                <c:pt idx="672">
                  <c:v>105.1136957492177</c:v>
                </c:pt>
                <c:pt idx="673">
                  <c:v>104.99628323960833</c:v>
                </c:pt>
                <c:pt idx="674">
                  <c:v>103.87773860771414</c:v>
                </c:pt>
                <c:pt idx="675">
                  <c:v>103.82274422925317</c:v>
                </c:pt>
                <c:pt idx="676">
                  <c:v>103.41336334092303</c:v>
                </c:pt>
                <c:pt idx="677">
                  <c:v>105.06729729492113</c:v>
                </c:pt>
                <c:pt idx="678">
                  <c:v>105.72002557287425</c:v>
                </c:pt>
                <c:pt idx="679">
                  <c:v>106.08344776657366</c:v>
                </c:pt>
                <c:pt idx="680">
                  <c:v>106.52252268884401</c:v>
                </c:pt>
                <c:pt idx="681">
                  <c:v>106.25257296523228</c:v>
                </c:pt>
                <c:pt idx="682">
                  <c:v>107.46403445793405</c:v>
                </c:pt>
                <c:pt idx="683">
                  <c:v>108.07791062387838</c:v>
                </c:pt>
                <c:pt idx="684">
                  <c:v>108.4903259711195</c:v>
                </c:pt>
                <c:pt idx="685">
                  <c:v>110.5788466028027</c:v>
                </c:pt>
                <c:pt idx="686">
                  <c:v>111.04336536291882</c:v>
                </c:pt>
                <c:pt idx="687">
                  <c:v>113.6403589384423</c:v>
                </c:pt>
                <c:pt idx="688">
                  <c:v>114.72853338881598</c:v>
                </c:pt>
                <c:pt idx="689">
                  <c:v>114.3700548283207</c:v>
                </c:pt>
                <c:pt idx="690">
                  <c:v>114.53978613731392</c:v>
                </c:pt>
                <c:pt idx="691">
                  <c:v>116.04192173606397</c:v>
                </c:pt>
                <c:pt idx="692">
                  <c:v>114.58154757892852</c:v>
                </c:pt>
                <c:pt idx="693">
                  <c:v>115.19913991917862</c:v>
                </c:pt>
                <c:pt idx="694">
                  <c:v>115.63236531505511</c:v>
                </c:pt>
                <c:pt idx="695">
                  <c:v>112.94211192088609</c:v>
                </c:pt>
                <c:pt idx="696">
                  <c:v>112.16377071935172</c:v>
                </c:pt>
                <c:pt idx="697">
                  <c:v>113.01271366488186</c:v>
                </c:pt>
                <c:pt idx="698">
                  <c:v>113.26681250433444</c:v>
                </c:pt>
                <c:pt idx="699">
                  <c:v>113.31592668458121</c:v>
                </c:pt>
                <c:pt idx="700">
                  <c:v>112.3068906100272</c:v>
                </c:pt>
                <c:pt idx="701">
                  <c:v>111.75057314301161</c:v>
                </c:pt>
                <c:pt idx="702">
                  <c:v>110.88105175039375</c:v>
                </c:pt>
                <c:pt idx="703">
                  <c:v>112.83356464183794</c:v>
                </c:pt>
                <c:pt idx="704">
                  <c:v>112.17857475670098</c:v>
                </c:pt>
                <c:pt idx="705">
                  <c:v>111.57024012909496</c:v>
                </c:pt>
                <c:pt idx="706">
                  <c:v>111.53344449426153</c:v>
                </c:pt>
                <c:pt idx="707">
                  <c:v>110.82125039438667</c:v>
                </c:pt>
                <c:pt idx="708">
                  <c:v>110.8556809779034</c:v>
                </c:pt>
                <c:pt idx="709">
                  <c:v>111.15494983594465</c:v>
                </c:pt>
                <c:pt idx="710">
                  <c:v>111.01135492277814</c:v>
                </c:pt>
                <c:pt idx="711">
                  <c:v>110.03810749007786</c:v>
                </c:pt>
                <c:pt idx="712">
                  <c:v>109.35599883173555</c:v>
                </c:pt>
                <c:pt idx="713">
                  <c:v>109.6250196094518</c:v>
                </c:pt>
                <c:pt idx="714">
                  <c:v>110.3619728036679</c:v>
                </c:pt>
                <c:pt idx="715">
                  <c:v>111.26966234623772</c:v>
                </c:pt>
                <c:pt idx="716">
                  <c:v>110.56166188518364</c:v>
                </c:pt>
                <c:pt idx="717">
                  <c:v>111.40906821158849</c:v>
                </c:pt>
                <c:pt idx="718">
                  <c:v>110.9312822286104</c:v>
                </c:pt>
                <c:pt idx="719">
                  <c:v>109.97770891270333</c:v>
                </c:pt>
                <c:pt idx="720">
                  <c:v>107.76097977906504</c:v>
                </c:pt>
                <c:pt idx="721">
                  <c:v>106.83370295807224</c:v>
                </c:pt>
                <c:pt idx="722">
                  <c:v>105.92654900018643</c:v>
                </c:pt>
                <c:pt idx="723">
                  <c:v>105.98343877992561</c:v>
                </c:pt>
                <c:pt idx="724">
                  <c:v>106.44526388998763</c:v>
                </c:pt>
                <c:pt idx="725">
                  <c:v>106.95471745294932</c:v>
                </c:pt>
                <c:pt idx="726">
                  <c:v>106.84790625753955</c:v>
                </c:pt>
                <c:pt idx="727">
                  <c:v>106.03158884913255</c:v>
                </c:pt>
                <c:pt idx="728">
                  <c:v>106.20509103376715</c:v>
                </c:pt>
                <c:pt idx="729">
                  <c:v>106.68708120510932</c:v>
                </c:pt>
                <c:pt idx="730">
                  <c:v>106.1724495746481</c:v>
                </c:pt>
                <c:pt idx="731">
                  <c:v>106.2357959679253</c:v>
                </c:pt>
                <c:pt idx="732">
                  <c:v>105.3557027607567</c:v>
                </c:pt>
                <c:pt idx="733">
                  <c:v>106.11927860660049</c:v>
                </c:pt>
                <c:pt idx="734">
                  <c:v>107.20716665640995</c:v>
                </c:pt>
                <c:pt idx="735">
                  <c:v>107.49721482288956</c:v>
                </c:pt>
                <c:pt idx="736">
                  <c:v>107.67230686277075</c:v>
                </c:pt>
                <c:pt idx="737">
                  <c:v>107.94481748801678</c:v>
                </c:pt>
                <c:pt idx="738">
                  <c:v>108.8200053529162</c:v>
                </c:pt>
                <c:pt idx="739">
                  <c:v>108.59313136818764</c:v>
                </c:pt>
                <c:pt idx="740">
                  <c:v>108.27269621906302</c:v>
                </c:pt>
                <c:pt idx="741">
                  <c:v>108.71330277872998</c:v>
                </c:pt>
                <c:pt idx="742">
                  <c:v>108.13389089623236</c:v>
                </c:pt>
                <c:pt idx="743">
                  <c:v>107.76231937570128</c:v>
                </c:pt>
                <c:pt idx="744">
                  <c:v>106.78528123812545</c:v>
                </c:pt>
                <c:pt idx="745">
                  <c:v>106.99110898166603</c:v>
                </c:pt>
                <c:pt idx="746">
                  <c:v>105.66774672500149</c:v>
                </c:pt>
                <c:pt idx="747">
                  <c:v>104.73828048305164</c:v>
                </c:pt>
                <c:pt idx="748">
                  <c:v>105.68578839765111</c:v>
                </c:pt>
                <c:pt idx="749">
                  <c:v>105.98330495701524</c:v>
                </c:pt>
                <c:pt idx="750">
                  <c:v>105.95336339953148</c:v>
                </c:pt>
                <c:pt idx="751">
                  <c:v>105.77564628162764</c:v>
                </c:pt>
                <c:pt idx="752">
                  <c:v>100</c:v>
                </c:pt>
                <c:pt idx="753">
                  <c:v>100</c:v>
                </c:pt>
                <c:pt idx="754">
                  <c:v>99.583754573513517</c:v>
                </c:pt>
                <c:pt idx="755">
                  <c:v>99.789535995960577</c:v>
                </c:pt>
                <c:pt idx="756">
                  <c:v>100.31752617392021</c:v>
                </c:pt>
                <c:pt idx="757">
                  <c:v>100.4268893733218</c:v>
                </c:pt>
                <c:pt idx="758">
                  <c:v>99.563905113862589</c:v>
                </c:pt>
                <c:pt idx="759">
                  <c:v>98.29189177337733</c:v>
                </c:pt>
                <c:pt idx="760">
                  <c:v>96.618245989735229</c:v>
                </c:pt>
                <c:pt idx="761">
                  <c:v>97.915273762911383</c:v>
                </c:pt>
                <c:pt idx="762">
                  <c:v>98.170723093994013</c:v>
                </c:pt>
                <c:pt idx="763">
                  <c:v>99.181403750186234</c:v>
                </c:pt>
                <c:pt idx="764">
                  <c:v>99.502219353991151</c:v>
                </c:pt>
                <c:pt idx="765">
                  <c:v>100.52389775413862</c:v>
                </c:pt>
                <c:pt idx="766">
                  <c:v>100.63876670619769</c:v>
                </c:pt>
                <c:pt idx="767">
                  <c:v>100.54563289200031</c:v>
                </c:pt>
                <c:pt idx="768">
                  <c:v>101.35264895760676</c:v>
                </c:pt>
                <c:pt idx="769">
                  <c:v>101.12213716296847</c:v>
                </c:pt>
                <c:pt idx="770">
                  <c:v>101.26993351552383</c:v>
                </c:pt>
                <c:pt idx="771">
                  <c:v>101.5651553147971</c:v>
                </c:pt>
                <c:pt idx="772">
                  <c:v>101.88512078271044</c:v>
                </c:pt>
                <c:pt idx="773">
                  <c:v>101.66348255457552</c:v>
                </c:pt>
                <c:pt idx="774">
                  <c:v>99.837012129113702</c:v>
                </c:pt>
                <c:pt idx="775">
                  <c:v>101.623373119036</c:v>
                </c:pt>
                <c:pt idx="776">
                  <c:v>101.88895164771456</c:v>
                </c:pt>
                <c:pt idx="777">
                  <c:v>102.4894641914171</c:v>
                </c:pt>
                <c:pt idx="778">
                  <c:v>103.06892297052859</c:v>
                </c:pt>
                <c:pt idx="779">
                  <c:v>103.06734971237643</c:v>
                </c:pt>
                <c:pt idx="780">
                  <c:v>102.71063918242945</c:v>
                </c:pt>
                <c:pt idx="781">
                  <c:v>103.30398865944942</c:v>
                </c:pt>
                <c:pt idx="782">
                  <c:v>103.5124875785132</c:v>
                </c:pt>
                <c:pt idx="783">
                  <c:v>104.62599804261396</c:v>
                </c:pt>
                <c:pt idx="784">
                  <c:v>105.89891405391138</c:v>
                </c:pt>
                <c:pt idx="785">
                  <c:v>105.70817240290972</c:v>
                </c:pt>
                <c:pt idx="786">
                  <c:v>105.29756811110612</c:v>
                </c:pt>
                <c:pt idx="787">
                  <c:v>106.67824663391566</c:v>
                </c:pt>
                <c:pt idx="788">
                  <c:v>105.60399807296335</c:v>
                </c:pt>
                <c:pt idx="789">
                  <c:v>104.3611120450653</c:v>
                </c:pt>
                <c:pt idx="790">
                  <c:v>105.57315951669811</c:v>
                </c:pt>
                <c:pt idx="791">
                  <c:v>104.51437677144968</c:v>
                </c:pt>
                <c:pt idx="792">
                  <c:v>102.02504684627202</c:v>
                </c:pt>
                <c:pt idx="793">
                  <c:v>102.03562403191627</c:v>
                </c:pt>
                <c:pt idx="794">
                  <c:v>101.62979456000811</c:v>
                </c:pt>
                <c:pt idx="795">
                  <c:v>103.72607913049637</c:v>
                </c:pt>
                <c:pt idx="796">
                  <c:v>105.18656470639699</c:v>
                </c:pt>
                <c:pt idx="797">
                  <c:v>104.93527744277343</c:v>
                </c:pt>
                <c:pt idx="798">
                  <c:v>103.49481046107327</c:v>
                </c:pt>
                <c:pt idx="799">
                  <c:v>103.13245163681705</c:v>
                </c:pt>
                <c:pt idx="800">
                  <c:v>103.31512680646672</c:v>
                </c:pt>
                <c:pt idx="801">
                  <c:v>102.84467250158238</c:v>
                </c:pt>
                <c:pt idx="802">
                  <c:v>104.10337181951729</c:v>
                </c:pt>
                <c:pt idx="803">
                  <c:v>105.20356891194284</c:v>
                </c:pt>
                <c:pt idx="804">
                  <c:v>106.48079845863846</c:v>
                </c:pt>
                <c:pt idx="805">
                  <c:v>106.3059859534454</c:v>
                </c:pt>
                <c:pt idx="806">
                  <c:v>106.06412057212447</c:v>
                </c:pt>
                <c:pt idx="807">
                  <c:v>105.19803972778101</c:v>
                </c:pt>
                <c:pt idx="808">
                  <c:v>105.62824689054641</c:v>
                </c:pt>
                <c:pt idx="809">
                  <c:v>105.01476473021526</c:v>
                </c:pt>
                <c:pt idx="810">
                  <c:v>105.21331158269849</c:v>
                </c:pt>
                <c:pt idx="811">
                  <c:v>105.12011537747154</c:v>
                </c:pt>
                <c:pt idx="812">
                  <c:v>104.20717124539344</c:v>
                </c:pt>
                <c:pt idx="813">
                  <c:v>102.4105049496636</c:v>
                </c:pt>
                <c:pt idx="814">
                  <c:v>103.27177368826533</c:v>
                </c:pt>
                <c:pt idx="815">
                  <c:v>103.36613849328286</c:v>
                </c:pt>
                <c:pt idx="816">
                  <c:v>102.53922108398007</c:v>
                </c:pt>
                <c:pt idx="817">
                  <c:v>101.12635529867021</c:v>
                </c:pt>
                <c:pt idx="818">
                  <c:v>93.120600595576761</c:v>
                </c:pt>
                <c:pt idx="819">
                  <c:v>93.224334933940611</c:v>
                </c:pt>
                <c:pt idx="820">
                  <c:v>92.373492006026126</c:v>
                </c:pt>
                <c:pt idx="821">
                  <c:v>95.66586542699379</c:v>
                </c:pt>
                <c:pt idx="822">
                  <c:v>97.185133580774973</c:v>
                </c:pt>
                <c:pt idx="823">
                  <c:v>98.581541244766328</c:v>
                </c:pt>
                <c:pt idx="824">
                  <c:v>99.514987385296294</c:v>
                </c:pt>
                <c:pt idx="825">
                  <c:v>98.477440649673071</c:v>
                </c:pt>
                <c:pt idx="826">
                  <c:v>99.218353465954692</c:v>
                </c:pt>
                <c:pt idx="827">
                  <c:v>99.671879438735942</c:v>
                </c:pt>
                <c:pt idx="828">
                  <c:v>99.843369598359516</c:v>
                </c:pt>
                <c:pt idx="829">
                  <c:v>101.91314700055551</c:v>
                </c:pt>
                <c:pt idx="830">
                  <c:v>101.62743997276301</c:v>
                </c:pt>
                <c:pt idx="831">
                  <c:v>102.01104131539563</c:v>
                </c:pt>
                <c:pt idx="832">
                  <c:v>102.5191309864984</c:v>
                </c:pt>
                <c:pt idx="833">
                  <c:v>102.83692597184405</c:v>
                </c:pt>
                <c:pt idx="834">
                  <c:v>103.47442635400074</c:v>
                </c:pt>
                <c:pt idx="835">
                  <c:v>103.39345404847684</c:v>
                </c:pt>
                <c:pt idx="836">
                  <c:v>105.37395128210879</c:v>
                </c:pt>
                <c:pt idx="837">
                  <c:v>105.96192136922711</c:v>
                </c:pt>
                <c:pt idx="838">
                  <c:v>105.75981980875586</c:v>
                </c:pt>
                <c:pt idx="839">
                  <c:v>105.75892522739167</c:v>
                </c:pt>
                <c:pt idx="840">
                  <c:v>105.40317390141027</c:v>
                </c:pt>
                <c:pt idx="841">
                  <c:v>105.85082368060743</c:v>
                </c:pt>
                <c:pt idx="842">
                  <c:v>108.03103097354791</c:v>
                </c:pt>
                <c:pt idx="843">
                  <c:v>107.56368413246059</c:v>
                </c:pt>
                <c:pt idx="844">
                  <c:v>109.12859518312251</c:v>
                </c:pt>
                <c:pt idx="845">
                  <c:v>109.1170905934115</c:v>
                </c:pt>
                <c:pt idx="846">
                  <c:v>109.01021336504756</c:v>
                </c:pt>
                <c:pt idx="847">
                  <c:v>108.47713018223995</c:v>
                </c:pt>
                <c:pt idx="848">
                  <c:v>108.55254829140084</c:v>
                </c:pt>
                <c:pt idx="849">
                  <c:v>109.21305943367628</c:v>
                </c:pt>
                <c:pt idx="850">
                  <c:v>108.35990376048879</c:v>
                </c:pt>
                <c:pt idx="851">
                  <c:v>108.88010993689949</c:v>
                </c:pt>
                <c:pt idx="852">
                  <c:v>108.24082243762196</c:v>
                </c:pt>
                <c:pt idx="853">
                  <c:v>108.21662271461953</c:v>
                </c:pt>
                <c:pt idx="854">
                  <c:v>108.80440200234491</c:v>
                </c:pt>
                <c:pt idx="855">
                  <c:v>107.61183838450872</c:v>
                </c:pt>
                <c:pt idx="856">
                  <c:v>107.28039705837186</c:v>
                </c:pt>
                <c:pt idx="857">
                  <c:v>107.68541581882445</c:v>
                </c:pt>
                <c:pt idx="858">
                  <c:v>109.01721036559188</c:v>
                </c:pt>
                <c:pt idx="859">
                  <c:v>109.96785718297242</c:v>
                </c:pt>
                <c:pt idx="860">
                  <c:v>109.99113517381983</c:v>
                </c:pt>
                <c:pt idx="861">
                  <c:v>111.00045624486422</c:v>
                </c:pt>
                <c:pt idx="862">
                  <c:v>111.68335749133844</c:v>
                </c:pt>
                <c:pt idx="863">
                  <c:v>112.41317260784248</c:v>
                </c:pt>
                <c:pt idx="864">
                  <c:v>111.83330758967264</c:v>
                </c:pt>
                <c:pt idx="865">
                  <c:v>110.65173464914754</c:v>
                </c:pt>
                <c:pt idx="866">
                  <c:v>111.40969397785801</c:v>
                </c:pt>
                <c:pt idx="867">
                  <c:v>111.29561751275114</c:v>
                </c:pt>
                <c:pt idx="868">
                  <c:v>110.96996321030666</c:v>
                </c:pt>
                <c:pt idx="869">
                  <c:v>110.63494439555249</c:v>
                </c:pt>
                <c:pt idx="870">
                  <c:v>109.92824566690129</c:v>
                </c:pt>
                <c:pt idx="871">
                  <c:v>112.67943316066686</c:v>
                </c:pt>
                <c:pt idx="872">
                  <c:v>113.50560392322247</c:v>
                </c:pt>
                <c:pt idx="873">
                  <c:v>114.08417035254165</c:v>
                </c:pt>
                <c:pt idx="874">
                  <c:v>114.23162759915837</c:v>
                </c:pt>
                <c:pt idx="875">
                  <c:v>113.69661299091715</c:v>
                </c:pt>
                <c:pt idx="876">
                  <c:v>114.29844123218784</c:v>
                </c:pt>
                <c:pt idx="877">
                  <c:v>114.39053439004724</c:v>
                </c:pt>
                <c:pt idx="878">
                  <c:v>115.01632813225859</c:v>
                </c:pt>
                <c:pt idx="879">
                  <c:v>114.01407454223599</c:v>
                </c:pt>
                <c:pt idx="880">
                  <c:v>114.51131263733944</c:v>
                </c:pt>
                <c:pt idx="881">
                  <c:v>114.16972519085347</c:v>
                </c:pt>
                <c:pt idx="882">
                  <c:v>114.48553872636319</c:v>
                </c:pt>
                <c:pt idx="883">
                  <c:v>114.28728290804169</c:v>
                </c:pt>
                <c:pt idx="884">
                  <c:v>114.23716515171461</c:v>
                </c:pt>
                <c:pt idx="885">
                  <c:v>115.33946364096283</c:v>
                </c:pt>
                <c:pt idx="886">
                  <c:v>115.25407431089633</c:v>
                </c:pt>
                <c:pt idx="887">
                  <c:v>115.41433241152072</c:v>
                </c:pt>
                <c:pt idx="888">
                  <c:v>116.17012014187755</c:v>
                </c:pt>
                <c:pt idx="889">
                  <c:v>116.54969284645112</c:v>
                </c:pt>
                <c:pt idx="890">
                  <c:v>116.04626809033032</c:v>
                </c:pt>
                <c:pt idx="891">
                  <c:v>117.63700326233501</c:v>
                </c:pt>
                <c:pt idx="892">
                  <c:v>117.83520617380725</c:v>
                </c:pt>
                <c:pt idx="893">
                  <c:v>116.95133049660888</c:v>
                </c:pt>
                <c:pt idx="894">
                  <c:v>116.7334982142591</c:v>
                </c:pt>
                <c:pt idx="895">
                  <c:v>116.44235647217955</c:v>
                </c:pt>
                <c:pt idx="896">
                  <c:v>116.45715383913304</c:v>
                </c:pt>
                <c:pt idx="897">
                  <c:v>115.59800462887516</c:v>
                </c:pt>
                <c:pt idx="898">
                  <c:v>114.01248761570612</c:v>
                </c:pt>
                <c:pt idx="899">
                  <c:v>115.02354122334323</c:v>
                </c:pt>
                <c:pt idx="900">
                  <c:v>115.86503935116603</c:v>
                </c:pt>
                <c:pt idx="901">
                  <c:v>115.70956462479579</c:v>
                </c:pt>
                <c:pt idx="902">
                  <c:v>117.20022272574748</c:v>
                </c:pt>
                <c:pt idx="903">
                  <c:v>116.58042047499902</c:v>
                </c:pt>
                <c:pt idx="904">
                  <c:v>116.7532544128032</c:v>
                </c:pt>
                <c:pt idx="905">
                  <c:v>116.90335365452252</c:v>
                </c:pt>
                <c:pt idx="906">
                  <c:v>118.73556963363322</c:v>
                </c:pt>
                <c:pt idx="907">
                  <c:v>118.27070402149334</c:v>
                </c:pt>
                <c:pt idx="908">
                  <c:v>118.31320086698057</c:v>
                </c:pt>
                <c:pt idx="909">
                  <c:v>118.37432733915776</c:v>
                </c:pt>
                <c:pt idx="910">
                  <c:v>118.15560902980253</c:v>
                </c:pt>
                <c:pt idx="911">
                  <c:v>117.14633742526743</c:v>
                </c:pt>
                <c:pt idx="912">
                  <c:v>117.31911250536407</c:v>
                </c:pt>
                <c:pt idx="913">
                  <c:v>117.76690956830311</c:v>
                </c:pt>
                <c:pt idx="914">
                  <c:v>119.52494084660921</c:v>
                </c:pt>
                <c:pt idx="915">
                  <c:v>118.47860153194428</c:v>
                </c:pt>
                <c:pt idx="916">
                  <c:v>118.00461195234341</c:v>
                </c:pt>
                <c:pt idx="917">
                  <c:v>117.27471956766415</c:v>
                </c:pt>
                <c:pt idx="918">
                  <c:v>117.01236928660884</c:v>
                </c:pt>
                <c:pt idx="919">
                  <c:v>117.66343669577405</c:v>
                </c:pt>
                <c:pt idx="920">
                  <c:v>117.80816742650447</c:v>
                </c:pt>
                <c:pt idx="921">
                  <c:v>117.30277275033566</c:v>
                </c:pt>
                <c:pt idx="922">
                  <c:v>118.65006221622308</c:v>
                </c:pt>
                <c:pt idx="923">
                  <c:v>119.22183546189332</c:v>
                </c:pt>
                <c:pt idx="924">
                  <c:v>120.44700466896894</c:v>
                </c:pt>
                <c:pt idx="925">
                  <c:v>121.57348698127014</c:v>
                </c:pt>
                <c:pt idx="926">
                  <c:v>121.8141177454667</c:v>
                </c:pt>
                <c:pt idx="927">
                  <c:v>123.26898013224138</c:v>
                </c:pt>
                <c:pt idx="928">
                  <c:v>123.5542250386972</c:v>
                </c:pt>
                <c:pt idx="929">
                  <c:v>124.58754917547499</c:v>
                </c:pt>
                <c:pt idx="930">
                  <c:v>125.32631075649607</c:v>
                </c:pt>
                <c:pt idx="931">
                  <c:v>125.13832174936778</c:v>
                </c:pt>
                <c:pt idx="932">
                  <c:v>124.68058982154781</c:v>
                </c:pt>
                <c:pt idx="933">
                  <c:v>124.94330449968932</c:v>
                </c:pt>
                <c:pt idx="934">
                  <c:v>125.20470282938757</c:v>
                </c:pt>
                <c:pt idx="935">
                  <c:v>125.7038131202886</c:v>
                </c:pt>
                <c:pt idx="936">
                  <c:v>124.95160473819234</c:v>
                </c:pt>
                <c:pt idx="937">
                  <c:v>123.25498073818756</c:v>
                </c:pt>
                <c:pt idx="938">
                  <c:v>124.56946461020871</c:v>
                </c:pt>
                <c:pt idx="939">
                  <c:v>125.15825442805225</c:v>
                </c:pt>
                <c:pt idx="940">
                  <c:v>125.77964155972292</c:v>
                </c:pt>
                <c:pt idx="941">
                  <c:v>127.1726127890341</c:v>
                </c:pt>
                <c:pt idx="942">
                  <c:v>127.74734919018863</c:v>
                </c:pt>
                <c:pt idx="943">
                  <c:v>127.59463705678286</c:v>
                </c:pt>
                <c:pt idx="944">
                  <c:v>127.87196230071781</c:v>
                </c:pt>
                <c:pt idx="945">
                  <c:v>127.57559830858752</c:v>
                </c:pt>
                <c:pt idx="946">
                  <c:v>127.93403551725113</c:v>
                </c:pt>
                <c:pt idx="947">
                  <c:v>126.98274172999923</c:v>
                </c:pt>
                <c:pt idx="948">
                  <c:v>125.83383825745773</c:v>
                </c:pt>
                <c:pt idx="949">
                  <c:v>124.50141310567922</c:v>
                </c:pt>
                <c:pt idx="950">
                  <c:v>126.98477292529084</c:v>
                </c:pt>
                <c:pt idx="951">
                  <c:v>128.21840081247061</c:v>
                </c:pt>
                <c:pt idx="952">
                  <c:v>126.60417853273992</c:v>
                </c:pt>
                <c:pt idx="953">
                  <c:v>128.61840383625045</c:v>
                </c:pt>
                <c:pt idx="954">
                  <c:v>128.6542152644125</c:v>
                </c:pt>
                <c:pt idx="955">
                  <c:v>128.32191022698868</c:v>
                </c:pt>
                <c:pt idx="956">
                  <c:v>128.44261446048131</c:v>
                </c:pt>
                <c:pt idx="957">
                  <c:v>129.18876617062034</c:v>
                </c:pt>
                <c:pt idx="958">
                  <c:v>130.91299136701539</c:v>
                </c:pt>
                <c:pt idx="959">
                  <c:v>130.42275017947401</c:v>
                </c:pt>
                <c:pt idx="960">
                  <c:v>131.69903539934964</c:v>
                </c:pt>
                <c:pt idx="961">
                  <c:v>131.25853371670726</c:v>
                </c:pt>
                <c:pt idx="962">
                  <c:v>130.31878998744276</c:v>
                </c:pt>
                <c:pt idx="963">
                  <c:v>131.1449282992244</c:v>
                </c:pt>
                <c:pt idx="964">
                  <c:v>129.55973160959758</c:v>
                </c:pt>
                <c:pt idx="965">
                  <c:v>128.59020402071201</c:v>
                </c:pt>
                <c:pt idx="966">
                  <c:v>129.59613440429911</c:v>
                </c:pt>
                <c:pt idx="967">
                  <c:v>128.46697699524626</c:v>
                </c:pt>
                <c:pt idx="968">
                  <c:v>130.19438952711403</c:v>
                </c:pt>
                <c:pt idx="969">
                  <c:v>130.42322094815151</c:v>
                </c:pt>
                <c:pt idx="970">
                  <c:v>130.89380654384621</c:v>
                </c:pt>
                <c:pt idx="971">
                  <c:v>131.08590173615525</c:v>
                </c:pt>
                <c:pt idx="972">
                  <c:v>128.83718528049241</c:v>
                </c:pt>
                <c:pt idx="973">
                  <c:v>129.04500589469683</c:v>
                </c:pt>
                <c:pt idx="974">
                  <c:v>126.61845008557687</c:v>
                </c:pt>
                <c:pt idx="975">
                  <c:v>126.48480747746152</c:v>
                </c:pt>
                <c:pt idx="976">
                  <c:v>127.528551288104</c:v>
                </c:pt>
                <c:pt idx="977">
                  <c:v>124.03434418826889</c:v>
                </c:pt>
                <c:pt idx="978">
                  <c:v>124.79125235365719</c:v>
                </c:pt>
                <c:pt idx="979">
                  <c:v>125.88286124182932</c:v>
                </c:pt>
                <c:pt idx="980">
                  <c:v>127.52141658098024</c:v>
                </c:pt>
                <c:pt idx="981">
                  <c:v>127.0995508478148</c:v>
                </c:pt>
                <c:pt idx="982">
                  <c:v>127.22447991172471</c:v>
                </c:pt>
                <c:pt idx="983">
                  <c:v>127.74516159890312</c:v>
                </c:pt>
                <c:pt idx="984">
                  <c:v>127.66002452943748</c:v>
                </c:pt>
                <c:pt idx="985">
                  <c:v>128.01720434034746</c:v>
                </c:pt>
                <c:pt idx="986">
                  <c:v>128.82462813272676</c:v>
                </c:pt>
                <c:pt idx="987">
                  <c:v>128.93065020416245</c:v>
                </c:pt>
                <c:pt idx="988">
                  <c:v>128.21598457805294</c:v>
                </c:pt>
                <c:pt idx="989">
                  <c:v>128.54856484267125</c:v>
                </c:pt>
                <c:pt idx="990">
                  <c:v>128.01151466897687</c:v>
                </c:pt>
                <c:pt idx="991">
                  <c:v>129.24397804758109</c:v>
                </c:pt>
                <c:pt idx="992">
                  <c:v>127.74614646594489</c:v>
                </c:pt>
                <c:pt idx="993">
                  <c:v>125.77302969128624</c:v>
                </c:pt>
                <c:pt idx="994">
                  <c:v>126.35977325072814</c:v>
                </c:pt>
                <c:pt idx="995">
                  <c:v>126.28688639491692</c:v>
                </c:pt>
                <c:pt idx="996">
                  <c:v>127.24459818280097</c:v>
                </c:pt>
                <c:pt idx="997">
                  <c:v>128.67185286443413</c:v>
                </c:pt>
                <c:pt idx="998">
                  <c:v>128.97809072514815</c:v>
                </c:pt>
                <c:pt idx="999">
                  <c:v>129.43770637855351</c:v>
                </c:pt>
                <c:pt idx="1000">
                  <c:v>129.93366745666751</c:v>
                </c:pt>
                <c:pt idx="1001">
                  <c:v>130.32912792998835</c:v>
                </c:pt>
                <c:pt idx="1002">
                  <c:v>130.41070675814382</c:v>
                </c:pt>
                <c:pt idx="1003">
                  <c:v>130.58179309624524</c:v>
                </c:pt>
                <c:pt idx="1004">
                  <c:v>132.91568427914862</c:v>
                </c:pt>
                <c:pt idx="1005">
                  <c:v>134.92711537576014</c:v>
                </c:pt>
                <c:pt idx="1006">
                  <c:v>136.41942344514624</c:v>
                </c:pt>
                <c:pt idx="1007">
                  <c:v>136.0304564739717</c:v>
                </c:pt>
                <c:pt idx="1008">
                  <c:v>135.07515617841489</c:v>
                </c:pt>
                <c:pt idx="1009">
                  <c:v>135.04248224728761</c:v>
                </c:pt>
                <c:pt idx="1010">
                  <c:v>136.33059135761272</c:v>
                </c:pt>
                <c:pt idx="1011">
                  <c:v>136.89634261367146</c:v>
                </c:pt>
                <c:pt idx="1012">
                  <c:v>137.55697370293367</c:v>
                </c:pt>
                <c:pt idx="1013">
                  <c:v>137.45085223356858</c:v>
                </c:pt>
                <c:pt idx="1014">
                  <c:v>138.07552888810611</c:v>
                </c:pt>
                <c:pt idx="1015">
                  <c:v>137.67242407244103</c:v>
                </c:pt>
                <c:pt idx="1016">
                  <c:v>137.64601955645372</c:v>
                </c:pt>
                <c:pt idx="1017">
                  <c:v>139.02342101600584</c:v>
                </c:pt>
                <c:pt idx="1018">
                  <c:v>139.57636146896579</c:v>
                </c:pt>
                <c:pt idx="1019">
                  <c:v>140.342376121169</c:v>
                </c:pt>
                <c:pt idx="1020">
                  <c:v>142.15983797003074</c:v>
                </c:pt>
                <c:pt idx="1021">
                  <c:v>144.75504007940168</c:v>
                </c:pt>
                <c:pt idx="1022">
                  <c:v>144.56680597129886</c:v>
                </c:pt>
                <c:pt idx="1023">
                  <c:v>142.08469741261831</c:v>
                </c:pt>
                <c:pt idx="1024">
                  <c:v>138.90725877507921</c:v>
                </c:pt>
                <c:pt idx="1025">
                  <c:v>142.82049230483301</c:v>
                </c:pt>
                <c:pt idx="1026">
                  <c:v>142.51077821307419</c:v>
                </c:pt>
                <c:pt idx="1027">
                  <c:v>140.17313045791272</c:v>
                </c:pt>
                <c:pt idx="1028">
                  <c:v>140.06661595295606</c:v>
                </c:pt>
                <c:pt idx="1029">
                  <c:v>143.14950819131855</c:v>
                </c:pt>
                <c:pt idx="1030">
                  <c:v>144.09747117162445</c:v>
                </c:pt>
                <c:pt idx="1031">
                  <c:v>145.46887797832025</c:v>
                </c:pt>
                <c:pt idx="1032">
                  <c:v>146.02276182827856</c:v>
                </c:pt>
                <c:pt idx="1033">
                  <c:v>144.59824175197963</c:v>
                </c:pt>
                <c:pt idx="1034">
                  <c:v>144.65213393313951</c:v>
                </c:pt>
                <c:pt idx="1035">
                  <c:v>145.13417065380304</c:v>
                </c:pt>
                <c:pt idx="1036">
                  <c:v>145.36281313509079</c:v>
                </c:pt>
                <c:pt idx="1037">
                  <c:v>145.7241326977414</c:v>
                </c:pt>
                <c:pt idx="1038">
                  <c:v>147.16262641203576</c:v>
                </c:pt>
                <c:pt idx="1039">
                  <c:v>147.99388246192001</c:v>
                </c:pt>
                <c:pt idx="1040">
                  <c:v>150.12680907020822</c:v>
                </c:pt>
                <c:pt idx="1041">
                  <c:v>150.56422039777107</c:v>
                </c:pt>
                <c:pt idx="1042">
                  <c:v>149.76641244848071</c:v>
                </c:pt>
                <c:pt idx="1043">
                  <c:v>147.44878877346719</c:v>
                </c:pt>
                <c:pt idx="1044">
                  <c:v>142.04119682471065</c:v>
                </c:pt>
                <c:pt idx="1045">
                  <c:v>136.87280799206152</c:v>
                </c:pt>
                <c:pt idx="1046">
                  <c:v>139.80109414339526</c:v>
                </c:pt>
                <c:pt idx="1047">
                  <c:v>139.44755421213213</c:v>
                </c:pt>
                <c:pt idx="1048">
                  <c:v>135.24910915651805</c:v>
                </c:pt>
                <c:pt idx="1049">
                  <c:v>139.87624474288103</c:v>
                </c:pt>
                <c:pt idx="1050">
                  <c:v>141.0047238470745</c:v>
                </c:pt>
                <c:pt idx="1051">
                  <c:v>138.7391815256492</c:v>
                </c:pt>
                <c:pt idx="1052">
                  <c:v>136.63484051588227</c:v>
                </c:pt>
                <c:pt idx="1053">
                  <c:v>137.55357678567154</c:v>
                </c:pt>
                <c:pt idx="1054">
                  <c:v>139.04841871190777</c:v>
                </c:pt>
                <c:pt idx="1055">
                  <c:v>141.09596807781031</c:v>
                </c:pt>
                <c:pt idx="1056">
                  <c:v>137.26163204965562</c:v>
                </c:pt>
                <c:pt idx="1057">
                  <c:v>136.0638754711492</c:v>
                </c:pt>
                <c:pt idx="1058">
                  <c:v>132.03041042920572</c:v>
                </c:pt>
                <c:pt idx="1059">
                  <c:v>134.25734637171269</c:v>
                </c:pt>
                <c:pt idx="1060">
                  <c:v>136.92358210945807</c:v>
                </c:pt>
                <c:pt idx="1061">
                  <c:v>134.67639446647479</c:v>
                </c:pt>
                <c:pt idx="1062">
                  <c:v>133.63828835017526</c:v>
                </c:pt>
                <c:pt idx="1063">
                  <c:v>131.30815652899466</c:v>
                </c:pt>
                <c:pt idx="1064">
                  <c:v>129.91427174995863</c:v>
                </c:pt>
                <c:pt idx="1065">
                  <c:v>135.52968812518822</c:v>
                </c:pt>
                <c:pt idx="1066">
                  <c:v>133.38085989381085</c:v>
                </c:pt>
                <c:pt idx="1067">
                  <c:v>134.82291333712996</c:v>
                </c:pt>
                <c:pt idx="1068">
                  <c:v>135.70991014650292</c:v>
                </c:pt>
                <c:pt idx="1069">
                  <c:v>143.15451230522135</c:v>
                </c:pt>
                <c:pt idx="1070">
                  <c:v>142.13285268747026</c:v>
                </c:pt>
                <c:pt idx="1071">
                  <c:v>143.88905751720168</c:v>
                </c:pt>
                <c:pt idx="1072">
                  <c:v>142.82114438872316</c:v>
                </c:pt>
                <c:pt idx="1073">
                  <c:v>145.52034964788342</c:v>
                </c:pt>
                <c:pt idx="1074">
                  <c:v>147.22639171792218</c:v>
                </c:pt>
                <c:pt idx="1075">
                  <c:v>149.07431926458634</c:v>
                </c:pt>
                <c:pt idx="1076">
                  <c:v>148.50456373179446</c:v>
                </c:pt>
                <c:pt idx="1077">
                  <c:v>148.80661888300989</c:v>
                </c:pt>
                <c:pt idx="1078">
                  <c:v>150.21078869774254</c:v>
                </c:pt>
                <c:pt idx="1079">
                  <c:v>149.42874410706898</c:v>
                </c:pt>
                <c:pt idx="1080">
                  <c:v>148.70772017487428</c:v>
                </c:pt>
                <c:pt idx="1081">
                  <c:v>149.70109192298131</c:v>
                </c:pt>
                <c:pt idx="1082">
                  <c:v>151.55527912165866</c:v>
                </c:pt>
                <c:pt idx="1083">
                  <c:v>150.3409755308885</c:v>
                </c:pt>
                <c:pt idx="1084">
                  <c:v>150.48444970070469</c:v>
                </c:pt>
                <c:pt idx="1085">
                  <c:v>148.79138728936783</c:v>
                </c:pt>
                <c:pt idx="1086">
                  <c:v>148.90377064231791</c:v>
                </c:pt>
                <c:pt idx="1087">
                  <c:v>153.29142258539585</c:v>
                </c:pt>
                <c:pt idx="1088">
                  <c:v>153.26833585885214</c:v>
                </c:pt>
                <c:pt idx="1089">
                  <c:v>158.02125957130397</c:v>
                </c:pt>
                <c:pt idx="1090">
                  <c:v>160.29337535953346</c:v>
                </c:pt>
                <c:pt idx="1091">
                  <c:v>159.11529678157436</c:v>
                </c:pt>
                <c:pt idx="1092">
                  <c:v>160.28543114972226</c:v>
                </c:pt>
                <c:pt idx="1093">
                  <c:v>157.96911340915008</c:v>
                </c:pt>
                <c:pt idx="1094">
                  <c:v>158.5567500622416</c:v>
                </c:pt>
                <c:pt idx="1095">
                  <c:v>159.62709402333667</c:v>
                </c:pt>
                <c:pt idx="1096">
                  <c:v>155.11000170789566</c:v>
                </c:pt>
                <c:pt idx="1097">
                  <c:v>154.62346390681665</c:v>
                </c:pt>
                <c:pt idx="1098">
                  <c:v>152.37467948119462</c:v>
                </c:pt>
                <c:pt idx="1099">
                  <c:v>152.24308508410618</c:v>
                </c:pt>
                <c:pt idx="1100">
                  <c:v>155.79314424307583</c:v>
                </c:pt>
                <c:pt idx="1101">
                  <c:v>156.77227205404742</c:v>
                </c:pt>
                <c:pt idx="1102">
                  <c:v>159.96707687668248</c:v>
                </c:pt>
                <c:pt idx="1103">
                  <c:v>161.70775675405616</c:v>
                </c:pt>
                <c:pt idx="1104">
                  <c:v>160.36520742571838</c:v>
                </c:pt>
                <c:pt idx="1105">
                  <c:v>162.91864501709657</c:v>
                </c:pt>
                <c:pt idx="1106">
                  <c:v>164.87873750161634</c:v>
                </c:pt>
                <c:pt idx="1107">
                  <c:v>166.35828655896691</c:v>
                </c:pt>
                <c:pt idx="1108">
                  <c:v>166.24103717062215</c:v>
                </c:pt>
                <c:pt idx="1109">
                  <c:v>163.56213289248316</c:v>
                </c:pt>
                <c:pt idx="1110">
                  <c:v>159.68237284745305</c:v>
                </c:pt>
                <c:pt idx="1111">
                  <c:v>153.90949629778453</c:v>
                </c:pt>
                <c:pt idx="1112">
                  <c:v>159.16815667479074</c:v>
                </c:pt>
                <c:pt idx="1113">
                  <c:v>154.9984488716014</c:v>
                </c:pt>
                <c:pt idx="1114">
                  <c:v>154.76939271268253</c:v>
                </c:pt>
                <c:pt idx="1115">
                  <c:v>159.55425031124787</c:v>
                </c:pt>
                <c:pt idx="1116">
                  <c:v>164.01547001849687</c:v>
                </c:pt>
                <c:pt idx="1117">
                  <c:v>165.07327914754492</c:v>
                </c:pt>
                <c:pt idx="1118">
                  <c:v>165.75556726965414</c:v>
                </c:pt>
                <c:pt idx="1119">
                  <c:v>166.4429296142149</c:v>
                </c:pt>
                <c:pt idx="1120">
                  <c:v>167.62500121806562</c:v>
                </c:pt>
                <c:pt idx="1121">
                  <c:v>161.20086301949905</c:v>
                </c:pt>
                <c:pt idx="1122">
                  <c:v>160.88101656875085</c:v>
                </c:pt>
                <c:pt idx="1123">
                  <c:v>163.29250313108065</c:v>
                </c:pt>
                <c:pt idx="1124">
                  <c:v>158.66459514191212</c:v>
                </c:pt>
                <c:pt idx="1125">
                  <c:v>158.71358865093913</c:v>
                </c:pt>
                <c:pt idx="1126">
                  <c:v>160.1983151409392</c:v>
                </c:pt>
                <c:pt idx="1127">
                  <c:v>160.10863784556861</c:v>
                </c:pt>
                <c:pt idx="1128">
                  <c:v>156.59893675643511</c:v>
                </c:pt>
                <c:pt idx="1129">
                  <c:v>160.05818935169739</c:v>
                </c:pt>
                <c:pt idx="1130">
                  <c:v>156.89347746138421</c:v>
                </c:pt>
                <c:pt idx="1131">
                  <c:v>155.98124724633286</c:v>
                </c:pt>
                <c:pt idx="1132">
                  <c:v>155.8207370710719</c:v>
                </c:pt>
                <c:pt idx="1133">
                  <c:v>157.20491609326999</c:v>
                </c:pt>
                <c:pt idx="1134">
                  <c:v>153.37071898046275</c:v>
                </c:pt>
                <c:pt idx="1135">
                  <c:v>153.70075636896132</c:v>
                </c:pt>
                <c:pt idx="1136">
                  <c:v>156.97560534919623</c:v>
                </c:pt>
                <c:pt idx="1137">
                  <c:v>154.72357036023249</c:v>
                </c:pt>
                <c:pt idx="1138">
                  <c:v>150.69202381920235</c:v>
                </c:pt>
                <c:pt idx="1139">
                  <c:v>150.34319873434126</c:v>
                </c:pt>
                <c:pt idx="1140">
                  <c:v>153.72611734616376</c:v>
                </c:pt>
                <c:pt idx="1141">
                  <c:v>153.83732112742837</c:v>
                </c:pt>
                <c:pt idx="1142">
                  <c:v>155.45229302933529</c:v>
                </c:pt>
                <c:pt idx="1143">
                  <c:v>151.37812486075879</c:v>
                </c:pt>
                <c:pt idx="1144">
                  <c:v>152.80067315736656</c:v>
                </c:pt>
                <c:pt idx="1145">
                  <c:v>147.14744140245625</c:v>
                </c:pt>
                <c:pt idx="1146">
                  <c:v>145.01865519678375</c:v>
                </c:pt>
                <c:pt idx="1147">
                  <c:v>145.33240555113878</c:v>
                </c:pt>
                <c:pt idx="1148">
                  <c:v>154.89791172481949</c:v>
                </c:pt>
                <c:pt idx="1149">
                  <c:v>153.55032545987646</c:v>
                </c:pt>
                <c:pt idx="1150">
                  <c:v>153.53513124506281</c:v>
                </c:pt>
                <c:pt idx="1151">
                  <c:v>156.86403651997054</c:v>
                </c:pt>
                <c:pt idx="1152">
                  <c:v>154.21090940718338</c:v>
                </c:pt>
                <c:pt idx="1153">
                  <c:v>154.14802092306857</c:v>
                </c:pt>
                <c:pt idx="1154">
                  <c:v>155.2884982592621</c:v>
                </c:pt>
                <c:pt idx="1155">
                  <c:v>154.8562843555132</c:v>
                </c:pt>
                <c:pt idx="1156">
                  <c:v>156.38674830525107</c:v>
                </c:pt>
                <c:pt idx="1157">
                  <c:v>157.63954176829276</c:v>
                </c:pt>
                <c:pt idx="1158">
                  <c:v>158.1786690704659</c:v>
                </c:pt>
                <c:pt idx="1159">
                  <c:v>158.9540844980213</c:v>
                </c:pt>
                <c:pt idx="1160">
                  <c:v>157.56319699892231</c:v>
                </c:pt>
                <c:pt idx="1161">
                  <c:v>155.12958644733652</c:v>
                </c:pt>
                <c:pt idx="1162">
                  <c:v>158.06725217408993</c:v>
                </c:pt>
                <c:pt idx="1163">
                  <c:v>160.10469363531121</c:v>
                </c:pt>
                <c:pt idx="1164">
                  <c:v>157.56584885013385</c:v>
                </c:pt>
                <c:pt idx="1165">
                  <c:v>158.44954014370833</c:v>
                </c:pt>
                <c:pt idx="1166">
                  <c:v>159.65925850520793</c:v>
                </c:pt>
                <c:pt idx="1167">
                  <c:v>160.18942846395137</c:v>
                </c:pt>
                <c:pt idx="1168">
                  <c:v>160.12828581287826</c:v>
                </c:pt>
                <c:pt idx="1169">
                  <c:v>159.86535383542818</c:v>
                </c:pt>
                <c:pt idx="1170">
                  <c:v>160.61277568187685</c:v>
                </c:pt>
                <c:pt idx="1171">
                  <c:v>158.12685727216041</c:v>
                </c:pt>
                <c:pt idx="1172">
                  <c:v>158.38536934262092</c:v>
                </c:pt>
                <c:pt idx="1173">
                  <c:v>160.51650641625221</c:v>
                </c:pt>
                <c:pt idx="1174">
                  <c:v>162.91497519719439</c:v>
                </c:pt>
                <c:pt idx="1175">
                  <c:v>163.2228576333776</c:v>
                </c:pt>
                <c:pt idx="1176">
                  <c:v>162.24708824505367</c:v>
                </c:pt>
                <c:pt idx="1177">
                  <c:v>160.07154261271955</c:v>
                </c:pt>
                <c:pt idx="1178">
                  <c:v>157.87011409431739</c:v>
                </c:pt>
                <c:pt idx="1179">
                  <c:v>156.28808279637346</c:v>
                </c:pt>
                <c:pt idx="1180">
                  <c:v>156.81833913554379</c:v>
                </c:pt>
                <c:pt idx="1181">
                  <c:v>156.94812670329338</c:v>
                </c:pt>
                <c:pt idx="1182">
                  <c:v>159.07864730520188</c:v>
                </c:pt>
                <c:pt idx="1183">
                  <c:v>161.21812311195043</c:v>
                </c:pt>
                <c:pt idx="1184">
                  <c:v>162.32761553795839</c:v>
                </c:pt>
                <c:pt idx="1185">
                  <c:v>162.58642106011678</c:v>
                </c:pt>
                <c:pt idx="1186">
                  <c:v>161.06282812009601</c:v>
                </c:pt>
                <c:pt idx="1187">
                  <c:v>161.07789969144017</c:v>
                </c:pt>
                <c:pt idx="1188">
                  <c:v>158.9648704286154</c:v>
                </c:pt>
                <c:pt idx="1189">
                  <c:v>158.23248788870131</c:v>
                </c:pt>
                <c:pt idx="1190">
                  <c:v>158.52267079874392</c:v>
                </c:pt>
                <c:pt idx="1191">
                  <c:v>158.9083437839079</c:v>
                </c:pt>
                <c:pt idx="1192">
                  <c:v>158.89832486315404</c:v>
                </c:pt>
                <c:pt idx="1193">
                  <c:v>161.78052059446952</c:v>
                </c:pt>
                <c:pt idx="1194">
                  <c:v>162.06068700129447</c:v>
                </c:pt>
                <c:pt idx="1195">
                  <c:v>160.45747948125441</c:v>
                </c:pt>
                <c:pt idx="1196">
                  <c:v>157.93292819270388</c:v>
                </c:pt>
                <c:pt idx="1197">
                  <c:v>158.88547640228035</c:v>
                </c:pt>
                <c:pt idx="1198">
                  <c:v>157.79340092962784</c:v>
                </c:pt>
                <c:pt idx="1199">
                  <c:v>154.393954087938</c:v>
                </c:pt>
                <c:pt idx="1200">
                  <c:v>154.26067513305154</c:v>
                </c:pt>
                <c:pt idx="1201">
                  <c:v>149.47678120159546</c:v>
                </c:pt>
                <c:pt idx="1202">
                  <c:v>150.68938591531492</c:v>
                </c:pt>
                <c:pt idx="1203">
                  <c:v>#N/A</c:v>
                </c:pt>
                <c:pt idx="1204">
                  <c:v>#N/A</c:v>
                </c:pt>
                <c:pt idx="1205">
                  <c:v>#N/A</c:v>
                </c:pt>
                <c:pt idx="1206">
                  <c:v>#N/A</c:v>
                </c:pt>
                <c:pt idx="1207">
                  <c:v>#N/A</c:v>
                </c:pt>
                <c:pt idx="1208">
                  <c:v>#N/A</c:v>
                </c:pt>
                <c:pt idx="1209">
                  <c:v>#N/A</c:v>
                </c:pt>
                <c:pt idx="1210">
                  <c:v>#N/A</c:v>
                </c:pt>
                <c:pt idx="1211">
                  <c:v>#N/A</c:v>
                </c:pt>
                <c:pt idx="1212">
                  <c:v>#N/A</c:v>
                </c:pt>
                <c:pt idx="1213">
                  <c:v>#N/A</c:v>
                </c:pt>
                <c:pt idx="1214">
                  <c:v>#N/A</c:v>
                </c:pt>
                <c:pt idx="1215">
                  <c:v>#N/A</c:v>
                </c:pt>
                <c:pt idx="1216">
                  <c:v>#N/A</c:v>
                </c:pt>
                <c:pt idx="1217">
                  <c:v>#N/A</c:v>
                </c:pt>
                <c:pt idx="1218">
                  <c:v>#N/A</c:v>
                </c:pt>
                <c:pt idx="1219">
                  <c:v>#N/A</c:v>
                </c:pt>
                <c:pt idx="1220">
                  <c:v>#N/A</c:v>
                </c:pt>
                <c:pt idx="1221">
                  <c:v>#N/A</c:v>
                </c:pt>
                <c:pt idx="1222">
                  <c:v>#N/A</c:v>
                </c:pt>
                <c:pt idx="1223">
                  <c:v>#N/A</c:v>
                </c:pt>
                <c:pt idx="1224">
                  <c:v>#N/A</c:v>
                </c:pt>
                <c:pt idx="1225">
                  <c:v>#N/A</c:v>
                </c:pt>
                <c:pt idx="1226">
                  <c:v>#N/A</c:v>
                </c:pt>
                <c:pt idx="1227">
                  <c:v>#N/A</c:v>
                </c:pt>
                <c:pt idx="1228">
                  <c:v>#N/A</c:v>
                </c:pt>
                <c:pt idx="1229">
                  <c:v>#N/A</c:v>
                </c:pt>
                <c:pt idx="1230">
                  <c:v>#N/A</c:v>
                </c:pt>
                <c:pt idx="1231">
                  <c:v>#N/A</c:v>
                </c:pt>
                <c:pt idx="1232">
                  <c:v>#N/A</c:v>
                </c:pt>
                <c:pt idx="1233">
                  <c:v>#N/A</c:v>
                </c:pt>
                <c:pt idx="1234">
                  <c:v>#N/A</c:v>
                </c:pt>
                <c:pt idx="1235">
                  <c:v>#N/A</c:v>
                </c:pt>
                <c:pt idx="1236">
                  <c:v>#N/A</c:v>
                </c:pt>
                <c:pt idx="1237">
                  <c:v>#N/A</c:v>
                </c:pt>
                <c:pt idx="1238">
                  <c:v>#N/A</c:v>
                </c:pt>
                <c:pt idx="1239">
                  <c:v>#N/A</c:v>
                </c:pt>
                <c:pt idx="1240">
                  <c:v>#N/A</c:v>
                </c:pt>
                <c:pt idx="1241">
                  <c:v>#N/A</c:v>
                </c:pt>
                <c:pt idx="1242">
                  <c:v>#N/A</c:v>
                </c:pt>
                <c:pt idx="1243">
                  <c:v>#N/A</c:v>
                </c:pt>
                <c:pt idx="1244">
                  <c:v>#N/A</c:v>
                </c:pt>
                <c:pt idx="1245">
                  <c:v>#N/A</c:v>
                </c:pt>
                <c:pt idx="1246">
                  <c:v>#N/A</c:v>
                </c:pt>
                <c:pt idx="1247">
                  <c:v>#N/A</c:v>
                </c:pt>
                <c:pt idx="1248">
                  <c:v>#N/A</c:v>
                </c:pt>
                <c:pt idx="1249">
                  <c:v>#N/A</c:v>
                </c:pt>
                <c:pt idx="1250">
                  <c:v>#N/A</c:v>
                </c:pt>
                <c:pt idx="1251">
                  <c:v>#N/A</c:v>
                </c:pt>
                <c:pt idx="1252">
                  <c:v>#N/A</c:v>
                </c:pt>
                <c:pt idx="1253">
                  <c:v>#N/A</c:v>
                </c:pt>
                <c:pt idx="1254">
                  <c:v>#N/A</c:v>
                </c:pt>
                <c:pt idx="1255">
                  <c:v>#N/A</c:v>
                </c:pt>
                <c:pt idx="1256">
                  <c:v>#N/A</c:v>
                </c:pt>
                <c:pt idx="1257">
                  <c:v>#N/A</c:v>
                </c:pt>
                <c:pt idx="1258">
                  <c:v>#N/A</c:v>
                </c:pt>
                <c:pt idx="1259">
                  <c:v>#N/A</c:v>
                </c:pt>
                <c:pt idx="1260">
                  <c:v>#N/A</c:v>
                </c:pt>
                <c:pt idx="1261">
                  <c:v>#N/A</c:v>
                </c:pt>
                <c:pt idx="1262">
                  <c:v>#N/A</c:v>
                </c:pt>
                <c:pt idx="1263">
                  <c:v>#N/A</c:v>
                </c:pt>
                <c:pt idx="1264">
                  <c:v>#N/A</c:v>
                </c:pt>
                <c:pt idx="1265">
                  <c:v>#N/A</c:v>
                </c:pt>
                <c:pt idx="1266">
                  <c:v>#N/A</c:v>
                </c:pt>
                <c:pt idx="1267">
                  <c:v>#N/A</c:v>
                </c:pt>
                <c:pt idx="1268">
                  <c:v>#N/A</c:v>
                </c:pt>
                <c:pt idx="1269">
                  <c:v>#N/A</c:v>
                </c:pt>
                <c:pt idx="1270">
                  <c:v>#N/A</c:v>
                </c:pt>
                <c:pt idx="1271">
                  <c:v>#N/A</c:v>
                </c:pt>
                <c:pt idx="1272">
                  <c:v>#N/A</c:v>
                </c:pt>
                <c:pt idx="1273">
                  <c:v>#N/A</c:v>
                </c:pt>
                <c:pt idx="1274">
                  <c:v>#N/A</c:v>
                </c:pt>
                <c:pt idx="1275">
                  <c:v>#N/A</c:v>
                </c:pt>
                <c:pt idx="1276">
                  <c:v>#N/A</c:v>
                </c:pt>
                <c:pt idx="1277">
                  <c:v>#N/A</c:v>
                </c:pt>
                <c:pt idx="1278">
                  <c:v>#N/A</c:v>
                </c:pt>
                <c:pt idx="1279">
                  <c:v>#N/A</c:v>
                </c:pt>
                <c:pt idx="1280">
                  <c:v>#N/A</c:v>
                </c:pt>
                <c:pt idx="1281">
                  <c:v>#N/A</c:v>
                </c:pt>
                <c:pt idx="1282">
                  <c:v>#N/A</c:v>
                </c:pt>
                <c:pt idx="1283">
                  <c:v>#N/A</c:v>
                </c:pt>
                <c:pt idx="1284">
                  <c:v>#N/A</c:v>
                </c:pt>
                <c:pt idx="1285">
                  <c:v>#N/A</c:v>
                </c:pt>
                <c:pt idx="1286">
                  <c:v>#N/A</c:v>
                </c:pt>
                <c:pt idx="1287">
                  <c:v>#N/A</c:v>
                </c:pt>
                <c:pt idx="1288">
                  <c:v>#N/A</c:v>
                </c:pt>
                <c:pt idx="1289">
                  <c:v>#N/A</c:v>
                </c:pt>
                <c:pt idx="1290">
                  <c:v>#N/A</c:v>
                </c:pt>
                <c:pt idx="1291">
                  <c:v>#N/A</c:v>
                </c:pt>
                <c:pt idx="1292">
                  <c:v>#N/A</c:v>
                </c:pt>
                <c:pt idx="1293">
                  <c:v>#N/A</c:v>
                </c:pt>
                <c:pt idx="1294">
                  <c:v>#N/A</c:v>
                </c:pt>
                <c:pt idx="1295">
                  <c:v>#N/A</c:v>
                </c:pt>
                <c:pt idx="1296">
                  <c:v>#N/A</c:v>
                </c:pt>
                <c:pt idx="1297">
                  <c:v>#N/A</c:v>
                </c:pt>
                <c:pt idx="1298">
                  <c:v>#N/A</c:v>
                </c:pt>
                <c:pt idx="1299">
                  <c:v>#N/A</c:v>
                </c:pt>
                <c:pt idx="1300">
                  <c:v>#N/A</c:v>
                </c:pt>
                <c:pt idx="1301">
                  <c:v>#N/A</c:v>
                </c:pt>
                <c:pt idx="1302">
                  <c:v>#N/A</c:v>
                </c:pt>
                <c:pt idx="1303">
                  <c:v>#N/A</c:v>
                </c:pt>
                <c:pt idx="1304">
                  <c:v>#N/A</c:v>
                </c:pt>
                <c:pt idx="1305">
                  <c:v>#N/A</c:v>
                </c:pt>
                <c:pt idx="1306">
                  <c:v>#N/A</c:v>
                </c:pt>
                <c:pt idx="1307">
                  <c:v>#N/A</c:v>
                </c:pt>
                <c:pt idx="1308">
                  <c:v>#N/A</c:v>
                </c:pt>
                <c:pt idx="1309">
                  <c:v>#N/A</c:v>
                </c:pt>
                <c:pt idx="1310">
                  <c:v>#N/A</c:v>
                </c:pt>
                <c:pt idx="1311">
                  <c:v>#N/A</c:v>
                </c:pt>
                <c:pt idx="1312">
                  <c:v>#N/A</c:v>
                </c:pt>
                <c:pt idx="1313">
                  <c:v>#N/A</c:v>
                </c:pt>
                <c:pt idx="1314">
                  <c:v>#N/A</c:v>
                </c:pt>
                <c:pt idx="1315">
                  <c:v>#N/A</c:v>
                </c:pt>
                <c:pt idx="1316">
                  <c:v>#N/A</c:v>
                </c:pt>
                <c:pt idx="1317">
                  <c:v>#N/A</c:v>
                </c:pt>
                <c:pt idx="1318">
                  <c:v>#N/A</c:v>
                </c:pt>
                <c:pt idx="1319">
                  <c:v>#N/A</c:v>
                </c:pt>
                <c:pt idx="1320">
                  <c:v>#N/A</c:v>
                </c:pt>
                <c:pt idx="1321">
                  <c:v>#N/A</c:v>
                </c:pt>
                <c:pt idx="1322">
                  <c:v>#N/A</c:v>
                </c:pt>
                <c:pt idx="1323">
                  <c:v>#N/A</c:v>
                </c:pt>
                <c:pt idx="1324">
                  <c:v>#N/A</c:v>
                </c:pt>
                <c:pt idx="1325">
                  <c:v>#N/A</c:v>
                </c:pt>
                <c:pt idx="1326">
                  <c:v>#N/A</c:v>
                </c:pt>
                <c:pt idx="1327">
                  <c:v>#N/A</c:v>
                </c:pt>
                <c:pt idx="1328">
                  <c:v>#N/A</c:v>
                </c:pt>
                <c:pt idx="1329">
                  <c:v>#N/A</c:v>
                </c:pt>
                <c:pt idx="1330">
                  <c:v>#N/A</c:v>
                </c:pt>
              </c:numCache>
            </c:numRef>
          </c:val>
          <c:smooth val="0"/>
          <c:extLst>
            <c:ext xmlns:c16="http://schemas.microsoft.com/office/drawing/2014/chart" uri="{C3380CC4-5D6E-409C-BE32-E72D297353CC}">
              <c16:uniqueId val="{00000003-34FD-478D-86BA-7D9E5814E2EB}"/>
            </c:ext>
          </c:extLst>
        </c:ser>
        <c:ser>
          <c:idx val="4"/>
          <c:order val="4"/>
          <c:tx>
            <c:strRef>
              <c:f>SPX_UST!$AL$7</c:f>
              <c:strCache>
                <c:ptCount val="1"/>
                <c:pt idx="0">
                  <c:v>MSCI China</c:v>
                </c:pt>
              </c:strCache>
            </c:strRef>
          </c:tx>
          <c:spPr>
            <a:ln w="28575">
              <a:solidFill>
                <a:srgbClr val="1E2E6E"/>
              </a:solidFill>
            </a:ln>
          </c:spPr>
          <c:marker>
            <c:symbol val="none"/>
          </c:marker>
          <c:cat>
            <c:numRef>
              <c:f>SPX_UST!$AG$1275:$AG$4055</c:f>
              <c:numCache>
                <c:formatCode>m/d/yyyy</c:formatCode>
                <c:ptCount val="2781"/>
                <c:pt idx="0">
                  <c:v>44561</c:v>
                </c:pt>
                <c:pt idx="1">
                  <c:v>44564</c:v>
                </c:pt>
                <c:pt idx="2">
                  <c:v>44565</c:v>
                </c:pt>
                <c:pt idx="3">
                  <c:v>44566</c:v>
                </c:pt>
                <c:pt idx="4">
                  <c:v>44567</c:v>
                </c:pt>
                <c:pt idx="5">
                  <c:v>44568</c:v>
                </c:pt>
                <c:pt idx="6">
                  <c:v>44571</c:v>
                </c:pt>
                <c:pt idx="7">
                  <c:v>44572</c:v>
                </c:pt>
                <c:pt idx="8">
                  <c:v>44573</c:v>
                </c:pt>
                <c:pt idx="9">
                  <c:v>44574</c:v>
                </c:pt>
                <c:pt idx="10">
                  <c:v>44575</c:v>
                </c:pt>
                <c:pt idx="11">
                  <c:v>44579</c:v>
                </c:pt>
                <c:pt idx="12">
                  <c:v>44580</c:v>
                </c:pt>
                <c:pt idx="13">
                  <c:v>44581</c:v>
                </c:pt>
                <c:pt idx="14">
                  <c:v>44582</c:v>
                </c:pt>
                <c:pt idx="15">
                  <c:v>44585</c:v>
                </c:pt>
                <c:pt idx="16">
                  <c:v>44586</c:v>
                </c:pt>
                <c:pt idx="17">
                  <c:v>44587</c:v>
                </c:pt>
                <c:pt idx="18">
                  <c:v>44588</c:v>
                </c:pt>
                <c:pt idx="19">
                  <c:v>44589</c:v>
                </c:pt>
                <c:pt idx="20">
                  <c:v>44592</c:v>
                </c:pt>
                <c:pt idx="21">
                  <c:v>44593</c:v>
                </c:pt>
                <c:pt idx="22">
                  <c:v>44594</c:v>
                </c:pt>
                <c:pt idx="23">
                  <c:v>44595</c:v>
                </c:pt>
                <c:pt idx="24">
                  <c:v>44596</c:v>
                </c:pt>
                <c:pt idx="25">
                  <c:v>44599</c:v>
                </c:pt>
                <c:pt idx="26">
                  <c:v>44600</c:v>
                </c:pt>
                <c:pt idx="27">
                  <c:v>44601</c:v>
                </c:pt>
                <c:pt idx="28">
                  <c:v>44602</c:v>
                </c:pt>
                <c:pt idx="29">
                  <c:v>44603</c:v>
                </c:pt>
                <c:pt idx="30">
                  <c:v>44606</c:v>
                </c:pt>
                <c:pt idx="31">
                  <c:v>44607</c:v>
                </c:pt>
                <c:pt idx="32">
                  <c:v>44608</c:v>
                </c:pt>
                <c:pt idx="33">
                  <c:v>44609</c:v>
                </c:pt>
                <c:pt idx="34">
                  <c:v>44610</c:v>
                </c:pt>
                <c:pt idx="35">
                  <c:v>44614</c:v>
                </c:pt>
                <c:pt idx="36">
                  <c:v>44615</c:v>
                </c:pt>
                <c:pt idx="37">
                  <c:v>44616</c:v>
                </c:pt>
                <c:pt idx="38">
                  <c:v>44617</c:v>
                </c:pt>
                <c:pt idx="39">
                  <c:v>44620</c:v>
                </c:pt>
                <c:pt idx="40">
                  <c:v>44621</c:v>
                </c:pt>
                <c:pt idx="41">
                  <c:v>44622</c:v>
                </c:pt>
                <c:pt idx="42">
                  <c:v>44623</c:v>
                </c:pt>
                <c:pt idx="43">
                  <c:v>44624</c:v>
                </c:pt>
                <c:pt idx="44">
                  <c:v>44627</c:v>
                </c:pt>
                <c:pt idx="45">
                  <c:v>44628</c:v>
                </c:pt>
                <c:pt idx="46">
                  <c:v>44629</c:v>
                </c:pt>
                <c:pt idx="47">
                  <c:v>44630</c:v>
                </c:pt>
                <c:pt idx="48">
                  <c:v>44631</c:v>
                </c:pt>
                <c:pt idx="49">
                  <c:v>44634</c:v>
                </c:pt>
                <c:pt idx="50">
                  <c:v>44635</c:v>
                </c:pt>
                <c:pt idx="51">
                  <c:v>44636</c:v>
                </c:pt>
                <c:pt idx="52">
                  <c:v>44637</c:v>
                </c:pt>
                <c:pt idx="53">
                  <c:v>44638</c:v>
                </c:pt>
                <c:pt idx="54">
                  <c:v>44641</c:v>
                </c:pt>
                <c:pt idx="55">
                  <c:v>44642</c:v>
                </c:pt>
                <c:pt idx="56">
                  <c:v>44643</c:v>
                </c:pt>
                <c:pt idx="57">
                  <c:v>44644</c:v>
                </c:pt>
                <c:pt idx="58">
                  <c:v>44645</c:v>
                </c:pt>
                <c:pt idx="59">
                  <c:v>44648</c:v>
                </c:pt>
                <c:pt idx="60">
                  <c:v>44649</c:v>
                </c:pt>
                <c:pt idx="61">
                  <c:v>44650</c:v>
                </c:pt>
                <c:pt idx="62">
                  <c:v>44651</c:v>
                </c:pt>
                <c:pt idx="63">
                  <c:v>44652</c:v>
                </c:pt>
                <c:pt idx="64">
                  <c:v>44655</c:v>
                </c:pt>
                <c:pt idx="65">
                  <c:v>44656</c:v>
                </c:pt>
                <c:pt idx="66">
                  <c:v>44657</c:v>
                </c:pt>
                <c:pt idx="67">
                  <c:v>44658</c:v>
                </c:pt>
                <c:pt idx="68">
                  <c:v>44659</c:v>
                </c:pt>
                <c:pt idx="69">
                  <c:v>44662</c:v>
                </c:pt>
                <c:pt idx="70">
                  <c:v>44663</c:v>
                </c:pt>
                <c:pt idx="71">
                  <c:v>44664</c:v>
                </c:pt>
                <c:pt idx="72">
                  <c:v>44665</c:v>
                </c:pt>
                <c:pt idx="73">
                  <c:v>44669</c:v>
                </c:pt>
                <c:pt idx="74">
                  <c:v>44670</c:v>
                </c:pt>
                <c:pt idx="75">
                  <c:v>44671</c:v>
                </c:pt>
                <c:pt idx="76">
                  <c:v>44672</c:v>
                </c:pt>
                <c:pt idx="77">
                  <c:v>44673</c:v>
                </c:pt>
                <c:pt idx="78">
                  <c:v>44676</c:v>
                </c:pt>
                <c:pt idx="79">
                  <c:v>44677</c:v>
                </c:pt>
                <c:pt idx="80">
                  <c:v>44678</c:v>
                </c:pt>
                <c:pt idx="81">
                  <c:v>44679</c:v>
                </c:pt>
                <c:pt idx="82">
                  <c:v>44680</c:v>
                </c:pt>
                <c:pt idx="83">
                  <c:v>44683</c:v>
                </c:pt>
                <c:pt idx="84">
                  <c:v>44684</c:v>
                </c:pt>
                <c:pt idx="85">
                  <c:v>44685</c:v>
                </c:pt>
                <c:pt idx="86">
                  <c:v>44686</c:v>
                </c:pt>
                <c:pt idx="87">
                  <c:v>44687</c:v>
                </c:pt>
                <c:pt idx="88">
                  <c:v>44690</c:v>
                </c:pt>
                <c:pt idx="89">
                  <c:v>44691</c:v>
                </c:pt>
                <c:pt idx="90">
                  <c:v>44692</c:v>
                </c:pt>
                <c:pt idx="91">
                  <c:v>44693</c:v>
                </c:pt>
                <c:pt idx="92">
                  <c:v>44694</c:v>
                </c:pt>
                <c:pt idx="93">
                  <c:v>44697</c:v>
                </c:pt>
                <c:pt idx="94">
                  <c:v>44698</c:v>
                </c:pt>
                <c:pt idx="95">
                  <c:v>44699</c:v>
                </c:pt>
                <c:pt idx="96">
                  <c:v>44700</c:v>
                </c:pt>
                <c:pt idx="97">
                  <c:v>44701</c:v>
                </c:pt>
                <c:pt idx="98">
                  <c:v>44704</c:v>
                </c:pt>
                <c:pt idx="99">
                  <c:v>44705</c:v>
                </c:pt>
                <c:pt idx="100">
                  <c:v>44706</c:v>
                </c:pt>
                <c:pt idx="101">
                  <c:v>44707</c:v>
                </c:pt>
                <c:pt idx="102">
                  <c:v>44708</c:v>
                </c:pt>
                <c:pt idx="103">
                  <c:v>44712</c:v>
                </c:pt>
                <c:pt idx="104">
                  <c:v>44713</c:v>
                </c:pt>
                <c:pt idx="105">
                  <c:v>44714</c:v>
                </c:pt>
                <c:pt idx="106">
                  <c:v>44715</c:v>
                </c:pt>
                <c:pt idx="107">
                  <c:v>44718</c:v>
                </c:pt>
                <c:pt idx="108">
                  <c:v>44719</c:v>
                </c:pt>
                <c:pt idx="109">
                  <c:v>44720</c:v>
                </c:pt>
                <c:pt idx="110">
                  <c:v>44721</c:v>
                </c:pt>
                <c:pt idx="111">
                  <c:v>44722</c:v>
                </c:pt>
                <c:pt idx="112">
                  <c:v>44725</c:v>
                </c:pt>
                <c:pt idx="113">
                  <c:v>44726</c:v>
                </c:pt>
                <c:pt idx="114">
                  <c:v>44727</c:v>
                </c:pt>
                <c:pt idx="115">
                  <c:v>44728</c:v>
                </c:pt>
                <c:pt idx="116">
                  <c:v>44729</c:v>
                </c:pt>
                <c:pt idx="117">
                  <c:v>44733</c:v>
                </c:pt>
                <c:pt idx="118">
                  <c:v>44734</c:v>
                </c:pt>
                <c:pt idx="119">
                  <c:v>44735</c:v>
                </c:pt>
                <c:pt idx="120">
                  <c:v>44736</c:v>
                </c:pt>
                <c:pt idx="121">
                  <c:v>44739</c:v>
                </c:pt>
                <c:pt idx="122">
                  <c:v>44740</c:v>
                </c:pt>
                <c:pt idx="123">
                  <c:v>44741</c:v>
                </c:pt>
                <c:pt idx="124">
                  <c:v>44742</c:v>
                </c:pt>
                <c:pt idx="125">
                  <c:v>44743</c:v>
                </c:pt>
                <c:pt idx="126">
                  <c:v>44747</c:v>
                </c:pt>
                <c:pt idx="127">
                  <c:v>44748</c:v>
                </c:pt>
                <c:pt idx="128">
                  <c:v>44749</c:v>
                </c:pt>
                <c:pt idx="129">
                  <c:v>44750</c:v>
                </c:pt>
                <c:pt idx="130">
                  <c:v>44753</c:v>
                </c:pt>
                <c:pt idx="131">
                  <c:v>44754</c:v>
                </c:pt>
                <c:pt idx="132">
                  <c:v>44755</c:v>
                </c:pt>
                <c:pt idx="133">
                  <c:v>44756</c:v>
                </c:pt>
                <c:pt idx="134">
                  <c:v>44757</c:v>
                </c:pt>
                <c:pt idx="135">
                  <c:v>44760</c:v>
                </c:pt>
                <c:pt idx="136">
                  <c:v>44761</c:v>
                </c:pt>
                <c:pt idx="137">
                  <c:v>44762</c:v>
                </c:pt>
                <c:pt idx="138">
                  <c:v>44763</c:v>
                </c:pt>
                <c:pt idx="139">
                  <c:v>44764</c:v>
                </c:pt>
                <c:pt idx="140">
                  <c:v>44767</c:v>
                </c:pt>
                <c:pt idx="141">
                  <c:v>44768</c:v>
                </c:pt>
                <c:pt idx="142">
                  <c:v>44769</c:v>
                </c:pt>
                <c:pt idx="143">
                  <c:v>44770</c:v>
                </c:pt>
                <c:pt idx="144">
                  <c:v>44771</c:v>
                </c:pt>
                <c:pt idx="145">
                  <c:v>44774</c:v>
                </c:pt>
                <c:pt idx="146">
                  <c:v>44775</c:v>
                </c:pt>
                <c:pt idx="147">
                  <c:v>44776</c:v>
                </c:pt>
                <c:pt idx="148">
                  <c:v>44777</c:v>
                </c:pt>
                <c:pt idx="149">
                  <c:v>44778</c:v>
                </c:pt>
                <c:pt idx="150">
                  <c:v>44781</c:v>
                </c:pt>
                <c:pt idx="151">
                  <c:v>44782</c:v>
                </c:pt>
                <c:pt idx="152">
                  <c:v>44783</c:v>
                </c:pt>
                <c:pt idx="153">
                  <c:v>44784</c:v>
                </c:pt>
                <c:pt idx="154">
                  <c:v>44785</c:v>
                </c:pt>
                <c:pt idx="155">
                  <c:v>44788</c:v>
                </c:pt>
                <c:pt idx="156">
                  <c:v>44789</c:v>
                </c:pt>
                <c:pt idx="157">
                  <c:v>44790</c:v>
                </c:pt>
                <c:pt idx="158">
                  <c:v>44791</c:v>
                </c:pt>
                <c:pt idx="159">
                  <c:v>44792</c:v>
                </c:pt>
                <c:pt idx="160">
                  <c:v>44795</c:v>
                </c:pt>
                <c:pt idx="161">
                  <c:v>44796</c:v>
                </c:pt>
                <c:pt idx="162">
                  <c:v>44797</c:v>
                </c:pt>
                <c:pt idx="163">
                  <c:v>44798</c:v>
                </c:pt>
                <c:pt idx="164">
                  <c:v>44799</c:v>
                </c:pt>
                <c:pt idx="165">
                  <c:v>44802</c:v>
                </c:pt>
                <c:pt idx="166">
                  <c:v>44803</c:v>
                </c:pt>
                <c:pt idx="167">
                  <c:v>44804</c:v>
                </c:pt>
                <c:pt idx="168">
                  <c:v>44805</c:v>
                </c:pt>
                <c:pt idx="169">
                  <c:v>44806</c:v>
                </c:pt>
                <c:pt idx="170">
                  <c:v>44810</c:v>
                </c:pt>
                <c:pt idx="171">
                  <c:v>44811</c:v>
                </c:pt>
                <c:pt idx="172">
                  <c:v>44812</c:v>
                </c:pt>
                <c:pt idx="173">
                  <c:v>44813</c:v>
                </c:pt>
                <c:pt idx="174">
                  <c:v>44816</c:v>
                </c:pt>
                <c:pt idx="175">
                  <c:v>44817</c:v>
                </c:pt>
                <c:pt idx="176">
                  <c:v>44818</c:v>
                </c:pt>
                <c:pt idx="177">
                  <c:v>44819</c:v>
                </c:pt>
                <c:pt idx="178">
                  <c:v>44820</c:v>
                </c:pt>
                <c:pt idx="179">
                  <c:v>44823</c:v>
                </c:pt>
                <c:pt idx="180">
                  <c:v>44824</c:v>
                </c:pt>
                <c:pt idx="181">
                  <c:v>44825</c:v>
                </c:pt>
                <c:pt idx="182">
                  <c:v>44826</c:v>
                </c:pt>
                <c:pt idx="183">
                  <c:v>44827</c:v>
                </c:pt>
                <c:pt idx="184">
                  <c:v>44830</c:v>
                </c:pt>
                <c:pt idx="185">
                  <c:v>44831</c:v>
                </c:pt>
                <c:pt idx="186">
                  <c:v>44832</c:v>
                </c:pt>
                <c:pt idx="187">
                  <c:v>44833</c:v>
                </c:pt>
                <c:pt idx="188">
                  <c:v>44834</c:v>
                </c:pt>
                <c:pt idx="189">
                  <c:v>44837</c:v>
                </c:pt>
                <c:pt idx="190">
                  <c:v>44838</c:v>
                </c:pt>
                <c:pt idx="191">
                  <c:v>44839</c:v>
                </c:pt>
                <c:pt idx="192">
                  <c:v>44840</c:v>
                </c:pt>
                <c:pt idx="193">
                  <c:v>44841</c:v>
                </c:pt>
                <c:pt idx="194">
                  <c:v>44844</c:v>
                </c:pt>
                <c:pt idx="195">
                  <c:v>44845</c:v>
                </c:pt>
                <c:pt idx="196">
                  <c:v>44846</c:v>
                </c:pt>
                <c:pt idx="197">
                  <c:v>44847</c:v>
                </c:pt>
                <c:pt idx="198">
                  <c:v>44848</c:v>
                </c:pt>
                <c:pt idx="199">
                  <c:v>44851</c:v>
                </c:pt>
                <c:pt idx="200">
                  <c:v>44852</c:v>
                </c:pt>
                <c:pt idx="201">
                  <c:v>44853</c:v>
                </c:pt>
                <c:pt idx="202">
                  <c:v>44854</c:v>
                </c:pt>
                <c:pt idx="203">
                  <c:v>44855</c:v>
                </c:pt>
                <c:pt idx="204">
                  <c:v>44858</c:v>
                </c:pt>
                <c:pt idx="205">
                  <c:v>44859</c:v>
                </c:pt>
                <c:pt idx="206">
                  <c:v>44860</c:v>
                </c:pt>
                <c:pt idx="207">
                  <c:v>44861</c:v>
                </c:pt>
                <c:pt idx="208">
                  <c:v>44862</c:v>
                </c:pt>
                <c:pt idx="209">
                  <c:v>44865</c:v>
                </c:pt>
                <c:pt idx="210">
                  <c:v>44866</c:v>
                </c:pt>
                <c:pt idx="211">
                  <c:v>44867</c:v>
                </c:pt>
                <c:pt idx="212">
                  <c:v>44868</c:v>
                </c:pt>
                <c:pt idx="213">
                  <c:v>44869</c:v>
                </c:pt>
                <c:pt idx="214">
                  <c:v>44872</c:v>
                </c:pt>
                <c:pt idx="215">
                  <c:v>44873</c:v>
                </c:pt>
                <c:pt idx="216">
                  <c:v>44874</c:v>
                </c:pt>
                <c:pt idx="217">
                  <c:v>44875</c:v>
                </c:pt>
                <c:pt idx="218">
                  <c:v>44876</c:v>
                </c:pt>
                <c:pt idx="219">
                  <c:v>44879</c:v>
                </c:pt>
                <c:pt idx="220">
                  <c:v>44880</c:v>
                </c:pt>
                <c:pt idx="221">
                  <c:v>44881</c:v>
                </c:pt>
                <c:pt idx="222">
                  <c:v>44882</c:v>
                </c:pt>
                <c:pt idx="223">
                  <c:v>44883</c:v>
                </c:pt>
                <c:pt idx="224">
                  <c:v>44886</c:v>
                </c:pt>
                <c:pt idx="225">
                  <c:v>44887</c:v>
                </c:pt>
                <c:pt idx="226">
                  <c:v>44888</c:v>
                </c:pt>
                <c:pt idx="227">
                  <c:v>44890</c:v>
                </c:pt>
                <c:pt idx="228">
                  <c:v>44893</c:v>
                </c:pt>
                <c:pt idx="229">
                  <c:v>44894</c:v>
                </c:pt>
                <c:pt idx="230">
                  <c:v>44895</c:v>
                </c:pt>
                <c:pt idx="231">
                  <c:v>44896</c:v>
                </c:pt>
                <c:pt idx="232">
                  <c:v>44897</c:v>
                </c:pt>
                <c:pt idx="233">
                  <c:v>44900</c:v>
                </c:pt>
                <c:pt idx="234">
                  <c:v>44901</c:v>
                </c:pt>
                <c:pt idx="235">
                  <c:v>44902</c:v>
                </c:pt>
                <c:pt idx="236">
                  <c:v>44903</c:v>
                </c:pt>
                <c:pt idx="237">
                  <c:v>44904</c:v>
                </c:pt>
                <c:pt idx="238">
                  <c:v>44907</c:v>
                </c:pt>
                <c:pt idx="239">
                  <c:v>44908</c:v>
                </c:pt>
                <c:pt idx="240">
                  <c:v>44909</c:v>
                </c:pt>
                <c:pt idx="241">
                  <c:v>44910</c:v>
                </c:pt>
                <c:pt idx="242">
                  <c:v>44911</c:v>
                </c:pt>
                <c:pt idx="243">
                  <c:v>44914</c:v>
                </c:pt>
                <c:pt idx="244">
                  <c:v>44915</c:v>
                </c:pt>
                <c:pt idx="245">
                  <c:v>44916</c:v>
                </c:pt>
                <c:pt idx="246">
                  <c:v>44917</c:v>
                </c:pt>
                <c:pt idx="247">
                  <c:v>44918</c:v>
                </c:pt>
                <c:pt idx="248">
                  <c:v>44922</c:v>
                </c:pt>
                <c:pt idx="249">
                  <c:v>44923</c:v>
                </c:pt>
                <c:pt idx="250">
                  <c:v>44924</c:v>
                </c:pt>
                <c:pt idx="251">
                  <c:v>44925</c:v>
                </c:pt>
                <c:pt idx="252">
                  <c:v>44929</c:v>
                </c:pt>
                <c:pt idx="253">
                  <c:v>44930</c:v>
                </c:pt>
                <c:pt idx="254">
                  <c:v>44931</c:v>
                </c:pt>
                <c:pt idx="255">
                  <c:v>44932</c:v>
                </c:pt>
                <c:pt idx="256">
                  <c:v>44935</c:v>
                </c:pt>
                <c:pt idx="257">
                  <c:v>44936</c:v>
                </c:pt>
                <c:pt idx="258">
                  <c:v>44937</c:v>
                </c:pt>
                <c:pt idx="259">
                  <c:v>44938</c:v>
                </c:pt>
                <c:pt idx="260">
                  <c:v>44939</c:v>
                </c:pt>
                <c:pt idx="261">
                  <c:v>44943</c:v>
                </c:pt>
                <c:pt idx="262">
                  <c:v>44944</c:v>
                </c:pt>
                <c:pt idx="263">
                  <c:v>44945</c:v>
                </c:pt>
                <c:pt idx="264">
                  <c:v>44946</c:v>
                </c:pt>
                <c:pt idx="265">
                  <c:v>44949</c:v>
                </c:pt>
                <c:pt idx="266">
                  <c:v>44950</c:v>
                </c:pt>
                <c:pt idx="267">
                  <c:v>44951</c:v>
                </c:pt>
                <c:pt idx="268">
                  <c:v>44952</c:v>
                </c:pt>
                <c:pt idx="269">
                  <c:v>44953</c:v>
                </c:pt>
                <c:pt idx="270">
                  <c:v>44956</c:v>
                </c:pt>
                <c:pt idx="271">
                  <c:v>44957</c:v>
                </c:pt>
                <c:pt idx="272">
                  <c:v>44958</c:v>
                </c:pt>
                <c:pt idx="273">
                  <c:v>44959</c:v>
                </c:pt>
                <c:pt idx="274">
                  <c:v>44960</c:v>
                </c:pt>
                <c:pt idx="275">
                  <c:v>44963</c:v>
                </c:pt>
                <c:pt idx="276">
                  <c:v>44964</c:v>
                </c:pt>
                <c:pt idx="277">
                  <c:v>44965</c:v>
                </c:pt>
                <c:pt idx="278">
                  <c:v>44966</c:v>
                </c:pt>
                <c:pt idx="279">
                  <c:v>44967</c:v>
                </c:pt>
                <c:pt idx="280">
                  <c:v>44970</c:v>
                </c:pt>
                <c:pt idx="281">
                  <c:v>44971</c:v>
                </c:pt>
                <c:pt idx="282">
                  <c:v>44972</c:v>
                </c:pt>
                <c:pt idx="283">
                  <c:v>44973</c:v>
                </c:pt>
                <c:pt idx="284">
                  <c:v>44974</c:v>
                </c:pt>
                <c:pt idx="285">
                  <c:v>44978</c:v>
                </c:pt>
                <c:pt idx="286">
                  <c:v>44979</c:v>
                </c:pt>
                <c:pt idx="287">
                  <c:v>44980</c:v>
                </c:pt>
                <c:pt idx="288">
                  <c:v>44981</c:v>
                </c:pt>
                <c:pt idx="289">
                  <c:v>44984</c:v>
                </c:pt>
                <c:pt idx="290">
                  <c:v>44985</c:v>
                </c:pt>
                <c:pt idx="291">
                  <c:v>44986</c:v>
                </c:pt>
                <c:pt idx="292">
                  <c:v>44987</c:v>
                </c:pt>
                <c:pt idx="293">
                  <c:v>44988</c:v>
                </c:pt>
                <c:pt idx="294">
                  <c:v>44991</c:v>
                </c:pt>
                <c:pt idx="295">
                  <c:v>44992</c:v>
                </c:pt>
                <c:pt idx="296">
                  <c:v>44993</c:v>
                </c:pt>
                <c:pt idx="297">
                  <c:v>44994</c:v>
                </c:pt>
                <c:pt idx="298">
                  <c:v>44995</c:v>
                </c:pt>
                <c:pt idx="299">
                  <c:v>44998</c:v>
                </c:pt>
                <c:pt idx="300">
                  <c:v>44999</c:v>
                </c:pt>
                <c:pt idx="301">
                  <c:v>45000</c:v>
                </c:pt>
                <c:pt idx="302">
                  <c:v>45001</c:v>
                </c:pt>
                <c:pt idx="303">
                  <c:v>45002</c:v>
                </c:pt>
                <c:pt idx="304">
                  <c:v>45005</c:v>
                </c:pt>
                <c:pt idx="305">
                  <c:v>45006</c:v>
                </c:pt>
                <c:pt idx="306">
                  <c:v>45007</c:v>
                </c:pt>
                <c:pt idx="307">
                  <c:v>45008</c:v>
                </c:pt>
                <c:pt idx="308">
                  <c:v>45009</c:v>
                </c:pt>
                <c:pt idx="309">
                  <c:v>45012</c:v>
                </c:pt>
                <c:pt idx="310">
                  <c:v>45013</c:v>
                </c:pt>
                <c:pt idx="311">
                  <c:v>45014</c:v>
                </c:pt>
                <c:pt idx="312">
                  <c:v>45015</c:v>
                </c:pt>
                <c:pt idx="313">
                  <c:v>45016</c:v>
                </c:pt>
                <c:pt idx="314">
                  <c:v>45019</c:v>
                </c:pt>
                <c:pt idx="315">
                  <c:v>45020</c:v>
                </c:pt>
                <c:pt idx="316">
                  <c:v>45021</c:v>
                </c:pt>
                <c:pt idx="317">
                  <c:v>45022</c:v>
                </c:pt>
                <c:pt idx="318">
                  <c:v>45026</c:v>
                </c:pt>
                <c:pt idx="319">
                  <c:v>45027</c:v>
                </c:pt>
                <c:pt idx="320">
                  <c:v>45028</c:v>
                </c:pt>
                <c:pt idx="321">
                  <c:v>45029</c:v>
                </c:pt>
                <c:pt idx="322">
                  <c:v>45030</c:v>
                </c:pt>
                <c:pt idx="323">
                  <c:v>45033</c:v>
                </c:pt>
                <c:pt idx="324">
                  <c:v>45034</c:v>
                </c:pt>
                <c:pt idx="325">
                  <c:v>45035</c:v>
                </c:pt>
                <c:pt idx="326">
                  <c:v>45036</c:v>
                </c:pt>
                <c:pt idx="327">
                  <c:v>45037</c:v>
                </c:pt>
                <c:pt idx="328">
                  <c:v>45040</c:v>
                </c:pt>
                <c:pt idx="329">
                  <c:v>45041</c:v>
                </c:pt>
                <c:pt idx="330">
                  <c:v>45042</c:v>
                </c:pt>
                <c:pt idx="331">
                  <c:v>45043</c:v>
                </c:pt>
                <c:pt idx="332">
                  <c:v>45044</c:v>
                </c:pt>
                <c:pt idx="333">
                  <c:v>45047</c:v>
                </c:pt>
                <c:pt idx="334">
                  <c:v>45048</c:v>
                </c:pt>
                <c:pt idx="335">
                  <c:v>45049</c:v>
                </c:pt>
                <c:pt idx="336">
                  <c:v>45050</c:v>
                </c:pt>
                <c:pt idx="337">
                  <c:v>45051</c:v>
                </c:pt>
                <c:pt idx="338">
                  <c:v>45054</c:v>
                </c:pt>
                <c:pt idx="339">
                  <c:v>45055</c:v>
                </c:pt>
                <c:pt idx="340">
                  <c:v>45056</c:v>
                </c:pt>
                <c:pt idx="341">
                  <c:v>45057</c:v>
                </c:pt>
                <c:pt idx="342">
                  <c:v>45058</c:v>
                </c:pt>
                <c:pt idx="343">
                  <c:v>45061</c:v>
                </c:pt>
                <c:pt idx="344">
                  <c:v>45062</c:v>
                </c:pt>
                <c:pt idx="345">
                  <c:v>45063</c:v>
                </c:pt>
                <c:pt idx="346">
                  <c:v>45064</c:v>
                </c:pt>
                <c:pt idx="347">
                  <c:v>45065</c:v>
                </c:pt>
                <c:pt idx="348">
                  <c:v>45068</c:v>
                </c:pt>
                <c:pt idx="349">
                  <c:v>45069</c:v>
                </c:pt>
                <c:pt idx="350">
                  <c:v>45070</c:v>
                </c:pt>
                <c:pt idx="351">
                  <c:v>45071</c:v>
                </c:pt>
                <c:pt idx="352">
                  <c:v>45072</c:v>
                </c:pt>
                <c:pt idx="353">
                  <c:v>45076</c:v>
                </c:pt>
                <c:pt idx="354">
                  <c:v>45077</c:v>
                </c:pt>
                <c:pt idx="355">
                  <c:v>45078</c:v>
                </c:pt>
                <c:pt idx="356">
                  <c:v>45079</c:v>
                </c:pt>
                <c:pt idx="357">
                  <c:v>45082</c:v>
                </c:pt>
                <c:pt idx="358">
                  <c:v>45083</c:v>
                </c:pt>
                <c:pt idx="359">
                  <c:v>45084</c:v>
                </c:pt>
                <c:pt idx="360">
                  <c:v>45085</c:v>
                </c:pt>
                <c:pt idx="361">
                  <c:v>45086</c:v>
                </c:pt>
                <c:pt idx="362">
                  <c:v>45089</c:v>
                </c:pt>
                <c:pt idx="363">
                  <c:v>45090</c:v>
                </c:pt>
                <c:pt idx="364">
                  <c:v>45091</c:v>
                </c:pt>
                <c:pt idx="365">
                  <c:v>45092</c:v>
                </c:pt>
                <c:pt idx="366">
                  <c:v>45093</c:v>
                </c:pt>
                <c:pt idx="367">
                  <c:v>45097</c:v>
                </c:pt>
                <c:pt idx="368">
                  <c:v>45098</c:v>
                </c:pt>
                <c:pt idx="369">
                  <c:v>45099</c:v>
                </c:pt>
                <c:pt idx="370">
                  <c:v>45100</c:v>
                </c:pt>
                <c:pt idx="371">
                  <c:v>45103</c:v>
                </c:pt>
                <c:pt idx="372">
                  <c:v>45104</c:v>
                </c:pt>
                <c:pt idx="373">
                  <c:v>45105</c:v>
                </c:pt>
                <c:pt idx="374">
                  <c:v>45106</c:v>
                </c:pt>
                <c:pt idx="375">
                  <c:v>45107</c:v>
                </c:pt>
                <c:pt idx="376">
                  <c:v>45110</c:v>
                </c:pt>
                <c:pt idx="377">
                  <c:v>45112</c:v>
                </c:pt>
                <c:pt idx="378">
                  <c:v>45113</c:v>
                </c:pt>
                <c:pt idx="379">
                  <c:v>45114</c:v>
                </c:pt>
                <c:pt idx="380">
                  <c:v>45117</c:v>
                </c:pt>
                <c:pt idx="381">
                  <c:v>45118</c:v>
                </c:pt>
                <c:pt idx="382">
                  <c:v>45119</c:v>
                </c:pt>
                <c:pt idx="383">
                  <c:v>45120</c:v>
                </c:pt>
                <c:pt idx="384">
                  <c:v>45121</c:v>
                </c:pt>
                <c:pt idx="385">
                  <c:v>45124</c:v>
                </c:pt>
                <c:pt idx="386">
                  <c:v>45125</c:v>
                </c:pt>
                <c:pt idx="387">
                  <c:v>45126</c:v>
                </c:pt>
                <c:pt idx="388">
                  <c:v>45127</c:v>
                </c:pt>
                <c:pt idx="389">
                  <c:v>45128</c:v>
                </c:pt>
                <c:pt idx="390">
                  <c:v>45131</c:v>
                </c:pt>
                <c:pt idx="391">
                  <c:v>45132</c:v>
                </c:pt>
                <c:pt idx="392">
                  <c:v>45133</c:v>
                </c:pt>
                <c:pt idx="393">
                  <c:v>45134</c:v>
                </c:pt>
                <c:pt idx="394">
                  <c:v>45135</c:v>
                </c:pt>
                <c:pt idx="395">
                  <c:v>45138</c:v>
                </c:pt>
                <c:pt idx="396">
                  <c:v>45139</c:v>
                </c:pt>
                <c:pt idx="397">
                  <c:v>45140</c:v>
                </c:pt>
                <c:pt idx="398">
                  <c:v>45141</c:v>
                </c:pt>
                <c:pt idx="399">
                  <c:v>45142</c:v>
                </c:pt>
                <c:pt idx="400">
                  <c:v>45145</c:v>
                </c:pt>
                <c:pt idx="401">
                  <c:v>45146</c:v>
                </c:pt>
                <c:pt idx="402">
                  <c:v>45147</c:v>
                </c:pt>
                <c:pt idx="403">
                  <c:v>45148</c:v>
                </c:pt>
                <c:pt idx="404">
                  <c:v>45149</c:v>
                </c:pt>
                <c:pt idx="405">
                  <c:v>45152</c:v>
                </c:pt>
                <c:pt idx="406">
                  <c:v>45153</c:v>
                </c:pt>
                <c:pt idx="407">
                  <c:v>45154</c:v>
                </c:pt>
                <c:pt idx="408">
                  <c:v>45155</c:v>
                </c:pt>
                <c:pt idx="409">
                  <c:v>45156</c:v>
                </c:pt>
                <c:pt idx="410">
                  <c:v>45159</c:v>
                </c:pt>
                <c:pt idx="411">
                  <c:v>45160</c:v>
                </c:pt>
                <c:pt idx="412">
                  <c:v>45161</c:v>
                </c:pt>
                <c:pt idx="413">
                  <c:v>45162</c:v>
                </c:pt>
                <c:pt idx="414">
                  <c:v>45163</c:v>
                </c:pt>
                <c:pt idx="415">
                  <c:v>45166</c:v>
                </c:pt>
                <c:pt idx="416">
                  <c:v>45167</c:v>
                </c:pt>
                <c:pt idx="417">
                  <c:v>45168</c:v>
                </c:pt>
                <c:pt idx="418">
                  <c:v>45169</c:v>
                </c:pt>
                <c:pt idx="419">
                  <c:v>45170</c:v>
                </c:pt>
                <c:pt idx="420">
                  <c:v>45174</c:v>
                </c:pt>
                <c:pt idx="421">
                  <c:v>45175</c:v>
                </c:pt>
                <c:pt idx="422">
                  <c:v>45176</c:v>
                </c:pt>
                <c:pt idx="423">
                  <c:v>45177</c:v>
                </c:pt>
                <c:pt idx="424">
                  <c:v>45180</c:v>
                </c:pt>
                <c:pt idx="425">
                  <c:v>45181</c:v>
                </c:pt>
                <c:pt idx="426">
                  <c:v>45182</c:v>
                </c:pt>
                <c:pt idx="427">
                  <c:v>45183</c:v>
                </c:pt>
                <c:pt idx="428">
                  <c:v>45184</c:v>
                </c:pt>
                <c:pt idx="429">
                  <c:v>45187</c:v>
                </c:pt>
                <c:pt idx="430">
                  <c:v>45188</c:v>
                </c:pt>
                <c:pt idx="431">
                  <c:v>45189</c:v>
                </c:pt>
                <c:pt idx="432">
                  <c:v>45190</c:v>
                </c:pt>
                <c:pt idx="433">
                  <c:v>45191</c:v>
                </c:pt>
                <c:pt idx="434">
                  <c:v>45194</c:v>
                </c:pt>
                <c:pt idx="435">
                  <c:v>45195</c:v>
                </c:pt>
                <c:pt idx="436">
                  <c:v>45196</c:v>
                </c:pt>
                <c:pt idx="437">
                  <c:v>45197</c:v>
                </c:pt>
                <c:pt idx="438">
                  <c:v>45198</c:v>
                </c:pt>
                <c:pt idx="439">
                  <c:v>45201</c:v>
                </c:pt>
                <c:pt idx="440">
                  <c:v>45202</c:v>
                </c:pt>
                <c:pt idx="441">
                  <c:v>45203</c:v>
                </c:pt>
                <c:pt idx="442">
                  <c:v>45204</c:v>
                </c:pt>
                <c:pt idx="443">
                  <c:v>45205</c:v>
                </c:pt>
                <c:pt idx="444">
                  <c:v>45208</c:v>
                </c:pt>
                <c:pt idx="445">
                  <c:v>45209</c:v>
                </c:pt>
                <c:pt idx="446">
                  <c:v>45210</c:v>
                </c:pt>
                <c:pt idx="447">
                  <c:v>45211</c:v>
                </c:pt>
                <c:pt idx="448">
                  <c:v>45212</c:v>
                </c:pt>
                <c:pt idx="449">
                  <c:v>45215</c:v>
                </c:pt>
                <c:pt idx="450">
                  <c:v>45216</c:v>
                </c:pt>
                <c:pt idx="451">
                  <c:v>45217</c:v>
                </c:pt>
                <c:pt idx="452">
                  <c:v>45218</c:v>
                </c:pt>
                <c:pt idx="453">
                  <c:v>45219</c:v>
                </c:pt>
                <c:pt idx="454">
                  <c:v>45222</c:v>
                </c:pt>
                <c:pt idx="455">
                  <c:v>45223</c:v>
                </c:pt>
                <c:pt idx="456">
                  <c:v>45224</c:v>
                </c:pt>
                <c:pt idx="457">
                  <c:v>45225</c:v>
                </c:pt>
                <c:pt idx="458">
                  <c:v>45226</c:v>
                </c:pt>
                <c:pt idx="459">
                  <c:v>45229</c:v>
                </c:pt>
                <c:pt idx="460">
                  <c:v>45230</c:v>
                </c:pt>
                <c:pt idx="461">
                  <c:v>45231</c:v>
                </c:pt>
                <c:pt idx="462">
                  <c:v>45232</c:v>
                </c:pt>
                <c:pt idx="463">
                  <c:v>45233</c:v>
                </c:pt>
                <c:pt idx="464">
                  <c:v>45236</c:v>
                </c:pt>
                <c:pt idx="465">
                  <c:v>45237</c:v>
                </c:pt>
                <c:pt idx="466">
                  <c:v>45238</c:v>
                </c:pt>
                <c:pt idx="467">
                  <c:v>45239</c:v>
                </c:pt>
                <c:pt idx="468">
                  <c:v>45240</c:v>
                </c:pt>
                <c:pt idx="469">
                  <c:v>45243</c:v>
                </c:pt>
                <c:pt idx="470">
                  <c:v>45244</c:v>
                </c:pt>
                <c:pt idx="471">
                  <c:v>45245</c:v>
                </c:pt>
                <c:pt idx="472">
                  <c:v>45246</c:v>
                </c:pt>
                <c:pt idx="473">
                  <c:v>45247</c:v>
                </c:pt>
                <c:pt idx="474">
                  <c:v>45250</c:v>
                </c:pt>
                <c:pt idx="475">
                  <c:v>45251</c:v>
                </c:pt>
                <c:pt idx="476">
                  <c:v>45252</c:v>
                </c:pt>
                <c:pt idx="477">
                  <c:v>45254</c:v>
                </c:pt>
                <c:pt idx="478">
                  <c:v>45257</c:v>
                </c:pt>
                <c:pt idx="479">
                  <c:v>45258</c:v>
                </c:pt>
                <c:pt idx="480">
                  <c:v>45259</c:v>
                </c:pt>
                <c:pt idx="481">
                  <c:v>45260</c:v>
                </c:pt>
                <c:pt idx="482">
                  <c:v>45261</c:v>
                </c:pt>
                <c:pt idx="483">
                  <c:v>45264</c:v>
                </c:pt>
                <c:pt idx="484">
                  <c:v>45265</c:v>
                </c:pt>
                <c:pt idx="485">
                  <c:v>45266</c:v>
                </c:pt>
                <c:pt idx="486">
                  <c:v>45267</c:v>
                </c:pt>
                <c:pt idx="487">
                  <c:v>45268</c:v>
                </c:pt>
                <c:pt idx="488">
                  <c:v>45271</c:v>
                </c:pt>
                <c:pt idx="489">
                  <c:v>45272</c:v>
                </c:pt>
                <c:pt idx="490">
                  <c:v>45273</c:v>
                </c:pt>
                <c:pt idx="491">
                  <c:v>45274</c:v>
                </c:pt>
                <c:pt idx="492">
                  <c:v>45275</c:v>
                </c:pt>
                <c:pt idx="493">
                  <c:v>45278</c:v>
                </c:pt>
                <c:pt idx="494">
                  <c:v>45279</c:v>
                </c:pt>
                <c:pt idx="495">
                  <c:v>45280</c:v>
                </c:pt>
                <c:pt idx="496">
                  <c:v>45281</c:v>
                </c:pt>
                <c:pt idx="497">
                  <c:v>45282</c:v>
                </c:pt>
                <c:pt idx="498">
                  <c:v>45286</c:v>
                </c:pt>
                <c:pt idx="499">
                  <c:v>45287</c:v>
                </c:pt>
                <c:pt idx="500">
                  <c:v>45288</c:v>
                </c:pt>
                <c:pt idx="501">
                  <c:v>45289</c:v>
                </c:pt>
                <c:pt idx="502">
                  <c:v>45293</c:v>
                </c:pt>
                <c:pt idx="503">
                  <c:v>45294</c:v>
                </c:pt>
                <c:pt idx="504">
                  <c:v>45295</c:v>
                </c:pt>
                <c:pt idx="505">
                  <c:v>45296</c:v>
                </c:pt>
                <c:pt idx="506">
                  <c:v>45299</c:v>
                </c:pt>
                <c:pt idx="507">
                  <c:v>45300</c:v>
                </c:pt>
                <c:pt idx="508">
                  <c:v>45301</c:v>
                </c:pt>
                <c:pt idx="509">
                  <c:v>45302</c:v>
                </c:pt>
                <c:pt idx="510">
                  <c:v>45303</c:v>
                </c:pt>
                <c:pt idx="511">
                  <c:v>45307</c:v>
                </c:pt>
                <c:pt idx="512">
                  <c:v>45308</c:v>
                </c:pt>
                <c:pt idx="513">
                  <c:v>45309</c:v>
                </c:pt>
                <c:pt idx="514">
                  <c:v>45310</c:v>
                </c:pt>
                <c:pt idx="515">
                  <c:v>45313</c:v>
                </c:pt>
                <c:pt idx="516">
                  <c:v>45314</c:v>
                </c:pt>
                <c:pt idx="517">
                  <c:v>45315</c:v>
                </c:pt>
                <c:pt idx="518">
                  <c:v>45316</c:v>
                </c:pt>
                <c:pt idx="519">
                  <c:v>45317</c:v>
                </c:pt>
                <c:pt idx="520">
                  <c:v>45320</c:v>
                </c:pt>
                <c:pt idx="521">
                  <c:v>45321</c:v>
                </c:pt>
                <c:pt idx="522">
                  <c:v>45322</c:v>
                </c:pt>
                <c:pt idx="523">
                  <c:v>45323</c:v>
                </c:pt>
                <c:pt idx="524">
                  <c:v>45324</c:v>
                </c:pt>
                <c:pt idx="525">
                  <c:v>45327</c:v>
                </c:pt>
                <c:pt idx="526">
                  <c:v>45328</c:v>
                </c:pt>
                <c:pt idx="527">
                  <c:v>45329</c:v>
                </c:pt>
                <c:pt idx="528">
                  <c:v>45330</c:v>
                </c:pt>
                <c:pt idx="529">
                  <c:v>45331</c:v>
                </c:pt>
                <c:pt idx="530">
                  <c:v>45334</c:v>
                </c:pt>
                <c:pt idx="531">
                  <c:v>45335</c:v>
                </c:pt>
                <c:pt idx="532">
                  <c:v>45336</c:v>
                </c:pt>
                <c:pt idx="533">
                  <c:v>45337</c:v>
                </c:pt>
                <c:pt idx="534">
                  <c:v>45338</c:v>
                </c:pt>
                <c:pt idx="535">
                  <c:v>45342</c:v>
                </c:pt>
                <c:pt idx="536">
                  <c:v>45343</c:v>
                </c:pt>
                <c:pt idx="537">
                  <c:v>45344</c:v>
                </c:pt>
                <c:pt idx="538">
                  <c:v>45345</c:v>
                </c:pt>
                <c:pt idx="539">
                  <c:v>45348</c:v>
                </c:pt>
                <c:pt idx="540">
                  <c:v>45349</c:v>
                </c:pt>
                <c:pt idx="541">
                  <c:v>45350</c:v>
                </c:pt>
                <c:pt idx="542">
                  <c:v>45351</c:v>
                </c:pt>
                <c:pt idx="543">
                  <c:v>45352</c:v>
                </c:pt>
                <c:pt idx="544">
                  <c:v>45355</c:v>
                </c:pt>
                <c:pt idx="545">
                  <c:v>45356</c:v>
                </c:pt>
                <c:pt idx="546">
                  <c:v>45357</c:v>
                </c:pt>
                <c:pt idx="547">
                  <c:v>45358</c:v>
                </c:pt>
                <c:pt idx="548">
                  <c:v>45359</c:v>
                </c:pt>
                <c:pt idx="549">
                  <c:v>45362</c:v>
                </c:pt>
                <c:pt idx="550">
                  <c:v>45363</c:v>
                </c:pt>
                <c:pt idx="551">
                  <c:v>45364</c:v>
                </c:pt>
                <c:pt idx="552">
                  <c:v>45365</c:v>
                </c:pt>
                <c:pt idx="553">
                  <c:v>45366</c:v>
                </c:pt>
                <c:pt idx="554">
                  <c:v>45369</c:v>
                </c:pt>
                <c:pt idx="555">
                  <c:v>45370</c:v>
                </c:pt>
                <c:pt idx="556">
                  <c:v>45371</c:v>
                </c:pt>
                <c:pt idx="557">
                  <c:v>45372</c:v>
                </c:pt>
                <c:pt idx="558">
                  <c:v>45373</c:v>
                </c:pt>
                <c:pt idx="559">
                  <c:v>45376</c:v>
                </c:pt>
                <c:pt idx="560">
                  <c:v>45377</c:v>
                </c:pt>
                <c:pt idx="561">
                  <c:v>45378</c:v>
                </c:pt>
                <c:pt idx="562">
                  <c:v>45379</c:v>
                </c:pt>
                <c:pt idx="563">
                  <c:v>45383</c:v>
                </c:pt>
                <c:pt idx="564">
                  <c:v>45384</c:v>
                </c:pt>
                <c:pt idx="565">
                  <c:v>45385</c:v>
                </c:pt>
                <c:pt idx="566">
                  <c:v>45386</c:v>
                </c:pt>
                <c:pt idx="567">
                  <c:v>45387</c:v>
                </c:pt>
                <c:pt idx="568">
                  <c:v>45390</c:v>
                </c:pt>
                <c:pt idx="569">
                  <c:v>45391</c:v>
                </c:pt>
                <c:pt idx="570">
                  <c:v>45392</c:v>
                </c:pt>
                <c:pt idx="571">
                  <c:v>45393</c:v>
                </c:pt>
                <c:pt idx="572">
                  <c:v>45394</c:v>
                </c:pt>
                <c:pt idx="573">
                  <c:v>45397</c:v>
                </c:pt>
                <c:pt idx="574">
                  <c:v>45398</c:v>
                </c:pt>
                <c:pt idx="575">
                  <c:v>45399</c:v>
                </c:pt>
                <c:pt idx="576">
                  <c:v>45400</c:v>
                </c:pt>
                <c:pt idx="577">
                  <c:v>45401</c:v>
                </c:pt>
                <c:pt idx="578">
                  <c:v>45404</c:v>
                </c:pt>
                <c:pt idx="579">
                  <c:v>45405</c:v>
                </c:pt>
                <c:pt idx="580">
                  <c:v>45406</c:v>
                </c:pt>
                <c:pt idx="581">
                  <c:v>45407</c:v>
                </c:pt>
                <c:pt idx="582">
                  <c:v>45408</c:v>
                </c:pt>
                <c:pt idx="583">
                  <c:v>45411</c:v>
                </c:pt>
                <c:pt idx="584">
                  <c:v>45412</c:v>
                </c:pt>
                <c:pt idx="585">
                  <c:v>45413</c:v>
                </c:pt>
                <c:pt idx="586">
                  <c:v>45414</c:v>
                </c:pt>
                <c:pt idx="587">
                  <c:v>45415</c:v>
                </c:pt>
                <c:pt idx="588">
                  <c:v>45418</c:v>
                </c:pt>
                <c:pt idx="589">
                  <c:v>45419</c:v>
                </c:pt>
                <c:pt idx="590">
                  <c:v>45420</c:v>
                </c:pt>
                <c:pt idx="591">
                  <c:v>45421</c:v>
                </c:pt>
                <c:pt idx="592">
                  <c:v>45422</c:v>
                </c:pt>
                <c:pt idx="593">
                  <c:v>45425</c:v>
                </c:pt>
                <c:pt idx="594">
                  <c:v>45426</c:v>
                </c:pt>
                <c:pt idx="595">
                  <c:v>45427</c:v>
                </c:pt>
                <c:pt idx="596">
                  <c:v>45428</c:v>
                </c:pt>
                <c:pt idx="597">
                  <c:v>45429</c:v>
                </c:pt>
                <c:pt idx="598">
                  <c:v>45432</c:v>
                </c:pt>
                <c:pt idx="599">
                  <c:v>45433</c:v>
                </c:pt>
                <c:pt idx="600">
                  <c:v>45434</c:v>
                </c:pt>
                <c:pt idx="601">
                  <c:v>45435</c:v>
                </c:pt>
                <c:pt idx="602">
                  <c:v>45436</c:v>
                </c:pt>
                <c:pt idx="603">
                  <c:v>45440</c:v>
                </c:pt>
                <c:pt idx="604">
                  <c:v>45441</c:v>
                </c:pt>
                <c:pt idx="605">
                  <c:v>45442</c:v>
                </c:pt>
                <c:pt idx="606">
                  <c:v>45443</c:v>
                </c:pt>
                <c:pt idx="607">
                  <c:v>45446</c:v>
                </c:pt>
                <c:pt idx="608">
                  <c:v>45447</c:v>
                </c:pt>
                <c:pt idx="609">
                  <c:v>45448</c:v>
                </c:pt>
                <c:pt idx="610">
                  <c:v>45449</c:v>
                </c:pt>
                <c:pt idx="611">
                  <c:v>45450</c:v>
                </c:pt>
                <c:pt idx="612">
                  <c:v>45453</c:v>
                </c:pt>
                <c:pt idx="613">
                  <c:v>45454</c:v>
                </c:pt>
                <c:pt idx="614">
                  <c:v>45455</c:v>
                </c:pt>
                <c:pt idx="615">
                  <c:v>45456</c:v>
                </c:pt>
                <c:pt idx="616">
                  <c:v>45457</c:v>
                </c:pt>
                <c:pt idx="617">
                  <c:v>45460</c:v>
                </c:pt>
                <c:pt idx="618">
                  <c:v>45461</c:v>
                </c:pt>
                <c:pt idx="619">
                  <c:v>45463</c:v>
                </c:pt>
                <c:pt idx="620">
                  <c:v>45464</c:v>
                </c:pt>
                <c:pt idx="621">
                  <c:v>45467</c:v>
                </c:pt>
                <c:pt idx="622">
                  <c:v>45468</c:v>
                </c:pt>
                <c:pt idx="623">
                  <c:v>45469</c:v>
                </c:pt>
                <c:pt idx="624">
                  <c:v>45470</c:v>
                </c:pt>
                <c:pt idx="625">
                  <c:v>45471</c:v>
                </c:pt>
                <c:pt idx="626">
                  <c:v>45474</c:v>
                </c:pt>
                <c:pt idx="627">
                  <c:v>45475</c:v>
                </c:pt>
                <c:pt idx="628">
                  <c:v>45476</c:v>
                </c:pt>
                <c:pt idx="629">
                  <c:v>45478</c:v>
                </c:pt>
                <c:pt idx="630">
                  <c:v>45481</c:v>
                </c:pt>
                <c:pt idx="631">
                  <c:v>45482</c:v>
                </c:pt>
                <c:pt idx="632">
                  <c:v>45483</c:v>
                </c:pt>
                <c:pt idx="633">
                  <c:v>45484</c:v>
                </c:pt>
                <c:pt idx="634">
                  <c:v>45485</c:v>
                </c:pt>
                <c:pt idx="635">
                  <c:v>45488</c:v>
                </c:pt>
                <c:pt idx="636">
                  <c:v>45489</c:v>
                </c:pt>
                <c:pt idx="637">
                  <c:v>45490</c:v>
                </c:pt>
                <c:pt idx="638">
                  <c:v>45491</c:v>
                </c:pt>
                <c:pt idx="639">
                  <c:v>45492</c:v>
                </c:pt>
                <c:pt idx="640">
                  <c:v>45495</c:v>
                </c:pt>
                <c:pt idx="641">
                  <c:v>45496</c:v>
                </c:pt>
                <c:pt idx="642">
                  <c:v>45497</c:v>
                </c:pt>
                <c:pt idx="643">
                  <c:v>45498</c:v>
                </c:pt>
                <c:pt idx="644">
                  <c:v>45499</c:v>
                </c:pt>
                <c:pt idx="645">
                  <c:v>45502</c:v>
                </c:pt>
                <c:pt idx="646">
                  <c:v>45503</c:v>
                </c:pt>
                <c:pt idx="647">
                  <c:v>45504</c:v>
                </c:pt>
                <c:pt idx="648">
                  <c:v>45505</c:v>
                </c:pt>
                <c:pt idx="649">
                  <c:v>45506</c:v>
                </c:pt>
                <c:pt idx="650">
                  <c:v>45509</c:v>
                </c:pt>
                <c:pt idx="651">
                  <c:v>45510</c:v>
                </c:pt>
                <c:pt idx="652">
                  <c:v>45511</c:v>
                </c:pt>
                <c:pt idx="653">
                  <c:v>45512</c:v>
                </c:pt>
                <c:pt idx="654">
                  <c:v>45513</c:v>
                </c:pt>
                <c:pt idx="655">
                  <c:v>45516</c:v>
                </c:pt>
                <c:pt idx="656">
                  <c:v>45517</c:v>
                </c:pt>
                <c:pt idx="657">
                  <c:v>45518</c:v>
                </c:pt>
                <c:pt idx="658">
                  <c:v>45519</c:v>
                </c:pt>
                <c:pt idx="659">
                  <c:v>45520</c:v>
                </c:pt>
                <c:pt idx="660">
                  <c:v>45523</c:v>
                </c:pt>
                <c:pt idx="661">
                  <c:v>45524</c:v>
                </c:pt>
                <c:pt idx="662">
                  <c:v>45525</c:v>
                </c:pt>
                <c:pt idx="663">
                  <c:v>45526</c:v>
                </c:pt>
                <c:pt idx="664">
                  <c:v>45527</c:v>
                </c:pt>
                <c:pt idx="665">
                  <c:v>45530</c:v>
                </c:pt>
                <c:pt idx="666">
                  <c:v>45531</c:v>
                </c:pt>
                <c:pt idx="667">
                  <c:v>45532</c:v>
                </c:pt>
                <c:pt idx="668">
                  <c:v>45533</c:v>
                </c:pt>
                <c:pt idx="669">
                  <c:v>45534</c:v>
                </c:pt>
                <c:pt idx="670">
                  <c:v>45538</c:v>
                </c:pt>
                <c:pt idx="671">
                  <c:v>45539</c:v>
                </c:pt>
                <c:pt idx="672">
                  <c:v>45540</c:v>
                </c:pt>
                <c:pt idx="673">
                  <c:v>45541</c:v>
                </c:pt>
                <c:pt idx="674">
                  <c:v>45544</c:v>
                </c:pt>
                <c:pt idx="675">
                  <c:v>45545</c:v>
                </c:pt>
                <c:pt idx="676">
                  <c:v>45546</c:v>
                </c:pt>
                <c:pt idx="677">
                  <c:v>45547</c:v>
                </c:pt>
                <c:pt idx="678">
                  <c:v>45548</c:v>
                </c:pt>
                <c:pt idx="679">
                  <c:v>45551</c:v>
                </c:pt>
                <c:pt idx="680">
                  <c:v>45552</c:v>
                </c:pt>
                <c:pt idx="681">
                  <c:v>45553</c:v>
                </c:pt>
                <c:pt idx="682">
                  <c:v>45554</c:v>
                </c:pt>
                <c:pt idx="683">
                  <c:v>45555</c:v>
                </c:pt>
                <c:pt idx="684">
                  <c:v>45558</c:v>
                </c:pt>
                <c:pt idx="685">
                  <c:v>45559</c:v>
                </c:pt>
                <c:pt idx="686">
                  <c:v>45560</c:v>
                </c:pt>
                <c:pt idx="687">
                  <c:v>45561</c:v>
                </c:pt>
                <c:pt idx="688">
                  <c:v>45562</c:v>
                </c:pt>
                <c:pt idx="689">
                  <c:v>45565</c:v>
                </c:pt>
                <c:pt idx="690">
                  <c:v>45566</c:v>
                </c:pt>
                <c:pt idx="691">
                  <c:v>45567</c:v>
                </c:pt>
                <c:pt idx="692">
                  <c:v>45568</c:v>
                </c:pt>
                <c:pt idx="693">
                  <c:v>45569</c:v>
                </c:pt>
                <c:pt idx="694">
                  <c:v>45572</c:v>
                </c:pt>
                <c:pt idx="695">
                  <c:v>45573</c:v>
                </c:pt>
                <c:pt idx="696">
                  <c:v>45574</c:v>
                </c:pt>
                <c:pt idx="697">
                  <c:v>45575</c:v>
                </c:pt>
                <c:pt idx="698">
                  <c:v>45576</c:v>
                </c:pt>
                <c:pt idx="699">
                  <c:v>45579</c:v>
                </c:pt>
                <c:pt idx="700">
                  <c:v>45580</c:v>
                </c:pt>
                <c:pt idx="701">
                  <c:v>45581</c:v>
                </c:pt>
                <c:pt idx="702">
                  <c:v>45582</c:v>
                </c:pt>
                <c:pt idx="703">
                  <c:v>45583</c:v>
                </c:pt>
                <c:pt idx="704">
                  <c:v>45586</c:v>
                </c:pt>
                <c:pt idx="705">
                  <c:v>45587</c:v>
                </c:pt>
                <c:pt idx="706">
                  <c:v>45588</c:v>
                </c:pt>
                <c:pt idx="707">
                  <c:v>45589</c:v>
                </c:pt>
                <c:pt idx="708">
                  <c:v>45590</c:v>
                </c:pt>
                <c:pt idx="709">
                  <c:v>45593</c:v>
                </c:pt>
                <c:pt idx="710">
                  <c:v>45594</c:v>
                </c:pt>
                <c:pt idx="711">
                  <c:v>45595</c:v>
                </c:pt>
                <c:pt idx="712">
                  <c:v>45596</c:v>
                </c:pt>
                <c:pt idx="713">
                  <c:v>45597</c:v>
                </c:pt>
                <c:pt idx="714">
                  <c:v>45600</c:v>
                </c:pt>
                <c:pt idx="715">
                  <c:v>45601</c:v>
                </c:pt>
                <c:pt idx="716">
                  <c:v>45602</c:v>
                </c:pt>
                <c:pt idx="717">
                  <c:v>45603</c:v>
                </c:pt>
                <c:pt idx="718">
                  <c:v>45604</c:v>
                </c:pt>
                <c:pt idx="719">
                  <c:v>45607</c:v>
                </c:pt>
                <c:pt idx="720">
                  <c:v>45608</c:v>
                </c:pt>
                <c:pt idx="721">
                  <c:v>45609</c:v>
                </c:pt>
                <c:pt idx="722">
                  <c:v>45610</c:v>
                </c:pt>
                <c:pt idx="723">
                  <c:v>45611</c:v>
                </c:pt>
                <c:pt idx="724">
                  <c:v>45614</c:v>
                </c:pt>
                <c:pt idx="725">
                  <c:v>45615</c:v>
                </c:pt>
                <c:pt idx="726">
                  <c:v>45616</c:v>
                </c:pt>
                <c:pt idx="727">
                  <c:v>45617</c:v>
                </c:pt>
                <c:pt idx="728">
                  <c:v>45618</c:v>
                </c:pt>
                <c:pt idx="729">
                  <c:v>45621</c:v>
                </c:pt>
                <c:pt idx="730">
                  <c:v>45622</c:v>
                </c:pt>
                <c:pt idx="731">
                  <c:v>45623</c:v>
                </c:pt>
                <c:pt idx="732">
                  <c:v>45625</c:v>
                </c:pt>
                <c:pt idx="733">
                  <c:v>45628</c:v>
                </c:pt>
                <c:pt idx="734">
                  <c:v>45629</c:v>
                </c:pt>
                <c:pt idx="735">
                  <c:v>45630</c:v>
                </c:pt>
                <c:pt idx="736">
                  <c:v>45631</c:v>
                </c:pt>
                <c:pt idx="737">
                  <c:v>45632</c:v>
                </c:pt>
                <c:pt idx="738">
                  <c:v>45635</c:v>
                </c:pt>
                <c:pt idx="739">
                  <c:v>45636</c:v>
                </c:pt>
                <c:pt idx="740">
                  <c:v>45637</c:v>
                </c:pt>
                <c:pt idx="741">
                  <c:v>45638</c:v>
                </c:pt>
                <c:pt idx="742">
                  <c:v>45639</c:v>
                </c:pt>
                <c:pt idx="743">
                  <c:v>45642</c:v>
                </c:pt>
                <c:pt idx="744">
                  <c:v>45643</c:v>
                </c:pt>
                <c:pt idx="745">
                  <c:v>45644</c:v>
                </c:pt>
                <c:pt idx="746">
                  <c:v>45645</c:v>
                </c:pt>
                <c:pt idx="747">
                  <c:v>45646</c:v>
                </c:pt>
                <c:pt idx="748">
                  <c:v>45649</c:v>
                </c:pt>
                <c:pt idx="749">
                  <c:v>45650</c:v>
                </c:pt>
                <c:pt idx="750">
                  <c:v>45652</c:v>
                </c:pt>
                <c:pt idx="751">
                  <c:v>45653</c:v>
                </c:pt>
                <c:pt idx="752">
                  <c:v>45656</c:v>
                </c:pt>
                <c:pt idx="753">
                  <c:v>45657</c:v>
                </c:pt>
                <c:pt idx="754">
                  <c:v>45659</c:v>
                </c:pt>
                <c:pt idx="755">
                  <c:v>45660</c:v>
                </c:pt>
                <c:pt idx="756">
                  <c:v>45663</c:v>
                </c:pt>
                <c:pt idx="757">
                  <c:v>45664</c:v>
                </c:pt>
                <c:pt idx="758">
                  <c:v>45665</c:v>
                </c:pt>
                <c:pt idx="759">
                  <c:v>45667</c:v>
                </c:pt>
                <c:pt idx="760">
                  <c:v>45670</c:v>
                </c:pt>
                <c:pt idx="761">
                  <c:v>45671</c:v>
                </c:pt>
                <c:pt idx="762">
                  <c:v>45672</c:v>
                </c:pt>
                <c:pt idx="763">
                  <c:v>45673</c:v>
                </c:pt>
                <c:pt idx="764">
                  <c:v>45674</c:v>
                </c:pt>
                <c:pt idx="765">
                  <c:v>45678</c:v>
                </c:pt>
                <c:pt idx="766">
                  <c:v>45679</c:v>
                </c:pt>
                <c:pt idx="767">
                  <c:v>45680</c:v>
                </c:pt>
                <c:pt idx="768">
                  <c:v>45681</c:v>
                </c:pt>
                <c:pt idx="769">
                  <c:v>45684</c:v>
                </c:pt>
                <c:pt idx="770">
                  <c:v>45685</c:v>
                </c:pt>
                <c:pt idx="771">
                  <c:v>45686</c:v>
                </c:pt>
                <c:pt idx="772">
                  <c:v>45687</c:v>
                </c:pt>
                <c:pt idx="773">
                  <c:v>45688</c:v>
                </c:pt>
                <c:pt idx="774">
                  <c:v>45691</c:v>
                </c:pt>
                <c:pt idx="775">
                  <c:v>45692</c:v>
                </c:pt>
                <c:pt idx="776">
                  <c:v>45693</c:v>
                </c:pt>
                <c:pt idx="777">
                  <c:v>45694</c:v>
                </c:pt>
                <c:pt idx="778">
                  <c:v>45695</c:v>
                </c:pt>
                <c:pt idx="779">
                  <c:v>45698</c:v>
                </c:pt>
                <c:pt idx="780">
                  <c:v>45699</c:v>
                </c:pt>
                <c:pt idx="781">
                  <c:v>45700</c:v>
                </c:pt>
                <c:pt idx="782">
                  <c:v>45701</c:v>
                </c:pt>
                <c:pt idx="783">
                  <c:v>45702</c:v>
                </c:pt>
                <c:pt idx="784">
                  <c:v>45706</c:v>
                </c:pt>
                <c:pt idx="785">
                  <c:v>45707</c:v>
                </c:pt>
                <c:pt idx="786">
                  <c:v>45708</c:v>
                </c:pt>
                <c:pt idx="787">
                  <c:v>45709</c:v>
                </c:pt>
                <c:pt idx="788">
                  <c:v>45712</c:v>
                </c:pt>
                <c:pt idx="789">
                  <c:v>45713</c:v>
                </c:pt>
                <c:pt idx="790">
                  <c:v>45714</c:v>
                </c:pt>
                <c:pt idx="791">
                  <c:v>45715</c:v>
                </c:pt>
                <c:pt idx="792">
                  <c:v>45716</c:v>
                </c:pt>
                <c:pt idx="793">
                  <c:v>45719</c:v>
                </c:pt>
                <c:pt idx="794">
                  <c:v>45720</c:v>
                </c:pt>
                <c:pt idx="795">
                  <c:v>45721</c:v>
                </c:pt>
                <c:pt idx="796">
                  <c:v>45722</c:v>
                </c:pt>
                <c:pt idx="797">
                  <c:v>45723</c:v>
                </c:pt>
                <c:pt idx="798">
                  <c:v>45726</c:v>
                </c:pt>
                <c:pt idx="799">
                  <c:v>45727</c:v>
                </c:pt>
                <c:pt idx="800">
                  <c:v>45728</c:v>
                </c:pt>
                <c:pt idx="801">
                  <c:v>45729</c:v>
                </c:pt>
                <c:pt idx="802">
                  <c:v>45730</c:v>
                </c:pt>
                <c:pt idx="803">
                  <c:v>45733</c:v>
                </c:pt>
                <c:pt idx="804">
                  <c:v>45734</c:v>
                </c:pt>
                <c:pt idx="805">
                  <c:v>45735</c:v>
                </c:pt>
                <c:pt idx="806">
                  <c:v>45736</c:v>
                </c:pt>
                <c:pt idx="807">
                  <c:v>45737</c:v>
                </c:pt>
                <c:pt idx="808">
                  <c:v>45740</c:v>
                </c:pt>
                <c:pt idx="809">
                  <c:v>45741</c:v>
                </c:pt>
                <c:pt idx="810">
                  <c:v>45742</c:v>
                </c:pt>
                <c:pt idx="811">
                  <c:v>45743</c:v>
                </c:pt>
                <c:pt idx="812">
                  <c:v>45744</c:v>
                </c:pt>
                <c:pt idx="813">
                  <c:v>45747</c:v>
                </c:pt>
                <c:pt idx="814">
                  <c:v>45748</c:v>
                </c:pt>
                <c:pt idx="815">
                  <c:v>45749</c:v>
                </c:pt>
                <c:pt idx="816">
                  <c:v>45750</c:v>
                </c:pt>
                <c:pt idx="817">
                  <c:v>45751</c:v>
                </c:pt>
                <c:pt idx="818">
                  <c:v>45754</c:v>
                </c:pt>
                <c:pt idx="819">
                  <c:v>45755</c:v>
                </c:pt>
                <c:pt idx="820">
                  <c:v>45756</c:v>
                </c:pt>
                <c:pt idx="821">
                  <c:v>45757</c:v>
                </c:pt>
                <c:pt idx="822">
                  <c:v>45758</c:v>
                </c:pt>
                <c:pt idx="823">
                  <c:v>45761</c:v>
                </c:pt>
                <c:pt idx="824">
                  <c:v>45762</c:v>
                </c:pt>
                <c:pt idx="825">
                  <c:v>45763</c:v>
                </c:pt>
                <c:pt idx="826">
                  <c:v>45764</c:v>
                </c:pt>
                <c:pt idx="827">
                  <c:v>45768</c:v>
                </c:pt>
                <c:pt idx="828">
                  <c:v>45769</c:v>
                </c:pt>
                <c:pt idx="829">
                  <c:v>45770</c:v>
                </c:pt>
                <c:pt idx="830">
                  <c:v>45771</c:v>
                </c:pt>
                <c:pt idx="831">
                  <c:v>45772</c:v>
                </c:pt>
                <c:pt idx="832">
                  <c:v>45775</c:v>
                </c:pt>
                <c:pt idx="833">
                  <c:v>45776</c:v>
                </c:pt>
                <c:pt idx="834">
                  <c:v>45777</c:v>
                </c:pt>
                <c:pt idx="835">
                  <c:v>45778</c:v>
                </c:pt>
                <c:pt idx="836">
                  <c:v>45779</c:v>
                </c:pt>
                <c:pt idx="837">
                  <c:v>45782</c:v>
                </c:pt>
                <c:pt idx="838">
                  <c:v>45783</c:v>
                </c:pt>
                <c:pt idx="839">
                  <c:v>45784</c:v>
                </c:pt>
                <c:pt idx="840">
                  <c:v>45785</c:v>
                </c:pt>
                <c:pt idx="841">
                  <c:v>45786</c:v>
                </c:pt>
                <c:pt idx="842">
                  <c:v>45789</c:v>
                </c:pt>
                <c:pt idx="843">
                  <c:v>45790</c:v>
                </c:pt>
                <c:pt idx="844">
                  <c:v>45791</c:v>
                </c:pt>
                <c:pt idx="845">
                  <c:v>45792</c:v>
                </c:pt>
                <c:pt idx="846">
                  <c:v>45793</c:v>
                </c:pt>
                <c:pt idx="847">
                  <c:v>45796</c:v>
                </c:pt>
                <c:pt idx="848">
                  <c:v>45797</c:v>
                </c:pt>
                <c:pt idx="849">
                  <c:v>45798</c:v>
                </c:pt>
                <c:pt idx="850">
                  <c:v>45799</c:v>
                </c:pt>
                <c:pt idx="851">
                  <c:v>45800</c:v>
                </c:pt>
                <c:pt idx="852">
                  <c:v>45804</c:v>
                </c:pt>
                <c:pt idx="853">
                  <c:v>45805</c:v>
                </c:pt>
                <c:pt idx="854">
                  <c:v>45806</c:v>
                </c:pt>
                <c:pt idx="855">
                  <c:v>45807</c:v>
                </c:pt>
                <c:pt idx="856">
                  <c:v>45810</c:v>
                </c:pt>
                <c:pt idx="857">
                  <c:v>45811</c:v>
                </c:pt>
                <c:pt idx="858">
                  <c:v>45812</c:v>
                </c:pt>
                <c:pt idx="859">
                  <c:v>45813</c:v>
                </c:pt>
                <c:pt idx="860">
                  <c:v>45814</c:v>
                </c:pt>
                <c:pt idx="861">
                  <c:v>45817</c:v>
                </c:pt>
                <c:pt idx="862">
                  <c:v>45818</c:v>
                </c:pt>
                <c:pt idx="863">
                  <c:v>45819</c:v>
                </c:pt>
                <c:pt idx="864">
                  <c:v>45820</c:v>
                </c:pt>
                <c:pt idx="865">
                  <c:v>45821</c:v>
                </c:pt>
                <c:pt idx="866">
                  <c:v>45824</c:v>
                </c:pt>
                <c:pt idx="867">
                  <c:v>45825</c:v>
                </c:pt>
                <c:pt idx="868">
                  <c:v>45826</c:v>
                </c:pt>
                <c:pt idx="869">
                  <c:v>45828</c:v>
                </c:pt>
                <c:pt idx="870">
                  <c:v>45831</c:v>
                </c:pt>
                <c:pt idx="871">
                  <c:v>45832</c:v>
                </c:pt>
                <c:pt idx="872">
                  <c:v>45833</c:v>
                </c:pt>
                <c:pt idx="873">
                  <c:v>45834</c:v>
                </c:pt>
                <c:pt idx="874">
                  <c:v>45835</c:v>
                </c:pt>
                <c:pt idx="875">
                  <c:v>45838</c:v>
                </c:pt>
                <c:pt idx="876">
                  <c:v>45839</c:v>
                </c:pt>
                <c:pt idx="877">
                  <c:v>45840</c:v>
                </c:pt>
                <c:pt idx="878">
                  <c:v>45841</c:v>
                </c:pt>
                <c:pt idx="879">
                  <c:v>45845</c:v>
                </c:pt>
                <c:pt idx="880">
                  <c:v>45846</c:v>
                </c:pt>
                <c:pt idx="881">
                  <c:v>45847</c:v>
                </c:pt>
                <c:pt idx="882">
                  <c:v>45848</c:v>
                </c:pt>
                <c:pt idx="883">
                  <c:v>45849</c:v>
                </c:pt>
                <c:pt idx="884">
                  <c:v>45852</c:v>
                </c:pt>
                <c:pt idx="885">
                  <c:v>45853</c:v>
                </c:pt>
                <c:pt idx="886">
                  <c:v>45854</c:v>
                </c:pt>
                <c:pt idx="887">
                  <c:v>45855</c:v>
                </c:pt>
                <c:pt idx="888">
                  <c:v>45856</c:v>
                </c:pt>
                <c:pt idx="889">
                  <c:v>45859</c:v>
                </c:pt>
                <c:pt idx="890">
                  <c:v>45860</c:v>
                </c:pt>
                <c:pt idx="891">
                  <c:v>45861</c:v>
                </c:pt>
                <c:pt idx="892">
                  <c:v>45862</c:v>
                </c:pt>
                <c:pt idx="893">
                  <c:v>45863</c:v>
                </c:pt>
                <c:pt idx="894">
                  <c:v>45866</c:v>
                </c:pt>
                <c:pt idx="895">
                  <c:v>45867</c:v>
                </c:pt>
                <c:pt idx="896">
                  <c:v>45868</c:v>
                </c:pt>
                <c:pt idx="897">
                  <c:v>45869</c:v>
                </c:pt>
                <c:pt idx="898">
                  <c:v>45870</c:v>
                </c:pt>
                <c:pt idx="899">
                  <c:v>45873</c:v>
                </c:pt>
                <c:pt idx="900">
                  <c:v>45874</c:v>
                </c:pt>
                <c:pt idx="901">
                  <c:v>45875</c:v>
                </c:pt>
                <c:pt idx="902">
                  <c:v>45876</c:v>
                </c:pt>
                <c:pt idx="903">
                  <c:v>45877</c:v>
                </c:pt>
                <c:pt idx="904">
                  <c:v>45880</c:v>
                </c:pt>
                <c:pt idx="905">
                  <c:v>45881</c:v>
                </c:pt>
                <c:pt idx="906">
                  <c:v>45882</c:v>
                </c:pt>
                <c:pt idx="907">
                  <c:v>45883</c:v>
                </c:pt>
                <c:pt idx="908">
                  <c:v>45884</c:v>
                </c:pt>
                <c:pt idx="909">
                  <c:v>45887</c:v>
                </c:pt>
                <c:pt idx="910">
                  <c:v>45888</c:v>
                </c:pt>
                <c:pt idx="911">
                  <c:v>45889</c:v>
                </c:pt>
                <c:pt idx="912">
                  <c:v>45890</c:v>
                </c:pt>
                <c:pt idx="913">
                  <c:v>45891</c:v>
                </c:pt>
                <c:pt idx="914">
                  <c:v>45894</c:v>
                </c:pt>
                <c:pt idx="915">
                  <c:v>45895</c:v>
                </c:pt>
                <c:pt idx="916">
                  <c:v>45896</c:v>
                </c:pt>
                <c:pt idx="917">
                  <c:v>45897</c:v>
                </c:pt>
                <c:pt idx="918">
                  <c:v>45898</c:v>
                </c:pt>
                <c:pt idx="919">
                  <c:v>45902</c:v>
                </c:pt>
                <c:pt idx="920">
                  <c:v>45903</c:v>
                </c:pt>
                <c:pt idx="921">
                  <c:v>45904</c:v>
                </c:pt>
                <c:pt idx="922">
                  <c:v>45905</c:v>
                </c:pt>
                <c:pt idx="923">
                  <c:v>45908</c:v>
                </c:pt>
                <c:pt idx="924">
                  <c:v>45909</c:v>
                </c:pt>
                <c:pt idx="925">
                  <c:v>45910</c:v>
                </c:pt>
                <c:pt idx="926">
                  <c:v>45911</c:v>
                </c:pt>
                <c:pt idx="927">
                  <c:v>45912</c:v>
                </c:pt>
                <c:pt idx="928">
                  <c:v>45915</c:v>
                </c:pt>
                <c:pt idx="929">
                  <c:v>45916</c:v>
                </c:pt>
                <c:pt idx="930">
                  <c:v>45917</c:v>
                </c:pt>
                <c:pt idx="931">
                  <c:v>45918</c:v>
                </c:pt>
                <c:pt idx="932">
                  <c:v>45919</c:v>
                </c:pt>
                <c:pt idx="933">
                  <c:v>45922</c:v>
                </c:pt>
                <c:pt idx="934">
                  <c:v>45923</c:v>
                </c:pt>
                <c:pt idx="935">
                  <c:v>45924</c:v>
                </c:pt>
                <c:pt idx="936">
                  <c:v>45925</c:v>
                </c:pt>
                <c:pt idx="937">
                  <c:v>45926</c:v>
                </c:pt>
                <c:pt idx="938">
                  <c:v>45929</c:v>
                </c:pt>
                <c:pt idx="939">
                  <c:v>45930</c:v>
                </c:pt>
                <c:pt idx="940">
                  <c:v>45931</c:v>
                </c:pt>
                <c:pt idx="941">
                  <c:v>45932</c:v>
                </c:pt>
                <c:pt idx="942">
                  <c:v>45933</c:v>
                </c:pt>
                <c:pt idx="943">
                  <c:v>45936</c:v>
                </c:pt>
                <c:pt idx="944">
                  <c:v>45937</c:v>
                </c:pt>
                <c:pt idx="945">
                  <c:v>45938</c:v>
                </c:pt>
                <c:pt idx="946">
                  <c:v>45939</c:v>
                </c:pt>
                <c:pt idx="947">
                  <c:v>45940</c:v>
                </c:pt>
                <c:pt idx="948">
                  <c:v>45943</c:v>
                </c:pt>
                <c:pt idx="949">
                  <c:v>45944</c:v>
                </c:pt>
                <c:pt idx="950">
                  <c:v>45945</c:v>
                </c:pt>
                <c:pt idx="951">
                  <c:v>45946</c:v>
                </c:pt>
                <c:pt idx="952">
                  <c:v>45947</c:v>
                </c:pt>
                <c:pt idx="953">
                  <c:v>45950</c:v>
                </c:pt>
                <c:pt idx="954">
                  <c:v>45951</c:v>
                </c:pt>
                <c:pt idx="955">
                  <c:v>45952</c:v>
                </c:pt>
                <c:pt idx="956">
                  <c:v>45953</c:v>
                </c:pt>
                <c:pt idx="957">
                  <c:v>45954</c:v>
                </c:pt>
                <c:pt idx="958">
                  <c:v>45957</c:v>
                </c:pt>
                <c:pt idx="959">
                  <c:v>45958</c:v>
                </c:pt>
                <c:pt idx="960">
                  <c:v>45959</c:v>
                </c:pt>
                <c:pt idx="961">
                  <c:v>45960</c:v>
                </c:pt>
                <c:pt idx="962">
                  <c:v>45961</c:v>
                </c:pt>
                <c:pt idx="963">
                  <c:v>45964</c:v>
                </c:pt>
                <c:pt idx="964">
                  <c:v>45965</c:v>
                </c:pt>
                <c:pt idx="965">
                  <c:v>45966</c:v>
                </c:pt>
                <c:pt idx="966">
                  <c:v>45967</c:v>
                </c:pt>
                <c:pt idx="967">
                  <c:v>45968</c:v>
                </c:pt>
                <c:pt idx="968">
                  <c:v>45971</c:v>
                </c:pt>
                <c:pt idx="969">
                  <c:v>45972</c:v>
                </c:pt>
                <c:pt idx="970">
                  <c:v>45973</c:v>
                </c:pt>
                <c:pt idx="971">
                  <c:v>45974</c:v>
                </c:pt>
                <c:pt idx="972">
                  <c:v>45975</c:v>
                </c:pt>
                <c:pt idx="973">
                  <c:v>45978</c:v>
                </c:pt>
                <c:pt idx="974">
                  <c:v>45979</c:v>
                </c:pt>
                <c:pt idx="975">
                  <c:v>45980</c:v>
                </c:pt>
                <c:pt idx="976">
                  <c:v>45981</c:v>
                </c:pt>
                <c:pt idx="977">
                  <c:v>45982</c:v>
                </c:pt>
                <c:pt idx="978">
                  <c:v>45985</c:v>
                </c:pt>
                <c:pt idx="979">
                  <c:v>45986</c:v>
                </c:pt>
                <c:pt idx="980">
                  <c:v>45987</c:v>
                </c:pt>
                <c:pt idx="981">
                  <c:v>45989</c:v>
                </c:pt>
                <c:pt idx="982">
                  <c:v>45992</c:v>
                </c:pt>
                <c:pt idx="983">
                  <c:v>45993</c:v>
                </c:pt>
                <c:pt idx="984">
                  <c:v>45994</c:v>
                </c:pt>
                <c:pt idx="985">
                  <c:v>45995</c:v>
                </c:pt>
                <c:pt idx="986">
                  <c:v>45996</c:v>
                </c:pt>
                <c:pt idx="987">
                  <c:v>45999</c:v>
                </c:pt>
                <c:pt idx="988">
                  <c:v>46000</c:v>
                </c:pt>
                <c:pt idx="989">
                  <c:v>46001</c:v>
                </c:pt>
                <c:pt idx="990">
                  <c:v>46002</c:v>
                </c:pt>
                <c:pt idx="991">
                  <c:v>46003</c:v>
                </c:pt>
                <c:pt idx="992">
                  <c:v>46006</c:v>
                </c:pt>
                <c:pt idx="993">
                  <c:v>46007</c:v>
                </c:pt>
                <c:pt idx="994">
                  <c:v>46008</c:v>
                </c:pt>
                <c:pt idx="995">
                  <c:v>46009</c:v>
                </c:pt>
                <c:pt idx="996">
                  <c:v>46010</c:v>
                </c:pt>
                <c:pt idx="997">
                  <c:v>46013</c:v>
                </c:pt>
                <c:pt idx="998">
                  <c:v>46014</c:v>
                </c:pt>
                <c:pt idx="999">
                  <c:v>46015</c:v>
                </c:pt>
                <c:pt idx="1000">
                  <c:v>46017</c:v>
                </c:pt>
                <c:pt idx="1001">
                  <c:v>46020</c:v>
                </c:pt>
                <c:pt idx="1002">
                  <c:v>46021</c:v>
                </c:pt>
                <c:pt idx="1003">
                  <c:v>46022</c:v>
                </c:pt>
                <c:pt idx="1004">
                  <c:v>46024</c:v>
                </c:pt>
                <c:pt idx="1005">
                  <c:v>46027</c:v>
                </c:pt>
                <c:pt idx="1006">
                  <c:v>46028</c:v>
                </c:pt>
                <c:pt idx="1007">
                  <c:v>46029</c:v>
                </c:pt>
                <c:pt idx="1008">
                  <c:v>46030</c:v>
                </c:pt>
                <c:pt idx="1009">
                  <c:v>46031</c:v>
                </c:pt>
                <c:pt idx="1010">
                  <c:v>46034</c:v>
                </c:pt>
                <c:pt idx="1011">
                  <c:v>46035</c:v>
                </c:pt>
                <c:pt idx="1012">
                  <c:v>46036</c:v>
                </c:pt>
                <c:pt idx="1013">
                  <c:v>46037</c:v>
                </c:pt>
                <c:pt idx="1014">
                  <c:v>46038</c:v>
                </c:pt>
                <c:pt idx="1015">
                  <c:v>46042</c:v>
                </c:pt>
                <c:pt idx="1016">
                  <c:v>46043</c:v>
                </c:pt>
                <c:pt idx="1017">
                  <c:v>46044</c:v>
                </c:pt>
                <c:pt idx="1018">
                  <c:v>46045</c:v>
                </c:pt>
                <c:pt idx="1019">
                  <c:v>46048</c:v>
                </c:pt>
                <c:pt idx="1020">
                  <c:v>46049</c:v>
                </c:pt>
                <c:pt idx="1021">
                  <c:v>46050</c:v>
                </c:pt>
                <c:pt idx="1022">
                  <c:v>46051</c:v>
                </c:pt>
                <c:pt idx="1023">
                  <c:v>46052</c:v>
                </c:pt>
                <c:pt idx="1024">
                  <c:v>46055</c:v>
                </c:pt>
                <c:pt idx="1025">
                  <c:v>46056</c:v>
                </c:pt>
                <c:pt idx="1026">
                  <c:v>46057</c:v>
                </c:pt>
                <c:pt idx="1027">
                  <c:v>46058</c:v>
                </c:pt>
                <c:pt idx="1028">
                  <c:v>46059</c:v>
                </c:pt>
                <c:pt idx="1029">
                  <c:v>46062</c:v>
                </c:pt>
                <c:pt idx="1030">
                  <c:v>46063</c:v>
                </c:pt>
                <c:pt idx="1031">
                  <c:v>46064</c:v>
                </c:pt>
                <c:pt idx="1032">
                  <c:v>46065</c:v>
                </c:pt>
                <c:pt idx="1033">
                  <c:v>46066</c:v>
                </c:pt>
                <c:pt idx="1034">
                  <c:v>46070</c:v>
                </c:pt>
                <c:pt idx="1035">
                  <c:v>46071</c:v>
                </c:pt>
                <c:pt idx="1036">
                  <c:v>46072</c:v>
                </c:pt>
                <c:pt idx="1037">
                  <c:v>46073</c:v>
                </c:pt>
                <c:pt idx="1038">
                  <c:v>46076</c:v>
                </c:pt>
                <c:pt idx="1039">
                  <c:v>46077</c:v>
                </c:pt>
                <c:pt idx="1040">
                  <c:v>46078</c:v>
                </c:pt>
                <c:pt idx="1041">
                  <c:v>46079</c:v>
                </c:pt>
                <c:pt idx="1042">
                  <c:v>46080</c:v>
                </c:pt>
                <c:pt idx="1043">
                  <c:v>46083</c:v>
                </c:pt>
                <c:pt idx="1044">
                  <c:v>46084</c:v>
                </c:pt>
                <c:pt idx="1045">
                  <c:v>46085</c:v>
                </c:pt>
                <c:pt idx="1046">
                  <c:v>46086</c:v>
                </c:pt>
                <c:pt idx="1047">
                  <c:v>46087</c:v>
                </c:pt>
                <c:pt idx="1048">
                  <c:v>46090</c:v>
                </c:pt>
                <c:pt idx="1049">
                  <c:v>46091</c:v>
                </c:pt>
                <c:pt idx="1050">
                  <c:v>46092</c:v>
                </c:pt>
                <c:pt idx="1051">
                  <c:v>46093</c:v>
                </c:pt>
                <c:pt idx="1052">
                  <c:v>46094</c:v>
                </c:pt>
                <c:pt idx="1053">
                  <c:v>46097</c:v>
                </c:pt>
                <c:pt idx="1054">
                  <c:v>46098</c:v>
                </c:pt>
                <c:pt idx="1055">
                  <c:v>46099</c:v>
                </c:pt>
                <c:pt idx="1056">
                  <c:v>46100</c:v>
                </c:pt>
                <c:pt idx="1057">
                  <c:v>46101</c:v>
                </c:pt>
                <c:pt idx="1058">
                  <c:v>46104</c:v>
                </c:pt>
                <c:pt idx="1059">
                  <c:v>46105</c:v>
                </c:pt>
                <c:pt idx="1060">
                  <c:v>46106</c:v>
                </c:pt>
                <c:pt idx="1061">
                  <c:v>46107</c:v>
                </c:pt>
                <c:pt idx="1062">
                  <c:v>46108</c:v>
                </c:pt>
                <c:pt idx="1063">
                  <c:v>46111</c:v>
                </c:pt>
                <c:pt idx="1064">
                  <c:v>46112</c:v>
                </c:pt>
                <c:pt idx="1065">
                  <c:v>46113</c:v>
                </c:pt>
                <c:pt idx="1066">
                  <c:v>46114</c:v>
                </c:pt>
                <c:pt idx="1067">
                  <c:v>46118</c:v>
                </c:pt>
                <c:pt idx="1068">
                  <c:v>46119</c:v>
                </c:pt>
                <c:pt idx="1069">
                  <c:v>46120</c:v>
                </c:pt>
                <c:pt idx="1070">
                  <c:v>46121</c:v>
                </c:pt>
                <c:pt idx="1071">
                  <c:v>46122</c:v>
                </c:pt>
                <c:pt idx="1072">
                  <c:v>46125</c:v>
                </c:pt>
                <c:pt idx="1073">
                  <c:v>46126</c:v>
                </c:pt>
                <c:pt idx="1074">
                  <c:v>46127</c:v>
                </c:pt>
                <c:pt idx="1075">
                  <c:v>46128</c:v>
                </c:pt>
                <c:pt idx="1076">
                  <c:v>46129</c:v>
                </c:pt>
                <c:pt idx="1077">
                  <c:v>46132</c:v>
                </c:pt>
                <c:pt idx="1078">
                  <c:v>46133</c:v>
                </c:pt>
                <c:pt idx="1079">
                  <c:v>46134</c:v>
                </c:pt>
                <c:pt idx="1080">
                  <c:v>46135</c:v>
                </c:pt>
                <c:pt idx="1081">
                  <c:v>46136</c:v>
                </c:pt>
                <c:pt idx="1082">
                  <c:v>46139</c:v>
                </c:pt>
                <c:pt idx="1083">
                  <c:v>46140</c:v>
                </c:pt>
                <c:pt idx="1084">
                  <c:v>46141</c:v>
                </c:pt>
                <c:pt idx="1085">
                  <c:v>46142</c:v>
                </c:pt>
                <c:pt idx="1086">
                  <c:v>46143</c:v>
                </c:pt>
                <c:pt idx="1087">
                  <c:v>46146</c:v>
                </c:pt>
                <c:pt idx="1088">
                  <c:v>46147</c:v>
                </c:pt>
                <c:pt idx="1089">
                  <c:v>46148</c:v>
                </c:pt>
                <c:pt idx="1090">
                  <c:v>46149</c:v>
                </c:pt>
                <c:pt idx="1091">
                  <c:v>46150</c:v>
                </c:pt>
                <c:pt idx="1092">
                  <c:v>46153</c:v>
                </c:pt>
                <c:pt idx="1093">
                  <c:v>46154</c:v>
                </c:pt>
                <c:pt idx="1094">
                  <c:v>46155</c:v>
                </c:pt>
                <c:pt idx="1095">
                  <c:v>46156</c:v>
                </c:pt>
                <c:pt idx="1096">
                  <c:v>46157</c:v>
                </c:pt>
                <c:pt idx="1097">
                  <c:v>46160</c:v>
                </c:pt>
                <c:pt idx="1098">
                  <c:v>46161</c:v>
                </c:pt>
                <c:pt idx="1099">
                  <c:v>46162</c:v>
                </c:pt>
                <c:pt idx="1100">
                  <c:v>46163</c:v>
                </c:pt>
                <c:pt idx="1101">
                  <c:v>46164</c:v>
                </c:pt>
                <c:pt idx="1102">
                  <c:v>46168</c:v>
                </c:pt>
                <c:pt idx="1103">
                  <c:v>46169</c:v>
                </c:pt>
                <c:pt idx="1104">
                  <c:v>46170</c:v>
                </c:pt>
                <c:pt idx="1105">
                  <c:v>46171</c:v>
                </c:pt>
                <c:pt idx="1106">
                  <c:v>46174</c:v>
                </c:pt>
                <c:pt idx="1107">
                  <c:v>46175</c:v>
                </c:pt>
                <c:pt idx="1108">
                  <c:v>46176</c:v>
                </c:pt>
                <c:pt idx="1109">
                  <c:v>46177</c:v>
                </c:pt>
                <c:pt idx="1110">
                  <c:v>46178</c:v>
                </c:pt>
                <c:pt idx="1111">
                  <c:v>46181</c:v>
                </c:pt>
                <c:pt idx="1112">
                  <c:v>46182</c:v>
                </c:pt>
                <c:pt idx="1113">
                  <c:v>46183</c:v>
                </c:pt>
                <c:pt idx="1114">
                  <c:v>46184</c:v>
                </c:pt>
                <c:pt idx="1115">
                  <c:v>46185</c:v>
                </c:pt>
                <c:pt idx="1116">
                  <c:v>46188</c:v>
                </c:pt>
                <c:pt idx="1117">
                  <c:v>46189</c:v>
                </c:pt>
                <c:pt idx="1118">
                  <c:v>46190</c:v>
                </c:pt>
                <c:pt idx="1119">
                  <c:v>46191</c:v>
                </c:pt>
                <c:pt idx="1120">
                  <c:v>46195</c:v>
                </c:pt>
                <c:pt idx="1121">
                  <c:v>46196</c:v>
                </c:pt>
                <c:pt idx="1122">
                  <c:v>46197</c:v>
                </c:pt>
                <c:pt idx="1123">
                  <c:v>46198</c:v>
                </c:pt>
                <c:pt idx="1124">
                  <c:v>46199</c:v>
                </c:pt>
                <c:pt idx="1125">
                  <c:v>46202</c:v>
                </c:pt>
                <c:pt idx="1126">
                  <c:v>46203</c:v>
                </c:pt>
                <c:pt idx="1127">
                  <c:v>46204</c:v>
                </c:pt>
                <c:pt idx="1128">
                  <c:v>46205</c:v>
                </c:pt>
                <c:pt idx="1129">
                  <c:v>46209</c:v>
                </c:pt>
                <c:pt idx="1130">
                  <c:v>46210</c:v>
                </c:pt>
                <c:pt idx="1131">
                  <c:v>46211</c:v>
                </c:pt>
                <c:pt idx="1132">
                  <c:v>46212</c:v>
                </c:pt>
                <c:pt idx="1133">
                  <c:v>46213</c:v>
                </c:pt>
                <c:pt idx="1134">
                  <c:v>46216</c:v>
                </c:pt>
                <c:pt idx="1135">
                  <c:v>46217</c:v>
                </c:pt>
                <c:pt idx="1136">
                  <c:v>46218</c:v>
                </c:pt>
                <c:pt idx="1137">
                  <c:v>46219</c:v>
                </c:pt>
                <c:pt idx="1138">
                  <c:v>46220</c:v>
                </c:pt>
                <c:pt idx="1139">
                  <c:v>46223</c:v>
                </c:pt>
                <c:pt idx="1140">
                  <c:v>46224</c:v>
                </c:pt>
                <c:pt idx="1141">
                  <c:v>46225</c:v>
                </c:pt>
                <c:pt idx="1142">
                  <c:v>46226</c:v>
                </c:pt>
                <c:pt idx="1143">
                  <c:v>46227</c:v>
                </c:pt>
                <c:pt idx="1144">
                  <c:v>46230</c:v>
                </c:pt>
                <c:pt idx="1145">
                  <c:v>46231</c:v>
                </c:pt>
                <c:pt idx="1146">
                  <c:v>46232</c:v>
                </c:pt>
                <c:pt idx="1147">
                  <c:v>46233</c:v>
                </c:pt>
                <c:pt idx="1148">
                  <c:v>46234</c:v>
                </c:pt>
                <c:pt idx="1149">
                  <c:v>46237</c:v>
                </c:pt>
                <c:pt idx="1150">
                  <c:v>46238</c:v>
                </c:pt>
                <c:pt idx="1151">
                  <c:v>46239</c:v>
                </c:pt>
                <c:pt idx="1152">
                  <c:v>46240</c:v>
                </c:pt>
                <c:pt idx="1153">
                  <c:v>46241</c:v>
                </c:pt>
                <c:pt idx="1154">
                  <c:v>46244</c:v>
                </c:pt>
                <c:pt idx="1155">
                  <c:v>46245</c:v>
                </c:pt>
                <c:pt idx="1156">
                  <c:v>46246</c:v>
                </c:pt>
                <c:pt idx="1157">
                  <c:v>46247</c:v>
                </c:pt>
                <c:pt idx="1158">
                  <c:v>46248</c:v>
                </c:pt>
                <c:pt idx="1159">
                  <c:v>46251</c:v>
                </c:pt>
                <c:pt idx="1160">
                  <c:v>46252</c:v>
                </c:pt>
                <c:pt idx="1161">
                  <c:v>46253</c:v>
                </c:pt>
                <c:pt idx="1162">
                  <c:v>46254</c:v>
                </c:pt>
                <c:pt idx="1163">
                  <c:v>46255</c:v>
                </c:pt>
                <c:pt idx="1164">
                  <c:v>46258</c:v>
                </c:pt>
                <c:pt idx="1165">
                  <c:v>46259</c:v>
                </c:pt>
                <c:pt idx="1166">
                  <c:v>46260</c:v>
                </c:pt>
                <c:pt idx="1167">
                  <c:v>46261</c:v>
                </c:pt>
                <c:pt idx="1168">
                  <c:v>46262</c:v>
                </c:pt>
                <c:pt idx="1169">
                  <c:v>46265</c:v>
                </c:pt>
                <c:pt idx="1170">
                  <c:v>46266</c:v>
                </c:pt>
                <c:pt idx="1171">
                  <c:v>46267</c:v>
                </c:pt>
                <c:pt idx="1172">
                  <c:v>46268</c:v>
                </c:pt>
                <c:pt idx="1173">
                  <c:v>46269</c:v>
                </c:pt>
                <c:pt idx="1174">
                  <c:v>46273</c:v>
                </c:pt>
                <c:pt idx="1175">
                  <c:v>46274</c:v>
                </c:pt>
                <c:pt idx="1176">
                  <c:v>46275</c:v>
                </c:pt>
                <c:pt idx="1177">
                  <c:v>46276</c:v>
                </c:pt>
                <c:pt idx="1178">
                  <c:v>46279</c:v>
                </c:pt>
                <c:pt idx="1179">
                  <c:v>46280</c:v>
                </c:pt>
                <c:pt idx="1180">
                  <c:v>46281</c:v>
                </c:pt>
                <c:pt idx="1181">
                  <c:v>46282</c:v>
                </c:pt>
                <c:pt idx="1182">
                  <c:v>46283</c:v>
                </c:pt>
                <c:pt idx="1183">
                  <c:v>46286</c:v>
                </c:pt>
                <c:pt idx="1184">
                  <c:v>46287</c:v>
                </c:pt>
                <c:pt idx="1185">
                  <c:v>46288</c:v>
                </c:pt>
                <c:pt idx="1186">
                  <c:v>46289</c:v>
                </c:pt>
                <c:pt idx="1187">
                  <c:v>46290</c:v>
                </c:pt>
                <c:pt idx="1188">
                  <c:v>46293</c:v>
                </c:pt>
                <c:pt idx="1189">
                  <c:v>46294</c:v>
                </c:pt>
                <c:pt idx="1190">
                  <c:v>46295</c:v>
                </c:pt>
                <c:pt idx="1191">
                  <c:v>46296</c:v>
                </c:pt>
                <c:pt idx="1192">
                  <c:v>46297</c:v>
                </c:pt>
                <c:pt idx="1193">
                  <c:v>46300</c:v>
                </c:pt>
                <c:pt idx="1194">
                  <c:v>46301</c:v>
                </c:pt>
                <c:pt idx="1195">
                  <c:v>46302</c:v>
                </c:pt>
                <c:pt idx="1196">
                  <c:v>46303</c:v>
                </c:pt>
                <c:pt idx="1197">
                  <c:v>46304</c:v>
                </c:pt>
                <c:pt idx="1198">
                  <c:v>46307</c:v>
                </c:pt>
                <c:pt idx="1199">
                  <c:v>46308</c:v>
                </c:pt>
                <c:pt idx="1200">
                  <c:v>46309</c:v>
                </c:pt>
                <c:pt idx="1201">
                  <c:v>46310</c:v>
                </c:pt>
                <c:pt idx="1202">
                  <c:v>46311</c:v>
                </c:pt>
                <c:pt idx="1203">
                  <c:v>#N/A</c:v>
                </c:pt>
                <c:pt idx="1204">
                  <c:v>#N/A</c:v>
                </c:pt>
                <c:pt idx="1205">
                  <c:v>#N/A</c:v>
                </c:pt>
                <c:pt idx="1206">
                  <c:v>#N/A</c:v>
                </c:pt>
                <c:pt idx="1207">
                  <c:v>#N/A</c:v>
                </c:pt>
                <c:pt idx="1208">
                  <c:v>#N/A</c:v>
                </c:pt>
                <c:pt idx="1209">
                  <c:v>#N/A</c:v>
                </c:pt>
                <c:pt idx="1210">
                  <c:v>#N/A</c:v>
                </c:pt>
                <c:pt idx="1211">
                  <c:v>#N/A</c:v>
                </c:pt>
                <c:pt idx="1212">
                  <c:v>#N/A</c:v>
                </c:pt>
                <c:pt idx="1213">
                  <c:v>#N/A</c:v>
                </c:pt>
                <c:pt idx="1214">
                  <c:v>#N/A</c:v>
                </c:pt>
                <c:pt idx="1215">
                  <c:v>#N/A</c:v>
                </c:pt>
                <c:pt idx="1216">
                  <c:v>#N/A</c:v>
                </c:pt>
                <c:pt idx="1217">
                  <c:v>#N/A</c:v>
                </c:pt>
                <c:pt idx="1218">
                  <c:v>#N/A</c:v>
                </c:pt>
                <c:pt idx="1219">
                  <c:v>#N/A</c:v>
                </c:pt>
                <c:pt idx="1220">
                  <c:v>#N/A</c:v>
                </c:pt>
                <c:pt idx="1221">
                  <c:v>#N/A</c:v>
                </c:pt>
                <c:pt idx="1222">
                  <c:v>#N/A</c:v>
                </c:pt>
                <c:pt idx="1223">
                  <c:v>#N/A</c:v>
                </c:pt>
                <c:pt idx="1224">
                  <c:v>#N/A</c:v>
                </c:pt>
                <c:pt idx="1225">
                  <c:v>#N/A</c:v>
                </c:pt>
                <c:pt idx="1226">
                  <c:v>#N/A</c:v>
                </c:pt>
                <c:pt idx="1227">
                  <c:v>#N/A</c:v>
                </c:pt>
                <c:pt idx="1228">
                  <c:v>#N/A</c:v>
                </c:pt>
                <c:pt idx="1229">
                  <c:v>#N/A</c:v>
                </c:pt>
                <c:pt idx="1230">
                  <c:v>#N/A</c:v>
                </c:pt>
                <c:pt idx="1231">
                  <c:v>#N/A</c:v>
                </c:pt>
                <c:pt idx="1232">
                  <c:v>#N/A</c:v>
                </c:pt>
                <c:pt idx="1233">
                  <c:v>#N/A</c:v>
                </c:pt>
                <c:pt idx="1234">
                  <c:v>#N/A</c:v>
                </c:pt>
                <c:pt idx="1235">
                  <c:v>#N/A</c:v>
                </c:pt>
                <c:pt idx="1236">
                  <c:v>#N/A</c:v>
                </c:pt>
                <c:pt idx="1237">
                  <c:v>#N/A</c:v>
                </c:pt>
                <c:pt idx="1238">
                  <c:v>#N/A</c:v>
                </c:pt>
                <c:pt idx="1239">
                  <c:v>#N/A</c:v>
                </c:pt>
                <c:pt idx="1240">
                  <c:v>#N/A</c:v>
                </c:pt>
                <c:pt idx="1241">
                  <c:v>#N/A</c:v>
                </c:pt>
                <c:pt idx="1242">
                  <c:v>#N/A</c:v>
                </c:pt>
                <c:pt idx="1243">
                  <c:v>#N/A</c:v>
                </c:pt>
                <c:pt idx="1244">
                  <c:v>#N/A</c:v>
                </c:pt>
                <c:pt idx="1245">
                  <c:v>#N/A</c:v>
                </c:pt>
                <c:pt idx="1246">
                  <c:v>#N/A</c:v>
                </c:pt>
                <c:pt idx="1247">
                  <c:v>#N/A</c:v>
                </c:pt>
                <c:pt idx="1248">
                  <c:v>#N/A</c:v>
                </c:pt>
                <c:pt idx="1249">
                  <c:v>#N/A</c:v>
                </c:pt>
                <c:pt idx="1250">
                  <c:v>#N/A</c:v>
                </c:pt>
                <c:pt idx="1251">
                  <c:v>#N/A</c:v>
                </c:pt>
                <c:pt idx="1252">
                  <c:v>#N/A</c:v>
                </c:pt>
                <c:pt idx="1253">
                  <c:v>#N/A</c:v>
                </c:pt>
                <c:pt idx="1254">
                  <c:v>#N/A</c:v>
                </c:pt>
                <c:pt idx="1255">
                  <c:v>#N/A</c:v>
                </c:pt>
                <c:pt idx="1256">
                  <c:v>#N/A</c:v>
                </c:pt>
                <c:pt idx="1257">
                  <c:v>#N/A</c:v>
                </c:pt>
                <c:pt idx="1258">
                  <c:v>#N/A</c:v>
                </c:pt>
                <c:pt idx="1259">
                  <c:v>#N/A</c:v>
                </c:pt>
                <c:pt idx="1260">
                  <c:v>#N/A</c:v>
                </c:pt>
                <c:pt idx="1261">
                  <c:v>#N/A</c:v>
                </c:pt>
                <c:pt idx="1262">
                  <c:v>#N/A</c:v>
                </c:pt>
                <c:pt idx="1263">
                  <c:v>#N/A</c:v>
                </c:pt>
                <c:pt idx="1264">
                  <c:v>#N/A</c:v>
                </c:pt>
                <c:pt idx="1265">
                  <c:v>#N/A</c:v>
                </c:pt>
                <c:pt idx="1266">
                  <c:v>#N/A</c:v>
                </c:pt>
                <c:pt idx="1267">
                  <c:v>#N/A</c:v>
                </c:pt>
                <c:pt idx="1268">
                  <c:v>#N/A</c:v>
                </c:pt>
                <c:pt idx="1269">
                  <c:v>#N/A</c:v>
                </c:pt>
                <c:pt idx="1270">
                  <c:v>#N/A</c:v>
                </c:pt>
                <c:pt idx="1271">
                  <c:v>#N/A</c:v>
                </c:pt>
                <c:pt idx="1272">
                  <c:v>#N/A</c:v>
                </c:pt>
                <c:pt idx="1273">
                  <c:v>#N/A</c:v>
                </c:pt>
                <c:pt idx="1274">
                  <c:v>#N/A</c:v>
                </c:pt>
                <c:pt idx="1275">
                  <c:v>#N/A</c:v>
                </c:pt>
                <c:pt idx="1276">
                  <c:v>#N/A</c:v>
                </c:pt>
                <c:pt idx="1277">
                  <c:v>#N/A</c:v>
                </c:pt>
                <c:pt idx="1278">
                  <c:v>#N/A</c:v>
                </c:pt>
                <c:pt idx="1279">
                  <c:v>#N/A</c:v>
                </c:pt>
                <c:pt idx="1280">
                  <c:v>#N/A</c:v>
                </c:pt>
                <c:pt idx="1281">
                  <c:v>#N/A</c:v>
                </c:pt>
                <c:pt idx="1282">
                  <c:v>#N/A</c:v>
                </c:pt>
                <c:pt idx="1283">
                  <c:v>#N/A</c:v>
                </c:pt>
                <c:pt idx="1284">
                  <c:v>#N/A</c:v>
                </c:pt>
                <c:pt idx="1285">
                  <c:v>#N/A</c:v>
                </c:pt>
                <c:pt idx="1286">
                  <c:v>#N/A</c:v>
                </c:pt>
                <c:pt idx="1287">
                  <c:v>#N/A</c:v>
                </c:pt>
                <c:pt idx="1288">
                  <c:v>#N/A</c:v>
                </c:pt>
                <c:pt idx="1289">
                  <c:v>#N/A</c:v>
                </c:pt>
                <c:pt idx="1290">
                  <c:v>#N/A</c:v>
                </c:pt>
                <c:pt idx="1291">
                  <c:v>#N/A</c:v>
                </c:pt>
                <c:pt idx="1292">
                  <c:v>#N/A</c:v>
                </c:pt>
                <c:pt idx="1293">
                  <c:v>#N/A</c:v>
                </c:pt>
                <c:pt idx="1294">
                  <c:v>#N/A</c:v>
                </c:pt>
                <c:pt idx="1295">
                  <c:v>#N/A</c:v>
                </c:pt>
                <c:pt idx="1296">
                  <c:v>#N/A</c:v>
                </c:pt>
                <c:pt idx="1297">
                  <c:v>#N/A</c:v>
                </c:pt>
                <c:pt idx="1298">
                  <c:v>#N/A</c:v>
                </c:pt>
                <c:pt idx="1299">
                  <c:v>#N/A</c:v>
                </c:pt>
                <c:pt idx="1300">
                  <c:v>#N/A</c:v>
                </c:pt>
                <c:pt idx="1301">
                  <c:v>#N/A</c:v>
                </c:pt>
                <c:pt idx="1302">
                  <c:v>#N/A</c:v>
                </c:pt>
                <c:pt idx="1303">
                  <c:v>#N/A</c:v>
                </c:pt>
                <c:pt idx="1304">
                  <c:v>#N/A</c:v>
                </c:pt>
                <c:pt idx="1305">
                  <c:v>#N/A</c:v>
                </c:pt>
                <c:pt idx="1306">
                  <c:v>#N/A</c:v>
                </c:pt>
                <c:pt idx="1307">
                  <c:v>#N/A</c:v>
                </c:pt>
                <c:pt idx="1308">
                  <c:v>#N/A</c:v>
                </c:pt>
                <c:pt idx="1309">
                  <c:v>#N/A</c:v>
                </c:pt>
                <c:pt idx="1310">
                  <c:v>#N/A</c:v>
                </c:pt>
                <c:pt idx="1311">
                  <c:v>#N/A</c:v>
                </c:pt>
                <c:pt idx="1312">
                  <c:v>#N/A</c:v>
                </c:pt>
                <c:pt idx="1313">
                  <c:v>#N/A</c:v>
                </c:pt>
                <c:pt idx="1314">
                  <c:v>#N/A</c:v>
                </c:pt>
                <c:pt idx="1315">
                  <c:v>#N/A</c:v>
                </c:pt>
                <c:pt idx="1316">
                  <c:v>#N/A</c:v>
                </c:pt>
                <c:pt idx="1317">
                  <c:v>#N/A</c:v>
                </c:pt>
                <c:pt idx="1318">
                  <c:v>#N/A</c:v>
                </c:pt>
                <c:pt idx="1319">
                  <c:v>#N/A</c:v>
                </c:pt>
                <c:pt idx="1320">
                  <c:v>#N/A</c:v>
                </c:pt>
                <c:pt idx="1321">
                  <c:v>#N/A</c:v>
                </c:pt>
                <c:pt idx="1322">
                  <c:v>#N/A</c:v>
                </c:pt>
                <c:pt idx="1323">
                  <c:v>#N/A</c:v>
                </c:pt>
                <c:pt idx="1324">
                  <c:v>#N/A</c:v>
                </c:pt>
                <c:pt idx="1325">
                  <c:v>#N/A</c:v>
                </c:pt>
                <c:pt idx="1326">
                  <c:v>#N/A</c:v>
                </c:pt>
                <c:pt idx="1327">
                  <c:v>#N/A</c:v>
                </c:pt>
                <c:pt idx="1328">
                  <c:v>#N/A</c:v>
                </c:pt>
                <c:pt idx="1329">
                  <c:v>#N/A</c:v>
                </c:pt>
                <c:pt idx="1330">
                  <c:v>#N/A</c:v>
                </c:pt>
              </c:numCache>
            </c:numRef>
          </c:cat>
          <c:val>
            <c:numRef>
              <c:f>SPX_UST!$AL$1275:$AL$4055</c:f>
              <c:numCache>
                <c:formatCode>0.0</c:formatCode>
                <c:ptCount val="2781"/>
                <c:pt idx="0">
                  <c:v>100</c:v>
                </c:pt>
                <c:pt idx="1">
                  <c:v>99.383082216158499</c:v>
                </c:pt>
                <c:pt idx="2">
                  <c:v>98.362795112112934</c:v>
                </c:pt>
                <c:pt idx="3">
                  <c:v>95.83580495906989</c:v>
                </c:pt>
                <c:pt idx="4">
                  <c:v>96.642543599478003</c:v>
                </c:pt>
                <c:pt idx="5">
                  <c:v>98.315339897971285</c:v>
                </c:pt>
                <c:pt idx="6">
                  <c:v>99.300035591410619</c:v>
                </c:pt>
                <c:pt idx="7">
                  <c:v>99.727132518685508</c:v>
                </c:pt>
                <c:pt idx="8">
                  <c:v>102.79985763435761</c:v>
                </c:pt>
                <c:pt idx="9">
                  <c:v>101.55415826313919</c:v>
                </c:pt>
                <c:pt idx="10">
                  <c:v>101.02028710404559</c:v>
                </c:pt>
                <c:pt idx="11">
                  <c:v>99.88136196464589</c:v>
                </c:pt>
                <c:pt idx="12">
                  <c:v>99.715268715150103</c:v>
                </c:pt>
                <c:pt idx="13">
                  <c:v>103.12018032981376</c:v>
                </c:pt>
                <c:pt idx="14">
                  <c:v>102.52699015304309</c:v>
                </c:pt>
                <c:pt idx="15">
                  <c:v>100.60505398030611</c:v>
                </c:pt>
                <c:pt idx="16">
                  <c:v>98.694981611104552</c:v>
                </c:pt>
                <c:pt idx="17">
                  <c:v>98.528888361608765</c:v>
                </c:pt>
                <c:pt idx="18">
                  <c:v>95.396844228259624</c:v>
                </c:pt>
                <c:pt idx="19">
                  <c:v>94.63756080199316</c:v>
                </c:pt>
                <c:pt idx="20">
                  <c:v>97.06964052675292</c:v>
                </c:pt>
                <c:pt idx="21">
                  <c:v>97.235733776248679</c:v>
                </c:pt>
                <c:pt idx="22">
                  <c:v>96.962866294934187</c:v>
                </c:pt>
                <c:pt idx="23">
                  <c:v>96.654407403013423</c:v>
                </c:pt>
                <c:pt idx="24">
                  <c:v>98.908530074742004</c:v>
                </c:pt>
                <c:pt idx="25">
                  <c:v>98.718709218175391</c:v>
                </c:pt>
                <c:pt idx="26">
                  <c:v>97.828923953019384</c:v>
                </c:pt>
                <c:pt idx="27">
                  <c:v>100.40336932020409</c:v>
                </c:pt>
                <c:pt idx="28">
                  <c:v>101.23383556768302</c:v>
                </c:pt>
                <c:pt idx="29">
                  <c:v>100.39150551666867</c:v>
                </c:pt>
                <c:pt idx="30">
                  <c:v>98.694981611104552</c:v>
                </c:pt>
                <c:pt idx="31">
                  <c:v>99.062759520702357</c:v>
                </c:pt>
                <c:pt idx="32">
                  <c:v>100.30845889192079</c:v>
                </c:pt>
                <c:pt idx="33">
                  <c:v>100.60505398030614</c:v>
                </c:pt>
                <c:pt idx="34">
                  <c:v>98.82548344999411</c:v>
                </c:pt>
                <c:pt idx="35">
                  <c:v>95.468027049472084</c:v>
                </c:pt>
                <c:pt idx="36">
                  <c:v>95.764622137857401</c:v>
                </c:pt>
                <c:pt idx="37">
                  <c:v>93.012219717641472</c:v>
                </c:pt>
                <c:pt idx="38">
                  <c:v>93.190176770672636</c:v>
                </c:pt>
                <c:pt idx="39">
                  <c:v>93.474908055522562</c:v>
                </c:pt>
                <c:pt idx="40">
                  <c:v>94.139281053505698</c:v>
                </c:pt>
                <c:pt idx="41">
                  <c:v>92.834262664610222</c:v>
                </c:pt>
                <c:pt idx="42">
                  <c:v>91.968205006525025</c:v>
                </c:pt>
                <c:pt idx="43">
                  <c:v>89.156483568632055</c:v>
                </c:pt>
                <c:pt idx="44">
                  <c:v>85.787163364574624</c:v>
                </c:pt>
                <c:pt idx="45">
                  <c:v>84.055048048404259</c:v>
                </c:pt>
                <c:pt idx="46">
                  <c:v>84.161822280222992</c:v>
                </c:pt>
                <c:pt idx="47">
                  <c:v>84.066911851939679</c:v>
                </c:pt>
                <c:pt idx="48">
                  <c:v>81.100960968086312</c:v>
                </c:pt>
                <c:pt idx="49">
                  <c:v>74.908055522600506</c:v>
                </c:pt>
                <c:pt idx="50">
                  <c:v>70.328627357930927</c:v>
                </c:pt>
                <c:pt idx="51">
                  <c:v>80.484043184244854</c:v>
                </c:pt>
                <c:pt idx="52">
                  <c:v>85.300747419622709</c:v>
                </c:pt>
                <c:pt idx="53">
                  <c:v>85.193973187803977</c:v>
                </c:pt>
                <c:pt idx="54">
                  <c:v>83.92454620951473</c:v>
                </c:pt>
                <c:pt idx="55">
                  <c:v>87.222683592359644</c:v>
                </c:pt>
                <c:pt idx="56">
                  <c:v>88.302289714082264</c:v>
                </c:pt>
                <c:pt idx="57">
                  <c:v>86.985407521651354</c:v>
                </c:pt>
                <c:pt idx="58">
                  <c:v>84.078775655475084</c:v>
                </c:pt>
                <c:pt idx="59">
                  <c:v>85.170245580733123</c:v>
                </c:pt>
                <c:pt idx="60">
                  <c:v>86.404081148416083</c:v>
                </c:pt>
                <c:pt idx="61">
                  <c:v>87.685371930240734</c:v>
                </c:pt>
                <c:pt idx="62">
                  <c:v>86.178668881243226</c:v>
                </c:pt>
                <c:pt idx="63">
                  <c:v>86.997271325186759</c:v>
                </c:pt>
                <c:pt idx="64">
                  <c:v>89.702218531261025</c:v>
                </c:pt>
                <c:pt idx="65">
                  <c:v>89.263257800450717</c:v>
                </c:pt>
                <c:pt idx="66">
                  <c:v>87.459959663067877</c:v>
                </c:pt>
                <c:pt idx="67">
                  <c:v>85.715980543362107</c:v>
                </c:pt>
                <c:pt idx="68">
                  <c:v>85.621070115078808</c:v>
                </c:pt>
                <c:pt idx="69">
                  <c:v>82.512753588800479</c:v>
                </c:pt>
                <c:pt idx="70">
                  <c:v>83.497449282239799</c:v>
                </c:pt>
                <c:pt idx="71">
                  <c:v>84.055048048404217</c:v>
                </c:pt>
                <c:pt idx="72">
                  <c:v>84.541463993356189</c:v>
                </c:pt>
                <c:pt idx="73">
                  <c:v>84.304187922647927</c:v>
                </c:pt>
                <c:pt idx="74">
                  <c:v>82.370387946375544</c:v>
                </c:pt>
                <c:pt idx="75">
                  <c:v>81.100960968086298</c:v>
                </c:pt>
                <c:pt idx="76">
                  <c:v>78.858702099893151</c:v>
                </c:pt>
                <c:pt idx="77">
                  <c:v>78.763791671609852</c:v>
                </c:pt>
                <c:pt idx="78">
                  <c:v>75.524973306441979</c:v>
                </c:pt>
                <c:pt idx="79">
                  <c:v>75.904615019575232</c:v>
                </c:pt>
                <c:pt idx="80">
                  <c:v>76.948629730691621</c:v>
                </c:pt>
                <c:pt idx="81">
                  <c:v>78.253648119587098</c:v>
                </c:pt>
                <c:pt idx="82">
                  <c:v>82.785621070115013</c:v>
                </c:pt>
                <c:pt idx="83">
                  <c:v>82.904259105469166</c:v>
                </c:pt>
                <c:pt idx="84">
                  <c:v>82.655119231225498</c:v>
                </c:pt>
                <c:pt idx="85">
                  <c:v>81.622968323644514</c:v>
                </c:pt>
                <c:pt idx="86">
                  <c:v>80.590817416063558</c:v>
                </c:pt>
                <c:pt idx="87">
                  <c:v>77.126586783722843</c:v>
                </c:pt>
                <c:pt idx="88">
                  <c:v>76.355439553920959</c:v>
                </c:pt>
                <c:pt idx="89">
                  <c:v>75.323288646339989</c:v>
                </c:pt>
                <c:pt idx="90">
                  <c:v>76.201210107960605</c:v>
                </c:pt>
                <c:pt idx="91">
                  <c:v>74.528413809467295</c:v>
                </c:pt>
                <c:pt idx="92">
                  <c:v>76.806264088266701</c:v>
                </c:pt>
                <c:pt idx="93">
                  <c:v>76.865583105943784</c:v>
                </c:pt>
                <c:pt idx="94">
                  <c:v>79.843397793332556</c:v>
                </c:pt>
                <c:pt idx="95">
                  <c:v>79.641713133230525</c:v>
                </c:pt>
                <c:pt idx="96">
                  <c:v>78.063827263020542</c:v>
                </c:pt>
                <c:pt idx="97">
                  <c:v>80.246767113536606</c:v>
                </c:pt>
                <c:pt idx="98">
                  <c:v>79.392573258986829</c:v>
                </c:pt>
                <c:pt idx="99">
                  <c:v>77.174041997864506</c:v>
                </c:pt>
                <c:pt idx="100">
                  <c:v>77.399454265037363</c:v>
                </c:pt>
                <c:pt idx="101">
                  <c:v>77.719776960493547</c:v>
                </c:pt>
                <c:pt idx="102">
                  <c:v>79.843397793332556</c:v>
                </c:pt>
                <c:pt idx="103">
                  <c:v>83.509313085775304</c:v>
                </c:pt>
                <c:pt idx="104">
                  <c:v>82.880531498398398</c:v>
                </c:pt>
                <c:pt idx="105">
                  <c:v>82.500889785265173</c:v>
                </c:pt>
                <c:pt idx="106">
                  <c:v>82.405979356981845</c:v>
                </c:pt>
                <c:pt idx="107">
                  <c:v>84.944833313560338</c:v>
                </c:pt>
                <c:pt idx="108">
                  <c:v>85.14651797366237</c:v>
                </c:pt>
                <c:pt idx="109">
                  <c:v>88.171787875192791</c:v>
                </c:pt>
                <c:pt idx="110">
                  <c:v>87.246411199430568</c:v>
                </c:pt>
                <c:pt idx="111">
                  <c:v>87.459959663067991</c:v>
                </c:pt>
                <c:pt idx="112">
                  <c:v>83.960137620121003</c:v>
                </c:pt>
                <c:pt idx="113">
                  <c:v>84.458417368608366</c:v>
                </c:pt>
                <c:pt idx="114">
                  <c:v>85.85834618578717</c:v>
                </c:pt>
                <c:pt idx="115">
                  <c:v>83.794044370625201</c:v>
                </c:pt>
                <c:pt idx="116">
                  <c:v>84.980424724166525</c:v>
                </c:pt>
                <c:pt idx="117">
                  <c:v>87.020998932257626</c:v>
                </c:pt>
                <c:pt idx="118">
                  <c:v>84.814331474670709</c:v>
                </c:pt>
                <c:pt idx="119">
                  <c:v>86.522719183770292</c:v>
                </c:pt>
                <c:pt idx="120">
                  <c:v>88.788705659034278</c:v>
                </c:pt>
                <c:pt idx="121">
                  <c:v>90.188634476213068</c:v>
                </c:pt>
                <c:pt idx="122">
                  <c:v>90.508957171669238</c:v>
                </c:pt>
                <c:pt idx="123">
                  <c:v>88.634476213073896</c:v>
                </c:pt>
                <c:pt idx="124">
                  <c:v>88.290425910546929</c:v>
                </c:pt>
                <c:pt idx="125">
                  <c:v>88.314153517617726</c:v>
                </c:pt>
                <c:pt idx="126">
                  <c:v>88.634476213073896</c:v>
                </c:pt>
                <c:pt idx="127">
                  <c:v>87.459959663067963</c:v>
                </c:pt>
                <c:pt idx="128">
                  <c:v>87.839601376201202</c:v>
                </c:pt>
                <c:pt idx="129">
                  <c:v>88.171787875192749</c:v>
                </c:pt>
                <c:pt idx="130">
                  <c:v>85.170245580733166</c:v>
                </c:pt>
                <c:pt idx="131">
                  <c:v>83.794044370625201</c:v>
                </c:pt>
                <c:pt idx="132">
                  <c:v>83.722861549412713</c:v>
                </c:pt>
                <c:pt idx="133">
                  <c:v>83.627951121129399</c:v>
                </c:pt>
                <c:pt idx="134">
                  <c:v>81.575513109502879</c:v>
                </c:pt>
                <c:pt idx="135">
                  <c:v>83.402538853956543</c:v>
                </c:pt>
                <c:pt idx="136">
                  <c:v>82.750029659508812</c:v>
                </c:pt>
                <c:pt idx="137">
                  <c:v>83.521176889310695</c:v>
                </c:pt>
                <c:pt idx="138">
                  <c:v>82.833076284256705</c:v>
                </c:pt>
                <c:pt idx="139">
                  <c:v>82.51275358880055</c:v>
                </c:pt>
                <c:pt idx="140">
                  <c:v>81.919563412029888</c:v>
                </c:pt>
                <c:pt idx="141">
                  <c:v>82.951714319610858</c:v>
                </c:pt>
                <c:pt idx="142">
                  <c:v>81.967018626171551</c:v>
                </c:pt>
                <c:pt idx="143">
                  <c:v>81.800925376675764</c:v>
                </c:pt>
                <c:pt idx="144">
                  <c:v>79.487483687270142</c:v>
                </c:pt>
                <c:pt idx="145">
                  <c:v>78.989203938782765</c:v>
                </c:pt>
                <c:pt idx="146">
                  <c:v>77.340135247360294</c:v>
                </c:pt>
                <c:pt idx="147">
                  <c:v>77.790959781705993</c:v>
                </c:pt>
                <c:pt idx="148">
                  <c:v>79.463756080199303</c:v>
                </c:pt>
                <c:pt idx="149">
                  <c:v>79.594257919088832</c:v>
                </c:pt>
                <c:pt idx="150">
                  <c:v>78.621426029184903</c:v>
                </c:pt>
                <c:pt idx="151">
                  <c:v>78.312967137264167</c:v>
                </c:pt>
                <c:pt idx="152">
                  <c:v>76.996084944833271</c:v>
                </c:pt>
                <c:pt idx="153">
                  <c:v>79.095978170601455</c:v>
                </c:pt>
                <c:pt idx="154">
                  <c:v>79.356981848380528</c:v>
                </c:pt>
                <c:pt idx="155">
                  <c:v>78.846838296357731</c:v>
                </c:pt>
                <c:pt idx="156">
                  <c:v>78.20619290544542</c:v>
                </c:pt>
                <c:pt idx="157">
                  <c:v>78.419741369082871</c:v>
                </c:pt>
                <c:pt idx="158">
                  <c:v>77.945189227666347</c:v>
                </c:pt>
                <c:pt idx="159">
                  <c:v>77.81468738877679</c:v>
                </c:pt>
                <c:pt idx="160">
                  <c:v>77.755368371099735</c:v>
                </c:pt>
                <c:pt idx="161">
                  <c:v>77.446909479178984</c:v>
                </c:pt>
                <c:pt idx="162">
                  <c:v>76.450349982204244</c:v>
                </c:pt>
                <c:pt idx="163">
                  <c:v>79.570530312017965</c:v>
                </c:pt>
                <c:pt idx="164">
                  <c:v>80.116265274646992</c:v>
                </c:pt>
                <c:pt idx="165">
                  <c:v>79.558666508482574</c:v>
                </c:pt>
                <c:pt idx="166">
                  <c:v>79.190888598884754</c:v>
                </c:pt>
                <c:pt idx="167">
                  <c:v>79.582394115553399</c:v>
                </c:pt>
                <c:pt idx="168">
                  <c:v>78.289239530193328</c:v>
                </c:pt>
                <c:pt idx="169">
                  <c:v>77.565547514533094</c:v>
                </c:pt>
                <c:pt idx="170">
                  <c:v>76.391030964527161</c:v>
                </c:pt>
                <c:pt idx="171">
                  <c:v>76.165618697354319</c:v>
                </c:pt>
                <c:pt idx="172">
                  <c:v>75.335152449875366</c:v>
                </c:pt>
                <c:pt idx="173">
                  <c:v>77.316407640289398</c:v>
                </c:pt>
                <c:pt idx="174">
                  <c:v>77.601138925139296</c:v>
                </c:pt>
                <c:pt idx="175">
                  <c:v>77.090995373116527</c:v>
                </c:pt>
                <c:pt idx="176">
                  <c:v>75.5724285205836</c:v>
                </c:pt>
                <c:pt idx="177">
                  <c:v>75.548700913512775</c:v>
                </c:pt>
                <c:pt idx="178">
                  <c:v>73.911496025625709</c:v>
                </c:pt>
                <c:pt idx="179">
                  <c:v>73.104757385217582</c:v>
                </c:pt>
                <c:pt idx="180">
                  <c:v>73.804721793806976</c:v>
                </c:pt>
                <c:pt idx="181">
                  <c:v>71.906513228140824</c:v>
                </c:pt>
                <c:pt idx="182">
                  <c:v>71.087910784197305</c:v>
                </c:pt>
                <c:pt idx="183">
                  <c:v>69.71170957408934</c:v>
                </c:pt>
                <c:pt idx="184">
                  <c:v>70.020168466010091</c:v>
                </c:pt>
                <c:pt idx="185">
                  <c:v>70.340491161466247</c:v>
                </c:pt>
                <c:pt idx="186">
                  <c:v>68.537193024083408</c:v>
                </c:pt>
                <c:pt idx="187">
                  <c:v>67.979594257918976</c:v>
                </c:pt>
                <c:pt idx="188">
                  <c:v>67.872820026100271</c:v>
                </c:pt>
                <c:pt idx="189">
                  <c:v>67.540633527108696</c:v>
                </c:pt>
                <c:pt idx="190">
                  <c:v>67.991458061454424</c:v>
                </c:pt>
                <c:pt idx="191">
                  <c:v>70.993000355914035</c:v>
                </c:pt>
                <c:pt idx="192">
                  <c:v>70.376082572072534</c:v>
                </c:pt>
                <c:pt idx="193">
                  <c:v>68.90497093368127</c:v>
                </c:pt>
                <c:pt idx="194">
                  <c:v>66.615256851346473</c:v>
                </c:pt>
                <c:pt idx="195">
                  <c:v>65.07296239174272</c:v>
                </c:pt>
                <c:pt idx="196">
                  <c:v>65.049234784671896</c:v>
                </c:pt>
                <c:pt idx="197">
                  <c:v>63.815399216988901</c:v>
                </c:pt>
                <c:pt idx="198">
                  <c:v>64.645865464467846</c:v>
                </c:pt>
                <c:pt idx="199">
                  <c:v>64.764503499821956</c:v>
                </c:pt>
                <c:pt idx="200">
                  <c:v>65.93902004982786</c:v>
                </c:pt>
                <c:pt idx="201">
                  <c:v>63.803535413453446</c:v>
                </c:pt>
                <c:pt idx="202">
                  <c:v>62.783248309407888</c:v>
                </c:pt>
                <c:pt idx="203">
                  <c:v>62.901886344762033</c:v>
                </c:pt>
                <c:pt idx="204">
                  <c:v>57.752995610392603</c:v>
                </c:pt>
                <c:pt idx="205">
                  <c:v>58.595325661406946</c:v>
                </c:pt>
                <c:pt idx="206">
                  <c:v>59.651204176058755</c:v>
                </c:pt>
                <c:pt idx="207">
                  <c:v>59.66306797959416</c:v>
                </c:pt>
                <c:pt idx="208">
                  <c:v>57.254715861905233</c:v>
                </c:pt>
                <c:pt idx="209">
                  <c:v>56.447977221497119</c:v>
                </c:pt>
                <c:pt idx="210">
                  <c:v>59.698659390200412</c:v>
                </c:pt>
                <c:pt idx="211">
                  <c:v>61.134179617985453</c:v>
                </c:pt>
                <c:pt idx="212">
                  <c:v>59.627476568987944</c:v>
                </c:pt>
                <c:pt idx="213">
                  <c:v>63.542531735674388</c:v>
                </c:pt>
                <c:pt idx="214">
                  <c:v>64.693320678609496</c:v>
                </c:pt>
                <c:pt idx="215">
                  <c:v>64.254359947799202</c:v>
                </c:pt>
                <c:pt idx="216">
                  <c:v>62.98493296950997</c:v>
                </c:pt>
                <c:pt idx="217">
                  <c:v>62.356151382133056</c:v>
                </c:pt>
                <c:pt idx="218">
                  <c:v>67.232174635187974</c:v>
                </c:pt>
                <c:pt idx="219">
                  <c:v>68.145687507414792</c:v>
                </c:pt>
                <c:pt idx="220">
                  <c:v>71.562462925613872</c:v>
                </c:pt>
                <c:pt idx="221">
                  <c:v>70.933681338236966</c:v>
                </c:pt>
                <c:pt idx="222">
                  <c:v>70.115078894293447</c:v>
                </c:pt>
                <c:pt idx="223">
                  <c:v>69.93712184126224</c:v>
                </c:pt>
                <c:pt idx="224">
                  <c:v>68.418554988729326</c:v>
                </c:pt>
                <c:pt idx="225">
                  <c:v>67.362676474077531</c:v>
                </c:pt>
                <c:pt idx="226">
                  <c:v>67.920275240241963</c:v>
                </c:pt>
                <c:pt idx="227">
                  <c:v>67.671135365998282</c:v>
                </c:pt>
                <c:pt idx="228">
                  <c:v>67.018626171550537</c:v>
                </c:pt>
                <c:pt idx="229">
                  <c:v>70.838770909953638</c:v>
                </c:pt>
                <c:pt idx="230">
                  <c:v>72.73697947561979</c:v>
                </c:pt>
                <c:pt idx="231">
                  <c:v>73.045438367540555</c:v>
                </c:pt>
                <c:pt idx="232">
                  <c:v>73.211531617036329</c:v>
                </c:pt>
                <c:pt idx="233">
                  <c:v>76.652034642306205</c:v>
                </c:pt>
                <c:pt idx="234">
                  <c:v>76.177482500889667</c:v>
                </c:pt>
                <c:pt idx="235">
                  <c:v>74.006406453909023</c:v>
                </c:pt>
                <c:pt idx="236">
                  <c:v>76.746945070589533</c:v>
                </c:pt>
                <c:pt idx="237">
                  <c:v>78.170601494839161</c:v>
                </c:pt>
                <c:pt idx="238">
                  <c:v>76.082572072606382</c:v>
                </c:pt>
                <c:pt idx="239">
                  <c:v>76.236801518566779</c:v>
                </c:pt>
                <c:pt idx="240">
                  <c:v>76.889310713014538</c:v>
                </c:pt>
                <c:pt idx="241">
                  <c:v>75.596156127654467</c:v>
                </c:pt>
                <c:pt idx="242">
                  <c:v>75.999525447858531</c:v>
                </c:pt>
                <c:pt idx="243">
                  <c:v>75.430062878158679</c:v>
                </c:pt>
                <c:pt idx="244">
                  <c:v>74.018270257444485</c:v>
                </c:pt>
                <c:pt idx="245">
                  <c:v>74.457230988254778</c:v>
                </c:pt>
                <c:pt idx="246">
                  <c:v>76.236801518566779</c:v>
                </c:pt>
                <c:pt idx="247">
                  <c:v>75.524973306441979</c:v>
                </c:pt>
                <c:pt idx="248">
                  <c:v>75.892751216039798</c:v>
                </c:pt>
                <c:pt idx="249">
                  <c:v>76.604579428164598</c:v>
                </c:pt>
                <c:pt idx="250">
                  <c:v>76.307984339779267</c:v>
                </c:pt>
                <c:pt idx="251">
                  <c:v>100</c:v>
                </c:pt>
                <c:pt idx="252">
                  <c:v>102.171552660152</c:v>
                </c:pt>
                <c:pt idx="253">
                  <c:v>105.77012563983244</c:v>
                </c:pt>
                <c:pt idx="254">
                  <c:v>107.60043431053199</c:v>
                </c:pt>
                <c:pt idx="255">
                  <c:v>107.60043431053199</c:v>
                </c:pt>
                <c:pt idx="256">
                  <c:v>110.11323096013642</c:v>
                </c:pt>
                <c:pt idx="257">
                  <c:v>109.91158678455091</c:v>
                </c:pt>
                <c:pt idx="258">
                  <c:v>110.70265239646342</c:v>
                </c:pt>
                <c:pt idx="259">
                  <c:v>110.39243058787027</c:v>
                </c:pt>
                <c:pt idx="260">
                  <c:v>112.19171707771048</c:v>
                </c:pt>
                <c:pt idx="261">
                  <c:v>111.36962928493864</c:v>
                </c:pt>
                <c:pt idx="262">
                  <c:v>111.50922909880556</c:v>
                </c:pt>
                <c:pt idx="263">
                  <c:v>111.52474018923523</c:v>
                </c:pt>
                <c:pt idx="264">
                  <c:v>113.85140375368383</c:v>
                </c:pt>
                <c:pt idx="265">
                  <c:v>114.02202574841004</c:v>
                </c:pt>
                <c:pt idx="266">
                  <c:v>114.03753683883969</c:v>
                </c:pt>
                <c:pt idx="267">
                  <c:v>114.06855901969905</c:v>
                </c:pt>
                <c:pt idx="268">
                  <c:v>116.89157747789667</c:v>
                </c:pt>
                <c:pt idx="269">
                  <c:v>117.54304327594228</c:v>
                </c:pt>
                <c:pt idx="270">
                  <c:v>113.44811540251278</c:v>
                </c:pt>
                <c:pt idx="271">
                  <c:v>112.25376143942918</c:v>
                </c:pt>
                <c:pt idx="272">
                  <c:v>114.54940282301847</c:v>
                </c:pt>
                <c:pt idx="273">
                  <c:v>113.86691484411355</c:v>
                </c:pt>
                <c:pt idx="274">
                  <c:v>112.02109508298435</c:v>
                </c:pt>
                <c:pt idx="275">
                  <c:v>109.15154335349777</c:v>
                </c:pt>
                <c:pt idx="276">
                  <c:v>110.17527532185514</c:v>
                </c:pt>
                <c:pt idx="277">
                  <c:v>109.58585388552818</c:v>
                </c:pt>
                <c:pt idx="278">
                  <c:v>111.60229564138363</c:v>
                </c:pt>
                <c:pt idx="279">
                  <c:v>108.82581045447498</c:v>
                </c:pt>
                <c:pt idx="280">
                  <c:v>109.47727625252057</c:v>
                </c:pt>
                <c:pt idx="281">
                  <c:v>108.79478827361567</c:v>
                </c:pt>
                <c:pt idx="282">
                  <c:v>107.5849232201024</c:v>
                </c:pt>
                <c:pt idx="283">
                  <c:v>108.17434465642937</c:v>
                </c:pt>
                <c:pt idx="284">
                  <c:v>106.37505816658913</c:v>
                </c:pt>
                <c:pt idx="285">
                  <c:v>105.45990383123936</c:v>
                </c:pt>
                <c:pt idx="286">
                  <c:v>104.32759422987439</c:v>
                </c:pt>
                <c:pt idx="287">
                  <c:v>104.66883821932684</c:v>
                </c:pt>
                <c:pt idx="288">
                  <c:v>102.01644175585545</c:v>
                </c:pt>
                <c:pt idx="289">
                  <c:v>101.73724212812162</c:v>
                </c:pt>
                <c:pt idx="290">
                  <c:v>100.76004343105319</c:v>
                </c:pt>
                <c:pt idx="291">
                  <c:v>105.50643710252831</c:v>
                </c:pt>
                <c:pt idx="292">
                  <c:v>104.73088258104545</c:v>
                </c:pt>
                <c:pt idx="293">
                  <c:v>105.84768109198076</c:v>
                </c:pt>
                <c:pt idx="294">
                  <c:v>105.2892818365131</c:v>
                </c:pt>
                <c:pt idx="295">
                  <c:v>104.25003877772606</c:v>
                </c:pt>
                <c:pt idx="296">
                  <c:v>102.04746393671476</c:v>
                </c:pt>
                <c:pt idx="297">
                  <c:v>100.18613308515589</c:v>
                </c:pt>
                <c:pt idx="298">
                  <c:v>98.154180238870808</c:v>
                </c:pt>
                <c:pt idx="299">
                  <c:v>100.23266635644489</c:v>
                </c:pt>
                <c:pt idx="300">
                  <c:v>98.510935318752942</c:v>
                </c:pt>
                <c:pt idx="301">
                  <c:v>99.64324492011788</c:v>
                </c:pt>
                <c:pt idx="302">
                  <c:v>98.572979680471519</c:v>
                </c:pt>
                <c:pt idx="303">
                  <c:v>99.968977819140662</c:v>
                </c:pt>
                <c:pt idx="304">
                  <c:v>97.983558244144533</c:v>
                </c:pt>
                <c:pt idx="305">
                  <c:v>99.627733829688211</c:v>
                </c:pt>
                <c:pt idx="306">
                  <c:v>100.46533271288969</c:v>
                </c:pt>
                <c:pt idx="307">
                  <c:v>103.59857297968047</c:v>
                </c:pt>
                <c:pt idx="308">
                  <c:v>102.9005739103459</c:v>
                </c:pt>
                <c:pt idx="309">
                  <c:v>100.97719869706839</c:v>
                </c:pt>
                <c:pt idx="310">
                  <c:v>102.18706375058166</c:v>
                </c:pt>
                <c:pt idx="311">
                  <c:v>104.07941678299984</c:v>
                </c:pt>
                <c:pt idx="312">
                  <c:v>104.76190476190474</c:v>
                </c:pt>
                <c:pt idx="313">
                  <c:v>105.28928183651307</c:v>
                </c:pt>
                <c:pt idx="314">
                  <c:v>104.94803784706062</c:v>
                </c:pt>
                <c:pt idx="315">
                  <c:v>103.93981696913293</c:v>
                </c:pt>
                <c:pt idx="316">
                  <c:v>103.76919497440669</c:v>
                </c:pt>
                <c:pt idx="317">
                  <c:v>104.03288351171084</c:v>
                </c:pt>
                <c:pt idx="318">
                  <c:v>104.00186133085153</c:v>
                </c:pt>
                <c:pt idx="319">
                  <c:v>104.54474949588956</c:v>
                </c:pt>
                <c:pt idx="320">
                  <c:v>102.94710718163488</c:v>
                </c:pt>
                <c:pt idx="321">
                  <c:v>103.35039553280595</c:v>
                </c:pt>
                <c:pt idx="322">
                  <c:v>103.80021715526601</c:v>
                </c:pt>
                <c:pt idx="323">
                  <c:v>105.39785946952072</c:v>
                </c:pt>
                <c:pt idx="324">
                  <c:v>104.96354893749033</c:v>
                </c:pt>
                <c:pt idx="325">
                  <c:v>103.44346207538392</c:v>
                </c:pt>
                <c:pt idx="326">
                  <c:v>103.28835117108736</c:v>
                </c:pt>
                <c:pt idx="327">
                  <c:v>101.27190941523193</c:v>
                </c:pt>
                <c:pt idx="328">
                  <c:v>100.35675507988215</c:v>
                </c:pt>
                <c:pt idx="329">
                  <c:v>98.24724678144878</c:v>
                </c:pt>
                <c:pt idx="330">
                  <c:v>99.11586784550957</c:v>
                </c:pt>
                <c:pt idx="331">
                  <c:v>99.33302311152481</c:v>
                </c:pt>
                <c:pt idx="332">
                  <c:v>99.813866914844183</c:v>
                </c:pt>
                <c:pt idx="333">
                  <c:v>99.720800372266254</c:v>
                </c:pt>
                <c:pt idx="334">
                  <c:v>99.426089654102739</c:v>
                </c:pt>
                <c:pt idx="335">
                  <c:v>98.433379866604682</c:v>
                </c:pt>
                <c:pt idx="336">
                  <c:v>99.565689467969676</c:v>
                </c:pt>
                <c:pt idx="337">
                  <c:v>100.46533271288982</c:v>
                </c:pt>
                <c:pt idx="338">
                  <c:v>101.24088723437266</c:v>
                </c:pt>
                <c:pt idx="339">
                  <c:v>99.146890026368951</c:v>
                </c:pt>
                <c:pt idx="340">
                  <c:v>98.572979680471633</c:v>
                </c:pt>
                <c:pt idx="341">
                  <c:v>98.898712579494443</c:v>
                </c:pt>
                <c:pt idx="342">
                  <c:v>98.138669148441252</c:v>
                </c:pt>
                <c:pt idx="343">
                  <c:v>100.01551109042974</c:v>
                </c:pt>
                <c:pt idx="344">
                  <c:v>100.07755545214835</c:v>
                </c:pt>
                <c:pt idx="345">
                  <c:v>98.417868776175027</c:v>
                </c:pt>
                <c:pt idx="346">
                  <c:v>98.572979680471576</c:v>
                </c:pt>
                <c:pt idx="347">
                  <c:v>96.913293004498257</c:v>
                </c:pt>
                <c:pt idx="348">
                  <c:v>98.27826896230809</c:v>
                </c:pt>
                <c:pt idx="349">
                  <c:v>96.959826275787236</c:v>
                </c:pt>
                <c:pt idx="350">
                  <c:v>95.238095238095283</c:v>
                </c:pt>
                <c:pt idx="351">
                  <c:v>93.314720024817788</c:v>
                </c:pt>
                <c:pt idx="352">
                  <c:v>93.702497285559204</c:v>
                </c:pt>
                <c:pt idx="353">
                  <c:v>92.601209865053562</c:v>
                </c:pt>
                <c:pt idx="354">
                  <c:v>90.879478827361623</c:v>
                </c:pt>
                <c:pt idx="355">
                  <c:v>91.205211726384391</c:v>
                </c:pt>
                <c:pt idx="356">
                  <c:v>95.020939972080043</c:v>
                </c:pt>
                <c:pt idx="357">
                  <c:v>95.082984333798692</c:v>
                </c:pt>
                <c:pt idx="358">
                  <c:v>95.020939972080058</c:v>
                </c:pt>
                <c:pt idx="359">
                  <c:v>95.765472312703608</c:v>
                </c:pt>
                <c:pt idx="360">
                  <c:v>96.06018303086708</c:v>
                </c:pt>
                <c:pt idx="361">
                  <c:v>96.603071195905073</c:v>
                </c:pt>
                <c:pt idx="362">
                  <c:v>96.587560105475418</c:v>
                </c:pt>
                <c:pt idx="363">
                  <c:v>97.456181169536237</c:v>
                </c:pt>
                <c:pt idx="364">
                  <c:v>97.223514813091384</c:v>
                </c:pt>
                <c:pt idx="365">
                  <c:v>99.782844733984831</c:v>
                </c:pt>
                <c:pt idx="366">
                  <c:v>100.83759888320152</c:v>
                </c:pt>
                <c:pt idx="367">
                  <c:v>97.735380797270068</c:v>
                </c:pt>
                <c:pt idx="368">
                  <c:v>95.532805956258755</c:v>
                </c:pt>
                <c:pt idx="369">
                  <c:v>95.486272684969776</c:v>
                </c:pt>
                <c:pt idx="370">
                  <c:v>94.043741275011655</c:v>
                </c:pt>
                <c:pt idx="371">
                  <c:v>93.438808748255028</c:v>
                </c:pt>
                <c:pt idx="372">
                  <c:v>95.393206142391819</c:v>
                </c:pt>
                <c:pt idx="373">
                  <c:v>95.129517605087628</c:v>
                </c:pt>
                <c:pt idx="374">
                  <c:v>93.873119280285394</c:v>
                </c:pt>
                <c:pt idx="375">
                  <c:v>93.950674732433711</c:v>
                </c:pt>
                <c:pt idx="376">
                  <c:v>96.106716302156059</c:v>
                </c:pt>
                <c:pt idx="377">
                  <c:v>95.067473243369022</c:v>
                </c:pt>
                <c:pt idx="378">
                  <c:v>92.678765317201808</c:v>
                </c:pt>
                <c:pt idx="379">
                  <c:v>92.399565689467977</c:v>
                </c:pt>
                <c:pt idx="380">
                  <c:v>93.159609120521182</c:v>
                </c:pt>
                <c:pt idx="381">
                  <c:v>94.276407631456507</c:v>
                </c:pt>
                <c:pt idx="382">
                  <c:v>95.393206142391847</c:v>
                </c:pt>
                <c:pt idx="383">
                  <c:v>97.93702497285561</c:v>
                </c:pt>
                <c:pt idx="384">
                  <c:v>97.906002791996301</c:v>
                </c:pt>
                <c:pt idx="385">
                  <c:v>97.688847525981103</c:v>
                </c:pt>
                <c:pt idx="386">
                  <c:v>95.455250504110467</c:v>
                </c:pt>
                <c:pt idx="387">
                  <c:v>95.067473243369037</c:v>
                </c:pt>
                <c:pt idx="388">
                  <c:v>94.803784706064846</c:v>
                </c:pt>
                <c:pt idx="389">
                  <c:v>95.331161780673199</c:v>
                </c:pt>
                <c:pt idx="390">
                  <c:v>94.012719094152345</c:v>
                </c:pt>
                <c:pt idx="391">
                  <c:v>98.526446409182611</c:v>
                </c:pt>
                <c:pt idx="392">
                  <c:v>98.092135877152216</c:v>
                </c:pt>
                <c:pt idx="393">
                  <c:v>99.131378935939267</c:v>
                </c:pt>
                <c:pt idx="394">
                  <c:v>101.48906468124719</c:v>
                </c:pt>
                <c:pt idx="395">
                  <c:v>102.6834186443308</c:v>
                </c:pt>
                <c:pt idx="396">
                  <c:v>101.92337521327759</c:v>
                </c:pt>
                <c:pt idx="397">
                  <c:v>99.364045292384162</c:v>
                </c:pt>
                <c:pt idx="398">
                  <c:v>99.674267100977318</c:v>
                </c:pt>
                <c:pt idx="399">
                  <c:v>100.51186598417881</c:v>
                </c:pt>
                <c:pt idx="400">
                  <c:v>99.906933457422184</c:v>
                </c:pt>
                <c:pt idx="401">
                  <c:v>98.045602605863337</c:v>
                </c:pt>
                <c:pt idx="402">
                  <c:v>98.448890957034422</c:v>
                </c:pt>
                <c:pt idx="403">
                  <c:v>98.635024042190352</c:v>
                </c:pt>
                <c:pt idx="404">
                  <c:v>96.913293004498399</c:v>
                </c:pt>
                <c:pt idx="405">
                  <c:v>95.501783775399602</c:v>
                </c:pt>
                <c:pt idx="406">
                  <c:v>94.633162711338784</c:v>
                </c:pt>
                <c:pt idx="407">
                  <c:v>93.438808748255198</c:v>
                </c:pt>
                <c:pt idx="408">
                  <c:v>93.842097099426312</c:v>
                </c:pt>
                <c:pt idx="409">
                  <c:v>91.639522258414971</c:v>
                </c:pt>
                <c:pt idx="410">
                  <c:v>90.119435396308575</c:v>
                </c:pt>
                <c:pt idx="411">
                  <c:v>90.957034279510083</c:v>
                </c:pt>
                <c:pt idx="412">
                  <c:v>90.910501008221104</c:v>
                </c:pt>
                <c:pt idx="413">
                  <c:v>92.81836513106893</c:v>
                </c:pt>
                <c:pt idx="414">
                  <c:v>91.624011167985316</c:v>
                </c:pt>
                <c:pt idx="415">
                  <c:v>92.694276407631676</c:v>
                </c:pt>
                <c:pt idx="416">
                  <c:v>94.819295796494728</c:v>
                </c:pt>
                <c:pt idx="417">
                  <c:v>94.416007445323615</c:v>
                </c:pt>
                <c:pt idx="418">
                  <c:v>93.95067473243391</c:v>
                </c:pt>
                <c:pt idx="419">
                  <c:v>94.353963083604995</c:v>
                </c:pt>
                <c:pt idx="420">
                  <c:v>95.17605087637682</c:v>
                </c:pt>
                <c:pt idx="421">
                  <c:v>94.958895610361623</c:v>
                </c:pt>
                <c:pt idx="422">
                  <c:v>93.345742205677269</c:v>
                </c:pt>
                <c:pt idx="423">
                  <c:v>93.20614239181036</c:v>
                </c:pt>
                <c:pt idx="424">
                  <c:v>93.500853109973846</c:v>
                </c:pt>
                <c:pt idx="425">
                  <c:v>92.926942764076529</c:v>
                </c:pt>
                <c:pt idx="426">
                  <c:v>92.46161005118681</c:v>
                </c:pt>
                <c:pt idx="427">
                  <c:v>92.771831859779994</c:v>
                </c:pt>
                <c:pt idx="428">
                  <c:v>92.988987125795205</c:v>
                </c:pt>
                <c:pt idx="429">
                  <c:v>92.011788428726788</c:v>
                </c:pt>
                <c:pt idx="430">
                  <c:v>91.996277338297119</c:v>
                </c:pt>
                <c:pt idx="431">
                  <c:v>91.127656274236315</c:v>
                </c:pt>
                <c:pt idx="432">
                  <c:v>89.65410268341887</c:v>
                </c:pt>
                <c:pt idx="433">
                  <c:v>92.135877152164028</c:v>
                </c:pt>
                <c:pt idx="434">
                  <c:v>90.538234837909343</c:v>
                </c:pt>
                <c:pt idx="435">
                  <c:v>89.498991779122306</c:v>
                </c:pt>
                <c:pt idx="436">
                  <c:v>90.01085776330099</c:v>
                </c:pt>
                <c:pt idx="437">
                  <c:v>89.173258880099496</c:v>
                </c:pt>
                <c:pt idx="438">
                  <c:v>91.065611912517682</c:v>
                </c:pt>
                <c:pt idx="439">
                  <c:v>91.019078641228703</c:v>
                </c:pt>
                <c:pt idx="440">
                  <c:v>88.800992709787721</c:v>
                </c:pt>
                <c:pt idx="441">
                  <c:v>87.932371645726931</c:v>
                </c:pt>
                <c:pt idx="442">
                  <c:v>87.994416007445537</c:v>
                </c:pt>
                <c:pt idx="443">
                  <c:v>89.421436326974018</c:v>
                </c:pt>
                <c:pt idx="444">
                  <c:v>89.607569412129905</c:v>
                </c:pt>
                <c:pt idx="445">
                  <c:v>90.243524119745871</c:v>
                </c:pt>
                <c:pt idx="446">
                  <c:v>91.251744997673569</c:v>
                </c:pt>
                <c:pt idx="447">
                  <c:v>92.632232045913057</c:v>
                </c:pt>
                <c:pt idx="448">
                  <c:v>90.46067938576104</c:v>
                </c:pt>
                <c:pt idx="449">
                  <c:v>89.390414146114693</c:v>
                </c:pt>
                <c:pt idx="450">
                  <c:v>89.824724678145088</c:v>
                </c:pt>
                <c:pt idx="451">
                  <c:v>89.111214518380862</c:v>
                </c:pt>
                <c:pt idx="452">
                  <c:v>86.908639677369521</c:v>
                </c:pt>
                <c:pt idx="453">
                  <c:v>86.195129517605295</c:v>
                </c:pt>
                <c:pt idx="454">
                  <c:v>86.086551884597696</c:v>
                </c:pt>
                <c:pt idx="455">
                  <c:v>85.776330076004555</c:v>
                </c:pt>
                <c:pt idx="456">
                  <c:v>86.629440049635718</c:v>
                </c:pt>
                <c:pt idx="457">
                  <c:v>86.582906778346754</c:v>
                </c:pt>
                <c:pt idx="458">
                  <c:v>88.33565999689803</c:v>
                </c:pt>
                <c:pt idx="459">
                  <c:v>88.552815262913242</c:v>
                </c:pt>
                <c:pt idx="460">
                  <c:v>87.094772762525452</c:v>
                </c:pt>
                <c:pt idx="461">
                  <c:v>86.722506592213676</c:v>
                </c:pt>
                <c:pt idx="462">
                  <c:v>87.125794943384761</c:v>
                </c:pt>
                <c:pt idx="463">
                  <c:v>89.343880874825757</c:v>
                </c:pt>
                <c:pt idx="464">
                  <c:v>91.298278268962534</c:v>
                </c:pt>
                <c:pt idx="465">
                  <c:v>90.150457577167899</c:v>
                </c:pt>
                <c:pt idx="466">
                  <c:v>89.778191406856138</c:v>
                </c:pt>
                <c:pt idx="467">
                  <c:v>89.359391965255384</c:v>
                </c:pt>
                <c:pt idx="468">
                  <c:v>87.994416007445551</c:v>
                </c:pt>
                <c:pt idx="469">
                  <c:v>89.002636885373278</c:v>
                </c:pt>
                <c:pt idx="470">
                  <c:v>88.863037071506355</c:v>
                </c:pt>
                <c:pt idx="471">
                  <c:v>91.918721886148816</c:v>
                </c:pt>
                <c:pt idx="472">
                  <c:v>90.817434465643146</c:v>
                </c:pt>
                <c:pt idx="473">
                  <c:v>89.033659066232573</c:v>
                </c:pt>
                <c:pt idx="474">
                  <c:v>90.78641228478385</c:v>
                </c:pt>
                <c:pt idx="475">
                  <c:v>90.615790290057618</c:v>
                </c:pt>
                <c:pt idx="476">
                  <c:v>90.383123933612751</c:v>
                </c:pt>
                <c:pt idx="477">
                  <c:v>90.10392430587892</c:v>
                </c:pt>
                <c:pt idx="478">
                  <c:v>89.824724678145074</c:v>
                </c:pt>
                <c:pt idx="479">
                  <c:v>89.824724678145074</c:v>
                </c:pt>
                <c:pt idx="480">
                  <c:v>88.335659996897988</c:v>
                </c:pt>
                <c:pt idx="481">
                  <c:v>89.080192337521524</c:v>
                </c:pt>
                <c:pt idx="482">
                  <c:v>88.009927097875163</c:v>
                </c:pt>
                <c:pt idx="483">
                  <c:v>86.722506592213605</c:v>
                </c:pt>
                <c:pt idx="484">
                  <c:v>85.171397549247885</c:v>
                </c:pt>
                <c:pt idx="485">
                  <c:v>85.714285714285893</c:v>
                </c:pt>
                <c:pt idx="486">
                  <c:v>85.093842097099596</c:v>
                </c:pt>
                <c:pt idx="487">
                  <c:v>84.814642469365765</c:v>
                </c:pt>
                <c:pt idx="488">
                  <c:v>84.411354118194666</c:v>
                </c:pt>
                <c:pt idx="489">
                  <c:v>85.512641538700322</c:v>
                </c:pt>
                <c:pt idx="490">
                  <c:v>84.581976112920884</c:v>
                </c:pt>
                <c:pt idx="491">
                  <c:v>84.86117574065473</c:v>
                </c:pt>
                <c:pt idx="492">
                  <c:v>86.272684969753541</c:v>
                </c:pt>
                <c:pt idx="493">
                  <c:v>85.51264153870035</c:v>
                </c:pt>
                <c:pt idx="494">
                  <c:v>85.217930820536864</c:v>
                </c:pt>
                <c:pt idx="495">
                  <c:v>85.078331006669956</c:v>
                </c:pt>
                <c:pt idx="496">
                  <c:v>85.435086086552062</c:v>
                </c:pt>
                <c:pt idx="497">
                  <c:v>82.79820071351034</c:v>
                </c:pt>
                <c:pt idx="498">
                  <c:v>82.79820071351034</c:v>
                </c:pt>
                <c:pt idx="499">
                  <c:v>84.194198852179483</c:v>
                </c:pt>
                <c:pt idx="500">
                  <c:v>86.520862416628077</c:v>
                </c:pt>
                <c:pt idx="501">
                  <c:v>100</c:v>
                </c:pt>
                <c:pt idx="502">
                  <c:v>98.784629133154596</c:v>
                </c:pt>
                <c:pt idx="503">
                  <c:v>98.480786416443237</c:v>
                </c:pt>
                <c:pt idx="504">
                  <c:v>98.427167113494164</c:v>
                </c:pt>
                <c:pt idx="505">
                  <c:v>97.336907953529916</c:v>
                </c:pt>
                <c:pt idx="506">
                  <c:v>95.424486148346716</c:v>
                </c:pt>
                <c:pt idx="507">
                  <c:v>95.084897229669309</c:v>
                </c:pt>
                <c:pt idx="508">
                  <c:v>94.727435210008906</c:v>
                </c:pt>
                <c:pt idx="509">
                  <c:v>95.960679177837335</c:v>
                </c:pt>
                <c:pt idx="510">
                  <c:v>95.692582663092026</c:v>
                </c:pt>
                <c:pt idx="511">
                  <c:v>93.619302949061662</c:v>
                </c:pt>
                <c:pt idx="512">
                  <c:v>90.277033065236822</c:v>
                </c:pt>
                <c:pt idx="513">
                  <c:v>91.045576407506701</c:v>
                </c:pt>
                <c:pt idx="514">
                  <c:v>90.116175156389644</c:v>
                </c:pt>
                <c:pt idx="515">
                  <c:v>87.756925826630933</c:v>
                </c:pt>
                <c:pt idx="516">
                  <c:v>90.044682752457561</c:v>
                </c:pt>
                <c:pt idx="517">
                  <c:v>93.315460232350347</c:v>
                </c:pt>
                <c:pt idx="518">
                  <c:v>95.102770330652405</c:v>
                </c:pt>
                <c:pt idx="519">
                  <c:v>93.136729222520145</c:v>
                </c:pt>
                <c:pt idx="520">
                  <c:v>93.100983020554096</c:v>
                </c:pt>
                <c:pt idx="521">
                  <c:v>90.634495084897239</c:v>
                </c:pt>
                <c:pt idx="522">
                  <c:v>89.472743521000908</c:v>
                </c:pt>
                <c:pt idx="523">
                  <c:v>90.098302055406592</c:v>
                </c:pt>
                <c:pt idx="524">
                  <c:v>89.615728328865046</c:v>
                </c:pt>
                <c:pt idx="525">
                  <c:v>89.454870420017869</c:v>
                </c:pt>
                <c:pt idx="526">
                  <c:v>93.833780160857927</c:v>
                </c:pt>
                <c:pt idx="527">
                  <c:v>93.708668453976799</c:v>
                </c:pt>
                <c:pt idx="528">
                  <c:v>92.815013404825763</c:v>
                </c:pt>
                <c:pt idx="529">
                  <c:v>92.20732797140306</c:v>
                </c:pt>
                <c:pt idx="530">
                  <c:v>92.439678284182349</c:v>
                </c:pt>
                <c:pt idx="531">
                  <c:v>92.207327971403089</c:v>
                </c:pt>
                <c:pt idx="532">
                  <c:v>93.261840929401302</c:v>
                </c:pt>
                <c:pt idx="533">
                  <c:v>93.56568364611266</c:v>
                </c:pt>
                <c:pt idx="534">
                  <c:v>95.656836461126076</c:v>
                </c:pt>
                <c:pt idx="535">
                  <c:v>95.102770330652419</c:v>
                </c:pt>
                <c:pt idx="536">
                  <c:v>96.67560321715824</c:v>
                </c:pt>
                <c:pt idx="537">
                  <c:v>98.230563002681023</c:v>
                </c:pt>
                <c:pt idx="538">
                  <c:v>98.319928507596131</c:v>
                </c:pt>
                <c:pt idx="539">
                  <c:v>97.551385165326252</c:v>
                </c:pt>
                <c:pt idx="540">
                  <c:v>98.588025022341455</c:v>
                </c:pt>
                <c:pt idx="541">
                  <c:v>96.800714924039397</c:v>
                </c:pt>
                <c:pt idx="542">
                  <c:v>97.122430741733751</c:v>
                </c:pt>
                <c:pt idx="543">
                  <c:v>97.694369973190405</c:v>
                </c:pt>
                <c:pt idx="544">
                  <c:v>97.193923145665835</c:v>
                </c:pt>
                <c:pt idx="545">
                  <c:v>95.120643431635457</c:v>
                </c:pt>
                <c:pt idx="546">
                  <c:v>96.407506702412959</c:v>
                </c:pt>
                <c:pt idx="547">
                  <c:v>95.42448614834683</c:v>
                </c:pt>
                <c:pt idx="548">
                  <c:v>95.817694369973296</c:v>
                </c:pt>
                <c:pt idx="549">
                  <c:v>97.587131367292343</c:v>
                </c:pt>
                <c:pt idx="550">
                  <c:v>100.44682752457562</c:v>
                </c:pt>
                <c:pt idx="551">
                  <c:v>100.37533512064353</c:v>
                </c:pt>
                <c:pt idx="552">
                  <c:v>99.928507596068002</c:v>
                </c:pt>
                <c:pt idx="553">
                  <c:v>98.891867739052813</c:v>
                </c:pt>
                <c:pt idx="554">
                  <c:v>99.678284182305731</c:v>
                </c:pt>
                <c:pt idx="555">
                  <c:v>98.337801608579184</c:v>
                </c:pt>
                <c:pt idx="556">
                  <c:v>98.963360142984925</c:v>
                </c:pt>
                <c:pt idx="557">
                  <c:v>99.660411081322721</c:v>
                </c:pt>
                <c:pt idx="558">
                  <c:v>97.640750670241417</c:v>
                </c:pt>
                <c:pt idx="559">
                  <c:v>97.336907953530059</c:v>
                </c:pt>
                <c:pt idx="560">
                  <c:v>98.141197497765972</c:v>
                </c:pt>
                <c:pt idx="561">
                  <c:v>96.961572832886631</c:v>
                </c:pt>
                <c:pt idx="562">
                  <c:v>97.873100983020649</c:v>
                </c:pt>
                <c:pt idx="563">
                  <c:v>98.445040214477288</c:v>
                </c:pt>
                <c:pt idx="564">
                  <c:v>99.874888293118914</c:v>
                </c:pt>
                <c:pt idx="565">
                  <c:v>99.124218051832059</c:v>
                </c:pt>
                <c:pt idx="566">
                  <c:v>99.016979445933927</c:v>
                </c:pt>
                <c:pt idx="567">
                  <c:v>98.623771224307475</c:v>
                </c:pt>
                <c:pt idx="568">
                  <c:v>98.623771224307475</c:v>
                </c:pt>
                <c:pt idx="569">
                  <c:v>99.213583556747139</c:v>
                </c:pt>
                <c:pt idx="570">
                  <c:v>100.60768543342274</c:v>
                </c:pt>
                <c:pt idx="571">
                  <c:v>100.55406613047369</c:v>
                </c:pt>
                <c:pt idx="572">
                  <c:v>98.570151921358416</c:v>
                </c:pt>
                <c:pt idx="573">
                  <c:v>98.17694369973195</c:v>
                </c:pt>
                <c:pt idx="574">
                  <c:v>96.46112600536199</c:v>
                </c:pt>
                <c:pt idx="575">
                  <c:v>96.818588025022393</c:v>
                </c:pt>
                <c:pt idx="576">
                  <c:v>97.533512064343213</c:v>
                </c:pt>
                <c:pt idx="577">
                  <c:v>96.657730116175202</c:v>
                </c:pt>
                <c:pt idx="578">
                  <c:v>98.445040214477245</c:v>
                </c:pt>
                <c:pt idx="579">
                  <c:v>100.03574620196605</c:v>
                </c:pt>
                <c:pt idx="580">
                  <c:v>102.10902591599644</c:v>
                </c:pt>
                <c:pt idx="581">
                  <c:v>102.10902591599644</c:v>
                </c:pt>
                <c:pt idx="582">
                  <c:v>104.57551385165327</c:v>
                </c:pt>
                <c:pt idx="583">
                  <c:v>104.84361036639856</c:v>
                </c:pt>
                <c:pt idx="584">
                  <c:v>104.27167113494194</c:v>
                </c:pt>
                <c:pt idx="585">
                  <c:v>104.30741733690796</c:v>
                </c:pt>
                <c:pt idx="586">
                  <c:v>106.95263628239505</c:v>
                </c:pt>
                <c:pt idx="587">
                  <c:v>108.66845397676498</c:v>
                </c:pt>
                <c:pt idx="588">
                  <c:v>109.57998212689904</c:v>
                </c:pt>
                <c:pt idx="589">
                  <c:v>108.7578194816801</c:v>
                </c:pt>
                <c:pt idx="590">
                  <c:v>107.59606791778376</c:v>
                </c:pt>
                <c:pt idx="591">
                  <c:v>109.27613941018768</c:v>
                </c:pt>
                <c:pt idx="592">
                  <c:v>110.77747989276142</c:v>
                </c:pt>
                <c:pt idx="593">
                  <c:v>112.11796246648797</c:v>
                </c:pt>
                <c:pt idx="594">
                  <c:v>112.24307417336912</c:v>
                </c:pt>
                <c:pt idx="595">
                  <c:v>112.20732797140307</c:v>
                </c:pt>
                <c:pt idx="596">
                  <c:v>113.86952636282398</c:v>
                </c:pt>
                <c:pt idx="597">
                  <c:v>115.13851653261845</c:v>
                </c:pt>
                <c:pt idx="598">
                  <c:v>115.44235924932981</c:v>
                </c:pt>
                <c:pt idx="599">
                  <c:v>113.22609472743524</c:v>
                </c:pt>
                <c:pt idx="600">
                  <c:v>113.06523681858803</c:v>
                </c:pt>
                <c:pt idx="601">
                  <c:v>111.06344950848973</c:v>
                </c:pt>
                <c:pt idx="602">
                  <c:v>109.7408400357462</c:v>
                </c:pt>
                <c:pt idx="603">
                  <c:v>110.54512957998215</c:v>
                </c:pt>
                <c:pt idx="604">
                  <c:v>108.82931188561216</c:v>
                </c:pt>
                <c:pt idx="605">
                  <c:v>107.93565683646113</c:v>
                </c:pt>
                <c:pt idx="606">
                  <c:v>106.45218945487044</c:v>
                </c:pt>
                <c:pt idx="607">
                  <c:v>108.23949955317246</c:v>
                </c:pt>
                <c:pt idx="608">
                  <c:v>108.65058087578197</c:v>
                </c:pt>
                <c:pt idx="609">
                  <c:v>108.47184986595175</c:v>
                </c:pt>
                <c:pt idx="610">
                  <c:v>108.68632707774799</c:v>
                </c:pt>
                <c:pt idx="611">
                  <c:v>107.95352993744415</c:v>
                </c:pt>
                <c:pt idx="612">
                  <c:v>108.07864164432533</c:v>
                </c:pt>
                <c:pt idx="613">
                  <c:v>106.88114387846295</c:v>
                </c:pt>
                <c:pt idx="614">
                  <c:v>106.00536193029495</c:v>
                </c:pt>
                <c:pt idx="615">
                  <c:v>106.91689008042901</c:v>
                </c:pt>
                <c:pt idx="616">
                  <c:v>106.45218945487048</c:v>
                </c:pt>
                <c:pt idx="617">
                  <c:v>106.27345844504028</c:v>
                </c:pt>
                <c:pt idx="618">
                  <c:v>105.82663092046477</c:v>
                </c:pt>
                <c:pt idx="619">
                  <c:v>107.2386058981234</c:v>
                </c:pt>
                <c:pt idx="620">
                  <c:v>105.70151921358362</c:v>
                </c:pt>
                <c:pt idx="621">
                  <c:v>105.55853440571947</c:v>
                </c:pt>
                <c:pt idx="622">
                  <c:v>105.71939231456663</c:v>
                </c:pt>
                <c:pt idx="623">
                  <c:v>105.89812332439686</c:v>
                </c:pt>
                <c:pt idx="624">
                  <c:v>103.59249329758721</c:v>
                </c:pt>
                <c:pt idx="625">
                  <c:v>103.43163538874003</c:v>
                </c:pt>
                <c:pt idx="626">
                  <c:v>103.61311528150145</c:v>
                </c:pt>
                <c:pt idx="627">
                  <c:v>103.61036639857025</c:v>
                </c:pt>
                <c:pt idx="628">
                  <c:v>104.96872207327982</c:v>
                </c:pt>
                <c:pt idx="629">
                  <c:v>104.24409651474544</c:v>
                </c:pt>
                <c:pt idx="630">
                  <c:v>102.89544235924947</c:v>
                </c:pt>
                <c:pt idx="631">
                  <c:v>103.43163538874009</c:v>
                </c:pt>
                <c:pt idx="632">
                  <c:v>103.12779267202876</c:v>
                </c:pt>
                <c:pt idx="633">
                  <c:v>104.95084897229687</c:v>
                </c:pt>
                <c:pt idx="634">
                  <c:v>107.07774798927628</c:v>
                </c:pt>
                <c:pt idx="635">
                  <c:v>105.36193029490633</c:v>
                </c:pt>
                <c:pt idx="636">
                  <c:v>103.93208221626467</c:v>
                </c:pt>
                <c:pt idx="637">
                  <c:v>103.55674709562125</c:v>
                </c:pt>
                <c:pt idx="638">
                  <c:v>103.53887399463822</c:v>
                </c:pt>
                <c:pt idx="639">
                  <c:v>101.91242180518336</c:v>
                </c:pt>
                <c:pt idx="640">
                  <c:v>103.2529043789099</c:v>
                </c:pt>
                <c:pt idx="641">
                  <c:v>101.75156389633617</c:v>
                </c:pt>
                <c:pt idx="642">
                  <c:v>101.01876675603233</c:v>
                </c:pt>
                <c:pt idx="643">
                  <c:v>99.231456657730263</c:v>
                </c:pt>
                <c:pt idx="644">
                  <c:v>99.517426273458568</c:v>
                </c:pt>
                <c:pt idx="645">
                  <c:v>100.07149240393221</c:v>
                </c:pt>
                <c:pt idx="646">
                  <c:v>98.766752457551533</c:v>
                </c:pt>
                <c:pt idx="647">
                  <c:v>101.16174798927628</c:v>
                </c:pt>
                <c:pt idx="648">
                  <c:v>100.53619302949075</c:v>
                </c:pt>
                <c:pt idx="649">
                  <c:v>98.945487042001915</c:v>
                </c:pt>
                <c:pt idx="650">
                  <c:v>97.837354781054657</c:v>
                </c:pt>
                <c:pt idx="651">
                  <c:v>98.105451295799924</c:v>
                </c:pt>
                <c:pt idx="652">
                  <c:v>99.285075960679265</c:v>
                </c:pt>
                <c:pt idx="653">
                  <c:v>99.606791778373662</c:v>
                </c:pt>
                <c:pt idx="654">
                  <c:v>100.44682752457561</c:v>
                </c:pt>
                <c:pt idx="655">
                  <c:v>100.94727435210018</c:v>
                </c:pt>
                <c:pt idx="656">
                  <c:v>101.30473637176061</c:v>
                </c:pt>
                <c:pt idx="657">
                  <c:v>100.44682752457565</c:v>
                </c:pt>
                <c:pt idx="658">
                  <c:v>100.50044682752468</c:v>
                </c:pt>
                <c:pt idx="659">
                  <c:v>102.10902591599655</c:v>
                </c:pt>
                <c:pt idx="660">
                  <c:v>103.05630026809662</c:v>
                </c:pt>
                <c:pt idx="661">
                  <c:v>102.10902591599653</c:v>
                </c:pt>
                <c:pt idx="662">
                  <c:v>101.73369079535308</c:v>
                </c:pt>
                <c:pt idx="663">
                  <c:v>102.75245755138528</c:v>
                </c:pt>
                <c:pt idx="664">
                  <c:v>102.19839142091163</c:v>
                </c:pt>
                <c:pt idx="665">
                  <c:v>101.69794459338706</c:v>
                </c:pt>
                <c:pt idx="666">
                  <c:v>101.48346738159081</c:v>
                </c:pt>
                <c:pt idx="667">
                  <c:v>99.932832886505892</c:v>
                </c:pt>
                <c:pt idx="668">
                  <c:v>100.53319034852554</c:v>
                </c:pt>
                <c:pt idx="669">
                  <c:v>101.95174262734591</c:v>
                </c:pt>
                <c:pt idx="670">
                  <c:v>100.4699731903486</c:v>
                </c:pt>
                <c:pt idx="671">
                  <c:v>99.558873994638148</c:v>
                </c:pt>
                <c:pt idx="672">
                  <c:v>99.486058981233327</c:v>
                </c:pt>
                <c:pt idx="673">
                  <c:v>99.343413762287852</c:v>
                </c:pt>
                <c:pt idx="674">
                  <c:v>97.945058087578317</c:v>
                </c:pt>
                <c:pt idx="675">
                  <c:v>98.132957998212788</c:v>
                </c:pt>
                <c:pt idx="676">
                  <c:v>97.965701519213681</c:v>
                </c:pt>
                <c:pt idx="677">
                  <c:v>98.505361930294995</c:v>
                </c:pt>
                <c:pt idx="678">
                  <c:v>98.918668453976849</c:v>
                </c:pt>
                <c:pt idx="679">
                  <c:v>99.272713136729308</c:v>
                </c:pt>
                <c:pt idx="680">
                  <c:v>100.10383020554073</c:v>
                </c:pt>
                <c:pt idx="681">
                  <c:v>100.19086505808764</c:v>
                </c:pt>
                <c:pt idx="682">
                  <c:v>102.38339231456661</c:v>
                </c:pt>
                <c:pt idx="683">
                  <c:v>103.30376228775694</c:v>
                </c:pt>
                <c:pt idx="684">
                  <c:v>103.45381233243967</c:v>
                </c:pt>
                <c:pt idx="685">
                  <c:v>108.85260768543338</c:v>
                </c:pt>
                <c:pt idx="686">
                  <c:v>109.5287006255585</c:v>
                </c:pt>
                <c:pt idx="687">
                  <c:v>116.33440393208217</c:v>
                </c:pt>
                <c:pt idx="688">
                  <c:v>120.76007506702405</c:v>
                </c:pt>
                <c:pt idx="689">
                  <c:v>125.46854155495964</c:v>
                </c:pt>
                <c:pt idx="690">
                  <c:v>126.07891689008031</c:v>
                </c:pt>
                <c:pt idx="691">
                  <c:v>133.24004110813212</c:v>
                </c:pt>
                <c:pt idx="692">
                  <c:v>131.18470598748868</c:v>
                </c:pt>
                <c:pt idx="693">
                  <c:v>134.57171581769424</c:v>
                </c:pt>
                <c:pt idx="694">
                  <c:v>136.38702412868619</c:v>
                </c:pt>
                <c:pt idx="695">
                  <c:v>125.73418766756022</c:v>
                </c:pt>
                <c:pt idx="696">
                  <c:v>122.40287042001779</c:v>
                </c:pt>
                <c:pt idx="697">
                  <c:v>125.53414119749768</c:v>
                </c:pt>
                <c:pt idx="698">
                  <c:v>125.24691510277026</c:v>
                </c:pt>
                <c:pt idx="699">
                  <c:v>124.24250044682745</c:v>
                </c:pt>
                <c:pt idx="700">
                  <c:v>118.99319749776579</c:v>
                </c:pt>
                <c:pt idx="701">
                  <c:v>118.74735299374434</c:v>
                </c:pt>
                <c:pt idx="702">
                  <c:v>117.10351206434308</c:v>
                </c:pt>
                <c:pt idx="703">
                  <c:v>121.68699731903479</c:v>
                </c:pt>
                <c:pt idx="704">
                  <c:v>119.88999821268982</c:v>
                </c:pt>
                <c:pt idx="705">
                  <c:v>120.45281680071486</c:v>
                </c:pt>
                <c:pt idx="706">
                  <c:v>121.69083109919563</c:v>
                </c:pt>
                <c:pt idx="707">
                  <c:v>119.76208400357454</c:v>
                </c:pt>
                <c:pt idx="708">
                  <c:v>120.35251117068802</c:v>
                </c:pt>
                <c:pt idx="709">
                  <c:v>120.71433065236808</c:v>
                </c:pt>
                <c:pt idx="710">
                  <c:v>120.83019481680059</c:v>
                </c:pt>
                <c:pt idx="711">
                  <c:v>118.77813404825726</c:v>
                </c:pt>
                <c:pt idx="712">
                  <c:v>118.07400536193016</c:v>
                </c:pt>
                <c:pt idx="713">
                  <c:v>119.34411617515626</c:v>
                </c:pt>
                <c:pt idx="714">
                  <c:v>120.30099553172461</c:v>
                </c:pt>
                <c:pt idx="715">
                  <c:v>123.11683288650569</c:v>
                </c:pt>
                <c:pt idx="716">
                  <c:v>120.46737980339577</c:v>
                </c:pt>
                <c:pt idx="717">
                  <c:v>123.53134584450392</c:v>
                </c:pt>
                <c:pt idx="718">
                  <c:v>121.51025558534396</c:v>
                </c:pt>
                <c:pt idx="719">
                  <c:v>120.20883824843598</c:v>
                </c:pt>
                <c:pt idx="720">
                  <c:v>116.93431992850748</c:v>
                </c:pt>
                <c:pt idx="721">
                  <c:v>116.86507596067906</c:v>
                </c:pt>
                <c:pt idx="722">
                  <c:v>114.55868632707764</c:v>
                </c:pt>
                <c:pt idx="723">
                  <c:v>114.2603127792671</c:v>
                </c:pt>
                <c:pt idx="724">
                  <c:v>115.13587667560309</c:v>
                </c:pt>
                <c:pt idx="725">
                  <c:v>115.64371045576394</c:v>
                </c:pt>
                <c:pt idx="726">
                  <c:v>116.02104200178721</c:v>
                </c:pt>
                <c:pt idx="727">
                  <c:v>114.98737980339575</c:v>
                </c:pt>
                <c:pt idx="728">
                  <c:v>112.15952100089356</c:v>
                </c:pt>
                <c:pt idx="729">
                  <c:v>111.69799106344941</c:v>
                </c:pt>
                <c:pt idx="730">
                  <c:v>111.4400107238605</c:v>
                </c:pt>
                <c:pt idx="731">
                  <c:v>113.98380697050926</c:v>
                </c:pt>
                <c:pt idx="732">
                  <c:v>112.87326720285957</c:v>
                </c:pt>
                <c:pt idx="733">
                  <c:v>113.92006613047351</c:v>
                </c:pt>
                <c:pt idx="734">
                  <c:v>114.80682931188552</c:v>
                </c:pt>
                <c:pt idx="735">
                  <c:v>114.69023413762277</c:v>
                </c:pt>
                <c:pt idx="736">
                  <c:v>113.91241108132249</c:v>
                </c:pt>
                <c:pt idx="737">
                  <c:v>115.83247721179615</c:v>
                </c:pt>
                <c:pt idx="738">
                  <c:v>119.39665415549591</c:v>
                </c:pt>
                <c:pt idx="739">
                  <c:v>118.0967435210008</c:v>
                </c:pt>
                <c:pt idx="740">
                  <c:v>117.33914209115274</c:v>
                </c:pt>
                <c:pt idx="741">
                  <c:v>118.91292046470055</c:v>
                </c:pt>
                <c:pt idx="742">
                  <c:v>116.28969794459333</c:v>
                </c:pt>
                <c:pt idx="743">
                  <c:v>115.05172475424482</c:v>
                </c:pt>
                <c:pt idx="744">
                  <c:v>114.66956747095615</c:v>
                </c:pt>
                <c:pt idx="745">
                  <c:v>115.59974084003572</c:v>
                </c:pt>
                <c:pt idx="746">
                  <c:v>115.32078820375332</c:v>
                </c:pt>
                <c:pt idx="747">
                  <c:v>115.14923681858802</c:v>
                </c:pt>
                <c:pt idx="748">
                  <c:v>115.57886327077748</c:v>
                </c:pt>
                <c:pt idx="749">
                  <c:v>116.70708310991954</c:v>
                </c:pt>
                <c:pt idx="750">
                  <c:v>116.67278284182305</c:v>
                </c:pt>
                <c:pt idx="751">
                  <c:v>116.34125826630917</c:v>
                </c:pt>
                <c:pt idx="752">
                  <c:v>100</c:v>
                </c:pt>
                <c:pt idx="753">
                  <c:v>100</c:v>
                </c:pt>
                <c:pt idx="754">
                  <c:v>97.795337436009362</c:v>
                </c:pt>
                <c:pt idx="755">
                  <c:v>98.00801252385105</c:v>
                </c:pt>
                <c:pt idx="756">
                  <c:v>97.614666454088933</c:v>
                </c:pt>
                <c:pt idx="757">
                  <c:v>96.146501661470509</c:v>
                </c:pt>
                <c:pt idx="758">
                  <c:v>95.244750820528253</c:v>
                </c:pt>
                <c:pt idx="759">
                  <c:v>93.826052538317342</c:v>
                </c:pt>
                <c:pt idx="760">
                  <c:v>93.182195140762971</c:v>
                </c:pt>
                <c:pt idx="761">
                  <c:v>95.377301287997582</c:v>
                </c:pt>
                <c:pt idx="762">
                  <c:v>95.643436059095691</c:v>
                </c:pt>
                <c:pt idx="763">
                  <c:v>96.45576548095859</c:v>
                </c:pt>
                <c:pt idx="764">
                  <c:v>96.862699773963854</c:v>
                </c:pt>
                <c:pt idx="765">
                  <c:v>99.384663499542825</c:v>
                </c:pt>
                <c:pt idx="766">
                  <c:v>97.680221556806742</c:v>
                </c:pt>
                <c:pt idx="767">
                  <c:v>97.652861214202403</c:v>
                </c:pt>
                <c:pt idx="768">
                  <c:v>99.811729008764232</c:v>
                </c:pt>
                <c:pt idx="769">
                  <c:v>100.66675787295986</c:v>
                </c:pt>
                <c:pt idx="770">
                  <c:v>100.98386741170249</c:v>
                </c:pt>
                <c:pt idx="771">
                  <c:v>100.97934109464583</c:v>
                </c:pt>
                <c:pt idx="772">
                  <c:v>101.21033934443385</c:v>
                </c:pt>
                <c:pt idx="773">
                  <c:v>100.93655511296348</c:v>
                </c:pt>
                <c:pt idx="774">
                  <c:v>100.66684750300058</c:v>
                </c:pt>
                <c:pt idx="775">
                  <c:v>103.84721959964214</c:v>
                </c:pt>
                <c:pt idx="776">
                  <c:v>102.84274500530037</c:v>
                </c:pt>
                <c:pt idx="777">
                  <c:v>104.36850637115838</c:v>
                </c:pt>
                <c:pt idx="778">
                  <c:v>105.72563345142717</c:v>
                </c:pt>
                <c:pt idx="779">
                  <c:v>107.65166403502057</c:v>
                </c:pt>
                <c:pt idx="780">
                  <c:v>106.30445189167069</c:v>
                </c:pt>
                <c:pt idx="781">
                  <c:v>109.06047828722321</c:v>
                </c:pt>
                <c:pt idx="782">
                  <c:v>108.80976760985763</c:v>
                </c:pt>
                <c:pt idx="783">
                  <c:v>113.40980228432062</c:v>
                </c:pt>
                <c:pt idx="784">
                  <c:v>115.0526900239154</c:v>
                </c:pt>
                <c:pt idx="785">
                  <c:v>114.4102744337403</c:v>
                </c:pt>
                <c:pt idx="786">
                  <c:v>112.73324228466552</c:v>
                </c:pt>
                <c:pt idx="787">
                  <c:v>117.57963439813676</c:v>
                </c:pt>
                <c:pt idx="788">
                  <c:v>116.06497324921901</c:v>
                </c:pt>
                <c:pt idx="789">
                  <c:v>113.96156326968355</c:v>
                </c:pt>
                <c:pt idx="790">
                  <c:v>117.61101882050056</c:v>
                </c:pt>
                <c:pt idx="791">
                  <c:v>116.8356896066566</c:v>
                </c:pt>
                <c:pt idx="792">
                  <c:v>112.58797825952283</c:v>
                </c:pt>
                <c:pt idx="793">
                  <c:v>112.95019334358801</c:v>
                </c:pt>
                <c:pt idx="794">
                  <c:v>112.90469064446432</c:v>
                </c:pt>
                <c:pt idx="795">
                  <c:v>116.10934321006937</c:v>
                </c:pt>
                <c:pt idx="796">
                  <c:v>120.4699621376438</c:v>
                </c:pt>
                <c:pt idx="797">
                  <c:v>119.88502721979351</c:v>
                </c:pt>
                <c:pt idx="798">
                  <c:v>117.31339763423371</c:v>
                </c:pt>
                <c:pt idx="799">
                  <c:v>117.86372917498169</c:v>
                </c:pt>
                <c:pt idx="800">
                  <c:v>117.15453920446582</c:v>
                </c:pt>
                <c:pt idx="801">
                  <c:v>116.35485843576397</c:v>
                </c:pt>
                <c:pt idx="802">
                  <c:v>119.73418604263402</c:v>
                </c:pt>
                <c:pt idx="803">
                  <c:v>120.69354736492561</c:v>
                </c:pt>
                <c:pt idx="804">
                  <c:v>123.70599139888509</c:v>
                </c:pt>
                <c:pt idx="805">
                  <c:v>123.39222753321438</c:v>
                </c:pt>
                <c:pt idx="806">
                  <c:v>120.53252081537946</c:v>
                </c:pt>
                <c:pt idx="807">
                  <c:v>117.71696307398415</c:v>
                </c:pt>
                <c:pt idx="808">
                  <c:v>118.85397113699442</c:v>
                </c:pt>
                <c:pt idx="809">
                  <c:v>116.10039565945213</c:v>
                </c:pt>
                <c:pt idx="810">
                  <c:v>116.65610654798918</c:v>
                </c:pt>
                <c:pt idx="811">
                  <c:v>117.24061185978218</c:v>
                </c:pt>
                <c:pt idx="812">
                  <c:v>116.56669749167403</c:v>
                </c:pt>
                <c:pt idx="813">
                  <c:v>114.83832123737311</c:v>
                </c:pt>
                <c:pt idx="814">
                  <c:v>115.59569353616125</c:v>
                </c:pt>
                <c:pt idx="815">
                  <c:v>115.62310178447702</c:v>
                </c:pt>
                <c:pt idx="816">
                  <c:v>113.6950359808209</c:v>
                </c:pt>
                <c:pt idx="817">
                  <c:v>113.03536042642395</c:v>
                </c:pt>
                <c:pt idx="818">
                  <c:v>98.410136156222251</c:v>
                </c:pt>
                <c:pt idx="819">
                  <c:v>100.10899785625037</c:v>
                </c:pt>
                <c:pt idx="820">
                  <c:v>101.35608706272735</c:v>
                </c:pt>
                <c:pt idx="821">
                  <c:v>102.79485474733322</c:v>
                </c:pt>
                <c:pt idx="822">
                  <c:v>103.85622587338959</c:v>
                </c:pt>
                <c:pt idx="823">
                  <c:v>106.1450294107844</c:v>
                </c:pt>
                <c:pt idx="824">
                  <c:v>106.39908885191301</c:v>
                </c:pt>
                <c:pt idx="825">
                  <c:v>104.07551504009867</c:v>
                </c:pt>
                <c:pt idx="826">
                  <c:v>105.52569355609626</c:v>
                </c:pt>
                <c:pt idx="827">
                  <c:v>105.61819948485301</c:v>
                </c:pt>
                <c:pt idx="828">
                  <c:v>106.62025097740413</c:v>
                </c:pt>
                <c:pt idx="829">
                  <c:v>109.05289218601763</c:v>
                </c:pt>
                <c:pt idx="830">
                  <c:v>108.5166155628628</c:v>
                </c:pt>
                <c:pt idx="831">
                  <c:v>109.04489347755562</c:v>
                </c:pt>
                <c:pt idx="832">
                  <c:v>108.94223617401387</c:v>
                </c:pt>
                <c:pt idx="833">
                  <c:v>108.85613724782348</c:v>
                </c:pt>
                <c:pt idx="834">
                  <c:v>109.25120946854233</c:v>
                </c:pt>
                <c:pt idx="835">
                  <c:v>109.26179354007562</c:v>
                </c:pt>
                <c:pt idx="836">
                  <c:v>111.52905032474904</c:v>
                </c:pt>
                <c:pt idx="837">
                  <c:v>111.55561481440559</c:v>
                </c:pt>
                <c:pt idx="838">
                  <c:v>112.2232288087889</c:v>
                </c:pt>
                <c:pt idx="839">
                  <c:v>111.58980094821486</c:v>
                </c:pt>
                <c:pt idx="840">
                  <c:v>112.34657828897411</c:v>
                </c:pt>
                <c:pt idx="841">
                  <c:v>112.47633168103459</c:v>
                </c:pt>
                <c:pt idx="842">
                  <c:v>116.31452182674633</c:v>
                </c:pt>
                <c:pt idx="843">
                  <c:v>114.57254807712904</c:v>
                </c:pt>
                <c:pt idx="844">
                  <c:v>117.21789064445829</c:v>
                </c:pt>
                <c:pt idx="845">
                  <c:v>116.14806338766311</c:v>
                </c:pt>
                <c:pt idx="846">
                  <c:v>115.24361591877143</c:v>
                </c:pt>
                <c:pt idx="847">
                  <c:v>115.08096521107352</c:v>
                </c:pt>
                <c:pt idx="848">
                  <c:v>116.29963242256719</c:v>
                </c:pt>
                <c:pt idx="849">
                  <c:v>117.11230800182879</c:v>
                </c:pt>
                <c:pt idx="850">
                  <c:v>115.99721293843047</c:v>
                </c:pt>
                <c:pt idx="851">
                  <c:v>116.15914660580259</c:v>
                </c:pt>
                <c:pt idx="852">
                  <c:v>114.34996732444174</c:v>
                </c:pt>
                <c:pt idx="853">
                  <c:v>113.71367902929212</c:v>
                </c:pt>
                <c:pt idx="854">
                  <c:v>115.26397275543502</c:v>
                </c:pt>
                <c:pt idx="855">
                  <c:v>113.09884322078659</c:v>
                </c:pt>
                <c:pt idx="856">
                  <c:v>112.57827039890515</c:v>
                </c:pt>
                <c:pt idx="857">
                  <c:v>114.23893579347433</c:v>
                </c:pt>
                <c:pt idx="858">
                  <c:v>115.26248149699882</c:v>
                </c:pt>
                <c:pt idx="859">
                  <c:v>116.37156207559532</c:v>
                </c:pt>
                <c:pt idx="860">
                  <c:v>115.88343378311109</c:v>
                </c:pt>
                <c:pt idx="861">
                  <c:v>117.64030157294417</c:v>
                </c:pt>
                <c:pt idx="862">
                  <c:v>117.51649776117324</c:v>
                </c:pt>
                <c:pt idx="863">
                  <c:v>118.56138777715478</c:v>
                </c:pt>
                <c:pt idx="864">
                  <c:v>117.34401092917842</c:v>
                </c:pt>
                <c:pt idx="865">
                  <c:v>116.28313894972815</c:v>
                </c:pt>
                <c:pt idx="866">
                  <c:v>117.12160943657243</c:v>
                </c:pt>
                <c:pt idx="867">
                  <c:v>116.93035283777317</c:v>
                </c:pt>
                <c:pt idx="868">
                  <c:v>115.81737798844163</c:v>
                </c:pt>
                <c:pt idx="869">
                  <c:v>114.69560548700922</c:v>
                </c:pt>
                <c:pt idx="870">
                  <c:v>115.26405156805698</c:v>
                </c:pt>
                <c:pt idx="871">
                  <c:v>117.51118795393299</c:v>
                </c:pt>
                <c:pt idx="872">
                  <c:v>118.7679340246254</c:v>
                </c:pt>
                <c:pt idx="873">
                  <c:v>118.07994464943224</c:v>
                </c:pt>
                <c:pt idx="874">
                  <c:v>117.65708557074282</c:v>
                </c:pt>
                <c:pt idx="875">
                  <c:v>116.73573047641005</c:v>
                </c:pt>
                <c:pt idx="876">
                  <c:v>116.8029066465886</c:v>
                </c:pt>
                <c:pt idx="877">
                  <c:v>117.09148601616089</c:v>
                </c:pt>
                <c:pt idx="878">
                  <c:v>116.54792154348773</c:v>
                </c:pt>
                <c:pt idx="879">
                  <c:v>116.38415200562622</c:v>
                </c:pt>
                <c:pt idx="880">
                  <c:v>117.56516223725083</c:v>
                </c:pt>
                <c:pt idx="881">
                  <c:v>116.20665670876946</c:v>
                </c:pt>
                <c:pt idx="882">
                  <c:v>116.85260804951668</c:v>
                </c:pt>
                <c:pt idx="883">
                  <c:v>117.17034345319892</c:v>
                </c:pt>
                <c:pt idx="884">
                  <c:v>117.7861157410955</c:v>
                </c:pt>
                <c:pt idx="885">
                  <c:v>120.00488730977278</c:v>
                </c:pt>
                <c:pt idx="886">
                  <c:v>119.72641449996512</c:v>
                </c:pt>
                <c:pt idx="887">
                  <c:v>119.96025618552791</c:v>
                </c:pt>
                <c:pt idx="888">
                  <c:v>121.50050516572735</c:v>
                </c:pt>
                <c:pt idx="889">
                  <c:v>122.5332039508246</c:v>
                </c:pt>
                <c:pt idx="890">
                  <c:v>123.41213158363792</c:v>
                </c:pt>
                <c:pt idx="891">
                  <c:v>125.77411032255777</c:v>
                </c:pt>
                <c:pt idx="892">
                  <c:v>126.30009958052099</c:v>
                </c:pt>
                <c:pt idx="893">
                  <c:v>124.95664108146285</c:v>
                </c:pt>
                <c:pt idx="894">
                  <c:v>125.41070377708908</c:v>
                </c:pt>
                <c:pt idx="895">
                  <c:v>125.36210420552374</c:v>
                </c:pt>
                <c:pt idx="896">
                  <c:v>123.93025348750906</c:v>
                </c:pt>
                <c:pt idx="897">
                  <c:v>121.98963947815135</c:v>
                </c:pt>
                <c:pt idx="898">
                  <c:v>120.68458436085321</c:v>
                </c:pt>
                <c:pt idx="899">
                  <c:v>122.11256398831581</c:v>
                </c:pt>
                <c:pt idx="900">
                  <c:v>123.14858990233863</c:v>
                </c:pt>
                <c:pt idx="901">
                  <c:v>123.54067960618505</c:v>
                </c:pt>
                <c:pt idx="902">
                  <c:v>123.98197620238997</c:v>
                </c:pt>
                <c:pt idx="903">
                  <c:v>123.04449542745418</c:v>
                </c:pt>
                <c:pt idx="904">
                  <c:v>123.11836912515867</c:v>
                </c:pt>
                <c:pt idx="905">
                  <c:v>123.48435485231641</c:v>
                </c:pt>
                <c:pt idx="906">
                  <c:v>126.91121883302726</c:v>
                </c:pt>
                <c:pt idx="907">
                  <c:v>126.62874821433415</c:v>
                </c:pt>
                <c:pt idx="908">
                  <c:v>126.26107187916679</c:v>
                </c:pt>
                <c:pt idx="909">
                  <c:v>126.47039820324554</c:v>
                </c:pt>
                <c:pt idx="910">
                  <c:v>126.2057871428398</c:v>
                </c:pt>
                <c:pt idx="911">
                  <c:v>126.4211403144846</c:v>
                </c:pt>
                <c:pt idx="912">
                  <c:v>126.38415246922986</c:v>
                </c:pt>
                <c:pt idx="913">
                  <c:v>128.09628714201304</c:v>
                </c:pt>
                <c:pt idx="914">
                  <c:v>130.91263146428298</c:v>
                </c:pt>
                <c:pt idx="915">
                  <c:v>129.53395917663829</c:v>
                </c:pt>
                <c:pt idx="916">
                  <c:v>127.4229816400436</c:v>
                </c:pt>
                <c:pt idx="917">
                  <c:v>126.40475347048699</c:v>
                </c:pt>
                <c:pt idx="918">
                  <c:v>127.07181423117069</c:v>
                </c:pt>
                <c:pt idx="919">
                  <c:v>129.67994333279782</c:v>
                </c:pt>
                <c:pt idx="920">
                  <c:v>129.1897164610842</c:v>
                </c:pt>
                <c:pt idx="921">
                  <c:v>127.26194272773321</c:v>
                </c:pt>
                <c:pt idx="922">
                  <c:v>129.47797285344075</c:v>
                </c:pt>
                <c:pt idx="923">
                  <c:v>130.88316945175816</c:v>
                </c:pt>
                <c:pt idx="924">
                  <c:v>132.249021552888</c:v>
                </c:pt>
                <c:pt idx="925">
                  <c:v>133.10860300501426</c:v>
                </c:pt>
                <c:pt idx="926">
                  <c:v>132.95846341472523</c:v>
                </c:pt>
                <c:pt idx="927">
                  <c:v>134.73943550413148</c:v>
                </c:pt>
                <c:pt idx="928">
                  <c:v>135.11549842948875</c:v>
                </c:pt>
                <c:pt idx="929">
                  <c:v>135.17846507844419</c:v>
                </c:pt>
                <c:pt idx="930">
                  <c:v>138.27846993546515</c:v>
                </c:pt>
                <c:pt idx="931">
                  <c:v>135.90180886866708</c:v>
                </c:pt>
                <c:pt idx="932">
                  <c:v>135.91863922683163</c:v>
                </c:pt>
                <c:pt idx="933">
                  <c:v>135.17352615413103</c:v>
                </c:pt>
                <c:pt idx="934">
                  <c:v>134.0780059825581</c:v>
                </c:pt>
                <c:pt idx="935">
                  <c:v>136.64976692248794</c:v>
                </c:pt>
                <c:pt idx="936">
                  <c:v>136.76887442919391</c:v>
                </c:pt>
                <c:pt idx="937">
                  <c:v>134.77761944682609</c:v>
                </c:pt>
                <c:pt idx="938">
                  <c:v>137.49617584931858</c:v>
                </c:pt>
                <c:pt idx="939">
                  <c:v>138.91615522297363</c:v>
                </c:pt>
                <c:pt idx="940">
                  <c:v>139.00271157144078</c:v>
                </c:pt>
                <c:pt idx="941">
                  <c:v>140.98000281160176</c:v>
                </c:pt>
                <c:pt idx="942">
                  <c:v>140.35744491148401</c:v>
                </c:pt>
                <c:pt idx="943">
                  <c:v>139.54736087667584</c:v>
                </c:pt>
                <c:pt idx="944">
                  <c:v>139.49959270100553</c:v>
                </c:pt>
                <c:pt idx="945">
                  <c:v>139.03515919152909</c:v>
                </c:pt>
                <c:pt idx="946">
                  <c:v>139.11010381368573</c:v>
                </c:pt>
                <c:pt idx="947">
                  <c:v>135.74147617926371</c:v>
                </c:pt>
                <c:pt idx="948">
                  <c:v>134.00839743851569</c:v>
                </c:pt>
                <c:pt idx="949">
                  <c:v>131.21332943349944</c:v>
                </c:pt>
                <c:pt idx="950">
                  <c:v>133.75511530618863</c:v>
                </c:pt>
                <c:pt idx="951">
                  <c:v>133.68908732773872</c:v>
                </c:pt>
                <c:pt idx="952">
                  <c:v>130.24514727892404</c:v>
                </c:pt>
                <c:pt idx="953">
                  <c:v>133.22593800039755</c:v>
                </c:pt>
                <c:pt idx="954">
                  <c:v>134.47507478970147</c:v>
                </c:pt>
                <c:pt idx="955">
                  <c:v>133.16053743223273</c:v>
                </c:pt>
                <c:pt idx="956">
                  <c:v>134.30757324238562</c:v>
                </c:pt>
                <c:pt idx="957">
                  <c:v>135.42611442631534</c:v>
                </c:pt>
                <c:pt idx="958">
                  <c:v>137.6957834953607</c:v>
                </c:pt>
                <c:pt idx="959">
                  <c:v>136.25256521562918</c:v>
                </c:pt>
                <c:pt idx="960">
                  <c:v>136.49661854445259</c:v>
                </c:pt>
                <c:pt idx="961">
                  <c:v>136.16123374947506</c:v>
                </c:pt>
                <c:pt idx="962">
                  <c:v>133.39205800880984</c:v>
                </c:pt>
                <c:pt idx="963">
                  <c:v>134.05459554312793</c:v>
                </c:pt>
                <c:pt idx="964">
                  <c:v>132.66379538376574</c:v>
                </c:pt>
                <c:pt idx="965">
                  <c:v>132.73355846236106</c:v>
                </c:pt>
                <c:pt idx="966">
                  <c:v>135.47964210477508</c:v>
                </c:pt>
                <c:pt idx="967">
                  <c:v>133.87666909486833</c:v>
                </c:pt>
                <c:pt idx="968">
                  <c:v>136.13258922473548</c:v>
                </c:pt>
                <c:pt idx="969">
                  <c:v>135.89125415869896</c:v>
                </c:pt>
                <c:pt idx="970">
                  <c:v>136.35123707304976</c:v>
                </c:pt>
                <c:pt idx="971">
                  <c:v>137.55565774410462</c:v>
                </c:pt>
                <c:pt idx="972">
                  <c:v>134.50811427712782</c:v>
                </c:pt>
                <c:pt idx="973">
                  <c:v>133.44886800117487</c:v>
                </c:pt>
                <c:pt idx="974">
                  <c:v>131.16648537445619</c:v>
                </c:pt>
                <c:pt idx="975">
                  <c:v>131.13167492105288</c:v>
                </c:pt>
                <c:pt idx="976">
                  <c:v>130.54843061121215</c:v>
                </c:pt>
                <c:pt idx="977">
                  <c:v>127.31118052700243</c:v>
                </c:pt>
                <c:pt idx="978">
                  <c:v>129.68086126804261</c:v>
                </c:pt>
                <c:pt idx="979">
                  <c:v>130.98688995302447</c:v>
                </c:pt>
                <c:pt idx="980">
                  <c:v>130.84836208904605</c:v>
                </c:pt>
                <c:pt idx="981">
                  <c:v>130.23317085106865</c:v>
                </c:pt>
                <c:pt idx="982">
                  <c:v>131.52690476701576</c:v>
                </c:pt>
                <c:pt idx="983">
                  <c:v>131.52998618600211</c:v>
                </c:pt>
                <c:pt idx="984">
                  <c:v>129.80373941784114</c:v>
                </c:pt>
                <c:pt idx="985">
                  <c:v>130.58905156380732</c:v>
                </c:pt>
                <c:pt idx="986">
                  <c:v>131.62153090983932</c:v>
                </c:pt>
                <c:pt idx="987">
                  <c:v>130.67277683926397</c:v>
                </c:pt>
                <c:pt idx="988">
                  <c:v>129.04019964504369</c:v>
                </c:pt>
                <c:pt idx="989">
                  <c:v>129.30933393181505</c:v>
                </c:pt>
                <c:pt idx="990">
                  <c:v>128.57354701938652</c:v>
                </c:pt>
                <c:pt idx="991">
                  <c:v>130.69822095341144</c:v>
                </c:pt>
                <c:pt idx="992">
                  <c:v>128.60678894707715</c:v>
                </c:pt>
                <c:pt idx="993">
                  <c:v>126.50211642024388</c:v>
                </c:pt>
                <c:pt idx="994">
                  <c:v>127.79793346196512</c:v>
                </c:pt>
                <c:pt idx="995">
                  <c:v>127.58551953751794</c:v>
                </c:pt>
                <c:pt idx="996">
                  <c:v>128.6767266497173</c:v>
                </c:pt>
                <c:pt idx="997">
                  <c:v>129.31046512474282</c:v>
                </c:pt>
                <c:pt idx="998">
                  <c:v>128.92691500029383</c:v>
                </c:pt>
                <c:pt idx="999">
                  <c:v>128.87836797047652</c:v>
                </c:pt>
                <c:pt idx="1000">
                  <c:v>129.01624215329585</c:v>
                </c:pt>
                <c:pt idx="1001">
                  <c:v>128.24729985252642</c:v>
                </c:pt>
                <c:pt idx="1002">
                  <c:v>129.12354940153662</c:v>
                </c:pt>
                <c:pt idx="1003">
                  <c:v>128.30522249367272</c:v>
                </c:pt>
                <c:pt idx="1004">
                  <c:v>131.79431599352134</c:v>
                </c:pt>
                <c:pt idx="1005">
                  <c:v>132.53835968711539</c:v>
                </c:pt>
                <c:pt idx="1006">
                  <c:v>134.25343360709616</c:v>
                </c:pt>
                <c:pt idx="1007">
                  <c:v>133.08579525034057</c:v>
                </c:pt>
                <c:pt idx="1008">
                  <c:v>131.74043597628088</c:v>
                </c:pt>
                <c:pt idx="1009">
                  <c:v>132.17182845298561</c:v>
                </c:pt>
                <c:pt idx="1010">
                  <c:v>134.6109400233322</c:v>
                </c:pt>
                <c:pt idx="1011">
                  <c:v>135.38293747221397</c:v>
                </c:pt>
                <c:pt idx="1012">
                  <c:v>136.10542668635898</c:v>
                </c:pt>
                <c:pt idx="1013">
                  <c:v>134.73179067979575</c:v>
                </c:pt>
                <c:pt idx="1014">
                  <c:v>134.27190357686789</c:v>
                </c:pt>
                <c:pt idx="1015">
                  <c:v>132.4265323032001</c:v>
                </c:pt>
                <c:pt idx="1016">
                  <c:v>133.01971936617929</c:v>
                </c:pt>
                <c:pt idx="1017">
                  <c:v>132.89246634318596</c:v>
                </c:pt>
                <c:pt idx="1018">
                  <c:v>133.53858149055932</c:v>
                </c:pt>
                <c:pt idx="1019">
                  <c:v>133.44064058157443</c:v>
                </c:pt>
                <c:pt idx="1020">
                  <c:v>134.73806169195558</c:v>
                </c:pt>
                <c:pt idx="1021">
                  <c:v>137.36321122924744</c:v>
                </c:pt>
                <c:pt idx="1022">
                  <c:v>137.88174574037515</c:v>
                </c:pt>
                <c:pt idx="1023">
                  <c:v>134.73197766660493</c:v>
                </c:pt>
                <c:pt idx="1024">
                  <c:v>131.54277855629741</c:v>
                </c:pt>
                <c:pt idx="1025">
                  <c:v>131.27571503253591</c:v>
                </c:pt>
                <c:pt idx="1026">
                  <c:v>130.54383166291555</c:v>
                </c:pt>
                <c:pt idx="1027">
                  <c:v>130.71296200441978</c:v>
                </c:pt>
                <c:pt idx="1028">
                  <c:v>129.54759066955634</c:v>
                </c:pt>
                <c:pt idx="1029">
                  <c:v>131.81548259124253</c:v>
                </c:pt>
                <c:pt idx="1030">
                  <c:v>132.3822751525735</c:v>
                </c:pt>
                <c:pt idx="1031">
                  <c:v>132.67614578523967</c:v>
                </c:pt>
                <c:pt idx="1032">
                  <c:v>131.25697617264217</c:v>
                </c:pt>
                <c:pt idx="1033">
                  <c:v>129.32456640270192</c:v>
                </c:pt>
                <c:pt idx="1034">
                  <c:v>129.77543023308155</c:v>
                </c:pt>
                <c:pt idx="1035">
                  <c:v>129.81325874630448</c:v>
                </c:pt>
                <c:pt idx="1036">
                  <c:v>129.75121003259366</c:v>
                </c:pt>
                <c:pt idx="1037">
                  <c:v>128.05916639704282</c:v>
                </c:pt>
                <c:pt idx="1038">
                  <c:v>130.94939832512702</c:v>
                </c:pt>
                <c:pt idx="1039">
                  <c:v>128.78801470804274</c:v>
                </c:pt>
                <c:pt idx="1040">
                  <c:v>129.37120029475332</c:v>
                </c:pt>
                <c:pt idx="1041">
                  <c:v>126.73572475863158</c:v>
                </c:pt>
                <c:pt idx="1042">
                  <c:v>127.15210420351471</c:v>
                </c:pt>
                <c:pt idx="1043">
                  <c:v>125.06045893949731</c:v>
                </c:pt>
                <c:pt idx="1044">
                  <c:v>122.9202264666788</c:v>
                </c:pt>
                <c:pt idx="1045">
                  <c:v>121.27858736627203</c:v>
                </c:pt>
                <c:pt idx="1046">
                  <c:v>120.83371638585676</c:v>
                </c:pt>
                <c:pt idx="1047">
                  <c:v>123.31163776383771</c:v>
                </c:pt>
                <c:pt idx="1048">
                  <c:v>122.29659609676345</c:v>
                </c:pt>
                <c:pt idx="1049">
                  <c:v>125.339089374549</c:v>
                </c:pt>
                <c:pt idx="1050">
                  <c:v>125.29434389473491</c:v>
                </c:pt>
                <c:pt idx="1051">
                  <c:v>124.59444608688946</c:v>
                </c:pt>
                <c:pt idx="1052">
                  <c:v>123.92473351327673</c:v>
                </c:pt>
                <c:pt idx="1053">
                  <c:v>125.59689164255064</c:v>
                </c:pt>
                <c:pt idx="1054">
                  <c:v>125.36066394348993</c:v>
                </c:pt>
                <c:pt idx="1055">
                  <c:v>125.79691035050365</c:v>
                </c:pt>
                <c:pt idx="1056">
                  <c:v>122.22271467233129</c:v>
                </c:pt>
                <c:pt idx="1057">
                  <c:v>120.48242844003254</c:v>
                </c:pt>
                <c:pt idx="1058">
                  <c:v>116.70754182860175</c:v>
                </c:pt>
                <c:pt idx="1059">
                  <c:v>119.71008946978866</c:v>
                </c:pt>
                <c:pt idx="1060">
                  <c:v>121.14054628613553</c:v>
                </c:pt>
                <c:pt idx="1061">
                  <c:v>118.36971548040798</c:v>
                </c:pt>
                <c:pt idx="1062">
                  <c:v>118.9758618109997</c:v>
                </c:pt>
                <c:pt idx="1063">
                  <c:v>117.96317370516725</c:v>
                </c:pt>
                <c:pt idx="1064">
                  <c:v>117.61399206530005</c:v>
                </c:pt>
                <c:pt idx="1065">
                  <c:v>120.22852198811145</c:v>
                </c:pt>
                <c:pt idx="1066">
                  <c:v>119.16744447770574</c:v>
                </c:pt>
                <c:pt idx="1067">
                  <c:v>119.03390498909735</c:v>
                </c:pt>
                <c:pt idx="1068">
                  <c:v>119.02319883526719</c:v>
                </c:pt>
                <c:pt idx="1069">
                  <c:v>123.11130380539664</c:v>
                </c:pt>
                <c:pt idx="1070">
                  <c:v>122.04276227608224</c:v>
                </c:pt>
                <c:pt idx="1071">
                  <c:v>122.65632935590786</c:v>
                </c:pt>
                <c:pt idx="1072">
                  <c:v>121.70662335248618</c:v>
                </c:pt>
                <c:pt idx="1073">
                  <c:v>122.88849743226191</c:v>
                </c:pt>
                <c:pt idx="1074">
                  <c:v>123.70838359376536</c:v>
                </c:pt>
                <c:pt idx="1075">
                  <c:v>126.58615385549761</c:v>
                </c:pt>
                <c:pt idx="1076">
                  <c:v>125.76082807772946</c:v>
                </c:pt>
                <c:pt idx="1077">
                  <c:v>126.70273626760799</c:v>
                </c:pt>
                <c:pt idx="1078">
                  <c:v>126.58994458808209</c:v>
                </c:pt>
                <c:pt idx="1079">
                  <c:v>124.92226950619001</c:v>
                </c:pt>
                <c:pt idx="1080">
                  <c:v>123.4588581964211</c:v>
                </c:pt>
                <c:pt idx="1081">
                  <c:v>123.63008093577261</c:v>
                </c:pt>
                <c:pt idx="1082">
                  <c:v>122.89033948413343</c:v>
                </c:pt>
                <c:pt idx="1083">
                  <c:v>121.38892658244231</c:v>
                </c:pt>
                <c:pt idx="1084">
                  <c:v>123.43893869254255</c:v>
                </c:pt>
                <c:pt idx="1085">
                  <c:v>121.67395629333272</c:v>
                </c:pt>
                <c:pt idx="1086">
                  <c:v>121.68803593645433</c:v>
                </c:pt>
                <c:pt idx="1087">
                  <c:v>123.10839237441868</c:v>
                </c:pt>
                <c:pt idx="1088">
                  <c:v>122.69121707658772</c:v>
                </c:pt>
                <c:pt idx="1089">
                  <c:v>123.93223925651486</c:v>
                </c:pt>
                <c:pt idx="1090">
                  <c:v>126.1556066827977</c:v>
                </c:pt>
                <c:pt idx="1091">
                  <c:v>125.4235610518967</c:v>
                </c:pt>
                <c:pt idx="1092">
                  <c:v>125.12784373132247</c:v>
                </c:pt>
                <c:pt idx="1093">
                  <c:v>124.68036729834404</c:v>
                </c:pt>
                <c:pt idx="1094">
                  <c:v>125.27439193860035</c:v>
                </c:pt>
                <c:pt idx="1095">
                  <c:v>124.63367159247137</c:v>
                </c:pt>
                <c:pt idx="1096">
                  <c:v>122.11437667862232</c:v>
                </c:pt>
                <c:pt idx="1097">
                  <c:v>120.80906657931178</c:v>
                </c:pt>
                <c:pt idx="1098">
                  <c:v>121.51271339541243</c:v>
                </c:pt>
                <c:pt idx="1099">
                  <c:v>120.8526453232509</c:v>
                </c:pt>
                <c:pt idx="1100">
                  <c:v>118.4645780610977</c:v>
                </c:pt>
                <c:pt idx="1101">
                  <c:v>119.26167192138273</c:v>
                </c:pt>
                <c:pt idx="1102">
                  <c:v>119.96053589306881</c:v>
                </c:pt>
                <c:pt idx="1103">
                  <c:v>118.30900967196264</c:v>
                </c:pt>
                <c:pt idx="1104">
                  <c:v>116.78706530956316</c:v>
                </c:pt>
                <c:pt idx="1105">
                  <c:v>117.58335713551824</c:v>
                </c:pt>
                <c:pt idx="1106">
                  <c:v>118.5162884132144</c:v>
                </c:pt>
                <c:pt idx="1107">
                  <c:v>122.6168627764235</c:v>
                </c:pt>
                <c:pt idx="1108">
                  <c:v>120.51996333760491</c:v>
                </c:pt>
                <c:pt idx="1109">
                  <c:v>119.01516767454912</c:v>
                </c:pt>
                <c:pt idx="1110">
                  <c:v>117.74530471100012</c:v>
                </c:pt>
                <c:pt idx="1111">
                  <c:v>115.66993966213866</c:v>
                </c:pt>
                <c:pt idx="1112">
                  <c:v>116.16529708101108</c:v>
                </c:pt>
                <c:pt idx="1113">
                  <c:v>115.87475048657942</c:v>
                </c:pt>
                <c:pt idx="1114">
                  <c:v>114.48326573914751</c:v>
                </c:pt>
                <c:pt idx="1115">
                  <c:v>116.68515131722117</c:v>
                </c:pt>
                <c:pt idx="1116">
                  <c:v>117.55184444947537</c:v>
                </c:pt>
                <c:pt idx="1117">
                  <c:v>115.78674460400525</c:v>
                </c:pt>
                <c:pt idx="1118">
                  <c:v>115.19427612669742</c:v>
                </c:pt>
                <c:pt idx="1119">
                  <c:v>113.40786596637196</c:v>
                </c:pt>
                <c:pt idx="1120">
                  <c:v>113.2493985090231</c:v>
                </c:pt>
                <c:pt idx="1121">
                  <c:v>110.25693270207229</c:v>
                </c:pt>
                <c:pt idx="1122">
                  <c:v>110.66023388773711</c:v>
                </c:pt>
                <c:pt idx="1123">
                  <c:v>109.17768656427323</c:v>
                </c:pt>
                <c:pt idx="1124">
                  <c:v>106.65069737503151</c:v>
                </c:pt>
                <c:pt idx="1125">
                  <c:v>108.64021075298731</c:v>
                </c:pt>
                <c:pt idx="1126">
                  <c:v>108.71590332238036</c:v>
                </c:pt>
                <c:pt idx="1127">
                  <c:v>108.8290890650163</c:v>
                </c:pt>
                <c:pt idx="1128">
                  <c:v>108.7144259720539</c:v>
                </c:pt>
                <c:pt idx="1129">
                  <c:v>111.47218933598185</c:v>
                </c:pt>
                <c:pt idx="1130">
                  <c:v>110.7316133977566</c:v>
                </c:pt>
                <c:pt idx="1131">
                  <c:v>113.90317238884194</c:v>
                </c:pt>
                <c:pt idx="1132">
                  <c:v>113.40059202496346</c:v>
                </c:pt>
                <c:pt idx="1133">
                  <c:v>113.30459979669155</c:v>
                </c:pt>
                <c:pt idx="1134">
                  <c:v>112.57696149124142</c:v>
                </c:pt>
                <c:pt idx="1135">
                  <c:v>113.57328129722268</c:v>
                </c:pt>
                <c:pt idx="1136">
                  <c:v>115.06913713638879</c:v>
                </c:pt>
                <c:pt idx="1137">
                  <c:v>116.16646536223152</c:v>
                </c:pt>
                <c:pt idx="1138">
                  <c:v>112.64027738828659</c:v>
                </c:pt>
                <c:pt idx="1139">
                  <c:v>115.72880341871253</c:v>
                </c:pt>
                <c:pt idx="1140">
                  <c:v>116.35062727970363</c:v>
                </c:pt>
                <c:pt idx="1141">
                  <c:v>114.30375685706537</c:v>
                </c:pt>
                <c:pt idx="1142">
                  <c:v>115.47126540479647</c:v>
                </c:pt>
                <c:pt idx="1143">
                  <c:v>113.59812118126794</c:v>
                </c:pt>
                <c:pt idx="1144">
                  <c:v>115.05844952670496</c:v>
                </c:pt>
                <c:pt idx="1145">
                  <c:v>115.03198702985341</c:v>
                </c:pt>
                <c:pt idx="1146">
                  <c:v>117.58542017180038</c:v>
                </c:pt>
                <c:pt idx="1147">
                  <c:v>117.52165303386053</c:v>
                </c:pt>
                <c:pt idx="1148">
                  <c:v>118.0548296938827</c:v>
                </c:pt>
                <c:pt idx="1149">
                  <c:v>119.13416391637696</c:v>
                </c:pt>
                <c:pt idx="1150">
                  <c:v>118.9955680571952</c:v>
                </c:pt>
                <c:pt idx="1151">
                  <c:v>120.13084996924874</c:v>
                </c:pt>
                <c:pt idx="1152">
                  <c:v>118.67981842251874</c:v>
                </c:pt>
                <c:pt idx="1153">
                  <c:v>119.39085971697928</c:v>
                </c:pt>
                <c:pt idx="1154">
                  <c:v>120.60288039734951</c:v>
                </c:pt>
                <c:pt idx="1155">
                  <c:v>118.93202963039376</c:v>
                </c:pt>
                <c:pt idx="1156">
                  <c:v>117.94287868232504</c:v>
                </c:pt>
                <c:pt idx="1157">
                  <c:v>116.73323937941618</c:v>
                </c:pt>
                <c:pt idx="1158">
                  <c:v>115.71875867276924</c:v>
                </c:pt>
                <c:pt idx="1159">
                  <c:v>117.47193308678619</c:v>
                </c:pt>
                <c:pt idx="1160">
                  <c:v>117.5449831153233</c:v>
                </c:pt>
                <c:pt idx="1161">
                  <c:v>116.89431383467377</c:v>
                </c:pt>
                <c:pt idx="1162">
                  <c:v>117.97971662906333</c:v>
                </c:pt>
                <c:pt idx="1163">
                  <c:v>118.99751210187158</c:v>
                </c:pt>
                <c:pt idx="1164">
                  <c:v>116.27039448514422</c:v>
                </c:pt>
                <c:pt idx="1165">
                  <c:v>116.49703486053835</c:v>
                </c:pt>
                <c:pt idx="1166">
                  <c:v>117.67785346931724</c:v>
                </c:pt>
                <c:pt idx="1167">
                  <c:v>117.51025920126961</c:v>
                </c:pt>
                <c:pt idx="1168">
                  <c:v>117.61820776790523</c:v>
                </c:pt>
                <c:pt idx="1169">
                  <c:v>117.52048938867661</c:v>
                </c:pt>
                <c:pt idx="1170">
                  <c:v>116.35480125797956</c:v>
                </c:pt>
                <c:pt idx="1171">
                  <c:v>115.60853381216823</c:v>
                </c:pt>
                <c:pt idx="1172">
                  <c:v>115.02436847639177</c:v>
                </c:pt>
                <c:pt idx="1173">
                  <c:v>116.59024392151115</c:v>
                </c:pt>
                <c:pt idx="1174">
                  <c:v>115.18226415589463</c:v>
                </c:pt>
                <c:pt idx="1175">
                  <c:v>115.03406242889989</c:v>
                </c:pt>
                <c:pt idx="1176">
                  <c:v>113.63046062716917</c:v>
                </c:pt>
                <c:pt idx="1177">
                  <c:v>113.08967468575852</c:v>
                </c:pt>
                <c:pt idx="1178">
                  <c:v>113.25142754770367</c:v>
                </c:pt>
                <c:pt idx="1179">
                  <c:v>112.57358645660442</c:v>
                </c:pt>
                <c:pt idx="1180">
                  <c:v>112.65250416211802</c:v>
                </c:pt>
                <c:pt idx="1181">
                  <c:v>112.08691233426372</c:v>
                </c:pt>
                <c:pt idx="1182">
                  <c:v>112.91779826524798</c:v>
                </c:pt>
                <c:pt idx="1183">
                  <c:v>114.52321755712833</c:v>
                </c:pt>
                <c:pt idx="1184">
                  <c:v>115.26042927813529</c:v>
                </c:pt>
                <c:pt idx="1185">
                  <c:v>113.8887713138502</c:v>
                </c:pt>
                <c:pt idx="1186">
                  <c:v>113.06918031334297</c:v>
                </c:pt>
                <c:pt idx="1187">
                  <c:v>112.13291727068463</c:v>
                </c:pt>
                <c:pt idx="1188">
                  <c:v>111.91932115690719</c:v>
                </c:pt>
                <c:pt idx="1189">
                  <c:v>111.42812998958303</c:v>
                </c:pt>
                <c:pt idx="1190">
                  <c:v>111.96643874210946</c:v>
                </c:pt>
                <c:pt idx="1191">
                  <c:v>111.8913612202373</c:v>
                </c:pt>
                <c:pt idx="1192">
                  <c:v>109.98206054734902</c:v>
                </c:pt>
                <c:pt idx="1193">
                  <c:v>110.41149816195859</c:v>
                </c:pt>
                <c:pt idx="1194">
                  <c:v>111.52065755317717</c:v>
                </c:pt>
                <c:pt idx="1195">
                  <c:v>110.73259005613146</c:v>
                </c:pt>
                <c:pt idx="1196">
                  <c:v>109.31310364770037</c:v>
                </c:pt>
                <c:pt idx="1197">
                  <c:v>111.18081289100077</c:v>
                </c:pt>
                <c:pt idx="1198">
                  <c:v>111.07003788739122</c:v>
                </c:pt>
                <c:pt idx="1199">
                  <c:v>110.8588308778028</c:v>
                </c:pt>
                <c:pt idx="1200">
                  <c:v>110.55580098218175</c:v>
                </c:pt>
                <c:pt idx="1201">
                  <c:v>108.93617223815531</c:v>
                </c:pt>
                <c:pt idx="1202">
                  <c:v>109.3591642165603</c:v>
                </c:pt>
                <c:pt idx="1203">
                  <c:v>#N/A</c:v>
                </c:pt>
                <c:pt idx="1204">
                  <c:v>#N/A</c:v>
                </c:pt>
                <c:pt idx="1205">
                  <c:v>#N/A</c:v>
                </c:pt>
                <c:pt idx="1206">
                  <c:v>#N/A</c:v>
                </c:pt>
                <c:pt idx="1207">
                  <c:v>#N/A</c:v>
                </c:pt>
                <c:pt idx="1208">
                  <c:v>#N/A</c:v>
                </c:pt>
                <c:pt idx="1209">
                  <c:v>#N/A</c:v>
                </c:pt>
                <c:pt idx="1210">
                  <c:v>#N/A</c:v>
                </c:pt>
                <c:pt idx="1211">
                  <c:v>#N/A</c:v>
                </c:pt>
                <c:pt idx="1212">
                  <c:v>#N/A</c:v>
                </c:pt>
                <c:pt idx="1213">
                  <c:v>#N/A</c:v>
                </c:pt>
                <c:pt idx="1214">
                  <c:v>#N/A</c:v>
                </c:pt>
                <c:pt idx="1215">
                  <c:v>#N/A</c:v>
                </c:pt>
                <c:pt idx="1216">
                  <c:v>#N/A</c:v>
                </c:pt>
                <c:pt idx="1217">
                  <c:v>#N/A</c:v>
                </c:pt>
                <c:pt idx="1218">
                  <c:v>#N/A</c:v>
                </c:pt>
                <c:pt idx="1219">
                  <c:v>#N/A</c:v>
                </c:pt>
                <c:pt idx="1220">
                  <c:v>#N/A</c:v>
                </c:pt>
                <c:pt idx="1221">
                  <c:v>#N/A</c:v>
                </c:pt>
                <c:pt idx="1222">
                  <c:v>#N/A</c:v>
                </c:pt>
                <c:pt idx="1223">
                  <c:v>#N/A</c:v>
                </c:pt>
                <c:pt idx="1224">
                  <c:v>#N/A</c:v>
                </c:pt>
                <c:pt idx="1225">
                  <c:v>#N/A</c:v>
                </c:pt>
                <c:pt idx="1226">
                  <c:v>#N/A</c:v>
                </c:pt>
                <c:pt idx="1227">
                  <c:v>#N/A</c:v>
                </c:pt>
                <c:pt idx="1228">
                  <c:v>#N/A</c:v>
                </c:pt>
                <c:pt idx="1229">
                  <c:v>#N/A</c:v>
                </c:pt>
                <c:pt idx="1230">
                  <c:v>#N/A</c:v>
                </c:pt>
                <c:pt idx="1231">
                  <c:v>#N/A</c:v>
                </c:pt>
                <c:pt idx="1232">
                  <c:v>#N/A</c:v>
                </c:pt>
                <c:pt idx="1233">
                  <c:v>#N/A</c:v>
                </c:pt>
                <c:pt idx="1234">
                  <c:v>#N/A</c:v>
                </c:pt>
                <c:pt idx="1235">
                  <c:v>#N/A</c:v>
                </c:pt>
                <c:pt idx="1236">
                  <c:v>#N/A</c:v>
                </c:pt>
                <c:pt idx="1237">
                  <c:v>#N/A</c:v>
                </c:pt>
                <c:pt idx="1238">
                  <c:v>#N/A</c:v>
                </c:pt>
                <c:pt idx="1239">
                  <c:v>#N/A</c:v>
                </c:pt>
                <c:pt idx="1240">
                  <c:v>#N/A</c:v>
                </c:pt>
                <c:pt idx="1241">
                  <c:v>#N/A</c:v>
                </c:pt>
                <c:pt idx="1242">
                  <c:v>#N/A</c:v>
                </c:pt>
                <c:pt idx="1243">
                  <c:v>#N/A</c:v>
                </c:pt>
                <c:pt idx="1244">
                  <c:v>#N/A</c:v>
                </c:pt>
                <c:pt idx="1245">
                  <c:v>#N/A</c:v>
                </c:pt>
                <c:pt idx="1246">
                  <c:v>#N/A</c:v>
                </c:pt>
                <c:pt idx="1247">
                  <c:v>#N/A</c:v>
                </c:pt>
                <c:pt idx="1248">
                  <c:v>#N/A</c:v>
                </c:pt>
                <c:pt idx="1249">
                  <c:v>#N/A</c:v>
                </c:pt>
                <c:pt idx="1250">
                  <c:v>#N/A</c:v>
                </c:pt>
                <c:pt idx="1251">
                  <c:v>#N/A</c:v>
                </c:pt>
                <c:pt idx="1252">
                  <c:v>#N/A</c:v>
                </c:pt>
                <c:pt idx="1253">
                  <c:v>#N/A</c:v>
                </c:pt>
                <c:pt idx="1254">
                  <c:v>#N/A</c:v>
                </c:pt>
                <c:pt idx="1255">
                  <c:v>#N/A</c:v>
                </c:pt>
                <c:pt idx="1256">
                  <c:v>#N/A</c:v>
                </c:pt>
                <c:pt idx="1257">
                  <c:v>#N/A</c:v>
                </c:pt>
                <c:pt idx="1258">
                  <c:v>#N/A</c:v>
                </c:pt>
                <c:pt idx="1259">
                  <c:v>#N/A</c:v>
                </c:pt>
                <c:pt idx="1260">
                  <c:v>#N/A</c:v>
                </c:pt>
                <c:pt idx="1261">
                  <c:v>#N/A</c:v>
                </c:pt>
                <c:pt idx="1262">
                  <c:v>#N/A</c:v>
                </c:pt>
                <c:pt idx="1263">
                  <c:v>#N/A</c:v>
                </c:pt>
                <c:pt idx="1264">
                  <c:v>#N/A</c:v>
                </c:pt>
                <c:pt idx="1265">
                  <c:v>#N/A</c:v>
                </c:pt>
                <c:pt idx="1266">
                  <c:v>#N/A</c:v>
                </c:pt>
                <c:pt idx="1267">
                  <c:v>#N/A</c:v>
                </c:pt>
                <c:pt idx="1268">
                  <c:v>#N/A</c:v>
                </c:pt>
                <c:pt idx="1269">
                  <c:v>#N/A</c:v>
                </c:pt>
                <c:pt idx="1270">
                  <c:v>#N/A</c:v>
                </c:pt>
                <c:pt idx="1271">
                  <c:v>#N/A</c:v>
                </c:pt>
                <c:pt idx="1272">
                  <c:v>#N/A</c:v>
                </c:pt>
                <c:pt idx="1273">
                  <c:v>#N/A</c:v>
                </c:pt>
                <c:pt idx="1274">
                  <c:v>#N/A</c:v>
                </c:pt>
                <c:pt idx="1275">
                  <c:v>#N/A</c:v>
                </c:pt>
                <c:pt idx="1276">
                  <c:v>#N/A</c:v>
                </c:pt>
                <c:pt idx="1277">
                  <c:v>#N/A</c:v>
                </c:pt>
                <c:pt idx="1278">
                  <c:v>#N/A</c:v>
                </c:pt>
                <c:pt idx="1279">
                  <c:v>#N/A</c:v>
                </c:pt>
                <c:pt idx="1280">
                  <c:v>#N/A</c:v>
                </c:pt>
                <c:pt idx="1281">
                  <c:v>#N/A</c:v>
                </c:pt>
                <c:pt idx="1282">
                  <c:v>#N/A</c:v>
                </c:pt>
                <c:pt idx="1283">
                  <c:v>#N/A</c:v>
                </c:pt>
                <c:pt idx="1284">
                  <c:v>#N/A</c:v>
                </c:pt>
                <c:pt idx="1285">
                  <c:v>#N/A</c:v>
                </c:pt>
                <c:pt idx="1286">
                  <c:v>#N/A</c:v>
                </c:pt>
                <c:pt idx="1287">
                  <c:v>#N/A</c:v>
                </c:pt>
                <c:pt idx="1288">
                  <c:v>#N/A</c:v>
                </c:pt>
                <c:pt idx="1289">
                  <c:v>#N/A</c:v>
                </c:pt>
                <c:pt idx="1290">
                  <c:v>#N/A</c:v>
                </c:pt>
                <c:pt idx="1291">
                  <c:v>#N/A</c:v>
                </c:pt>
                <c:pt idx="1292">
                  <c:v>#N/A</c:v>
                </c:pt>
                <c:pt idx="1293">
                  <c:v>#N/A</c:v>
                </c:pt>
                <c:pt idx="1294">
                  <c:v>#N/A</c:v>
                </c:pt>
                <c:pt idx="1295">
                  <c:v>#N/A</c:v>
                </c:pt>
                <c:pt idx="1296">
                  <c:v>#N/A</c:v>
                </c:pt>
                <c:pt idx="1297">
                  <c:v>#N/A</c:v>
                </c:pt>
                <c:pt idx="1298">
                  <c:v>#N/A</c:v>
                </c:pt>
                <c:pt idx="1299">
                  <c:v>#N/A</c:v>
                </c:pt>
                <c:pt idx="1300">
                  <c:v>#N/A</c:v>
                </c:pt>
                <c:pt idx="1301">
                  <c:v>#N/A</c:v>
                </c:pt>
                <c:pt idx="1302">
                  <c:v>#N/A</c:v>
                </c:pt>
                <c:pt idx="1303">
                  <c:v>#N/A</c:v>
                </c:pt>
                <c:pt idx="1304">
                  <c:v>#N/A</c:v>
                </c:pt>
                <c:pt idx="1305">
                  <c:v>#N/A</c:v>
                </c:pt>
                <c:pt idx="1306">
                  <c:v>#N/A</c:v>
                </c:pt>
                <c:pt idx="1307">
                  <c:v>#N/A</c:v>
                </c:pt>
                <c:pt idx="1308">
                  <c:v>#N/A</c:v>
                </c:pt>
                <c:pt idx="1309">
                  <c:v>#N/A</c:v>
                </c:pt>
                <c:pt idx="1310">
                  <c:v>#N/A</c:v>
                </c:pt>
                <c:pt idx="1311">
                  <c:v>#N/A</c:v>
                </c:pt>
                <c:pt idx="1312">
                  <c:v>#N/A</c:v>
                </c:pt>
                <c:pt idx="1313">
                  <c:v>#N/A</c:v>
                </c:pt>
                <c:pt idx="1314">
                  <c:v>#N/A</c:v>
                </c:pt>
                <c:pt idx="1315">
                  <c:v>#N/A</c:v>
                </c:pt>
                <c:pt idx="1316">
                  <c:v>#N/A</c:v>
                </c:pt>
                <c:pt idx="1317">
                  <c:v>#N/A</c:v>
                </c:pt>
                <c:pt idx="1318">
                  <c:v>#N/A</c:v>
                </c:pt>
                <c:pt idx="1319">
                  <c:v>#N/A</c:v>
                </c:pt>
                <c:pt idx="1320">
                  <c:v>#N/A</c:v>
                </c:pt>
                <c:pt idx="1321">
                  <c:v>#N/A</c:v>
                </c:pt>
                <c:pt idx="1322">
                  <c:v>#N/A</c:v>
                </c:pt>
                <c:pt idx="1323">
                  <c:v>#N/A</c:v>
                </c:pt>
                <c:pt idx="1324">
                  <c:v>#N/A</c:v>
                </c:pt>
                <c:pt idx="1325">
                  <c:v>#N/A</c:v>
                </c:pt>
                <c:pt idx="1326">
                  <c:v>#N/A</c:v>
                </c:pt>
                <c:pt idx="1327">
                  <c:v>#N/A</c:v>
                </c:pt>
                <c:pt idx="1328">
                  <c:v>#N/A</c:v>
                </c:pt>
                <c:pt idx="1329">
                  <c:v>#N/A</c:v>
                </c:pt>
                <c:pt idx="1330">
                  <c:v>#N/A</c:v>
                </c:pt>
              </c:numCache>
            </c:numRef>
          </c:val>
          <c:smooth val="0"/>
          <c:extLst>
            <c:ext xmlns:c16="http://schemas.microsoft.com/office/drawing/2014/chart" uri="{C3380CC4-5D6E-409C-BE32-E72D297353CC}">
              <c16:uniqueId val="{00000004-34FD-478D-86BA-7D9E5814E2EB}"/>
            </c:ext>
          </c:extLst>
        </c:ser>
        <c:ser>
          <c:idx val="6"/>
          <c:order val="5"/>
          <c:tx>
            <c:strRef>
              <c:f>SPX_UST!$AN$7</c:f>
              <c:strCache>
                <c:ptCount val="1"/>
                <c:pt idx="0">
                  <c:v>MSCI Latam</c:v>
                </c:pt>
              </c:strCache>
            </c:strRef>
          </c:tx>
          <c:spPr>
            <a:ln w="28575">
              <a:solidFill>
                <a:srgbClr val="5757C9"/>
              </a:solidFill>
            </a:ln>
          </c:spPr>
          <c:marker>
            <c:symbol val="none"/>
          </c:marker>
          <c:cat>
            <c:numRef>
              <c:f>SPX_UST!$AG$1275:$AG$4055</c:f>
              <c:numCache>
                <c:formatCode>m/d/yyyy</c:formatCode>
                <c:ptCount val="2781"/>
                <c:pt idx="0">
                  <c:v>44561</c:v>
                </c:pt>
                <c:pt idx="1">
                  <c:v>44564</c:v>
                </c:pt>
                <c:pt idx="2">
                  <c:v>44565</c:v>
                </c:pt>
                <c:pt idx="3">
                  <c:v>44566</c:v>
                </c:pt>
                <c:pt idx="4">
                  <c:v>44567</c:v>
                </c:pt>
                <c:pt idx="5">
                  <c:v>44568</c:v>
                </c:pt>
                <c:pt idx="6">
                  <c:v>44571</c:v>
                </c:pt>
                <c:pt idx="7">
                  <c:v>44572</c:v>
                </c:pt>
                <c:pt idx="8">
                  <c:v>44573</c:v>
                </c:pt>
                <c:pt idx="9">
                  <c:v>44574</c:v>
                </c:pt>
                <c:pt idx="10">
                  <c:v>44575</c:v>
                </c:pt>
                <c:pt idx="11">
                  <c:v>44579</c:v>
                </c:pt>
                <c:pt idx="12">
                  <c:v>44580</c:v>
                </c:pt>
                <c:pt idx="13">
                  <c:v>44581</c:v>
                </c:pt>
                <c:pt idx="14">
                  <c:v>44582</c:v>
                </c:pt>
                <c:pt idx="15">
                  <c:v>44585</c:v>
                </c:pt>
                <c:pt idx="16">
                  <c:v>44586</c:v>
                </c:pt>
                <c:pt idx="17">
                  <c:v>44587</c:v>
                </c:pt>
                <c:pt idx="18">
                  <c:v>44588</c:v>
                </c:pt>
                <c:pt idx="19">
                  <c:v>44589</c:v>
                </c:pt>
                <c:pt idx="20">
                  <c:v>44592</c:v>
                </c:pt>
                <c:pt idx="21">
                  <c:v>44593</c:v>
                </c:pt>
                <c:pt idx="22">
                  <c:v>44594</c:v>
                </c:pt>
                <c:pt idx="23">
                  <c:v>44595</c:v>
                </c:pt>
                <c:pt idx="24">
                  <c:v>44596</c:v>
                </c:pt>
                <c:pt idx="25">
                  <c:v>44599</c:v>
                </c:pt>
                <c:pt idx="26">
                  <c:v>44600</c:v>
                </c:pt>
                <c:pt idx="27">
                  <c:v>44601</c:v>
                </c:pt>
                <c:pt idx="28">
                  <c:v>44602</c:v>
                </c:pt>
                <c:pt idx="29">
                  <c:v>44603</c:v>
                </c:pt>
                <c:pt idx="30">
                  <c:v>44606</c:v>
                </c:pt>
                <c:pt idx="31">
                  <c:v>44607</c:v>
                </c:pt>
                <c:pt idx="32">
                  <c:v>44608</c:v>
                </c:pt>
                <c:pt idx="33">
                  <c:v>44609</c:v>
                </c:pt>
                <c:pt idx="34">
                  <c:v>44610</c:v>
                </c:pt>
                <c:pt idx="35">
                  <c:v>44614</c:v>
                </c:pt>
                <c:pt idx="36">
                  <c:v>44615</c:v>
                </c:pt>
                <c:pt idx="37">
                  <c:v>44616</c:v>
                </c:pt>
                <c:pt idx="38">
                  <c:v>44617</c:v>
                </c:pt>
                <c:pt idx="39">
                  <c:v>44620</c:v>
                </c:pt>
                <c:pt idx="40">
                  <c:v>44621</c:v>
                </c:pt>
                <c:pt idx="41">
                  <c:v>44622</c:v>
                </c:pt>
                <c:pt idx="42">
                  <c:v>44623</c:v>
                </c:pt>
                <c:pt idx="43">
                  <c:v>44624</c:v>
                </c:pt>
                <c:pt idx="44">
                  <c:v>44627</c:v>
                </c:pt>
                <c:pt idx="45">
                  <c:v>44628</c:v>
                </c:pt>
                <c:pt idx="46">
                  <c:v>44629</c:v>
                </c:pt>
                <c:pt idx="47">
                  <c:v>44630</c:v>
                </c:pt>
                <c:pt idx="48">
                  <c:v>44631</c:v>
                </c:pt>
                <c:pt idx="49">
                  <c:v>44634</c:v>
                </c:pt>
                <c:pt idx="50">
                  <c:v>44635</c:v>
                </c:pt>
                <c:pt idx="51">
                  <c:v>44636</c:v>
                </c:pt>
                <c:pt idx="52">
                  <c:v>44637</c:v>
                </c:pt>
                <c:pt idx="53">
                  <c:v>44638</c:v>
                </c:pt>
                <c:pt idx="54">
                  <c:v>44641</c:v>
                </c:pt>
                <c:pt idx="55">
                  <c:v>44642</c:v>
                </c:pt>
                <c:pt idx="56">
                  <c:v>44643</c:v>
                </c:pt>
                <c:pt idx="57">
                  <c:v>44644</c:v>
                </c:pt>
                <c:pt idx="58">
                  <c:v>44645</c:v>
                </c:pt>
                <c:pt idx="59">
                  <c:v>44648</c:v>
                </c:pt>
                <c:pt idx="60">
                  <c:v>44649</c:v>
                </c:pt>
                <c:pt idx="61">
                  <c:v>44650</c:v>
                </c:pt>
                <c:pt idx="62">
                  <c:v>44651</c:v>
                </c:pt>
                <c:pt idx="63">
                  <c:v>44652</c:v>
                </c:pt>
                <c:pt idx="64">
                  <c:v>44655</c:v>
                </c:pt>
                <c:pt idx="65">
                  <c:v>44656</c:v>
                </c:pt>
                <c:pt idx="66">
                  <c:v>44657</c:v>
                </c:pt>
                <c:pt idx="67">
                  <c:v>44658</c:v>
                </c:pt>
                <c:pt idx="68">
                  <c:v>44659</c:v>
                </c:pt>
                <c:pt idx="69">
                  <c:v>44662</c:v>
                </c:pt>
                <c:pt idx="70">
                  <c:v>44663</c:v>
                </c:pt>
                <c:pt idx="71">
                  <c:v>44664</c:v>
                </c:pt>
                <c:pt idx="72">
                  <c:v>44665</c:v>
                </c:pt>
                <c:pt idx="73">
                  <c:v>44669</c:v>
                </c:pt>
                <c:pt idx="74">
                  <c:v>44670</c:v>
                </c:pt>
                <c:pt idx="75">
                  <c:v>44671</c:v>
                </c:pt>
                <c:pt idx="76">
                  <c:v>44672</c:v>
                </c:pt>
                <c:pt idx="77">
                  <c:v>44673</c:v>
                </c:pt>
                <c:pt idx="78">
                  <c:v>44676</c:v>
                </c:pt>
                <c:pt idx="79">
                  <c:v>44677</c:v>
                </c:pt>
                <c:pt idx="80">
                  <c:v>44678</c:v>
                </c:pt>
                <c:pt idx="81">
                  <c:v>44679</c:v>
                </c:pt>
                <c:pt idx="82">
                  <c:v>44680</c:v>
                </c:pt>
                <c:pt idx="83">
                  <c:v>44683</c:v>
                </c:pt>
                <c:pt idx="84">
                  <c:v>44684</c:v>
                </c:pt>
                <c:pt idx="85">
                  <c:v>44685</c:v>
                </c:pt>
                <c:pt idx="86">
                  <c:v>44686</c:v>
                </c:pt>
                <c:pt idx="87">
                  <c:v>44687</c:v>
                </c:pt>
                <c:pt idx="88">
                  <c:v>44690</c:v>
                </c:pt>
                <c:pt idx="89">
                  <c:v>44691</c:v>
                </c:pt>
                <c:pt idx="90">
                  <c:v>44692</c:v>
                </c:pt>
                <c:pt idx="91">
                  <c:v>44693</c:v>
                </c:pt>
                <c:pt idx="92">
                  <c:v>44694</c:v>
                </c:pt>
                <c:pt idx="93">
                  <c:v>44697</c:v>
                </c:pt>
                <c:pt idx="94">
                  <c:v>44698</c:v>
                </c:pt>
                <c:pt idx="95">
                  <c:v>44699</c:v>
                </c:pt>
                <c:pt idx="96">
                  <c:v>44700</c:v>
                </c:pt>
                <c:pt idx="97">
                  <c:v>44701</c:v>
                </c:pt>
                <c:pt idx="98">
                  <c:v>44704</c:v>
                </c:pt>
                <c:pt idx="99">
                  <c:v>44705</c:v>
                </c:pt>
                <c:pt idx="100">
                  <c:v>44706</c:v>
                </c:pt>
                <c:pt idx="101">
                  <c:v>44707</c:v>
                </c:pt>
                <c:pt idx="102">
                  <c:v>44708</c:v>
                </c:pt>
                <c:pt idx="103">
                  <c:v>44712</c:v>
                </c:pt>
                <c:pt idx="104">
                  <c:v>44713</c:v>
                </c:pt>
                <c:pt idx="105">
                  <c:v>44714</c:v>
                </c:pt>
                <c:pt idx="106">
                  <c:v>44715</c:v>
                </c:pt>
                <c:pt idx="107">
                  <c:v>44718</c:v>
                </c:pt>
                <c:pt idx="108">
                  <c:v>44719</c:v>
                </c:pt>
                <c:pt idx="109">
                  <c:v>44720</c:v>
                </c:pt>
                <c:pt idx="110">
                  <c:v>44721</c:v>
                </c:pt>
                <c:pt idx="111">
                  <c:v>44722</c:v>
                </c:pt>
                <c:pt idx="112">
                  <c:v>44725</c:v>
                </c:pt>
                <c:pt idx="113">
                  <c:v>44726</c:v>
                </c:pt>
                <c:pt idx="114">
                  <c:v>44727</c:v>
                </c:pt>
                <c:pt idx="115">
                  <c:v>44728</c:v>
                </c:pt>
                <c:pt idx="116">
                  <c:v>44729</c:v>
                </c:pt>
                <c:pt idx="117">
                  <c:v>44733</c:v>
                </c:pt>
                <c:pt idx="118">
                  <c:v>44734</c:v>
                </c:pt>
                <c:pt idx="119">
                  <c:v>44735</c:v>
                </c:pt>
                <c:pt idx="120">
                  <c:v>44736</c:v>
                </c:pt>
                <c:pt idx="121">
                  <c:v>44739</c:v>
                </c:pt>
                <c:pt idx="122">
                  <c:v>44740</c:v>
                </c:pt>
                <c:pt idx="123">
                  <c:v>44741</c:v>
                </c:pt>
                <c:pt idx="124">
                  <c:v>44742</c:v>
                </c:pt>
                <c:pt idx="125">
                  <c:v>44743</c:v>
                </c:pt>
                <c:pt idx="126">
                  <c:v>44747</c:v>
                </c:pt>
                <c:pt idx="127">
                  <c:v>44748</c:v>
                </c:pt>
                <c:pt idx="128">
                  <c:v>44749</c:v>
                </c:pt>
                <c:pt idx="129">
                  <c:v>44750</c:v>
                </c:pt>
                <c:pt idx="130">
                  <c:v>44753</c:v>
                </c:pt>
                <c:pt idx="131">
                  <c:v>44754</c:v>
                </c:pt>
                <c:pt idx="132">
                  <c:v>44755</c:v>
                </c:pt>
                <c:pt idx="133">
                  <c:v>44756</c:v>
                </c:pt>
                <c:pt idx="134">
                  <c:v>44757</c:v>
                </c:pt>
                <c:pt idx="135">
                  <c:v>44760</c:v>
                </c:pt>
                <c:pt idx="136">
                  <c:v>44761</c:v>
                </c:pt>
                <c:pt idx="137">
                  <c:v>44762</c:v>
                </c:pt>
                <c:pt idx="138">
                  <c:v>44763</c:v>
                </c:pt>
                <c:pt idx="139">
                  <c:v>44764</c:v>
                </c:pt>
                <c:pt idx="140">
                  <c:v>44767</c:v>
                </c:pt>
                <c:pt idx="141">
                  <c:v>44768</c:v>
                </c:pt>
                <c:pt idx="142">
                  <c:v>44769</c:v>
                </c:pt>
                <c:pt idx="143">
                  <c:v>44770</c:v>
                </c:pt>
                <c:pt idx="144">
                  <c:v>44771</c:v>
                </c:pt>
                <c:pt idx="145">
                  <c:v>44774</c:v>
                </c:pt>
                <c:pt idx="146">
                  <c:v>44775</c:v>
                </c:pt>
                <c:pt idx="147">
                  <c:v>44776</c:v>
                </c:pt>
                <c:pt idx="148">
                  <c:v>44777</c:v>
                </c:pt>
                <c:pt idx="149">
                  <c:v>44778</c:v>
                </c:pt>
                <c:pt idx="150">
                  <c:v>44781</c:v>
                </c:pt>
                <c:pt idx="151">
                  <c:v>44782</c:v>
                </c:pt>
                <c:pt idx="152">
                  <c:v>44783</c:v>
                </c:pt>
                <c:pt idx="153">
                  <c:v>44784</c:v>
                </c:pt>
                <c:pt idx="154">
                  <c:v>44785</c:v>
                </c:pt>
                <c:pt idx="155">
                  <c:v>44788</c:v>
                </c:pt>
                <c:pt idx="156">
                  <c:v>44789</c:v>
                </c:pt>
                <c:pt idx="157">
                  <c:v>44790</c:v>
                </c:pt>
                <c:pt idx="158">
                  <c:v>44791</c:v>
                </c:pt>
                <c:pt idx="159">
                  <c:v>44792</c:v>
                </c:pt>
                <c:pt idx="160">
                  <c:v>44795</c:v>
                </c:pt>
                <c:pt idx="161">
                  <c:v>44796</c:v>
                </c:pt>
                <c:pt idx="162">
                  <c:v>44797</c:v>
                </c:pt>
                <c:pt idx="163">
                  <c:v>44798</c:v>
                </c:pt>
                <c:pt idx="164">
                  <c:v>44799</c:v>
                </c:pt>
                <c:pt idx="165">
                  <c:v>44802</c:v>
                </c:pt>
                <c:pt idx="166">
                  <c:v>44803</c:v>
                </c:pt>
                <c:pt idx="167">
                  <c:v>44804</c:v>
                </c:pt>
                <c:pt idx="168">
                  <c:v>44805</c:v>
                </c:pt>
                <c:pt idx="169">
                  <c:v>44806</c:v>
                </c:pt>
                <c:pt idx="170">
                  <c:v>44810</c:v>
                </c:pt>
                <c:pt idx="171">
                  <c:v>44811</c:v>
                </c:pt>
                <c:pt idx="172">
                  <c:v>44812</c:v>
                </c:pt>
                <c:pt idx="173">
                  <c:v>44813</c:v>
                </c:pt>
                <c:pt idx="174">
                  <c:v>44816</c:v>
                </c:pt>
                <c:pt idx="175">
                  <c:v>44817</c:v>
                </c:pt>
                <c:pt idx="176">
                  <c:v>44818</c:v>
                </c:pt>
                <c:pt idx="177">
                  <c:v>44819</c:v>
                </c:pt>
                <c:pt idx="178">
                  <c:v>44820</c:v>
                </c:pt>
                <c:pt idx="179">
                  <c:v>44823</c:v>
                </c:pt>
                <c:pt idx="180">
                  <c:v>44824</c:v>
                </c:pt>
                <c:pt idx="181">
                  <c:v>44825</c:v>
                </c:pt>
                <c:pt idx="182">
                  <c:v>44826</c:v>
                </c:pt>
                <c:pt idx="183">
                  <c:v>44827</c:v>
                </c:pt>
                <c:pt idx="184">
                  <c:v>44830</c:v>
                </c:pt>
                <c:pt idx="185">
                  <c:v>44831</c:v>
                </c:pt>
                <c:pt idx="186">
                  <c:v>44832</c:v>
                </c:pt>
                <c:pt idx="187">
                  <c:v>44833</c:v>
                </c:pt>
                <c:pt idx="188">
                  <c:v>44834</c:v>
                </c:pt>
                <c:pt idx="189">
                  <c:v>44837</c:v>
                </c:pt>
                <c:pt idx="190">
                  <c:v>44838</c:v>
                </c:pt>
                <c:pt idx="191">
                  <c:v>44839</c:v>
                </c:pt>
                <c:pt idx="192">
                  <c:v>44840</c:v>
                </c:pt>
                <c:pt idx="193">
                  <c:v>44841</c:v>
                </c:pt>
                <c:pt idx="194">
                  <c:v>44844</c:v>
                </c:pt>
                <c:pt idx="195">
                  <c:v>44845</c:v>
                </c:pt>
                <c:pt idx="196">
                  <c:v>44846</c:v>
                </c:pt>
                <c:pt idx="197">
                  <c:v>44847</c:v>
                </c:pt>
                <c:pt idx="198">
                  <c:v>44848</c:v>
                </c:pt>
                <c:pt idx="199">
                  <c:v>44851</c:v>
                </c:pt>
                <c:pt idx="200">
                  <c:v>44852</c:v>
                </c:pt>
                <c:pt idx="201">
                  <c:v>44853</c:v>
                </c:pt>
                <c:pt idx="202">
                  <c:v>44854</c:v>
                </c:pt>
                <c:pt idx="203">
                  <c:v>44855</c:v>
                </c:pt>
                <c:pt idx="204">
                  <c:v>44858</c:v>
                </c:pt>
                <c:pt idx="205">
                  <c:v>44859</c:v>
                </c:pt>
                <c:pt idx="206">
                  <c:v>44860</c:v>
                </c:pt>
                <c:pt idx="207">
                  <c:v>44861</c:v>
                </c:pt>
                <c:pt idx="208">
                  <c:v>44862</c:v>
                </c:pt>
                <c:pt idx="209">
                  <c:v>44865</c:v>
                </c:pt>
                <c:pt idx="210">
                  <c:v>44866</c:v>
                </c:pt>
                <c:pt idx="211">
                  <c:v>44867</c:v>
                </c:pt>
                <c:pt idx="212">
                  <c:v>44868</c:v>
                </c:pt>
                <c:pt idx="213">
                  <c:v>44869</c:v>
                </c:pt>
                <c:pt idx="214">
                  <c:v>44872</c:v>
                </c:pt>
                <c:pt idx="215">
                  <c:v>44873</c:v>
                </c:pt>
                <c:pt idx="216">
                  <c:v>44874</c:v>
                </c:pt>
                <c:pt idx="217">
                  <c:v>44875</c:v>
                </c:pt>
                <c:pt idx="218">
                  <c:v>44876</c:v>
                </c:pt>
                <c:pt idx="219">
                  <c:v>44879</c:v>
                </c:pt>
                <c:pt idx="220">
                  <c:v>44880</c:v>
                </c:pt>
                <c:pt idx="221">
                  <c:v>44881</c:v>
                </c:pt>
                <c:pt idx="222">
                  <c:v>44882</c:v>
                </c:pt>
                <c:pt idx="223">
                  <c:v>44883</c:v>
                </c:pt>
                <c:pt idx="224">
                  <c:v>44886</c:v>
                </c:pt>
                <c:pt idx="225">
                  <c:v>44887</c:v>
                </c:pt>
                <c:pt idx="226">
                  <c:v>44888</c:v>
                </c:pt>
                <c:pt idx="227">
                  <c:v>44890</c:v>
                </c:pt>
                <c:pt idx="228">
                  <c:v>44893</c:v>
                </c:pt>
                <c:pt idx="229">
                  <c:v>44894</c:v>
                </c:pt>
                <c:pt idx="230">
                  <c:v>44895</c:v>
                </c:pt>
                <c:pt idx="231">
                  <c:v>44896</c:v>
                </c:pt>
                <c:pt idx="232">
                  <c:v>44897</c:v>
                </c:pt>
                <c:pt idx="233">
                  <c:v>44900</c:v>
                </c:pt>
                <c:pt idx="234">
                  <c:v>44901</c:v>
                </c:pt>
                <c:pt idx="235">
                  <c:v>44902</c:v>
                </c:pt>
                <c:pt idx="236">
                  <c:v>44903</c:v>
                </c:pt>
                <c:pt idx="237">
                  <c:v>44904</c:v>
                </c:pt>
                <c:pt idx="238">
                  <c:v>44907</c:v>
                </c:pt>
                <c:pt idx="239">
                  <c:v>44908</c:v>
                </c:pt>
                <c:pt idx="240">
                  <c:v>44909</c:v>
                </c:pt>
                <c:pt idx="241">
                  <c:v>44910</c:v>
                </c:pt>
                <c:pt idx="242">
                  <c:v>44911</c:v>
                </c:pt>
                <c:pt idx="243">
                  <c:v>44914</c:v>
                </c:pt>
                <c:pt idx="244">
                  <c:v>44915</c:v>
                </c:pt>
                <c:pt idx="245">
                  <c:v>44916</c:v>
                </c:pt>
                <c:pt idx="246">
                  <c:v>44917</c:v>
                </c:pt>
                <c:pt idx="247">
                  <c:v>44918</c:v>
                </c:pt>
                <c:pt idx="248">
                  <c:v>44922</c:v>
                </c:pt>
                <c:pt idx="249">
                  <c:v>44923</c:v>
                </c:pt>
                <c:pt idx="250">
                  <c:v>44924</c:v>
                </c:pt>
                <c:pt idx="251">
                  <c:v>44925</c:v>
                </c:pt>
                <c:pt idx="252">
                  <c:v>44929</c:v>
                </c:pt>
                <c:pt idx="253">
                  <c:v>44930</c:v>
                </c:pt>
                <c:pt idx="254">
                  <c:v>44931</c:v>
                </c:pt>
                <c:pt idx="255">
                  <c:v>44932</c:v>
                </c:pt>
                <c:pt idx="256">
                  <c:v>44935</c:v>
                </c:pt>
                <c:pt idx="257">
                  <c:v>44936</c:v>
                </c:pt>
                <c:pt idx="258">
                  <c:v>44937</c:v>
                </c:pt>
                <c:pt idx="259">
                  <c:v>44938</c:v>
                </c:pt>
                <c:pt idx="260">
                  <c:v>44939</c:v>
                </c:pt>
                <c:pt idx="261">
                  <c:v>44943</c:v>
                </c:pt>
                <c:pt idx="262">
                  <c:v>44944</c:v>
                </c:pt>
                <c:pt idx="263">
                  <c:v>44945</c:v>
                </c:pt>
                <c:pt idx="264">
                  <c:v>44946</c:v>
                </c:pt>
                <c:pt idx="265">
                  <c:v>44949</c:v>
                </c:pt>
                <c:pt idx="266">
                  <c:v>44950</c:v>
                </c:pt>
                <c:pt idx="267">
                  <c:v>44951</c:v>
                </c:pt>
                <c:pt idx="268">
                  <c:v>44952</c:v>
                </c:pt>
                <c:pt idx="269">
                  <c:v>44953</c:v>
                </c:pt>
                <c:pt idx="270">
                  <c:v>44956</c:v>
                </c:pt>
                <c:pt idx="271">
                  <c:v>44957</c:v>
                </c:pt>
                <c:pt idx="272">
                  <c:v>44958</c:v>
                </c:pt>
                <c:pt idx="273">
                  <c:v>44959</c:v>
                </c:pt>
                <c:pt idx="274">
                  <c:v>44960</c:v>
                </c:pt>
                <c:pt idx="275">
                  <c:v>44963</c:v>
                </c:pt>
                <c:pt idx="276">
                  <c:v>44964</c:v>
                </c:pt>
                <c:pt idx="277">
                  <c:v>44965</c:v>
                </c:pt>
                <c:pt idx="278">
                  <c:v>44966</c:v>
                </c:pt>
                <c:pt idx="279">
                  <c:v>44967</c:v>
                </c:pt>
                <c:pt idx="280">
                  <c:v>44970</c:v>
                </c:pt>
                <c:pt idx="281">
                  <c:v>44971</c:v>
                </c:pt>
                <c:pt idx="282">
                  <c:v>44972</c:v>
                </c:pt>
                <c:pt idx="283">
                  <c:v>44973</c:v>
                </c:pt>
                <c:pt idx="284">
                  <c:v>44974</c:v>
                </c:pt>
                <c:pt idx="285">
                  <c:v>44978</c:v>
                </c:pt>
                <c:pt idx="286">
                  <c:v>44979</c:v>
                </c:pt>
                <c:pt idx="287">
                  <c:v>44980</c:v>
                </c:pt>
                <c:pt idx="288">
                  <c:v>44981</c:v>
                </c:pt>
                <c:pt idx="289">
                  <c:v>44984</c:v>
                </c:pt>
                <c:pt idx="290">
                  <c:v>44985</c:v>
                </c:pt>
                <c:pt idx="291">
                  <c:v>44986</c:v>
                </c:pt>
                <c:pt idx="292">
                  <c:v>44987</c:v>
                </c:pt>
                <c:pt idx="293">
                  <c:v>44988</c:v>
                </c:pt>
                <c:pt idx="294">
                  <c:v>44991</c:v>
                </c:pt>
                <c:pt idx="295">
                  <c:v>44992</c:v>
                </c:pt>
                <c:pt idx="296">
                  <c:v>44993</c:v>
                </c:pt>
                <c:pt idx="297">
                  <c:v>44994</c:v>
                </c:pt>
                <c:pt idx="298">
                  <c:v>44995</c:v>
                </c:pt>
                <c:pt idx="299">
                  <c:v>44998</c:v>
                </c:pt>
                <c:pt idx="300">
                  <c:v>44999</c:v>
                </c:pt>
                <c:pt idx="301">
                  <c:v>45000</c:v>
                </c:pt>
                <c:pt idx="302">
                  <c:v>45001</c:v>
                </c:pt>
                <c:pt idx="303">
                  <c:v>45002</c:v>
                </c:pt>
                <c:pt idx="304">
                  <c:v>45005</c:v>
                </c:pt>
                <c:pt idx="305">
                  <c:v>45006</c:v>
                </c:pt>
                <c:pt idx="306">
                  <c:v>45007</c:v>
                </c:pt>
                <c:pt idx="307">
                  <c:v>45008</c:v>
                </c:pt>
                <c:pt idx="308">
                  <c:v>45009</c:v>
                </c:pt>
                <c:pt idx="309">
                  <c:v>45012</c:v>
                </c:pt>
                <c:pt idx="310">
                  <c:v>45013</c:v>
                </c:pt>
                <c:pt idx="311">
                  <c:v>45014</c:v>
                </c:pt>
                <c:pt idx="312">
                  <c:v>45015</c:v>
                </c:pt>
                <c:pt idx="313">
                  <c:v>45016</c:v>
                </c:pt>
                <c:pt idx="314">
                  <c:v>45019</c:v>
                </c:pt>
                <c:pt idx="315">
                  <c:v>45020</c:v>
                </c:pt>
                <c:pt idx="316">
                  <c:v>45021</c:v>
                </c:pt>
                <c:pt idx="317">
                  <c:v>45022</c:v>
                </c:pt>
                <c:pt idx="318">
                  <c:v>45026</c:v>
                </c:pt>
                <c:pt idx="319">
                  <c:v>45027</c:v>
                </c:pt>
                <c:pt idx="320">
                  <c:v>45028</c:v>
                </c:pt>
                <c:pt idx="321">
                  <c:v>45029</c:v>
                </c:pt>
                <c:pt idx="322">
                  <c:v>45030</c:v>
                </c:pt>
                <c:pt idx="323">
                  <c:v>45033</c:v>
                </c:pt>
                <c:pt idx="324">
                  <c:v>45034</c:v>
                </c:pt>
                <c:pt idx="325">
                  <c:v>45035</c:v>
                </c:pt>
                <c:pt idx="326">
                  <c:v>45036</c:v>
                </c:pt>
                <c:pt idx="327">
                  <c:v>45037</c:v>
                </c:pt>
                <c:pt idx="328">
                  <c:v>45040</c:v>
                </c:pt>
                <c:pt idx="329">
                  <c:v>45041</c:v>
                </c:pt>
                <c:pt idx="330">
                  <c:v>45042</c:v>
                </c:pt>
                <c:pt idx="331">
                  <c:v>45043</c:v>
                </c:pt>
                <c:pt idx="332">
                  <c:v>45044</c:v>
                </c:pt>
                <c:pt idx="333">
                  <c:v>45047</c:v>
                </c:pt>
                <c:pt idx="334">
                  <c:v>45048</c:v>
                </c:pt>
                <c:pt idx="335">
                  <c:v>45049</c:v>
                </c:pt>
                <c:pt idx="336">
                  <c:v>45050</c:v>
                </c:pt>
                <c:pt idx="337">
                  <c:v>45051</c:v>
                </c:pt>
                <c:pt idx="338">
                  <c:v>45054</c:v>
                </c:pt>
                <c:pt idx="339">
                  <c:v>45055</c:v>
                </c:pt>
                <c:pt idx="340">
                  <c:v>45056</c:v>
                </c:pt>
                <c:pt idx="341">
                  <c:v>45057</c:v>
                </c:pt>
                <c:pt idx="342">
                  <c:v>45058</c:v>
                </c:pt>
                <c:pt idx="343">
                  <c:v>45061</c:v>
                </c:pt>
                <c:pt idx="344">
                  <c:v>45062</c:v>
                </c:pt>
                <c:pt idx="345">
                  <c:v>45063</c:v>
                </c:pt>
                <c:pt idx="346">
                  <c:v>45064</c:v>
                </c:pt>
                <c:pt idx="347">
                  <c:v>45065</c:v>
                </c:pt>
                <c:pt idx="348">
                  <c:v>45068</c:v>
                </c:pt>
                <c:pt idx="349">
                  <c:v>45069</c:v>
                </c:pt>
                <c:pt idx="350">
                  <c:v>45070</c:v>
                </c:pt>
                <c:pt idx="351">
                  <c:v>45071</c:v>
                </c:pt>
                <c:pt idx="352">
                  <c:v>45072</c:v>
                </c:pt>
                <c:pt idx="353">
                  <c:v>45076</c:v>
                </c:pt>
                <c:pt idx="354">
                  <c:v>45077</c:v>
                </c:pt>
                <c:pt idx="355">
                  <c:v>45078</c:v>
                </c:pt>
                <c:pt idx="356">
                  <c:v>45079</c:v>
                </c:pt>
                <c:pt idx="357">
                  <c:v>45082</c:v>
                </c:pt>
                <c:pt idx="358">
                  <c:v>45083</c:v>
                </c:pt>
                <c:pt idx="359">
                  <c:v>45084</c:v>
                </c:pt>
                <c:pt idx="360">
                  <c:v>45085</c:v>
                </c:pt>
                <c:pt idx="361">
                  <c:v>45086</c:v>
                </c:pt>
                <c:pt idx="362">
                  <c:v>45089</c:v>
                </c:pt>
                <c:pt idx="363">
                  <c:v>45090</c:v>
                </c:pt>
                <c:pt idx="364">
                  <c:v>45091</c:v>
                </c:pt>
                <c:pt idx="365">
                  <c:v>45092</c:v>
                </c:pt>
                <c:pt idx="366">
                  <c:v>45093</c:v>
                </c:pt>
                <c:pt idx="367">
                  <c:v>45097</c:v>
                </c:pt>
                <c:pt idx="368">
                  <c:v>45098</c:v>
                </c:pt>
                <c:pt idx="369">
                  <c:v>45099</c:v>
                </c:pt>
                <c:pt idx="370">
                  <c:v>45100</c:v>
                </c:pt>
                <c:pt idx="371">
                  <c:v>45103</c:v>
                </c:pt>
                <c:pt idx="372">
                  <c:v>45104</c:v>
                </c:pt>
                <c:pt idx="373">
                  <c:v>45105</c:v>
                </c:pt>
                <c:pt idx="374">
                  <c:v>45106</c:v>
                </c:pt>
                <c:pt idx="375">
                  <c:v>45107</c:v>
                </c:pt>
                <c:pt idx="376">
                  <c:v>45110</c:v>
                </c:pt>
                <c:pt idx="377">
                  <c:v>45112</c:v>
                </c:pt>
                <c:pt idx="378">
                  <c:v>45113</c:v>
                </c:pt>
                <c:pt idx="379">
                  <c:v>45114</c:v>
                </c:pt>
                <c:pt idx="380">
                  <c:v>45117</c:v>
                </c:pt>
                <c:pt idx="381">
                  <c:v>45118</c:v>
                </c:pt>
                <c:pt idx="382">
                  <c:v>45119</c:v>
                </c:pt>
                <c:pt idx="383">
                  <c:v>45120</c:v>
                </c:pt>
                <c:pt idx="384">
                  <c:v>45121</c:v>
                </c:pt>
                <c:pt idx="385">
                  <c:v>45124</c:v>
                </c:pt>
                <c:pt idx="386">
                  <c:v>45125</c:v>
                </c:pt>
                <c:pt idx="387">
                  <c:v>45126</c:v>
                </c:pt>
                <c:pt idx="388">
                  <c:v>45127</c:v>
                </c:pt>
                <c:pt idx="389">
                  <c:v>45128</c:v>
                </c:pt>
                <c:pt idx="390">
                  <c:v>45131</c:v>
                </c:pt>
                <c:pt idx="391">
                  <c:v>45132</c:v>
                </c:pt>
                <c:pt idx="392">
                  <c:v>45133</c:v>
                </c:pt>
                <c:pt idx="393">
                  <c:v>45134</c:v>
                </c:pt>
                <c:pt idx="394">
                  <c:v>45135</c:v>
                </c:pt>
                <c:pt idx="395">
                  <c:v>45138</c:v>
                </c:pt>
                <c:pt idx="396">
                  <c:v>45139</c:v>
                </c:pt>
                <c:pt idx="397">
                  <c:v>45140</c:v>
                </c:pt>
                <c:pt idx="398">
                  <c:v>45141</c:v>
                </c:pt>
                <c:pt idx="399">
                  <c:v>45142</c:v>
                </c:pt>
                <c:pt idx="400">
                  <c:v>45145</c:v>
                </c:pt>
                <c:pt idx="401">
                  <c:v>45146</c:v>
                </c:pt>
                <c:pt idx="402">
                  <c:v>45147</c:v>
                </c:pt>
                <c:pt idx="403">
                  <c:v>45148</c:v>
                </c:pt>
                <c:pt idx="404">
                  <c:v>45149</c:v>
                </c:pt>
                <c:pt idx="405">
                  <c:v>45152</c:v>
                </c:pt>
                <c:pt idx="406">
                  <c:v>45153</c:v>
                </c:pt>
                <c:pt idx="407">
                  <c:v>45154</c:v>
                </c:pt>
                <c:pt idx="408">
                  <c:v>45155</c:v>
                </c:pt>
                <c:pt idx="409">
                  <c:v>45156</c:v>
                </c:pt>
                <c:pt idx="410">
                  <c:v>45159</c:v>
                </c:pt>
                <c:pt idx="411">
                  <c:v>45160</c:v>
                </c:pt>
                <c:pt idx="412">
                  <c:v>45161</c:v>
                </c:pt>
                <c:pt idx="413">
                  <c:v>45162</c:v>
                </c:pt>
                <c:pt idx="414">
                  <c:v>45163</c:v>
                </c:pt>
                <c:pt idx="415">
                  <c:v>45166</c:v>
                </c:pt>
                <c:pt idx="416">
                  <c:v>45167</c:v>
                </c:pt>
                <c:pt idx="417">
                  <c:v>45168</c:v>
                </c:pt>
                <c:pt idx="418">
                  <c:v>45169</c:v>
                </c:pt>
                <c:pt idx="419">
                  <c:v>45170</c:v>
                </c:pt>
                <c:pt idx="420">
                  <c:v>45174</c:v>
                </c:pt>
                <c:pt idx="421">
                  <c:v>45175</c:v>
                </c:pt>
                <c:pt idx="422">
                  <c:v>45176</c:v>
                </c:pt>
                <c:pt idx="423">
                  <c:v>45177</c:v>
                </c:pt>
                <c:pt idx="424">
                  <c:v>45180</c:v>
                </c:pt>
                <c:pt idx="425">
                  <c:v>45181</c:v>
                </c:pt>
                <c:pt idx="426">
                  <c:v>45182</c:v>
                </c:pt>
                <c:pt idx="427">
                  <c:v>45183</c:v>
                </c:pt>
                <c:pt idx="428">
                  <c:v>45184</c:v>
                </c:pt>
                <c:pt idx="429">
                  <c:v>45187</c:v>
                </c:pt>
                <c:pt idx="430">
                  <c:v>45188</c:v>
                </c:pt>
                <c:pt idx="431">
                  <c:v>45189</c:v>
                </c:pt>
                <c:pt idx="432">
                  <c:v>45190</c:v>
                </c:pt>
                <c:pt idx="433">
                  <c:v>45191</c:v>
                </c:pt>
                <c:pt idx="434">
                  <c:v>45194</c:v>
                </c:pt>
                <c:pt idx="435">
                  <c:v>45195</c:v>
                </c:pt>
                <c:pt idx="436">
                  <c:v>45196</c:v>
                </c:pt>
                <c:pt idx="437">
                  <c:v>45197</c:v>
                </c:pt>
                <c:pt idx="438">
                  <c:v>45198</c:v>
                </c:pt>
                <c:pt idx="439">
                  <c:v>45201</c:v>
                </c:pt>
                <c:pt idx="440">
                  <c:v>45202</c:v>
                </c:pt>
                <c:pt idx="441">
                  <c:v>45203</c:v>
                </c:pt>
                <c:pt idx="442">
                  <c:v>45204</c:v>
                </c:pt>
                <c:pt idx="443">
                  <c:v>45205</c:v>
                </c:pt>
                <c:pt idx="444">
                  <c:v>45208</c:v>
                </c:pt>
                <c:pt idx="445">
                  <c:v>45209</c:v>
                </c:pt>
                <c:pt idx="446">
                  <c:v>45210</c:v>
                </c:pt>
                <c:pt idx="447">
                  <c:v>45211</c:v>
                </c:pt>
                <c:pt idx="448">
                  <c:v>45212</c:v>
                </c:pt>
                <c:pt idx="449">
                  <c:v>45215</c:v>
                </c:pt>
                <c:pt idx="450">
                  <c:v>45216</c:v>
                </c:pt>
                <c:pt idx="451">
                  <c:v>45217</c:v>
                </c:pt>
                <c:pt idx="452">
                  <c:v>45218</c:v>
                </c:pt>
                <c:pt idx="453">
                  <c:v>45219</c:v>
                </c:pt>
                <c:pt idx="454">
                  <c:v>45222</c:v>
                </c:pt>
                <c:pt idx="455">
                  <c:v>45223</c:v>
                </c:pt>
                <c:pt idx="456">
                  <c:v>45224</c:v>
                </c:pt>
                <c:pt idx="457">
                  <c:v>45225</c:v>
                </c:pt>
                <c:pt idx="458">
                  <c:v>45226</c:v>
                </c:pt>
                <c:pt idx="459">
                  <c:v>45229</c:v>
                </c:pt>
                <c:pt idx="460">
                  <c:v>45230</c:v>
                </c:pt>
                <c:pt idx="461">
                  <c:v>45231</c:v>
                </c:pt>
                <c:pt idx="462">
                  <c:v>45232</c:v>
                </c:pt>
                <c:pt idx="463">
                  <c:v>45233</c:v>
                </c:pt>
                <c:pt idx="464">
                  <c:v>45236</c:v>
                </c:pt>
                <c:pt idx="465">
                  <c:v>45237</c:v>
                </c:pt>
                <c:pt idx="466">
                  <c:v>45238</c:v>
                </c:pt>
                <c:pt idx="467">
                  <c:v>45239</c:v>
                </c:pt>
                <c:pt idx="468">
                  <c:v>45240</c:v>
                </c:pt>
                <c:pt idx="469">
                  <c:v>45243</c:v>
                </c:pt>
                <c:pt idx="470">
                  <c:v>45244</c:v>
                </c:pt>
                <c:pt idx="471">
                  <c:v>45245</c:v>
                </c:pt>
                <c:pt idx="472">
                  <c:v>45246</c:v>
                </c:pt>
                <c:pt idx="473">
                  <c:v>45247</c:v>
                </c:pt>
                <c:pt idx="474">
                  <c:v>45250</c:v>
                </c:pt>
                <c:pt idx="475">
                  <c:v>45251</c:v>
                </c:pt>
                <c:pt idx="476">
                  <c:v>45252</c:v>
                </c:pt>
                <c:pt idx="477">
                  <c:v>45254</c:v>
                </c:pt>
                <c:pt idx="478">
                  <c:v>45257</c:v>
                </c:pt>
                <c:pt idx="479">
                  <c:v>45258</c:v>
                </c:pt>
                <c:pt idx="480">
                  <c:v>45259</c:v>
                </c:pt>
                <c:pt idx="481">
                  <c:v>45260</c:v>
                </c:pt>
                <c:pt idx="482">
                  <c:v>45261</c:v>
                </c:pt>
                <c:pt idx="483">
                  <c:v>45264</c:v>
                </c:pt>
                <c:pt idx="484">
                  <c:v>45265</c:v>
                </c:pt>
                <c:pt idx="485">
                  <c:v>45266</c:v>
                </c:pt>
                <c:pt idx="486">
                  <c:v>45267</c:v>
                </c:pt>
                <c:pt idx="487">
                  <c:v>45268</c:v>
                </c:pt>
                <c:pt idx="488">
                  <c:v>45271</c:v>
                </c:pt>
                <c:pt idx="489">
                  <c:v>45272</c:v>
                </c:pt>
                <c:pt idx="490">
                  <c:v>45273</c:v>
                </c:pt>
                <c:pt idx="491">
                  <c:v>45274</c:v>
                </c:pt>
                <c:pt idx="492">
                  <c:v>45275</c:v>
                </c:pt>
                <c:pt idx="493">
                  <c:v>45278</c:v>
                </c:pt>
                <c:pt idx="494">
                  <c:v>45279</c:v>
                </c:pt>
                <c:pt idx="495">
                  <c:v>45280</c:v>
                </c:pt>
                <c:pt idx="496">
                  <c:v>45281</c:v>
                </c:pt>
                <c:pt idx="497">
                  <c:v>45282</c:v>
                </c:pt>
                <c:pt idx="498">
                  <c:v>45286</c:v>
                </c:pt>
                <c:pt idx="499">
                  <c:v>45287</c:v>
                </c:pt>
                <c:pt idx="500">
                  <c:v>45288</c:v>
                </c:pt>
                <c:pt idx="501">
                  <c:v>45289</c:v>
                </c:pt>
                <c:pt idx="502">
                  <c:v>45293</c:v>
                </c:pt>
                <c:pt idx="503">
                  <c:v>45294</c:v>
                </c:pt>
                <c:pt idx="504">
                  <c:v>45295</c:v>
                </c:pt>
                <c:pt idx="505">
                  <c:v>45296</c:v>
                </c:pt>
                <c:pt idx="506">
                  <c:v>45299</c:v>
                </c:pt>
                <c:pt idx="507">
                  <c:v>45300</c:v>
                </c:pt>
                <c:pt idx="508">
                  <c:v>45301</c:v>
                </c:pt>
                <c:pt idx="509">
                  <c:v>45302</c:v>
                </c:pt>
                <c:pt idx="510">
                  <c:v>45303</c:v>
                </c:pt>
                <c:pt idx="511">
                  <c:v>45307</c:v>
                </c:pt>
                <c:pt idx="512">
                  <c:v>45308</c:v>
                </c:pt>
                <c:pt idx="513">
                  <c:v>45309</c:v>
                </c:pt>
                <c:pt idx="514">
                  <c:v>45310</c:v>
                </c:pt>
                <c:pt idx="515">
                  <c:v>45313</c:v>
                </c:pt>
                <c:pt idx="516">
                  <c:v>45314</c:v>
                </c:pt>
                <c:pt idx="517">
                  <c:v>45315</c:v>
                </c:pt>
                <c:pt idx="518">
                  <c:v>45316</c:v>
                </c:pt>
                <c:pt idx="519">
                  <c:v>45317</c:v>
                </c:pt>
                <c:pt idx="520">
                  <c:v>45320</c:v>
                </c:pt>
                <c:pt idx="521">
                  <c:v>45321</c:v>
                </c:pt>
                <c:pt idx="522">
                  <c:v>45322</c:v>
                </c:pt>
                <c:pt idx="523">
                  <c:v>45323</c:v>
                </c:pt>
                <c:pt idx="524">
                  <c:v>45324</c:v>
                </c:pt>
                <c:pt idx="525">
                  <c:v>45327</c:v>
                </c:pt>
                <c:pt idx="526">
                  <c:v>45328</c:v>
                </c:pt>
                <c:pt idx="527">
                  <c:v>45329</c:v>
                </c:pt>
                <c:pt idx="528">
                  <c:v>45330</c:v>
                </c:pt>
                <c:pt idx="529">
                  <c:v>45331</c:v>
                </c:pt>
                <c:pt idx="530">
                  <c:v>45334</c:v>
                </c:pt>
                <c:pt idx="531">
                  <c:v>45335</c:v>
                </c:pt>
                <c:pt idx="532">
                  <c:v>45336</c:v>
                </c:pt>
                <c:pt idx="533">
                  <c:v>45337</c:v>
                </c:pt>
                <c:pt idx="534">
                  <c:v>45338</c:v>
                </c:pt>
                <c:pt idx="535">
                  <c:v>45342</c:v>
                </c:pt>
                <c:pt idx="536">
                  <c:v>45343</c:v>
                </c:pt>
                <c:pt idx="537">
                  <c:v>45344</c:v>
                </c:pt>
                <c:pt idx="538">
                  <c:v>45345</c:v>
                </c:pt>
                <c:pt idx="539">
                  <c:v>45348</c:v>
                </c:pt>
                <c:pt idx="540">
                  <c:v>45349</c:v>
                </c:pt>
                <c:pt idx="541">
                  <c:v>45350</c:v>
                </c:pt>
                <c:pt idx="542">
                  <c:v>45351</c:v>
                </c:pt>
                <c:pt idx="543">
                  <c:v>45352</c:v>
                </c:pt>
                <c:pt idx="544">
                  <c:v>45355</c:v>
                </c:pt>
                <c:pt idx="545">
                  <c:v>45356</c:v>
                </c:pt>
                <c:pt idx="546">
                  <c:v>45357</c:v>
                </c:pt>
                <c:pt idx="547">
                  <c:v>45358</c:v>
                </c:pt>
                <c:pt idx="548">
                  <c:v>45359</c:v>
                </c:pt>
                <c:pt idx="549">
                  <c:v>45362</c:v>
                </c:pt>
                <c:pt idx="550">
                  <c:v>45363</c:v>
                </c:pt>
                <c:pt idx="551">
                  <c:v>45364</c:v>
                </c:pt>
                <c:pt idx="552">
                  <c:v>45365</c:v>
                </c:pt>
                <c:pt idx="553">
                  <c:v>45366</c:v>
                </c:pt>
                <c:pt idx="554">
                  <c:v>45369</c:v>
                </c:pt>
                <c:pt idx="555">
                  <c:v>45370</c:v>
                </c:pt>
                <c:pt idx="556">
                  <c:v>45371</c:v>
                </c:pt>
                <c:pt idx="557">
                  <c:v>45372</c:v>
                </c:pt>
                <c:pt idx="558">
                  <c:v>45373</c:v>
                </c:pt>
                <c:pt idx="559">
                  <c:v>45376</c:v>
                </c:pt>
                <c:pt idx="560">
                  <c:v>45377</c:v>
                </c:pt>
                <c:pt idx="561">
                  <c:v>45378</c:v>
                </c:pt>
                <c:pt idx="562">
                  <c:v>45379</c:v>
                </c:pt>
                <c:pt idx="563">
                  <c:v>45383</c:v>
                </c:pt>
                <c:pt idx="564">
                  <c:v>45384</c:v>
                </c:pt>
                <c:pt idx="565">
                  <c:v>45385</c:v>
                </c:pt>
                <c:pt idx="566">
                  <c:v>45386</c:v>
                </c:pt>
                <c:pt idx="567">
                  <c:v>45387</c:v>
                </c:pt>
                <c:pt idx="568">
                  <c:v>45390</c:v>
                </c:pt>
                <c:pt idx="569">
                  <c:v>45391</c:v>
                </c:pt>
                <c:pt idx="570">
                  <c:v>45392</c:v>
                </c:pt>
                <c:pt idx="571">
                  <c:v>45393</c:v>
                </c:pt>
                <c:pt idx="572">
                  <c:v>45394</c:v>
                </c:pt>
                <c:pt idx="573">
                  <c:v>45397</c:v>
                </c:pt>
                <c:pt idx="574">
                  <c:v>45398</c:v>
                </c:pt>
                <c:pt idx="575">
                  <c:v>45399</c:v>
                </c:pt>
                <c:pt idx="576">
                  <c:v>45400</c:v>
                </c:pt>
                <c:pt idx="577">
                  <c:v>45401</c:v>
                </c:pt>
                <c:pt idx="578">
                  <c:v>45404</c:v>
                </c:pt>
                <c:pt idx="579">
                  <c:v>45405</c:v>
                </c:pt>
                <c:pt idx="580">
                  <c:v>45406</c:v>
                </c:pt>
                <c:pt idx="581">
                  <c:v>45407</c:v>
                </c:pt>
                <c:pt idx="582">
                  <c:v>45408</c:v>
                </c:pt>
                <c:pt idx="583">
                  <c:v>45411</c:v>
                </c:pt>
                <c:pt idx="584">
                  <c:v>45412</c:v>
                </c:pt>
                <c:pt idx="585">
                  <c:v>45413</c:v>
                </c:pt>
                <c:pt idx="586">
                  <c:v>45414</c:v>
                </c:pt>
                <c:pt idx="587">
                  <c:v>45415</c:v>
                </c:pt>
                <c:pt idx="588">
                  <c:v>45418</c:v>
                </c:pt>
                <c:pt idx="589">
                  <c:v>45419</c:v>
                </c:pt>
                <c:pt idx="590">
                  <c:v>45420</c:v>
                </c:pt>
                <c:pt idx="591">
                  <c:v>45421</c:v>
                </c:pt>
                <c:pt idx="592">
                  <c:v>45422</c:v>
                </c:pt>
                <c:pt idx="593">
                  <c:v>45425</c:v>
                </c:pt>
                <c:pt idx="594">
                  <c:v>45426</c:v>
                </c:pt>
                <c:pt idx="595">
                  <c:v>45427</c:v>
                </c:pt>
                <c:pt idx="596">
                  <c:v>45428</c:v>
                </c:pt>
                <c:pt idx="597">
                  <c:v>45429</c:v>
                </c:pt>
                <c:pt idx="598">
                  <c:v>45432</c:v>
                </c:pt>
                <c:pt idx="599">
                  <c:v>45433</c:v>
                </c:pt>
                <c:pt idx="600">
                  <c:v>45434</c:v>
                </c:pt>
                <c:pt idx="601">
                  <c:v>45435</c:v>
                </c:pt>
                <c:pt idx="602">
                  <c:v>45436</c:v>
                </c:pt>
                <c:pt idx="603">
                  <c:v>45440</c:v>
                </c:pt>
                <c:pt idx="604">
                  <c:v>45441</c:v>
                </c:pt>
                <c:pt idx="605">
                  <c:v>45442</c:v>
                </c:pt>
                <c:pt idx="606">
                  <c:v>45443</c:v>
                </c:pt>
                <c:pt idx="607">
                  <c:v>45446</c:v>
                </c:pt>
                <c:pt idx="608">
                  <c:v>45447</c:v>
                </c:pt>
                <c:pt idx="609">
                  <c:v>45448</c:v>
                </c:pt>
                <c:pt idx="610">
                  <c:v>45449</c:v>
                </c:pt>
                <c:pt idx="611">
                  <c:v>45450</c:v>
                </c:pt>
                <c:pt idx="612">
                  <c:v>45453</c:v>
                </c:pt>
                <c:pt idx="613">
                  <c:v>45454</c:v>
                </c:pt>
                <c:pt idx="614">
                  <c:v>45455</c:v>
                </c:pt>
                <c:pt idx="615">
                  <c:v>45456</c:v>
                </c:pt>
                <c:pt idx="616">
                  <c:v>45457</c:v>
                </c:pt>
                <c:pt idx="617">
                  <c:v>45460</c:v>
                </c:pt>
                <c:pt idx="618">
                  <c:v>45461</c:v>
                </c:pt>
                <c:pt idx="619">
                  <c:v>45463</c:v>
                </c:pt>
                <c:pt idx="620">
                  <c:v>45464</c:v>
                </c:pt>
                <c:pt idx="621">
                  <c:v>45467</c:v>
                </c:pt>
                <c:pt idx="622">
                  <c:v>45468</c:v>
                </c:pt>
                <c:pt idx="623">
                  <c:v>45469</c:v>
                </c:pt>
                <c:pt idx="624">
                  <c:v>45470</c:v>
                </c:pt>
                <c:pt idx="625">
                  <c:v>45471</c:v>
                </c:pt>
                <c:pt idx="626">
                  <c:v>45474</c:v>
                </c:pt>
                <c:pt idx="627">
                  <c:v>45475</c:v>
                </c:pt>
                <c:pt idx="628">
                  <c:v>45476</c:v>
                </c:pt>
                <c:pt idx="629">
                  <c:v>45478</c:v>
                </c:pt>
                <c:pt idx="630">
                  <c:v>45481</c:v>
                </c:pt>
                <c:pt idx="631">
                  <c:v>45482</c:v>
                </c:pt>
                <c:pt idx="632">
                  <c:v>45483</c:v>
                </c:pt>
                <c:pt idx="633">
                  <c:v>45484</c:v>
                </c:pt>
                <c:pt idx="634">
                  <c:v>45485</c:v>
                </c:pt>
                <c:pt idx="635">
                  <c:v>45488</c:v>
                </c:pt>
                <c:pt idx="636">
                  <c:v>45489</c:v>
                </c:pt>
                <c:pt idx="637">
                  <c:v>45490</c:v>
                </c:pt>
                <c:pt idx="638">
                  <c:v>45491</c:v>
                </c:pt>
                <c:pt idx="639">
                  <c:v>45492</c:v>
                </c:pt>
                <c:pt idx="640">
                  <c:v>45495</c:v>
                </c:pt>
                <c:pt idx="641">
                  <c:v>45496</c:v>
                </c:pt>
                <c:pt idx="642">
                  <c:v>45497</c:v>
                </c:pt>
                <c:pt idx="643">
                  <c:v>45498</c:v>
                </c:pt>
                <c:pt idx="644">
                  <c:v>45499</c:v>
                </c:pt>
                <c:pt idx="645">
                  <c:v>45502</c:v>
                </c:pt>
                <c:pt idx="646">
                  <c:v>45503</c:v>
                </c:pt>
                <c:pt idx="647">
                  <c:v>45504</c:v>
                </c:pt>
                <c:pt idx="648">
                  <c:v>45505</c:v>
                </c:pt>
                <c:pt idx="649">
                  <c:v>45506</c:v>
                </c:pt>
                <c:pt idx="650">
                  <c:v>45509</c:v>
                </c:pt>
                <c:pt idx="651">
                  <c:v>45510</c:v>
                </c:pt>
                <c:pt idx="652">
                  <c:v>45511</c:v>
                </c:pt>
                <c:pt idx="653">
                  <c:v>45512</c:v>
                </c:pt>
                <c:pt idx="654">
                  <c:v>45513</c:v>
                </c:pt>
                <c:pt idx="655">
                  <c:v>45516</c:v>
                </c:pt>
                <c:pt idx="656">
                  <c:v>45517</c:v>
                </c:pt>
                <c:pt idx="657">
                  <c:v>45518</c:v>
                </c:pt>
                <c:pt idx="658">
                  <c:v>45519</c:v>
                </c:pt>
                <c:pt idx="659">
                  <c:v>45520</c:v>
                </c:pt>
                <c:pt idx="660">
                  <c:v>45523</c:v>
                </c:pt>
                <c:pt idx="661">
                  <c:v>45524</c:v>
                </c:pt>
                <c:pt idx="662">
                  <c:v>45525</c:v>
                </c:pt>
                <c:pt idx="663">
                  <c:v>45526</c:v>
                </c:pt>
                <c:pt idx="664">
                  <c:v>45527</c:v>
                </c:pt>
                <c:pt idx="665">
                  <c:v>45530</c:v>
                </c:pt>
                <c:pt idx="666">
                  <c:v>45531</c:v>
                </c:pt>
                <c:pt idx="667">
                  <c:v>45532</c:v>
                </c:pt>
                <c:pt idx="668">
                  <c:v>45533</c:v>
                </c:pt>
                <c:pt idx="669">
                  <c:v>45534</c:v>
                </c:pt>
                <c:pt idx="670">
                  <c:v>45538</c:v>
                </c:pt>
                <c:pt idx="671">
                  <c:v>45539</c:v>
                </c:pt>
                <c:pt idx="672">
                  <c:v>45540</c:v>
                </c:pt>
                <c:pt idx="673">
                  <c:v>45541</c:v>
                </c:pt>
                <c:pt idx="674">
                  <c:v>45544</c:v>
                </c:pt>
                <c:pt idx="675">
                  <c:v>45545</c:v>
                </c:pt>
                <c:pt idx="676">
                  <c:v>45546</c:v>
                </c:pt>
                <c:pt idx="677">
                  <c:v>45547</c:v>
                </c:pt>
                <c:pt idx="678">
                  <c:v>45548</c:v>
                </c:pt>
                <c:pt idx="679">
                  <c:v>45551</c:v>
                </c:pt>
                <c:pt idx="680">
                  <c:v>45552</c:v>
                </c:pt>
                <c:pt idx="681">
                  <c:v>45553</c:v>
                </c:pt>
                <c:pt idx="682">
                  <c:v>45554</c:v>
                </c:pt>
                <c:pt idx="683">
                  <c:v>45555</c:v>
                </c:pt>
                <c:pt idx="684">
                  <c:v>45558</c:v>
                </c:pt>
                <c:pt idx="685">
                  <c:v>45559</c:v>
                </c:pt>
                <c:pt idx="686">
                  <c:v>45560</c:v>
                </c:pt>
                <c:pt idx="687">
                  <c:v>45561</c:v>
                </c:pt>
                <c:pt idx="688">
                  <c:v>45562</c:v>
                </c:pt>
                <c:pt idx="689">
                  <c:v>45565</c:v>
                </c:pt>
                <c:pt idx="690">
                  <c:v>45566</c:v>
                </c:pt>
                <c:pt idx="691">
                  <c:v>45567</c:v>
                </c:pt>
                <c:pt idx="692">
                  <c:v>45568</c:v>
                </c:pt>
                <c:pt idx="693">
                  <c:v>45569</c:v>
                </c:pt>
                <c:pt idx="694">
                  <c:v>45572</c:v>
                </c:pt>
                <c:pt idx="695">
                  <c:v>45573</c:v>
                </c:pt>
                <c:pt idx="696">
                  <c:v>45574</c:v>
                </c:pt>
                <c:pt idx="697">
                  <c:v>45575</c:v>
                </c:pt>
                <c:pt idx="698">
                  <c:v>45576</c:v>
                </c:pt>
                <c:pt idx="699">
                  <c:v>45579</c:v>
                </c:pt>
                <c:pt idx="700">
                  <c:v>45580</c:v>
                </c:pt>
                <c:pt idx="701">
                  <c:v>45581</c:v>
                </c:pt>
                <c:pt idx="702">
                  <c:v>45582</c:v>
                </c:pt>
                <c:pt idx="703">
                  <c:v>45583</c:v>
                </c:pt>
                <c:pt idx="704">
                  <c:v>45586</c:v>
                </c:pt>
                <c:pt idx="705">
                  <c:v>45587</c:v>
                </c:pt>
                <c:pt idx="706">
                  <c:v>45588</c:v>
                </c:pt>
                <c:pt idx="707">
                  <c:v>45589</c:v>
                </c:pt>
                <c:pt idx="708">
                  <c:v>45590</c:v>
                </c:pt>
                <c:pt idx="709">
                  <c:v>45593</c:v>
                </c:pt>
                <c:pt idx="710">
                  <c:v>45594</c:v>
                </c:pt>
                <c:pt idx="711">
                  <c:v>45595</c:v>
                </c:pt>
                <c:pt idx="712">
                  <c:v>45596</c:v>
                </c:pt>
                <c:pt idx="713">
                  <c:v>45597</c:v>
                </c:pt>
                <c:pt idx="714">
                  <c:v>45600</c:v>
                </c:pt>
                <c:pt idx="715">
                  <c:v>45601</c:v>
                </c:pt>
                <c:pt idx="716">
                  <c:v>45602</c:v>
                </c:pt>
                <c:pt idx="717">
                  <c:v>45603</c:v>
                </c:pt>
                <c:pt idx="718">
                  <c:v>45604</c:v>
                </c:pt>
                <c:pt idx="719">
                  <c:v>45607</c:v>
                </c:pt>
                <c:pt idx="720">
                  <c:v>45608</c:v>
                </c:pt>
                <c:pt idx="721">
                  <c:v>45609</c:v>
                </c:pt>
                <c:pt idx="722">
                  <c:v>45610</c:v>
                </c:pt>
                <c:pt idx="723">
                  <c:v>45611</c:v>
                </c:pt>
                <c:pt idx="724">
                  <c:v>45614</c:v>
                </c:pt>
                <c:pt idx="725">
                  <c:v>45615</c:v>
                </c:pt>
                <c:pt idx="726">
                  <c:v>45616</c:v>
                </c:pt>
                <c:pt idx="727">
                  <c:v>45617</c:v>
                </c:pt>
                <c:pt idx="728">
                  <c:v>45618</c:v>
                </c:pt>
                <c:pt idx="729">
                  <c:v>45621</c:v>
                </c:pt>
                <c:pt idx="730">
                  <c:v>45622</c:v>
                </c:pt>
                <c:pt idx="731">
                  <c:v>45623</c:v>
                </c:pt>
                <c:pt idx="732">
                  <c:v>45625</c:v>
                </c:pt>
                <c:pt idx="733">
                  <c:v>45628</c:v>
                </c:pt>
                <c:pt idx="734">
                  <c:v>45629</c:v>
                </c:pt>
                <c:pt idx="735">
                  <c:v>45630</c:v>
                </c:pt>
                <c:pt idx="736">
                  <c:v>45631</c:v>
                </c:pt>
                <c:pt idx="737">
                  <c:v>45632</c:v>
                </c:pt>
                <c:pt idx="738">
                  <c:v>45635</c:v>
                </c:pt>
                <c:pt idx="739">
                  <c:v>45636</c:v>
                </c:pt>
                <c:pt idx="740">
                  <c:v>45637</c:v>
                </c:pt>
                <c:pt idx="741">
                  <c:v>45638</c:v>
                </c:pt>
                <c:pt idx="742">
                  <c:v>45639</c:v>
                </c:pt>
                <c:pt idx="743">
                  <c:v>45642</c:v>
                </c:pt>
                <c:pt idx="744">
                  <c:v>45643</c:v>
                </c:pt>
                <c:pt idx="745">
                  <c:v>45644</c:v>
                </c:pt>
                <c:pt idx="746">
                  <c:v>45645</c:v>
                </c:pt>
                <c:pt idx="747">
                  <c:v>45646</c:v>
                </c:pt>
                <c:pt idx="748">
                  <c:v>45649</c:v>
                </c:pt>
                <c:pt idx="749">
                  <c:v>45650</c:v>
                </c:pt>
                <c:pt idx="750">
                  <c:v>45652</c:v>
                </c:pt>
                <c:pt idx="751">
                  <c:v>45653</c:v>
                </c:pt>
                <c:pt idx="752">
                  <c:v>45656</c:v>
                </c:pt>
                <c:pt idx="753">
                  <c:v>45657</c:v>
                </c:pt>
                <c:pt idx="754">
                  <c:v>45659</c:v>
                </c:pt>
                <c:pt idx="755">
                  <c:v>45660</c:v>
                </c:pt>
                <c:pt idx="756">
                  <c:v>45663</c:v>
                </c:pt>
                <c:pt idx="757">
                  <c:v>45664</c:v>
                </c:pt>
                <c:pt idx="758">
                  <c:v>45665</c:v>
                </c:pt>
                <c:pt idx="759">
                  <c:v>45667</c:v>
                </c:pt>
                <c:pt idx="760">
                  <c:v>45670</c:v>
                </c:pt>
                <c:pt idx="761">
                  <c:v>45671</c:v>
                </c:pt>
                <c:pt idx="762">
                  <c:v>45672</c:v>
                </c:pt>
                <c:pt idx="763">
                  <c:v>45673</c:v>
                </c:pt>
                <c:pt idx="764">
                  <c:v>45674</c:v>
                </c:pt>
                <c:pt idx="765">
                  <c:v>45678</c:v>
                </c:pt>
                <c:pt idx="766">
                  <c:v>45679</c:v>
                </c:pt>
                <c:pt idx="767">
                  <c:v>45680</c:v>
                </c:pt>
                <c:pt idx="768">
                  <c:v>45681</c:v>
                </c:pt>
                <c:pt idx="769">
                  <c:v>45684</c:v>
                </c:pt>
                <c:pt idx="770">
                  <c:v>45685</c:v>
                </c:pt>
                <c:pt idx="771">
                  <c:v>45686</c:v>
                </c:pt>
                <c:pt idx="772">
                  <c:v>45687</c:v>
                </c:pt>
                <c:pt idx="773">
                  <c:v>45688</c:v>
                </c:pt>
                <c:pt idx="774">
                  <c:v>45691</c:v>
                </c:pt>
                <c:pt idx="775">
                  <c:v>45692</c:v>
                </c:pt>
                <c:pt idx="776">
                  <c:v>45693</c:v>
                </c:pt>
                <c:pt idx="777">
                  <c:v>45694</c:v>
                </c:pt>
                <c:pt idx="778">
                  <c:v>45695</c:v>
                </c:pt>
                <c:pt idx="779">
                  <c:v>45698</c:v>
                </c:pt>
                <c:pt idx="780">
                  <c:v>45699</c:v>
                </c:pt>
                <c:pt idx="781">
                  <c:v>45700</c:v>
                </c:pt>
                <c:pt idx="782">
                  <c:v>45701</c:v>
                </c:pt>
                <c:pt idx="783">
                  <c:v>45702</c:v>
                </c:pt>
                <c:pt idx="784">
                  <c:v>45706</c:v>
                </c:pt>
                <c:pt idx="785">
                  <c:v>45707</c:v>
                </c:pt>
                <c:pt idx="786">
                  <c:v>45708</c:v>
                </c:pt>
                <c:pt idx="787">
                  <c:v>45709</c:v>
                </c:pt>
                <c:pt idx="788">
                  <c:v>45712</c:v>
                </c:pt>
                <c:pt idx="789">
                  <c:v>45713</c:v>
                </c:pt>
                <c:pt idx="790">
                  <c:v>45714</c:v>
                </c:pt>
                <c:pt idx="791">
                  <c:v>45715</c:v>
                </c:pt>
                <c:pt idx="792">
                  <c:v>45716</c:v>
                </c:pt>
                <c:pt idx="793">
                  <c:v>45719</c:v>
                </c:pt>
                <c:pt idx="794">
                  <c:v>45720</c:v>
                </c:pt>
                <c:pt idx="795">
                  <c:v>45721</c:v>
                </c:pt>
                <c:pt idx="796">
                  <c:v>45722</c:v>
                </c:pt>
                <c:pt idx="797">
                  <c:v>45723</c:v>
                </c:pt>
                <c:pt idx="798">
                  <c:v>45726</c:v>
                </c:pt>
                <c:pt idx="799">
                  <c:v>45727</c:v>
                </c:pt>
                <c:pt idx="800">
                  <c:v>45728</c:v>
                </c:pt>
                <c:pt idx="801">
                  <c:v>45729</c:v>
                </c:pt>
                <c:pt idx="802">
                  <c:v>45730</c:v>
                </c:pt>
                <c:pt idx="803">
                  <c:v>45733</c:v>
                </c:pt>
                <c:pt idx="804">
                  <c:v>45734</c:v>
                </c:pt>
                <c:pt idx="805">
                  <c:v>45735</c:v>
                </c:pt>
                <c:pt idx="806">
                  <c:v>45736</c:v>
                </c:pt>
                <c:pt idx="807">
                  <c:v>45737</c:v>
                </c:pt>
                <c:pt idx="808">
                  <c:v>45740</c:v>
                </c:pt>
                <c:pt idx="809">
                  <c:v>45741</c:v>
                </c:pt>
                <c:pt idx="810">
                  <c:v>45742</c:v>
                </c:pt>
                <c:pt idx="811">
                  <c:v>45743</c:v>
                </c:pt>
                <c:pt idx="812">
                  <c:v>45744</c:v>
                </c:pt>
                <c:pt idx="813">
                  <c:v>45747</c:v>
                </c:pt>
                <c:pt idx="814">
                  <c:v>45748</c:v>
                </c:pt>
                <c:pt idx="815">
                  <c:v>45749</c:v>
                </c:pt>
                <c:pt idx="816">
                  <c:v>45750</c:v>
                </c:pt>
                <c:pt idx="817">
                  <c:v>45751</c:v>
                </c:pt>
                <c:pt idx="818">
                  <c:v>45754</c:v>
                </c:pt>
                <c:pt idx="819">
                  <c:v>45755</c:v>
                </c:pt>
                <c:pt idx="820">
                  <c:v>45756</c:v>
                </c:pt>
                <c:pt idx="821">
                  <c:v>45757</c:v>
                </c:pt>
                <c:pt idx="822">
                  <c:v>45758</c:v>
                </c:pt>
                <c:pt idx="823">
                  <c:v>45761</c:v>
                </c:pt>
                <c:pt idx="824">
                  <c:v>45762</c:v>
                </c:pt>
                <c:pt idx="825">
                  <c:v>45763</c:v>
                </c:pt>
                <c:pt idx="826">
                  <c:v>45764</c:v>
                </c:pt>
                <c:pt idx="827">
                  <c:v>45768</c:v>
                </c:pt>
                <c:pt idx="828">
                  <c:v>45769</c:v>
                </c:pt>
                <c:pt idx="829">
                  <c:v>45770</c:v>
                </c:pt>
                <c:pt idx="830">
                  <c:v>45771</c:v>
                </c:pt>
                <c:pt idx="831">
                  <c:v>45772</c:v>
                </c:pt>
                <c:pt idx="832">
                  <c:v>45775</c:v>
                </c:pt>
                <c:pt idx="833">
                  <c:v>45776</c:v>
                </c:pt>
                <c:pt idx="834">
                  <c:v>45777</c:v>
                </c:pt>
                <c:pt idx="835">
                  <c:v>45778</c:v>
                </c:pt>
                <c:pt idx="836">
                  <c:v>45779</c:v>
                </c:pt>
                <c:pt idx="837">
                  <c:v>45782</c:v>
                </c:pt>
                <c:pt idx="838">
                  <c:v>45783</c:v>
                </c:pt>
                <c:pt idx="839">
                  <c:v>45784</c:v>
                </c:pt>
                <c:pt idx="840">
                  <c:v>45785</c:v>
                </c:pt>
                <c:pt idx="841">
                  <c:v>45786</c:v>
                </c:pt>
                <c:pt idx="842">
                  <c:v>45789</c:v>
                </c:pt>
                <c:pt idx="843">
                  <c:v>45790</c:v>
                </c:pt>
                <c:pt idx="844">
                  <c:v>45791</c:v>
                </c:pt>
                <c:pt idx="845">
                  <c:v>45792</c:v>
                </c:pt>
                <c:pt idx="846">
                  <c:v>45793</c:v>
                </c:pt>
                <c:pt idx="847">
                  <c:v>45796</c:v>
                </c:pt>
                <c:pt idx="848">
                  <c:v>45797</c:v>
                </c:pt>
                <c:pt idx="849">
                  <c:v>45798</c:v>
                </c:pt>
                <c:pt idx="850">
                  <c:v>45799</c:v>
                </c:pt>
                <c:pt idx="851">
                  <c:v>45800</c:v>
                </c:pt>
                <c:pt idx="852">
                  <c:v>45804</c:v>
                </c:pt>
                <c:pt idx="853">
                  <c:v>45805</c:v>
                </c:pt>
                <c:pt idx="854">
                  <c:v>45806</c:v>
                </c:pt>
                <c:pt idx="855">
                  <c:v>45807</c:v>
                </c:pt>
                <c:pt idx="856">
                  <c:v>45810</c:v>
                </c:pt>
                <c:pt idx="857">
                  <c:v>45811</c:v>
                </c:pt>
                <c:pt idx="858">
                  <c:v>45812</c:v>
                </c:pt>
                <c:pt idx="859">
                  <c:v>45813</c:v>
                </c:pt>
                <c:pt idx="860">
                  <c:v>45814</c:v>
                </c:pt>
                <c:pt idx="861">
                  <c:v>45817</c:v>
                </c:pt>
                <c:pt idx="862">
                  <c:v>45818</c:v>
                </c:pt>
                <c:pt idx="863">
                  <c:v>45819</c:v>
                </c:pt>
                <c:pt idx="864">
                  <c:v>45820</c:v>
                </c:pt>
                <c:pt idx="865">
                  <c:v>45821</c:v>
                </c:pt>
                <c:pt idx="866">
                  <c:v>45824</c:v>
                </c:pt>
                <c:pt idx="867">
                  <c:v>45825</c:v>
                </c:pt>
                <c:pt idx="868">
                  <c:v>45826</c:v>
                </c:pt>
                <c:pt idx="869">
                  <c:v>45828</c:v>
                </c:pt>
                <c:pt idx="870">
                  <c:v>45831</c:v>
                </c:pt>
                <c:pt idx="871">
                  <c:v>45832</c:v>
                </c:pt>
                <c:pt idx="872">
                  <c:v>45833</c:v>
                </c:pt>
                <c:pt idx="873">
                  <c:v>45834</c:v>
                </c:pt>
                <c:pt idx="874">
                  <c:v>45835</c:v>
                </c:pt>
                <c:pt idx="875">
                  <c:v>45838</c:v>
                </c:pt>
                <c:pt idx="876">
                  <c:v>45839</c:v>
                </c:pt>
                <c:pt idx="877">
                  <c:v>45840</c:v>
                </c:pt>
                <c:pt idx="878">
                  <c:v>45841</c:v>
                </c:pt>
                <c:pt idx="879">
                  <c:v>45845</c:v>
                </c:pt>
                <c:pt idx="880">
                  <c:v>45846</c:v>
                </c:pt>
                <c:pt idx="881">
                  <c:v>45847</c:v>
                </c:pt>
                <c:pt idx="882">
                  <c:v>45848</c:v>
                </c:pt>
                <c:pt idx="883">
                  <c:v>45849</c:v>
                </c:pt>
                <c:pt idx="884">
                  <c:v>45852</c:v>
                </c:pt>
                <c:pt idx="885">
                  <c:v>45853</c:v>
                </c:pt>
                <c:pt idx="886">
                  <c:v>45854</c:v>
                </c:pt>
                <c:pt idx="887">
                  <c:v>45855</c:v>
                </c:pt>
                <c:pt idx="888">
                  <c:v>45856</c:v>
                </c:pt>
                <c:pt idx="889">
                  <c:v>45859</c:v>
                </c:pt>
                <c:pt idx="890">
                  <c:v>45860</c:v>
                </c:pt>
                <c:pt idx="891">
                  <c:v>45861</c:v>
                </c:pt>
                <c:pt idx="892">
                  <c:v>45862</c:v>
                </c:pt>
                <c:pt idx="893">
                  <c:v>45863</c:v>
                </c:pt>
                <c:pt idx="894">
                  <c:v>45866</c:v>
                </c:pt>
                <c:pt idx="895">
                  <c:v>45867</c:v>
                </c:pt>
                <c:pt idx="896">
                  <c:v>45868</c:v>
                </c:pt>
                <c:pt idx="897">
                  <c:v>45869</c:v>
                </c:pt>
                <c:pt idx="898">
                  <c:v>45870</c:v>
                </c:pt>
                <c:pt idx="899">
                  <c:v>45873</c:v>
                </c:pt>
                <c:pt idx="900">
                  <c:v>45874</c:v>
                </c:pt>
                <c:pt idx="901">
                  <c:v>45875</c:v>
                </c:pt>
                <c:pt idx="902">
                  <c:v>45876</c:v>
                </c:pt>
                <c:pt idx="903">
                  <c:v>45877</c:v>
                </c:pt>
                <c:pt idx="904">
                  <c:v>45880</c:v>
                </c:pt>
                <c:pt idx="905">
                  <c:v>45881</c:v>
                </c:pt>
                <c:pt idx="906">
                  <c:v>45882</c:v>
                </c:pt>
                <c:pt idx="907">
                  <c:v>45883</c:v>
                </c:pt>
                <c:pt idx="908">
                  <c:v>45884</c:v>
                </c:pt>
                <c:pt idx="909">
                  <c:v>45887</c:v>
                </c:pt>
                <c:pt idx="910">
                  <c:v>45888</c:v>
                </c:pt>
                <c:pt idx="911">
                  <c:v>45889</c:v>
                </c:pt>
                <c:pt idx="912">
                  <c:v>45890</c:v>
                </c:pt>
                <c:pt idx="913">
                  <c:v>45891</c:v>
                </c:pt>
                <c:pt idx="914">
                  <c:v>45894</c:v>
                </c:pt>
                <c:pt idx="915">
                  <c:v>45895</c:v>
                </c:pt>
                <c:pt idx="916">
                  <c:v>45896</c:v>
                </c:pt>
                <c:pt idx="917">
                  <c:v>45897</c:v>
                </c:pt>
                <c:pt idx="918">
                  <c:v>45898</c:v>
                </c:pt>
                <c:pt idx="919">
                  <c:v>45902</c:v>
                </c:pt>
                <c:pt idx="920">
                  <c:v>45903</c:v>
                </c:pt>
                <c:pt idx="921">
                  <c:v>45904</c:v>
                </c:pt>
                <c:pt idx="922">
                  <c:v>45905</c:v>
                </c:pt>
                <c:pt idx="923">
                  <c:v>45908</c:v>
                </c:pt>
                <c:pt idx="924">
                  <c:v>45909</c:v>
                </c:pt>
                <c:pt idx="925">
                  <c:v>45910</c:v>
                </c:pt>
                <c:pt idx="926">
                  <c:v>45911</c:v>
                </c:pt>
                <c:pt idx="927">
                  <c:v>45912</c:v>
                </c:pt>
                <c:pt idx="928">
                  <c:v>45915</c:v>
                </c:pt>
                <c:pt idx="929">
                  <c:v>45916</c:v>
                </c:pt>
                <c:pt idx="930">
                  <c:v>45917</c:v>
                </c:pt>
                <c:pt idx="931">
                  <c:v>45918</c:v>
                </c:pt>
                <c:pt idx="932">
                  <c:v>45919</c:v>
                </c:pt>
                <c:pt idx="933">
                  <c:v>45922</c:v>
                </c:pt>
                <c:pt idx="934">
                  <c:v>45923</c:v>
                </c:pt>
                <c:pt idx="935">
                  <c:v>45924</c:v>
                </c:pt>
                <c:pt idx="936">
                  <c:v>45925</c:v>
                </c:pt>
                <c:pt idx="937">
                  <c:v>45926</c:v>
                </c:pt>
                <c:pt idx="938">
                  <c:v>45929</c:v>
                </c:pt>
                <c:pt idx="939">
                  <c:v>45930</c:v>
                </c:pt>
                <c:pt idx="940">
                  <c:v>45931</c:v>
                </c:pt>
                <c:pt idx="941">
                  <c:v>45932</c:v>
                </c:pt>
                <c:pt idx="942">
                  <c:v>45933</c:v>
                </c:pt>
                <c:pt idx="943">
                  <c:v>45936</c:v>
                </c:pt>
                <c:pt idx="944">
                  <c:v>45937</c:v>
                </c:pt>
                <c:pt idx="945">
                  <c:v>45938</c:v>
                </c:pt>
                <c:pt idx="946">
                  <c:v>45939</c:v>
                </c:pt>
                <c:pt idx="947">
                  <c:v>45940</c:v>
                </c:pt>
                <c:pt idx="948">
                  <c:v>45943</c:v>
                </c:pt>
                <c:pt idx="949">
                  <c:v>45944</c:v>
                </c:pt>
                <c:pt idx="950">
                  <c:v>45945</c:v>
                </c:pt>
                <c:pt idx="951">
                  <c:v>45946</c:v>
                </c:pt>
                <c:pt idx="952">
                  <c:v>45947</c:v>
                </c:pt>
                <c:pt idx="953">
                  <c:v>45950</c:v>
                </c:pt>
                <c:pt idx="954">
                  <c:v>45951</c:v>
                </c:pt>
                <c:pt idx="955">
                  <c:v>45952</c:v>
                </c:pt>
                <c:pt idx="956">
                  <c:v>45953</c:v>
                </c:pt>
                <c:pt idx="957">
                  <c:v>45954</c:v>
                </c:pt>
                <c:pt idx="958">
                  <c:v>45957</c:v>
                </c:pt>
                <c:pt idx="959">
                  <c:v>45958</c:v>
                </c:pt>
                <c:pt idx="960">
                  <c:v>45959</c:v>
                </c:pt>
                <c:pt idx="961">
                  <c:v>45960</c:v>
                </c:pt>
                <c:pt idx="962">
                  <c:v>45961</c:v>
                </c:pt>
                <c:pt idx="963">
                  <c:v>45964</c:v>
                </c:pt>
                <c:pt idx="964">
                  <c:v>45965</c:v>
                </c:pt>
                <c:pt idx="965">
                  <c:v>45966</c:v>
                </c:pt>
                <c:pt idx="966">
                  <c:v>45967</c:v>
                </c:pt>
                <c:pt idx="967">
                  <c:v>45968</c:v>
                </c:pt>
                <c:pt idx="968">
                  <c:v>45971</c:v>
                </c:pt>
                <c:pt idx="969">
                  <c:v>45972</c:v>
                </c:pt>
                <c:pt idx="970">
                  <c:v>45973</c:v>
                </c:pt>
                <c:pt idx="971">
                  <c:v>45974</c:v>
                </c:pt>
                <c:pt idx="972">
                  <c:v>45975</c:v>
                </c:pt>
                <c:pt idx="973">
                  <c:v>45978</c:v>
                </c:pt>
                <c:pt idx="974">
                  <c:v>45979</c:v>
                </c:pt>
                <c:pt idx="975">
                  <c:v>45980</c:v>
                </c:pt>
                <c:pt idx="976">
                  <c:v>45981</c:v>
                </c:pt>
                <c:pt idx="977">
                  <c:v>45982</c:v>
                </c:pt>
                <c:pt idx="978">
                  <c:v>45985</c:v>
                </c:pt>
                <c:pt idx="979">
                  <c:v>45986</c:v>
                </c:pt>
                <c:pt idx="980">
                  <c:v>45987</c:v>
                </c:pt>
                <c:pt idx="981">
                  <c:v>45989</c:v>
                </c:pt>
                <c:pt idx="982">
                  <c:v>45992</c:v>
                </c:pt>
                <c:pt idx="983">
                  <c:v>45993</c:v>
                </c:pt>
                <c:pt idx="984">
                  <c:v>45994</c:v>
                </c:pt>
                <c:pt idx="985">
                  <c:v>45995</c:v>
                </c:pt>
                <c:pt idx="986">
                  <c:v>45996</c:v>
                </c:pt>
                <c:pt idx="987">
                  <c:v>45999</c:v>
                </c:pt>
                <c:pt idx="988">
                  <c:v>46000</c:v>
                </c:pt>
                <c:pt idx="989">
                  <c:v>46001</c:v>
                </c:pt>
                <c:pt idx="990">
                  <c:v>46002</c:v>
                </c:pt>
                <c:pt idx="991">
                  <c:v>46003</c:v>
                </c:pt>
                <c:pt idx="992">
                  <c:v>46006</c:v>
                </c:pt>
                <c:pt idx="993">
                  <c:v>46007</c:v>
                </c:pt>
                <c:pt idx="994">
                  <c:v>46008</c:v>
                </c:pt>
                <c:pt idx="995">
                  <c:v>46009</c:v>
                </c:pt>
                <c:pt idx="996">
                  <c:v>46010</c:v>
                </c:pt>
                <c:pt idx="997">
                  <c:v>46013</c:v>
                </c:pt>
                <c:pt idx="998">
                  <c:v>46014</c:v>
                </c:pt>
                <c:pt idx="999">
                  <c:v>46015</c:v>
                </c:pt>
                <c:pt idx="1000">
                  <c:v>46017</c:v>
                </c:pt>
                <c:pt idx="1001">
                  <c:v>46020</c:v>
                </c:pt>
                <c:pt idx="1002">
                  <c:v>46021</c:v>
                </c:pt>
                <c:pt idx="1003">
                  <c:v>46022</c:v>
                </c:pt>
                <c:pt idx="1004">
                  <c:v>46024</c:v>
                </c:pt>
                <c:pt idx="1005">
                  <c:v>46027</c:v>
                </c:pt>
                <c:pt idx="1006">
                  <c:v>46028</c:v>
                </c:pt>
                <c:pt idx="1007">
                  <c:v>46029</c:v>
                </c:pt>
                <c:pt idx="1008">
                  <c:v>46030</c:v>
                </c:pt>
                <c:pt idx="1009">
                  <c:v>46031</c:v>
                </c:pt>
                <c:pt idx="1010">
                  <c:v>46034</c:v>
                </c:pt>
                <c:pt idx="1011">
                  <c:v>46035</c:v>
                </c:pt>
                <c:pt idx="1012">
                  <c:v>46036</c:v>
                </c:pt>
                <c:pt idx="1013">
                  <c:v>46037</c:v>
                </c:pt>
                <c:pt idx="1014">
                  <c:v>46038</c:v>
                </c:pt>
                <c:pt idx="1015">
                  <c:v>46042</c:v>
                </c:pt>
                <c:pt idx="1016">
                  <c:v>46043</c:v>
                </c:pt>
                <c:pt idx="1017">
                  <c:v>46044</c:v>
                </c:pt>
                <c:pt idx="1018">
                  <c:v>46045</c:v>
                </c:pt>
                <c:pt idx="1019">
                  <c:v>46048</c:v>
                </c:pt>
                <c:pt idx="1020">
                  <c:v>46049</c:v>
                </c:pt>
                <c:pt idx="1021">
                  <c:v>46050</c:v>
                </c:pt>
                <c:pt idx="1022">
                  <c:v>46051</c:v>
                </c:pt>
                <c:pt idx="1023">
                  <c:v>46052</c:v>
                </c:pt>
                <c:pt idx="1024">
                  <c:v>46055</c:v>
                </c:pt>
                <c:pt idx="1025">
                  <c:v>46056</c:v>
                </c:pt>
                <c:pt idx="1026">
                  <c:v>46057</c:v>
                </c:pt>
                <c:pt idx="1027">
                  <c:v>46058</c:v>
                </c:pt>
                <c:pt idx="1028">
                  <c:v>46059</c:v>
                </c:pt>
                <c:pt idx="1029">
                  <c:v>46062</c:v>
                </c:pt>
                <c:pt idx="1030">
                  <c:v>46063</c:v>
                </c:pt>
                <c:pt idx="1031">
                  <c:v>46064</c:v>
                </c:pt>
                <c:pt idx="1032">
                  <c:v>46065</c:v>
                </c:pt>
                <c:pt idx="1033">
                  <c:v>46066</c:v>
                </c:pt>
                <c:pt idx="1034">
                  <c:v>46070</c:v>
                </c:pt>
                <c:pt idx="1035">
                  <c:v>46071</c:v>
                </c:pt>
                <c:pt idx="1036">
                  <c:v>46072</c:v>
                </c:pt>
                <c:pt idx="1037">
                  <c:v>46073</c:v>
                </c:pt>
                <c:pt idx="1038">
                  <c:v>46076</c:v>
                </c:pt>
                <c:pt idx="1039">
                  <c:v>46077</c:v>
                </c:pt>
                <c:pt idx="1040">
                  <c:v>46078</c:v>
                </c:pt>
                <c:pt idx="1041">
                  <c:v>46079</c:v>
                </c:pt>
                <c:pt idx="1042">
                  <c:v>46080</c:v>
                </c:pt>
                <c:pt idx="1043">
                  <c:v>46083</c:v>
                </c:pt>
                <c:pt idx="1044">
                  <c:v>46084</c:v>
                </c:pt>
                <c:pt idx="1045">
                  <c:v>46085</c:v>
                </c:pt>
                <c:pt idx="1046">
                  <c:v>46086</c:v>
                </c:pt>
                <c:pt idx="1047">
                  <c:v>46087</c:v>
                </c:pt>
                <c:pt idx="1048">
                  <c:v>46090</c:v>
                </c:pt>
                <c:pt idx="1049">
                  <c:v>46091</c:v>
                </c:pt>
                <c:pt idx="1050">
                  <c:v>46092</c:v>
                </c:pt>
                <c:pt idx="1051">
                  <c:v>46093</c:v>
                </c:pt>
                <c:pt idx="1052">
                  <c:v>46094</c:v>
                </c:pt>
                <c:pt idx="1053">
                  <c:v>46097</c:v>
                </c:pt>
                <c:pt idx="1054">
                  <c:v>46098</c:v>
                </c:pt>
                <c:pt idx="1055">
                  <c:v>46099</c:v>
                </c:pt>
                <c:pt idx="1056">
                  <c:v>46100</c:v>
                </c:pt>
                <c:pt idx="1057">
                  <c:v>46101</c:v>
                </c:pt>
                <c:pt idx="1058">
                  <c:v>46104</c:v>
                </c:pt>
                <c:pt idx="1059">
                  <c:v>46105</c:v>
                </c:pt>
                <c:pt idx="1060">
                  <c:v>46106</c:v>
                </c:pt>
                <c:pt idx="1061">
                  <c:v>46107</c:v>
                </c:pt>
                <c:pt idx="1062">
                  <c:v>46108</c:v>
                </c:pt>
                <c:pt idx="1063">
                  <c:v>46111</c:v>
                </c:pt>
                <c:pt idx="1064">
                  <c:v>46112</c:v>
                </c:pt>
                <c:pt idx="1065">
                  <c:v>46113</c:v>
                </c:pt>
                <c:pt idx="1066">
                  <c:v>46114</c:v>
                </c:pt>
                <c:pt idx="1067">
                  <c:v>46118</c:v>
                </c:pt>
                <c:pt idx="1068">
                  <c:v>46119</c:v>
                </c:pt>
                <c:pt idx="1069">
                  <c:v>46120</c:v>
                </c:pt>
                <c:pt idx="1070">
                  <c:v>46121</c:v>
                </c:pt>
                <c:pt idx="1071">
                  <c:v>46122</c:v>
                </c:pt>
                <c:pt idx="1072">
                  <c:v>46125</c:v>
                </c:pt>
                <c:pt idx="1073">
                  <c:v>46126</c:v>
                </c:pt>
                <c:pt idx="1074">
                  <c:v>46127</c:v>
                </c:pt>
                <c:pt idx="1075">
                  <c:v>46128</c:v>
                </c:pt>
                <c:pt idx="1076">
                  <c:v>46129</c:v>
                </c:pt>
                <c:pt idx="1077">
                  <c:v>46132</c:v>
                </c:pt>
                <c:pt idx="1078">
                  <c:v>46133</c:v>
                </c:pt>
                <c:pt idx="1079">
                  <c:v>46134</c:v>
                </c:pt>
                <c:pt idx="1080">
                  <c:v>46135</c:v>
                </c:pt>
                <c:pt idx="1081">
                  <c:v>46136</c:v>
                </c:pt>
                <c:pt idx="1082">
                  <c:v>46139</c:v>
                </c:pt>
                <c:pt idx="1083">
                  <c:v>46140</c:v>
                </c:pt>
                <c:pt idx="1084">
                  <c:v>46141</c:v>
                </c:pt>
                <c:pt idx="1085">
                  <c:v>46142</c:v>
                </c:pt>
                <c:pt idx="1086">
                  <c:v>46143</c:v>
                </c:pt>
                <c:pt idx="1087">
                  <c:v>46146</c:v>
                </c:pt>
                <c:pt idx="1088">
                  <c:v>46147</c:v>
                </c:pt>
                <c:pt idx="1089">
                  <c:v>46148</c:v>
                </c:pt>
                <c:pt idx="1090">
                  <c:v>46149</c:v>
                </c:pt>
                <c:pt idx="1091">
                  <c:v>46150</c:v>
                </c:pt>
                <c:pt idx="1092">
                  <c:v>46153</c:v>
                </c:pt>
                <c:pt idx="1093">
                  <c:v>46154</c:v>
                </c:pt>
                <c:pt idx="1094">
                  <c:v>46155</c:v>
                </c:pt>
                <c:pt idx="1095">
                  <c:v>46156</c:v>
                </c:pt>
                <c:pt idx="1096">
                  <c:v>46157</c:v>
                </c:pt>
                <c:pt idx="1097">
                  <c:v>46160</c:v>
                </c:pt>
                <c:pt idx="1098">
                  <c:v>46161</c:v>
                </c:pt>
                <c:pt idx="1099">
                  <c:v>46162</c:v>
                </c:pt>
                <c:pt idx="1100">
                  <c:v>46163</c:v>
                </c:pt>
                <c:pt idx="1101">
                  <c:v>46164</c:v>
                </c:pt>
                <c:pt idx="1102">
                  <c:v>46168</c:v>
                </c:pt>
                <c:pt idx="1103">
                  <c:v>46169</c:v>
                </c:pt>
                <c:pt idx="1104">
                  <c:v>46170</c:v>
                </c:pt>
                <c:pt idx="1105">
                  <c:v>46171</c:v>
                </c:pt>
                <c:pt idx="1106">
                  <c:v>46174</c:v>
                </c:pt>
                <c:pt idx="1107">
                  <c:v>46175</c:v>
                </c:pt>
                <c:pt idx="1108">
                  <c:v>46176</c:v>
                </c:pt>
                <c:pt idx="1109">
                  <c:v>46177</c:v>
                </c:pt>
                <c:pt idx="1110">
                  <c:v>46178</c:v>
                </c:pt>
                <c:pt idx="1111">
                  <c:v>46181</c:v>
                </c:pt>
                <c:pt idx="1112">
                  <c:v>46182</c:v>
                </c:pt>
                <c:pt idx="1113">
                  <c:v>46183</c:v>
                </c:pt>
                <c:pt idx="1114">
                  <c:v>46184</c:v>
                </c:pt>
                <c:pt idx="1115">
                  <c:v>46185</c:v>
                </c:pt>
                <c:pt idx="1116">
                  <c:v>46188</c:v>
                </c:pt>
                <c:pt idx="1117">
                  <c:v>46189</c:v>
                </c:pt>
                <c:pt idx="1118">
                  <c:v>46190</c:v>
                </c:pt>
                <c:pt idx="1119">
                  <c:v>46191</c:v>
                </c:pt>
                <c:pt idx="1120">
                  <c:v>46195</c:v>
                </c:pt>
                <c:pt idx="1121">
                  <c:v>46196</c:v>
                </c:pt>
                <c:pt idx="1122">
                  <c:v>46197</c:v>
                </c:pt>
                <c:pt idx="1123">
                  <c:v>46198</c:v>
                </c:pt>
                <c:pt idx="1124">
                  <c:v>46199</c:v>
                </c:pt>
                <c:pt idx="1125">
                  <c:v>46202</c:v>
                </c:pt>
                <c:pt idx="1126">
                  <c:v>46203</c:v>
                </c:pt>
                <c:pt idx="1127">
                  <c:v>46204</c:v>
                </c:pt>
                <c:pt idx="1128">
                  <c:v>46205</c:v>
                </c:pt>
                <c:pt idx="1129">
                  <c:v>46209</c:v>
                </c:pt>
                <c:pt idx="1130">
                  <c:v>46210</c:v>
                </c:pt>
                <c:pt idx="1131">
                  <c:v>46211</c:v>
                </c:pt>
                <c:pt idx="1132">
                  <c:v>46212</c:v>
                </c:pt>
                <c:pt idx="1133">
                  <c:v>46213</c:v>
                </c:pt>
                <c:pt idx="1134">
                  <c:v>46216</c:v>
                </c:pt>
                <c:pt idx="1135">
                  <c:v>46217</c:v>
                </c:pt>
                <c:pt idx="1136">
                  <c:v>46218</c:v>
                </c:pt>
                <c:pt idx="1137">
                  <c:v>46219</c:v>
                </c:pt>
                <c:pt idx="1138">
                  <c:v>46220</c:v>
                </c:pt>
                <c:pt idx="1139">
                  <c:v>46223</c:v>
                </c:pt>
                <c:pt idx="1140">
                  <c:v>46224</c:v>
                </c:pt>
                <c:pt idx="1141">
                  <c:v>46225</c:v>
                </c:pt>
                <c:pt idx="1142">
                  <c:v>46226</c:v>
                </c:pt>
                <c:pt idx="1143">
                  <c:v>46227</c:v>
                </c:pt>
                <c:pt idx="1144">
                  <c:v>46230</c:v>
                </c:pt>
                <c:pt idx="1145">
                  <c:v>46231</c:v>
                </c:pt>
                <c:pt idx="1146">
                  <c:v>46232</c:v>
                </c:pt>
                <c:pt idx="1147">
                  <c:v>46233</c:v>
                </c:pt>
                <c:pt idx="1148">
                  <c:v>46234</c:v>
                </c:pt>
                <c:pt idx="1149">
                  <c:v>46237</c:v>
                </c:pt>
                <c:pt idx="1150">
                  <c:v>46238</c:v>
                </c:pt>
                <c:pt idx="1151">
                  <c:v>46239</c:v>
                </c:pt>
                <c:pt idx="1152">
                  <c:v>46240</c:v>
                </c:pt>
                <c:pt idx="1153">
                  <c:v>46241</c:v>
                </c:pt>
                <c:pt idx="1154">
                  <c:v>46244</c:v>
                </c:pt>
                <c:pt idx="1155">
                  <c:v>46245</c:v>
                </c:pt>
                <c:pt idx="1156">
                  <c:v>46246</c:v>
                </c:pt>
                <c:pt idx="1157">
                  <c:v>46247</c:v>
                </c:pt>
                <c:pt idx="1158">
                  <c:v>46248</c:v>
                </c:pt>
                <c:pt idx="1159">
                  <c:v>46251</c:v>
                </c:pt>
                <c:pt idx="1160">
                  <c:v>46252</c:v>
                </c:pt>
                <c:pt idx="1161">
                  <c:v>46253</c:v>
                </c:pt>
                <c:pt idx="1162">
                  <c:v>46254</c:v>
                </c:pt>
                <c:pt idx="1163">
                  <c:v>46255</c:v>
                </c:pt>
                <c:pt idx="1164">
                  <c:v>46258</c:v>
                </c:pt>
                <c:pt idx="1165">
                  <c:v>46259</c:v>
                </c:pt>
                <c:pt idx="1166">
                  <c:v>46260</c:v>
                </c:pt>
                <c:pt idx="1167">
                  <c:v>46261</c:v>
                </c:pt>
                <c:pt idx="1168">
                  <c:v>46262</c:v>
                </c:pt>
                <c:pt idx="1169">
                  <c:v>46265</c:v>
                </c:pt>
                <c:pt idx="1170">
                  <c:v>46266</c:v>
                </c:pt>
                <c:pt idx="1171">
                  <c:v>46267</c:v>
                </c:pt>
                <c:pt idx="1172">
                  <c:v>46268</c:v>
                </c:pt>
                <c:pt idx="1173">
                  <c:v>46269</c:v>
                </c:pt>
                <c:pt idx="1174">
                  <c:v>46273</c:v>
                </c:pt>
                <c:pt idx="1175">
                  <c:v>46274</c:v>
                </c:pt>
                <c:pt idx="1176">
                  <c:v>46275</c:v>
                </c:pt>
                <c:pt idx="1177">
                  <c:v>46276</c:v>
                </c:pt>
                <c:pt idx="1178">
                  <c:v>46279</c:v>
                </c:pt>
                <c:pt idx="1179">
                  <c:v>46280</c:v>
                </c:pt>
                <c:pt idx="1180">
                  <c:v>46281</c:v>
                </c:pt>
                <c:pt idx="1181">
                  <c:v>46282</c:v>
                </c:pt>
                <c:pt idx="1182">
                  <c:v>46283</c:v>
                </c:pt>
                <c:pt idx="1183">
                  <c:v>46286</c:v>
                </c:pt>
                <c:pt idx="1184">
                  <c:v>46287</c:v>
                </c:pt>
                <c:pt idx="1185">
                  <c:v>46288</c:v>
                </c:pt>
                <c:pt idx="1186">
                  <c:v>46289</c:v>
                </c:pt>
                <c:pt idx="1187">
                  <c:v>46290</c:v>
                </c:pt>
                <c:pt idx="1188">
                  <c:v>46293</c:v>
                </c:pt>
                <c:pt idx="1189">
                  <c:v>46294</c:v>
                </c:pt>
                <c:pt idx="1190">
                  <c:v>46295</c:v>
                </c:pt>
                <c:pt idx="1191">
                  <c:v>46296</c:v>
                </c:pt>
                <c:pt idx="1192">
                  <c:v>46297</c:v>
                </c:pt>
                <c:pt idx="1193">
                  <c:v>46300</c:v>
                </c:pt>
                <c:pt idx="1194">
                  <c:v>46301</c:v>
                </c:pt>
                <c:pt idx="1195">
                  <c:v>46302</c:v>
                </c:pt>
                <c:pt idx="1196">
                  <c:v>46303</c:v>
                </c:pt>
                <c:pt idx="1197">
                  <c:v>46304</c:v>
                </c:pt>
                <c:pt idx="1198">
                  <c:v>46307</c:v>
                </c:pt>
                <c:pt idx="1199">
                  <c:v>46308</c:v>
                </c:pt>
                <c:pt idx="1200">
                  <c:v>46309</c:v>
                </c:pt>
                <c:pt idx="1201">
                  <c:v>46310</c:v>
                </c:pt>
                <c:pt idx="1202">
                  <c:v>46311</c:v>
                </c:pt>
                <c:pt idx="1203">
                  <c:v>#N/A</c:v>
                </c:pt>
                <c:pt idx="1204">
                  <c:v>#N/A</c:v>
                </c:pt>
                <c:pt idx="1205">
                  <c:v>#N/A</c:v>
                </c:pt>
                <c:pt idx="1206">
                  <c:v>#N/A</c:v>
                </c:pt>
                <c:pt idx="1207">
                  <c:v>#N/A</c:v>
                </c:pt>
                <c:pt idx="1208">
                  <c:v>#N/A</c:v>
                </c:pt>
                <c:pt idx="1209">
                  <c:v>#N/A</c:v>
                </c:pt>
                <c:pt idx="1210">
                  <c:v>#N/A</c:v>
                </c:pt>
                <c:pt idx="1211">
                  <c:v>#N/A</c:v>
                </c:pt>
                <c:pt idx="1212">
                  <c:v>#N/A</c:v>
                </c:pt>
                <c:pt idx="1213">
                  <c:v>#N/A</c:v>
                </c:pt>
                <c:pt idx="1214">
                  <c:v>#N/A</c:v>
                </c:pt>
                <c:pt idx="1215">
                  <c:v>#N/A</c:v>
                </c:pt>
                <c:pt idx="1216">
                  <c:v>#N/A</c:v>
                </c:pt>
                <c:pt idx="1217">
                  <c:v>#N/A</c:v>
                </c:pt>
                <c:pt idx="1218">
                  <c:v>#N/A</c:v>
                </c:pt>
                <c:pt idx="1219">
                  <c:v>#N/A</c:v>
                </c:pt>
                <c:pt idx="1220">
                  <c:v>#N/A</c:v>
                </c:pt>
                <c:pt idx="1221">
                  <c:v>#N/A</c:v>
                </c:pt>
                <c:pt idx="1222">
                  <c:v>#N/A</c:v>
                </c:pt>
                <c:pt idx="1223">
                  <c:v>#N/A</c:v>
                </c:pt>
                <c:pt idx="1224">
                  <c:v>#N/A</c:v>
                </c:pt>
                <c:pt idx="1225">
                  <c:v>#N/A</c:v>
                </c:pt>
                <c:pt idx="1226">
                  <c:v>#N/A</c:v>
                </c:pt>
                <c:pt idx="1227">
                  <c:v>#N/A</c:v>
                </c:pt>
                <c:pt idx="1228">
                  <c:v>#N/A</c:v>
                </c:pt>
                <c:pt idx="1229">
                  <c:v>#N/A</c:v>
                </c:pt>
                <c:pt idx="1230">
                  <c:v>#N/A</c:v>
                </c:pt>
                <c:pt idx="1231">
                  <c:v>#N/A</c:v>
                </c:pt>
                <c:pt idx="1232">
                  <c:v>#N/A</c:v>
                </c:pt>
                <c:pt idx="1233">
                  <c:v>#N/A</c:v>
                </c:pt>
                <c:pt idx="1234">
                  <c:v>#N/A</c:v>
                </c:pt>
                <c:pt idx="1235">
                  <c:v>#N/A</c:v>
                </c:pt>
                <c:pt idx="1236">
                  <c:v>#N/A</c:v>
                </c:pt>
                <c:pt idx="1237">
                  <c:v>#N/A</c:v>
                </c:pt>
                <c:pt idx="1238">
                  <c:v>#N/A</c:v>
                </c:pt>
                <c:pt idx="1239">
                  <c:v>#N/A</c:v>
                </c:pt>
                <c:pt idx="1240">
                  <c:v>#N/A</c:v>
                </c:pt>
                <c:pt idx="1241">
                  <c:v>#N/A</c:v>
                </c:pt>
                <c:pt idx="1242">
                  <c:v>#N/A</c:v>
                </c:pt>
                <c:pt idx="1243">
                  <c:v>#N/A</c:v>
                </c:pt>
                <c:pt idx="1244">
                  <c:v>#N/A</c:v>
                </c:pt>
                <c:pt idx="1245">
                  <c:v>#N/A</c:v>
                </c:pt>
                <c:pt idx="1246">
                  <c:v>#N/A</c:v>
                </c:pt>
                <c:pt idx="1247">
                  <c:v>#N/A</c:v>
                </c:pt>
                <c:pt idx="1248">
                  <c:v>#N/A</c:v>
                </c:pt>
                <c:pt idx="1249">
                  <c:v>#N/A</c:v>
                </c:pt>
                <c:pt idx="1250">
                  <c:v>#N/A</c:v>
                </c:pt>
                <c:pt idx="1251">
                  <c:v>#N/A</c:v>
                </c:pt>
                <c:pt idx="1252">
                  <c:v>#N/A</c:v>
                </c:pt>
                <c:pt idx="1253">
                  <c:v>#N/A</c:v>
                </c:pt>
                <c:pt idx="1254">
                  <c:v>#N/A</c:v>
                </c:pt>
                <c:pt idx="1255">
                  <c:v>#N/A</c:v>
                </c:pt>
                <c:pt idx="1256">
                  <c:v>#N/A</c:v>
                </c:pt>
                <c:pt idx="1257">
                  <c:v>#N/A</c:v>
                </c:pt>
                <c:pt idx="1258">
                  <c:v>#N/A</c:v>
                </c:pt>
                <c:pt idx="1259">
                  <c:v>#N/A</c:v>
                </c:pt>
                <c:pt idx="1260">
                  <c:v>#N/A</c:v>
                </c:pt>
                <c:pt idx="1261">
                  <c:v>#N/A</c:v>
                </c:pt>
                <c:pt idx="1262">
                  <c:v>#N/A</c:v>
                </c:pt>
                <c:pt idx="1263">
                  <c:v>#N/A</c:v>
                </c:pt>
                <c:pt idx="1264">
                  <c:v>#N/A</c:v>
                </c:pt>
                <c:pt idx="1265">
                  <c:v>#N/A</c:v>
                </c:pt>
                <c:pt idx="1266">
                  <c:v>#N/A</c:v>
                </c:pt>
                <c:pt idx="1267">
                  <c:v>#N/A</c:v>
                </c:pt>
                <c:pt idx="1268">
                  <c:v>#N/A</c:v>
                </c:pt>
                <c:pt idx="1269">
                  <c:v>#N/A</c:v>
                </c:pt>
                <c:pt idx="1270">
                  <c:v>#N/A</c:v>
                </c:pt>
                <c:pt idx="1271">
                  <c:v>#N/A</c:v>
                </c:pt>
                <c:pt idx="1272">
                  <c:v>#N/A</c:v>
                </c:pt>
                <c:pt idx="1273">
                  <c:v>#N/A</c:v>
                </c:pt>
                <c:pt idx="1274">
                  <c:v>#N/A</c:v>
                </c:pt>
                <c:pt idx="1275">
                  <c:v>#N/A</c:v>
                </c:pt>
                <c:pt idx="1276">
                  <c:v>#N/A</c:v>
                </c:pt>
                <c:pt idx="1277">
                  <c:v>#N/A</c:v>
                </c:pt>
                <c:pt idx="1278">
                  <c:v>#N/A</c:v>
                </c:pt>
                <c:pt idx="1279">
                  <c:v>#N/A</c:v>
                </c:pt>
                <c:pt idx="1280">
                  <c:v>#N/A</c:v>
                </c:pt>
                <c:pt idx="1281">
                  <c:v>#N/A</c:v>
                </c:pt>
                <c:pt idx="1282">
                  <c:v>#N/A</c:v>
                </c:pt>
                <c:pt idx="1283">
                  <c:v>#N/A</c:v>
                </c:pt>
                <c:pt idx="1284">
                  <c:v>#N/A</c:v>
                </c:pt>
                <c:pt idx="1285">
                  <c:v>#N/A</c:v>
                </c:pt>
                <c:pt idx="1286">
                  <c:v>#N/A</c:v>
                </c:pt>
                <c:pt idx="1287">
                  <c:v>#N/A</c:v>
                </c:pt>
                <c:pt idx="1288">
                  <c:v>#N/A</c:v>
                </c:pt>
                <c:pt idx="1289">
                  <c:v>#N/A</c:v>
                </c:pt>
                <c:pt idx="1290">
                  <c:v>#N/A</c:v>
                </c:pt>
                <c:pt idx="1291">
                  <c:v>#N/A</c:v>
                </c:pt>
                <c:pt idx="1292">
                  <c:v>#N/A</c:v>
                </c:pt>
                <c:pt idx="1293">
                  <c:v>#N/A</c:v>
                </c:pt>
                <c:pt idx="1294">
                  <c:v>#N/A</c:v>
                </c:pt>
                <c:pt idx="1295">
                  <c:v>#N/A</c:v>
                </c:pt>
                <c:pt idx="1296">
                  <c:v>#N/A</c:v>
                </c:pt>
                <c:pt idx="1297">
                  <c:v>#N/A</c:v>
                </c:pt>
                <c:pt idx="1298">
                  <c:v>#N/A</c:v>
                </c:pt>
                <c:pt idx="1299">
                  <c:v>#N/A</c:v>
                </c:pt>
                <c:pt idx="1300">
                  <c:v>#N/A</c:v>
                </c:pt>
                <c:pt idx="1301">
                  <c:v>#N/A</c:v>
                </c:pt>
                <c:pt idx="1302">
                  <c:v>#N/A</c:v>
                </c:pt>
                <c:pt idx="1303">
                  <c:v>#N/A</c:v>
                </c:pt>
                <c:pt idx="1304">
                  <c:v>#N/A</c:v>
                </c:pt>
                <c:pt idx="1305">
                  <c:v>#N/A</c:v>
                </c:pt>
                <c:pt idx="1306">
                  <c:v>#N/A</c:v>
                </c:pt>
                <c:pt idx="1307">
                  <c:v>#N/A</c:v>
                </c:pt>
                <c:pt idx="1308">
                  <c:v>#N/A</c:v>
                </c:pt>
                <c:pt idx="1309">
                  <c:v>#N/A</c:v>
                </c:pt>
                <c:pt idx="1310">
                  <c:v>#N/A</c:v>
                </c:pt>
                <c:pt idx="1311">
                  <c:v>#N/A</c:v>
                </c:pt>
                <c:pt idx="1312">
                  <c:v>#N/A</c:v>
                </c:pt>
                <c:pt idx="1313">
                  <c:v>#N/A</c:v>
                </c:pt>
                <c:pt idx="1314">
                  <c:v>#N/A</c:v>
                </c:pt>
                <c:pt idx="1315">
                  <c:v>#N/A</c:v>
                </c:pt>
                <c:pt idx="1316">
                  <c:v>#N/A</c:v>
                </c:pt>
                <c:pt idx="1317">
                  <c:v>#N/A</c:v>
                </c:pt>
                <c:pt idx="1318">
                  <c:v>#N/A</c:v>
                </c:pt>
                <c:pt idx="1319">
                  <c:v>#N/A</c:v>
                </c:pt>
                <c:pt idx="1320">
                  <c:v>#N/A</c:v>
                </c:pt>
                <c:pt idx="1321">
                  <c:v>#N/A</c:v>
                </c:pt>
                <c:pt idx="1322">
                  <c:v>#N/A</c:v>
                </c:pt>
                <c:pt idx="1323">
                  <c:v>#N/A</c:v>
                </c:pt>
                <c:pt idx="1324">
                  <c:v>#N/A</c:v>
                </c:pt>
                <c:pt idx="1325">
                  <c:v>#N/A</c:v>
                </c:pt>
                <c:pt idx="1326">
                  <c:v>#N/A</c:v>
                </c:pt>
                <c:pt idx="1327">
                  <c:v>#N/A</c:v>
                </c:pt>
                <c:pt idx="1328">
                  <c:v>#N/A</c:v>
                </c:pt>
                <c:pt idx="1329">
                  <c:v>#N/A</c:v>
                </c:pt>
                <c:pt idx="1330">
                  <c:v>#N/A</c:v>
                </c:pt>
              </c:numCache>
            </c:numRef>
          </c:cat>
          <c:val>
            <c:numRef>
              <c:f>SPX_UST!$AN$1275:$AN$4055</c:f>
              <c:numCache>
                <c:formatCode>0.0</c:formatCode>
                <c:ptCount val="2781"/>
                <c:pt idx="0">
                  <c:v>100</c:v>
                </c:pt>
                <c:pt idx="1">
                  <c:v>98.330315142335451</c:v>
                </c:pt>
                <c:pt idx="2">
                  <c:v>98.598125794945503</c:v>
                </c:pt>
                <c:pt idx="3">
                  <c:v>97.652665922643862</c:v>
                </c:pt>
                <c:pt idx="4">
                  <c:v>97.579703483275694</c:v>
                </c:pt>
                <c:pt idx="5">
                  <c:v>98.778559935545175</c:v>
                </c:pt>
                <c:pt idx="6">
                  <c:v>97.719712488549746</c:v>
                </c:pt>
                <c:pt idx="7">
                  <c:v>100.19639760867248</c:v>
                </c:pt>
                <c:pt idx="8">
                  <c:v>102.7485335911277</c:v>
                </c:pt>
                <c:pt idx="9">
                  <c:v>103.36256369541144</c:v>
                </c:pt>
                <c:pt idx="10">
                  <c:v>103.71742220039506</c:v>
                </c:pt>
                <c:pt idx="11">
                  <c:v>103.62159444058139</c:v>
                </c:pt>
                <c:pt idx="12">
                  <c:v>104.48920893033966</c:v>
                </c:pt>
                <c:pt idx="13">
                  <c:v>105.60516864230235</c:v>
                </c:pt>
                <c:pt idx="14">
                  <c:v>104.94535629756466</c:v>
                </c:pt>
                <c:pt idx="15">
                  <c:v>102.69270840424947</c:v>
                </c:pt>
                <c:pt idx="16">
                  <c:v>104.15068950444231</c:v>
                </c:pt>
                <c:pt idx="17">
                  <c:v>105.36546247340794</c:v>
                </c:pt>
                <c:pt idx="18">
                  <c:v>105.92540459175073</c:v>
                </c:pt>
                <c:pt idx="19">
                  <c:v>105.16620083075769</c:v>
                </c:pt>
                <c:pt idx="20">
                  <c:v>107.29014025784755</c:v>
                </c:pt>
                <c:pt idx="21">
                  <c:v>108.84601497842819</c:v>
                </c:pt>
                <c:pt idx="22">
                  <c:v>107.78247239376428</c:v>
                </c:pt>
                <c:pt idx="23">
                  <c:v>107.18999297137887</c:v>
                </c:pt>
                <c:pt idx="24">
                  <c:v>106.50886934981261</c:v>
                </c:pt>
                <c:pt idx="25">
                  <c:v>107.4532493404505</c:v>
                </c:pt>
                <c:pt idx="26">
                  <c:v>108.55792133109027</c:v>
                </c:pt>
                <c:pt idx="27">
                  <c:v>109.42074678042668</c:v>
                </c:pt>
                <c:pt idx="28">
                  <c:v>111.20278628249793</c:v>
                </c:pt>
                <c:pt idx="29">
                  <c:v>111.87555255901431</c:v>
                </c:pt>
                <c:pt idx="30">
                  <c:v>110.86558149514777</c:v>
                </c:pt>
                <c:pt idx="31">
                  <c:v>112.6390288952857</c:v>
                </c:pt>
                <c:pt idx="32">
                  <c:v>113.57993448404891</c:v>
                </c:pt>
                <c:pt idx="33">
                  <c:v>111.65319083903509</c:v>
                </c:pt>
                <c:pt idx="34">
                  <c:v>111.58046315655035</c:v>
                </c:pt>
                <c:pt idx="35">
                  <c:v>112.77476532528139</c:v>
                </c:pt>
                <c:pt idx="36">
                  <c:v>111.78775348461372</c:v>
                </c:pt>
                <c:pt idx="37">
                  <c:v>109.33027147755506</c:v>
                </c:pt>
                <c:pt idx="38">
                  <c:v>111.53886423680761</c:v>
                </c:pt>
                <c:pt idx="39">
                  <c:v>112.3598090581412</c:v>
                </c:pt>
                <c:pt idx="40">
                  <c:v>112.00833105227883</c:v>
                </c:pt>
                <c:pt idx="41">
                  <c:v>112.49066254496168</c:v>
                </c:pt>
                <c:pt idx="42">
                  <c:v>115.5144720575923</c:v>
                </c:pt>
                <c:pt idx="43">
                  <c:v>114.28857161235238</c:v>
                </c:pt>
                <c:pt idx="44">
                  <c:v>111.77920833405705</c:v>
                </c:pt>
                <c:pt idx="45">
                  <c:v>111.26124074647042</c:v>
                </c:pt>
                <c:pt idx="46">
                  <c:v>114.80437943661155</c:v>
                </c:pt>
                <c:pt idx="47">
                  <c:v>113.68468300543267</c:v>
                </c:pt>
                <c:pt idx="48">
                  <c:v>112.76166589118635</c:v>
                </c:pt>
                <c:pt idx="49">
                  <c:v>110.39015185483754</c:v>
                </c:pt>
                <c:pt idx="50">
                  <c:v>108.91343715534748</c:v>
                </c:pt>
                <c:pt idx="51">
                  <c:v>111.4038320774622</c:v>
                </c:pt>
                <c:pt idx="52">
                  <c:v>114.63234959243852</c:v>
                </c:pt>
                <c:pt idx="53">
                  <c:v>117.28533713201266</c:v>
                </c:pt>
                <c:pt idx="54">
                  <c:v>119.48388229665471</c:v>
                </c:pt>
                <c:pt idx="55">
                  <c:v>120.2906478022295</c:v>
                </c:pt>
                <c:pt idx="56">
                  <c:v>121.73491910043037</c:v>
                </c:pt>
                <c:pt idx="57">
                  <c:v>123.85214448065432</c:v>
                </c:pt>
                <c:pt idx="58">
                  <c:v>124.90596813034449</c:v>
                </c:pt>
                <c:pt idx="59">
                  <c:v>123.48061823694759</c:v>
                </c:pt>
                <c:pt idx="60">
                  <c:v>125.64418462595945</c:v>
                </c:pt>
                <c:pt idx="61">
                  <c:v>125.78701071383458</c:v>
                </c:pt>
                <c:pt idx="62">
                  <c:v>126.12285391126088</c:v>
                </c:pt>
                <c:pt idx="63">
                  <c:v>128.32722104661184</c:v>
                </c:pt>
                <c:pt idx="64">
                  <c:v>129.67819995934005</c:v>
                </c:pt>
                <c:pt idx="65">
                  <c:v>126.23910551993245</c:v>
                </c:pt>
                <c:pt idx="66">
                  <c:v>125.04203321997703</c:v>
                </c:pt>
                <c:pt idx="67">
                  <c:v>123.99581569330979</c:v>
                </c:pt>
                <c:pt idx="68">
                  <c:v>123.46047609634982</c:v>
                </c:pt>
                <c:pt idx="69">
                  <c:v>123.16895499851394</c:v>
                </c:pt>
                <c:pt idx="70">
                  <c:v>123.48277800027512</c:v>
                </c:pt>
                <c:pt idx="71">
                  <c:v>123.70579703952792</c:v>
                </c:pt>
                <c:pt idx="72">
                  <c:v>121.54312272667305</c:v>
                </c:pt>
                <c:pt idx="73">
                  <c:v>121.72257088836227</c:v>
                </c:pt>
                <c:pt idx="74">
                  <c:v>121.25629676650563</c:v>
                </c:pt>
                <c:pt idx="75">
                  <c:v>121.65266028847866</c:v>
                </c:pt>
                <c:pt idx="76">
                  <c:v>120.71485349057666</c:v>
                </c:pt>
                <c:pt idx="77">
                  <c:v>115.75321980803463</c:v>
                </c:pt>
                <c:pt idx="78">
                  <c:v>111.64032616182357</c:v>
                </c:pt>
                <c:pt idx="79">
                  <c:v>108.90381212312718</c:v>
                </c:pt>
                <c:pt idx="80">
                  <c:v>109.02987656952584</c:v>
                </c:pt>
                <c:pt idx="81">
                  <c:v>109.42393947404132</c:v>
                </c:pt>
                <c:pt idx="82">
                  <c:v>108.63766843219497</c:v>
                </c:pt>
                <c:pt idx="83">
                  <c:v>107.05186202117228</c:v>
                </c:pt>
                <c:pt idx="84">
                  <c:v>106.92945978215505</c:v>
                </c:pt>
                <c:pt idx="85">
                  <c:v>108.61459164274889</c:v>
                </c:pt>
                <c:pt idx="86">
                  <c:v>105.90122463275812</c:v>
                </c:pt>
                <c:pt idx="87">
                  <c:v>105.08427067844273</c:v>
                </c:pt>
                <c:pt idx="88">
                  <c:v>101.71471122790533</c:v>
                </c:pt>
                <c:pt idx="89">
                  <c:v>101.3760978992546</c:v>
                </c:pt>
                <c:pt idx="90">
                  <c:v>103.08278044174675</c:v>
                </c:pt>
                <c:pt idx="91">
                  <c:v>103.7346533556384</c:v>
                </c:pt>
                <c:pt idx="92">
                  <c:v>105.35874842654205</c:v>
                </c:pt>
                <c:pt idx="93">
                  <c:v>107.38080336622598</c:v>
                </c:pt>
                <c:pt idx="94">
                  <c:v>109.77954920105199</c:v>
                </c:pt>
                <c:pt idx="95">
                  <c:v>107.61809562399094</c:v>
                </c:pt>
                <c:pt idx="96">
                  <c:v>109.1244366421691</c:v>
                </c:pt>
                <c:pt idx="97">
                  <c:v>111.5611191893564</c:v>
                </c:pt>
                <c:pt idx="98">
                  <c:v>114.32397295037293</c:v>
                </c:pt>
                <c:pt idx="99">
                  <c:v>112.4993015982719</c:v>
                </c:pt>
                <c:pt idx="100">
                  <c:v>113.02454664924464</c:v>
                </c:pt>
                <c:pt idx="101">
                  <c:v>115.15942574710209</c:v>
                </c:pt>
                <c:pt idx="102">
                  <c:v>116.78042202714448</c:v>
                </c:pt>
                <c:pt idx="103">
                  <c:v>115.65349508395612</c:v>
                </c:pt>
                <c:pt idx="104">
                  <c:v>114.52783582793825</c:v>
                </c:pt>
                <c:pt idx="105">
                  <c:v>115.5679496756364</c:v>
                </c:pt>
                <c:pt idx="106">
                  <c:v>114.52553521048067</c:v>
                </c:pt>
                <c:pt idx="107">
                  <c:v>113.37550818996337</c:v>
                </c:pt>
                <c:pt idx="108">
                  <c:v>111.70718492222269</c:v>
                </c:pt>
                <c:pt idx="109">
                  <c:v>110.52401022976596</c:v>
                </c:pt>
                <c:pt idx="110">
                  <c:v>108.44814901240126</c:v>
                </c:pt>
                <c:pt idx="111">
                  <c:v>105.30189030937672</c:v>
                </c:pt>
                <c:pt idx="112">
                  <c:v>100.68225045460672</c:v>
                </c:pt>
                <c:pt idx="113">
                  <c:v>100.35363776918987</c:v>
                </c:pt>
                <c:pt idx="114">
                  <c:v>100.71150116228137</c:v>
                </c:pt>
                <c:pt idx="115">
                  <c:v>100.852918708856</c:v>
                </c:pt>
                <c:pt idx="116">
                  <c:v>98.334916377250622</c:v>
                </c:pt>
                <c:pt idx="117">
                  <c:v>98.751140331561302</c:v>
                </c:pt>
                <c:pt idx="118">
                  <c:v>97.896813081404844</c:v>
                </c:pt>
                <c:pt idx="119">
                  <c:v>95.805692666617588</c:v>
                </c:pt>
                <c:pt idx="120">
                  <c:v>96.28863452719736</c:v>
                </c:pt>
                <c:pt idx="121">
                  <c:v>98.335949307537717</c:v>
                </c:pt>
                <c:pt idx="122">
                  <c:v>98.426894124176201</c:v>
                </c:pt>
                <c:pt idx="123">
                  <c:v>97.070750560012669</c:v>
                </c:pt>
                <c:pt idx="124">
                  <c:v>95.832126291691196</c:v>
                </c:pt>
                <c:pt idx="125">
                  <c:v>95.015454045635934</c:v>
                </c:pt>
                <c:pt idx="126">
                  <c:v>93.299334276430116</c:v>
                </c:pt>
                <c:pt idx="127">
                  <c:v>92.768783719891971</c:v>
                </c:pt>
                <c:pt idx="128">
                  <c:v>95.243919444584108</c:v>
                </c:pt>
                <c:pt idx="129">
                  <c:v>95.910722896261504</c:v>
                </c:pt>
                <c:pt idx="130">
                  <c:v>92.994619841745788</c:v>
                </c:pt>
                <c:pt idx="131">
                  <c:v>92.241003294578192</c:v>
                </c:pt>
                <c:pt idx="132">
                  <c:v>92.605439880405541</c:v>
                </c:pt>
                <c:pt idx="133">
                  <c:v>89.798921339072123</c:v>
                </c:pt>
                <c:pt idx="134">
                  <c:v>91.61382680482275</c:v>
                </c:pt>
                <c:pt idx="135">
                  <c:v>92.755402577536742</c:v>
                </c:pt>
                <c:pt idx="136">
                  <c:v>93.725324117091176</c:v>
                </c:pt>
                <c:pt idx="137">
                  <c:v>92.885129231316824</c:v>
                </c:pt>
                <c:pt idx="138">
                  <c:v>92.736105561719299</c:v>
                </c:pt>
                <c:pt idx="139">
                  <c:v>93.330369136418696</c:v>
                </c:pt>
                <c:pt idx="140">
                  <c:v>94.542794536550076</c:v>
                </c:pt>
                <c:pt idx="141">
                  <c:v>94.849246172171718</c:v>
                </c:pt>
                <c:pt idx="142">
                  <c:v>96.16205361565514</c:v>
                </c:pt>
                <c:pt idx="143">
                  <c:v>99.003785689502166</c:v>
                </c:pt>
                <c:pt idx="144">
                  <c:v>99.875344094901976</c:v>
                </c:pt>
                <c:pt idx="145">
                  <c:v>99.712986234325967</c:v>
                </c:pt>
                <c:pt idx="146">
                  <c:v>98.627892967763771</c:v>
                </c:pt>
                <c:pt idx="147">
                  <c:v>97.536226508465688</c:v>
                </c:pt>
                <c:pt idx="148">
                  <c:v>99.601993179843163</c:v>
                </c:pt>
                <c:pt idx="149">
                  <c:v>100.6967114786258</c:v>
                </c:pt>
                <c:pt idx="150">
                  <c:v>103.52013251556572</c:v>
                </c:pt>
                <c:pt idx="151">
                  <c:v>103.68131659172462</c:v>
                </c:pt>
                <c:pt idx="152">
                  <c:v>106.64174174583079</c:v>
                </c:pt>
                <c:pt idx="153">
                  <c:v>105.65529332168333</c:v>
                </c:pt>
                <c:pt idx="154">
                  <c:v>106.07203374113755</c:v>
                </c:pt>
                <c:pt idx="155">
                  <c:v>106.08339597429526</c:v>
                </c:pt>
                <c:pt idx="156">
                  <c:v>105.52397032109597</c:v>
                </c:pt>
                <c:pt idx="157">
                  <c:v>105.09934207035874</c:v>
                </c:pt>
                <c:pt idx="158">
                  <c:v>104.74786406449637</c:v>
                </c:pt>
                <c:pt idx="159">
                  <c:v>102.14248522088059</c:v>
                </c:pt>
                <c:pt idx="160">
                  <c:v>101.78734500763683</c:v>
                </c:pt>
                <c:pt idx="161">
                  <c:v>104.91224083426981</c:v>
                </c:pt>
                <c:pt idx="162">
                  <c:v>104.70213342360537</c:v>
                </c:pt>
                <c:pt idx="163">
                  <c:v>105.32081171418086</c:v>
                </c:pt>
                <c:pt idx="164">
                  <c:v>104.65086252026559</c:v>
                </c:pt>
                <c:pt idx="165">
                  <c:v>104.57855740017101</c:v>
                </c:pt>
                <c:pt idx="166">
                  <c:v>102.69928159698551</c:v>
                </c:pt>
                <c:pt idx="167">
                  <c:v>99.831491509078447</c:v>
                </c:pt>
                <c:pt idx="168">
                  <c:v>99.752519293494629</c:v>
                </c:pt>
                <c:pt idx="169">
                  <c:v>101.54146064793856</c:v>
                </c:pt>
                <c:pt idx="170">
                  <c:v>100.1085985342721</c:v>
                </c:pt>
                <c:pt idx="171">
                  <c:v>100.07404232103211</c:v>
                </c:pt>
                <c:pt idx="172">
                  <c:v>100.73544636439075</c:v>
                </c:pt>
                <c:pt idx="173">
                  <c:v>103.89719902172128</c:v>
                </c:pt>
                <c:pt idx="174">
                  <c:v>105.22925652964551</c:v>
                </c:pt>
                <c:pt idx="175">
                  <c:v>102.23366479440244</c:v>
                </c:pt>
                <c:pt idx="176">
                  <c:v>101.96951634917382</c:v>
                </c:pt>
                <c:pt idx="177">
                  <c:v>100.53613777036384</c:v>
                </c:pt>
                <c:pt idx="178">
                  <c:v>99.721108822492525</c:v>
                </c:pt>
                <c:pt idx="179">
                  <c:v>101.88143556651318</c:v>
                </c:pt>
                <c:pt idx="180">
                  <c:v>103.02949062920972</c:v>
                </c:pt>
                <c:pt idx="181">
                  <c:v>102.36057436558147</c:v>
                </c:pt>
                <c:pt idx="182">
                  <c:v>103.07127735445917</c:v>
                </c:pt>
                <c:pt idx="183">
                  <c:v>99.613824926767805</c:v>
                </c:pt>
                <c:pt idx="184">
                  <c:v>95.971384074938371</c:v>
                </c:pt>
                <c:pt idx="185">
                  <c:v>96.022748881031532</c:v>
                </c:pt>
                <c:pt idx="186">
                  <c:v>96.207220840026068</c:v>
                </c:pt>
                <c:pt idx="187">
                  <c:v>95.180582037436409</c:v>
                </c:pt>
                <c:pt idx="188">
                  <c:v>96.464608287012084</c:v>
                </c:pt>
                <c:pt idx="189">
                  <c:v>103.58685042183484</c:v>
                </c:pt>
                <c:pt idx="190">
                  <c:v>105.06206267727099</c:v>
                </c:pt>
                <c:pt idx="191">
                  <c:v>103.97218037028695</c:v>
                </c:pt>
                <c:pt idx="192">
                  <c:v>105.00797469133013</c:v>
                </c:pt>
                <c:pt idx="193">
                  <c:v>103.602766938531</c:v>
                </c:pt>
                <c:pt idx="194">
                  <c:v>103.17212891157808</c:v>
                </c:pt>
                <c:pt idx="195">
                  <c:v>102.47255339897468</c:v>
                </c:pt>
                <c:pt idx="196">
                  <c:v>101.19932596603651</c:v>
                </c:pt>
                <c:pt idx="197">
                  <c:v>101.08969450147752</c:v>
                </c:pt>
                <c:pt idx="198">
                  <c:v>99.62828595078669</c:v>
                </c:pt>
                <c:pt idx="199">
                  <c:v>101.37008812303907</c:v>
                </c:pt>
                <c:pt idx="200">
                  <c:v>102.78600078972231</c:v>
                </c:pt>
                <c:pt idx="201">
                  <c:v>102.81487588638343</c:v>
                </c:pt>
                <c:pt idx="202">
                  <c:v>104.66429061399737</c:v>
                </c:pt>
                <c:pt idx="203">
                  <c:v>107.24206204812243</c:v>
                </c:pt>
                <c:pt idx="204">
                  <c:v>103.53032096430626</c:v>
                </c:pt>
                <c:pt idx="205">
                  <c:v>103.29495371298539</c:v>
                </c:pt>
                <c:pt idx="206">
                  <c:v>102.77205623084686</c:v>
                </c:pt>
                <c:pt idx="207">
                  <c:v>104.10148446167676</c:v>
                </c:pt>
                <c:pt idx="208">
                  <c:v>103.61957553138404</c:v>
                </c:pt>
                <c:pt idx="209">
                  <c:v>105.71266790399206</c:v>
                </c:pt>
                <c:pt idx="210">
                  <c:v>108.72553774585512</c:v>
                </c:pt>
                <c:pt idx="211">
                  <c:v>108.18986948925833</c:v>
                </c:pt>
                <c:pt idx="212">
                  <c:v>108.26316058826328</c:v>
                </c:pt>
                <c:pt idx="213">
                  <c:v>110.87004187593296</c:v>
                </c:pt>
                <c:pt idx="214">
                  <c:v>108.35344808562816</c:v>
                </c:pt>
                <c:pt idx="215">
                  <c:v>108.96898063396576</c:v>
                </c:pt>
                <c:pt idx="216">
                  <c:v>106.54708777043415</c:v>
                </c:pt>
                <c:pt idx="217">
                  <c:v>103.31763122792412</c:v>
                </c:pt>
                <c:pt idx="218">
                  <c:v>105.82258107681116</c:v>
                </c:pt>
                <c:pt idx="219">
                  <c:v>105.67557631641107</c:v>
                </c:pt>
                <c:pt idx="220">
                  <c:v>105.48941410785589</c:v>
                </c:pt>
                <c:pt idx="221">
                  <c:v>103.39735466553498</c:v>
                </c:pt>
                <c:pt idx="222">
                  <c:v>101.15260934623508</c:v>
                </c:pt>
                <c:pt idx="223">
                  <c:v>102.10285825895855</c:v>
                </c:pt>
                <c:pt idx="224">
                  <c:v>102.40776049914959</c:v>
                </c:pt>
                <c:pt idx="225">
                  <c:v>101.41408156299268</c:v>
                </c:pt>
                <c:pt idx="226">
                  <c:v>101.23923463621851</c:v>
                </c:pt>
                <c:pt idx="227">
                  <c:v>101.39393942239492</c:v>
                </c:pt>
                <c:pt idx="228">
                  <c:v>100.64088629174753</c:v>
                </c:pt>
                <c:pt idx="229">
                  <c:v>102.5199273380496</c:v>
                </c:pt>
                <c:pt idx="230">
                  <c:v>104.85106319044951</c:v>
                </c:pt>
                <c:pt idx="231">
                  <c:v>105.0016832068543</c:v>
                </c:pt>
                <c:pt idx="232">
                  <c:v>104.47972475224948</c:v>
                </c:pt>
                <c:pt idx="233">
                  <c:v>101.83152625309719</c:v>
                </c:pt>
                <c:pt idx="234">
                  <c:v>102.60514408673251</c:v>
                </c:pt>
                <c:pt idx="235">
                  <c:v>101.9701267170707</c:v>
                </c:pt>
                <c:pt idx="236">
                  <c:v>101.33989838783071</c:v>
                </c:pt>
                <c:pt idx="237">
                  <c:v>100.73924942590219</c:v>
                </c:pt>
                <c:pt idx="238">
                  <c:v>97.9345150368828</c:v>
                </c:pt>
                <c:pt idx="239">
                  <c:v>98.038230627979502</c:v>
                </c:pt>
                <c:pt idx="240">
                  <c:v>96.875761492640748</c:v>
                </c:pt>
                <c:pt idx="241">
                  <c:v>95.94828399760938</c:v>
                </c:pt>
                <c:pt idx="242">
                  <c:v>96.222433086071902</c:v>
                </c:pt>
                <c:pt idx="243">
                  <c:v>97.264049377824023</c:v>
                </c:pt>
                <c:pt idx="244">
                  <c:v>100.04845382073893</c:v>
                </c:pt>
                <c:pt idx="245">
                  <c:v>100.47702598711771</c:v>
                </c:pt>
                <c:pt idx="246">
                  <c:v>100.72384937434964</c:v>
                </c:pt>
                <c:pt idx="247">
                  <c:v>103.01991254836601</c:v>
                </c:pt>
                <c:pt idx="248">
                  <c:v>100.25165937903068</c:v>
                </c:pt>
                <c:pt idx="249">
                  <c:v>100.97363069831273</c:v>
                </c:pt>
                <c:pt idx="250">
                  <c:v>101.07734628940945</c:v>
                </c:pt>
                <c:pt idx="251">
                  <c:v>100</c:v>
                </c:pt>
                <c:pt idx="252">
                  <c:v>96.043247946939459</c:v>
                </c:pt>
                <c:pt idx="253">
                  <c:v>96.644764848333367</c:v>
                </c:pt>
                <c:pt idx="254">
                  <c:v>99.034951129688395</c:v>
                </c:pt>
                <c:pt idx="255">
                  <c:v>102.51126963199496</c:v>
                </c:pt>
                <c:pt idx="256">
                  <c:v>102.46306182533738</c:v>
                </c:pt>
                <c:pt idx="257">
                  <c:v>104.31638417017258</c:v>
                </c:pt>
                <c:pt idx="258">
                  <c:v>106.3408771189586</c:v>
                </c:pt>
                <c:pt idx="259">
                  <c:v>107.44589777877596</c:v>
                </c:pt>
                <c:pt idx="260">
                  <c:v>107.59305845173064</c:v>
                </c:pt>
                <c:pt idx="261">
                  <c:v>107.39129985349713</c:v>
                </c:pt>
                <c:pt idx="262">
                  <c:v>108.20143533340914</c:v>
                </c:pt>
                <c:pt idx="263">
                  <c:v>106.49203161605161</c:v>
                </c:pt>
                <c:pt idx="264">
                  <c:v>106.82525750768461</c:v>
                </c:pt>
                <c:pt idx="265">
                  <c:v>107.63083532946236</c:v>
                </c:pt>
                <c:pt idx="266">
                  <c:v>108.80859057476306</c:v>
                </c:pt>
                <c:pt idx="267">
                  <c:v>110.56826949009678</c:v>
                </c:pt>
                <c:pt idx="268">
                  <c:v>110.65627457963835</c:v>
                </c:pt>
                <c:pt idx="269">
                  <c:v>109.21107407557078</c:v>
                </c:pt>
                <c:pt idx="270">
                  <c:v>109.01843079360586</c:v>
                </c:pt>
                <c:pt idx="271">
                  <c:v>109.68694996819046</c:v>
                </c:pt>
                <c:pt idx="272">
                  <c:v>109.45803336581652</c:v>
                </c:pt>
                <c:pt idx="273">
                  <c:v>108.8260694286389</c:v>
                </c:pt>
                <c:pt idx="274">
                  <c:v>105.95878561433949</c:v>
                </c:pt>
                <c:pt idx="275">
                  <c:v>104.36741114681023</c:v>
                </c:pt>
                <c:pt idx="276">
                  <c:v>103.82411010550281</c:v>
                </c:pt>
                <c:pt idx="277">
                  <c:v>104.79578402526735</c:v>
                </c:pt>
                <c:pt idx="278">
                  <c:v>103.18223208722894</c:v>
                </c:pt>
                <c:pt idx="279">
                  <c:v>103.45010022149286</c:v>
                </c:pt>
                <c:pt idx="280">
                  <c:v>105.45105310094608</c:v>
                </c:pt>
                <c:pt idx="281">
                  <c:v>104.95539603230023</c:v>
                </c:pt>
                <c:pt idx="282">
                  <c:v>105.32611688466686</c:v>
                </c:pt>
                <c:pt idx="283">
                  <c:v>106.11952528936436</c:v>
                </c:pt>
                <c:pt idx="284">
                  <c:v>105.89948907242736</c:v>
                </c:pt>
                <c:pt idx="285">
                  <c:v>105.9470390727563</c:v>
                </c:pt>
                <c:pt idx="286">
                  <c:v>104.67484163312648</c:v>
                </c:pt>
                <c:pt idx="287">
                  <c:v>105.47083427697227</c:v>
                </c:pt>
                <c:pt idx="288">
                  <c:v>103.1127395472226</c:v>
                </c:pt>
                <c:pt idx="289">
                  <c:v>103.45602047845081</c:v>
                </c:pt>
                <c:pt idx="290">
                  <c:v>102.71387398122252</c:v>
                </c:pt>
                <c:pt idx="291">
                  <c:v>103.77049888971695</c:v>
                </c:pt>
                <c:pt idx="292">
                  <c:v>102.9368703266385</c:v>
                </c:pt>
                <c:pt idx="293">
                  <c:v>104.09132043343804</c:v>
                </c:pt>
                <c:pt idx="294">
                  <c:v>104.65214731478764</c:v>
                </c:pt>
                <c:pt idx="295">
                  <c:v>103.06420283740069</c:v>
                </c:pt>
                <c:pt idx="296">
                  <c:v>105.92335804492447</c:v>
                </c:pt>
                <c:pt idx="297">
                  <c:v>104.46805551509529</c:v>
                </c:pt>
                <c:pt idx="298">
                  <c:v>102.50685293235971</c:v>
                </c:pt>
                <c:pt idx="299">
                  <c:v>100.63215188184297</c:v>
                </c:pt>
                <c:pt idx="300">
                  <c:v>99.843207162947124</c:v>
                </c:pt>
                <c:pt idx="301">
                  <c:v>97.760075478577647</c:v>
                </c:pt>
                <c:pt idx="302">
                  <c:v>98.745375386578701</c:v>
                </c:pt>
                <c:pt idx="303">
                  <c:v>97.301020633505104</c:v>
                </c:pt>
                <c:pt idx="304">
                  <c:v>97.569405615598683</c:v>
                </c:pt>
                <c:pt idx="305">
                  <c:v>98.663666443325766</c:v>
                </c:pt>
                <c:pt idx="306">
                  <c:v>98.152644898289068</c:v>
                </c:pt>
                <c:pt idx="307">
                  <c:v>97.130742766714647</c:v>
                </c:pt>
                <c:pt idx="308">
                  <c:v>97.587072414139868</c:v>
                </c:pt>
                <c:pt idx="309">
                  <c:v>98.59267034599678</c:v>
                </c:pt>
                <c:pt idx="310">
                  <c:v>100.58671625899908</c:v>
                </c:pt>
                <c:pt idx="311">
                  <c:v>102.27549304933646</c:v>
                </c:pt>
                <c:pt idx="312">
                  <c:v>103.57621109193033</c:v>
                </c:pt>
                <c:pt idx="313">
                  <c:v>103.0861453770781</c:v>
                </c:pt>
                <c:pt idx="314">
                  <c:v>103.06937131569725</c:v>
                </c:pt>
                <c:pt idx="315">
                  <c:v>102.79158910033712</c:v>
                </c:pt>
                <c:pt idx="316">
                  <c:v>101.71908286762213</c:v>
                </c:pt>
                <c:pt idx="317">
                  <c:v>101.78486350048823</c:v>
                </c:pt>
                <c:pt idx="318">
                  <c:v>102.47147234911102</c:v>
                </c:pt>
                <c:pt idx="319">
                  <c:v>106.43278206030585</c:v>
                </c:pt>
                <c:pt idx="320">
                  <c:v>107.88855445179836</c:v>
                </c:pt>
                <c:pt idx="321">
                  <c:v>108.35357653999515</c:v>
                </c:pt>
                <c:pt idx="322">
                  <c:v>107.49481037792857</c:v>
                </c:pt>
                <c:pt idx="323">
                  <c:v>107.63572189076096</c:v>
                </c:pt>
                <c:pt idx="324">
                  <c:v>107.51515538795071</c:v>
                </c:pt>
                <c:pt idx="325">
                  <c:v>105.1595509250167</c:v>
                </c:pt>
                <c:pt idx="326">
                  <c:v>105.3577385746089</c:v>
                </c:pt>
                <c:pt idx="327">
                  <c:v>104.74823402493841</c:v>
                </c:pt>
                <c:pt idx="328">
                  <c:v>104.49746885521967</c:v>
                </c:pt>
                <c:pt idx="329">
                  <c:v>103.65416114187663</c:v>
                </c:pt>
                <c:pt idx="330">
                  <c:v>102.99710659187723</c:v>
                </c:pt>
                <c:pt idx="331">
                  <c:v>104.30961816222069</c:v>
                </c:pt>
                <c:pt idx="332">
                  <c:v>104.77106930177619</c:v>
                </c:pt>
                <c:pt idx="333">
                  <c:v>105.1454550751168</c:v>
                </c:pt>
                <c:pt idx="334">
                  <c:v>102.61576686591935</c:v>
                </c:pt>
                <c:pt idx="335">
                  <c:v>102.92338529690092</c:v>
                </c:pt>
                <c:pt idx="336">
                  <c:v>102.68925323006404</c:v>
                </c:pt>
                <c:pt idx="337">
                  <c:v>105.80438907176949</c:v>
                </c:pt>
                <c:pt idx="338">
                  <c:v>106.79528033356419</c:v>
                </c:pt>
                <c:pt idx="339">
                  <c:v>107.04397811196429</c:v>
                </c:pt>
                <c:pt idx="340">
                  <c:v>108.03360074726797</c:v>
                </c:pt>
                <c:pt idx="341">
                  <c:v>107.79002446099815</c:v>
                </c:pt>
                <c:pt idx="342">
                  <c:v>108.66669235243756</c:v>
                </c:pt>
                <c:pt idx="343">
                  <c:v>109.46193321762205</c:v>
                </c:pt>
                <c:pt idx="344">
                  <c:v>108.95485851055729</c:v>
                </c:pt>
                <c:pt idx="345">
                  <c:v>108.62163261892429</c:v>
                </c:pt>
                <c:pt idx="346">
                  <c:v>108.54762940694998</c:v>
                </c:pt>
                <c:pt idx="347">
                  <c:v>108.06052382057671</c:v>
                </c:pt>
                <c:pt idx="348">
                  <c:v>107.14551521740965</c:v>
                </c:pt>
                <c:pt idx="349">
                  <c:v>106.72494204256378</c:v>
                </c:pt>
                <c:pt idx="350">
                  <c:v>106.50960444226007</c:v>
                </c:pt>
                <c:pt idx="351">
                  <c:v>106.73156709201672</c:v>
                </c:pt>
                <c:pt idx="352">
                  <c:v>107.64624679201945</c:v>
                </c:pt>
                <c:pt idx="353">
                  <c:v>105.35646994811783</c:v>
                </c:pt>
                <c:pt idx="354">
                  <c:v>103.29170985478453</c:v>
                </c:pt>
                <c:pt idx="355">
                  <c:v>106.13023813528817</c:v>
                </c:pt>
                <c:pt idx="356">
                  <c:v>109.17395500416762</c:v>
                </c:pt>
                <c:pt idx="357">
                  <c:v>109.96313465389515</c:v>
                </c:pt>
                <c:pt idx="358">
                  <c:v>111.91649054685311</c:v>
                </c:pt>
                <c:pt idx="359">
                  <c:v>112.47299470090007</c:v>
                </c:pt>
                <c:pt idx="360">
                  <c:v>112.42041718077358</c:v>
                </c:pt>
                <c:pt idx="361">
                  <c:v>114.28511017786137</c:v>
                </c:pt>
                <c:pt idx="362">
                  <c:v>114.03711719195627</c:v>
                </c:pt>
                <c:pt idx="363">
                  <c:v>114.13954703456201</c:v>
                </c:pt>
                <c:pt idx="364">
                  <c:v>116.35776394713861</c:v>
                </c:pt>
                <c:pt idx="365">
                  <c:v>116.65918020416419</c:v>
                </c:pt>
                <c:pt idx="366">
                  <c:v>116.20350836306766</c:v>
                </c:pt>
                <c:pt idx="367">
                  <c:v>116.78604285326308</c:v>
                </c:pt>
                <c:pt idx="368">
                  <c:v>117.35199122674295</c:v>
                </c:pt>
                <c:pt idx="369">
                  <c:v>116.0118987767621</c:v>
                </c:pt>
                <c:pt idx="370">
                  <c:v>115.40925420737622</c:v>
                </c:pt>
                <c:pt idx="371">
                  <c:v>115.22018187405261</c:v>
                </c:pt>
                <c:pt idx="372">
                  <c:v>115.07974022288356</c:v>
                </c:pt>
                <c:pt idx="373">
                  <c:v>113.36784623871036</c:v>
                </c:pt>
                <c:pt idx="374">
                  <c:v>114.26133517769695</c:v>
                </c:pt>
                <c:pt idx="375">
                  <c:v>114.64864214677908</c:v>
                </c:pt>
                <c:pt idx="376">
                  <c:v>117.02806859604385</c:v>
                </c:pt>
                <c:pt idx="377">
                  <c:v>115.65024625449763</c:v>
                </c:pt>
                <c:pt idx="378">
                  <c:v>112.76745700530837</c:v>
                </c:pt>
                <c:pt idx="379">
                  <c:v>114.85406566598648</c:v>
                </c:pt>
                <c:pt idx="380">
                  <c:v>114.09946783467998</c:v>
                </c:pt>
                <c:pt idx="381">
                  <c:v>113.89930676610182</c:v>
                </c:pt>
                <c:pt idx="382">
                  <c:v>115.90655579184369</c:v>
                </c:pt>
                <c:pt idx="383">
                  <c:v>116.90792496873064</c:v>
                </c:pt>
                <c:pt idx="384">
                  <c:v>115.98596241294631</c:v>
                </c:pt>
                <c:pt idx="385">
                  <c:v>115.7515014429451</c:v>
                </c:pt>
                <c:pt idx="386">
                  <c:v>116.70583746733274</c:v>
                </c:pt>
                <c:pt idx="387">
                  <c:v>116.4082270897801</c:v>
                </c:pt>
                <c:pt idx="388">
                  <c:v>116.54378217965052</c:v>
                </c:pt>
                <c:pt idx="389">
                  <c:v>117.84144612143278</c:v>
                </c:pt>
                <c:pt idx="390">
                  <c:v>119.25150097308334</c:v>
                </c:pt>
                <c:pt idx="391">
                  <c:v>119.90366896178413</c:v>
                </c:pt>
                <c:pt idx="392">
                  <c:v>120.76713374048398</c:v>
                </c:pt>
                <c:pt idx="393">
                  <c:v>119.35759573666309</c:v>
                </c:pt>
                <c:pt idx="394">
                  <c:v>120.11942943758488</c:v>
                </c:pt>
                <c:pt idx="395">
                  <c:v>120.38678072401913</c:v>
                </c:pt>
                <c:pt idx="396">
                  <c:v>119.01426781926855</c:v>
                </c:pt>
                <c:pt idx="397">
                  <c:v>116.68088781300999</c:v>
                </c:pt>
                <c:pt idx="398">
                  <c:v>115.02650489642826</c:v>
                </c:pt>
                <c:pt idx="399">
                  <c:v>115.82682026757671</c:v>
                </c:pt>
                <c:pt idx="400">
                  <c:v>114.87986107130328</c:v>
                </c:pt>
                <c:pt idx="401">
                  <c:v>113.85424703258855</c:v>
                </c:pt>
                <c:pt idx="402">
                  <c:v>114.578068924947</c:v>
                </c:pt>
                <c:pt idx="403">
                  <c:v>115.36287886120557</c:v>
                </c:pt>
                <c:pt idx="404">
                  <c:v>113.9776327053788</c:v>
                </c:pt>
                <c:pt idx="405">
                  <c:v>111.77026959722511</c:v>
                </c:pt>
                <c:pt idx="406">
                  <c:v>110.98799691394849</c:v>
                </c:pt>
                <c:pt idx="407">
                  <c:v>111.27137048310226</c:v>
                </c:pt>
                <c:pt idx="408">
                  <c:v>109.93898376439999</c:v>
                </c:pt>
                <c:pt idx="409">
                  <c:v>110.57409577472193</c:v>
                </c:pt>
                <c:pt idx="410">
                  <c:v>109.64419255682733</c:v>
                </c:pt>
                <c:pt idx="411">
                  <c:v>111.31506761779191</c:v>
                </c:pt>
                <c:pt idx="412">
                  <c:v>113.69430612239138</c:v>
                </c:pt>
                <c:pt idx="413">
                  <c:v>112.83290873501018</c:v>
                </c:pt>
                <c:pt idx="414">
                  <c:v>111.93458022089131</c:v>
                </c:pt>
                <c:pt idx="415">
                  <c:v>112.96893368654395</c:v>
                </c:pt>
                <c:pt idx="416">
                  <c:v>114.28807030634033</c:v>
                </c:pt>
                <c:pt idx="417">
                  <c:v>114.06497998859166</c:v>
                </c:pt>
                <c:pt idx="418">
                  <c:v>110.87095437361322</c:v>
                </c:pt>
                <c:pt idx="419">
                  <c:v>111.92316258247236</c:v>
                </c:pt>
                <c:pt idx="420">
                  <c:v>110.13266074202423</c:v>
                </c:pt>
                <c:pt idx="421">
                  <c:v>109.02425707823092</c:v>
                </c:pt>
                <c:pt idx="422">
                  <c:v>108.6377018878101</c:v>
                </c:pt>
                <c:pt idx="423">
                  <c:v>108.07532446297151</c:v>
                </c:pt>
                <c:pt idx="424">
                  <c:v>109.76992753793415</c:v>
                </c:pt>
                <c:pt idx="425">
                  <c:v>110.2785527884879</c:v>
                </c:pt>
                <c:pt idx="426">
                  <c:v>111.29801163941298</c:v>
                </c:pt>
                <c:pt idx="427">
                  <c:v>112.78939954498584</c:v>
                </c:pt>
                <c:pt idx="428">
                  <c:v>112.33363373155662</c:v>
                </c:pt>
                <c:pt idx="429">
                  <c:v>112.53482849579413</c:v>
                </c:pt>
                <c:pt idx="430">
                  <c:v>112.57937138147773</c:v>
                </c:pt>
                <c:pt idx="431">
                  <c:v>113.39533314601498</c:v>
                </c:pt>
                <c:pt idx="432">
                  <c:v>110.13261375585782</c:v>
                </c:pt>
                <c:pt idx="433">
                  <c:v>109.90886563178051</c:v>
                </c:pt>
                <c:pt idx="434">
                  <c:v>108.43937327971882</c:v>
                </c:pt>
                <c:pt idx="435">
                  <c:v>107.12300884373607</c:v>
                </c:pt>
                <c:pt idx="436">
                  <c:v>106.20005957845878</c:v>
                </c:pt>
                <c:pt idx="437">
                  <c:v>106.91584683637431</c:v>
                </c:pt>
                <c:pt idx="438">
                  <c:v>108.13560771437662</c:v>
                </c:pt>
                <c:pt idx="439">
                  <c:v>106.03485621763228</c:v>
                </c:pt>
                <c:pt idx="440">
                  <c:v>103.18848124735106</c:v>
                </c:pt>
                <c:pt idx="441">
                  <c:v>102.46531716132127</c:v>
                </c:pt>
                <c:pt idx="442">
                  <c:v>101.15031532416216</c:v>
                </c:pt>
                <c:pt idx="443">
                  <c:v>101.70893385569408</c:v>
                </c:pt>
                <c:pt idx="444">
                  <c:v>102.30937007526234</c:v>
                </c:pt>
                <c:pt idx="445">
                  <c:v>105.42572755729246</c:v>
                </c:pt>
                <c:pt idx="446">
                  <c:v>106.39444134857803</c:v>
                </c:pt>
                <c:pt idx="447">
                  <c:v>105.79043418036849</c:v>
                </c:pt>
                <c:pt idx="448">
                  <c:v>104.67310314497193</c:v>
                </c:pt>
                <c:pt idx="449">
                  <c:v>105.65426827033569</c:v>
                </c:pt>
                <c:pt idx="450">
                  <c:v>105.81181288604991</c:v>
                </c:pt>
                <c:pt idx="451">
                  <c:v>103.47627151614003</c:v>
                </c:pt>
                <c:pt idx="452">
                  <c:v>103.03356785695135</c:v>
                </c:pt>
                <c:pt idx="453">
                  <c:v>102.29189122138638</c:v>
                </c:pt>
                <c:pt idx="454">
                  <c:v>102.34799270398784</c:v>
                </c:pt>
                <c:pt idx="455">
                  <c:v>103.14403233399996</c:v>
                </c:pt>
                <c:pt idx="456">
                  <c:v>102.70997412941657</c:v>
                </c:pt>
                <c:pt idx="457">
                  <c:v>104.23382947592542</c:v>
                </c:pt>
                <c:pt idx="458">
                  <c:v>104.36261855784394</c:v>
                </c:pt>
                <c:pt idx="459">
                  <c:v>102.79140115567149</c:v>
                </c:pt>
                <c:pt idx="460">
                  <c:v>102.77368737096398</c:v>
                </c:pt>
                <c:pt idx="461">
                  <c:v>104.79042760230503</c:v>
                </c:pt>
                <c:pt idx="462">
                  <c:v>106.31893457928091</c:v>
                </c:pt>
                <c:pt idx="463">
                  <c:v>110.59509859107257</c:v>
                </c:pt>
                <c:pt idx="464">
                  <c:v>110.46630950915407</c:v>
                </c:pt>
                <c:pt idx="465">
                  <c:v>110.97540462137114</c:v>
                </c:pt>
                <c:pt idx="466">
                  <c:v>110.56883332409248</c:v>
                </c:pt>
                <c:pt idx="467">
                  <c:v>110.41246336253657</c:v>
                </c:pt>
                <c:pt idx="468">
                  <c:v>110.47692838274533</c:v>
                </c:pt>
                <c:pt idx="469">
                  <c:v>110.66210086426334</c:v>
                </c:pt>
                <c:pt idx="470">
                  <c:v>114.42851195750926</c:v>
                </c:pt>
                <c:pt idx="471">
                  <c:v>115.01311383902326</c:v>
                </c:pt>
                <c:pt idx="472">
                  <c:v>115.63990929790427</c:v>
                </c:pt>
                <c:pt idx="473">
                  <c:v>115.47230964259481</c:v>
                </c:pt>
                <c:pt idx="474">
                  <c:v>116.87630327878847</c:v>
                </c:pt>
                <c:pt idx="475">
                  <c:v>115.92882723468537</c:v>
                </c:pt>
                <c:pt idx="476">
                  <c:v>115.59273518690607</c:v>
                </c:pt>
                <c:pt idx="477">
                  <c:v>115.40634106506346</c:v>
                </c:pt>
                <c:pt idx="478">
                  <c:v>114.5920238163478</c:v>
                </c:pt>
                <c:pt idx="479">
                  <c:v>115.96458370726468</c:v>
                </c:pt>
                <c:pt idx="480">
                  <c:v>115.60086379368164</c:v>
                </c:pt>
                <c:pt idx="481">
                  <c:v>116.12250421230959</c:v>
                </c:pt>
                <c:pt idx="482">
                  <c:v>117.18711676908066</c:v>
                </c:pt>
                <c:pt idx="483">
                  <c:v>115.6594555430988</c:v>
                </c:pt>
                <c:pt idx="484">
                  <c:v>115.18705662678775</c:v>
                </c:pt>
                <c:pt idx="485">
                  <c:v>115.72800835977849</c:v>
                </c:pt>
                <c:pt idx="486">
                  <c:v>115.74125845868433</c:v>
                </c:pt>
                <c:pt idx="487">
                  <c:v>116.48937219903691</c:v>
                </c:pt>
                <c:pt idx="488">
                  <c:v>115.69126517770614</c:v>
                </c:pt>
                <c:pt idx="489">
                  <c:v>115.47475292324408</c:v>
                </c:pt>
                <c:pt idx="490">
                  <c:v>117.68314972705707</c:v>
                </c:pt>
                <c:pt idx="491">
                  <c:v>121.54137178931749</c:v>
                </c:pt>
                <c:pt idx="492">
                  <c:v>120.82135577643199</c:v>
                </c:pt>
                <c:pt idx="493">
                  <c:v>121.68402179030417</c:v>
                </c:pt>
                <c:pt idx="494">
                  <c:v>123.86009211168015</c:v>
                </c:pt>
                <c:pt idx="495">
                  <c:v>122.10788399679333</c:v>
                </c:pt>
                <c:pt idx="496">
                  <c:v>123.4849545596782</c:v>
                </c:pt>
                <c:pt idx="497">
                  <c:v>123.87719507622535</c:v>
                </c:pt>
                <c:pt idx="498">
                  <c:v>125.24463347501194</c:v>
                </c:pt>
                <c:pt idx="499">
                  <c:v>125.70354736158545</c:v>
                </c:pt>
                <c:pt idx="500">
                  <c:v>125.60990393208395</c:v>
                </c:pt>
                <c:pt idx="501">
                  <c:v>100</c:v>
                </c:pt>
                <c:pt idx="502">
                  <c:v>98.360451959154375</c:v>
                </c:pt>
                <c:pt idx="503">
                  <c:v>97.562421910412581</c:v>
                </c:pt>
                <c:pt idx="504">
                  <c:v>96.748393706340707</c:v>
                </c:pt>
                <c:pt idx="505">
                  <c:v>98.274903137929243</c:v>
                </c:pt>
                <c:pt idx="506">
                  <c:v>98.530498079658031</c:v>
                </c:pt>
                <c:pt idx="507">
                  <c:v>96.753576207363125</c:v>
                </c:pt>
                <c:pt idx="508">
                  <c:v>96.639598739225193</c:v>
                </c:pt>
                <c:pt idx="509">
                  <c:v>96.857676880074294</c:v>
                </c:pt>
                <c:pt idx="510">
                  <c:v>97.615673986135675</c:v>
                </c:pt>
                <c:pt idx="511">
                  <c:v>95.172124754065891</c:v>
                </c:pt>
                <c:pt idx="512">
                  <c:v>94.072045026169718</c:v>
                </c:pt>
                <c:pt idx="513">
                  <c:v>93.558001011714282</c:v>
                </c:pt>
                <c:pt idx="514">
                  <c:v>94.437636674381565</c:v>
                </c:pt>
                <c:pt idx="515">
                  <c:v>93.105245705002275</c:v>
                </c:pt>
                <c:pt idx="516">
                  <c:v>93.728685556256991</c:v>
                </c:pt>
                <c:pt idx="517">
                  <c:v>94.482739455018702</c:v>
                </c:pt>
                <c:pt idx="518">
                  <c:v>94.90143296153272</c:v>
                </c:pt>
                <c:pt idx="519">
                  <c:v>95.872062826934126</c:v>
                </c:pt>
                <c:pt idx="520">
                  <c:v>95.382804686933738</c:v>
                </c:pt>
                <c:pt idx="521">
                  <c:v>94.795154136217874</c:v>
                </c:pt>
                <c:pt idx="522">
                  <c:v>95.152296054501846</c:v>
                </c:pt>
                <c:pt idx="523">
                  <c:v>96.308782423960821</c:v>
                </c:pt>
                <c:pt idx="524">
                  <c:v>95.17005926452795</c:v>
                </c:pt>
                <c:pt idx="525">
                  <c:v>94.757825107114357</c:v>
                </c:pt>
                <c:pt idx="526">
                  <c:v>97.224244941522159</c:v>
                </c:pt>
                <c:pt idx="527">
                  <c:v>96.875177209613696</c:v>
                </c:pt>
                <c:pt idx="528">
                  <c:v>95.201191825017645</c:v>
                </c:pt>
                <c:pt idx="529">
                  <c:v>95.105240447392461</c:v>
                </c:pt>
                <c:pt idx="530">
                  <c:v>95.47289657117463</c:v>
                </c:pt>
                <c:pt idx="531">
                  <c:v>94.815546151110411</c:v>
                </c:pt>
                <c:pt idx="532">
                  <c:v>94.809725226048982</c:v>
                </c:pt>
                <c:pt idx="533">
                  <c:v>95.328989295882067</c:v>
                </c:pt>
                <c:pt idx="534">
                  <c:v>95.904397126791309</c:v>
                </c:pt>
                <c:pt idx="535">
                  <c:v>96.886255744407947</c:v>
                </c:pt>
                <c:pt idx="536">
                  <c:v>96.760636426147187</c:v>
                </c:pt>
                <c:pt idx="537">
                  <c:v>96.515331377752759</c:v>
                </c:pt>
                <c:pt idx="538">
                  <c:v>95.196384867547565</c:v>
                </c:pt>
                <c:pt idx="539">
                  <c:v>95.164050567690282</c:v>
                </c:pt>
                <c:pt idx="540">
                  <c:v>96.647522708179608</c:v>
                </c:pt>
                <c:pt idx="541">
                  <c:v>95.091795988218308</c:v>
                </c:pt>
                <c:pt idx="542">
                  <c:v>94.662061501265256</c:v>
                </c:pt>
                <c:pt idx="543">
                  <c:v>95.114891916687753</c:v>
                </c:pt>
                <c:pt idx="544">
                  <c:v>94.606368392451841</c:v>
                </c:pt>
                <c:pt idx="545">
                  <c:v>94.470196300370077</c:v>
                </c:pt>
                <c:pt idx="546">
                  <c:v>95.030281954343508</c:v>
                </c:pt>
                <c:pt idx="547">
                  <c:v>94.751027768816741</c:v>
                </c:pt>
                <c:pt idx="548">
                  <c:v>93.525629157501697</c:v>
                </c:pt>
                <c:pt idx="549">
                  <c:v>93.276268238741906</c:v>
                </c:pt>
                <c:pt idx="550">
                  <c:v>93.547973998866482</c:v>
                </c:pt>
                <c:pt idx="551">
                  <c:v>94.640843290557541</c:v>
                </c:pt>
                <c:pt idx="552">
                  <c:v>94.510304351760993</c:v>
                </c:pt>
                <c:pt idx="553">
                  <c:v>94.179488036496707</c:v>
                </c:pt>
                <c:pt idx="554">
                  <c:v>93.860163353934269</c:v>
                </c:pt>
                <c:pt idx="555">
                  <c:v>93.309954495387643</c:v>
                </c:pt>
                <c:pt idx="556">
                  <c:v>95.013645374974487</c:v>
                </c:pt>
                <c:pt idx="557">
                  <c:v>94.968091942074551</c:v>
                </c:pt>
                <c:pt idx="558">
                  <c:v>94.277467349304587</c:v>
                </c:pt>
                <c:pt idx="559">
                  <c:v>94.1050553044211</c:v>
                </c:pt>
                <c:pt idx="560">
                  <c:v>94.362828398753535</c:v>
                </c:pt>
                <c:pt idx="561">
                  <c:v>95.391780177834804</c:v>
                </c:pt>
                <c:pt idx="562">
                  <c:v>95.19078926861755</c:v>
                </c:pt>
                <c:pt idx="563">
                  <c:v>94.249301582878417</c:v>
                </c:pt>
                <c:pt idx="564">
                  <c:v>94.723725752560995</c:v>
                </c:pt>
                <c:pt idx="565">
                  <c:v>94.412249930242652</c:v>
                </c:pt>
                <c:pt idx="566">
                  <c:v>95.468315953803469</c:v>
                </c:pt>
                <c:pt idx="567">
                  <c:v>94.995957273658803</c:v>
                </c:pt>
                <c:pt idx="568">
                  <c:v>96.279940679140324</c:v>
                </c:pt>
                <c:pt idx="569">
                  <c:v>97.093105133041817</c:v>
                </c:pt>
                <c:pt idx="570">
                  <c:v>94.873943173500635</c:v>
                </c:pt>
                <c:pt idx="571">
                  <c:v>94.583159800916732</c:v>
                </c:pt>
                <c:pt idx="572">
                  <c:v>92.535020375115309</c:v>
                </c:pt>
                <c:pt idx="573">
                  <c:v>91.406624663372043</c:v>
                </c:pt>
                <c:pt idx="574">
                  <c:v>89.185021670740582</c:v>
                </c:pt>
                <c:pt idx="575">
                  <c:v>89.651934969376214</c:v>
                </c:pt>
                <c:pt idx="576">
                  <c:v>89.591848001000358</c:v>
                </c:pt>
                <c:pt idx="577">
                  <c:v>90.107319080954696</c:v>
                </c:pt>
                <c:pt idx="578">
                  <c:v>91.023119587713154</c:v>
                </c:pt>
                <c:pt idx="579">
                  <c:v>91.598226983780535</c:v>
                </c:pt>
                <c:pt idx="580">
                  <c:v>90.916390110135552</c:v>
                </c:pt>
                <c:pt idx="581">
                  <c:v>90.921197067605618</c:v>
                </c:pt>
                <c:pt idx="582">
                  <c:v>92.497052921972823</c:v>
                </c:pt>
                <c:pt idx="583">
                  <c:v>93.459233057446411</c:v>
                </c:pt>
                <c:pt idx="584">
                  <c:v>91.343833781419264</c:v>
                </c:pt>
                <c:pt idx="585">
                  <c:v>91.163873311133571</c:v>
                </c:pt>
                <c:pt idx="586">
                  <c:v>92.63724333006472</c:v>
                </c:pt>
                <c:pt idx="587">
                  <c:v>93.470874907569197</c:v>
                </c:pt>
                <c:pt idx="588">
                  <c:v>93.775515837234778</c:v>
                </c:pt>
                <c:pt idx="589">
                  <c:v>94.302140560693886</c:v>
                </c:pt>
                <c:pt idx="590">
                  <c:v>94.041588444074108</c:v>
                </c:pt>
                <c:pt idx="591">
                  <c:v>93.352278253737381</c:v>
                </c:pt>
                <c:pt idx="592">
                  <c:v>93.472790179686186</c:v>
                </c:pt>
                <c:pt idx="593">
                  <c:v>93.75670110526211</c:v>
                </c:pt>
                <c:pt idx="594">
                  <c:v>93.633597928802089</c:v>
                </c:pt>
                <c:pt idx="595">
                  <c:v>93.561456012395823</c:v>
                </c:pt>
                <c:pt idx="596">
                  <c:v>93.64257341970324</c:v>
                </c:pt>
                <c:pt idx="597">
                  <c:v>93.898844339826226</c:v>
                </c:pt>
                <c:pt idx="598">
                  <c:v>94.035016431907991</c:v>
                </c:pt>
                <c:pt idx="599">
                  <c:v>93.298575525751431</c:v>
                </c:pt>
                <c:pt idx="600">
                  <c:v>91.616215519938024</c:v>
                </c:pt>
                <c:pt idx="601">
                  <c:v>90.879361515873882</c:v>
                </c:pt>
                <c:pt idx="602">
                  <c:v>90.453082029602456</c:v>
                </c:pt>
                <c:pt idx="603">
                  <c:v>90.186521216145081</c:v>
                </c:pt>
                <c:pt idx="604">
                  <c:v>88.768018110212125</c:v>
                </c:pt>
                <c:pt idx="605">
                  <c:v>88.587682096374095</c:v>
                </c:pt>
                <c:pt idx="606">
                  <c:v>87.790553352157957</c:v>
                </c:pt>
                <c:pt idx="607">
                  <c:v>85.548220355436811</c:v>
                </c:pt>
                <c:pt idx="608">
                  <c:v>85.412874459170212</c:v>
                </c:pt>
                <c:pt idx="609">
                  <c:v>86.052875781083486</c:v>
                </c:pt>
                <c:pt idx="610">
                  <c:v>87.019975537092819</c:v>
                </c:pt>
                <c:pt idx="611">
                  <c:v>83.854932032250005</c:v>
                </c:pt>
                <c:pt idx="612">
                  <c:v>82.907886301936102</c:v>
                </c:pt>
                <c:pt idx="613">
                  <c:v>83.26029637146047</c:v>
                </c:pt>
                <c:pt idx="614">
                  <c:v>81.24028515773</c:v>
                </c:pt>
                <c:pt idx="615">
                  <c:v>80.931926346896176</c:v>
                </c:pt>
                <c:pt idx="616">
                  <c:v>81.447960742179049</c:v>
                </c:pt>
                <c:pt idx="617">
                  <c:v>80.72271103388249</c:v>
                </c:pt>
                <c:pt idx="618">
                  <c:v>81.710353022205382</c:v>
                </c:pt>
                <c:pt idx="619">
                  <c:v>82.026898682480422</c:v>
                </c:pt>
                <c:pt idx="620">
                  <c:v>82.005117156444186</c:v>
                </c:pt>
                <c:pt idx="621">
                  <c:v>83.211663481431302</c:v>
                </c:pt>
                <c:pt idx="622">
                  <c:v>82.484723827149196</c:v>
                </c:pt>
                <c:pt idx="623">
                  <c:v>81.941124535123919</c:v>
                </c:pt>
                <c:pt idx="624">
                  <c:v>81.93474029473397</c:v>
                </c:pt>
                <c:pt idx="625">
                  <c:v>81.834432611901534</c:v>
                </c:pt>
                <c:pt idx="626">
                  <c:v>81.854318581857328</c:v>
                </c:pt>
                <c:pt idx="627">
                  <c:v>81.096602194601303</c:v>
                </c:pt>
                <c:pt idx="628">
                  <c:v>82.936728046756571</c:v>
                </c:pt>
                <c:pt idx="629">
                  <c:v>83.651557735877844</c:v>
                </c:pt>
                <c:pt idx="630">
                  <c:v>84.492755201559746</c:v>
                </c:pt>
                <c:pt idx="631">
                  <c:v>85.267989756673941</c:v>
                </c:pt>
                <c:pt idx="632">
                  <c:v>86.436155530610975</c:v>
                </c:pt>
                <c:pt idx="633">
                  <c:v>86.860782625252071</c:v>
                </c:pt>
                <c:pt idx="634">
                  <c:v>87.217774326115119</c:v>
                </c:pt>
                <c:pt idx="635">
                  <c:v>86.939346336403531</c:v>
                </c:pt>
                <c:pt idx="636">
                  <c:v>87.372836258880085</c:v>
                </c:pt>
                <c:pt idx="637">
                  <c:v>86.677742697837189</c:v>
                </c:pt>
                <c:pt idx="638">
                  <c:v>84.593738862786452</c:v>
                </c:pt>
                <c:pt idx="639">
                  <c:v>84.796907924607282</c:v>
                </c:pt>
                <c:pt idx="640">
                  <c:v>85.011418401709051</c:v>
                </c:pt>
                <c:pt idx="641">
                  <c:v>83.965229173574983</c:v>
                </c:pt>
                <c:pt idx="642">
                  <c:v>82.724959037586913</c:v>
                </c:pt>
                <c:pt idx="643">
                  <c:v>82.169605232373087</c:v>
                </c:pt>
                <c:pt idx="644">
                  <c:v>82.492798013524691</c:v>
                </c:pt>
                <c:pt idx="645">
                  <c:v>81.844309407328325</c:v>
                </c:pt>
                <c:pt idx="646">
                  <c:v>81.425791279653282</c:v>
                </c:pt>
                <c:pt idx="647">
                  <c:v>82.56779293429814</c:v>
                </c:pt>
                <c:pt idx="648">
                  <c:v>82.046458492860964</c:v>
                </c:pt>
                <c:pt idx="649">
                  <c:v>79.814029969126423</c:v>
                </c:pt>
                <c:pt idx="650">
                  <c:v>78.073154644703749</c:v>
                </c:pt>
                <c:pt idx="651">
                  <c:v>80.169761270719107</c:v>
                </c:pt>
                <c:pt idx="652">
                  <c:v>81.481185380690277</c:v>
                </c:pt>
                <c:pt idx="653">
                  <c:v>82.23606066830969</c:v>
                </c:pt>
                <c:pt idx="654">
                  <c:v>84.492726885575919</c:v>
                </c:pt>
                <c:pt idx="655">
                  <c:v>84.819633229144912</c:v>
                </c:pt>
                <c:pt idx="656">
                  <c:v>85.439180158381618</c:v>
                </c:pt>
                <c:pt idx="657">
                  <c:v>86.625911678916154</c:v>
                </c:pt>
                <c:pt idx="658">
                  <c:v>87.186928680899385</c:v>
                </c:pt>
                <c:pt idx="659">
                  <c:v>86.971780681063123</c:v>
                </c:pt>
                <c:pt idx="660">
                  <c:v>88.09240181507694</c:v>
                </c:pt>
                <c:pt idx="661">
                  <c:v>87.443266823318268</c:v>
                </c:pt>
                <c:pt idx="662">
                  <c:v>86.96642103614704</c:v>
                </c:pt>
                <c:pt idx="663">
                  <c:v>84.9671998383659</c:v>
                </c:pt>
                <c:pt idx="664">
                  <c:v>86.108802290214626</c:v>
                </c:pt>
                <c:pt idx="665">
                  <c:v>86.342929397436421</c:v>
                </c:pt>
                <c:pt idx="666">
                  <c:v>85.515614988243428</c:v>
                </c:pt>
                <c:pt idx="667">
                  <c:v>85.638576134131952</c:v>
                </c:pt>
                <c:pt idx="668">
                  <c:v>84.011646356645286</c:v>
                </c:pt>
                <c:pt idx="669">
                  <c:v>84.077103597819743</c:v>
                </c:pt>
                <c:pt idx="670">
                  <c:v>83.081800521028967</c:v>
                </c:pt>
                <c:pt idx="671">
                  <c:v>83.637342098018976</c:v>
                </c:pt>
                <c:pt idx="672">
                  <c:v>83.561106756892102</c:v>
                </c:pt>
                <c:pt idx="673">
                  <c:v>82.315316130684508</c:v>
                </c:pt>
                <c:pt idx="674">
                  <c:v>82.523029269488774</c:v>
                </c:pt>
                <c:pt idx="675">
                  <c:v>81.708963511061654</c:v>
                </c:pt>
                <c:pt idx="676">
                  <c:v>82.113048373389276</c:v>
                </c:pt>
                <c:pt idx="677">
                  <c:v>82.64958744663042</c:v>
                </c:pt>
                <c:pt idx="678">
                  <c:v>84.451234993748926</c:v>
                </c:pt>
                <c:pt idx="679">
                  <c:v>84.952379274952932</c:v>
                </c:pt>
                <c:pt idx="680">
                  <c:v>85.08404991424446</c:v>
                </c:pt>
                <c:pt idx="681">
                  <c:v>85.161736656092415</c:v>
                </c:pt>
                <c:pt idx="682">
                  <c:v>85.40772436755627</c:v>
                </c:pt>
                <c:pt idx="683">
                  <c:v>83.565971322743053</c:v>
                </c:pt>
                <c:pt idx="684">
                  <c:v>83.195447285514661</c:v>
                </c:pt>
                <c:pt idx="685">
                  <c:v>85.206793132209498</c:v>
                </c:pt>
                <c:pt idx="686">
                  <c:v>84.299057948998694</c:v>
                </c:pt>
                <c:pt idx="687">
                  <c:v>85.224064192410239</c:v>
                </c:pt>
                <c:pt idx="688">
                  <c:v>84.867120035360927</c:v>
                </c:pt>
                <c:pt idx="689">
                  <c:v>84.025259810417865</c:v>
                </c:pt>
                <c:pt idx="690">
                  <c:v>83.885868446342286</c:v>
                </c:pt>
                <c:pt idx="691">
                  <c:v>84.59903838317959</c:v>
                </c:pt>
                <c:pt idx="692">
                  <c:v>83.017217057037655</c:v>
                </c:pt>
                <c:pt idx="693">
                  <c:v>84.464539788275772</c:v>
                </c:pt>
                <c:pt idx="694">
                  <c:v>83.778474256676986</c:v>
                </c:pt>
                <c:pt idx="695">
                  <c:v>82.985788342902538</c:v>
                </c:pt>
                <c:pt idx="696">
                  <c:v>81.99082254177614</c:v>
                </c:pt>
                <c:pt idx="697">
                  <c:v>82.445333139051883</c:v>
                </c:pt>
                <c:pt idx="698">
                  <c:v>82.049125565615284</c:v>
                </c:pt>
                <c:pt idx="699">
                  <c:v>83.072386808356484</c:v>
                </c:pt>
                <c:pt idx="700">
                  <c:v>82.220774693772142</c:v>
                </c:pt>
                <c:pt idx="701">
                  <c:v>82.023115043636025</c:v>
                </c:pt>
                <c:pt idx="702">
                  <c:v>81.608932002957516</c:v>
                </c:pt>
                <c:pt idx="703">
                  <c:v>82.221293319417924</c:v>
                </c:pt>
                <c:pt idx="704">
                  <c:v>81.471337239236362</c:v>
                </c:pt>
                <c:pt idx="705">
                  <c:v>81.507532690127078</c:v>
                </c:pt>
                <c:pt idx="706">
                  <c:v>80.858365927383872</c:v>
                </c:pt>
                <c:pt idx="707">
                  <c:v>81.461327839381255</c:v>
                </c:pt>
                <c:pt idx="708">
                  <c:v>81.388770534251734</c:v>
                </c:pt>
                <c:pt idx="709">
                  <c:v>81.841098772836048</c:v>
                </c:pt>
                <c:pt idx="710">
                  <c:v>81.276574118965144</c:v>
                </c:pt>
                <c:pt idx="711">
                  <c:v>80.331274816387079</c:v>
                </c:pt>
                <c:pt idx="712">
                  <c:v>79.625761799484252</c:v>
                </c:pt>
                <c:pt idx="713">
                  <c:v>78.509013157919171</c:v>
                </c:pt>
                <c:pt idx="714">
                  <c:v>80.03508894936779</c:v>
                </c:pt>
                <c:pt idx="715">
                  <c:v>79.679237398729683</c:v>
                </c:pt>
                <c:pt idx="716">
                  <c:v>80.628794726767367</c:v>
                </c:pt>
                <c:pt idx="717">
                  <c:v>81.550280512256165</c:v>
                </c:pt>
                <c:pt idx="718">
                  <c:v>79.442980884457398</c:v>
                </c:pt>
                <c:pt idx="719">
                  <c:v>79.15312315162133</c:v>
                </c:pt>
                <c:pt idx="720">
                  <c:v>78.933758173235745</c:v>
                </c:pt>
                <c:pt idx="721">
                  <c:v>78.515923084173707</c:v>
                </c:pt>
                <c:pt idx="722">
                  <c:v>78.406787123512643</c:v>
                </c:pt>
                <c:pt idx="723">
                  <c:v>77.972709250050542</c:v>
                </c:pt>
                <c:pt idx="724">
                  <c:v>78.494225679893162</c:v>
                </c:pt>
                <c:pt idx="725">
                  <c:v>78.231856946447593</c:v>
                </c:pt>
                <c:pt idx="726">
                  <c:v>78.121981690749379</c:v>
                </c:pt>
                <c:pt idx="727">
                  <c:v>77.349749193238296</c:v>
                </c:pt>
                <c:pt idx="728">
                  <c:v>78.180781032947294</c:v>
                </c:pt>
                <c:pt idx="729">
                  <c:v>78.277400990758721</c:v>
                </c:pt>
                <c:pt idx="730">
                  <c:v>77.922766651882512</c:v>
                </c:pt>
                <c:pt idx="731">
                  <c:v>76.750959645216241</c:v>
                </c:pt>
                <c:pt idx="732">
                  <c:v>75.060435360129134</c:v>
                </c:pt>
                <c:pt idx="733">
                  <c:v>74.127692543995622</c:v>
                </c:pt>
                <c:pt idx="734">
                  <c:v>74.794479246899726</c:v>
                </c:pt>
                <c:pt idx="735">
                  <c:v>75.202568830560878</c:v>
                </c:pt>
                <c:pt idx="736">
                  <c:v>76.570867546915451</c:v>
                </c:pt>
                <c:pt idx="737">
                  <c:v>75.070903185998574</c:v>
                </c:pt>
                <c:pt idx="738">
                  <c:v>76.038578537610618</c:v>
                </c:pt>
                <c:pt idx="739">
                  <c:v>75.788749879356359</c:v>
                </c:pt>
                <c:pt idx="740">
                  <c:v>76.666830716608175</c:v>
                </c:pt>
                <c:pt idx="741">
                  <c:v>75.350006177691142</c:v>
                </c:pt>
                <c:pt idx="742">
                  <c:v>74.719152833832581</c:v>
                </c:pt>
                <c:pt idx="743">
                  <c:v>73.722549099502615</c:v>
                </c:pt>
                <c:pt idx="744">
                  <c:v>73.058440510333355</c:v>
                </c:pt>
                <c:pt idx="745">
                  <c:v>70.978828093811998</c:v>
                </c:pt>
                <c:pt idx="746">
                  <c:v>70.66683090437995</c:v>
                </c:pt>
                <c:pt idx="747">
                  <c:v>71.724447810148931</c:v>
                </c:pt>
                <c:pt idx="748">
                  <c:v>70.637847955183858</c:v>
                </c:pt>
                <c:pt idx="749">
                  <c:v>70.540561933327979</c:v>
                </c:pt>
                <c:pt idx="750">
                  <c:v>70.764883936387179</c:v>
                </c:pt>
                <c:pt idx="751">
                  <c:v>69.956723224777221</c:v>
                </c:pt>
                <c:pt idx="752">
                  <c:v>100</c:v>
                </c:pt>
                <c:pt idx="753">
                  <c:v>100</c:v>
                </c:pt>
                <c:pt idx="754">
                  <c:v>100.37453603339115</c:v>
                </c:pt>
                <c:pt idx="755">
                  <c:v>99.45994190380442</c:v>
                </c:pt>
                <c:pt idx="756">
                  <c:v>101.50427392059919</c:v>
                </c:pt>
                <c:pt idx="757">
                  <c:v>102.92376467099828</c:v>
                </c:pt>
                <c:pt idx="758">
                  <c:v>101.3946111884882</c:v>
                </c:pt>
                <c:pt idx="759">
                  <c:v>100.47549026839356</c:v>
                </c:pt>
                <c:pt idx="760">
                  <c:v>100.72901817377669</c:v>
                </c:pt>
                <c:pt idx="761">
                  <c:v>101.9203756965689</c:v>
                </c:pt>
                <c:pt idx="762">
                  <c:v>104.19288984540044</c:v>
                </c:pt>
                <c:pt idx="763">
                  <c:v>103.09733620863305</c:v>
                </c:pt>
                <c:pt idx="764">
                  <c:v>103.6471456646133</c:v>
                </c:pt>
                <c:pt idx="765">
                  <c:v>104.5541914008512</c:v>
                </c:pt>
                <c:pt idx="766">
                  <c:v>105.91951606896728</c:v>
                </c:pt>
                <c:pt idx="767">
                  <c:v>106.3449867137837</c:v>
                </c:pt>
                <c:pt idx="768">
                  <c:v>107.36026696766308</c:v>
                </c:pt>
                <c:pt idx="769">
                  <c:v>107.20309023529612</c:v>
                </c:pt>
                <c:pt idx="770">
                  <c:v>107.73002817980115</c:v>
                </c:pt>
                <c:pt idx="771">
                  <c:v>107.55804992258112</c:v>
                </c:pt>
                <c:pt idx="772">
                  <c:v>110.25758799864985</c:v>
                </c:pt>
                <c:pt idx="773">
                  <c:v>109.36873951439219</c:v>
                </c:pt>
                <c:pt idx="774">
                  <c:v>109.4461815143187</c:v>
                </c:pt>
                <c:pt idx="775">
                  <c:v>110.64068068791209</c:v>
                </c:pt>
                <c:pt idx="776">
                  <c:v>109.9220257190771</c:v>
                </c:pt>
                <c:pt idx="777">
                  <c:v>111.72121839762407</c:v>
                </c:pt>
                <c:pt idx="778">
                  <c:v>110.97787284525442</c:v>
                </c:pt>
                <c:pt idx="779">
                  <c:v>111.43591902227449</c:v>
                </c:pt>
                <c:pt idx="780">
                  <c:v>112.2058644821219</c:v>
                </c:pt>
                <c:pt idx="781">
                  <c:v>111.45235420338507</c:v>
                </c:pt>
                <c:pt idx="782">
                  <c:v>112.03071261888822</c:v>
                </c:pt>
                <c:pt idx="783">
                  <c:v>114.43439114748629</c:v>
                </c:pt>
                <c:pt idx="784">
                  <c:v>114.82035640522876</c:v>
                </c:pt>
                <c:pt idx="785">
                  <c:v>113.63757831719215</c:v>
                </c:pt>
                <c:pt idx="786">
                  <c:v>114.08942966320642</c:v>
                </c:pt>
                <c:pt idx="787">
                  <c:v>111.94749028808486</c:v>
                </c:pt>
                <c:pt idx="788">
                  <c:v>110.71424860413607</c:v>
                </c:pt>
                <c:pt idx="789">
                  <c:v>110.48921746116361</c:v>
                </c:pt>
                <c:pt idx="790">
                  <c:v>110.02948651034183</c:v>
                </c:pt>
                <c:pt idx="791">
                  <c:v>108.8715951093648</c:v>
                </c:pt>
                <c:pt idx="792">
                  <c:v>106.87751876368776</c:v>
                </c:pt>
                <c:pt idx="793">
                  <c:v>106.59009263940233</c:v>
                </c:pt>
                <c:pt idx="794">
                  <c:v>106.05957042122112</c:v>
                </c:pt>
                <c:pt idx="795">
                  <c:v>107.83250595512641</c:v>
                </c:pt>
                <c:pt idx="796">
                  <c:v>108.99695243894674</c:v>
                </c:pt>
                <c:pt idx="797">
                  <c:v>109.83591926841602</c:v>
                </c:pt>
                <c:pt idx="798">
                  <c:v>107.71779381364465</c:v>
                </c:pt>
                <c:pt idx="799">
                  <c:v>107.10687260484006</c:v>
                </c:pt>
                <c:pt idx="800">
                  <c:v>108.13474164704644</c:v>
                </c:pt>
                <c:pt idx="801">
                  <c:v>109.14235901939189</c:v>
                </c:pt>
                <c:pt idx="802">
                  <c:v>113.09362454593438</c:v>
                </c:pt>
                <c:pt idx="803">
                  <c:v>114.81270302389316</c:v>
                </c:pt>
                <c:pt idx="804">
                  <c:v>115.05509955773285</c:v>
                </c:pt>
                <c:pt idx="805">
                  <c:v>116.02908007458586</c:v>
                </c:pt>
                <c:pt idx="806">
                  <c:v>114.92228759528182</c:v>
                </c:pt>
                <c:pt idx="807">
                  <c:v>114.48376103307017</c:v>
                </c:pt>
                <c:pt idx="808">
                  <c:v>113.97762803701978</c:v>
                </c:pt>
                <c:pt idx="809">
                  <c:v>115.05060893275258</c:v>
                </c:pt>
                <c:pt idx="810">
                  <c:v>113.82483785927911</c:v>
                </c:pt>
                <c:pt idx="811">
                  <c:v>114.33241288826915</c:v>
                </c:pt>
                <c:pt idx="812">
                  <c:v>112.4358262280082</c:v>
                </c:pt>
                <c:pt idx="813">
                  <c:v>111.43965896965459</c:v>
                </c:pt>
                <c:pt idx="814">
                  <c:v>113.08437664268078</c:v>
                </c:pt>
                <c:pt idx="815">
                  <c:v>113.255490489813</c:v>
                </c:pt>
                <c:pt idx="816">
                  <c:v>114.8844361063651</c:v>
                </c:pt>
                <c:pt idx="817">
                  <c:v>106.95477847855953</c:v>
                </c:pt>
                <c:pt idx="818">
                  <c:v>104.33816353102635</c:v>
                </c:pt>
                <c:pt idx="819">
                  <c:v>102.64037575313834</c:v>
                </c:pt>
                <c:pt idx="820">
                  <c:v>105.29706998608775</c:v>
                </c:pt>
                <c:pt idx="821">
                  <c:v>105.39579977125139</c:v>
                </c:pt>
                <c:pt idx="822">
                  <c:v>106.82029529088503</c:v>
                </c:pt>
                <c:pt idx="823">
                  <c:v>109.64070519950334</c:v>
                </c:pt>
                <c:pt idx="824">
                  <c:v>109.78723388291496</c:v>
                </c:pt>
                <c:pt idx="825">
                  <c:v>109.49819839265174</c:v>
                </c:pt>
                <c:pt idx="826">
                  <c:v>110.5358668893967</c:v>
                </c:pt>
                <c:pt idx="827">
                  <c:v>111.7040151578687</c:v>
                </c:pt>
                <c:pt idx="828">
                  <c:v>113.75859189701859</c:v>
                </c:pt>
                <c:pt idx="829">
                  <c:v>116.17882932521862</c:v>
                </c:pt>
                <c:pt idx="830">
                  <c:v>118.05223550164624</c:v>
                </c:pt>
                <c:pt idx="831">
                  <c:v>118.5020227136679</c:v>
                </c:pt>
                <c:pt idx="832">
                  <c:v>118.92509007820834</c:v>
                </c:pt>
                <c:pt idx="833">
                  <c:v>118.53012343656226</c:v>
                </c:pt>
                <c:pt idx="834">
                  <c:v>118.41735624476729</c:v>
                </c:pt>
                <c:pt idx="835">
                  <c:v>118.16774819676932</c:v>
                </c:pt>
                <c:pt idx="836">
                  <c:v>118.35066760565341</c:v>
                </c:pt>
                <c:pt idx="837">
                  <c:v>117.25265681816744</c:v>
                </c:pt>
                <c:pt idx="838">
                  <c:v>117.47903769101667</c:v>
                </c:pt>
                <c:pt idx="839">
                  <c:v>117.61998301073075</c:v>
                </c:pt>
                <c:pt idx="840">
                  <c:v>119.41297648602155</c:v>
                </c:pt>
                <c:pt idx="841">
                  <c:v>120.17149488065363</c:v>
                </c:pt>
                <c:pt idx="842">
                  <c:v>119.83896494562326</c:v>
                </c:pt>
                <c:pt idx="843">
                  <c:v>122.54386609954166</c:v>
                </c:pt>
                <c:pt idx="844">
                  <c:v>123.14177268442651</c:v>
                </c:pt>
                <c:pt idx="845">
                  <c:v>122.77398459869967</c:v>
                </c:pt>
                <c:pt idx="846">
                  <c:v>121.74851959246688</c:v>
                </c:pt>
                <c:pt idx="847">
                  <c:v>122.9909006291081</c:v>
                </c:pt>
                <c:pt idx="848">
                  <c:v>123.03378247302057</c:v>
                </c:pt>
                <c:pt idx="849">
                  <c:v>121.79171861345417</c:v>
                </c:pt>
                <c:pt idx="850">
                  <c:v>121.19221615719138</c:v>
                </c:pt>
                <c:pt idx="851">
                  <c:v>121.37341597620612</c:v>
                </c:pt>
                <c:pt idx="852">
                  <c:v>122.77788345848751</c:v>
                </c:pt>
                <c:pt idx="853">
                  <c:v>121.731990434963</c:v>
                </c:pt>
                <c:pt idx="854">
                  <c:v>122.03354988549547</c:v>
                </c:pt>
                <c:pt idx="855">
                  <c:v>119.49071822799981</c:v>
                </c:pt>
                <c:pt idx="856">
                  <c:v>120.27200789621949</c:v>
                </c:pt>
                <c:pt idx="857">
                  <c:v>120.81966086116584</c:v>
                </c:pt>
                <c:pt idx="858">
                  <c:v>120.79895512500926</c:v>
                </c:pt>
                <c:pt idx="859">
                  <c:v>121.27434812432718</c:v>
                </c:pt>
                <c:pt idx="860">
                  <c:v>121.33241716875638</c:v>
                </c:pt>
                <c:pt idx="861">
                  <c:v>121.21943508895343</c:v>
                </c:pt>
                <c:pt idx="862">
                  <c:v>122.03026427430321</c:v>
                </c:pt>
                <c:pt idx="863">
                  <c:v>123.39661658318687</c:v>
                </c:pt>
                <c:pt idx="864">
                  <c:v>123.28723594219113</c:v>
                </c:pt>
                <c:pt idx="865">
                  <c:v>122.59170316051809</c:v>
                </c:pt>
                <c:pt idx="866">
                  <c:v>124.30415665360634</c:v>
                </c:pt>
                <c:pt idx="867">
                  <c:v>123.62101337200976</c:v>
                </c:pt>
                <c:pt idx="868">
                  <c:v>123.6920043054685</c:v>
                </c:pt>
                <c:pt idx="869">
                  <c:v>122.23749134395665</c:v>
                </c:pt>
                <c:pt idx="870">
                  <c:v>121.57252523437566</c:v>
                </c:pt>
                <c:pt idx="871">
                  <c:v>123.68448948668404</c:v>
                </c:pt>
                <c:pt idx="872">
                  <c:v>122.78123319601846</c:v>
                </c:pt>
                <c:pt idx="873">
                  <c:v>124.73653091979088</c:v>
                </c:pt>
                <c:pt idx="874">
                  <c:v>124.70167005011392</c:v>
                </c:pt>
                <c:pt idx="875">
                  <c:v>126.28190064702363</c:v>
                </c:pt>
                <c:pt idx="876">
                  <c:v>127.21642770402289</c:v>
                </c:pt>
                <c:pt idx="877">
                  <c:v>127.53341018669903</c:v>
                </c:pt>
                <c:pt idx="878">
                  <c:v>128.7693081476817</c:v>
                </c:pt>
                <c:pt idx="879">
                  <c:v>126.8832444144463</c:v>
                </c:pt>
                <c:pt idx="880">
                  <c:v>126.5567987086814</c:v>
                </c:pt>
                <c:pt idx="881">
                  <c:v>125.46485752231467</c:v>
                </c:pt>
                <c:pt idx="882">
                  <c:v>123.65179644350488</c:v>
                </c:pt>
                <c:pt idx="883">
                  <c:v>122.72617949293584</c:v>
                </c:pt>
                <c:pt idx="884">
                  <c:v>122.12149748538138</c:v>
                </c:pt>
                <c:pt idx="885">
                  <c:v>122.35771365442631</c:v>
                </c:pt>
                <c:pt idx="886">
                  <c:v>122.52039029988532</c:v>
                </c:pt>
                <c:pt idx="887">
                  <c:v>123.0369093337404</c:v>
                </c:pt>
                <c:pt idx="888">
                  <c:v>121.44470616591117</c:v>
                </c:pt>
                <c:pt idx="889">
                  <c:v>121.34661521510426</c:v>
                </c:pt>
                <c:pt idx="890">
                  <c:v>121.0818002104954</c:v>
                </c:pt>
                <c:pt idx="891">
                  <c:v>122.63089817179547</c:v>
                </c:pt>
                <c:pt idx="892">
                  <c:v>122.46204553379201</c:v>
                </c:pt>
                <c:pt idx="893">
                  <c:v>122.31305165688033</c:v>
                </c:pt>
                <c:pt idx="894">
                  <c:v>120.34955256306159</c:v>
                </c:pt>
                <c:pt idx="895">
                  <c:v>120.83222848996019</c:v>
                </c:pt>
                <c:pt idx="896">
                  <c:v>120.81385915484275</c:v>
                </c:pt>
                <c:pt idx="897">
                  <c:v>120.46749423217875</c:v>
                </c:pt>
                <c:pt idx="898">
                  <c:v>120.0975720564537</c:v>
                </c:pt>
                <c:pt idx="899">
                  <c:v>121.0951312018139</c:v>
                </c:pt>
                <c:pt idx="900">
                  <c:v>121.54935479052449</c:v>
                </c:pt>
                <c:pt idx="901">
                  <c:v>123.0153745433476</c:v>
                </c:pt>
                <c:pt idx="902">
                  <c:v>124.92155958860938</c:v>
                </c:pt>
                <c:pt idx="903">
                  <c:v>125.53694070868507</c:v>
                </c:pt>
                <c:pt idx="904">
                  <c:v>124.73480895487197</c:v>
                </c:pt>
                <c:pt idx="905">
                  <c:v>126.9772123331727</c:v>
                </c:pt>
                <c:pt idx="906">
                  <c:v>126.6218017643176</c:v>
                </c:pt>
                <c:pt idx="907">
                  <c:v>125.51900352463311</c:v>
                </c:pt>
                <c:pt idx="908">
                  <c:v>126.4454743595021</c:v>
                </c:pt>
                <c:pt idx="909">
                  <c:v>126.46631029155795</c:v>
                </c:pt>
                <c:pt idx="910">
                  <c:v>124.11202977128974</c:v>
                </c:pt>
                <c:pt idx="911">
                  <c:v>124.37373761729461</c:v>
                </c:pt>
                <c:pt idx="912">
                  <c:v>124.77408784858211</c:v>
                </c:pt>
                <c:pt idx="913">
                  <c:v>128.15856976371589</c:v>
                </c:pt>
                <c:pt idx="914">
                  <c:v>128.00573645723409</c:v>
                </c:pt>
                <c:pt idx="915">
                  <c:v>127.12672996249368</c:v>
                </c:pt>
                <c:pt idx="916">
                  <c:v>127.87169351738498</c:v>
                </c:pt>
                <c:pt idx="917">
                  <c:v>129.97898421191752</c:v>
                </c:pt>
                <c:pt idx="918">
                  <c:v>129.54392824487294</c:v>
                </c:pt>
                <c:pt idx="919">
                  <c:v>129.25020904889479</c:v>
                </c:pt>
                <c:pt idx="920">
                  <c:v>129.35815980209074</c:v>
                </c:pt>
                <c:pt idx="921">
                  <c:v>129.79522997310849</c:v>
                </c:pt>
                <c:pt idx="922">
                  <c:v>131.74207613695353</c:v>
                </c:pt>
                <c:pt idx="923">
                  <c:v>131.32361253611856</c:v>
                </c:pt>
                <c:pt idx="924">
                  <c:v>131.57698519962508</c:v>
                </c:pt>
                <c:pt idx="925">
                  <c:v>132.23937729525286</c:v>
                </c:pt>
                <c:pt idx="926">
                  <c:v>133.98620126425965</c:v>
                </c:pt>
                <c:pt idx="927">
                  <c:v>133.79411670100822</c:v>
                </c:pt>
                <c:pt idx="928">
                  <c:v>135.93102933768671</c:v>
                </c:pt>
                <c:pt idx="929">
                  <c:v>136.28531073240501</c:v>
                </c:pt>
                <c:pt idx="930">
                  <c:v>136.81079746764249</c:v>
                </c:pt>
                <c:pt idx="931">
                  <c:v>136.28371626446545</c:v>
                </c:pt>
                <c:pt idx="932">
                  <c:v>136.38716489528204</c:v>
                </c:pt>
                <c:pt idx="933">
                  <c:v>136.46517366840212</c:v>
                </c:pt>
                <c:pt idx="934">
                  <c:v>138.16866302268232</c:v>
                </c:pt>
                <c:pt idx="935">
                  <c:v>137.62272106503985</c:v>
                </c:pt>
                <c:pt idx="936">
                  <c:v>136.13622179953202</c:v>
                </c:pt>
                <c:pt idx="937">
                  <c:v>136.51252562550312</c:v>
                </c:pt>
                <c:pt idx="938">
                  <c:v>137.73486831491786</c:v>
                </c:pt>
                <c:pt idx="939">
                  <c:v>137.7721613972929</c:v>
                </c:pt>
                <c:pt idx="940">
                  <c:v>136.23072599365642</c:v>
                </c:pt>
                <c:pt idx="941">
                  <c:v>134.87758398039026</c:v>
                </c:pt>
                <c:pt idx="942">
                  <c:v>135.20020763762963</c:v>
                </c:pt>
                <c:pt idx="943">
                  <c:v>134.29722113100419</c:v>
                </c:pt>
                <c:pt idx="944">
                  <c:v>132.81557425370934</c:v>
                </c:pt>
                <c:pt idx="945">
                  <c:v>134.04880757100625</c:v>
                </c:pt>
                <c:pt idx="946">
                  <c:v>133.4541391503007</c:v>
                </c:pt>
                <c:pt idx="947">
                  <c:v>130.71066346680584</c:v>
                </c:pt>
                <c:pt idx="948">
                  <c:v>132.09872027416992</c:v>
                </c:pt>
                <c:pt idx="949">
                  <c:v>131.19824068634725</c:v>
                </c:pt>
                <c:pt idx="950">
                  <c:v>133.28271616887514</c:v>
                </c:pt>
                <c:pt idx="951">
                  <c:v>133.82155964312767</c:v>
                </c:pt>
                <c:pt idx="952">
                  <c:v>133.86020671967296</c:v>
                </c:pt>
                <c:pt idx="953">
                  <c:v>135.41254376278516</c:v>
                </c:pt>
                <c:pt idx="954">
                  <c:v>134.06518407759668</c:v>
                </c:pt>
                <c:pt idx="955">
                  <c:v>134.55801091239223</c:v>
                </c:pt>
                <c:pt idx="956">
                  <c:v>136.02147284478187</c:v>
                </c:pt>
                <c:pt idx="957">
                  <c:v>135.90659180488845</c:v>
                </c:pt>
                <c:pt idx="958">
                  <c:v>137.07716602456415</c:v>
                </c:pt>
                <c:pt idx="959">
                  <c:v>138.27455536359599</c:v>
                </c:pt>
                <c:pt idx="960">
                  <c:v>139.78671617608668</c:v>
                </c:pt>
                <c:pt idx="961">
                  <c:v>138.71590224319735</c:v>
                </c:pt>
                <c:pt idx="962">
                  <c:v>138.94135533531784</c:v>
                </c:pt>
                <c:pt idx="963">
                  <c:v>139.67694084503458</c:v>
                </c:pt>
                <c:pt idx="964">
                  <c:v>138.74891742946403</c:v>
                </c:pt>
                <c:pt idx="965">
                  <c:v>141.27405199882818</c:v>
                </c:pt>
                <c:pt idx="966">
                  <c:v>141.13434704875363</c:v>
                </c:pt>
                <c:pt idx="967">
                  <c:v>142.31622380547725</c:v>
                </c:pt>
                <c:pt idx="968">
                  <c:v>143.58811315973369</c:v>
                </c:pt>
                <c:pt idx="969">
                  <c:v>146.75983230444314</c:v>
                </c:pt>
                <c:pt idx="970">
                  <c:v>145.60227281664396</c:v>
                </c:pt>
                <c:pt idx="971">
                  <c:v>144.62596701830211</c:v>
                </c:pt>
                <c:pt idx="972">
                  <c:v>144.75301576102888</c:v>
                </c:pt>
                <c:pt idx="973">
                  <c:v>143.88627618141987</c:v>
                </c:pt>
                <c:pt idx="974">
                  <c:v>142.61502312453541</c:v>
                </c:pt>
                <c:pt idx="975">
                  <c:v>142.75972890342129</c:v>
                </c:pt>
                <c:pt idx="976">
                  <c:v>142.00325224174605</c:v>
                </c:pt>
                <c:pt idx="977">
                  <c:v>140.61002867597091</c:v>
                </c:pt>
                <c:pt idx="978">
                  <c:v>141.57031060860552</c:v>
                </c:pt>
                <c:pt idx="979">
                  <c:v>143.09388558547406</c:v>
                </c:pt>
                <c:pt idx="980">
                  <c:v>145.83552800059047</c:v>
                </c:pt>
                <c:pt idx="981">
                  <c:v>146.90698460030293</c:v>
                </c:pt>
                <c:pt idx="982">
                  <c:v>146.85342107889227</c:v>
                </c:pt>
                <c:pt idx="983">
                  <c:v>148.47633768608151</c:v>
                </c:pt>
                <c:pt idx="984">
                  <c:v>149.19642232680269</c:v>
                </c:pt>
                <c:pt idx="985">
                  <c:v>151.11032207286183</c:v>
                </c:pt>
                <c:pt idx="986">
                  <c:v>145.89888487698053</c:v>
                </c:pt>
                <c:pt idx="987">
                  <c:v>145.08412865511846</c:v>
                </c:pt>
                <c:pt idx="988">
                  <c:v>145.39938096815897</c:v>
                </c:pt>
                <c:pt idx="989">
                  <c:v>144.67407726395771</c:v>
                </c:pt>
                <c:pt idx="990">
                  <c:v>147.41019525978871</c:v>
                </c:pt>
                <c:pt idx="991">
                  <c:v>147.61109433372505</c:v>
                </c:pt>
                <c:pt idx="992">
                  <c:v>148.16220326569217</c:v>
                </c:pt>
                <c:pt idx="993">
                  <c:v>144.27297327830112</c:v>
                </c:pt>
                <c:pt idx="994">
                  <c:v>142.06748308240051</c:v>
                </c:pt>
                <c:pt idx="995">
                  <c:v>143.80853551900947</c:v>
                </c:pt>
                <c:pt idx="996">
                  <c:v>144.21827804576893</c:v>
                </c:pt>
                <c:pt idx="997">
                  <c:v>144.37026739997626</c:v>
                </c:pt>
                <c:pt idx="998">
                  <c:v>146.10533622305621</c:v>
                </c:pt>
                <c:pt idx="999">
                  <c:v>146.40610553777842</c:v>
                </c:pt>
                <c:pt idx="1000">
                  <c:v>146.73341646330715</c:v>
                </c:pt>
                <c:pt idx="1001">
                  <c:v>145.73284818411622</c:v>
                </c:pt>
                <c:pt idx="1002">
                  <c:v>146.41089093879779</c:v>
                </c:pt>
                <c:pt idx="1003">
                  <c:v>146.24364318656495</c:v>
                </c:pt>
                <c:pt idx="1004">
                  <c:v>146.83782882446638</c:v>
                </c:pt>
                <c:pt idx="1005">
                  <c:v>149.56626159170608</c:v>
                </c:pt>
                <c:pt idx="1006">
                  <c:v>151.31206034897326</c:v>
                </c:pt>
                <c:pt idx="1007">
                  <c:v>149.79585385544848</c:v>
                </c:pt>
                <c:pt idx="1008">
                  <c:v>150.96408584441792</c:v>
                </c:pt>
                <c:pt idx="1009">
                  <c:v>152.2155100982223</c:v>
                </c:pt>
                <c:pt idx="1010">
                  <c:v>152.8050370763861</c:v>
                </c:pt>
                <c:pt idx="1011">
                  <c:v>152.15782743117595</c:v>
                </c:pt>
                <c:pt idx="1012">
                  <c:v>154.72439544206185</c:v>
                </c:pt>
                <c:pt idx="1013">
                  <c:v>154.95551059838618</c:v>
                </c:pt>
                <c:pt idx="1014">
                  <c:v>154.86257528644006</c:v>
                </c:pt>
                <c:pt idx="1015">
                  <c:v>157.09440256899182</c:v>
                </c:pt>
                <c:pt idx="1016">
                  <c:v>161.24617566413986</c:v>
                </c:pt>
                <c:pt idx="1017">
                  <c:v>164.39750015020846</c:v>
                </c:pt>
                <c:pt idx="1018">
                  <c:v>166.58388226261761</c:v>
                </c:pt>
                <c:pt idx="1019">
                  <c:v>168.2216246849396</c:v>
                </c:pt>
                <c:pt idx="1020">
                  <c:v>170.97710969864397</c:v>
                </c:pt>
                <c:pt idx="1021">
                  <c:v>173.49324563700293</c:v>
                </c:pt>
                <c:pt idx="1022">
                  <c:v>172.20086538061949</c:v>
                </c:pt>
                <c:pt idx="1023">
                  <c:v>168.46401652265857</c:v>
                </c:pt>
                <c:pt idx="1024">
                  <c:v>168.80187196657261</c:v>
                </c:pt>
                <c:pt idx="1025">
                  <c:v>174.00893129834992</c:v>
                </c:pt>
                <c:pt idx="1026">
                  <c:v>169.12090584433912</c:v>
                </c:pt>
                <c:pt idx="1027">
                  <c:v>167.60097646060851</c:v>
                </c:pt>
                <c:pt idx="1028">
                  <c:v>171.16985468761197</c:v>
                </c:pt>
                <c:pt idx="1029">
                  <c:v>175.11225490979569</c:v>
                </c:pt>
                <c:pt idx="1030">
                  <c:v>173.64033510200585</c:v>
                </c:pt>
                <c:pt idx="1031">
                  <c:v>176.39697757452831</c:v>
                </c:pt>
                <c:pt idx="1032">
                  <c:v>174.51552634949905</c:v>
                </c:pt>
                <c:pt idx="1033">
                  <c:v>172.50474174598892</c:v>
                </c:pt>
                <c:pt idx="1034">
                  <c:v>172.15494547045421</c:v>
                </c:pt>
                <c:pt idx="1035">
                  <c:v>172.69807855412776</c:v>
                </c:pt>
                <c:pt idx="1036">
                  <c:v>173.4757853521096</c:v>
                </c:pt>
                <c:pt idx="1037">
                  <c:v>176.05418067804231</c:v>
                </c:pt>
                <c:pt idx="1038">
                  <c:v>174.59320666405884</c:v>
                </c:pt>
                <c:pt idx="1039">
                  <c:v>176.45387793263239</c:v>
                </c:pt>
                <c:pt idx="1040">
                  <c:v>177.21873101630308</c:v>
                </c:pt>
                <c:pt idx="1041">
                  <c:v>175.77631175323899</c:v>
                </c:pt>
                <c:pt idx="1042">
                  <c:v>174.70326602944854</c:v>
                </c:pt>
                <c:pt idx="1043">
                  <c:v>172.5484155609773</c:v>
                </c:pt>
                <c:pt idx="1044">
                  <c:v>163.76473674402658</c:v>
                </c:pt>
                <c:pt idx="1045">
                  <c:v>169.13342732160197</c:v>
                </c:pt>
                <c:pt idx="1046">
                  <c:v>163.31035931687768</c:v>
                </c:pt>
                <c:pt idx="1047">
                  <c:v>160.97339107273172</c:v>
                </c:pt>
                <c:pt idx="1048">
                  <c:v>163.31702424576372</c:v>
                </c:pt>
                <c:pt idx="1049">
                  <c:v>167.76736444489578</c:v>
                </c:pt>
                <c:pt idx="1050">
                  <c:v>166.91211292609341</c:v>
                </c:pt>
                <c:pt idx="1051">
                  <c:v>161.02060592469826</c:v>
                </c:pt>
                <c:pt idx="1052">
                  <c:v>158.49817070713067</c:v>
                </c:pt>
                <c:pt idx="1053">
                  <c:v>161.05736235382656</c:v>
                </c:pt>
                <c:pt idx="1054">
                  <c:v>162.99572095415178</c:v>
                </c:pt>
                <c:pt idx="1055">
                  <c:v>161.57782467169216</c:v>
                </c:pt>
                <c:pt idx="1056">
                  <c:v>160.28302666882166</c:v>
                </c:pt>
                <c:pt idx="1057">
                  <c:v>156.06083087082521</c:v>
                </c:pt>
                <c:pt idx="1058">
                  <c:v>160.70238474571298</c:v>
                </c:pt>
                <c:pt idx="1059">
                  <c:v>161.13918691397774</c:v>
                </c:pt>
                <c:pt idx="1060">
                  <c:v>165.63724299257944</c:v>
                </c:pt>
                <c:pt idx="1061">
                  <c:v>162.92339578261686</c:v>
                </c:pt>
                <c:pt idx="1062">
                  <c:v>161.42069279537506</c:v>
                </c:pt>
                <c:pt idx="1063">
                  <c:v>161.73792406449402</c:v>
                </c:pt>
                <c:pt idx="1064">
                  <c:v>166.89231105823458</c:v>
                </c:pt>
                <c:pt idx="1065">
                  <c:v>169.88016223164752</c:v>
                </c:pt>
                <c:pt idx="1066">
                  <c:v>169.46855118861487</c:v>
                </c:pt>
                <c:pt idx="1067">
                  <c:v>169.42477125209339</c:v>
                </c:pt>
                <c:pt idx="1068">
                  <c:v>168.55863342368079</c:v>
                </c:pt>
                <c:pt idx="1069">
                  <c:v>174.75280000936633</c:v>
                </c:pt>
                <c:pt idx="1070">
                  <c:v>177.03340919079733</c:v>
                </c:pt>
                <c:pt idx="1071">
                  <c:v>179.90088421530226</c:v>
                </c:pt>
                <c:pt idx="1072">
                  <c:v>180.10930901165972</c:v>
                </c:pt>
                <c:pt idx="1073">
                  <c:v>181.84420191913603</c:v>
                </c:pt>
                <c:pt idx="1074">
                  <c:v>180.51515575540003</c:v>
                </c:pt>
                <c:pt idx="1075">
                  <c:v>180.10129127612811</c:v>
                </c:pt>
                <c:pt idx="1076">
                  <c:v>180.65394512386413</c:v>
                </c:pt>
                <c:pt idx="1077">
                  <c:v>179.93793558240472</c:v>
                </c:pt>
                <c:pt idx="1078">
                  <c:v>178.82318431198124</c:v>
                </c:pt>
                <c:pt idx="1079">
                  <c:v>177.15771977125814</c:v>
                </c:pt>
                <c:pt idx="1080">
                  <c:v>175.70515046395147</c:v>
                </c:pt>
                <c:pt idx="1081">
                  <c:v>174.60873581773544</c:v>
                </c:pt>
                <c:pt idx="1082">
                  <c:v>174.09281232756078</c:v>
                </c:pt>
                <c:pt idx="1083">
                  <c:v>171.5482787851108</c:v>
                </c:pt>
                <c:pt idx="1084">
                  <c:v>169.2655966172297</c:v>
                </c:pt>
                <c:pt idx="1085">
                  <c:v>171.59823039590486</c:v>
                </c:pt>
                <c:pt idx="1086">
                  <c:v>172.35620312289748</c:v>
                </c:pt>
                <c:pt idx="1087">
                  <c:v>170.28412847590988</c:v>
                </c:pt>
                <c:pt idx="1088">
                  <c:v>172.47918729215033</c:v>
                </c:pt>
                <c:pt idx="1089">
                  <c:v>175.11089119951333</c:v>
                </c:pt>
                <c:pt idx="1090">
                  <c:v>172.57543725566771</c:v>
                </c:pt>
                <c:pt idx="1091">
                  <c:v>173.00322330392586</c:v>
                </c:pt>
                <c:pt idx="1092">
                  <c:v>171.95012772665737</c:v>
                </c:pt>
                <c:pt idx="1093">
                  <c:v>170.42870184578211</c:v>
                </c:pt>
                <c:pt idx="1094">
                  <c:v>168.36903375604513</c:v>
                </c:pt>
                <c:pt idx="1095">
                  <c:v>167.3671072183904</c:v>
                </c:pt>
                <c:pt idx="1096">
                  <c:v>163.01533449137506</c:v>
                </c:pt>
                <c:pt idx="1097">
                  <c:v>164.17845926010799</c:v>
                </c:pt>
                <c:pt idx="1098">
                  <c:v>161.78662386222771</c:v>
                </c:pt>
                <c:pt idx="1099">
                  <c:v>165.26644382979956</c:v>
                </c:pt>
                <c:pt idx="1100">
                  <c:v>165.73379960738376</c:v>
                </c:pt>
                <c:pt idx="1101">
                  <c:v>164.16860517942925</c:v>
                </c:pt>
                <c:pt idx="1102">
                  <c:v>166.16809534265136</c:v>
                </c:pt>
                <c:pt idx="1103">
                  <c:v>165.379527065123</c:v>
                </c:pt>
                <c:pt idx="1104">
                  <c:v>164.57622657100634</c:v>
                </c:pt>
                <c:pt idx="1105">
                  <c:v>163.5844399836335</c:v>
                </c:pt>
                <c:pt idx="1106">
                  <c:v>162.67379907008277</c:v>
                </c:pt>
                <c:pt idx="1107">
                  <c:v>163.62868294686493</c:v>
                </c:pt>
                <c:pt idx="1108">
                  <c:v>160.04017687836225</c:v>
                </c:pt>
                <c:pt idx="1109">
                  <c:v>159.37407328197096</c:v>
                </c:pt>
                <c:pt idx="1110">
                  <c:v>155.85879598340892</c:v>
                </c:pt>
                <c:pt idx="1111">
                  <c:v>153.94992265192241</c:v>
                </c:pt>
                <c:pt idx="1112">
                  <c:v>155.80660912709629</c:v>
                </c:pt>
                <c:pt idx="1113">
                  <c:v>154.54819083810477</c:v>
                </c:pt>
                <c:pt idx="1114">
                  <c:v>159.66999220568096</c:v>
                </c:pt>
                <c:pt idx="1115">
                  <c:v>162.40034228566702</c:v>
                </c:pt>
                <c:pt idx="1116">
                  <c:v>162.79885698148325</c:v>
                </c:pt>
                <c:pt idx="1117">
                  <c:v>162.198494217491</c:v>
                </c:pt>
                <c:pt idx="1118">
                  <c:v>162.39146699530431</c:v>
                </c:pt>
                <c:pt idx="1119">
                  <c:v>160.10556631138124</c:v>
                </c:pt>
                <c:pt idx="1120">
                  <c:v>160.69863562200493</c:v>
                </c:pt>
                <c:pt idx="1121">
                  <c:v>158.73925092372278</c:v>
                </c:pt>
                <c:pt idx="1122">
                  <c:v>156.29858250941908</c:v>
                </c:pt>
                <c:pt idx="1123">
                  <c:v>158.40935707780497</c:v>
                </c:pt>
                <c:pt idx="1124">
                  <c:v>159.87446464965677</c:v>
                </c:pt>
                <c:pt idx="1125">
                  <c:v>159.6423212588025</c:v>
                </c:pt>
                <c:pt idx="1126">
                  <c:v>159.19487670931426</c:v>
                </c:pt>
                <c:pt idx="1127">
                  <c:v>158.45169611493318</c:v>
                </c:pt>
                <c:pt idx="1128">
                  <c:v>159.63111356180227</c:v>
                </c:pt>
                <c:pt idx="1129">
                  <c:v>160.7291003828789</c:v>
                </c:pt>
                <c:pt idx="1130">
                  <c:v>160.14670988889822</c:v>
                </c:pt>
                <c:pt idx="1131">
                  <c:v>158.3701398274269</c:v>
                </c:pt>
                <c:pt idx="1132">
                  <c:v>160.40071987536632</c:v>
                </c:pt>
                <c:pt idx="1133">
                  <c:v>163.61577924855584</c:v>
                </c:pt>
                <c:pt idx="1134">
                  <c:v>161.74954782699655</c:v>
                </c:pt>
                <c:pt idx="1135">
                  <c:v>164.34458922764617</c:v>
                </c:pt>
                <c:pt idx="1136">
                  <c:v>163.7944635122239</c:v>
                </c:pt>
                <c:pt idx="1137">
                  <c:v>161.8641494746947</c:v>
                </c:pt>
                <c:pt idx="1138">
                  <c:v>161.30497730340537</c:v>
                </c:pt>
                <c:pt idx="1139">
                  <c:v>161.82769726782541</c:v>
                </c:pt>
                <c:pt idx="1140">
                  <c:v>163.48404377732385</c:v>
                </c:pt>
                <c:pt idx="1141">
                  <c:v>166.77806820495707</c:v>
                </c:pt>
                <c:pt idx="1142">
                  <c:v>164.43518754479086</c:v>
                </c:pt>
                <c:pt idx="1143">
                  <c:v>163.4952687474119</c:v>
                </c:pt>
                <c:pt idx="1144">
                  <c:v>164.20548656855212</c:v>
                </c:pt>
                <c:pt idx="1145">
                  <c:v>164.715758952138</c:v>
                </c:pt>
                <c:pt idx="1146">
                  <c:v>161.86704417431883</c:v>
                </c:pt>
                <c:pt idx="1147">
                  <c:v>166.99058397022574</c:v>
                </c:pt>
                <c:pt idx="1148">
                  <c:v>166.80055911473821</c:v>
                </c:pt>
                <c:pt idx="1149">
                  <c:v>166.64319254034061</c:v>
                </c:pt>
                <c:pt idx="1150">
                  <c:v>166.48441934283332</c:v>
                </c:pt>
                <c:pt idx="1151">
                  <c:v>166.47313915284272</c:v>
                </c:pt>
                <c:pt idx="1152">
                  <c:v>165.44454858137172</c:v>
                </c:pt>
                <c:pt idx="1153">
                  <c:v>164.18972471399547</c:v>
                </c:pt>
                <c:pt idx="1154">
                  <c:v>163.76433644021654</c:v>
                </c:pt>
                <c:pt idx="1155">
                  <c:v>160.22005519820314</c:v>
                </c:pt>
                <c:pt idx="1156">
                  <c:v>159.26112099824445</c:v>
                </c:pt>
                <c:pt idx="1157">
                  <c:v>158.48221625764498</c:v>
                </c:pt>
                <c:pt idx="1158">
                  <c:v>158.97789622869695</c:v>
                </c:pt>
                <c:pt idx="1159">
                  <c:v>159.06206253374879</c:v>
                </c:pt>
                <c:pt idx="1160">
                  <c:v>158.03516315950904</c:v>
                </c:pt>
                <c:pt idx="1161">
                  <c:v>159.97435076009202</c:v>
                </c:pt>
                <c:pt idx="1162">
                  <c:v>159.85113264845626</c:v>
                </c:pt>
                <c:pt idx="1163">
                  <c:v>163.76751576794041</c:v>
                </c:pt>
                <c:pt idx="1164">
                  <c:v>164.39061644686939</c:v>
                </c:pt>
                <c:pt idx="1165">
                  <c:v>166.31289094159365</c:v>
                </c:pt>
                <c:pt idx="1166">
                  <c:v>165.54072864286178</c:v>
                </c:pt>
                <c:pt idx="1167">
                  <c:v>164.98678616879715</c:v>
                </c:pt>
                <c:pt idx="1168">
                  <c:v>163.59150176171173</c:v>
                </c:pt>
                <c:pt idx="1169">
                  <c:v>164.77762726620801</c:v>
                </c:pt>
                <c:pt idx="1170">
                  <c:v>166.20475763345092</c:v>
                </c:pt>
                <c:pt idx="1171">
                  <c:v>170.78442716268384</c:v>
                </c:pt>
                <c:pt idx="1172">
                  <c:v>171.50455547193016</c:v>
                </c:pt>
                <c:pt idx="1173">
                  <c:v>170.59127846926688</c:v>
                </c:pt>
                <c:pt idx="1174">
                  <c:v>172.66816248368318</c:v>
                </c:pt>
                <c:pt idx="1175">
                  <c:v>171.19264301837336</c:v>
                </c:pt>
                <c:pt idx="1176">
                  <c:v>171.64494594767686</c:v>
                </c:pt>
                <c:pt idx="1177">
                  <c:v>170.56741386319968</c:v>
                </c:pt>
                <c:pt idx="1178">
                  <c:v>167.86652945789342</c:v>
                </c:pt>
                <c:pt idx="1179">
                  <c:v>168.06805743416101</c:v>
                </c:pt>
                <c:pt idx="1180">
                  <c:v>167.11387365721885</c:v>
                </c:pt>
                <c:pt idx="1181">
                  <c:v>167.72655834033142</c:v>
                </c:pt>
                <c:pt idx="1182">
                  <c:v>166.29292643681734</c:v>
                </c:pt>
                <c:pt idx="1183">
                  <c:v>168.52839386068865</c:v>
                </c:pt>
                <c:pt idx="1184">
                  <c:v>169.90831925401216</c:v>
                </c:pt>
                <c:pt idx="1185">
                  <c:v>167.2355498758761</c:v>
                </c:pt>
                <c:pt idx="1186">
                  <c:v>164.82418374363715</c:v>
                </c:pt>
                <c:pt idx="1187">
                  <c:v>164.38817694708732</c:v>
                </c:pt>
                <c:pt idx="1188">
                  <c:v>162.39248869844775</c:v>
                </c:pt>
                <c:pt idx="1189">
                  <c:v>162.54830199042459</c:v>
                </c:pt>
                <c:pt idx="1190">
                  <c:v>164.05233565316811</c:v>
                </c:pt>
                <c:pt idx="1191">
                  <c:v>162.90002529481745</c:v>
                </c:pt>
                <c:pt idx="1192">
                  <c:v>166.04160058023729</c:v>
                </c:pt>
                <c:pt idx="1193">
                  <c:v>180.53010787998721</c:v>
                </c:pt>
                <c:pt idx="1194">
                  <c:v>181.19717747381395</c:v>
                </c:pt>
                <c:pt idx="1195">
                  <c:v>178.66533819348334</c:v>
                </c:pt>
                <c:pt idx="1196">
                  <c:v>179.45985159794196</c:v>
                </c:pt>
                <c:pt idx="1197">
                  <c:v>182.06459054191214</c:v>
                </c:pt>
                <c:pt idx="1198">
                  <c:v>182.67023698152849</c:v>
                </c:pt>
                <c:pt idx="1199">
                  <c:v>181.11984132552868</c:v>
                </c:pt>
                <c:pt idx="1200">
                  <c:v>178.89165175526853</c:v>
                </c:pt>
                <c:pt idx="1201">
                  <c:v>178.67215555736934</c:v>
                </c:pt>
                <c:pt idx="1202">
                  <c:v>179.25889762797351</c:v>
                </c:pt>
                <c:pt idx="1203">
                  <c:v>#N/A</c:v>
                </c:pt>
                <c:pt idx="1204">
                  <c:v>#N/A</c:v>
                </c:pt>
                <c:pt idx="1205">
                  <c:v>#N/A</c:v>
                </c:pt>
                <c:pt idx="1206">
                  <c:v>#N/A</c:v>
                </c:pt>
                <c:pt idx="1207">
                  <c:v>#N/A</c:v>
                </c:pt>
                <c:pt idx="1208">
                  <c:v>#N/A</c:v>
                </c:pt>
                <c:pt idx="1209">
                  <c:v>#N/A</c:v>
                </c:pt>
                <c:pt idx="1210">
                  <c:v>#N/A</c:v>
                </c:pt>
                <c:pt idx="1211">
                  <c:v>#N/A</c:v>
                </c:pt>
                <c:pt idx="1212">
                  <c:v>#N/A</c:v>
                </c:pt>
                <c:pt idx="1213">
                  <c:v>#N/A</c:v>
                </c:pt>
                <c:pt idx="1214">
                  <c:v>#N/A</c:v>
                </c:pt>
                <c:pt idx="1215">
                  <c:v>#N/A</c:v>
                </c:pt>
                <c:pt idx="1216">
                  <c:v>#N/A</c:v>
                </c:pt>
                <c:pt idx="1217">
                  <c:v>#N/A</c:v>
                </c:pt>
                <c:pt idx="1218">
                  <c:v>#N/A</c:v>
                </c:pt>
                <c:pt idx="1219">
                  <c:v>#N/A</c:v>
                </c:pt>
                <c:pt idx="1220">
                  <c:v>#N/A</c:v>
                </c:pt>
                <c:pt idx="1221">
                  <c:v>#N/A</c:v>
                </c:pt>
                <c:pt idx="1222">
                  <c:v>#N/A</c:v>
                </c:pt>
                <c:pt idx="1223">
                  <c:v>#N/A</c:v>
                </c:pt>
                <c:pt idx="1224">
                  <c:v>#N/A</c:v>
                </c:pt>
                <c:pt idx="1225">
                  <c:v>#N/A</c:v>
                </c:pt>
                <c:pt idx="1226">
                  <c:v>#N/A</c:v>
                </c:pt>
                <c:pt idx="1227">
                  <c:v>#N/A</c:v>
                </c:pt>
                <c:pt idx="1228">
                  <c:v>#N/A</c:v>
                </c:pt>
                <c:pt idx="1229">
                  <c:v>#N/A</c:v>
                </c:pt>
                <c:pt idx="1230">
                  <c:v>#N/A</c:v>
                </c:pt>
                <c:pt idx="1231">
                  <c:v>#N/A</c:v>
                </c:pt>
                <c:pt idx="1232">
                  <c:v>#N/A</c:v>
                </c:pt>
                <c:pt idx="1233">
                  <c:v>#N/A</c:v>
                </c:pt>
                <c:pt idx="1234">
                  <c:v>#N/A</c:v>
                </c:pt>
                <c:pt idx="1235">
                  <c:v>#N/A</c:v>
                </c:pt>
                <c:pt idx="1236">
                  <c:v>#N/A</c:v>
                </c:pt>
                <c:pt idx="1237">
                  <c:v>#N/A</c:v>
                </c:pt>
                <c:pt idx="1238">
                  <c:v>#N/A</c:v>
                </c:pt>
                <c:pt idx="1239">
                  <c:v>#N/A</c:v>
                </c:pt>
                <c:pt idx="1240">
                  <c:v>#N/A</c:v>
                </c:pt>
                <c:pt idx="1241">
                  <c:v>#N/A</c:v>
                </c:pt>
                <c:pt idx="1242">
                  <c:v>#N/A</c:v>
                </c:pt>
                <c:pt idx="1243">
                  <c:v>#N/A</c:v>
                </c:pt>
                <c:pt idx="1244">
                  <c:v>#N/A</c:v>
                </c:pt>
                <c:pt idx="1245">
                  <c:v>#N/A</c:v>
                </c:pt>
                <c:pt idx="1246">
                  <c:v>#N/A</c:v>
                </c:pt>
                <c:pt idx="1247">
                  <c:v>#N/A</c:v>
                </c:pt>
                <c:pt idx="1248">
                  <c:v>#N/A</c:v>
                </c:pt>
                <c:pt idx="1249">
                  <c:v>#N/A</c:v>
                </c:pt>
                <c:pt idx="1250">
                  <c:v>#N/A</c:v>
                </c:pt>
                <c:pt idx="1251">
                  <c:v>#N/A</c:v>
                </c:pt>
                <c:pt idx="1252">
                  <c:v>#N/A</c:v>
                </c:pt>
                <c:pt idx="1253">
                  <c:v>#N/A</c:v>
                </c:pt>
                <c:pt idx="1254">
                  <c:v>#N/A</c:v>
                </c:pt>
                <c:pt idx="1255">
                  <c:v>#N/A</c:v>
                </c:pt>
                <c:pt idx="1256">
                  <c:v>#N/A</c:v>
                </c:pt>
                <c:pt idx="1257">
                  <c:v>#N/A</c:v>
                </c:pt>
                <c:pt idx="1258">
                  <c:v>#N/A</c:v>
                </c:pt>
                <c:pt idx="1259">
                  <c:v>#N/A</c:v>
                </c:pt>
                <c:pt idx="1260">
                  <c:v>#N/A</c:v>
                </c:pt>
                <c:pt idx="1261">
                  <c:v>#N/A</c:v>
                </c:pt>
                <c:pt idx="1262">
                  <c:v>#N/A</c:v>
                </c:pt>
                <c:pt idx="1263">
                  <c:v>#N/A</c:v>
                </c:pt>
                <c:pt idx="1264">
                  <c:v>#N/A</c:v>
                </c:pt>
                <c:pt idx="1265">
                  <c:v>#N/A</c:v>
                </c:pt>
                <c:pt idx="1266">
                  <c:v>#N/A</c:v>
                </c:pt>
                <c:pt idx="1267">
                  <c:v>#N/A</c:v>
                </c:pt>
                <c:pt idx="1268">
                  <c:v>#N/A</c:v>
                </c:pt>
                <c:pt idx="1269">
                  <c:v>#N/A</c:v>
                </c:pt>
                <c:pt idx="1270">
                  <c:v>#N/A</c:v>
                </c:pt>
                <c:pt idx="1271">
                  <c:v>#N/A</c:v>
                </c:pt>
                <c:pt idx="1272">
                  <c:v>#N/A</c:v>
                </c:pt>
                <c:pt idx="1273">
                  <c:v>#N/A</c:v>
                </c:pt>
                <c:pt idx="1274">
                  <c:v>#N/A</c:v>
                </c:pt>
                <c:pt idx="1275">
                  <c:v>#N/A</c:v>
                </c:pt>
                <c:pt idx="1276">
                  <c:v>#N/A</c:v>
                </c:pt>
                <c:pt idx="1277">
                  <c:v>#N/A</c:v>
                </c:pt>
                <c:pt idx="1278">
                  <c:v>#N/A</c:v>
                </c:pt>
                <c:pt idx="1279">
                  <c:v>#N/A</c:v>
                </c:pt>
                <c:pt idx="1280">
                  <c:v>#N/A</c:v>
                </c:pt>
                <c:pt idx="1281">
                  <c:v>#N/A</c:v>
                </c:pt>
                <c:pt idx="1282">
                  <c:v>#N/A</c:v>
                </c:pt>
                <c:pt idx="1283">
                  <c:v>#N/A</c:v>
                </c:pt>
                <c:pt idx="1284">
                  <c:v>#N/A</c:v>
                </c:pt>
                <c:pt idx="1285">
                  <c:v>#N/A</c:v>
                </c:pt>
                <c:pt idx="1286">
                  <c:v>#N/A</c:v>
                </c:pt>
                <c:pt idx="1287">
                  <c:v>#N/A</c:v>
                </c:pt>
                <c:pt idx="1288">
                  <c:v>#N/A</c:v>
                </c:pt>
                <c:pt idx="1289">
                  <c:v>#N/A</c:v>
                </c:pt>
                <c:pt idx="1290">
                  <c:v>#N/A</c:v>
                </c:pt>
                <c:pt idx="1291">
                  <c:v>#N/A</c:v>
                </c:pt>
                <c:pt idx="1292">
                  <c:v>#N/A</c:v>
                </c:pt>
                <c:pt idx="1293">
                  <c:v>#N/A</c:v>
                </c:pt>
                <c:pt idx="1294">
                  <c:v>#N/A</c:v>
                </c:pt>
                <c:pt idx="1295">
                  <c:v>#N/A</c:v>
                </c:pt>
                <c:pt idx="1296">
                  <c:v>#N/A</c:v>
                </c:pt>
                <c:pt idx="1297">
                  <c:v>#N/A</c:v>
                </c:pt>
                <c:pt idx="1298">
                  <c:v>#N/A</c:v>
                </c:pt>
                <c:pt idx="1299">
                  <c:v>#N/A</c:v>
                </c:pt>
                <c:pt idx="1300">
                  <c:v>#N/A</c:v>
                </c:pt>
                <c:pt idx="1301">
                  <c:v>#N/A</c:v>
                </c:pt>
                <c:pt idx="1302">
                  <c:v>#N/A</c:v>
                </c:pt>
                <c:pt idx="1303">
                  <c:v>#N/A</c:v>
                </c:pt>
                <c:pt idx="1304">
                  <c:v>#N/A</c:v>
                </c:pt>
                <c:pt idx="1305">
                  <c:v>#N/A</c:v>
                </c:pt>
                <c:pt idx="1306">
                  <c:v>#N/A</c:v>
                </c:pt>
                <c:pt idx="1307">
                  <c:v>#N/A</c:v>
                </c:pt>
                <c:pt idx="1308">
                  <c:v>#N/A</c:v>
                </c:pt>
                <c:pt idx="1309">
                  <c:v>#N/A</c:v>
                </c:pt>
                <c:pt idx="1310">
                  <c:v>#N/A</c:v>
                </c:pt>
                <c:pt idx="1311">
                  <c:v>#N/A</c:v>
                </c:pt>
                <c:pt idx="1312">
                  <c:v>#N/A</c:v>
                </c:pt>
                <c:pt idx="1313">
                  <c:v>#N/A</c:v>
                </c:pt>
                <c:pt idx="1314">
                  <c:v>#N/A</c:v>
                </c:pt>
                <c:pt idx="1315">
                  <c:v>#N/A</c:v>
                </c:pt>
                <c:pt idx="1316">
                  <c:v>#N/A</c:v>
                </c:pt>
                <c:pt idx="1317">
                  <c:v>#N/A</c:v>
                </c:pt>
                <c:pt idx="1318">
                  <c:v>#N/A</c:v>
                </c:pt>
                <c:pt idx="1319">
                  <c:v>#N/A</c:v>
                </c:pt>
                <c:pt idx="1320">
                  <c:v>#N/A</c:v>
                </c:pt>
                <c:pt idx="1321">
                  <c:v>#N/A</c:v>
                </c:pt>
                <c:pt idx="1322">
                  <c:v>#N/A</c:v>
                </c:pt>
                <c:pt idx="1323">
                  <c:v>#N/A</c:v>
                </c:pt>
                <c:pt idx="1324">
                  <c:v>#N/A</c:v>
                </c:pt>
                <c:pt idx="1325">
                  <c:v>#N/A</c:v>
                </c:pt>
                <c:pt idx="1326">
                  <c:v>#N/A</c:v>
                </c:pt>
                <c:pt idx="1327">
                  <c:v>#N/A</c:v>
                </c:pt>
                <c:pt idx="1328">
                  <c:v>#N/A</c:v>
                </c:pt>
                <c:pt idx="1329">
                  <c:v>#N/A</c:v>
                </c:pt>
                <c:pt idx="1330">
                  <c:v>#N/A</c:v>
                </c:pt>
              </c:numCache>
            </c:numRef>
          </c:val>
          <c:smooth val="0"/>
          <c:extLst>
            <c:ext xmlns:c16="http://schemas.microsoft.com/office/drawing/2014/chart" uri="{C3380CC4-5D6E-409C-BE32-E72D297353CC}">
              <c16:uniqueId val="{00000005-34FD-478D-86BA-7D9E5814E2EB}"/>
            </c:ext>
          </c:extLst>
        </c:ser>
        <c:dLbls>
          <c:showLegendKey val="0"/>
          <c:showVal val="0"/>
          <c:showCatName val="0"/>
          <c:showSerName val="0"/>
          <c:showPercent val="0"/>
          <c:showBubbleSize val="0"/>
        </c:dLbls>
        <c:smooth val="0"/>
        <c:axId val="166748672"/>
        <c:axId val="37449664"/>
      </c:lineChart>
      <c:dateAx>
        <c:axId val="166748672"/>
        <c:scaling>
          <c:orientation val="minMax"/>
          <c:min val="45657"/>
        </c:scaling>
        <c:delete val="0"/>
        <c:axPos val="b"/>
        <c:numFmt formatCode="mmm\ yy" sourceLinked="0"/>
        <c:majorTickMark val="out"/>
        <c:minorTickMark val="none"/>
        <c:tickLblPos val="nextTo"/>
        <c:txPr>
          <a:bodyPr rot="0" vert="horz"/>
          <a:lstStyle/>
          <a:p>
            <a:pPr>
              <a:defRPr sz="700"/>
            </a:pPr>
            <a:endParaRPr lang="es-PE"/>
          </a:p>
        </c:txPr>
        <c:crossAx val="37449664"/>
        <c:crosses val="autoZero"/>
        <c:auto val="1"/>
        <c:lblOffset val="100"/>
        <c:baseTimeUnit val="days"/>
        <c:majorUnit val="1"/>
        <c:majorTimeUnit val="months"/>
        <c:minorUnit val="1"/>
        <c:minorTimeUnit val="days"/>
      </c:dateAx>
      <c:valAx>
        <c:axId val="37449664"/>
        <c:scaling>
          <c:orientation val="minMax"/>
          <c:min val="60"/>
        </c:scaling>
        <c:delete val="0"/>
        <c:axPos val="l"/>
        <c:numFmt formatCode="0" sourceLinked="0"/>
        <c:majorTickMark val="out"/>
        <c:minorTickMark val="none"/>
        <c:tickLblPos val="nextTo"/>
        <c:txPr>
          <a:bodyPr/>
          <a:lstStyle/>
          <a:p>
            <a:pPr>
              <a:defRPr sz="900"/>
            </a:pPr>
            <a:endParaRPr lang="es-PE"/>
          </a:p>
        </c:txPr>
        <c:crossAx val="166748672"/>
        <c:crosses val="autoZero"/>
        <c:crossBetween val="between"/>
        <c:majorUnit val="20"/>
      </c:valAx>
    </c:plotArea>
    <c:legend>
      <c:legendPos val="r"/>
      <c:layout>
        <c:manualLayout>
          <c:xMode val="edge"/>
          <c:yMode val="edge"/>
          <c:x val="0.12892651515151515"/>
          <c:y val="0.76991248669569201"/>
          <c:w val="0.81628799416656628"/>
          <c:h val="9.8721140292664211E-2"/>
        </c:manualLayout>
      </c:layout>
      <c:overlay val="0"/>
      <c:spPr>
        <a:noFill/>
        <a:ln>
          <a:solidFill>
            <a:sysClr val="window" lastClr="FFFFFF">
              <a:lumMod val="75000"/>
            </a:sysClr>
          </a:solidFill>
        </a:ln>
      </c:spPr>
    </c:legend>
    <c:plotVisOnly val="1"/>
    <c:dispBlanksAs val="gap"/>
    <c:showDLblsOverMax val="0"/>
  </c:chart>
  <c:spPr>
    <a:noFill/>
    <a:ln>
      <a:noFill/>
    </a:ln>
  </c:spPr>
  <c:txPr>
    <a:bodyPr/>
    <a:lstStyle/>
    <a:p>
      <a:pPr>
        <a:defRPr sz="900" b="1">
          <a:solidFill>
            <a:srgbClr val="1E2E6E"/>
          </a:solidFill>
          <a:latin typeface="Trebuchet MS" panose="020B0603020202020204" pitchFamily="34" charset="0"/>
        </a:defRPr>
      </a:pPr>
      <a:endParaRPr lang="es-PE"/>
    </a:p>
  </c:txPr>
  <c:externalData r:id="rId2">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0"/>
    <c:plotArea>
      <c:layout>
        <c:manualLayout>
          <c:layoutTarget val="inner"/>
          <c:xMode val="edge"/>
          <c:yMode val="edge"/>
          <c:x val="7.4320363521686708E-2"/>
          <c:y val="1.9312163691665447E-2"/>
          <c:w val="0.86352090087978572"/>
          <c:h val="0.89091567452102627"/>
        </c:manualLayout>
      </c:layout>
      <c:lineChart>
        <c:grouping val="standard"/>
        <c:varyColors val="0"/>
        <c:ser>
          <c:idx val="1"/>
          <c:order val="1"/>
          <c:tx>
            <c:strRef>
              <c:f>FI_INDEX!$AJ$7</c:f>
              <c:strCache>
                <c:ptCount val="1"/>
                <c:pt idx="0">
                  <c:v>EU Corp HY</c:v>
                </c:pt>
              </c:strCache>
            </c:strRef>
          </c:tx>
          <c:spPr>
            <a:ln w="28575">
              <a:solidFill>
                <a:srgbClr val="5757C9"/>
              </a:solidFill>
            </a:ln>
          </c:spPr>
          <c:marker>
            <c:symbol val="none"/>
          </c:marker>
          <c:cat>
            <c:numRef>
              <c:f>FI_INDEX!$AC$795:$AC$4550</c:f>
              <c:numCache>
                <c:formatCode>m/d/yyyy</c:formatCode>
                <c:ptCount val="3756"/>
                <c:pt idx="0">
                  <c:v>44561</c:v>
                </c:pt>
                <c:pt idx="1">
                  <c:v>44564</c:v>
                </c:pt>
                <c:pt idx="2">
                  <c:v>44565</c:v>
                </c:pt>
                <c:pt idx="3">
                  <c:v>44566</c:v>
                </c:pt>
                <c:pt idx="4">
                  <c:v>44567</c:v>
                </c:pt>
                <c:pt idx="5">
                  <c:v>44568</c:v>
                </c:pt>
                <c:pt idx="6">
                  <c:v>44571</c:v>
                </c:pt>
                <c:pt idx="7">
                  <c:v>44572</c:v>
                </c:pt>
                <c:pt idx="8">
                  <c:v>44573</c:v>
                </c:pt>
                <c:pt idx="9">
                  <c:v>44574</c:v>
                </c:pt>
                <c:pt idx="10">
                  <c:v>44575</c:v>
                </c:pt>
                <c:pt idx="11">
                  <c:v>44578</c:v>
                </c:pt>
                <c:pt idx="12">
                  <c:v>44579</c:v>
                </c:pt>
                <c:pt idx="13">
                  <c:v>44580</c:v>
                </c:pt>
                <c:pt idx="14">
                  <c:v>44581</c:v>
                </c:pt>
                <c:pt idx="15">
                  <c:v>44582</c:v>
                </c:pt>
                <c:pt idx="16">
                  <c:v>44585</c:v>
                </c:pt>
                <c:pt idx="17">
                  <c:v>44586</c:v>
                </c:pt>
                <c:pt idx="18">
                  <c:v>44587</c:v>
                </c:pt>
                <c:pt idx="19">
                  <c:v>44588</c:v>
                </c:pt>
                <c:pt idx="20">
                  <c:v>44589</c:v>
                </c:pt>
                <c:pt idx="21">
                  <c:v>44592</c:v>
                </c:pt>
                <c:pt idx="22">
                  <c:v>44593</c:v>
                </c:pt>
                <c:pt idx="23">
                  <c:v>44594</c:v>
                </c:pt>
                <c:pt idx="24">
                  <c:v>44595</c:v>
                </c:pt>
                <c:pt idx="25">
                  <c:v>44596</c:v>
                </c:pt>
                <c:pt idx="26">
                  <c:v>44599</c:v>
                </c:pt>
                <c:pt idx="27">
                  <c:v>44600</c:v>
                </c:pt>
                <c:pt idx="28">
                  <c:v>44601</c:v>
                </c:pt>
                <c:pt idx="29">
                  <c:v>44602</c:v>
                </c:pt>
                <c:pt idx="30">
                  <c:v>44603</c:v>
                </c:pt>
                <c:pt idx="31">
                  <c:v>44606</c:v>
                </c:pt>
                <c:pt idx="32">
                  <c:v>44607</c:v>
                </c:pt>
                <c:pt idx="33">
                  <c:v>44608</c:v>
                </c:pt>
                <c:pt idx="34">
                  <c:v>44609</c:v>
                </c:pt>
                <c:pt idx="35">
                  <c:v>44610</c:v>
                </c:pt>
                <c:pt idx="36">
                  <c:v>44613</c:v>
                </c:pt>
                <c:pt idx="37">
                  <c:v>44614</c:v>
                </c:pt>
                <c:pt idx="38">
                  <c:v>44615</c:v>
                </c:pt>
                <c:pt idx="39">
                  <c:v>44616</c:v>
                </c:pt>
                <c:pt idx="40">
                  <c:v>44617</c:v>
                </c:pt>
                <c:pt idx="41">
                  <c:v>44620</c:v>
                </c:pt>
                <c:pt idx="42">
                  <c:v>44621</c:v>
                </c:pt>
                <c:pt idx="43">
                  <c:v>44622</c:v>
                </c:pt>
                <c:pt idx="44">
                  <c:v>44623</c:v>
                </c:pt>
                <c:pt idx="45">
                  <c:v>44624</c:v>
                </c:pt>
                <c:pt idx="46">
                  <c:v>44627</c:v>
                </c:pt>
                <c:pt idx="47">
                  <c:v>44628</c:v>
                </c:pt>
                <c:pt idx="48">
                  <c:v>44629</c:v>
                </c:pt>
                <c:pt idx="49">
                  <c:v>44630</c:v>
                </c:pt>
                <c:pt idx="50">
                  <c:v>44631</c:v>
                </c:pt>
                <c:pt idx="51">
                  <c:v>44634</c:v>
                </c:pt>
                <c:pt idx="52">
                  <c:v>44635</c:v>
                </c:pt>
                <c:pt idx="53">
                  <c:v>44636</c:v>
                </c:pt>
                <c:pt idx="54">
                  <c:v>44637</c:v>
                </c:pt>
                <c:pt idx="55">
                  <c:v>44638</c:v>
                </c:pt>
                <c:pt idx="56">
                  <c:v>44641</c:v>
                </c:pt>
                <c:pt idx="57">
                  <c:v>44642</c:v>
                </c:pt>
                <c:pt idx="58">
                  <c:v>44643</c:v>
                </c:pt>
                <c:pt idx="59">
                  <c:v>44644</c:v>
                </c:pt>
                <c:pt idx="60">
                  <c:v>44645</c:v>
                </c:pt>
                <c:pt idx="61">
                  <c:v>44648</c:v>
                </c:pt>
                <c:pt idx="62">
                  <c:v>44649</c:v>
                </c:pt>
                <c:pt idx="63">
                  <c:v>44650</c:v>
                </c:pt>
                <c:pt idx="64">
                  <c:v>44651</c:v>
                </c:pt>
                <c:pt idx="65">
                  <c:v>44652</c:v>
                </c:pt>
                <c:pt idx="66">
                  <c:v>44655</c:v>
                </c:pt>
                <c:pt idx="67">
                  <c:v>44656</c:v>
                </c:pt>
                <c:pt idx="68">
                  <c:v>44657</c:v>
                </c:pt>
                <c:pt idx="69">
                  <c:v>44658</c:v>
                </c:pt>
                <c:pt idx="70">
                  <c:v>44659</c:v>
                </c:pt>
                <c:pt idx="71">
                  <c:v>44662</c:v>
                </c:pt>
                <c:pt idx="72">
                  <c:v>44663</c:v>
                </c:pt>
                <c:pt idx="73">
                  <c:v>44664</c:v>
                </c:pt>
                <c:pt idx="74">
                  <c:v>44665</c:v>
                </c:pt>
                <c:pt idx="75">
                  <c:v>44666</c:v>
                </c:pt>
                <c:pt idx="76">
                  <c:v>44669</c:v>
                </c:pt>
                <c:pt idx="77">
                  <c:v>44670</c:v>
                </c:pt>
                <c:pt idx="78">
                  <c:v>44671</c:v>
                </c:pt>
                <c:pt idx="79">
                  <c:v>44672</c:v>
                </c:pt>
                <c:pt idx="80">
                  <c:v>44673</c:v>
                </c:pt>
                <c:pt idx="81">
                  <c:v>44676</c:v>
                </c:pt>
                <c:pt idx="82">
                  <c:v>44677</c:v>
                </c:pt>
                <c:pt idx="83">
                  <c:v>44678</c:v>
                </c:pt>
                <c:pt idx="84">
                  <c:v>44679</c:v>
                </c:pt>
                <c:pt idx="85">
                  <c:v>44680</c:v>
                </c:pt>
                <c:pt idx="86">
                  <c:v>44683</c:v>
                </c:pt>
                <c:pt idx="87">
                  <c:v>44684</c:v>
                </c:pt>
                <c:pt idx="88">
                  <c:v>44685</c:v>
                </c:pt>
                <c:pt idx="89">
                  <c:v>44686</c:v>
                </c:pt>
                <c:pt idx="90">
                  <c:v>44687</c:v>
                </c:pt>
                <c:pt idx="91">
                  <c:v>44690</c:v>
                </c:pt>
                <c:pt idx="92">
                  <c:v>44691</c:v>
                </c:pt>
                <c:pt idx="93">
                  <c:v>44692</c:v>
                </c:pt>
                <c:pt idx="94">
                  <c:v>44693</c:v>
                </c:pt>
                <c:pt idx="95">
                  <c:v>44694</c:v>
                </c:pt>
                <c:pt idx="96">
                  <c:v>44697</c:v>
                </c:pt>
                <c:pt idx="97">
                  <c:v>44698</c:v>
                </c:pt>
                <c:pt idx="98">
                  <c:v>44699</c:v>
                </c:pt>
                <c:pt idx="99">
                  <c:v>44700</c:v>
                </c:pt>
                <c:pt idx="100">
                  <c:v>44701</c:v>
                </c:pt>
                <c:pt idx="101">
                  <c:v>44704</c:v>
                </c:pt>
                <c:pt idx="102">
                  <c:v>44705</c:v>
                </c:pt>
                <c:pt idx="103">
                  <c:v>44706</c:v>
                </c:pt>
                <c:pt idx="104">
                  <c:v>44707</c:v>
                </c:pt>
                <c:pt idx="105">
                  <c:v>44708</c:v>
                </c:pt>
                <c:pt idx="106">
                  <c:v>44711</c:v>
                </c:pt>
                <c:pt idx="107">
                  <c:v>44712</c:v>
                </c:pt>
                <c:pt idx="108">
                  <c:v>44713</c:v>
                </c:pt>
                <c:pt idx="109">
                  <c:v>44714</c:v>
                </c:pt>
                <c:pt idx="110">
                  <c:v>44715</c:v>
                </c:pt>
                <c:pt idx="111">
                  <c:v>44718</c:v>
                </c:pt>
                <c:pt idx="112">
                  <c:v>44719</c:v>
                </c:pt>
                <c:pt idx="113">
                  <c:v>44720</c:v>
                </c:pt>
                <c:pt idx="114">
                  <c:v>44721</c:v>
                </c:pt>
                <c:pt idx="115">
                  <c:v>44722</c:v>
                </c:pt>
                <c:pt idx="116">
                  <c:v>44725</c:v>
                </c:pt>
                <c:pt idx="117">
                  <c:v>44726</c:v>
                </c:pt>
                <c:pt idx="118">
                  <c:v>44727</c:v>
                </c:pt>
                <c:pt idx="119">
                  <c:v>44728</c:v>
                </c:pt>
                <c:pt idx="120">
                  <c:v>44729</c:v>
                </c:pt>
                <c:pt idx="121">
                  <c:v>44732</c:v>
                </c:pt>
                <c:pt idx="122">
                  <c:v>44733</c:v>
                </c:pt>
                <c:pt idx="123">
                  <c:v>44734</c:v>
                </c:pt>
                <c:pt idx="124">
                  <c:v>44735</c:v>
                </c:pt>
                <c:pt idx="125">
                  <c:v>44736</c:v>
                </c:pt>
                <c:pt idx="126">
                  <c:v>44739</c:v>
                </c:pt>
                <c:pt idx="127">
                  <c:v>44740</c:v>
                </c:pt>
                <c:pt idx="128">
                  <c:v>44741</c:v>
                </c:pt>
                <c:pt idx="129">
                  <c:v>44742</c:v>
                </c:pt>
                <c:pt idx="130">
                  <c:v>44743</c:v>
                </c:pt>
                <c:pt idx="131">
                  <c:v>44746</c:v>
                </c:pt>
                <c:pt idx="132">
                  <c:v>44747</c:v>
                </c:pt>
                <c:pt idx="133">
                  <c:v>44748</c:v>
                </c:pt>
                <c:pt idx="134">
                  <c:v>44749</c:v>
                </c:pt>
                <c:pt idx="135">
                  <c:v>44750</c:v>
                </c:pt>
                <c:pt idx="136">
                  <c:v>44753</c:v>
                </c:pt>
                <c:pt idx="137">
                  <c:v>44754</c:v>
                </c:pt>
                <c:pt idx="138">
                  <c:v>44755</c:v>
                </c:pt>
                <c:pt idx="139">
                  <c:v>44756</c:v>
                </c:pt>
                <c:pt idx="140">
                  <c:v>44757</c:v>
                </c:pt>
                <c:pt idx="141">
                  <c:v>44760</c:v>
                </c:pt>
                <c:pt idx="142">
                  <c:v>44761</c:v>
                </c:pt>
                <c:pt idx="143">
                  <c:v>44762</c:v>
                </c:pt>
                <c:pt idx="144">
                  <c:v>44763</c:v>
                </c:pt>
                <c:pt idx="145">
                  <c:v>44764</c:v>
                </c:pt>
                <c:pt idx="146">
                  <c:v>44767</c:v>
                </c:pt>
                <c:pt idx="147">
                  <c:v>44768</c:v>
                </c:pt>
                <c:pt idx="148">
                  <c:v>44769</c:v>
                </c:pt>
                <c:pt idx="149">
                  <c:v>44770</c:v>
                </c:pt>
                <c:pt idx="150">
                  <c:v>44771</c:v>
                </c:pt>
                <c:pt idx="151">
                  <c:v>44774</c:v>
                </c:pt>
                <c:pt idx="152">
                  <c:v>44775</c:v>
                </c:pt>
                <c:pt idx="153">
                  <c:v>44776</c:v>
                </c:pt>
                <c:pt idx="154">
                  <c:v>44777</c:v>
                </c:pt>
                <c:pt idx="155">
                  <c:v>44778</c:v>
                </c:pt>
                <c:pt idx="156">
                  <c:v>44781</c:v>
                </c:pt>
                <c:pt idx="157">
                  <c:v>44782</c:v>
                </c:pt>
                <c:pt idx="158">
                  <c:v>44783</c:v>
                </c:pt>
                <c:pt idx="159">
                  <c:v>44784</c:v>
                </c:pt>
                <c:pt idx="160">
                  <c:v>44785</c:v>
                </c:pt>
                <c:pt idx="161">
                  <c:v>44788</c:v>
                </c:pt>
                <c:pt idx="162">
                  <c:v>44789</c:v>
                </c:pt>
                <c:pt idx="163">
                  <c:v>44790</c:v>
                </c:pt>
                <c:pt idx="164">
                  <c:v>44791</c:v>
                </c:pt>
                <c:pt idx="165">
                  <c:v>44792</c:v>
                </c:pt>
                <c:pt idx="166">
                  <c:v>44795</c:v>
                </c:pt>
                <c:pt idx="167">
                  <c:v>44796</c:v>
                </c:pt>
                <c:pt idx="168">
                  <c:v>44797</c:v>
                </c:pt>
                <c:pt idx="169">
                  <c:v>44798</c:v>
                </c:pt>
                <c:pt idx="170">
                  <c:v>44799</c:v>
                </c:pt>
                <c:pt idx="171">
                  <c:v>44802</c:v>
                </c:pt>
                <c:pt idx="172">
                  <c:v>44803</c:v>
                </c:pt>
                <c:pt idx="173">
                  <c:v>44804</c:v>
                </c:pt>
                <c:pt idx="174">
                  <c:v>44805</c:v>
                </c:pt>
                <c:pt idx="175">
                  <c:v>44806</c:v>
                </c:pt>
                <c:pt idx="176">
                  <c:v>44809</c:v>
                </c:pt>
                <c:pt idx="177">
                  <c:v>44810</c:v>
                </c:pt>
                <c:pt idx="178">
                  <c:v>44811</c:v>
                </c:pt>
                <c:pt idx="179">
                  <c:v>44812</c:v>
                </c:pt>
                <c:pt idx="180">
                  <c:v>44813</c:v>
                </c:pt>
                <c:pt idx="181">
                  <c:v>44816</c:v>
                </c:pt>
                <c:pt idx="182">
                  <c:v>44817</c:v>
                </c:pt>
                <c:pt idx="183">
                  <c:v>44818</c:v>
                </c:pt>
                <c:pt idx="184">
                  <c:v>44819</c:v>
                </c:pt>
                <c:pt idx="185">
                  <c:v>44820</c:v>
                </c:pt>
                <c:pt idx="186">
                  <c:v>44823</c:v>
                </c:pt>
                <c:pt idx="187">
                  <c:v>44824</c:v>
                </c:pt>
                <c:pt idx="188">
                  <c:v>44825</c:v>
                </c:pt>
                <c:pt idx="189">
                  <c:v>44826</c:v>
                </c:pt>
                <c:pt idx="190">
                  <c:v>44827</c:v>
                </c:pt>
                <c:pt idx="191">
                  <c:v>44830</c:v>
                </c:pt>
                <c:pt idx="192">
                  <c:v>44831</c:v>
                </c:pt>
                <c:pt idx="193">
                  <c:v>44832</c:v>
                </c:pt>
                <c:pt idx="194">
                  <c:v>44833</c:v>
                </c:pt>
                <c:pt idx="195">
                  <c:v>44834</c:v>
                </c:pt>
                <c:pt idx="196">
                  <c:v>44837</c:v>
                </c:pt>
                <c:pt idx="197">
                  <c:v>44838</c:v>
                </c:pt>
                <c:pt idx="198">
                  <c:v>44839</c:v>
                </c:pt>
                <c:pt idx="199">
                  <c:v>44840</c:v>
                </c:pt>
                <c:pt idx="200">
                  <c:v>44841</c:v>
                </c:pt>
                <c:pt idx="201">
                  <c:v>44844</c:v>
                </c:pt>
                <c:pt idx="202">
                  <c:v>44845</c:v>
                </c:pt>
                <c:pt idx="203">
                  <c:v>44846</c:v>
                </c:pt>
                <c:pt idx="204">
                  <c:v>44847</c:v>
                </c:pt>
                <c:pt idx="205">
                  <c:v>44848</c:v>
                </c:pt>
                <c:pt idx="206">
                  <c:v>44851</c:v>
                </c:pt>
                <c:pt idx="207">
                  <c:v>44852</c:v>
                </c:pt>
                <c:pt idx="208">
                  <c:v>44853</c:v>
                </c:pt>
                <c:pt idx="209">
                  <c:v>44854</c:v>
                </c:pt>
                <c:pt idx="210">
                  <c:v>44855</c:v>
                </c:pt>
                <c:pt idx="211">
                  <c:v>44858</c:v>
                </c:pt>
                <c:pt idx="212">
                  <c:v>44859</c:v>
                </c:pt>
                <c:pt idx="213">
                  <c:v>44860</c:v>
                </c:pt>
                <c:pt idx="214">
                  <c:v>44861</c:v>
                </c:pt>
                <c:pt idx="215">
                  <c:v>44862</c:v>
                </c:pt>
                <c:pt idx="216">
                  <c:v>44865</c:v>
                </c:pt>
                <c:pt idx="217">
                  <c:v>44866</c:v>
                </c:pt>
                <c:pt idx="218">
                  <c:v>44867</c:v>
                </c:pt>
                <c:pt idx="219">
                  <c:v>44868</c:v>
                </c:pt>
                <c:pt idx="220">
                  <c:v>44869</c:v>
                </c:pt>
                <c:pt idx="221">
                  <c:v>44872</c:v>
                </c:pt>
                <c:pt idx="222">
                  <c:v>44873</c:v>
                </c:pt>
                <c:pt idx="223">
                  <c:v>44874</c:v>
                </c:pt>
                <c:pt idx="224">
                  <c:v>44875</c:v>
                </c:pt>
                <c:pt idx="225">
                  <c:v>44876</c:v>
                </c:pt>
                <c:pt idx="226">
                  <c:v>44879</c:v>
                </c:pt>
                <c:pt idx="227">
                  <c:v>44880</c:v>
                </c:pt>
                <c:pt idx="228">
                  <c:v>44881</c:v>
                </c:pt>
                <c:pt idx="229">
                  <c:v>44882</c:v>
                </c:pt>
                <c:pt idx="230">
                  <c:v>44883</c:v>
                </c:pt>
                <c:pt idx="231">
                  <c:v>44886</c:v>
                </c:pt>
                <c:pt idx="232">
                  <c:v>44887</c:v>
                </c:pt>
                <c:pt idx="233">
                  <c:v>44888</c:v>
                </c:pt>
                <c:pt idx="234">
                  <c:v>44889</c:v>
                </c:pt>
                <c:pt idx="235">
                  <c:v>44890</c:v>
                </c:pt>
                <c:pt idx="236">
                  <c:v>44893</c:v>
                </c:pt>
                <c:pt idx="237">
                  <c:v>44894</c:v>
                </c:pt>
                <c:pt idx="238">
                  <c:v>44895</c:v>
                </c:pt>
                <c:pt idx="239">
                  <c:v>44896</c:v>
                </c:pt>
                <c:pt idx="240">
                  <c:v>44897</c:v>
                </c:pt>
                <c:pt idx="241">
                  <c:v>44900</c:v>
                </c:pt>
                <c:pt idx="242">
                  <c:v>44901</c:v>
                </c:pt>
                <c:pt idx="243">
                  <c:v>44902</c:v>
                </c:pt>
                <c:pt idx="244">
                  <c:v>44903</c:v>
                </c:pt>
                <c:pt idx="245">
                  <c:v>44904</c:v>
                </c:pt>
                <c:pt idx="246">
                  <c:v>44907</c:v>
                </c:pt>
                <c:pt idx="247">
                  <c:v>44908</c:v>
                </c:pt>
                <c:pt idx="248">
                  <c:v>44909</c:v>
                </c:pt>
                <c:pt idx="249">
                  <c:v>44910</c:v>
                </c:pt>
                <c:pt idx="250">
                  <c:v>44911</c:v>
                </c:pt>
                <c:pt idx="251">
                  <c:v>44914</c:v>
                </c:pt>
                <c:pt idx="252">
                  <c:v>44915</c:v>
                </c:pt>
                <c:pt idx="253">
                  <c:v>44916</c:v>
                </c:pt>
                <c:pt idx="254">
                  <c:v>44917</c:v>
                </c:pt>
                <c:pt idx="255">
                  <c:v>44918</c:v>
                </c:pt>
                <c:pt idx="256">
                  <c:v>44921</c:v>
                </c:pt>
                <c:pt idx="257">
                  <c:v>44922</c:v>
                </c:pt>
                <c:pt idx="258">
                  <c:v>44923</c:v>
                </c:pt>
                <c:pt idx="259">
                  <c:v>44924</c:v>
                </c:pt>
                <c:pt idx="260">
                  <c:v>44925</c:v>
                </c:pt>
                <c:pt idx="261">
                  <c:v>44928</c:v>
                </c:pt>
                <c:pt idx="262">
                  <c:v>44929</c:v>
                </c:pt>
                <c:pt idx="263">
                  <c:v>44930</c:v>
                </c:pt>
                <c:pt idx="264">
                  <c:v>44931</c:v>
                </c:pt>
                <c:pt idx="265">
                  <c:v>44932</c:v>
                </c:pt>
                <c:pt idx="266">
                  <c:v>44935</c:v>
                </c:pt>
                <c:pt idx="267">
                  <c:v>44936</c:v>
                </c:pt>
                <c:pt idx="268">
                  <c:v>44937</c:v>
                </c:pt>
                <c:pt idx="269">
                  <c:v>44938</c:v>
                </c:pt>
                <c:pt idx="270">
                  <c:v>44939</c:v>
                </c:pt>
                <c:pt idx="271">
                  <c:v>44942</c:v>
                </c:pt>
                <c:pt idx="272">
                  <c:v>44943</c:v>
                </c:pt>
                <c:pt idx="273">
                  <c:v>44944</c:v>
                </c:pt>
                <c:pt idx="274">
                  <c:v>44945</c:v>
                </c:pt>
                <c:pt idx="275">
                  <c:v>44946</c:v>
                </c:pt>
                <c:pt idx="276">
                  <c:v>44949</c:v>
                </c:pt>
                <c:pt idx="277">
                  <c:v>44950</c:v>
                </c:pt>
                <c:pt idx="278">
                  <c:v>44951</c:v>
                </c:pt>
                <c:pt idx="279">
                  <c:v>44952</c:v>
                </c:pt>
                <c:pt idx="280">
                  <c:v>44953</c:v>
                </c:pt>
                <c:pt idx="281">
                  <c:v>44956</c:v>
                </c:pt>
                <c:pt idx="282">
                  <c:v>44957</c:v>
                </c:pt>
                <c:pt idx="283">
                  <c:v>44958</c:v>
                </c:pt>
                <c:pt idx="284">
                  <c:v>44959</c:v>
                </c:pt>
                <c:pt idx="285">
                  <c:v>44960</c:v>
                </c:pt>
                <c:pt idx="286">
                  <c:v>44963</c:v>
                </c:pt>
                <c:pt idx="287">
                  <c:v>44964</c:v>
                </c:pt>
                <c:pt idx="288">
                  <c:v>44965</c:v>
                </c:pt>
                <c:pt idx="289">
                  <c:v>44966</c:v>
                </c:pt>
                <c:pt idx="290">
                  <c:v>44967</c:v>
                </c:pt>
                <c:pt idx="291">
                  <c:v>44970</c:v>
                </c:pt>
                <c:pt idx="292">
                  <c:v>44971</c:v>
                </c:pt>
                <c:pt idx="293">
                  <c:v>44972</c:v>
                </c:pt>
                <c:pt idx="294">
                  <c:v>44973</c:v>
                </c:pt>
                <c:pt idx="295">
                  <c:v>44974</c:v>
                </c:pt>
                <c:pt idx="296">
                  <c:v>44977</c:v>
                </c:pt>
                <c:pt idx="297">
                  <c:v>44978</c:v>
                </c:pt>
                <c:pt idx="298">
                  <c:v>44979</c:v>
                </c:pt>
                <c:pt idx="299">
                  <c:v>44980</c:v>
                </c:pt>
                <c:pt idx="300">
                  <c:v>44981</c:v>
                </c:pt>
                <c:pt idx="301">
                  <c:v>44984</c:v>
                </c:pt>
                <c:pt idx="302">
                  <c:v>44985</c:v>
                </c:pt>
                <c:pt idx="303">
                  <c:v>44986</c:v>
                </c:pt>
                <c:pt idx="304">
                  <c:v>44987</c:v>
                </c:pt>
                <c:pt idx="305">
                  <c:v>44988</c:v>
                </c:pt>
                <c:pt idx="306">
                  <c:v>44991</c:v>
                </c:pt>
                <c:pt idx="307">
                  <c:v>44992</c:v>
                </c:pt>
                <c:pt idx="308">
                  <c:v>44993</c:v>
                </c:pt>
                <c:pt idx="309">
                  <c:v>44994</c:v>
                </c:pt>
                <c:pt idx="310">
                  <c:v>44995</c:v>
                </c:pt>
                <c:pt idx="311">
                  <c:v>44998</c:v>
                </c:pt>
                <c:pt idx="312">
                  <c:v>44999</c:v>
                </c:pt>
                <c:pt idx="313">
                  <c:v>45000</c:v>
                </c:pt>
                <c:pt idx="314">
                  <c:v>45001</c:v>
                </c:pt>
                <c:pt idx="315">
                  <c:v>45002</c:v>
                </c:pt>
                <c:pt idx="316">
                  <c:v>45005</c:v>
                </c:pt>
                <c:pt idx="317">
                  <c:v>45006</c:v>
                </c:pt>
                <c:pt idx="318">
                  <c:v>45007</c:v>
                </c:pt>
                <c:pt idx="319">
                  <c:v>45008</c:v>
                </c:pt>
                <c:pt idx="320">
                  <c:v>45009</c:v>
                </c:pt>
                <c:pt idx="321">
                  <c:v>45012</c:v>
                </c:pt>
                <c:pt idx="322">
                  <c:v>45013</c:v>
                </c:pt>
                <c:pt idx="323">
                  <c:v>45014</c:v>
                </c:pt>
                <c:pt idx="324">
                  <c:v>45015</c:v>
                </c:pt>
                <c:pt idx="325">
                  <c:v>45016</c:v>
                </c:pt>
                <c:pt idx="326">
                  <c:v>45019</c:v>
                </c:pt>
                <c:pt idx="327">
                  <c:v>45020</c:v>
                </c:pt>
                <c:pt idx="328">
                  <c:v>45021</c:v>
                </c:pt>
                <c:pt idx="329">
                  <c:v>45022</c:v>
                </c:pt>
                <c:pt idx="330">
                  <c:v>45023</c:v>
                </c:pt>
                <c:pt idx="331">
                  <c:v>45026</c:v>
                </c:pt>
                <c:pt idx="332">
                  <c:v>45027</c:v>
                </c:pt>
                <c:pt idx="333">
                  <c:v>45028</c:v>
                </c:pt>
                <c:pt idx="334">
                  <c:v>45029</c:v>
                </c:pt>
                <c:pt idx="335">
                  <c:v>45030</c:v>
                </c:pt>
                <c:pt idx="336">
                  <c:v>45033</c:v>
                </c:pt>
                <c:pt idx="337">
                  <c:v>45034</c:v>
                </c:pt>
                <c:pt idx="338">
                  <c:v>45035</c:v>
                </c:pt>
                <c:pt idx="339">
                  <c:v>45036</c:v>
                </c:pt>
                <c:pt idx="340">
                  <c:v>45037</c:v>
                </c:pt>
                <c:pt idx="341">
                  <c:v>45040</c:v>
                </c:pt>
                <c:pt idx="342">
                  <c:v>45041</c:v>
                </c:pt>
                <c:pt idx="343">
                  <c:v>45042</c:v>
                </c:pt>
                <c:pt idx="344">
                  <c:v>45043</c:v>
                </c:pt>
                <c:pt idx="345">
                  <c:v>45044</c:v>
                </c:pt>
                <c:pt idx="346">
                  <c:v>45047</c:v>
                </c:pt>
                <c:pt idx="347">
                  <c:v>45048</c:v>
                </c:pt>
                <c:pt idx="348">
                  <c:v>45049</c:v>
                </c:pt>
                <c:pt idx="349">
                  <c:v>45050</c:v>
                </c:pt>
                <c:pt idx="350">
                  <c:v>45051</c:v>
                </c:pt>
                <c:pt idx="351">
                  <c:v>45054</c:v>
                </c:pt>
                <c:pt idx="352">
                  <c:v>45055</c:v>
                </c:pt>
                <c:pt idx="353">
                  <c:v>45056</c:v>
                </c:pt>
                <c:pt idx="354">
                  <c:v>45057</c:v>
                </c:pt>
                <c:pt idx="355">
                  <c:v>45058</c:v>
                </c:pt>
                <c:pt idx="356">
                  <c:v>45061</c:v>
                </c:pt>
                <c:pt idx="357">
                  <c:v>45062</c:v>
                </c:pt>
                <c:pt idx="358">
                  <c:v>45063</c:v>
                </c:pt>
                <c:pt idx="359">
                  <c:v>45064</c:v>
                </c:pt>
                <c:pt idx="360">
                  <c:v>45065</c:v>
                </c:pt>
                <c:pt idx="361">
                  <c:v>45068</c:v>
                </c:pt>
                <c:pt idx="362">
                  <c:v>45069</c:v>
                </c:pt>
                <c:pt idx="363">
                  <c:v>45070</c:v>
                </c:pt>
                <c:pt idx="364">
                  <c:v>45071</c:v>
                </c:pt>
                <c:pt idx="365">
                  <c:v>45072</c:v>
                </c:pt>
                <c:pt idx="366">
                  <c:v>45075</c:v>
                </c:pt>
                <c:pt idx="367">
                  <c:v>45076</c:v>
                </c:pt>
                <c:pt idx="368">
                  <c:v>45077</c:v>
                </c:pt>
                <c:pt idx="369">
                  <c:v>45078</c:v>
                </c:pt>
                <c:pt idx="370">
                  <c:v>45079</c:v>
                </c:pt>
                <c:pt idx="371">
                  <c:v>45082</c:v>
                </c:pt>
                <c:pt idx="372">
                  <c:v>45083</c:v>
                </c:pt>
                <c:pt idx="373">
                  <c:v>45084</c:v>
                </c:pt>
                <c:pt idx="374">
                  <c:v>45085</c:v>
                </c:pt>
                <c:pt idx="375">
                  <c:v>45086</c:v>
                </c:pt>
                <c:pt idx="376">
                  <c:v>45089</c:v>
                </c:pt>
                <c:pt idx="377">
                  <c:v>45090</c:v>
                </c:pt>
                <c:pt idx="378">
                  <c:v>45091</c:v>
                </c:pt>
                <c:pt idx="379">
                  <c:v>45092</c:v>
                </c:pt>
                <c:pt idx="380">
                  <c:v>45093</c:v>
                </c:pt>
                <c:pt idx="381">
                  <c:v>45096</c:v>
                </c:pt>
                <c:pt idx="382">
                  <c:v>45097</c:v>
                </c:pt>
                <c:pt idx="383">
                  <c:v>45098</c:v>
                </c:pt>
                <c:pt idx="384">
                  <c:v>45099</c:v>
                </c:pt>
                <c:pt idx="385">
                  <c:v>45100</c:v>
                </c:pt>
                <c:pt idx="386">
                  <c:v>45103</c:v>
                </c:pt>
                <c:pt idx="387">
                  <c:v>45104</c:v>
                </c:pt>
                <c:pt idx="388">
                  <c:v>45105</c:v>
                </c:pt>
                <c:pt idx="389">
                  <c:v>45106</c:v>
                </c:pt>
                <c:pt idx="390">
                  <c:v>45107</c:v>
                </c:pt>
                <c:pt idx="391">
                  <c:v>45110</c:v>
                </c:pt>
                <c:pt idx="392">
                  <c:v>45111</c:v>
                </c:pt>
                <c:pt idx="393">
                  <c:v>45112</c:v>
                </c:pt>
                <c:pt idx="394">
                  <c:v>45113</c:v>
                </c:pt>
                <c:pt idx="395">
                  <c:v>45114</c:v>
                </c:pt>
                <c:pt idx="396">
                  <c:v>45117</c:v>
                </c:pt>
                <c:pt idx="397">
                  <c:v>45118</c:v>
                </c:pt>
                <c:pt idx="398">
                  <c:v>45119</c:v>
                </c:pt>
                <c:pt idx="399">
                  <c:v>45120</c:v>
                </c:pt>
                <c:pt idx="400">
                  <c:v>45121</c:v>
                </c:pt>
                <c:pt idx="401">
                  <c:v>45124</c:v>
                </c:pt>
                <c:pt idx="402">
                  <c:v>45125</c:v>
                </c:pt>
                <c:pt idx="403">
                  <c:v>45126</c:v>
                </c:pt>
                <c:pt idx="404">
                  <c:v>45127</c:v>
                </c:pt>
                <c:pt idx="405">
                  <c:v>45128</c:v>
                </c:pt>
                <c:pt idx="406">
                  <c:v>45131</c:v>
                </c:pt>
                <c:pt idx="407">
                  <c:v>45132</c:v>
                </c:pt>
                <c:pt idx="408">
                  <c:v>45133</c:v>
                </c:pt>
                <c:pt idx="409">
                  <c:v>45134</c:v>
                </c:pt>
                <c:pt idx="410">
                  <c:v>45135</c:v>
                </c:pt>
                <c:pt idx="411">
                  <c:v>45138</c:v>
                </c:pt>
                <c:pt idx="412">
                  <c:v>45139</c:v>
                </c:pt>
                <c:pt idx="413">
                  <c:v>45140</c:v>
                </c:pt>
                <c:pt idx="414">
                  <c:v>45141</c:v>
                </c:pt>
                <c:pt idx="415">
                  <c:v>45142</c:v>
                </c:pt>
                <c:pt idx="416">
                  <c:v>45145</c:v>
                </c:pt>
                <c:pt idx="417">
                  <c:v>45146</c:v>
                </c:pt>
                <c:pt idx="418">
                  <c:v>45147</c:v>
                </c:pt>
                <c:pt idx="419">
                  <c:v>45148</c:v>
                </c:pt>
                <c:pt idx="420">
                  <c:v>45149</c:v>
                </c:pt>
                <c:pt idx="421">
                  <c:v>45152</c:v>
                </c:pt>
                <c:pt idx="422">
                  <c:v>45153</c:v>
                </c:pt>
                <c:pt idx="423">
                  <c:v>45154</c:v>
                </c:pt>
                <c:pt idx="424">
                  <c:v>45155</c:v>
                </c:pt>
                <c:pt idx="425">
                  <c:v>45156</c:v>
                </c:pt>
                <c:pt idx="426">
                  <c:v>45159</c:v>
                </c:pt>
                <c:pt idx="427">
                  <c:v>45160</c:v>
                </c:pt>
                <c:pt idx="428">
                  <c:v>45161</c:v>
                </c:pt>
                <c:pt idx="429">
                  <c:v>45162</c:v>
                </c:pt>
                <c:pt idx="430">
                  <c:v>45163</c:v>
                </c:pt>
                <c:pt idx="431">
                  <c:v>45166</c:v>
                </c:pt>
                <c:pt idx="432">
                  <c:v>45167</c:v>
                </c:pt>
                <c:pt idx="433">
                  <c:v>45168</c:v>
                </c:pt>
                <c:pt idx="434">
                  <c:v>45169</c:v>
                </c:pt>
                <c:pt idx="435">
                  <c:v>45170</c:v>
                </c:pt>
                <c:pt idx="436">
                  <c:v>45173</c:v>
                </c:pt>
                <c:pt idx="437">
                  <c:v>45174</c:v>
                </c:pt>
                <c:pt idx="438">
                  <c:v>45175</c:v>
                </c:pt>
                <c:pt idx="439">
                  <c:v>45176</c:v>
                </c:pt>
                <c:pt idx="440">
                  <c:v>45177</c:v>
                </c:pt>
                <c:pt idx="441">
                  <c:v>45180</c:v>
                </c:pt>
                <c:pt idx="442">
                  <c:v>45181</c:v>
                </c:pt>
                <c:pt idx="443">
                  <c:v>45182</c:v>
                </c:pt>
                <c:pt idx="444">
                  <c:v>45183</c:v>
                </c:pt>
                <c:pt idx="445">
                  <c:v>45184</c:v>
                </c:pt>
                <c:pt idx="446">
                  <c:v>45187</c:v>
                </c:pt>
                <c:pt idx="447">
                  <c:v>45188</c:v>
                </c:pt>
                <c:pt idx="448">
                  <c:v>45189</c:v>
                </c:pt>
                <c:pt idx="449">
                  <c:v>45190</c:v>
                </c:pt>
                <c:pt idx="450">
                  <c:v>45191</c:v>
                </c:pt>
                <c:pt idx="451">
                  <c:v>45194</c:v>
                </c:pt>
                <c:pt idx="452">
                  <c:v>45195</c:v>
                </c:pt>
                <c:pt idx="453">
                  <c:v>45196</c:v>
                </c:pt>
                <c:pt idx="454">
                  <c:v>45197</c:v>
                </c:pt>
                <c:pt idx="455">
                  <c:v>45198</c:v>
                </c:pt>
                <c:pt idx="456">
                  <c:v>45201</c:v>
                </c:pt>
                <c:pt idx="457">
                  <c:v>45202</c:v>
                </c:pt>
                <c:pt idx="458">
                  <c:v>45203</c:v>
                </c:pt>
                <c:pt idx="459">
                  <c:v>45204</c:v>
                </c:pt>
                <c:pt idx="460">
                  <c:v>45205</c:v>
                </c:pt>
                <c:pt idx="461">
                  <c:v>45208</c:v>
                </c:pt>
                <c:pt idx="462">
                  <c:v>45209</c:v>
                </c:pt>
                <c:pt idx="463">
                  <c:v>45210</c:v>
                </c:pt>
                <c:pt idx="464">
                  <c:v>45211</c:v>
                </c:pt>
                <c:pt idx="465">
                  <c:v>45212</c:v>
                </c:pt>
                <c:pt idx="466">
                  <c:v>45215</c:v>
                </c:pt>
                <c:pt idx="467">
                  <c:v>45216</c:v>
                </c:pt>
                <c:pt idx="468">
                  <c:v>45217</c:v>
                </c:pt>
                <c:pt idx="469">
                  <c:v>45218</c:v>
                </c:pt>
                <c:pt idx="470">
                  <c:v>45219</c:v>
                </c:pt>
                <c:pt idx="471">
                  <c:v>45222</c:v>
                </c:pt>
                <c:pt idx="472">
                  <c:v>45223</c:v>
                </c:pt>
                <c:pt idx="473">
                  <c:v>45224</c:v>
                </c:pt>
                <c:pt idx="474">
                  <c:v>45225</c:v>
                </c:pt>
                <c:pt idx="475">
                  <c:v>45226</c:v>
                </c:pt>
                <c:pt idx="476">
                  <c:v>45229</c:v>
                </c:pt>
                <c:pt idx="477">
                  <c:v>45230</c:v>
                </c:pt>
                <c:pt idx="478">
                  <c:v>45231</c:v>
                </c:pt>
                <c:pt idx="479">
                  <c:v>45232</c:v>
                </c:pt>
                <c:pt idx="480">
                  <c:v>45233</c:v>
                </c:pt>
                <c:pt idx="481">
                  <c:v>45236</c:v>
                </c:pt>
                <c:pt idx="482">
                  <c:v>45237</c:v>
                </c:pt>
                <c:pt idx="483">
                  <c:v>45238</c:v>
                </c:pt>
                <c:pt idx="484">
                  <c:v>45239</c:v>
                </c:pt>
                <c:pt idx="485">
                  <c:v>45240</c:v>
                </c:pt>
                <c:pt idx="486">
                  <c:v>45243</c:v>
                </c:pt>
                <c:pt idx="487">
                  <c:v>45244</c:v>
                </c:pt>
                <c:pt idx="488">
                  <c:v>45245</c:v>
                </c:pt>
                <c:pt idx="489">
                  <c:v>45246</c:v>
                </c:pt>
                <c:pt idx="490">
                  <c:v>45247</c:v>
                </c:pt>
                <c:pt idx="491">
                  <c:v>45250</c:v>
                </c:pt>
                <c:pt idx="492">
                  <c:v>45251</c:v>
                </c:pt>
                <c:pt idx="493">
                  <c:v>45252</c:v>
                </c:pt>
                <c:pt idx="494">
                  <c:v>45253</c:v>
                </c:pt>
                <c:pt idx="495">
                  <c:v>45254</c:v>
                </c:pt>
                <c:pt idx="496">
                  <c:v>45257</c:v>
                </c:pt>
                <c:pt idx="497">
                  <c:v>45258</c:v>
                </c:pt>
                <c:pt idx="498">
                  <c:v>45259</c:v>
                </c:pt>
                <c:pt idx="499">
                  <c:v>45260</c:v>
                </c:pt>
                <c:pt idx="500">
                  <c:v>45261</c:v>
                </c:pt>
                <c:pt idx="501">
                  <c:v>45264</c:v>
                </c:pt>
                <c:pt idx="502">
                  <c:v>45265</c:v>
                </c:pt>
                <c:pt idx="503">
                  <c:v>45266</c:v>
                </c:pt>
                <c:pt idx="504">
                  <c:v>45267</c:v>
                </c:pt>
                <c:pt idx="505">
                  <c:v>45268</c:v>
                </c:pt>
                <c:pt idx="506">
                  <c:v>45271</c:v>
                </c:pt>
                <c:pt idx="507">
                  <c:v>45272</c:v>
                </c:pt>
                <c:pt idx="508">
                  <c:v>45273</c:v>
                </c:pt>
                <c:pt idx="509">
                  <c:v>45274</c:v>
                </c:pt>
                <c:pt idx="510">
                  <c:v>45275</c:v>
                </c:pt>
                <c:pt idx="511">
                  <c:v>45278</c:v>
                </c:pt>
                <c:pt idx="512">
                  <c:v>45279</c:v>
                </c:pt>
                <c:pt idx="513">
                  <c:v>45280</c:v>
                </c:pt>
                <c:pt idx="514">
                  <c:v>45281</c:v>
                </c:pt>
                <c:pt idx="515">
                  <c:v>45282</c:v>
                </c:pt>
                <c:pt idx="516">
                  <c:v>45285</c:v>
                </c:pt>
                <c:pt idx="517">
                  <c:v>45286</c:v>
                </c:pt>
                <c:pt idx="518">
                  <c:v>45287</c:v>
                </c:pt>
                <c:pt idx="519">
                  <c:v>45288</c:v>
                </c:pt>
                <c:pt idx="520">
                  <c:v>45289</c:v>
                </c:pt>
                <c:pt idx="521">
                  <c:v>45292</c:v>
                </c:pt>
                <c:pt idx="522">
                  <c:v>45293</c:v>
                </c:pt>
                <c:pt idx="523">
                  <c:v>45294</c:v>
                </c:pt>
                <c:pt idx="524">
                  <c:v>45295</c:v>
                </c:pt>
                <c:pt idx="525">
                  <c:v>45296</c:v>
                </c:pt>
                <c:pt idx="526">
                  <c:v>45299</c:v>
                </c:pt>
                <c:pt idx="527">
                  <c:v>45300</c:v>
                </c:pt>
                <c:pt idx="528">
                  <c:v>45301</c:v>
                </c:pt>
                <c:pt idx="529">
                  <c:v>45302</c:v>
                </c:pt>
                <c:pt idx="530">
                  <c:v>45303</c:v>
                </c:pt>
                <c:pt idx="531">
                  <c:v>45306</c:v>
                </c:pt>
                <c:pt idx="532">
                  <c:v>45307</c:v>
                </c:pt>
                <c:pt idx="533">
                  <c:v>45308</c:v>
                </c:pt>
                <c:pt idx="534">
                  <c:v>45309</c:v>
                </c:pt>
                <c:pt idx="535">
                  <c:v>45310</c:v>
                </c:pt>
                <c:pt idx="536">
                  <c:v>45313</c:v>
                </c:pt>
                <c:pt idx="537">
                  <c:v>45314</c:v>
                </c:pt>
                <c:pt idx="538">
                  <c:v>45315</c:v>
                </c:pt>
                <c:pt idx="539">
                  <c:v>45316</c:v>
                </c:pt>
                <c:pt idx="540">
                  <c:v>45317</c:v>
                </c:pt>
                <c:pt idx="541">
                  <c:v>45320</c:v>
                </c:pt>
                <c:pt idx="542">
                  <c:v>45321</c:v>
                </c:pt>
                <c:pt idx="543">
                  <c:v>45322</c:v>
                </c:pt>
                <c:pt idx="544">
                  <c:v>45323</c:v>
                </c:pt>
                <c:pt idx="545">
                  <c:v>45324</c:v>
                </c:pt>
                <c:pt idx="546">
                  <c:v>45327</c:v>
                </c:pt>
                <c:pt idx="547">
                  <c:v>45328</c:v>
                </c:pt>
                <c:pt idx="548">
                  <c:v>45329</c:v>
                </c:pt>
                <c:pt idx="549">
                  <c:v>45330</c:v>
                </c:pt>
                <c:pt idx="550">
                  <c:v>45331</c:v>
                </c:pt>
                <c:pt idx="551">
                  <c:v>45334</c:v>
                </c:pt>
                <c:pt idx="552">
                  <c:v>45335</c:v>
                </c:pt>
                <c:pt idx="553">
                  <c:v>45336</c:v>
                </c:pt>
                <c:pt idx="554">
                  <c:v>45337</c:v>
                </c:pt>
                <c:pt idx="555">
                  <c:v>45338</c:v>
                </c:pt>
                <c:pt idx="556">
                  <c:v>45341</c:v>
                </c:pt>
                <c:pt idx="557">
                  <c:v>45342</c:v>
                </c:pt>
                <c:pt idx="558">
                  <c:v>45343</c:v>
                </c:pt>
                <c:pt idx="559">
                  <c:v>45344</c:v>
                </c:pt>
                <c:pt idx="560">
                  <c:v>45345</c:v>
                </c:pt>
                <c:pt idx="561">
                  <c:v>45348</c:v>
                </c:pt>
                <c:pt idx="562">
                  <c:v>45349</c:v>
                </c:pt>
                <c:pt idx="563">
                  <c:v>45350</c:v>
                </c:pt>
                <c:pt idx="564">
                  <c:v>45351</c:v>
                </c:pt>
                <c:pt idx="565">
                  <c:v>45352</c:v>
                </c:pt>
                <c:pt idx="566">
                  <c:v>45355</c:v>
                </c:pt>
                <c:pt idx="567">
                  <c:v>45356</c:v>
                </c:pt>
                <c:pt idx="568">
                  <c:v>45357</c:v>
                </c:pt>
                <c:pt idx="569">
                  <c:v>45358</c:v>
                </c:pt>
                <c:pt idx="570">
                  <c:v>45359</c:v>
                </c:pt>
                <c:pt idx="571">
                  <c:v>45362</c:v>
                </c:pt>
                <c:pt idx="572">
                  <c:v>45363</c:v>
                </c:pt>
                <c:pt idx="573">
                  <c:v>45364</c:v>
                </c:pt>
                <c:pt idx="574">
                  <c:v>45365</c:v>
                </c:pt>
                <c:pt idx="575">
                  <c:v>45366</c:v>
                </c:pt>
                <c:pt idx="576">
                  <c:v>45369</c:v>
                </c:pt>
                <c:pt idx="577">
                  <c:v>45370</c:v>
                </c:pt>
                <c:pt idx="578">
                  <c:v>45371</c:v>
                </c:pt>
                <c:pt idx="579">
                  <c:v>45372</c:v>
                </c:pt>
                <c:pt idx="580">
                  <c:v>45373</c:v>
                </c:pt>
                <c:pt idx="581">
                  <c:v>45376</c:v>
                </c:pt>
                <c:pt idx="582">
                  <c:v>45377</c:v>
                </c:pt>
                <c:pt idx="583">
                  <c:v>45378</c:v>
                </c:pt>
                <c:pt idx="584">
                  <c:v>45379</c:v>
                </c:pt>
                <c:pt idx="585">
                  <c:v>45380</c:v>
                </c:pt>
                <c:pt idx="586">
                  <c:v>45383</c:v>
                </c:pt>
                <c:pt idx="587">
                  <c:v>45384</c:v>
                </c:pt>
                <c:pt idx="588">
                  <c:v>45385</c:v>
                </c:pt>
                <c:pt idx="589">
                  <c:v>45386</c:v>
                </c:pt>
                <c:pt idx="590">
                  <c:v>45387</c:v>
                </c:pt>
                <c:pt idx="591">
                  <c:v>45390</c:v>
                </c:pt>
                <c:pt idx="592">
                  <c:v>45391</c:v>
                </c:pt>
                <c:pt idx="593">
                  <c:v>45392</c:v>
                </c:pt>
                <c:pt idx="594">
                  <c:v>45393</c:v>
                </c:pt>
                <c:pt idx="595">
                  <c:v>45394</c:v>
                </c:pt>
                <c:pt idx="596">
                  <c:v>45397</c:v>
                </c:pt>
                <c:pt idx="597">
                  <c:v>45398</c:v>
                </c:pt>
                <c:pt idx="598">
                  <c:v>45399</c:v>
                </c:pt>
                <c:pt idx="599">
                  <c:v>45400</c:v>
                </c:pt>
                <c:pt idx="600">
                  <c:v>45401</c:v>
                </c:pt>
                <c:pt idx="601">
                  <c:v>45404</c:v>
                </c:pt>
                <c:pt idx="602">
                  <c:v>45405</c:v>
                </c:pt>
                <c:pt idx="603">
                  <c:v>45406</c:v>
                </c:pt>
                <c:pt idx="604">
                  <c:v>45407</c:v>
                </c:pt>
                <c:pt idx="605">
                  <c:v>45408</c:v>
                </c:pt>
                <c:pt idx="606">
                  <c:v>45411</c:v>
                </c:pt>
                <c:pt idx="607">
                  <c:v>45412</c:v>
                </c:pt>
                <c:pt idx="608">
                  <c:v>45413</c:v>
                </c:pt>
                <c:pt idx="609">
                  <c:v>45414</c:v>
                </c:pt>
                <c:pt idx="610">
                  <c:v>45415</c:v>
                </c:pt>
                <c:pt idx="611">
                  <c:v>45418</c:v>
                </c:pt>
                <c:pt idx="612">
                  <c:v>45419</c:v>
                </c:pt>
                <c:pt idx="613">
                  <c:v>45420</c:v>
                </c:pt>
                <c:pt idx="614">
                  <c:v>45421</c:v>
                </c:pt>
                <c:pt idx="615">
                  <c:v>45422</c:v>
                </c:pt>
                <c:pt idx="616">
                  <c:v>45425</c:v>
                </c:pt>
                <c:pt idx="617">
                  <c:v>45426</c:v>
                </c:pt>
                <c:pt idx="618">
                  <c:v>45427</c:v>
                </c:pt>
                <c:pt idx="619">
                  <c:v>45428</c:v>
                </c:pt>
                <c:pt idx="620">
                  <c:v>45429</c:v>
                </c:pt>
                <c:pt idx="621">
                  <c:v>45432</c:v>
                </c:pt>
                <c:pt idx="622">
                  <c:v>45433</c:v>
                </c:pt>
                <c:pt idx="623">
                  <c:v>45434</c:v>
                </c:pt>
                <c:pt idx="624">
                  <c:v>45435</c:v>
                </c:pt>
                <c:pt idx="625">
                  <c:v>45436</c:v>
                </c:pt>
                <c:pt idx="626">
                  <c:v>45440</c:v>
                </c:pt>
                <c:pt idx="627">
                  <c:v>45441</c:v>
                </c:pt>
                <c:pt idx="628">
                  <c:v>45442</c:v>
                </c:pt>
                <c:pt idx="629">
                  <c:v>45443</c:v>
                </c:pt>
                <c:pt idx="630">
                  <c:v>45446</c:v>
                </c:pt>
                <c:pt idx="631">
                  <c:v>45447</c:v>
                </c:pt>
                <c:pt idx="632">
                  <c:v>45448</c:v>
                </c:pt>
                <c:pt idx="633">
                  <c:v>45449</c:v>
                </c:pt>
                <c:pt idx="634">
                  <c:v>45450</c:v>
                </c:pt>
                <c:pt idx="635">
                  <c:v>45453</c:v>
                </c:pt>
                <c:pt idx="636">
                  <c:v>45454</c:v>
                </c:pt>
                <c:pt idx="637">
                  <c:v>45455</c:v>
                </c:pt>
                <c:pt idx="638">
                  <c:v>45456</c:v>
                </c:pt>
                <c:pt idx="639">
                  <c:v>45457</c:v>
                </c:pt>
                <c:pt idx="640">
                  <c:v>45460</c:v>
                </c:pt>
                <c:pt idx="641">
                  <c:v>45461</c:v>
                </c:pt>
                <c:pt idx="642">
                  <c:v>45462</c:v>
                </c:pt>
                <c:pt idx="643">
                  <c:v>45463</c:v>
                </c:pt>
                <c:pt idx="644">
                  <c:v>45464</c:v>
                </c:pt>
                <c:pt idx="645">
                  <c:v>45467</c:v>
                </c:pt>
                <c:pt idx="646">
                  <c:v>45468</c:v>
                </c:pt>
                <c:pt idx="647">
                  <c:v>45469</c:v>
                </c:pt>
                <c:pt idx="648">
                  <c:v>45470</c:v>
                </c:pt>
                <c:pt idx="649">
                  <c:v>45471</c:v>
                </c:pt>
                <c:pt idx="650">
                  <c:v>45474</c:v>
                </c:pt>
                <c:pt idx="651">
                  <c:v>45475</c:v>
                </c:pt>
                <c:pt idx="652">
                  <c:v>45476</c:v>
                </c:pt>
                <c:pt idx="653">
                  <c:v>45477</c:v>
                </c:pt>
                <c:pt idx="654">
                  <c:v>45478</c:v>
                </c:pt>
                <c:pt idx="655">
                  <c:v>45481</c:v>
                </c:pt>
                <c:pt idx="656">
                  <c:v>45482</c:v>
                </c:pt>
                <c:pt idx="657">
                  <c:v>45483</c:v>
                </c:pt>
                <c:pt idx="658">
                  <c:v>45484</c:v>
                </c:pt>
                <c:pt idx="659">
                  <c:v>45485</c:v>
                </c:pt>
                <c:pt idx="660">
                  <c:v>45488</c:v>
                </c:pt>
                <c:pt idx="661">
                  <c:v>45489</c:v>
                </c:pt>
                <c:pt idx="662">
                  <c:v>45490</c:v>
                </c:pt>
                <c:pt idx="663">
                  <c:v>45491</c:v>
                </c:pt>
                <c:pt idx="664">
                  <c:v>45492</c:v>
                </c:pt>
                <c:pt idx="665">
                  <c:v>45495</c:v>
                </c:pt>
                <c:pt idx="666">
                  <c:v>45496</c:v>
                </c:pt>
                <c:pt idx="667">
                  <c:v>45497</c:v>
                </c:pt>
                <c:pt idx="668">
                  <c:v>45498</c:v>
                </c:pt>
                <c:pt idx="669">
                  <c:v>45499</c:v>
                </c:pt>
                <c:pt idx="670">
                  <c:v>45502</c:v>
                </c:pt>
                <c:pt idx="671">
                  <c:v>45503</c:v>
                </c:pt>
                <c:pt idx="672">
                  <c:v>45504</c:v>
                </c:pt>
                <c:pt idx="673">
                  <c:v>45505</c:v>
                </c:pt>
                <c:pt idx="674">
                  <c:v>45506</c:v>
                </c:pt>
                <c:pt idx="675">
                  <c:v>45509</c:v>
                </c:pt>
                <c:pt idx="676">
                  <c:v>45510</c:v>
                </c:pt>
                <c:pt idx="677">
                  <c:v>45511</c:v>
                </c:pt>
                <c:pt idx="678">
                  <c:v>45512</c:v>
                </c:pt>
                <c:pt idx="679">
                  <c:v>45513</c:v>
                </c:pt>
                <c:pt idx="680">
                  <c:v>45516</c:v>
                </c:pt>
                <c:pt idx="681">
                  <c:v>45517</c:v>
                </c:pt>
                <c:pt idx="682">
                  <c:v>45518</c:v>
                </c:pt>
                <c:pt idx="683">
                  <c:v>45519</c:v>
                </c:pt>
                <c:pt idx="684">
                  <c:v>45520</c:v>
                </c:pt>
                <c:pt idx="685">
                  <c:v>45523</c:v>
                </c:pt>
                <c:pt idx="686">
                  <c:v>45524</c:v>
                </c:pt>
                <c:pt idx="687">
                  <c:v>45525</c:v>
                </c:pt>
                <c:pt idx="688">
                  <c:v>45526</c:v>
                </c:pt>
                <c:pt idx="689">
                  <c:v>45527</c:v>
                </c:pt>
                <c:pt idx="690">
                  <c:v>45530</c:v>
                </c:pt>
                <c:pt idx="691">
                  <c:v>45531</c:v>
                </c:pt>
                <c:pt idx="692">
                  <c:v>45532</c:v>
                </c:pt>
                <c:pt idx="693">
                  <c:v>45533</c:v>
                </c:pt>
                <c:pt idx="694">
                  <c:v>45534</c:v>
                </c:pt>
                <c:pt idx="695">
                  <c:v>45537</c:v>
                </c:pt>
                <c:pt idx="696">
                  <c:v>45538</c:v>
                </c:pt>
                <c:pt idx="697">
                  <c:v>45539</c:v>
                </c:pt>
                <c:pt idx="698">
                  <c:v>45540</c:v>
                </c:pt>
                <c:pt idx="699">
                  <c:v>45541</c:v>
                </c:pt>
                <c:pt idx="700">
                  <c:v>45544</c:v>
                </c:pt>
                <c:pt idx="701">
                  <c:v>45545</c:v>
                </c:pt>
                <c:pt idx="702">
                  <c:v>45546</c:v>
                </c:pt>
                <c:pt idx="703">
                  <c:v>45547</c:v>
                </c:pt>
                <c:pt idx="704">
                  <c:v>45548</c:v>
                </c:pt>
                <c:pt idx="705">
                  <c:v>45551</c:v>
                </c:pt>
                <c:pt idx="706">
                  <c:v>45552</c:v>
                </c:pt>
                <c:pt idx="707">
                  <c:v>45553</c:v>
                </c:pt>
                <c:pt idx="708">
                  <c:v>45554</c:v>
                </c:pt>
                <c:pt idx="709">
                  <c:v>45555</c:v>
                </c:pt>
                <c:pt idx="710">
                  <c:v>45558</c:v>
                </c:pt>
                <c:pt idx="711">
                  <c:v>45559</c:v>
                </c:pt>
                <c:pt idx="712">
                  <c:v>45560</c:v>
                </c:pt>
                <c:pt idx="713">
                  <c:v>45561</c:v>
                </c:pt>
                <c:pt idx="714">
                  <c:v>45562</c:v>
                </c:pt>
                <c:pt idx="715">
                  <c:v>45565</c:v>
                </c:pt>
                <c:pt idx="716">
                  <c:v>45566</c:v>
                </c:pt>
                <c:pt idx="717">
                  <c:v>45567</c:v>
                </c:pt>
                <c:pt idx="718">
                  <c:v>45568</c:v>
                </c:pt>
                <c:pt idx="719">
                  <c:v>45569</c:v>
                </c:pt>
                <c:pt idx="720">
                  <c:v>45572</c:v>
                </c:pt>
                <c:pt idx="721">
                  <c:v>45573</c:v>
                </c:pt>
                <c:pt idx="722">
                  <c:v>45574</c:v>
                </c:pt>
                <c:pt idx="723">
                  <c:v>45575</c:v>
                </c:pt>
                <c:pt idx="724">
                  <c:v>45576</c:v>
                </c:pt>
                <c:pt idx="725">
                  <c:v>45579</c:v>
                </c:pt>
                <c:pt idx="726">
                  <c:v>45580</c:v>
                </c:pt>
                <c:pt idx="727">
                  <c:v>45581</c:v>
                </c:pt>
                <c:pt idx="728">
                  <c:v>45582</c:v>
                </c:pt>
                <c:pt idx="729">
                  <c:v>45583</c:v>
                </c:pt>
                <c:pt idx="730">
                  <c:v>45586</c:v>
                </c:pt>
                <c:pt idx="731">
                  <c:v>45587</c:v>
                </c:pt>
                <c:pt idx="732">
                  <c:v>45588</c:v>
                </c:pt>
                <c:pt idx="733">
                  <c:v>45589</c:v>
                </c:pt>
                <c:pt idx="734">
                  <c:v>45590</c:v>
                </c:pt>
                <c:pt idx="735">
                  <c:v>45593</c:v>
                </c:pt>
                <c:pt idx="736">
                  <c:v>45594</c:v>
                </c:pt>
                <c:pt idx="737">
                  <c:v>45595</c:v>
                </c:pt>
                <c:pt idx="738">
                  <c:v>45596</c:v>
                </c:pt>
                <c:pt idx="739">
                  <c:v>45597</c:v>
                </c:pt>
                <c:pt idx="740">
                  <c:v>45600</c:v>
                </c:pt>
                <c:pt idx="741">
                  <c:v>45601</c:v>
                </c:pt>
                <c:pt idx="742">
                  <c:v>45602</c:v>
                </c:pt>
                <c:pt idx="743">
                  <c:v>45603</c:v>
                </c:pt>
                <c:pt idx="744">
                  <c:v>45604</c:v>
                </c:pt>
                <c:pt idx="745">
                  <c:v>45607</c:v>
                </c:pt>
                <c:pt idx="746">
                  <c:v>45608</c:v>
                </c:pt>
                <c:pt idx="747">
                  <c:v>45609</c:v>
                </c:pt>
                <c:pt idx="748">
                  <c:v>45610</c:v>
                </c:pt>
                <c:pt idx="749">
                  <c:v>45611</c:v>
                </c:pt>
                <c:pt idx="750">
                  <c:v>45614</c:v>
                </c:pt>
                <c:pt idx="751">
                  <c:v>45615</c:v>
                </c:pt>
                <c:pt idx="752">
                  <c:v>45616</c:v>
                </c:pt>
                <c:pt idx="753">
                  <c:v>45617</c:v>
                </c:pt>
                <c:pt idx="754">
                  <c:v>45618</c:v>
                </c:pt>
                <c:pt idx="755">
                  <c:v>45621</c:v>
                </c:pt>
                <c:pt idx="756">
                  <c:v>45622</c:v>
                </c:pt>
                <c:pt idx="757">
                  <c:v>45623</c:v>
                </c:pt>
                <c:pt idx="758">
                  <c:v>45624</c:v>
                </c:pt>
                <c:pt idx="759">
                  <c:v>45625</c:v>
                </c:pt>
                <c:pt idx="760">
                  <c:v>45628</c:v>
                </c:pt>
                <c:pt idx="761">
                  <c:v>45629</c:v>
                </c:pt>
                <c:pt idx="762">
                  <c:v>45630</c:v>
                </c:pt>
                <c:pt idx="763">
                  <c:v>45631</c:v>
                </c:pt>
                <c:pt idx="764">
                  <c:v>45632</c:v>
                </c:pt>
                <c:pt idx="765">
                  <c:v>45635</c:v>
                </c:pt>
                <c:pt idx="766">
                  <c:v>45636</c:v>
                </c:pt>
                <c:pt idx="767">
                  <c:v>45637</c:v>
                </c:pt>
                <c:pt idx="768">
                  <c:v>45638</c:v>
                </c:pt>
                <c:pt idx="769">
                  <c:v>45639</c:v>
                </c:pt>
                <c:pt idx="770">
                  <c:v>45642</c:v>
                </c:pt>
                <c:pt idx="771">
                  <c:v>45643</c:v>
                </c:pt>
                <c:pt idx="772">
                  <c:v>45644</c:v>
                </c:pt>
                <c:pt idx="773">
                  <c:v>45645</c:v>
                </c:pt>
                <c:pt idx="774">
                  <c:v>45646</c:v>
                </c:pt>
                <c:pt idx="775">
                  <c:v>45649</c:v>
                </c:pt>
                <c:pt idx="776">
                  <c:v>45650</c:v>
                </c:pt>
                <c:pt idx="777">
                  <c:v>45651</c:v>
                </c:pt>
                <c:pt idx="778">
                  <c:v>45652</c:v>
                </c:pt>
                <c:pt idx="779">
                  <c:v>45653</c:v>
                </c:pt>
                <c:pt idx="780">
                  <c:v>45656</c:v>
                </c:pt>
                <c:pt idx="781">
                  <c:v>45657</c:v>
                </c:pt>
                <c:pt idx="782">
                  <c:v>45658</c:v>
                </c:pt>
                <c:pt idx="783">
                  <c:v>45659</c:v>
                </c:pt>
                <c:pt idx="784">
                  <c:v>45660</c:v>
                </c:pt>
                <c:pt idx="785">
                  <c:v>45663</c:v>
                </c:pt>
                <c:pt idx="786">
                  <c:v>45664</c:v>
                </c:pt>
                <c:pt idx="787">
                  <c:v>45665</c:v>
                </c:pt>
                <c:pt idx="788">
                  <c:v>45666</c:v>
                </c:pt>
                <c:pt idx="789">
                  <c:v>45667</c:v>
                </c:pt>
                <c:pt idx="790">
                  <c:v>45670</c:v>
                </c:pt>
                <c:pt idx="791">
                  <c:v>45671</c:v>
                </c:pt>
                <c:pt idx="792">
                  <c:v>45672</c:v>
                </c:pt>
                <c:pt idx="793">
                  <c:v>45673</c:v>
                </c:pt>
                <c:pt idx="794">
                  <c:v>45674</c:v>
                </c:pt>
                <c:pt idx="795">
                  <c:v>45677</c:v>
                </c:pt>
                <c:pt idx="796">
                  <c:v>45678</c:v>
                </c:pt>
                <c:pt idx="797">
                  <c:v>45679</c:v>
                </c:pt>
                <c:pt idx="798">
                  <c:v>45680</c:v>
                </c:pt>
                <c:pt idx="799">
                  <c:v>45681</c:v>
                </c:pt>
                <c:pt idx="800">
                  <c:v>45684</c:v>
                </c:pt>
                <c:pt idx="801">
                  <c:v>45685</c:v>
                </c:pt>
                <c:pt idx="802">
                  <c:v>45686</c:v>
                </c:pt>
                <c:pt idx="803">
                  <c:v>45687</c:v>
                </c:pt>
                <c:pt idx="804">
                  <c:v>45688</c:v>
                </c:pt>
                <c:pt idx="805">
                  <c:v>45691</c:v>
                </c:pt>
                <c:pt idx="806">
                  <c:v>45692</c:v>
                </c:pt>
                <c:pt idx="807">
                  <c:v>45693</c:v>
                </c:pt>
                <c:pt idx="808">
                  <c:v>45694</c:v>
                </c:pt>
                <c:pt idx="809">
                  <c:v>45695</c:v>
                </c:pt>
                <c:pt idx="810">
                  <c:v>45698</c:v>
                </c:pt>
                <c:pt idx="811">
                  <c:v>45699</c:v>
                </c:pt>
                <c:pt idx="812">
                  <c:v>45700</c:v>
                </c:pt>
                <c:pt idx="813">
                  <c:v>45701</c:v>
                </c:pt>
                <c:pt idx="814">
                  <c:v>45702</c:v>
                </c:pt>
                <c:pt idx="815">
                  <c:v>45705</c:v>
                </c:pt>
                <c:pt idx="816">
                  <c:v>45706</c:v>
                </c:pt>
                <c:pt idx="817">
                  <c:v>45707</c:v>
                </c:pt>
                <c:pt idx="818">
                  <c:v>45708</c:v>
                </c:pt>
                <c:pt idx="819">
                  <c:v>45709</c:v>
                </c:pt>
                <c:pt idx="820">
                  <c:v>45712</c:v>
                </c:pt>
                <c:pt idx="821">
                  <c:v>45713</c:v>
                </c:pt>
                <c:pt idx="822">
                  <c:v>45714</c:v>
                </c:pt>
                <c:pt idx="823">
                  <c:v>45715</c:v>
                </c:pt>
                <c:pt idx="824">
                  <c:v>45716</c:v>
                </c:pt>
                <c:pt idx="825">
                  <c:v>45719</c:v>
                </c:pt>
                <c:pt idx="826">
                  <c:v>45720</c:v>
                </c:pt>
                <c:pt idx="827">
                  <c:v>45721</c:v>
                </c:pt>
                <c:pt idx="828">
                  <c:v>45722</c:v>
                </c:pt>
                <c:pt idx="829">
                  <c:v>45723</c:v>
                </c:pt>
                <c:pt idx="830">
                  <c:v>45726</c:v>
                </c:pt>
                <c:pt idx="831">
                  <c:v>45727</c:v>
                </c:pt>
                <c:pt idx="832">
                  <c:v>45728</c:v>
                </c:pt>
                <c:pt idx="833">
                  <c:v>45729</c:v>
                </c:pt>
                <c:pt idx="834">
                  <c:v>45730</c:v>
                </c:pt>
                <c:pt idx="835">
                  <c:v>45733</c:v>
                </c:pt>
                <c:pt idx="836">
                  <c:v>45734</c:v>
                </c:pt>
                <c:pt idx="837">
                  <c:v>45735</c:v>
                </c:pt>
                <c:pt idx="838">
                  <c:v>45736</c:v>
                </c:pt>
                <c:pt idx="839">
                  <c:v>45737</c:v>
                </c:pt>
                <c:pt idx="840">
                  <c:v>45740</c:v>
                </c:pt>
                <c:pt idx="841">
                  <c:v>45741</c:v>
                </c:pt>
                <c:pt idx="842">
                  <c:v>45742</c:v>
                </c:pt>
                <c:pt idx="843">
                  <c:v>45743</c:v>
                </c:pt>
                <c:pt idx="844">
                  <c:v>45744</c:v>
                </c:pt>
                <c:pt idx="845">
                  <c:v>45747</c:v>
                </c:pt>
                <c:pt idx="846">
                  <c:v>45748</c:v>
                </c:pt>
                <c:pt idx="847">
                  <c:v>45749</c:v>
                </c:pt>
                <c:pt idx="848">
                  <c:v>45750</c:v>
                </c:pt>
                <c:pt idx="849">
                  <c:v>45751</c:v>
                </c:pt>
                <c:pt idx="850">
                  <c:v>45754</c:v>
                </c:pt>
                <c:pt idx="851">
                  <c:v>45755</c:v>
                </c:pt>
                <c:pt idx="852">
                  <c:v>45756</c:v>
                </c:pt>
                <c:pt idx="853">
                  <c:v>45757</c:v>
                </c:pt>
                <c:pt idx="854">
                  <c:v>45758</c:v>
                </c:pt>
                <c:pt idx="855">
                  <c:v>45761</c:v>
                </c:pt>
                <c:pt idx="856">
                  <c:v>45762</c:v>
                </c:pt>
                <c:pt idx="857">
                  <c:v>45763</c:v>
                </c:pt>
                <c:pt idx="858">
                  <c:v>45764</c:v>
                </c:pt>
                <c:pt idx="859">
                  <c:v>45765</c:v>
                </c:pt>
                <c:pt idx="860">
                  <c:v>45768</c:v>
                </c:pt>
                <c:pt idx="861">
                  <c:v>45769</c:v>
                </c:pt>
                <c:pt idx="862">
                  <c:v>45770</c:v>
                </c:pt>
                <c:pt idx="863">
                  <c:v>45771</c:v>
                </c:pt>
                <c:pt idx="864">
                  <c:v>45772</c:v>
                </c:pt>
                <c:pt idx="865">
                  <c:v>45775</c:v>
                </c:pt>
                <c:pt idx="866">
                  <c:v>45776</c:v>
                </c:pt>
                <c:pt idx="867">
                  <c:v>45777</c:v>
                </c:pt>
                <c:pt idx="868">
                  <c:v>45778</c:v>
                </c:pt>
                <c:pt idx="869">
                  <c:v>45779</c:v>
                </c:pt>
                <c:pt idx="870">
                  <c:v>45782</c:v>
                </c:pt>
                <c:pt idx="871">
                  <c:v>45783</c:v>
                </c:pt>
                <c:pt idx="872">
                  <c:v>45784</c:v>
                </c:pt>
                <c:pt idx="873">
                  <c:v>45785</c:v>
                </c:pt>
                <c:pt idx="874">
                  <c:v>45786</c:v>
                </c:pt>
                <c:pt idx="875">
                  <c:v>45789</c:v>
                </c:pt>
                <c:pt idx="876">
                  <c:v>45790</c:v>
                </c:pt>
                <c:pt idx="877">
                  <c:v>45791</c:v>
                </c:pt>
                <c:pt idx="878">
                  <c:v>45792</c:v>
                </c:pt>
                <c:pt idx="879">
                  <c:v>45793</c:v>
                </c:pt>
                <c:pt idx="880">
                  <c:v>45796</c:v>
                </c:pt>
                <c:pt idx="881">
                  <c:v>45797</c:v>
                </c:pt>
                <c:pt idx="882">
                  <c:v>45798</c:v>
                </c:pt>
                <c:pt idx="883">
                  <c:v>45799</c:v>
                </c:pt>
                <c:pt idx="884">
                  <c:v>45800</c:v>
                </c:pt>
                <c:pt idx="885">
                  <c:v>45804</c:v>
                </c:pt>
                <c:pt idx="886">
                  <c:v>45805</c:v>
                </c:pt>
                <c:pt idx="887">
                  <c:v>45806</c:v>
                </c:pt>
                <c:pt idx="888">
                  <c:v>45807</c:v>
                </c:pt>
                <c:pt idx="889">
                  <c:v>45810</c:v>
                </c:pt>
                <c:pt idx="890">
                  <c:v>45811</c:v>
                </c:pt>
                <c:pt idx="891">
                  <c:v>45812</c:v>
                </c:pt>
                <c:pt idx="892">
                  <c:v>45813</c:v>
                </c:pt>
                <c:pt idx="893">
                  <c:v>45814</c:v>
                </c:pt>
                <c:pt idx="894">
                  <c:v>45817</c:v>
                </c:pt>
                <c:pt idx="895">
                  <c:v>45818</c:v>
                </c:pt>
                <c:pt idx="896">
                  <c:v>45819</c:v>
                </c:pt>
                <c:pt idx="897">
                  <c:v>45820</c:v>
                </c:pt>
                <c:pt idx="898">
                  <c:v>45821</c:v>
                </c:pt>
                <c:pt idx="899">
                  <c:v>45824</c:v>
                </c:pt>
                <c:pt idx="900">
                  <c:v>45825</c:v>
                </c:pt>
                <c:pt idx="901">
                  <c:v>45826</c:v>
                </c:pt>
                <c:pt idx="902">
                  <c:v>45827</c:v>
                </c:pt>
                <c:pt idx="903">
                  <c:v>45828</c:v>
                </c:pt>
                <c:pt idx="904">
                  <c:v>45831</c:v>
                </c:pt>
                <c:pt idx="905">
                  <c:v>45832</c:v>
                </c:pt>
                <c:pt idx="906">
                  <c:v>45833</c:v>
                </c:pt>
                <c:pt idx="907">
                  <c:v>45834</c:v>
                </c:pt>
                <c:pt idx="908">
                  <c:v>45835</c:v>
                </c:pt>
                <c:pt idx="909">
                  <c:v>45838</c:v>
                </c:pt>
                <c:pt idx="910">
                  <c:v>45839</c:v>
                </c:pt>
                <c:pt idx="911">
                  <c:v>45840</c:v>
                </c:pt>
                <c:pt idx="912">
                  <c:v>45841</c:v>
                </c:pt>
                <c:pt idx="913">
                  <c:v>45842</c:v>
                </c:pt>
                <c:pt idx="914">
                  <c:v>45845</c:v>
                </c:pt>
                <c:pt idx="915">
                  <c:v>45846</c:v>
                </c:pt>
                <c:pt idx="916">
                  <c:v>45847</c:v>
                </c:pt>
                <c:pt idx="917">
                  <c:v>45848</c:v>
                </c:pt>
                <c:pt idx="918">
                  <c:v>45849</c:v>
                </c:pt>
                <c:pt idx="919">
                  <c:v>45852</c:v>
                </c:pt>
                <c:pt idx="920">
                  <c:v>45853</c:v>
                </c:pt>
                <c:pt idx="921">
                  <c:v>45854</c:v>
                </c:pt>
                <c:pt idx="922">
                  <c:v>45855</c:v>
                </c:pt>
                <c:pt idx="923">
                  <c:v>45856</c:v>
                </c:pt>
                <c:pt idx="924">
                  <c:v>45859</c:v>
                </c:pt>
                <c:pt idx="925">
                  <c:v>45860</c:v>
                </c:pt>
                <c:pt idx="926">
                  <c:v>45861</c:v>
                </c:pt>
                <c:pt idx="927">
                  <c:v>45862</c:v>
                </c:pt>
                <c:pt idx="928">
                  <c:v>45863</c:v>
                </c:pt>
                <c:pt idx="929">
                  <c:v>45866</c:v>
                </c:pt>
                <c:pt idx="930">
                  <c:v>45867</c:v>
                </c:pt>
                <c:pt idx="931">
                  <c:v>45868</c:v>
                </c:pt>
                <c:pt idx="932">
                  <c:v>45869</c:v>
                </c:pt>
                <c:pt idx="933">
                  <c:v>45870</c:v>
                </c:pt>
                <c:pt idx="934">
                  <c:v>45873</c:v>
                </c:pt>
                <c:pt idx="935">
                  <c:v>45874</c:v>
                </c:pt>
                <c:pt idx="936">
                  <c:v>45875</c:v>
                </c:pt>
                <c:pt idx="937">
                  <c:v>45876</c:v>
                </c:pt>
                <c:pt idx="938">
                  <c:v>45877</c:v>
                </c:pt>
                <c:pt idx="939">
                  <c:v>45880</c:v>
                </c:pt>
                <c:pt idx="940">
                  <c:v>45881</c:v>
                </c:pt>
                <c:pt idx="941">
                  <c:v>45882</c:v>
                </c:pt>
                <c:pt idx="942">
                  <c:v>45883</c:v>
                </c:pt>
                <c:pt idx="943">
                  <c:v>45884</c:v>
                </c:pt>
                <c:pt idx="944">
                  <c:v>45887</c:v>
                </c:pt>
                <c:pt idx="945">
                  <c:v>45888</c:v>
                </c:pt>
                <c:pt idx="946">
                  <c:v>45889</c:v>
                </c:pt>
                <c:pt idx="947">
                  <c:v>45890</c:v>
                </c:pt>
                <c:pt idx="948">
                  <c:v>45891</c:v>
                </c:pt>
                <c:pt idx="949">
                  <c:v>45894</c:v>
                </c:pt>
                <c:pt idx="950">
                  <c:v>45895</c:v>
                </c:pt>
                <c:pt idx="951">
                  <c:v>45896</c:v>
                </c:pt>
                <c:pt idx="952">
                  <c:v>45897</c:v>
                </c:pt>
                <c:pt idx="953">
                  <c:v>45898</c:v>
                </c:pt>
                <c:pt idx="954">
                  <c:v>45901</c:v>
                </c:pt>
                <c:pt idx="955">
                  <c:v>45902</c:v>
                </c:pt>
                <c:pt idx="956">
                  <c:v>45903</c:v>
                </c:pt>
                <c:pt idx="957">
                  <c:v>45904</c:v>
                </c:pt>
                <c:pt idx="958">
                  <c:v>45905</c:v>
                </c:pt>
                <c:pt idx="959">
                  <c:v>45908</c:v>
                </c:pt>
                <c:pt idx="960">
                  <c:v>45909</c:v>
                </c:pt>
                <c:pt idx="961">
                  <c:v>45910</c:v>
                </c:pt>
                <c:pt idx="962">
                  <c:v>45911</c:v>
                </c:pt>
                <c:pt idx="963">
                  <c:v>45912</c:v>
                </c:pt>
                <c:pt idx="964">
                  <c:v>45915</c:v>
                </c:pt>
                <c:pt idx="965">
                  <c:v>45916</c:v>
                </c:pt>
                <c:pt idx="966">
                  <c:v>45917</c:v>
                </c:pt>
                <c:pt idx="967">
                  <c:v>45918</c:v>
                </c:pt>
                <c:pt idx="968">
                  <c:v>45919</c:v>
                </c:pt>
                <c:pt idx="969">
                  <c:v>45922</c:v>
                </c:pt>
                <c:pt idx="970">
                  <c:v>45923</c:v>
                </c:pt>
                <c:pt idx="971">
                  <c:v>45924</c:v>
                </c:pt>
                <c:pt idx="972">
                  <c:v>45925</c:v>
                </c:pt>
                <c:pt idx="973">
                  <c:v>45926</c:v>
                </c:pt>
                <c:pt idx="974">
                  <c:v>45929</c:v>
                </c:pt>
                <c:pt idx="975">
                  <c:v>45930</c:v>
                </c:pt>
                <c:pt idx="976">
                  <c:v>45931</c:v>
                </c:pt>
                <c:pt idx="977">
                  <c:v>45932</c:v>
                </c:pt>
                <c:pt idx="978">
                  <c:v>45933</c:v>
                </c:pt>
                <c:pt idx="979">
                  <c:v>45936</c:v>
                </c:pt>
                <c:pt idx="980">
                  <c:v>45937</c:v>
                </c:pt>
                <c:pt idx="981">
                  <c:v>45938</c:v>
                </c:pt>
                <c:pt idx="982">
                  <c:v>45939</c:v>
                </c:pt>
                <c:pt idx="983">
                  <c:v>45940</c:v>
                </c:pt>
                <c:pt idx="984">
                  <c:v>45943</c:v>
                </c:pt>
                <c:pt idx="985">
                  <c:v>45944</c:v>
                </c:pt>
                <c:pt idx="986">
                  <c:v>45945</c:v>
                </c:pt>
                <c:pt idx="987">
                  <c:v>45946</c:v>
                </c:pt>
                <c:pt idx="988">
                  <c:v>45947</c:v>
                </c:pt>
                <c:pt idx="989">
                  <c:v>45950</c:v>
                </c:pt>
                <c:pt idx="990">
                  <c:v>45951</c:v>
                </c:pt>
                <c:pt idx="991">
                  <c:v>45952</c:v>
                </c:pt>
                <c:pt idx="992">
                  <c:v>45953</c:v>
                </c:pt>
                <c:pt idx="993">
                  <c:v>45954</c:v>
                </c:pt>
                <c:pt idx="994">
                  <c:v>45957</c:v>
                </c:pt>
                <c:pt idx="995">
                  <c:v>45958</c:v>
                </c:pt>
                <c:pt idx="996">
                  <c:v>45959</c:v>
                </c:pt>
                <c:pt idx="997">
                  <c:v>45960</c:v>
                </c:pt>
                <c:pt idx="998">
                  <c:v>45961</c:v>
                </c:pt>
                <c:pt idx="999">
                  <c:v>45964</c:v>
                </c:pt>
                <c:pt idx="1000">
                  <c:v>45965</c:v>
                </c:pt>
                <c:pt idx="1001">
                  <c:v>45966</c:v>
                </c:pt>
                <c:pt idx="1002">
                  <c:v>45967</c:v>
                </c:pt>
                <c:pt idx="1003">
                  <c:v>45968</c:v>
                </c:pt>
                <c:pt idx="1004">
                  <c:v>45971</c:v>
                </c:pt>
                <c:pt idx="1005">
                  <c:v>45972</c:v>
                </c:pt>
                <c:pt idx="1006">
                  <c:v>45973</c:v>
                </c:pt>
                <c:pt idx="1007">
                  <c:v>45974</c:v>
                </c:pt>
                <c:pt idx="1008">
                  <c:v>45975</c:v>
                </c:pt>
                <c:pt idx="1009">
                  <c:v>45978</c:v>
                </c:pt>
                <c:pt idx="1010">
                  <c:v>45979</c:v>
                </c:pt>
                <c:pt idx="1011">
                  <c:v>45980</c:v>
                </c:pt>
                <c:pt idx="1012">
                  <c:v>45981</c:v>
                </c:pt>
                <c:pt idx="1013">
                  <c:v>45982</c:v>
                </c:pt>
                <c:pt idx="1014">
                  <c:v>45985</c:v>
                </c:pt>
                <c:pt idx="1015">
                  <c:v>45986</c:v>
                </c:pt>
                <c:pt idx="1016">
                  <c:v>45987</c:v>
                </c:pt>
                <c:pt idx="1017">
                  <c:v>45988</c:v>
                </c:pt>
                <c:pt idx="1018">
                  <c:v>45989</c:v>
                </c:pt>
                <c:pt idx="1019">
                  <c:v>45992</c:v>
                </c:pt>
                <c:pt idx="1020">
                  <c:v>45993</c:v>
                </c:pt>
                <c:pt idx="1021">
                  <c:v>45994</c:v>
                </c:pt>
                <c:pt idx="1022">
                  <c:v>45995</c:v>
                </c:pt>
                <c:pt idx="1023">
                  <c:v>45996</c:v>
                </c:pt>
                <c:pt idx="1024">
                  <c:v>45999</c:v>
                </c:pt>
                <c:pt idx="1025">
                  <c:v>46000</c:v>
                </c:pt>
                <c:pt idx="1026">
                  <c:v>46001</c:v>
                </c:pt>
                <c:pt idx="1027">
                  <c:v>46002</c:v>
                </c:pt>
                <c:pt idx="1028">
                  <c:v>46003</c:v>
                </c:pt>
                <c:pt idx="1029">
                  <c:v>46006</c:v>
                </c:pt>
                <c:pt idx="1030">
                  <c:v>46007</c:v>
                </c:pt>
                <c:pt idx="1031">
                  <c:v>46008</c:v>
                </c:pt>
                <c:pt idx="1032">
                  <c:v>46009</c:v>
                </c:pt>
                <c:pt idx="1033">
                  <c:v>46010</c:v>
                </c:pt>
                <c:pt idx="1034">
                  <c:v>46013</c:v>
                </c:pt>
                <c:pt idx="1035">
                  <c:v>46014</c:v>
                </c:pt>
                <c:pt idx="1036">
                  <c:v>46015</c:v>
                </c:pt>
                <c:pt idx="1037">
                  <c:v>46016</c:v>
                </c:pt>
                <c:pt idx="1038">
                  <c:v>46017</c:v>
                </c:pt>
                <c:pt idx="1039">
                  <c:v>46020</c:v>
                </c:pt>
                <c:pt idx="1040">
                  <c:v>46021</c:v>
                </c:pt>
                <c:pt idx="1041">
                  <c:v>46022</c:v>
                </c:pt>
                <c:pt idx="1042">
                  <c:v>46023</c:v>
                </c:pt>
                <c:pt idx="1043">
                  <c:v>46024</c:v>
                </c:pt>
                <c:pt idx="1044">
                  <c:v>46027</c:v>
                </c:pt>
                <c:pt idx="1045">
                  <c:v>46028</c:v>
                </c:pt>
                <c:pt idx="1046">
                  <c:v>46029</c:v>
                </c:pt>
                <c:pt idx="1047">
                  <c:v>46030</c:v>
                </c:pt>
                <c:pt idx="1048">
                  <c:v>46031</c:v>
                </c:pt>
                <c:pt idx="1049">
                  <c:v>46034</c:v>
                </c:pt>
                <c:pt idx="1050">
                  <c:v>46035</c:v>
                </c:pt>
                <c:pt idx="1051">
                  <c:v>46036</c:v>
                </c:pt>
                <c:pt idx="1052">
                  <c:v>46037</c:v>
                </c:pt>
                <c:pt idx="1053">
                  <c:v>46038</c:v>
                </c:pt>
                <c:pt idx="1054">
                  <c:v>46041</c:v>
                </c:pt>
                <c:pt idx="1055">
                  <c:v>46042</c:v>
                </c:pt>
                <c:pt idx="1056">
                  <c:v>46043</c:v>
                </c:pt>
                <c:pt idx="1057">
                  <c:v>46044</c:v>
                </c:pt>
                <c:pt idx="1058">
                  <c:v>46045</c:v>
                </c:pt>
                <c:pt idx="1059">
                  <c:v>46048</c:v>
                </c:pt>
                <c:pt idx="1060">
                  <c:v>46049</c:v>
                </c:pt>
                <c:pt idx="1061">
                  <c:v>46050</c:v>
                </c:pt>
                <c:pt idx="1062">
                  <c:v>46051</c:v>
                </c:pt>
                <c:pt idx="1063">
                  <c:v>46052</c:v>
                </c:pt>
                <c:pt idx="1064">
                  <c:v>46055</c:v>
                </c:pt>
                <c:pt idx="1065">
                  <c:v>46056</c:v>
                </c:pt>
                <c:pt idx="1066">
                  <c:v>46057</c:v>
                </c:pt>
                <c:pt idx="1067">
                  <c:v>46058</c:v>
                </c:pt>
                <c:pt idx="1068">
                  <c:v>46059</c:v>
                </c:pt>
                <c:pt idx="1069">
                  <c:v>46062</c:v>
                </c:pt>
                <c:pt idx="1070">
                  <c:v>46063</c:v>
                </c:pt>
                <c:pt idx="1071">
                  <c:v>46064</c:v>
                </c:pt>
                <c:pt idx="1072">
                  <c:v>46065</c:v>
                </c:pt>
                <c:pt idx="1073">
                  <c:v>46066</c:v>
                </c:pt>
                <c:pt idx="1074">
                  <c:v>46069</c:v>
                </c:pt>
                <c:pt idx="1075">
                  <c:v>46070</c:v>
                </c:pt>
                <c:pt idx="1076">
                  <c:v>46071</c:v>
                </c:pt>
                <c:pt idx="1077">
                  <c:v>46072</c:v>
                </c:pt>
                <c:pt idx="1078">
                  <c:v>46073</c:v>
                </c:pt>
                <c:pt idx="1079">
                  <c:v>46076</c:v>
                </c:pt>
                <c:pt idx="1080">
                  <c:v>46077</c:v>
                </c:pt>
                <c:pt idx="1081">
                  <c:v>46078</c:v>
                </c:pt>
                <c:pt idx="1082">
                  <c:v>46079</c:v>
                </c:pt>
                <c:pt idx="1083">
                  <c:v>46080</c:v>
                </c:pt>
                <c:pt idx="1084">
                  <c:v>46083</c:v>
                </c:pt>
                <c:pt idx="1085">
                  <c:v>46084</c:v>
                </c:pt>
                <c:pt idx="1086">
                  <c:v>46085</c:v>
                </c:pt>
                <c:pt idx="1087">
                  <c:v>46086</c:v>
                </c:pt>
                <c:pt idx="1088">
                  <c:v>46087</c:v>
                </c:pt>
                <c:pt idx="1089">
                  <c:v>46090</c:v>
                </c:pt>
                <c:pt idx="1090">
                  <c:v>46091</c:v>
                </c:pt>
                <c:pt idx="1091">
                  <c:v>46092</c:v>
                </c:pt>
                <c:pt idx="1092">
                  <c:v>46093</c:v>
                </c:pt>
                <c:pt idx="1093">
                  <c:v>46094</c:v>
                </c:pt>
                <c:pt idx="1094">
                  <c:v>46097</c:v>
                </c:pt>
                <c:pt idx="1095">
                  <c:v>46098</c:v>
                </c:pt>
                <c:pt idx="1096">
                  <c:v>46099</c:v>
                </c:pt>
                <c:pt idx="1097">
                  <c:v>46100</c:v>
                </c:pt>
                <c:pt idx="1098">
                  <c:v>46101</c:v>
                </c:pt>
                <c:pt idx="1099">
                  <c:v>46104</c:v>
                </c:pt>
                <c:pt idx="1100">
                  <c:v>46105</c:v>
                </c:pt>
                <c:pt idx="1101">
                  <c:v>46106</c:v>
                </c:pt>
                <c:pt idx="1102">
                  <c:v>46107</c:v>
                </c:pt>
                <c:pt idx="1103">
                  <c:v>46108</c:v>
                </c:pt>
                <c:pt idx="1104">
                  <c:v>46111</c:v>
                </c:pt>
                <c:pt idx="1105">
                  <c:v>46112</c:v>
                </c:pt>
                <c:pt idx="1106">
                  <c:v>46113</c:v>
                </c:pt>
                <c:pt idx="1107">
                  <c:v>46114</c:v>
                </c:pt>
                <c:pt idx="1108">
                  <c:v>46115</c:v>
                </c:pt>
                <c:pt idx="1109">
                  <c:v>46118</c:v>
                </c:pt>
                <c:pt idx="1110">
                  <c:v>46119</c:v>
                </c:pt>
                <c:pt idx="1111">
                  <c:v>46120</c:v>
                </c:pt>
                <c:pt idx="1112">
                  <c:v>46121</c:v>
                </c:pt>
                <c:pt idx="1113">
                  <c:v>46122</c:v>
                </c:pt>
                <c:pt idx="1114">
                  <c:v>46125</c:v>
                </c:pt>
                <c:pt idx="1115">
                  <c:v>46126</c:v>
                </c:pt>
                <c:pt idx="1116">
                  <c:v>46127</c:v>
                </c:pt>
                <c:pt idx="1117">
                  <c:v>46128</c:v>
                </c:pt>
                <c:pt idx="1118">
                  <c:v>46129</c:v>
                </c:pt>
                <c:pt idx="1119">
                  <c:v>46132</c:v>
                </c:pt>
                <c:pt idx="1120">
                  <c:v>46133</c:v>
                </c:pt>
                <c:pt idx="1121">
                  <c:v>46134</c:v>
                </c:pt>
                <c:pt idx="1122">
                  <c:v>46135</c:v>
                </c:pt>
                <c:pt idx="1123">
                  <c:v>46136</c:v>
                </c:pt>
                <c:pt idx="1124">
                  <c:v>46139</c:v>
                </c:pt>
                <c:pt idx="1125">
                  <c:v>46140</c:v>
                </c:pt>
                <c:pt idx="1126">
                  <c:v>46141</c:v>
                </c:pt>
                <c:pt idx="1127">
                  <c:v>46142</c:v>
                </c:pt>
                <c:pt idx="1128">
                  <c:v>46143</c:v>
                </c:pt>
                <c:pt idx="1129">
                  <c:v>46146</c:v>
                </c:pt>
                <c:pt idx="1130">
                  <c:v>46147</c:v>
                </c:pt>
                <c:pt idx="1131">
                  <c:v>46148</c:v>
                </c:pt>
                <c:pt idx="1132">
                  <c:v>46149</c:v>
                </c:pt>
                <c:pt idx="1133">
                  <c:v>46150</c:v>
                </c:pt>
                <c:pt idx="1134">
                  <c:v>46153</c:v>
                </c:pt>
                <c:pt idx="1135">
                  <c:v>46154</c:v>
                </c:pt>
                <c:pt idx="1136">
                  <c:v>46155</c:v>
                </c:pt>
                <c:pt idx="1137">
                  <c:v>46156</c:v>
                </c:pt>
                <c:pt idx="1138">
                  <c:v>46157</c:v>
                </c:pt>
                <c:pt idx="1139">
                  <c:v>46160</c:v>
                </c:pt>
                <c:pt idx="1140">
                  <c:v>46161</c:v>
                </c:pt>
                <c:pt idx="1141">
                  <c:v>46162</c:v>
                </c:pt>
                <c:pt idx="1142">
                  <c:v>46163</c:v>
                </c:pt>
                <c:pt idx="1143">
                  <c:v>46164</c:v>
                </c:pt>
                <c:pt idx="1144">
                  <c:v>46168</c:v>
                </c:pt>
                <c:pt idx="1145">
                  <c:v>46169</c:v>
                </c:pt>
                <c:pt idx="1146">
                  <c:v>46170</c:v>
                </c:pt>
                <c:pt idx="1147">
                  <c:v>46171</c:v>
                </c:pt>
                <c:pt idx="1148">
                  <c:v>46174</c:v>
                </c:pt>
                <c:pt idx="1149">
                  <c:v>46175</c:v>
                </c:pt>
                <c:pt idx="1150">
                  <c:v>46176</c:v>
                </c:pt>
                <c:pt idx="1151">
                  <c:v>46177</c:v>
                </c:pt>
                <c:pt idx="1152">
                  <c:v>46178</c:v>
                </c:pt>
                <c:pt idx="1153">
                  <c:v>46181</c:v>
                </c:pt>
                <c:pt idx="1154">
                  <c:v>46182</c:v>
                </c:pt>
                <c:pt idx="1155">
                  <c:v>46183</c:v>
                </c:pt>
                <c:pt idx="1156">
                  <c:v>46184</c:v>
                </c:pt>
                <c:pt idx="1157">
                  <c:v>46185</c:v>
                </c:pt>
                <c:pt idx="1158">
                  <c:v>46188</c:v>
                </c:pt>
                <c:pt idx="1159">
                  <c:v>46189</c:v>
                </c:pt>
                <c:pt idx="1160">
                  <c:v>46190</c:v>
                </c:pt>
                <c:pt idx="1161">
                  <c:v>46191</c:v>
                </c:pt>
                <c:pt idx="1162">
                  <c:v>46192</c:v>
                </c:pt>
                <c:pt idx="1163">
                  <c:v>46195</c:v>
                </c:pt>
                <c:pt idx="1164">
                  <c:v>46196</c:v>
                </c:pt>
                <c:pt idx="1165">
                  <c:v>46197</c:v>
                </c:pt>
                <c:pt idx="1166">
                  <c:v>46198</c:v>
                </c:pt>
                <c:pt idx="1167">
                  <c:v>46199</c:v>
                </c:pt>
                <c:pt idx="1168">
                  <c:v>46202</c:v>
                </c:pt>
                <c:pt idx="1169">
                  <c:v>46203</c:v>
                </c:pt>
                <c:pt idx="1170">
                  <c:v>46204</c:v>
                </c:pt>
                <c:pt idx="1171">
                  <c:v>46205</c:v>
                </c:pt>
                <c:pt idx="1172">
                  <c:v>46206</c:v>
                </c:pt>
                <c:pt idx="1173">
                  <c:v>46209</c:v>
                </c:pt>
                <c:pt idx="1174">
                  <c:v>46210</c:v>
                </c:pt>
                <c:pt idx="1175">
                  <c:v>46211</c:v>
                </c:pt>
                <c:pt idx="1176">
                  <c:v>46212</c:v>
                </c:pt>
                <c:pt idx="1177">
                  <c:v>46213</c:v>
                </c:pt>
                <c:pt idx="1178">
                  <c:v>46216</c:v>
                </c:pt>
                <c:pt idx="1179">
                  <c:v>46217</c:v>
                </c:pt>
                <c:pt idx="1180">
                  <c:v>46218</c:v>
                </c:pt>
                <c:pt idx="1181">
                  <c:v>46219</c:v>
                </c:pt>
                <c:pt idx="1182">
                  <c:v>46220</c:v>
                </c:pt>
                <c:pt idx="1183">
                  <c:v>46223</c:v>
                </c:pt>
                <c:pt idx="1184">
                  <c:v>46224</c:v>
                </c:pt>
                <c:pt idx="1185">
                  <c:v>46225</c:v>
                </c:pt>
                <c:pt idx="1186">
                  <c:v>46226</c:v>
                </c:pt>
                <c:pt idx="1187">
                  <c:v>46227</c:v>
                </c:pt>
                <c:pt idx="1188">
                  <c:v>46230</c:v>
                </c:pt>
                <c:pt idx="1189">
                  <c:v>46231</c:v>
                </c:pt>
                <c:pt idx="1190">
                  <c:v>46232</c:v>
                </c:pt>
                <c:pt idx="1191">
                  <c:v>46233</c:v>
                </c:pt>
                <c:pt idx="1192">
                  <c:v>46234</c:v>
                </c:pt>
                <c:pt idx="1193">
                  <c:v>46237</c:v>
                </c:pt>
                <c:pt idx="1194">
                  <c:v>46238</c:v>
                </c:pt>
                <c:pt idx="1195">
                  <c:v>46239</c:v>
                </c:pt>
                <c:pt idx="1196">
                  <c:v>46240</c:v>
                </c:pt>
                <c:pt idx="1197">
                  <c:v>46241</c:v>
                </c:pt>
                <c:pt idx="1198">
                  <c:v>46244</c:v>
                </c:pt>
                <c:pt idx="1199">
                  <c:v>46245</c:v>
                </c:pt>
                <c:pt idx="1200">
                  <c:v>46246</c:v>
                </c:pt>
                <c:pt idx="1201">
                  <c:v>46247</c:v>
                </c:pt>
                <c:pt idx="1202">
                  <c:v>46248</c:v>
                </c:pt>
                <c:pt idx="1203">
                  <c:v>46251</c:v>
                </c:pt>
                <c:pt idx="1204">
                  <c:v>46252</c:v>
                </c:pt>
                <c:pt idx="1205">
                  <c:v>46253</c:v>
                </c:pt>
                <c:pt idx="1206">
                  <c:v>46254</c:v>
                </c:pt>
                <c:pt idx="1207">
                  <c:v>46255</c:v>
                </c:pt>
                <c:pt idx="1208">
                  <c:v>46258</c:v>
                </c:pt>
                <c:pt idx="1209">
                  <c:v>46259</c:v>
                </c:pt>
                <c:pt idx="1210">
                  <c:v>46260</c:v>
                </c:pt>
                <c:pt idx="1211">
                  <c:v>46261</c:v>
                </c:pt>
                <c:pt idx="1212">
                  <c:v>46262</c:v>
                </c:pt>
                <c:pt idx="1213">
                  <c:v>46265</c:v>
                </c:pt>
                <c:pt idx="1214">
                  <c:v>46266</c:v>
                </c:pt>
                <c:pt idx="1215">
                  <c:v>46267</c:v>
                </c:pt>
                <c:pt idx="1216">
                  <c:v>46268</c:v>
                </c:pt>
                <c:pt idx="1217">
                  <c:v>46269</c:v>
                </c:pt>
                <c:pt idx="1218">
                  <c:v>46272</c:v>
                </c:pt>
                <c:pt idx="1219">
                  <c:v>46273</c:v>
                </c:pt>
                <c:pt idx="1220">
                  <c:v>46274</c:v>
                </c:pt>
                <c:pt idx="1221">
                  <c:v>46275</c:v>
                </c:pt>
                <c:pt idx="1222">
                  <c:v>46276</c:v>
                </c:pt>
                <c:pt idx="1223">
                  <c:v>46279</c:v>
                </c:pt>
                <c:pt idx="1224">
                  <c:v>46280</c:v>
                </c:pt>
                <c:pt idx="1225">
                  <c:v>46281</c:v>
                </c:pt>
                <c:pt idx="1226">
                  <c:v>46282</c:v>
                </c:pt>
                <c:pt idx="1227">
                  <c:v>46283</c:v>
                </c:pt>
                <c:pt idx="1228">
                  <c:v>46286</c:v>
                </c:pt>
                <c:pt idx="1229">
                  <c:v>46287</c:v>
                </c:pt>
                <c:pt idx="1230">
                  <c:v>46288</c:v>
                </c:pt>
                <c:pt idx="1231">
                  <c:v>46289</c:v>
                </c:pt>
                <c:pt idx="1232">
                  <c:v>46290</c:v>
                </c:pt>
                <c:pt idx="1233">
                  <c:v>46293</c:v>
                </c:pt>
                <c:pt idx="1234">
                  <c:v>46294</c:v>
                </c:pt>
                <c:pt idx="1235">
                  <c:v>46295</c:v>
                </c:pt>
                <c:pt idx="1236">
                  <c:v>46296</c:v>
                </c:pt>
                <c:pt idx="1237">
                  <c:v>46297</c:v>
                </c:pt>
                <c:pt idx="1238">
                  <c:v>46300</c:v>
                </c:pt>
                <c:pt idx="1239">
                  <c:v>46301</c:v>
                </c:pt>
                <c:pt idx="1240">
                  <c:v>46302</c:v>
                </c:pt>
                <c:pt idx="1241">
                  <c:v>46303</c:v>
                </c:pt>
                <c:pt idx="1242">
                  <c:v>46304</c:v>
                </c:pt>
                <c:pt idx="1243">
                  <c:v>46307</c:v>
                </c:pt>
                <c:pt idx="1244">
                  <c:v>46308</c:v>
                </c:pt>
                <c:pt idx="1245">
                  <c:v>46309</c:v>
                </c:pt>
                <c:pt idx="1246">
                  <c:v>46310</c:v>
                </c:pt>
                <c:pt idx="1247">
                  <c:v>46311</c:v>
                </c:pt>
                <c:pt idx="1248">
                  <c:v>#N/A</c:v>
                </c:pt>
                <c:pt idx="1249">
                  <c:v>#N/A</c:v>
                </c:pt>
                <c:pt idx="1250">
                  <c:v>#N/A</c:v>
                </c:pt>
                <c:pt idx="1251">
                  <c:v>#N/A</c:v>
                </c:pt>
                <c:pt idx="1252">
                  <c:v>#N/A</c:v>
                </c:pt>
                <c:pt idx="1253">
                  <c:v>#N/A</c:v>
                </c:pt>
                <c:pt idx="1254">
                  <c:v>#N/A</c:v>
                </c:pt>
                <c:pt idx="1255">
                  <c:v>#N/A</c:v>
                </c:pt>
                <c:pt idx="1256">
                  <c:v>#N/A</c:v>
                </c:pt>
                <c:pt idx="1257">
                  <c:v>#N/A</c:v>
                </c:pt>
                <c:pt idx="1258">
                  <c:v>#N/A</c:v>
                </c:pt>
                <c:pt idx="1259">
                  <c:v>#N/A</c:v>
                </c:pt>
                <c:pt idx="1260">
                  <c:v>#N/A</c:v>
                </c:pt>
                <c:pt idx="1261">
                  <c:v>#N/A</c:v>
                </c:pt>
                <c:pt idx="1262">
                  <c:v>#N/A</c:v>
                </c:pt>
                <c:pt idx="1263">
                  <c:v>#N/A</c:v>
                </c:pt>
                <c:pt idx="1264">
                  <c:v>#N/A</c:v>
                </c:pt>
                <c:pt idx="1265">
                  <c:v>#N/A</c:v>
                </c:pt>
                <c:pt idx="1266">
                  <c:v>#N/A</c:v>
                </c:pt>
                <c:pt idx="1267">
                  <c:v>#N/A</c:v>
                </c:pt>
                <c:pt idx="1268">
                  <c:v>#N/A</c:v>
                </c:pt>
                <c:pt idx="1269">
                  <c:v>#N/A</c:v>
                </c:pt>
                <c:pt idx="1270">
                  <c:v>#N/A</c:v>
                </c:pt>
                <c:pt idx="1271">
                  <c:v>#N/A</c:v>
                </c:pt>
                <c:pt idx="1272">
                  <c:v>#N/A</c:v>
                </c:pt>
                <c:pt idx="1273">
                  <c:v>#N/A</c:v>
                </c:pt>
                <c:pt idx="1274">
                  <c:v>#N/A</c:v>
                </c:pt>
                <c:pt idx="1275">
                  <c:v>#N/A</c:v>
                </c:pt>
                <c:pt idx="1276">
                  <c:v>#N/A</c:v>
                </c:pt>
                <c:pt idx="1277">
                  <c:v>#N/A</c:v>
                </c:pt>
                <c:pt idx="1278">
                  <c:v>#N/A</c:v>
                </c:pt>
                <c:pt idx="1279">
                  <c:v>#N/A</c:v>
                </c:pt>
                <c:pt idx="1280">
                  <c:v>#N/A</c:v>
                </c:pt>
                <c:pt idx="1281">
                  <c:v>#N/A</c:v>
                </c:pt>
                <c:pt idx="1282">
                  <c:v>#N/A</c:v>
                </c:pt>
                <c:pt idx="1283">
                  <c:v>#N/A</c:v>
                </c:pt>
                <c:pt idx="1284">
                  <c:v>#N/A</c:v>
                </c:pt>
                <c:pt idx="1285">
                  <c:v>#N/A</c:v>
                </c:pt>
                <c:pt idx="1286">
                  <c:v>#N/A</c:v>
                </c:pt>
                <c:pt idx="1287">
                  <c:v>#N/A</c:v>
                </c:pt>
                <c:pt idx="1288">
                  <c:v>#N/A</c:v>
                </c:pt>
                <c:pt idx="1289">
                  <c:v>#N/A</c:v>
                </c:pt>
                <c:pt idx="1290">
                  <c:v>#N/A</c:v>
                </c:pt>
                <c:pt idx="1291">
                  <c:v>#N/A</c:v>
                </c:pt>
                <c:pt idx="1292">
                  <c:v>#N/A</c:v>
                </c:pt>
                <c:pt idx="1293">
                  <c:v>#N/A</c:v>
                </c:pt>
                <c:pt idx="1294">
                  <c:v>#N/A</c:v>
                </c:pt>
                <c:pt idx="1295">
                  <c:v>#N/A</c:v>
                </c:pt>
                <c:pt idx="1296">
                  <c:v>#N/A</c:v>
                </c:pt>
                <c:pt idx="1297">
                  <c:v>#N/A</c:v>
                </c:pt>
                <c:pt idx="1298">
                  <c:v>#N/A</c:v>
                </c:pt>
                <c:pt idx="1299">
                  <c:v>#N/A</c:v>
                </c:pt>
                <c:pt idx="1300">
                  <c:v>#N/A</c:v>
                </c:pt>
                <c:pt idx="1301">
                  <c:v>#N/A</c:v>
                </c:pt>
                <c:pt idx="1302">
                  <c:v>#N/A</c:v>
                </c:pt>
                <c:pt idx="1303">
                  <c:v>#N/A</c:v>
                </c:pt>
                <c:pt idx="1304">
                  <c:v>#N/A</c:v>
                </c:pt>
                <c:pt idx="1305">
                  <c:v>#N/A</c:v>
                </c:pt>
                <c:pt idx="1306">
                  <c:v>#N/A</c:v>
                </c:pt>
                <c:pt idx="1307">
                  <c:v>#N/A</c:v>
                </c:pt>
                <c:pt idx="1308">
                  <c:v>#N/A</c:v>
                </c:pt>
                <c:pt idx="1309">
                  <c:v>#N/A</c:v>
                </c:pt>
                <c:pt idx="1310">
                  <c:v>#N/A</c:v>
                </c:pt>
                <c:pt idx="1311">
                  <c:v>#N/A</c:v>
                </c:pt>
                <c:pt idx="1312">
                  <c:v>#N/A</c:v>
                </c:pt>
                <c:pt idx="1313">
                  <c:v>#N/A</c:v>
                </c:pt>
                <c:pt idx="1314">
                  <c:v>#N/A</c:v>
                </c:pt>
                <c:pt idx="1315">
                  <c:v>#N/A</c:v>
                </c:pt>
                <c:pt idx="1316">
                  <c:v>#N/A</c:v>
                </c:pt>
                <c:pt idx="1317">
                  <c:v>#N/A</c:v>
                </c:pt>
                <c:pt idx="1318">
                  <c:v>#N/A</c:v>
                </c:pt>
                <c:pt idx="1319">
                  <c:v>#N/A</c:v>
                </c:pt>
                <c:pt idx="1320">
                  <c:v>#N/A</c:v>
                </c:pt>
              </c:numCache>
            </c:numRef>
          </c:cat>
          <c:val>
            <c:numRef>
              <c:f>FI_INDEX!$AJ$795:$AJ$4550</c:f>
              <c:numCache>
                <c:formatCode>0.0</c:formatCode>
                <c:ptCount val="3756"/>
                <c:pt idx="0">
                  <c:v>100</c:v>
                </c:pt>
                <c:pt idx="1">
                  <c:v>99.996756406097958</c:v>
                </c:pt>
                <c:pt idx="2">
                  <c:v>100.1265001621797</c:v>
                </c:pt>
                <c:pt idx="3">
                  <c:v>100.20434641582877</c:v>
                </c:pt>
                <c:pt idx="4">
                  <c:v>100.17515407071038</c:v>
                </c:pt>
                <c:pt idx="5">
                  <c:v>100.18164125851449</c:v>
                </c:pt>
                <c:pt idx="6">
                  <c:v>100.10379500486543</c:v>
                </c:pt>
                <c:pt idx="7">
                  <c:v>100.08108984755111</c:v>
                </c:pt>
                <c:pt idx="8">
                  <c:v>100.12650016217971</c:v>
                </c:pt>
                <c:pt idx="9">
                  <c:v>100.19461563412263</c:v>
                </c:pt>
                <c:pt idx="10">
                  <c:v>100.08433344145315</c:v>
                </c:pt>
                <c:pt idx="11">
                  <c:v>100.08433344145315</c:v>
                </c:pt>
                <c:pt idx="12">
                  <c:v>99.828089523191721</c:v>
                </c:pt>
                <c:pt idx="13">
                  <c:v>99.769704832954943</c:v>
                </c:pt>
                <c:pt idx="14">
                  <c:v>99.772948426856985</c:v>
                </c:pt>
                <c:pt idx="15">
                  <c:v>99.617255919558886</c:v>
                </c:pt>
                <c:pt idx="16">
                  <c:v>99.292896529354522</c:v>
                </c:pt>
                <c:pt idx="17">
                  <c:v>99.143691209860535</c:v>
                </c:pt>
                <c:pt idx="18">
                  <c:v>99.299383717158605</c:v>
                </c:pt>
                <c:pt idx="19">
                  <c:v>99.124229646448256</c:v>
                </c:pt>
                <c:pt idx="20">
                  <c:v>98.764190723321434</c:v>
                </c:pt>
                <c:pt idx="21">
                  <c:v>98.44307492701914</c:v>
                </c:pt>
                <c:pt idx="22">
                  <c:v>98.501459617255918</c:v>
                </c:pt>
                <c:pt idx="23">
                  <c:v>98.670126500162169</c:v>
                </c:pt>
                <c:pt idx="24">
                  <c:v>98.277651638014916</c:v>
                </c:pt>
                <c:pt idx="25">
                  <c:v>97.353227375932519</c:v>
                </c:pt>
                <c:pt idx="26">
                  <c:v>96.710995783327917</c:v>
                </c:pt>
                <c:pt idx="27">
                  <c:v>96.89588063574439</c:v>
                </c:pt>
                <c:pt idx="28">
                  <c:v>97.298086279597783</c:v>
                </c:pt>
                <c:pt idx="29">
                  <c:v>97.239701589361005</c:v>
                </c:pt>
                <c:pt idx="30">
                  <c:v>96.993188452805683</c:v>
                </c:pt>
                <c:pt idx="31">
                  <c:v>96.590982808952319</c:v>
                </c:pt>
                <c:pt idx="32">
                  <c:v>96.723970158936098</c:v>
                </c:pt>
                <c:pt idx="33">
                  <c:v>96.928316574764821</c:v>
                </c:pt>
                <c:pt idx="34">
                  <c:v>96.983457671099558</c:v>
                </c:pt>
                <c:pt idx="35">
                  <c:v>96.934803762568933</c:v>
                </c:pt>
                <c:pt idx="36">
                  <c:v>96.934803762568933</c:v>
                </c:pt>
                <c:pt idx="37">
                  <c:v>96.474213428478734</c:v>
                </c:pt>
                <c:pt idx="38">
                  <c:v>96.555303276029818</c:v>
                </c:pt>
                <c:pt idx="39">
                  <c:v>95.630879013947435</c:v>
                </c:pt>
                <c:pt idx="40">
                  <c:v>96.055789815115148</c:v>
                </c:pt>
                <c:pt idx="41">
                  <c:v>95.76710995783327</c:v>
                </c:pt>
                <c:pt idx="42">
                  <c:v>96.023353876094703</c:v>
                </c:pt>
                <c:pt idx="43">
                  <c:v>95.935776840739535</c:v>
                </c:pt>
                <c:pt idx="44">
                  <c:v>95.955238404151814</c:v>
                </c:pt>
                <c:pt idx="45">
                  <c:v>95.663314952967895</c:v>
                </c:pt>
                <c:pt idx="46">
                  <c:v>94.823224132338638</c:v>
                </c:pt>
                <c:pt idx="47">
                  <c:v>94.489133960428163</c:v>
                </c:pt>
                <c:pt idx="48">
                  <c:v>94.683749594550747</c:v>
                </c:pt>
                <c:pt idx="49">
                  <c:v>94.800518975024318</c:v>
                </c:pt>
                <c:pt idx="50">
                  <c:v>94.75510866039572</c:v>
                </c:pt>
                <c:pt idx="51">
                  <c:v>94.544275056762885</c:v>
                </c:pt>
                <c:pt idx="52">
                  <c:v>94.294518326305536</c:v>
                </c:pt>
                <c:pt idx="53">
                  <c:v>94.605903340901733</c:v>
                </c:pt>
                <c:pt idx="54">
                  <c:v>95.050275705481667</c:v>
                </c:pt>
                <c:pt idx="55">
                  <c:v>95.303276029841015</c:v>
                </c:pt>
                <c:pt idx="56">
                  <c:v>95.601686668829046</c:v>
                </c:pt>
                <c:pt idx="57">
                  <c:v>95.617904638339297</c:v>
                </c:pt>
                <c:pt idx="58">
                  <c:v>95.676289328576075</c:v>
                </c:pt>
                <c:pt idx="59">
                  <c:v>95.66331495296788</c:v>
                </c:pt>
                <c:pt idx="60">
                  <c:v>95.601686668829046</c:v>
                </c:pt>
                <c:pt idx="61">
                  <c:v>95.562763542004532</c:v>
                </c:pt>
                <c:pt idx="62">
                  <c:v>95.906584495621161</c:v>
                </c:pt>
                <c:pt idx="63">
                  <c:v>95.977943561466105</c:v>
                </c:pt>
                <c:pt idx="64">
                  <c:v>96.107687317547828</c:v>
                </c:pt>
                <c:pt idx="65">
                  <c:v>96.104443723645772</c:v>
                </c:pt>
                <c:pt idx="66">
                  <c:v>96.217969510217273</c:v>
                </c:pt>
                <c:pt idx="67">
                  <c:v>96.214725916315231</c:v>
                </c:pt>
                <c:pt idx="68">
                  <c:v>95.932533246837437</c:v>
                </c:pt>
                <c:pt idx="69">
                  <c:v>95.793058709049575</c:v>
                </c:pt>
                <c:pt idx="70">
                  <c:v>95.728186831008713</c:v>
                </c:pt>
                <c:pt idx="71">
                  <c:v>95.520596821277934</c:v>
                </c:pt>
                <c:pt idx="72">
                  <c:v>95.205968212779723</c:v>
                </c:pt>
                <c:pt idx="73">
                  <c:v>94.998378203048944</c:v>
                </c:pt>
                <c:pt idx="74">
                  <c:v>94.946480700616263</c:v>
                </c:pt>
                <c:pt idx="75">
                  <c:v>94.946480700616263</c:v>
                </c:pt>
                <c:pt idx="76">
                  <c:v>94.956211482322402</c:v>
                </c:pt>
                <c:pt idx="77">
                  <c:v>94.729159909179373</c:v>
                </c:pt>
                <c:pt idx="78">
                  <c:v>94.75510866039572</c:v>
                </c:pt>
                <c:pt idx="79">
                  <c:v>94.823224132338609</c:v>
                </c:pt>
                <c:pt idx="80">
                  <c:v>94.738890690885484</c:v>
                </c:pt>
                <c:pt idx="81">
                  <c:v>94.359390204346411</c:v>
                </c:pt>
                <c:pt idx="82">
                  <c:v>94.200454103146271</c:v>
                </c:pt>
                <c:pt idx="83">
                  <c:v>93.694453454427475</c:v>
                </c:pt>
                <c:pt idx="84">
                  <c:v>93.535517353227348</c:v>
                </c:pt>
                <c:pt idx="85">
                  <c:v>93.227375932533221</c:v>
                </c:pt>
                <c:pt idx="86">
                  <c:v>93.091144988647386</c:v>
                </c:pt>
                <c:pt idx="87">
                  <c:v>92.831657476483898</c:v>
                </c:pt>
                <c:pt idx="88">
                  <c:v>92.458644177748894</c:v>
                </c:pt>
                <c:pt idx="89">
                  <c:v>92.390528705805991</c:v>
                </c:pt>
                <c:pt idx="90">
                  <c:v>91.563412260784915</c:v>
                </c:pt>
                <c:pt idx="91">
                  <c:v>90.775218942588353</c:v>
                </c:pt>
                <c:pt idx="92">
                  <c:v>91.083360363282495</c:v>
                </c:pt>
                <c:pt idx="93">
                  <c:v>91.667207265650305</c:v>
                </c:pt>
                <c:pt idx="94">
                  <c:v>91.647745702238055</c:v>
                </c:pt>
                <c:pt idx="95">
                  <c:v>91.796951021732056</c:v>
                </c:pt>
                <c:pt idx="96">
                  <c:v>91.852092118066793</c:v>
                </c:pt>
                <c:pt idx="97">
                  <c:v>92.085630879013905</c:v>
                </c:pt>
                <c:pt idx="98">
                  <c:v>92.033733376581225</c:v>
                </c:pt>
                <c:pt idx="99">
                  <c:v>91.4498864742134</c:v>
                </c:pt>
                <c:pt idx="100">
                  <c:v>91.508271164450193</c:v>
                </c:pt>
                <c:pt idx="101">
                  <c:v>91.462860849821595</c:v>
                </c:pt>
                <c:pt idx="102">
                  <c:v>91.320142718131677</c:v>
                </c:pt>
                <c:pt idx="103">
                  <c:v>91.268245215698983</c:v>
                </c:pt>
                <c:pt idx="104">
                  <c:v>91.586117418099278</c:v>
                </c:pt>
                <c:pt idx="105">
                  <c:v>91.929938371715892</c:v>
                </c:pt>
                <c:pt idx="106">
                  <c:v>91.929938371715892</c:v>
                </c:pt>
                <c:pt idx="107">
                  <c:v>92.033733376581267</c:v>
                </c:pt>
                <c:pt idx="108">
                  <c:v>91.994810249756739</c:v>
                </c:pt>
                <c:pt idx="109">
                  <c:v>91.975348686344475</c:v>
                </c:pt>
                <c:pt idx="110">
                  <c:v>92.030489782679197</c:v>
                </c:pt>
                <c:pt idx="111">
                  <c:v>92.014271813168975</c:v>
                </c:pt>
                <c:pt idx="112">
                  <c:v>91.955887122932197</c:v>
                </c:pt>
                <c:pt idx="113">
                  <c:v>91.871553681479071</c:v>
                </c:pt>
                <c:pt idx="114">
                  <c:v>91.359065844956206</c:v>
                </c:pt>
                <c:pt idx="115">
                  <c:v>90.596821277976005</c:v>
                </c:pt>
                <c:pt idx="116">
                  <c:v>89.095037301329867</c:v>
                </c:pt>
                <c:pt idx="117">
                  <c:v>88.443074927019126</c:v>
                </c:pt>
                <c:pt idx="118">
                  <c:v>88.540382744080404</c:v>
                </c:pt>
                <c:pt idx="119">
                  <c:v>87.885176775867592</c:v>
                </c:pt>
                <c:pt idx="120">
                  <c:v>87.739215050275632</c:v>
                </c:pt>
                <c:pt idx="121">
                  <c:v>87.739215050275632</c:v>
                </c:pt>
                <c:pt idx="122">
                  <c:v>87.787868958806285</c:v>
                </c:pt>
                <c:pt idx="123">
                  <c:v>87.641907233214326</c:v>
                </c:pt>
                <c:pt idx="124">
                  <c:v>87.54784301005509</c:v>
                </c:pt>
                <c:pt idx="125">
                  <c:v>87.395394096659032</c:v>
                </c:pt>
                <c:pt idx="126">
                  <c:v>87.340253000324282</c:v>
                </c:pt>
                <c:pt idx="127">
                  <c:v>87.103470645475127</c:v>
                </c:pt>
                <c:pt idx="128">
                  <c:v>86.733700940642166</c:v>
                </c:pt>
                <c:pt idx="129">
                  <c:v>85.984430749270118</c:v>
                </c:pt>
                <c:pt idx="130">
                  <c:v>86.016866688290563</c:v>
                </c:pt>
                <c:pt idx="131">
                  <c:v>86.016866688290563</c:v>
                </c:pt>
                <c:pt idx="132">
                  <c:v>85.900097307816978</c:v>
                </c:pt>
                <c:pt idx="133">
                  <c:v>85.786571521245477</c:v>
                </c:pt>
                <c:pt idx="134">
                  <c:v>85.994161530976271</c:v>
                </c:pt>
                <c:pt idx="135">
                  <c:v>86.406097956535802</c:v>
                </c:pt>
                <c:pt idx="136">
                  <c:v>86.581252027246137</c:v>
                </c:pt>
                <c:pt idx="137">
                  <c:v>86.662341874797207</c:v>
                </c:pt>
                <c:pt idx="138">
                  <c:v>86.714239377229873</c:v>
                </c:pt>
                <c:pt idx="139">
                  <c:v>86.535841712617483</c:v>
                </c:pt>
                <c:pt idx="140">
                  <c:v>86.607200778462428</c:v>
                </c:pt>
                <c:pt idx="141">
                  <c:v>86.850470321115679</c:v>
                </c:pt>
                <c:pt idx="142">
                  <c:v>87.216996432046585</c:v>
                </c:pt>
                <c:pt idx="143">
                  <c:v>88.209536166071885</c:v>
                </c:pt>
                <c:pt idx="144">
                  <c:v>88.449562114823081</c:v>
                </c:pt>
                <c:pt idx="145">
                  <c:v>88.99124229646435</c:v>
                </c:pt>
                <c:pt idx="146">
                  <c:v>89.477781381770868</c:v>
                </c:pt>
                <c:pt idx="147">
                  <c:v>89.399935128121825</c:v>
                </c:pt>
                <c:pt idx="148">
                  <c:v>89.442101848848381</c:v>
                </c:pt>
                <c:pt idx="149">
                  <c:v>89.808627959779301</c:v>
                </c:pt>
                <c:pt idx="150">
                  <c:v>90.240025948751082</c:v>
                </c:pt>
                <c:pt idx="151">
                  <c:v>90.616282841388127</c:v>
                </c:pt>
                <c:pt idx="152">
                  <c:v>90.655205968212627</c:v>
                </c:pt>
                <c:pt idx="153">
                  <c:v>90.784949724294378</c:v>
                </c:pt>
                <c:pt idx="154">
                  <c:v>91.148232241323271</c:v>
                </c:pt>
                <c:pt idx="155">
                  <c:v>91.209860525462091</c:v>
                </c:pt>
                <c:pt idx="156">
                  <c:v>91.427181316898995</c:v>
                </c:pt>
                <c:pt idx="157">
                  <c:v>91.495296788841884</c:v>
                </c:pt>
                <c:pt idx="158">
                  <c:v>91.537463509568468</c:v>
                </c:pt>
                <c:pt idx="159">
                  <c:v>91.936425559519819</c:v>
                </c:pt>
                <c:pt idx="160">
                  <c:v>92.121310411936307</c:v>
                </c:pt>
                <c:pt idx="161">
                  <c:v>92.264028543626225</c:v>
                </c:pt>
                <c:pt idx="162">
                  <c:v>92.182938696075141</c:v>
                </c:pt>
                <c:pt idx="163">
                  <c:v>91.745053519299276</c:v>
                </c:pt>
                <c:pt idx="164">
                  <c:v>91.537463509568482</c:v>
                </c:pt>
                <c:pt idx="165">
                  <c:v>91.265001621796841</c:v>
                </c:pt>
                <c:pt idx="166">
                  <c:v>90.629257216996322</c:v>
                </c:pt>
                <c:pt idx="167">
                  <c:v>90.398962049951223</c:v>
                </c:pt>
                <c:pt idx="168">
                  <c:v>90.45085955238396</c:v>
                </c:pt>
                <c:pt idx="169">
                  <c:v>90.671423937722935</c:v>
                </c:pt>
                <c:pt idx="170">
                  <c:v>90.622770029192282</c:v>
                </c:pt>
                <c:pt idx="171">
                  <c:v>90.473564709698294</c:v>
                </c:pt>
                <c:pt idx="172">
                  <c:v>90.084333441453069</c:v>
                </c:pt>
                <c:pt idx="173">
                  <c:v>89.50048653908523</c:v>
                </c:pt>
                <c:pt idx="174">
                  <c:v>88.835549789166322</c:v>
                </c:pt>
                <c:pt idx="175">
                  <c:v>89.013947453778712</c:v>
                </c:pt>
                <c:pt idx="176">
                  <c:v>89.013947453778712</c:v>
                </c:pt>
                <c:pt idx="177">
                  <c:v>88.718780408692751</c:v>
                </c:pt>
                <c:pt idx="178">
                  <c:v>88.84528057087249</c:v>
                </c:pt>
                <c:pt idx="179">
                  <c:v>89.14044761595845</c:v>
                </c:pt>
                <c:pt idx="180">
                  <c:v>89.44210184884848</c:v>
                </c:pt>
                <c:pt idx="181">
                  <c:v>89.876743431722289</c:v>
                </c:pt>
                <c:pt idx="182">
                  <c:v>89.591307168342482</c:v>
                </c:pt>
                <c:pt idx="183">
                  <c:v>89.237755433019757</c:v>
                </c:pt>
                <c:pt idx="184">
                  <c:v>89.231268245215674</c:v>
                </c:pt>
                <c:pt idx="185">
                  <c:v>88.702562439182586</c:v>
                </c:pt>
                <c:pt idx="186">
                  <c:v>88.770677911125489</c:v>
                </c:pt>
                <c:pt idx="187">
                  <c:v>88.397664612390486</c:v>
                </c:pt>
                <c:pt idx="188">
                  <c:v>88.125202724618859</c:v>
                </c:pt>
                <c:pt idx="189">
                  <c:v>87.911125527083982</c:v>
                </c:pt>
                <c:pt idx="190">
                  <c:v>87.512163477132631</c:v>
                </c:pt>
                <c:pt idx="191">
                  <c:v>86.792085630878972</c:v>
                </c:pt>
                <c:pt idx="192">
                  <c:v>86.736944534544264</c:v>
                </c:pt>
                <c:pt idx="193">
                  <c:v>86.065520596821258</c:v>
                </c:pt>
                <c:pt idx="194">
                  <c:v>85.653584171261755</c:v>
                </c:pt>
                <c:pt idx="195">
                  <c:v>85.822251054168021</c:v>
                </c:pt>
                <c:pt idx="196">
                  <c:v>85.844956211482355</c:v>
                </c:pt>
                <c:pt idx="197">
                  <c:v>86.811547194291279</c:v>
                </c:pt>
                <c:pt idx="198">
                  <c:v>86.856957508919905</c:v>
                </c:pt>
                <c:pt idx="199">
                  <c:v>86.782354849172933</c:v>
                </c:pt>
                <c:pt idx="200">
                  <c:v>86.425559519948138</c:v>
                </c:pt>
                <c:pt idx="201">
                  <c:v>86.425559519948138</c:v>
                </c:pt>
                <c:pt idx="202">
                  <c:v>85.627635420045465</c:v>
                </c:pt>
                <c:pt idx="203">
                  <c:v>85.390853065196282</c:v>
                </c:pt>
                <c:pt idx="204">
                  <c:v>85.231916963996156</c:v>
                </c:pt>
                <c:pt idx="205">
                  <c:v>85.468699318845339</c:v>
                </c:pt>
                <c:pt idx="206">
                  <c:v>85.650340577359756</c:v>
                </c:pt>
                <c:pt idx="207">
                  <c:v>86.062277002919274</c:v>
                </c:pt>
                <c:pt idx="208">
                  <c:v>86.007135906584551</c:v>
                </c:pt>
                <c:pt idx="209">
                  <c:v>85.825494648070119</c:v>
                </c:pt>
                <c:pt idx="210">
                  <c:v>85.627635420045479</c:v>
                </c:pt>
                <c:pt idx="211">
                  <c:v>85.844956211482398</c:v>
                </c:pt>
                <c:pt idx="212">
                  <c:v>86.179046383392873</c:v>
                </c:pt>
                <c:pt idx="213">
                  <c:v>86.500162179695153</c:v>
                </c:pt>
                <c:pt idx="214">
                  <c:v>86.925072980862851</c:v>
                </c:pt>
                <c:pt idx="215">
                  <c:v>87.084009082062977</c:v>
                </c:pt>
                <c:pt idx="216">
                  <c:v>87.469996756406161</c:v>
                </c:pt>
                <c:pt idx="217">
                  <c:v>87.830035679532969</c:v>
                </c:pt>
                <c:pt idx="218">
                  <c:v>87.787868958806385</c:v>
                </c:pt>
                <c:pt idx="219">
                  <c:v>87.359714563736645</c:v>
                </c:pt>
                <c:pt idx="220">
                  <c:v>87.6321764515083</c:v>
                </c:pt>
                <c:pt idx="221">
                  <c:v>88.014920531949429</c:v>
                </c:pt>
                <c:pt idx="222">
                  <c:v>88.248459292896527</c:v>
                </c:pt>
                <c:pt idx="223">
                  <c:v>88.329549140447639</c:v>
                </c:pt>
                <c:pt idx="224">
                  <c:v>89.004216672072658</c:v>
                </c:pt>
                <c:pt idx="225">
                  <c:v>89.004216672072658</c:v>
                </c:pt>
                <c:pt idx="226">
                  <c:v>89.844307492701901</c:v>
                </c:pt>
                <c:pt idx="227">
                  <c:v>89.896204995134582</c:v>
                </c:pt>
                <c:pt idx="228">
                  <c:v>89.746999675640581</c:v>
                </c:pt>
                <c:pt idx="229">
                  <c:v>89.597794356146593</c:v>
                </c:pt>
                <c:pt idx="230">
                  <c:v>89.672397015893551</c:v>
                </c:pt>
                <c:pt idx="231">
                  <c:v>89.81835874148554</c:v>
                </c:pt>
                <c:pt idx="232">
                  <c:v>90.032435939020402</c:v>
                </c:pt>
                <c:pt idx="233">
                  <c:v>90.434641582873795</c:v>
                </c:pt>
                <c:pt idx="234">
                  <c:v>90.434641582873795</c:v>
                </c:pt>
                <c:pt idx="235">
                  <c:v>90.963347388906868</c:v>
                </c:pt>
                <c:pt idx="236">
                  <c:v>90.934155043788493</c:v>
                </c:pt>
                <c:pt idx="237">
                  <c:v>90.982808952319104</c:v>
                </c:pt>
                <c:pt idx="238">
                  <c:v>90.88225754135577</c:v>
                </c:pt>
                <c:pt idx="239">
                  <c:v>91.265001621796912</c:v>
                </c:pt>
                <c:pt idx="240">
                  <c:v>91.323386312033719</c:v>
                </c:pt>
                <c:pt idx="241">
                  <c:v>91.372040220564386</c:v>
                </c:pt>
                <c:pt idx="242">
                  <c:v>91.333117093739858</c:v>
                </c:pt>
                <c:pt idx="243">
                  <c:v>91.203373337658135</c:v>
                </c:pt>
                <c:pt idx="244">
                  <c:v>91.112552708400926</c:v>
                </c:pt>
                <c:pt idx="245">
                  <c:v>91.021732079143717</c:v>
                </c:pt>
                <c:pt idx="246">
                  <c:v>90.992539734025314</c:v>
                </c:pt>
                <c:pt idx="247">
                  <c:v>91.242296464482649</c:v>
                </c:pt>
                <c:pt idx="248">
                  <c:v>91.27473240350308</c:v>
                </c:pt>
                <c:pt idx="249">
                  <c:v>91.235809276678566</c:v>
                </c:pt>
                <c:pt idx="250">
                  <c:v>90.493026273110615</c:v>
                </c:pt>
                <c:pt idx="251">
                  <c:v>90.385987674343184</c:v>
                </c:pt>
                <c:pt idx="252">
                  <c:v>90.142718131689918</c:v>
                </c:pt>
                <c:pt idx="253">
                  <c:v>90.168666882906251</c:v>
                </c:pt>
                <c:pt idx="254">
                  <c:v>90.269218293869613</c:v>
                </c:pt>
                <c:pt idx="255">
                  <c:v>90.28219266947778</c:v>
                </c:pt>
                <c:pt idx="256">
                  <c:v>90.28219266947778</c:v>
                </c:pt>
                <c:pt idx="257">
                  <c:v>90.253000324359391</c:v>
                </c:pt>
                <c:pt idx="258">
                  <c:v>90.220564385338946</c:v>
                </c:pt>
                <c:pt idx="259">
                  <c:v>90.275705481673697</c:v>
                </c:pt>
                <c:pt idx="260">
                  <c:v>100</c:v>
                </c:pt>
                <c:pt idx="261">
                  <c:v>100</c:v>
                </c:pt>
                <c:pt idx="262">
                  <c:v>100.41671157093077</c:v>
                </c:pt>
                <c:pt idx="263">
                  <c:v>100.87653123540613</c:v>
                </c:pt>
                <c:pt idx="264">
                  <c:v>100.94119337572296</c:v>
                </c:pt>
                <c:pt idx="265">
                  <c:v>101.13877213780223</c:v>
                </c:pt>
                <c:pt idx="266">
                  <c:v>101.53392966196073</c:v>
                </c:pt>
                <c:pt idx="267">
                  <c:v>101.60936882566372</c:v>
                </c:pt>
                <c:pt idx="268">
                  <c:v>101.83927865790136</c:v>
                </c:pt>
                <c:pt idx="269">
                  <c:v>102.07278083126772</c:v>
                </c:pt>
                <c:pt idx="270">
                  <c:v>102.6511477529906</c:v>
                </c:pt>
                <c:pt idx="271">
                  <c:v>102.6511477529906</c:v>
                </c:pt>
                <c:pt idx="272">
                  <c:v>102.80561842152527</c:v>
                </c:pt>
                <c:pt idx="273">
                  <c:v>103.13970614649566</c:v>
                </c:pt>
                <c:pt idx="274">
                  <c:v>102.97805079570357</c:v>
                </c:pt>
                <c:pt idx="275">
                  <c:v>102.8559111973273</c:v>
                </c:pt>
                <c:pt idx="276">
                  <c:v>102.87746524409961</c:v>
                </c:pt>
                <c:pt idx="277">
                  <c:v>102.91338865538674</c:v>
                </c:pt>
                <c:pt idx="278">
                  <c:v>102.94931206667383</c:v>
                </c:pt>
                <c:pt idx="279">
                  <c:v>103.10019039407979</c:v>
                </c:pt>
                <c:pt idx="280">
                  <c:v>103.16485253439663</c:v>
                </c:pt>
                <c:pt idx="281">
                  <c:v>103.02475123037681</c:v>
                </c:pt>
                <c:pt idx="282">
                  <c:v>103.04630527714909</c:v>
                </c:pt>
                <c:pt idx="283">
                  <c:v>103.21873765132732</c:v>
                </c:pt>
                <c:pt idx="284">
                  <c:v>104.09526888673341</c:v>
                </c:pt>
                <c:pt idx="285">
                  <c:v>104.3251787189711</c:v>
                </c:pt>
                <c:pt idx="286">
                  <c:v>104.30362467219882</c:v>
                </c:pt>
                <c:pt idx="287">
                  <c:v>104.26051657865426</c:v>
                </c:pt>
                <c:pt idx="288">
                  <c:v>104.27129360204037</c:v>
                </c:pt>
                <c:pt idx="289">
                  <c:v>104.39702554154535</c:v>
                </c:pt>
                <c:pt idx="290">
                  <c:v>104.10963825124824</c:v>
                </c:pt>
                <c:pt idx="291">
                  <c:v>104.0485684520601</c:v>
                </c:pt>
                <c:pt idx="292">
                  <c:v>103.93720587706997</c:v>
                </c:pt>
                <c:pt idx="293">
                  <c:v>103.861766713367</c:v>
                </c:pt>
                <c:pt idx="294">
                  <c:v>103.94798290045614</c:v>
                </c:pt>
                <c:pt idx="295">
                  <c:v>103.73244243273331</c:v>
                </c:pt>
                <c:pt idx="296">
                  <c:v>103.73244243273331</c:v>
                </c:pt>
                <c:pt idx="297">
                  <c:v>103.3013614972877</c:v>
                </c:pt>
                <c:pt idx="298">
                  <c:v>102.93494270215892</c:v>
                </c:pt>
                <c:pt idx="299">
                  <c:v>103.24747638035703</c:v>
                </c:pt>
                <c:pt idx="300">
                  <c:v>103.20796062794119</c:v>
                </c:pt>
                <c:pt idx="301">
                  <c:v>103.22951467471346</c:v>
                </c:pt>
                <c:pt idx="302">
                  <c:v>102.99601250134705</c:v>
                </c:pt>
                <c:pt idx="303">
                  <c:v>102.97805079570351</c:v>
                </c:pt>
                <c:pt idx="304">
                  <c:v>102.76610266910939</c:v>
                </c:pt>
                <c:pt idx="305">
                  <c:v>102.92416567877279</c:v>
                </c:pt>
                <c:pt idx="306">
                  <c:v>103.3013614972877</c:v>
                </c:pt>
                <c:pt idx="307">
                  <c:v>103.47020153033721</c:v>
                </c:pt>
                <c:pt idx="308">
                  <c:v>103.35524661421836</c:v>
                </c:pt>
                <c:pt idx="309">
                  <c:v>103.27262276825796</c:v>
                </c:pt>
                <c:pt idx="310">
                  <c:v>102.88464992635689</c:v>
                </c:pt>
                <c:pt idx="311">
                  <c:v>102.38172216833701</c:v>
                </c:pt>
                <c:pt idx="312">
                  <c:v>102.25599022883203</c:v>
                </c:pt>
                <c:pt idx="313">
                  <c:v>101.9219025038617</c:v>
                </c:pt>
                <c:pt idx="314">
                  <c:v>101.83568631677255</c:v>
                </c:pt>
                <c:pt idx="315">
                  <c:v>101.75665481194085</c:v>
                </c:pt>
                <c:pt idx="316">
                  <c:v>101.04177892732685</c:v>
                </c:pt>
                <c:pt idx="317">
                  <c:v>101.9865646441785</c:v>
                </c:pt>
                <c:pt idx="318">
                  <c:v>102.2488055465746</c:v>
                </c:pt>
                <c:pt idx="319">
                  <c:v>102.34579875704986</c:v>
                </c:pt>
                <c:pt idx="320">
                  <c:v>102.15899701835677</c:v>
                </c:pt>
                <c:pt idx="321">
                  <c:v>102.25599022883202</c:v>
                </c:pt>
                <c:pt idx="322">
                  <c:v>102.38172216833701</c:v>
                </c:pt>
                <c:pt idx="323">
                  <c:v>102.66910945863408</c:v>
                </c:pt>
                <c:pt idx="324">
                  <c:v>103.02834357150543</c:v>
                </c:pt>
                <c:pt idx="325">
                  <c:v>103.11096741746584</c:v>
                </c:pt>
                <c:pt idx="326">
                  <c:v>103.22951467471339</c:v>
                </c:pt>
                <c:pt idx="327">
                  <c:v>103.34806193196096</c:v>
                </c:pt>
                <c:pt idx="328">
                  <c:v>103.1504831698817</c:v>
                </c:pt>
                <c:pt idx="329">
                  <c:v>103.20077594568369</c:v>
                </c:pt>
                <c:pt idx="330">
                  <c:v>103.21155296906986</c:v>
                </c:pt>
                <c:pt idx="331">
                  <c:v>103.22592233358473</c:v>
                </c:pt>
                <c:pt idx="332">
                  <c:v>103.27980745051545</c:v>
                </c:pt>
                <c:pt idx="333">
                  <c:v>103.39117002550557</c:v>
                </c:pt>
                <c:pt idx="334">
                  <c:v>103.44505514243627</c:v>
                </c:pt>
                <c:pt idx="335">
                  <c:v>103.5312713295254</c:v>
                </c:pt>
                <c:pt idx="336">
                  <c:v>103.62107985774325</c:v>
                </c:pt>
                <c:pt idx="337">
                  <c:v>103.70011136257494</c:v>
                </c:pt>
                <c:pt idx="338">
                  <c:v>103.58874878758482</c:v>
                </c:pt>
                <c:pt idx="339">
                  <c:v>103.44505514243626</c:v>
                </c:pt>
                <c:pt idx="340">
                  <c:v>103.39117002550557</c:v>
                </c:pt>
                <c:pt idx="341">
                  <c:v>103.18640658116888</c:v>
                </c:pt>
                <c:pt idx="342">
                  <c:v>103.14329848762431</c:v>
                </c:pt>
                <c:pt idx="343">
                  <c:v>103.15407551101042</c:v>
                </c:pt>
                <c:pt idx="344">
                  <c:v>103.31932320293124</c:v>
                </c:pt>
                <c:pt idx="345">
                  <c:v>103.5204943061392</c:v>
                </c:pt>
                <c:pt idx="346">
                  <c:v>103.53486367065406</c:v>
                </c:pt>
                <c:pt idx="347">
                  <c:v>103.67855731580259</c:v>
                </c:pt>
                <c:pt idx="348">
                  <c:v>103.7072960448323</c:v>
                </c:pt>
                <c:pt idx="349">
                  <c:v>103.64263390451545</c:v>
                </c:pt>
                <c:pt idx="350">
                  <c:v>103.68574199806001</c:v>
                </c:pt>
                <c:pt idx="351">
                  <c:v>103.57437942306989</c:v>
                </c:pt>
                <c:pt idx="352">
                  <c:v>103.71088838596103</c:v>
                </c:pt>
                <c:pt idx="353">
                  <c:v>103.76477350289177</c:v>
                </c:pt>
                <c:pt idx="354">
                  <c:v>103.8976901246542</c:v>
                </c:pt>
                <c:pt idx="355">
                  <c:v>103.92642885368393</c:v>
                </c:pt>
                <c:pt idx="356">
                  <c:v>103.93720587707007</c:v>
                </c:pt>
                <c:pt idx="357">
                  <c:v>104.00905269964434</c:v>
                </c:pt>
                <c:pt idx="358">
                  <c:v>104.00186801738693</c:v>
                </c:pt>
                <c:pt idx="359">
                  <c:v>104.15274634479289</c:v>
                </c:pt>
                <c:pt idx="360">
                  <c:v>104.27488594316918</c:v>
                </c:pt>
                <c:pt idx="361">
                  <c:v>104.38265617703061</c:v>
                </c:pt>
                <c:pt idx="362">
                  <c:v>104.41139490606035</c:v>
                </c:pt>
                <c:pt idx="363">
                  <c:v>104.11682293350586</c:v>
                </c:pt>
                <c:pt idx="364">
                  <c:v>104.1814850738227</c:v>
                </c:pt>
                <c:pt idx="365">
                  <c:v>104.08449186334742</c:v>
                </c:pt>
                <c:pt idx="366">
                  <c:v>104.08449186334742</c:v>
                </c:pt>
                <c:pt idx="367">
                  <c:v>104.28925530768409</c:v>
                </c:pt>
                <c:pt idx="368">
                  <c:v>104.35750978912967</c:v>
                </c:pt>
                <c:pt idx="369">
                  <c:v>104.45450299960494</c:v>
                </c:pt>
                <c:pt idx="370">
                  <c:v>104.67722814958519</c:v>
                </c:pt>
                <c:pt idx="371">
                  <c:v>104.82810647699114</c:v>
                </c:pt>
                <c:pt idx="372">
                  <c:v>104.97180012213967</c:v>
                </c:pt>
                <c:pt idx="373">
                  <c:v>105.14782483744663</c:v>
                </c:pt>
                <c:pt idx="374">
                  <c:v>105.26277975356543</c:v>
                </c:pt>
                <c:pt idx="375">
                  <c:v>105.37414232855556</c:v>
                </c:pt>
                <c:pt idx="376">
                  <c:v>105.5609440672487</c:v>
                </c:pt>
                <c:pt idx="377">
                  <c:v>105.65075259546653</c:v>
                </c:pt>
                <c:pt idx="378">
                  <c:v>105.74774580594179</c:v>
                </c:pt>
                <c:pt idx="379">
                  <c:v>105.58249811402096</c:v>
                </c:pt>
                <c:pt idx="380">
                  <c:v>105.7225994180408</c:v>
                </c:pt>
                <c:pt idx="381">
                  <c:v>105.7225994180408</c:v>
                </c:pt>
                <c:pt idx="382">
                  <c:v>105.57531343176353</c:v>
                </c:pt>
                <c:pt idx="383">
                  <c:v>105.36336530516944</c:v>
                </c:pt>
                <c:pt idx="384">
                  <c:v>105.15500951970405</c:v>
                </c:pt>
                <c:pt idx="385">
                  <c:v>105.18015590760504</c:v>
                </c:pt>
                <c:pt idx="386">
                  <c:v>105.0400546035852</c:v>
                </c:pt>
                <c:pt idx="387">
                  <c:v>104.97180012213965</c:v>
                </c:pt>
                <c:pt idx="388">
                  <c:v>104.99335416891195</c:v>
                </c:pt>
                <c:pt idx="389">
                  <c:v>104.99335416891195</c:v>
                </c:pt>
                <c:pt idx="390">
                  <c:v>105.08316269712979</c:v>
                </c:pt>
                <c:pt idx="391">
                  <c:v>105.25559507130805</c:v>
                </c:pt>
                <c:pt idx="392">
                  <c:v>105.25559507130805</c:v>
                </c:pt>
                <c:pt idx="393">
                  <c:v>105.20530229550607</c:v>
                </c:pt>
                <c:pt idx="394">
                  <c:v>104.94306139310997</c:v>
                </c:pt>
                <c:pt idx="395">
                  <c:v>104.79577540683272</c:v>
                </c:pt>
                <c:pt idx="396">
                  <c:v>104.72392858425843</c:v>
                </c:pt>
                <c:pt idx="397">
                  <c:v>104.82092179473371</c:v>
                </c:pt>
                <c:pt idx="398">
                  <c:v>105.09393972051592</c:v>
                </c:pt>
                <c:pt idx="399">
                  <c:v>105.56812874950612</c:v>
                </c:pt>
                <c:pt idx="400">
                  <c:v>105.62201386643679</c:v>
                </c:pt>
                <c:pt idx="401">
                  <c:v>105.43521212774371</c:v>
                </c:pt>
                <c:pt idx="402">
                  <c:v>105.45317383338728</c:v>
                </c:pt>
                <c:pt idx="403">
                  <c:v>105.60405216079326</c:v>
                </c:pt>
                <c:pt idx="404">
                  <c:v>105.62560620756551</c:v>
                </c:pt>
                <c:pt idx="405">
                  <c:v>105.68308366562495</c:v>
                </c:pt>
                <c:pt idx="406">
                  <c:v>105.71182239465467</c:v>
                </c:pt>
                <c:pt idx="407">
                  <c:v>105.70463771239726</c:v>
                </c:pt>
                <c:pt idx="408">
                  <c:v>105.72619175916954</c:v>
                </c:pt>
                <c:pt idx="409">
                  <c:v>105.9058088156052</c:v>
                </c:pt>
                <c:pt idx="410">
                  <c:v>105.97765563817943</c:v>
                </c:pt>
                <c:pt idx="411">
                  <c:v>106.01717139059525</c:v>
                </c:pt>
                <c:pt idx="412">
                  <c:v>106.16804971800123</c:v>
                </c:pt>
                <c:pt idx="413">
                  <c:v>106.11416460107051</c:v>
                </c:pt>
                <c:pt idx="414">
                  <c:v>105.99202500269426</c:v>
                </c:pt>
                <c:pt idx="415">
                  <c:v>106.0028020260804</c:v>
                </c:pt>
                <c:pt idx="416">
                  <c:v>106.02076373172399</c:v>
                </c:pt>
                <c:pt idx="417">
                  <c:v>106.02435607285271</c:v>
                </c:pt>
                <c:pt idx="418">
                  <c:v>106.12853396558542</c:v>
                </c:pt>
                <c:pt idx="419">
                  <c:v>106.25426590509041</c:v>
                </c:pt>
                <c:pt idx="420">
                  <c:v>106.2758199518627</c:v>
                </c:pt>
                <c:pt idx="421">
                  <c:v>106.26863526960528</c:v>
                </c:pt>
                <c:pt idx="422">
                  <c:v>106.19678844703101</c:v>
                </c:pt>
                <c:pt idx="423">
                  <c:v>106.17882674138744</c:v>
                </c:pt>
                <c:pt idx="424">
                  <c:v>106.02076373172405</c:v>
                </c:pt>
                <c:pt idx="425">
                  <c:v>105.93813988576362</c:v>
                </c:pt>
                <c:pt idx="426">
                  <c:v>105.93095520350619</c:v>
                </c:pt>
                <c:pt idx="427">
                  <c:v>106.0135790494666</c:v>
                </c:pt>
                <c:pt idx="428">
                  <c:v>106.12494162445674</c:v>
                </c:pt>
                <c:pt idx="429">
                  <c:v>106.30815102202112</c:v>
                </c:pt>
                <c:pt idx="430">
                  <c:v>106.3009663397637</c:v>
                </c:pt>
                <c:pt idx="431">
                  <c:v>106.34048209217954</c:v>
                </c:pt>
                <c:pt idx="432">
                  <c:v>106.51291446635783</c:v>
                </c:pt>
                <c:pt idx="433">
                  <c:v>106.51291446635783</c:v>
                </c:pt>
                <c:pt idx="434">
                  <c:v>106.62068470021924</c:v>
                </c:pt>
                <c:pt idx="435">
                  <c:v>106.6135000179618</c:v>
                </c:pt>
                <c:pt idx="436">
                  <c:v>106.6135000179618</c:v>
                </c:pt>
                <c:pt idx="437">
                  <c:v>106.66738513489253</c:v>
                </c:pt>
                <c:pt idx="438">
                  <c:v>106.68893918166482</c:v>
                </c:pt>
                <c:pt idx="439">
                  <c:v>106.77874770988267</c:v>
                </c:pt>
                <c:pt idx="440">
                  <c:v>106.81826346229852</c:v>
                </c:pt>
                <c:pt idx="441">
                  <c:v>106.92603369615991</c:v>
                </c:pt>
                <c:pt idx="442">
                  <c:v>106.96914178970448</c:v>
                </c:pt>
                <c:pt idx="443">
                  <c:v>106.8398175090708</c:v>
                </c:pt>
                <c:pt idx="444">
                  <c:v>107.08768904695202</c:v>
                </c:pt>
                <c:pt idx="445">
                  <c:v>107.24215971548668</c:v>
                </c:pt>
                <c:pt idx="446">
                  <c:v>107.20982864532827</c:v>
                </c:pt>
                <c:pt idx="447">
                  <c:v>107.1954592808134</c:v>
                </c:pt>
                <c:pt idx="448">
                  <c:v>107.20264396307081</c:v>
                </c:pt>
                <c:pt idx="449">
                  <c:v>107.03739627114997</c:v>
                </c:pt>
                <c:pt idx="450">
                  <c:v>106.97273413083312</c:v>
                </c:pt>
                <c:pt idx="451">
                  <c:v>106.87214857922913</c:v>
                </c:pt>
                <c:pt idx="452">
                  <c:v>106.66379279376376</c:v>
                </c:pt>
                <c:pt idx="453">
                  <c:v>106.63505406473405</c:v>
                </c:pt>
                <c:pt idx="454">
                  <c:v>106.48776807845681</c:v>
                </c:pt>
                <c:pt idx="455">
                  <c:v>106.69253152279349</c:v>
                </c:pt>
                <c:pt idx="456">
                  <c:v>106.70690088730835</c:v>
                </c:pt>
                <c:pt idx="457">
                  <c:v>106.42669827926868</c:v>
                </c:pt>
                <c:pt idx="458">
                  <c:v>105.9848403204369</c:v>
                </c:pt>
                <c:pt idx="459">
                  <c:v>105.99561734382307</c:v>
                </c:pt>
                <c:pt idx="460">
                  <c:v>105.86629306318939</c:v>
                </c:pt>
                <c:pt idx="461">
                  <c:v>105.86629306318939</c:v>
                </c:pt>
                <c:pt idx="462">
                  <c:v>105.99920968495178</c:v>
                </c:pt>
                <c:pt idx="463">
                  <c:v>106.32611272766472</c:v>
                </c:pt>
                <c:pt idx="464">
                  <c:v>106.46980637281324</c:v>
                </c:pt>
                <c:pt idx="465">
                  <c:v>106.32970506879342</c:v>
                </c:pt>
                <c:pt idx="466">
                  <c:v>106.23271185831817</c:v>
                </c:pt>
                <c:pt idx="467">
                  <c:v>106.0854258720409</c:v>
                </c:pt>
                <c:pt idx="468">
                  <c:v>105.89862413334781</c:v>
                </c:pt>
                <c:pt idx="469">
                  <c:v>105.58249811402101</c:v>
                </c:pt>
                <c:pt idx="470">
                  <c:v>105.42802744548634</c:v>
                </c:pt>
                <c:pt idx="471">
                  <c:v>105.38491935194178</c:v>
                </c:pt>
                <c:pt idx="472">
                  <c:v>105.78366921722896</c:v>
                </c:pt>
                <c:pt idx="473">
                  <c:v>105.8698854043181</c:v>
                </c:pt>
                <c:pt idx="474">
                  <c:v>105.72619175916957</c:v>
                </c:pt>
                <c:pt idx="475">
                  <c:v>105.84833135754582</c:v>
                </c:pt>
                <c:pt idx="476">
                  <c:v>105.93813988576365</c:v>
                </c:pt>
                <c:pt idx="477">
                  <c:v>106.25785824621917</c:v>
                </c:pt>
                <c:pt idx="478">
                  <c:v>106.347666774437</c:v>
                </c:pt>
                <c:pt idx="479">
                  <c:v>106.91525667277374</c:v>
                </c:pt>
                <c:pt idx="480">
                  <c:v>107.13438948162526</c:v>
                </c:pt>
                <c:pt idx="481">
                  <c:v>107.24215971548664</c:v>
                </c:pt>
                <c:pt idx="482">
                  <c:v>107.23856737435791</c:v>
                </c:pt>
                <c:pt idx="483">
                  <c:v>107.35352229047676</c:v>
                </c:pt>
                <c:pt idx="484">
                  <c:v>107.47566188885303</c:v>
                </c:pt>
                <c:pt idx="485">
                  <c:v>107.3355605848332</c:v>
                </c:pt>
                <c:pt idx="486">
                  <c:v>107.36789165499164</c:v>
                </c:pt>
                <c:pt idx="487">
                  <c:v>107.67324065093227</c:v>
                </c:pt>
                <c:pt idx="488">
                  <c:v>107.98577432913038</c:v>
                </c:pt>
                <c:pt idx="489">
                  <c:v>108.02529008154619</c:v>
                </c:pt>
                <c:pt idx="490">
                  <c:v>108.08276753960561</c:v>
                </c:pt>
                <c:pt idx="491">
                  <c:v>108.14742967992245</c:v>
                </c:pt>
                <c:pt idx="492">
                  <c:v>108.32704673635814</c:v>
                </c:pt>
                <c:pt idx="493">
                  <c:v>108.49229442827894</c:v>
                </c:pt>
                <c:pt idx="494">
                  <c:v>108.49229442827894</c:v>
                </c:pt>
                <c:pt idx="495">
                  <c:v>108.66831914358592</c:v>
                </c:pt>
                <c:pt idx="496">
                  <c:v>108.78686640083343</c:v>
                </c:pt>
                <c:pt idx="497">
                  <c:v>108.84075151776412</c:v>
                </c:pt>
                <c:pt idx="498">
                  <c:v>109.1963932895068</c:v>
                </c:pt>
                <c:pt idx="499">
                  <c:v>109.5412580378633</c:v>
                </c:pt>
                <c:pt idx="500">
                  <c:v>109.63825124833855</c:v>
                </c:pt>
                <c:pt idx="501">
                  <c:v>109.86097639831877</c:v>
                </c:pt>
                <c:pt idx="502">
                  <c:v>109.99030067895249</c:v>
                </c:pt>
                <c:pt idx="503">
                  <c:v>110.2381722168337</c:v>
                </c:pt>
                <c:pt idx="504">
                  <c:v>110.36390415633869</c:v>
                </c:pt>
                <c:pt idx="505">
                  <c:v>110.40701224988324</c:v>
                </c:pt>
                <c:pt idx="506">
                  <c:v>110.40701224988324</c:v>
                </c:pt>
                <c:pt idx="507">
                  <c:v>110.55070589503175</c:v>
                </c:pt>
                <c:pt idx="508">
                  <c:v>110.72313826921</c:v>
                </c:pt>
                <c:pt idx="509">
                  <c:v>111.66433164493294</c:v>
                </c:pt>
                <c:pt idx="510">
                  <c:v>111.92298020620032</c:v>
                </c:pt>
                <c:pt idx="511">
                  <c:v>112.09900492150729</c:v>
                </c:pt>
                <c:pt idx="512">
                  <c:v>112.16007472069539</c:v>
                </c:pt>
                <c:pt idx="513">
                  <c:v>112.33969177713104</c:v>
                </c:pt>
                <c:pt idx="514">
                  <c:v>112.47260839889341</c:v>
                </c:pt>
                <c:pt idx="515">
                  <c:v>112.5264935158241</c:v>
                </c:pt>
                <c:pt idx="516">
                  <c:v>112.5264935158241</c:v>
                </c:pt>
                <c:pt idx="517">
                  <c:v>112.55523224485384</c:v>
                </c:pt>
                <c:pt idx="518">
                  <c:v>112.60911736178456</c:v>
                </c:pt>
                <c:pt idx="519">
                  <c:v>112.62707906742808</c:v>
                </c:pt>
                <c:pt idx="520">
                  <c:v>100</c:v>
                </c:pt>
                <c:pt idx="521">
                  <c:v>100</c:v>
                </c:pt>
                <c:pt idx="522">
                  <c:v>100.07332079441484</c:v>
                </c:pt>
                <c:pt idx="523">
                  <c:v>99.738595428607809</c:v>
                </c:pt>
                <c:pt idx="524">
                  <c:v>99.655711052312739</c:v>
                </c:pt>
                <c:pt idx="525">
                  <c:v>99.387930759667128</c:v>
                </c:pt>
                <c:pt idx="526">
                  <c:v>99.454875832828534</c:v>
                </c:pt>
                <c:pt idx="527">
                  <c:v>99.64614747043251</c:v>
                </c:pt>
                <c:pt idx="528">
                  <c:v>99.999999999999901</c:v>
                </c:pt>
                <c:pt idx="529">
                  <c:v>100.23271382575145</c:v>
                </c:pt>
                <c:pt idx="530">
                  <c:v>100.30922248079305</c:v>
                </c:pt>
                <c:pt idx="531">
                  <c:v>100.30922248079305</c:v>
                </c:pt>
                <c:pt idx="532">
                  <c:v>99.818291944276098</c:v>
                </c:pt>
                <c:pt idx="533">
                  <c:v>99.709904682967149</c:v>
                </c:pt>
                <c:pt idx="534">
                  <c:v>99.901176320571139</c:v>
                </c:pt>
                <c:pt idx="535">
                  <c:v>99.980872836239456</c:v>
                </c:pt>
                <c:pt idx="536">
                  <c:v>100.1944594982306</c:v>
                </c:pt>
                <c:pt idx="537">
                  <c:v>100.2773438745257</c:v>
                </c:pt>
                <c:pt idx="538">
                  <c:v>100.42717332398216</c:v>
                </c:pt>
                <c:pt idx="539">
                  <c:v>100.50049411839704</c:v>
                </c:pt>
                <c:pt idx="540">
                  <c:v>100.65032356785353</c:v>
                </c:pt>
                <c:pt idx="541">
                  <c:v>100.68857789537437</c:v>
                </c:pt>
                <c:pt idx="542">
                  <c:v>100.67582645286743</c:v>
                </c:pt>
                <c:pt idx="543">
                  <c:v>100.5483120277981</c:v>
                </c:pt>
                <c:pt idx="544">
                  <c:v>100.41760974210202</c:v>
                </c:pt>
                <c:pt idx="545">
                  <c:v>100.43354904523569</c:v>
                </c:pt>
                <c:pt idx="546">
                  <c:v>100.42717332398222</c:v>
                </c:pt>
                <c:pt idx="547">
                  <c:v>100.42079760272875</c:v>
                </c:pt>
                <c:pt idx="548">
                  <c:v>100.34110108706041</c:v>
                </c:pt>
                <c:pt idx="549">
                  <c:v>100.47817909400993</c:v>
                </c:pt>
                <c:pt idx="550">
                  <c:v>100.56743919155849</c:v>
                </c:pt>
                <c:pt idx="551">
                  <c:v>100.66307501036044</c:v>
                </c:pt>
                <c:pt idx="552">
                  <c:v>100.6758264528674</c:v>
                </c:pt>
                <c:pt idx="553">
                  <c:v>100.5897542159456</c:v>
                </c:pt>
                <c:pt idx="554">
                  <c:v>100.74914724728225</c:v>
                </c:pt>
                <c:pt idx="555">
                  <c:v>100.80971659919021</c:v>
                </c:pt>
                <c:pt idx="556">
                  <c:v>100.80971659919021</c:v>
                </c:pt>
                <c:pt idx="557">
                  <c:v>100.85434664796448</c:v>
                </c:pt>
                <c:pt idx="558">
                  <c:v>100.89897669673874</c:v>
                </c:pt>
                <c:pt idx="559">
                  <c:v>101.03605470368827</c:v>
                </c:pt>
                <c:pt idx="560">
                  <c:v>101.19544773502493</c:v>
                </c:pt>
                <c:pt idx="561">
                  <c:v>101.21776275941204</c:v>
                </c:pt>
                <c:pt idx="562">
                  <c:v>101.15081768625065</c:v>
                </c:pt>
                <c:pt idx="563">
                  <c:v>101.08387261308923</c:v>
                </c:pt>
                <c:pt idx="564">
                  <c:v>101.06474544932883</c:v>
                </c:pt>
                <c:pt idx="565">
                  <c:v>101.11893907998329</c:v>
                </c:pt>
                <c:pt idx="566">
                  <c:v>101.15400554687737</c:v>
                </c:pt>
                <c:pt idx="567">
                  <c:v>101.14762982562391</c:v>
                </c:pt>
                <c:pt idx="568">
                  <c:v>101.14125410437043</c:v>
                </c:pt>
                <c:pt idx="569">
                  <c:v>101.27514425069324</c:v>
                </c:pt>
                <c:pt idx="570">
                  <c:v>101.41222225764277</c:v>
                </c:pt>
                <c:pt idx="571">
                  <c:v>101.47279160955068</c:v>
                </c:pt>
                <c:pt idx="572">
                  <c:v>101.55567598584574</c:v>
                </c:pt>
                <c:pt idx="573">
                  <c:v>101.57799101023289</c:v>
                </c:pt>
                <c:pt idx="574">
                  <c:v>101.64174822276755</c:v>
                </c:pt>
                <c:pt idx="575">
                  <c:v>101.60030603462002</c:v>
                </c:pt>
                <c:pt idx="576">
                  <c:v>101.53336096145863</c:v>
                </c:pt>
                <c:pt idx="577">
                  <c:v>101.51423379769821</c:v>
                </c:pt>
                <c:pt idx="578">
                  <c:v>101.3803436513754</c:v>
                </c:pt>
                <c:pt idx="579">
                  <c:v>101.27514425069319</c:v>
                </c:pt>
                <c:pt idx="580">
                  <c:v>101.03605470368818</c:v>
                </c:pt>
                <c:pt idx="581">
                  <c:v>101.08068475246243</c:v>
                </c:pt>
                <c:pt idx="582">
                  <c:v>101.0488061461951</c:v>
                </c:pt>
                <c:pt idx="583">
                  <c:v>101.06474544932873</c:v>
                </c:pt>
                <c:pt idx="584">
                  <c:v>101.09343619496933</c:v>
                </c:pt>
                <c:pt idx="585">
                  <c:v>101.09343619496933</c:v>
                </c:pt>
                <c:pt idx="586">
                  <c:v>101.10618763747627</c:v>
                </c:pt>
                <c:pt idx="587">
                  <c:v>101.11575121935645</c:v>
                </c:pt>
                <c:pt idx="588">
                  <c:v>101.04880614619506</c:v>
                </c:pt>
                <c:pt idx="589">
                  <c:v>101.21457489878519</c:v>
                </c:pt>
                <c:pt idx="590">
                  <c:v>101.15719340750398</c:v>
                </c:pt>
                <c:pt idx="591">
                  <c:v>101.14125410437029</c:v>
                </c:pt>
                <c:pt idx="592">
                  <c:v>101.32615002072083</c:v>
                </c:pt>
                <c:pt idx="593">
                  <c:v>101.34208932385448</c:v>
                </c:pt>
                <c:pt idx="594">
                  <c:v>101.18588415314456</c:v>
                </c:pt>
                <c:pt idx="595">
                  <c:v>101.144441964997</c:v>
                </c:pt>
                <c:pt idx="596">
                  <c:v>101.10618763747622</c:v>
                </c:pt>
                <c:pt idx="597">
                  <c:v>100.70770505913455</c:v>
                </c:pt>
                <c:pt idx="598">
                  <c:v>100.77146227166925</c:v>
                </c:pt>
                <c:pt idx="599">
                  <c:v>100.85434664796431</c:v>
                </c:pt>
                <c:pt idx="600">
                  <c:v>100.89260097548511</c:v>
                </c:pt>
                <c:pt idx="601">
                  <c:v>101.04880614619506</c:v>
                </c:pt>
                <c:pt idx="602">
                  <c:v>101.25282922630599</c:v>
                </c:pt>
                <c:pt idx="603">
                  <c:v>101.29427141445355</c:v>
                </c:pt>
                <c:pt idx="604">
                  <c:v>101.09024833434262</c:v>
                </c:pt>
                <c:pt idx="605">
                  <c:v>101.15400554687731</c:v>
                </c:pt>
                <c:pt idx="606">
                  <c:v>101.20501131690507</c:v>
                </c:pt>
                <c:pt idx="607">
                  <c:v>101.20182345627831</c:v>
                </c:pt>
                <c:pt idx="608">
                  <c:v>101.21457489878526</c:v>
                </c:pt>
                <c:pt idx="609">
                  <c:v>101.2847078325734</c:v>
                </c:pt>
                <c:pt idx="610">
                  <c:v>101.39947081513579</c:v>
                </c:pt>
                <c:pt idx="611">
                  <c:v>101.41222225764274</c:v>
                </c:pt>
                <c:pt idx="612">
                  <c:v>101.64812394402099</c:v>
                </c:pt>
                <c:pt idx="613">
                  <c:v>101.78201409034378</c:v>
                </c:pt>
                <c:pt idx="614">
                  <c:v>101.75332334470319</c:v>
                </c:pt>
                <c:pt idx="615">
                  <c:v>101.77882622971705</c:v>
                </c:pt>
                <c:pt idx="616">
                  <c:v>101.77882622971705</c:v>
                </c:pt>
                <c:pt idx="617">
                  <c:v>101.74375976282299</c:v>
                </c:pt>
                <c:pt idx="618">
                  <c:v>101.86171060601211</c:v>
                </c:pt>
                <c:pt idx="619">
                  <c:v>102.06892154674981</c:v>
                </c:pt>
                <c:pt idx="620">
                  <c:v>102.06254582549636</c:v>
                </c:pt>
                <c:pt idx="621">
                  <c:v>102.10398801364387</c:v>
                </c:pt>
                <c:pt idx="622">
                  <c:v>102.126303038031</c:v>
                </c:pt>
                <c:pt idx="623">
                  <c:v>102.126303038031</c:v>
                </c:pt>
                <c:pt idx="624">
                  <c:v>102.19006025056564</c:v>
                </c:pt>
                <c:pt idx="625">
                  <c:v>102.14543020179138</c:v>
                </c:pt>
                <c:pt idx="626">
                  <c:v>102.27932034811418</c:v>
                </c:pt>
                <c:pt idx="627">
                  <c:v>102.1964359718191</c:v>
                </c:pt>
                <c:pt idx="628">
                  <c:v>102.2442538812201</c:v>
                </c:pt>
                <c:pt idx="629">
                  <c:v>102.29207179062111</c:v>
                </c:pt>
                <c:pt idx="630">
                  <c:v>102.3972711913033</c:v>
                </c:pt>
                <c:pt idx="631">
                  <c:v>102.42277407631715</c:v>
                </c:pt>
                <c:pt idx="632">
                  <c:v>102.53753705887954</c:v>
                </c:pt>
                <c:pt idx="633">
                  <c:v>102.68417864770929</c:v>
                </c:pt>
                <c:pt idx="634">
                  <c:v>102.68736650833605</c:v>
                </c:pt>
                <c:pt idx="635">
                  <c:v>102.57579138640037</c:v>
                </c:pt>
                <c:pt idx="636">
                  <c:v>102.54391278013304</c:v>
                </c:pt>
                <c:pt idx="637">
                  <c:v>102.6236092958014</c:v>
                </c:pt>
                <c:pt idx="638">
                  <c:v>102.61404571392119</c:v>
                </c:pt>
                <c:pt idx="639">
                  <c:v>102.37814402754292</c:v>
                </c:pt>
                <c:pt idx="640">
                  <c:v>102.31119895438151</c:v>
                </c:pt>
                <c:pt idx="641">
                  <c:v>102.47696770697165</c:v>
                </c:pt>
                <c:pt idx="642">
                  <c:v>102.47696770697165</c:v>
                </c:pt>
                <c:pt idx="643">
                  <c:v>102.61085785329445</c:v>
                </c:pt>
                <c:pt idx="644">
                  <c:v>102.62360929580142</c:v>
                </c:pt>
                <c:pt idx="645">
                  <c:v>102.5853549682806</c:v>
                </c:pt>
                <c:pt idx="646">
                  <c:v>102.6012942714143</c:v>
                </c:pt>
                <c:pt idx="647">
                  <c:v>102.61723357454792</c:v>
                </c:pt>
                <c:pt idx="648">
                  <c:v>102.57579138640041</c:v>
                </c:pt>
                <c:pt idx="649">
                  <c:v>102.56941566514696</c:v>
                </c:pt>
                <c:pt idx="650">
                  <c:v>102.66823934457571</c:v>
                </c:pt>
                <c:pt idx="651">
                  <c:v>102.66505148394897</c:v>
                </c:pt>
                <c:pt idx="652">
                  <c:v>102.76387516337773</c:v>
                </c:pt>
                <c:pt idx="653">
                  <c:v>102.76387516337773</c:v>
                </c:pt>
                <c:pt idx="654">
                  <c:v>102.8786381459401</c:v>
                </c:pt>
                <c:pt idx="655">
                  <c:v>102.96471038286192</c:v>
                </c:pt>
                <c:pt idx="656">
                  <c:v>102.9838375466223</c:v>
                </c:pt>
                <c:pt idx="657">
                  <c:v>103.01890401351636</c:v>
                </c:pt>
                <c:pt idx="658">
                  <c:v>103.15279415983913</c:v>
                </c:pt>
                <c:pt idx="659">
                  <c:v>103.2037999298669</c:v>
                </c:pt>
                <c:pt idx="660">
                  <c:v>103.21655137237383</c:v>
                </c:pt>
                <c:pt idx="661">
                  <c:v>103.25161783926788</c:v>
                </c:pt>
                <c:pt idx="662">
                  <c:v>103.2548056998946</c:v>
                </c:pt>
                <c:pt idx="663">
                  <c:v>103.28349644553521</c:v>
                </c:pt>
                <c:pt idx="664">
                  <c:v>103.29624788804213</c:v>
                </c:pt>
                <c:pt idx="665">
                  <c:v>103.33131435493623</c:v>
                </c:pt>
                <c:pt idx="666">
                  <c:v>103.37275654308377</c:v>
                </c:pt>
                <c:pt idx="667">
                  <c:v>103.41738659185808</c:v>
                </c:pt>
                <c:pt idx="668">
                  <c:v>103.36638082183033</c:v>
                </c:pt>
                <c:pt idx="669">
                  <c:v>103.37913226433729</c:v>
                </c:pt>
                <c:pt idx="670">
                  <c:v>103.5034588287799</c:v>
                </c:pt>
                <c:pt idx="671">
                  <c:v>103.54490101692743</c:v>
                </c:pt>
                <c:pt idx="672">
                  <c:v>103.69791832701065</c:v>
                </c:pt>
                <c:pt idx="673">
                  <c:v>103.80311772769286</c:v>
                </c:pt>
                <c:pt idx="674">
                  <c:v>103.53533743504724</c:v>
                </c:pt>
                <c:pt idx="675">
                  <c:v>102.91689247346095</c:v>
                </c:pt>
                <c:pt idx="676">
                  <c:v>103.143230577959</c:v>
                </c:pt>
                <c:pt idx="677">
                  <c:v>103.42695017373828</c:v>
                </c:pt>
                <c:pt idx="678">
                  <c:v>103.50983455003336</c:v>
                </c:pt>
                <c:pt idx="679">
                  <c:v>103.59590678695517</c:v>
                </c:pt>
                <c:pt idx="680">
                  <c:v>103.73617265453143</c:v>
                </c:pt>
                <c:pt idx="681">
                  <c:v>103.8413720552136</c:v>
                </c:pt>
                <c:pt idx="682">
                  <c:v>103.94657145589581</c:v>
                </c:pt>
                <c:pt idx="683">
                  <c:v>104.02626797156415</c:v>
                </c:pt>
                <c:pt idx="684">
                  <c:v>104.14421881475326</c:v>
                </c:pt>
                <c:pt idx="685">
                  <c:v>104.23985463355527</c:v>
                </c:pt>
                <c:pt idx="686">
                  <c:v>104.26854537919583</c:v>
                </c:pt>
                <c:pt idx="687">
                  <c:v>104.33549045235725</c:v>
                </c:pt>
                <c:pt idx="688">
                  <c:v>104.42156268927906</c:v>
                </c:pt>
                <c:pt idx="689">
                  <c:v>104.4534412955464</c:v>
                </c:pt>
                <c:pt idx="690">
                  <c:v>104.45981701679986</c:v>
                </c:pt>
                <c:pt idx="691">
                  <c:v>104.57139213873553</c:v>
                </c:pt>
                <c:pt idx="692">
                  <c:v>104.66384009691079</c:v>
                </c:pt>
                <c:pt idx="693">
                  <c:v>104.8072938251138</c:v>
                </c:pt>
                <c:pt idx="694">
                  <c:v>104.90292964391581</c:v>
                </c:pt>
                <c:pt idx="695">
                  <c:v>104.90292964391581</c:v>
                </c:pt>
                <c:pt idx="696">
                  <c:v>104.912493225796</c:v>
                </c:pt>
                <c:pt idx="697">
                  <c:v>104.76266377633952</c:v>
                </c:pt>
                <c:pt idx="698">
                  <c:v>104.84873601326134</c:v>
                </c:pt>
                <c:pt idx="699">
                  <c:v>104.90292964391583</c:v>
                </c:pt>
                <c:pt idx="700">
                  <c:v>104.92843252892968</c:v>
                </c:pt>
                <c:pt idx="701">
                  <c:v>104.92205680767621</c:v>
                </c:pt>
                <c:pt idx="702">
                  <c:v>104.76903949759298</c:v>
                </c:pt>
                <c:pt idx="703">
                  <c:v>104.87105103764844</c:v>
                </c:pt>
                <c:pt idx="704">
                  <c:v>104.98900188083755</c:v>
                </c:pt>
                <c:pt idx="705">
                  <c:v>105.09420128151973</c:v>
                </c:pt>
                <c:pt idx="706">
                  <c:v>105.17389779718808</c:v>
                </c:pt>
                <c:pt idx="707">
                  <c:v>105.18346137906828</c:v>
                </c:pt>
                <c:pt idx="708">
                  <c:v>105.41298734419307</c:v>
                </c:pt>
                <c:pt idx="709">
                  <c:v>105.42255092607327</c:v>
                </c:pt>
                <c:pt idx="710">
                  <c:v>105.52456246612873</c:v>
                </c:pt>
                <c:pt idx="711">
                  <c:v>105.6457011699446</c:v>
                </c:pt>
                <c:pt idx="712">
                  <c:v>105.65845261245154</c:v>
                </c:pt>
                <c:pt idx="713">
                  <c:v>105.82103350441497</c:v>
                </c:pt>
                <c:pt idx="714">
                  <c:v>105.84653638942885</c:v>
                </c:pt>
                <c:pt idx="715">
                  <c:v>105.85609997130906</c:v>
                </c:pt>
                <c:pt idx="716">
                  <c:v>105.94854792948432</c:v>
                </c:pt>
                <c:pt idx="717">
                  <c:v>105.95492365073778</c:v>
                </c:pt>
                <c:pt idx="718">
                  <c:v>105.97086295387149</c:v>
                </c:pt>
                <c:pt idx="719">
                  <c:v>105.95173579011109</c:v>
                </c:pt>
                <c:pt idx="720">
                  <c:v>105.89116643820317</c:v>
                </c:pt>
                <c:pt idx="721">
                  <c:v>105.83378494692197</c:v>
                </c:pt>
                <c:pt idx="722">
                  <c:v>105.85609997130913</c:v>
                </c:pt>
                <c:pt idx="723">
                  <c:v>105.91029360196362</c:v>
                </c:pt>
                <c:pt idx="724">
                  <c:v>105.9453600688577</c:v>
                </c:pt>
                <c:pt idx="725">
                  <c:v>105.9453600688577</c:v>
                </c:pt>
                <c:pt idx="726">
                  <c:v>106.10794096082108</c:v>
                </c:pt>
                <c:pt idx="727">
                  <c:v>106.15575887022206</c:v>
                </c:pt>
                <c:pt idx="728">
                  <c:v>106.34703050782606</c:v>
                </c:pt>
                <c:pt idx="729">
                  <c:v>106.45860562976173</c:v>
                </c:pt>
                <c:pt idx="730">
                  <c:v>106.43629060537461</c:v>
                </c:pt>
                <c:pt idx="731">
                  <c:v>106.3406547865726</c:v>
                </c:pt>
                <c:pt idx="732">
                  <c:v>106.3406547865726</c:v>
                </c:pt>
                <c:pt idx="733">
                  <c:v>106.44904204788155</c:v>
                </c:pt>
                <c:pt idx="734">
                  <c:v>106.39803627785382</c:v>
                </c:pt>
                <c:pt idx="735">
                  <c:v>106.46816921164199</c:v>
                </c:pt>
                <c:pt idx="736">
                  <c:v>106.5733686123242</c:v>
                </c:pt>
                <c:pt idx="737">
                  <c:v>106.55742930919052</c:v>
                </c:pt>
                <c:pt idx="738">
                  <c:v>106.54149000605686</c:v>
                </c:pt>
                <c:pt idx="739">
                  <c:v>106.5351142848034</c:v>
                </c:pt>
                <c:pt idx="740">
                  <c:v>106.5255507029232</c:v>
                </c:pt>
                <c:pt idx="741">
                  <c:v>106.515987121043</c:v>
                </c:pt>
                <c:pt idx="742">
                  <c:v>106.6339379642321</c:v>
                </c:pt>
                <c:pt idx="743">
                  <c:v>106.69131945551331</c:v>
                </c:pt>
                <c:pt idx="744">
                  <c:v>106.73276164366082</c:v>
                </c:pt>
                <c:pt idx="745">
                  <c:v>106.73276164366082</c:v>
                </c:pt>
                <c:pt idx="746">
                  <c:v>106.75188880742125</c:v>
                </c:pt>
                <c:pt idx="747">
                  <c:v>106.76464024992818</c:v>
                </c:pt>
                <c:pt idx="748">
                  <c:v>106.86665178998365</c:v>
                </c:pt>
                <c:pt idx="749">
                  <c:v>106.89215467499747</c:v>
                </c:pt>
                <c:pt idx="750">
                  <c:v>106.88896681437075</c:v>
                </c:pt>
                <c:pt idx="751">
                  <c:v>106.87940323249055</c:v>
                </c:pt>
                <c:pt idx="752">
                  <c:v>106.90809397813116</c:v>
                </c:pt>
                <c:pt idx="753">
                  <c:v>106.93359686314503</c:v>
                </c:pt>
                <c:pt idx="754">
                  <c:v>106.9909783544262</c:v>
                </c:pt>
                <c:pt idx="755">
                  <c:v>107.04517198508067</c:v>
                </c:pt>
                <c:pt idx="756">
                  <c:v>107.07067487009454</c:v>
                </c:pt>
                <c:pt idx="757">
                  <c:v>107.05473556696087</c:v>
                </c:pt>
                <c:pt idx="758">
                  <c:v>107.05473556696087</c:v>
                </c:pt>
                <c:pt idx="759">
                  <c:v>107.05792342758761</c:v>
                </c:pt>
                <c:pt idx="760">
                  <c:v>107.14399566450939</c:v>
                </c:pt>
                <c:pt idx="761">
                  <c:v>107.25557078644505</c:v>
                </c:pt>
                <c:pt idx="762">
                  <c:v>107.33526730211335</c:v>
                </c:pt>
                <c:pt idx="763">
                  <c:v>107.45640600592922</c:v>
                </c:pt>
                <c:pt idx="764">
                  <c:v>107.5584175459847</c:v>
                </c:pt>
                <c:pt idx="765">
                  <c:v>107.67955624980057</c:v>
                </c:pt>
                <c:pt idx="766">
                  <c:v>107.6604290860402</c:v>
                </c:pt>
                <c:pt idx="767">
                  <c:v>107.71781057732137</c:v>
                </c:pt>
                <c:pt idx="768">
                  <c:v>107.76562848672239</c:v>
                </c:pt>
                <c:pt idx="769">
                  <c:v>107.79113137173628</c:v>
                </c:pt>
                <c:pt idx="770">
                  <c:v>107.80069495361646</c:v>
                </c:pt>
                <c:pt idx="771">
                  <c:v>107.78156778985606</c:v>
                </c:pt>
                <c:pt idx="772">
                  <c:v>107.80069495361647</c:v>
                </c:pt>
                <c:pt idx="773">
                  <c:v>107.67318052854712</c:v>
                </c:pt>
                <c:pt idx="774">
                  <c:v>107.70187127418777</c:v>
                </c:pt>
                <c:pt idx="775">
                  <c:v>107.48190889094317</c:v>
                </c:pt>
                <c:pt idx="776">
                  <c:v>107.53291466097092</c:v>
                </c:pt>
                <c:pt idx="777">
                  <c:v>107.53291466097092</c:v>
                </c:pt>
                <c:pt idx="778">
                  <c:v>107.56160540661152</c:v>
                </c:pt>
                <c:pt idx="779">
                  <c:v>107.57116898849173</c:v>
                </c:pt>
                <c:pt idx="780">
                  <c:v>100</c:v>
                </c:pt>
                <c:pt idx="781">
                  <c:v>100</c:v>
                </c:pt>
                <c:pt idx="782">
                  <c:v>100</c:v>
                </c:pt>
                <c:pt idx="783">
                  <c:v>100.07997393442136</c:v>
                </c:pt>
                <c:pt idx="784">
                  <c:v>100.09478392227716</c:v>
                </c:pt>
                <c:pt idx="785">
                  <c:v>100.10663191256181</c:v>
                </c:pt>
                <c:pt idx="786">
                  <c:v>100.09774591984831</c:v>
                </c:pt>
                <c:pt idx="787">
                  <c:v>99.934836053434381</c:v>
                </c:pt>
                <c:pt idx="788">
                  <c:v>99.78969817244743</c:v>
                </c:pt>
                <c:pt idx="789">
                  <c:v>99.668256272029794</c:v>
                </c:pt>
                <c:pt idx="790">
                  <c:v>99.392790497911747</c:v>
                </c:pt>
                <c:pt idx="791">
                  <c:v>99.508308403187058</c:v>
                </c:pt>
                <c:pt idx="792">
                  <c:v>99.718610230739586</c:v>
                </c:pt>
                <c:pt idx="793">
                  <c:v>99.905216077722784</c:v>
                </c:pt>
                <c:pt idx="794">
                  <c:v>99.970380024288303</c:v>
                </c:pt>
                <c:pt idx="795">
                  <c:v>99.970380024288303</c:v>
                </c:pt>
                <c:pt idx="796">
                  <c:v>99.976304019430586</c:v>
                </c:pt>
                <c:pt idx="797">
                  <c:v>100.05923995142311</c:v>
                </c:pt>
                <c:pt idx="798">
                  <c:v>100.10070791741938</c:v>
                </c:pt>
                <c:pt idx="799">
                  <c:v>100.11847990284636</c:v>
                </c:pt>
                <c:pt idx="800">
                  <c:v>99.997038002428738</c:v>
                </c:pt>
                <c:pt idx="801">
                  <c:v>100.14513788098684</c:v>
                </c:pt>
                <c:pt idx="802">
                  <c:v>100.2961997571161</c:v>
                </c:pt>
                <c:pt idx="803">
                  <c:v>100.40283166967795</c:v>
                </c:pt>
                <c:pt idx="804">
                  <c:v>100.55685554337835</c:v>
                </c:pt>
                <c:pt idx="805">
                  <c:v>100.40579366724909</c:v>
                </c:pt>
                <c:pt idx="806">
                  <c:v>100.59239951423227</c:v>
                </c:pt>
                <c:pt idx="807">
                  <c:v>100.77308136607313</c:v>
                </c:pt>
                <c:pt idx="808">
                  <c:v>100.88563727377726</c:v>
                </c:pt>
                <c:pt idx="809">
                  <c:v>100.91229525191768</c:v>
                </c:pt>
                <c:pt idx="810">
                  <c:v>100.93599123248698</c:v>
                </c:pt>
                <c:pt idx="811">
                  <c:v>100.98042119605444</c:v>
                </c:pt>
                <c:pt idx="812">
                  <c:v>100.98634519119676</c:v>
                </c:pt>
                <c:pt idx="813">
                  <c:v>101.23515298717437</c:v>
                </c:pt>
                <c:pt idx="814">
                  <c:v>101.35659488759202</c:v>
                </c:pt>
                <c:pt idx="815">
                  <c:v>101.35659488759202</c:v>
                </c:pt>
                <c:pt idx="816">
                  <c:v>101.46915079529617</c:v>
                </c:pt>
                <c:pt idx="817">
                  <c:v>101.47507479043853</c:v>
                </c:pt>
                <c:pt idx="818">
                  <c:v>101.53135274429063</c:v>
                </c:pt>
                <c:pt idx="819">
                  <c:v>101.58763069814273</c:v>
                </c:pt>
                <c:pt idx="820">
                  <c:v>101.60244068599852</c:v>
                </c:pt>
                <c:pt idx="821">
                  <c:v>101.60244068599852</c:v>
                </c:pt>
                <c:pt idx="822">
                  <c:v>101.71203459613152</c:v>
                </c:pt>
                <c:pt idx="823">
                  <c:v>101.82755250140686</c:v>
                </c:pt>
                <c:pt idx="824">
                  <c:v>101.83051449897803</c:v>
                </c:pt>
                <c:pt idx="825">
                  <c:v>101.90160244068591</c:v>
                </c:pt>
                <c:pt idx="826">
                  <c:v>101.80385652083757</c:v>
                </c:pt>
                <c:pt idx="827">
                  <c:v>101.6616806374218</c:v>
                </c:pt>
                <c:pt idx="828">
                  <c:v>101.36251888273443</c:v>
                </c:pt>
                <c:pt idx="829">
                  <c:v>101.32105091673816</c:v>
                </c:pt>
                <c:pt idx="830">
                  <c:v>101.1936850211782</c:v>
                </c:pt>
                <c:pt idx="831">
                  <c:v>101.00411717662385</c:v>
                </c:pt>
                <c:pt idx="832">
                  <c:v>100.96561120819874</c:v>
                </c:pt>
                <c:pt idx="833">
                  <c:v>100.75530938064625</c:v>
                </c:pt>
                <c:pt idx="834">
                  <c:v>100.66644945351138</c:v>
                </c:pt>
                <c:pt idx="835">
                  <c:v>100.74346139036159</c:v>
                </c:pt>
                <c:pt idx="836">
                  <c:v>100.92710523977367</c:v>
                </c:pt>
                <c:pt idx="837">
                  <c:v>100.95968721305643</c:v>
                </c:pt>
                <c:pt idx="838">
                  <c:v>101.11074908918569</c:v>
                </c:pt>
                <c:pt idx="839">
                  <c:v>101.09297710375871</c:v>
                </c:pt>
                <c:pt idx="840">
                  <c:v>101.16110304789542</c:v>
                </c:pt>
                <c:pt idx="841">
                  <c:v>101.13148307218383</c:v>
                </c:pt>
                <c:pt idx="842">
                  <c:v>101.11371108675684</c:v>
                </c:pt>
                <c:pt idx="843">
                  <c:v>100.91821924706012</c:v>
                </c:pt>
                <c:pt idx="844">
                  <c:v>100.82935931992527</c:v>
                </c:pt>
                <c:pt idx="845">
                  <c:v>100.47391961138581</c:v>
                </c:pt>
                <c:pt idx="846">
                  <c:v>100.58943751666115</c:v>
                </c:pt>
                <c:pt idx="847">
                  <c:v>100.61313349723044</c:v>
                </c:pt>
                <c:pt idx="848">
                  <c:v>100.11847990284639</c:v>
                </c:pt>
                <c:pt idx="849">
                  <c:v>99.280234590207542</c:v>
                </c:pt>
                <c:pt idx="850">
                  <c:v>98.018423624892549</c:v>
                </c:pt>
                <c:pt idx="851">
                  <c:v>98.581203163413321</c:v>
                </c:pt>
                <c:pt idx="852">
                  <c:v>97.805159799768873</c:v>
                </c:pt>
                <c:pt idx="853">
                  <c:v>98.963300850093219</c:v>
                </c:pt>
                <c:pt idx="854">
                  <c:v>98.696721068688646</c:v>
                </c:pt>
                <c:pt idx="855">
                  <c:v>98.951452859808597</c:v>
                </c:pt>
                <c:pt idx="856">
                  <c:v>99.306892568348047</c:v>
                </c:pt>
                <c:pt idx="857">
                  <c:v>99.463878439619648</c:v>
                </c:pt>
                <c:pt idx="858">
                  <c:v>99.718610230739557</c:v>
                </c:pt>
                <c:pt idx="859">
                  <c:v>99.718610230739557</c:v>
                </c:pt>
                <c:pt idx="860">
                  <c:v>99.733420218595356</c:v>
                </c:pt>
                <c:pt idx="861">
                  <c:v>99.83116613844372</c:v>
                </c:pt>
                <c:pt idx="862">
                  <c:v>100.48576760167055</c:v>
                </c:pt>
                <c:pt idx="863">
                  <c:v>100.61017149965933</c:v>
                </c:pt>
                <c:pt idx="864">
                  <c:v>100.74938538550394</c:v>
                </c:pt>
                <c:pt idx="865">
                  <c:v>100.84120731020997</c:v>
                </c:pt>
                <c:pt idx="866">
                  <c:v>100.87971327863509</c:v>
                </c:pt>
                <c:pt idx="867">
                  <c:v>100.75530938064631</c:v>
                </c:pt>
                <c:pt idx="868">
                  <c:v>100.80566333935604</c:v>
                </c:pt>
                <c:pt idx="869">
                  <c:v>100.84416930778113</c:v>
                </c:pt>
                <c:pt idx="870">
                  <c:v>100.90044726163319</c:v>
                </c:pt>
                <c:pt idx="871">
                  <c:v>100.96857320576993</c:v>
                </c:pt>
                <c:pt idx="872">
                  <c:v>101.09001510618758</c:v>
                </c:pt>
                <c:pt idx="873">
                  <c:v>101.24700097745919</c:v>
                </c:pt>
                <c:pt idx="874">
                  <c:v>101.32401291430944</c:v>
                </c:pt>
                <c:pt idx="875">
                  <c:v>101.59651669085633</c:v>
                </c:pt>
                <c:pt idx="876">
                  <c:v>101.81570451112232</c:v>
                </c:pt>
                <c:pt idx="877">
                  <c:v>101.86309647226088</c:v>
                </c:pt>
                <c:pt idx="878">
                  <c:v>101.83940049169159</c:v>
                </c:pt>
                <c:pt idx="879">
                  <c:v>101.87198246497439</c:v>
                </c:pt>
                <c:pt idx="880">
                  <c:v>101.87494446254554</c:v>
                </c:pt>
                <c:pt idx="881">
                  <c:v>101.97861437753622</c:v>
                </c:pt>
                <c:pt idx="882">
                  <c:v>101.9638043896804</c:v>
                </c:pt>
                <c:pt idx="883">
                  <c:v>101.98157637510739</c:v>
                </c:pt>
                <c:pt idx="884">
                  <c:v>101.85421047954743</c:v>
                </c:pt>
                <c:pt idx="885">
                  <c:v>101.9430704066823</c:v>
                </c:pt>
                <c:pt idx="886">
                  <c:v>102.03785432895948</c:v>
                </c:pt>
                <c:pt idx="887">
                  <c:v>102.25408015165429</c:v>
                </c:pt>
                <c:pt idx="888">
                  <c:v>102.36959805692962</c:v>
                </c:pt>
                <c:pt idx="889">
                  <c:v>102.43180000592405</c:v>
                </c:pt>
                <c:pt idx="890">
                  <c:v>102.51769793548773</c:v>
                </c:pt>
                <c:pt idx="891">
                  <c:v>102.62136785047839</c:v>
                </c:pt>
                <c:pt idx="892">
                  <c:v>102.71911377032673</c:v>
                </c:pt>
                <c:pt idx="893">
                  <c:v>102.742809750896</c:v>
                </c:pt>
                <c:pt idx="894">
                  <c:v>102.79316370960578</c:v>
                </c:pt>
                <c:pt idx="895">
                  <c:v>102.87609964159832</c:v>
                </c:pt>
                <c:pt idx="896">
                  <c:v>102.92349160273693</c:v>
                </c:pt>
                <c:pt idx="897">
                  <c:v>102.8997956221676</c:v>
                </c:pt>
                <c:pt idx="898">
                  <c:v>102.760581736323</c:v>
                </c:pt>
                <c:pt idx="899">
                  <c:v>102.78131571932116</c:v>
                </c:pt>
                <c:pt idx="900">
                  <c:v>102.81093569503277</c:v>
                </c:pt>
                <c:pt idx="901">
                  <c:v>102.81093569503277</c:v>
                </c:pt>
                <c:pt idx="902">
                  <c:v>102.81093569503277</c:v>
                </c:pt>
                <c:pt idx="903">
                  <c:v>102.74280975089603</c:v>
                </c:pt>
                <c:pt idx="904">
                  <c:v>102.71615177275555</c:v>
                </c:pt>
                <c:pt idx="905">
                  <c:v>102.90571961730996</c:v>
                </c:pt>
                <c:pt idx="906">
                  <c:v>102.92645360030811</c:v>
                </c:pt>
                <c:pt idx="907">
                  <c:v>102.84351766831556</c:v>
                </c:pt>
                <c:pt idx="908">
                  <c:v>102.8583276561714</c:v>
                </c:pt>
                <c:pt idx="909">
                  <c:v>102.89979562216767</c:v>
                </c:pt>
                <c:pt idx="910">
                  <c:v>102.90868161488116</c:v>
                </c:pt>
                <c:pt idx="911">
                  <c:v>103.00642753472953</c:v>
                </c:pt>
                <c:pt idx="912">
                  <c:v>103.06270548858161</c:v>
                </c:pt>
                <c:pt idx="913">
                  <c:v>103.06270548858161</c:v>
                </c:pt>
                <c:pt idx="914">
                  <c:v>103.15452741328762</c:v>
                </c:pt>
                <c:pt idx="915">
                  <c:v>103.17229939871457</c:v>
                </c:pt>
                <c:pt idx="916">
                  <c:v>103.26412132342058</c:v>
                </c:pt>
                <c:pt idx="917">
                  <c:v>103.35890524569777</c:v>
                </c:pt>
                <c:pt idx="918">
                  <c:v>103.37075323598241</c:v>
                </c:pt>
                <c:pt idx="919">
                  <c:v>103.3233612748438</c:v>
                </c:pt>
                <c:pt idx="920">
                  <c:v>103.35890524569774</c:v>
                </c:pt>
                <c:pt idx="921">
                  <c:v>103.2759693137052</c:v>
                </c:pt>
                <c:pt idx="922">
                  <c:v>103.34113326027078</c:v>
                </c:pt>
                <c:pt idx="923">
                  <c:v>103.36482924084008</c:v>
                </c:pt>
                <c:pt idx="924">
                  <c:v>103.37371523355357</c:v>
                </c:pt>
                <c:pt idx="925">
                  <c:v>103.41814519712099</c:v>
                </c:pt>
                <c:pt idx="926">
                  <c:v>103.50404312668471</c:v>
                </c:pt>
                <c:pt idx="927">
                  <c:v>103.66399099552747</c:v>
                </c:pt>
                <c:pt idx="928">
                  <c:v>103.72619294452187</c:v>
                </c:pt>
                <c:pt idx="929">
                  <c:v>103.89502680607808</c:v>
                </c:pt>
                <c:pt idx="930">
                  <c:v>103.96315275021479</c:v>
                </c:pt>
                <c:pt idx="931">
                  <c:v>103.95722875507246</c:v>
                </c:pt>
                <c:pt idx="932">
                  <c:v>104.07570865791897</c:v>
                </c:pt>
                <c:pt idx="933">
                  <c:v>103.98092473564179</c:v>
                </c:pt>
                <c:pt idx="934">
                  <c:v>104.00758271378224</c:v>
                </c:pt>
                <c:pt idx="935">
                  <c:v>104.06386066763432</c:v>
                </c:pt>
                <c:pt idx="936">
                  <c:v>104.10532863363059</c:v>
                </c:pt>
                <c:pt idx="937">
                  <c:v>104.20603655105009</c:v>
                </c:pt>
                <c:pt idx="938">
                  <c:v>104.21788454133474</c:v>
                </c:pt>
                <c:pt idx="939">
                  <c:v>104.25935250733097</c:v>
                </c:pt>
                <c:pt idx="940">
                  <c:v>104.34525043689466</c:v>
                </c:pt>
                <c:pt idx="941">
                  <c:v>104.49335031545277</c:v>
                </c:pt>
                <c:pt idx="942">
                  <c:v>104.59405823287231</c:v>
                </c:pt>
                <c:pt idx="943">
                  <c:v>104.5792482450165</c:v>
                </c:pt>
                <c:pt idx="944">
                  <c:v>104.61183021829929</c:v>
                </c:pt>
                <c:pt idx="945">
                  <c:v>104.59998222801464</c:v>
                </c:pt>
                <c:pt idx="946">
                  <c:v>104.53185628387794</c:v>
                </c:pt>
                <c:pt idx="947">
                  <c:v>104.46076834217004</c:v>
                </c:pt>
                <c:pt idx="948">
                  <c:v>104.44892035188539</c:v>
                </c:pt>
                <c:pt idx="949">
                  <c:v>104.43411036402958</c:v>
                </c:pt>
                <c:pt idx="950">
                  <c:v>104.40745238588913</c:v>
                </c:pt>
                <c:pt idx="951">
                  <c:v>104.41041438346028</c:v>
                </c:pt>
                <c:pt idx="952">
                  <c:v>104.44595835431424</c:v>
                </c:pt>
                <c:pt idx="953">
                  <c:v>104.40449038831798</c:v>
                </c:pt>
                <c:pt idx="954">
                  <c:v>104.40449038831798</c:v>
                </c:pt>
                <c:pt idx="955">
                  <c:v>104.24454251947523</c:v>
                </c:pt>
                <c:pt idx="956">
                  <c:v>104.20011255590781</c:v>
                </c:pt>
                <c:pt idx="957">
                  <c:v>104.26231450490219</c:v>
                </c:pt>
                <c:pt idx="958">
                  <c:v>104.38375640531982</c:v>
                </c:pt>
                <c:pt idx="959">
                  <c:v>104.45484434702769</c:v>
                </c:pt>
                <c:pt idx="960">
                  <c:v>104.46076834217</c:v>
                </c:pt>
                <c:pt idx="961">
                  <c:v>104.47261633245465</c:v>
                </c:pt>
                <c:pt idx="962">
                  <c:v>104.49038831788158</c:v>
                </c:pt>
                <c:pt idx="963">
                  <c:v>104.57628624744531</c:v>
                </c:pt>
                <c:pt idx="964">
                  <c:v>104.6473741891532</c:v>
                </c:pt>
                <c:pt idx="965">
                  <c:v>104.68884215514944</c:v>
                </c:pt>
                <c:pt idx="966">
                  <c:v>104.70365214300529</c:v>
                </c:pt>
                <c:pt idx="967">
                  <c:v>104.83398003613644</c:v>
                </c:pt>
                <c:pt idx="968">
                  <c:v>104.91395397055781</c:v>
                </c:pt>
                <c:pt idx="969">
                  <c:v>104.91987796570014</c:v>
                </c:pt>
                <c:pt idx="970">
                  <c:v>104.9524599389829</c:v>
                </c:pt>
                <c:pt idx="971">
                  <c:v>105.03243387340427</c:v>
                </c:pt>
                <c:pt idx="972">
                  <c:v>104.96726992683868</c:v>
                </c:pt>
                <c:pt idx="973">
                  <c:v>104.94949794141169</c:v>
                </c:pt>
                <c:pt idx="974">
                  <c:v>104.92876395841355</c:v>
                </c:pt>
                <c:pt idx="975">
                  <c:v>104.92283996327123</c:v>
                </c:pt>
                <c:pt idx="976">
                  <c:v>104.8932199875596</c:v>
                </c:pt>
                <c:pt idx="977">
                  <c:v>104.99096590740794</c:v>
                </c:pt>
                <c:pt idx="978">
                  <c:v>104.98504191226564</c:v>
                </c:pt>
                <c:pt idx="979">
                  <c:v>104.88433399484613</c:v>
                </c:pt>
                <c:pt idx="980">
                  <c:v>104.77474008471313</c:v>
                </c:pt>
                <c:pt idx="981">
                  <c:v>104.60294422558573</c:v>
                </c:pt>
                <c:pt idx="982">
                  <c:v>104.52000829359321</c:v>
                </c:pt>
                <c:pt idx="983">
                  <c:v>104.18826456562304</c:v>
                </c:pt>
                <c:pt idx="984">
                  <c:v>104.18826456562304</c:v>
                </c:pt>
                <c:pt idx="985">
                  <c:v>104.00165871863985</c:v>
                </c:pt>
                <c:pt idx="986">
                  <c:v>104.4044903883179</c:v>
                </c:pt>
                <c:pt idx="987">
                  <c:v>104.39856639317556</c:v>
                </c:pt>
                <c:pt idx="988">
                  <c:v>104.28601048547141</c:v>
                </c:pt>
                <c:pt idx="989">
                  <c:v>104.37487041260627</c:v>
                </c:pt>
                <c:pt idx="990">
                  <c:v>104.45780634459881</c:v>
                </c:pt>
                <c:pt idx="991">
                  <c:v>104.52297029116437</c:v>
                </c:pt>
                <c:pt idx="992">
                  <c:v>104.54666627173367</c:v>
                </c:pt>
                <c:pt idx="993">
                  <c:v>104.58221024258762</c:v>
                </c:pt>
                <c:pt idx="994">
                  <c:v>104.69476615029177</c:v>
                </c:pt>
                <c:pt idx="995">
                  <c:v>104.78362607742666</c:v>
                </c:pt>
                <c:pt idx="996">
                  <c:v>104.83990403127873</c:v>
                </c:pt>
                <c:pt idx="997">
                  <c:v>104.89914398270199</c:v>
                </c:pt>
                <c:pt idx="998">
                  <c:v>104.8843339948462</c:v>
                </c:pt>
                <c:pt idx="999">
                  <c:v>104.89618198513085</c:v>
                </c:pt>
                <c:pt idx="1000">
                  <c:v>104.73327211871694</c:v>
                </c:pt>
                <c:pt idx="1001">
                  <c:v>104.73623411628812</c:v>
                </c:pt>
                <c:pt idx="1002">
                  <c:v>104.76585409199976</c:v>
                </c:pt>
                <c:pt idx="1003">
                  <c:v>104.73327211871697</c:v>
                </c:pt>
                <c:pt idx="1004">
                  <c:v>104.79843606528252</c:v>
                </c:pt>
                <c:pt idx="1005">
                  <c:v>104.79843606528252</c:v>
                </c:pt>
                <c:pt idx="1006">
                  <c:v>104.86656200941924</c:v>
                </c:pt>
                <c:pt idx="1007">
                  <c:v>104.8547140191346</c:v>
                </c:pt>
                <c:pt idx="1008">
                  <c:v>104.65626018186673</c:v>
                </c:pt>
                <c:pt idx="1009">
                  <c:v>104.66218417700905</c:v>
                </c:pt>
                <c:pt idx="1010">
                  <c:v>104.49631231302399</c:v>
                </c:pt>
                <c:pt idx="1011">
                  <c:v>104.47557833002587</c:v>
                </c:pt>
                <c:pt idx="1012">
                  <c:v>104.58517224015885</c:v>
                </c:pt>
                <c:pt idx="1013">
                  <c:v>104.55555226444724</c:v>
                </c:pt>
                <c:pt idx="1014">
                  <c:v>104.63552619886863</c:v>
                </c:pt>
                <c:pt idx="1015">
                  <c:v>104.69772814786305</c:v>
                </c:pt>
                <c:pt idx="1016">
                  <c:v>104.84582802642116</c:v>
                </c:pt>
                <c:pt idx="1017">
                  <c:v>104.84582802642116</c:v>
                </c:pt>
                <c:pt idx="1018">
                  <c:v>104.95245993898301</c:v>
                </c:pt>
                <c:pt idx="1019">
                  <c:v>104.96726992683881</c:v>
                </c:pt>
                <c:pt idx="1020">
                  <c:v>105.00281389769279</c:v>
                </c:pt>
                <c:pt idx="1021">
                  <c:v>105.10055981754114</c:v>
                </c:pt>
                <c:pt idx="1022">
                  <c:v>105.18349574953368</c:v>
                </c:pt>
                <c:pt idx="1023">
                  <c:v>105.20719173010296</c:v>
                </c:pt>
                <c:pt idx="1024">
                  <c:v>105.2190397203876</c:v>
                </c:pt>
                <c:pt idx="1025">
                  <c:v>105.21015372767411</c:v>
                </c:pt>
                <c:pt idx="1026">
                  <c:v>105.19830573738948</c:v>
                </c:pt>
                <c:pt idx="1027">
                  <c:v>105.17460975682019</c:v>
                </c:pt>
                <c:pt idx="1028">
                  <c:v>105.17460975682019</c:v>
                </c:pt>
                <c:pt idx="1029">
                  <c:v>105.17757175439134</c:v>
                </c:pt>
                <c:pt idx="1030">
                  <c:v>105.18349574953368</c:v>
                </c:pt>
                <c:pt idx="1031">
                  <c:v>105.22200171795876</c:v>
                </c:pt>
                <c:pt idx="1032">
                  <c:v>105.29308965966666</c:v>
                </c:pt>
                <c:pt idx="1033">
                  <c:v>105.30197565238015</c:v>
                </c:pt>
                <c:pt idx="1034">
                  <c:v>105.31974763780713</c:v>
                </c:pt>
                <c:pt idx="1035">
                  <c:v>105.37306359408805</c:v>
                </c:pt>
                <c:pt idx="1036">
                  <c:v>105.42934154794015</c:v>
                </c:pt>
                <c:pt idx="1037">
                  <c:v>105.42934154794015</c:v>
                </c:pt>
                <c:pt idx="1038">
                  <c:v>105.43822754065367</c:v>
                </c:pt>
                <c:pt idx="1039">
                  <c:v>105.46192352122297</c:v>
                </c:pt>
                <c:pt idx="1040">
                  <c:v>105.5063534847904</c:v>
                </c:pt>
                <c:pt idx="1041">
                  <c:v>105.53597346050201</c:v>
                </c:pt>
                <c:pt idx="1042">
                  <c:v>105.53597346050201</c:v>
                </c:pt>
                <c:pt idx="1043">
                  <c:v>105.59225141435407</c:v>
                </c:pt>
                <c:pt idx="1044">
                  <c:v>105.74923728562561</c:v>
                </c:pt>
                <c:pt idx="1045">
                  <c:v>105.82624922247582</c:v>
                </c:pt>
                <c:pt idx="1046">
                  <c:v>105.92103314475301</c:v>
                </c:pt>
                <c:pt idx="1047">
                  <c:v>106.00100707917436</c:v>
                </c:pt>
                <c:pt idx="1048">
                  <c:v>106.04543704274181</c:v>
                </c:pt>
                <c:pt idx="1049">
                  <c:v>106.08986700630926</c:v>
                </c:pt>
                <c:pt idx="1050">
                  <c:v>106.04543704274184</c:v>
                </c:pt>
                <c:pt idx="1051">
                  <c:v>106.02174106217255</c:v>
                </c:pt>
                <c:pt idx="1052">
                  <c:v>106.08986700630928</c:v>
                </c:pt>
                <c:pt idx="1053">
                  <c:v>106.09875299902275</c:v>
                </c:pt>
                <c:pt idx="1054">
                  <c:v>106.09875299902275</c:v>
                </c:pt>
                <c:pt idx="1055">
                  <c:v>105.86475519090096</c:v>
                </c:pt>
                <c:pt idx="1056">
                  <c:v>105.94472912532231</c:v>
                </c:pt>
                <c:pt idx="1057">
                  <c:v>106.15799295044596</c:v>
                </c:pt>
                <c:pt idx="1058">
                  <c:v>106.2201948994404</c:v>
                </c:pt>
                <c:pt idx="1059">
                  <c:v>106.21427090429806</c:v>
                </c:pt>
                <c:pt idx="1060">
                  <c:v>106.25573887029434</c:v>
                </c:pt>
                <c:pt idx="1061">
                  <c:v>106.25277687272317</c:v>
                </c:pt>
                <c:pt idx="1062">
                  <c:v>106.24389088000969</c:v>
                </c:pt>
                <c:pt idx="1063">
                  <c:v>106.23500488729621</c:v>
                </c:pt>
                <c:pt idx="1064">
                  <c:v>106.14022096501901</c:v>
                </c:pt>
                <c:pt idx="1065">
                  <c:v>106.21427090429809</c:v>
                </c:pt>
                <c:pt idx="1066">
                  <c:v>106.25573887029437</c:v>
                </c:pt>
                <c:pt idx="1067">
                  <c:v>106.3297888095734</c:v>
                </c:pt>
                <c:pt idx="1068">
                  <c:v>106.32682681200225</c:v>
                </c:pt>
                <c:pt idx="1069">
                  <c:v>106.34459879742921</c:v>
                </c:pt>
                <c:pt idx="1070">
                  <c:v>106.35052279257154</c:v>
                </c:pt>
                <c:pt idx="1071">
                  <c:v>106.30016883386178</c:v>
                </c:pt>
                <c:pt idx="1072">
                  <c:v>106.36829477799851</c:v>
                </c:pt>
                <c:pt idx="1073">
                  <c:v>106.26462486300784</c:v>
                </c:pt>
                <c:pt idx="1074">
                  <c:v>106.26462486300784</c:v>
                </c:pt>
                <c:pt idx="1075">
                  <c:v>106.18761292615763</c:v>
                </c:pt>
                <c:pt idx="1076">
                  <c:v>106.27647285329252</c:v>
                </c:pt>
                <c:pt idx="1077">
                  <c:v>106.41272474156597</c:v>
                </c:pt>
                <c:pt idx="1078">
                  <c:v>106.54601463226827</c:v>
                </c:pt>
                <c:pt idx="1079">
                  <c:v>106.58748259826459</c:v>
                </c:pt>
                <c:pt idx="1080">
                  <c:v>106.53120464441253</c:v>
                </c:pt>
                <c:pt idx="1081">
                  <c:v>106.53416664198372</c:v>
                </c:pt>
                <c:pt idx="1082">
                  <c:v>106.61414057640509</c:v>
                </c:pt>
                <c:pt idx="1083">
                  <c:v>106.56378661769533</c:v>
                </c:pt>
                <c:pt idx="1084">
                  <c:v>106.16391694558847</c:v>
                </c:pt>
                <c:pt idx="1085">
                  <c:v>105.81143923462018</c:v>
                </c:pt>
                <c:pt idx="1086">
                  <c:v>106.01285506945918</c:v>
                </c:pt>
                <c:pt idx="1087">
                  <c:v>106.04543704274194</c:v>
                </c:pt>
                <c:pt idx="1088">
                  <c:v>105.67814934391785</c:v>
                </c:pt>
                <c:pt idx="1089">
                  <c:v>104.96726992683898</c:v>
                </c:pt>
                <c:pt idx="1090">
                  <c:v>105.51820147507513</c:v>
                </c:pt>
                <c:pt idx="1091">
                  <c:v>105.32567163294958</c:v>
                </c:pt>
                <c:pt idx="1092">
                  <c:v>104.98504191226594</c:v>
                </c:pt>
                <c:pt idx="1093">
                  <c:v>104.74215811143064</c:v>
                </c:pt>
                <c:pt idx="1094">
                  <c:v>104.57924824501671</c:v>
                </c:pt>
                <c:pt idx="1095">
                  <c:v>104.7836260774269</c:v>
                </c:pt>
                <c:pt idx="1096">
                  <c:v>104.89025798998873</c:v>
                </c:pt>
                <c:pt idx="1097">
                  <c:v>104.53481828144928</c:v>
                </c:pt>
                <c:pt idx="1098">
                  <c:v>104.34821243446608</c:v>
                </c:pt>
                <c:pt idx="1099">
                  <c:v>103.95130475993037</c:v>
                </c:pt>
                <c:pt idx="1100">
                  <c:v>104.03127869435171</c:v>
                </c:pt>
                <c:pt idx="1101">
                  <c:v>104.38968040046232</c:v>
                </c:pt>
                <c:pt idx="1102">
                  <c:v>104.25935250733119</c:v>
                </c:pt>
                <c:pt idx="1103">
                  <c:v>104.28897248304277</c:v>
                </c:pt>
                <c:pt idx="1104">
                  <c:v>103.80616687894337</c:v>
                </c:pt>
                <c:pt idx="1105">
                  <c:v>103.91576078907634</c:v>
                </c:pt>
                <c:pt idx="1106">
                  <c:v>104.35117443203717</c:v>
                </c:pt>
                <c:pt idx="1107">
                  <c:v>104.31563046118323</c:v>
                </c:pt>
                <c:pt idx="1108">
                  <c:v>104.33340244661021</c:v>
                </c:pt>
                <c:pt idx="1109">
                  <c:v>104.35709842717952</c:v>
                </c:pt>
                <c:pt idx="1110">
                  <c:v>104.40152839074696</c:v>
                </c:pt>
                <c:pt idx="1111">
                  <c:v>105.05612985397376</c:v>
                </c:pt>
                <c:pt idx="1112">
                  <c:v>105.19238174224722</c:v>
                </c:pt>
                <c:pt idx="1113">
                  <c:v>105.25162169367046</c:v>
                </c:pt>
                <c:pt idx="1114">
                  <c:v>105.23681170581465</c:v>
                </c:pt>
                <c:pt idx="1115">
                  <c:v>105.43230354551133</c:v>
                </c:pt>
                <c:pt idx="1116">
                  <c:v>105.53893545807317</c:v>
                </c:pt>
                <c:pt idx="1117">
                  <c:v>105.63668137792151</c:v>
                </c:pt>
                <c:pt idx="1118">
                  <c:v>105.83217321761821</c:v>
                </c:pt>
                <c:pt idx="1119">
                  <c:v>105.88548917389912</c:v>
                </c:pt>
                <c:pt idx="1120">
                  <c:v>105.95065312046468</c:v>
                </c:pt>
                <c:pt idx="1121">
                  <c:v>105.96842510589163</c:v>
                </c:pt>
                <c:pt idx="1122">
                  <c:v>106.01285506945908</c:v>
                </c:pt>
                <c:pt idx="1123">
                  <c:v>106.05136103788421</c:v>
                </c:pt>
                <c:pt idx="1124">
                  <c:v>106.08986700630933</c:v>
                </c:pt>
                <c:pt idx="1125">
                  <c:v>106.03951304759956</c:v>
                </c:pt>
                <c:pt idx="1126">
                  <c:v>106.01877906460143</c:v>
                </c:pt>
                <c:pt idx="1127">
                  <c:v>106.00693107431677</c:v>
                </c:pt>
                <c:pt idx="1128">
                  <c:v>106.02470305974373</c:v>
                </c:pt>
                <c:pt idx="1129">
                  <c:v>106.12541097716321</c:v>
                </c:pt>
                <c:pt idx="1130">
                  <c:v>106.11060098930741</c:v>
                </c:pt>
                <c:pt idx="1131">
                  <c:v>106.31497882171759</c:v>
                </c:pt>
                <c:pt idx="1132">
                  <c:v>106.44826871241987</c:v>
                </c:pt>
                <c:pt idx="1133">
                  <c:v>106.486774680845</c:v>
                </c:pt>
                <c:pt idx="1134">
                  <c:v>106.49566067355852</c:v>
                </c:pt>
                <c:pt idx="1135">
                  <c:v>106.46604069784691</c:v>
                </c:pt>
                <c:pt idx="1136">
                  <c:v>106.5430526346971</c:v>
                </c:pt>
                <c:pt idx="1137">
                  <c:v>106.6289505642608</c:v>
                </c:pt>
                <c:pt idx="1138">
                  <c:v>106.57267261040873</c:v>
                </c:pt>
                <c:pt idx="1139">
                  <c:v>106.51639465655666</c:v>
                </c:pt>
                <c:pt idx="1140">
                  <c:v>106.47492669056039</c:v>
                </c:pt>
                <c:pt idx="1141">
                  <c:v>106.41272474156598</c:v>
                </c:pt>
                <c:pt idx="1142">
                  <c:v>106.50158466870087</c:v>
                </c:pt>
                <c:pt idx="1143">
                  <c:v>106.55193862741066</c:v>
                </c:pt>
                <c:pt idx="1144">
                  <c:v>106.649684547259</c:v>
                </c:pt>
                <c:pt idx="1145">
                  <c:v>106.76224045496315</c:v>
                </c:pt>
                <c:pt idx="1146">
                  <c:v>106.80667041853057</c:v>
                </c:pt>
                <c:pt idx="1147">
                  <c:v>106.91034033352126</c:v>
                </c:pt>
                <c:pt idx="1148">
                  <c:v>107.01401024851191</c:v>
                </c:pt>
                <c:pt idx="1149">
                  <c:v>107.12952815378721</c:v>
                </c:pt>
                <c:pt idx="1150">
                  <c:v>107.10879417078908</c:v>
                </c:pt>
                <c:pt idx="1151">
                  <c:v>107.12064216107372</c:v>
                </c:pt>
                <c:pt idx="1152">
                  <c:v>107.14433814164306</c:v>
                </c:pt>
                <c:pt idx="1153">
                  <c:v>107.09990817807561</c:v>
                </c:pt>
                <c:pt idx="1154">
                  <c:v>107.1709961197835</c:v>
                </c:pt>
                <c:pt idx="1155">
                  <c:v>107.1561861319277</c:v>
                </c:pt>
                <c:pt idx="1156">
                  <c:v>107.16507212464118</c:v>
                </c:pt>
                <c:pt idx="1157">
                  <c:v>107.26874203963185</c:v>
                </c:pt>
                <c:pt idx="1158">
                  <c:v>107.47608186961317</c:v>
                </c:pt>
                <c:pt idx="1159">
                  <c:v>107.50273984775365</c:v>
                </c:pt>
                <c:pt idx="1160">
                  <c:v>107.50866384289598</c:v>
                </c:pt>
                <c:pt idx="1161">
                  <c:v>107.59159977488851</c:v>
                </c:pt>
                <c:pt idx="1162">
                  <c:v>107.59159977488851</c:v>
                </c:pt>
                <c:pt idx="1163">
                  <c:v>107.58271378217501</c:v>
                </c:pt>
                <c:pt idx="1164">
                  <c:v>107.57678978703269</c:v>
                </c:pt>
                <c:pt idx="1165">
                  <c:v>107.59752377003082</c:v>
                </c:pt>
                <c:pt idx="1166">
                  <c:v>107.66861171173871</c:v>
                </c:pt>
                <c:pt idx="1167">
                  <c:v>107.65380172388288</c:v>
                </c:pt>
                <c:pt idx="1168">
                  <c:v>107.74858564616005</c:v>
                </c:pt>
                <c:pt idx="1169">
                  <c:v>107.81967358786791</c:v>
                </c:pt>
                <c:pt idx="1170">
                  <c:v>107.79893960486977</c:v>
                </c:pt>
                <c:pt idx="1171">
                  <c:v>107.81374959272559</c:v>
                </c:pt>
                <c:pt idx="1172">
                  <c:v>107.81374959272559</c:v>
                </c:pt>
                <c:pt idx="1173">
                  <c:v>107.94111548828555</c:v>
                </c:pt>
                <c:pt idx="1174">
                  <c:v>108.00924143242223</c:v>
                </c:pt>
                <c:pt idx="1175">
                  <c:v>107.89668552471807</c:v>
                </c:pt>
                <c:pt idx="1176">
                  <c:v>107.95296347857014</c:v>
                </c:pt>
                <c:pt idx="1177">
                  <c:v>108.01812742513569</c:v>
                </c:pt>
                <c:pt idx="1178">
                  <c:v>107.98850744942408</c:v>
                </c:pt>
                <c:pt idx="1179">
                  <c:v>107.92630550042969</c:v>
                </c:pt>
                <c:pt idx="1180">
                  <c:v>107.99146944699525</c:v>
                </c:pt>
                <c:pt idx="1181">
                  <c:v>108.04478540327617</c:v>
                </c:pt>
                <c:pt idx="1182">
                  <c:v>107.98850744942408</c:v>
                </c:pt>
                <c:pt idx="1183">
                  <c:v>107.92038150528735</c:v>
                </c:pt>
                <c:pt idx="1184">
                  <c:v>107.92630550042963</c:v>
                </c:pt>
                <c:pt idx="1185">
                  <c:v>107.90557151743148</c:v>
                </c:pt>
                <c:pt idx="1186">
                  <c:v>107.77524362430036</c:v>
                </c:pt>
                <c:pt idx="1187">
                  <c:v>107.7248896655906</c:v>
                </c:pt>
                <c:pt idx="1188">
                  <c:v>107.75154764373107</c:v>
                </c:pt>
                <c:pt idx="1189">
                  <c:v>107.71007967773481</c:v>
                </c:pt>
                <c:pt idx="1190">
                  <c:v>107.69230769230784</c:v>
                </c:pt>
                <c:pt idx="1191">
                  <c:v>107.695269689879</c:v>
                </c:pt>
                <c:pt idx="1192">
                  <c:v>107.80782559758316</c:v>
                </c:pt>
                <c:pt idx="1193">
                  <c:v>107.89076152957568</c:v>
                </c:pt>
                <c:pt idx="1194">
                  <c:v>108.02701341784909</c:v>
                </c:pt>
                <c:pt idx="1195">
                  <c:v>108.13364533041091</c:v>
                </c:pt>
                <c:pt idx="1196">
                  <c:v>108.20473327211884</c:v>
                </c:pt>
                <c:pt idx="1197">
                  <c:v>108.24620123811512</c:v>
                </c:pt>
                <c:pt idx="1198">
                  <c:v>108.25508723082864</c:v>
                </c:pt>
                <c:pt idx="1199">
                  <c:v>108.25508723082864</c:v>
                </c:pt>
                <c:pt idx="1200">
                  <c:v>108.31432718225189</c:v>
                </c:pt>
                <c:pt idx="1201">
                  <c:v>108.41799709724255</c:v>
                </c:pt>
                <c:pt idx="1202">
                  <c:v>108.42392109238487</c:v>
                </c:pt>
                <c:pt idx="1203">
                  <c:v>108.46538905838111</c:v>
                </c:pt>
                <c:pt idx="1204">
                  <c:v>108.37652913124624</c:v>
                </c:pt>
                <c:pt idx="1205">
                  <c:v>108.36171914339042</c:v>
                </c:pt>
                <c:pt idx="1206">
                  <c:v>108.38541512395969</c:v>
                </c:pt>
                <c:pt idx="1207">
                  <c:v>108.39430111667315</c:v>
                </c:pt>
                <c:pt idx="1208">
                  <c:v>108.4061491069578</c:v>
                </c:pt>
                <c:pt idx="1209">
                  <c:v>108.42688308995592</c:v>
                </c:pt>
                <c:pt idx="1210">
                  <c:v>108.42984508752708</c:v>
                </c:pt>
                <c:pt idx="1211">
                  <c:v>108.4624270608099</c:v>
                </c:pt>
                <c:pt idx="1212">
                  <c:v>108.44761707295409</c:v>
                </c:pt>
                <c:pt idx="1213">
                  <c:v>108.45946506323875</c:v>
                </c:pt>
                <c:pt idx="1214">
                  <c:v>108.32617517253648</c:v>
                </c:pt>
                <c:pt idx="1215">
                  <c:v>108.15141731583792</c:v>
                </c:pt>
                <c:pt idx="1216">
                  <c:v>108.17215129883606</c:v>
                </c:pt>
                <c:pt idx="1217">
                  <c:v>108.18399928912072</c:v>
                </c:pt>
                <c:pt idx="1218">
                  <c:v>108.18399928912072</c:v>
                </c:pt>
                <c:pt idx="1219">
                  <c:v>108.12179734012632</c:v>
                </c:pt>
                <c:pt idx="1220">
                  <c:v>108.02108942270682</c:v>
                </c:pt>
                <c:pt idx="1221">
                  <c:v>107.83744557329477</c:v>
                </c:pt>
                <c:pt idx="1222">
                  <c:v>107.59159977488832</c:v>
                </c:pt>
                <c:pt idx="1223">
                  <c:v>107.29243802020096</c:v>
                </c:pt>
                <c:pt idx="1224">
                  <c:v>107.22135007849306</c:v>
                </c:pt>
                <c:pt idx="1225">
                  <c:v>107.35760196676651</c:v>
                </c:pt>
                <c:pt idx="1226">
                  <c:v>107.56494179674782</c:v>
                </c:pt>
                <c:pt idx="1227">
                  <c:v>107.49977785018224</c:v>
                </c:pt>
                <c:pt idx="1228">
                  <c:v>107.53532182103619</c:v>
                </c:pt>
                <c:pt idx="1229">
                  <c:v>107.57975178460362</c:v>
                </c:pt>
                <c:pt idx="1230">
                  <c:v>107.5412458161785</c:v>
                </c:pt>
                <c:pt idx="1231">
                  <c:v>107.21246408577952</c:v>
                </c:pt>
                <c:pt idx="1232">
                  <c:v>107.11471816593117</c:v>
                </c:pt>
                <c:pt idx="1233">
                  <c:v>106.80370842095915</c:v>
                </c:pt>
                <c:pt idx="1234">
                  <c:v>106.63191256183174</c:v>
                </c:pt>
                <c:pt idx="1235">
                  <c:v>106.61414057640476</c:v>
                </c:pt>
                <c:pt idx="1236">
                  <c:v>106.36829477799832</c:v>
                </c:pt>
                <c:pt idx="1237">
                  <c:v>106.19946091644209</c:v>
                </c:pt>
                <c:pt idx="1238">
                  <c:v>106.06024703059747</c:v>
                </c:pt>
                <c:pt idx="1239">
                  <c:v>106.41568673913692</c:v>
                </c:pt>
                <c:pt idx="1240">
                  <c:v>106.31201682414624</c:v>
                </c:pt>
                <c:pt idx="1241">
                  <c:v>106.06320902816861</c:v>
                </c:pt>
                <c:pt idx="1242">
                  <c:v>106.1402209650188</c:v>
                </c:pt>
                <c:pt idx="1243">
                  <c:v>106.1402209650188</c:v>
                </c:pt>
                <c:pt idx="1244">
                  <c:v>105.90622315689701</c:v>
                </c:pt>
                <c:pt idx="1245">
                  <c:v>105.86475519090075</c:v>
                </c:pt>
                <c:pt idx="1246">
                  <c:v>105.78478125647936</c:v>
                </c:pt>
                <c:pt idx="1247">
                  <c:v>105.84994520304491</c:v>
                </c:pt>
                <c:pt idx="1248">
                  <c:v>#N/A</c:v>
                </c:pt>
                <c:pt idx="1249">
                  <c:v>#N/A</c:v>
                </c:pt>
                <c:pt idx="1250">
                  <c:v>#N/A</c:v>
                </c:pt>
                <c:pt idx="1251">
                  <c:v>#N/A</c:v>
                </c:pt>
                <c:pt idx="1252">
                  <c:v>#N/A</c:v>
                </c:pt>
                <c:pt idx="1253">
                  <c:v>#N/A</c:v>
                </c:pt>
                <c:pt idx="1254">
                  <c:v>#N/A</c:v>
                </c:pt>
                <c:pt idx="1255">
                  <c:v>#N/A</c:v>
                </c:pt>
                <c:pt idx="1256">
                  <c:v>#N/A</c:v>
                </c:pt>
                <c:pt idx="1257">
                  <c:v>#N/A</c:v>
                </c:pt>
                <c:pt idx="1258">
                  <c:v>#N/A</c:v>
                </c:pt>
                <c:pt idx="1259">
                  <c:v>#N/A</c:v>
                </c:pt>
                <c:pt idx="1260">
                  <c:v>#N/A</c:v>
                </c:pt>
                <c:pt idx="1261">
                  <c:v>#N/A</c:v>
                </c:pt>
                <c:pt idx="1262">
                  <c:v>#N/A</c:v>
                </c:pt>
                <c:pt idx="1263">
                  <c:v>#N/A</c:v>
                </c:pt>
                <c:pt idx="1264">
                  <c:v>#N/A</c:v>
                </c:pt>
                <c:pt idx="1265">
                  <c:v>#N/A</c:v>
                </c:pt>
                <c:pt idx="1266">
                  <c:v>#N/A</c:v>
                </c:pt>
                <c:pt idx="1267">
                  <c:v>#N/A</c:v>
                </c:pt>
                <c:pt idx="1268">
                  <c:v>#N/A</c:v>
                </c:pt>
                <c:pt idx="1269">
                  <c:v>#N/A</c:v>
                </c:pt>
                <c:pt idx="1270">
                  <c:v>#N/A</c:v>
                </c:pt>
                <c:pt idx="1271">
                  <c:v>#N/A</c:v>
                </c:pt>
                <c:pt idx="1272">
                  <c:v>#N/A</c:v>
                </c:pt>
                <c:pt idx="1273">
                  <c:v>#N/A</c:v>
                </c:pt>
                <c:pt idx="1274">
                  <c:v>#N/A</c:v>
                </c:pt>
                <c:pt idx="1275">
                  <c:v>#N/A</c:v>
                </c:pt>
                <c:pt idx="1276">
                  <c:v>#N/A</c:v>
                </c:pt>
                <c:pt idx="1277">
                  <c:v>#N/A</c:v>
                </c:pt>
                <c:pt idx="1278">
                  <c:v>#N/A</c:v>
                </c:pt>
                <c:pt idx="1279">
                  <c:v>#N/A</c:v>
                </c:pt>
                <c:pt idx="1280">
                  <c:v>#N/A</c:v>
                </c:pt>
                <c:pt idx="1281">
                  <c:v>#N/A</c:v>
                </c:pt>
                <c:pt idx="1282">
                  <c:v>#N/A</c:v>
                </c:pt>
                <c:pt idx="1283">
                  <c:v>#N/A</c:v>
                </c:pt>
                <c:pt idx="1284">
                  <c:v>#N/A</c:v>
                </c:pt>
                <c:pt idx="1285">
                  <c:v>#N/A</c:v>
                </c:pt>
                <c:pt idx="1286">
                  <c:v>#N/A</c:v>
                </c:pt>
                <c:pt idx="1287">
                  <c:v>#N/A</c:v>
                </c:pt>
                <c:pt idx="1288">
                  <c:v>#N/A</c:v>
                </c:pt>
                <c:pt idx="1289">
                  <c:v>#N/A</c:v>
                </c:pt>
                <c:pt idx="1290">
                  <c:v>#N/A</c:v>
                </c:pt>
                <c:pt idx="1291">
                  <c:v>#N/A</c:v>
                </c:pt>
                <c:pt idx="1292">
                  <c:v>#N/A</c:v>
                </c:pt>
                <c:pt idx="1293">
                  <c:v>#N/A</c:v>
                </c:pt>
                <c:pt idx="1294">
                  <c:v>#N/A</c:v>
                </c:pt>
                <c:pt idx="1295">
                  <c:v>#N/A</c:v>
                </c:pt>
                <c:pt idx="1296">
                  <c:v>#N/A</c:v>
                </c:pt>
                <c:pt idx="1297">
                  <c:v>#N/A</c:v>
                </c:pt>
                <c:pt idx="1298">
                  <c:v>#N/A</c:v>
                </c:pt>
                <c:pt idx="1299">
                  <c:v>#N/A</c:v>
                </c:pt>
                <c:pt idx="1300">
                  <c:v>#N/A</c:v>
                </c:pt>
                <c:pt idx="1301">
                  <c:v>#N/A</c:v>
                </c:pt>
                <c:pt idx="1302">
                  <c:v>#N/A</c:v>
                </c:pt>
                <c:pt idx="1303">
                  <c:v>#N/A</c:v>
                </c:pt>
                <c:pt idx="1304">
                  <c:v>#N/A</c:v>
                </c:pt>
                <c:pt idx="1305">
                  <c:v>#N/A</c:v>
                </c:pt>
                <c:pt idx="1306">
                  <c:v>#N/A</c:v>
                </c:pt>
                <c:pt idx="1307">
                  <c:v>#N/A</c:v>
                </c:pt>
                <c:pt idx="1308">
                  <c:v>#N/A</c:v>
                </c:pt>
                <c:pt idx="1309">
                  <c:v>#N/A</c:v>
                </c:pt>
                <c:pt idx="1310">
                  <c:v>#N/A</c:v>
                </c:pt>
                <c:pt idx="1311">
                  <c:v>#N/A</c:v>
                </c:pt>
                <c:pt idx="1312">
                  <c:v>#N/A</c:v>
                </c:pt>
                <c:pt idx="1313">
                  <c:v>#N/A</c:v>
                </c:pt>
                <c:pt idx="1314">
                  <c:v>#N/A</c:v>
                </c:pt>
                <c:pt idx="1315">
                  <c:v>#N/A</c:v>
                </c:pt>
                <c:pt idx="1316">
                  <c:v>#N/A</c:v>
                </c:pt>
                <c:pt idx="1317">
                  <c:v>#N/A</c:v>
                </c:pt>
                <c:pt idx="1318">
                  <c:v>#N/A</c:v>
                </c:pt>
                <c:pt idx="1319">
                  <c:v>#N/A</c:v>
                </c:pt>
                <c:pt idx="1320">
                  <c:v>#N/A</c:v>
                </c:pt>
              </c:numCache>
            </c:numRef>
          </c:val>
          <c:smooth val="0"/>
          <c:extLst>
            <c:ext xmlns:c16="http://schemas.microsoft.com/office/drawing/2014/chart" uri="{C3380CC4-5D6E-409C-BE32-E72D297353CC}">
              <c16:uniqueId val="{00000000-F2DB-4188-A552-B2101BE80626}"/>
            </c:ext>
          </c:extLst>
        </c:ser>
        <c:ser>
          <c:idx val="2"/>
          <c:order val="2"/>
          <c:tx>
            <c:strRef>
              <c:f>FI_INDEX!$AK$7</c:f>
              <c:strCache>
                <c:ptCount val="1"/>
                <c:pt idx="0">
                  <c:v>EM SOV HC</c:v>
                </c:pt>
              </c:strCache>
            </c:strRef>
          </c:tx>
          <c:spPr>
            <a:ln w="28575">
              <a:solidFill>
                <a:sysClr val="window" lastClr="FFFFFF">
                  <a:lumMod val="65000"/>
                </a:sysClr>
              </a:solidFill>
            </a:ln>
          </c:spPr>
          <c:marker>
            <c:symbol val="picture"/>
            <c:spPr>
              <a:ln w="9525">
                <a:noFill/>
              </a:ln>
            </c:spPr>
          </c:marker>
          <c:cat>
            <c:numRef>
              <c:f>FI_INDEX!$AC$795:$AC$4550</c:f>
              <c:numCache>
                <c:formatCode>m/d/yyyy</c:formatCode>
                <c:ptCount val="3756"/>
                <c:pt idx="0">
                  <c:v>44561</c:v>
                </c:pt>
                <c:pt idx="1">
                  <c:v>44564</c:v>
                </c:pt>
                <c:pt idx="2">
                  <c:v>44565</c:v>
                </c:pt>
                <c:pt idx="3">
                  <c:v>44566</c:v>
                </c:pt>
                <c:pt idx="4">
                  <c:v>44567</c:v>
                </c:pt>
                <c:pt idx="5">
                  <c:v>44568</c:v>
                </c:pt>
                <c:pt idx="6">
                  <c:v>44571</c:v>
                </c:pt>
                <c:pt idx="7">
                  <c:v>44572</c:v>
                </c:pt>
                <c:pt idx="8">
                  <c:v>44573</c:v>
                </c:pt>
                <c:pt idx="9">
                  <c:v>44574</c:v>
                </c:pt>
                <c:pt idx="10">
                  <c:v>44575</c:v>
                </c:pt>
                <c:pt idx="11">
                  <c:v>44578</c:v>
                </c:pt>
                <c:pt idx="12">
                  <c:v>44579</c:v>
                </c:pt>
                <c:pt idx="13">
                  <c:v>44580</c:v>
                </c:pt>
                <c:pt idx="14">
                  <c:v>44581</c:v>
                </c:pt>
                <c:pt idx="15">
                  <c:v>44582</c:v>
                </c:pt>
                <c:pt idx="16">
                  <c:v>44585</c:v>
                </c:pt>
                <c:pt idx="17">
                  <c:v>44586</c:v>
                </c:pt>
                <c:pt idx="18">
                  <c:v>44587</c:v>
                </c:pt>
                <c:pt idx="19">
                  <c:v>44588</c:v>
                </c:pt>
                <c:pt idx="20">
                  <c:v>44589</c:v>
                </c:pt>
                <c:pt idx="21">
                  <c:v>44592</c:v>
                </c:pt>
                <c:pt idx="22">
                  <c:v>44593</c:v>
                </c:pt>
                <c:pt idx="23">
                  <c:v>44594</c:v>
                </c:pt>
                <c:pt idx="24">
                  <c:v>44595</c:v>
                </c:pt>
                <c:pt idx="25">
                  <c:v>44596</c:v>
                </c:pt>
                <c:pt idx="26">
                  <c:v>44599</c:v>
                </c:pt>
                <c:pt idx="27">
                  <c:v>44600</c:v>
                </c:pt>
                <c:pt idx="28">
                  <c:v>44601</c:v>
                </c:pt>
                <c:pt idx="29">
                  <c:v>44602</c:v>
                </c:pt>
                <c:pt idx="30">
                  <c:v>44603</c:v>
                </c:pt>
                <c:pt idx="31">
                  <c:v>44606</c:v>
                </c:pt>
                <c:pt idx="32">
                  <c:v>44607</c:v>
                </c:pt>
                <c:pt idx="33">
                  <c:v>44608</c:v>
                </c:pt>
                <c:pt idx="34">
                  <c:v>44609</c:v>
                </c:pt>
                <c:pt idx="35">
                  <c:v>44610</c:v>
                </c:pt>
                <c:pt idx="36">
                  <c:v>44613</c:v>
                </c:pt>
                <c:pt idx="37">
                  <c:v>44614</c:v>
                </c:pt>
                <c:pt idx="38">
                  <c:v>44615</c:v>
                </c:pt>
                <c:pt idx="39">
                  <c:v>44616</c:v>
                </c:pt>
                <c:pt idx="40">
                  <c:v>44617</c:v>
                </c:pt>
                <c:pt idx="41">
                  <c:v>44620</c:v>
                </c:pt>
                <c:pt idx="42">
                  <c:v>44621</c:v>
                </c:pt>
                <c:pt idx="43">
                  <c:v>44622</c:v>
                </c:pt>
                <c:pt idx="44">
                  <c:v>44623</c:v>
                </c:pt>
                <c:pt idx="45">
                  <c:v>44624</c:v>
                </c:pt>
                <c:pt idx="46">
                  <c:v>44627</c:v>
                </c:pt>
                <c:pt idx="47">
                  <c:v>44628</c:v>
                </c:pt>
                <c:pt idx="48">
                  <c:v>44629</c:v>
                </c:pt>
                <c:pt idx="49">
                  <c:v>44630</c:v>
                </c:pt>
                <c:pt idx="50">
                  <c:v>44631</c:v>
                </c:pt>
                <c:pt idx="51">
                  <c:v>44634</c:v>
                </c:pt>
                <c:pt idx="52">
                  <c:v>44635</c:v>
                </c:pt>
                <c:pt idx="53">
                  <c:v>44636</c:v>
                </c:pt>
                <c:pt idx="54">
                  <c:v>44637</c:v>
                </c:pt>
                <c:pt idx="55">
                  <c:v>44638</c:v>
                </c:pt>
                <c:pt idx="56">
                  <c:v>44641</c:v>
                </c:pt>
                <c:pt idx="57">
                  <c:v>44642</c:v>
                </c:pt>
                <c:pt idx="58">
                  <c:v>44643</c:v>
                </c:pt>
                <c:pt idx="59">
                  <c:v>44644</c:v>
                </c:pt>
                <c:pt idx="60">
                  <c:v>44645</c:v>
                </c:pt>
                <c:pt idx="61">
                  <c:v>44648</c:v>
                </c:pt>
                <c:pt idx="62">
                  <c:v>44649</c:v>
                </c:pt>
                <c:pt idx="63">
                  <c:v>44650</c:v>
                </c:pt>
                <c:pt idx="64">
                  <c:v>44651</c:v>
                </c:pt>
                <c:pt idx="65">
                  <c:v>44652</c:v>
                </c:pt>
                <c:pt idx="66">
                  <c:v>44655</c:v>
                </c:pt>
                <c:pt idx="67">
                  <c:v>44656</c:v>
                </c:pt>
                <c:pt idx="68">
                  <c:v>44657</c:v>
                </c:pt>
                <c:pt idx="69">
                  <c:v>44658</c:v>
                </c:pt>
                <c:pt idx="70">
                  <c:v>44659</c:v>
                </c:pt>
                <c:pt idx="71">
                  <c:v>44662</c:v>
                </c:pt>
                <c:pt idx="72">
                  <c:v>44663</c:v>
                </c:pt>
                <c:pt idx="73">
                  <c:v>44664</c:v>
                </c:pt>
                <c:pt idx="74">
                  <c:v>44665</c:v>
                </c:pt>
                <c:pt idx="75">
                  <c:v>44666</c:v>
                </c:pt>
                <c:pt idx="76">
                  <c:v>44669</c:v>
                </c:pt>
                <c:pt idx="77">
                  <c:v>44670</c:v>
                </c:pt>
                <c:pt idx="78">
                  <c:v>44671</c:v>
                </c:pt>
                <c:pt idx="79">
                  <c:v>44672</c:v>
                </c:pt>
                <c:pt idx="80">
                  <c:v>44673</c:v>
                </c:pt>
                <c:pt idx="81">
                  <c:v>44676</c:v>
                </c:pt>
                <c:pt idx="82">
                  <c:v>44677</c:v>
                </c:pt>
                <c:pt idx="83">
                  <c:v>44678</c:v>
                </c:pt>
                <c:pt idx="84">
                  <c:v>44679</c:v>
                </c:pt>
                <c:pt idx="85">
                  <c:v>44680</c:v>
                </c:pt>
                <c:pt idx="86">
                  <c:v>44683</c:v>
                </c:pt>
                <c:pt idx="87">
                  <c:v>44684</c:v>
                </c:pt>
                <c:pt idx="88">
                  <c:v>44685</c:v>
                </c:pt>
                <c:pt idx="89">
                  <c:v>44686</c:v>
                </c:pt>
                <c:pt idx="90">
                  <c:v>44687</c:v>
                </c:pt>
                <c:pt idx="91">
                  <c:v>44690</c:v>
                </c:pt>
                <c:pt idx="92">
                  <c:v>44691</c:v>
                </c:pt>
                <c:pt idx="93">
                  <c:v>44692</c:v>
                </c:pt>
                <c:pt idx="94">
                  <c:v>44693</c:v>
                </c:pt>
                <c:pt idx="95">
                  <c:v>44694</c:v>
                </c:pt>
                <c:pt idx="96">
                  <c:v>44697</c:v>
                </c:pt>
                <c:pt idx="97">
                  <c:v>44698</c:v>
                </c:pt>
                <c:pt idx="98">
                  <c:v>44699</c:v>
                </c:pt>
                <c:pt idx="99">
                  <c:v>44700</c:v>
                </c:pt>
                <c:pt idx="100">
                  <c:v>44701</c:v>
                </c:pt>
                <c:pt idx="101">
                  <c:v>44704</c:v>
                </c:pt>
                <c:pt idx="102">
                  <c:v>44705</c:v>
                </c:pt>
                <c:pt idx="103">
                  <c:v>44706</c:v>
                </c:pt>
                <c:pt idx="104">
                  <c:v>44707</c:v>
                </c:pt>
                <c:pt idx="105">
                  <c:v>44708</c:v>
                </c:pt>
                <c:pt idx="106">
                  <c:v>44711</c:v>
                </c:pt>
                <c:pt idx="107">
                  <c:v>44712</c:v>
                </c:pt>
                <c:pt idx="108">
                  <c:v>44713</c:v>
                </c:pt>
                <c:pt idx="109">
                  <c:v>44714</c:v>
                </c:pt>
                <c:pt idx="110">
                  <c:v>44715</c:v>
                </c:pt>
                <c:pt idx="111">
                  <c:v>44718</c:v>
                </c:pt>
                <c:pt idx="112">
                  <c:v>44719</c:v>
                </c:pt>
                <c:pt idx="113">
                  <c:v>44720</c:v>
                </c:pt>
                <c:pt idx="114">
                  <c:v>44721</c:v>
                </c:pt>
                <c:pt idx="115">
                  <c:v>44722</c:v>
                </c:pt>
                <c:pt idx="116">
                  <c:v>44725</c:v>
                </c:pt>
                <c:pt idx="117">
                  <c:v>44726</c:v>
                </c:pt>
                <c:pt idx="118">
                  <c:v>44727</c:v>
                </c:pt>
                <c:pt idx="119">
                  <c:v>44728</c:v>
                </c:pt>
                <c:pt idx="120">
                  <c:v>44729</c:v>
                </c:pt>
                <c:pt idx="121">
                  <c:v>44732</c:v>
                </c:pt>
                <c:pt idx="122">
                  <c:v>44733</c:v>
                </c:pt>
                <c:pt idx="123">
                  <c:v>44734</c:v>
                </c:pt>
                <c:pt idx="124">
                  <c:v>44735</c:v>
                </c:pt>
                <c:pt idx="125">
                  <c:v>44736</c:v>
                </c:pt>
                <c:pt idx="126">
                  <c:v>44739</c:v>
                </c:pt>
                <c:pt idx="127">
                  <c:v>44740</c:v>
                </c:pt>
                <c:pt idx="128">
                  <c:v>44741</c:v>
                </c:pt>
                <c:pt idx="129">
                  <c:v>44742</c:v>
                </c:pt>
                <c:pt idx="130">
                  <c:v>44743</c:v>
                </c:pt>
                <c:pt idx="131">
                  <c:v>44746</c:v>
                </c:pt>
                <c:pt idx="132">
                  <c:v>44747</c:v>
                </c:pt>
                <c:pt idx="133">
                  <c:v>44748</c:v>
                </c:pt>
                <c:pt idx="134">
                  <c:v>44749</c:v>
                </c:pt>
                <c:pt idx="135">
                  <c:v>44750</c:v>
                </c:pt>
                <c:pt idx="136">
                  <c:v>44753</c:v>
                </c:pt>
                <c:pt idx="137">
                  <c:v>44754</c:v>
                </c:pt>
                <c:pt idx="138">
                  <c:v>44755</c:v>
                </c:pt>
                <c:pt idx="139">
                  <c:v>44756</c:v>
                </c:pt>
                <c:pt idx="140">
                  <c:v>44757</c:v>
                </c:pt>
                <c:pt idx="141">
                  <c:v>44760</c:v>
                </c:pt>
                <c:pt idx="142">
                  <c:v>44761</c:v>
                </c:pt>
                <c:pt idx="143">
                  <c:v>44762</c:v>
                </c:pt>
                <c:pt idx="144">
                  <c:v>44763</c:v>
                </c:pt>
                <c:pt idx="145">
                  <c:v>44764</c:v>
                </c:pt>
                <c:pt idx="146">
                  <c:v>44767</c:v>
                </c:pt>
                <c:pt idx="147">
                  <c:v>44768</c:v>
                </c:pt>
                <c:pt idx="148">
                  <c:v>44769</c:v>
                </c:pt>
                <c:pt idx="149">
                  <c:v>44770</c:v>
                </c:pt>
                <c:pt idx="150">
                  <c:v>44771</c:v>
                </c:pt>
                <c:pt idx="151">
                  <c:v>44774</c:v>
                </c:pt>
                <c:pt idx="152">
                  <c:v>44775</c:v>
                </c:pt>
                <c:pt idx="153">
                  <c:v>44776</c:v>
                </c:pt>
                <c:pt idx="154">
                  <c:v>44777</c:v>
                </c:pt>
                <c:pt idx="155">
                  <c:v>44778</c:v>
                </c:pt>
                <c:pt idx="156">
                  <c:v>44781</c:v>
                </c:pt>
                <c:pt idx="157">
                  <c:v>44782</c:v>
                </c:pt>
                <c:pt idx="158">
                  <c:v>44783</c:v>
                </c:pt>
                <c:pt idx="159">
                  <c:v>44784</c:v>
                </c:pt>
                <c:pt idx="160">
                  <c:v>44785</c:v>
                </c:pt>
                <c:pt idx="161">
                  <c:v>44788</c:v>
                </c:pt>
                <c:pt idx="162">
                  <c:v>44789</c:v>
                </c:pt>
                <c:pt idx="163">
                  <c:v>44790</c:v>
                </c:pt>
                <c:pt idx="164">
                  <c:v>44791</c:v>
                </c:pt>
                <c:pt idx="165">
                  <c:v>44792</c:v>
                </c:pt>
                <c:pt idx="166">
                  <c:v>44795</c:v>
                </c:pt>
                <c:pt idx="167">
                  <c:v>44796</c:v>
                </c:pt>
                <c:pt idx="168">
                  <c:v>44797</c:v>
                </c:pt>
                <c:pt idx="169">
                  <c:v>44798</c:v>
                </c:pt>
                <c:pt idx="170">
                  <c:v>44799</c:v>
                </c:pt>
                <c:pt idx="171">
                  <c:v>44802</c:v>
                </c:pt>
                <c:pt idx="172">
                  <c:v>44803</c:v>
                </c:pt>
                <c:pt idx="173">
                  <c:v>44804</c:v>
                </c:pt>
                <c:pt idx="174">
                  <c:v>44805</c:v>
                </c:pt>
                <c:pt idx="175">
                  <c:v>44806</c:v>
                </c:pt>
                <c:pt idx="176">
                  <c:v>44809</c:v>
                </c:pt>
                <c:pt idx="177">
                  <c:v>44810</c:v>
                </c:pt>
                <c:pt idx="178">
                  <c:v>44811</c:v>
                </c:pt>
                <c:pt idx="179">
                  <c:v>44812</c:v>
                </c:pt>
                <c:pt idx="180">
                  <c:v>44813</c:v>
                </c:pt>
                <c:pt idx="181">
                  <c:v>44816</c:v>
                </c:pt>
                <c:pt idx="182">
                  <c:v>44817</c:v>
                </c:pt>
                <c:pt idx="183">
                  <c:v>44818</c:v>
                </c:pt>
                <c:pt idx="184">
                  <c:v>44819</c:v>
                </c:pt>
                <c:pt idx="185">
                  <c:v>44820</c:v>
                </c:pt>
                <c:pt idx="186">
                  <c:v>44823</c:v>
                </c:pt>
                <c:pt idx="187">
                  <c:v>44824</c:v>
                </c:pt>
                <c:pt idx="188">
                  <c:v>44825</c:v>
                </c:pt>
                <c:pt idx="189">
                  <c:v>44826</c:v>
                </c:pt>
                <c:pt idx="190">
                  <c:v>44827</c:v>
                </c:pt>
                <c:pt idx="191">
                  <c:v>44830</c:v>
                </c:pt>
                <c:pt idx="192">
                  <c:v>44831</c:v>
                </c:pt>
                <c:pt idx="193">
                  <c:v>44832</c:v>
                </c:pt>
                <c:pt idx="194">
                  <c:v>44833</c:v>
                </c:pt>
                <c:pt idx="195">
                  <c:v>44834</c:v>
                </c:pt>
                <c:pt idx="196">
                  <c:v>44837</c:v>
                </c:pt>
                <c:pt idx="197">
                  <c:v>44838</c:v>
                </c:pt>
                <c:pt idx="198">
                  <c:v>44839</c:v>
                </c:pt>
                <c:pt idx="199">
                  <c:v>44840</c:v>
                </c:pt>
                <c:pt idx="200">
                  <c:v>44841</c:v>
                </c:pt>
                <c:pt idx="201">
                  <c:v>44844</c:v>
                </c:pt>
                <c:pt idx="202">
                  <c:v>44845</c:v>
                </c:pt>
                <c:pt idx="203">
                  <c:v>44846</c:v>
                </c:pt>
                <c:pt idx="204">
                  <c:v>44847</c:v>
                </c:pt>
                <c:pt idx="205">
                  <c:v>44848</c:v>
                </c:pt>
                <c:pt idx="206">
                  <c:v>44851</c:v>
                </c:pt>
                <c:pt idx="207">
                  <c:v>44852</c:v>
                </c:pt>
                <c:pt idx="208">
                  <c:v>44853</c:v>
                </c:pt>
                <c:pt idx="209">
                  <c:v>44854</c:v>
                </c:pt>
                <c:pt idx="210">
                  <c:v>44855</c:v>
                </c:pt>
                <c:pt idx="211">
                  <c:v>44858</c:v>
                </c:pt>
                <c:pt idx="212">
                  <c:v>44859</c:v>
                </c:pt>
                <c:pt idx="213">
                  <c:v>44860</c:v>
                </c:pt>
                <c:pt idx="214">
                  <c:v>44861</c:v>
                </c:pt>
                <c:pt idx="215">
                  <c:v>44862</c:v>
                </c:pt>
                <c:pt idx="216">
                  <c:v>44865</c:v>
                </c:pt>
                <c:pt idx="217">
                  <c:v>44866</c:v>
                </c:pt>
                <c:pt idx="218">
                  <c:v>44867</c:v>
                </c:pt>
                <c:pt idx="219">
                  <c:v>44868</c:v>
                </c:pt>
                <c:pt idx="220">
                  <c:v>44869</c:v>
                </c:pt>
                <c:pt idx="221">
                  <c:v>44872</c:v>
                </c:pt>
                <c:pt idx="222">
                  <c:v>44873</c:v>
                </c:pt>
                <c:pt idx="223">
                  <c:v>44874</c:v>
                </c:pt>
                <c:pt idx="224">
                  <c:v>44875</c:v>
                </c:pt>
                <c:pt idx="225">
                  <c:v>44876</c:v>
                </c:pt>
                <c:pt idx="226">
                  <c:v>44879</c:v>
                </c:pt>
                <c:pt idx="227">
                  <c:v>44880</c:v>
                </c:pt>
                <c:pt idx="228">
                  <c:v>44881</c:v>
                </c:pt>
                <c:pt idx="229">
                  <c:v>44882</c:v>
                </c:pt>
                <c:pt idx="230">
                  <c:v>44883</c:v>
                </c:pt>
                <c:pt idx="231">
                  <c:v>44886</c:v>
                </c:pt>
                <c:pt idx="232">
                  <c:v>44887</c:v>
                </c:pt>
                <c:pt idx="233">
                  <c:v>44888</c:v>
                </c:pt>
                <c:pt idx="234">
                  <c:v>44889</c:v>
                </c:pt>
                <c:pt idx="235">
                  <c:v>44890</c:v>
                </c:pt>
                <c:pt idx="236">
                  <c:v>44893</c:v>
                </c:pt>
                <c:pt idx="237">
                  <c:v>44894</c:v>
                </c:pt>
                <c:pt idx="238">
                  <c:v>44895</c:v>
                </c:pt>
                <c:pt idx="239">
                  <c:v>44896</c:v>
                </c:pt>
                <c:pt idx="240">
                  <c:v>44897</c:v>
                </c:pt>
                <c:pt idx="241">
                  <c:v>44900</c:v>
                </c:pt>
                <c:pt idx="242">
                  <c:v>44901</c:v>
                </c:pt>
                <c:pt idx="243">
                  <c:v>44902</c:v>
                </c:pt>
                <c:pt idx="244">
                  <c:v>44903</c:v>
                </c:pt>
                <c:pt idx="245">
                  <c:v>44904</c:v>
                </c:pt>
                <c:pt idx="246">
                  <c:v>44907</c:v>
                </c:pt>
                <c:pt idx="247">
                  <c:v>44908</c:v>
                </c:pt>
                <c:pt idx="248">
                  <c:v>44909</c:v>
                </c:pt>
                <c:pt idx="249">
                  <c:v>44910</c:v>
                </c:pt>
                <c:pt idx="250">
                  <c:v>44911</c:v>
                </c:pt>
                <c:pt idx="251">
                  <c:v>44914</c:v>
                </c:pt>
                <c:pt idx="252">
                  <c:v>44915</c:v>
                </c:pt>
                <c:pt idx="253">
                  <c:v>44916</c:v>
                </c:pt>
                <c:pt idx="254">
                  <c:v>44917</c:v>
                </c:pt>
                <c:pt idx="255">
                  <c:v>44918</c:v>
                </c:pt>
                <c:pt idx="256">
                  <c:v>44921</c:v>
                </c:pt>
                <c:pt idx="257">
                  <c:v>44922</c:v>
                </c:pt>
                <c:pt idx="258">
                  <c:v>44923</c:v>
                </c:pt>
                <c:pt idx="259">
                  <c:v>44924</c:v>
                </c:pt>
                <c:pt idx="260">
                  <c:v>44925</c:v>
                </c:pt>
                <c:pt idx="261">
                  <c:v>44928</c:v>
                </c:pt>
                <c:pt idx="262">
                  <c:v>44929</c:v>
                </c:pt>
                <c:pt idx="263">
                  <c:v>44930</c:v>
                </c:pt>
                <c:pt idx="264">
                  <c:v>44931</c:v>
                </c:pt>
                <c:pt idx="265">
                  <c:v>44932</c:v>
                </c:pt>
                <c:pt idx="266">
                  <c:v>44935</c:v>
                </c:pt>
                <c:pt idx="267">
                  <c:v>44936</c:v>
                </c:pt>
                <c:pt idx="268">
                  <c:v>44937</c:v>
                </c:pt>
                <c:pt idx="269">
                  <c:v>44938</c:v>
                </c:pt>
                <c:pt idx="270">
                  <c:v>44939</c:v>
                </c:pt>
                <c:pt idx="271">
                  <c:v>44942</c:v>
                </c:pt>
                <c:pt idx="272">
                  <c:v>44943</c:v>
                </c:pt>
                <c:pt idx="273">
                  <c:v>44944</c:v>
                </c:pt>
                <c:pt idx="274">
                  <c:v>44945</c:v>
                </c:pt>
                <c:pt idx="275">
                  <c:v>44946</c:v>
                </c:pt>
                <c:pt idx="276">
                  <c:v>44949</c:v>
                </c:pt>
                <c:pt idx="277">
                  <c:v>44950</c:v>
                </c:pt>
                <c:pt idx="278">
                  <c:v>44951</c:v>
                </c:pt>
                <c:pt idx="279">
                  <c:v>44952</c:v>
                </c:pt>
                <c:pt idx="280">
                  <c:v>44953</c:v>
                </c:pt>
                <c:pt idx="281">
                  <c:v>44956</c:v>
                </c:pt>
                <c:pt idx="282">
                  <c:v>44957</c:v>
                </c:pt>
                <c:pt idx="283">
                  <c:v>44958</c:v>
                </c:pt>
                <c:pt idx="284">
                  <c:v>44959</c:v>
                </c:pt>
                <c:pt idx="285">
                  <c:v>44960</c:v>
                </c:pt>
                <c:pt idx="286">
                  <c:v>44963</c:v>
                </c:pt>
                <c:pt idx="287">
                  <c:v>44964</c:v>
                </c:pt>
                <c:pt idx="288">
                  <c:v>44965</c:v>
                </c:pt>
                <c:pt idx="289">
                  <c:v>44966</c:v>
                </c:pt>
                <c:pt idx="290">
                  <c:v>44967</c:v>
                </c:pt>
                <c:pt idx="291">
                  <c:v>44970</c:v>
                </c:pt>
                <c:pt idx="292">
                  <c:v>44971</c:v>
                </c:pt>
                <c:pt idx="293">
                  <c:v>44972</c:v>
                </c:pt>
                <c:pt idx="294">
                  <c:v>44973</c:v>
                </c:pt>
                <c:pt idx="295">
                  <c:v>44974</c:v>
                </c:pt>
                <c:pt idx="296">
                  <c:v>44977</c:v>
                </c:pt>
                <c:pt idx="297">
                  <c:v>44978</c:v>
                </c:pt>
                <c:pt idx="298">
                  <c:v>44979</c:v>
                </c:pt>
                <c:pt idx="299">
                  <c:v>44980</c:v>
                </c:pt>
                <c:pt idx="300">
                  <c:v>44981</c:v>
                </c:pt>
                <c:pt idx="301">
                  <c:v>44984</c:v>
                </c:pt>
                <c:pt idx="302">
                  <c:v>44985</c:v>
                </c:pt>
                <c:pt idx="303">
                  <c:v>44986</c:v>
                </c:pt>
                <c:pt idx="304">
                  <c:v>44987</c:v>
                </c:pt>
                <c:pt idx="305">
                  <c:v>44988</c:v>
                </c:pt>
                <c:pt idx="306">
                  <c:v>44991</c:v>
                </c:pt>
                <c:pt idx="307">
                  <c:v>44992</c:v>
                </c:pt>
                <c:pt idx="308">
                  <c:v>44993</c:v>
                </c:pt>
                <c:pt idx="309">
                  <c:v>44994</c:v>
                </c:pt>
                <c:pt idx="310">
                  <c:v>44995</c:v>
                </c:pt>
                <c:pt idx="311">
                  <c:v>44998</c:v>
                </c:pt>
                <c:pt idx="312">
                  <c:v>44999</c:v>
                </c:pt>
                <c:pt idx="313">
                  <c:v>45000</c:v>
                </c:pt>
                <c:pt idx="314">
                  <c:v>45001</c:v>
                </c:pt>
                <c:pt idx="315">
                  <c:v>45002</c:v>
                </c:pt>
                <c:pt idx="316">
                  <c:v>45005</c:v>
                </c:pt>
                <c:pt idx="317">
                  <c:v>45006</c:v>
                </c:pt>
                <c:pt idx="318">
                  <c:v>45007</c:v>
                </c:pt>
                <c:pt idx="319">
                  <c:v>45008</c:v>
                </c:pt>
                <c:pt idx="320">
                  <c:v>45009</c:v>
                </c:pt>
                <c:pt idx="321">
                  <c:v>45012</c:v>
                </c:pt>
                <c:pt idx="322">
                  <c:v>45013</c:v>
                </c:pt>
                <c:pt idx="323">
                  <c:v>45014</c:v>
                </c:pt>
                <c:pt idx="324">
                  <c:v>45015</c:v>
                </c:pt>
                <c:pt idx="325">
                  <c:v>45016</c:v>
                </c:pt>
                <c:pt idx="326">
                  <c:v>45019</c:v>
                </c:pt>
                <c:pt idx="327">
                  <c:v>45020</c:v>
                </c:pt>
                <c:pt idx="328">
                  <c:v>45021</c:v>
                </c:pt>
                <c:pt idx="329">
                  <c:v>45022</c:v>
                </c:pt>
                <c:pt idx="330">
                  <c:v>45023</c:v>
                </c:pt>
                <c:pt idx="331">
                  <c:v>45026</c:v>
                </c:pt>
                <c:pt idx="332">
                  <c:v>45027</c:v>
                </c:pt>
                <c:pt idx="333">
                  <c:v>45028</c:v>
                </c:pt>
                <c:pt idx="334">
                  <c:v>45029</c:v>
                </c:pt>
                <c:pt idx="335">
                  <c:v>45030</c:v>
                </c:pt>
                <c:pt idx="336">
                  <c:v>45033</c:v>
                </c:pt>
                <c:pt idx="337">
                  <c:v>45034</c:v>
                </c:pt>
                <c:pt idx="338">
                  <c:v>45035</c:v>
                </c:pt>
                <c:pt idx="339">
                  <c:v>45036</c:v>
                </c:pt>
                <c:pt idx="340">
                  <c:v>45037</c:v>
                </c:pt>
                <c:pt idx="341">
                  <c:v>45040</c:v>
                </c:pt>
                <c:pt idx="342">
                  <c:v>45041</c:v>
                </c:pt>
                <c:pt idx="343">
                  <c:v>45042</c:v>
                </c:pt>
                <c:pt idx="344">
                  <c:v>45043</c:v>
                </c:pt>
                <c:pt idx="345">
                  <c:v>45044</c:v>
                </c:pt>
                <c:pt idx="346">
                  <c:v>45047</c:v>
                </c:pt>
                <c:pt idx="347">
                  <c:v>45048</c:v>
                </c:pt>
                <c:pt idx="348">
                  <c:v>45049</c:v>
                </c:pt>
                <c:pt idx="349">
                  <c:v>45050</c:v>
                </c:pt>
                <c:pt idx="350">
                  <c:v>45051</c:v>
                </c:pt>
                <c:pt idx="351">
                  <c:v>45054</c:v>
                </c:pt>
                <c:pt idx="352">
                  <c:v>45055</c:v>
                </c:pt>
                <c:pt idx="353">
                  <c:v>45056</c:v>
                </c:pt>
                <c:pt idx="354">
                  <c:v>45057</c:v>
                </c:pt>
                <c:pt idx="355">
                  <c:v>45058</c:v>
                </c:pt>
                <c:pt idx="356">
                  <c:v>45061</c:v>
                </c:pt>
                <c:pt idx="357">
                  <c:v>45062</c:v>
                </c:pt>
                <c:pt idx="358">
                  <c:v>45063</c:v>
                </c:pt>
                <c:pt idx="359">
                  <c:v>45064</c:v>
                </c:pt>
                <c:pt idx="360">
                  <c:v>45065</c:v>
                </c:pt>
                <c:pt idx="361">
                  <c:v>45068</c:v>
                </c:pt>
                <c:pt idx="362">
                  <c:v>45069</c:v>
                </c:pt>
                <c:pt idx="363">
                  <c:v>45070</c:v>
                </c:pt>
                <c:pt idx="364">
                  <c:v>45071</c:v>
                </c:pt>
                <c:pt idx="365">
                  <c:v>45072</c:v>
                </c:pt>
                <c:pt idx="366">
                  <c:v>45075</c:v>
                </c:pt>
                <c:pt idx="367">
                  <c:v>45076</c:v>
                </c:pt>
                <c:pt idx="368">
                  <c:v>45077</c:v>
                </c:pt>
                <c:pt idx="369">
                  <c:v>45078</c:v>
                </c:pt>
                <c:pt idx="370">
                  <c:v>45079</c:v>
                </c:pt>
                <c:pt idx="371">
                  <c:v>45082</c:v>
                </c:pt>
                <c:pt idx="372">
                  <c:v>45083</c:v>
                </c:pt>
                <c:pt idx="373">
                  <c:v>45084</c:v>
                </c:pt>
                <c:pt idx="374">
                  <c:v>45085</c:v>
                </c:pt>
                <c:pt idx="375">
                  <c:v>45086</c:v>
                </c:pt>
                <c:pt idx="376">
                  <c:v>45089</c:v>
                </c:pt>
                <c:pt idx="377">
                  <c:v>45090</c:v>
                </c:pt>
                <c:pt idx="378">
                  <c:v>45091</c:v>
                </c:pt>
                <c:pt idx="379">
                  <c:v>45092</c:v>
                </c:pt>
                <c:pt idx="380">
                  <c:v>45093</c:v>
                </c:pt>
                <c:pt idx="381">
                  <c:v>45096</c:v>
                </c:pt>
                <c:pt idx="382">
                  <c:v>45097</c:v>
                </c:pt>
                <c:pt idx="383">
                  <c:v>45098</c:v>
                </c:pt>
                <c:pt idx="384">
                  <c:v>45099</c:v>
                </c:pt>
                <c:pt idx="385">
                  <c:v>45100</c:v>
                </c:pt>
                <c:pt idx="386">
                  <c:v>45103</c:v>
                </c:pt>
                <c:pt idx="387">
                  <c:v>45104</c:v>
                </c:pt>
                <c:pt idx="388">
                  <c:v>45105</c:v>
                </c:pt>
                <c:pt idx="389">
                  <c:v>45106</c:v>
                </c:pt>
                <c:pt idx="390">
                  <c:v>45107</c:v>
                </c:pt>
                <c:pt idx="391">
                  <c:v>45110</c:v>
                </c:pt>
                <c:pt idx="392">
                  <c:v>45111</c:v>
                </c:pt>
                <c:pt idx="393">
                  <c:v>45112</c:v>
                </c:pt>
                <c:pt idx="394">
                  <c:v>45113</c:v>
                </c:pt>
                <c:pt idx="395">
                  <c:v>45114</c:v>
                </c:pt>
                <c:pt idx="396">
                  <c:v>45117</c:v>
                </c:pt>
                <c:pt idx="397">
                  <c:v>45118</c:v>
                </c:pt>
                <c:pt idx="398">
                  <c:v>45119</c:v>
                </c:pt>
                <c:pt idx="399">
                  <c:v>45120</c:v>
                </c:pt>
                <c:pt idx="400">
                  <c:v>45121</c:v>
                </c:pt>
                <c:pt idx="401">
                  <c:v>45124</c:v>
                </c:pt>
                <c:pt idx="402">
                  <c:v>45125</c:v>
                </c:pt>
                <c:pt idx="403">
                  <c:v>45126</c:v>
                </c:pt>
                <c:pt idx="404">
                  <c:v>45127</c:v>
                </c:pt>
                <c:pt idx="405">
                  <c:v>45128</c:v>
                </c:pt>
                <c:pt idx="406">
                  <c:v>45131</c:v>
                </c:pt>
                <c:pt idx="407">
                  <c:v>45132</c:v>
                </c:pt>
                <c:pt idx="408">
                  <c:v>45133</c:v>
                </c:pt>
                <c:pt idx="409">
                  <c:v>45134</c:v>
                </c:pt>
                <c:pt idx="410">
                  <c:v>45135</c:v>
                </c:pt>
                <c:pt idx="411">
                  <c:v>45138</c:v>
                </c:pt>
                <c:pt idx="412">
                  <c:v>45139</c:v>
                </c:pt>
                <c:pt idx="413">
                  <c:v>45140</c:v>
                </c:pt>
                <c:pt idx="414">
                  <c:v>45141</c:v>
                </c:pt>
                <c:pt idx="415">
                  <c:v>45142</c:v>
                </c:pt>
                <c:pt idx="416">
                  <c:v>45145</c:v>
                </c:pt>
                <c:pt idx="417">
                  <c:v>45146</c:v>
                </c:pt>
                <c:pt idx="418">
                  <c:v>45147</c:v>
                </c:pt>
                <c:pt idx="419">
                  <c:v>45148</c:v>
                </c:pt>
                <c:pt idx="420">
                  <c:v>45149</c:v>
                </c:pt>
                <c:pt idx="421">
                  <c:v>45152</c:v>
                </c:pt>
                <c:pt idx="422">
                  <c:v>45153</c:v>
                </c:pt>
                <c:pt idx="423">
                  <c:v>45154</c:v>
                </c:pt>
                <c:pt idx="424">
                  <c:v>45155</c:v>
                </c:pt>
                <c:pt idx="425">
                  <c:v>45156</c:v>
                </c:pt>
                <c:pt idx="426">
                  <c:v>45159</c:v>
                </c:pt>
                <c:pt idx="427">
                  <c:v>45160</c:v>
                </c:pt>
                <c:pt idx="428">
                  <c:v>45161</c:v>
                </c:pt>
                <c:pt idx="429">
                  <c:v>45162</c:v>
                </c:pt>
                <c:pt idx="430">
                  <c:v>45163</c:v>
                </c:pt>
                <c:pt idx="431">
                  <c:v>45166</c:v>
                </c:pt>
                <c:pt idx="432">
                  <c:v>45167</c:v>
                </c:pt>
                <c:pt idx="433">
                  <c:v>45168</c:v>
                </c:pt>
                <c:pt idx="434">
                  <c:v>45169</c:v>
                </c:pt>
                <c:pt idx="435">
                  <c:v>45170</c:v>
                </c:pt>
                <c:pt idx="436">
                  <c:v>45173</c:v>
                </c:pt>
                <c:pt idx="437">
                  <c:v>45174</c:v>
                </c:pt>
                <c:pt idx="438">
                  <c:v>45175</c:v>
                </c:pt>
                <c:pt idx="439">
                  <c:v>45176</c:v>
                </c:pt>
                <c:pt idx="440">
                  <c:v>45177</c:v>
                </c:pt>
                <c:pt idx="441">
                  <c:v>45180</c:v>
                </c:pt>
                <c:pt idx="442">
                  <c:v>45181</c:v>
                </c:pt>
                <c:pt idx="443">
                  <c:v>45182</c:v>
                </c:pt>
                <c:pt idx="444">
                  <c:v>45183</c:v>
                </c:pt>
                <c:pt idx="445">
                  <c:v>45184</c:v>
                </c:pt>
                <c:pt idx="446">
                  <c:v>45187</c:v>
                </c:pt>
                <c:pt idx="447">
                  <c:v>45188</c:v>
                </c:pt>
                <c:pt idx="448">
                  <c:v>45189</c:v>
                </c:pt>
                <c:pt idx="449">
                  <c:v>45190</c:v>
                </c:pt>
                <c:pt idx="450">
                  <c:v>45191</c:v>
                </c:pt>
                <c:pt idx="451">
                  <c:v>45194</c:v>
                </c:pt>
                <c:pt idx="452">
                  <c:v>45195</c:v>
                </c:pt>
                <c:pt idx="453">
                  <c:v>45196</c:v>
                </c:pt>
                <c:pt idx="454">
                  <c:v>45197</c:v>
                </c:pt>
                <c:pt idx="455">
                  <c:v>45198</c:v>
                </c:pt>
                <c:pt idx="456">
                  <c:v>45201</c:v>
                </c:pt>
                <c:pt idx="457">
                  <c:v>45202</c:v>
                </c:pt>
                <c:pt idx="458">
                  <c:v>45203</c:v>
                </c:pt>
                <c:pt idx="459">
                  <c:v>45204</c:v>
                </c:pt>
                <c:pt idx="460">
                  <c:v>45205</c:v>
                </c:pt>
                <c:pt idx="461">
                  <c:v>45208</c:v>
                </c:pt>
                <c:pt idx="462">
                  <c:v>45209</c:v>
                </c:pt>
                <c:pt idx="463">
                  <c:v>45210</c:v>
                </c:pt>
                <c:pt idx="464">
                  <c:v>45211</c:v>
                </c:pt>
                <c:pt idx="465">
                  <c:v>45212</c:v>
                </c:pt>
                <c:pt idx="466">
                  <c:v>45215</c:v>
                </c:pt>
                <c:pt idx="467">
                  <c:v>45216</c:v>
                </c:pt>
                <c:pt idx="468">
                  <c:v>45217</c:v>
                </c:pt>
                <c:pt idx="469">
                  <c:v>45218</c:v>
                </c:pt>
                <c:pt idx="470">
                  <c:v>45219</c:v>
                </c:pt>
                <c:pt idx="471">
                  <c:v>45222</c:v>
                </c:pt>
                <c:pt idx="472">
                  <c:v>45223</c:v>
                </c:pt>
                <c:pt idx="473">
                  <c:v>45224</c:v>
                </c:pt>
                <c:pt idx="474">
                  <c:v>45225</c:v>
                </c:pt>
                <c:pt idx="475">
                  <c:v>45226</c:v>
                </c:pt>
                <c:pt idx="476">
                  <c:v>45229</c:v>
                </c:pt>
                <c:pt idx="477">
                  <c:v>45230</c:v>
                </c:pt>
                <c:pt idx="478">
                  <c:v>45231</c:v>
                </c:pt>
                <c:pt idx="479">
                  <c:v>45232</c:v>
                </c:pt>
                <c:pt idx="480">
                  <c:v>45233</c:v>
                </c:pt>
                <c:pt idx="481">
                  <c:v>45236</c:v>
                </c:pt>
                <c:pt idx="482">
                  <c:v>45237</c:v>
                </c:pt>
                <c:pt idx="483">
                  <c:v>45238</c:v>
                </c:pt>
                <c:pt idx="484">
                  <c:v>45239</c:v>
                </c:pt>
                <c:pt idx="485">
                  <c:v>45240</c:v>
                </c:pt>
                <c:pt idx="486">
                  <c:v>45243</c:v>
                </c:pt>
                <c:pt idx="487">
                  <c:v>45244</c:v>
                </c:pt>
                <c:pt idx="488">
                  <c:v>45245</c:v>
                </c:pt>
                <c:pt idx="489">
                  <c:v>45246</c:v>
                </c:pt>
                <c:pt idx="490">
                  <c:v>45247</c:v>
                </c:pt>
                <c:pt idx="491">
                  <c:v>45250</c:v>
                </c:pt>
                <c:pt idx="492">
                  <c:v>45251</c:v>
                </c:pt>
                <c:pt idx="493">
                  <c:v>45252</c:v>
                </c:pt>
                <c:pt idx="494">
                  <c:v>45253</c:v>
                </c:pt>
                <c:pt idx="495">
                  <c:v>45254</c:v>
                </c:pt>
                <c:pt idx="496">
                  <c:v>45257</c:v>
                </c:pt>
                <c:pt idx="497">
                  <c:v>45258</c:v>
                </c:pt>
                <c:pt idx="498">
                  <c:v>45259</c:v>
                </c:pt>
                <c:pt idx="499">
                  <c:v>45260</c:v>
                </c:pt>
                <c:pt idx="500">
                  <c:v>45261</c:v>
                </c:pt>
                <c:pt idx="501">
                  <c:v>45264</c:v>
                </c:pt>
                <c:pt idx="502">
                  <c:v>45265</c:v>
                </c:pt>
                <c:pt idx="503">
                  <c:v>45266</c:v>
                </c:pt>
                <c:pt idx="504">
                  <c:v>45267</c:v>
                </c:pt>
                <c:pt idx="505">
                  <c:v>45268</c:v>
                </c:pt>
                <c:pt idx="506">
                  <c:v>45271</c:v>
                </c:pt>
                <c:pt idx="507">
                  <c:v>45272</c:v>
                </c:pt>
                <c:pt idx="508">
                  <c:v>45273</c:v>
                </c:pt>
                <c:pt idx="509">
                  <c:v>45274</c:v>
                </c:pt>
                <c:pt idx="510">
                  <c:v>45275</c:v>
                </c:pt>
                <c:pt idx="511">
                  <c:v>45278</c:v>
                </c:pt>
                <c:pt idx="512">
                  <c:v>45279</c:v>
                </c:pt>
                <c:pt idx="513">
                  <c:v>45280</c:v>
                </c:pt>
                <c:pt idx="514">
                  <c:v>45281</c:v>
                </c:pt>
                <c:pt idx="515">
                  <c:v>45282</c:v>
                </c:pt>
                <c:pt idx="516">
                  <c:v>45285</c:v>
                </c:pt>
                <c:pt idx="517">
                  <c:v>45286</c:v>
                </c:pt>
                <c:pt idx="518">
                  <c:v>45287</c:v>
                </c:pt>
                <c:pt idx="519">
                  <c:v>45288</c:v>
                </c:pt>
                <c:pt idx="520">
                  <c:v>45289</c:v>
                </c:pt>
                <c:pt idx="521">
                  <c:v>45292</c:v>
                </c:pt>
                <c:pt idx="522">
                  <c:v>45293</c:v>
                </c:pt>
                <c:pt idx="523">
                  <c:v>45294</c:v>
                </c:pt>
                <c:pt idx="524">
                  <c:v>45295</c:v>
                </c:pt>
                <c:pt idx="525">
                  <c:v>45296</c:v>
                </c:pt>
                <c:pt idx="526">
                  <c:v>45299</c:v>
                </c:pt>
                <c:pt idx="527">
                  <c:v>45300</c:v>
                </c:pt>
                <c:pt idx="528">
                  <c:v>45301</c:v>
                </c:pt>
                <c:pt idx="529">
                  <c:v>45302</c:v>
                </c:pt>
                <c:pt idx="530">
                  <c:v>45303</c:v>
                </c:pt>
                <c:pt idx="531">
                  <c:v>45306</c:v>
                </c:pt>
                <c:pt idx="532">
                  <c:v>45307</c:v>
                </c:pt>
                <c:pt idx="533">
                  <c:v>45308</c:v>
                </c:pt>
                <c:pt idx="534">
                  <c:v>45309</c:v>
                </c:pt>
                <c:pt idx="535">
                  <c:v>45310</c:v>
                </c:pt>
                <c:pt idx="536">
                  <c:v>45313</c:v>
                </c:pt>
                <c:pt idx="537">
                  <c:v>45314</c:v>
                </c:pt>
                <c:pt idx="538">
                  <c:v>45315</c:v>
                </c:pt>
                <c:pt idx="539">
                  <c:v>45316</c:v>
                </c:pt>
                <c:pt idx="540">
                  <c:v>45317</c:v>
                </c:pt>
                <c:pt idx="541">
                  <c:v>45320</c:v>
                </c:pt>
                <c:pt idx="542">
                  <c:v>45321</c:v>
                </c:pt>
                <c:pt idx="543">
                  <c:v>45322</c:v>
                </c:pt>
                <c:pt idx="544">
                  <c:v>45323</c:v>
                </c:pt>
                <c:pt idx="545">
                  <c:v>45324</c:v>
                </c:pt>
                <c:pt idx="546">
                  <c:v>45327</c:v>
                </c:pt>
                <c:pt idx="547">
                  <c:v>45328</c:v>
                </c:pt>
                <c:pt idx="548">
                  <c:v>45329</c:v>
                </c:pt>
                <c:pt idx="549">
                  <c:v>45330</c:v>
                </c:pt>
                <c:pt idx="550">
                  <c:v>45331</c:v>
                </c:pt>
                <c:pt idx="551">
                  <c:v>45334</c:v>
                </c:pt>
                <c:pt idx="552">
                  <c:v>45335</c:v>
                </c:pt>
                <c:pt idx="553">
                  <c:v>45336</c:v>
                </c:pt>
                <c:pt idx="554">
                  <c:v>45337</c:v>
                </c:pt>
                <c:pt idx="555">
                  <c:v>45338</c:v>
                </c:pt>
                <c:pt idx="556">
                  <c:v>45341</c:v>
                </c:pt>
                <c:pt idx="557">
                  <c:v>45342</c:v>
                </c:pt>
                <c:pt idx="558">
                  <c:v>45343</c:v>
                </c:pt>
                <c:pt idx="559">
                  <c:v>45344</c:v>
                </c:pt>
                <c:pt idx="560">
                  <c:v>45345</c:v>
                </c:pt>
                <c:pt idx="561">
                  <c:v>45348</c:v>
                </c:pt>
                <c:pt idx="562">
                  <c:v>45349</c:v>
                </c:pt>
                <c:pt idx="563">
                  <c:v>45350</c:v>
                </c:pt>
                <c:pt idx="564">
                  <c:v>45351</c:v>
                </c:pt>
                <c:pt idx="565">
                  <c:v>45352</c:v>
                </c:pt>
                <c:pt idx="566">
                  <c:v>45355</c:v>
                </c:pt>
                <c:pt idx="567">
                  <c:v>45356</c:v>
                </c:pt>
                <c:pt idx="568">
                  <c:v>45357</c:v>
                </c:pt>
                <c:pt idx="569">
                  <c:v>45358</c:v>
                </c:pt>
                <c:pt idx="570">
                  <c:v>45359</c:v>
                </c:pt>
                <c:pt idx="571">
                  <c:v>45362</c:v>
                </c:pt>
                <c:pt idx="572">
                  <c:v>45363</c:v>
                </c:pt>
                <c:pt idx="573">
                  <c:v>45364</c:v>
                </c:pt>
                <c:pt idx="574">
                  <c:v>45365</c:v>
                </c:pt>
                <c:pt idx="575">
                  <c:v>45366</c:v>
                </c:pt>
                <c:pt idx="576">
                  <c:v>45369</c:v>
                </c:pt>
                <c:pt idx="577">
                  <c:v>45370</c:v>
                </c:pt>
                <c:pt idx="578">
                  <c:v>45371</c:v>
                </c:pt>
                <c:pt idx="579">
                  <c:v>45372</c:v>
                </c:pt>
                <c:pt idx="580">
                  <c:v>45373</c:v>
                </c:pt>
                <c:pt idx="581">
                  <c:v>45376</c:v>
                </c:pt>
                <c:pt idx="582">
                  <c:v>45377</c:v>
                </c:pt>
                <c:pt idx="583">
                  <c:v>45378</c:v>
                </c:pt>
                <c:pt idx="584">
                  <c:v>45379</c:v>
                </c:pt>
                <c:pt idx="585">
                  <c:v>45380</c:v>
                </c:pt>
                <c:pt idx="586">
                  <c:v>45383</c:v>
                </c:pt>
                <c:pt idx="587">
                  <c:v>45384</c:v>
                </c:pt>
                <c:pt idx="588">
                  <c:v>45385</c:v>
                </c:pt>
                <c:pt idx="589">
                  <c:v>45386</c:v>
                </c:pt>
                <c:pt idx="590">
                  <c:v>45387</c:v>
                </c:pt>
                <c:pt idx="591">
                  <c:v>45390</c:v>
                </c:pt>
                <c:pt idx="592">
                  <c:v>45391</c:v>
                </c:pt>
                <c:pt idx="593">
                  <c:v>45392</c:v>
                </c:pt>
                <c:pt idx="594">
                  <c:v>45393</c:v>
                </c:pt>
                <c:pt idx="595">
                  <c:v>45394</c:v>
                </c:pt>
                <c:pt idx="596">
                  <c:v>45397</c:v>
                </c:pt>
                <c:pt idx="597">
                  <c:v>45398</c:v>
                </c:pt>
                <c:pt idx="598">
                  <c:v>45399</c:v>
                </c:pt>
                <c:pt idx="599">
                  <c:v>45400</c:v>
                </c:pt>
                <c:pt idx="600">
                  <c:v>45401</c:v>
                </c:pt>
                <c:pt idx="601">
                  <c:v>45404</c:v>
                </c:pt>
                <c:pt idx="602">
                  <c:v>45405</c:v>
                </c:pt>
                <c:pt idx="603">
                  <c:v>45406</c:v>
                </c:pt>
                <c:pt idx="604">
                  <c:v>45407</c:v>
                </c:pt>
                <c:pt idx="605">
                  <c:v>45408</c:v>
                </c:pt>
                <c:pt idx="606">
                  <c:v>45411</c:v>
                </c:pt>
                <c:pt idx="607">
                  <c:v>45412</c:v>
                </c:pt>
                <c:pt idx="608">
                  <c:v>45413</c:v>
                </c:pt>
                <c:pt idx="609">
                  <c:v>45414</c:v>
                </c:pt>
                <c:pt idx="610">
                  <c:v>45415</c:v>
                </c:pt>
                <c:pt idx="611">
                  <c:v>45418</c:v>
                </c:pt>
                <c:pt idx="612">
                  <c:v>45419</c:v>
                </c:pt>
                <c:pt idx="613">
                  <c:v>45420</c:v>
                </c:pt>
                <c:pt idx="614">
                  <c:v>45421</c:v>
                </c:pt>
                <c:pt idx="615">
                  <c:v>45422</c:v>
                </c:pt>
                <c:pt idx="616">
                  <c:v>45425</c:v>
                </c:pt>
                <c:pt idx="617">
                  <c:v>45426</c:v>
                </c:pt>
                <c:pt idx="618">
                  <c:v>45427</c:v>
                </c:pt>
                <c:pt idx="619">
                  <c:v>45428</c:v>
                </c:pt>
                <c:pt idx="620">
                  <c:v>45429</c:v>
                </c:pt>
                <c:pt idx="621">
                  <c:v>45432</c:v>
                </c:pt>
                <c:pt idx="622">
                  <c:v>45433</c:v>
                </c:pt>
                <c:pt idx="623">
                  <c:v>45434</c:v>
                </c:pt>
                <c:pt idx="624">
                  <c:v>45435</c:v>
                </c:pt>
                <c:pt idx="625">
                  <c:v>45436</c:v>
                </c:pt>
                <c:pt idx="626">
                  <c:v>45440</c:v>
                </c:pt>
                <c:pt idx="627">
                  <c:v>45441</c:v>
                </c:pt>
                <c:pt idx="628">
                  <c:v>45442</c:v>
                </c:pt>
                <c:pt idx="629">
                  <c:v>45443</c:v>
                </c:pt>
                <c:pt idx="630">
                  <c:v>45446</c:v>
                </c:pt>
                <c:pt idx="631">
                  <c:v>45447</c:v>
                </c:pt>
                <c:pt idx="632">
                  <c:v>45448</c:v>
                </c:pt>
                <c:pt idx="633">
                  <c:v>45449</c:v>
                </c:pt>
                <c:pt idx="634">
                  <c:v>45450</c:v>
                </c:pt>
                <c:pt idx="635">
                  <c:v>45453</c:v>
                </c:pt>
                <c:pt idx="636">
                  <c:v>45454</c:v>
                </c:pt>
                <c:pt idx="637">
                  <c:v>45455</c:v>
                </c:pt>
                <c:pt idx="638">
                  <c:v>45456</c:v>
                </c:pt>
                <c:pt idx="639">
                  <c:v>45457</c:v>
                </c:pt>
                <c:pt idx="640">
                  <c:v>45460</c:v>
                </c:pt>
                <c:pt idx="641">
                  <c:v>45461</c:v>
                </c:pt>
                <c:pt idx="642">
                  <c:v>45462</c:v>
                </c:pt>
                <c:pt idx="643">
                  <c:v>45463</c:v>
                </c:pt>
                <c:pt idx="644">
                  <c:v>45464</c:v>
                </c:pt>
                <c:pt idx="645">
                  <c:v>45467</c:v>
                </c:pt>
                <c:pt idx="646">
                  <c:v>45468</c:v>
                </c:pt>
                <c:pt idx="647">
                  <c:v>45469</c:v>
                </c:pt>
                <c:pt idx="648">
                  <c:v>45470</c:v>
                </c:pt>
                <c:pt idx="649">
                  <c:v>45471</c:v>
                </c:pt>
                <c:pt idx="650">
                  <c:v>45474</c:v>
                </c:pt>
                <c:pt idx="651">
                  <c:v>45475</c:v>
                </c:pt>
                <c:pt idx="652">
                  <c:v>45476</c:v>
                </c:pt>
                <c:pt idx="653">
                  <c:v>45477</c:v>
                </c:pt>
                <c:pt idx="654">
                  <c:v>45478</c:v>
                </c:pt>
                <c:pt idx="655">
                  <c:v>45481</c:v>
                </c:pt>
                <c:pt idx="656">
                  <c:v>45482</c:v>
                </c:pt>
                <c:pt idx="657">
                  <c:v>45483</c:v>
                </c:pt>
                <c:pt idx="658">
                  <c:v>45484</c:v>
                </c:pt>
                <c:pt idx="659">
                  <c:v>45485</c:v>
                </c:pt>
                <c:pt idx="660">
                  <c:v>45488</c:v>
                </c:pt>
                <c:pt idx="661">
                  <c:v>45489</c:v>
                </c:pt>
                <c:pt idx="662">
                  <c:v>45490</c:v>
                </c:pt>
                <c:pt idx="663">
                  <c:v>45491</c:v>
                </c:pt>
                <c:pt idx="664">
                  <c:v>45492</c:v>
                </c:pt>
                <c:pt idx="665">
                  <c:v>45495</c:v>
                </c:pt>
                <c:pt idx="666">
                  <c:v>45496</c:v>
                </c:pt>
                <c:pt idx="667">
                  <c:v>45497</c:v>
                </c:pt>
                <c:pt idx="668">
                  <c:v>45498</c:v>
                </c:pt>
                <c:pt idx="669">
                  <c:v>45499</c:v>
                </c:pt>
                <c:pt idx="670">
                  <c:v>45502</c:v>
                </c:pt>
                <c:pt idx="671">
                  <c:v>45503</c:v>
                </c:pt>
                <c:pt idx="672">
                  <c:v>45504</c:v>
                </c:pt>
                <c:pt idx="673">
                  <c:v>45505</c:v>
                </c:pt>
                <c:pt idx="674">
                  <c:v>45506</c:v>
                </c:pt>
                <c:pt idx="675">
                  <c:v>45509</c:v>
                </c:pt>
                <c:pt idx="676">
                  <c:v>45510</c:v>
                </c:pt>
                <c:pt idx="677">
                  <c:v>45511</c:v>
                </c:pt>
                <c:pt idx="678">
                  <c:v>45512</c:v>
                </c:pt>
                <c:pt idx="679">
                  <c:v>45513</c:v>
                </c:pt>
                <c:pt idx="680">
                  <c:v>45516</c:v>
                </c:pt>
                <c:pt idx="681">
                  <c:v>45517</c:v>
                </c:pt>
                <c:pt idx="682">
                  <c:v>45518</c:v>
                </c:pt>
                <c:pt idx="683">
                  <c:v>45519</c:v>
                </c:pt>
                <c:pt idx="684">
                  <c:v>45520</c:v>
                </c:pt>
                <c:pt idx="685">
                  <c:v>45523</c:v>
                </c:pt>
                <c:pt idx="686">
                  <c:v>45524</c:v>
                </c:pt>
                <c:pt idx="687">
                  <c:v>45525</c:v>
                </c:pt>
                <c:pt idx="688">
                  <c:v>45526</c:v>
                </c:pt>
                <c:pt idx="689">
                  <c:v>45527</c:v>
                </c:pt>
                <c:pt idx="690">
                  <c:v>45530</c:v>
                </c:pt>
                <c:pt idx="691">
                  <c:v>45531</c:v>
                </c:pt>
                <c:pt idx="692">
                  <c:v>45532</c:v>
                </c:pt>
                <c:pt idx="693">
                  <c:v>45533</c:v>
                </c:pt>
                <c:pt idx="694">
                  <c:v>45534</c:v>
                </c:pt>
                <c:pt idx="695">
                  <c:v>45537</c:v>
                </c:pt>
                <c:pt idx="696">
                  <c:v>45538</c:v>
                </c:pt>
                <c:pt idx="697">
                  <c:v>45539</c:v>
                </c:pt>
                <c:pt idx="698">
                  <c:v>45540</c:v>
                </c:pt>
                <c:pt idx="699">
                  <c:v>45541</c:v>
                </c:pt>
                <c:pt idx="700">
                  <c:v>45544</c:v>
                </c:pt>
                <c:pt idx="701">
                  <c:v>45545</c:v>
                </c:pt>
                <c:pt idx="702">
                  <c:v>45546</c:v>
                </c:pt>
                <c:pt idx="703">
                  <c:v>45547</c:v>
                </c:pt>
                <c:pt idx="704">
                  <c:v>45548</c:v>
                </c:pt>
                <c:pt idx="705">
                  <c:v>45551</c:v>
                </c:pt>
                <c:pt idx="706">
                  <c:v>45552</c:v>
                </c:pt>
                <c:pt idx="707">
                  <c:v>45553</c:v>
                </c:pt>
                <c:pt idx="708">
                  <c:v>45554</c:v>
                </c:pt>
                <c:pt idx="709">
                  <c:v>45555</c:v>
                </c:pt>
                <c:pt idx="710">
                  <c:v>45558</c:v>
                </c:pt>
                <c:pt idx="711">
                  <c:v>45559</c:v>
                </c:pt>
                <c:pt idx="712">
                  <c:v>45560</c:v>
                </c:pt>
                <c:pt idx="713">
                  <c:v>45561</c:v>
                </c:pt>
                <c:pt idx="714">
                  <c:v>45562</c:v>
                </c:pt>
                <c:pt idx="715">
                  <c:v>45565</c:v>
                </c:pt>
                <c:pt idx="716">
                  <c:v>45566</c:v>
                </c:pt>
                <c:pt idx="717">
                  <c:v>45567</c:v>
                </c:pt>
                <c:pt idx="718">
                  <c:v>45568</c:v>
                </c:pt>
                <c:pt idx="719">
                  <c:v>45569</c:v>
                </c:pt>
                <c:pt idx="720">
                  <c:v>45572</c:v>
                </c:pt>
                <c:pt idx="721">
                  <c:v>45573</c:v>
                </c:pt>
                <c:pt idx="722">
                  <c:v>45574</c:v>
                </c:pt>
                <c:pt idx="723">
                  <c:v>45575</c:v>
                </c:pt>
                <c:pt idx="724">
                  <c:v>45576</c:v>
                </c:pt>
                <c:pt idx="725">
                  <c:v>45579</c:v>
                </c:pt>
                <c:pt idx="726">
                  <c:v>45580</c:v>
                </c:pt>
                <c:pt idx="727">
                  <c:v>45581</c:v>
                </c:pt>
                <c:pt idx="728">
                  <c:v>45582</c:v>
                </c:pt>
                <c:pt idx="729">
                  <c:v>45583</c:v>
                </c:pt>
                <c:pt idx="730">
                  <c:v>45586</c:v>
                </c:pt>
                <c:pt idx="731">
                  <c:v>45587</c:v>
                </c:pt>
                <c:pt idx="732">
                  <c:v>45588</c:v>
                </c:pt>
                <c:pt idx="733">
                  <c:v>45589</c:v>
                </c:pt>
                <c:pt idx="734">
                  <c:v>45590</c:v>
                </c:pt>
                <c:pt idx="735">
                  <c:v>45593</c:v>
                </c:pt>
                <c:pt idx="736">
                  <c:v>45594</c:v>
                </c:pt>
                <c:pt idx="737">
                  <c:v>45595</c:v>
                </c:pt>
                <c:pt idx="738">
                  <c:v>45596</c:v>
                </c:pt>
                <c:pt idx="739">
                  <c:v>45597</c:v>
                </c:pt>
                <c:pt idx="740">
                  <c:v>45600</c:v>
                </c:pt>
                <c:pt idx="741">
                  <c:v>45601</c:v>
                </c:pt>
                <c:pt idx="742">
                  <c:v>45602</c:v>
                </c:pt>
                <c:pt idx="743">
                  <c:v>45603</c:v>
                </c:pt>
                <c:pt idx="744">
                  <c:v>45604</c:v>
                </c:pt>
                <c:pt idx="745">
                  <c:v>45607</c:v>
                </c:pt>
                <c:pt idx="746">
                  <c:v>45608</c:v>
                </c:pt>
                <c:pt idx="747">
                  <c:v>45609</c:v>
                </c:pt>
                <c:pt idx="748">
                  <c:v>45610</c:v>
                </c:pt>
                <c:pt idx="749">
                  <c:v>45611</c:v>
                </c:pt>
                <c:pt idx="750">
                  <c:v>45614</c:v>
                </c:pt>
                <c:pt idx="751">
                  <c:v>45615</c:v>
                </c:pt>
                <c:pt idx="752">
                  <c:v>45616</c:v>
                </c:pt>
                <c:pt idx="753">
                  <c:v>45617</c:v>
                </c:pt>
                <c:pt idx="754">
                  <c:v>45618</c:v>
                </c:pt>
                <c:pt idx="755">
                  <c:v>45621</c:v>
                </c:pt>
                <c:pt idx="756">
                  <c:v>45622</c:v>
                </c:pt>
                <c:pt idx="757">
                  <c:v>45623</c:v>
                </c:pt>
                <c:pt idx="758">
                  <c:v>45624</c:v>
                </c:pt>
                <c:pt idx="759">
                  <c:v>45625</c:v>
                </c:pt>
                <c:pt idx="760">
                  <c:v>45628</c:v>
                </c:pt>
                <c:pt idx="761">
                  <c:v>45629</c:v>
                </c:pt>
                <c:pt idx="762">
                  <c:v>45630</c:v>
                </c:pt>
                <c:pt idx="763">
                  <c:v>45631</c:v>
                </c:pt>
                <c:pt idx="764">
                  <c:v>45632</c:v>
                </c:pt>
                <c:pt idx="765">
                  <c:v>45635</c:v>
                </c:pt>
                <c:pt idx="766">
                  <c:v>45636</c:v>
                </c:pt>
                <c:pt idx="767">
                  <c:v>45637</c:v>
                </c:pt>
                <c:pt idx="768">
                  <c:v>45638</c:v>
                </c:pt>
                <c:pt idx="769">
                  <c:v>45639</c:v>
                </c:pt>
                <c:pt idx="770">
                  <c:v>45642</c:v>
                </c:pt>
                <c:pt idx="771">
                  <c:v>45643</c:v>
                </c:pt>
                <c:pt idx="772">
                  <c:v>45644</c:v>
                </c:pt>
                <c:pt idx="773">
                  <c:v>45645</c:v>
                </c:pt>
                <c:pt idx="774">
                  <c:v>45646</c:v>
                </c:pt>
                <c:pt idx="775">
                  <c:v>45649</c:v>
                </c:pt>
                <c:pt idx="776">
                  <c:v>45650</c:v>
                </c:pt>
                <c:pt idx="777">
                  <c:v>45651</c:v>
                </c:pt>
                <c:pt idx="778">
                  <c:v>45652</c:v>
                </c:pt>
                <c:pt idx="779">
                  <c:v>45653</c:v>
                </c:pt>
                <c:pt idx="780">
                  <c:v>45656</c:v>
                </c:pt>
                <c:pt idx="781">
                  <c:v>45657</c:v>
                </c:pt>
                <c:pt idx="782">
                  <c:v>45658</c:v>
                </c:pt>
                <c:pt idx="783">
                  <c:v>45659</c:v>
                </c:pt>
                <c:pt idx="784">
                  <c:v>45660</c:v>
                </c:pt>
                <c:pt idx="785">
                  <c:v>45663</c:v>
                </c:pt>
                <c:pt idx="786">
                  <c:v>45664</c:v>
                </c:pt>
                <c:pt idx="787">
                  <c:v>45665</c:v>
                </c:pt>
                <c:pt idx="788">
                  <c:v>45666</c:v>
                </c:pt>
                <c:pt idx="789">
                  <c:v>45667</c:v>
                </c:pt>
                <c:pt idx="790">
                  <c:v>45670</c:v>
                </c:pt>
                <c:pt idx="791">
                  <c:v>45671</c:v>
                </c:pt>
                <c:pt idx="792">
                  <c:v>45672</c:v>
                </c:pt>
                <c:pt idx="793">
                  <c:v>45673</c:v>
                </c:pt>
                <c:pt idx="794">
                  <c:v>45674</c:v>
                </c:pt>
                <c:pt idx="795">
                  <c:v>45677</c:v>
                </c:pt>
                <c:pt idx="796">
                  <c:v>45678</c:v>
                </c:pt>
                <c:pt idx="797">
                  <c:v>45679</c:v>
                </c:pt>
                <c:pt idx="798">
                  <c:v>45680</c:v>
                </c:pt>
                <c:pt idx="799">
                  <c:v>45681</c:v>
                </c:pt>
                <c:pt idx="800">
                  <c:v>45684</c:v>
                </c:pt>
                <c:pt idx="801">
                  <c:v>45685</c:v>
                </c:pt>
                <c:pt idx="802">
                  <c:v>45686</c:v>
                </c:pt>
                <c:pt idx="803">
                  <c:v>45687</c:v>
                </c:pt>
                <c:pt idx="804">
                  <c:v>45688</c:v>
                </c:pt>
                <c:pt idx="805">
                  <c:v>45691</c:v>
                </c:pt>
                <c:pt idx="806">
                  <c:v>45692</c:v>
                </c:pt>
                <c:pt idx="807">
                  <c:v>45693</c:v>
                </c:pt>
                <c:pt idx="808">
                  <c:v>45694</c:v>
                </c:pt>
                <c:pt idx="809">
                  <c:v>45695</c:v>
                </c:pt>
                <c:pt idx="810">
                  <c:v>45698</c:v>
                </c:pt>
                <c:pt idx="811">
                  <c:v>45699</c:v>
                </c:pt>
                <c:pt idx="812">
                  <c:v>45700</c:v>
                </c:pt>
                <c:pt idx="813">
                  <c:v>45701</c:v>
                </c:pt>
                <c:pt idx="814">
                  <c:v>45702</c:v>
                </c:pt>
                <c:pt idx="815">
                  <c:v>45705</c:v>
                </c:pt>
                <c:pt idx="816">
                  <c:v>45706</c:v>
                </c:pt>
                <c:pt idx="817">
                  <c:v>45707</c:v>
                </c:pt>
                <c:pt idx="818">
                  <c:v>45708</c:v>
                </c:pt>
                <c:pt idx="819">
                  <c:v>45709</c:v>
                </c:pt>
                <c:pt idx="820">
                  <c:v>45712</c:v>
                </c:pt>
                <c:pt idx="821">
                  <c:v>45713</c:v>
                </c:pt>
                <c:pt idx="822">
                  <c:v>45714</c:v>
                </c:pt>
                <c:pt idx="823">
                  <c:v>45715</c:v>
                </c:pt>
                <c:pt idx="824">
                  <c:v>45716</c:v>
                </c:pt>
                <c:pt idx="825">
                  <c:v>45719</c:v>
                </c:pt>
                <c:pt idx="826">
                  <c:v>45720</c:v>
                </c:pt>
                <c:pt idx="827">
                  <c:v>45721</c:v>
                </c:pt>
                <c:pt idx="828">
                  <c:v>45722</c:v>
                </c:pt>
                <c:pt idx="829">
                  <c:v>45723</c:v>
                </c:pt>
                <c:pt idx="830">
                  <c:v>45726</c:v>
                </c:pt>
                <c:pt idx="831">
                  <c:v>45727</c:v>
                </c:pt>
                <c:pt idx="832">
                  <c:v>45728</c:v>
                </c:pt>
                <c:pt idx="833">
                  <c:v>45729</c:v>
                </c:pt>
                <c:pt idx="834">
                  <c:v>45730</c:v>
                </c:pt>
                <c:pt idx="835">
                  <c:v>45733</c:v>
                </c:pt>
                <c:pt idx="836">
                  <c:v>45734</c:v>
                </c:pt>
                <c:pt idx="837">
                  <c:v>45735</c:v>
                </c:pt>
                <c:pt idx="838">
                  <c:v>45736</c:v>
                </c:pt>
                <c:pt idx="839">
                  <c:v>45737</c:v>
                </c:pt>
                <c:pt idx="840">
                  <c:v>45740</c:v>
                </c:pt>
                <c:pt idx="841">
                  <c:v>45741</c:v>
                </c:pt>
                <c:pt idx="842">
                  <c:v>45742</c:v>
                </c:pt>
                <c:pt idx="843">
                  <c:v>45743</c:v>
                </c:pt>
                <c:pt idx="844">
                  <c:v>45744</c:v>
                </c:pt>
                <c:pt idx="845">
                  <c:v>45747</c:v>
                </c:pt>
                <c:pt idx="846">
                  <c:v>45748</c:v>
                </c:pt>
                <c:pt idx="847">
                  <c:v>45749</c:v>
                </c:pt>
                <c:pt idx="848">
                  <c:v>45750</c:v>
                </c:pt>
                <c:pt idx="849">
                  <c:v>45751</c:v>
                </c:pt>
                <c:pt idx="850">
                  <c:v>45754</c:v>
                </c:pt>
                <c:pt idx="851">
                  <c:v>45755</c:v>
                </c:pt>
                <c:pt idx="852">
                  <c:v>45756</c:v>
                </c:pt>
                <c:pt idx="853">
                  <c:v>45757</c:v>
                </c:pt>
                <c:pt idx="854">
                  <c:v>45758</c:v>
                </c:pt>
                <c:pt idx="855">
                  <c:v>45761</c:v>
                </c:pt>
                <c:pt idx="856">
                  <c:v>45762</c:v>
                </c:pt>
                <c:pt idx="857">
                  <c:v>45763</c:v>
                </c:pt>
                <c:pt idx="858">
                  <c:v>45764</c:v>
                </c:pt>
                <c:pt idx="859">
                  <c:v>45765</c:v>
                </c:pt>
                <c:pt idx="860">
                  <c:v>45768</c:v>
                </c:pt>
                <c:pt idx="861">
                  <c:v>45769</c:v>
                </c:pt>
                <c:pt idx="862">
                  <c:v>45770</c:v>
                </c:pt>
                <c:pt idx="863">
                  <c:v>45771</c:v>
                </c:pt>
                <c:pt idx="864">
                  <c:v>45772</c:v>
                </c:pt>
                <c:pt idx="865">
                  <c:v>45775</c:v>
                </c:pt>
                <c:pt idx="866">
                  <c:v>45776</c:v>
                </c:pt>
                <c:pt idx="867">
                  <c:v>45777</c:v>
                </c:pt>
                <c:pt idx="868">
                  <c:v>45778</c:v>
                </c:pt>
                <c:pt idx="869">
                  <c:v>45779</c:v>
                </c:pt>
                <c:pt idx="870">
                  <c:v>45782</c:v>
                </c:pt>
                <c:pt idx="871">
                  <c:v>45783</c:v>
                </c:pt>
                <c:pt idx="872">
                  <c:v>45784</c:v>
                </c:pt>
                <c:pt idx="873">
                  <c:v>45785</c:v>
                </c:pt>
                <c:pt idx="874">
                  <c:v>45786</c:v>
                </c:pt>
                <c:pt idx="875">
                  <c:v>45789</c:v>
                </c:pt>
                <c:pt idx="876">
                  <c:v>45790</c:v>
                </c:pt>
                <c:pt idx="877">
                  <c:v>45791</c:v>
                </c:pt>
                <c:pt idx="878">
                  <c:v>45792</c:v>
                </c:pt>
                <c:pt idx="879">
                  <c:v>45793</c:v>
                </c:pt>
                <c:pt idx="880">
                  <c:v>45796</c:v>
                </c:pt>
                <c:pt idx="881">
                  <c:v>45797</c:v>
                </c:pt>
                <c:pt idx="882">
                  <c:v>45798</c:v>
                </c:pt>
                <c:pt idx="883">
                  <c:v>45799</c:v>
                </c:pt>
                <c:pt idx="884">
                  <c:v>45800</c:v>
                </c:pt>
                <c:pt idx="885">
                  <c:v>45804</c:v>
                </c:pt>
                <c:pt idx="886">
                  <c:v>45805</c:v>
                </c:pt>
                <c:pt idx="887">
                  <c:v>45806</c:v>
                </c:pt>
                <c:pt idx="888">
                  <c:v>45807</c:v>
                </c:pt>
                <c:pt idx="889">
                  <c:v>45810</c:v>
                </c:pt>
                <c:pt idx="890">
                  <c:v>45811</c:v>
                </c:pt>
                <c:pt idx="891">
                  <c:v>45812</c:v>
                </c:pt>
                <c:pt idx="892">
                  <c:v>45813</c:v>
                </c:pt>
                <c:pt idx="893">
                  <c:v>45814</c:v>
                </c:pt>
                <c:pt idx="894">
                  <c:v>45817</c:v>
                </c:pt>
                <c:pt idx="895">
                  <c:v>45818</c:v>
                </c:pt>
                <c:pt idx="896">
                  <c:v>45819</c:v>
                </c:pt>
                <c:pt idx="897">
                  <c:v>45820</c:v>
                </c:pt>
                <c:pt idx="898">
                  <c:v>45821</c:v>
                </c:pt>
                <c:pt idx="899">
                  <c:v>45824</c:v>
                </c:pt>
                <c:pt idx="900">
                  <c:v>45825</c:v>
                </c:pt>
                <c:pt idx="901">
                  <c:v>45826</c:v>
                </c:pt>
                <c:pt idx="902">
                  <c:v>45827</c:v>
                </c:pt>
                <c:pt idx="903">
                  <c:v>45828</c:v>
                </c:pt>
                <c:pt idx="904">
                  <c:v>45831</c:v>
                </c:pt>
                <c:pt idx="905">
                  <c:v>45832</c:v>
                </c:pt>
                <c:pt idx="906">
                  <c:v>45833</c:v>
                </c:pt>
                <c:pt idx="907">
                  <c:v>45834</c:v>
                </c:pt>
                <c:pt idx="908">
                  <c:v>45835</c:v>
                </c:pt>
                <c:pt idx="909">
                  <c:v>45838</c:v>
                </c:pt>
                <c:pt idx="910">
                  <c:v>45839</c:v>
                </c:pt>
                <c:pt idx="911">
                  <c:v>45840</c:v>
                </c:pt>
                <c:pt idx="912">
                  <c:v>45841</c:v>
                </c:pt>
                <c:pt idx="913">
                  <c:v>45842</c:v>
                </c:pt>
                <c:pt idx="914">
                  <c:v>45845</c:v>
                </c:pt>
                <c:pt idx="915">
                  <c:v>45846</c:v>
                </c:pt>
                <c:pt idx="916">
                  <c:v>45847</c:v>
                </c:pt>
                <c:pt idx="917">
                  <c:v>45848</c:v>
                </c:pt>
                <c:pt idx="918">
                  <c:v>45849</c:v>
                </c:pt>
                <c:pt idx="919">
                  <c:v>45852</c:v>
                </c:pt>
                <c:pt idx="920">
                  <c:v>45853</c:v>
                </c:pt>
                <c:pt idx="921">
                  <c:v>45854</c:v>
                </c:pt>
                <c:pt idx="922">
                  <c:v>45855</c:v>
                </c:pt>
                <c:pt idx="923">
                  <c:v>45856</c:v>
                </c:pt>
                <c:pt idx="924">
                  <c:v>45859</c:v>
                </c:pt>
                <c:pt idx="925">
                  <c:v>45860</c:v>
                </c:pt>
                <c:pt idx="926">
                  <c:v>45861</c:v>
                </c:pt>
                <c:pt idx="927">
                  <c:v>45862</c:v>
                </c:pt>
                <c:pt idx="928">
                  <c:v>45863</c:v>
                </c:pt>
                <c:pt idx="929">
                  <c:v>45866</c:v>
                </c:pt>
                <c:pt idx="930">
                  <c:v>45867</c:v>
                </c:pt>
                <c:pt idx="931">
                  <c:v>45868</c:v>
                </c:pt>
                <c:pt idx="932">
                  <c:v>45869</c:v>
                </c:pt>
                <c:pt idx="933">
                  <c:v>45870</c:v>
                </c:pt>
                <c:pt idx="934">
                  <c:v>45873</c:v>
                </c:pt>
                <c:pt idx="935">
                  <c:v>45874</c:v>
                </c:pt>
                <c:pt idx="936">
                  <c:v>45875</c:v>
                </c:pt>
                <c:pt idx="937">
                  <c:v>45876</c:v>
                </c:pt>
                <c:pt idx="938">
                  <c:v>45877</c:v>
                </c:pt>
                <c:pt idx="939">
                  <c:v>45880</c:v>
                </c:pt>
                <c:pt idx="940">
                  <c:v>45881</c:v>
                </c:pt>
                <c:pt idx="941">
                  <c:v>45882</c:v>
                </c:pt>
                <c:pt idx="942">
                  <c:v>45883</c:v>
                </c:pt>
                <c:pt idx="943">
                  <c:v>45884</c:v>
                </c:pt>
                <c:pt idx="944">
                  <c:v>45887</c:v>
                </c:pt>
                <c:pt idx="945">
                  <c:v>45888</c:v>
                </c:pt>
                <c:pt idx="946">
                  <c:v>45889</c:v>
                </c:pt>
                <c:pt idx="947">
                  <c:v>45890</c:v>
                </c:pt>
                <c:pt idx="948">
                  <c:v>45891</c:v>
                </c:pt>
                <c:pt idx="949">
                  <c:v>45894</c:v>
                </c:pt>
                <c:pt idx="950">
                  <c:v>45895</c:v>
                </c:pt>
                <c:pt idx="951">
                  <c:v>45896</c:v>
                </c:pt>
                <c:pt idx="952">
                  <c:v>45897</c:v>
                </c:pt>
                <c:pt idx="953">
                  <c:v>45898</c:v>
                </c:pt>
                <c:pt idx="954">
                  <c:v>45901</c:v>
                </c:pt>
                <c:pt idx="955">
                  <c:v>45902</c:v>
                </c:pt>
                <c:pt idx="956">
                  <c:v>45903</c:v>
                </c:pt>
                <c:pt idx="957">
                  <c:v>45904</c:v>
                </c:pt>
                <c:pt idx="958">
                  <c:v>45905</c:v>
                </c:pt>
                <c:pt idx="959">
                  <c:v>45908</c:v>
                </c:pt>
                <c:pt idx="960">
                  <c:v>45909</c:v>
                </c:pt>
                <c:pt idx="961">
                  <c:v>45910</c:v>
                </c:pt>
                <c:pt idx="962">
                  <c:v>45911</c:v>
                </c:pt>
                <c:pt idx="963">
                  <c:v>45912</c:v>
                </c:pt>
                <c:pt idx="964">
                  <c:v>45915</c:v>
                </c:pt>
                <c:pt idx="965">
                  <c:v>45916</c:v>
                </c:pt>
                <c:pt idx="966">
                  <c:v>45917</c:v>
                </c:pt>
                <c:pt idx="967">
                  <c:v>45918</c:v>
                </c:pt>
                <c:pt idx="968">
                  <c:v>45919</c:v>
                </c:pt>
                <c:pt idx="969">
                  <c:v>45922</c:v>
                </c:pt>
                <c:pt idx="970">
                  <c:v>45923</c:v>
                </c:pt>
                <c:pt idx="971">
                  <c:v>45924</c:v>
                </c:pt>
                <c:pt idx="972">
                  <c:v>45925</c:v>
                </c:pt>
                <c:pt idx="973">
                  <c:v>45926</c:v>
                </c:pt>
                <c:pt idx="974">
                  <c:v>45929</c:v>
                </c:pt>
                <c:pt idx="975">
                  <c:v>45930</c:v>
                </c:pt>
                <c:pt idx="976">
                  <c:v>45931</c:v>
                </c:pt>
                <c:pt idx="977">
                  <c:v>45932</c:v>
                </c:pt>
                <c:pt idx="978">
                  <c:v>45933</c:v>
                </c:pt>
                <c:pt idx="979">
                  <c:v>45936</c:v>
                </c:pt>
                <c:pt idx="980">
                  <c:v>45937</c:v>
                </c:pt>
                <c:pt idx="981">
                  <c:v>45938</c:v>
                </c:pt>
                <c:pt idx="982">
                  <c:v>45939</c:v>
                </c:pt>
                <c:pt idx="983">
                  <c:v>45940</c:v>
                </c:pt>
                <c:pt idx="984">
                  <c:v>45943</c:v>
                </c:pt>
                <c:pt idx="985">
                  <c:v>45944</c:v>
                </c:pt>
                <c:pt idx="986">
                  <c:v>45945</c:v>
                </c:pt>
                <c:pt idx="987">
                  <c:v>45946</c:v>
                </c:pt>
                <c:pt idx="988">
                  <c:v>45947</c:v>
                </c:pt>
                <c:pt idx="989">
                  <c:v>45950</c:v>
                </c:pt>
                <c:pt idx="990">
                  <c:v>45951</c:v>
                </c:pt>
                <c:pt idx="991">
                  <c:v>45952</c:v>
                </c:pt>
                <c:pt idx="992">
                  <c:v>45953</c:v>
                </c:pt>
                <c:pt idx="993">
                  <c:v>45954</c:v>
                </c:pt>
                <c:pt idx="994">
                  <c:v>45957</c:v>
                </c:pt>
                <c:pt idx="995">
                  <c:v>45958</c:v>
                </c:pt>
                <c:pt idx="996">
                  <c:v>45959</c:v>
                </c:pt>
                <c:pt idx="997">
                  <c:v>45960</c:v>
                </c:pt>
                <c:pt idx="998">
                  <c:v>45961</c:v>
                </c:pt>
                <c:pt idx="999">
                  <c:v>45964</c:v>
                </c:pt>
                <c:pt idx="1000">
                  <c:v>45965</c:v>
                </c:pt>
                <c:pt idx="1001">
                  <c:v>45966</c:v>
                </c:pt>
                <c:pt idx="1002">
                  <c:v>45967</c:v>
                </c:pt>
                <c:pt idx="1003">
                  <c:v>45968</c:v>
                </c:pt>
                <c:pt idx="1004">
                  <c:v>45971</c:v>
                </c:pt>
                <c:pt idx="1005">
                  <c:v>45972</c:v>
                </c:pt>
                <c:pt idx="1006">
                  <c:v>45973</c:v>
                </c:pt>
                <c:pt idx="1007">
                  <c:v>45974</c:v>
                </c:pt>
                <c:pt idx="1008">
                  <c:v>45975</c:v>
                </c:pt>
                <c:pt idx="1009">
                  <c:v>45978</c:v>
                </c:pt>
                <c:pt idx="1010">
                  <c:v>45979</c:v>
                </c:pt>
                <c:pt idx="1011">
                  <c:v>45980</c:v>
                </c:pt>
                <c:pt idx="1012">
                  <c:v>45981</c:v>
                </c:pt>
                <c:pt idx="1013">
                  <c:v>45982</c:v>
                </c:pt>
                <c:pt idx="1014">
                  <c:v>45985</c:v>
                </c:pt>
                <c:pt idx="1015">
                  <c:v>45986</c:v>
                </c:pt>
                <c:pt idx="1016">
                  <c:v>45987</c:v>
                </c:pt>
                <c:pt idx="1017">
                  <c:v>45988</c:v>
                </c:pt>
                <c:pt idx="1018">
                  <c:v>45989</c:v>
                </c:pt>
                <c:pt idx="1019">
                  <c:v>45992</c:v>
                </c:pt>
                <c:pt idx="1020">
                  <c:v>45993</c:v>
                </c:pt>
                <c:pt idx="1021">
                  <c:v>45994</c:v>
                </c:pt>
                <c:pt idx="1022">
                  <c:v>45995</c:v>
                </c:pt>
                <c:pt idx="1023">
                  <c:v>45996</c:v>
                </c:pt>
                <c:pt idx="1024">
                  <c:v>45999</c:v>
                </c:pt>
                <c:pt idx="1025">
                  <c:v>46000</c:v>
                </c:pt>
                <c:pt idx="1026">
                  <c:v>46001</c:v>
                </c:pt>
                <c:pt idx="1027">
                  <c:v>46002</c:v>
                </c:pt>
                <c:pt idx="1028">
                  <c:v>46003</c:v>
                </c:pt>
                <c:pt idx="1029">
                  <c:v>46006</c:v>
                </c:pt>
                <c:pt idx="1030">
                  <c:v>46007</c:v>
                </c:pt>
                <c:pt idx="1031">
                  <c:v>46008</c:v>
                </c:pt>
                <c:pt idx="1032">
                  <c:v>46009</c:v>
                </c:pt>
                <c:pt idx="1033">
                  <c:v>46010</c:v>
                </c:pt>
                <c:pt idx="1034">
                  <c:v>46013</c:v>
                </c:pt>
                <c:pt idx="1035">
                  <c:v>46014</c:v>
                </c:pt>
                <c:pt idx="1036">
                  <c:v>46015</c:v>
                </c:pt>
                <c:pt idx="1037">
                  <c:v>46016</c:v>
                </c:pt>
                <c:pt idx="1038">
                  <c:v>46017</c:v>
                </c:pt>
                <c:pt idx="1039">
                  <c:v>46020</c:v>
                </c:pt>
                <c:pt idx="1040">
                  <c:v>46021</c:v>
                </c:pt>
                <c:pt idx="1041">
                  <c:v>46022</c:v>
                </c:pt>
                <c:pt idx="1042">
                  <c:v>46023</c:v>
                </c:pt>
                <c:pt idx="1043">
                  <c:v>46024</c:v>
                </c:pt>
                <c:pt idx="1044">
                  <c:v>46027</c:v>
                </c:pt>
                <c:pt idx="1045">
                  <c:v>46028</c:v>
                </c:pt>
                <c:pt idx="1046">
                  <c:v>46029</c:v>
                </c:pt>
                <c:pt idx="1047">
                  <c:v>46030</c:v>
                </c:pt>
                <c:pt idx="1048">
                  <c:v>46031</c:v>
                </c:pt>
                <c:pt idx="1049">
                  <c:v>46034</c:v>
                </c:pt>
                <c:pt idx="1050">
                  <c:v>46035</c:v>
                </c:pt>
                <c:pt idx="1051">
                  <c:v>46036</c:v>
                </c:pt>
                <c:pt idx="1052">
                  <c:v>46037</c:v>
                </c:pt>
                <c:pt idx="1053">
                  <c:v>46038</c:v>
                </c:pt>
                <c:pt idx="1054">
                  <c:v>46041</c:v>
                </c:pt>
                <c:pt idx="1055">
                  <c:v>46042</c:v>
                </c:pt>
                <c:pt idx="1056">
                  <c:v>46043</c:v>
                </c:pt>
                <c:pt idx="1057">
                  <c:v>46044</c:v>
                </c:pt>
                <c:pt idx="1058">
                  <c:v>46045</c:v>
                </c:pt>
                <c:pt idx="1059">
                  <c:v>46048</c:v>
                </c:pt>
                <c:pt idx="1060">
                  <c:v>46049</c:v>
                </c:pt>
                <c:pt idx="1061">
                  <c:v>46050</c:v>
                </c:pt>
                <c:pt idx="1062">
                  <c:v>46051</c:v>
                </c:pt>
                <c:pt idx="1063">
                  <c:v>46052</c:v>
                </c:pt>
                <c:pt idx="1064">
                  <c:v>46055</c:v>
                </c:pt>
                <c:pt idx="1065">
                  <c:v>46056</c:v>
                </c:pt>
                <c:pt idx="1066">
                  <c:v>46057</c:v>
                </c:pt>
                <c:pt idx="1067">
                  <c:v>46058</c:v>
                </c:pt>
                <c:pt idx="1068">
                  <c:v>46059</c:v>
                </c:pt>
                <c:pt idx="1069">
                  <c:v>46062</c:v>
                </c:pt>
                <c:pt idx="1070">
                  <c:v>46063</c:v>
                </c:pt>
                <c:pt idx="1071">
                  <c:v>46064</c:v>
                </c:pt>
                <c:pt idx="1072">
                  <c:v>46065</c:v>
                </c:pt>
                <c:pt idx="1073">
                  <c:v>46066</c:v>
                </c:pt>
                <c:pt idx="1074">
                  <c:v>46069</c:v>
                </c:pt>
                <c:pt idx="1075">
                  <c:v>46070</c:v>
                </c:pt>
                <c:pt idx="1076">
                  <c:v>46071</c:v>
                </c:pt>
                <c:pt idx="1077">
                  <c:v>46072</c:v>
                </c:pt>
                <c:pt idx="1078">
                  <c:v>46073</c:v>
                </c:pt>
                <c:pt idx="1079">
                  <c:v>46076</c:v>
                </c:pt>
                <c:pt idx="1080">
                  <c:v>46077</c:v>
                </c:pt>
                <c:pt idx="1081">
                  <c:v>46078</c:v>
                </c:pt>
                <c:pt idx="1082">
                  <c:v>46079</c:v>
                </c:pt>
                <c:pt idx="1083">
                  <c:v>46080</c:v>
                </c:pt>
                <c:pt idx="1084">
                  <c:v>46083</c:v>
                </c:pt>
                <c:pt idx="1085">
                  <c:v>46084</c:v>
                </c:pt>
                <c:pt idx="1086">
                  <c:v>46085</c:v>
                </c:pt>
                <c:pt idx="1087">
                  <c:v>46086</c:v>
                </c:pt>
                <c:pt idx="1088">
                  <c:v>46087</c:v>
                </c:pt>
                <c:pt idx="1089">
                  <c:v>46090</c:v>
                </c:pt>
                <c:pt idx="1090">
                  <c:v>46091</c:v>
                </c:pt>
                <c:pt idx="1091">
                  <c:v>46092</c:v>
                </c:pt>
                <c:pt idx="1092">
                  <c:v>46093</c:v>
                </c:pt>
                <c:pt idx="1093">
                  <c:v>46094</c:v>
                </c:pt>
                <c:pt idx="1094">
                  <c:v>46097</c:v>
                </c:pt>
                <c:pt idx="1095">
                  <c:v>46098</c:v>
                </c:pt>
                <c:pt idx="1096">
                  <c:v>46099</c:v>
                </c:pt>
                <c:pt idx="1097">
                  <c:v>46100</c:v>
                </c:pt>
                <c:pt idx="1098">
                  <c:v>46101</c:v>
                </c:pt>
                <c:pt idx="1099">
                  <c:v>46104</c:v>
                </c:pt>
                <c:pt idx="1100">
                  <c:v>46105</c:v>
                </c:pt>
                <c:pt idx="1101">
                  <c:v>46106</c:v>
                </c:pt>
                <c:pt idx="1102">
                  <c:v>46107</c:v>
                </c:pt>
                <c:pt idx="1103">
                  <c:v>46108</c:v>
                </c:pt>
                <c:pt idx="1104">
                  <c:v>46111</c:v>
                </c:pt>
                <c:pt idx="1105">
                  <c:v>46112</c:v>
                </c:pt>
                <c:pt idx="1106">
                  <c:v>46113</c:v>
                </c:pt>
                <c:pt idx="1107">
                  <c:v>46114</c:v>
                </c:pt>
                <c:pt idx="1108">
                  <c:v>46115</c:v>
                </c:pt>
                <c:pt idx="1109">
                  <c:v>46118</c:v>
                </c:pt>
                <c:pt idx="1110">
                  <c:v>46119</c:v>
                </c:pt>
                <c:pt idx="1111">
                  <c:v>46120</c:v>
                </c:pt>
                <c:pt idx="1112">
                  <c:v>46121</c:v>
                </c:pt>
                <c:pt idx="1113">
                  <c:v>46122</c:v>
                </c:pt>
                <c:pt idx="1114">
                  <c:v>46125</c:v>
                </c:pt>
                <c:pt idx="1115">
                  <c:v>46126</c:v>
                </c:pt>
                <c:pt idx="1116">
                  <c:v>46127</c:v>
                </c:pt>
                <c:pt idx="1117">
                  <c:v>46128</c:v>
                </c:pt>
                <c:pt idx="1118">
                  <c:v>46129</c:v>
                </c:pt>
                <c:pt idx="1119">
                  <c:v>46132</c:v>
                </c:pt>
                <c:pt idx="1120">
                  <c:v>46133</c:v>
                </c:pt>
                <c:pt idx="1121">
                  <c:v>46134</c:v>
                </c:pt>
                <c:pt idx="1122">
                  <c:v>46135</c:v>
                </c:pt>
                <c:pt idx="1123">
                  <c:v>46136</c:v>
                </c:pt>
                <c:pt idx="1124">
                  <c:v>46139</c:v>
                </c:pt>
                <c:pt idx="1125">
                  <c:v>46140</c:v>
                </c:pt>
                <c:pt idx="1126">
                  <c:v>46141</c:v>
                </c:pt>
                <c:pt idx="1127">
                  <c:v>46142</c:v>
                </c:pt>
                <c:pt idx="1128">
                  <c:v>46143</c:v>
                </c:pt>
                <c:pt idx="1129">
                  <c:v>46146</c:v>
                </c:pt>
                <c:pt idx="1130">
                  <c:v>46147</c:v>
                </c:pt>
                <c:pt idx="1131">
                  <c:v>46148</c:v>
                </c:pt>
                <c:pt idx="1132">
                  <c:v>46149</c:v>
                </c:pt>
                <c:pt idx="1133">
                  <c:v>46150</c:v>
                </c:pt>
                <c:pt idx="1134">
                  <c:v>46153</c:v>
                </c:pt>
                <c:pt idx="1135">
                  <c:v>46154</c:v>
                </c:pt>
                <c:pt idx="1136">
                  <c:v>46155</c:v>
                </c:pt>
                <c:pt idx="1137">
                  <c:v>46156</c:v>
                </c:pt>
                <c:pt idx="1138">
                  <c:v>46157</c:v>
                </c:pt>
                <c:pt idx="1139">
                  <c:v>46160</c:v>
                </c:pt>
                <c:pt idx="1140">
                  <c:v>46161</c:v>
                </c:pt>
                <c:pt idx="1141">
                  <c:v>46162</c:v>
                </c:pt>
                <c:pt idx="1142">
                  <c:v>46163</c:v>
                </c:pt>
                <c:pt idx="1143">
                  <c:v>46164</c:v>
                </c:pt>
                <c:pt idx="1144">
                  <c:v>46168</c:v>
                </c:pt>
                <c:pt idx="1145">
                  <c:v>46169</c:v>
                </c:pt>
                <c:pt idx="1146">
                  <c:v>46170</c:v>
                </c:pt>
                <c:pt idx="1147">
                  <c:v>46171</c:v>
                </c:pt>
                <c:pt idx="1148">
                  <c:v>46174</c:v>
                </c:pt>
                <c:pt idx="1149">
                  <c:v>46175</c:v>
                </c:pt>
                <c:pt idx="1150">
                  <c:v>46176</c:v>
                </c:pt>
                <c:pt idx="1151">
                  <c:v>46177</c:v>
                </c:pt>
                <c:pt idx="1152">
                  <c:v>46178</c:v>
                </c:pt>
                <c:pt idx="1153">
                  <c:v>46181</c:v>
                </c:pt>
                <c:pt idx="1154">
                  <c:v>46182</c:v>
                </c:pt>
                <c:pt idx="1155">
                  <c:v>46183</c:v>
                </c:pt>
                <c:pt idx="1156">
                  <c:v>46184</c:v>
                </c:pt>
                <c:pt idx="1157">
                  <c:v>46185</c:v>
                </c:pt>
                <c:pt idx="1158">
                  <c:v>46188</c:v>
                </c:pt>
                <c:pt idx="1159">
                  <c:v>46189</c:v>
                </c:pt>
                <c:pt idx="1160">
                  <c:v>46190</c:v>
                </c:pt>
                <c:pt idx="1161">
                  <c:v>46191</c:v>
                </c:pt>
                <c:pt idx="1162">
                  <c:v>46192</c:v>
                </c:pt>
                <c:pt idx="1163">
                  <c:v>46195</c:v>
                </c:pt>
                <c:pt idx="1164">
                  <c:v>46196</c:v>
                </c:pt>
                <c:pt idx="1165">
                  <c:v>46197</c:v>
                </c:pt>
                <c:pt idx="1166">
                  <c:v>46198</c:v>
                </c:pt>
                <c:pt idx="1167">
                  <c:v>46199</c:v>
                </c:pt>
                <c:pt idx="1168">
                  <c:v>46202</c:v>
                </c:pt>
                <c:pt idx="1169">
                  <c:v>46203</c:v>
                </c:pt>
                <c:pt idx="1170">
                  <c:v>46204</c:v>
                </c:pt>
                <c:pt idx="1171">
                  <c:v>46205</c:v>
                </c:pt>
                <c:pt idx="1172">
                  <c:v>46206</c:v>
                </c:pt>
                <c:pt idx="1173">
                  <c:v>46209</c:v>
                </c:pt>
                <c:pt idx="1174">
                  <c:v>46210</c:v>
                </c:pt>
                <c:pt idx="1175">
                  <c:v>46211</c:v>
                </c:pt>
                <c:pt idx="1176">
                  <c:v>46212</c:v>
                </c:pt>
                <c:pt idx="1177">
                  <c:v>46213</c:v>
                </c:pt>
                <c:pt idx="1178">
                  <c:v>46216</c:v>
                </c:pt>
                <c:pt idx="1179">
                  <c:v>46217</c:v>
                </c:pt>
                <c:pt idx="1180">
                  <c:v>46218</c:v>
                </c:pt>
                <c:pt idx="1181">
                  <c:v>46219</c:v>
                </c:pt>
                <c:pt idx="1182">
                  <c:v>46220</c:v>
                </c:pt>
                <c:pt idx="1183">
                  <c:v>46223</c:v>
                </c:pt>
                <c:pt idx="1184">
                  <c:v>46224</c:v>
                </c:pt>
                <c:pt idx="1185">
                  <c:v>46225</c:v>
                </c:pt>
                <c:pt idx="1186">
                  <c:v>46226</c:v>
                </c:pt>
                <c:pt idx="1187">
                  <c:v>46227</c:v>
                </c:pt>
                <c:pt idx="1188">
                  <c:v>46230</c:v>
                </c:pt>
                <c:pt idx="1189">
                  <c:v>46231</c:v>
                </c:pt>
                <c:pt idx="1190">
                  <c:v>46232</c:v>
                </c:pt>
                <c:pt idx="1191">
                  <c:v>46233</c:v>
                </c:pt>
                <c:pt idx="1192">
                  <c:v>46234</c:v>
                </c:pt>
                <c:pt idx="1193">
                  <c:v>46237</c:v>
                </c:pt>
                <c:pt idx="1194">
                  <c:v>46238</c:v>
                </c:pt>
                <c:pt idx="1195">
                  <c:v>46239</c:v>
                </c:pt>
                <c:pt idx="1196">
                  <c:v>46240</c:v>
                </c:pt>
                <c:pt idx="1197">
                  <c:v>46241</c:v>
                </c:pt>
                <c:pt idx="1198">
                  <c:v>46244</c:v>
                </c:pt>
                <c:pt idx="1199">
                  <c:v>46245</c:v>
                </c:pt>
                <c:pt idx="1200">
                  <c:v>46246</c:v>
                </c:pt>
                <c:pt idx="1201">
                  <c:v>46247</c:v>
                </c:pt>
                <c:pt idx="1202">
                  <c:v>46248</c:v>
                </c:pt>
                <c:pt idx="1203">
                  <c:v>46251</c:v>
                </c:pt>
                <c:pt idx="1204">
                  <c:v>46252</c:v>
                </c:pt>
                <c:pt idx="1205">
                  <c:v>46253</c:v>
                </c:pt>
                <c:pt idx="1206">
                  <c:v>46254</c:v>
                </c:pt>
                <c:pt idx="1207">
                  <c:v>46255</c:v>
                </c:pt>
                <c:pt idx="1208">
                  <c:v>46258</c:v>
                </c:pt>
                <c:pt idx="1209">
                  <c:v>46259</c:v>
                </c:pt>
                <c:pt idx="1210">
                  <c:v>46260</c:v>
                </c:pt>
                <c:pt idx="1211">
                  <c:v>46261</c:v>
                </c:pt>
                <c:pt idx="1212">
                  <c:v>46262</c:v>
                </c:pt>
                <c:pt idx="1213">
                  <c:v>46265</c:v>
                </c:pt>
                <c:pt idx="1214">
                  <c:v>46266</c:v>
                </c:pt>
                <c:pt idx="1215">
                  <c:v>46267</c:v>
                </c:pt>
                <c:pt idx="1216">
                  <c:v>46268</c:v>
                </c:pt>
                <c:pt idx="1217">
                  <c:v>46269</c:v>
                </c:pt>
                <c:pt idx="1218">
                  <c:v>46272</c:v>
                </c:pt>
                <c:pt idx="1219">
                  <c:v>46273</c:v>
                </c:pt>
                <c:pt idx="1220">
                  <c:v>46274</c:v>
                </c:pt>
                <c:pt idx="1221">
                  <c:v>46275</c:v>
                </c:pt>
                <c:pt idx="1222">
                  <c:v>46276</c:v>
                </c:pt>
                <c:pt idx="1223">
                  <c:v>46279</c:v>
                </c:pt>
                <c:pt idx="1224">
                  <c:v>46280</c:v>
                </c:pt>
                <c:pt idx="1225">
                  <c:v>46281</c:v>
                </c:pt>
                <c:pt idx="1226">
                  <c:v>46282</c:v>
                </c:pt>
                <c:pt idx="1227">
                  <c:v>46283</c:v>
                </c:pt>
                <c:pt idx="1228">
                  <c:v>46286</c:v>
                </c:pt>
                <c:pt idx="1229">
                  <c:v>46287</c:v>
                </c:pt>
                <c:pt idx="1230">
                  <c:v>46288</c:v>
                </c:pt>
                <c:pt idx="1231">
                  <c:v>46289</c:v>
                </c:pt>
                <c:pt idx="1232">
                  <c:v>46290</c:v>
                </c:pt>
                <c:pt idx="1233">
                  <c:v>46293</c:v>
                </c:pt>
                <c:pt idx="1234">
                  <c:v>46294</c:v>
                </c:pt>
                <c:pt idx="1235">
                  <c:v>46295</c:v>
                </c:pt>
                <c:pt idx="1236">
                  <c:v>46296</c:v>
                </c:pt>
                <c:pt idx="1237">
                  <c:v>46297</c:v>
                </c:pt>
                <c:pt idx="1238">
                  <c:v>46300</c:v>
                </c:pt>
                <c:pt idx="1239">
                  <c:v>46301</c:v>
                </c:pt>
                <c:pt idx="1240">
                  <c:v>46302</c:v>
                </c:pt>
                <c:pt idx="1241">
                  <c:v>46303</c:v>
                </c:pt>
                <c:pt idx="1242">
                  <c:v>46304</c:v>
                </c:pt>
                <c:pt idx="1243">
                  <c:v>46307</c:v>
                </c:pt>
                <c:pt idx="1244">
                  <c:v>46308</c:v>
                </c:pt>
                <c:pt idx="1245">
                  <c:v>46309</c:v>
                </c:pt>
                <c:pt idx="1246">
                  <c:v>46310</c:v>
                </c:pt>
                <c:pt idx="1247">
                  <c:v>46311</c:v>
                </c:pt>
                <c:pt idx="1248">
                  <c:v>#N/A</c:v>
                </c:pt>
                <c:pt idx="1249">
                  <c:v>#N/A</c:v>
                </c:pt>
                <c:pt idx="1250">
                  <c:v>#N/A</c:v>
                </c:pt>
                <c:pt idx="1251">
                  <c:v>#N/A</c:v>
                </c:pt>
                <c:pt idx="1252">
                  <c:v>#N/A</c:v>
                </c:pt>
                <c:pt idx="1253">
                  <c:v>#N/A</c:v>
                </c:pt>
                <c:pt idx="1254">
                  <c:v>#N/A</c:v>
                </c:pt>
                <c:pt idx="1255">
                  <c:v>#N/A</c:v>
                </c:pt>
                <c:pt idx="1256">
                  <c:v>#N/A</c:v>
                </c:pt>
                <c:pt idx="1257">
                  <c:v>#N/A</c:v>
                </c:pt>
                <c:pt idx="1258">
                  <c:v>#N/A</c:v>
                </c:pt>
                <c:pt idx="1259">
                  <c:v>#N/A</c:v>
                </c:pt>
                <c:pt idx="1260">
                  <c:v>#N/A</c:v>
                </c:pt>
                <c:pt idx="1261">
                  <c:v>#N/A</c:v>
                </c:pt>
                <c:pt idx="1262">
                  <c:v>#N/A</c:v>
                </c:pt>
                <c:pt idx="1263">
                  <c:v>#N/A</c:v>
                </c:pt>
                <c:pt idx="1264">
                  <c:v>#N/A</c:v>
                </c:pt>
                <c:pt idx="1265">
                  <c:v>#N/A</c:v>
                </c:pt>
                <c:pt idx="1266">
                  <c:v>#N/A</c:v>
                </c:pt>
                <c:pt idx="1267">
                  <c:v>#N/A</c:v>
                </c:pt>
                <c:pt idx="1268">
                  <c:v>#N/A</c:v>
                </c:pt>
                <c:pt idx="1269">
                  <c:v>#N/A</c:v>
                </c:pt>
                <c:pt idx="1270">
                  <c:v>#N/A</c:v>
                </c:pt>
                <c:pt idx="1271">
                  <c:v>#N/A</c:v>
                </c:pt>
                <c:pt idx="1272">
                  <c:v>#N/A</c:v>
                </c:pt>
                <c:pt idx="1273">
                  <c:v>#N/A</c:v>
                </c:pt>
                <c:pt idx="1274">
                  <c:v>#N/A</c:v>
                </c:pt>
                <c:pt idx="1275">
                  <c:v>#N/A</c:v>
                </c:pt>
                <c:pt idx="1276">
                  <c:v>#N/A</c:v>
                </c:pt>
                <c:pt idx="1277">
                  <c:v>#N/A</c:v>
                </c:pt>
                <c:pt idx="1278">
                  <c:v>#N/A</c:v>
                </c:pt>
                <c:pt idx="1279">
                  <c:v>#N/A</c:v>
                </c:pt>
                <c:pt idx="1280">
                  <c:v>#N/A</c:v>
                </c:pt>
                <c:pt idx="1281">
                  <c:v>#N/A</c:v>
                </c:pt>
                <c:pt idx="1282">
                  <c:v>#N/A</c:v>
                </c:pt>
                <c:pt idx="1283">
                  <c:v>#N/A</c:v>
                </c:pt>
                <c:pt idx="1284">
                  <c:v>#N/A</c:v>
                </c:pt>
                <c:pt idx="1285">
                  <c:v>#N/A</c:v>
                </c:pt>
                <c:pt idx="1286">
                  <c:v>#N/A</c:v>
                </c:pt>
                <c:pt idx="1287">
                  <c:v>#N/A</c:v>
                </c:pt>
                <c:pt idx="1288">
                  <c:v>#N/A</c:v>
                </c:pt>
                <c:pt idx="1289">
                  <c:v>#N/A</c:v>
                </c:pt>
                <c:pt idx="1290">
                  <c:v>#N/A</c:v>
                </c:pt>
                <c:pt idx="1291">
                  <c:v>#N/A</c:v>
                </c:pt>
                <c:pt idx="1292">
                  <c:v>#N/A</c:v>
                </c:pt>
                <c:pt idx="1293">
                  <c:v>#N/A</c:v>
                </c:pt>
                <c:pt idx="1294">
                  <c:v>#N/A</c:v>
                </c:pt>
                <c:pt idx="1295">
                  <c:v>#N/A</c:v>
                </c:pt>
                <c:pt idx="1296">
                  <c:v>#N/A</c:v>
                </c:pt>
                <c:pt idx="1297">
                  <c:v>#N/A</c:v>
                </c:pt>
                <c:pt idx="1298">
                  <c:v>#N/A</c:v>
                </c:pt>
                <c:pt idx="1299">
                  <c:v>#N/A</c:v>
                </c:pt>
                <c:pt idx="1300">
                  <c:v>#N/A</c:v>
                </c:pt>
                <c:pt idx="1301">
                  <c:v>#N/A</c:v>
                </c:pt>
                <c:pt idx="1302">
                  <c:v>#N/A</c:v>
                </c:pt>
                <c:pt idx="1303">
                  <c:v>#N/A</c:v>
                </c:pt>
                <c:pt idx="1304">
                  <c:v>#N/A</c:v>
                </c:pt>
                <c:pt idx="1305">
                  <c:v>#N/A</c:v>
                </c:pt>
                <c:pt idx="1306">
                  <c:v>#N/A</c:v>
                </c:pt>
                <c:pt idx="1307">
                  <c:v>#N/A</c:v>
                </c:pt>
                <c:pt idx="1308">
                  <c:v>#N/A</c:v>
                </c:pt>
                <c:pt idx="1309">
                  <c:v>#N/A</c:v>
                </c:pt>
                <c:pt idx="1310">
                  <c:v>#N/A</c:v>
                </c:pt>
                <c:pt idx="1311">
                  <c:v>#N/A</c:v>
                </c:pt>
                <c:pt idx="1312">
                  <c:v>#N/A</c:v>
                </c:pt>
                <c:pt idx="1313">
                  <c:v>#N/A</c:v>
                </c:pt>
                <c:pt idx="1314">
                  <c:v>#N/A</c:v>
                </c:pt>
                <c:pt idx="1315">
                  <c:v>#N/A</c:v>
                </c:pt>
                <c:pt idx="1316">
                  <c:v>#N/A</c:v>
                </c:pt>
                <c:pt idx="1317">
                  <c:v>#N/A</c:v>
                </c:pt>
                <c:pt idx="1318">
                  <c:v>#N/A</c:v>
                </c:pt>
                <c:pt idx="1319">
                  <c:v>#N/A</c:v>
                </c:pt>
                <c:pt idx="1320">
                  <c:v>#N/A</c:v>
                </c:pt>
              </c:numCache>
            </c:numRef>
          </c:cat>
          <c:val>
            <c:numRef>
              <c:f>FI_INDEX!$AK$795:$AK$4550</c:f>
              <c:numCache>
                <c:formatCode>0.0</c:formatCode>
                <c:ptCount val="3756"/>
                <c:pt idx="0">
                  <c:v>100</c:v>
                </c:pt>
                <c:pt idx="1">
                  <c:v>99.831472918506364</c:v>
                </c:pt>
                <c:pt idx="2">
                  <c:v>99.522660087936941</c:v>
                </c:pt>
                <c:pt idx="3">
                  <c:v>99.338682132548016</c:v>
                </c:pt>
                <c:pt idx="4">
                  <c:v>98.589672881465162</c:v>
                </c:pt>
                <c:pt idx="5">
                  <c:v>98.449182485053029</c:v>
                </c:pt>
                <c:pt idx="6">
                  <c:v>97.94022455952215</c:v>
                </c:pt>
                <c:pt idx="7">
                  <c:v>98.014204571616816</c:v>
                </c:pt>
                <c:pt idx="8">
                  <c:v>98.125532722597427</c:v>
                </c:pt>
                <c:pt idx="9">
                  <c:v>97.87197467284561</c:v>
                </c:pt>
                <c:pt idx="10">
                  <c:v>97.289446029892801</c:v>
                </c:pt>
                <c:pt idx="11">
                  <c:v>97.289446029892801</c:v>
                </c:pt>
                <c:pt idx="12">
                  <c:v>96.377639822734423</c:v>
                </c:pt>
                <c:pt idx="13">
                  <c:v>96.739149342416866</c:v>
                </c:pt>
                <c:pt idx="14">
                  <c:v>97.055738771768006</c:v>
                </c:pt>
                <c:pt idx="15">
                  <c:v>97.41284837371866</c:v>
                </c:pt>
                <c:pt idx="16">
                  <c:v>96.9717310401916</c:v>
                </c:pt>
                <c:pt idx="17">
                  <c:v>96.842905541952092</c:v>
                </c:pt>
                <c:pt idx="18">
                  <c:v>97.067403669940575</c:v>
                </c:pt>
                <c:pt idx="19">
                  <c:v>97.151923019857833</c:v>
                </c:pt>
                <c:pt idx="20">
                  <c:v>97.080194128463148</c:v>
                </c:pt>
                <c:pt idx="21">
                  <c:v>97.154890406235069</c:v>
                </c:pt>
                <c:pt idx="22">
                  <c:v>97.258032663761227</c:v>
                </c:pt>
                <c:pt idx="23">
                  <c:v>97.678685263652142</c:v>
                </c:pt>
                <c:pt idx="24">
                  <c:v>97.420420325164017</c:v>
                </c:pt>
                <c:pt idx="25">
                  <c:v>96.861426125892763</c:v>
                </c:pt>
                <c:pt idx="26">
                  <c:v>96.566426990527759</c:v>
                </c:pt>
                <c:pt idx="27">
                  <c:v>96.297111095876105</c:v>
                </c:pt>
                <c:pt idx="28">
                  <c:v>96.654323021494989</c:v>
                </c:pt>
                <c:pt idx="29">
                  <c:v>96.368021397925347</c:v>
                </c:pt>
                <c:pt idx="30">
                  <c:v>95.928336595752825</c:v>
                </c:pt>
                <c:pt idx="31">
                  <c:v>95.428894771362749</c:v>
                </c:pt>
                <c:pt idx="32">
                  <c:v>95.620547001865219</c:v>
                </c:pt>
                <c:pt idx="33">
                  <c:v>95.84023591744922</c:v>
                </c:pt>
                <c:pt idx="34">
                  <c:v>95.644183769214948</c:v>
                </c:pt>
                <c:pt idx="35">
                  <c:v>95.596705587179116</c:v>
                </c:pt>
                <c:pt idx="36">
                  <c:v>95.596705587179116</c:v>
                </c:pt>
                <c:pt idx="37">
                  <c:v>95.000772543694609</c:v>
                </c:pt>
                <c:pt idx="38">
                  <c:v>93.954001418205891</c:v>
                </c:pt>
                <c:pt idx="39">
                  <c:v>91.031637454964638</c:v>
                </c:pt>
                <c:pt idx="40">
                  <c:v>92.613766012374839</c:v>
                </c:pt>
                <c:pt idx="41">
                  <c:v>90.7945535157899</c:v>
                </c:pt>
                <c:pt idx="42">
                  <c:v>90.722722300727042</c:v>
                </c:pt>
                <c:pt idx="43">
                  <c:v>90.080231988220334</c:v>
                </c:pt>
                <c:pt idx="44">
                  <c:v>90.196369351605441</c:v>
                </c:pt>
                <c:pt idx="45">
                  <c:v>88.800162899279584</c:v>
                </c:pt>
                <c:pt idx="46">
                  <c:v>87.840162244408106</c:v>
                </c:pt>
                <c:pt idx="47">
                  <c:v>87.486838618180087</c:v>
                </c:pt>
                <c:pt idx="48">
                  <c:v>88.296423480825908</c:v>
                </c:pt>
                <c:pt idx="49">
                  <c:v>88.424635037056348</c:v>
                </c:pt>
                <c:pt idx="50">
                  <c:v>88.515805425405389</c:v>
                </c:pt>
                <c:pt idx="51">
                  <c:v>88.2849632299897</c:v>
                </c:pt>
                <c:pt idx="52">
                  <c:v>88.302153606244076</c:v>
                </c:pt>
                <c:pt idx="53">
                  <c:v>89.353324649464554</c:v>
                </c:pt>
                <c:pt idx="54">
                  <c:v>90.096501451461094</c:v>
                </c:pt>
                <c:pt idx="55">
                  <c:v>90.219596824282505</c:v>
                </c:pt>
                <c:pt idx="56">
                  <c:v>89.713913256133395</c:v>
                </c:pt>
                <c:pt idx="57">
                  <c:v>89.093729503290092</c:v>
                </c:pt>
                <c:pt idx="58">
                  <c:v>88.960606410986969</c:v>
                </c:pt>
                <c:pt idx="59">
                  <c:v>89.01862393084545</c:v>
                </c:pt>
                <c:pt idx="60">
                  <c:v>88.967155125750551</c:v>
                </c:pt>
                <c:pt idx="61">
                  <c:v>89.232582721011354</c:v>
                </c:pt>
                <c:pt idx="62">
                  <c:v>90.145616812187896</c:v>
                </c:pt>
                <c:pt idx="63">
                  <c:v>90.459955120839084</c:v>
                </c:pt>
                <c:pt idx="64">
                  <c:v>89.978624585716986</c:v>
                </c:pt>
                <c:pt idx="65">
                  <c:v>89.764972766555644</c:v>
                </c:pt>
                <c:pt idx="66">
                  <c:v>90.006558947130301</c:v>
                </c:pt>
                <c:pt idx="67">
                  <c:v>89.568306676312289</c:v>
                </c:pt>
                <c:pt idx="68">
                  <c:v>88.826050787329393</c:v>
                </c:pt>
                <c:pt idx="69">
                  <c:v>88.71134595529881</c:v>
                </c:pt>
                <c:pt idx="70">
                  <c:v>88.228889859826751</c:v>
                </c:pt>
                <c:pt idx="71">
                  <c:v>87.439667407148889</c:v>
                </c:pt>
                <c:pt idx="72">
                  <c:v>87.371008225799628</c:v>
                </c:pt>
                <c:pt idx="73">
                  <c:v>87.539432983625062</c:v>
                </c:pt>
                <c:pt idx="74">
                  <c:v>87.347064487445309</c:v>
                </c:pt>
                <c:pt idx="75">
                  <c:v>87.347064487445309</c:v>
                </c:pt>
                <c:pt idx="76">
                  <c:v>87.201253260287785</c:v>
                </c:pt>
                <c:pt idx="77">
                  <c:v>86.653514664516393</c:v>
                </c:pt>
                <c:pt idx="78">
                  <c:v>86.784795930792242</c:v>
                </c:pt>
                <c:pt idx="79">
                  <c:v>86.594985526317018</c:v>
                </c:pt>
                <c:pt idx="80">
                  <c:v>86.101069180008693</c:v>
                </c:pt>
                <c:pt idx="81">
                  <c:v>85.901026408715396</c:v>
                </c:pt>
                <c:pt idx="82">
                  <c:v>86.070679050558994</c:v>
                </c:pt>
                <c:pt idx="83">
                  <c:v>85.758796509944176</c:v>
                </c:pt>
                <c:pt idx="84">
                  <c:v>85.474234388733592</c:v>
                </c:pt>
                <c:pt idx="85">
                  <c:v>84.947574468607442</c:v>
                </c:pt>
                <c:pt idx="86">
                  <c:v>84.525489337361975</c:v>
                </c:pt>
                <c:pt idx="87">
                  <c:v>84.334655696204962</c:v>
                </c:pt>
                <c:pt idx="88">
                  <c:v>84.62781300554272</c:v>
                </c:pt>
                <c:pt idx="89">
                  <c:v>84.391956950386174</c:v>
                </c:pt>
                <c:pt idx="90">
                  <c:v>83.705058165889028</c:v>
                </c:pt>
                <c:pt idx="91">
                  <c:v>83.028391748209955</c:v>
                </c:pt>
                <c:pt idx="92">
                  <c:v>83.123655083286224</c:v>
                </c:pt>
                <c:pt idx="93">
                  <c:v>83.32533503327042</c:v>
                </c:pt>
                <c:pt idx="94">
                  <c:v>83.351529892324706</c:v>
                </c:pt>
                <c:pt idx="95">
                  <c:v>83.346720679920224</c:v>
                </c:pt>
                <c:pt idx="96">
                  <c:v>83.254322407553047</c:v>
                </c:pt>
                <c:pt idx="97">
                  <c:v>83.140333841199734</c:v>
                </c:pt>
                <c:pt idx="98">
                  <c:v>83.004448009855736</c:v>
                </c:pt>
                <c:pt idx="99">
                  <c:v>82.853213628284621</c:v>
                </c:pt>
                <c:pt idx="100">
                  <c:v>83.079041963959455</c:v>
                </c:pt>
                <c:pt idx="101">
                  <c:v>83.340785907165724</c:v>
                </c:pt>
                <c:pt idx="102">
                  <c:v>83.633329274494386</c:v>
                </c:pt>
                <c:pt idx="103">
                  <c:v>84.250852611965001</c:v>
                </c:pt>
                <c:pt idx="104">
                  <c:v>84.766563899595837</c:v>
                </c:pt>
                <c:pt idx="105">
                  <c:v>85.27562414879489</c:v>
                </c:pt>
                <c:pt idx="106">
                  <c:v>85.27562414879489</c:v>
                </c:pt>
                <c:pt idx="107">
                  <c:v>84.97029032294364</c:v>
                </c:pt>
                <c:pt idx="108">
                  <c:v>84.738936509187027</c:v>
                </c:pt>
                <c:pt idx="109">
                  <c:v>84.766154604923116</c:v>
                </c:pt>
                <c:pt idx="110">
                  <c:v>84.691356003483008</c:v>
                </c:pt>
                <c:pt idx="111">
                  <c:v>84.407305500613333</c:v>
                </c:pt>
                <c:pt idx="112">
                  <c:v>84.304981832432631</c:v>
                </c:pt>
                <c:pt idx="113">
                  <c:v>83.927612144182149</c:v>
                </c:pt>
                <c:pt idx="114">
                  <c:v>83.424384344069381</c:v>
                </c:pt>
                <c:pt idx="115">
                  <c:v>82.673430943291109</c:v>
                </c:pt>
                <c:pt idx="116">
                  <c:v>80.766936357748008</c:v>
                </c:pt>
                <c:pt idx="117">
                  <c:v>80.467230333646683</c:v>
                </c:pt>
                <c:pt idx="118">
                  <c:v>80.946207424400612</c:v>
                </c:pt>
                <c:pt idx="119">
                  <c:v>80.582139813013626</c:v>
                </c:pt>
                <c:pt idx="120">
                  <c:v>80.704211949153191</c:v>
                </c:pt>
                <c:pt idx="121">
                  <c:v>80.704211949153191</c:v>
                </c:pt>
                <c:pt idx="122">
                  <c:v>80.573339977550063</c:v>
                </c:pt>
                <c:pt idx="123">
                  <c:v>80.636678328153891</c:v>
                </c:pt>
                <c:pt idx="124">
                  <c:v>80.946412071736916</c:v>
                </c:pt>
                <c:pt idx="125">
                  <c:v>80.924924101418966</c:v>
                </c:pt>
                <c:pt idx="126">
                  <c:v>80.723141827766582</c:v>
                </c:pt>
                <c:pt idx="127">
                  <c:v>80.006159884824299</c:v>
                </c:pt>
                <c:pt idx="128">
                  <c:v>79.755876192454267</c:v>
                </c:pt>
                <c:pt idx="129">
                  <c:v>79.690593692154962</c:v>
                </c:pt>
                <c:pt idx="130">
                  <c:v>80.447686513024081</c:v>
                </c:pt>
                <c:pt idx="131">
                  <c:v>80.447686513024081</c:v>
                </c:pt>
                <c:pt idx="132">
                  <c:v>80.256034282521611</c:v>
                </c:pt>
                <c:pt idx="133">
                  <c:v>80.026010676451349</c:v>
                </c:pt>
                <c:pt idx="134">
                  <c:v>79.858506831639531</c:v>
                </c:pt>
                <c:pt idx="135">
                  <c:v>79.627153017882932</c:v>
                </c:pt>
                <c:pt idx="136">
                  <c:v>79.375743765162909</c:v>
                </c:pt>
                <c:pt idx="137">
                  <c:v>78.922756886126876</c:v>
                </c:pt>
                <c:pt idx="138">
                  <c:v>78.137729703844442</c:v>
                </c:pt>
                <c:pt idx="139">
                  <c:v>77.59275384711394</c:v>
                </c:pt>
                <c:pt idx="140">
                  <c:v>77.736109306235122</c:v>
                </c:pt>
                <c:pt idx="141">
                  <c:v>78.132204225762692</c:v>
                </c:pt>
                <c:pt idx="142">
                  <c:v>78.244555613425149</c:v>
                </c:pt>
                <c:pt idx="143">
                  <c:v>78.955091165272037</c:v>
                </c:pt>
                <c:pt idx="144">
                  <c:v>79.452179545293959</c:v>
                </c:pt>
                <c:pt idx="145">
                  <c:v>80.047396323101196</c:v>
                </c:pt>
                <c:pt idx="146">
                  <c:v>80.315177362730125</c:v>
                </c:pt>
                <c:pt idx="147">
                  <c:v>80.267494533357905</c:v>
                </c:pt>
                <c:pt idx="148">
                  <c:v>80.34955811523885</c:v>
                </c:pt>
                <c:pt idx="149">
                  <c:v>81.36778093730517</c:v>
                </c:pt>
                <c:pt idx="150">
                  <c:v>81.994206433907522</c:v>
                </c:pt>
                <c:pt idx="151">
                  <c:v>82.413426502443912</c:v>
                </c:pt>
                <c:pt idx="152">
                  <c:v>82.236815851163996</c:v>
                </c:pt>
                <c:pt idx="153">
                  <c:v>82.167542727805653</c:v>
                </c:pt>
                <c:pt idx="154">
                  <c:v>82.913584592511256</c:v>
                </c:pt>
                <c:pt idx="155">
                  <c:v>82.735950704549523</c:v>
                </c:pt>
                <c:pt idx="156">
                  <c:v>83.240611036016801</c:v>
                </c:pt>
                <c:pt idx="157">
                  <c:v>83.195077003676374</c:v>
                </c:pt>
                <c:pt idx="158">
                  <c:v>83.629747946108054</c:v>
                </c:pt>
                <c:pt idx="159">
                  <c:v>84.078744202085034</c:v>
                </c:pt>
                <c:pt idx="160">
                  <c:v>83.988699374085996</c:v>
                </c:pt>
                <c:pt idx="161">
                  <c:v>83.994634146840497</c:v>
                </c:pt>
                <c:pt idx="162">
                  <c:v>83.725318252188842</c:v>
                </c:pt>
                <c:pt idx="163">
                  <c:v>83.121301638918084</c:v>
                </c:pt>
                <c:pt idx="164">
                  <c:v>83.190165467603705</c:v>
                </c:pt>
                <c:pt idx="165">
                  <c:v>82.565888768033162</c:v>
                </c:pt>
                <c:pt idx="166">
                  <c:v>81.754155108355548</c:v>
                </c:pt>
                <c:pt idx="167">
                  <c:v>82.007815481775538</c:v>
                </c:pt>
                <c:pt idx="168">
                  <c:v>82.208983813418826</c:v>
                </c:pt>
                <c:pt idx="169">
                  <c:v>82.533963783560765</c:v>
                </c:pt>
                <c:pt idx="170">
                  <c:v>82.464997631206955</c:v>
                </c:pt>
                <c:pt idx="171">
                  <c:v>81.930970406971795</c:v>
                </c:pt>
                <c:pt idx="172">
                  <c:v>81.644771107070341</c:v>
                </c:pt>
                <c:pt idx="173">
                  <c:v>81.219002323770383</c:v>
                </c:pt>
                <c:pt idx="174">
                  <c:v>80.507545858909879</c:v>
                </c:pt>
                <c:pt idx="175">
                  <c:v>80.782591878979645</c:v>
                </c:pt>
                <c:pt idx="176">
                  <c:v>80.782591878979645</c:v>
                </c:pt>
                <c:pt idx="177">
                  <c:v>80.398161857624714</c:v>
                </c:pt>
                <c:pt idx="178">
                  <c:v>80.553489185923027</c:v>
                </c:pt>
                <c:pt idx="179">
                  <c:v>80.936179704918885</c:v>
                </c:pt>
                <c:pt idx="180">
                  <c:v>81.3256235860147</c:v>
                </c:pt>
                <c:pt idx="181">
                  <c:v>81.723355684233155</c:v>
                </c:pt>
                <c:pt idx="182">
                  <c:v>80.987034568004731</c:v>
                </c:pt>
                <c:pt idx="183">
                  <c:v>80.72723477449388</c:v>
                </c:pt>
                <c:pt idx="184">
                  <c:v>80.666966133935432</c:v>
                </c:pt>
                <c:pt idx="185">
                  <c:v>80.074921389841819</c:v>
                </c:pt>
                <c:pt idx="186">
                  <c:v>80.068577322414612</c:v>
                </c:pt>
                <c:pt idx="187">
                  <c:v>79.67299402122795</c:v>
                </c:pt>
                <c:pt idx="188">
                  <c:v>79.826377199830858</c:v>
                </c:pt>
                <c:pt idx="189">
                  <c:v>79.301763753068343</c:v>
                </c:pt>
                <c:pt idx="190">
                  <c:v>78.48951847504982</c:v>
                </c:pt>
                <c:pt idx="191">
                  <c:v>77.308294049571643</c:v>
                </c:pt>
                <c:pt idx="192">
                  <c:v>76.608502482883722</c:v>
                </c:pt>
                <c:pt idx="193">
                  <c:v>76.285364338769028</c:v>
                </c:pt>
                <c:pt idx="194">
                  <c:v>75.977063126540529</c:v>
                </c:pt>
                <c:pt idx="195">
                  <c:v>76.050940814966992</c:v>
                </c:pt>
                <c:pt idx="196">
                  <c:v>76.418385107403921</c:v>
                </c:pt>
                <c:pt idx="197">
                  <c:v>77.535759563937333</c:v>
                </c:pt>
                <c:pt idx="198">
                  <c:v>76.95251465530724</c:v>
                </c:pt>
                <c:pt idx="199">
                  <c:v>76.963667935138943</c:v>
                </c:pt>
                <c:pt idx="200">
                  <c:v>76.491137235480409</c:v>
                </c:pt>
                <c:pt idx="201">
                  <c:v>76.491137235480409</c:v>
                </c:pt>
                <c:pt idx="202">
                  <c:v>75.792880523815199</c:v>
                </c:pt>
                <c:pt idx="203">
                  <c:v>75.582093767362934</c:v>
                </c:pt>
                <c:pt idx="204">
                  <c:v>74.950245116347006</c:v>
                </c:pt>
                <c:pt idx="205">
                  <c:v>74.935715155465346</c:v>
                </c:pt>
                <c:pt idx="206">
                  <c:v>75.069554513445738</c:v>
                </c:pt>
                <c:pt idx="207">
                  <c:v>75.256909149884621</c:v>
                </c:pt>
                <c:pt idx="208">
                  <c:v>74.723393543990369</c:v>
                </c:pt>
                <c:pt idx="209">
                  <c:v>74.347456387094425</c:v>
                </c:pt>
                <c:pt idx="210">
                  <c:v>73.959035742680427</c:v>
                </c:pt>
                <c:pt idx="211">
                  <c:v>74.245132718913737</c:v>
                </c:pt>
                <c:pt idx="212">
                  <c:v>75.09329360446371</c:v>
                </c:pt>
                <c:pt idx="213">
                  <c:v>75.894999544659626</c:v>
                </c:pt>
                <c:pt idx="214">
                  <c:v>76.323326419664113</c:v>
                </c:pt>
                <c:pt idx="215">
                  <c:v>76.489193085785061</c:v>
                </c:pt>
                <c:pt idx="216">
                  <c:v>76.16707817835217</c:v>
                </c:pt>
                <c:pt idx="217">
                  <c:v>76.552429112720731</c:v>
                </c:pt>
                <c:pt idx="218">
                  <c:v>76.489193085785047</c:v>
                </c:pt>
                <c:pt idx="219">
                  <c:v>76.082149533762163</c:v>
                </c:pt>
                <c:pt idx="220">
                  <c:v>76.522755248948329</c:v>
                </c:pt>
                <c:pt idx="221">
                  <c:v>77.0853307766059</c:v>
                </c:pt>
                <c:pt idx="222">
                  <c:v>77.343800362430386</c:v>
                </c:pt>
                <c:pt idx="223">
                  <c:v>77.376236965243692</c:v>
                </c:pt>
                <c:pt idx="224">
                  <c:v>78.756890220006113</c:v>
                </c:pt>
                <c:pt idx="225">
                  <c:v>78.756890220006113</c:v>
                </c:pt>
                <c:pt idx="226">
                  <c:v>79.747076356990902</c:v>
                </c:pt>
                <c:pt idx="227">
                  <c:v>80.346795376198074</c:v>
                </c:pt>
                <c:pt idx="228">
                  <c:v>80.672082317344547</c:v>
                </c:pt>
                <c:pt idx="229">
                  <c:v>80.180417091736203</c:v>
                </c:pt>
                <c:pt idx="230">
                  <c:v>80.051489269828508</c:v>
                </c:pt>
                <c:pt idx="231">
                  <c:v>79.946914480947811</c:v>
                </c:pt>
                <c:pt idx="232">
                  <c:v>80.40604078007469</c:v>
                </c:pt>
                <c:pt idx="233">
                  <c:v>80.879185421742321</c:v>
                </c:pt>
                <c:pt idx="234">
                  <c:v>80.879185421742321</c:v>
                </c:pt>
                <c:pt idx="235">
                  <c:v>81.303112379015005</c:v>
                </c:pt>
                <c:pt idx="236">
                  <c:v>81.480848590644911</c:v>
                </c:pt>
                <c:pt idx="237">
                  <c:v>81.656947623583903</c:v>
                </c:pt>
                <c:pt idx="238">
                  <c:v>81.949184019908031</c:v>
                </c:pt>
                <c:pt idx="239">
                  <c:v>82.869380767857209</c:v>
                </c:pt>
                <c:pt idx="240">
                  <c:v>83.155989362431384</c:v>
                </c:pt>
                <c:pt idx="241">
                  <c:v>83.046093742805283</c:v>
                </c:pt>
                <c:pt idx="242">
                  <c:v>82.659412600750372</c:v>
                </c:pt>
                <c:pt idx="243">
                  <c:v>82.864878526457261</c:v>
                </c:pt>
                <c:pt idx="244">
                  <c:v>83.214006882289866</c:v>
                </c:pt>
                <c:pt idx="245">
                  <c:v>83.151691768367797</c:v>
                </c:pt>
                <c:pt idx="246">
                  <c:v>83.056223785955197</c:v>
                </c:pt>
                <c:pt idx="247">
                  <c:v>83.801344737647142</c:v>
                </c:pt>
                <c:pt idx="248">
                  <c:v>83.728797256907029</c:v>
                </c:pt>
                <c:pt idx="249">
                  <c:v>83.683877166575712</c:v>
                </c:pt>
                <c:pt idx="250">
                  <c:v>83.323493207243217</c:v>
                </c:pt>
                <c:pt idx="251">
                  <c:v>82.853622922957371</c:v>
                </c:pt>
                <c:pt idx="252">
                  <c:v>82.443611984557265</c:v>
                </c:pt>
                <c:pt idx="253">
                  <c:v>82.715383647245233</c:v>
                </c:pt>
                <c:pt idx="254">
                  <c:v>82.896803510929658</c:v>
                </c:pt>
                <c:pt idx="255">
                  <c:v>82.705355927763549</c:v>
                </c:pt>
                <c:pt idx="256">
                  <c:v>82.705355927763549</c:v>
                </c:pt>
                <c:pt idx="257">
                  <c:v>82.408105671698564</c:v>
                </c:pt>
                <c:pt idx="258">
                  <c:v>82.406980111348574</c:v>
                </c:pt>
                <c:pt idx="259">
                  <c:v>82.345381263103789</c:v>
                </c:pt>
                <c:pt idx="260">
                  <c:v>100</c:v>
                </c:pt>
                <c:pt idx="261">
                  <c:v>100</c:v>
                </c:pt>
                <c:pt idx="262">
                  <c:v>100.42539051172561</c:v>
                </c:pt>
                <c:pt idx="263">
                  <c:v>100.77249821716819</c:v>
                </c:pt>
                <c:pt idx="264">
                  <c:v>100.24567608839858</c:v>
                </c:pt>
                <c:pt idx="265">
                  <c:v>100.95743979131224</c:v>
                </c:pt>
                <c:pt idx="266">
                  <c:v>101.51848731233596</c:v>
                </c:pt>
                <c:pt idx="267">
                  <c:v>101.11786353900514</c:v>
                </c:pt>
                <c:pt idx="268">
                  <c:v>101.67592411670486</c:v>
                </c:pt>
                <c:pt idx="269">
                  <c:v>102.45539186829572</c:v>
                </c:pt>
                <c:pt idx="270">
                  <c:v>102.7340487892301</c:v>
                </c:pt>
                <c:pt idx="271">
                  <c:v>102.7340487892301</c:v>
                </c:pt>
                <c:pt idx="272">
                  <c:v>102.77001656508989</c:v>
                </c:pt>
                <c:pt idx="273">
                  <c:v>103.86995844415105</c:v>
                </c:pt>
                <c:pt idx="274">
                  <c:v>103.79453812522017</c:v>
                </c:pt>
                <c:pt idx="275">
                  <c:v>103.56603696093455</c:v>
                </c:pt>
                <c:pt idx="276">
                  <c:v>103.63523448127376</c:v>
                </c:pt>
                <c:pt idx="277">
                  <c:v>103.7586948053322</c:v>
                </c:pt>
                <c:pt idx="278">
                  <c:v>103.69646681941565</c:v>
                </c:pt>
                <c:pt idx="279">
                  <c:v>103.83349284440392</c:v>
                </c:pt>
                <c:pt idx="280">
                  <c:v>103.7920490057835</c:v>
                </c:pt>
                <c:pt idx="281">
                  <c:v>103.26099537397155</c:v>
                </c:pt>
                <c:pt idx="282">
                  <c:v>103.16815121898405</c:v>
                </c:pt>
                <c:pt idx="283">
                  <c:v>103.9175006253913</c:v>
                </c:pt>
                <c:pt idx="284">
                  <c:v>105.13542676575025</c:v>
                </c:pt>
                <c:pt idx="285">
                  <c:v>104.29783807531332</c:v>
                </c:pt>
                <c:pt idx="286">
                  <c:v>103.29609195802853</c:v>
                </c:pt>
                <c:pt idx="287">
                  <c:v>102.9367875673463</c:v>
                </c:pt>
                <c:pt idx="288">
                  <c:v>102.86024714466892</c:v>
                </c:pt>
                <c:pt idx="289">
                  <c:v>102.86510092757038</c:v>
                </c:pt>
                <c:pt idx="290">
                  <c:v>101.84866900560925</c:v>
                </c:pt>
                <c:pt idx="291">
                  <c:v>101.87816507093366</c:v>
                </c:pt>
                <c:pt idx="292">
                  <c:v>101.95769243693503</c:v>
                </c:pt>
                <c:pt idx="293">
                  <c:v>101.55196596875905</c:v>
                </c:pt>
                <c:pt idx="294">
                  <c:v>101.41319756016512</c:v>
                </c:pt>
                <c:pt idx="295">
                  <c:v>101.05787576058155</c:v>
                </c:pt>
                <c:pt idx="296">
                  <c:v>101.05787576058155</c:v>
                </c:pt>
                <c:pt idx="297">
                  <c:v>100.25326790268042</c:v>
                </c:pt>
                <c:pt idx="298">
                  <c:v>100.37710159465438</c:v>
                </c:pt>
                <c:pt idx="299">
                  <c:v>101.11537441956844</c:v>
                </c:pt>
                <c:pt idx="300">
                  <c:v>100.91176444964944</c:v>
                </c:pt>
                <c:pt idx="301">
                  <c:v>101.07853545190581</c:v>
                </c:pt>
                <c:pt idx="302">
                  <c:v>100.89035802249413</c:v>
                </c:pt>
                <c:pt idx="303">
                  <c:v>100.50292658217761</c:v>
                </c:pt>
                <c:pt idx="304">
                  <c:v>99.926446520646579</c:v>
                </c:pt>
                <c:pt idx="305">
                  <c:v>100.65675416336337</c:v>
                </c:pt>
                <c:pt idx="306">
                  <c:v>101.12918903244194</c:v>
                </c:pt>
                <c:pt idx="307">
                  <c:v>100.92346331100177</c:v>
                </c:pt>
                <c:pt idx="308">
                  <c:v>100.60062452006665</c:v>
                </c:pt>
                <c:pt idx="309">
                  <c:v>100.42812854310594</c:v>
                </c:pt>
                <c:pt idx="310">
                  <c:v>100.92072527962148</c:v>
                </c:pt>
                <c:pt idx="311">
                  <c:v>101.24978686914828</c:v>
                </c:pt>
                <c:pt idx="312">
                  <c:v>100.8358463068313</c:v>
                </c:pt>
                <c:pt idx="313">
                  <c:v>100.60672286268651</c:v>
                </c:pt>
                <c:pt idx="314">
                  <c:v>100.54424596482627</c:v>
                </c:pt>
                <c:pt idx="315">
                  <c:v>100.68413447716671</c:v>
                </c:pt>
                <c:pt idx="316">
                  <c:v>100.22974572400396</c:v>
                </c:pt>
                <c:pt idx="317">
                  <c:v>100.57722679736206</c:v>
                </c:pt>
                <c:pt idx="318">
                  <c:v>100.85526143843724</c:v>
                </c:pt>
                <c:pt idx="319">
                  <c:v>101.43323497163028</c:v>
                </c:pt>
                <c:pt idx="320">
                  <c:v>101.41058398475667</c:v>
                </c:pt>
                <c:pt idx="321">
                  <c:v>101.24431080638762</c:v>
                </c:pt>
                <c:pt idx="322">
                  <c:v>100.98121088193238</c:v>
                </c:pt>
                <c:pt idx="323">
                  <c:v>101.17001059120325</c:v>
                </c:pt>
                <c:pt idx="324">
                  <c:v>101.51587373692749</c:v>
                </c:pt>
                <c:pt idx="325">
                  <c:v>101.86248361848274</c:v>
                </c:pt>
                <c:pt idx="326">
                  <c:v>102.4980802666345</c:v>
                </c:pt>
                <c:pt idx="327">
                  <c:v>102.63485737967915</c:v>
                </c:pt>
                <c:pt idx="328">
                  <c:v>102.51662420643768</c:v>
                </c:pt>
                <c:pt idx="329">
                  <c:v>102.48526130153573</c:v>
                </c:pt>
                <c:pt idx="330">
                  <c:v>102.26385412764459</c:v>
                </c:pt>
                <c:pt idx="331">
                  <c:v>102.15632416798076</c:v>
                </c:pt>
                <c:pt idx="332">
                  <c:v>102.18930500051653</c:v>
                </c:pt>
                <c:pt idx="333">
                  <c:v>102.31251641263133</c:v>
                </c:pt>
                <c:pt idx="334">
                  <c:v>102.31587672387084</c:v>
                </c:pt>
                <c:pt idx="335">
                  <c:v>102.34512387725162</c:v>
                </c:pt>
                <c:pt idx="336">
                  <c:v>101.88177429411689</c:v>
                </c:pt>
                <c:pt idx="337">
                  <c:v>101.86733740138426</c:v>
                </c:pt>
                <c:pt idx="338">
                  <c:v>101.432737147743</c:v>
                </c:pt>
                <c:pt idx="339">
                  <c:v>101.49359611796943</c:v>
                </c:pt>
                <c:pt idx="340">
                  <c:v>101.446925128532</c:v>
                </c:pt>
                <c:pt idx="341">
                  <c:v>101.52408783106851</c:v>
                </c:pt>
                <c:pt idx="342">
                  <c:v>102.08525980806407</c:v>
                </c:pt>
                <c:pt idx="343">
                  <c:v>102.04580726499297</c:v>
                </c:pt>
                <c:pt idx="344">
                  <c:v>101.87592486344077</c:v>
                </c:pt>
                <c:pt idx="345">
                  <c:v>102.40336927206958</c:v>
                </c:pt>
                <c:pt idx="346">
                  <c:v>102.12857048626206</c:v>
                </c:pt>
                <c:pt idx="347">
                  <c:v>102.10467493967012</c:v>
                </c:pt>
                <c:pt idx="348">
                  <c:v>102.45551632426769</c:v>
                </c:pt>
                <c:pt idx="349">
                  <c:v>102.5044275211981</c:v>
                </c:pt>
                <c:pt idx="350">
                  <c:v>102.33330055992757</c:v>
                </c:pt>
                <c:pt idx="351">
                  <c:v>102.08525980806415</c:v>
                </c:pt>
                <c:pt idx="352">
                  <c:v>102.07331203476818</c:v>
                </c:pt>
                <c:pt idx="353">
                  <c:v>102.2831448032788</c:v>
                </c:pt>
                <c:pt idx="354">
                  <c:v>102.69957448503243</c:v>
                </c:pt>
                <c:pt idx="355">
                  <c:v>102.53678607387469</c:v>
                </c:pt>
                <c:pt idx="356">
                  <c:v>101.93429471423056</c:v>
                </c:pt>
                <c:pt idx="357">
                  <c:v>101.84729998991921</c:v>
                </c:pt>
                <c:pt idx="358">
                  <c:v>101.66621655090201</c:v>
                </c:pt>
                <c:pt idx="359">
                  <c:v>101.46173538918018</c:v>
                </c:pt>
                <c:pt idx="360">
                  <c:v>101.40734812948909</c:v>
                </c:pt>
                <c:pt idx="361">
                  <c:v>101.34113755247387</c:v>
                </c:pt>
                <c:pt idx="362">
                  <c:v>101.29396873914912</c:v>
                </c:pt>
                <c:pt idx="363">
                  <c:v>101.2123256216266</c:v>
                </c:pt>
                <c:pt idx="364">
                  <c:v>101.17548665396401</c:v>
                </c:pt>
                <c:pt idx="365">
                  <c:v>101.05401762545489</c:v>
                </c:pt>
                <c:pt idx="366">
                  <c:v>101.05401762545489</c:v>
                </c:pt>
                <c:pt idx="367">
                  <c:v>101.7830807084533</c:v>
                </c:pt>
                <c:pt idx="368">
                  <c:v>101.81593708501723</c:v>
                </c:pt>
                <c:pt idx="369">
                  <c:v>101.89309978755375</c:v>
                </c:pt>
                <c:pt idx="370">
                  <c:v>102.32147724260339</c:v>
                </c:pt>
                <c:pt idx="371">
                  <c:v>102.40672958330909</c:v>
                </c:pt>
                <c:pt idx="372">
                  <c:v>102.63473292370735</c:v>
                </c:pt>
                <c:pt idx="373">
                  <c:v>102.60162763519973</c:v>
                </c:pt>
                <c:pt idx="374">
                  <c:v>102.60909499350974</c:v>
                </c:pt>
                <c:pt idx="375">
                  <c:v>102.75085034542769</c:v>
                </c:pt>
                <c:pt idx="376">
                  <c:v>102.94413046968451</c:v>
                </c:pt>
                <c:pt idx="377">
                  <c:v>103.05526965253152</c:v>
                </c:pt>
                <c:pt idx="378">
                  <c:v>103.21731132785824</c:v>
                </c:pt>
                <c:pt idx="379">
                  <c:v>103.38719372941043</c:v>
                </c:pt>
                <c:pt idx="380">
                  <c:v>103.44867497949599</c:v>
                </c:pt>
                <c:pt idx="381">
                  <c:v>103.44867497949599</c:v>
                </c:pt>
                <c:pt idx="382">
                  <c:v>103.44730596380582</c:v>
                </c:pt>
                <c:pt idx="383">
                  <c:v>103.6114633906537</c:v>
                </c:pt>
                <c:pt idx="384">
                  <c:v>103.63374100961184</c:v>
                </c:pt>
                <c:pt idx="385">
                  <c:v>103.82453201443201</c:v>
                </c:pt>
                <c:pt idx="386">
                  <c:v>104.05129079511195</c:v>
                </c:pt>
                <c:pt idx="387">
                  <c:v>104.03162675156233</c:v>
                </c:pt>
                <c:pt idx="388">
                  <c:v>104.09845960843676</c:v>
                </c:pt>
                <c:pt idx="389">
                  <c:v>103.7725094182058</c:v>
                </c:pt>
                <c:pt idx="390">
                  <c:v>104.08875204263377</c:v>
                </c:pt>
                <c:pt idx="391">
                  <c:v>104.26299040320012</c:v>
                </c:pt>
                <c:pt idx="392">
                  <c:v>104.26299040320012</c:v>
                </c:pt>
                <c:pt idx="393">
                  <c:v>104.18508096483258</c:v>
                </c:pt>
                <c:pt idx="394">
                  <c:v>103.21158635315386</c:v>
                </c:pt>
                <c:pt idx="395">
                  <c:v>102.79030288849873</c:v>
                </c:pt>
                <c:pt idx="396">
                  <c:v>102.88177802779607</c:v>
                </c:pt>
                <c:pt idx="397">
                  <c:v>103.47369062983439</c:v>
                </c:pt>
                <c:pt idx="398">
                  <c:v>104.38321487199083</c:v>
                </c:pt>
                <c:pt idx="399">
                  <c:v>105.24693931651271</c:v>
                </c:pt>
                <c:pt idx="400">
                  <c:v>105.37400886375433</c:v>
                </c:pt>
                <c:pt idx="401">
                  <c:v>105.42080430916357</c:v>
                </c:pt>
                <c:pt idx="402">
                  <c:v>105.68004609849197</c:v>
                </c:pt>
                <c:pt idx="403">
                  <c:v>105.7834690110853</c:v>
                </c:pt>
                <c:pt idx="404">
                  <c:v>105.39217943564196</c:v>
                </c:pt>
                <c:pt idx="405">
                  <c:v>105.46834649040386</c:v>
                </c:pt>
                <c:pt idx="406">
                  <c:v>105.50306970654529</c:v>
                </c:pt>
                <c:pt idx="407">
                  <c:v>105.373511039867</c:v>
                </c:pt>
                <c:pt idx="408">
                  <c:v>105.52870763674291</c:v>
                </c:pt>
                <c:pt idx="409">
                  <c:v>105.58433945615235</c:v>
                </c:pt>
                <c:pt idx="410">
                  <c:v>105.72982848722525</c:v>
                </c:pt>
                <c:pt idx="411">
                  <c:v>106.07805629641435</c:v>
                </c:pt>
                <c:pt idx="412">
                  <c:v>105.5369217308839</c:v>
                </c:pt>
                <c:pt idx="413">
                  <c:v>104.81993087715328</c:v>
                </c:pt>
                <c:pt idx="414">
                  <c:v>104.20486946435398</c:v>
                </c:pt>
                <c:pt idx="415">
                  <c:v>104.74289263058856</c:v>
                </c:pt>
                <c:pt idx="416">
                  <c:v>104.69037221047498</c:v>
                </c:pt>
                <c:pt idx="417">
                  <c:v>105.00698820281843</c:v>
                </c:pt>
                <c:pt idx="418">
                  <c:v>105.13841370907421</c:v>
                </c:pt>
                <c:pt idx="419">
                  <c:v>105.2048731980331</c:v>
                </c:pt>
                <c:pt idx="420">
                  <c:v>104.98072799276166</c:v>
                </c:pt>
                <c:pt idx="421">
                  <c:v>104.36828015537084</c:v>
                </c:pt>
                <c:pt idx="422">
                  <c:v>103.57225975952618</c:v>
                </c:pt>
                <c:pt idx="423">
                  <c:v>103.41556969098828</c:v>
                </c:pt>
                <c:pt idx="424">
                  <c:v>103.08625918951782</c:v>
                </c:pt>
                <c:pt idx="425">
                  <c:v>103.05713649210888</c:v>
                </c:pt>
                <c:pt idx="426">
                  <c:v>102.61917592722813</c:v>
                </c:pt>
                <c:pt idx="427">
                  <c:v>102.81307833134412</c:v>
                </c:pt>
                <c:pt idx="428">
                  <c:v>103.6143258780058</c:v>
                </c:pt>
                <c:pt idx="429">
                  <c:v>103.86535357319323</c:v>
                </c:pt>
                <c:pt idx="430">
                  <c:v>103.70804122479619</c:v>
                </c:pt>
                <c:pt idx="431">
                  <c:v>103.76802900321974</c:v>
                </c:pt>
                <c:pt idx="432">
                  <c:v>104.2725735130312</c:v>
                </c:pt>
                <c:pt idx="433">
                  <c:v>104.49447851080969</c:v>
                </c:pt>
                <c:pt idx="434">
                  <c:v>104.48190845765454</c:v>
                </c:pt>
                <c:pt idx="435">
                  <c:v>104.31575973525732</c:v>
                </c:pt>
                <c:pt idx="436">
                  <c:v>104.31575973525732</c:v>
                </c:pt>
                <c:pt idx="437">
                  <c:v>103.8430759542351</c:v>
                </c:pt>
                <c:pt idx="438">
                  <c:v>103.44593694811559</c:v>
                </c:pt>
                <c:pt idx="439">
                  <c:v>103.57524670285022</c:v>
                </c:pt>
                <c:pt idx="440">
                  <c:v>103.89360507879935</c:v>
                </c:pt>
                <c:pt idx="441">
                  <c:v>103.73280796319096</c:v>
                </c:pt>
                <c:pt idx="442">
                  <c:v>103.67854515947172</c:v>
                </c:pt>
                <c:pt idx="443">
                  <c:v>103.73455034679664</c:v>
                </c:pt>
                <c:pt idx="444">
                  <c:v>103.96479389468796</c:v>
                </c:pt>
                <c:pt idx="445">
                  <c:v>103.85626828724945</c:v>
                </c:pt>
                <c:pt idx="446">
                  <c:v>103.69547117164107</c:v>
                </c:pt>
                <c:pt idx="447">
                  <c:v>103.63784805668233</c:v>
                </c:pt>
                <c:pt idx="448">
                  <c:v>103.79976527603721</c:v>
                </c:pt>
                <c:pt idx="449">
                  <c:v>102.98818788371339</c:v>
                </c:pt>
                <c:pt idx="450">
                  <c:v>102.99826881743185</c:v>
                </c:pt>
                <c:pt idx="451">
                  <c:v>102.57262939376258</c:v>
                </c:pt>
                <c:pt idx="452">
                  <c:v>102.26783671874327</c:v>
                </c:pt>
                <c:pt idx="453">
                  <c:v>101.96553316316059</c:v>
                </c:pt>
                <c:pt idx="454">
                  <c:v>101.39627154799588</c:v>
                </c:pt>
                <c:pt idx="455">
                  <c:v>101.76441231267826</c:v>
                </c:pt>
                <c:pt idx="456">
                  <c:v>101.01319606669351</c:v>
                </c:pt>
                <c:pt idx="457">
                  <c:v>100.02762922574699</c:v>
                </c:pt>
                <c:pt idx="458">
                  <c:v>99.778717282080734</c:v>
                </c:pt>
                <c:pt idx="459">
                  <c:v>99.896950455322198</c:v>
                </c:pt>
                <c:pt idx="460">
                  <c:v>99.562412803034761</c:v>
                </c:pt>
                <c:pt idx="461">
                  <c:v>99.562412803034761</c:v>
                </c:pt>
                <c:pt idx="462">
                  <c:v>100.46036263981075</c:v>
                </c:pt>
                <c:pt idx="463">
                  <c:v>101.05463990531395</c:v>
                </c:pt>
                <c:pt idx="464">
                  <c:v>100.630991777194</c:v>
                </c:pt>
                <c:pt idx="465">
                  <c:v>100.64779333339145</c:v>
                </c:pt>
                <c:pt idx="466">
                  <c:v>100.42041227285235</c:v>
                </c:pt>
                <c:pt idx="467">
                  <c:v>100.0039825910987</c:v>
                </c:pt>
                <c:pt idx="468">
                  <c:v>99.468075176385256</c:v>
                </c:pt>
                <c:pt idx="469">
                  <c:v>99.061850884321942</c:v>
                </c:pt>
                <c:pt idx="470">
                  <c:v>99.190538359197376</c:v>
                </c:pt>
                <c:pt idx="471">
                  <c:v>99.247165826381433</c:v>
                </c:pt>
                <c:pt idx="472">
                  <c:v>100.04243948639512</c:v>
                </c:pt>
                <c:pt idx="473">
                  <c:v>99.852893041293299</c:v>
                </c:pt>
                <c:pt idx="474">
                  <c:v>99.873179364702096</c:v>
                </c:pt>
                <c:pt idx="475">
                  <c:v>100.07554477490277</c:v>
                </c:pt>
                <c:pt idx="476">
                  <c:v>100.1886752532991</c:v>
                </c:pt>
                <c:pt idx="477">
                  <c:v>100.38668470448559</c:v>
                </c:pt>
                <c:pt idx="478">
                  <c:v>100.84294029722582</c:v>
                </c:pt>
                <c:pt idx="479">
                  <c:v>102.18109090637559</c:v>
                </c:pt>
                <c:pt idx="480">
                  <c:v>103.04008602396777</c:v>
                </c:pt>
                <c:pt idx="481">
                  <c:v>102.69260495060969</c:v>
                </c:pt>
                <c:pt idx="482">
                  <c:v>102.71500702553965</c:v>
                </c:pt>
                <c:pt idx="483">
                  <c:v>102.94213917413511</c:v>
                </c:pt>
                <c:pt idx="484">
                  <c:v>102.57250493779074</c:v>
                </c:pt>
                <c:pt idx="485">
                  <c:v>102.42203766784451</c:v>
                </c:pt>
                <c:pt idx="486">
                  <c:v>102.14263401107915</c:v>
                </c:pt>
                <c:pt idx="487">
                  <c:v>103.2150711203652</c:v>
                </c:pt>
                <c:pt idx="488">
                  <c:v>103.16068386067411</c:v>
                </c:pt>
                <c:pt idx="489">
                  <c:v>103.6280160349075</c:v>
                </c:pt>
                <c:pt idx="490">
                  <c:v>103.90866425139117</c:v>
                </c:pt>
                <c:pt idx="491">
                  <c:v>104.11090520562</c:v>
                </c:pt>
                <c:pt idx="492">
                  <c:v>104.67854889315088</c:v>
                </c:pt>
                <c:pt idx="493">
                  <c:v>104.90879244104214</c:v>
                </c:pt>
                <c:pt idx="494">
                  <c:v>104.90879244104214</c:v>
                </c:pt>
                <c:pt idx="495">
                  <c:v>104.881287671267</c:v>
                </c:pt>
                <c:pt idx="496">
                  <c:v>105.03175494121328</c:v>
                </c:pt>
                <c:pt idx="497">
                  <c:v>105.17438148493402</c:v>
                </c:pt>
                <c:pt idx="498">
                  <c:v>106.13928863455625</c:v>
                </c:pt>
                <c:pt idx="499">
                  <c:v>106.07096230601988</c:v>
                </c:pt>
                <c:pt idx="500">
                  <c:v>106.46212742549135</c:v>
                </c:pt>
                <c:pt idx="501">
                  <c:v>106.64930920712838</c:v>
                </c:pt>
                <c:pt idx="502">
                  <c:v>107.18583890170099</c:v>
                </c:pt>
                <c:pt idx="503">
                  <c:v>107.8228045655429</c:v>
                </c:pt>
                <c:pt idx="504">
                  <c:v>107.83823710605019</c:v>
                </c:pt>
                <c:pt idx="505">
                  <c:v>107.53692919824221</c:v>
                </c:pt>
                <c:pt idx="506">
                  <c:v>107.40077436505676</c:v>
                </c:pt>
                <c:pt idx="507">
                  <c:v>107.5977881684686</c:v>
                </c:pt>
                <c:pt idx="508">
                  <c:v>108.20500885504239</c:v>
                </c:pt>
                <c:pt idx="509">
                  <c:v>110.09599289107489</c:v>
                </c:pt>
                <c:pt idx="510">
                  <c:v>110.27894316966957</c:v>
                </c:pt>
                <c:pt idx="511">
                  <c:v>110.26537746873977</c:v>
                </c:pt>
                <c:pt idx="512">
                  <c:v>110.48105966792657</c:v>
                </c:pt>
                <c:pt idx="513">
                  <c:v>110.70744508069099</c:v>
                </c:pt>
                <c:pt idx="514">
                  <c:v>110.80700985815749</c:v>
                </c:pt>
                <c:pt idx="515">
                  <c:v>110.80539193052364</c:v>
                </c:pt>
                <c:pt idx="516">
                  <c:v>110.80539193052364</c:v>
                </c:pt>
                <c:pt idx="517">
                  <c:v>110.77390456964986</c:v>
                </c:pt>
                <c:pt idx="518">
                  <c:v>111.0559218018237</c:v>
                </c:pt>
                <c:pt idx="519">
                  <c:v>111.13918284698008</c:v>
                </c:pt>
                <c:pt idx="520">
                  <c:v>100</c:v>
                </c:pt>
                <c:pt idx="521">
                  <c:v>100</c:v>
                </c:pt>
                <c:pt idx="522">
                  <c:v>99.387976648334714</c:v>
                </c:pt>
                <c:pt idx="523">
                  <c:v>98.56746428743476</c:v>
                </c:pt>
                <c:pt idx="524">
                  <c:v>98.249633379751359</c:v>
                </c:pt>
                <c:pt idx="525">
                  <c:v>98.078450571524272</c:v>
                </c:pt>
                <c:pt idx="526">
                  <c:v>97.882957115793715</c:v>
                </c:pt>
                <c:pt idx="527">
                  <c:v>97.78728295465109</c:v>
                </c:pt>
                <c:pt idx="528">
                  <c:v>98.248064950880178</c:v>
                </c:pt>
                <c:pt idx="529">
                  <c:v>98.712992080554528</c:v>
                </c:pt>
                <c:pt idx="530">
                  <c:v>99.161786798982348</c:v>
                </c:pt>
                <c:pt idx="531">
                  <c:v>99.161786798982348</c:v>
                </c:pt>
                <c:pt idx="532">
                  <c:v>98.713776294990126</c:v>
                </c:pt>
                <c:pt idx="533">
                  <c:v>98.218488863594899</c:v>
                </c:pt>
                <c:pt idx="534">
                  <c:v>98.215688097753485</c:v>
                </c:pt>
                <c:pt idx="535">
                  <c:v>98.140179450669009</c:v>
                </c:pt>
                <c:pt idx="536">
                  <c:v>98.259380044879478</c:v>
                </c:pt>
                <c:pt idx="537">
                  <c:v>97.925304695315887</c:v>
                </c:pt>
                <c:pt idx="538">
                  <c:v>97.948719097750072</c:v>
                </c:pt>
                <c:pt idx="539">
                  <c:v>98.064558772950889</c:v>
                </c:pt>
                <c:pt idx="540">
                  <c:v>98.240222806524201</c:v>
                </c:pt>
                <c:pt idx="541">
                  <c:v>98.502822611814963</c:v>
                </c:pt>
                <c:pt idx="542">
                  <c:v>98.730020736870273</c:v>
                </c:pt>
                <c:pt idx="543">
                  <c:v>98.978280621052988</c:v>
                </c:pt>
                <c:pt idx="544">
                  <c:v>99.46046046831043</c:v>
                </c:pt>
                <c:pt idx="545">
                  <c:v>98.997325828774592</c:v>
                </c:pt>
                <c:pt idx="546">
                  <c:v>98.39090400879212</c:v>
                </c:pt>
                <c:pt idx="547">
                  <c:v>98.779090154411747</c:v>
                </c:pt>
                <c:pt idx="548">
                  <c:v>99.021188353743341</c:v>
                </c:pt>
                <c:pt idx="549">
                  <c:v>99.041017775900542</c:v>
                </c:pt>
                <c:pt idx="550">
                  <c:v>98.947808288698354</c:v>
                </c:pt>
                <c:pt idx="551">
                  <c:v>99.003375482991927</c:v>
                </c:pt>
                <c:pt idx="552">
                  <c:v>98.412749982355024</c:v>
                </c:pt>
                <c:pt idx="553">
                  <c:v>98.518282839259399</c:v>
                </c:pt>
                <c:pt idx="554">
                  <c:v>99.062975780097162</c:v>
                </c:pt>
                <c:pt idx="555">
                  <c:v>98.896834350384609</c:v>
                </c:pt>
                <c:pt idx="556">
                  <c:v>98.896834350384609</c:v>
                </c:pt>
                <c:pt idx="557">
                  <c:v>98.851013821219098</c:v>
                </c:pt>
                <c:pt idx="558">
                  <c:v>98.803736893816065</c:v>
                </c:pt>
                <c:pt idx="559">
                  <c:v>99.093560143085384</c:v>
                </c:pt>
                <c:pt idx="560">
                  <c:v>99.54717217876042</c:v>
                </c:pt>
                <c:pt idx="561">
                  <c:v>99.758349923202857</c:v>
                </c:pt>
                <c:pt idx="562">
                  <c:v>99.549636852700843</c:v>
                </c:pt>
                <c:pt idx="563">
                  <c:v>99.740425021817828</c:v>
                </c:pt>
                <c:pt idx="564">
                  <c:v>99.946113265211096</c:v>
                </c:pt>
                <c:pt idx="565">
                  <c:v>100.28388562568536</c:v>
                </c:pt>
                <c:pt idx="566">
                  <c:v>100.38437710407521</c:v>
                </c:pt>
                <c:pt idx="567">
                  <c:v>100.60384511540823</c:v>
                </c:pt>
                <c:pt idx="568">
                  <c:v>100.87081411541158</c:v>
                </c:pt>
                <c:pt idx="569">
                  <c:v>101.08087155351745</c:v>
                </c:pt>
                <c:pt idx="570">
                  <c:v>101.32050507890867</c:v>
                </c:pt>
                <c:pt idx="571">
                  <c:v>101.17699383719473</c:v>
                </c:pt>
                <c:pt idx="572">
                  <c:v>101.06081807009298</c:v>
                </c:pt>
                <c:pt idx="573">
                  <c:v>101.11089576333744</c:v>
                </c:pt>
                <c:pt idx="574">
                  <c:v>100.7360412631229</c:v>
                </c:pt>
                <c:pt idx="575">
                  <c:v>100.58816082669637</c:v>
                </c:pt>
                <c:pt idx="576">
                  <c:v>100.44980299413065</c:v>
                </c:pt>
                <c:pt idx="577">
                  <c:v>100.66120479984039</c:v>
                </c:pt>
                <c:pt idx="578">
                  <c:v>100.93892874067475</c:v>
                </c:pt>
                <c:pt idx="579">
                  <c:v>101.6838204238566</c:v>
                </c:pt>
                <c:pt idx="580">
                  <c:v>101.92916751156426</c:v>
                </c:pt>
                <c:pt idx="581">
                  <c:v>101.79192998533509</c:v>
                </c:pt>
                <c:pt idx="582">
                  <c:v>101.8500738842028</c:v>
                </c:pt>
                <c:pt idx="583">
                  <c:v>102.04982450401229</c:v>
                </c:pt>
                <c:pt idx="584">
                  <c:v>102.03548458290426</c:v>
                </c:pt>
                <c:pt idx="585">
                  <c:v>102.03548458290426</c:v>
                </c:pt>
                <c:pt idx="586">
                  <c:v>101.73188156569523</c:v>
                </c:pt>
                <c:pt idx="587">
                  <c:v>101.27098753883253</c:v>
                </c:pt>
                <c:pt idx="588">
                  <c:v>101.36946246581654</c:v>
                </c:pt>
                <c:pt idx="589">
                  <c:v>101.82733166557053</c:v>
                </c:pt>
                <c:pt idx="590">
                  <c:v>101.68874977173748</c:v>
                </c:pt>
                <c:pt idx="591">
                  <c:v>101.57234994336841</c:v>
                </c:pt>
                <c:pt idx="592">
                  <c:v>102.02584994840977</c:v>
                </c:pt>
                <c:pt idx="593">
                  <c:v>101.35982783132208</c:v>
                </c:pt>
                <c:pt idx="594">
                  <c:v>100.80841305246496</c:v>
                </c:pt>
                <c:pt idx="595">
                  <c:v>100.74388340747885</c:v>
                </c:pt>
                <c:pt idx="596">
                  <c:v>99.890209979016561</c:v>
                </c:pt>
                <c:pt idx="597">
                  <c:v>99.319749992437821</c:v>
                </c:pt>
                <c:pt idx="598">
                  <c:v>99.86321059630535</c:v>
                </c:pt>
                <c:pt idx="599">
                  <c:v>99.942976407468748</c:v>
                </c:pt>
                <c:pt idx="600">
                  <c:v>99.980058547209026</c:v>
                </c:pt>
                <c:pt idx="601">
                  <c:v>100.13062771884333</c:v>
                </c:pt>
                <c:pt idx="602">
                  <c:v>100.32892194041526</c:v>
                </c:pt>
                <c:pt idx="603">
                  <c:v>99.966166748635615</c:v>
                </c:pt>
                <c:pt idx="604">
                  <c:v>99.625033469151674</c:v>
                </c:pt>
                <c:pt idx="605">
                  <c:v>99.890546070917466</c:v>
                </c:pt>
                <c:pt idx="606">
                  <c:v>100.29307213764515</c:v>
                </c:pt>
                <c:pt idx="607">
                  <c:v>99.917209361727714</c:v>
                </c:pt>
                <c:pt idx="608">
                  <c:v>99.870268526225672</c:v>
                </c:pt>
                <c:pt idx="609">
                  <c:v>100.24142601552953</c:v>
                </c:pt>
                <c:pt idx="610">
                  <c:v>100.96279126564349</c:v>
                </c:pt>
                <c:pt idx="611">
                  <c:v>101.11817775452504</c:v>
                </c:pt>
                <c:pt idx="612">
                  <c:v>101.38861970417173</c:v>
                </c:pt>
                <c:pt idx="613">
                  <c:v>101.37248729292519</c:v>
                </c:pt>
                <c:pt idx="614">
                  <c:v>101.57369431097219</c:v>
                </c:pt>
                <c:pt idx="615">
                  <c:v>101.52249631139118</c:v>
                </c:pt>
                <c:pt idx="616">
                  <c:v>101.616153921128</c:v>
                </c:pt>
                <c:pt idx="617">
                  <c:v>101.64819468235376</c:v>
                </c:pt>
                <c:pt idx="618">
                  <c:v>102.36899977929947</c:v>
                </c:pt>
                <c:pt idx="619">
                  <c:v>102.58734748429593</c:v>
                </c:pt>
                <c:pt idx="620">
                  <c:v>102.35690047086457</c:v>
                </c:pt>
                <c:pt idx="621">
                  <c:v>102.34031993708342</c:v>
                </c:pt>
                <c:pt idx="622">
                  <c:v>102.40955486868312</c:v>
                </c:pt>
                <c:pt idx="623">
                  <c:v>102.15300471760979</c:v>
                </c:pt>
                <c:pt idx="624">
                  <c:v>101.81758500044231</c:v>
                </c:pt>
                <c:pt idx="625">
                  <c:v>101.82038576628374</c:v>
                </c:pt>
                <c:pt idx="626">
                  <c:v>101.6800113823122</c:v>
                </c:pt>
                <c:pt idx="627">
                  <c:v>101.22807980614202</c:v>
                </c:pt>
                <c:pt idx="628">
                  <c:v>101.57044542259619</c:v>
                </c:pt>
                <c:pt idx="629">
                  <c:v>101.71854992029002</c:v>
                </c:pt>
                <c:pt idx="630">
                  <c:v>102.12096395638403</c:v>
                </c:pt>
                <c:pt idx="631">
                  <c:v>102.21820654639785</c:v>
                </c:pt>
                <c:pt idx="632">
                  <c:v>102.36877571803214</c:v>
                </c:pt>
                <c:pt idx="633">
                  <c:v>102.37729004619007</c:v>
                </c:pt>
                <c:pt idx="634">
                  <c:v>101.93230436930659</c:v>
                </c:pt>
                <c:pt idx="635">
                  <c:v>101.76156968361413</c:v>
                </c:pt>
                <c:pt idx="636">
                  <c:v>101.90586513976366</c:v>
                </c:pt>
                <c:pt idx="637">
                  <c:v>102.61647544904663</c:v>
                </c:pt>
                <c:pt idx="638">
                  <c:v>102.8167862220244</c:v>
                </c:pt>
                <c:pt idx="639">
                  <c:v>102.78272890939284</c:v>
                </c:pt>
                <c:pt idx="640">
                  <c:v>102.42411885105848</c:v>
                </c:pt>
                <c:pt idx="641">
                  <c:v>102.79718086113454</c:v>
                </c:pt>
                <c:pt idx="642">
                  <c:v>102.79718086113454</c:v>
                </c:pt>
                <c:pt idx="643">
                  <c:v>102.67148249017198</c:v>
                </c:pt>
                <c:pt idx="644">
                  <c:v>102.70520371090259</c:v>
                </c:pt>
                <c:pt idx="645">
                  <c:v>102.71595865173363</c:v>
                </c:pt>
                <c:pt idx="646">
                  <c:v>102.78687404283816</c:v>
                </c:pt>
                <c:pt idx="647">
                  <c:v>102.57580832902939</c:v>
                </c:pt>
                <c:pt idx="648">
                  <c:v>102.63820939197603</c:v>
                </c:pt>
                <c:pt idx="649">
                  <c:v>102.34480116242973</c:v>
                </c:pt>
                <c:pt idx="650">
                  <c:v>101.64573000841337</c:v>
                </c:pt>
                <c:pt idx="651">
                  <c:v>101.75372753925818</c:v>
                </c:pt>
                <c:pt idx="652">
                  <c:v>102.43397754682027</c:v>
                </c:pt>
                <c:pt idx="653">
                  <c:v>102.43397754682027</c:v>
                </c:pt>
                <c:pt idx="654">
                  <c:v>102.95447187078821</c:v>
                </c:pt>
                <c:pt idx="655">
                  <c:v>103.23286799542451</c:v>
                </c:pt>
                <c:pt idx="656">
                  <c:v>103.07109576042457</c:v>
                </c:pt>
                <c:pt idx="657">
                  <c:v>103.32361280868625</c:v>
                </c:pt>
                <c:pt idx="658">
                  <c:v>103.94919186702396</c:v>
                </c:pt>
                <c:pt idx="659">
                  <c:v>104.02324411587088</c:v>
                </c:pt>
                <c:pt idx="660">
                  <c:v>103.88466222203785</c:v>
                </c:pt>
                <c:pt idx="661">
                  <c:v>104.0299659538903</c:v>
                </c:pt>
                <c:pt idx="662">
                  <c:v>103.91143754348177</c:v>
                </c:pt>
                <c:pt idx="663">
                  <c:v>103.79044445913279</c:v>
                </c:pt>
                <c:pt idx="664">
                  <c:v>103.57691407138356</c:v>
                </c:pt>
                <c:pt idx="665">
                  <c:v>103.62923237730111</c:v>
                </c:pt>
                <c:pt idx="666">
                  <c:v>103.86673732065282</c:v>
                </c:pt>
                <c:pt idx="667">
                  <c:v>103.63763467482535</c:v>
                </c:pt>
                <c:pt idx="668">
                  <c:v>103.58990962488771</c:v>
                </c:pt>
                <c:pt idx="669">
                  <c:v>103.87077042346451</c:v>
                </c:pt>
                <c:pt idx="670">
                  <c:v>103.98638603739798</c:v>
                </c:pt>
                <c:pt idx="671">
                  <c:v>103.98089653634881</c:v>
                </c:pt>
                <c:pt idx="672">
                  <c:v>104.25626783387641</c:v>
                </c:pt>
                <c:pt idx="673">
                  <c:v>104.51629093459304</c:v>
                </c:pt>
                <c:pt idx="674">
                  <c:v>104.75379587794477</c:v>
                </c:pt>
                <c:pt idx="675">
                  <c:v>104.24091963706545</c:v>
                </c:pt>
                <c:pt idx="676">
                  <c:v>104.13213789178502</c:v>
                </c:pt>
                <c:pt idx="677">
                  <c:v>104.27038369371711</c:v>
                </c:pt>
                <c:pt idx="678">
                  <c:v>104.31306736514021</c:v>
                </c:pt>
                <c:pt idx="679">
                  <c:v>104.72679649523356</c:v>
                </c:pt>
                <c:pt idx="680">
                  <c:v>104.91366359217253</c:v>
                </c:pt>
                <c:pt idx="681">
                  <c:v>105.19665297278877</c:v>
                </c:pt>
                <c:pt idx="682">
                  <c:v>105.57755712722074</c:v>
                </c:pt>
                <c:pt idx="683">
                  <c:v>105.51493200300679</c:v>
                </c:pt>
                <c:pt idx="684">
                  <c:v>105.79915372059321</c:v>
                </c:pt>
                <c:pt idx="685">
                  <c:v>106.08651229592208</c:v>
                </c:pt>
                <c:pt idx="686">
                  <c:v>106.39414841594274</c:v>
                </c:pt>
                <c:pt idx="687">
                  <c:v>106.53497092244895</c:v>
                </c:pt>
                <c:pt idx="688">
                  <c:v>106.28424636432577</c:v>
                </c:pt>
                <c:pt idx="689">
                  <c:v>106.65854071137201</c:v>
                </c:pt>
                <c:pt idx="690">
                  <c:v>106.72318238699177</c:v>
                </c:pt>
                <c:pt idx="691">
                  <c:v>106.63938347301672</c:v>
                </c:pt>
                <c:pt idx="692">
                  <c:v>106.70906652715107</c:v>
                </c:pt>
                <c:pt idx="693">
                  <c:v>106.65327527159015</c:v>
                </c:pt>
                <c:pt idx="694">
                  <c:v>106.6737768775493</c:v>
                </c:pt>
                <c:pt idx="695">
                  <c:v>106.6737768775493</c:v>
                </c:pt>
                <c:pt idx="696">
                  <c:v>106.50718732530213</c:v>
                </c:pt>
                <c:pt idx="697">
                  <c:v>106.65876477263933</c:v>
                </c:pt>
                <c:pt idx="698">
                  <c:v>106.95620610499725</c:v>
                </c:pt>
                <c:pt idx="699">
                  <c:v>107.05994647176313</c:v>
                </c:pt>
                <c:pt idx="700">
                  <c:v>106.99866571515302</c:v>
                </c:pt>
                <c:pt idx="701">
                  <c:v>107.05232838867448</c:v>
                </c:pt>
                <c:pt idx="702">
                  <c:v>107.12514830055117</c:v>
                </c:pt>
                <c:pt idx="703">
                  <c:v>107.31504022459893</c:v>
                </c:pt>
                <c:pt idx="704">
                  <c:v>107.75957777894781</c:v>
                </c:pt>
                <c:pt idx="705">
                  <c:v>108.04447168033622</c:v>
                </c:pt>
                <c:pt idx="706">
                  <c:v>108.3584935464753</c:v>
                </c:pt>
                <c:pt idx="707">
                  <c:v>108.37440189645453</c:v>
                </c:pt>
                <c:pt idx="708">
                  <c:v>108.56955926028408</c:v>
                </c:pt>
                <c:pt idx="709">
                  <c:v>108.45495192205351</c:v>
                </c:pt>
                <c:pt idx="710">
                  <c:v>108.23010644030499</c:v>
                </c:pt>
                <c:pt idx="711">
                  <c:v>108.29810903493447</c:v>
                </c:pt>
                <c:pt idx="712">
                  <c:v>108.29497217719209</c:v>
                </c:pt>
                <c:pt idx="713">
                  <c:v>108.38661323552307</c:v>
                </c:pt>
                <c:pt idx="714">
                  <c:v>108.5623892997301</c:v>
                </c:pt>
                <c:pt idx="715">
                  <c:v>108.64327541723009</c:v>
                </c:pt>
                <c:pt idx="716">
                  <c:v>108.93220242143008</c:v>
                </c:pt>
                <c:pt idx="717">
                  <c:v>108.74331877308529</c:v>
                </c:pt>
                <c:pt idx="718">
                  <c:v>108.54972983812691</c:v>
                </c:pt>
                <c:pt idx="719">
                  <c:v>108.18014077769423</c:v>
                </c:pt>
                <c:pt idx="720">
                  <c:v>107.88751676258356</c:v>
                </c:pt>
                <c:pt idx="721">
                  <c:v>107.76170636098735</c:v>
                </c:pt>
                <c:pt idx="722">
                  <c:v>107.72294376174221</c:v>
                </c:pt>
                <c:pt idx="723">
                  <c:v>107.52767436727899</c:v>
                </c:pt>
                <c:pt idx="724">
                  <c:v>107.6055356576702</c:v>
                </c:pt>
                <c:pt idx="725">
                  <c:v>107.6055356576702</c:v>
                </c:pt>
                <c:pt idx="726">
                  <c:v>107.97422847303365</c:v>
                </c:pt>
                <c:pt idx="727">
                  <c:v>108.17790016502109</c:v>
                </c:pt>
                <c:pt idx="728">
                  <c:v>107.84236841721996</c:v>
                </c:pt>
                <c:pt idx="729">
                  <c:v>107.90028825482032</c:v>
                </c:pt>
                <c:pt idx="730">
                  <c:v>107.22799242224788</c:v>
                </c:pt>
                <c:pt idx="731">
                  <c:v>106.81986482383738</c:v>
                </c:pt>
                <c:pt idx="732">
                  <c:v>106.50584295769829</c:v>
                </c:pt>
                <c:pt idx="733">
                  <c:v>106.78121425522589</c:v>
                </c:pt>
                <c:pt idx="734">
                  <c:v>107.00583567570708</c:v>
                </c:pt>
                <c:pt idx="735">
                  <c:v>106.81482344532277</c:v>
                </c:pt>
                <c:pt idx="736">
                  <c:v>106.80720536223414</c:v>
                </c:pt>
                <c:pt idx="737">
                  <c:v>107.08280072102907</c:v>
                </c:pt>
                <c:pt idx="738">
                  <c:v>106.77617287671131</c:v>
                </c:pt>
                <c:pt idx="739">
                  <c:v>106.4859015049074</c:v>
                </c:pt>
                <c:pt idx="740">
                  <c:v>106.60499006848426</c:v>
                </c:pt>
                <c:pt idx="741">
                  <c:v>106.43223883138597</c:v>
                </c:pt>
                <c:pt idx="742">
                  <c:v>106.15451489055157</c:v>
                </c:pt>
                <c:pt idx="743">
                  <c:v>107.13265435300622</c:v>
                </c:pt>
                <c:pt idx="744">
                  <c:v>107.5647565070192</c:v>
                </c:pt>
                <c:pt idx="745">
                  <c:v>107.5647565070192</c:v>
                </c:pt>
                <c:pt idx="746">
                  <c:v>107.0451584281205</c:v>
                </c:pt>
                <c:pt idx="747">
                  <c:v>106.92338112933592</c:v>
                </c:pt>
                <c:pt idx="748">
                  <c:v>106.82557838615384</c:v>
                </c:pt>
                <c:pt idx="749">
                  <c:v>106.43996894510829</c:v>
                </c:pt>
                <c:pt idx="750">
                  <c:v>106.27651625060351</c:v>
                </c:pt>
                <c:pt idx="751">
                  <c:v>106.64061580998701</c:v>
                </c:pt>
                <c:pt idx="752">
                  <c:v>106.72833579614004</c:v>
                </c:pt>
                <c:pt idx="753">
                  <c:v>106.89626971599108</c:v>
                </c:pt>
                <c:pt idx="754">
                  <c:v>106.92931875291978</c:v>
                </c:pt>
                <c:pt idx="755">
                  <c:v>107.46292066102556</c:v>
                </c:pt>
                <c:pt idx="756">
                  <c:v>107.42146932657266</c:v>
                </c:pt>
                <c:pt idx="757">
                  <c:v>107.76786804583847</c:v>
                </c:pt>
                <c:pt idx="758">
                  <c:v>107.76786804583847</c:v>
                </c:pt>
                <c:pt idx="759">
                  <c:v>108.04671229300938</c:v>
                </c:pt>
                <c:pt idx="760">
                  <c:v>108.07023872607725</c:v>
                </c:pt>
                <c:pt idx="761">
                  <c:v>108.1044080693425</c:v>
                </c:pt>
                <c:pt idx="762">
                  <c:v>108.24948773992762</c:v>
                </c:pt>
                <c:pt idx="763">
                  <c:v>108.52553122125714</c:v>
                </c:pt>
                <c:pt idx="764">
                  <c:v>108.86475997996894</c:v>
                </c:pt>
                <c:pt idx="765">
                  <c:v>108.91069253976808</c:v>
                </c:pt>
                <c:pt idx="766">
                  <c:v>108.76841363502437</c:v>
                </c:pt>
                <c:pt idx="767">
                  <c:v>108.71206222629516</c:v>
                </c:pt>
                <c:pt idx="768">
                  <c:v>108.45898502486521</c:v>
                </c:pt>
                <c:pt idx="769">
                  <c:v>108.03371673950527</c:v>
                </c:pt>
                <c:pt idx="770">
                  <c:v>107.85592412389245</c:v>
                </c:pt>
                <c:pt idx="771">
                  <c:v>107.68306085616051</c:v>
                </c:pt>
                <c:pt idx="772">
                  <c:v>107.49496142225129</c:v>
                </c:pt>
                <c:pt idx="773">
                  <c:v>106.5327303097759</c:v>
                </c:pt>
                <c:pt idx="774">
                  <c:v>106.66492645749054</c:v>
                </c:pt>
                <c:pt idx="775">
                  <c:v>106.52903329886523</c:v>
                </c:pt>
                <c:pt idx="776">
                  <c:v>106.47032924682924</c:v>
                </c:pt>
                <c:pt idx="777">
                  <c:v>106.47032924682924</c:v>
                </c:pt>
                <c:pt idx="778">
                  <c:v>106.52455207351899</c:v>
                </c:pt>
                <c:pt idx="779">
                  <c:v>106.498785027778</c:v>
                </c:pt>
                <c:pt idx="780">
                  <c:v>100</c:v>
                </c:pt>
                <c:pt idx="781">
                  <c:v>100</c:v>
                </c:pt>
                <c:pt idx="782">
                  <c:v>100</c:v>
                </c:pt>
                <c:pt idx="783">
                  <c:v>100.09569327675862</c:v>
                </c:pt>
                <c:pt idx="784">
                  <c:v>100.27330420472049</c:v>
                </c:pt>
                <c:pt idx="785">
                  <c:v>100.27614345578914</c:v>
                </c:pt>
                <c:pt idx="786">
                  <c:v>100.04637443412143</c:v>
                </c:pt>
                <c:pt idx="787">
                  <c:v>99.774332118764761</c:v>
                </c:pt>
                <c:pt idx="788">
                  <c:v>100.04059077453712</c:v>
                </c:pt>
                <c:pt idx="789">
                  <c:v>99.571167931184917</c:v>
                </c:pt>
                <c:pt idx="790">
                  <c:v>99.184819470952831</c:v>
                </c:pt>
                <c:pt idx="791">
                  <c:v>99.330041905242567</c:v>
                </c:pt>
                <c:pt idx="792">
                  <c:v>100.08822709802246</c:v>
                </c:pt>
                <c:pt idx="793">
                  <c:v>100.28171680047946</c:v>
                </c:pt>
                <c:pt idx="794">
                  <c:v>100.40075503046931</c:v>
                </c:pt>
                <c:pt idx="795">
                  <c:v>100.40075503046931</c:v>
                </c:pt>
                <c:pt idx="796">
                  <c:v>100.77911152473037</c:v>
                </c:pt>
                <c:pt idx="797">
                  <c:v>100.874909958936</c:v>
                </c:pt>
                <c:pt idx="798">
                  <c:v>100.68678328627536</c:v>
                </c:pt>
                <c:pt idx="799">
                  <c:v>100.91160990793463</c:v>
                </c:pt>
                <c:pt idx="800">
                  <c:v>101.0533621464738</c:v>
                </c:pt>
                <c:pt idx="801">
                  <c:v>101.10699244443742</c:v>
                </c:pt>
                <c:pt idx="802">
                  <c:v>101.23517937231519</c:v>
                </c:pt>
                <c:pt idx="803">
                  <c:v>101.47998590890209</c:v>
                </c:pt>
                <c:pt idx="804">
                  <c:v>101.43781777266011</c:v>
                </c:pt>
                <c:pt idx="805">
                  <c:v>101.37924507468806</c:v>
                </c:pt>
                <c:pt idx="806">
                  <c:v>101.52951506643322</c:v>
                </c:pt>
                <c:pt idx="807">
                  <c:v>102.10472630145487</c:v>
                </c:pt>
                <c:pt idx="808">
                  <c:v>102.18748521223407</c:v>
                </c:pt>
                <c:pt idx="809">
                  <c:v>101.97012476931091</c:v>
                </c:pt>
                <c:pt idx="810">
                  <c:v>101.87201287127156</c:v>
                </c:pt>
                <c:pt idx="811">
                  <c:v>101.58430209631375</c:v>
                </c:pt>
                <c:pt idx="812">
                  <c:v>101.2178283935623</c:v>
                </c:pt>
                <c:pt idx="813">
                  <c:v>101.72605433485288</c:v>
                </c:pt>
                <c:pt idx="814">
                  <c:v>102.20315367183517</c:v>
                </c:pt>
                <c:pt idx="815">
                  <c:v>102.20315367183517</c:v>
                </c:pt>
                <c:pt idx="816">
                  <c:v>101.98484681188913</c:v>
                </c:pt>
                <c:pt idx="817">
                  <c:v>101.78883333070441</c:v>
                </c:pt>
                <c:pt idx="818">
                  <c:v>101.90965923729306</c:v>
                </c:pt>
                <c:pt idx="819">
                  <c:v>102.22018917824714</c:v>
                </c:pt>
                <c:pt idx="820">
                  <c:v>102.24122066764464</c:v>
                </c:pt>
                <c:pt idx="821">
                  <c:v>102.63398373214297</c:v>
                </c:pt>
                <c:pt idx="822">
                  <c:v>102.91054781772007</c:v>
                </c:pt>
                <c:pt idx="823">
                  <c:v>102.91349222623573</c:v>
                </c:pt>
                <c:pt idx="824">
                  <c:v>103.02895510302798</c:v>
                </c:pt>
                <c:pt idx="825">
                  <c:v>103.12117818403604</c:v>
                </c:pt>
                <c:pt idx="826">
                  <c:v>103.09594039675902</c:v>
                </c:pt>
                <c:pt idx="827">
                  <c:v>102.92127387731277</c:v>
                </c:pt>
                <c:pt idx="828">
                  <c:v>102.46667823398579</c:v>
                </c:pt>
                <c:pt idx="829">
                  <c:v>102.6760467109379</c:v>
                </c:pt>
                <c:pt idx="830">
                  <c:v>102.6877191875535</c:v>
                </c:pt>
                <c:pt idx="831">
                  <c:v>102.53955234474812</c:v>
                </c:pt>
                <c:pt idx="832">
                  <c:v>102.53040364686019</c:v>
                </c:pt>
                <c:pt idx="833">
                  <c:v>102.41462529772696</c:v>
                </c:pt>
                <c:pt idx="834">
                  <c:v>102.48676330636034</c:v>
                </c:pt>
                <c:pt idx="835">
                  <c:v>102.63608688108259</c:v>
                </c:pt>
                <c:pt idx="836">
                  <c:v>102.63103932362718</c:v>
                </c:pt>
                <c:pt idx="837">
                  <c:v>102.77731333238678</c:v>
                </c:pt>
                <c:pt idx="838">
                  <c:v>103.12212460105877</c:v>
                </c:pt>
                <c:pt idx="839">
                  <c:v>102.83641181759373</c:v>
                </c:pt>
                <c:pt idx="840">
                  <c:v>102.62998774915727</c:v>
                </c:pt>
                <c:pt idx="841">
                  <c:v>102.74397842169171</c:v>
                </c:pt>
                <c:pt idx="842">
                  <c:v>102.48960255742894</c:v>
                </c:pt>
                <c:pt idx="843">
                  <c:v>102.1743405313604</c:v>
                </c:pt>
                <c:pt idx="844">
                  <c:v>102.27360916131661</c:v>
                </c:pt>
                <c:pt idx="845">
                  <c:v>102.24405991871313</c:v>
                </c:pt>
                <c:pt idx="846">
                  <c:v>102.63976739172708</c:v>
                </c:pt>
                <c:pt idx="847">
                  <c:v>102.58950213206705</c:v>
                </c:pt>
                <c:pt idx="848">
                  <c:v>102.24826621659261</c:v>
                </c:pt>
                <c:pt idx="849">
                  <c:v>101.40469317685886</c:v>
                </c:pt>
                <c:pt idx="850">
                  <c:v>99.743520986797279</c:v>
                </c:pt>
                <c:pt idx="851">
                  <c:v>99.799359591147635</c:v>
                </c:pt>
                <c:pt idx="852">
                  <c:v>99.038650619640038</c:v>
                </c:pt>
                <c:pt idx="853">
                  <c:v>99.505759999158514</c:v>
                </c:pt>
                <c:pt idx="854">
                  <c:v>98.650724797703134</c:v>
                </c:pt>
                <c:pt idx="855">
                  <c:v>100.05226325115257</c:v>
                </c:pt>
                <c:pt idx="856">
                  <c:v>100.44103033266536</c:v>
                </c:pt>
                <c:pt idx="857">
                  <c:v>100.53283278388545</c:v>
                </c:pt>
                <c:pt idx="858">
                  <c:v>100.85493004400817</c:v>
                </c:pt>
                <c:pt idx="859">
                  <c:v>100.85493004400817</c:v>
                </c:pt>
                <c:pt idx="860">
                  <c:v>100.47857154123989</c:v>
                </c:pt>
                <c:pt idx="861">
                  <c:v>100.67889647775107</c:v>
                </c:pt>
                <c:pt idx="862">
                  <c:v>101.42172868327079</c:v>
                </c:pt>
                <c:pt idx="863">
                  <c:v>101.655388530477</c:v>
                </c:pt>
                <c:pt idx="864">
                  <c:v>102.14941821642431</c:v>
                </c:pt>
                <c:pt idx="865">
                  <c:v>102.21850665909511</c:v>
                </c:pt>
                <c:pt idx="866">
                  <c:v>102.33228701673556</c:v>
                </c:pt>
                <c:pt idx="867">
                  <c:v>102.01691983322004</c:v>
                </c:pt>
                <c:pt idx="868">
                  <c:v>101.99147173104906</c:v>
                </c:pt>
                <c:pt idx="869">
                  <c:v>101.85718567124601</c:v>
                </c:pt>
                <c:pt idx="870">
                  <c:v>101.6259444453205</c:v>
                </c:pt>
                <c:pt idx="871">
                  <c:v>101.76033566257053</c:v>
                </c:pt>
                <c:pt idx="872">
                  <c:v>102.27350400386956</c:v>
                </c:pt>
                <c:pt idx="873">
                  <c:v>102.1729734845495</c:v>
                </c:pt>
                <c:pt idx="874">
                  <c:v>102.17959840370972</c:v>
                </c:pt>
                <c:pt idx="875">
                  <c:v>102.63577140874149</c:v>
                </c:pt>
                <c:pt idx="876">
                  <c:v>102.78856517921434</c:v>
                </c:pt>
                <c:pt idx="877">
                  <c:v>102.68498509393166</c:v>
                </c:pt>
                <c:pt idx="878">
                  <c:v>102.71663748547488</c:v>
                </c:pt>
                <c:pt idx="879">
                  <c:v>103.00666172426639</c:v>
                </c:pt>
                <c:pt idx="880">
                  <c:v>102.8441934686707</c:v>
                </c:pt>
                <c:pt idx="881">
                  <c:v>102.99141389445325</c:v>
                </c:pt>
                <c:pt idx="882">
                  <c:v>102.60411901719827</c:v>
                </c:pt>
                <c:pt idx="883">
                  <c:v>102.44112497436764</c:v>
                </c:pt>
                <c:pt idx="884">
                  <c:v>102.56331792776712</c:v>
                </c:pt>
                <c:pt idx="885">
                  <c:v>102.98605086465686</c:v>
                </c:pt>
                <c:pt idx="886">
                  <c:v>102.89351231130786</c:v>
                </c:pt>
                <c:pt idx="887">
                  <c:v>103.11381716274666</c:v>
                </c:pt>
                <c:pt idx="888">
                  <c:v>103.15440793728384</c:v>
                </c:pt>
                <c:pt idx="889">
                  <c:v>103.02632616685307</c:v>
                </c:pt>
                <c:pt idx="890">
                  <c:v>103.35094720570351</c:v>
                </c:pt>
                <c:pt idx="891">
                  <c:v>103.78629903623177</c:v>
                </c:pt>
                <c:pt idx="892">
                  <c:v>103.73613893401871</c:v>
                </c:pt>
                <c:pt idx="893">
                  <c:v>103.63634451682758</c:v>
                </c:pt>
                <c:pt idx="894">
                  <c:v>103.67399088284908</c:v>
                </c:pt>
                <c:pt idx="895">
                  <c:v>103.9844156663562</c:v>
                </c:pt>
                <c:pt idx="896">
                  <c:v>104.28348344558863</c:v>
                </c:pt>
                <c:pt idx="897">
                  <c:v>104.4706637012264</c:v>
                </c:pt>
                <c:pt idx="898">
                  <c:v>104.145727190035</c:v>
                </c:pt>
                <c:pt idx="899">
                  <c:v>104.22312307101784</c:v>
                </c:pt>
                <c:pt idx="900">
                  <c:v>104.23037893485996</c:v>
                </c:pt>
                <c:pt idx="901">
                  <c:v>104.33090945417997</c:v>
                </c:pt>
                <c:pt idx="902">
                  <c:v>104.33090945417997</c:v>
                </c:pt>
                <c:pt idx="903">
                  <c:v>104.22427980293465</c:v>
                </c:pt>
                <c:pt idx="904">
                  <c:v>104.44700327565415</c:v>
                </c:pt>
                <c:pt idx="905">
                  <c:v>104.93135847647858</c:v>
                </c:pt>
                <c:pt idx="906">
                  <c:v>105.05786288520454</c:v>
                </c:pt>
                <c:pt idx="907">
                  <c:v>105.26786230683857</c:v>
                </c:pt>
                <c:pt idx="908">
                  <c:v>105.36239885168034</c:v>
                </c:pt>
                <c:pt idx="909">
                  <c:v>105.64316923513699</c:v>
                </c:pt>
                <c:pt idx="910">
                  <c:v>105.97809570379218</c:v>
                </c:pt>
                <c:pt idx="911">
                  <c:v>105.90869178878043</c:v>
                </c:pt>
                <c:pt idx="912">
                  <c:v>106.10144538910853</c:v>
                </c:pt>
                <c:pt idx="913">
                  <c:v>106.10144538910853</c:v>
                </c:pt>
                <c:pt idx="914">
                  <c:v>105.86904743126617</c:v>
                </c:pt>
                <c:pt idx="915">
                  <c:v>105.61940365211784</c:v>
                </c:pt>
                <c:pt idx="916">
                  <c:v>105.88534683554926</c:v>
                </c:pt>
                <c:pt idx="917">
                  <c:v>106.0025973889403</c:v>
                </c:pt>
                <c:pt idx="918">
                  <c:v>105.74348943956311</c:v>
                </c:pt>
                <c:pt idx="919">
                  <c:v>105.559253592441</c:v>
                </c:pt>
                <c:pt idx="920">
                  <c:v>105.46965944760765</c:v>
                </c:pt>
                <c:pt idx="921">
                  <c:v>105.31823272394564</c:v>
                </c:pt>
                <c:pt idx="922">
                  <c:v>105.41413631559826</c:v>
                </c:pt>
                <c:pt idx="923">
                  <c:v>105.69900783948739</c:v>
                </c:pt>
                <c:pt idx="924">
                  <c:v>106.08115000184</c:v>
                </c:pt>
                <c:pt idx="925">
                  <c:v>106.19251173819976</c:v>
                </c:pt>
                <c:pt idx="926">
                  <c:v>106.23341798507791</c:v>
                </c:pt>
                <c:pt idx="927">
                  <c:v>106.34719834271837</c:v>
                </c:pt>
                <c:pt idx="928">
                  <c:v>106.50083337276713</c:v>
                </c:pt>
                <c:pt idx="929">
                  <c:v>106.66645635177247</c:v>
                </c:pt>
                <c:pt idx="930">
                  <c:v>106.89496348407631</c:v>
                </c:pt>
                <c:pt idx="931">
                  <c:v>106.85763259039575</c:v>
                </c:pt>
                <c:pt idx="932">
                  <c:v>106.9824544799699</c:v>
                </c:pt>
                <c:pt idx="933">
                  <c:v>107.05101713540576</c:v>
                </c:pt>
                <c:pt idx="934">
                  <c:v>107.34472188484185</c:v>
                </c:pt>
                <c:pt idx="935">
                  <c:v>107.54988406391446</c:v>
                </c:pt>
                <c:pt idx="936">
                  <c:v>107.54494166390603</c:v>
                </c:pt>
                <c:pt idx="937">
                  <c:v>107.7869089494243</c:v>
                </c:pt>
                <c:pt idx="938">
                  <c:v>107.79511123028935</c:v>
                </c:pt>
                <c:pt idx="939">
                  <c:v>107.97387889016808</c:v>
                </c:pt>
                <c:pt idx="940">
                  <c:v>108.0816652733303</c:v>
                </c:pt>
                <c:pt idx="941">
                  <c:v>108.55014169965962</c:v>
                </c:pt>
                <c:pt idx="942">
                  <c:v>108.52942568260309</c:v>
                </c:pt>
                <c:pt idx="943">
                  <c:v>108.46885499313831</c:v>
                </c:pt>
                <c:pt idx="944">
                  <c:v>108.46370227823593</c:v>
                </c:pt>
                <c:pt idx="945">
                  <c:v>108.56475858479092</c:v>
                </c:pt>
                <c:pt idx="946">
                  <c:v>108.40670694196871</c:v>
                </c:pt>
                <c:pt idx="947">
                  <c:v>108.21984215867194</c:v>
                </c:pt>
                <c:pt idx="948">
                  <c:v>108.58547460184747</c:v>
                </c:pt>
                <c:pt idx="949">
                  <c:v>108.52427296770074</c:v>
                </c:pt>
                <c:pt idx="950">
                  <c:v>108.36821931637128</c:v>
                </c:pt>
                <c:pt idx="951">
                  <c:v>108.34361247377623</c:v>
                </c:pt>
                <c:pt idx="952">
                  <c:v>108.71544920632404</c:v>
                </c:pt>
                <c:pt idx="953">
                  <c:v>108.72554432123484</c:v>
                </c:pt>
                <c:pt idx="954">
                  <c:v>108.72554432123484</c:v>
                </c:pt>
                <c:pt idx="955">
                  <c:v>108.34781877165574</c:v>
                </c:pt>
                <c:pt idx="956">
                  <c:v>108.6947331892675</c:v>
                </c:pt>
                <c:pt idx="957">
                  <c:v>109.05994500265513</c:v>
                </c:pt>
                <c:pt idx="958">
                  <c:v>109.71423463781137</c:v>
                </c:pt>
                <c:pt idx="959">
                  <c:v>109.80067405923509</c:v>
                </c:pt>
                <c:pt idx="960">
                  <c:v>109.82286228054949</c:v>
                </c:pt>
                <c:pt idx="961">
                  <c:v>110.23024223017907</c:v>
                </c:pt>
                <c:pt idx="962">
                  <c:v>110.68767712457469</c:v>
                </c:pt>
                <c:pt idx="963">
                  <c:v>110.60512852868953</c:v>
                </c:pt>
                <c:pt idx="964">
                  <c:v>110.73994037572751</c:v>
                </c:pt>
                <c:pt idx="965">
                  <c:v>110.97391569527471</c:v>
                </c:pt>
                <c:pt idx="966">
                  <c:v>110.94562834203508</c:v>
                </c:pt>
                <c:pt idx="967">
                  <c:v>110.59871392442332</c:v>
                </c:pt>
                <c:pt idx="968">
                  <c:v>110.30038224731979</c:v>
                </c:pt>
                <c:pt idx="969">
                  <c:v>110.60123770315104</c:v>
                </c:pt>
                <c:pt idx="970">
                  <c:v>110.86497258019571</c:v>
                </c:pt>
                <c:pt idx="971">
                  <c:v>111.00704029107578</c:v>
                </c:pt>
                <c:pt idx="972">
                  <c:v>110.73110715018059</c:v>
                </c:pt>
                <c:pt idx="973">
                  <c:v>110.64750697982554</c:v>
                </c:pt>
                <c:pt idx="974">
                  <c:v>110.78936437581167</c:v>
                </c:pt>
                <c:pt idx="975">
                  <c:v>110.66180839261584</c:v>
                </c:pt>
                <c:pt idx="976">
                  <c:v>110.75539852043471</c:v>
                </c:pt>
                <c:pt idx="977">
                  <c:v>111.02659957621546</c:v>
                </c:pt>
                <c:pt idx="978">
                  <c:v>111.17823661477142</c:v>
                </c:pt>
                <c:pt idx="979">
                  <c:v>111.04899811242377</c:v>
                </c:pt>
                <c:pt idx="980">
                  <c:v>110.98033029954094</c:v>
                </c:pt>
                <c:pt idx="981">
                  <c:v>111.04121646134668</c:v>
                </c:pt>
                <c:pt idx="982">
                  <c:v>111.14605843599321</c:v>
                </c:pt>
                <c:pt idx="983">
                  <c:v>110.9417375164965</c:v>
                </c:pt>
                <c:pt idx="984">
                  <c:v>110.9417375164965</c:v>
                </c:pt>
                <c:pt idx="985">
                  <c:v>110.91166248665807</c:v>
                </c:pt>
                <c:pt idx="986">
                  <c:v>111.38529162788977</c:v>
                </c:pt>
                <c:pt idx="987">
                  <c:v>111.73946190934372</c:v>
                </c:pt>
                <c:pt idx="988">
                  <c:v>111.6215804112707</c:v>
                </c:pt>
                <c:pt idx="989">
                  <c:v>111.94588597778016</c:v>
                </c:pt>
                <c:pt idx="990">
                  <c:v>112.28985598687628</c:v>
                </c:pt>
                <c:pt idx="991">
                  <c:v>112.2365411612536</c:v>
                </c:pt>
                <c:pt idx="992">
                  <c:v>112.23180907613914</c:v>
                </c:pt>
                <c:pt idx="993">
                  <c:v>112.38933493172641</c:v>
                </c:pt>
                <c:pt idx="994">
                  <c:v>113.06066007329466</c:v>
                </c:pt>
                <c:pt idx="995">
                  <c:v>113.20577735013741</c:v>
                </c:pt>
                <c:pt idx="996">
                  <c:v>113.15603787771232</c:v>
                </c:pt>
                <c:pt idx="997">
                  <c:v>112.8835749325677</c:v>
                </c:pt>
                <c:pt idx="998">
                  <c:v>113.01575784343098</c:v>
                </c:pt>
                <c:pt idx="999">
                  <c:v>112.84761108569796</c:v>
                </c:pt>
                <c:pt idx="1000">
                  <c:v>112.61395123849171</c:v>
                </c:pt>
                <c:pt idx="1001">
                  <c:v>112.46420703398151</c:v>
                </c:pt>
                <c:pt idx="1002">
                  <c:v>112.62972485553982</c:v>
                </c:pt>
                <c:pt idx="1003">
                  <c:v>112.57052121288584</c:v>
                </c:pt>
                <c:pt idx="1004">
                  <c:v>112.70606916205276</c:v>
                </c:pt>
                <c:pt idx="1005">
                  <c:v>112.70606916205276</c:v>
                </c:pt>
                <c:pt idx="1006">
                  <c:v>112.9690679369685</c:v>
                </c:pt>
                <c:pt idx="1007">
                  <c:v>112.89535256663025</c:v>
                </c:pt>
                <c:pt idx="1008">
                  <c:v>112.71122187695515</c:v>
                </c:pt>
                <c:pt idx="1009">
                  <c:v>112.79440141752225</c:v>
                </c:pt>
                <c:pt idx="1010">
                  <c:v>112.70838262588649</c:v>
                </c:pt>
                <c:pt idx="1011">
                  <c:v>112.81269881329807</c:v>
                </c:pt>
                <c:pt idx="1012">
                  <c:v>112.88346977512067</c:v>
                </c:pt>
                <c:pt idx="1013">
                  <c:v>112.81837731543541</c:v>
                </c:pt>
                <c:pt idx="1014">
                  <c:v>113.08116577545715</c:v>
                </c:pt>
                <c:pt idx="1015">
                  <c:v>113.15120063515081</c:v>
                </c:pt>
                <c:pt idx="1016">
                  <c:v>113.34847600569937</c:v>
                </c:pt>
                <c:pt idx="1017">
                  <c:v>113.34847600569937</c:v>
                </c:pt>
                <c:pt idx="1018">
                  <c:v>113.48255175060841</c:v>
                </c:pt>
                <c:pt idx="1019">
                  <c:v>113.25436009064555</c:v>
                </c:pt>
                <c:pt idx="1020">
                  <c:v>113.38328312065221</c:v>
                </c:pt>
                <c:pt idx="1021">
                  <c:v>113.68193027009671</c:v>
                </c:pt>
                <c:pt idx="1022">
                  <c:v>113.66584118070762</c:v>
                </c:pt>
                <c:pt idx="1023">
                  <c:v>113.5994868316585</c:v>
                </c:pt>
                <c:pt idx="1024">
                  <c:v>113.30020873753206</c:v>
                </c:pt>
                <c:pt idx="1025">
                  <c:v>113.10598293294613</c:v>
                </c:pt>
                <c:pt idx="1026">
                  <c:v>113.24447529062867</c:v>
                </c:pt>
                <c:pt idx="1027">
                  <c:v>113.5590012145683</c:v>
                </c:pt>
                <c:pt idx="1028">
                  <c:v>113.6298773338379</c:v>
                </c:pt>
                <c:pt idx="1029">
                  <c:v>113.83041258524308</c:v>
                </c:pt>
                <c:pt idx="1030">
                  <c:v>113.88109847469107</c:v>
                </c:pt>
                <c:pt idx="1031">
                  <c:v>113.78382783622762</c:v>
                </c:pt>
                <c:pt idx="1032">
                  <c:v>113.96974620250151</c:v>
                </c:pt>
                <c:pt idx="1033">
                  <c:v>114.00297595574955</c:v>
                </c:pt>
                <c:pt idx="1034">
                  <c:v>114.03546960686865</c:v>
                </c:pt>
                <c:pt idx="1035">
                  <c:v>114.04377704518068</c:v>
                </c:pt>
                <c:pt idx="1036">
                  <c:v>114.11959556445863</c:v>
                </c:pt>
                <c:pt idx="1037">
                  <c:v>114.11959556445863</c:v>
                </c:pt>
                <c:pt idx="1038">
                  <c:v>114.15703161558618</c:v>
                </c:pt>
                <c:pt idx="1039">
                  <c:v>114.26597473066522</c:v>
                </c:pt>
                <c:pt idx="1040">
                  <c:v>114.27270480727245</c:v>
                </c:pt>
                <c:pt idx="1041">
                  <c:v>114.29983542859522</c:v>
                </c:pt>
                <c:pt idx="1042">
                  <c:v>114.29983542859522</c:v>
                </c:pt>
                <c:pt idx="1043">
                  <c:v>114.23442749656898</c:v>
                </c:pt>
                <c:pt idx="1044">
                  <c:v>114.6684122802864</c:v>
                </c:pt>
                <c:pt idx="1045">
                  <c:v>114.596063956759</c:v>
                </c:pt>
                <c:pt idx="1046">
                  <c:v>114.52003512258703</c:v>
                </c:pt>
                <c:pt idx="1047">
                  <c:v>114.32675573502398</c:v>
                </c:pt>
                <c:pt idx="1048">
                  <c:v>114.50825748852445</c:v>
                </c:pt>
                <c:pt idx="1049">
                  <c:v>114.37691583723708</c:v>
                </c:pt>
                <c:pt idx="1050">
                  <c:v>114.38490780320814</c:v>
                </c:pt>
                <c:pt idx="1051">
                  <c:v>114.44831774374164</c:v>
                </c:pt>
                <c:pt idx="1052">
                  <c:v>114.64727563344198</c:v>
                </c:pt>
                <c:pt idx="1053">
                  <c:v>114.61898828020234</c:v>
                </c:pt>
                <c:pt idx="1054">
                  <c:v>114.61898828020234</c:v>
                </c:pt>
                <c:pt idx="1055">
                  <c:v>114.01096792172061</c:v>
                </c:pt>
                <c:pt idx="1056">
                  <c:v>114.40120720749123</c:v>
                </c:pt>
                <c:pt idx="1057">
                  <c:v>114.77462130174386</c:v>
                </c:pt>
                <c:pt idx="1058">
                  <c:v>114.90722484239511</c:v>
                </c:pt>
                <c:pt idx="1059">
                  <c:v>115.16317806836275</c:v>
                </c:pt>
                <c:pt idx="1060">
                  <c:v>115.15581704707361</c:v>
                </c:pt>
                <c:pt idx="1061">
                  <c:v>115.05318337881381</c:v>
                </c:pt>
                <c:pt idx="1062">
                  <c:v>115.01332870640556</c:v>
                </c:pt>
                <c:pt idx="1063">
                  <c:v>115.07810569374988</c:v>
                </c:pt>
                <c:pt idx="1064">
                  <c:v>115.0912503746233</c:v>
                </c:pt>
                <c:pt idx="1065">
                  <c:v>115.07316329374147</c:v>
                </c:pt>
                <c:pt idx="1066">
                  <c:v>115.19409435777709</c:v>
                </c:pt>
                <c:pt idx="1067">
                  <c:v>115.28799995793692</c:v>
                </c:pt>
                <c:pt idx="1068">
                  <c:v>115.44436908160736</c:v>
                </c:pt>
                <c:pt idx="1069">
                  <c:v>115.62029749041747</c:v>
                </c:pt>
                <c:pt idx="1070">
                  <c:v>115.98761245274483</c:v>
                </c:pt>
                <c:pt idx="1071">
                  <c:v>116.01358634215077</c:v>
                </c:pt>
                <c:pt idx="1072">
                  <c:v>116.33231856396988</c:v>
                </c:pt>
                <c:pt idx="1073">
                  <c:v>116.59626375590851</c:v>
                </c:pt>
                <c:pt idx="1074">
                  <c:v>116.59626375590851</c:v>
                </c:pt>
                <c:pt idx="1075">
                  <c:v>116.7629383093837</c:v>
                </c:pt>
                <c:pt idx="1076">
                  <c:v>116.74422028381991</c:v>
                </c:pt>
                <c:pt idx="1077">
                  <c:v>116.6062537133723</c:v>
                </c:pt>
                <c:pt idx="1078">
                  <c:v>116.61109095593373</c:v>
                </c:pt>
                <c:pt idx="1079">
                  <c:v>116.70268309225983</c:v>
                </c:pt>
                <c:pt idx="1080">
                  <c:v>116.70562750077549</c:v>
                </c:pt>
                <c:pt idx="1081">
                  <c:v>116.75810106682225</c:v>
                </c:pt>
                <c:pt idx="1082">
                  <c:v>116.73254780720428</c:v>
                </c:pt>
                <c:pt idx="1083">
                  <c:v>116.67313384965634</c:v>
                </c:pt>
                <c:pt idx="1084">
                  <c:v>116.14892397642362</c:v>
                </c:pt>
                <c:pt idx="1085">
                  <c:v>115.47801946464337</c:v>
                </c:pt>
                <c:pt idx="1086">
                  <c:v>115.98340615486531</c:v>
                </c:pt>
                <c:pt idx="1087">
                  <c:v>115.83923529504541</c:v>
                </c:pt>
                <c:pt idx="1088">
                  <c:v>115.28105956643574</c:v>
                </c:pt>
                <c:pt idx="1089">
                  <c:v>114.86705469764595</c:v>
                </c:pt>
                <c:pt idx="1090">
                  <c:v>115.56172479244536</c:v>
                </c:pt>
                <c:pt idx="1091">
                  <c:v>115.24225646849733</c:v>
                </c:pt>
                <c:pt idx="1092">
                  <c:v>114.71941364207547</c:v>
                </c:pt>
                <c:pt idx="1093">
                  <c:v>114.2426297774341</c:v>
                </c:pt>
                <c:pt idx="1094">
                  <c:v>114.1922593603271</c:v>
                </c:pt>
                <c:pt idx="1095">
                  <c:v>114.4923787140294</c:v>
                </c:pt>
                <c:pt idx="1096">
                  <c:v>114.32349585416748</c:v>
                </c:pt>
                <c:pt idx="1097">
                  <c:v>113.73293163188568</c:v>
                </c:pt>
                <c:pt idx="1098">
                  <c:v>113.00040485617076</c:v>
                </c:pt>
                <c:pt idx="1099">
                  <c:v>113.13605796278461</c:v>
                </c:pt>
                <c:pt idx="1100">
                  <c:v>112.97327423484796</c:v>
                </c:pt>
                <c:pt idx="1101">
                  <c:v>113.71642191270865</c:v>
                </c:pt>
                <c:pt idx="1102">
                  <c:v>113.22912230336856</c:v>
                </c:pt>
                <c:pt idx="1103">
                  <c:v>112.52719634472697</c:v>
                </c:pt>
                <c:pt idx="1104">
                  <c:v>112.45589959566942</c:v>
                </c:pt>
                <c:pt idx="1105">
                  <c:v>112.85980934954841</c:v>
                </c:pt>
                <c:pt idx="1106">
                  <c:v>113.59233612526334</c:v>
                </c:pt>
                <c:pt idx="1107">
                  <c:v>113.47613714634217</c:v>
                </c:pt>
                <c:pt idx="1108">
                  <c:v>113.42092948667376</c:v>
                </c:pt>
                <c:pt idx="1109">
                  <c:v>113.47466494208437</c:v>
                </c:pt>
                <c:pt idx="1110">
                  <c:v>113.46152026121095</c:v>
                </c:pt>
                <c:pt idx="1111">
                  <c:v>114.98525166805983</c:v>
                </c:pt>
                <c:pt idx="1112">
                  <c:v>115.10376411081471</c:v>
                </c:pt>
                <c:pt idx="1113">
                  <c:v>115.50073347319251</c:v>
                </c:pt>
                <c:pt idx="1114">
                  <c:v>115.66709255432676</c:v>
                </c:pt>
                <c:pt idx="1115">
                  <c:v>116.40887318537662</c:v>
                </c:pt>
                <c:pt idx="1116">
                  <c:v>116.4411565216018</c:v>
                </c:pt>
                <c:pt idx="1117">
                  <c:v>116.29235873411446</c:v>
                </c:pt>
                <c:pt idx="1118">
                  <c:v>116.94685868416468</c:v>
                </c:pt>
                <c:pt idx="1119">
                  <c:v>116.84275281164705</c:v>
                </c:pt>
                <c:pt idx="1120">
                  <c:v>116.70941316886687</c:v>
                </c:pt>
                <c:pt idx="1121">
                  <c:v>116.70173667523677</c:v>
                </c:pt>
                <c:pt idx="1122">
                  <c:v>116.5045664621352</c:v>
                </c:pt>
                <c:pt idx="1123">
                  <c:v>116.39867291301876</c:v>
                </c:pt>
                <c:pt idx="1124">
                  <c:v>116.26606937236754</c:v>
                </c:pt>
                <c:pt idx="1125">
                  <c:v>115.98561446125188</c:v>
                </c:pt>
                <c:pt idx="1126">
                  <c:v>115.89717704833541</c:v>
                </c:pt>
                <c:pt idx="1127">
                  <c:v>116.08972033376951</c:v>
                </c:pt>
                <c:pt idx="1128">
                  <c:v>116.42916857264517</c:v>
                </c:pt>
                <c:pt idx="1129">
                  <c:v>116.14082685300544</c:v>
                </c:pt>
                <c:pt idx="1130">
                  <c:v>116.31728104905046</c:v>
                </c:pt>
                <c:pt idx="1131">
                  <c:v>117.06852585032919</c:v>
                </c:pt>
                <c:pt idx="1132">
                  <c:v>117.02919696515588</c:v>
                </c:pt>
                <c:pt idx="1133">
                  <c:v>117.05201613115214</c:v>
                </c:pt>
                <c:pt idx="1134">
                  <c:v>116.93571199478399</c:v>
                </c:pt>
                <c:pt idx="1135">
                  <c:v>116.56808156011566</c:v>
                </c:pt>
                <c:pt idx="1136">
                  <c:v>116.48038024932809</c:v>
                </c:pt>
                <c:pt idx="1137">
                  <c:v>116.60762076018294</c:v>
                </c:pt>
                <c:pt idx="1138">
                  <c:v>115.74522453743845</c:v>
                </c:pt>
                <c:pt idx="1139">
                  <c:v>115.48611658806124</c:v>
                </c:pt>
                <c:pt idx="1140">
                  <c:v>115.03740976176555</c:v>
                </c:pt>
                <c:pt idx="1141">
                  <c:v>115.47801946464317</c:v>
                </c:pt>
                <c:pt idx="1142">
                  <c:v>115.58654194993424</c:v>
                </c:pt>
                <c:pt idx="1143">
                  <c:v>115.83587025674161</c:v>
                </c:pt>
                <c:pt idx="1144">
                  <c:v>116.28415645324937</c:v>
                </c:pt>
                <c:pt idx="1145">
                  <c:v>116.65778086239595</c:v>
                </c:pt>
                <c:pt idx="1146">
                  <c:v>116.87293299893237</c:v>
                </c:pt>
                <c:pt idx="1147">
                  <c:v>117.2456109910561</c:v>
                </c:pt>
                <c:pt idx="1148">
                  <c:v>117.15496527175286</c:v>
                </c:pt>
                <c:pt idx="1149">
                  <c:v>117.47233044676113</c:v>
                </c:pt>
                <c:pt idx="1150">
                  <c:v>117.21311733993696</c:v>
                </c:pt>
                <c:pt idx="1151">
                  <c:v>117.37095866786522</c:v>
                </c:pt>
                <c:pt idx="1152">
                  <c:v>116.98576693955002</c:v>
                </c:pt>
                <c:pt idx="1153">
                  <c:v>116.74506154339564</c:v>
                </c:pt>
                <c:pt idx="1154">
                  <c:v>116.91625786709132</c:v>
                </c:pt>
                <c:pt idx="1155">
                  <c:v>116.79374944135088</c:v>
                </c:pt>
                <c:pt idx="1156">
                  <c:v>117.19208585053956</c:v>
                </c:pt>
                <c:pt idx="1157">
                  <c:v>117.69179403862418</c:v>
                </c:pt>
                <c:pt idx="1158">
                  <c:v>118.21432139270507</c:v>
                </c:pt>
                <c:pt idx="1159">
                  <c:v>118.28025511196621</c:v>
                </c:pt>
                <c:pt idx="1160">
                  <c:v>118.07130726480206</c:v>
                </c:pt>
                <c:pt idx="1161">
                  <c:v>118.15911373303659</c:v>
                </c:pt>
                <c:pt idx="1162">
                  <c:v>118.15911373303659</c:v>
                </c:pt>
                <c:pt idx="1163">
                  <c:v>117.87907945170886</c:v>
                </c:pt>
                <c:pt idx="1164">
                  <c:v>117.68779805563858</c:v>
                </c:pt>
                <c:pt idx="1165">
                  <c:v>117.96709623483741</c:v>
                </c:pt>
                <c:pt idx="1166">
                  <c:v>118.07877344353813</c:v>
                </c:pt>
                <c:pt idx="1167">
                  <c:v>117.97088190292895</c:v>
                </c:pt>
                <c:pt idx="1168">
                  <c:v>118.04470243071418</c:v>
                </c:pt>
                <c:pt idx="1169">
                  <c:v>118.09023560525978</c:v>
                </c:pt>
                <c:pt idx="1170">
                  <c:v>117.83175860056453</c:v>
                </c:pt>
                <c:pt idx="1171">
                  <c:v>117.84879410697653</c:v>
                </c:pt>
                <c:pt idx="1172">
                  <c:v>117.84879410697653</c:v>
                </c:pt>
                <c:pt idx="1173">
                  <c:v>118.02430188599865</c:v>
                </c:pt>
                <c:pt idx="1174">
                  <c:v>117.78065208132861</c:v>
                </c:pt>
                <c:pt idx="1175">
                  <c:v>117.3434074167546</c:v>
                </c:pt>
                <c:pt idx="1176">
                  <c:v>117.58547985971981</c:v>
                </c:pt>
                <c:pt idx="1177">
                  <c:v>117.72597020889509</c:v>
                </c:pt>
                <c:pt idx="1178">
                  <c:v>117.43626144244452</c:v>
                </c:pt>
                <c:pt idx="1179">
                  <c:v>117.42616632753372</c:v>
                </c:pt>
                <c:pt idx="1180">
                  <c:v>117.55961112776083</c:v>
                </c:pt>
                <c:pt idx="1181">
                  <c:v>117.46843962122266</c:v>
                </c:pt>
                <c:pt idx="1182">
                  <c:v>117.48705248933948</c:v>
                </c:pt>
                <c:pt idx="1183">
                  <c:v>117.35423863379427</c:v>
                </c:pt>
                <c:pt idx="1184">
                  <c:v>117.23604166338029</c:v>
                </c:pt>
                <c:pt idx="1185">
                  <c:v>117.03887145027872</c:v>
                </c:pt>
                <c:pt idx="1186">
                  <c:v>116.47796162804738</c:v>
                </c:pt>
                <c:pt idx="1187">
                  <c:v>116.47817194294134</c:v>
                </c:pt>
                <c:pt idx="1188">
                  <c:v>116.83044939034949</c:v>
                </c:pt>
                <c:pt idx="1189">
                  <c:v>116.87934760319867</c:v>
                </c:pt>
                <c:pt idx="1190">
                  <c:v>116.71782576462586</c:v>
                </c:pt>
                <c:pt idx="1191">
                  <c:v>116.40109153429952</c:v>
                </c:pt>
                <c:pt idx="1192">
                  <c:v>116.40834739814169</c:v>
                </c:pt>
                <c:pt idx="1193">
                  <c:v>116.88239716916135</c:v>
                </c:pt>
                <c:pt idx="1194">
                  <c:v>117.30418368902822</c:v>
                </c:pt>
                <c:pt idx="1195">
                  <c:v>117.53963121283326</c:v>
                </c:pt>
                <c:pt idx="1196">
                  <c:v>117.390202480664</c:v>
                </c:pt>
                <c:pt idx="1197">
                  <c:v>117.51207996172253</c:v>
                </c:pt>
                <c:pt idx="1198">
                  <c:v>117.39682739982423</c:v>
                </c:pt>
                <c:pt idx="1199">
                  <c:v>117.26453933151394</c:v>
                </c:pt>
                <c:pt idx="1200">
                  <c:v>117.31333238691613</c:v>
                </c:pt>
                <c:pt idx="1201">
                  <c:v>117.62912020021956</c:v>
                </c:pt>
                <c:pt idx="1202">
                  <c:v>117.54226014900789</c:v>
                </c:pt>
                <c:pt idx="1203">
                  <c:v>117.26716826768859</c:v>
                </c:pt>
                <c:pt idx="1204">
                  <c:v>116.92708908413103</c:v>
                </c:pt>
                <c:pt idx="1205">
                  <c:v>117.32027277841729</c:v>
                </c:pt>
                <c:pt idx="1206">
                  <c:v>117.12772949298319</c:v>
                </c:pt>
                <c:pt idx="1207">
                  <c:v>117.10354328017605</c:v>
                </c:pt>
                <c:pt idx="1208">
                  <c:v>117.22605170591649</c:v>
                </c:pt>
                <c:pt idx="1209">
                  <c:v>117.56045238733675</c:v>
                </c:pt>
                <c:pt idx="1210">
                  <c:v>117.58663659163668</c:v>
                </c:pt>
                <c:pt idx="1211">
                  <c:v>117.65961585984603</c:v>
                </c:pt>
                <c:pt idx="1212">
                  <c:v>117.63585027682684</c:v>
                </c:pt>
                <c:pt idx="1213">
                  <c:v>117.44719781693125</c:v>
                </c:pt>
                <c:pt idx="1214">
                  <c:v>117.1161621738146</c:v>
                </c:pt>
                <c:pt idx="1215">
                  <c:v>117.05180581625824</c:v>
                </c:pt>
                <c:pt idx="1216">
                  <c:v>117.38105378277612</c:v>
                </c:pt>
                <c:pt idx="1217">
                  <c:v>117.52049255748157</c:v>
                </c:pt>
                <c:pt idx="1218">
                  <c:v>117.52049255748157</c:v>
                </c:pt>
                <c:pt idx="1219">
                  <c:v>117.36675236998585</c:v>
                </c:pt>
                <c:pt idx="1220">
                  <c:v>117.11868595254234</c:v>
                </c:pt>
                <c:pt idx="1221">
                  <c:v>116.58112108354221</c:v>
                </c:pt>
                <c:pt idx="1222">
                  <c:v>116.4844813897607</c:v>
                </c:pt>
                <c:pt idx="1223">
                  <c:v>116.0874068699359</c:v>
                </c:pt>
                <c:pt idx="1224">
                  <c:v>115.80190440136481</c:v>
                </c:pt>
                <c:pt idx="1225">
                  <c:v>115.97310072506049</c:v>
                </c:pt>
                <c:pt idx="1226">
                  <c:v>116.36481221508893</c:v>
                </c:pt>
                <c:pt idx="1227">
                  <c:v>116.26796220641342</c:v>
                </c:pt>
                <c:pt idx="1228">
                  <c:v>116.48900315998115</c:v>
                </c:pt>
                <c:pt idx="1229">
                  <c:v>116.59163682824095</c:v>
                </c:pt>
                <c:pt idx="1230">
                  <c:v>115.8148387673443</c:v>
                </c:pt>
                <c:pt idx="1231">
                  <c:v>115.1710648768868</c:v>
                </c:pt>
                <c:pt idx="1232">
                  <c:v>114.70605864630809</c:v>
                </c:pt>
                <c:pt idx="1233">
                  <c:v>113.82483924055283</c:v>
                </c:pt>
                <c:pt idx="1234">
                  <c:v>113.82031747033238</c:v>
                </c:pt>
                <c:pt idx="1235">
                  <c:v>113.52892618473</c:v>
                </c:pt>
                <c:pt idx="1236">
                  <c:v>112.88241820065085</c:v>
                </c:pt>
                <c:pt idx="1237">
                  <c:v>112.93752070287232</c:v>
                </c:pt>
                <c:pt idx="1238">
                  <c:v>112.91806657517962</c:v>
                </c:pt>
                <c:pt idx="1239">
                  <c:v>113.76689748726275</c:v>
                </c:pt>
                <c:pt idx="1240">
                  <c:v>113.4037888228149</c:v>
                </c:pt>
                <c:pt idx="1241">
                  <c:v>113.57151495075993</c:v>
                </c:pt>
                <c:pt idx="1242">
                  <c:v>113.98099804932926</c:v>
                </c:pt>
                <c:pt idx="1243">
                  <c:v>113.98099804932926</c:v>
                </c:pt>
                <c:pt idx="1244">
                  <c:v>114.25325067957991</c:v>
                </c:pt>
                <c:pt idx="1245">
                  <c:v>114.07574490906501</c:v>
                </c:pt>
                <c:pt idx="1246">
                  <c:v>114.75516717405124</c:v>
                </c:pt>
                <c:pt idx="1247">
                  <c:v>114.71415576972613</c:v>
                </c:pt>
                <c:pt idx="1248">
                  <c:v>#N/A</c:v>
                </c:pt>
                <c:pt idx="1249">
                  <c:v>#N/A</c:v>
                </c:pt>
                <c:pt idx="1250">
                  <c:v>#N/A</c:v>
                </c:pt>
                <c:pt idx="1251">
                  <c:v>#N/A</c:v>
                </c:pt>
                <c:pt idx="1252">
                  <c:v>#N/A</c:v>
                </c:pt>
                <c:pt idx="1253">
                  <c:v>#N/A</c:v>
                </c:pt>
                <c:pt idx="1254">
                  <c:v>#N/A</c:v>
                </c:pt>
                <c:pt idx="1255">
                  <c:v>#N/A</c:v>
                </c:pt>
                <c:pt idx="1256">
                  <c:v>#N/A</c:v>
                </c:pt>
                <c:pt idx="1257">
                  <c:v>#N/A</c:v>
                </c:pt>
                <c:pt idx="1258">
                  <c:v>#N/A</c:v>
                </c:pt>
                <c:pt idx="1259">
                  <c:v>#N/A</c:v>
                </c:pt>
                <c:pt idx="1260">
                  <c:v>#N/A</c:v>
                </c:pt>
                <c:pt idx="1261">
                  <c:v>#N/A</c:v>
                </c:pt>
                <c:pt idx="1262">
                  <c:v>#N/A</c:v>
                </c:pt>
                <c:pt idx="1263">
                  <c:v>#N/A</c:v>
                </c:pt>
                <c:pt idx="1264">
                  <c:v>#N/A</c:v>
                </c:pt>
                <c:pt idx="1265">
                  <c:v>#N/A</c:v>
                </c:pt>
                <c:pt idx="1266">
                  <c:v>#N/A</c:v>
                </c:pt>
                <c:pt idx="1267">
                  <c:v>#N/A</c:v>
                </c:pt>
                <c:pt idx="1268">
                  <c:v>#N/A</c:v>
                </c:pt>
                <c:pt idx="1269">
                  <c:v>#N/A</c:v>
                </c:pt>
                <c:pt idx="1270">
                  <c:v>#N/A</c:v>
                </c:pt>
                <c:pt idx="1271">
                  <c:v>#N/A</c:v>
                </c:pt>
                <c:pt idx="1272">
                  <c:v>#N/A</c:v>
                </c:pt>
                <c:pt idx="1273">
                  <c:v>#N/A</c:v>
                </c:pt>
                <c:pt idx="1274">
                  <c:v>#N/A</c:v>
                </c:pt>
                <c:pt idx="1275">
                  <c:v>#N/A</c:v>
                </c:pt>
                <c:pt idx="1276">
                  <c:v>#N/A</c:v>
                </c:pt>
                <c:pt idx="1277">
                  <c:v>#N/A</c:v>
                </c:pt>
                <c:pt idx="1278">
                  <c:v>#N/A</c:v>
                </c:pt>
                <c:pt idx="1279">
                  <c:v>#N/A</c:v>
                </c:pt>
                <c:pt idx="1280">
                  <c:v>#N/A</c:v>
                </c:pt>
                <c:pt idx="1281">
                  <c:v>#N/A</c:v>
                </c:pt>
                <c:pt idx="1282">
                  <c:v>#N/A</c:v>
                </c:pt>
                <c:pt idx="1283">
                  <c:v>#N/A</c:v>
                </c:pt>
                <c:pt idx="1284">
                  <c:v>#N/A</c:v>
                </c:pt>
                <c:pt idx="1285">
                  <c:v>#N/A</c:v>
                </c:pt>
                <c:pt idx="1286">
                  <c:v>#N/A</c:v>
                </c:pt>
                <c:pt idx="1287">
                  <c:v>#N/A</c:v>
                </c:pt>
                <c:pt idx="1288">
                  <c:v>#N/A</c:v>
                </c:pt>
                <c:pt idx="1289">
                  <c:v>#N/A</c:v>
                </c:pt>
                <c:pt idx="1290">
                  <c:v>#N/A</c:v>
                </c:pt>
                <c:pt idx="1291">
                  <c:v>#N/A</c:v>
                </c:pt>
                <c:pt idx="1292">
                  <c:v>#N/A</c:v>
                </c:pt>
                <c:pt idx="1293">
                  <c:v>#N/A</c:v>
                </c:pt>
                <c:pt idx="1294">
                  <c:v>#N/A</c:v>
                </c:pt>
                <c:pt idx="1295">
                  <c:v>#N/A</c:v>
                </c:pt>
                <c:pt idx="1296">
                  <c:v>#N/A</c:v>
                </c:pt>
                <c:pt idx="1297">
                  <c:v>#N/A</c:v>
                </c:pt>
                <c:pt idx="1298">
                  <c:v>#N/A</c:v>
                </c:pt>
                <c:pt idx="1299">
                  <c:v>#N/A</c:v>
                </c:pt>
                <c:pt idx="1300">
                  <c:v>#N/A</c:v>
                </c:pt>
                <c:pt idx="1301">
                  <c:v>#N/A</c:v>
                </c:pt>
                <c:pt idx="1302">
                  <c:v>#N/A</c:v>
                </c:pt>
                <c:pt idx="1303">
                  <c:v>#N/A</c:v>
                </c:pt>
                <c:pt idx="1304">
                  <c:v>#N/A</c:v>
                </c:pt>
                <c:pt idx="1305">
                  <c:v>#N/A</c:v>
                </c:pt>
                <c:pt idx="1306">
                  <c:v>#N/A</c:v>
                </c:pt>
                <c:pt idx="1307">
                  <c:v>#N/A</c:v>
                </c:pt>
                <c:pt idx="1308">
                  <c:v>#N/A</c:v>
                </c:pt>
                <c:pt idx="1309">
                  <c:v>#N/A</c:v>
                </c:pt>
                <c:pt idx="1310">
                  <c:v>#N/A</c:v>
                </c:pt>
                <c:pt idx="1311">
                  <c:v>#N/A</c:v>
                </c:pt>
                <c:pt idx="1312">
                  <c:v>#N/A</c:v>
                </c:pt>
                <c:pt idx="1313">
                  <c:v>#N/A</c:v>
                </c:pt>
                <c:pt idx="1314">
                  <c:v>#N/A</c:v>
                </c:pt>
                <c:pt idx="1315">
                  <c:v>#N/A</c:v>
                </c:pt>
                <c:pt idx="1316">
                  <c:v>#N/A</c:v>
                </c:pt>
                <c:pt idx="1317">
                  <c:v>#N/A</c:v>
                </c:pt>
                <c:pt idx="1318">
                  <c:v>#N/A</c:v>
                </c:pt>
                <c:pt idx="1319">
                  <c:v>#N/A</c:v>
                </c:pt>
                <c:pt idx="1320">
                  <c:v>#N/A</c:v>
                </c:pt>
              </c:numCache>
            </c:numRef>
          </c:val>
          <c:smooth val="0"/>
          <c:extLst>
            <c:ext xmlns:c16="http://schemas.microsoft.com/office/drawing/2014/chart" uri="{C3380CC4-5D6E-409C-BE32-E72D297353CC}">
              <c16:uniqueId val="{00000001-F2DB-4188-A552-B2101BE80626}"/>
            </c:ext>
          </c:extLst>
        </c:ser>
        <c:ser>
          <c:idx val="3"/>
          <c:order val="3"/>
          <c:tx>
            <c:strRef>
              <c:f>FI_INDEX!$AH$7</c:f>
              <c:strCache>
                <c:ptCount val="1"/>
                <c:pt idx="0">
                  <c:v>US Corp IG</c:v>
                </c:pt>
              </c:strCache>
            </c:strRef>
          </c:tx>
          <c:spPr>
            <a:ln w="28575">
              <a:solidFill>
                <a:srgbClr val="1E2E6E"/>
              </a:solidFill>
            </a:ln>
          </c:spPr>
          <c:marker>
            <c:symbol val="none"/>
          </c:marker>
          <c:cat>
            <c:numRef>
              <c:f>FI_INDEX!$AC$795:$AC$4550</c:f>
              <c:numCache>
                <c:formatCode>m/d/yyyy</c:formatCode>
                <c:ptCount val="3756"/>
                <c:pt idx="0">
                  <c:v>44561</c:v>
                </c:pt>
                <c:pt idx="1">
                  <c:v>44564</c:v>
                </c:pt>
                <c:pt idx="2">
                  <c:v>44565</c:v>
                </c:pt>
                <c:pt idx="3">
                  <c:v>44566</c:v>
                </c:pt>
                <c:pt idx="4">
                  <c:v>44567</c:v>
                </c:pt>
                <c:pt idx="5">
                  <c:v>44568</c:v>
                </c:pt>
                <c:pt idx="6">
                  <c:v>44571</c:v>
                </c:pt>
                <c:pt idx="7">
                  <c:v>44572</c:v>
                </c:pt>
                <c:pt idx="8">
                  <c:v>44573</c:v>
                </c:pt>
                <c:pt idx="9">
                  <c:v>44574</c:v>
                </c:pt>
                <c:pt idx="10">
                  <c:v>44575</c:v>
                </c:pt>
                <c:pt idx="11">
                  <c:v>44578</c:v>
                </c:pt>
                <c:pt idx="12">
                  <c:v>44579</c:v>
                </c:pt>
                <c:pt idx="13">
                  <c:v>44580</c:v>
                </c:pt>
                <c:pt idx="14">
                  <c:v>44581</c:v>
                </c:pt>
                <c:pt idx="15">
                  <c:v>44582</c:v>
                </c:pt>
                <c:pt idx="16">
                  <c:v>44585</c:v>
                </c:pt>
                <c:pt idx="17">
                  <c:v>44586</c:v>
                </c:pt>
                <c:pt idx="18">
                  <c:v>44587</c:v>
                </c:pt>
                <c:pt idx="19">
                  <c:v>44588</c:v>
                </c:pt>
                <c:pt idx="20">
                  <c:v>44589</c:v>
                </c:pt>
                <c:pt idx="21">
                  <c:v>44592</c:v>
                </c:pt>
                <c:pt idx="22">
                  <c:v>44593</c:v>
                </c:pt>
                <c:pt idx="23">
                  <c:v>44594</c:v>
                </c:pt>
                <c:pt idx="24">
                  <c:v>44595</c:v>
                </c:pt>
                <c:pt idx="25">
                  <c:v>44596</c:v>
                </c:pt>
                <c:pt idx="26">
                  <c:v>44599</c:v>
                </c:pt>
                <c:pt idx="27">
                  <c:v>44600</c:v>
                </c:pt>
                <c:pt idx="28">
                  <c:v>44601</c:v>
                </c:pt>
                <c:pt idx="29">
                  <c:v>44602</c:v>
                </c:pt>
                <c:pt idx="30">
                  <c:v>44603</c:v>
                </c:pt>
                <c:pt idx="31">
                  <c:v>44606</c:v>
                </c:pt>
                <c:pt idx="32">
                  <c:v>44607</c:v>
                </c:pt>
                <c:pt idx="33">
                  <c:v>44608</c:v>
                </c:pt>
                <c:pt idx="34">
                  <c:v>44609</c:v>
                </c:pt>
                <c:pt idx="35">
                  <c:v>44610</c:v>
                </c:pt>
                <c:pt idx="36">
                  <c:v>44613</c:v>
                </c:pt>
                <c:pt idx="37">
                  <c:v>44614</c:v>
                </c:pt>
                <c:pt idx="38">
                  <c:v>44615</c:v>
                </c:pt>
                <c:pt idx="39">
                  <c:v>44616</c:v>
                </c:pt>
                <c:pt idx="40">
                  <c:v>44617</c:v>
                </c:pt>
                <c:pt idx="41">
                  <c:v>44620</c:v>
                </c:pt>
                <c:pt idx="42">
                  <c:v>44621</c:v>
                </c:pt>
                <c:pt idx="43">
                  <c:v>44622</c:v>
                </c:pt>
                <c:pt idx="44">
                  <c:v>44623</c:v>
                </c:pt>
                <c:pt idx="45">
                  <c:v>44624</c:v>
                </c:pt>
                <c:pt idx="46">
                  <c:v>44627</c:v>
                </c:pt>
                <c:pt idx="47">
                  <c:v>44628</c:v>
                </c:pt>
                <c:pt idx="48">
                  <c:v>44629</c:v>
                </c:pt>
                <c:pt idx="49">
                  <c:v>44630</c:v>
                </c:pt>
                <c:pt idx="50">
                  <c:v>44631</c:v>
                </c:pt>
                <c:pt idx="51">
                  <c:v>44634</c:v>
                </c:pt>
                <c:pt idx="52">
                  <c:v>44635</c:v>
                </c:pt>
                <c:pt idx="53">
                  <c:v>44636</c:v>
                </c:pt>
                <c:pt idx="54">
                  <c:v>44637</c:v>
                </c:pt>
                <c:pt idx="55">
                  <c:v>44638</c:v>
                </c:pt>
                <c:pt idx="56">
                  <c:v>44641</c:v>
                </c:pt>
                <c:pt idx="57">
                  <c:v>44642</c:v>
                </c:pt>
                <c:pt idx="58">
                  <c:v>44643</c:v>
                </c:pt>
                <c:pt idx="59">
                  <c:v>44644</c:v>
                </c:pt>
                <c:pt idx="60">
                  <c:v>44645</c:v>
                </c:pt>
                <c:pt idx="61">
                  <c:v>44648</c:v>
                </c:pt>
                <c:pt idx="62">
                  <c:v>44649</c:v>
                </c:pt>
                <c:pt idx="63">
                  <c:v>44650</c:v>
                </c:pt>
                <c:pt idx="64">
                  <c:v>44651</c:v>
                </c:pt>
                <c:pt idx="65">
                  <c:v>44652</c:v>
                </c:pt>
                <c:pt idx="66">
                  <c:v>44655</c:v>
                </c:pt>
                <c:pt idx="67">
                  <c:v>44656</c:v>
                </c:pt>
                <c:pt idx="68">
                  <c:v>44657</c:v>
                </c:pt>
                <c:pt idx="69">
                  <c:v>44658</c:v>
                </c:pt>
                <c:pt idx="70">
                  <c:v>44659</c:v>
                </c:pt>
                <c:pt idx="71">
                  <c:v>44662</c:v>
                </c:pt>
                <c:pt idx="72">
                  <c:v>44663</c:v>
                </c:pt>
                <c:pt idx="73">
                  <c:v>44664</c:v>
                </c:pt>
                <c:pt idx="74">
                  <c:v>44665</c:v>
                </c:pt>
                <c:pt idx="75">
                  <c:v>44666</c:v>
                </c:pt>
                <c:pt idx="76">
                  <c:v>44669</c:v>
                </c:pt>
                <c:pt idx="77">
                  <c:v>44670</c:v>
                </c:pt>
                <c:pt idx="78">
                  <c:v>44671</c:v>
                </c:pt>
                <c:pt idx="79">
                  <c:v>44672</c:v>
                </c:pt>
                <c:pt idx="80">
                  <c:v>44673</c:v>
                </c:pt>
                <c:pt idx="81">
                  <c:v>44676</c:v>
                </c:pt>
                <c:pt idx="82">
                  <c:v>44677</c:v>
                </c:pt>
                <c:pt idx="83">
                  <c:v>44678</c:v>
                </c:pt>
                <c:pt idx="84">
                  <c:v>44679</c:v>
                </c:pt>
                <c:pt idx="85">
                  <c:v>44680</c:v>
                </c:pt>
                <c:pt idx="86">
                  <c:v>44683</c:v>
                </c:pt>
                <c:pt idx="87">
                  <c:v>44684</c:v>
                </c:pt>
                <c:pt idx="88">
                  <c:v>44685</c:v>
                </c:pt>
                <c:pt idx="89">
                  <c:v>44686</c:v>
                </c:pt>
                <c:pt idx="90">
                  <c:v>44687</c:v>
                </c:pt>
                <c:pt idx="91">
                  <c:v>44690</c:v>
                </c:pt>
                <c:pt idx="92">
                  <c:v>44691</c:v>
                </c:pt>
                <c:pt idx="93">
                  <c:v>44692</c:v>
                </c:pt>
                <c:pt idx="94">
                  <c:v>44693</c:v>
                </c:pt>
                <c:pt idx="95">
                  <c:v>44694</c:v>
                </c:pt>
                <c:pt idx="96">
                  <c:v>44697</c:v>
                </c:pt>
                <c:pt idx="97">
                  <c:v>44698</c:v>
                </c:pt>
                <c:pt idx="98">
                  <c:v>44699</c:v>
                </c:pt>
                <c:pt idx="99">
                  <c:v>44700</c:v>
                </c:pt>
                <c:pt idx="100">
                  <c:v>44701</c:v>
                </c:pt>
                <c:pt idx="101">
                  <c:v>44704</c:v>
                </c:pt>
                <c:pt idx="102">
                  <c:v>44705</c:v>
                </c:pt>
                <c:pt idx="103">
                  <c:v>44706</c:v>
                </c:pt>
                <c:pt idx="104">
                  <c:v>44707</c:v>
                </c:pt>
                <c:pt idx="105">
                  <c:v>44708</c:v>
                </c:pt>
                <c:pt idx="106">
                  <c:v>44711</c:v>
                </c:pt>
                <c:pt idx="107">
                  <c:v>44712</c:v>
                </c:pt>
                <c:pt idx="108">
                  <c:v>44713</c:v>
                </c:pt>
                <c:pt idx="109">
                  <c:v>44714</c:v>
                </c:pt>
                <c:pt idx="110">
                  <c:v>44715</c:v>
                </c:pt>
                <c:pt idx="111">
                  <c:v>44718</c:v>
                </c:pt>
                <c:pt idx="112">
                  <c:v>44719</c:v>
                </c:pt>
                <c:pt idx="113">
                  <c:v>44720</c:v>
                </c:pt>
                <c:pt idx="114">
                  <c:v>44721</c:v>
                </c:pt>
                <c:pt idx="115">
                  <c:v>44722</c:v>
                </c:pt>
                <c:pt idx="116">
                  <c:v>44725</c:v>
                </c:pt>
                <c:pt idx="117">
                  <c:v>44726</c:v>
                </c:pt>
                <c:pt idx="118">
                  <c:v>44727</c:v>
                </c:pt>
                <c:pt idx="119">
                  <c:v>44728</c:v>
                </c:pt>
                <c:pt idx="120">
                  <c:v>44729</c:v>
                </c:pt>
                <c:pt idx="121">
                  <c:v>44732</c:v>
                </c:pt>
                <c:pt idx="122">
                  <c:v>44733</c:v>
                </c:pt>
                <c:pt idx="123">
                  <c:v>44734</c:v>
                </c:pt>
                <c:pt idx="124">
                  <c:v>44735</c:v>
                </c:pt>
                <c:pt idx="125">
                  <c:v>44736</c:v>
                </c:pt>
                <c:pt idx="126">
                  <c:v>44739</c:v>
                </c:pt>
                <c:pt idx="127">
                  <c:v>44740</c:v>
                </c:pt>
                <c:pt idx="128">
                  <c:v>44741</c:v>
                </c:pt>
                <c:pt idx="129">
                  <c:v>44742</c:v>
                </c:pt>
                <c:pt idx="130">
                  <c:v>44743</c:v>
                </c:pt>
                <c:pt idx="131">
                  <c:v>44746</c:v>
                </c:pt>
                <c:pt idx="132">
                  <c:v>44747</c:v>
                </c:pt>
                <c:pt idx="133">
                  <c:v>44748</c:v>
                </c:pt>
                <c:pt idx="134">
                  <c:v>44749</c:v>
                </c:pt>
                <c:pt idx="135">
                  <c:v>44750</c:v>
                </c:pt>
                <c:pt idx="136">
                  <c:v>44753</c:v>
                </c:pt>
                <c:pt idx="137">
                  <c:v>44754</c:v>
                </c:pt>
                <c:pt idx="138">
                  <c:v>44755</c:v>
                </c:pt>
                <c:pt idx="139">
                  <c:v>44756</c:v>
                </c:pt>
                <c:pt idx="140">
                  <c:v>44757</c:v>
                </c:pt>
                <c:pt idx="141">
                  <c:v>44760</c:v>
                </c:pt>
                <c:pt idx="142">
                  <c:v>44761</c:v>
                </c:pt>
                <c:pt idx="143">
                  <c:v>44762</c:v>
                </c:pt>
                <c:pt idx="144">
                  <c:v>44763</c:v>
                </c:pt>
                <c:pt idx="145">
                  <c:v>44764</c:v>
                </c:pt>
                <c:pt idx="146">
                  <c:v>44767</c:v>
                </c:pt>
                <c:pt idx="147">
                  <c:v>44768</c:v>
                </c:pt>
                <c:pt idx="148">
                  <c:v>44769</c:v>
                </c:pt>
                <c:pt idx="149">
                  <c:v>44770</c:v>
                </c:pt>
                <c:pt idx="150">
                  <c:v>44771</c:v>
                </c:pt>
                <c:pt idx="151">
                  <c:v>44774</c:v>
                </c:pt>
                <c:pt idx="152">
                  <c:v>44775</c:v>
                </c:pt>
                <c:pt idx="153">
                  <c:v>44776</c:v>
                </c:pt>
                <c:pt idx="154">
                  <c:v>44777</c:v>
                </c:pt>
                <c:pt idx="155">
                  <c:v>44778</c:v>
                </c:pt>
                <c:pt idx="156">
                  <c:v>44781</c:v>
                </c:pt>
                <c:pt idx="157">
                  <c:v>44782</c:v>
                </c:pt>
                <c:pt idx="158">
                  <c:v>44783</c:v>
                </c:pt>
                <c:pt idx="159">
                  <c:v>44784</c:v>
                </c:pt>
                <c:pt idx="160">
                  <c:v>44785</c:v>
                </c:pt>
                <c:pt idx="161">
                  <c:v>44788</c:v>
                </c:pt>
                <c:pt idx="162">
                  <c:v>44789</c:v>
                </c:pt>
                <c:pt idx="163">
                  <c:v>44790</c:v>
                </c:pt>
                <c:pt idx="164">
                  <c:v>44791</c:v>
                </c:pt>
                <c:pt idx="165">
                  <c:v>44792</c:v>
                </c:pt>
                <c:pt idx="166">
                  <c:v>44795</c:v>
                </c:pt>
                <c:pt idx="167">
                  <c:v>44796</c:v>
                </c:pt>
                <c:pt idx="168">
                  <c:v>44797</c:v>
                </c:pt>
                <c:pt idx="169">
                  <c:v>44798</c:v>
                </c:pt>
                <c:pt idx="170">
                  <c:v>44799</c:v>
                </c:pt>
                <c:pt idx="171">
                  <c:v>44802</c:v>
                </c:pt>
                <c:pt idx="172">
                  <c:v>44803</c:v>
                </c:pt>
                <c:pt idx="173">
                  <c:v>44804</c:v>
                </c:pt>
                <c:pt idx="174">
                  <c:v>44805</c:v>
                </c:pt>
                <c:pt idx="175">
                  <c:v>44806</c:v>
                </c:pt>
                <c:pt idx="176">
                  <c:v>44809</c:v>
                </c:pt>
                <c:pt idx="177">
                  <c:v>44810</c:v>
                </c:pt>
                <c:pt idx="178">
                  <c:v>44811</c:v>
                </c:pt>
                <c:pt idx="179">
                  <c:v>44812</c:v>
                </c:pt>
                <c:pt idx="180">
                  <c:v>44813</c:v>
                </c:pt>
                <c:pt idx="181">
                  <c:v>44816</c:v>
                </c:pt>
                <c:pt idx="182">
                  <c:v>44817</c:v>
                </c:pt>
                <c:pt idx="183">
                  <c:v>44818</c:v>
                </c:pt>
                <c:pt idx="184">
                  <c:v>44819</c:v>
                </c:pt>
                <c:pt idx="185">
                  <c:v>44820</c:v>
                </c:pt>
                <c:pt idx="186">
                  <c:v>44823</c:v>
                </c:pt>
                <c:pt idx="187">
                  <c:v>44824</c:v>
                </c:pt>
                <c:pt idx="188">
                  <c:v>44825</c:v>
                </c:pt>
                <c:pt idx="189">
                  <c:v>44826</c:v>
                </c:pt>
                <c:pt idx="190">
                  <c:v>44827</c:v>
                </c:pt>
                <c:pt idx="191">
                  <c:v>44830</c:v>
                </c:pt>
                <c:pt idx="192">
                  <c:v>44831</c:v>
                </c:pt>
                <c:pt idx="193">
                  <c:v>44832</c:v>
                </c:pt>
                <c:pt idx="194">
                  <c:v>44833</c:v>
                </c:pt>
                <c:pt idx="195">
                  <c:v>44834</c:v>
                </c:pt>
                <c:pt idx="196">
                  <c:v>44837</c:v>
                </c:pt>
                <c:pt idx="197">
                  <c:v>44838</c:v>
                </c:pt>
                <c:pt idx="198">
                  <c:v>44839</c:v>
                </c:pt>
                <c:pt idx="199">
                  <c:v>44840</c:v>
                </c:pt>
                <c:pt idx="200">
                  <c:v>44841</c:v>
                </c:pt>
                <c:pt idx="201">
                  <c:v>44844</c:v>
                </c:pt>
                <c:pt idx="202">
                  <c:v>44845</c:v>
                </c:pt>
                <c:pt idx="203">
                  <c:v>44846</c:v>
                </c:pt>
                <c:pt idx="204">
                  <c:v>44847</c:v>
                </c:pt>
                <c:pt idx="205">
                  <c:v>44848</c:v>
                </c:pt>
                <c:pt idx="206">
                  <c:v>44851</c:v>
                </c:pt>
                <c:pt idx="207">
                  <c:v>44852</c:v>
                </c:pt>
                <c:pt idx="208">
                  <c:v>44853</c:v>
                </c:pt>
                <c:pt idx="209">
                  <c:v>44854</c:v>
                </c:pt>
                <c:pt idx="210">
                  <c:v>44855</c:v>
                </c:pt>
                <c:pt idx="211">
                  <c:v>44858</c:v>
                </c:pt>
                <c:pt idx="212">
                  <c:v>44859</c:v>
                </c:pt>
                <c:pt idx="213">
                  <c:v>44860</c:v>
                </c:pt>
                <c:pt idx="214">
                  <c:v>44861</c:v>
                </c:pt>
                <c:pt idx="215">
                  <c:v>44862</c:v>
                </c:pt>
                <c:pt idx="216">
                  <c:v>44865</c:v>
                </c:pt>
                <c:pt idx="217">
                  <c:v>44866</c:v>
                </c:pt>
                <c:pt idx="218">
                  <c:v>44867</c:v>
                </c:pt>
                <c:pt idx="219">
                  <c:v>44868</c:v>
                </c:pt>
                <c:pt idx="220">
                  <c:v>44869</c:v>
                </c:pt>
                <c:pt idx="221">
                  <c:v>44872</c:v>
                </c:pt>
                <c:pt idx="222">
                  <c:v>44873</c:v>
                </c:pt>
                <c:pt idx="223">
                  <c:v>44874</c:v>
                </c:pt>
                <c:pt idx="224">
                  <c:v>44875</c:v>
                </c:pt>
                <c:pt idx="225">
                  <c:v>44876</c:v>
                </c:pt>
                <c:pt idx="226">
                  <c:v>44879</c:v>
                </c:pt>
                <c:pt idx="227">
                  <c:v>44880</c:v>
                </c:pt>
                <c:pt idx="228">
                  <c:v>44881</c:v>
                </c:pt>
                <c:pt idx="229">
                  <c:v>44882</c:v>
                </c:pt>
                <c:pt idx="230">
                  <c:v>44883</c:v>
                </c:pt>
                <c:pt idx="231">
                  <c:v>44886</c:v>
                </c:pt>
                <c:pt idx="232">
                  <c:v>44887</c:v>
                </c:pt>
                <c:pt idx="233">
                  <c:v>44888</c:v>
                </c:pt>
                <c:pt idx="234">
                  <c:v>44889</c:v>
                </c:pt>
                <c:pt idx="235">
                  <c:v>44890</c:v>
                </c:pt>
                <c:pt idx="236">
                  <c:v>44893</c:v>
                </c:pt>
                <c:pt idx="237">
                  <c:v>44894</c:v>
                </c:pt>
                <c:pt idx="238">
                  <c:v>44895</c:v>
                </c:pt>
                <c:pt idx="239">
                  <c:v>44896</c:v>
                </c:pt>
                <c:pt idx="240">
                  <c:v>44897</c:v>
                </c:pt>
                <c:pt idx="241">
                  <c:v>44900</c:v>
                </c:pt>
                <c:pt idx="242">
                  <c:v>44901</c:v>
                </c:pt>
                <c:pt idx="243">
                  <c:v>44902</c:v>
                </c:pt>
                <c:pt idx="244">
                  <c:v>44903</c:v>
                </c:pt>
                <c:pt idx="245">
                  <c:v>44904</c:v>
                </c:pt>
                <c:pt idx="246">
                  <c:v>44907</c:v>
                </c:pt>
                <c:pt idx="247">
                  <c:v>44908</c:v>
                </c:pt>
                <c:pt idx="248">
                  <c:v>44909</c:v>
                </c:pt>
                <c:pt idx="249">
                  <c:v>44910</c:v>
                </c:pt>
                <c:pt idx="250">
                  <c:v>44911</c:v>
                </c:pt>
                <c:pt idx="251">
                  <c:v>44914</c:v>
                </c:pt>
                <c:pt idx="252">
                  <c:v>44915</c:v>
                </c:pt>
                <c:pt idx="253">
                  <c:v>44916</c:v>
                </c:pt>
                <c:pt idx="254">
                  <c:v>44917</c:v>
                </c:pt>
                <c:pt idx="255">
                  <c:v>44918</c:v>
                </c:pt>
                <c:pt idx="256">
                  <c:v>44921</c:v>
                </c:pt>
                <c:pt idx="257">
                  <c:v>44922</c:v>
                </c:pt>
                <c:pt idx="258">
                  <c:v>44923</c:v>
                </c:pt>
                <c:pt idx="259">
                  <c:v>44924</c:v>
                </c:pt>
                <c:pt idx="260">
                  <c:v>44925</c:v>
                </c:pt>
                <c:pt idx="261">
                  <c:v>44928</c:v>
                </c:pt>
                <c:pt idx="262">
                  <c:v>44929</c:v>
                </c:pt>
                <c:pt idx="263">
                  <c:v>44930</c:v>
                </c:pt>
                <c:pt idx="264">
                  <c:v>44931</c:v>
                </c:pt>
                <c:pt idx="265">
                  <c:v>44932</c:v>
                </c:pt>
                <c:pt idx="266">
                  <c:v>44935</c:v>
                </c:pt>
                <c:pt idx="267">
                  <c:v>44936</c:v>
                </c:pt>
                <c:pt idx="268">
                  <c:v>44937</c:v>
                </c:pt>
                <c:pt idx="269">
                  <c:v>44938</c:v>
                </c:pt>
                <c:pt idx="270">
                  <c:v>44939</c:v>
                </c:pt>
                <c:pt idx="271">
                  <c:v>44942</c:v>
                </c:pt>
                <c:pt idx="272">
                  <c:v>44943</c:v>
                </c:pt>
                <c:pt idx="273">
                  <c:v>44944</c:v>
                </c:pt>
                <c:pt idx="274">
                  <c:v>44945</c:v>
                </c:pt>
                <c:pt idx="275">
                  <c:v>44946</c:v>
                </c:pt>
                <c:pt idx="276">
                  <c:v>44949</c:v>
                </c:pt>
                <c:pt idx="277">
                  <c:v>44950</c:v>
                </c:pt>
                <c:pt idx="278">
                  <c:v>44951</c:v>
                </c:pt>
                <c:pt idx="279">
                  <c:v>44952</c:v>
                </c:pt>
                <c:pt idx="280">
                  <c:v>44953</c:v>
                </c:pt>
                <c:pt idx="281">
                  <c:v>44956</c:v>
                </c:pt>
                <c:pt idx="282">
                  <c:v>44957</c:v>
                </c:pt>
                <c:pt idx="283">
                  <c:v>44958</c:v>
                </c:pt>
                <c:pt idx="284">
                  <c:v>44959</c:v>
                </c:pt>
                <c:pt idx="285">
                  <c:v>44960</c:v>
                </c:pt>
                <c:pt idx="286">
                  <c:v>44963</c:v>
                </c:pt>
                <c:pt idx="287">
                  <c:v>44964</c:v>
                </c:pt>
                <c:pt idx="288">
                  <c:v>44965</c:v>
                </c:pt>
                <c:pt idx="289">
                  <c:v>44966</c:v>
                </c:pt>
                <c:pt idx="290">
                  <c:v>44967</c:v>
                </c:pt>
                <c:pt idx="291">
                  <c:v>44970</c:v>
                </c:pt>
                <c:pt idx="292">
                  <c:v>44971</c:v>
                </c:pt>
                <c:pt idx="293">
                  <c:v>44972</c:v>
                </c:pt>
                <c:pt idx="294">
                  <c:v>44973</c:v>
                </c:pt>
                <c:pt idx="295">
                  <c:v>44974</c:v>
                </c:pt>
                <c:pt idx="296">
                  <c:v>44977</c:v>
                </c:pt>
                <c:pt idx="297">
                  <c:v>44978</c:v>
                </c:pt>
                <c:pt idx="298">
                  <c:v>44979</c:v>
                </c:pt>
                <c:pt idx="299">
                  <c:v>44980</c:v>
                </c:pt>
                <c:pt idx="300">
                  <c:v>44981</c:v>
                </c:pt>
                <c:pt idx="301">
                  <c:v>44984</c:v>
                </c:pt>
                <c:pt idx="302">
                  <c:v>44985</c:v>
                </c:pt>
                <c:pt idx="303">
                  <c:v>44986</c:v>
                </c:pt>
                <c:pt idx="304">
                  <c:v>44987</c:v>
                </c:pt>
                <c:pt idx="305">
                  <c:v>44988</c:v>
                </c:pt>
                <c:pt idx="306">
                  <c:v>44991</c:v>
                </c:pt>
                <c:pt idx="307">
                  <c:v>44992</c:v>
                </c:pt>
                <c:pt idx="308">
                  <c:v>44993</c:v>
                </c:pt>
                <c:pt idx="309">
                  <c:v>44994</c:v>
                </c:pt>
                <c:pt idx="310">
                  <c:v>44995</c:v>
                </c:pt>
                <c:pt idx="311">
                  <c:v>44998</c:v>
                </c:pt>
                <c:pt idx="312">
                  <c:v>44999</c:v>
                </c:pt>
                <c:pt idx="313">
                  <c:v>45000</c:v>
                </c:pt>
                <c:pt idx="314">
                  <c:v>45001</c:v>
                </c:pt>
                <c:pt idx="315">
                  <c:v>45002</c:v>
                </c:pt>
                <c:pt idx="316">
                  <c:v>45005</c:v>
                </c:pt>
                <c:pt idx="317">
                  <c:v>45006</c:v>
                </c:pt>
                <c:pt idx="318">
                  <c:v>45007</c:v>
                </c:pt>
                <c:pt idx="319">
                  <c:v>45008</c:v>
                </c:pt>
                <c:pt idx="320">
                  <c:v>45009</c:v>
                </c:pt>
                <c:pt idx="321">
                  <c:v>45012</c:v>
                </c:pt>
                <c:pt idx="322">
                  <c:v>45013</c:v>
                </c:pt>
                <c:pt idx="323">
                  <c:v>45014</c:v>
                </c:pt>
                <c:pt idx="324">
                  <c:v>45015</c:v>
                </c:pt>
                <c:pt idx="325">
                  <c:v>45016</c:v>
                </c:pt>
                <c:pt idx="326">
                  <c:v>45019</c:v>
                </c:pt>
                <c:pt idx="327">
                  <c:v>45020</c:v>
                </c:pt>
                <c:pt idx="328">
                  <c:v>45021</c:v>
                </c:pt>
                <c:pt idx="329">
                  <c:v>45022</c:v>
                </c:pt>
                <c:pt idx="330">
                  <c:v>45023</c:v>
                </c:pt>
                <c:pt idx="331">
                  <c:v>45026</c:v>
                </c:pt>
                <c:pt idx="332">
                  <c:v>45027</c:v>
                </c:pt>
                <c:pt idx="333">
                  <c:v>45028</c:v>
                </c:pt>
                <c:pt idx="334">
                  <c:v>45029</c:v>
                </c:pt>
                <c:pt idx="335">
                  <c:v>45030</c:v>
                </c:pt>
                <c:pt idx="336">
                  <c:v>45033</c:v>
                </c:pt>
                <c:pt idx="337">
                  <c:v>45034</c:v>
                </c:pt>
                <c:pt idx="338">
                  <c:v>45035</c:v>
                </c:pt>
                <c:pt idx="339">
                  <c:v>45036</c:v>
                </c:pt>
                <c:pt idx="340">
                  <c:v>45037</c:v>
                </c:pt>
                <c:pt idx="341">
                  <c:v>45040</c:v>
                </c:pt>
                <c:pt idx="342">
                  <c:v>45041</c:v>
                </c:pt>
                <c:pt idx="343">
                  <c:v>45042</c:v>
                </c:pt>
                <c:pt idx="344">
                  <c:v>45043</c:v>
                </c:pt>
                <c:pt idx="345">
                  <c:v>45044</c:v>
                </c:pt>
                <c:pt idx="346">
                  <c:v>45047</c:v>
                </c:pt>
                <c:pt idx="347">
                  <c:v>45048</c:v>
                </c:pt>
                <c:pt idx="348">
                  <c:v>45049</c:v>
                </c:pt>
                <c:pt idx="349">
                  <c:v>45050</c:v>
                </c:pt>
                <c:pt idx="350">
                  <c:v>45051</c:v>
                </c:pt>
                <c:pt idx="351">
                  <c:v>45054</c:v>
                </c:pt>
                <c:pt idx="352">
                  <c:v>45055</c:v>
                </c:pt>
                <c:pt idx="353">
                  <c:v>45056</c:v>
                </c:pt>
                <c:pt idx="354">
                  <c:v>45057</c:v>
                </c:pt>
                <c:pt idx="355">
                  <c:v>45058</c:v>
                </c:pt>
                <c:pt idx="356">
                  <c:v>45061</c:v>
                </c:pt>
                <c:pt idx="357">
                  <c:v>45062</c:v>
                </c:pt>
                <c:pt idx="358">
                  <c:v>45063</c:v>
                </c:pt>
                <c:pt idx="359">
                  <c:v>45064</c:v>
                </c:pt>
                <c:pt idx="360">
                  <c:v>45065</c:v>
                </c:pt>
                <c:pt idx="361">
                  <c:v>45068</c:v>
                </c:pt>
                <c:pt idx="362">
                  <c:v>45069</c:v>
                </c:pt>
                <c:pt idx="363">
                  <c:v>45070</c:v>
                </c:pt>
                <c:pt idx="364">
                  <c:v>45071</c:v>
                </c:pt>
                <c:pt idx="365">
                  <c:v>45072</c:v>
                </c:pt>
                <c:pt idx="366">
                  <c:v>45075</c:v>
                </c:pt>
                <c:pt idx="367">
                  <c:v>45076</c:v>
                </c:pt>
                <c:pt idx="368">
                  <c:v>45077</c:v>
                </c:pt>
                <c:pt idx="369">
                  <c:v>45078</c:v>
                </c:pt>
                <c:pt idx="370">
                  <c:v>45079</c:v>
                </c:pt>
                <c:pt idx="371">
                  <c:v>45082</c:v>
                </c:pt>
                <c:pt idx="372">
                  <c:v>45083</c:v>
                </c:pt>
                <c:pt idx="373">
                  <c:v>45084</c:v>
                </c:pt>
                <c:pt idx="374">
                  <c:v>45085</c:v>
                </c:pt>
                <c:pt idx="375">
                  <c:v>45086</c:v>
                </c:pt>
                <c:pt idx="376">
                  <c:v>45089</c:v>
                </c:pt>
                <c:pt idx="377">
                  <c:v>45090</c:v>
                </c:pt>
                <c:pt idx="378">
                  <c:v>45091</c:v>
                </c:pt>
                <c:pt idx="379">
                  <c:v>45092</c:v>
                </c:pt>
                <c:pt idx="380">
                  <c:v>45093</c:v>
                </c:pt>
                <c:pt idx="381">
                  <c:v>45096</c:v>
                </c:pt>
                <c:pt idx="382">
                  <c:v>45097</c:v>
                </c:pt>
                <c:pt idx="383">
                  <c:v>45098</c:v>
                </c:pt>
                <c:pt idx="384">
                  <c:v>45099</c:v>
                </c:pt>
                <c:pt idx="385">
                  <c:v>45100</c:v>
                </c:pt>
                <c:pt idx="386">
                  <c:v>45103</c:v>
                </c:pt>
                <c:pt idx="387">
                  <c:v>45104</c:v>
                </c:pt>
                <c:pt idx="388">
                  <c:v>45105</c:v>
                </c:pt>
                <c:pt idx="389">
                  <c:v>45106</c:v>
                </c:pt>
                <c:pt idx="390">
                  <c:v>45107</c:v>
                </c:pt>
                <c:pt idx="391">
                  <c:v>45110</c:v>
                </c:pt>
                <c:pt idx="392">
                  <c:v>45111</c:v>
                </c:pt>
                <c:pt idx="393">
                  <c:v>45112</c:v>
                </c:pt>
                <c:pt idx="394">
                  <c:v>45113</c:v>
                </c:pt>
                <c:pt idx="395">
                  <c:v>45114</c:v>
                </c:pt>
                <c:pt idx="396">
                  <c:v>45117</c:v>
                </c:pt>
                <c:pt idx="397">
                  <c:v>45118</c:v>
                </c:pt>
                <c:pt idx="398">
                  <c:v>45119</c:v>
                </c:pt>
                <c:pt idx="399">
                  <c:v>45120</c:v>
                </c:pt>
                <c:pt idx="400">
                  <c:v>45121</c:v>
                </c:pt>
                <c:pt idx="401">
                  <c:v>45124</c:v>
                </c:pt>
                <c:pt idx="402">
                  <c:v>45125</c:v>
                </c:pt>
                <c:pt idx="403">
                  <c:v>45126</c:v>
                </c:pt>
                <c:pt idx="404">
                  <c:v>45127</c:v>
                </c:pt>
                <c:pt idx="405">
                  <c:v>45128</c:v>
                </c:pt>
                <c:pt idx="406">
                  <c:v>45131</c:v>
                </c:pt>
                <c:pt idx="407">
                  <c:v>45132</c:v>
                </c:pt>
                <c:pt idx="408">
                  <c:v>45133</c:v>
                </c:pt>
                <c:pt idx="409">
                  <c:v>45134</c:v>
                </c:pt>
                <c:pt idx="410">
                  <c:v>45135</c:v>
                </c:pt>
                <c:pt idx="411">
                  <c:v>45138</c:v>
                </c:pt>
                <c:pt idx="412">
                  <c:v>45139</c:v>
                </c:pt>
                <c:pt idx="413">
                  <c:v>45140</c:v>
                </c:pt>
                <c:pt idx="414">
                  <c:v>45141</c:v>
                </c:pt>
                <c:pt idx="415">
                  <c:v>45142</c:v>
                </c:pt>
                <c:pt idx="416">
                  <c:v>45145</c:v>
                </c:pt>
                <c:pt idx="417">
                  <c:v>45146</c:v>
                </c:pt>
                <c:pt idx="418">
                  <c:v>45147</c:v>
                </c:pt>
                <c:pt idx="419">
                  <c:v>45148</c:v>
                </c:pt>
                <c:pt idx="420">
                  <c:v>45149</c:v>
                </c:pt>
                <c:pt idx="421">
                  <c:v>45152</c:v>
                </c:pt>
                <c:pt idx="422">
                  <c:v>45153</c:v>
                </c:pt>
                <c:pt idx="423">
                  <c:v>45154</c:v>
                </c:pt>
                <c:pt idx="424">
                  <c:v>45155</c:v>
                </c:pt>
                <c:pt idx="425">
                  <c:v>45156</c:v>
                </c:pt>
                <c:pt idx="426">
                  <c:v>45159</c:v>
                </c:pt>
                <c:pt idx="427">
                  <c:v>45160</c:v>
                </c:pt>
                <c:pt idx="428">
                  <c:v>45161</c:v>
                </c:pt>
                <c:pt idx="429">
                  <c:v>45162</c:v>
                </c:pt>
                <c:pt idx="430">
                  <c:v>45163</c:v>
                </c:pt>
                <c:pt idx="431">
                  <c:v>45166</c:v>
                </c:pt>
                <c:pt idx="432">
                  <c:v>45167</c:v>
                </c:pt>
                <c:pt idx="433">
                  <c:v>45168</c:v>
                </c:pt>
                <c:pt idx="434">
                  <c:v>45169</c:v>
                </c:pt>
                <c:pt idx="435">
                  <c:v>45170</c:v>
                </c:pt>
                <c:pt idx="436">
                  <c:v>45173</c:v>
                </c:pt>
                <c:pt idx="437">
                  <c:v>45174</c:v>
                </c:pt>
                <c:pt idx="438">
                  <c:v>45175</c:v>
                </c:pt>
                <c:pt idx="439">
                  <c:v>45176</c:v>
                </c:pt>
                <c:pt idx="440">
                  <c:v>45177</c:v>
                </c:pt>
                <c:pt idx="441">
                  <c:v>45180</c:v>
                </c:pt>
                <c:pt idx="442">
                  <c:v>45181</c:v>
                </c:pt>
                <c:pt idx="443">
                  <c:v>45182</c:v>
                </c:pt>
                <c:pt idx="444">
                  <c:v>45183</c:v>
                </c:pt>
                <c:pt idx="445">
                  <c:v>45184</c:v>
                </c:pt>
                <c:pt idx="446">
                  <c:v>45187</c:v>
                </c:pt>
                <c:pt idx="447">
                  <c:v>45188</c:v>
                </c:pt>
                <c:pt idx="448">
                  <c:v>45189</c:v>
                </c:pt>
                <c:pt idx="449">
                  <c:v>45190</c:v>
                </c:pt>
                <c:pt idx="450">
                  <c:v>45191</c:v>
                </c:pt>
                <c:pt idx="451">
                  <c:v>45194</c:v>
                </c:pt>
                <c:pt idx="452">
                  <c:v>45195</c:v>
                </c:pt>
                <c:pt idx="453">
                  <c:v>45196</c:v>
                </c:pt>
                <c:pt idx="454">
                  <c:v>45197</c:v>
                </c:pt>
                <c:pt idx="455">
                  <c:v>45198</c:v>
                </c:pt>
                <c:pt idx="456">
                  <c:v>45201</c:v>
                </c:pt>
                <c:pt idx="457">
                  <c:v>45202</c:v>
                </c:pt>
                <c:pt idx="458">
                  <c:v>45203</c:v>
                </c:pt>
                <c:pt idx="459">
                  <c:v>45204</c:v>
                </c:pt>
                <c:pt idx="460">
                  <c:v>45205</c:v>
                </c:pt>
                <c:pt idx="461">
                  <c:v>45208</c:v>
                </c:pt>
                <c:pt idx="462">
                  <c:v>45209</c:v>
                </c:pt>
                <c:pt idx="463">
                  <c:v>45210</c:v>
                </c:pt>
                <c:pt idx="464">
                  <c:v>45211</c:v>
                </c:pt>
                <c:pt idx="465">
                  <c:v>45212</c:v>
                </c:pt>
                <c:pt idx="466">
                  <c:v>45215</c:v>
                </c:pt>
                <c:pt idx="467">
                  <c:v>45216</c:v>
                </c:pt>
                <c:pt idx="468">
                  <c:v>45217</c:v>
                </c:pt>
                <c:pt idx="469">
                  <c:v>45218</c:v>
                </c:pt>
                <c:pt idx="470">
                  <c:v>45219</c:v>
                </c:pt>
                <c:pt idx="471">
                  <c:v>45222</c:v>
                </c:pt>
                <c:pt idx="472">
                  <c:v>45223</c:v>
                </c:pt>
                <c:pt idx="473">
                  <c:v>45224</c:v>
                </c:pt>
                <c:pt idx="474">
                  <c:v>45225</c:v>
                </c:pt>
                <c:pt idx="475">
                  <c:v>45226</c:v>
                </c:pt>
                <c:pt idx="476">
                  <c:v>45229</c:v>
                </c:pt>
                <c:pt idx="477">
                  <c:v>45230</c:v>
                </c:pt>
                <c:pt idx="478">
                  <c:v>45231</c:v>
                </c:pt>
                <c:pt idx="479">
                  <c:v>45232</c:v>
                </c:pt>
                <c:pt idx="480">
                  <c:v>45233</c:v>
                </c:pt>
                <c:pt idx="481">
                  <c:v>45236</c:v>
                </c:pt>
                <c:pt idx="482">
                  <c:v>45237</c:v>
                </c:pt>
                <c:pt idx="483">
                  <c:v>45238</c:v>
                </c:pt>
                <c:pt idx="484">
                  <c:v>45239</c:v>
                </c:pt>
                <c:pt idx="485">
                  <c:v>45240</c:v>
                </c:pt>
                <c:pt idx="486">
                  <c:v>45243</c:v>
                </c:pt>
                <c:pt idx="487">
                  <c:v>45244</c:v>
                </c:pt>
                <c:pt idx="488">
                  <c:v>45245</c:v>
                </c:pt>
                <c:pt idx="489">
                  <c:v>45246</c:v>
                </c:pt>
                <c:pt idx="490">
                  <c:v>45247</c:v>
                </c:pt>
                <c:pt idx="491">
                  <c:v>45250</c:v>
                </c:pt>
                <c:pt idx="492">
                  <c:v>45251</c:v>
                </c:pt>
                <c:pt idx="493">
                  <c:v>45252</c:v>
                </c:pt>
                <c:pt idx="494">
                  <c:v>45253</c:v>
                </c:pt>
                <c:pt idx="495">
                  <c:v>45254</c:v>
                </c:pt>
                <c:pt idx="496">
                  <c:v>45257</c:v>
                </c:pt>
                <c:pt idx="497">
                  <c:v>45258</c:v>
                </c:pt>
                <c:pt idx="498">
                  <c:v>45259</c:v>
                </c:pt>
                <c:pt idx="499">
                  <c:v>45260</c:v>
                </c:pt>
                <c:pt idx="500">
                  <c:v>45261</c:v>
                </c:pt>
                <c:pt idx="501">
                  <c:v>45264</c:v>
                </c:pt>
                <c:pt idx="502">
                  <c:v>45265</c:v>
                </c:pt>
                <c:pt idx="503">
                  <c:v>45266</c:v>
                </c:pt>
                <c:pt idx="504">
                  <c:v>45267</c:v>
                </c:pt>
                <c:pt idx="505">
                  <c:v>45268</c:v>
                </c:pt>
                <c:pt idx="506">
                  <c:v>45271</c:v>
                </c:pt>
                <c:pt idx="507">
                  <c:v>45272</c:v>
                </c:pt>
                <c:pt idx="508">
                  <c:v>45273</c:v>
                </c:pt>
                <c:pt idx="509">
                  <c:v>45274</c:v>
                </c:pt>
                <c:pt idx="510">
                  <c:v>45275</c:v>
                </c:pt>
                <c:pt idx="511">
                  <c:v>45278</c:v>
                </c:pt>
                <c:pt idx="512">
                  <c:v>45279</c:v>
                </c:pt>
                <c:pt idx="513">
                  <c:v>45280</c:v>
                </c:pt>
                <c:pt idx="514">
                  <c:v>45281</c:v>
                </c:pt>
                <c:pt idx="515">
                  <c:v>45282</c:v>
                </c:pt>
                <c:pt idx="516">
                  <c:v>45285</c:v>
                </c:pt>
                <c:pt idx="517">
                  <c:v>45286</c:v>
                </c:pt>
                <c:pt idx="518">
                  <c:v>45287</c:v>
                </c:pt>
                <c:pt idx="519">
                  <c:v>45288</c:v>
                </c:pt>
                <c:pt idx="520">
                  <c:v>45289</c:v>
                </c:pt>
                <c:pt idx="521">
                  <c:v>45292</c:v>
                </c:pt>
                <c:pt idx="522">
                  <c:v>45293</c:v>
                </c:pt>
                <c:pt idx="523">
                  <c:v>45294</c:v>
                </c:pt>
                <c:pt idx="524">
                  <c:v>45295</c:v>
                </c:pt>
                <c:pt idx="525">
                  <c:v>45296</c:v>
                </c:pt>
                <c:pt idx="526">
                  <c:v>45299</c:v>
                </c:pt>
                <c:pt idx="527">
                  <c:v>45300</c:v>
                </c:pt>
                <c:pt idx="528">
                  <c:v>45301</c:v>
                </c:pt>
                <c:pt idx="529">
                  <c:v>45302</c:v>
                </c:pt>
                <c:pt idx="530">
                  <c:v>45303</c:v>
                </c:pt>
                <c:pt idx="531">
                  <c:v>45306</c:v>
                </c:pt>
                <c:pt idx="532">
                  <c:v>45307</c:v>
                </c:pt>
                <c:pt idx="533">
                  <c:v>45308</c:v>
                </c:pt>
                <c:pt idx="534">
                  <c:v>45309</c:v>
                </c:pt>
                <c:pt idx="535">
                  <c:v>45310</c:v>
                </c:pt>
                <c:pt idx="536">
                  <c:v>45313</c:v>
                </c:pt>
                <c:pt idx="537">
                  <c:v>45314</c:v>
                </c:pt>
                <c:pt idx="538">
                  <c:v>45315</c:v>
                </c:pt>
                <c:pt idx="539">
                  <c:v>45316</c:v>
                </c:pt>
                <c:pt idx="540">
                  <c:v>45317</c:v>
                </c:pt>
                <c:pt idx="541">
                  <c:v>45320</c:v>
                </c:pt>
                <c:pt idx="542">
                  <c:v>45321</c:v>
                </c:pt>
                <c:pt idx="543">
                  <c:v>45322</c:v>
                </c:pt>
                <c:pt idx="544">
                  <c:v>45323</c:v>
                </c:pt>
                <c:pt idx="545">
                  <c:v>45324</c:v>
                </c:pt>
                <c:pt idx="546">
                  <c:v>45327</c:v>
                </c:pt>
                <c:pt idx="547">
                  <c:v>45328</c:v>
                </c:pt>
                <c:pt idx="548">
                  <c:v>45329</c:v>
                </c:pt>
                <c:pt idx="549">
                  <c:v>45330</c:v>
                </c:pt>
                <c:pt idx="550">
                  <c:v>45331</c:v>
                </c:pt>
                <c:pt idx="551">
                  <c:v>45334</c:v>
                </c:pt>
                <c:pt idx="552">
                  <c:v>45335</c:v>
                </c:pt>
                <c:pt idx="553">
                  <c:v>45336</c:v>
                </c:pt>
                <c:pt idx="554">
                  <c:v>45337</c:v>
                </c:pt>
                <c:pt idx="555">
                  <c:v>45338</c:v>
                </c:pt>
                <c:pt idx="556">
                  <c:v>45341</c:v>
                </c:pt>
                <c:pt idx="557">
                  <c:v>45342</c:v>
                </c:pt>
                <c:pt idx="558">
                  <c:v>45343</c:v>
                </c:pt>
                <c:pt idx="559">
                  <c:v>45344</c:v>
                </c:pt>
                <c:pt idx="560">
                  <c:v>45345</c:v>
                </c:pt>
                <c:pt idx="561">
                  <c:v>45348</c:v>
                </c:pt>
                <c:pt idx="562">
                  <c:v>45349</c:v>
                </c:pt>
                <c:pt idx="563">
                  <c:v>45350</c:v>
                </c:pt>
                <c:pt idx="564">
                  <c:v>45351</c:v>
                </c:pt>
                <c:pt idx="565">
                  <c:v>45352</c:v>
                </c:pt>
                <c:pt idx="566">
                  <c:v>45355</c:v>
                </c:pt>
                <c:pt idx="567">
                  <c:v>45356</c:v>
                </c:pt>
                <c:pt idx="568">
                  <c:v>45357</c:v>
                </c:pt>
                <c:pt idx="569">
                  <c:v>45358</c:v>
                </c:pt>
                <c:pt idx="570">
                  <c:v>45359</c:v>
                </c:pt>
                <c:pt idx="571">
                  <c:v>45362</c:v>
                </c:pt>
                <c:pt idx="572">
                  <c:v>45363</c:v>
                </c:pt>
                <c:pt idx="573">
                  <c:v>45364</c:v>
                </c:pt>
                <c:pt idx="574">
                  <c:v>45365</c:v>
                </c:pt>
                <c:pt idx="575">
                  <c:v>45366</c:v>
                </c:pt>
                <c:pt idx="576">
                  <c:v>45369</c:v>
                </c:pt>
                <c:pt idx="577">
                  <c:v>45370</c:v>
                </c:pt>
                <c:pt idx="578">
                  <c:v>45371</c:v>
                </c:pt>
                <c:pt idx="579">
                  <c:v>45372</c:v>
                </c:pt>
                <c:pt idx="580">
                  <c:v>45373</c:v>
                </c:pt>
                <c:pt idx="581">
                  <c:v>45376</c:v>
                </c:pt>
                <c:pt idx="582">
                  <c:v>45377</c:v>
                </c:pt>
                <c:pt idx="583">
                  <c:v>45378</c:v>
                </c:pt>
                <c:pt idx="584">
                  <c:v>45379</c:v>
                </c:pt>
                <c:pt idx="585">
                  <c:v>45380</c:v>
                </c:pt>
                <c:pt idx="586">
                  <c:v>45383</c:v>
                </c:pt>
                <c:pt idx="587">
                  <c:v>45384</c:v>
                </c:pt>
                <c:pt idx="588">
                  <c:v>45385</c:v>
                </c:pt>
                <c:pt idx="589">
                  <c:v>45386</c:v>
                </c:pt>
                <c:pt idx="590">
                  <c:v>45387</c:v>
                </c:pt>
                <c:pt idx="591">
                  <c:v>45390</c:v>
                </c:pt>
                <c:pt idx="592">
                  <c:v>45391</c:v>
                </c:pt>
                <c:pt idx="593">
                  <c:v>45392</c:v>
                </c:pt>
                <c:pt idx="594">
                  <c:v>45393</c:v>
                </c:pt>
                <c:pt idx="595">
                  <c:v>45394</c:v>
                </c:pt>
                <c:pt idx="596">
                  <c:v>45397</c:v>
                </c:pt>
                <c:pt idx="597">
                  <c:v>45398</c:v>
                </c:pt>
                <c:pt idx="598">
                  <c:v>45399</c:v>
                </c:pt>
                <c:pt idx="599">
                  <c:v>45400</c:v>
                </c:pt>
                <c:pt idx="600">
                  <c:v>45401</c:v>
                </c:pt>
                <c:pt idx="601">
                  <c:v>45404</c:v>
                </c:pt>
                <c:pt idx="602">
                  <c:v>45405</c:v>
                </c:pt>
                <c:pt idx="603">
                  <c:v>45406</c:v>
                </c:pt>
                <c:pt idx="604">
                  <c:v>45407</c:v>
                </c:pt>
                <c:pt idx="605">
                  <c:v>45408</c:v>
                </c:pt>
                <c:pt idx="606">
                  <c:v>45411</c:v>
                </c:pt>
                <c:pt idx="607">
                  <c:v>45412</c:v>
                </c:pt>
                <c:pt idx="608">
                  <c:v>45413</c:v>
                </c:pt>
                <c:pt idx="609">
                  <c:v>45414</c:v>
                </c:pt>
                <c:pt idx="610">
                  <c:v>45415</c:v>
                </c:pt>
                <c:pt idx="611">
                  <c:v>45418</c:v>
                </c:pt>
                <c:pt idx="612">
                  <c:v>45419</c:v>
                </c:pt>
                <c:pt idx="613">
                  <c:v>45420</c:v>
                </c:pt>
                <c:pt idx="614">
                  <c:v>45421</c:v>
                </c:pt>
                <c:pt idx="615">
                  <c:v>45422</c:v>
                </c:pt>
                <c:pt idx="616">
                  <c:v>45425</c:v>
                </c:pt>
                <c:pt idx="617">
                  <c:v>45426</c:v>
                </c:pt>
                <c:pt idx="618">
                  <c:v>45427</c:v>
                </c:pt>
                <c:pt idx="619">
                  <c:v>45428</c:v>
                </c:pt>
                <c:pt idx="620">
                  <c:v>45429</c:v>
                </c:pt>
                <c:pt idx="621">
                  <c:v>45432</c:v>
                </c:pt>
                <c:pt idx="622">
                  <c:v>45433</c:v>
                </c:pt>
                <c:pt idx="623">
                  <c:v>45434</c:v>
                </c:pt>
                <c:pt idx="624">
                  <c:v>45435</c:v>
                </c:pt>
                <c:pt idx="625">
                  <c:v>45436</c:v>
                </c:pt>
                <c:pt idx="626">
                  <c:v>45440</c:v>
                </c:pt>
                <c:pt idx="627">
                  <c:v>45441</c:v>
                </c:pt>
                <c:pt idx="628">
                  <c:v>45442</c:v>
                </c:pt>
                <c:pt idx="629">
                  <c:v>45443</c:v>
                </c:pt>
                <c:pt idx="630">
                  <c:v>45446</c:v>
                </c:pt>
                <c:pt idx="631">
                  <c:v>45447</c:v>
                </c:pt>
                <c:pt idx="632">
                  <c:v>45448</c:v>
                </c:pt>
                <c:pt idx="633">
                  <c:v>45449</c:v>
                </c:pt>
                <c:pt idx="634">
                  <c:v>45450</c:v>
                </c:pt>
                <c:pt idx="635">
                  <c:v>45453</c:v>
                </c:pt>
                <c:pt idx="636">
                  <c:v>45454</c:v>
                </c:pt>
                <c:pt idx="637">
                  <c:v>45455</c:v>
                </c:pt>
                <c:pt idx="638">
                  <c:v>45456</c:v>
                </c:pt>
                <c:pt idx="639">
                  <c:v>45457</c:v>
                </c:pt>
                <c:pt idx="640">
                  <c:v>45460</c:v>
                </c:pt>
                <c:pt idx="641">
                  <c:v>45461</c:v>
                </c:pt>
                <c:pt idx="642">
                  <c:v>45462</c:v>
                </c:pt>
                <c:pt idx="643">
                  <c:v>45463</c:v>
                </c:pt>
                <c:pt idx="644">
                  <c:v>45464</c:v>
                </c:pt>
                <c:pt idx="645">
                  <c:v>45467</c:v>
                </c:pt>
                <c:pt idx="646">
                  <c:v>45468</c:v>
                </c:pt>
                <c:pt idx="647">
                  <c:v>45469</c:v>
                </c:pt>
                <c:pt idx="648">
                  <c:v>45470</c:v>
                </c:pt>
                <c:pt idx="649">
                  <c:v>45471</c:v>
                </c:pt>
                <c:pt idx="650">
                  <c:v>45474</c:v>
                </c:pt>
                <c:pt idx="651">
                  <c:v>45475</c:v>
                </c:pt>
                <c:pt idx="652">
                  <c:v>45476</c:v>
                </c:pt>
                <c:pt idx="653">
                  <c:v>45477</c:v>
                </c:pt>
                <c:pt idx="654">
                  <c:v>45478</c:v>
                </c:pt>
                <c:pt idx="655">
                  <c:v>45481</c:v>
                </c:pt>
                <c:pt idx="656">
                  <c:v>45482</c:v>
                </c:pt>
                <c:pt idx="657">
                  <c:v>45483</c:v>
                </c:pt>
                <c:pt idx="658">
                  <c:v>45484</c:v>
                </c:pt>
                <c:pt idx="659">
                  <c:v>45485</c:v>
                </c:pt>
                <c:pt idx="660">
                  <c:v>45488</c:v>
                </c:pt>
                <c:pt idx="661">
                  <c:v>45489</c:v>
                </c:pt>
                <c:pt idx="662">
                  <c:v>45490</c:v>
                </c:pt>
                <c:pt idx="663">
                  <c:v>45491</c:v>
                </c:pt>
                <c:pt idx="664">
                  <c:v>45492</c:v>
                </c:pt>
                <c:pt idx="665">
                  <c:v>45495</c:v>
                </c:pt>
                <c:pt idx="666">
                  <c:v>45496</c:v>
                </c:pt>
                <c:pt idx="667">
                  <c:v>45497</c:v>
                </c:pt>
                <c:pt idx="668">
                  <c:v>45498</c:v>
                </c:pt>
                <c:pt idx="669">
                  <c:v>45499</c:v>
                </c:pt>
                <c:pt idx="670">
                  <c:v>45502</c:v>
                </c:pt>
                <c:pt idx="671">
                  <c:v>45503</c:v>
                </c:pt>
                <c:pt idx="672">
                  <c:v>45504</c:v>
                </c:pt>
                <c:pt idx="673">
                  <c:v>45505</c:v>
                </c:pt>
                <c:pt idx="674">
                  <c:v>45506</c:v>
                </c:pt>
                <c:pt idx="675">
                  <c:v>45509</c:v>
                </c:pt>
                <c:pt idx="676">
                  <c:v>45510</c:v>
                </c:pt>
                <c:pt idx="677">
                  <c:v>45511</c:v>
                </c:pt>
                <c:pt idx="678">
                  <c:v>45512</c:v>
                </c:pt>
                <c:pt idx="679">
                  <c:v>45513</c:v>
                </c:pt>
                <c:pt idx="680">
                  <c:v>45516</c:v>
                </c:pt>
                <c:pt idx="681">
                  <c:v>45517</c:v>
                </c:pt>
                <c:pt idx="682">
                  <c:v>45518</c:v>
                </c:pt>
                <c:pt idx="683">
                  <c:v>45519</c:v>
                </c:pt>
                <c:pt idx="684">
                  <c:v>45520</c:v>
                </c:pt>
                <c:pt idx="685">
                  <c:v>45523</c:v>
                </c:pt>
                <c:pt idx="686">
                  <c:v>45524</c:v>
                </c:pt>
                <c:pt idx="687">
                  <c:v>45525</c:v>
                </c:pt>
                <c:pt idx="688">
                  <c:v>45526</c:v>
                </c:pt>
                <c:pt idx="689">
                  <c:v>45527</c:v>
                </c:pt>
                <c:pt idx="690">
                  <c:v>45530</c:v>
                </c:pt>
                <c:pt idx="691">
                  <c:v>45531</c:v>
                </c:pt>
                <c:pt idx="692">
                  <c:v>45532</c:v>
                </c:pt>
                <c:pt idx="693">
                  <c:v>45533</c:v>
                </c:pt>
                <c:pt idx="694">
                  <c:v>45534</c:v>
                </c:pt>
                <c:pt idx="695">
                  <c:v>45537</c:v>
                </c:pt>
                <c:pt idx="696">
                  <c:v>45538</c:v>
                </c:pt>
                <c:pt idx="697">
                  <c:v>45539</c:v>
                </c:pt>
                <c:pt idx="698">
                  <c:v>45540</c:v>
                </c:pt>
                <c:pt idx="699">
                  <c:v>45541</c:v>
                </c:pt>
                <c:pt idx="700">
                  <c:v>45544</c:v>
                </c:pt>
                <c:pt idx="701">
                  <c:v>45545</c:v>
                </c:pt>
                <c:pt idx="702">
                  <c:v>45546</c:v>
                </c:pt>
                <c:pt idx="703">
                  <c:v>45547</c:v>
                </c:pt>
                <c:pt idx="704">
                  <c:v>45548</c:v>
                </c:pt>
                <c:pt idx="705">
                  <c:v>45551</c:v>
                </c:pt>
                <c:pt idx="706">
                  <c:v>45552</c:v>
                </c:pt>
                <c:pt idx="707">
                  <c:v>45553</c:v>
                </c:pt>
                <c:pt idx="708">
                  <c:v>45554</c:v>
                </c:pt>
                <c:pt idx="709">
                  <c:v>45555</c:v>
                </c:pt>
                <c:pt idx="710">
                  <c:v>45558</c:v>
                </c:pt>
                <c:pt idx="711">
                  <c:v>45559</c:v>
                </c:pt>
                <c:pt idx="712">
                  <c:v>45560</c:v>
                </c:pt>
                <c:pt idx="713">
                  <c:v>45561</c:v>
                </c:pt>
                <c:pt idx="714">
                  <c:v>45562</c:v>
                </c:pt>
                <c:pt idx="715">
                  <c:v>45565</c:v>
                </c:pt>
                <c:pt idx="716">
                  <c:v>45566</c:v>
                </c:pt>
                <c:pt idx="717">
                  <c:v>45567</c:v>
                </c:pt>
                <c:pt idx="718">
                  <c:v>45568</c:v>
                </c:pt>
                <c:pt idx="719">
                  <c:v>45569</c:v>
                </c:pt>
                <c:pt idx="720">
                  <c:v>45572</c:v>
                </c:pt>
                <c:pt idx="721">
                  <c:v>45573</c:v>
                </c:pt>
                <c:pt idx="722">
                  <c:v>45574</c:v>
                </c:pt>
                <c:pt idx="723">
                  <c:v>45575</c:v>
                </c:pt>
                <c:pt idx="724">
                  <c:v>45576</c:v>
                </c:pt>
                <c:pt idx="725">
                  <c:v>45579</c:v>
                </c:pt>
                <c:pt idx="726">
                  <c:v>45580</c:v>
                </c:pt>
                <c:pt idx="727">
                  <c:v>45581</c:v>
                </c:pt>
                <c:pt idx="728">
                  <c:v>45582</c:v>
                </c:pt>
                <c:pt idx="729">
                  <c:v>45583</c:v>
                </c:pt>
                <c:pt idx="730">
                  <c:v>45586</c:v>
                </c:pt>
                <c:pt idx="731">
                  <c:v>45587</c:v>
                </c:pt>
                <c:pt idx="732">
                  <c:v>45588</c:v>
                </c:pt>
                <c:pt idx="733">
                  <c:v>45589</c:v>
                </c:pt>
                <c:pt idx="734">
                  <c:v>45590</c:v>
                </c:pt>
                <c:pt idx="735">
                  <c:v>45593</c:v>
                </c:pt>
                <c:pt idx="736">
                  <c:v>45594</c:v>
                </c:pt>
                <c:pt idx="737">
                  <c:v>45595</c:v>
                </c:pt>
                <c:pt idx="738">
                  <c:v>45596</c:v>
                </c:pt>
                <c:pt idx="739">
                  <c:v>45597</c:v>
                </c:pt>
                <c:pt idx="740">
                  <c:v>45600</c:v>
                </c:pt>
                <c:pt idx="741">
                  <c:v>45601</c:v>
                </c:pt>
                <c:pt idx="742">
                  <c:v>45602</c:v>
                </c:pt>
                <c:pt idx="743">
                  <c:v>45603</c:v>
                </c:pt>
                <c:pt idx="744">
                  <c:v>45604</c:v>
                </c:pt>
                <c:pt idx="745">
                  <c:v>45607</c:v>
                </c:pt>
                <c:pt idx="746">
                  <c:v>45608</c:v>
                </c:pt>
                <c:pt idx="747">
                  <c:v>45609</c:v>
                </c:pt>
                <c:pt idx="748">
                  <c:v>45610</c:v>
                </c:pt>
                <c:pt idx="749">
                  <c:v>45611</c:v>
                </c:pt>
                <c:pt idx="750">
                  <c:v>45614</c:v>
                </c:pt>
                <c:pt idx="751">
                  <c:v>45615</c:v>
                </c:pt>
                <c:pt idx="752">
                  <c:v>45616</c:v>
                </c:pt>
                <c:pt idx="753">
                  <c:v>45617</c:v>
                </c:pt>
                <c:pt idx="754">
                  <c:v>45618</c:v>
                </c:pt>
                <c:pt idx="755">
                  <c:v>45621</c:v>
                </c:pt>
                <c:pt idx="756">
                  <c:v>45622</c:v>
                </c:pt>
                <c:pt idx="757">
                  <c:v>45623</c:v>
                </c:pt>
                <c:pt idx="758">
                  <c:v>45624</c:v>
                </c:pt>
                <c:pt idx="759">
                  <c:v>45625</c:v>
                </c:pt>
                <c:pt idx="760">
                  <c:v>45628</c:v>
                </c:pt>
                <c:pt idx="761">
                  <c:v>45629</c:v>
                </c:pt>
                <c:pt idx="762">
                  <c:v>45630</c:v>
                </c:pt>
                <c:pt idx="763">
                  <c:v>45631</c:v>
                </c:pt>
                <c:pt idx="764">
                  <c:v>45632</c:v>
                </c:pt>
                <c:pt idx="765">
                  <c:v>45635</c:v>
                </c:pt>
                <c:pt idx="766">
                  <c:v>45636</c:v>
                </c:pt>
                <c:pt idx="767">
                  <c:v>45637</c:v>
                </c:pt>
                <c:pt idx="768">
                  <c:v>45638</c:v>
                </c:pt>
                <c:pt idx="769">
                  <c:v>45639</c:v>
                </c:pt>
                <c:pt idx="770">
                  <c:v>45642</c:v>
                </c:pt>
                <c:pt idx="771">
                  <c:v>45643</c:v>
                </c:pt>
                <c:pt idx="772">
                  <c:v>45644</c:v>
                </c:pt>
                <c:pt idx="773">
                  <c:v>45645</c:v>
                </c:pt>
                <c:pt idx="774">
                  <c:v>45646</c:v>
                </c:pt>
                <c:pt idx="775">
                  <c:v>45649</c:v>
                </c:pt>
                <c:pt idx="776">
                  <c:v>45650</c:v>
                </c:pt>
                <c:pt idx="777">
                  <c:v>45651</c:v>
                </c:pt>
                <c:pt idx="778">
                  <c:v>45652</c:v>
                </c:pt>
                <c:pt idx="779">
                  <c:v>45653</c:v>
                </c:pt>
                <c:pt idx="780">
                  <c:v>45656</c:v>
                </c:pt>
                <c:pt idx="781">
                  <c:v>45657</c:v>
                </c:pt>
                <c:pt idx="782">
                  <c:v>45658</c:v>
                </c:pt>
                <c:pt idx="783">
                  <c:v>45659</c:v>
                </c:pt>
                <c:pt idx="784">
                  <c:v>45660</c:v>
                </c:pt>
                <c:pt idx="785">
                  <c:v>45663</c:v>
                </c:pt>
                <c:pt idx="786">
                  <c:v>45664</c:v>
                </c:pt>
                <c:pt idx="787">
                  <c:v>45665</c:v>
                </c:pt>
                <c:pt idx="788">
                  <c:v>45666</c:v>
                </c:pt>
                <c:pt idx="789">
                  <c:v>45667</c:v>
                </c:pt>
                <c:pt idx="790">
                  <c:v>45670</c:v>
                </c:pt>
                <c:pt idx="791">
                  <c:v>45671</c:v>
                </c:pt>
                <c:pt idx="792">
                  <c:v>45672</c:v>
                </c:pt>
                <c:pt idx="793">
                  <c:v>45673</c:v>
                </c:pt>
                <c:pt idx="794">
                  <c:v>45674</c:v>
                </c:pt>
                <c:pt idx="795">
                  <c:v>45677</c:v>
                </c:pt>
                <c:pt idx="796">
                  <c:v>45678</c:v>
                </c:pt>
                <c:pt idx="797">
                  <c:v>45679</c:v>
                </c:pt>
                <c:pt idx="798">
                  <c:v>45680</c:v>
                </c:pt>
                <c:pt idx="799">
                  <c:v>45681</c:v>
                </c:pt>
                <c:pt idx="800">
                  <c:v>45684</c:v>
                </c:pt>
                <c:pt idx="801">
                  <c:v>45685</c:v>
                </c:pt>
                <c:pt idx="802">
                  <c:v>45686</c:v>
                </c:pt>
                <c:pt idx="803">
                  <c:v>45687</c:v>
                </c:pt>
                <c:pt idx="804">
                  <c:v>45688</c:v>
                </c:pt>
                <c:pt idx="805">
                  <c:v>45691</c:v>
                </c:pt>
                <c:pt idx="806">
                  <c:v>45692</c:v>
                </c:pt>
                <c:pt idx="807">
                  <c:v>45693</c:v>
                </c:pt>
                <c:pt idx="808">
                  <c:v>45694</c:v>
                </c:pt>
                <c:pt idx="809">
                  <c:v>45695</c:v>
                </c:pt>
                <c:pt idx="810">
                  <c:v>45698</c:v>
                </c:pt>
                <c:pt idx="811">
                  <c:v>45699</c:v>
                </c:pt>
                <c:pt idx="812">
                  <c:v>45700</c:v>
                </c:pt>
                <c:pt idx="813">
                  <c:v>45701</c:v>
                </c:pt>
                <c:pt idx="814">
                  <c:v>45702</c:v>
                </c:pt>
                <c:pt idx="815">
                  <c:v>45705</c:v>
                </c:pt>
                <c:pt idx="816">
                  <c:v>45706</c:v>
                </c:pt>
                <c:pt idx="817">
                  <c:v>45707</c:v>
                </c:pt>
                <c:pt idx="818">
                  <c:v>45708</c:v>
                </c:pt>
                <c:pt idx="819">
                  <c:v>45709</c:v>
                </c:pt>
                <c:pt idx="820">
                  <c:v>45712</c:v>
                </c:pt>
                <c:pt idx="821">
                  <c:v>45713</c:v>
                </c:pt>
                <c:pt idx="822">
                  <c:v>45714</c:v>
                </c:pt>
                <c:pt idx="823">
                  <c:v>45715</c:v>
                </c:pt>
                <c:pt idx="824">
                  <c:v>45716</c:v>
                </c:pt>
                <c:pt idx="825">
                  <c:v>45719</c:v>
                </c:pt>
                <c:pt idx="826">
                  <c:v>45720</c:v>
                </c:pt>
                <c:pt idx="827">
                  <c:v>45721</c:v>
                </c:pt>
                <c:pt idx="828">
                  <c:v>45722</c:v>
                </c:pt>
                <c:pt idx="829">
                  <c:v>45723</c:v>
                </c:pt>
                <c:pt idx="830">
                  <c:v>45726</c:v>
                </c:pt>
                <c:pt idx="831">
                  <c:v>45727</c:v>
                </c:pt>
                <c:pt idx="832">
                  <c:v>45728</c:v>
                </c:pt>
                <c:pt idx="833">
                  <c:v>45729</c:v>
                </c:pt>
                <c:pt idx="834">
                  <c:v>45730</c:v>
                </c:pt>
                <c:pt idx="835">
                  <c:v>45733</c:v>
                </c:pt>
                <c:pt idx="836">
                  <c:v>45734</c:v>
                </c:pt>
                <c:pt idx="837">
                  <c:v>45735</c:v>
                </c:pt>
                <c:pt idx="838">
                  <c:v>45736</c:v>
                </c:pt>
                <c:pt idx="839">
                  <c:v>45737</c:v>
                </c:pt>
                <c:pt idx="840">
                  <c:v>45740</c:v>
                </c:pt>
                <c:pt idx="841">
                  <c:v>45741</c:v>
                </c:pt>
                <c:pt idx="842">
                  <c:v>45742</c:v>
                </c:pt>
                <c:pt idx="843">
                  <c:v>45743</c:v>
                </c:pt>
                <c:pt idx="844">
                  <c:v>45744</c:v>
                </c:pt>
                <c:pt idx="845">
                  <c:v>45747</c:v>
                </c:pt>
                <c:pt idx="846">
                  <c:v>45748</c:v>
                </c:pt>
                <c:pt idx="847">
                  <c:v>45749</c:v>
                </c:pt>
                <c:pt idx="848">
                  <c:v>45750</c:v>
                </c:pt>
                <c:pt idx="849">
                  <c:v>45751</c:v>
                </c:pt>
                <c:pt idx="850">
                  <c:v>45754</c:v>
                </c:pt>
                <c:pt idx="851">
                  <c:v>45755</c:v>
                </c:pt>
                <c:pt idx="852">
                  <c:v>45756</c:v>
                </c:pt>
                <c:pt idx="853">
                  <c:v>45757</c:v>
                </c:pt>
                <c:pt idx="854">
                  <c:v>45758</c:v>
                </c:pt>
                <c:pt idx="855">
                  <c:v>45761</c:v>
                </c:pt>
                <c:pt idx="856">
                  <c:v>45762</c:v>
                </c:pt>
                <c:pt idx="857">
                  <c:v>45763</c:v>
                </c:pt>
                <c:pt idx="858">
                  <c:v>45764</c:v>
                </c:pt>
                <c:pt idx="859">
                  <c:v>45765</c:v>
                </c:pt>
                <c:pt idx="860">
                  <c:v>45768</c:v>
                </c:pt>
                <c:pt idx="861">
                  <c:v>45769</c:v>
                </c:pt>
                <c:pt idx="862">
                  <c:v>45770</c:v>
                </c:pt>
                <c:pt idx="863">
                  <c:v>45771</c:v>
                </c:pt>
                <c:pt idx="864">
                  <c:v>45772</c:v>
                </c:pt>
                <c:pt idx="865">
                  <c:v>45775</c:v>
                </c:pt>
                <c:pt idx="866">
                  <c:v>45776</c:v>
                </c:pt>
                <c:pt idx="867">
                  <c:v>45777</c:v>
                </c:pt>
                <c:pt idx="868">
                  <c:v>45778</c:v>
                </c:pt>
                <c:pt idx="869">
                  <c:v>45779</c:v>
                </c:pt>
                <c:pt idx="870">
                  <c:v>45782</c:v>
                </c:pt>
                <c:pt idx="871">
                  <c:v>45783</c:v>
                </c:pt>
                <c:pt idx="872">
                  <c:v>45784</c:v>
                </c:pt>
                <c:pt idx="873">
                  <c:v>45785</c:v>
                </c:pt>
                <c:pt idx="874">
                  <c:v>45786</c:v>
                </c:pt>
                <c:pt idx="875">
                  <c:v>45789</c:v>
                </c:pt>
                <c:pt idx="876">
                  <c:v>45790</c:v>
                </c:pt>
                <c:pt idx="877">
                  <c:v>45791</c:v>
                </c:pt>
                <c:pt idx="878">
                  <c:v>45792</c:v>
                </c:pt>
                <c:pt idx="879">
                  <c:v>45793</c:v>
                </c:pt>
                <c:pt idx="880">
                  <c:v>45796</c:v>
                </c:pt>
                <c:pt idx="881">
                  <c:v>45797</c:v>
                </c:pt>
                <c:pt idx="882">
                  <c:v>45798</c:v>
                </c:pt>
                <c:pt idx="883">
                  <c:v>45799</c:v>
                </c:pt>
                <c:pt idx="884">
                  <c:v>45800</c:v>
                </c:pt>
                <c:pt idx="885">
                  <c:v>45804</c:v>
                </c:pt>
                <c:pt idx="886">
                  <c:v>45805</c:v>
                </c:pt>
                <c:pt idx="887">
                  <c:v>45806</c:v>
                </c:pt>
                <c:pt idx="888">
                  <c:v>45807</c:v>
                </c:pt>
                <c:pt idx="889">
                  <c:v>45810</c:v>
                </c:pt>
                <c:pt idx="890">
                  <c:v>45811</c:v>
                </c:pt>
                <c:pt idx="891">
                  <c:v>45812</c:v>
                </c:pt>
                <c:pt idx="892">
                  <c:v>45813</c:v>
                </c:pt>
                <c:pt idx="893">
                  <c:v>45814</c:v>
                </c:pt>
                <c:pt idx="894">
                  <c:v>45817</c:v>
                </c:pt>
                <c:pt idx="895">
                  <c:v>45818</c:v>
                </c:pt>
                <c:pt idx="896">
                  <c:v>45819</c:v>
                </c:pt>
                <c:pt idx="897">
                  <c:v>45820</c:v>
                </c:pt>
                <c:pt idx="898">
                  <c:v>45821</c:v>
                </c:pt>
                <c:pt idx="899">
                  <c:v>45824</c:v>
                </c:pt>
                <c:pt idx="900">
                  <c:v>45825</c:v>
                </c:pt>
                <c:pt idx="901">
                  <c:v>45826</c:v>
                </c:pt>
                <c:pt idx="902">
                  <c:v>45827</c:v>
                </c:pt>
                <c:pt idx="903">
                  <c:v>45828</c:v>
                </c:pt>
                <c:pt idx="904">
                  <c:v>45831</c:v>
                </c:pt>
                <c:pt idx="905">
                  <c:v>45832</c:v>
                </c:pt>
                <c:pt idx="906">
                  <c:v>45833</c:v>
                </c:pt>
                <c:pt idx="907">
                  <c:v>45834</c:v>
                </c:pt>
                <c:pt idx="908">
                  <c:v>45835</c:v>
                </c:pt>
                <c:pt idx="909">
                  <c:v>45838</c:v>
                </c:pt>
                <c:pt idx="910">
                  <c:v>45839</c:v>
                </c:pt>
                <c:pt idx="911">
                  <c:v>45840</c:v>
                </c:pt>
                <c:pt idx="912">
                  <c:v>45841</c:v>
                </c:pt>
                <c:pt idx="913">
                  <c:v>45842</c:v>
                </c:pt>
                <c:pt idx="914">
                  <c:v>45845</c:v>
                </c:pt>
                <c:pt idx="915">
                  <c:v>45846</c:v>
                </c:pt>
                <c:pt idx="916">
                  <c:v>45847</c:v>
                </c:pt>
                <c:pt idx="917">
                  <c:v>45848</c:v>
                </c:pt>
                <c:pt idx="918">
                  <c:v>45849</c:v>
                </c:pt>
                <c:pt idx="919">
                  <c:v>45852</c:v>
                </c:pt>
                <c:pt idx="920">
                  <c:v>45853</c:v>
                </c:pt>
                <c:pt idx="921">
                  <c:v>45854</c:v>
                </c:pt>
                <c:pt idx="922">
                  <c:v>45855</c:v>
                </c:pt>
                <c:pt idx="923">
                  <c:v>45856</c:v>
                </c:pt>
                <c:pt idx="924">
                  <c:v>45859</c:v>
                </c:pt>
                <c:pt idx="925">
                  <c:v>45860</c:v>
                </c:pt>
                <c:pt idx="926">
                  <c:v>45861</c:v>
                </c:pt>
                <c:pt idx="927">
                  <c:v>45862</c:v>
                </c:pt>
                <c:pt idx="928">
                  <c:v>45863</c:v>
                </c:pt>
                <c:pt idx="929">
                  <c:v>45866</c:v>
                </c:pt>
                <c:pt idx="930">
                  <c:v>45867</c:v>
                </c:pt>
                <c:pt idx="931">
                  <c:v>45868</c:v>
                </c:pt>
                <c:pt idx="932">
                  <c:v>45869</c:v>
                </c:pt>
                <c:pt idx="933">
                  <c:v>45870</c:v>
                </c:pt>
                <c:pt idx="934">
                  <c:v>45873</c:v>
                </c:pt>
                <c:pt idx="935">
                  <c:v>45874</c:v>
                </c:pt>
                <c:pt idx="936">
                  <c:v>45875</c:v>
                </c:pt>
                <c:pt idx="937">
                  <c:v>45876</c:v>
                </c:pt>
                <c:pt idx="938">
                  <c:v>45877</c:v>
                </c:pt>
                <c:pt idx="939">
                  <c:v>45880</c:v>
                </c:pt>
                <c:pt idx="940">
                  <c:v>45881</c:v>
                </c:pt>
                <c:pt idx="941">
                  <c:v>45882</c:v>
                </c:pt>
                <c:pt idx="942">
                  <c:v>45883</c:v>
                </c:pt>
                <c:pt idx="943">
                  <c:v>45884</c:v>
                </c:pt>
                <c:pt idx="944">
                  <c:v>45887</c:v>
                </c:pt>
                <c:pt idx="945">
                  <c:v>45888</c:v>
                </c:pt>
                <c:pt idx="946">
                  <c:v>45889</c:v>
                </c:pt>
                <c:pt idx="947">
                  <c:v>45890</c:v>
                </c:pt>
                <c:pt idx="948">
                  <c:v>45891</c:v>
                </c:pt>
                <c:pt idx="949">
                  <c:v>45894</c:v>
                </c:pt>
                <c:pt idx="950">
                  <c:v>45895</c:v>
                </c:pt>
                <c:pt idx="951">
                  <c:v>45896</c:v>
                </c:pt>
                <c:pt idx="952">
                  <c:v>45897</c:v>
                </c:pt>
                <c:pt idx="953">
                  <c:v>45898</c:v>
                </c:pt>
                <c:pt idx="954">
                  <c:v>45901</c:v>
                </c:pt>
                <c:pt idx="955">
                  <c:v>45902</c:v>
                </c:pt>
                <c:pt idx="956">
                  <c:v>45903</c:v>
                </c:pt>
                <c:pt idx="957">
                  <c:v>45904</c:v>
                </c:pt>
                <c:pt idx="958">
                  <c:v>45905</c:v>
                </c:pt>
                <c:pt idx="959">
                  <c:v>45908</c:v>
                </c:pt>
                <c:pt idx="960">
                  <c:v>45909</c:v>
                </c:pt>
                <c:pt idx="961">
                  <c:v>45910</c:v>
                </c:pt>
                <c:pt idx="962">
                  <c:v>45911</c:v>
                </c:pt>
                <c:pt idx="963">
                  <c:v>45912</c:v>
                </c:pt>
                <c:pt idx="964">
                  <c:v>45915</c:v>
                </c:pt>
                <c:pt idx="965">
                  <c:v>45916</c:v>
                </c:pt>
                <c:pt idx="966">
                  <c:v>45917</c:v>
                </c:pt>
                <c:pt idx="967">
                  <c:v>45918</c:v>
                </c:pt>
                <c:pt idx="968">
                  <c:v>45919</c:v>
                </c:pt>
                <c:pt idx="969">
                  <c:v>45922</c:v>
                </c:pt>
                <c:pt idx="970">
                  <c:v>45923</c:v>
                </c:pt>
                <c:pt idx="971">
                  <c:v>45924</c:v>
                </c:pt>
                <c:pt idx="972">
                  <c:v>45925</c:v>
                </c:pt>
                <c:pt idx="973">
                  <c:v>45926</c:v>
                </c:pt>
                <c:pt idx="974">
                  <c:v>45929</c:v>
                </c:pt>
                <c:pt idx="975">
                  <c:v>45930</c:v>
                </c:pt>
                <c:pt idx="976">
                  <c:v>45931</c:v>
                </c:pt>
                <c:pt idx="977">
                  <c:v>45932</c:v>
                </c:pt>
                <c:pt idx="978">
                  <c:v>45933</c:v>
                </c:pt>
                <c:pt idx="979">
                  <c:v>45936</c:v>
                </c:pt>
                <c:pt idx="980">
                  <c:v>45937</c:v>
                </c:pt>
                <c:pt idx="981">
                  <c:v>45938</c:v>
                </c:pt>
                <c:pt idx="982">
                  <c:v>45939</c:v>
                </c:pt>
                <c:pt idx="983">
                  <c:v>45940</c:v>
                </c:pt>
                <c:pt idx="984">
                  <c:v>45943</c:v>
                </c:pt>
                <c:pt idx="985">
                  <c:v>45944</c:v>
                </c:pt>
                <c:pt idx="986">
                  <c:v>45945</c:v>
                </c:pt>
                <c:pt idx="987">
                  <c:v>45946</c:v>
                </c:pt>
                <c:pt idx="988">
                  <c:v>45947</c:v>
                </c:pt>
                <c:pt idx="989">
                  <c:v>45950</c:v>
                </c:pt>
                <c:pt idx="990">
                  <c:v>45951</c:v>
                </c:pt>
                <c:pt idx="991">
                  <c:v>45952</c:v>
                </c:pt>
                <c:pt idx="992">
                  <c:v>45953</c:v>
                </c:pt>
                <c:pt idx="993">
                  <c:v>45954</c:v>
                </c:pt>
                <c:pt idx="994">
                  <c:v>45957</c:v>
                </c:pt>
                <c:pt idx="995">
                  <c:v>45958</c:v>
                </c:pt>
                <c:pt idx="996">
                  <c:v>45959</c:v>
                </c:pt>
                <c:pt idx="997">
                  <c:v>45960</c:v>
                </c:pt>
                <c:pt idx="998">
                  <c:v>45961</c:v>
                </c:pt>
                <c:pt idx="999">
                  <c:v>45964</c:v>
                </c:pt>
                <c:pt idx="1000">
                  <c:v>45965</c:v>
                </c:pt>
                <c:pt idx="1001">
                  <c:v>45966</c:v>
                </c:pt>
                <c:pt idx="1002">
                  <c:v>45967</c:v>
                </c:pt>
                <c:pt idx="1003">
                  <c:v>45968</c:v>
                </c:pt>
                <c:pt idx="1004">
                  <c:v>45971</c:v>
                </c:pt>
                <c:pt idx="1005">
                  <c:v>45972</c:v>
                </c:pt>
                <c:pt idx="1006">
                  <c:v>45973</c:v>
                </c:pt>
                <c:pt idx="1007">
                  <c:v>45974</c:v>
                </c:pt>
                <c:pt idx="1008">
                  <c:v>45975</c:v>
                </c:pt>
                <c:pt idx="1009">
                  <c:v>45978</c:v>
                </c:pt>
                <c:pt idx="1010">
                  <c:v>45979</c:v>
                </c:pt>
                <c:pt idx="1011">
                  <c:v>45980</c:v>
                </c:pt>
                <c:pt idx="1012">
                  <c:v>45981</c:v>
                </c:pt>
                <c:pt idx="1013">
                  <c:v>45982</c:v>
                </c:pt>
                <c:pt idx="1014">
                  <c:v>45985</c:v>
                </c:pt>
                <c:pt idx="1015">
                  <c:v>45986</c:v>
                </c:pt>
                <c:pt idx="1016">
                  <c:v>45987</c:v>
                </c:pt>
                <c:pt idx="1017">
                  <c:v>45988</c:v>
                </c:pt>
                <c:pt idx="1018">
                  <c:v>45989</c:v>
                </c:pt>
                <c:pt idx="1019">
                  <c:v>45992</c:v>
                </c:pt>
                <c:pt idx="1020">
                  <c:v>45993</c:v>
                </c:pt>
                <c:pt idx="1021">
                  <c:v>45994</c:v>
                </c:pt>
                <c:pt idx="1022">
                  <c:v>45995</c:v>
                </c:pt>
                <c:pt idx="1023">
                  <c:v>45996</c:v>
                </c:pt>
                <c:pt idx="1024">
                  <c:v>45999</c:v>
                </c:pt>
                <c:pt idx="1025">
                  <c:v>46000</c:v>
                </c:pt>
                <c:pt idx="1026">
                  <c:v>46001</c:v>
                </c:pt>
                <c:pt idx="1027">
                  <c:v>46002</c:v>
                </c:pt>
                <c:pt idx="1028">
                  <c:v>46003</c:v>
                </c:pt>
                <c:pt idx="1029">
                  <c:v>46006</c:v>
                </c:pt>
                <c:pt idx="1030">
                  <c:v>46007</c:v>
                </c:pt>
                <c:pt idx="1031">
                  <c:v>46008</c:v>
                </c:pt>
                <c:pt idx="1032">
                  <c:v>46009</c:v>
                </c:pt>
                <c:pt idx="1033">
                  <c:v>46010</c:v>
                </c:pt>
                <c:pt idx="1034">
                  <c:v>46013</c:v>
                </c:pt>
                <c:pt idx="1035">
                  <c:v>46014</c:v>
                </c:pt>
                <c:pt idx="1036">
                  <c:v>46015</c:v>
                </c:pt>
                <c:pt idx="1037">
                  <c:v>46016</c:v>
                </c:pt>
                <c:pt idx="1038">
                  <c:v>46017</c:v>
                </c:pt>
                <c:pt idx="1039">
                  <c:v>46020</c:v>
                </c:pt>
                <c:pt idx="1040">
                  <c:v>46021</c:v>
                </c:pt>
                <c:pt idx="1041">
                  <c:v>46022</c:v>
                </c:pt>
                <c:pt idx="1042">
                  <c:v>46023</c:v>
                </c:pt>
                <c:pt idx="1043">
                  <c:v>46024</c:v>
                </c:pt>
                <c:pt idx="1044">
                  <c:v>46027</c:v>
                </c:pt>
                <c:pt idx="1045">
                  <c:v>46028</c:v>
                </c:pt>
                <c:pt idx="1046">
                  <c:v>46029</c:v>
                </c:pt>
                <c:pt idx="1047">
                  <c:v>46030</c:v>
                </c:pt>
                <c:pt idx="1048">
                  <c:v>46031</c:v>
                </c:pt>
                <c:pt idx="1049">
                  <c:v>46034</c:v>
                </c:pt>
                <c:pt idx="1050">
                  <c:v>46035</c:v>
                </c:pt>
                <c:pt idx="1051">
                  <c:v>46036</c:v>
                </c:pt>
                <c:pt idx="1052">
                  <c:v>46037</c:v>
                </c:pt>
                <c:pt idx="1053">
                  <c:v>46038</c:v>
                </c:pt>
                <c:pt idx="1054">
                  <c:v>46041</c:v>
                </c:pt>
                <c:pt idx="1055">
                  <c:v>46042</c:v>
                </c:pt>
                <c:pt idx="1056">
                  <c:v>46043</c:v>
                </c:pt>
                <c:pt idx="1057">
                  <c:v>46044</c:v>
                </c:pt>
                <c:pt idx="1058">
                  <c:v>46045</c:v>
                </c:pt>
                <c:pt idx="1059">
                  <c:v>46048</c:v>
                </c:pt>
                <c:pt idx="1060">
                  <c:v>46049</c:v>
                </c:pt>
                <c:pt idx="1061">
                  <c:v>46050</c:v>
                </c:pt>
                <c:pt idx="1062">
                  <c:v>46051</c:v>
                </c:pt>
                <c:pt idx="1063">
                  <c:v>46052</c:v>
                </c:pt>
                <c:pt idx="1064">
                  <c:v>46055</c:v>
                </c:pt>
                <c:pt idx="1065">
                  <c:v>46056</c:v>
                </c:pt>
                <c:pt idx="1066">
                  <c:v>46057</c:v>
                </c:pt>
                <c:pt idx="1067">
                  <c:v>46058</c:v>
                </c:pt>
                <c:pt idx="1068">
                  <c:v>46059</c:v>
                </c:pt>
                <c:pt idx="1069">
                  <c:v>46062</c:v>
                </c:pt>
                <c:pt idx="1070">
                  <c:v>46063</c:v>
                </c:pt>
                <c:pt idx="1071">
                  <c:v>46064</c:v>
                </c:pt>
                <c:pt idx="1072">
                  <c:v>46065</c:v>
                </c:pt>
                <c:pt idx="1073">
                  <c:v>46066</c:v>
                </c:pt>
                <c:pt idx="1074">
                  <c:v>46069</c:v>
                </c:pt>
                <c:pt idx="1075">
                  <c:v>46070</c:v>
                </c:pt>
                <c:pt idx="1076">
                  <c:v>46071</c:v>
                </c:pt>
                <c:pt idx="1077">
                  <c:v>46072</c:v>
                </c:pt>
                <c:pt idx="1078">
                  <c:v>46073</c:v>
                </c:pt>
                <c:pt idx="1079">
                  <c:v>46076</c:v>
                </c:pt>
                <c:pt idx="1080">
                  <c:v>46077</c:v>
                </c:pt>
                <c:pt idx="1081">
                  <c:v>46078</c:v>
                </c:pt>
                <c:pt idx="1082">
                  <c:v>46079</c:v>
                </c:pt>
                <c:pt idx="1083">
                  <c:v>46080</c:v>
                </c:pt>
                <c:pt idx="1084">
                  <c:v>46083</c:v>
                </c:pt>
                <c:pt idx="1085">
                  <c:v>46084</c:v>
                </c:pt>
                <c:pt idx="1086">
                  <c:v>46085</c:v>
                </c:pt>
                <c:pt idx="1087">
                  <c:v>46086</c:v>
                </c:pt>
                <c:pt idx="1088">
                  <c:v>46087</c:v>
                </c:pt>
                <c:pt idx="1089">
                  <c:v>46090</c:v>
                </c:pt>
                <c:pt idx="1090">
                  <c:v>46091</c:v>
                </c:pt>
                <c:pt idx="1091">
                  <c:v>46092</c:v>
                </c:pt>
                <c:pt idx="1092">
                  <c:v>46093</c:v>
                </c:pt>
                <c:pt idx="1093">
                  <c:v>46094</c:v>
                </c:pt>
                <c:pt idx="1094">
                  <c:v>46097</c:v>
                </c:pt>
                <c:pt idx="1095">
                  <c:v>46098</c:v>
                </c:pt>
                <c:pt idx="1096">
                  <c:v>46099</c:v>
                </c:pt>
                <c:pt idx="1097">
                  <c:v>46100</c:v>
                </c:pt>
                <c:pt idx="1098">
                  <c:v>46101</c:v>
                </c:pt>
                <c:pt idx="1099">
                  <c:v>46104</c:v>
                </c:pt>
                <c:pt idx="1100">
                  <c:v>46105</c:v>
                </c:pt>
                <c:pt idx="1101">
                  <c:v>46106</c:v>
                </c:pt>
                <c:pt idx="1102">
                  <c:v>46107</c:v>
                </c:pt>
                <c:pt idx="1103">
                  <c:v>46108</c:v>
                </c:pt>
                <c:pt idx="1104">
                  <c:v>46111</c:v>
                </c:pt>
                <c:pt idx="1105">
                  <c:v>46112</c:v>
                </c:pt>
                <c:pt idx="1106">
                  <c:v>46113</c:v>
                </c:pt>
                <c:pt idx="1107">
                  <c:v>46114</c:v>
                </c:pt>
                <c:pt idx="1108">
                  <c:v>46115</c:v>
                </c:pt>
                <c:pt idx="1109">
                  <c:v>46118</c:v>
                </c:pt>
                <c:pt idx="1110">
                  <c:v>46119</c:v>
                </c:pt>
                <c:pt idx="1111">
                  <c:v>46120</c:v>
                </c:pt>
                <c:pt idx="1112">
                  <c:v>46121</c:v>
                </c:pt>
                <c:pt idx="1113">
                  <c:v>46122</c:v>
                </c:pt>
                <c:pt idx="1114">
                  <c:v>46125</c:v>
                </c:pt>
                <c:pt idx="1115">
                  <c:v>46126</c:v>
                </c:pt>
                <c:pt idx="1116">
                  <c:v>46127</c:v>
                </c:pt>
                <c:pt idx="1117">
                  <c:v>46128</c:v>
                </c:pt>
                <c:pt idx="1118">
                  <c:v>46129</c:v>
                </c:pt>
                <c:pt idx="1119">
                  <c:v>46132</c:v>
                </c:pt>
                <c:pt idx="1120">
                  <c:v>46133</c:v>
                </c:pt>
                <c:pt idx="1121">
                  <c:v>46134</c:v>
                </c:pt>
                <c:pt idx="1122">
                  <c:v>46135</c:v>
                </c:pt>
                <c:pt idx="1123">
                  <c:v>46136</c:v>
                </c:pt>
                <c:pt idx="1124">
                  <c:v>46139</c:v>
                </c:pt>
                <c:pt idx="1125">
                  <c:v>46140</c:v>
                </c:pt>
                <c:pt idx="1126">
                  <c:v>46141</c:v>
                </c:pt>
                <c:pt idx="1127">
                  <c:v>46142</c:v>
                </c:pt>
                <c:pt idx="1128">
                  <c:v>46143</c:v>
                </c:pt>
                <c:pt idx="1129">
                  <c:v>46146</c:v>
                </c:pt>
                <c:pt idx="1130">
                  <c:v>46147</c:v>
                </c:pt>
                <c:pt idx="1131">
                  <c:v>46148</c:v>
                </c:pt>
                <c:pt idx="1132">
                  <c:v>46149</c:v>
                </c:pt>
                <c:pt idx="1133">
                  <c:v>46150</c:v>
                </c:pt>
                <c:pt idx="1134">
                  <c:v>46153</c:v>
                </c:pt>
                <c:pt idx="1135">
                  <c:v>46154</c:v>
                </c:pt>
                <c:pt idx="1136">
                  <c:v>46155</c:v>
                </c:pt>
                <c:pt idx="1137">
                  <c:v>46156</c:v>
                </c:pt>
                <c:pt idx="1138">
                  <c:v>46157</c:v>
                </c:pt>
                <c:pt idx="1139">
                  <c:v>46160</c:v>
                </c:pt>
                <c:pt idx="1140">
                  <c:v>46161</c:v>
                </c:pt>
                <c:pt idx="1141">
                  <c:v>46162</c:v>
                </c:pt>
                <c:pt idx="1142">
                  <c:v>46163</c:v>
                </c:pt>
                <c:pt idx="1143">
                  <c:v>46164</c:v>
                </c:pt>
                <c:pt idx="1144">
                  <c:v>46168</c:v>
                </c:pt>
                <c:pt idx="1145">
                  <c:v>46169</c:v>
                </c:pt>
                <c:pt idx="1146">
                  <c:v>46170</c:v>
                </c:pt>
                <c:pt idx="1147">
                  <c:v>46171</c:v>
                </c:pt>
                <c:pt idx="1148">
                  <c:v>46174</c:v>
                </c:pt>
                <c:pt idx="1149">
                  <c:v>46175</c:v>
                </c:pt>
                <c:pt idx="1150">
                  <c:v>46176</c:v>
                </c:pt>
                <c:pt idx="1151">
                  <c:v>46177</c:v>
                </c:pt>
                <c:pt idx="1152">
                  <c:v>46178</c:v>
                </c:pt>
                <c:pt idx="1153">
                  <c:v>46181</c:v>
                </c:pt>
                <c:pt idx="1154">
                  <c:v>46182</c:v>
                </c:pt>
                <c:pt idx="1155">
                  <c:v>46183</c:v>
                </c:pt>
                <c:pt idx="1156">
                  <c:v>46184</c:v>
                </c:pt>
                <c:pt idx="1157">
                  <c:v>46185</c:v>
                </c:pt>
                <c:pt idx="1158">
                  <c:v>46188</c:v>
                </c:pt>
                <c:pt idx="1159">
                  <c:v>46189</c:v>
                </c:pt>
                <c:pt idx="1160">
                  <c:v>46190</c:v>
                </c:pt>
                <c:pt idx="1161">
                  <c:v>46191</c:v>
                </c:pt>
                <c:pt idx="1162">
                  <c:v>46192</c:v>
                </c:pt>
                <c:pt idx="1163">
                  <c:v>46195</c:v>
                </c:pt>
                <c:pt idx="1164">
                  <c:v>46196</c:v>
                </c:pt>
                <c:pt idx="1165">
                  <c:v>46197</c:v>
                </c:pt>
                <c:pt idx="1166">
                  <c:v>46198</c:v>
                </c:pt>
                <c:pt idx="1167">
                  <c:v>46199</c:v>
                </c:pt>
                <c:pt idx="1168">
                  <c:v>46202</c:v>
                </c:pt>
                <c:pt idx="1169">
                  <c:v>46203</c:v>
                </c:pt>
                <c:pt idx="1170">
                  <c:v>46204</c:v>
                </c:pt>
                <c:pt idx="1171">
                  <c:v>46205</c:v>
                </c:pt>
                <c:pt idx="1172">
                  <c:v>46206</c:v>
                </c:pt>
                <c:pt idx="1173">
                  <c:v>46209</c:v>
                </c:pt>
                <c:pt idx="1174">
                  <c:v>46210</c:v>
                </c:pt>
                <c:pt idx="1175">
                  <c:v>46211</c:v>
                </c:pt>
                <c:pt idx="1176">
                  <c:v>46212</c:v>
                </c:pt>
                <c:pt idx="1177">
                  <c:v>46213</c:v>
                </c:pt>
                <c:pt idx="1178">
                  <c:v>46216</c:v>
                </c:pt>
                <c:pt idx="1179">
                  <c:v>46217</c:v>
                </c:pt>
                <c:pt idx="1180">
                  <c:v>46218</c:v>
                </c:pt>
                <c:pt idx="1181">
                  <c:v>46219</c:v>
                </c:pt>
                <c:pt idx="1182">
                  <c:v>46220</c:v>
                </c:pt>
                <c:pt idx="1183">
                  <c:v>46223</c:v>
                </c:pt>
                <c:pt idx="1184">
                  <c:v>46224</c:v>
                </c:pt>
                <c:pt idx="1185">
                  <c:v>46225</c:v>
                </c:pt>
                <c:pt idx="1186">
                  <c:v>46226</c:v>
                </c:pt>
                <c:pt idx="1187">
                  <c:v>46227</c:v>
                </c:pt>
                <c:pt idx="1188">
                  <c:v>46230</c:v>
                </c:pt>
                <c:pt idx="1189">
                  <c:v>46231</c:v>
                </c:pt>
                <c:pt idx="1190">
                  <c:v>46232</c:v>
                </c:pt>
                <c:pt idx="1191">
                  <c:v>46233</c:v>
                </c:pt>
                <c:pt idx="1192">
                  <c:v>46234</c:v>
                </c:pt>
                <c:pt idx="1193">
                  <c:v>46237</c:v>
                </c:pt>
                <c:pt idx="1194">
                  <c:v>46238</c:v>
                </c:pt>
                <c:pt idx="1195">
                  <c:v>46239</c:v>
                </c:pt>
                <c:pt idx="1196">
                  <c:v>46240</c:v>
                </c:pt>
                <c:pt idx="1197">
                  <c:v>46241</c:v>
                </c:pt>
                <c:pt idx="1198">
                  <c:v>46244</c:v>
                </c:pt>
                <c:pt idx="1199">
                  <c:v>46245</c:v>
                </c:pt>
                <c:pt idx="1200">
                  <c:v>46246</c:v>
                </c:pt>
                <c:pt idx="1201">
                  <c:v>46247</c:v>
                </c:pt>
                <c:pt idx="1202">
                  <c:v>46248</c:v>
                </c:pt>
                <c:pt idx="1203">
                  <c:v>46251</c:v>
                </c:pt>
                <c:pt idx="1204">
                  <c:v>46252</c:v>
                </c:pt>
                <c:pt idx="1205">
                  <c:v>46253</c:v>
                </c:pt>
                <c:pt idx="1206">
                  <c:v>46254</c:v>
                </c:pt>
                <c:pt idx="1207">
                  <c:v>46255</c:v>
                </c:pt>
                <c:pt idx="1208">
                  <c:v>46258</c:v>
                </c:pt>
                <c:pt idx="1209">
                  <c:v>46259</c:v>
                </c:pt>
                <c:pt idx="1210">
                  <c:v>46260</c:v>
                </c:pt>
                <c:pt idx="1211">
                  <c:v>46261</c:v>
                </c:pt>
                <c:pt idx="1212">
                  <c:v>46262</c:v>
                </c:pt>
                <c:pt idx="1213">
                  <c:v>46265</c:v>
                </c:pt>
                <c:pt idx="1214">
                  <c:v>46266</c:v>
                </c:pt>
                <c:pt idx="1215">
                  <c:v>46267</c:v>
                </c:pt>
                <c:pt idx="1216">
                  <c:v>46268</c:v>
                </c:pt>
                <c:pt idx="1217">
                  <c:v>46269</c:v>
                </c:pt>
                <c:pt idx="1218">
                  <c:v>46272</c:v>
                </c:pt>
                <c:pt idx="1219">
                  <c:v>46273</c:v>
                </c:pt>
                <c:pt idx="1220">
                  <c:v>46274</c:v>
                </c:pt>
                <c:pt idx="1221">
                  <c:v>46275</c:v>
                </c:pt>
                <c:pt idx="1222">
                  <c:v>46276</c:v>
                </c:pt>
                <c:pt idx="1223">
                  <c:v>46279</c:v>
                </c:pt>
                <c:pt idx="1224">
                  <c:v>46280</c:v>
                </c:pt>
                <c:pt idx="1225">
                  <c:v>46281</c:v>
                </c:pt>
                <c:pt idx="1226">
                  <c:v>46282</c:v>
                </c:pt>
                <c:pt idx="1227">
                  <c:v>46283</c:v>
                </c:pt>
                <c:pt idx="1228">
                  <c:v>46286</c:v>
                </c:pt>
                <c:pt idx="1229">
                  <c:v>46287</c:v>
                </c:pt>
                <c:pt idx="1230">
                  <c:v>46288</c:v>
                </c:pt>
                <c:pt idx="1231">
                  <c:v>46289</c:v>
                </c:pt>
                <c:pt idx="1232">
                  <c:v>46290</c:v>
                </c:pt>
                <c:pt idx="1233">
                  <c:v>46293</c:v>
                </c:pt>
                <c:pt idx="1234">
                  <c:v>46294</c:v>
                </c:pt>
                <c:pt idx="1235">
                  <c:v>46295</c:v>
                </c:pt>
                <c:pt idx="1236">
                  <c:v>46296</c:v>
                </c:pt>
                <c:pt idx="1237">
                  <c:v>46297</c:v>
                </c:pt>
                <c:pt idx="1238">
                  <c:v>46300</c:v>
                </c:pt>
                <c:pt idx="1239">
                  <c:v>46301</c:v>
                </c:pt>
                <c:pt idx="1240">
                  <c:v>46302</c:v>
                </c:pt>
                <c:pt idx="1241">
                  <c:v>46303</c:v>
                </c:pt>
                <c:pt idx="1242">
                  <c:v>46304</c:v>
                </c:pt>
                <c:pt idx="1243">
                  <c:v>46307</c:v>
                </c:pt>
                <c:pt idx="1244">
                  <c:v>46308</c:v>
                </c:pt>
                <c:pt idx="1245">
                  <c:v>46309</c:v>
                </c:pt>
                <c:pt idx="1246">
                  <c:v>46310</c:v>
                </c:pt>
                <c:pt idx="1247">
                  <c:v>46311</c:v>
                </c:pt>
                <c:pt idx="1248">
                  <c:v>#N/A</c:v>
                </c:pt>
                <c:pt idx="1249">
                  <c:v>#N/A</c:v>
                </c:pt>
                <c:pt idx="1250">
                  <c:v>#N/A</c:v>
                </c:pt>
                <c:pt idx="1251">
                  <c:v>#N/A</c:v>
                </c:pt>
                <c:pt idx="1252">
                  <c:v>#N/A</c:v>
                </c:pt>
                <c:pt idx="1253">
                  <c:v>#N/A</c:v>
                </c:pt>
                <c:pt idx="1254">
                  <c:v>#N/A</c:v>
                </c:pt>
                <c:pt idx="1255">
                  <c:v>#N/A</c:v>
                </c:pt>
                <c:pt idx="1256">
                  <c:v>#N/A</c:v>
                </c:pt>
                <c:pt idx="1257">
                  <c:v>#N/A</c:v>
                </c:pt>
                <c:pt idx="1258">
                  <c:v>#N/A</c:v>
                </c:pt>
                <c:pt idx="1259">
                  <c:v>#N/A</c:v>
                </c:pt>
                <c:pt idx="1260">
                  <c:v>#N/A</c:v>
                </c:pt>
                <c:pt idx="1261">
                  <c:v>#N/A</c:v>
                </c:pt>
                <c:pt idx="1262">
                  <c:v>#N/A</c:v>
                </c:pt>
                <c:pt idx="1263">
                  <c:v>#N/A</c:v>
                </c:pt>
                <c:pt idx="1264">
                  <c:v>#N/A</c:v>
                </c:pt>
                <c:pt idx="1265">
                  <c:v>#N/A</c:v>
                </c:pt>
                <c:pt idx="1266">
                  <c:v>#N/A</c:v>
                </c:pt>
                <c:pt idx="1267">
                  <c:v>#N/A</c:v>
                </c:pt>
                <c:pt idx="1268">
                  <c:v>#N/A</c:v>
                </c:pt>
                <c:pt idx="1269">
                  <c:v>#N/A</c:v>
                </c:pt>
                <c:pt idx="1270">
                  <c:v>#N/A</c:v>
                </c:pt>
                <c:pt idx="1271">
                  <c:v>#N/A</c:v>
                </c:pt>
                <c:pt idx="1272">
                  <c:v>#N/A</c:v>
                </c:pt>
                <c:pt idx="1273">
                  <c:v>#N/A</c:v>
                </c:pt>
                <c:pt idx="1274">
                  <c:v>#N/A</c:v>
                </c:pt>
                <c:pt idx="1275">
                  <c:v>#N/A</c:v>
                </c:pt>
                <c:pt idx="1276">
                  <c:v>#N/A</c:v>
                </c:pt>
                <c:pt idx="1277">
                  <c:v>#N/A</c:v>
                </c:pt>
                <c:pt idx="1278">
                  <c:v>#N/A</c:v>
                </c:pt>
                <c:pt idx="1279">
                  <c:v>#N/A</c:v>
                </c:pt>
                <c:pt idx="1280">
                  <c:v>#N/A</c:v>
                </c:pt>
                <c:pt idx="1281">
                  <c:v>#N/A</c:v>
                </c:pt>
                <c:pt idx="1282">
                  <c:v>#N/A</c:v>
                </c:pt>
                <c:pt idx="1283">
                  <c:v>#N/A</c:v>
                </c:pt>
                <c:pt idx="1284">
                  <c:v>#N/A</c:v>
                </c:pt>
                <c:pt idx="1285">
                  <c:v>#N/A</c:v>
                </c:pt>
                <c:pt idx="1286">
                  <c:v>#N/A</c:v>
                </c:pt>
                <c:pt idx="1287">
                  <c:v>#N/A</c:v>
                </c:pt>
                <c:pt idx="1288">
                  <c:v>#N/A</c:v>
                </c:pt>
                <c:pt idx="1289">
                  <c:v>#N/A</c:v>
                </c:pt>
                <c:pt idx="1290">
                  <c:v>#N/A</c:v>
                </c:pt>
                <c:pt idx="1291">
                  <c:v>#N/A</c:v>
                </c:pt>
                <c:pt idx="1292">
                  <c:v>#N/A</c:v>
                </c:pt>
                <c:pt idx="1293">
                  <c:v>#N/A</c:v>
                </c:pt>
                <c:pt idx="1294">
                  <c:v>#N/A</c:v>
                </c:pt>
                <c:pt idx="1295">
                  <c:v>#N/A</c:v>
                </c:pt>
                <c:pt idx="1296">
                  <c:v>#N/A</c:v>
                </c:pt>
                <c:pt idx="1297">
                  <c:v>#N/A</c:v>
                </c:pt>
                <c:pt idx="1298">
                  <c:v>#N/A</c:v>
                </c:pt>
                <c:pt idx="1299">
                  <c:v>#N/A</c:v>
                </c:pt>
                <c:pt idx="1300">
                  <c:v>#N/A</c:v>
                </c:pt>
                <c:pt idx="1301">
                  <c:v>#N/A</c:v>
                </c:pt>
                <c:pt idx="1302">
                  <c:v>#N/A</c:v>
                </c:pt>
                <c:pt idx="1303">
                  <c:v>#N/A</c:v>
                </c:pt>
                <c:pt idx="1304">
                  <c:v>#N/A</c:v>
                </c:pt>
                <c:pt idx="1305">
                  <c:v>#N/A</c:v>
                </c:pt>
                <c:pt idx="1306">
                  <c:v>#N/A</c:v>
                </c:pt>
                <c:pt idx="1307">
                  <c:v>#N/A</c:v>
                </c:pt>
                <c:pt idx="1308">
                  <c:v>#N/A</c:v>
                </c:pt>
                <c:pt idx="1309">
                  <c:v>#N/A</c:v>
                </c:pt>
                <c:pt idx="1310">
                  <c:v>#N/A</c:v>
                </c:pt>
                <c:pt idx="1311">
                  <c:v>#N/A</c:v>
                </c:pt>
                <c:pt idx="1312">
                  <c:v>#N/A</c:v>
                </c:pt>
                <c:pt idx="1313">
                  <c:v>#N/A</c:v>
                </c:pt>
                <c:pt idx="1314">
                  <c:v>#N/A</c:v>
                </c:pt>
                <c:pt idx="1315">
                  <c:v>#N/A</c:v>
                </c:pt>
                <c:pt idx="1316">
                  <c:v>#N/A</c:v>
                </c:pt>
                <c:pt idx="1317">
                  <c:v>#N/A</c:v>
                </c:pt>
                <c:pt idx="1318">
                  <c:v>#N/A</c:v>
                </c:pt>
                <c:pt idx="1319">
                  <c:v>#N/A</c:v>
                </c:pt>
                <c:pt idx="1320">
                  <c:v>#N/A</c:v>
                </c:pt>
              </c:numCache>
            </c:numRef>
          </c:cat>
          <c:val>
            <c:numRef>
              <c:f>FI_INDEX!$AH$795:$AH$4550</c:f>
              <c:numCache>
                <c:formatCode>0.0</c:formatCode>
                <c:ptCount val="3756"/>
                <c:pt idx="0">
                  <c:v>100</c:v>
                </c:pt>
                <c:pt idx="1">
                  <c:v>98.865071504184669</c:v>
                </c:pt>
                <c:pt idx="2">
                  <c:v>98.812567935361017</c:v>
                </c:pt>
                <c:pt idx="3">
                  <c:v>98.550617697392141</c:v>
                </c:pt>
                <c:pt idx="4">
                  <c:v>98.390836566323372</c:v>
                </c:pt>
                <c:pt idx="5">
                  <c:v>98.065882045766102</c:v>
                </c:pt>
                <c:pt idx="6">
                  <c:v>97.942711511336512</c:v>
                </c:pt>
                <c:pt idx="7">
                  <c:v>98.173443411085927</c:v>
                </c:pt>
                <c:pt idx="8">
                  <c:v>98.118101811515047</c:v>
                </c:pt>
                <c:pt idx="9">
                  <c:v>98.309668886952721</c:v>
                </c:pt>
                <c:pt idx="10">
                  <c:v>97.630244326067015</c:v>
                </c:pt>
                <c:pt idx="11">
                  <c:v>97.630244326067015</c:v>
                </c:pt>
                <c:pt idx="12">
                  <c:v>96.873625328856804</c:v>
                </c:pt>
                <c:pt idx="13">
                  <c:v>97.130183308405975</c:v>
                </c:pt>
                <c:pt idx="14">
                  <c:v>97.220148883093032</c:v>
                </c:pt>
                <c:pt idx="15">
                  <c:v>97.500830123993623</c:v>
                </c:pt>
                <c:pt idx="16">
                  <c:v>97.194039000218567</c:v>
                </c:pt>
                <c:pt idx="17">
                  <c:v>97.071436071938464</c:v>
                </c:pt>
                <c:pt idx="18">
                  <c:v>96.537602488385403</c:v>
                </c:pt>
                <c:pt idx="19">
                  <c:v>96.756414658996448</c:v>
                </c:pt>
                <c:pt idx="20">
                  <c:v>96.657651188993029</c:v>
                </c:pt>
                <c:pt idx="21">
                  <c:v>96.633811730716346</c:v>
                </c:pt>
                <c:pt idx="22">
                  <c:v>96.700221650201428</c:v>
                </c:pt>
                <c:pt idx="23">
                  <c:v>96.880720405724944</c:v>
                </c:pt>
                <c:pt idx="24">
                  <c:v>96.330426243837991</c:v>
                </c:pt>
                <c:pt idx="25">
                  <c:v>95.497748022602153</c:v>
                </c:pt>
                <c:pt idx="26">
                  <c:v>95.529533966971087</c:v>
                </c:pt>
                <c:pt idx="27">
                  <c:v>95.291139384204172</c:v>
                </c:pt>
                <c:pt idx="28">
                  <c:v>95.453190939870765</c:v>
                </c:pt>
                <c:pt idx="29">
                  <c:v>94.512951353315088</c:v>
                </c:pt>
                <c:pt idx="30">
                  <c:v>95.125114585491531</c:v>
                </c:pt>
                <c:pt idx="31">
                  <c:v>94.397443501902998</c:v>
                </c:pt>
                <c:pt idx="32">
                  <c:v>94.0710699659721</c:v>
                </c:pt>
                <c:pt idx="33">
                  <c:v>94.053757978414041</c:v>
                </c:pt>
                <c:pt idx="34">
                  <c:v>94.145142568474682</c:v>
                </c:pt>
                <c:pt idx="35">
                  <c:v>94.292720167330401</c:v>
                </c:pt>
                <c:pt idx="36">
                  <c:v>94.292720167330401</c:v>
                </c:pt>
                <c:pt idx="37">
                  <c:v>94.159332722210834</c:v>
                </c:pt>
                <c:pt idx="38">
                  <c:v>93.586050511271367</c:v>
                </c:pt>
                <c:pt idx="39">
                  <c:v>93.504315225751284</c:v>
                </c:pt>
                <c:pt idx="40">
                  <c:v>93.78896970969798</c:v>
                </c:pt>
                <c:pt idx="41">
                  <c:v>94.700828988781424</c:v>
                </c:pt>
                <c:pt idx="42">
                  <c:v>95.240906239978386</c:v>
                </c:pt>
                <c:pt idx="43">
                  <c:v>93.864177524499468</c:v>
                </c:pt>
                <c:pt idx="44">
                  <c:v>94.222053201724577</c:v>
                </c:pt>
                <c:pt idx="45">
                  <c:v>94.563468300615781</c:v>
                </c:pt>
                <c:pt idx="46">
                  <c:v>93.7656978575708</c:v>
                </c:pt>
                <c:pt idx="47">
                  <c:v>92.931033014811888</c:v>
                </c:pt>
                <c:pt idx="48">
                  <c:v>92.759615957679486</c:v>
                </c:pt>
                <c:pt idx="49">
                  <c:v>92.098638596650773</c:v>
                </c:pt>
                <c:pt idx="50">
                  <c:v>92.020876554176809</c:v>
                </c:pt>
                <c:pt idx="51">
                  <c:v>90.906381879741502</c:v>
                </c:pt>
                <c:pt idx="52">
                  <c:v>91.043174961757757</c:v>
                </c:pt>
                <c:pt idx="53">
                  <c:v>91.638310009450848</c:v>
                </c:pt>
                <c:pt idx="54">
                  <c:v>92.177252048348905</c:v>
                </c:pt>
                <c:pt idx="55">
                  <c:v>92.562656623822079</c:v>
                </c:pt>
                <c:pt idx="56">
                  <c:v>91.664987498474773</c:v>
                </c:pt>
                <c:pt idx="57">
                  <c:v>91.392820349815878</c:v>
                </c:pt>
                <c:pt idx="58">
                  <c:v>91.955601846990632</c:v>
                </c:pt>
                <c:pt idx="59">
                  <c:v>91.561966982350512</c:v>
                </c:pt>
                <c:pt idx="60">
                  <c:v>90.963993903910179</c:v>
                </c:pt>
                <c:pt idx="61">
                  <c:v>91.249783600155766</c:v>
                </c:pt>
                <c:pt idx="62">
                  <c:v>91.900827853569226</c:v>
                </c:pt>
                <c:pt idx="63">
                  <c:v>92.212159826539832</c:v>
                </c:pt>
                <c:pt idx="64">
                  <c:v>92.31290991806631</c:v>
                </c:pt>
                <c:pt idx="65">
                  <c:v>92.211876023465109</c:v>
                </c:pt>
                <c:pt idx="66">
                  <c:v>92.346114877808859</c:v>
                </c:pt>
                <c:pt idx="67">
                  <c:v>91.423471081885964</c:v>
                </c:pt>
                <c:pt idx="68">
                  <c:v>90.926815701121569</c:v>
                </c:pt>
                <c:pt idx="69">
                  <c:v>90.688704921429391</c:v>
                </c:pt>
                <c:pt idx="70">
                  <c:v>90.035390243418178</c:v>
                </c:pt>
                <c:pt idx="71">
                  <c:v>89.328436784284392</c:v>
                </c:pt>
                <c:pt idx="72">
                  <c:v>89.49417777992231</c:v>
                </c:pt>
                <c:pt idx="73">
                  <c:v>89.52340949661874</c:v>
                </c:pt>
                <c:pt idx="74">
                  <c:v>88.893650473809487</c:v>
                </c:pt>
                <c:pt idx="75">
                  <c:v>88.893650473809487</c:v>
                </c:pt>
                <c:pt idx="76">
                  <c:v>88.492069123077115</c:v>
                </c:pt>
                <c:pt idx="77">
                  <c:v>87.904880561476233</c:v>
                </c:pt>
                <c:pt idx="78">
                  <c:v>88.545140298050214</c:v>
                </c:pt>
                <c:pt idx="79">
                  <c:v>88.004211637629112</c:v>
                </c:pt>
                <c:pt idx="80">
                  <c:v>87.61965847138012</c:v>
                </c:pt>
                <c:pt idx="81">
                  <c:v>88.074310997085604</c:v>
                </c:pt>
                <c:pt idx="82">
                  <c:v>88.514489565980213</c:v>
                </c:pt>
                <c:pt idx="83">
                  <c:v>87.970722874811898</c:v>
                </c:pt>
                <c:pt idx="84">
                  <c:v>87.838754445065931</c:v>
                </c:pt>
                <c:pt idx="85">
                  <c:v>87.265188431051726</c:v>
                </c:pt>
                <c:pt idx="86">
                  <c:v>86.622658269879977</c:v>
                </c:pt>
                <c:pt idx="87">
                  <c:v>86.929165590580283</c:v>
                </c:pt>
                <c:pt idx="88">
                  <c:v>87.413617439131599</c:v>
                </c:pt>
                <c:pt idx="89">
                  <c:v>86.605913888471321</c:v>
                </c:pt>
                <c:pt idx="90">
                  <c:v>86.111528932304708</c:v>
                </c:pt>
                <c:pt idx="91">
                  <c:v>86.359289016537474</c:v>
                </c:pt>
                <c:pt idx="92">
                  <c:v>86.623225876029409</c:v>
                </c:pt>
                <c:pt idx="93">
                  <c:v>87.111083361477412</c:v>
                </c:pt>
                <c:pt idx="94">
                  <c:v>87.099731238488502</c:v>
                </c:pt>
                <c:pt idx="95">
                  <c:v>86.632023771345786</c:v>
                </c:pt>
                <c:pt idx="96">
                  <c:v>86.717732299911972</c:v>
                </c:pt>
                <c:pt idx="97">
                  <c:v>86.17368180566892</c:v>
                </c:pt>
                <c:pt idx="98">
                  <c:v>86.529854664445651</c:v>
                </c:pt>
                <c:pt idx="99">
                  <c:v>86.66466112493886</c:v>
                </c:pt>
                <c:pt idx="100">
                  <c:v>87.011468482249754</c:v>
                </c:pt>
                <c:pt idx="101">
                  <c:v>86.641673075886331</c:v>
                </c:pt>
                <c:pt idx="102">
                  <c:v>87.469810447926633</c:v>
                </c:pt>
                <c:pt idx="103">
                  <c:v>87.999103182284102</c:v>
                </c:pt>
                <c:pt idx="104">
                  <c:v>88.314976004450244</c:v>
                </c:pt>
                <c:pt idx="105">
                  <c:v>88.456026132587326</c:v>
                </c:pt>
                <c:pt idx="106">
                  <c:v>88.456026132587326</c:v>
                </c:pt>
                <c:pt idx="107">
                  <c:v>88.079987058579988</c:v>
                </c:pt>
                <c:pt idx="108">
                  <c:v>87.85322840187672</c:v>
                </c:pt>
                <c:pt idx="109">
                  <c:v>87.891258013889555</c:v>
                </c:pt>
                <c:pt idx="110">
                  <c:v>87.704799393796876</c:v>
                </c:pt>
                <c:pt idx="111">
                  <c:v>87.156775656507705</c:v>
                </c:pt>
                <c:pt idx="112">
                  <c:v>87.464418189506915</c:v>
                </c:pt>
                <c:pt idx="113">
                  <c:v>87.176925674813006</c:v>
                </c:pt>
                <c:pt idx="114">
                  <c:v>87.000967768485054</c:v>
                </c:pt>
                <c:pt idx="115">
                  <c:v>86.136219799805573</c:v>
                </c:pt>
                <c:pt idx="116">
                  <c:v>84.445888686758281</c:v>
                </c:pt>
                <c:pt idx="117">
                  <c:v>83.931921318435798</c:v>
                </c:pt>
                <c:pt idx="118">
                  <c:v>84.964113101201576</c:v>
                </c:pt>
                <c:pt idx="119">
                  <c:v>85.006683562409961</c:v>
                </c:pt>
                <c:pt idx="120">
                  <c:v>85.114244927729771</c:v>
                </c:pt>
                <c:pt idx="121">
                  <c:v>85.114244927729771</c:v>
                </c:pt>
                <c:pt idx="122">
                  <c:v>84.67690438958239</c:v>
                </c:pt>
                <c:pt idx="123">
                  <c:v>85.282540151040195</c:v>
                </c:pt>
                <c:pt idx="124">
                  <c:v>85.582236197947196</c:v>
                </c:pt>
                <c:pt idx="125">
                  <c:v>85.407413503918121</c:v>
                </c:pt>
                <c:pt idx="126">
                  <c:v>85.037618097554713</c:v>
                </c:pt>
                <c:pt idx="127">
                  <c:v>85.007534971634144</c:v>
                </c:pt>
                <c:pt idx="128">
                  <c:v>85.409400125441209</c:v>
                </c:pt>
                <c:pt idx="129">
                  <c:v>85.613738339241408</c:v>
                </c:pt>
                <c:pt idx="130">
                  <c:v>86.087405670953274</c:v>
                </c:pt>
                <c:pt idx="131">
                  <c:v>86.087405670953274</c:v>
                </c:pt>
                <c:pt idx="132">
                  <c:v>86.376317201020797</c:v>
                </c:pt>
                <c:pt idx="133">
                  <c:v>85.948909770488683</c:v>
                </c:pt>
                <c:pt idx="134">
                  <c:v>85.882783654078338</c:v>
                </c:pt>
                <c:pt idx="135">
                  <c:v>85.666809514214521</c:v>
                </c:pt>
                <c:pt idx="136">
                  <c:v>86.16091066730641</c:v>
                </c:pt>
                <c:pt idx="137">
                  <c:v>86.254281878890126</c:v>
                </c:pt>
                <c:pt idx="138">
                  <c:v>86.540071575135684</c:v>
                </c:pt>
                <c:pt idx="139">
                  <c:v>86.131395147535272</c:v>
                </c:pt>
                <c:pt idx="140">
                  <c:v>86.573844141027678</c:v>
                </c:pt>
                <c:pt idx="141">
                  <c:v>86.438753877459774</c:v>
                </c:pt>
                <c:pt idx="142">
                  <c:v>86.266201608028496</c:v>
                </c:pt>
                <c:pt idx="143">
                  <c:v>86.37745241331973</c:v>
                </c:pt>
                <c:pt idx="144">
                  <c:v>87.195656677744708</c:v>
                </c:pt>
                <c:pt idx="145">
                  <c:v>87.94518059808685</c:v>
                </c:pt>
                <c:pt idx="146">
                  <c:v>87.483432995513326</c:v>
                </c:pt>
                <c:pt idx="147">
                  <c:v>87.378142054791269</c:v>
                </c:pt>
                <c:pt idx="148">
                  <c:v>87.613982409885679</c:v>
                </c:pt>
                <c:pt idx="149">
                  <c:v>88.203725199159067</c:v>
                </c:pt>
                <c:pt idx="150">
                  <c:v>88.385359166981502</c:v>
                </c:pt>
                <c:pt idx="151">
                  <c:v>88.926855433552049</c:v>
                </c:pt>
                <c:pt idx="152">
                  <c:v>87.911408032194885</c:v>
                </c:pt>
                <c:pt idx="153">
                  <c:v>88.488663486180485</c:v>
                </c:pt>
                <c:pt idx="154">
                  <c:v>88.649579829548117</c:v>
                </c:pt>
                <c:pt idx="155">
                  <c:v>87.596954225402328</c:v>
                </c:pt>
                <c:pt idx="156">
                  <c:v>88.068634935591163</c:v>
                </c:pt>
                <c:pt idx="157">
                  <c:v>87.7802910116731</c:v>
                </c:pt>
                <c:pt idx="158">
                  <c:v>88.026064474382807</c:v>
                </c:pt>
                <c:pt idx="159">
                  <c:v>87.597521831551802</c:v>
                </c:pt>
                <c:pt idx="160">
                  <c:v>88.126814565909285</c:v>
                </c:pt>
                <c:pt idx="161">
                  <c:v>88.324341505916138</c:v>
                </c:pt>
                <c:pt idx="162">
                  <c:v>88.255377358758565</c:v>
                </c:pt>
                <c:pt idx="163">
                  <c:v>87.655417658795173</c:v>
                </c:pt>
                <c:pt idx="164">
                  <c:v>87.770357904057789</c:v>
                </c:pt>
                <c:pt idx="165">
                  <c:v>87.040416395871475</c:v>
                </c:pt>
                <c:pt idx="166">
                  <c:v>86.595129371631842</c:v>
                </c:pt>
                <c:pt idx="167">
                  <c:v>86.505447600019522</c:v>
                </c:pt>
                <c:pt idx="168">
                  <c:v>86.318988979926843</c:v>
                </c:pt>
                <c:pt idx="169">
                  <c:v>86.900785283108007</c:v>
                </c:pt>
                <c:pt idx="170">
                  <c:v>86.836929591295444</c:v>
                </c:pt>
                <c:pt idx="171">
                  <c:v>86.320407995300457</c:v>
                </c:pt>
                <c:pt idx="172">
                  <c:v>86.291176278604055</c:v>
                </c:pt>
                <c:pt idx="173">
                  <c:v>85.793385685540756</c:v>
                </c:pt>
                <c:pt idx="174">
                  <c:v>85.048970220543623</c:v>
                </c:pt>
                <c:pt idx="175">
                  <c:v>85.40684589776869</c:v>
                </c:pt>
                <c:pt idx="176">
                  <c:v>85.40684589776869</c:v>
                </c:pt>
                <c:pt idx="177">
                  <c:v>84.476823221903004</c:v>
                </c:pt>
                <c:pt idx="178">
                  <c:v>85.082458983360851</c:v>
                </c:pt>
                <c:pt idx="179">
                  <c:v>84.880958800307866</c:v>
                </c:pt>
                <c:pt idx="180">
                  <c:v>85.046699795945798</c:v>
                </c:pt>
                <c:pt idx="181">
                  <c:v>84.951625765913761</c:v>
                </c:pt>
                <c:pt idx="182">
                  <c:v>84.552598642853923</c:v>
                </c:pt>
                <c:pt idx="183">
                  <c:v>84.620711380787327</c:v>
                </c:pt>
                <c:pt idx="184">
                  <c:v>84.418927394659605</c:v>
                </c:pt>
                <c:pt idx="185">
                  <c:v>84.200966633272714</c:v>
                </c:pt>
                <c:pt idx="186">
                  <c:v>84.14988207982266</c:v>
                </c:pt>
                <c:pt idx="187">
                  <c:v>83.747165516791412</c:v>
                </c:pt>
                <c:pt idx="188">
                  <c:v>84.109865846286795</c:v>
                </c:pt>
                <c:pt idx="189">
                  <c:v>83.00729090098983</c:v>
                </c:pt>
                <c:pt idx="190">
                  <c:v>82.846658360696864</c:v>
                </c:pt>
                <c:pt idx="191">
                  <c:v>81.773598935171051</c:v>
                </c:pt>
                <c:pt idx="192">
                  <c:v>80.837048788586756</c:v>
                </c:pt>
                <c:pt idx="193">
                  <c:v>81.878606072818371</c:v>
                </c:pt>
                <c:pt idx="194">
                  <c:v>81.297944981936112</c:v>
                </c:pt>
                <c:pt idx="195">
                  <c:v>81.284606237424143</c:v>
                </c:pt>
                <c:pt idx="196">
                  <c:v>82.248969085331254</c:v>
                </c:pt>
                <c:pt idx="197">
                  <c:v>82.575058818187415</c:v>
                </c:pt>
                <c:pt idx="198">
                  <c:v>82.044063265381595</c:v>
                </c:pt>
                <c:pt idx="199">
                  <c:v>81.924865973998124</c:v>
                </c:pt>
                <c:pt idx="200">
                  <c:v>81.407776771853719</c:v>
                </c:pt>
                <c:pt idx="201">
                  <c:v>81.407776771853719</c:v>
                </c:pt>
                <c:pt idx="202">
                  <c:v>80.796464948901416</c:v>
                </c:pt>
                <c:pt idx="203">
                  <c:v>80.74254236470415</c:v>
                </c:pt>
                <c:pt idx="204">
                  <c:v>80.424966724089643</c:v>
                </c:pt>
                <c:pt idx="205">
                  <c:v>80.085254443646804</c:v>
                </c:pt>
                <c:pt idx="206">
                  <c:v>80.170111562988822</c:v>
                </c:pt>
                <c:pt idx="207">
                  <c:v>80.442278711647717</c:v>
                </c:pt>
                <c:pt idx="208">
                  <c:v>79.706944945041698</c:v>
                </c:pt>
                <c:pt idx="209">
                  <c:v>79.230723385657313</c:v>
                </c:pt>
                <c:pt idx="210">
                  <c:v>79.111809897348579</c:v>
                </c:pt>
                <c:pt idx="211">
                  <c:v>79.160907829275573</c:v>
                </c:pt>
                <c:pt idx="212">
                  <c:v>80.034169890196736</c:v>
                </c:pt>
                <c:pt idx="213">
                  <c:v>80.441143499348811</c:v>
                </c:pt>
                <c:pt idx="214">
                  <c:v>80.858334019190892</c:v>
                </c:pt>
                <c:pt idx="215">
                  <c:v>80.672159202172921</c:v>
                </c:pt>
                <c:pt idx="216">
                  <c:v>80.443981530096011</c:v>
                </c:pt>
                <c:pt idx="217">
                  <c:v>80.753326881543558</c:v>
                </c:pt>
                <c:pt idx="218">
                  <c:v>80.68180850671348</c:v>
                </c:pt>
                <c:pt idx="219">
                  <c:v>80.279091943682232</c:v>
                </c:pt>
                <c:pt idx="220">
                  <c:v>80.197924264311595</c:v>
                </c:pt>
                <c:pt idx="221">
                  <c:v>80.071064289910623</c:v>
                </c:pt>
                <c:pt idx="222">
                  <c:v>80.465266760700189</c:v>
                </c:pt>
                <c:pt idx="223">
                  <c:v>80.511526661879984</c:v>
                </c:pt>
                <c:pt idx="224">
                  <c:v>82.299769835706527</c:v>
                </c:pt>
                <c:pt idx="225">
                  <c:v>82.299769835706527</c:v>
                </c:pt>
                <c:pt idx="226">
                  <c:v>82.401655139531911</c:v>
                </c:pt>
                <c:pt idx="227">
                  <c:v>83.140394543034631</c:v>
                </c:pt>
                <c:pt idx="228">
                  <c:v>83.764193701274721</c:v>
                </c:pt>
                <c:pt idx="229">
                  <c:v>83.362044744392932</c:v>
                </c:pt>
                <c:pt idx="230">
                  <c:v>83.316920055512057</c:v>
                </c:pt>
                <c:pt idx="231">
                  <c:v>83.422494799308808</c:v>
                </c:pt>
                <c:pt idx="232">
                  <c:v>83.921420604671013</c:v>
                </c:pt>
                <c:pt idx="233">
                  <c:v>84.497824649432445</c:v>
                </c:pt>
                <c:pt idx="234">
                  <c:v>84.497824649432445</c:v>
                </c:pt>
                <c:pt idx="235">
                  <c:v>84.565369781216404</c:v>
                </c:pt>
                <c:pt idx="236">
                  <c:v>84.440780231413228</c:v>
                </c:pt>
                <c:pt idx="237">
                  <c:v>84.03550944070949</c:v>
                </c:pt>
                <c:pt idx="238">
                  <c:v>84.609643060873154</c:v>
                </c:pt>
                <c:pt idx="239">
                  <c:v>85.659146831197006</c:v>
                </c:pt>
                <c:pt idx="240">
                  <c:v>86.023833782215448</c:v>
                </c:pt>
                <c:pt idx="241">
                  <c:v>85.413089565412605</c:v>
                </c:pt>
                <c:pt idx="242">
                  <c:v>85.84475404206556</c:v>
                </c:pt>
                <c:pt idx="243">
                  <c:v>86.537801150537945</c:v>
                </c:pt>
                <c:pt idx="244">
                  <c:v>86.414346813033646</c:v>
                </c:pt>
                <c:pt idx="245">
                  <c:v>85.798777943960516</c:v>
                </c:pt>
                <c:pt idx="246">
                  <c:v>85.822333599162477</c:v>
                </c:pt>
                <c:pt idx="247">
                  <c:v>86.393345385504176</c:v>
                </c:pt>
                <c:pt idx="248">
                  <c:v>86.53978777206099</c:v>
                </c:pt>
                <c:pt idx="249">
                  <c:v>86.566181458010178</c:v>
                </c:pt>
                <c:pt idx="250">
                  <c:v>86.26648541110319</c:v>
                </c:pt>
                <c:pt idx="251">
                  <c:v>85.633888357546695</c:v>
                </c:pt>
                <c:pt idx="252">
                  <c:v>84.958437039707121</c:v>
                </c:pt>
                <c:pt idx="253">
                  <c:v>85.189452742531245</c:v>
                </c:pt>
                <c:pt idx="254">
                  <c:v>85.169018921151221</c:v>
                </c:pt>
                <c:pt idx="255">
                  <c:v>84.844915809818133</c:v>
                </c:pt>
                <c:pt idx="256">
                  <c:v>84.844915809818133</c:v>
                </c:pt>
                <c:pt idx="257">
                  <c:v>84.217994817756093</c:v>
                </c:pt>
                <c:pt idx="258">
                  <c:v>84.065308763555379</c:v>
                </c:pt>
                <c:pt idx="259">
                  <c:v>84.414386545464083</c:v>
                </c:pt>
                <c:pt idx="260">
                  <c:v>100</c:v>
                </c:pt>
                <c:pt idx="261">
                  <c:v>100</c:v>
                </c:pt>
                <c:pt idx="262">
                  <c:v>100.34229499359881</c:v>
                </c:pt>
                <c:pt idx="263">
                  <c:v>100.87190890101745</c:v>
                </c:pt>
                <c:pt idx="264">
                  <c:v>100.845293443838</c:v>
                </c:pt>
                <c:pt idx="265">
                  <c:v>101.99548547941511</c:v>
                </c:pt>
                <c:pt idx="266">
                  <c:v>102.45165420119933</c:v>
                </c:pt>
                <c:pt idx="267">
                  <c:v>102.04736877568892</c:v>
                </c:pt>
                <c:pt idx="268">
                  <c:v>102.83303011926418</c:v>
                </c:pt>
                <c:pt idx="269">
                  <c:v>103.7369449498012</c:v>
                </c:pt>
                <c:pt idx="270">
                  <c:v>103.42699279024323</c:v>
                </c:pt>
                <c:pt idx="271">
                  <c:v>103.42699279024323</c:v>
                </c:pt>
                <c:pt idx="272">
                  <c:v>103.36500235833165</c:v>
                </c:pt>
                <c:pt idx="273">
                  <c:v>104.45219324843336</c:v>
                </c:pt>
                <c:pt idx="274">
                  <c:v>104.11764705882349</c:v>
                </c:pt>
                <c:pt idx="275">
                  <c:v>103.5240212923657</c:v>
                </c:pt>
                <c:pt idx="276">
                  <c:v>103.38555353412838</c:v>
                </c:pt>
                <c:pt idx="277">
                  <c:v>103.90303887878171</c:v>
                </c:pt>
                <c:pt idx="278">
                  <c:v>103.97446263728858</c:v>
                </c:pt>
                <c:pt idx="279">
                  <c:v>103.89091031601643</c:v>
                </c:pt>
                <c:pt idx="280">
                  <c:v>103.77501516070343</c:v>
                </c:pt>
                <c:pt idx="281">
                  <c:v>103.51593558385552</c:v>
                </c:pt>
                <c:pt idx="282">
                  <c:v>104.00680547132943</c:v>
                </c:pt>
                <c:pt idx="283">
                  <c:v>104.7301394784718</c:v>
                </c:pt>
                <c:pt idx="284">
                  <c:v>105.00235833164878</c:v>
                </c:pt>
                <c:pt idx="285">
                  <c:v>104.08429351121887</c:v>
                </c:pt>
                <c:pt idx="286">
                  <c:v>103.45866181524153</c:v>
                </c:pt>
                <c:pt idx="287">
                  <c:v>103.15612155515122</c:v>
                </c:pt>
                <c:pt idx="288">
                  <c:v>103.33670237854587</c:v>
                </c:pt>
                <c:pt idx="289">
                  <c:v>102.79900276261704</c:v>
                </c:pt>
                <c:pt idx="290">
                  <c:v>102.18886867461757</c:v>
                </c:pt>
                <c:pt idx="291">
                  <c:v>102.41594232194588</c:v>
                </c:pt>
                <c:pt idx="292">
                  <c:v>102.14001751903503</c:v>
                </c:pt>
                <c:pt idx="293">
                  <c:v>101.86106057543287</c:v>
                </c:pt>
                <c:pt idx="294">
                  <c:v>101.3146014419513</c:v>
                </c:pt>
                <c:pt idx="295">
                  <c:v>101.4931608382184</c:v>
                </c:pt>
                <c:pt idx="296">
                  <c:v>101.4931608382184</c:v>
                </c:pt>
                <c:pt idx="297">
                  <c:v>100.47537227949594</c:v>
                </c:pt>
                <c:pt idx="298">
                  <c:v>100.7122161579408</c:v>
                </c:pt>
                <c:pt idx="299">
                  <c:v>101.09359207600563</c:v>
                </c:pt>
                <c:pt idx="300">
                  <c:v>100.48750084226127</c:v>
                </c:pt>
                <c:pt idx="301">
                  <c:v>100.63472811805127</c:v>
                </c:pt>
                <c:pt idx="302">
                  <c:v>100.69840307256915</c:v>
                </c:pt>
                <c:pt idx="303">
                  <c:v>100.12633919547193</c:v>
                </c:pt>
                <c:pt idx="304">
                  <c:v>99.951485748938694</c:v>
                </c:pt>
                <c:pt idx="305">
                  <c:v>100.91301125261094</c:v>
                </c:pt>
                <c:pt idx="306">
                  <c:v>100.79442086112789</c:v>
                </c:pt>
                <c:pt idx="307">
                  <c:v>100.64786739438036</c:v>
                </c:pt>
                <c:pt idx="308">
                  <c:v>100.45010444040152</c:v>
                </c:pt>
                <c:pt idx="309">
                  <c:v>100.63203288188119</c:v>
                </c:pt>
                <c:pt idx="310">
                  <c:v>101.68856546054839</c:v>
                </c:pt>
                <c:pt idx="311">
                  <c:v>101.79536419378738</c:v>
                </c:pt>
                <c:pt idx="312">
                  <c:v>101.35873593423615</c:v>
                </c:pt>
                <c:pt idx="313">
                  <c:v>101.87453675628315</c:v>
                </c:pt>
                <c:pt idx="314">
                  <c:v>101.6848595108145</c:v>
                </c:pt>
                <c:pt idx="315">
                  <c:v>102.46378276396455</c:v>
                </c:pt>
                <c:pt idx="316">
                  <c:v>102.12856276531217</c:v>
                </c:pt>
                <c:pt idx="317">
                  <c:v>102.19830200121271</c:v>
                </c:pt>
                <c:pt idx="318">
                  <c:v>103.10625968600483</c:v>
                </c:pt>
                <c:pt idx="319">
                  <c:v>103.33299642881191</c:v>
                </c:pt>
                <c:pt idx="320">
                  <c:v>103.34647260966227</c:v>
                </c:pt>
                <c:pt idx="321">
                  <c:v>102.48568155784635</c:v>
                </c:pt>
                <c:pt idx="322">
                  <c:v>102.35428879455547</c:v>
                </c:pt>
                <c:pt idx="323">
                  <c:v>102.46445657300708</c:v>
                </c:pt>
                <c:pt idx="324">
                  <c:v>102.79731824001065</c:v>
                </c:pt>
                <c:pt idx="325">
                  <c:v>103.50212249848383</c:v>
                </c:pt>
                <c:pt idx="326">
                  <c:v>103.99703524021282</c:v>
                </c:pt>
                <c:pt idx="327">
                  <c:v>104.34606832423678</c:v>
                </c:pt>
                <c:pt idx="328">
                  <c:v>104.58324910720287</c:v>
                </c:pt>
                <c:pt idx="329">
                  <c:v>104.61997170002007</c:v>
                </c:pt>
                <c:pt idx="330">
                  <c:v>103.96873526042705</c:v>
                </c:pt>
                <c:pt idx="331">
                  <c:v>103.9121353008556</c:v>
                </c:pt>
                <c:pt idx="332">
                  <c:v>104.04184354154019</c:v>
                </c:pt>
                <c:pt idx="333">
                  <c:v>104.14695775217291</c:v>
                </c:pt>
                <c:pt idx="334">
                  <c:v>103.98996024526639</c:v>
                </c:pt>
                <c:pt idx="335">
                  <c:v>103.62846169395583</c:v>
                </c:pt>
                <c:pt idx="336">
                  <c:v>103.17566201738418</c:v>
                </c:pt>
                <c:pt idx="337">
                  <c:v>103.42463445859434</c:v>
                </c:pt>
                <c:pt idx="338">
                  <c:v>103.20194057004234</c:v>
                </c:pt>
                <c:pt idx="339">
                  <c:v>103.53446533252466</c:v>
                </c:pt>
                <c:pt idx="340">
                  <c:v>103.39599757428735</c:v>
                </c:pt>
                <c:pt idx="341">
                  <c:v>103.87069604474084</c:v>
                </c:pt>
                <c:pt idx="342">
                  <c:v>104.53473485614167</c:v>
                </c:pt>
                <c:pt idx="343">
                  <c:v>104.08631493834638</c:v>
                </c:pt>
                <c:pt idx="344">
                  <c:v>103.65743548278411</c:v>
                </c:pt>
                <c:pt idx="345">
                  <c:v>104.29452193248424</c:v>
                </c:pt>
                <c:pt idx="346">
                  <c:v>103.05841924398617</c:v>
                </c:pt>
                <c:pt idx="347">
                  <c:v>104.00983761202065</c:v>
                </c:pt>
                <c:pt idx="348">
                  <c:v>104.3615659322147</c:v>
                </c:pt>
                <c:pt idx="349">
                  <c:v>103.92257934101467</c:v>
                </c:pt>
                <c:pt idx="350">
                  <c:v>103.68270332187849</c:v>
                </c:pt>
                <c:pt idx="351">
                  <c:v>103.06178828919874</c:v>
                </c:pt>
                <c:pt idx="352">
                  <c:v>102.97688834984154</c:v>
                </c:pt>
                <c:pt idx="353">
                  <c:v>103.60689980459527</c:v>
                </c:pt>
                <c:pt idx="354">
                  <c:v>103.96031264739561</c:v>
                </c:pt>
                <c:pt idx="355">
                  <c:v>103.49471059901612</c:v>
                </c:pt>
                <c:pt idx="356">
                  <c:v>103.10255373627102</c:v>
                </c:pt>
                <c:pt idx="357">
                  <c:v>102.74038137591795</c:v>
                </c:pt>
                <c:pt idx="358">
                  <c:v>102.5702445926823</c:v>
                </c:pt>
                <c:pt idx="359">
                  <c:v>102.16157940839554</c:v>
                </c:pt>
                <c:pt idx="360">
                  <c:v>101.97291287649068</c:v>
                </c:pt>
                <c:pt idx="361">
                  <c:v>101.97493430361823</c:v>
                </c:pt>
                <c:pt idx="362">
                  <c:v>102.11003301664293</c:v>
                </c:pt>
                <c:pt idx="363">
                  <c:v>101.84050939963599</c:v>
                </c:pt>
                <c:pt idx="364">
                  <c:v>101.53796913954569</c:v>
                </c:pt>
                <c:pt idx="365">
                  <c:v>101.61815241560524</c:v>
                </c:pt>
                <c:pt idx="366">
                  <c:v>101.61815241560524</c:v>
                </c:pt>
                <c:pt idx="367">
                  <c:v>102.50522202007932</c:v>
                </c:pt>
                <c:pt idx="368">
                  <c:v>102.78384205916024</c:v>
                </c:pt>
                <c:pt idx="369">
                  <c:v>103.07256923387895</c:v>
                </c:pt>
                <c:pt idx="370">
                  <c:v>102.69355164746294</c:v>
                </c:pt>
                <c:pt idx="371">
                  <c:v>102.66727309480477</c:v>
                </c:pt>
                <c:pt idx="372">
                  <c:v>102.76228016979969</c:v>
                </c:pt>
                <c:pt idx="373">
                  <c:v>102.11003301664289</c:v>
                </c:pt>
                <c:pt idx="374">
                  <c:v>102.59584933629792</c:v>
                </c:pt>
                <c:pt idx="375">
                  <c:v>102.37753520652228</c:v>
                </c:pt>
                <c:pt idx="376">
                  <c:v>102.57698268310743</c:v>
                </c:pt>
                <c:pt idx="377">
                  <c:v>102.17539249376709</c:v>
                </c:pt>
                <c:pt idx="378">
                  <c:v>102.38023044269237</c:v>
                </c:pt>
                <c:pt idx="379">
                  <c:v>103.03112997776417</c:v>
                </c:pt>
                <c:pt idx="380">
                  <c:v>102.90512768681342</c:v>
                </c:pt>
                <c:pt idx="381">
                  <c:v>102.90512768681342</c:v>
                </c:pt>
                <c:pt idx="382">
                  <c:v>103.23394649956191</c:v>
                </c:pt>
                <c:pt idx="383">
                  <c:v>103.27808099184681</c:v>
                </c:pt>
                <c:pt idx="384">
                  <c:v>102.77002897378873</c:v>
                </c:pt>
                <c:pt idx="385">
                  <c:v>103.04932282191216</c:v>
                </c:pt>
                <c:pt idx="386">
                  <c:v>103.22451317296667</c:v>
                </c:pt>
                <c:pt idx="387">
                  <c:v>103.03180378680672</c:v>
                </c:pt>
                <c:pt idx="388">
                  <c:v>103.38285829795825</c:v>
                </c:pt>
                <c:pt idx="389">
                  <c:v>102.67333737618749</c:v>
                </c:pt>
                <c:pt idx="390">
                  <c:v>103.20699413786123</c:v>
                </c:pt>
                <c:pt idx="391">
                  <c:v>103.04763829930589</c:v>
                </c:pt>
                <c:pt idx="392">
                  <c:v>103.04763829930589</c:v>
                </c:pt>
                <c:pt idx="393">
                  <c:v>102.57630887406499</c:v>
                </c:pt>
                <c:pt idx="394">
                  <c:v>101.79266895761729</c:v>
                </c:pt>
                <c:pt idx="395">
                  <c:v>101.73539518900334</c:v>
                </c:pt>
                <c:pt idx="396">
                  <c:v>102.07297351930454</c:v>
                </c:pt>
                <c:pt idx="397">
                  <c:v>102.36810187992714</c:v>
                </c:pt>
                <c:pt idx="398">
                  <c:v>103.2154167508927</c:v>
                </c:pt>
                <c:pt idx="399">
                  <c:v>103.8632841452731</c:v>
                </c:pt>
                <c:pt idx="400">
                  <c:v>103.36702378545907</c:v>
                </c:pt>
                <c:pt idx="401">
                  <c:v>103.42800350380689</c:v>
                </c:pt>
                <c:pt idx="402">
                  <c:v>103.63115693012588</c:v>
                </c:pt>
                <c:pt idx="403">
                  <c:v>104.08665184286762</c:v>
                </c:pt>
                <c:pt idx="404">
                  <c:v>103.45259753385879</c:v>
                </c:pt>
                <c:pt idx="405">
                  <c:v>103.56882959369307</c:v>
                </c:pt>
                <c:pt idx="406">
                  <c:v>103.4748332322619</c:v>
                </c:pt>
                <c:pt idx="407">
                  <c:v>103.42396064955182</c:v>
                </c:pt>
                <c:pt idx="408">
                  <c:v>103.70055926150519</c:v>
                </c:pt>
                <c:pt idx="409">
                  <c:v>102.90175864160088</c:v>
                </c:pt>
                <c:pt idx="410">
                  <c:v>103.32558452934428</c:v>
                </c:pt>
                <c:pt idx="411">
                  <c:v>103.56276531231038</c:v>
                </c:pt>
                <c:pt idx="412">
                  <c:v>102.87312175729387</c:v>
                </c:pt>
                <c:pt idx="413">
                  <c:v>102.40212923657425</c:v>
                </c:pt>
                <c:pt idx="414">
                  <c:v>101.62455360150925</c:v>
                </c:pt>
                <c:pt idx="415">
                  <c:v>102.50589582912195</c:v>
                </c:pt>
                <c:pt idx="416">
                  <c:v>102.27882218179361</c:v>
                </c:pt>
                <c:pt idx="417">
                  <c:v>102.64840644161434</c:v>
                </c:pt>
                <c:pt idx="418">
                  <c:v>102.74846708442819</c:v>
                </c:pt>
                <c:pt idx="419">
                  <c:v>102.1049794488241</c:v>
                </c:pt>
                <c:pt idx="420">
                  <c:v>101.81793679671171</c:v>
                </c:pt>
                <c:pt idx="421">
                  <c:v>101.7380904251734</c:v>
                </c:pt>
                <c:pt idx="422">
                  <c:v>101.44700491880592</c:v>
                </c:pt>
                <c:pt idx="423">
                  <c:v>101.06293376457104</c:v>
                </c:pt>
                <c:pt idx="424">
                  <c:v>100.87123509197487</c:v>
                </c:pt>
                <c:pt idx="425">
                  <c:v>101.09662421669694</c:v>
                </c:pt>
                <c:pt idx="426">
                  <c:v>100.61384003773325</c:v>
                </c:pt>
                <c:pt idx="427">
                  <c:v>100.82440536351994</c:v>
                </c:pt>
                <c:pt idx="428">
                  <c:v>101.92305100734451</c:v>
                </c:pt>
                <c:pt idx="429">
                  <c:v>101.6744154706556</c:v>
                </c:pt>
                <c:pt idx="430">
                  <c:v>101.71753924937673</c:v>
                </c:pt>
                <c:pt idx="431">
                  <c:v>101.9786402533522</c:v>
                </c:pt>
                <c:pt idx="432">
                  <c:v>102.59787076342565</c:v>
                </c:pt>
                <c:pt idx="433">
                  <c:v>102.58338386901153</c:v>
                </c:pt>
                <c:pt idx="434">
                  <c:v>102.75823731554479</c:v>
                </c:pt>
                <c:pt idx="435">
                  <c:v>102.16393774004447</c:v>
                </c:pt>
                <c:pt idx="436">
                  <c:v>102.16393774004447</c:v>
                </c:pt>
                <c:pt idx="437">
                  <c:v>101.60939289805269</c:v>
                </c:pt>
                <c:pt idx="438">
                  <c:v>101.4618287177414</c:v>
                </c:pt>
                <c:pt idx="439">
                  <c:v>101.76470588235291</c:v>
                </c:pt>
                <c:pt idx="440">
                  <c:v>101.90384744963275</c:v>
                </c:pt>
                <c:pt idx="441">
                  <c:v>101.74482851559864</c:v>
                </c:pt>
                <c:pt idx="442">
                  <c:v>101.78795229431975</c:v>
                </c:pt>
                <c:pt idx="443">
                  <c:v>101.88700222356981</c:v>
                </c:pt>
                <c:pt idx="444">
                  <c:v>101.75695707836395</c:v>
                </c:pt>
                <c:pt idx="445">
                  <c:v>101.54942389326862</c:v>
                </c:pt>
                <c:pt idx="446">
                  <c:v>101.7273094804932</c:v>
                </c:pt>
                <c:pt idx="447">
                  <c:v>101.47597870763424</c:v>
                </c:pt>
                <c:pt idx="448">
                  <c:v>101.56222626507645</c:v>
                </c:pt>
                <c:pt idx="449">
                  <c:v>100.73344114278011</c:v>
                </c:pt>
                <c:pt idx="450">
                  <c:v>101.20881342227609</c:v>
                </c:pt>
                <c:pt idx="451">
                  <c:v>100.50906273162182</c:v>
                </c:pt>
                <c:pt idx="452">
                  <c:v>100.34936998854522</c:v>
                </c:pt>
                <c:pt idx="453">
                  <c:v>99.959571457448916</c:v>
                </c:pt>
                <c:pt idx="454">
                  <c:v>100.05862138669896</c:v>
                </c:pt>
                <c:pt idx="455">
                  <c:v>100.0151607034566</c:v>
                </c:pt>
                <c:pt idx="456">
                  <c:v>99.268580284347365</c:v>
                </c:pt>
                <c:pt idx="457">
                  <c:v>98.375446398490638</c:v>
                </c:pt>
                <c:pt idx="458">
                  <c:v>98.984232868405059</c:v>
                </c:pt>
                <c:pt idx="459">
                  <c:v>98.945151943939038</c:v>
                </c:pt>
                <c:pt idx="460">
                  <c:v>98.57792601576709</c:v>
                </c:pt>
                <c:pt idx="461">
                  <c:v>98.57792601576709</c:v>
                </c:pt>
                <c:pt idx="462">
                  <c:v>99.628057408530395</c:v>
                </c:pt>
                <c:pt idx="463">
                  <c:v>100.17283201940567</c:v>
                </c:pt>
                <c:pt idx="464">
                  <c:v>99.287446937537894</c:v>
                </c:pt>
                <c:pt idx="465">
                  <c:v>99.805606091233713</c:v>
                </c:pt>
                <c:pt idx="466">
                  <c:v>99.291152887271721</c:v>
                </c:pt>
                <c:pt idx="467">
                  <c:v>98.5917391011387</c:v>
                </c:pt>
                <c:pt idx="468">
                  <c:v>98.077622801697956</c:v>
                </c:pt>
                <c:pt idx="469">
                  <c:v>97.471868472474853</c:v>
                </c:pt>
                <c:pt idx="470">
                  <c:v>97.748803988949504</c:v>
                </c:pt>
                <c:pt idx="471">
                  <c:v>98.278754800889388</c:v>
                </c:pt>
                <c:pt idx="472">
                  <c:v>98.69382117108006</c:v>
                </c:pt>
                <c:pt idx="473">
                  <c:v>97.986658580958121</c:v>
                </c:pt>
                <c:pt idx="474">
                  <c:v>98.542214136513664</c:v>
                </c:pt>
                <c:pt idx="475">
                  <c:v>98.51121892055788</c:v>
                </c:pt>
                <c:pt idx="476">
                  <c:v>98.27909170541065</c:v>
                </c:pt>
                <c:pt idx="477">
                  <c:v>98.14230846977965</c:v>
                </c:pt>
                <c:pt idx="478">
                  <c:v>99.094737551377932</c:v>
                </c:pt>
                <c:pt idx="479">
                  <c:v>99.971700020214286</c:v>
                </c:pt>
                <c:pt idx="480">
                  <c:v>100.56161983693822</c:v>
                </c:pt>
                <c:pt idx="481">
                  <c:v>100.16104036116165</c:v>
                </c:pt>
                <c:pt idx="482">
                  <c:v>100.65191024863553</c:v>
                </c:pt>
                <c:pt idx="483">
                  <c:v>101.11650158345124</c:v>
                </c:pt>
                <c:pt idx="484">
                  <c:v>100.28299979785727</c:v>
                </c:pt>
                <c:pt idx="485">
                  <c:v>100.57206387709722</c:v>
                </c:pt>
                <c:pt idx="486">
                  <c:v>100.64112930395525</c:v>
                </c:pt>
                <c:pt idx="487">
                  <c:v>101.96347954989555</c:v>
                </c:pt>
                <c:pt idx="488">
                  <c:v>101.46789299912405</c:v>
                </c:pt>
                <c:pt idx="489">
                  <c:v>102.07802708712354</c:v>
                </c:pt>
                <c:pt idx="490">
                  <c:v>102.33306380971635</c:v>
                </c:pt>
                <c:pt idx="491">
                  <c:v>102.64874334613572</c:v>
                </c:pt>
                <c:pt idx="492">
                  <c:v>102.71679805942998</c:v>
                </c:pt>
                <c:pt idx="493">
                  <c:v>102.95768479212991</c:v>
                </c:pt>
                <c:pt idx="494">
                  <c:v>102.95768479212991</c:v>
                </c:pt>
                <c:pt idx="495">
                  <c:v>102.59113267300047</c:v>
                </c:pt>
                <c:pt idx="496">
                  <c:v>103.3009904992925</c:v>
                </c:pt>
                <c:pt idx="497">
                  <c:v>103.61768074927566</c:v>
                </c:pt>
                <c:pt idx="498">
                  <c:v>104.34573141971566</c:v>
                </c:pt>
                <c:pt idx="499">
                  <c:v>104.00950070749951</c:v>
                </c:pt>
                <c:pt idx="500">
                  <c:v>104.91072030186649</c:v>
                </c:pt>
                <c:pt idx="501">
                  <c:v>104.65197762953983</c:v>
                </c:pt>
                <c:pt idx="502">
                  <c:v>105.33488309413117</c:v>
                </c:pt>
                <c:pt idx="503">
                  <c:v>105.73681018799276</c:v>
                </c:pt>
                <c:pt idx="504">
                  <c:v>105.59295195741531</c:v>
                </c:pt>
                <c:pt idx="505">
                  <c:v>105.1714844013207</c:v>
                </c:pt>
                <c:pt idx="506">
                  <c:v>105.16373559733177</c:v>
                </c:pt>
                <c:pt idx="507">
                  <c:v>105.5056936864093</c:v>
                </c:pt>
                <c:pt idx="508">
                  <c:v>107.01435213260567</c:v>
                </c:pt>
                <c:pt idx="509">
                  <c:v>108.12883228892933</c:v>
                </c:pt>
                <c:pt idx="510">
                  <c:v>107.99070143521327</c:v>
                </c:pt>
                <c:pt idx="511">
                  <c:v>107.69186712485683</c:v>
                </c:pt>
                <c:pt idx="512">
                  <c:v>107.82494441075399</c:v>
                </c:pt>
                <c:pt idx="513">
                  <c:v>108.13388585674818</c:v>
                </c:pt>
                <c:pt idx="514">
                  <c:v>107.94690384744962</c:v>
                </c:pt>
                <c:pt idx="515">
                  <c:v>107.81315275250992</c:v>
                </c:pt>
                <c:pt idx="516">
                  <c:v>107.81315275250992</c:v>
                </c:pt>
                <c:pt idx="517">
                  <c:v>108.02472879186034</c:v>
                </c:pt>
                <c:pt idx="518">
                  <c:v>108.84913415538034</c:v>
                </c:pt>
                <c:pt idx="519">
                  <c:v>108.59578195539382</c:v>
                </c:pt>
                <c:pt idx="520">
                  <c:v>100</c:v>
                </c:pt>
                <c:pt idx="521">
                  <c:v>100</c:v>
                </c:pt>
                <c:pt idx="522">
                  <c:v>99.35611058505765</c:v>
                </c:pt>
                <c:pt idx="523">
                  <c:v>99.28191117803199</c:v>
                </c:pt>
                <c:pt idx="524">
                  <c:v>98.75102839136305</c:v>
                </c:pt>
                <c:pt idx="525">
                  <c:v>98.460129460890059</c:v>
                </c:pt>
                <c:pt idx="526">
                  <c:v>98.957172350630984</c:v>
                </c:pt>
                <c:pt idx="527">
                  <c:v>99.045963272845782</c:v>
                </c:pt>
                <c:pt idx="528">
                  <c:v>99.031061299886645</c:v>
                </c:pt>
                <c:pt idx="529">
                  <c:v>99.485571475140063</c:v>
                </c:pt>
                <c:pt idx="530">
                  <c:v>99.699476878657549</c:v>
                </c:pt>
                <c:pt idx="531">
                  <c:v>99.699476878657549</c:v>
                </c:pt>
                <c:pt idx="532">
                  <c:v>99.005603762748137</c:v>
                </c:pt>
                <c:pt idx="533">
                  <c:v>98.785178746061035</c:v>
                </c:pt>
                <c:pt idx="534">
                  <c:v>98.651992362738838</c:v>
                </c:pt>
                <c:pt idx="535">
                  <c:v>98.705701556945669</c:v>
                </c:pt>
                <c:pt idx="536">
                  <c:v>98.967727914810311</c:v>
                </c:pt>
                <c:pt idx="537">
                  <c:v>98.69266233060641</c:v>
                </c:pt>
                <c:pt idx="538">
                  <c:v>98.553266791884553</c:v>
                </c:pt>
                <c:pt idx="539">
                  <c:v>99.010571087067802</c:v>
                </c:pt>
                <c:pt idx="540">
                  <c:v>98.922711538162943</c:v>
                </c:pt>
                <c:pt idx="541">
                  <c:v>99.329100759069178</c:v>
                </c:pt>
                <c:pt idx="542">
                  <c:v>99.457940733611665</c:v>
                </c:pt>
                <c:pt idx="543">
                  <c:v>99.829869142049915</c:v>
                </c:pt>
                <c:pt idx="544">
                  <c:v>100.37937939491779</c:v>
                </c:pt>
                <c:pt idx="545">
                  <c:v>99.496127039319475</c:v>
                </c:pt>
                <c:pt idx="546">
                  <c:v>98.752270222443002</c:v>
                </c:pt>
                <c:pt idx="547">
                  <c:v>99.234100681454834</c:v>
                </c:pt>
                <c:pt idx="548">
                  <c:v>99.035097250896456</c:v>
                </c:pt>
                <c:pt idx="549">
                  <c:v>98.698250570466158</c:v>
                </c:pt>
                <c:pt idx="550">
                  <c:v>98.546436720945039</c:v>
                </c:pt>
                <c:pt idx="551">
                  <c:v>98.607907359401437</c:v>
                </c:pt>
                <c:pt idx="552">
                  <c:v>97.715030812933648</c:v>
                </c:pt>
                <c:pt idx="553">
                  <c:v>98.071746790642763</c:v>
                </c:pt>
                <c:pt idx="554">
                  <c:v>98.371338538675204</c:v>
                </c:pt>
                <c:pt idx="555">
                  <c:v>98.098756616631135</c:v>
                </c:pt>
                <c:pt idx="556">
                  <c:v>98.098756616631135</c:v>
                </c:pt>
                <c:pt idx="557">
                  <c:v>98.315766597848466</c:v>
                </c:pt>
                <c:pt idx="558">
                  <c:v>98.115210878440195</c:v>
                </c:pt>
                <c:pt idx="559">
                  <c:v>98.238773070892989</c:v>
                </c:pt>
                <c:pt idx="560">
                  <c:v>98.502662175377523</c:v>
                </c:pt>
                <c:pt idx="561">
                  <c:v>98.276028003290762</c:v>
                </c:pt>
                <c:pt idx="562">
                  <c:v>98.124214153769628</c:v>
                </c:pt>
                <c:pt idx="563">
                  <c:v>98.224802471243734</c:v>
                </c:pt>
                <c:pt idx="564">
                  <c:v>98.329426739727623</c:v>
                </c:pt>
                <c:pt idx="565">
                  <c:v>98.718430325514859</c:v>
                </c:pt>
                <c:pt idx="566">
                  <c:v>98.6339858120798</c:v>
                </c:pt>
                <c:pt idx="567">
                  <c:v>99.059933872494881</c:v>
                </c:pt>
                <c:pt idx="568">
                  <c:v>99.303022306390687</c:v>
                </c:pt>
                <c:pt idx="569">
                  <c:v>99.459803480231528</c:v>
                </c:pt>
                <c:pt idx="570">
                  <c:v>99.57932972167454</c:v>
                </c:pt>
                <c:pt idx="571">
                  <c:v>99.544868909206556</c:v>
                </c:pt>
                <c:pt idx="572">
                  <c:v>99.299296813150931</c:v>
                </c:pt>
                <c:pt idx="573">
                  <c:v>99.214852299715886</c:v>
                </c:pt>
                <c:pt idx="574">
                  <c:v>98.602319119541718</c:v>
                </c:pt>
                <c:pt idx="575">
                  <c:v>98.584002111112795</c:v>
                </c:pt>
                <c:pt idx="576">
                  <c:v>98.561028236134135</c:v>
                </c:pt>
                <c:pt idx="577">
                  <c:v>98.748544729203161</c:v>
                </c:pt>
                <c:pt idx="578">
                  <c:v>98.839508855807836</c:v>
                </c:pt>
                <c:pt idx="579">
                  <c:v>98.999084149578508</c:v>
                </c:pt>
                <c:pt idx="580">
                  <c:v>99.355179211747696</c:v>
                </c:pt>
                <c:pt idx="581">
                  <c:v>99.128545039660963</c:v>
                </c:pt>
                <c:pt idx="582">
                  <c:v>99.15493395010941</c:v>
                </c:pt>
                <c:pt idx="583">
                  <c:v>99.491780630539679</c:v>
                </c:pt>
                <c:pt idx="584">
                  <c:v>99.600751307803307</c:v>
                </c:pt>
                <c:pt idx="585">
                  <c:v>99.600751307803307</c:v>
                </c:pt>
                <c:pt idx="586">
                  <c:v>98.771208146411837</c:v>
                </c:pt>
                <c:pt idx="587">
                  <c:v>98.645472749569194</c:v>
                </c:pt>
                <c:pt idx="588">
                  <c:v>98.749786560283084</c:v>
                </c:pt>
                <c:pt idx="589">
                  <c:v>98.936682137812127</c:v>
                </c:pt>
                <c:pt idx="590">
                  <c:v>98.427841852811895</c:v>
                </c:pt>
                <c:pt idx="591">
                  <c:v>98.4843451669486</c:v>
                </c:pt>
                <c:pt idx="592">
                  <c:v>98.85347945545702</c:v>
                </c:pt>
                <c:pt idx="593">
                  <c:v>97.739556976762174</c:v>
                </c:pt>
                <c:pt idx="594">
                  <c:v>97.601713726890253</c:v>
                </c:pt>
                <c:pt idx="595">
                  <c:v>97.763151767280803</c:v>
                </c:pt>
                <c:pt idx="596">
                  <c:v>97.078281926700853</c:v>
                </c:pt>
                <c:pt idx="597">
                  <c:v>96.689588798683573</c:v>
                </c:pt>
                <c:pt idx="598">
                  <c:v>97.167693764455635</c:v>
                </c:pt>
                <c:pt idx="599">
                  <c:v>96.931745859269427</c:v>
                </c:pt>
                <c:pt idx="600">
                  <c:v>97.056239425032132</c:v>
                </c:pt>
                <c:pt idx="601">
                  <c:v>97.165210102295745</c:v>
                </c:pt>
                <c:pt idx="602">
                  <c:v>97.356452088604541</c:v>
                </c:pt>
                <c:pt idx="603">
                  <c:v>97.08231787771058</c:v>
                </c:pt>
                <c:pt idx="604">
                  <c:v>96.777448347588404</c:v>
                </c:pt>
                <c:pt idx="605">
                  <c:v>97.083870166560445</c:v>
                </c:pt>
                <c:pt idx="606">
                  <c:v>97.442138433119467</c:v>
                </c:pt>
                <c:pt idx="607">
                  <c:v>97.066174073671462</c:v>
                </c:pt>
                <c:pt idx="608">
                  <c:v>97.389360612222561</c:v>
                </c:pt>
                <c:pt idx="609">
                  <c:v>97.800096241908562</c:v>
                </c:pt>
                <c:pt idx="610">
                  <c:v>98.347743748156546</c:v>
                </c:pt>
                <c:pt idx="611">
                  <c:v>98.567858307073678</c:v>
                </c:pt>
                <c:pt idx="612">
                  <c:v>98.704459725865661</c:v>
                </c:pt>
                <c:pt idx="613">
                  <c:v>98.469132736219422</c:v>
                </c:pt>
                <c:pt idx="614">
                  <c:v>98.634606727619754</c:v>
                </c:pt>
                <c:pt idx="615">
                  <c:v>98.371338538675161</c:v>
                </c:pt>
                <c:pt idx="616">
                  <c:v>98.453609847720344</c:v>
                </c:pt>
                <c:pt idx="617">
                  <c:v>98.70135514816586</c:v>
                </c:pt>
                <c:pt idx="618">
                  <c:v>99.374738051256472</c:v>
                </c:pt>
                <c:pt idx="619">
                  <c:v>99.257385014203336</c:v>
                </c:pt>
                <c:pt idx="620">
                  <c:v>99.041616864065944</c:v>
                </c:pt>
                <c:pt idx="621">
                  <c:v>98.978593936759637</c:v>
                </c:pt>
                <c:pt idx="622">
                  <c:v>99.157417612269143</c:v>
                </c:pt>
                <c:pt idx="623">
                  <c:v>99.052482886015298</c:v>
                </c:pt>
                <c:pt idx="624">
                  <c:v>98.731159094084092</c:v>
                </c:pt>
                <c:pt idx="625">
                  <c:v>98.792008817000536</c:v>
                </c:pt>
                <c:pt idx="626">
                  <c:v>98.44677977678073</c:v>
                </c:pt>
                <c:pt idx="627">
                  <c:v>98.035733689324786</c:v>
                </c:pt>
                <c:pt idx="628">
                  <c:v>98.470995482839285</c:v>
                </c:pt>
                <c:pt idx="629">
                  <c:v>98.884214774685105</c:v>
                </c:pt>
                <c:pt idx="630">
                  <c:v>99.457940733611537</c:v>
                </c:pt>
                <c:pt idx="631">
                  <c:v>99.840424706229143</c:v>
                </c:pt>
                <c:pt idx="632">
                  <c:v>100.10120923301389</c:v>
                </c:pt>
                <c:pt idx="633">
                  <c:v>100.04781049657703</c:v>
                </c:pt>
                <c:pt idx="634">
                  <c:v>99.24434578786402</c:v>
                </c:pt>
                <c:pt idx="635">
                  <c:v>99.088495987333147</c:v>
                </c:pt>
                <c:pt idx="636">
                  <c:v>99.479983235280244</c:v>
                </c:pt>
                <c:pt idx="637">
                  <c:v>99.937287530463493</c:v>
                </c:pt>
                <c:pt idx="638">
                  <c:v>100.40607876313609</c:v>
                </c:pt>
                <c:pt idx="639">
                  <c:v>100.45761475295306</c:v>
                </c:pt>
                <c:pt idx="640">
                  <c:v>100.0502941587369</c:v>
                </c:pt>
                <c:pt idx="641">
                  <c:v>100.44861147762361</c:v>
                </c:pt>
                <c:pt idx="642">
                  <c:v>100.44861147762361</c:v>
                </c:pt>
                <c:pt idx="643">
                  <c:v>100.16112758262041</c:v>
                </c:pt>
                <c:pt idx="644">
                  <c:v>100.16516353363016</c:v>
                </c:pt>
                <c:pt idx="645">
                  <c:v>100.33250027165042</c:v>
                </c:pt>
                <c:pt idx="646">
                  <c:v>100.31759829869128</c:v>
                </c:pt>
                <c:pt idx="647">
                  <c:v>99.774607658993034</c:v>
                </c:pt>
                <c:pt idx="648">
                  <c:v>99.980751618260953</c:v>
                </c:pt>
                <c:pt idx="649">
                  <c:v>99.513202216668319</c:v>
                </c:pt>
                <c:pt idx="650">
                  <c:v>98.987907669859055</c:v>
                </c:pt>
                <c:pt idx="651">
                  <c:v>99.415718476894028</c:v>
                </c:pt>
                <c:pt idx="652">
                  <c:v>99.994411760140181</c:v>
                </c:pt>
                <c:pt idx="653">
                  <c:v>99.994411760140181</c:v>
                </c:pt>
                <c:pt idx="654">
                  <c:v>100.47096443706232</c:v>
                </c:pt>
                <c:pt idx="655">
                  <c:v>100.55354620387753</c:v>
                </c:pt>
                <c:pt idx="656">
                  <c:v>100.40049052327647</c:v>
                </c:pt>
                <c:pt idx="657">
                  <c:v>100.51535989816976</c:v>
                </c:pt>
                <c:pt idx="658">
                  <c:v>101.02047468993021</c:v>
                </c:pt>
                <c:pt idx="659">
                  <c:v>101.29336706974424</c:v>
                </c:pt>
                <c:pt idx="660">
                  <c:v>100.98197792645244</c:v>
                </c:pt>
                <c:pt idx="661">
                  <c:v>101.4206547554368</c:v>
                </c:pt>
                <c:pt idx="662">
                  <c:v>101.43586718616592</c:v>
                </c:pt>
                <c:pt idx="663">
                  <c:v>101.14093230468316</c:v>
                </c:pt>
                <c:pt idx="664">
                  <c:v>100.85158566306008</c:v>
                </c:pt>
                <c:pt idx="665">
                  <c:v>100.80625882864273</c:v>
                </c:pt>
                <c:pt idx="666">
                  <c:v>100.77521305164454</c:v>
                </c:pt>
                <c:pt idx="667">
                  <c:v>100.38031076822766</c:v>
                </c:pt>
                <c:pt idx="668">
                  <c:v>100.60570310923447</c:v>
                </c:pt>
                <c:pt idx="669">
                  <c:v>101.02482109870996</c:v>
                </c:pt>
                <c:pt idx="670">
                  <c:v>101.22351407149833</c:v>
                </c:pt>
                <c:pt idx="671">
                  <c:v>101.32255010012256</c:v>
                </c:pt>
                <c:pt idx="672">
                  <c:v>101.88509957932962</c:v>
                </c:pt>
                <c:pt idx="673">
                  <c:v>102.15830241691366</c:v>
                </c:pt>
                <c:pt idx="674">
                  <c:v>103.10581953089819</c:v>
                </c:pt>
                <c:pt idx="675">
                  <c:v>102.86335201254238</c:v>
                </c:pt>
                <c:pt idx="676">
                  <c:v>102.34581890998267</c:v>
                </c:pt>
                <c:pt idx="677">
                  <c:v>102.05460952173971</c:v>
                </c:pt>
                <c:pt idx="678">
                  <c:v>101.9248381738873</c:v>
                </c:pt>
                <c:pt idx="679">
                  <c:v>102.32408686608393</c:v>
                </c:pt>
                <c:pt idx="680">
                  <c:v>102.5417177628412</c:v>
                </c:pt>
                <c:pt idx="681">
                  <c:v>103.02603188401285</c:v>
                </c:pt>
                <c:pt idx="682">
                  <c:v>103.38243740395201</c:v>
                </c:pt>
                <c:pt idx="683">
                  <c:v>103.10954502413796</c:v>
                </c:pt>
                <c:pt idx="684">
                  <c:v>103.32934912528508</c:v>
                </c:pt>
                <c:pt idx="685">
                  <c:v>103.5510159730521</c:v>
                </c:pt>
                <c:pt idx="686">
                  <c:v>103.81397370422674</c:v>
                </c:pt>
                <c:pt idx="687">
                  <c:v>104.02135949457458</c:v>
                </c:pt>
                <c:pt idx="688">
                  <c:v>103.6329768243273</c:v>
                </c:pt>
                <c:pt idx="689">
                  <c:v>104.1051830924697</c:v>
                </c:pt>
                <c:pt idx="690">
                  <c:v>104.04650657394312</c:v>
                </c:pt>
                <c:pt idx="691">
                  <c:v>104.02011766349466</c:v>
                </c:pt>
                <c:pt idx="692">
                  <c:v>103.9189084304806</c:v>
                </c:pt>
                <c:pt idx="693">
                  <c:v>103.77330373635913</c:v>
                </c:pt>
                <c:pt idx="694">
                  <c:v>103.48737213020584</c:v>
                </c:pt>
                <c:pt idx="695">
                  <c:v>103.48737213020584</c:v>
                </c:pt>
                <c:pt idx="696">
                  <c:v>103.88227441362275</c:v>
                </c:pt>
                <c:pt idx="697">
                  <c:v>104.41626177799152</c:v>
                </c:pt>
                <c:pt idx="698">
                  <c:v>104.70591887738455</c:v>
                </c:pt>
                <c:pt idx="699">
                  <c:v>104.79657254621924</c:v>
                </c:pt>
                <c:pt idx="700">
                  <c:v>105.00240604771722</c:v>
                </c:pt>
                <c:pt idx="701">
                  <c:v>105.26908927213161</c:v>
                </c:pt>
                <c:pt idx="702">
                  <c:v>105.22717747318407</c:v>
                </c:pt>
                <c:pt idx="703">
                  <c:v>105.18122972322675</c:v>
                </c:pt>
                <c:pt idx="704">
                  <c:v>105.45163844088096</c:v>
                </c:pt>
                <c:pt idx="705">
                  <c:v>105.87106688812641</c:v>
                </c:pt>
                <c:pt idx="706">
                  <c:v>105.79190015678105</c:v>
                </c:pt>
                <c:pt idx="707">
                  <c:v>105.44698157433123</c:v>
                </c:pt>
                <c:pt idx="708">
                  <c:v>105.57830521103358</c:v>
                </c:pt>
                <c:pt idx="709">
                  <c:v>105.52087052358695</c:v>
                </c:pt>
                <c:pt idx="710">
                  <c:v>105.52552739013672</c:v>
                </c:pt>
                <c:pt idx="711">
                  <c:v>105.68665497275728</c:v>
                </c:pt>
                <c:pt idx="712">
                  <c:v>105.25791279241237</c:v>
                </c:pt>
                <c:pt idx="713">
                  <c:v>105.21693236677478</c:v>
                </c:pt>
                <c:pt idx="714">
                  <c:v>105.50596855062786</c:v>
                </c:pt>
                <c:pt idx="715">
                  <c:v>105.3221775507986</c:v>
                </c:pt>
                <c:pt idx="716">
                  <c:v>105.6521941602893</c:v>
                </c:pt>
                <c:pt idx="717">
                  <c:v>105.46654041384015</c:v>
                </c:pt>
                <c:pt idx="718">
                  <c:v>105.07225904596322</c:v>
                </c:pt>
                <c:pt idx="719">
                  <c:v>104.41750360907152</c:v>
                </c:pt>
                <c:pt idx="720">
                  <c:v>104.09711119045025</c:v>
                </c:pt>
                <c:pt idx="721">
                  <c:v>104.17907204172546</c:v>
                </c:pt>
                <c:pt idx="722">
                  <c:v>103.95957839834831</c:v>
                </c:pt>
                <c:pt idx="723">
                  <c:v>103.97292808245753</c:v>
                </c:pt>
                <c:pt idx="724">
                  <c:v>103.96268297604813</c:v>
                </c:pt>
                <c:pt idx="725">
                  <c:v>103.96268297604813</c:v>
                </c:pt>
                <c:pt idx="726">
                  <c:v>104.43675199081041</c:v>
                </c:pt>
                <c:pt idx="727">
                  <c:v>104.62023253286964</c:v>
                </c:pt>
                <c:pt idx="728">
                  <c:v>104.10425171915983</c:v>
                </c:pt>
                <c:pt idx="729">
                  <c:v>104.03905558746365</c:v>
                </c:pt>
                <c:pt idx="730">
                  <c:v>103.20081960851267</c:v>
                </c:pt>
                <c:pt idx="731">
                  <c:v>103.14307446329605</c:v>
                </c:pt>
                <c:pt idx="732">
                  <c:v>102.89967557163028</c:v>
                </c:pt>
                <c:pt idx="733">
                  <c:v>103.14152217444612</c:v>
                </c:pt>
                <c:pt idx="734">
                  <c:v>102.95524751245702</c:v>
                </c:pt>
                <c:pt idx="735">
                  <c:v>102.86024743484258</c:v>
                </c:pt>
                <c:pt idx="736">
                  <c:v>102.92606448207877</c:v>
                </c:pt>
                <c:pt idx="737">
                  <c:v>102.90526381148999</c:v>
                </c:pt>
                <c:pt idx="738">
                  <c:v>102.76586827276813</c:v>
                </c:pt>
                <c:pt idx="739">
                  <c:v>102.25920119215778</c:v>
                </c:pt>
                <c:pt idx="740">
                  <c:v>102.84782912404332</c:v>
                </c:pt>
                <c:pt idx="741">
                  <c:v>103.10333586873834</c:v>
                </c:pt>
                <c:pt idx="742">
                  <c:v>102.38866208224015</c:v>
                </c:pt>
                <c:pt idx="743">
                  <c:v>103.19088495987324</c:v>
                </c:pt>
                <c:pt idx="744">
                  <c:v>103.53549308455311</c:v>
                </c:pt>
                <c:pt idx="745">
                  <c:v>103.53549308455311</c:v>
                </c:pt>
                <c:pt idx="746">
                  <c:v>102.72054143835078</c:v>
                </c:pt>
                <c:pt idx="747">
                  <c:v>102.4569627916362</c:v>
                </c:pt>
                <c:pt idx="748">
                  <c:v>102.4125673305288</c:v>
                </c:pt>
                <c:pt idx="749">
                  <c:v>102.36755095388142</c:v>
                </c:pt>
                <c:pt idx="750">
                  <c:v>102.59170146380832</c:v>
                </c:pt>
                <c:pt idx="751">
                  <c:v>102.75344996196887</c:v>
                </c:pt>
                <c:pt idx="752">
                  <c:v>102.53302494528178</c:v>
                </c:pt>
                <c:pt idx="753">
                  <c:v>102.50042687943372</c:v>
                </c:pt>
                <c:pt idx="754">
                  <c:v>102.51501839462289</c:v>
                </c:pt>
                <c:pt idx="755">
                  <c:v>103.58764998991012</c:v>
                </c:pt>
                <c:pt idx="756">
                  <c:v>103.37032955092283</c:v>
                </c:pt>
                <c:pt idx="757">
                  <c:v>103.64104872634697</c:v>
                </c:pt>
                <c:pt idx="758">
                  <c:v>103.64104872634697</c:v>
                </c:pt>
                <c:pt idx="759">
                  <c:v>104.14057527824772</c:v>
                </c:pt>
                <c:pt idx="760">
                  <c:v>104.2967355365486</c:v>
                </c:pt>
                <c:pt idx="761">
                  <c:v>104.07196411108174</c:v>
                </c:pt>
                <c:pt idx="762">
                  <c:v>104.49046118501725</c:v>
                </c:pt>
                <c:pt idx="763">
                  <c:v>104.48704614954745</c:v>
                </c:pt>
                <c:pt idx="764">
                  <c:v>104.66493845174703</c:v>
                </c:pt>
                <c:pt idx="765">
                  <c:v>104.42433368001112</c:v>
                </c:pt>
                <c:pt idx="766">
                  <c:v>104.30356560748817</c:v>
                </c:pt>
                <c:pt idx="767">
                  <c:v>104.09059157728062</c:v>
                </c:pt>
                <c:pt idx="768">
                  <c:v>103.60472516725905</c:v>
                </c:pt>
                <c:pt idx="769">
                  <c:v>103.20206143959261</c:v>
                </c:pt>
                <c:pt idx="770">
                  <c:v>103.30202884152678</c:v>
                </c:pt>
                <c:pt idx="771">
                  <c:v>103.26570528243892</c:v>
                </c:pt>
                <c:pt idx="772">
                  <c:v>102.56562301112989</c:v>
                </c:pt>
                <c:pt idx="773">
                  <c:v>101.98599835457379</c:v>
                </c:pt>
                <c:pt idx="774">
                  <c:v>102.19462597600162</c:v>
                </c:pt>
                <c:pt idx="775">
                  <c:v>101.92732183604728</c:v>
                </c:pt>
                <c:pt idx="776">
                  <c:v>102.10769780040673</c:v>
                </c:pt>
                <c:pt idx="777">
                  <c:v>102.10769780040673</c:v>
                </c:pt>
                <c:pt idx="778">
                  <c:v>102.20300833579113</c:v>
                </c:pt>
                <c:pt idx="779">
                  <c:v>101.9006224678288</c:v>
                </c:pt>
                <c:pt idx="780">
                  <c:v>100</c:v>
                </c:pt>
                <c:pt idx="781">
                  <c:v>100</c:v>
                </c:pt>
                <c:pt idx="782">
                  <c:v>100</c:v>
                </c:pt>
                <c:pt idx="783">
                  <c:v>100.0407356741146</c:v>
                </c:pt>
                <c:pt idx="784">
                  <c:v>99.857729138166874</c:v>
                </c:pt>
                <c:pt idx="785">
                  <c:v>99.699954400364788</c:v>
                </c:pt>
                <c:pt idx="786">
                  <c:v>99.298677610579091</c:v>
                </c:pt>
                <c:pt idx="787">
                  <c:v>99.437908496732007</c:v>
                </c:pt>
                <c:pt idx="788">
                  <c:v>99.386228910168697</c:v>
                </c:pt>
                <c:pt idx="789">
                  <c:v>98.900136798905592</c:v>
                </c:pt>
                <c:pt idx="790">
                  <c:v>98.769721842225238</c:v>
                </c:pt>
                <c:pt idx="791">
                  <c:v>98.771849825201357</c:v>
                </c:pt>
                <c:pt idx="792">
                  <c:v>99.729746162030651</c:v>
                </c:pt>
                <c:pt idx="793">
                  <c:v>99.940720474236144</c:v>
                </c:pt>
                <c:pt idx="794">
                  <c:v>99.960176318589376</c:v>
                </c:pt>
                <c:pt idx="795">
                  <c:v>99.960176318589376</c:v>
                </c:pt>
                <c:pt idx="796">
                  <c:v>100.39063687490489</c:v>
                </c:pt>
                <c:pt idx="797">
                  <c:v>100.22526219790228</c:v>
                </c:pt>
                <c:pt idx="798">
                  <c:v>100.02006383948914</c:v>
                </c:pt>
                <c:pt idx="799">
                  <c:v>100.21036631706932</c:v>
                </c:pt>
                <c:pt idx="800">
                  <c:v>100.75148198814396</c:v>
                </c:pt>
                <c:pt idx="801">
                  <c:v>100.73263413892676</c:v>
                </c:pt>
                <c:pt idx="802">
                  <c:v>100.61133910928702</c:v>
                </c:pt>
                <c:pt idx="803">
                  <c:v>100.75391396868814</c:v>
                </c:pt>
                <c:pt idx="804">
                  <c:v>100.55266757865924</c:v>
                </c:pt>
                <c:pt idx="805">
                  <c:v>100.63748290013667</c:v>
                </c:pt>
                <c:pt idx="806">
                  <c:v>100.85636114911071</c:v>
                </c:pt>
                <c:pt idx="807">
                  <c:v>101.39261285909703</c:v>
                </c:pt>
                <c:pt idx="808">
                  <c:v>101.28256573947398</c:v>
                </c:pt>
                <c:pt idx="809">
                  <c:v>100.92324061407498</c:v>
                </c:pt>
                <c:pt idx="810">
                  <c:v>100.91594467244252</c:v>
                </c:pt>
                <c:pt idx="811">
                  <c:v>100.73810609515114</c:v>
                </c:pt>
                <c:pt idx="812">
                  <c:v>100.25444596443218</c:v>
                </c:pt>
                <c:pt idx="813">
                  <c:v>100.94269645842824</c:v>
                </c:pt>
                <c:pt idx="814">
                  <c:v>101.27496580027351</c:v>
                </c:pt>
                <c:pt idx="815">
                  <c:v>101.27496580027351</c:v>
                </c:pt>
                <c:pt idx="816">
                  <c:v>100.91807265541865</c:v>
                </c:pt>
                <c:pt idx="817">
                  <c:v>101.02325581395338</c:v>
                </c:pt>
                <c:pt idx="818">
                  <c:v>101.15032679738553</c:v>
                </c:pt>
                <c:pt idx="819">
                  <c:v>101.53913968688241</c:v>
                </c:pt>
                <c:pt idx="820">
                  <c:v>101.77169782641727</c:v>
                </c:pt>
                <c:pt idx="821">
                  <c:v>102.36266909864705</c:v>
                </c:pt>
                <c:pt idx="822">
                  <c:v>102.55813953488357</c:v>
                </c:pt>
                <c:pt idx="823">
                  <c:v>102.29426964584266</c:v>
                </c:pt>
                <c:pt idx="824">
                  <c:v>102.60252317981437</c:v>
                </c:pt>
                <c:pt idx="825">
                  <c:v>102.8749050007598</c:v>
                </c:pt>
                <c:pt idx="826">
                  <c:v>102.54597963216274</c:v>
                </c:pt>
                <c:pt idx="827">
                  <c:v>102.28818969448223</c:v>
                </c:pt>
                <c:pt idx="828">
                  <c:v>102.10335917312639</c:v>
                </c:pt>
                <c:pt idx="829">
                  <c:v>101.93068855449135</c:v>
                </c:pt>
                <c:pt idx="830">
                  <c:v>102.3195014439882</c:v>
                </c:pt>
                <c:pt idx="831">
                  <c:v>101.79115367077038</c:v>
                </c:pt>
                <c:pt idx="832">
                  <c:v>101.54339565283452</c:v>
                </c:pt>
                <c:pt idx="833">
                  <c:v>101.73400212798275</c:v>
                </c:pt>
                <c:pt idx="834">
                  <c:v>101.65648274813776</c:v>
                </c:pt>
                <c:pt idx="835">
                  <c:v>101.86411308709509</c:v>
                </c:pt>
                <c:pt idx="836">
                  <c:v>102.01732786137687</c:v>
                </c:pt>
                <c:pt idx="837">
                  <c:v>102.42255661954678</c:v>
                </c:pt>
                <c:pt idx="838">
                  <c:v>102.49490804073542</c:v>
                </c:pt>
                <c:pt idx="839">
                  <c:v>102.29609363125071</c:v>
                </c:pt>
                <c:pt idx="840">
                  <c:v>101.89481684146503</c:v>
                </c:pt>
                <c:pt idx="841">
                  <c:v>102.03161574707379</c:v>
                </c:pt>
                <c:pt idx="842">
                  <c:v>101.72336221310206</c:v>
                </c:pt>
                <c:pt idx="843">
                  <c:v>101.59507523939784</c:v>
                </c:pt>
                <c:pt idx="844">
                  <c:v>102.08633530931729</c:v>
                </c:pt>
                <c:pt idx="845">
                  <c:v>102.30673354613143</c:v>
                </c:pt>
                <c:pt idx="846">
                  <c:v>102.56087551299568</c:v>
                </c:pt>
                <c:pt idx="847">
                  <c:v>102.60951512387878</c:v>
                </c:pt>
                <c:pt idx="848">
                  <c:v>102.82504939960458</c:v>
                </c:pt>
                <c:pt idx="849">
                  <c:v>102.64721082231318</c:v>
                </c:pt>
                <c:pt idx="850">
                  <c:v>101.13087095303213</c:v>
                </c:pt>
                <c:pt idx="851">
                  <c:v>100.37422100623171</c:v>
                </c:pt>
                <c:pt idx="852">
                  <c:v>100.49034807721515</c:v>
                </c:pt>
                <c:pt idx="853">
                  <c:v>99.905152758777703</c:v>
                </c:pt>
                <c:pt idx="854">
                  <c:v>99.756801945584201</c:v>
                </c:pt>
                <c:pt idx="855">
                  <c:v>100.46268429852539</c:v>
                </c:pt>
                <c:pt idx="856">
                  <c:v>100.75725794193627</c:v>
                </c:pt>
                <c:pt idx="857">
                  <c:v>101.12813497492</c:v>
                </c:pt>
                <c:pt idx="858">
                  <c:v>100.9779601763184</c:v>
                </c:pt>
                <c:pt idx="859">
                  <c:v>100.9779601763184</c:v>
                </c:pt>
                <c:pt idx="860">
                  <c:v>100.28150174798581</c:v>
                </c:pt>
                <c:pt idx="861">
                  <c:v>100.52834777321763</c:v>
                </c:pt>
                <c:pt idx="862">
                  <c:v>100.92172062623482</c:v>
                </c:pt>
                <c:pt idx="863">
                  <c:v>101.57227542179646</c:v>
                </c:pt>
                <c:pt idx="864">
                  <c:v>102.01246390028867</c:v>
                </c:pt>
                <c:pt idx="865">
                  <c:v>102.30855753153961</c:v>
                </c:pt>
                <c:pt idx="866">
                  <c:v>102.51253989968063</c:v>
                </c:pt>
                <c:pt idx="867">
                  <c:v>102.27329381364933</c:v>
                </c:pt>
                <c:pt idx="868">
                  <c:v>101.89907280741738</c:v>
                </c:pt>
                <c:pt idx="869">
                  <c:v>101.57349141206855</c:v>
                </c:pt>
                <c:pt idx="870">
                  <c:v>101.4230126158989</c:v>
                </c:pt>
                <c:pt idx="871">
                  <c:v>101.612099103207</c:v>
                </c:pt>
                <c:pt idx="872">
                  <c:v>101.81456148350796</c:v>
                </c:pt>
                <c:pt idx="873">
                  <c:v>101.41176470588219</c:v>
                </c:pt>
                <c:pt idx="874">
                  <c:v>101.47165222678203</c:v>
                </c:pt>
                <c:pt idx="875">
                  <c:v>101.29168566651452</c:v>
                </c:pt>
                <c:pt idx="876">
                  <c:v>101.35005319957429</c:v>
                </c:pt>
                <c:pt idx="877">
                  <c:v>101.04818361453097</c:v>
                </c:pt>
                <c:pt idx="878">
                  <c:v>101.53214774281791</c:v>
                </c:pt>
                <c:pt idx="879">
                  <c:v>101.66165070679416</c:v>
                </c:pt>
                <c:pt idx="880">
                  <c:v>101.6884024927799</c:v>
                </c:pt>
                <c:pt idx="881">
                  <c:v>101.57774737802083</c:v>
                </c:pt>
                <c:pt idx="882">
                  <c:v>100.82383340933256</c:v>
                </c:pt>
                <c:pt idx="883">
                  <c:v>101.08800729594148</c:v>
                </c:pt>
                <c:pt idx="884">
                  <c:v>101.13786289709668</c:v>
                </c:pt>
                <c:pt idx="885">
                  <c:v>101.86897704818348</c:v>
                </c:pt>
                <c:pt idx="886">
                  <c:v>101.67654658762716</c:v>
                </c:pt>
                <c:pt idx="887">
                  <c:v>102.07599939200475</c:v>
                </c:pt>
                <c:pt idx="888">
                  <c:v>102.26174190606464</c:v>
                </c:pt>
                <c:pt idx="889">
                  <c:v>101.99513603891158</c:v>
                </c:pt>
                <c:pt idx="890">
                  <c:v>102.09971120231027</c:v>
                </c:pt>
                <c:pt idx="891">
                  <c:v>102.75087399300793</c:v>
                </c:pt>
                <c:pt idx="892">
                  <c:v>102.532907736738</c:v>
                </c:pt>
                <c:pt idx="893">
                  <c:v>102.02735978112163</c:v>
                </c:pt>
                <c:pt idx="894">
                  <c:v>102.2258701930383</c:v>
                </c:pt>
                <c:pt idx="895">
                  <c:v>102.40310077519364</c:v>
                </c:pt>
                <c:pt idx="896">
                  <c:v>102.70497036023697</c:v>
                </c:pt>
                <c:pt idx="897">
                  <c:v>103.14424684602508</c:v>
                </c:pt>
                <c:pt idx="898">
                  <c:v>102.69615443076441</c:v>
                </c:pt>
                <c:pt idx="899">
                  <c:v>102.53868369053032</c:v>
                </c:pt>
                <c:pt idx="900">
                  <c:v>102.88949688402474</c:v>
                </c:pt>
                <c:pt idx="901">
                  <c:v>102.91837665298658</c:v>
                </c:pt>
                <c:pt idx="902">
                  <c:v>102.91837665298658</c:v>
                </c:pt>
                <c:pt idx="903">
                  <c:v>102.98586411308686</c:v>
                </c:pt>
                <c:pt idx="904">
                  <c:v>103.19775041799645</c:v>
                </c:pt>
                <c:pt idx="905">
                  <c:v>103.62851497187999</c:v>
                </c:pt>
                <c:pt idx="906">
                  <c:v>103.60419516643844</c:v>
                </c:pt>
                <c:pt idx="907">
                  <c:v>103.85408116735044</c:v>
                </c:pt>
                <c:pt idx="908">
                  <c:v>103.6783705730352</c:v>
                </c:pt>
                <c:pt idx="909">
                  <c:v>104.17267061863484</c:v>
                </c:pt>
                <c:pt idx="910">
                  <c:v>104.23286213710267</c:v>
                </c:pt>
                <c:pt idx="911">
                  <c:v>104.15503875968969</c:v>
                </c:pt>
                <c:pt idx="912">
                  <c:v>103.95713634290904</c:v>
                </c:pt>
                <c:pt idx="913">
                  <c:v>103.95713634290904</c:v>
                </c:pt>
                <c:pt idx="914">
                  <c:v>103.55920352637158</c:v>
                </c:pt>
                <c:pt idx="915">
                  <c:v>103.40416476668166</c:v>
                </c:pt>
                <c:pt idx="916">
                  <c:v>103.77899376804965</c:v>
                </c:pt>
                <c:pt idx="917">
                  <c:v>103.82611339109266</c:v>
                </c:pt>
                <c:pt idx="918">
                  <c:v>103.3126614987078</c:v>
                </c:pt>
                <c:pt idx="919">
                  <c:v>103.30536555707535</c:v>
                </c:pt>
                <c:pt idx="920">
                  <c:v>103.05335157318723</c:v>
                </c:pt>
                <c:pt idx="921">
                  <c:v>103.25915792673636</c:v>
                </c:pt>
                <c:pt idx="922">
                  <c:v>103.31022951816365</c:v>
                </c:pt>
                <c:pt idx="923">
                  <c:v>103.47712418300632</c:v>
                </c:pt>
                <c:pt idx="924">
                  <c:v>103.84587323301392</c:v>
                </c:pt>
                <c:pt idx="925">
                  <c:v>104.02036783705709</c:v>
                </c:pt>
                <c:pt idx="926">
                  <c:v>103.85772913816668</c:v>
                </c:pt>
                <c:pt idx="927">
                  <c:v>103.79328165374656</c:v>
                </c:pt>
                <c:pt idx="928">
                  <c:v>104.05563155494735</c:v>
                </c:pt>
                <c:pt idx="929">
                  <c:v>103.8908648730808</c:v>
                </c:pt>
                <c:pt idx="930">
                  <c:v>104.44444444444423</c:v>
                </c:pt>
                <c:pt idx="931">
                  <c:v>104.17540659674702</c:v>
                </c:pt>
                <c:pt idx="932">
                  <c:v>104.24076607387123</c:v>
                </c:pt>
                <c:pt idx="933">
                  <c:v>104.93053655570738</c:v>
                </c:pt>
                <c:pt idx="934">
                  <c:v>105.09439124486985</c:v>
                </c:pt>
                <c:pt idx="935">
                  <c:v>105.14333485332102</c:v>
                </c:pt>
                <c:pt idx="936">
                  <c:v>105.09560723514197</c:v>
                </c:pt>
                <c:pt idx="937">
                  <c:v>105.06368749049993</c:v>
                </c:pt>
                <c:pt idx="938">
                  <c:v>104.80924152606764</c:v>
                </c:pt>
                <c:pt idx="939">
                  <c:v>104.90500075999377</c:v>
                </c:pt>
                <c:pt idx="940">
                  <c:v>104.92628058975517</c:v>
                </c:pt>
                <c:pt idx="941">
                  <c:v>105.40446876424976</c:v>
                </c:pt>
                <c:pt idx="942">
                  <c:v>105.11263109895107</c:v>
                </c:pt>
                <c:pt idx="943">
                  <c:v>105.0056239550082</c:v>
                </c:pt>
                <c:pt idx="944">
                  <c:v>104.91716066271455</c:v>
                </c:pt>
                <c:pt idx="945">
                  <c:v>105.07615139078872</c:v>
                </c:pt>
                <c:pt idx="946">
                  <c:v>105.09803921568613</c:v>
                </c:pt>
                <c:pt idx="947">
                  <c:v>104.82778537771684</c:v>
                </c:pt>
                <c:pt idx="948">
                  <c:v>105.38531691746454</c:v>
                </c:pt>
                <c:pt idx="949">
                  <c:v>105.30019759841908</c:v>
                </c:pt>
                <c:pt idx="950">
                  <c:v>105.33910928712559</c:v>
                </c:pt>
                <c:pt idx="951">
                  <c:v>105.38197294421634</c:v>
                </c:pt>
                <c:pt idx="952">
                  <c:v>105.56224350205189</c:v>
                </c:pt>
                <c:pt idx="953">
                  <c:v>105.2968536251709</c:v>
                </c:pt>
                <c:pt idx="954">
                  <c:v>105.2968536251709</c:v>
                </c:pt>
                <c:pt idx="955">
                  <c:v>104.98100015199869</c:v>
                </c:pt>
                <c:pt idx="956">
                  <c:v>105.44398844809233</c:v>
                </c:pt>
                <c:pt idx="957">
                  <c:v>105.94740842073253</c:v>
                </c:pt>
                <c:pt idx="958">
                  <c:v>106.52743578051363</c:v>
                </c:pt>
                <c:pt idx="959">
                  <c:v>106.9177686578506</c:v>
                </c:pt>
                <c:pt idx="960">
                  <c:v>106.70497036023698</c:v>
                </c:pt>
                <c:pt idx="961">
                  <c:v>107.00683994528029</c:v>
                </c:pt>
                <c:pt idx="962">
                  <c:v>107.30840553275559</c:v>
                </c:pt>
                <c:pt idx="963">
                  <c:v>107.15397476820171</c:v>
                </c:pt>
                <c:pt idx="964">
                  <c:v>107.40842073263396</c:v>
                </c:pt>
                <c:pt idx="965">
                  <c:v>107.45645234838101</c:v>
                </c:pt>
                <c:pt idx="966">
                  <c:v>107.25125398996786</c:v>
                </c:pt>
                <c:pt idx="967">
                  <c:v>107.02568779449743</c:v>
                </c:pt>
                <c:pt idx="968">
                  <c:v>107.01808785529693</c:v>
                </c:pt>
                <c:pt idx="969">
                  <c:v>106.84450524395781</c:v>
                </c:pt>
                <c:pt idx="970">
                  <c:v>107.03571971424203</c:v>
                </c:pt>
                <c:pt idx="971">
                  <c:v>106.73871409028705</c:v>
                </c:pt>
                <c:pt idx="972">
                  <c:v>106.52530779753738</c:v>
                </c:pt>
                <c:pt idx="973">
                  <c:v>106.58610731114125</c:v>
                </c:pt>
                <c:pt idx="974">
                  <c:v>106.94360845113214</c:v>
                </c:pt>
                <c:pt idx="975">
                  <c:v>106.8773369813039</c:v>
                </c:pt>
                <c:pt idx="976">
                  <c:v>107.15579875360973</c:v>
                </c:pt>
                <c:pt idx="977">
                  <c:v>107.32360541115646</c:v>
                </c:pt>
                <c:pt idx="978">
                  <c:v>107.18893448852384</c:v>
                </c:pt>
                <c:pt idx="979">
                  <c:v>106.96853625170974</c:v>
                </c:pt>
                <c:pt idx="980">
                  <c:v>107.13512691898437</c:v>
                </c:pt>
                <c:pt idx="981">
                  <c:v>107.12479100167171</c:v>
                </c:pt>
                <c:pt idx="982">
                  <c:v>106.93600851193162</c:v>
                </c:pt>
                <c:pt idx="983">
                  <c:v>107.30171758625904</c:v>
                </c:pt>
                <c:pt idx="984">
                  <c:v>107.30171758625904</c:v>
                </c:pt>
                <c:pt idx="985">
                  <c:v>107.69144246846</c:v>
                </c:pt>
                <c:pt idx="986">
                  <c:v>107.71819425444566</c:v>
                </c:pt>
                <c:pt idx="987">
                  <c:v>107.99878400972763</c:v>
                </c:pt>
                <c:pt idx="988">
                  <c:v>107.87384100927166</c:v>
                </c:pt>
                <c:pt idx="989">
                  <c:v>108.09849521203802</c:v>
                </c:pt>
                <c:pt idx="990">
                  <c:v>108.25110199118382</c:v>
                </c:pt>
                <c:pt idx="991">
                  <c:v>108.19972640218853</c:v>
                </c:pt>
                <c:pt idx="992">
                  <c:v>108.06627146982801</c:v>
                </c:pt>
                <c:pt idx="993">
                  <c:v>108.21158230734127</c:v>
                </c:pt>
                <c:pt idx="994">
                  <c:v>108.38212494300022</c:v>
                </c:pt>
                <c:pt idx="995">
                  <c:v>108.41100471196204</c:v>
                </c:pt>
                <c:pt idx="996">
                  <c:v>107.87049703602347</c:v>
                </c:pt>
                <c:pt idx="997">
                  <c:v>107.53579571363403</c:v>
                </c:pt>
                <c:pt idx="998">
                  <c:v>107.28773369813017</c:v>
                </c:pt>
                <c:pt idx="999">
                  <c:v>107.02994376044968</c:v>
                </c:pt>
                <c:pt idx="1000">
                  <c:v>107.17799057607515</c:v>
                </c:pt>
                <c:pt idx="1001">
                  <c:v>106.85484116127046</c:v>
                </c:pt>
                <c:pt idx="1002">
                  <c:v>107.23696610427088</c:v>
                </c:pt>
                <c:pt idx="1003">
                  <c:v>107.08223134214897</c:v>
                </c:pt>
                <c:pt idx="1004">
                  <c:v>107.12083903328744</c:v>
                </c:pt>
                <c:pt idx="1005">
                  <c:v>107.12083903328744</c:v>
                </c:pt>
                <c:pt idx="1006">
                  <c:v>107.39960480316127</c:v>
                </c:pt>
                <c:pt idx="1007">
                  <c:v>107.00379996959994</c:v>
                </c:pt>
                <c:pt idx="1008">
                  <c:v>106.82778537771667</c:v>
                </c:pt>
                <c:pt idx="1009">
                  <c:v>106.88645690834443</c:v>
                </c:pt>
                <c:pt idx="1010">
                  <c:v>106.93600851193156</c:v>
                </c:pt>
                <c:pt idx="1011">
                  <c:v>106.91564067487425</c:v>
                </c:pt>
                <c:pt idx="1012">
                  <c:v>107.10807113543059</c:v>
                </c:pt>
                <c:pt idx="1013">
                  <c:v>107.25794193646418</c:v>
                </c:pt>
                <c:pt idx="1014">
                  <c:v>107.55798753609938</c:v>
                </c:pt>
                <c:pt idx="1015">
                  <c:v>107.86958504331929</c:v>
                </c:pt>
                <c:pt idx="1016">
                  <c:v>108.10761513907849</c:v>
                </c:pt>
                <c:pt idx="1017">
                  <c:v>108.10761513907849</c:v>
                </c:pt>
                <c:pt idx="1018">
                  <c:v>107.98905608755092</c:v>
                </c:pt>
                <c:pt idx="1019">
                  <c:v>107.49323605411118</c:v>
                </c:pt>
                <c:pt idx="1020">
                  <c:v>107.6421948624407</c:v>
                </c:pt>
                <c:pt idx="1021">
                  <c:v>107.80422556619504</c:v>
                </c:pt>
                <c:pt idx="1022">
                  <c:v>107.62973096215188</c:v>
                </c:pt>
                <c:pt idx="1023">
                  <c:v>107.47955616355027</c:v>
                </c:pt>
                <c:pt idx="1024">
                  <c:v>107.37467700258355</c:v>
                </c:pt>
                <c:pt idx="1025">
                  <c:v>107.27800577595337</c:v>
                </c:pt>
                <c:pt idx="1026">
                  <c:v>107.62547499619961</c:v>
                </c:pt>
                <c:pt idx="1027">
                  <c:v>107.59385924912559</c:v>
                </c:pt>
                <c:pt idx="1028">
                  <c:v>107.15519075847351</c:v>
                </c:pt>
                <c:pt idx="1029">
                  <c:v>107.22784617723018</c:v>
                </c:pt>
                <c:pt idx="1030">
                  <c:v>107.42210062319458</c:v>
                </c:pt>
                <c:pt idx="1031">
                  <c:v>107.40264477884135</c:v>
                </c:pt>
                <c:pt idx="1032">
                  <c:v>107.65344277245741</c:v>
                </c:pt>
                <c:pt idx="1033">
                  <c:v>107.459796321629</c:v>
                </c:pt>
                <c:pt idx="1034">
                  <c:v>107.44824441404425</c:v>
                </c:pt>
                <c:pt idx="1035">
                  <c:v>107.49779601763139</c:v>
                </c:pt>
                <c:pt idx="1036">
                  <c:v>107.79267365861028</c:v>
                </c:pt>
                <c:pt idx="1037">
                  <c:v>107.79267365861028</c:v>
                </c:pt>
                <c:pt idx="1038">
                  <c:v>107.81395348837162</c:v>
                </c:pt>
                <c:pt idx="1039">
                  <c:v>107.96443228454126</c:v>
                </c:pt>
                <c:pt idx="1040">
                  <c:v>107.90272077823333</c:v>
                </c:pt>
                <c:pt idx="1041">
                  <c:v>107.772609819121</c:v>
                </c:pt>
                <c:pt idx="1042">
                  <c:v>107.772609819121</c:v>
                </c:pt>
                <c:pt idx="1043">
                  <c:v>107.51421188630447</c:v>
                </c:pt>
                <c:pt idx="1044">
                  <c:v>107.76044991640022</c:v>
                </c:pt>
                <c:pt idx="1045">
                  <c:v>107.7817297461616</c:v>
                </c:pt>
                <c:pt idx="1046">
                  <c:v>107.91640066879421</c:v>
                </c:pt>
                <c:pt idx="1047">
                  <c:v>107.65283477732135</c:v>
                </c:pt>
                <c:pt idx="1048">
                  <c:v>107.88387292901614</c:v>
                </c:pt>
                <c:pt idx="1049">
                  <c:v>107.80483356133107</c:v>
                </c:pt>
                <c:pt idx="1050">
                  <c:v>107.96321629426919</c:v>
                </c:pt>
                <c:pt idx="1051">
                  <c:v>108.20428636570864</c:v>
                </c:pt>
                <c:pt idx="1052">
                  <c:v>108.12707098343171</c:v>
                </c:pt>
                <c:pt idx="1053">
                  <c:v>107.86958504331922</c:v>
                </c:pt>
                <c:pt idx="1054">
                  <c:v>107.86958504331922</c:v>
                </c:pt>
                <c:pt idx="1055">
                  <c:v>107.44459644322802</c:v>
                </c:pt>
                <c:pt idx="1056">
                  <c:v>107.85347317221417</c:v>
                </c:pt>
                <c:pt idx="1057">
                  <c:v>108.05015959872276</c:v>
                </c:pt>
                <c:pt idx="1058">
                  <c:v>108.08055935552467</c:v>
                </c:pt>
                <c:pt idx="1059">
                  <c:v>108.21158230734109</c:v>
                </c:pt>
                <c:pt idx="1060">
                  <c:v>108.06839945280392</c:v>
                </c:pt>
                <c:pt idx="1061">
                  <c:v>108.02401580787307</c:v>
                </c:pt>
                <c:pt idx="1062">
                  <c:v>108.0355677154578</c:v>
                </c:pt>
                <c:pt idx="1063">
                  <c:v>107.96534427724531</c:v>
                </c:pt>
                <c:pt idx="1064">
                  <c:v>107.89907280741708</c:v>
                </c:pt>
                <c:pt idx="1065">
                  <c:v>107.93251253989922</c:v>
                </c:pt>
                <c:pt idx="1066">
                  <c:v>107.81851345189193</c:v>
                </c:pt>
                <c:pt idx="1067">
                  <c:v>108.2775497796013</c:v>
                </c:pt>
                <c:pt idx="1068">
                  <c:v>108.24228606171104</c:v>
                </c:pt>
                <c:pt idx="1069">
                  <c:v>108.30551755585908</c:v>
                </c:pt>
                <c:pt idx="1070">
                  <c:v>108.60465116279022</c:v>
                </c:pt>
                <c:pt idx="1071">
                  <c:v>108.41860465116231</c:v>
                </c:pt>
                <c:pt idx="1072">
                  <c:v>108.93813649490757</c:v>
                </c:pt>
                <c:pt idx="1073">
                  <c:v>109.11080711354261</c:v>
                </c:pt>
                <c:pt idx="1074">
                  <c:v>109.11080711354261</c:v>
                </c:pt>
                <c:pt idx="1075">
                  <c:v>109.15762273901763</c:v>
                </c:pt>
                <c:pt idx="1076">
                  <c:v>109.07706338349247</c:v>
                </c:pt>
                <c:pt idx="1077">
                  <c:v>109.13360693114412</c:v>
                </c:pt>
                <c:pt idx="1078">
                  <c:v>109.13391092871213</c:v>
                </c:pt>
                <c:pt idx="1079">
                  <c:v>109.25581395348793</c:v>
                </c:pt>
                <c:pt idx="1080">
                  <c:v>109.20899832801292</c:v>
                </c:pt>
                <c:pt idx="1081">
                  <c:v>109.1880224958196</c:v>
                </c:pt>
                <c:pt idx="1082">
                  <c:v>109.24335005319915</c:v>
                </c:pt>
                <c:pt idx="1083">
                  <c:v>109.35826113391049</c:v>
                </c:pt>
                <c:pt idx="1084">
                  <c:v>108.89253685970468</c:v>
                </c:pt>
                <c:pt idx="1085">
                  <c:v>108.87490500075954</c:v>
                </c:pt>
                <c:pt idx="1086">
                  <c:v>108.89557683538482</c:v>
                </c:pt>
                <c:pt idx="1087">
                  <c:v>108.5526675786589</c:v>
                </c:pt>
                <c:pt idx="1088">
                  <c:v>108.32375740994026</c:v>
                </c:pt>
                <c:pt idx="1089">
                  <c:v>108.67578659370682</c:v>
                </c:pt>
                <c:pt idx="1090">
                  <c:v>108.27633378932924</c:v>
                </c:pt>
                <c:pt idx="1091">
                  <c:v>107.54126766985823</c:v>
                </c:pt>
                <c:pt idx="1092">
                  <c:v>107.02903176774544</c:v>
                </c:pt>
                <c:pt idx="1093">
                  <c:v>106.76242590059238</c:v>
                </c:pt>
                <c:pt idx="1094">
                  <c:v>107.1564067487456</c:v>
                </c:pt>
                <c:pt idx="1095">
                  <c:v>107.52667578659327</c:v>
                </c:pt>
                <c:pt idx="1096">
                  <c:v>107.21690226478144</c:v>
                </c:pt>
                <c:pt idx="1097">
                  <c:v>107.38288493692005</c:v>
                </c:pt>
                <c:pt idx="1098">
                  <c:v>106.47879616963019</c:v>
                </c:pt>
                <c:pt idx="1099">
                  <c:v>106.9630642954852</c:v>
                </c:pt>
                <c:pt idx="1100">
                  <c:v>106.77519379844915</c:v>
                </c:pt>
                <c:pt idx="1101">
                  <c:v>107.20261437908448</c:v>
                </c:pt>
                <c:pt idx="1102">
                  <c:v>106.47818817449412</c:v>
                </c:pt>
                <c:pt idx="1103">
                  <c:v>106.22921416628618</c:v>
                </c:pt>
                <c:pt idx="1104">
                  <c:v>106.8232254141962</c:v>
                </c:pt>
                <c:pt idx="1105">
                  <c:v>107.19440644474798</c:v>
                </c:pt>
                <c:pt idx="1106">
                  <c:v>107.32846937224458</c:v>
                </c:pt>
                <c:pt idx="1107">
                  <c:v>107.63611491108026</c:v>
                </c:pt>
                <c:pt idx="1108">
                  <c:v>107.39686882504895</c:v>
                </c:pt>
                <c:pt idx="1109">
                  <c:v>107.63246694026402</c:v>
                </c:pt>
                <c:pt idx="1110">
                  <c:v>107.66894664842631</c:v>
                </c:pt>
                <c:pt idx="1111">
                  <c:v>108.03465572275374</c:v>
                </c:pt>
                <c:pt idx="1112">
                  <c:v>108.03252773977761</c:v>
                </c:pt>
                <c:pt idx="1113">
                  <c:v>107.88600091199221</c:v>
                </c:pt>
                <c:pt idx="1114">
                  <c:v>108.15351877184933</c:v>
                </c:pt>
                <c:pt idx="1115">
                  <c:v>108.54293965648229</c:v>
                </c:pt>
                <c:pt idx="1116">
                  <c:v>108.39428484572079</c:v>
                </c:pt>
                <c:pt idx="1117">
                  <c:v>108.13649490804029</c:v>
                </c:pt>
                <c:pt idx="1118">
                  <c:v>108.61285909712682</c:v>
                </c:pt>
                <c:pt idx="1119">
                  <c:v>108.57668338653249</c:v>
                </c:pt>
                <c:pt idx="1120">
                  <c:v>108.2501899984796</c:v>
                </c:pt>
                <c:pt idx="1121">
                  <c:v>108.40674874600963</c:v>
                </c:pt>
                <c:pt idx="1122">
                  <c:v>108.22951816385429</c:v>
                </c:pt>
                <c:pt idx="1123">
                  <c:v>108.32314941480431</c:v>
                </c:pt>
                <c:pt idx="1124">
                  <c:v>108.07417540659638</c:v>
                </c:pt>
                <c:pt idx="1125">
                  <c:v>108.00607995136004</c:v>
                </c:pt>
                <c:pt idx="1126">
                  <c:v>107.57622739018052</c:v>
                </c:pt>
                <c:pt idx="1127">
                  <c:v>107.67928256573913</c:v>
                </c:pt>
                <c:pt idx="1128">
                  <c:v>107.83736130110923</c:v>
                </c:pt>
                <c:pt idx="1129">
                  <c:v>107.50509195926398</c:v>
                </c:pt>
                <c:pt idx="1130">
                  <c:v>107.84435324517368</c:v>
                </c:pt>
                <c:pt idx="1131">
                  <c:v>108.31798145614799</c:v>
                </c:pt>
                <c:pt idx="1132">
                  <c:v>107.97507219942204</c:v>
                </c:pt>
                <c:pt idx="1133">
                  <c:v>108.24259005927915</c:v>
                </c:pt>
                <c:pt idx="1134">
                  <c:v>108.04894360845077</c:v>
                </c:pt>
                <c:pt idx="1135">
                  <c:v>107.73278613771052</c:v>
                </c:pt>
                <c:pt idx="1136">
                  <c:v>107.79601763185858</c:v>
                </c:pt>
                <c:pt idx="1137">
                  <c:v>107.80057759537885</c:v>
                </c:pt>
                <c:pt idx="1138">
                  <c:v>107.12083903328735</c:v>
                </c:pt>
                <c:pt idx="1139">
                  <c:v>107.1168870649031</c:v>
                </c:pt>
                <c:pt idx="1140">
                  <c:v>106.70223438212454</c:v>
                </c:pt>
                <c:pt idx="1141">
                  <c:v>107.32482140142841</c:v>
                </c:pt>
                <c:pt idx="1142">
                  <c:v>107.44246846025194</c:v>
                </c:pt>
                <c:pt idx="1143">
                  <c:v>107.45554035567676</c:v>
                </c:pt>
                <c:pt idx="1144">
                  <c:v>107.99756801945544</c:v>
                </c:pt>
                <c:pt idx="1145">
                  <c:v>108.08329533363691</c:v>
                </c:pt>
                <c:pt idx="1146">
                  <c:v>108.33956528347731</c:v>
                </c:pt>
                <c:pt idx="1147">
                  <c:v>108.49369205046317</c:v>
                </c:pt>
                <c:pt idx="1148">
                  <c:v>108.42802857577094</c:v>
                </c:pt>
                <c:pt idx="1149">
                  <c:v>108.47058823529368</c:v>
                </c:pt>
                <c:pt idx="1150">
                  <c:v>108.20945432436496</c:v>
                </c:pt>
                <c:pt idx="1151">
                  <c:v>108.36145310837472</c:v>
                </c:pt>
                <c:pt idx="1152">
                  <c:v>107.85499316005429</c:v>
                </c:pt>
                <c:pt idx="1153">
                  <c:v>107.73917008663889</c:v>
                </c:pt>
                <c:pt idx="1154">
                  <c:v>108.00121599027163</c:v>
                </c:pt>
                <c:pt idx="1155">
                  <c:v>107.87809697522377</c:v>
                </c:pt>
                <c:pt idx="1156">
                  <c:v>108.54932360541069</c:v>
                </c:pt>
                <c:pt idx="1157">
                  <c:v>108.44566043471607</c:v>
                </c:pt>
                <c:pt idx="1158">
                  <c:v>108.5772913816685</c:v>
                </c:pt>
                <c:pt idx="1159">
                  <c:v>108.70497036023664</c:v>
                </c:pt>
                <c:pt idx="1160">
                  <c:v>108.36631706946297</c:v>
                </c:pt>
                <c:pt idx="1161">
                  <c:v>108.6040431676542</c:v>
                </c:pt>
                <c:pt idx="1162">
                  <c:v>108.6040431676542</c:v>
                </c:pt>
                <c:pt idx="1163">
                  <c:v>108.30673354613116</c:v>
                </c:pt>
                <c:pt idx="1164">
                  <c:v>108.47818817449412</c:v>
                </c:pt>
                <c:pt idx="1165">
                  <c:v>108.97309621522977</c:v>
                </c:pt>
                <c:pt idx="1166">
                  <c:v>108.97704818361404</c:v>
                </c:pt>
                <c:pt idx="1167">
                  <c:v>109.05000759993874</c:v>
                </c:pt>
                <c:pt idx="1168">
                  <c:v>109.16826265389831</c:v>
                </c:pt>
                <c:pt idx="1169">
                  <c:v>108.69463444292398</c:v>
                </c:pt>
                <c:pt idx="1170">
                  <c:v>108.49126006991898</c:v>
                </c:pt>
                <c:pt idx="1171">
                  <c:v>108.51557987536053</c:v>
                </c:pt>
                <c:pt idx="1172">
                  <c:v>108.51557987536053</c:v>
                </c:pt>
                <c:pt idx="1173">
                  <c:v>108.69433044535597</c:v>
                </c:pt>
                <c:pt idx="1174">
                  <c:v>108.06292749657958</c:v>
                </c:pt>
                <c:pt idx="1175">
                  <c:v>107.90880072959371</c:v>
                </c:pt>
                <c:pt idx="1176">
                  <c:v>108.02887976896137</c:v>
                </c:pt>
                <c:pt idx="1177">
                  <c:v>107.86411308709484</c:v>
                </c:pt>
                <c:pt idx="1178">
                  <c:v>107.48259613923042</c:v>
                </c:pt>
                <c:pt idx="1179">
                  <c:v>107.61787505699907</c:v>
                </c:pt>
                <c:pt idx="1180">
                  <c:v>107.88904088767244</c:v>
                </c:pt>
                <c:pt idx="1181">
                  <c:v>107.92521659826677</c:v>
                </c:pt>
                <c:pt idx="1182">
                  <c:v>107.93585651314743</c:v>
                </c:pt>
                <c:pt idx="1183">
                  <c:v>107.66104271165783</c:v>
                </c:pt>
                <c:pt idx="1184">
                  <c:v>107.40629274965754</c:v>
                </c:pt>
                <c:pt idx="1185">
                  <c:v>107.2324061407504</c:v>
                </c:pt>
                <c:pt idx="1186">
                  <c:v>106.91807265541829</c:v>
                </c:pt>
                <c:pt idx="1187">
                  <c:v>106.93935248517964</c:v>
                </c:pt>
                <c:pt idx="1188">
                  <c:v>107.16978264173841</c:v>
                </c:pt>
                <c:pt idx="1189">
                  <c:v>107.41845265237832</c:v>
                </c:pt>
                <c:pt idx="1190">
                  <c:v>106.95637634898874</c:v>
                </c:pt>
                <c:pt idx="1191">
                  <c:v>107.08496732026094</c:v>
                </c:pt>
                <c:pt idx="1192">
                  <c:v>106.87612099103158</c:v>
                </c:pt>
                <c:pt idx="1193">
                  <c:v>107.19683842529211</c:v>
                </c:pt>
                <c:pt idx="1194">
                  <c:v>107.68475452196337</c:v>
                </c:pt>
                <c:pt idx="1195">
                  <c:v>107.76713786289666</c:v>
                </c:pt>
                <c:pt idx="1196">
                  <c:v>107.40021279829719</c:v>
                </c:pt>
                <c:pt idx="1197">
                  <c:v>107.57896336829265</c:v>
                </c:pt>
                <c:pt idx="1198">
                  <c:v>107.13907888736848</c:v>
                </c:pt>
                <c:pt idx="1199">
                  <c:v>107.1861985104115</c:v>
                </c:pt>
                <c:pt idx="1200">
                  <c:v>107.25459796321587</c:v>
                </c:pt>
                <c:pt idx="1201">
                  <c:v>107.62577899376764</c:v>
                </c:pt>
                <c:pt idx="1202">
                  <c:v>107.26675786593667</c:v>
                </c:pt>
                <c:pt idx="1203">
                  <c:v>106.98890408876689</c:v>
                </c:pt>
                <c:pt idx="1204">
                  <c:v>107.06855145158798</c:v>
                </c:pt>
                <c:pt idx="1205">
                  <c:v>107.67837057303498</c:v>
                </c:pt>
                <c:pt idx="1206">
                  <c:v>107.2688858489128</c:v>
                </c:pt>
                <c:pt idx="1207">
                  <c:v>107.10290317677418</c:v>
                </c:pt>
                <c:pt idx="1208">
                  <c:v>107.3403252773974</c:v>
                </c:pt>
                <c:pt idx="1209">
                  <c:v>107.88052895576796</c:v>
                </c:pt>
                <c:pt idx="1210">
                  <c:v>107.80118559051488</c:v>
                </c:pt>
                <c:pt idx="1211">
                  <c:v>107.7637938896485</c:v>
                </c:pt>
                <c:pt idx="1212">
                  <c:v>107.4452044383641</c:v>
                </c:pt>
                <c:pt idx="1213">
                  <c:v>107.34062927496541</c:v>
                </c:pt>
                <c:pt idx="1214">
                  <c:v>106.98008815929434</c:v>
                </c:pt>
                <c:pt idx="1215">
                  <c:v>107.02933576531349</c:v>
                </c:pt>
                <c:pt idx="1216">
                  <c:v>107.13208694330407</c:v>
                </c:pt>
                <c:pt idx="1217">
                  <c:v>107.12874297005585</c:v>
                </c:pt>
                <c:pt idx="1218">
                  <c:v>107.12874297005585</c:v>
                </c:pt>
                <c:pt idx="1219">
                  <c:v>107.09469524243768</c:v>
                </c:pt>
                <c:pt idx="1220">
                  <c:v>106.91320869433005</c:v>
                </c:pt>
                <c:pt idx="1221">
                  <c:v>106.21705426356553</c:v>
                </c:pt>
                <c:pt idx="1222">
                  <c:v>106.1352789177683</c:v>
                </c:pt>
                <c:pt idx="1223">
                  <c:v>106.09241526067754</c:v>
                </c:pt>
                <c:pt idx="1224">
                  <c:v>106.01611187110467</c:v>
                </c:pt>
                <c:pt idx="1225">
                  <c:v>106.11491108071097</c:v>
                </c:pt>
                <c:pt idx="1226">
                  <c:v>106.66970664234644</c:v>
                </c:pt>
                <c:pt idx="1227">
                  <c:v>106.2754217966252</c:v>
                </c:pt>
                <c:pt idx="1228">
                  <c:v>106.64173886608864</c:v>
                </c:pt>
                <c:pt idx="1229">
                  <c:v>106.64325885392876</c:v>
                </c:pt>
                <c:pt idx="1230">
                  <c:v>105.69843441252429</c:v>
                </c:pt>
                <c:pt idx="1231">
                  <c:v>105.11688706490308</c:v>
                </c:pt>
                <c:pt idx="1232">
                  <c:v>105.13907888736853</c:v>
                </c:pt>
                <c:pt idx="1233">
                  <c:v>104.57972336221272</c:v>
                </c:pt>
                <c:pt idx="1234">
                  <c:v>104.50706794345608</c:v>
                </c:pt>
                <c:pt idx="1235">
                  <c:v>104.41617267061825</c:v>
                </c:pt>
                <c:pt idx="1236">
                  <c:v>104.58519531843709</c:v>
                </c:pt>
                <c:pt idx="1237">
                  <c:v>104.4024927800574</c:v>
                </c:pt>
                <c:pt idx="1238">
                  <c:v>104.35020519835805</c:v>
                </c:pt>
                <c:pt idx="1239">
                  <c:v>104.62714698282377</c:v>
                </c:pt>
                <c:pt idx="1240">
                  <c:v>104.65937072503384</c:v>
                </c:pt>
                <c:pt idx="1241">
                  <c:v>104.97309621522993</c:v>
                </c:pt>
                <c:pt idx="1242">
                  <c:v>104.90226478188139</c:v>
                </c:pt>
                <c:pt idx="1243">
                  <c:v>104.90226478188139</c:v>
                </c:pt>
                <c:pt idx="1244">
                  <c:v>105.03936768505817</c:v>
                </c:pt>
                <c:pt idx="1245">
                  <c:v>105.17981456148318</c:v>
                </c:pt>
                <c:pt idx="1246">
                  <c:v>105.81182550539563</c:v>
                </c:pt>
                <c:pt idx="1247">
                  <c:v>105.80756953944335</c:v>
                </c:pt>
                <c:pt idx="1248">
                  <c:v>#N/A</c:v>
                </c:pt>
                <c:pt idx="1249">
                  <c:v>#N/A</c:v>
                </c:pt>
                <c:pt idx="1250">
                  <c:v>#N/A</c:v>
                </c:pt>
                <c:pt idx="1251">
                  <c:v>#N/A</c:v>
                </c:pt>
                <c:pt idx="1252">
                  <c:v>#N/A</c:v>
                </c:pt>
                <c:pt idx="1253">
                  <c:v>#N/A</c:v>
                </c:pt>
                <c:pt idx="1254">
                  <c:v>#N/A</c:v>
                </c:pt>
                <c:pt idx="1255">
                  <c:v>#N/A</c:v>
                </c:pt>
                <c:pt idx="1256">
                  <c:v>#N/A</c:v>
                </c:pt>
                <c:pt idx="1257">
                  <c:v>#N/A</c:v>
                </c:pt>
                <c:pt idx="1258">
                  <c:v>#N/A</c:v>
                </c:pt>
                <c:pt idx="1259">
                  <c:v>#N/A</c:v>
                </c:pt>
                <c:pt idx="1260">
                  <c:v>#N/A</c:v>
                </c:pt>
                <c:pt idx="1261">
                  <c:v>#N/A</c:v>
                </c:pt>
                <c:pt idx="1262">
                  <c:v>#N/A</c:v>
                </c:pt>
                <c:pt idx="1263">
                  <c:v>#N/A</c:v>
                </c:pt>
                <c:pt idx="1264">
                  <c:v>#N/A</c:v>
                </c:pt>
                <c:pt idx="1265">
                  <c:v>#N/A</c:v>
                </c:pt>
                <c:pt idx="1266">
                  <c:v>#N/A</c:v>
                </c:pt>
                <c:pt idx="1267">
                  <c:v>#N/A</c:v>
                </c:pt>
                <c:pt idx="1268">
                  <c:v>#N/A</c:v>
                </c:pt>
                <c:pt idx="1269">
                  <c:v>#N/A</c:v>
                </c:pt>
                <c:pt idx="1270">
                  <c:v>#N/A</c:v>
                </c:pt>
                <c:pt idx="1271">
                  <c:v>#N/A</c:v>
                </c:pt>
                <c:pt idx="1272">
                  <c:v>#N/A</c:v>
                </c:pt>
                <c:pt idx="1273">
                  <c:v>#N/A</c:v>
                </c:pt>
                <c:pt idx="1274">
                  <c:v>#N/A</c:v>
                </c:pt>
                <c:pt idx="1275">
                  <c:v>#N/A</c:v>
                </c:pt>
                <c:pt idx="1276">
                  <c:v>#N/A</c:v>
                </c:pt>
                <c:pt idx="1277">
                  <c:v>#N/A</c:v>
                </c:pt>
                <c:pt idx="1278">
                  <c:v>#N/A</c:v>
                </c:pt>
                <c:pt idx="1279">
                  <c:v>#N/A</c:v>
                </c:pt>
                <c:pt idx="1280">
                  <c:v>#N/A</c:v>
                </c:pt>
                <c:pt idx="1281">
                  <c:v>#N/A</c:v>
                </c:pt>
                <c:pt idx="1282">
                  <c:v>#N/A</c:v>
                </c:pt>
                <c:pt idx="1283">
                  <c:v>#N/A</c:v>
                </c:pt>
                <c:pt idx="1284">
                  <c:v>#N/A</c:v>
                </c:pt>
                <c:pt idx="1285">
                  <c:v>#N/A</c:v>
                </c:pt>
                <c:pt idx="1286">
                  <c:v>#N/A</c:v>
                </c:pt>
                <c:pt idx="1287">
                  <c:v>#N/A</c:v>
                </c:pt>
                <c:pt idx="1288">
                  <c:v>#N/A</c:v>
                </c:pt>
                <c:pt idx="1289">
                  <c:v>#N/A</c:v>
                </c:pt>
                <c:pt idx="1290">
                  <c:v>#N/A</c:v>
                </c:pt>
                <c:pt idx="1291">
                  <c:v>#N/A</c:v>
                </c:pt>
                <c:pt idx="1292">
                  <c:v>#N/A</c:v>
                </c:pt>
                <c:pt idx="1293">
                  <c:v>#N/A</c:v>
                </c:pt>
                <c:pt idx="1294">
                  <c:v>#N/A</c:v>
                </c:pt>
                <c:pt idx="1295">
                  <c:v>#N/A</c:v>
                </c:pt>
                <c:pt idx="1296">
                  <c:v>#N/A</c:v>
                </c:pt>
                <c:pt idx="1297">
                  <c:v>#N/A</c:v>
                </c:pt>
                <c:pt idx="1298">
                  <c:v>#N/A</c:v>
                </c:pt>
                <c:pt idx="1299">
                  <c:v>#N/A</c:v>
                </c:pt>
                <c:pt idx="1300">
                  <c:v>#N/A</c:v>
                </c:pt>
                <c:pt idx="1301">
                  <c:v>#N/A</c:v>
                </c:pt>
                <c:pt idx="1302">
                  <c:v>#N/A</c:v>
                </c:pt>
                <c:pt idx="1303">
                  <c:v>#N/A</c:v>
                </c:pt>
                <c:pt idx="1304">
                  <c:v>#N/A</c:v>
                </c:pt>
                <c:pt idx="1305">
                  <c:v>#N/A</c:v>
                </c:pt>
                <c:pt idx="1306">
                  <c:v>#N/A</c:v>
                </c:pt>
                <c:pt idx="1307">
                  <c:v>#N/A</c:v>
                </c:pt>
                <c:pt idx="1308">
                  <c:v>#N/A</c:v>
                </c:pt>
                <c:pt idx="1309">
                  <c:v>#N/A</c:v>
                </c:pt>
                <c:pt idx="1310">
                  <c:v>#N/A</c:v>
                </c:pt>
                <c:pt idx="1311">
                  <c:v>#N/A</c:v>
                </c:pt>
                <c:pt idx="1312">
                  <c:v>#N/A</c:v>
                </c:pt>
                <c:pt idx="1313">
                  <c:v>#N/A</c:v>
                </c:pt>
                <c:pt idx="1314">
                  <c:v>#N/A</c:v>
                </c:pt>
                <c:pt idx="1315">
                  <c:v>#N/A</c:v>
                </c:pt>
                <c:pt idx="1316">
                  <c:v>#N/A</c:v>
                </c:pt>
                <c:pt idx="1317">
                  <c:v>#N/A</c:v>
                </c:pt>
                <c:pt idx="1318">
                  <c:v>#N/A</c:v>
                </c:pt>
                <c:pt idx="1319">
                  <c:v>#N/A</c:v>
                </c:pt>
                <c:pt idx="1320">
                  <c:v>#N/A</c:v>
                </c:pt>
              </c:numCache>
            </c:numRef>
          </c:val>
          <c:smooth val="0"/>
          <c:extLst>
            <c:ext xmlns:c16="http://schemas.microsoft.com/office/drawing/2014/chart" uri="{C3380CC4-5D6E-409C-BE32-E72D297353CC}">
              <c16:uniqueId val="{00000002-F2DB-4188-A552-B2101BE80626}"/>
            </c:ext>
          </c:extLst>
        </c:ser>
        <c:dLbls>
          <c:showLegendKey val="0"/>
          <c:showVal val="0"/>
          <c:showCatName val="0"/>
          <c:showSerName val="0"/>
          <c:showPercent val="0"/>
          <c:showBubbleSize val="0"/>
        </c:dLbls>
        <c:marker val="1"/>
        <c:smooth val="0"/>
        <c:axId val="-1398617968"/>
        <c:axId val="-1398614160"/>
      </c:lineChart>
      <c:lineChart>
        <c:grouping val="standard"/>
        <c:varyColors val="0"/>
        <c:ser>
          <c:idx val="0"/>
          <c:order val="0"/>
          <c:tx>
            <c:strRef>
              <c:f>FI_INDEX!$AI$7</c:f>
              <c:strCache>
                <c:ptCount val="1"/>
                <c:pt idx="0">
                  <c:v>US Corp HY</c:v>
                </c:pt>
              </c:strCache>
            </c:strRef>
          </c:tx>
          <c:spPr>
            <a:ln w="28575">
              <a:solidFill>
                <a:srgbClr val="00AECB"/>
              </a:solidFill>
            </a:ln>
          </c:spPr>
          <c:marker>
            <c:symbol val="none"/>
          </c:marker>
          <c:cat>
            <c:numRef>
              <c:f>FI_INDEX!$AC$795:$AC$4550</c:f>
              <c:numCache>
                <c:formatCode>m/d/yyyy</c:formatCode>
                <c:ptCount val="3756"/>
                <c:pt idx="0">
                  <c:v>44561</c:v>
                </c:pt>
                <c:pt idx="1">
                  <c:v>44564</c:v>
                </c:pt>
                <c:pt idx="2">
                  <c:v>44565</c:v>
                </c:pt>
                <c:pt idx="3">
                  <c:v>44566</c:v>
                </c:pt>
                <c:pt idx="4">
                  <c:v>44567</c:v>
                </c:pt>
                <c:pt idx="5">
                  <c:v>44568</c:v>
                </c:pt>
                <c:pt idx="6">
                  <c:v>44571</c:v>
                </c:pt>
                <c:pt idx="7">
                  <c:v>44572</c:v>
                </c:pt>
                <c:pt idx="8">
                  <c:v>44573</c:v>
                </c:pt>
                <c:pt idx="9">
                  <c:v>44574</c:v>
                </c:pt>
                <c:pt idx="10">
                  <c:v>44575</c:v>
                </c:pt>
                <c:pt idx="11">
                  <c:v>44578</c:v>
                </c:pt>
                <c:pt idx="12">
                  <c:v>44579</c:v>
                </c:pt>
                <c:pt idx="13">
                  <c:v>44580</c:v>
                </c:pt>
                <c:pt idx="14">
                  <c:v>44581</c:v>
                </c:pt>
                <c:pt idx="15">
                  <c:v>44582</c:v>
                </c:pt>
                <c:pt idx="16">
                  <c:v>44585</c:v>
                </c:pt>
                <c:pt idx="17">
                  <c:v>44586</c:v>
                </c:pt>
                <c:pt idx="18">
                  <c:v>44587</c:v>
                </c:pt>
                <c:pt idx="19">
                  <c:v>44588</c:v>
                </c:pt>
                <c:pt idx="20">
                  <c:v>44589</c:v>
                </c:pt>
                <c:pt idx="21">
                  <c:v>44592</c:v>
                </c:pt>
                <c:pt idx="22">
                  <c:v>44593</c:v>
                </c:pt>
                <c:pt idx="23">
                  <c:v>44594</c:v>
                </c:pt>
                <c:pt idx="24">
                  <c:v>44595</c:v>
                </c:pt>
                <c:pt idx="25">
                  <c:v>44596</c:v>
                </c:pt>
                <c:pt idx="26">
                  <c:v>44599</c:v>
                </c:pt>
                <c:pt idx="27">
                  <c:v>44600</c:v>
                </c:pt>
                <c:pt idx="28">
                  <c:v>44601</c:v>
                </c:pt>
                <c:pt idx="29">
                  <c:v>44602</c:v>
                </c:pt>
                <c:pt idx="30">
                  <c:v>44603</c:v>
                </c:pt>
                <c:pt idx="31">
                  <c:v>44606</c:v>
                </c:pt>
                <c:pt idx="32">
                  <c:v>44607</c:v>
                </c:pt>
                <c:pt idx="33">
                  <c:v>44608</c:v>
                </c:pt>
                <c:pt idx="34">
                  <c:v>44609</c:v>
                </c:pt>
                <c:pt idx="35">
                  <c:v>44610</c:v>
                </c:pt>
                <c:pt idx="36">
                  <c:v>44613</c:v>
                </c:pt>
                <c:pt idx="37">
                  <c:v>44614</c:v>
                </c:pt>
                <c:pt idx="38">
                  <c:v>44615</c:v>
                </c:pt>
                <c:pt idx="39">
                  <c:v>44616</c:v>
                </c:pt>
                <c:pt idx="40">
                  <c:v>44617</c:v>
                </c:pt>
                <c:pt idx="41">
                  <c:v>44620</c:v>
                </c:pt>
                <c:pt idx="42">
                  <c:v>44621</c:v>
                </c:pt>
                <c:pt idx="43">
                  <c:v>44622</c:v>
                </c:pt>
                <c:pt idx="44">
                  <c:v>44623</c:v>
                </c:pt>
                <c:pt idx="45">
                  <c:v>44624</c:v>
                </c:pt>
                <c:pt idx="46">
                  <c:v>44627</c:v>
                </c:pt>
                <c:pt idx="47">
                  <c:v>44628</c:v>
                </c:pt>
                <c:pt idx="48">
                  <c:v>44629</c:v>
                </c:pt>
                <c:pt idx="49">
                  <c:v>44630</c:v>
                </c:pt>
                <c:pt idx="50">
                  <c:v>44631</c:v>
                </c:pt>
                <c:pt idx="51">
                  <c:v>44634</c:v>
                </c:pt>
                <c:pt idx="52">
                  <c:v>44635</c:v>
                </c:pt>
                <c:pt idx="53">
                  <c:v>44636</c:v>
                </c:pt>
                <c:pt idx="54">
                  <c:v>44637</c:v>
                </c:pt>
                <c:pt idx="55">
                  <c:v>44638</c:v>
                </c:pt>
                <c:pt idx="56">
                  <c:v>44641</c:v>
                </c:pt>
                <c:pt idx="57">
                  <c:v>44642</c:v>
                </c:pt>
                <c:pt idx="58">
                  <c:v>44643</c:v>
                </c:pt>
                <c:pt idx="59">
                  <c:v>44644</c:v>
                </c:pt>
                <c:pt idx="60">
                  <c:v>44645</c:v>
                </c:pt>
                <c:pt idx="61">
                  <c:v>44648</c:v>
                </c:pt>
                <c:pt idx="62">
                  <c:v>44649</c:v>
                </c:pt>
                <c:pt idx="63">
                  <c:v>44650</c:v>
                </c:pt>
                <c:pt idx="64">
                  <c:v>44651</c:v>
                </c:pt>
                <c:pt idx="65">
                  <c:v>44652</c:v>
                </c:pt>
                <c:pt idx="66">
                  <c:v>44655</c:v>
                </c:pt>
                <c:pt idx="67">
                  <c:v>44656</c:v>
                </c:pt>
                <c:pt idx="68">
                  <c:v>44657</c:v>
                </c:pt>
                <c:pt idx="69">
                  <c:v>44658</c:v>
                </c:pt>
                <c:pt idx="70">
                  <c:v>44659</c:v>
                </c:pt>
                <c:pt idx="71">
                  <c:v>44662</c:v>
                </c:pt>
                <c:pt idx="72">
                  <c:v>44663</c:v>
                </c:pt>
                <c:pt idx="73">
                  <c:v>44664</c:v>
                </c:pt>
                <c:pt idx="74">
                  <c:v>44665</c:v>
                </c:pt>
                <c:pt idx="75">
                  <c:v>44666</c:v>
                </c:pt>
                <c:pt idx="76">
                  <c:v>44669</c:v>
                </c:pt>
                <c:pt idx="77">
                  <c:v>44670</c:v>
                </c:pt>
                <c:pt idx="78">
                  <c:v>44671</c:v>
                </c:pt>
                <c:pt idx="79">
                  <c:v>44672</c:v>
                </c:pt>
                <c:pt idx="80">
                  <c:v>44673</c:v>
                </c:pt>
                <c:pt idx="81">
                  <c:v>44676</c:v>
                </c:pt>
                <c:pt idx="82">
                  <c:v>44677</c:v>
                </c:pt>
                <c:pt idx="83">
                  <c:v>44678</c:v>
                </c:pt>
                <c:pt idx="84">
                  <c:v>44679</c:v>
                </c:pt>
                <c:pt idx="85">
                  <c:v>44680</c:v>
                </c:pt>
                <c:pt idx="86">
                  <c:v>44683</c:v>
                </c:pt>
                <c:pt idx="87">
                  <c:v>44684</c:v>
                </c:pt>
                <c:pt idx="88">
                  <c:v>44685</c:v>
                </c:pt>
                <c:pt idx="89">
                  <c:v>44686</c:v>
                </c:pt>
                <c:pt idx="90">
                  <c:v>44687</c:v>
                </c:pt>
                <c:pt idx="91">
                  <c:v>44690</c:v>
                </c:pt>
                <c:pt idx="92">
                  <c:v>44691</c:v>
                </c:pt>
                <c:pt idx="93">
                  <c:v>44692</c:v>
                </c:pt>
                <c:pt idx="94">
                  <c:v>44693</c:v>
                </c:pt>
                <c:pt idx="95">
                  <c:v>44694</c:v>
                </c:pt>
                <c:pt idx="96">
                  <c:v>44697</c:v>
                </c:pt>
                <c:pt idx="97">
                  <c:v>44698</c:v>
                </c:pt>
                <c:pt idx="98">
                  <c:v>44699</c:v>
                </c:pt>
                <c:pt idx="99">
                  <c:v>44700</c:v>
                </c:pt>
                <c:pt idx="100">
                  <c:v>44701</c:v>
                </c:pt>
                <c:pt idx="101">
                  <c:v>44704</c:v>
                </c:pt>
                <c:pt idx="102">
                  <c:v>44705</c:v>
                </c:pt>
                <c:pt idx="103">
                  <c:v>44706</c:v>
                </c:pt>
                <c:pt idx="104">
                  <c:v>44707</c:v>
                </c:pt>
                <c:pt idx="105">
                  <c:v>44708</c:v>
                </c:pt>
                <c:pt idx="106">
                  <c:v>44711</c:v>
                </c:pt>
                <c:pt idx="107">
                  <c:v>44712</c:v>
                </c:pt>
                <c:pt idx="108">
                  <c:v>44713</c:v>
                </c:pt>
                <c:pt idx="109">
                  <c:v>44714</c:v>
                </c:pt>
                <c:pt idx="110">
                  <c:v>44715</c:v>
                </c:pt>
                <c:pt idx="111">
                  <c:v>44718</c:v>
                </c:pt>
                <c:pt idx="112">
                  <c:v>44719</c:v>
                </c:pt>
                <c:pt idx="113">
                  <c:v>44720</c:v>
                </c:pt>
                <c:pt idx="114">
                  <c:v>44721</c:v>
                </c:pt>
                <c:pt idx="115">
                  <c:v>44722</c:v>
                </c:pt>
                <c:pt idx="116">
                  <c:v>44725</c:v>
                </c:pt>
                <c:pt idx="117">
                  <c:v>44726</c:v>
                </c:pt>
                <c:pt idx="118">
                  <c:v>44727</c:v>
                </c:pt>
                <c:pt idx="119">
                  <c:v>44728</c:v>
                </c:pt>
                <c:pt idx="120">
                  <c:v>44729</c:v>
                </c:pt>
                <c:pt idx="121">
                  <c:v>44732</c:v>
                </c:pt>
                <c:pt idx="122">
                  <c:v>44733</c:v>
                </c:pt>
                <c:pt idx="123">
                  <c:v>44734</c:v>
                </c:pt>
                <c:pt idx="124">
                  <c:v>44735</c:v>
                </c:pt>
                <c:pt idx="125">
                  <c:v>44736</c:v>
                </c:pt>
                <c:pt idx="126">
                  <c:v>44739</c:v>
                </c:pt>
                <c:pt idx="127">
                  <c:v>44740</c:v>
                </c:pt>
                <c:pt idx="128">
                  <c:v>44741</c:v>
                </c:pt>
                <c:pt idx="129">
                  <c:v>44742</c:v>
                </c:pt>
                <c:pt idx="130">
                  <c:v>44743</c:v>
                </c:pt>
                <c:pt idx="131">
                  <c:v>44746</c:v>
                </c:pt>
                <c:pt idx="132">
                  <c:v>44747</c:v>
                </c:pt>
                <c:pt idx="133">
                  <c:v>44748</c:v>
                </c:pt>
                <c:pt idx="134">
                  <c:v>44749</c:v>
                </c:pt>
                <c:pt idx="135">
                  <c:v>44750</c:v>
                </c:pt>
                <c:pt idx="136">
                  <c:v>44753</c:v>
                </c:pt>
                <c:pt idx="137">
                  <c:v>44754</c:v>
                </c:pt>
                <c:pt idx="138">
                  <c:v>44755</c:v>
                </c:pt>
                <c:pt idx="139">
                  <c:v>44756</c:v>
                </c:pt>
                <c:pt idx="140">
                  <c:v>44757</c:v>
                </c:pt>
                <c:pt idx="141">
                  <c:v>44760</c:v>
                </c:pt>
                <c:pt idx="142">
                  <c:v>44761</c:v>
                </c:pt>
                <c:pt idx="143">
                  <c:v>44762</c:v>
                </c:pt>
                <c:pt idx="144">
                  <c:v>44763</c:v>
                </c:pt>
                <c:pt idx="145">
                  <c:v>44764</c:v>
                </c:pt>
                <c:pt idx="146">
                  <c:v>44767</c:v>
                </c:pt>
                <c:pt idx="147">
                  <c:v>44768</c:v>
                </c:pt>
                <c:pt idx="148">
                  <c:v>44769</c:v>
                </c:pt>
                <c:pt idx="149">
                  <c:v>44770</c:v>
                </c:pt>
                <c:pt idx="150">
                  <c:v>44771</c:v>
                </c:pt>
                <c:pt idx="151">
                  <c:v>44774</c:v>
                </c:pt>
                <c:pt idx="152">
                  <c:v>44775</c:v>
                </c:pt>
                <c:pt idx="153">
                  <c:v>44776</c:v>
                </c:pt>
                <c:pt idx="154">
                  <c:v>44777</c:v>
                </c:pt>
                <c:pt idx="155">
                  <c:v>44778</c:v>
                </c:pt>
                <c:pt idx="156">
                  <c:v>44781</c:v>
                </c:pt>
                <c:pt idx="157">
                  <c:v>44782</c:v>
                </c:pt>
                <c:pt idx="158">
                  <c:v>44783</c:v>
                </c:pt>
                <c:pt idx="159">
                  <c:v>44784</c:v>
                </c:pt>
                <c:pt idx="160">
                  <c:v>44785</c:v>
                </c:pt>
                <c:pt idx="161">
                  <c:v>44788</c:v>
                </c:pt>
                <c:pt idx="162">
                  <c:v>44789</c:v>
                </c:pt>
                <c:pt idx="163">
                  <c:v>44790</c:v>
                </c:pt>
                <c:pt idx="164">
                  <c:v>44791</c:v>
                </c:pt>
                <c:pt idx="165">
                  <c:v>44792</c:v>
                </c:pt>
                <c:pt idx="166">
                  <c:v>44795</c:v>
                </c:pt>
                <c:pt idx="167">
                  <c:v>44796</c:v>
                </c:pt>
                <c:pt idx="168">
                  <c:v>44797</c:v>
                </c:pt>
                <c:pt idx="169">
                  <c:v>44798</c:v>
                </c:pt>
                <c:pt idx="170">
                  <c:v>44799</c:v>
                </c:pt>
                <c:pt idx="171">
                  <c:v>44802</c:v>
                </c:pt>
                <c:pt idx="172">
                  <c:v>44803</c:v>
                </c:pt>
                <c:pt idx="173">
                  <c:v>44804</c:v>
                </c:pt>
                <c:pt idx="174">
                  <c:v>44805</c:v>
                </c:pt>
                <c:pt idx="175">
                  <c:v>44806</c:v>
                </c:pt>
                <c:pt idx="176">
                  <c:v>44809</c:v>
                </c:pt>
                <c:pt idx="177">
                  <c:v>44810</c:v>
                </c:pt>
                <c:pt idx="178">
                  <c:v>44811</c:v>
                </c:pt>
                <c:pt idx="179">
                  <c:v>44812</c:v>
                </c:pt>
                <c:pt idx="180">
                  <c:v>44813</c:v>
                </c:pt>
                <c:pt idx="181">
                  <c:v>44816</c:v>
                </c:pt>
                <c:pt idx="182">
                  <c:v>44817</c:v>
                </c:pt>
                <c:pt idx="183">
                  <c:v>44818</c:v>
                </c:pt>
                <c:pt idx="184">
                  <c:v>44819</c:v>
                </c:pt>
                <c:pt idx="185">
                  <c:v>44820</c:v>
                </c:pt>
                <c:pt idx="186">
                  <c:v>44823</c:v>
                </c:pt>
                <c:pt idx="187">
                  <c:v>44824</c:v>
                </c:pt>
                <c:pt idx="188">
                  <c:v>44825</c:v>
                </c:pt>
                <c:pt idx="189">
                  <c:v>44826</c:v>
                </c:pt>
                <c:pt idx="190">
                  <c:v>44827</c:v>
                </c:pt>
                <c:pt idx="191">
                  <c:v>44830</c:v>
                </c:pt>
                <c:pt idx="192">
                  <c:v>44831</c:v>
                </c:pt>
                <c:pt idx="193">
                  <c:v>44832</c:v>
                </c:pt>
                <c:pt idx="194">
                  <c:v>44833</c:v>
                </c:pt>
                <c:pt idx="195">
                  <c:v>44834</c:v>
                </c:pt>
                <c:pt idx="196">
                  <c:v>44837</c:v>
                </c:pt>
                <c:pt idx="197">
                  <c:v>44838</c:v>
                </c:pt>
                <c:pt idx="198">
                  <c:v>44839</c:v>
                </c:pt>
                <c:pt idx="199">
                  <c:v>44840</c:v>
                </c:pt>
                <c:pt idx="200">
                  <c:v>44841</c:v>
                </c:pt>
                <c:pt idx="201">
                  <c:v>44844</c:v>
                </c:pt>
                <c:pt idx="202">
                  <c:v>44845</c:v>
                </c:pt>
                <c:pt idx="203">
                  <c:v>44846</c:v>
                </c:pt>
                <c:pt idx="204">
                  <c:v>44847</c:v>
                </c:pt>
                <c:pt idx="205">
                  <c:v>44848</c:v>
                </c:pt>
                <c:pt idx="206">
                  <c:v>44851</c:v>
                </c:pt>
                <c:pt idx="207">
                  <c:v>44852</c:v>
                </c:pt>
                <c:pt idx="208">
                  <c:v>44853</c:v>
                </c:pt>
                <c:pt idx="209">
                  <c:v>44854</c:v>
                </c:pt>
                <c:pt idx="210">
                  <c:v>44855</c:v>
                </c:pt>
                <c:pt idx="211">
                  <c:v>44858</c:v>
                </c:pt>
                <c:pt idx="212">
                  <c:v>44859</c:v>
                </c:pt>
                <c:pt idx="213">
                  <c:v>44860</c:v>
                </c:pt>
                <c:pt idx="214">
                  <c:v>44861</c:v>
                </c:pt>
                <c:pt idx="215">
                  <c:v>44862</c:v>
                </c:pt>
                <c:pt idx="216">
                  <c:v>44865</c:v>
                </c:pt>
                <c:pt idx="217">
                  <c:v>44866</c:v>
                </c:pt>
                <c:pt idx="218">
                  <c:v>44867</c:v>
                </c:pt>
                <c:pt idx="219">
                  <c:v>44868</c:v>
                </c:pt>
                <c:pt idx="220">
                  <c:v>44869</c:v>
                </c:pt>
                <c:pt idx="221">
                  <c:v>44872</c:v>
                </c:pt>
                <c:pt idx="222">
                  <c:v>44873</c:v>
                </c:pt>
                <c:pt idx="223">
                  <c:v>44874</c:v>
                </c:pt>
                <c:pt idx="224">
                  <c:v>44875</c:v>
                </c:pt>
                <c:pt idx="225">
                  <c:v>44876</c:v>
                </c:pt>
                <c:pt idx="226">
                  <c:v>44879</c:v>
                </c:pt>
                <c:pt idx="227">
                  <c:v>44880</c:v>
                </c:pt>
                <c:pt idx="228">
                  <c:v>44881</c:v>
                </c:pt>
                <c:pt idx="229">
                  <c:v>44882</c:v>
                </c:pt>
                <c:pt idx="230">
                  <c:v>44883</c:v>
                </c:pt>
                <c:pt idx="231">
                  <c:v>44886</c:v>
                </c:pt>
                <c:pt idx="232">
                  <c:v>44887</c:v>
                </c:pt>
                <c:pt idx="233">
                  <c:v>44888</c:v>
                </c:pt>
                <c:pt idx="234">
                  <c:v>44889</c:v>
                </c:pt>
                <c:pt idx="235">
                  <c:v>44890</c:v>
                </c:pt>
                <c:pt idx="236">
                  <c:v>44893</c:v>
                </c:pt>
                <c:pt idx="237">
                  <c:v>44894</c:v>
                </c:pt>
                <c:pt idx="238">
                  <c:v>44895</c:v>
                </c:pt>
                <c:pt idx="239">
                  <c:v>44896</c:v>
                </c:pt>
                <c:pt idx="240">
                  <c:v>44897</c:v>
                </c:pt>
                <c:pt idx="241">
                  <c:v>44900</c:v>
                </c:pt>
                <c:pt idx="242">
                  <c:v>44901</c:v>
                </c:pt>
                <c:pt idx="243">
                  <c:v>44902</c:v>
                </c:pt>
                <c:pt idx="244">
                  <c:v>44903</c:v>
                </c:pt>
                <c:pt idx="245">
                  <c:v>44904</c:v>
                </c:pt>
                <c:pt idx="246">
                  <c:v>44907</c:v>
                </c:pt>
                <c:pt idx="247">
                  <c:v>44908</c:v>
                </c:pt>
                <c:pt idx="248">
                  <c:v>44909</c:v>
                </c:pt>
                <c:pt idx="249">
                  <c:v>44910</c:v>
                </c:pt>
                <c:pt idx="250">
                  <c:v>44911</c:v>
                </c:pt>
                <c:pt idx="251">
                  <c:v>44914</c:v>
                </c:pt>
                <c:pt idx="252">
                  <c:v>44915</c:v>
                </c:pt>
                <c:pt idx="253">
                  <c:v>44916</c:v>
                </c:pt>
                <c:pt idx="254">
                  <c:v>44917</c:v>
                </c:pt>
                <c:pt idx="255">
                  <c:v>44918</c:v>
                </c:pt>
                <c:pt idx="256">
                  <c:v>44921</c:v>
                </c:pt>
                <c:pt idx="257">
                  <c:v>44922</c:v>
                </c:pt>
                <c:pt idx="258">
                  <c:v>44923</c:v>
                </c:pt>
                <c:pt idx="259">
                  <c:v>44924</c:v>
                </c:pt>
                <c:pt idx="260">
                  <c:v>44925</c:v>
                </c:pt>
                <c:pt idx="261">
                  <c:v>44928</c:v>
                </c:pt>
                <c:pt idx="262">
                  <c:v>44929</c:v>
                </c:pt>
                <c:pt idx="263">
                  <c:v>44930</c:v>
                </c:pt>
                <c:pt idx="264">
                  <c:v>44931</c:v>
                </c:pt>
                <c:pt idx="265">
                  <c:v>44932</c:v>
                </c:pt>
                <c:pt idx="266">
                  <c:v>44935</c:v>
                </c:pt>
                <c:pt idx="267">
                  <c:v>44936</c:v>
                </c:pt>
                <c:pt idx="268">
                  <c:v>44937</c:v>
                </c:pt>
                <c:pt idx="269">
                  <c:v>44938</c:v>
                </c:pt>
                <c:pt idx="270">
                  <c:v>44939</c:v>
                </c:pt>
                <c:pt idx="271">
                  <c:v>44942</c:v>
                </c:pt>
                <c:pt idx="272">
                  <c:v>44943</c:v>
                </c:pt>
                <c:pt idx="273">
                  <c:v>44944</c:v>
                </c:pt>
                <c:pt idx="274">
                  <c:v>44945</c:v>
                </c:pt>
                <c:pt idx="275">
                  <c:v>44946</c:v>
                </c:pt>
                <c:pt idx="276">
                  <c:v>44949</c:v>
                </c:pt>
                <c:pt idx="277">
                  <c:v>44950</c:v>
                </c:pt>
                <c:pt idx="278">
                  <c:v>44951</c:v>
                </c:pt>
                <c:pt idx="279">
                  <c:v>44952</c:v>
                </c:pt>
                <c:pt idx="280">
                  <c:v>44953</c:v>
                </c:pt>
                <c:pt idx="281">
                  <c:v>44956</c:v>
                </c:pt>
                <c:pt idx="282">
                  <c:v>44957</c:v>
                </c:pt>
                <c:pt idx="283">
                  <c:v>44958</c:v>
                </c:pt>
                <c:pt idx="284">
                  <c:v>44959</c:v>
                </c:pt>
                <c:pt idx="285">
                  <c:v>44960</c:v>
                </c:pt>
                <c:pt idx="286">
                  <c:v>44963</c:v>
                </c:pt>
                <c:pt idx="287">
                  <c:v>44964</c:v>
                </c:pt>
                <c:pt idx="288">
                  <c:v>44965</c:v>
                </c:pt>
                <c:pt idx="289">
                  <c:v>44966</c:v>
                </c:pt>
                <c:pt idx="290">
                  <c:v>44967</c:v>
                </c:pt>
                <c:pt idx="291">
                  <c:v>44970</c:v>
                </c:pt>
                <c:pt idx="292">
                  <c:v>44971</c:v>
                </c:pt>
                <c:pt idx="293">
                  <c:v>44972</c:v>
                </c:pt>
                <c:pt idx="294">
                  <c:v>44973</c:v>
                </c:pt>
                <c:pt idx="295">
                  <c:v>44974</c:v>
                </c:pt>
                <c:pt idx="296">
                  <c:v>44977</c:v>
                </c:pt>
                <c:pt idx="297">
                  <c:v>44978</c:v>
                </c:pt>
                <c:pt idx="298">
                  <c:v>44979</c:v>
                </c:pt>
                <c:pt idx="299">
                  <c:v>44980</c:v>
                </c:pt>
                <c:pt idx="300">
                  <c:v>44981</c:v>
                </c:pt>
                <c:pt idx="301">
                  <c:v>44984</c:v>
                </c:pt>
                <c:pt idx="302">
                  <c:v>44985</c:v>
                </c:pt>
                <c:pt idx="303">
                  <c:v>44986</c:v>
                </c:pt>
                <c:pt idx="304">
                  <c:v>44987</c:v>
                </c:pt>
                <c:pt idx="305">
                  <c:v>44988</c:v>
                </c:pt>
                <c:pt idx="306">
                  <c:v>44991</c:v>
                </c:pt>
                <c:pt idx="307">
                  <c:v>44992</c:v>
                </c:pt>
                <c:pt idx="308">
                  <c:v>44993</c:v>
                </c:pt>
                <c:pt idx="309">
                  <c:v>44994</c:v>
                </c:pt>
                <c:pt idx="310">
                  <c:v>44995</c:v>
                </c:pt>
                <c:pt idx="311">
                  <c:v>44998</c:v>
                </c:pt>
                <c:pt idx="312">
                  <c:v>44999</c:v>
                </c:pt>
                <c:pt idx="313">
                  <c:v>45000</c:v>
                </c:pt>
                <c:pt idx="314">
                  <c:v>45001</c:v>
                </c:pt>
                <c:pt idx="315">
                  <c:v>45002</c:v>
                </c:pt>
                <c:pt idx="316">
                  <c:v>45005</c:v>
                </c:pt>
                <c:pt idx="317">
                  <c:v>45006</c:v>
                </c:pt>
                <c:pt idx="318">
                  <c:v>45007</c:v>
                </c:pt>
                <c:pt idx="319">
                  <c:v>45008</c:v>
                </c:pt>
                <c:pt idx="320">
                  <c:v>45009</c:v>
                </c:pt>
                <c:pt idx="321">
                  <c:v>45012</c:v>
                </c:pt>
                <c:pt idx="322">
                  <c:v>45013</c:v>
                </c:pt>
                <c:pt idx="323">
                  <c:v>45014</c:v>
                </c:pt>
                <c:pt idx="324">
                  <c:v>45015</c:v>
                </c:pt>
                <c:pt idx="325">
                  <c:v>45016</c:v>
                </c:pt>
                <c:pt idx="326">
                  <c:v>45019</c:v>
                </c:pt>
                <c:pt idx="327">
                  <c:v>45020</c:v>
                </c:pt>
                <c:pt idx="328">
                  <c:v>45021</c:v>
                </c:pt>
                <c:pt idx="329">
                  <c:v>45022</c:v>
                </c:pt>
                <c:pt idx="330">
                  <c:v>45023</c:v>
                </c:pt>
                <c:pt idx="331">
                  <c:v>45026</c:v>
                </c:pt>
                <c:pt idx="332">
                  <c:v>45027</c:v>
                </c:pt>
                <c:pt idx="333">
                  <c:v>45028</c:v>
                </c:pt>
                <c:pt idx="334">
                  <c:v>45029</c:v>
                </c:pt>
                <c:pt idx="335">
                  <c:v>45030</c:v>
                </c:pt>
                <c:pt idx="336">
                  <c:v>45033</c:v>
                </c:pt>
                <c:pt idx="337">
                  <c:v>45034</c:v>
                </c:pt>
                <c:pt idx="338">
                  <c:v>45035</c:v>
                </c:pt>
                <c:pt idx="339">
                  <c:v>45036</c:v>
                </c:pt>
                <c:pt idx="340">
                  <c:v>45037</c:v>
                </c:pt>
                <c:pt idx="341">
                  <c:v>45040</c:v>
                </c:pt>
                <c:pt idx="342">
                  <c:v>45041</c:v>
                </c:pt>
                <c:pt idx="343">
                  <c:v>45042</c:v>
                </c:pt>
                <c:pt idx="344">
                  <c:v>45043</c:v>
                </c:pt>
                <c:pt idx="345">
                  <c:v>45044</c:v>
                </c:pt>
                <c:pt idx="346">
                  <c:v>45047</c:v>
                </c:pt>
                <c:pt idx="347">
                  <c:v>45048</c:v>
                </c:pt>
                <c:pt idx="348">
                  <c:v>45049</c:v>
                </c:pt>
                <c:pt idx="349">
                  <c:v>45050</c:v>
                </c:pt>
                <c:pt idx="350">
                  <c:v>45051</c:v>
                </c:pt>
                <c:pt idx="351">
                  <c:v>45054</c:v>
                </c:pt>
                <c:pt idx="352">
                  <c:v>45055</c:v>
                </c:pt>
                <c:pt idx="353">
                  <c:v>45056</c:v>
                </c:pt>
                <c:pt idx="354">
                  <c:v>45057</c:v>
                </c:pt>
                <c:pt idx="355">
                  <c:v>45058</c:v>
                </c:pt>
                <c:pt idx="356">
                  <c:v>45061</c:v>
                </c:pt>
                <c:pt idx="357">
                  <c:v>45062</c:v>
                </c:pt>
                <c:pt idx="358">
                  <c:v>45063</c:v>
                </c:pt>
                <c:pt idx="359">
                  <c:v>45064</c:v>
                </c:pt>
                <c:pt idx="360">
                  <c:v>45065</c:v>
                </c:pt>
                <c:pt idx="361">
                  <c:v>45068</c:v>
                </c:pt>
                <c:pt idx="362">
                  <c:v>45069</c:v>
                </c:pt>
                <c:pt idx="363">
                  <c:v>45070</c:v>
                </c:pt>
                <c:pt idx="364">
                  <c:v>45071</c:v>
                </c:pt>
                <c:pt idx="365">
                  <c:v>45072</c:v>
                </c:pt>
                <c:pt idx="366">
                  <c:v>45075</c:v>
                </c:pt>
                <c:pt idx="367">
                  <c:v>45076</c:v>
                </c:pt>
                <c:pt idx="368">
                  <c:v>45077</c:v>
                </c:pt>
                <c:pt idx="369">
                  <c:v>45078</c:v>
                </c:pt>
                <c:pt idx="370">
                  <c:v>45079</c:v>
                </c:pt>
                <c:pt idx="371">
                  <c:v>45082</c:v>
                </c:pt>
                <c:pt idx="372">
                  <c:v>45083</c:v>
                </c:pt>
                <c:pt idx="373">
                  <c:v>45084</c:v>
                </c:pt>
                <c:pt idx="374">
                  <c:v>45085</c:v>
                </c:pt>
                <c:pt idx="375">
                  <c:v>45086</c:v>
                </c:pt>
                <c:pt idx="376">
                  <c:v>45089</c:v>
                </c:pt>
                <c:pt idx="377">
                  <c:v>45090</c:v>
                </c:pt>
                <c:pt idx="378">
                  <c:v>45091</c:v>
                </c:pt>
                <c:pt idx="379">
                  <c:v>45092</c:v>
                </c:pt>
                <c:pt idx="380">
                  <c:v>45093</c:v>
                </c:pt>
                <c:pt idx="381">
                  <c:v>45096</c:v>
                </c:pt>
                <c:pt idx="382">
                  <c:v>45097</c:v>
                </c:pt>
                <c:pt idx="383">
                  <c:v>45098</c:v>
                </c:pt>
                <c:pt idx="384">
                  <c:v>45099</c:v>
                </c:pt>
                <c:pt idx="385">
                  <c:v>45100</c:v>
                </c:pt>
                <c:pt idx="386">
                  <c:v>45103</c:v>
                </c:pt>
                <c:pt idx="387">
                  <c:v>45104</c:v>
                </c:pt>
                <c:pt idx="388">
                  <c:v>45105</c:v>
                </c:pt>
                <c:pt idx="389">
                  <c:v>45106</c:v>
                </c:pt>
                <c:pt idx="390">
                  <c:v>45107</c:v>
                </c:pt>
                <c:pt idx="391">
                  <c:v>45110</c:v>
                </c:pt>
                <c:pt idx="392">
                  <c:v>45111</c:v>
                </c:pt>
                <c:pt idx="393">
                  <c:v>45112</c:v>
                </c:pt>
                <c:pt idx="394">
                  <c:v>45113</c:v>
                </c:pt>
                <c:pt idx="395">
                  <c:v>45114</c:v>
                </c:pt>
                <c:pt idx="396">
                  <c:v>45117</c:v>
                </c:pt>
                <c:pt idx="397">
                  <c:v>45118</c:v>
                </c:pt>
                <c:pt idx="398">
                  <c:v>45119</c:v>
                </c:pt>
                <c:pt idx="399">
                  <c:v>45120</c:v>
                </c:pt>
                <c:pt idx="400">
                  <c:v>45121</c:v>
                </c:pt>
                <c:pt idx="401">
                  <c:v>45124</c:v>
                </c:pt>
                <c:pt idx="402">
                  <c:v>45125</c:v>
                </c:pt>
                <c:pt idx="403">
                  <c:v>45126</c:v>
                </c:pt>
                <c:pt idx="404">
                  <c:v>45127</c:v>
                </c:pt>
                <c:pt idx="405">
                  <c:v>45128</c:v>
                </c:pt>
                <c:pt idx="406">
                  <c:v>45131</c:v>
                </c:pt>
                <c:pt idx="407">
                  <c:v>45132</c:v>
                </c:pt>
                <c:pt idx="408">
                  <c:v>45133</c:v>
                </c:pt>
                <c:pt idx="409">
                  <c:v>45134</c:v>
                </c:pt>
                <c:pt idx="410">
                  <c:v>45135</c:v>
                </c:pt>
                <c:pt idx="411">
                  <c:v>45138</c:v>
                </c:pt>
                <c:pt idx="412">
                  <c:v>45139</c:v>
                </c:pt>
                <c:pt idx="413">
                  <c:v>45140</c:v>
                </c:pt>
                <c:pt idx="414">
                  <c:v>45141</c:v>
                </c:pt>
                <c:pt idx="415">
                  <c:v>45142</c:v>
                </c:pt>
                <c:pt idx="416">
                  <c:v>45145</c:v>
                </c:pt>
                <c:pt idx="417">
                  <c:v>45146</c:v>
                </c:pt>
                <c:pt idx="418">
                  <c:v>45147</c:v>
                </c:pt>
                <c:pt idx="419">
                  <c:v>45148</c:v>
                </c:pt>
                <c:pt idx="420">
                  <c:v>45149</c:v>
                </c:pt>
                <c:pt idx="421">
                  <c:v>45152</c:v>
                </c:pt>
                <c:pt idx="422">
                  <c:v>45153</c:v>
                </c:pt>
                <c:pt idx="423">
                  <c:v>45154</c:v>
                </c:pt>
                <c:pt idx="424">
                  <c:v>45155</c:v>
                </c:pt>
                <c:pt idx="425">
                  <c:v>45156</c:v>
                </c:pt>
                <c:pt idx="426">
                  <c:v>45159</c:v>
                </c:pt>
                <c:pt idx="427">
                  <c:v>45160</c:v>
                </c:pt>
                <c:pt idx="428">
                  <c:v>45161</c:v>
                </c:pt>
                <c:pt idx="429">
                  <c:v>45162</c:v>
                </c:pt>
                <c:pt idx="430">
                  <c:v>45163</c:v>
                </c:pt>
                <c:pt idx="431">
                  <c:v>45166</c:v>
                </c:pt>
                <c:pt idx="432">
                  <c:v>45167</c:v>
                </c:pt>
                <c:pt idx="433">
                  <c:v>45168</c:v>
                </c:pt>
                <c:pt idx="434">
                  <c:v>45169</c:v>
                </c:pt>
                <c:pt idx="435">
                  <c:v>45170</c:v>
                </c:pt>
                <c:pt idx="436">
                  <c:v>45173</c:v>
                </c:pt>
                <c:pt idx="437">
                  <c:v>45174</c:v>
                </c:pt>
                <c:pt idx="438">
                  <c:v>45175</c:v>
                </c:pt>
                <c:pt idx="439">
                  <c:v>45176</c:v>
                </c:pt>
                <c:pt idx="440">
                  <c:v>45177</c:v>
                </c:pt>
                <c:pt idx="441">
                  <c:v>45180</c:v>
                </c:pt>
                <c:pt idx="442">
                  <c:v>45181</c:v>
                </c:pt>
                <c:pt idx="443">
                  <c:v>45182</c:v>
                </c:pt>
                <c:pt idx="444">
                  <c:v>45183</c:v>
                </c:pt>
                <c:pt idx="445">
                  <c:v>45184</c:v>
                </c:pt>
                <c:pt idx="446">
                  <c:v>45187</c:v>
                </c:pt>
                <c:pt idx="447">
                  <c:v>45188</c:v>
                </c:pt>
                <c:pt idx="448">
                  <c:v>45189</c:v>
                </c:pt>
                <c:pt idx="449">
                  <c:v>45190</c:v>
                </c:pt>
                <c:pt idx="450">
                  <c:v>45191</c:v>
                </c:pt>
                <c:pt idx="451">
                  <c:v>45194</c:v>
                </c:pt>
                <c:pt idx="452">
                  <c:v>45195</c:v>
                </c:pt>
                <c:pt idx="453">
                  <c:v>45196</c:v>
                </c:pt>
                <c:pt idx="454">
                  <c:v>45197</c:v>
                </c:pt>
                <c:pt idx="455">
                  <c:v>45198</c:v>
                </c:pt>
                <c:pt idx="456">
                  <c:v>45201</c:v>
                </c:pt>
                <c:pt idx="457">
                  <c:v>45202</c:v>
                </c:pt>
                <c:pt idx="458">
                  <c:v>45203</c:v>
                </c:pt>
                <c:pt idx="459">
                  <c:v>45204</c:v>
                </c:pt>
                <c:pt idx="460">
                  <c:v>45205</c:v>
                </c:pt>
                <c:pt idx="461">
                  <c:v>45208</c:v>
                </c:pt>
                <c:pt idx="462">
                  <c:v>45209</c:v>
                </c:pt>
                <c:pt idx="463">
                  <c:v>45210</c:v>
                </c:pt>
                <c:pt idx="464">
                  <c:v>45211</c:v>
                </c:pt>
                <c:pt idx="465">
                  <c:v>45212</c:v>
                </c:pt>
                <c:pt idx="466">
                  <c:v>45215</c:v>
                </c:pt>
                <c:pt idx="467">
                  <c:v>45216</c:v>
                </c:pt>
                <c:pt idx="468">
                  <c:v>45217</c:v>
                </c:pt>
                <c:pt idx="469">
                  <c:v>45218</c:v>
                </c:pt>
                <c:pt idx="470">
                  <c:v>45219</c:v>
                </c:pt>
                <c:pt idx="471">
                  <c:v>45222</c:v>
                </c:pt>
                <c:pt idx="472">
                  <c:v>45223</c:v>
                </c:pt>
                <c:pt idx="473">
                  <c:v>45224</c:v>
                </c:pt>
                <c:pt idx="474">
                  <c:v>45225</c:v>
                </c:pt>
                <c:pt idx="475">
                  <c:v>45226</c:v>
                </c:pt>
                <c:pt idx="476">
                  <c:v>45229</c:v>
                </c:pt>
                <c:pt idx="477">
                  <c:v>45230</c:v>
                </c:pt>
                <c:pt idx="478">
                  <c:v>45231</c:v>
                </c:pt>
                <c:pt idx="479">
                  <c:v>45232</c:v>
                </c:pt>
                <c:pt idx="480">
                  <c:v>45233</c:v>
                </c:pt>
                <c:pt idx="481">
                  <c:v>45236</c:v>
                </c:pt>
                <c:pt idx="482">
                  <c:v>45237</c:v>
                </c:pt>
                <c:pt idx="483">
                  <c:v>45238</c:v>
                </c:pt>
                <c:pt idx="484">
                  <c:v>45239</c:v>
                </c:pt>
                <c:pt idx="485">
                  <c:v>45240</c:v>
                </c:pt>
                <c:pt idx="486">
                  <c:v>45243</c:v>
                </c:pt>
                <c:pt idx="487">
                  <c:v>45244</c:v>
                </c:pt>
                <c:pt idx="488">
                  <c:v>45245</c:v>
                </c:pt>
                <c:pt idx="489">
                  <c:v>45246</c:v>
                </c:pt>
                <c:pt idx="490">
                  <c:v>45247</c:v>
                </c:pt>
                <c:pt idx="491">
                  <c:v>45250</c:v>
                </c:pt>
                <c:pt idx="492">
                  <c:v>45251</c:v>
                </c:pt>
                <c:pt idx="493">
                  <c:v>45252</c:v>
                </c:pt>
                <c:pt idx="494">
                  <c:v>45253</c:v>
                </c:pt>
                <c:pt idx="495">
                  <c:v>45254</c:v>
                </c:pt>
                <c:pt idx="496">
                  <c:v>45257</c:v>
                </c:pt>
                <c:pt idx="497">
                  <c:v>45258</c:v>
                </c:pt>
                <c:pt idx="498">
                  <c:v>45259</c:v>
                </c:pt>
                <c:pt idx="499">
                  <c:v>45260</c:v>
                </c:pt>
                <c:pt idx="500">
                  <c:v>45261</c:v>
                </c:pt>
                <c:pt idx="501">
                  <c:v>45264</c:v>
                </c:pt>
                <c:pt idx="502">
                  <c:v>45265</c:v>
                </c:pt>
                <c:pt idx="503">
                  <c:v>45266</c:v>
                </c:pt>
                <c:pt idx="504">
                  <c:v>45267</c:v>
                </c:pt>
                <c:pt idx="505">
                  <c:v>45268</c:v>
                </c:pt>
                <c:pt idx="506">
                  <c:v>45271</c:v>
                </c:pt>
                <c:pt idx="507">
                  <c:v>45272</c:v>
                </c:pt>
                <c:pt idx="508">
                  <c:v>45273</c:v>
                </c:pt>
                <c:pt idx="509">
                  <c:v>45274</c:v>
                </c:pt>
                <c:pt idx="510">
                  <c:v>45275</c:v>
                </c:pt>
                <c:pt idx="511">
                  <c:v>45278</c:v>
                </c:pt>
                <c:pt idx="512">
                  <c:v>45279</c:v>
                </c:pt>
                <c:pt idx="513">
                  <c:v>45280</c:v>
                </c:pt>
                <c:pt idx="514">
                  <c:v>45281</c:v>
                </c:pt>
                <c:pt idx="515">
                  <c:v>45282</c:v>
                </c:pt>
                <c:pt idx="516">
                  <c:v>45285</c:v>
                </c:pt>
                <c:pt idx="517">
                  <c:v>45286</c:v>
                </c:pt>
                <c:pt idx="518">
                  <c:v>45287</c:v>
                </c:pt>
                <c:pt idx="519">
                  <c:v>45288</c:v>
                </c:pt>
                <c:pt idx="520">
                  <c:v>45289</c:v>
                </c:pt>
                <c:pt idx="521">
                  <c:v>45292</c:v>
                </c:pt>
                <c:pt idx="522">
                  <c:v>45293</c:v>
                </c:pt>
                <c:pt idx="523">
                  <c:v>45294</c:v>
                </c:pt>
                <c:pt idx="524">
                  <c:v>45295</c:v>
                </c:pt>
                <c:pt idx="525">
                  <c:v>45296</c:v>
                </c:pt>
                <c:pt idx="526">
                  <c:v>45299</c:v>
                </c:pt>
                <c:pt idx="527">
                  <c:v>45300</c:v>
                </c:pt>
                <c:pt idx="528">
                  <c:v>45301</c:v>
                </c:pt>
                <c:pt idx="529">
                  <c:v>45302</c:v>
                </c:pt>
                <c:pt idx="530">
                  <c:v>45303</c:v>
                </c:pt>
                <c:pt idx="531">
                  <c:v>45306</c:v>
                </c:pt>
                <c:pt idx="532">
                  <c:v>45307</c:v>
                </c:pt>
                <c:pt idx="533">
                  <c:v>45308</c:v>
                </c:pt>
                <c:pt idx="534">
                  <c:v>45309</c:v>
                </c:pt>
                <c:pt idx="535">
                  <c:v>45310</c:v>
                </c:pt>
                <c:pt idx="536">
                  <c:v>45313</c:v>
                </c:pt>
                <c:pt idx="537">
                  <c:v>45314</c:v>
                </c:pt>
                <c:pt idx="538">
                  <c:v>45315</c:v>
                </c:pt>
                <c:pt idx="539">
                  <c:v>45316</c:v>
                </c:pt>
                <c:pt idx="540">
                  <c:v>45317</c:v>
                </c:pt>
                <c:pt idx="541">
                  <c:v>45320</c:v>
                </c:pt>
                <c:pt idx="542">
                  <c:v>45321</c:v>
                </c:pt>
                <c:pt idx="543">
                  <c:v>45322</c:v>
                </c:pt>
                <c:pt idx="544">
                  <c:v>45323</c:v>
                </c:pt>
                <c:pt idx="545">
                  <c:v>45324</c:v>
                </c:pt>
                <c:pt idx="546">
                  <c:v>45327</c:v>
                </c:pt>
                <c:pt idx="547">
                  <c:v>45328</c:v>
                </c:pt>
                <c:pt idx="548">
                  <c:v>45329</c:v>
                </c:pt>
                <c:pt idx="549">
                  <c:v>45330</c:v>
                </c:pt>
                <c:pt idx="550">
                  <c:v>45331</c:v>
                </c:pt>
                <c:pt idx="551">
                  <c:v>45334</c:v>
                </c:pt>
                <c:pt idx="552">
                  <c:v>45335</c:v>
                </c:pt>
                <c:pt idx="553">
                  <c:v>45336</c:v>
                </c:pt>
                <c:pt idx="554">
                  <c:v>45337</c:v>
                </c:pt>
                <c:pt idx="555">
                  <c:v>45338</c:v>
                </c:pt>
                <c:pt idx="556">
                  <c:v>45341</c:v>
                </c:pt>
                <c:pt idx="557">
                  <c:v>45342</c:v>
                </c:pt>
                <c:pt idx="558">
                  <c:v>45343</c:v>
                </c:pt>
                <c:pt idx="559">
                  <c:v>45344</c:v>
                </c:pt>
                <c:pt idx="560">
                  <c:v>45345</c:v>
                </c:pt>
                <c:pt idx="561">
                  <c:v>45348</c:v>
                </c:pt>
                <c:pt idx="562">
                  <c:v>45349</c:v>
                </c:pt>
                <c:pt idx="563">
                  <c:v>45350</c:v>
                </c:pt>
                <c:pt idx="564">
                  <c:v>45351</c:v>
                </c:pt>
                <c:pt idx="565">
                  <c:v>45352</c:v>
                </c:pt>
                <c:pt idx="566">
                  <c:v>45355</c:v>
                </c:pt>
                <c:pt idx="567">
                  <c:v>45356</c:v>
                </c:pt>
                <c:pt idx="568">
                  <c:v>45357</c:v>
                </c:pt>
                <c:pt idx="569">
                  <c:v>45358</c:v>
                </c:pt>
                <c:pt idx="570">
                  <c:v>45359</c:v>
                </c:pt>
                <c:pt idx="571">
                  <c:v>45362</c:v>
                </c:pt>
                <c:pt idx="572">
                  <c:v>45363</c:v>
                </c:pt>
                <c:pt idx="573">
                  <c:v>45364</c:v>
                </c:pt>
                <c:pt idx="574">
                  <c:v>45365</c:v>
                </c:pt>
                <c:pt idx="575">
                  <c:v>45366</c:v>
                </c:pt>
                <c:pt idx="576">
                  <c:v>45369</c:v>
                </c:pt>
                <c:pt idx="577">
                  <c:v>45370</c:v>
                </c:pt>
                <c:pt idx="578">
                  <c:v>45371</c:v>
                </c:pt>
                <c:pt idx="579">
                  <c:v>45372</c:v>
                </c:pt>
                <c:pt idx="580">
                  <c:v>45373</c:v>
                </c:pt>
                <c:pt idx="581">
                  <c:v>45376</c:v>
                </c:pt>
                <c:pt idx="582">
                  <c:v>45377</c:v>
                </c:pt>
                <c:pt idx="583">
                  <c:v>45378</c:v>
                </c:pt>
                <c:pt idx="584">
                  <c:v>45379</c:v>
                </c:pt>
                <c:pt idx="585">
                  <c:v>45380</c:v>
                </c:pt>
                <c:pt idx="586">
                  <c:v>45383</c:v>
                </c:pt>
                <c:pt idx="587">
                  <c:v>45384</c:v>
                </c:pt>
                <c:pt idx="588">
                  <c:v>45385</c:v>
                </c:pt>
                <c:pt idx="589">
                  <c:v>45386</c:v>
                </c:pt>
                <c:pt idx="590">
                  <c:v>45387</c:v>
                </c:pt>
                <c:pt idx="591">
                  <c:v>45390</c:v>
                </c:pt>
                <c:pt idx="592">
                  <c:v>45391</c:v>
                </c:pt>
                <c:pt idx="593">
                  <c:v>45392</c:v>
                </c:pt>
                <c:pt idx="594">
                  <c:v>45393</c:v>
                </c:pt>
                <c:pt idx="595">
                  <c:v>45394</c:v>
                </c:pt>
                <c:pt idx="596">
                  <c:v>45397</c:v>
                </c:pt>
                <c:pt idx="597">
                  <c:v>45398</c:v>
                </c:pt>
                <c:pt idx="598">
                  <c:v>45399</c:v>
                </c:pt>
                <c:pt idx="599">
                  <c:v>45400</c:v>
                </c:pt>
                <c:pt idx="600">
                  <c:v>45401</c:v>
                </c:pt>
                <c:pt idx="601">
                  <c:v>45404</c:v>
                </c:pt>
                <c:pt idx="602">
                  <c:v>45405</c:v>
                </c:pt>
                <c:pt idx="603">
                  <c:v>45406</c:v>
                </c:pt>
                <c:pt idx="604">
                  <c:v>45407</c:v>
                </c:pt>
                <c:pt idx="605">
                  <c:v>45408</c:v>
                </c:pt>
                <c:pt idx="606">
                  <c:v>45411</c:v>
                </c:pt>
                <c:pt idx="607">
                  <c:v>45412</c:v>
                </c:pt>
                <c:pt idx="608">
                  <c:v>45413</c:v>
                </c:pt>
                <c:pt idx="609">
                  <c:v>45414</c:v>
                </c:pt>
                <c:pt idx="610">
                  <c:v>45415</c:v>
                </c:pt>
                <c:pt idx="611">
                  <c:v>45418</c:v>
                </c:pt>
                <c:pt idx="612">
                  <c:v>45419</c:v>
                </c:pt>
                <c:pt idx="613">
                  <c:v>45420</c:v>
                </c:pt>
                <c:pt idx="614">
                  <c:v>45421</c:v>
                </c:pt>
                <c:pt idx="615">
                  <c:v>45422</c:v>
                </c:pt>
                <c:pt idx="616">
                  <c:v>45425</c:v>
                </c:pt>
                <c:pt idx="617">
                  <c:v>45426</c:v>
                </c:pt>
                <c:pt idx="618">
                  <c:v>45427</c:v>
                </c:pt>
                <c:pt idx="619">
                  <c:v>45428</c:v>
                </c:pt>
                <c:pt idx="620">
                  <c:v>45429</c:v>
                </c:pt>
                <c:pt idx="621">
                  <c:v>45432</c:v>
                </c:pt>
                <c:pt idx="622">
                  <c:v>45433</c:v>
                </c:pt>
                <c:pt idx="623">
                  <c:v>45434</c:v>
                </c:pt>
                <c:pt idx="624">
                  <c:v>45435</c:v>
                </c:pt>
                <c:pt idx="625">
                  <c:v>45436</c:v>
                </c:pt>
                <c:pt idx="626">
                  <c:v>45440</c:v>
                </c:pt>
                <c:pt idx="627">
                  <c:v>45441</c:v>
                </c:pt>
                <c:pt idx="628">
                  <c:v>45442</c:v>
                </c:pt>
                <c:pt idx="629">
                  <c:v>45443</c:v>
                </c:pt>
                <c:pt idx="630">
                  <c:v>45446</c:v>
                </c:pt>
                <c:pt idx="631">
                  <c:v>45447</c:v>
                </c:pt>
                <c:pt idx="632">
                  <c:v>45448</c:v>
                </c:pt>
                <c:pt idx="633">
                  <c:v>45449</c:v>
                </c:pt>
                <c:pt idx="634">
                  <c:v>45450</c:v>
                </c:pt>
                <c:pt idx="635">
                  <c:v>45453</c:v>
                </c:pt>
                <c:pt idx="636">
                  <c:v>45454</c:v>
                </c:pt>
                <c:pt idx="637">
                  <c:v>45455</c:v>
                </c:pt>
                <c:pt idx="638">
                  <c:v>45456</c:v>
                </c:pt>
                <c:pt idx="639">
                  <c:v>45457</c:v>
                </c:pt>
                <c:pt idx="640">
                  <c:v>45460</c:v>
                </c:pt>
                <c:pt idx="641">
                  <c:v>45461</c:v>
                </c:pt>
                <c:pt idx="642">
                  <c:v>45462</c:v>
                </c:pt>
                <c:pt idx="643">
                  <c:v>45463</c:v>
                </c:pt>
                <c:pt idx="644">
                  <c:v>45464</c:v>
                </c:pt>
                <c:pt idx="645">
                  <c:v>45467</c:v>
                </c:pt>
                <c:pt idx="646">
                  <c:v>45468</c:v>
                </c:pt>
                <c:pt idx="647">
                  <c:v>45469</c:v>
                </c:pt>
                <c:pt idx="648">
                  <c:v>45470</c:v>
                </c:pt>
                <c:pt idx="649">
                  <c:v>45471</c:v>
                </c:pt>
                <c:pt idx="650">
                  <c:v>45474</c:v>
                </c:pt>
                <c:pt idx="651">
                  <c:v>45475</c:v>
                </c:pt>
                <c:pt idx="652">
                  <c:v>45476</c:v>
                </c:pt>
                <c:pt idx="653">
                  <c:v>45477</c:v>
                </c:pt>
                <c:pt idx="654">
                  <c:v>45478</c:v>
                </c:pt>
                <c:pt idx="655">
                  <c:v>45481</c:v>
                </c:pt>
                <c:pt idx="656">
                  <c:v>45482</c:v>
                </c:pt>
                <c:pt idx="657">
                  <c:v>45483</c:v>
                </c:pt>
                <c:pt idx="658">
                  <c:v>45484</c:v>
                </c:pt>
                <c:pt idx="659">
                  <c:v>45485</c:v>
                </c:pt>
                <c:pt idx="660">
                  <c:v>45488</c:v>
                </c:pt>
                <c:pt idx="661">
                  <c:v>45489</c:v>
                </c:pt>
                <c:pt idx="662">
                  <c:v>45490</c:v>
                </c:pt>
                <c:pt idx="663">
                  <c:v>45491</c:v>
                </c:pt>
                <c:pt idx="664">
                  <c:v>45492</c:v>
                </c:pt>
                <c:pt idx="665">
                  <c:v>45495</c:v>
                </c:pt>
                <c:pt idx="666">
                  <c:v>45496</c:v>
                </c:pt>
                <c:pt idx="667">
                  <c:v>45497</c:v>
                </c:pt>
                <c:pt idx="668">
                  <c:v>45498</c:v>
                </c:pt>
                <c:pt idx="669">
                  <c:v>45499</c:v>
                </c:pt>
                <c:pt idx="670">
                  <c:v>45502</c:v>
                </c:pt>
                <c:pt idx="671">
                  <c:v>45503</c:v>
                </c:pt>
                <c:pt idx="672">
                  <c:v>45504</c:v>
                </c:pt>
                <c:pt idx="673">
                  <c:v>45505</c:v>
                </c:pt>
                <c:pt idx="674">
                  <c:v>45506</c:v>
                </c:pt>
                <c:pt idx="675">
                  <c:v>45509</c:v>
                </c:pt>
                <c:pt idx="676">
                  <c:v>45510</c:v>
                </c:pt>
                <c:pt idx="677">
                  <c:v>45511</c:v>
                </c:pt>
                <c:pt idx="678">
                  <c:v>45512</c:v>
                </c:pt>
                <c:pt idx="679">
                  <c:v>45513</c:v>
                </c:pt>
                <c:pt idx="680">
                  <c:v>45516</c:v>
                </c:pt>
                <c:pt idx="681">
                  <c:v>45517</c:v>
                </c:pt>
                <c:pt idx="682">
                  <c:v>45518</c:v>
                </c:pt>
                <c:pt idx="683">
                  <c:v>45519</c:v>
                </c:pt>
                <c:pt idx="684">
                  <c:v>45520</c:v>
                </c:pt>
                <c:pt idx="685">
                  <c:v>45523</c:v>
                </c:pt>
                <c:pt idx="686">
                  <c:v>45524</c:v>
                </c:pt>
                <c:pt idx="687">
                  <c:v>45525</c:v>
                </c:pt>
                <c:pt idx="688">
                  <c:v>45526</c:v>
                </c:pt>
                <c:pt idx="689">
                  <c:v>45527</c:v>
                </c:pt>
                <c:pt idx="690">
                  <c:v>45530</c:v>
                </c:pt>
                <c:pt idx="691">
                  <c:v>45531</c:v>
                </c:pt>
                <c:pt idx="692">
                  <c:v>45532</c:v>
                </c:pt>
                <c:pt idx="693">
                  <c:v>45533</c:v>
                </c:pt>
                <c:pt idx="694">
                  <c:v>45534</c:v>
                </c:pt>
                <c:pt idx="695">
                  <c:v>45537</c:v>
                </c:pt>
                <c:pt idx="696">
                  <c:v>45538</c:v>
                </c:pt>
                <c:pt idx="697">
                  <c:v>45539</c:v>
                </c:pt>
                <c:pt idx="698">
                  <c:v>45540</c:v>
                </c:pt>
                <c:pt idx="699">
                  <c:v>45541</c:v>
                </c:pt>
                <c:pt idx="700">
                  <c:v>45544</c:v>
                </c:pt>
                <c:pt idx="701">
                  <c:v>45545</c:v>
                </c:pt>
                <c:pt idx="702">
                  <c:v>45546</c:v>
                </c:pt>
                <c:pt idx="703">
                  <c:v>45547</c:v>
                </c:pt>
                <c:pt idx="704">
                  <c:v>45548</c:v>
                </c:pt>
                <c:pt idx="705">
                  <c:v>45551</c:v>
                </c:pt>
                <c:pt idx="706">
                  <c:v>45552</c:v>
                </c:pt>
                <c:pt idx="707">
                  <c:v>45553</c:v>
                </c:pt>
                <c:pt idx="708">
                  <c:v>45554</c:v>
                </c:pt>
                <c:pt idx="709">
                  <c:v>45555</c:v>
                </c:pt>
                <c:pt idx="710">
                  <c:v>45558</c:v>
                </c:pt>
                <c:pt idx="711">
                  <c:v>45559</c:v>
                </c:pt>
                <c:pt idx="712">
                  <c:v>45560</c:v>
                </c:pt>
                <c:pt idx="713">
                  <c:v>45561</c:v>
                </c:pt>
                <c:pt idx="714">
                  <c:v>45562</c:v>
                </c:pt>
                <c:pt idx="715">
                  <c:v>45565</c:v>
                </c:pt>
                <c:pt idx="716">
                  <c:v>45566</c:v>
                </c:pt>
                <c:pt idx="717">
                  <c:v>45567</c:v>
                </c:pt>
                <c:pt idx="718">
                  <c:v>45568</c:v>
                </c:pt>
                <c:pt idx="719">
                  <c:v>45569</c:v>
                </c:pt>
                <c:pt idx="720">
                  <c:v>45572</c:v>
                </c:pt>
                <c:pt idx="721">
                  <c:v>45573</c:v>
                </c:pt>
                <c:pt idx="722">
                  <c:v>45574</c:v>
                </c:pt>
                <c:pt idx="723">
                  <c:v>45575</c:v>
                </c:pt>
                <c:pt idx="724">
                  <c:v>45576</c:v>
                </c:pt>
                <c:pt idx="725">
                  <c:v>45579</c:v>
                </c:pt>
                <c:pt idx="726">
                  <c:v>45580</c:v>
                </c:pt>
                <c:pt idx="727">
                  <c:v>45581</c:v>
                </c:pt>
                <c:pt idx="728">
                  <c:v>45582</c:v>
                </c:pt>
                <c:pt idx="729">
                  <c:v>45583</c:v>
                </c:pt>
                <c:pt idx="730">
                  <c:v>45586</c:v>
                </c:pt>
                <c:pt idx="731">
                  <c:v>45587</c:v>
                </c:pt>
                <c:pt idx="732">
                  <c:v>45588</c:v>
                </c:pt>
                <c:pt idx="733">
                  <c:v>45589</c:v>
                </c:pt>
                <c:pt idx="734">
                  <c:v>45590</c:v>
                </c:pt>
                <c:pt idx="735">
                  <c:v>45593</c:v>
                </c:pt>
                <c:pt idx="736">
                  <c:v>45594</c:v>
                </c:pt>
                <c:pt idx="737">
                  <c:v>45595</c:v>
                </c:pt>
                <c:pt idx="738">
                  <c:v>45596</c:v>
                </c:pt>
                <c:pt idx="739">
                  <c:v>45597</c:v>
                </c:pt>
                <c:pt idx="740">
                  <c:v>45600</c:v>
                </c:pt>
                <c:pt idx="741">
                  <c:v>45601</c:v>
                </c:pt>
                <c:pt idx="742">
                  <c:v>45602</c:v>
                </c:pt>
                <c:pt idx="743">
                  <c:v>45603</c:v>
                </c:pt>
                <c:pt idx="744">
                  <c:v>45604</c:v>
                </c:pt>
                <c:pt idx="745">
                  <c:v>45607</c:v>
                </c:pt>
                <c:pt idx="746">
                  <c:v>45608</c:v>
                </c:pt>
                <c:pt idx="747">
                  <c:v>45609</c:v>
                </c:pt>
                <c:pt idx="748">
                  <c:v>45610</c:v>
                </c:pt>
                <c:pt idx="749">
                  <c:v>45611</c:v>
                </c:pt>
                <c:pt idx="750">
                  <c:v>45614</c:v>
                </c:pt>
                <c:pt idx="751">
                  <c:v>45615</c:v>
                </c:pt>
                <c:pt idx="752">
                  <c:v>45616</c:v>
                </c:pt>
                <c:pt idx="753">
                  <c:v>45617</c:v>
                </c:pt>
                <c:pt idx="754">
                  <c:v>45618</c:v>
                </c:pt>
                <c:pt idx="755">
                  <c:v>45621</c:v>
                </c:pt>
                <c:pt idx="756">
                  <c:v>45622</c:v>
                </c:pt>
                <c:pt idx="757">
                  <c:v>45623</c:v>
                </c:pt>
                <c:pt idx="758">
                  <c:v>45624</c:v>
                </c:pt>
                <c:pt idx="759">
                  <c:v>45625</c:v>
                </c:pt>
                <c:pt idx="760">
                  <c:v>45628</c:v>
                </c:pt>
                <c:pt idx="761">
                  <c:v>45629</c:v>
                </c:pt>
                <c:pt idx="762">
                  <c:v>45630</c:v>
                </c:pt>
                <c:pt idx="763">
                  <c:v>45631</c:v>
                </c:pt>
                <c:pt idx="764">
                  <c:v>45632</c:v>
                </c:pt>
                <c:pt idx="765">
                  <c:v>45635</c:v>
                </c:pt>
                <c:pt idx="766">
                  <c:v>45636</c:v>
                </c:pt>
                <c:pt idx="767">
                  <c:v>45637</c:v>
                </c:pt>
                <c:pt idx="768">
                  <c:v>45638</c:v>
                </c:pt>
                <c:pt idx="769">
                  <c:v>45639</c:v>
                </c:pt>
                <c:pt idx="770">
                  <c:v>45642</c:v>
                </c:pt>
                <c:pt idx="771">
                  <c:v>45643</c:v>
                </c:pt>
                <c:pt idx="772">
                  <c:v>45644</c:v>
                </c:pt>
                <c:pt idx="773">
                  <c:v>45645</c:v>
                </c:pt>
                <c:pt idx="774">
                  <c:v>45646</c:v>
                </c:pt>
                <c:pt idx="775">
                  <c:v>45649</c:v>
                </c:pt>
                <c:pt idx="776">
                  <c:v>45650</c:v>
                </c:pt>
                <c:pt idx="777">
                  <c:v>45651</c:v>
                </c:pt>
                <c:pt idx="778">
                  <c:v>45652</c:v>
                </c:pt>
                <c:pt idx="779">
                  <c:v>45653</c:v>
                </c:pt>
                <c:pt idx="780">
                  <c:v>45656</c:v>
                </c:pt>
                <c:pt idx="781">
                  <c:v>45657</c:v>
                </c:pt>
                <c:pt idx="782">
                  <c:v>45658</c:v>
                </c:pt>
                <c:pt idx="783">
                  <c:v>45659</c:v>
                </c:pt>
                <c:pt idx="784">
                  <c:v>45660</c:v>
                </c:pt>
                <c:pt idx="785">
                  <c:v>45663</c:v>
                </c:pt>
                <c:pt idx="786">
                  <c:v>45664</c:v>
                </c:pt>
                <c:pt idx="787">
                  <c:v>45665</c:v>
                </c:pt>
                <c:pt idx="788">
                  <c:v>45666</c:v>
                </c:pt>
                <c:pt idx="789">
                  <c:v>45667</c:v>
                </c:pt>
                <c:pt idx="790">
                  <c:v>45670</c:v>
                </c:pt>
                <c:pt idx="791">
                  <c:v>45671</c:v>
                </c:pt>
                <c:pt idx="792">
                  <c:v>45672</c:v>
                </c:pt>
                <c:pt idx="793">
                  <c:v>45673</c:v>
                </c:pt>
                <c:pt idx="794">
                  <c:v>45674</c:v>
                </c:pt>
                <c:pt idx="795">
                  <c:v>45677</c:v>
                </c:pt>
                <c:pt idx="796">
                  <c:v>45678</c:v>
                </c:pt>
                <c:pt idx="797">
                  <c:v>45679</c:v>
                </c:pt>
                <c:pt idx="798">
                  <c:v>45680</c:v>
                </c:pt>
                <c:pt idx="799">
                  <c:v>45681</c:v>
                </c:pt>
                <c:pt idx="800">
                  <c:v>45684</c:v>
                </c:pt>
                <c:pt idx="801">
                  <c:v>45685</c:v>
                </c:pt>
                <c:pt idx="802">
                  <c:v>45686</c:v>
                </c:pt>
                <c:pt idx="803">
                  <c:v>45687</c:v>
                </c:pt>
                <c:pt idx="804">
                  <c:v>45688</c:v>
                </c:pt>
                <c:pt idx="805">
                  <c:v>45691</c:v>
                </c:pt>
                <c:pt idx="806">
                  <c:v>45692</c:v>
                </c:pt>
                <c:pt idx="807">
                  <c:v>45693</c:v>
                </c:pt>
                <c:pt idx="808">
                  <c:v>45694</c:v>
                </c:pt>
                <c:pt idx="809">
                  <c:v>45695</c:v>
                </c:pt>
                <c:pt idx="810">
                  <c:v>45698</c:v>
                </c:pt>
                <c:pt idx="811">
                  <c:v>45699</c:v>
                </c:pt>
                <c:pt idx="812">
                  <c:v>45700</c:v>
                </c:pt>
                <c:pt idx="813">
                  <c:v>45701</c:v>
                </c:pt>
                <c:pt idx="814">
                  <c:v>45702</c:v>
                </c:pt>
                <c:pt idx="815">
                  <c:v>45705</c:v>
                </c:pt>
                <c:pt idx="816">
                  <c:v>45706</c:v>
                </c:pt>
                <c:pt idx="817">
                  <c:v>45707</c:v>
                </c:pt>
                <c:pt idx="818">
                  <c:v>45708</c:v>
                </c:pt>
                <c:pt idx="819">
                  <c:v>45709</c:v>
                </c:pt>
                <c:pt idx="820">
                  <c:v>45712</c:v>
                </c:pt>
                <c:pt idx="821">
                  <c:v>45713</c:v>
                </c:pt>
                <c:pt idx="822">
                  <c:v>45714</c:v>
                </c:pt>
                <c:pt idx="823">
                  <c:v>45715</c:v>
                </c:pt>
                <c:pt idx="824">
                  <c:v>45716</c:v>
                </c:pt>
                <c:pt idx="825">
                  <c:v>45719</c:v>
                </c:pt>
                <c:pt idx="826">
                  <c:v>45720</c:v>
                </c:pt>
                <c:pt idx="827">
                  <c:v>45721</c:v>
                </c:pt>
                <c:pt idx="828">
                  <c:v>45722</c:v>
                </c:pt>
                <c:pt idx="829">
                  <c:v>45723</c:v>
                </c:pt>
                <c:pt idx="830">
                  <c:v>45726</c:v>
                </c:pt>
                <c:pt idx="831">
                  <c:v>45727</c:v>
                </c:pt>
                <c:pt idx="832">
                  <c:v>45728</c:v>
                </c:pt>
                <c:pt idx="833">
                  <c:v>45729</c:v>
                </c:pt>
                <c:pt idx="834">
                  <c:v>45730</c:v>
                </c:pt>
                <c:pt idx="835">
                  <c:v>45733</c:v>
                </c:pt>
                <c:pt idx="836">
                  <c:v>45734</c:v>
                </c:pt>
                <c:pt idx="837">
                  <c:v>45735</c:v>
                </c:pt>
                <c:pt idx="838">
                  <c:v>45736</c:v>
                </c:pt>
                <c:pt idx="839">
                  <c:v>45737</c:v>
                </c:pt>
                <c:pt idx="840">
                  <c:v>45740</c:v>
                </c:pt>
                <c:pt idx="841">
                  <c:v>45741</c:v>
                </c:pt>
                <c:pt idx="842">
                  <c:v>45742</c:v>
                </c:pt>
                <c:pt idx="843">
                  <c:v>45743</c:v>
                </c:pt>
                <c:pt idx="844">
                  <c:v>45744</c:v>
                </c:pt>
                <c:pt idx="845">
                  <c:v>45747</c:v>
                </c:pt>
                <c:pt idx="846">
                  <c:v>45748</c:v>
                </c:pt>
                <c:pt idx="847">
                  <c:v>45749</c:v>
                </c:pt>
                <c:pt idx="848">
                  <c:v>45750</c:v>
                </c:pt>
                <c:pt idx="849">
                  <c:v>45751</c:v>
                </c:pt>
                <c:pt idx="850">
                  <c:v>45754</c:v>
                </c:pt>
                <c:pt idx="851">
                  <c:v>45755</c:v>
                </c:pt>
                <c:pt idx="852">
                  <c:v>45756</c:v>
                </c:pt>
                <c:pt idx="853">
                  <c:v>45757</c:v>
                </c:pt>
                <c:pt idx="854">
                  <c:v>45758</c:v>
                </c:pt>
                <c:pt idx="855">
                  <c:v>45761</c:v>
                </c:pt>
                <c:pt idx="856">
                  <c:v>45762</c:v>
                </c:pt>
                <c:pt idx="857">
                  <c:v>45763</c:v>
                </c:pt>
                <c:pt idx="858">
                  <c:v>45764</c:v>
                </c:pt>
                <c:pt idx="859">
                  <c:v>45765</c:v>
                </c:pt>
                <c:pt idx="860">
                  <c:v>45768</c:v>
                </c:pt>
                <c:pt idx="861">
                  <c:v>45769</c:v>
                </c:pt>
                <c:pt idx="862">
                  <c:v>45770</c:v>
                </c:pt>
                <c:pt idx="863">
                  <c:v>45771</c:v>
                </c:pt>
                <c:pt idx="864">
                  <c:v>45772</c:v>
                </c:pt>
                <c:pt idx="865">
                  <c:v>45775</c:v>
                </c:pt>
                <c:pt idx="866">
                  <c:v>45776</c:v>
                </c:pt>
                <c:pt idx="867">
                  <c:v>45777</c:v>
                </c:pt>
                <c:pt idx="868">
                  <c:v>45778</c:v>
                </c:pt>
                <c:pt idx="869">
                  <c:v>45779</c:v>
                </c:pt>
                <c:pt idx="870">
                  <c:v>45782</c:v>
                </c:pt>
                <c:pt idx="871">
                  <c:v>45783</c:v>
                </c:pt>
                <c:pt idx="872">
                  <c:v>45784</c:v>
                </c:pt>
                <c:pt idx="873">
                  <c:v>45785</c:v>
                </c:pt>
                <c:pt idx="874">
                  <c:v>45786</c:v>
                </c:pt>
                <c:pt idx="875">
                  <c:v>45789</c:v>
                </c:pt>
                <c:pt idx="876">
                  <c:v>45790</c:v>
                </c:pt>
                <c:pt idx="877">
                  <c:v>45791</c:v>
                </c:pt>
                <c:pt idx="878">
                  <c:v>45792</c:v>
                </c:pt>
                <c:pt idx="879">
                  <c:v>45793</c:v>
                </c:pt>
                <c:pt idx="880">
                  <c:v>45796</c:v>
                </c:pt>
                <c:pt idx="881">
                  <c:v>45797</c:v>
                </c:pt>
                <c:pt idx="882">
                  <c:v>45798</c:v>
                </c:pt>
                <c:pt idx="883">
                  <c:v>45799</c:v>
                </c:pt>
                <c:pt idx="884">
                  <c:v>45800</c:v>
                </c:pt>
                <c:pt idx="885">
                  <c:v>45804</c:v>
                </c:pt>
                <c:pt idx="886">
                  <c:v>45805</c:v>
                </c:pt>
                <c:pt idx="887">
                  <c:v>45806</c:v>
                </c:pt>
                <c:pt idx="888">
                  <c:v>45807</c:v>
                </c:pt>
                <c:pt idx="889">
                  <c:v>45810</c:v>
                </c:pt>
                <c:pt idx="890">
                  <c:v>45811</c:v>
                </c:pt>
                <c:pt idx="891">
                  <c:v>45812</c:v>
                </c:pt>
                <c:pt idx="892">
                  <c:v>45813</c:v>
                </c:pt>
                <c:pt idx="893">
                  <c:v>45814</c:v>
                </c:pt>
                <c:pt idx="894">
                  <c:v>45817</c:v>
                </c:pt>
                <c:pt idx="895">
                  <c:v>45818</c:v>
                </c:pt>
                <c:pt idx="896">
                  <c:v>45819</c:v>
                </c:pt>
                <c:pt idx="897">
                  <c:v>45820</c:v>
                </c:pt>
                <c:pt idx="898">
                  <c:v>45821</c:v>
                </c:pt>
                <c:pt idx="899">
                  <c:v>45824</c:v>
                </c:pt>
                <c:pt idx="900">
                  <c:v>45825</c:v>
                </c:pt>
                <c:pt idx="901">
                  <c:v>45826</c:v>
                </c:pt>
                <c:pt idx="902">
                  <c:v>45827</c:v>
                </c:pt>
                <c:pt idx="903">
                  <c:v>45828</c:v>
                </c:pt>
                <c:pt idx="904">
                  <c:v>45831</c:v>
                </c:pt>
                <c:pt idx="905">
                  <c:v>45832</c:v>
                </c:pt>
                <c:pt idx="906">
                  <c:v>45833</c:v>
                </c:pt>
                <c:pt idx="907">
                  <c:v>45834</c:v>
                </c:pt>
                <c:pt idx="908">
                  <c:v>45835</c:v>
                </c:pt>
                <c:pt idx="909">
                  <c:v>45838</c:v>
                </c:pt>
                <c:pt idx="910">
                  <c:v>45839</c:v>
                </c:pt>
                <c:pt idx="911">
                  <c:v>45840</c:v>
                </c:pt>
                <c:pt idx="912">
                  <c:v>45841</c:v>
                </c:pt>
                <c:pt idx="913">
                  <c:v>45842</c:v>
                </c:pt>
                <c:pt idx="914">
                  <c:v>45845</c:v>
                </c:pt>
                <c:pt idx="915">
                  <c:v>45846</c:v>
                </c:pt>
                <c:pt idx="916">
                  <c:v>45847</c:v>
                </c:pt>
                <c:pt idx="917">
                  <c:v>45848</c:v>
                </c:pt>
                <c:pt idx="918">
                  <c:v>45849</c:v>
                </c:pt>
                <c:pt idx="919">
                  <c:v>45852</c:v>
                </c:pt>
                <c:pt idx="920">
                  <c:v>45853</c:v>
                </c:pt>
                <c:pt idx="921">
                  <c:v>45854</c:v>
                </c:pt>
                <c:pt idx="922">
                  <c:v>45855</c:v>
                </c:pt>
                <c:pt idx="923">
                  <c:v>45856</c:v>
                </c:pt>
                <c:pt idx="924">
                  <c:v>45859</c:v>
                </c:pt>
                <c:pt idx="925">
                  <c:v>45860</c:v>
                </c:pt>
                <c:pt idx="926">
                  <c:v>45861</c:v>
                </c:pt>
                <c:pt idx="927">
                  <c:v>45862</c:v>
                </c:pt>
                <c:pt idx="928">
                  <c:v>45863</c:v>
                </c:pt>
                <c:pt idx="929">
                  <c:v>45866</c:v>
                </c:pt>
                <c:pt idx="930">
                  <c:v>45867</c:v>
                </c:pt>
                <c:pt idx="931">
                  <c:v>45868</c:v>
                </c:pt>
                <c:pt idx="932">
                  <c:v>45869</c:v>
                </c:pt>
                <c:pt idx="933">
                  <c:v>45870</c:v>
                </c:pt>
                <c:pt idx="934">
                  <c:v>45873</c:v>
                </c:pt>
                <c:pt idx="935">
                  <c:v>45874</c:v>
                </c:pt>
                <c:pt idx="936">
                  <c:v>45875</c:v>
                </c:pt>
                <c:pt idx="937">
                  <c:v>45876</c:v>
                </c:pt>
                <c:pt idx="938">
                  <c:v>45877</c:v>
                </c:pt>
                <c:pt idx="939">
                  <c:v>45880</c:v>
                </c:pt>
                <c:pt idx="940">
                  <c:v>45881</c:v>
                </c:pt>
                <c:pt idx="941">
                  <c:v>45882</c:v>
                </c:pt>
                <c:pt idx="942">
                  <c:v>45883</c:v>
                </c:pt>
                <c:pt idx="943">
                  <c:v>45884</c:v>
                </c:pt>
                <c:pt idx="944">
                  <c:v>45887</c:v>
                </c:pt>
                <c:pt idx="945">
                  <c:v>45888</c:v>
                </c:pt>
                <c:pt idx="946">
                  <c:v>45889</c:v>
                </c:pt>
                <c:pt idx="947">
                  <c:v>45890</c:v>
                </c:pt>
                <c:pt idx="948">
                  <c:v>45891</c:v>
                </c:pt>
                <c:pt idx="949">
                  <c:v>45894</c:v>
                </c:pt>
                <c:pt idx="950">
                  <c:v>45895</c:v>
                </c:pt>
                <c:pt idx="951">
                  <c:v>45896</c:v>
                </c:pt>
                <c:pt idx="952">
                  <c:v>45897</c:v>
                </c:pt>
                <c:pt idx="953">
                  <c:v>45898</c:v>
                </c:pt>
                <c:pt idx="954">
                  <c:v>45901</c:v>
                </c:pt>
                <c:pt idx="955">
                  <c:v>45902</c:v>
                </c:pt>
                <c:pt idx="956">
                  <c:v>45903</c:v>
                </c:pt>
                <c:pt idx="957">
                  <c:v>45904</c:v>
                </c:pt>
                <c:pt idx="958">
                  <c:v>45905</c:v>
                </c:pt>
                <c:pt idx="959">
                  <c:v>45908</c:v>
                </c:pt>
                <c:pt idx="960">
                  <c:v>45909</c:v>
                </c:pt>
                <c:pt idx="961">
                  <c:v>45910</c:v>
                </c:pt>
                <c:pt idx="962">
                  <c:v>45911</c:v>
                </c:pt>
                <c:pt idx="963">
                  <c:v>45912</c:v>
                </c:pt>
                <c:pt idx="964">
                  <c:v>45915</c:v>
                </c:pt>
                <c:pt idx="965">
                  <c:v>45916</c:v>
                </c:pt>
                <c:pt idx="966">
                  <c:v>45917</c:v>
                </c:pt>
                <c:pt idx="967">
                  <c:v>45918</c:v>
                </c:pt>
                <c:pt idx="968">
                  <c:v>45919</c:v>
                </c:pt>
                <c:pt idx="969">
                  <c:v>45922</c:v>
                </c:pt>
                <c:pt idx="970">
                  <c:v>45923</c:v>
                </c:pt>
                <c:pt idx="971">
                  <c:v>45924</c:v>
                </c:pt>
                <c:pt idx="972">
                  <c:v>45925</c:v>
                </c:pt>
                <c:pt idx="973">
                  <c:v>45926</c:v>
                </c:pt>
                <c:pt idx="974">
                  <c:v>45929</c:v>
                </c:pt>
                <c:pt idx="975">
                  <c:v>45930</c:v>
                </c:pt>
                <c:pt idx="976">
                  <c:v>45931</c:v>
                </c:pt>
                <c:pt idx="977">
                  <c:v>45932</c:v>
                </c:pt>
                <c:pt idx="978">
                  <c:v>45933</c:v>
                </c:pt>
                <c:pt idx="979">
                  <c:v>45936</c:v>
                </c:pt>
                <c:pt idx="980">
                  <c:v>45937</c:v>
                </c:pt>
                <c:pt idx="981">
                  <c:v>45938</c:v>
                </c:pt>
                <c:pt idx="982">
                  <c:v>45939</c:v>
                </c:pt>
                <c:pt idx="983">
                  <c:v>45940</c:v>
                </c:pt>
                <c:pt idx="984">
                  <c:v>45943</c:v>
                </c:pt>
                <c:pt idx="985">
                  <c:v>45944</c:v>
                </c:pt>
                <c:pt idx="986">
                  <c:v>45945</c:v>
                </c:pt>
                <c:pt idx="987">
                  <c:v>45946</c:v>
                </c:pt>
                <c:pt idx="988">
                  <c:v>45947</c:v>
                </c:pt>
                <c:pt idx="989">
                  <c:v>45950</c:v>
                </c:pt>
                <c:pt idx="990">
                  <c:v>45951</c:v>
                </c:pt>
                <c:pt idx="991">
                  <c:v>45952</c:v>
                </c:pt>
                <c:pt idx="992">
                  <c:v>45953</c:v>
                </c:pt>
                <c:pt idx="993">
                  <c:v>45954</c:v>
                </c:pt>
                <c:pt idx="994">
                  <c:v>45957</c:v>
                </c:pt>
                <c:pt idx="995">
                  <c:v>45958</c:v>
                </c:pt>
                <c:pt idx="996">
                  <c:v>45959</c:v>
                </c:pt>
                <c:pt idx="997">
                  <c:v>45960</c:v>
                </c:pt>
                <c:pt idx="998">
                  <c:v>45961</c:v>
                </c:pt>
                <c:pt idx="999">
                  <c:v>45964</c:v>
                </c:pt>
                <c:pt idx="1000">
                  <c:v>45965</c:v>
                </c:pt>
                <c:pt idx="1001">
                  <c:v>45966</c:v>
                </c:pt>
                <c:pt idx="1002">
                  <c:v>45967</c:v>
                </c:pt>
                <c:pt idx="1003">
                  <c:v>45968</c:v>
                </c:pt>
                <c:pt idx="1004">
                  <c:v>45971</c:v>
                </c:pt>
                <c:pt idx="1005">
                  <c:v>45972</c:v>
                </c:pt>
                <c:pt idx="1006">
                  <c:v>45973</c:v>
                </c:pt>
                <c:pt idx="1007">
                  <c:v>45974</c:v>
                </c:pt>
                <c:pt idx="1008">
                  <c:v>45975</c:v>
                </c:pt>
                <c:pt idx="1009">
                  <c:v>45978</c:v>
                </c:pt>
                <c:pt idx="1010">
                  <c:v>45979</c:v>
                </c:pt>
                <c:pt idx="1011">
                  <c:v>45980</c:v>
                </c:pt>
                <c:pt idx="1012">
                  <c:v>45981</c:v>
                </c:pt>
                <c:pt idx="1013">
                  <c:v>45982</c:v>
                </c:pt>
                <c:pt idx="1014">
                  <c:v>45985</c:v>
                </c:pt>
                <c:pt idx="1015">
                  <c:v>45986</c:v>
                </c:pt>
                <c:pt idx="1016">
                  <c:v>45987</c:v>
                </c:pt>
                <c:pt idx="1017">
                  <c:v>45988</c:v>
                </c:pt>
                <c:pt idx="1018">
                  <c:v>45989</c:v>
                </c:pt>
                <c:pt idx="1019">
                  <c:v>45992</c:v>
                </c:pt>
                <c:pt idx="1020">
                  <c:v>45993</c:v>
                </c:pt>
                <c:pt idx="1021">
                  <c:v>45994</c:v>
                </c:pt>
                <c:pt idx="1022">
                  <c:v>45995</c:v>
                </c:pt>
                <c:pt idx="1023">
                  <c:v>45996</c:v>
                </c:pt>
                <c:pt idx="1024">
                  <c:v>45999</c:v>
                </c:pt>
                <c:pt idx="1025">
                  <c:v>46000</c:v>
                </c:pt>
                <c:pt idx="1026">
                  <c:v>46001</c:v>
                </c:pt>
                <c:pt idx="1027">
                  <c:v>46002</c:v>
                </c:pt>
                <c:pt idx="1028">
                  <c:v>46003</c:v>
                </c:pt>
                <c:pt idx="1029">
                  <c:v>46006</c:v>
                </c:pt>
                <c:pt idx="1030">
                  <c:v>46007</c:v>
                </c:pt>
                <c:pt idx="1031">
                  <c:v>46008</c:v>
                </c:pt>
                <c:pt idx="1032">
                  <c:v>46009</c:v>
                </c:pt>
                <c:pt idx="1033">
                  <c:v>46010</c:v>
                </c:pt>
                <c:pt idx="1034">
                  <c:v>46013</c:v>
                </c:pt>
                <c:pt idx="1035">
                  <c:v>46014</c:v>
                </c:pt>
                <c:pt idx="1036">
                  <c:v>46015</c:v>
                </c:pt>
                <c:pt idx="1037">
                  <c:v>46016</c:v>
                </c:pt>
                <c:pt idx="1038">
                  <c:v>46017</c:v>
                </c:pt>
                <c:pt idx="1039">
                  <c:v>46020</c:v>
                </c:pt>
                <c:pt idx="1040">
                  <c:v>46021</c:v>
                </c:pt>
                <c:pt idx="1041">
                  <c:v>46022</c:v>
                </c:pt>
                <c:pt idx="1042">
                  <c:v>46023</c:v>
                </c:pt>
                <c:pt idx="1043">
                  <c:v>46024</c:v>
                </c:pt>
                <c:pt idx="1044">
                  <c:v>46027</c:v>
                </c:pt>
                <c:pt idx="1045">
                  <c:v>46028</c:v>
                </c:pt>
                <c:pt idx="1046">
                  <c:v>46029</c:v>
                </c:pt>
                <c:pt idx="1047">
                  <c:v>46030</c:v>
                </c:pt>
                <c:pt idx="1048">
                  <c:v>46031</c:v>
                </c:pt>
                <c:pt idx="1049">
                  <c:v>46034</c:v>
                </c:pt>
                <c:pt idx="1050">
                  <c:v>46035</c:v>
                </c:pt>
                <c:pt idx="1051">
                  <c:v>46036</c:v>
                </c:pt>
                <c:pt idx="1052">
                  <c:v>46037</c:v>
                </c:pt>
                <c:pt idx="1053">
                  <c:v>46038</c:v>
                </c:pt>
                <c:pt idx="1054">
                  <c:v>46041</c:v>
                </c:pt>
                <c:pt idx="1055">
                  <c:v>46042</c:v>
                </c:pt>
                <c:pt idx="1056">
                  <c:v>46043</c:v>
                </c:pt>
                <c:pt idx="1057">
                  <c:v>46044</c:v>
                </c:pt>
                <c:pt idx="1058">
                  <c:v>46045</c:v>
                </c:pt>
                <c:pt idx="1059">
                  <c:v>46048</c:v>
                </c:pt>
                <c:pt idx="1060">
                  <c:v>46049</c:v>
                </c:pt>
                <c:pt idx="1061">
                  <c:v>46050</c:v>
                </c:pt>
                <c:pt idx="1062">
                  <c:v>46051</c:v>
                </c:pt>
                <c:pt idx="1063">
                  <c:v>46052</c:v>
                </c:pt>
                <c:pt idx="1064">
                  <c:v>46055</c:v>
                </c:pt>
                <c:pt idx="1065">
                  <c:v>46056</c:v>
                </c:pt>
                <c:pt idx="1066">
                  <c:v>46057</c:v>
                </c:pt>
                <c:pt idx="1067">
                  <c:v>46058</c:v>
                </c:pt>
                <c:pt idx="1068">
                  <c:v>46059</c:v>
                </c:pt>
                <c:pt idx="1069">
                  <c:v>46062</c:v>
                </c:pt>
                <c:pt idx="1070">
                  <c:v>46063</c:v>
                </c:pt>
                <c:pt idx="1071">
                  <c:v>46064</c:v>
                </c:pt>
                <c:pt idx="1072">
                  <c:v>46065</c:v>
                </c:pt>
                <c:pt idx="1073">
                  <c:v>46066</c:v>
                </c:pt>
                <c:pt idx="1074">
                  <c:v>46069</c:v>
                </c:pt>
                <c:pt idx="1075">
                  <c:v>46070</c:v>
                </c:pt>
                <c:pt idx="1076">
                  <c:v>46071</c:v>
                </c:pt>
                <c:pt idx="1077">
                  <c:v>46072</c:v>
                </c:pt>
                <c:pt idx="1078">
                  <c:v>46073</c:v>
                </c:pt>
                <c:pt idx="1079">
                  <c:v>46076</c:v>
                </c:pt>
                <c:pt idx="1080">
                  <c:v>46077</c:v>
                </c:pt>
                <c:pt idx="1081">
                  <c:v>46078</c:v>
                </c:pt>
                <c:pt idx="1082">
                  <c:v>46079</c:v>
                </c:pt>
                <c:pt idx="1083">
                  <c:v>46080</c:v>
                </c:pt>
                <c:pt idx="1084">
                  <c:v>46083</c:v>
                </c:pt>
                <c:pt idx="1085">
                  <c:v>46084</c:v>
                </c:pt>
                <c:pt idx="1086">
                  <c:v>46085</c:v>
                </c:pt>
                <c:pt idx="1087">
                  <c:v>46086</c:v>
                </c:pt>
                <c:pt idx="1088">
                  <c:v>46087</c:v>
                </c:pt>
                <c:pt idx="1089">
                  <c:v>46090</c:v>
                </c:pt>
                <c:pt idx="1090">
                  <c:v>46091</c:v>
                </c:pt>
                <c:pt idx="1091">
                  <c:v>46092</c:v>
                </c:pt>
                <c:pt idx="1092">
                  <c:v>46093</c:v>
                </c:pt>
                <c:pt idx="1093">
                  <c:v>46094</c:v>
                </c:pt>
                <c:pt idx="1094">
                  <c:v>46097</c:v>
                </c:pt>
                <c:pt idx="1095">
                  <c:v>46098</c:v>
                </c:pt>
                <c:pt idx="1096">
                  <c:v>46099</c:v>
                </c:pt>
                <c:pt idx="1097">
                  <c:v>46100</c:v>
                </c:pt>
                <c:pt idx="1098">
                  <c:v>46101</c:v>
                </c:pt>
                <c:pt idx="1099">
                  <c:v>46104</c:v>
                </c:pt>
                <c:pt idx="1100">
                  <c:v>46105</c:v>
                </c:pt>
                <c:pt idx="1101">
                  <c:v>46106</c:v>
                </c:pt>
                <c:pt idx="1102">
                  <c:v>46107</c:v>
                </c:pt>
                <c:pt idx="1103">
                  <c:v>46108</c:v>
                </c:pt>
                <c:pt idx="1104">
                  <c:v>46111</c:v>
                </c:pt>
                <c:pt idx="1105">
                  <c:v>46112</c:v>
                </c:pt>
                <c:pt idx="1106">
                  <c:v>46113</c:v>
                </c:pt>
                <c:pt idx="1107">
                  <c:v>46114</c:v>
                </c:pt>
                <c:pt idx="1108">
                  <c:v>46115</c:v>
                </c:pt>
                <c:pt idx="1109">
                  <c:v>46118</c:v>
                </c:pt>
                <c:pt idx="1110">
                  <c:v>46119</c:v>
                </c:pt>
                <c:pt idx="1111">
                  <c:v>46120</c:v>
                </c:pt>
                <c:pt idx="1112">
                  <c:v>46121</c:v>
                </c:pt>
                <c:pt idx="1113">
                  <c:v>46122</c:v>
                </c:pt>
                <c:pt idx="1114">
                  <c:v>46125</c:v>
                </c:pt>
                <c:pt idx="1115">
                  <c:v>46126</c:v>
                </c:pt>
                <c:pt idx="1116">
                  <c:v>46127</c:v>
                </c:pt>
                <c:pt idx="1117">
                  <c:v>46128</c:v>
                </c:pt>
                <c:pt idx="1118">
                  <c:v>46129</c:v>
                </c:pt>
                <c:pt idx="1119">
                  <c:v>46132</c:v>
                </c:pt>
                <c:pt idx="1120">
                  <c:v>46133</c:v>
                </c:pt>
                <c:pt idx="1121">
                  <c:v>46134</c:v>
                </c:pt>
                <c:pt idx="1122">
                  <c:v>46135</c:v>
                </c:pt>
                <c:pt idx="1123">
                  <c:v>46136</c:v>
                </c:pt>
                <c:pt idx="1124">
                  <c:v>46139</c:v>
                </c:pt>
                <c:pt idx="1125">
                  <c:v>46140</c:v>
                </c:pt>
                <c:pt idx="1126">
                  <c:v>46141</c:v>
                </c:pt>
                <c:pt idx="1127">
                  <c:v>46142</c:v>
                </c:pt>
                <c:pt idx="1128">
                  <c:v>46143</c:v>
                </c:pt>
                <c:pt idx="1129">
                  <c:v>46146</c:v>
                </c:pt>
                <c:pt idx="1130">
                  <c:v>46147</c:v>
                </c:pt>
                <c:pt idx="1131">
                  <c:v>46148</c:v>
                </c:pt>
                <c:pt idx="1132">
                  <c:v>46149</c:v>
                </c:pt>
                <c:pt idx="1133">
                  <c:v>46150</c:v>
                </c:pt>
                <c:pt idx="1134">
                  <c:v>46153</c:v>
                </c:pt>
                <c:pt idx="1135">
                  <c:v>46154</c:v>
                </c:pt>
                <c:pt idx="1136">
                  <c:v>46155</c:v>
                </c:pt>
                <c:pt idx="1137">
                  <c:v>46156</c:v>
                </c:pt>
                <c:pt idx="1138">
                  <c:v>46157</c:v>
                </c:pt>
                <c:pt idx="1139">
                  <c:v>46160</c:v>
                </c:pt>
                <c:pt idx="1140">
                  <c:v>46161</c:v>
                </c:pt>
                <c:pt idx="1141">
                  <c:v>46162</c:v>
                </c:pt>
                <c:pt idx="1142">
                  <c:v>46163</c:v>
                </c:pt>
                <c:pt idx="1143">
                  <c:v>46164</c:v>
                </c:pt>
                <c:pt idx="1144">
                  <c:v>46168</c:v>
                </c:pt>
                <c:pt idx="1145">
                  <c:v>46169</c:v>
                </c:pt>
                <c:pt idx="1146">
                  <c:v>46170</c:v>
                </c:pt>
                <c:pt idx="1147">
                  <c:v>46171</c:v>
                </c:pt>
                <c:pt idx="1148">
                  <c:v>46174</c:v>
                </c:pt>
                <c:pt idx="1149">
                  <c:v>46175</c:v>
                </c:pt>
                <c:pt idx="1150">
                  <c:v>46176</c:v>
                </c:pt>
                <c:pt idx="1151">
                  <c:v>46177</c:v>
                </c:pt>
                <c:pt idx="1152">
                  <c:v>46178</c:v>
                </c:pt>
                <c:pt idx="1153">
                  <c:v>46181</c:v>
                </c:pt>
                <c:pt idx="1154">
                  <c:v>46182</c:v>
                </c:pt>
                <c:pt idx="1155">
                  <c:v>46183</c:v>
                </c:pt>
                <c:pt idx="1156">
                  <c:v>46184</c:v>
                </c:pt>
                <c:pt idx="1157">
                  <c:v>46185</c:v>
                </c:pt>
                <c:pt idx="1158">
                  <c:v>46188</c:v>
                </c:pt>
                <c:pt idx="1159">
                  <c:v>46189</c:v>
                </c:pt>
                <c:pt idx="1160">
                  <c:v>46190</c:v>
                </c:pt>
                <c:pt idx="1161">
                  <c:v>46191</c:v>
                </c:pt>
                <c:pt idx="1162">
                  <c:v>46192</c:v>
                </c:pt>
                <c:pt idx="1163">
                  <c:v>46195</c:v>
                </c:pt>
                <c:pt idx="1164">
                  <c:v>46196</c:v>
                </c:pt>
                <c:pt idx="1165">
                  <c:v>46197</c:v>
                </c:pt>
                <c:pt idx="1166">
                  <c:v>46198</c:v>
                </c:pt>
                <c:pt idx="1167">
                  <c:v>46199</c:v>
                </c:pt>
                <c:pt idx="1168">
                  <c:v>46202</c:v>
                </c:pt>
                <c:pt idx="1169">
                  <c:v>46203</c:v>
                </c:pt>
                <c:pt idx="1170">
                  <c:v>46204</c:v>
                </c:pt>
                <c:pt idx="1171">
                  <c:v>46205</c:v>
                </c:pt>
                <c:pt idx="1172">
                  <c:v>46206</c:v>
                </c:pt>
                <c:pt idx="1173">
                  <c:v>46209</c:v>
                </c:pt>
                <c:pt idx="1174">
                  <c:v>46210</c:v>
                </c:pt>
                <c:pt idx="1175">
                  <c:v>46211</c:v>
                </c:pt>
                <c:pt idx="1176">
                  <c:v>46212</c:v>
                </c:pt>
                <c:pt idx="1177">
                  <c:v>46213</c:v>
                </c:pt>
                <c:pt idx="1178">
                  <c:v>46216</c:v>
                </c:pt>
                <c:pt idx="1179">
                  <c:v>46217</c:v>
                </c:pt>
                <c:pt idx="1180">
                  <c:v>46218</c:v>
                </c:pt>
                <c:pt idx="1181">
                  <c:v>46219</c:v>
                </c:pt>
                <c:pt idx="1182">
                  <c:v>46220</c:v>
                </c:pt>
                <c:pt idx="1183">
                  <c:v>46223</c:v>
                </c:pt>
                <c:pt idx="1184">
                  <c:v>46224</c:v>
                </c:pt>
                <c:pt idx="1185">
                  <c:v>46225</c:v>
                </c:pt>
                <c:pt idx="1186">
                  <c:v>46226</c:v>
                </c:pt>
                <c:pt idx="1187">
                  <c:v>46227</c:v>
                </c:pt>
                <c:pt idx="1188">
                  <c:v>46230</c:v>
                </c:pt>
                <c:pt idx="1189">
                  <c:v>46231</c:v>
                </c:pt>
                <c:pt idx="1190">
                  <c:v>46232</c:v>
                </c:pt>
                <c:pt idx="1191">
                  <c:v>46233</c:v>
                </c:pt>
                <c:pt idx="1192">
                  <c:v>46234</c:v>
                </c:pt>
                <c:pt idx="1193">
                  <c:v>46237</c:v>
                </c:pt>
                <c:pt idx="1194">
                  <c:v>46238</c:v>
                </c:pt>
                <c:pt idx="1195">
                  <c:v>46239</c:v>
                </c:pt>
                <c:pt idx="1196">
                  <c:v>46240</c:v>
                </c:pt>
                <c:pt idx="1197">
                  <c:v>46241</c:v>
                </c:pt>
                <c:pt idx="1198">
                  <c:v>46244</c:v>
                </c:pt>
                <c:pt idx="1199">
                  <c:v>46245</c:v>
                </c:pt>
                <c:pt idx="1200">
                  <c:v>46246</c:v>
                </c:pt>
                <c:pt idx="1201">
                  <c:v>46247</c:v>
                </c:pt>
                <c:pt idx="1202">
                  <c:v>46248</c:v>
                </c:pt>
                <c:pt idx="1203">
                  <c:v>46251</c:v>
                </c:pt>
                <c:pt idx="1204">
                  <c:v>46252</c:v>
                </c:pt>
                <c:pt idx="1205">
                  <c:v>46253</c:v>
                </c:pt>
                <c:pt idx="1206">
                  <c:v>46254</c:v>
                </c:pt>
                <c:pt idx="1207">
                  <c:v>46255</c:v>
                </c:pt>
                <c:pt idx="1208">
                  <c:v>46258</c:v>
                </c:pt>
                <c:pt idx="1209">
                  <c:v>46259</c:v>
                </c:pt>
                <c:pt idx="1210">
                  <c:v>46260</c:v>
                </c:pt>
                <c:pt idx="1211">
                  <c:v>46261</c:v>
                </c:pt>
                <c:pt idx="1212">
                  <c:v>46262</c:v>
                </c:pt>
                <c:pt idx="1213">
                  <c:v>46265</c:v>
                </c:pt>
                <c:pt idx="1214">
                  <c:v>46266</c:v>
                </c:pt>
                <c:pt idx="1215">
                  <c:v>46267</c:v>
                </c:pt>
                <c:pt idx="1216">
                  <c:v>46268</c:v>
                </c:pt>
                <c:pt idx="1217">
                  <c:v>46269</c:v>
                </c:pt>
                <c:pt idx="1218">
                  <c:v>46272</c:v>
                </c:pt>
                <c:pt idx="1219">
                  <c:v>46273</c:v>
                </c:pt>
                <c:pt idx="1220">
                  <c:v>46274</c:v>
                </c:pt>
                <c:pt idx="1221">
                  <c:v>46275</c:v>
                </c:pt>
                <c:pt idx="1222">
                  <c:v>46276</c:v>
                </c:pt>
                <c:pt idx="1223">
                  <c:v>46279</c:v>
                </c:pt>
                <c:pt idx="1224">
                  <c:v>46280</c:v>
                </c:pt>
                <c:pt idx="1225">
                  <c:v>46281</c:v>
                </c:pt>
                <c:pt idx="1226">
                  <c:v>46282</c:v>
                </c:pt>
                <c:pt idx="1227">
                  <c:v>46283</c:v>
                </c:pt>
                <c:pt idx="1228">
                  <c:v>46286</c:v>
                </c:pt>
                <c:pt idx="1229">
                  <c:v>46287</c:v>
                </c:pt>
                <c:pt idx="1230">
                  <c:v>46288</c:v>
                </c:pt>
                <c:pt idx="1231">
                  <c:v>46289</c:v>
                </c:pt>
                <c:pt idx="1232">
                  <c:v>46290</c:v>
                </c:pt>
                <c:pt idx="1233">
                  <c:v>46293</c:v>
                </c:pt>
                <c:pt idx="1234">
                  <c:v>46294</c:v>
                </c:pt>
                <c:pt idx="1235">
                  <c:v>46295</c:v>
                </c:pt>
                <c:pt idx="1236">
                  <c:v>46296</c:v>
                </c:pt>
                <c:pt idx="1237">
                  <c:v>46297</c:v>
                </c:pt>
                <c:pt idx="1238">
                  <c:v>46300</c:v>
                </c:pt>
                <c:pt idx="1239">
                  <c:v>46301</c:v>
                </c:pt>
                <c:pt idx="1240">
                  <c:v>46302</c:v>
                </c:pt>
                <c:pt idx="1241">
                  <c:v>46303</c:v>
                </c:pt>
                <c:pt idx="1242">
                  <c:v>46304</c:v>
                </c:pt>
                <c:pt idx="1243">
                  <c:v>46307</c:v>
                </c:pt>
                <c:pt idx="1244">
                  <c:v>46308</c:v>
                </c:pt>
                <c:pt idx="1245">
                  <c:v>46309</c:v>
                </c:pt>
                <c:pt idx="1246">
                  <c:v>46310</c:v>
                </c:pt>
                <c:pt idx="1247">
                  <c:v>46311</c:v>
                </c:pt>
                <c:pt idx="1248">
                  <c:v>#N/A</c:v>
                </c:pt>
                <c:pt idx="1249">
                  <c:v>#N/A</c:v>
                </c:pt>
                <c:pt idx="1250">
                  <c:v>#N/A</c:v>
                </c:pt>
                <c:pt idx="1251">
                  <c:v>#N/A</c:v>
                </c:pt>
                <c:pt idx="1252">
                  <c:v>#N/A</c:v>
                </c:pt>
                <c:pt idx="1253">
                  <c:v>#N/A</c:v>
                </c:pt>
                <c:pt idx="1254">
                  <c:v>#N/A</c:v>
                </c:pt>
                <c:pt idx="1255">
                  <c:v>#N/A</c:v>
                </c:pt>
                <c:pt idx="1256">
                  <c:v>#N/A</c:v>
                </c:pt>
                <c:pt idx="1257">
                  <c:v>#N/A</c:v>
                </c:pt>
                <c:pt idx="1258">
                  <c:v>#N/A</c:v>
                </c:pt>
                <c:pt idx="1259">
                  <c:v>#N/A</c:v>
                </c:pt>
                <c:pt idx="1260">
                  <c:v>#N/A</c:v>
                </c:pt>
                <c:pt idx="1261">
                  <c:v>#N/A</c:v>
                </c:pt>
                <c:pt idx="1262">
                  <c:v>#N/A</c:v>
                </c:pt>
                <c:pt idx="1263">
                  <c:v>#N/A</c:v>
                </c:pt>
                <c:pt idx="1264">
                  <c:v>#N/A</c:v>
                </c:pt>
                <c:pt idx="1265">
                  <c:v>#N/A</c:v>
                </c:pt>
                <c:pt idx="1266">
                  <c:v>#N/A</c:v>
                </c:pt>
                <c:pt idx="1267">
                  <c:v>#N/A</c:v>
                </c:pt>
                <c:pt idx="1268">
                  <c:v>#N/A</c:v>
                </c:pt>
                <c:pt idx="1269">
                  <c:v>#N/A</c:v>
                </c:pt>
                <c:pt idx="1270">
                  <c:v>#N/A</c:v>
                </c:pt>
                <c:pt idx="1271">
                  <c:v>#N/A</c:v>
                </c:pt>
                <c:pt idx="1272">
                  <c:v>#N/A</c:v>
                </c:pt>
                <c:pt idx="1273">
                  <c:v>#N/A</c:v>
                </c:pt>
                <c:pt idx="1274">
                  <c:v>#N/A</c:v>
                </c:pt>
                <c:pt idx="1275">
                  <c:v>#N/A</c:v>
                </c:pt>
                <c:pt idx="1276">
                  <c:v>#N/A</c:v>
                </c:pt>
                <c:pt idx="1277">
                  <c:v>#N/A</c:v>
                </c:pt>
                <c:pt idx="1278">
                  <c:v>#N/A</c:v>
                </c:pt>
                <c:pt idx="1279">
                  <c:v>#N/A</c:v>
                </c:pt>
                <c:pt idx="1280">
                  <c:v>#N/A</c:v>
                </c:pt>
                <c:pt idx="1281">
                  <c:v>#N/A</c:v>
                </c:pt>
                <c:pt idx="1282">
                  <c:v>#N/A</c:v>
                </c:pt>
                <c:pt idx="1283">
                  <c:v>#N/A</c:v>
                </c:pt>
                <c:pt idx="1284">
                  <c:v>#N/A</c:v>
                </c:pt>
                <c:pt idx="1285">
                  <c:v>#N/A</c:v>
                </c:pt>
                <c:pt idx="1286">
                  <c:v>#N/A</c:v>
                </c:pt>
                <c:pt idx="1287">
                  <c:v>#N/A</c:v>
                </c:pt>
                <c:pt idx="1288">
                  <c:v>#N/A</c:v>
                </c:pt>
                <c:pt idx="1289">
                  <c:v>#N/A</c:v>
                </c:pt>
                <c:pt idx="1290">
                  <c:v>#N/A</c:v>
                </c:pt>
                <c:pt idx="1291">
                  <c:v>#N/A</c:v>
                </c:pt>
                <c:pt idx="1292">
                  <c:v>#N/A</c:v>
                </c:pt>
                <c:pt idx="1293">
                  <c:v>#N/A</c:v>
                </c:pt>
                <c:pt idx="1294">
                  <c:v>#N/A</c:v>
                </c:pt>
                <c:pt idx="1295">
                  <c:v>#N/A</c:v>
                </c:pt>
                <c:pt idx="1296">
                  <c:v>#N/A</c:v>
                </c:pt>
                <c:pt idx="1297">
                  <c:v>#N/A</c:v>
                </c:pt>
                <c:pt idx="1298">
                  <c:v>#N/A</c:v>
                </c:pt>
                <c:pt idx="1299">
                  <c:v>#N/A</c:v>
                </c:pt>
                <c:pt idx="1300">
                  <c:v>#N/A</c:v>
                </c:pt>
                <c:pt idx="1301">
                  <c:v>#N/A</c:v>
                </c:pt>
                <c:pt idx="1302">
                  <c:v>#N/A</c:v>
                </c:pt>
                <c:pt idx="1303">
                  <c:v>#N/A</c:v>
                </c:pt>
                <c:pt idx="1304">
                  <c:v>#N/A</c:v>
                </c:pt>
                <c:pt idx="1305">
                  <c:v>#N/A</c:v>
                </c:pt>
                <c:pt idx="1306">
                  <c:v>#N/A</c:v>
                </c:pt>
                <c:pt idx="1307">
                  <c:v>#N/A</c:v>
                </c:pt>
                <c:pt idx="1308">
                  <c:v>#N/A</c:v>
                </c:pt>
                <c:pt idx="1309">
                  <c:v>#N/A</c:v>
                </c:pt>
                <c:pt idx="1310">
                  <c:v>#N/A</c:v>
                </c:pt>
                <c:pt idx="1311">
                  <c:v>#N/A</c:v>
                </c:pt>
                <c:pt idx="1312">
                  <c:v>#N/A</c:v>
                </c:pt>
                <c:pt idx="1313">
                  <c:v>#N/A</c:v>
                </c:pt>
                <c:pt idx="1314">
                  <c:v>#N/A</c:v>
                </c:pt>
                <c:pt idx="1315">
                  <c:v>#N/A</c:v>
                </c:pt>
                <c:pt idx="1316">
                  <c:v>#N/A</c:v>
                </c:pt>
                <c:pt idx="1317">
                  <c:v>#N/A</c:v>
                </c:pt>
                <c:pt idx="1318">
                  <c:v>#N/A</c:v>
                </c:pt>
                <c:pt idx="1319">
                  <c:v>#N/A</c:v>
                </c:pt>
                <c:pt idx="1320">
                  <c:v>#N/A</c:v>
                </c:pt>
              </c:numCache>
            </c:numRef>
          </c:cat>
          <c:val>
            <c:numRef>
              <c:f>FI_INDEX!$AI$795:$AI$4550</c:f>
              <c:numCache>
                <c:formatCode>0.0</c:formatCode>
                <c:ptCount val="3756"/>
                <c:pt idx="0">
                  <c:v>100</c:v>
                </c:pt>
                <c:pt idx="1">
                  <c:v>99.876808926396876</c:v>
                </c:pt>
                <c:pt idx="2">
                  <c:v>99.75928181020079</c:v>
                </c:pt>
                <c:pt idx="3">
                  <c:v>99.544051428733255</c:v>
                </c:pt>
                <c:pt idx="4">
                  <c:v>99.276429441250599</c:v>
                </c:pt>
                <c:pt idx="5">
                  <c:v>99.014471411174981</c:v>
                </c:pt>
                <c:pt idx="6">
                  <c:v>98.749681402395851</c:v>
                </c:pt>
                <c:pt idx="7">
                  <c:v>99.095182804225288</c:v>
                </c:pt>
                <c:pt idx="8">
                  <c:v>99.364220781059672</c:v>
                </c:pt>
                <c:pt idx="9">
                  <c:v>99.382628642632568</c:v>
                </c:pt>
                <c:pt idx="10">
                  <c:v>99.147574410240381</c:v>
                </c:pt>
                <c:pt idx="11">
                  <c:v>99.147574410240381</c:v>
                </c:pt>
                <c:pt idx="12">
                  <c:v>98.70436974313948</c:v>
                </c:pt>
                <c:pt idx="13">
                  <c:v>98.821896859335538</c:v>
                </c:pt>
                <c:pt idx="14">
                  <c:v>98.759593327858099</c:v>
                </c:pt>
                <c:pt idx="15">
                  <c:v>98.4183398940839</c:v>
                </c:pt>
                <c:pt idx="16">
                  <c:v>98.086998385772048</c:v>
                </c:pt>
                <c:pt idx="17">
                  <c:v>98.05018266262627</c:v>
                </c:pt>
                <c:pt idx="18">
                  <c:v>98.075670470957917</c:v>
                </c:pt>
                <c:pt idx="19">
                  <c:v>97.543258474696131</c:v>
                </c:pt>
                <c:pt idx="20">
                  <c:v>97.243068732122993</c:v>
                </c:pt>
                <c:pt idx="21">
                  <c:v>97.265724561751128</c:v>
                </c:pt>
                <c:pt idx="22">
                  <c:v>97.65087366542987</c:v>
                </c:pt>
                <c:pt idx="23">
                  <c:v>97.924159610319535</c:v>
                </c:pt>
                <c:pt idx="24">
                  <c:v>97.540426495992548</c:v>
                </c:pt>
                <c:pt idx="25">
                  <c:v>96.952790915012116</c:v>
                </c:pt>
                <c:pt idx="26">
                  <c:v>96.87349551131355</c:v>
                </c:pt>
                <c:pt idx="27">
                  <c:v>96.908895245107573</c:v>
                </c:pt>
                <c:pt idx="28">
                  <c:v>97.204837019625415</c:v>
                </c:pt>
                <c:pt idx="29">
                  <c:v>96.63136133216257</c:v>
                </c:pt>
                <c:pt idx="30">
                  <c:v>96.023901900257513</c:v>
                </c:pt>
                <c:pt idx="31">
                  <c:v>95.623176913709401</c:v>
                </c:pt>
                <c:pt idx="32">
                  <c:v>95.815751465548772</c:v>
                </c:pt>
                <c:pt idx="33">
                  <c:v>95.882302965081507</c:v>
                </c:pt>
                <c:pt idx="34">
                  <c:v>95.914870720171962</c:v>
                </c:pt>
                <c:pt idx="35">
                  <c:v>95.87097505026739</c:v>
                </c:pt>
                <c:pt idx="36">
                  <c:v>95.87097505026739</c:v>
                </c:pt>
                <c:pt idx="37">
                  <c:v>95.878054997026226</c:v>
                </c:pt>
                <c:pt idx="38">
                  <c:v>95.88796692248853</c:v>
                </c:pt>
                <c:pt idx="39">
                  <c:v>95.603353062784748</c:v>
                </c:pt>
                <c:pt idx="40">
                  <c:v>96.307099770609497</c:v>
                </c:pt>
                <c:pt idx="41">
                  <c:v>96.52091416272529</c:v>
                </c:pt>
                <c:pt idx="42">
                  <c:v>96.527994109484112</c:v>
                </c:pt>
                <c:pt idx="43">
                  <c:v>96.731896576137558</c:v>
                </c:pt>
                <c:pt idx="44">
                  <c:v>96.755968395117478</c:v>
                </c:pt>
                <c:pt idx="45">
                  <c:v>96.397723089122195</c:v>
                </c:pt>
                <c:pt idx="46">
                  <c:v>95.900710826654418</c:v>
                </c:pt>
                <c:pt idx="47">
                  <c:v>95.531137605845032</c:v>
                </c:pt>
                <c:pt idx="48">
                  <c:v>95.6387527965788</c:v>
                </c:pt>
                <c:pt idx="49">
                  <c:v>95.256435671603583</c:v>
                </c:pt>
                <c:pt idx="50">
                  <c:v>95.015717481804359</c:v>
                </c:pt>
                <c:pt idx="51">
                  <c:v>94.088244456401526</c:v>
                </c:pt>
                <c:pt idx="52">
                  <c:v>94.079748520290948</c:v>
                </c:pt>
                <c:pt idx="53">
                  <c:v>94.708447792472413</c:v>
                </c:pt>
                <c:pt idx="54">
                  <c:v>95.304579309563394</c:v>
                </c:pt>
                <c:pt idx="55">
                  <c:v>95.399450596131331</c:v>
                </c:pt>
                <c:pt idx="56">
                  <c:v>95.235195831327161</c:v>
                </c:pt>
                <c:pt idx="57">
                  <c:v>95.045453258191301</c:v>
                </c:pt>
                <c:pt idx="58">
                  <c:v>95.018549460507842</c:v>
                </c:pt>
                <c:pt idx="59">
                  <c:v>95.104924810965244</c:v>
                </c:pt>
                <c:pt idx="60">
                  <c:v>94.963325875789252</c:v>
                </c:pt>
                <c:pt idx="61">
                  <c:v>94.884030472090714</c:v>
                </c:pt>
                <c:pt idx="62">
                  <c:v>95.502817818809874</c:v>
                </c:pt>
                <c:pt idx="63">
                  <c:v>95.763359859533722</c:v>
                </c:pt>
                <c:pt idx="64">
                  <c:v>95.82424740165942</c:v>
                </c:pt>
                <c:pt idx="65">
                  <c:v>95.637336807227101</c:v>
                </c:pt>
                <c:pt idx="66">
                  <c:v>95.85539916739819</c:v>
                </c:pt>
                <c:pt idx="67">
                  <c:v>95.610433009543698</c:v>
                </c:pt>
                <c:pt idx="68">
                  <c:v>94.926510152643587</c:v>
                </c:pt>
                <c:pt idx="69">
                  <c:v>94.75800741978415</c:v>
                </c:pt>
                <c:pt idx="70">
                  <c:v>94.387018209623008</c:v>
                </c:pt>
                <c:pt idx="71">
                  <c:v>93.732831129109869</c:v>
                </c:pt>
                <c:pt idx="72">
                  <c:v>94.017444988813665</c:v>
                </c:pt>
                <c:pt idx="73">
                  <c:v>94.161875902693197</c:v>
                </c:pt>
                <c:pt idx="74">
                  <c:v>94.198691625838961</c:v>
                </c:pt>
                <c:pt idx="75">
                  <c:v>94.198691625838961</c:v>
                </c:pt>
                <c:pt idx="76">
                  <c:v>93.952309478632714</c:v>
                </c:pt>
                <c:pt idx="77">
                  <c:v>93.816374500863745</c:v>
                </c:pt>
                <c:pt idx="78">
                  <c:v>94.00894905270313</c:v>
                </c:pt>
                <c:pt idx="79">
                  <c:v>93.816374500863745</c:v>
                </c:pt>
                <c:pt idx="80">
                  <c:v>93.425561439777965</c:v>
                </c:pt>
                <c:pt idx="81">
                  <c:v>93.23581886664212</c:v>
                </c:pt>
                <c:pt idx="82">
                  <c:v>93.298122398119531</c:v>
                </c:pt>
                <c:pt idx="83">
                  <c:v>93.121123729149517</c:v>
                </c:pt>
                <c:pt idx="84">
                  <c:v>93.055988218968551</c:v>
                </c:pt>
                <c:pt idx="85">
                  <c:v>92.608535583812383</c:v>
                </c:pt>
                <c:pt idx="86">
                  <c:v>92.127099204213977</c:v>
                </c:pt>
                <c:pt idx="87">
                  <c:v>92.308345841239287</c:v>
                </c:pt>
                <c:pt idx="88">
                  <c:v>92.457024723174086</c:v>
                </c:pt>
                <c:pt idx="89">
                  <c:v>92.182322788932623</c:v>
                </c:pt>
                <c:pt idx="90">
                  <c:v>91.656990739429631</c:v>
                </c:pt>
                <c:pt idx="91">
                  <c:v>90.861204723740471</c:v>
                </c:pt>
                <c:pt idx="92">
                  <c:v>90.926340233921451</c:v>
                </c:pt>
                <c:pt idx="93">
                  <c:v>90.886692532072175</c:v>
                </c:pt>
                <c:pt idx="94">
                  <c:v>90.614822576534252</c:v>
                </c:pt>
                <c:pt idx="95">
                  <c:v>90.681374076066973</c:v>
                </c:pt>
                <c:pt idx="96">
                  <c:v>90.626150491348326</c:v>
                </c:pt>
                <c:pt idx="97">
                  <c:v>90.641726374217683</c:v>
                </c:pt>
                <c:pt idx="98">
                  <c:v>90.07957860156894</c:v>
                </c:pt>
                <c:pt idx="99">
                  <c:v>90.073914644161889</c:v>
                </c:pt>
                <c:pt idx="100">
                  <c:v>90.153210047860455</c:v>
                </c:pt>
                <c:pt idx="101">
                  <c:v>90.293392993684677</c:v>
                </c:pt>
                <c:pt idx="102">
                  <c:v>90.434991928860697</c:v>
                </c:pt>
                <c:pt idx="103">
                  <c:v>91.372376879725863</c:v>
                </c:pt>
                <c:pt idx="104">
                  <c:v>92.590127722239515</c:v>
                </c:pt>
                <c:pt idx="105">
                  <c:v>93.237234855993862</c:v>
                </c:pt>
                <c:pt idx="106">
                  <c:v>93.237234855993862</c:v>
                </c:pt>
                <c:pt idx="107">
                  <c:v>93.220242983772749</c:v>
                </c:pt>
                <c:pt idx="108">
                  <c:v>93.143779558777709</c:v>
                </c:pt>
                <c:pt idx="109">
                  <c:v>93.203251111551623</c:v>
                </c:pt>
                <c:pt idx="110">
                  <c:v>92.893149443516165</c:v>
                </c:pt>
                <c:pt idx="111">
                  <c:v>92.634023392144073</c:v>
                </c:pt>
                <c:pt idx="112">
                  <c:v>92.352241511143816</c:v>
                </c:pt>
                <c:pt idx="113">
                  <c:v>92.127099204213962</c:v>
                </c:pt>
                <c:pt idx="114">
                  <c:v>91.707966356092982</c:v>
                </c:pt>
                <c:pt idx="115">
                  <c:v>90.835716915408781</c:v>
                </c:pt>
                <c:pt idx="116">
                  <c:v>88.514910367874023</c:v>
                </c:pt>
                <c:pt idx="117">
                  <c:v>88.234544476225523</c:v>
                </c:pt>
                <c:pt idx="118">
                  <c:v>88.839171929427067</c:v>
                </c:pt>
                <c:pt idx="119">
                  <c:v>87.992410297074542</c:v>
                </c:pt>
                <c:pt idx="120">
                  <c:v>88.090113562345977</c:v>
                </c:pt>
                <c:pt idx="121">
                  <c:v>88.090113562345977</c:v>
                </c:pt>
                <c:pt idx="122">
                  <c:v>88.251536348446635</c:v>
                </c:pt>
                <c:pt idx="123">
                  <c:v>87.930106765597088</c:v>
                </c:pt>
                <c:pt idx="124">
                  <c:v>88.122681317436459</c:v>
                </c:pt>
                <c:pt idx="125">
                  <c:v>88.616861601200725</c:v>
                </c:pt>
                <c:pt idx="126">
                  <c:v>88.659341281753527</c:v>
                </c:pt>
                <c:pt idx="127">
                  <c:v>88.01081815864741</c:v>
                </c:pt>
                <c:pt idx="128">
                  <c:v>87.304239472119122</c:v>
                </c:pt>
                <c:pt idx="129">
                  <c:v>87.090425080003357</c:v>
                </c:pt>
                <c:pt idx="130">
                  <c:v>87.241935940641682</c:v>
                </c:pt>
                <c:pt idx="131">
                  <c:v>87.241935940641682</c:v>
                </c:pt>
                <c:pt idx="132">
                  <c:v>87.299991504063854</c:v>
                </c:pt>
                <c:pt idx="133">
                  <c:v>87.546373651270116</c:v>
                </c:pt>
                <c:pt idx="134">
                  <c:v>88.196312763727988</c:v>
                </c:pt>
                <c:pt idx="135">
                  <c:v>88.439862932230696</c:v>
                </c:pt>
                <c:pt idx="136">
                  <c:v>88.550310101667975</c:v>
                </c:pt>
                <c:pt idx="137">
                  <c:v>88.723060802582708</c:v>
                </c:pt>
                <c:pt idx="138">
                  <c:v>88.605533686386636</c:v>
                </c:pt>
                <c:pt idx="139">
                  <c:v>88.349239613718083</c:v>
                </c:pt>
                <c:pt idx="140">
                  <c:v>88.761292515080257</c:v>
                </c:pt>
                <c:pt idx="141">
                  <c:v>89.173345416442416</c:v>
                </c:pt>
                <c:pt idx="142">
                  <c:v>89.548582594658811</c:v>
                </c:pt>
                <c:pt idx="143">
                  <c:v>90.170201920081453</c:v>
                </c:pt>
                <c:pt idx="144">
                  <c:v>90.541191130242595</c:v>
                </c:pt>
                <c:pt idx="145">
                  <c:v>91.002803658916378</c:v>
                </c:pt>
                <c:pt idx="146">
                  <c:v>91.011299595026912</c:v>
                </c:pt>
                <c:pt idx="147">
                  <c:v>90.760669479765383</c:v>
                </c:pt>
                <c:pt idx="148">
                  <c:v>91.058027243634982</c:v>
                </c:pt>
                <c:pt idx="149">
                  <c:v>91.68814250516823</c:v>
                </c:pt>
                <c:pt idx="150">
                  <c:v>92.42304097873172</c:v>
                </c:pt>
                <c:pt idx="151">
                  <c:v>92.694910934269657</c:v>
                </c:pt>
                <c:pt idx="152">
                  <c:v>92.819517997224565</c:v>
                </c:pt>
                <c:pt idx="153">
                  <c:v>92.900229390274873</c:v>
                </c:pt>
                <c:pt idx="154">
                  <c:v>93.184843249978655</c:v>
                </c:pt>
                <c:pt idx="155">
                  <c:v>93.002180623601589</c:v>
                </c:pt>
                <c:pt idx="156">
                  <c:v>93.187675228682195</c:v>
                </c:pt>
                <c:pt idx="157">
                  <c:v>92.854917731018574</c:v>
                </c:pt>
                <c:pt idx="158">
                  <c:v>93.463793152275372</c:v>
                </c:pt>
                <c:pt idx="159">
                  <c:v>93.7299991504063</c:v>
                </c:pt>
                <c:pt idx="160">
                  <c:v>93.744159043923887</c:v>
                </c:pt>
                <c:pt idx="161">
                  <c:v>93.865934128175255</c:v>
                </c:pt>
                <c:pt idx="162">
                  <c:v>93.643623799948926</c:v>
                </c:pt>
                <c:pt idx="163">
                  <c:v>93.190507207385707</c:v>
                </c:pt>
                <c:pt idx="164">
                  <c:v>93.104131856928348</c:v>
                </c:pt>
                <c:pt idx="165">
                  <c:v>92.744470561581281</c:v>
                </c:pt>
                <c:pt idx="166">
                  <c:v>91.862309195434747</c:v>
                </c:pt>
                <c:pt idx="167">
                  <c:v>91.620175016283767</c:v>
                </c:pt>
                <c:pt idx="168">
                  <c:v>91.637166888504879</c:v>
                </c:pt>
                <c:pt idx="169">
                  <c:v>91.841069355158339</c:v>
                </c:pt>
                <c:pt idx="170">
                  <c:v>91.635750899153138</c:v>
                </c:pt>
                <c:pt idx="171">
                  <c:v>90.977315850584716</c:v>
                </c:pt>
                <c:pt idx="172">
                  <c:v>90.490215513579244</c:v>
                </c:pt>
                <c:pt idx="173">
                  <c:v>90.095154484438197</c:v>
                </c:pt>
                <c:pt idx="174">
                  <c:v>89.67460564696546</c:v>
                </c:pt>
                <c:pt idx="175">
                  <c:v>89.913907847412929</c:v>
                </c:pt>
                <c:pt idx="176">
                  <c:v>89.913907847412929</c:v>
                </c:pt>
                <c:pt idx="177">
                  <c:v>89.826116507603814</c:v>
                </c:pt>
                <c:pt idx="178">
                  <c:v>90.058338761292489</c:v>
                </c:pt>
                <c:pt idx="179">
                  <c:v>90.53835915153914</c:v>
                </c:pt>
                <c:pt idx="180">
                  <c:v>91.19962617881113</c:v>
                </c:pt>
                <c:pt idx="181">
                  <c:v>91.389368751946947</c:v>
                </c:pt>
                <c:pt idx="182">
                  <c:v>90.478887598765226</c:v>
                </c:pt>
                <c:pt idx="183">
                  <c:v>90.228257483503711</c:v>
                </c:pt>
                <c:pt idx="184">
                  <c:v>89.810540624734486</c:v>
                </c:pt>
                <c:pt idx="185">
                  <c:v>89.389991787261735</c:v>
                </c:pt>
                <c:pt idx="186">
                  <c:v>89.399903712724068</c:v>
                </c:pt>
                <c:pt idx="187">
                  <c:v>89.235648947919898</c:v>
                </c:pt>
                <c:pt idx="188">
                  <c:v>89.285208575231479</c:v>
                </c:pt>
                <c:pt idx="189">
                  <c:v>88.633853473421851</c:v>
                </c:pt>
                <c:pt idx="190">
                  <c:v>87.937186712355896</c:v>
                </c:pt>
                <c:pt idx="191">
                  <c:v>87.019625612415354</c:v>
                </c:pt>
                <c:pt idx="192">
                  <c:v>86.661380306420057</c:v>
                </c:pt>
                <c:pt idx="193">
                  <c:v>86.852538868907672</c:v>
                </c:pt>
                <c:pt idx="194">
                  <c:v>86.565093030500393</c:v>
                </c:pt>
                <c:pt idx="195">
                  <c:v>86.750587635580956</c:v>
                </c:pt>
                <c:pt idx="196">
                  <c:v>87.196624281385354</c:v>
                </c:pt>
                <c:pt idx="197">
                  <c:v>88.370479453994477</c:v>
                </c:pt>
                <c:pt idx="198">
                  <c:v>88.265696241964221</c:v>
                </c:pt>
                <c:pt idx="199">
                  <c:v>88.496502506301113</c:v>
                </c:pt>
                <c:pt idx="200">
                  <c:v>88.141089179009342</c:v>
                </c:pt>
                <c:pt idx="201">
                  <c:v>88.141089179009342</c:v>
                </c:pt>
                <c:pt idx="202">
                  <c:v>87.294327546656831</c:v>
                </c:pt>
                <c:pt idx="203">
                  <c:v>87.219280111013546</c:v>
                </c:pt>
                <c:pt idx="204">
                  <c:v>87.107416952224497</c:v>
                </c:pt>
                <c:pt idx="205">
                  <c:v>87.215032142958265</c:v>
                </c:pt>
                <c:pt idx="206">
                  <c:v>87.653988842003869</c:v>
                </c:pt>
                <c:pt idx="207">
                  <c:v>88.092945541049488</c:v>
                </c:pt>
                <c:pt idx="208">
                  <c:v>87.733284245702436</c:v>
                </c:pt>
                <c:pt idx="209">
                  <c:v>87.638412959134484</c:v>
                </c:pt>
                <c:pt idx="210">
                  <c:v>87.570445470250021</c:v>
                </c:pt>
                <c:pt idx="211">
                  <c:v>87.915946872079473</c:v>
                </c:pt>
                <c:pt idx="212">
                  <c:v>88.408711166492012</c:v>
                </c:pt>
                <c:pt idx="213">
                  <c:v>88.802356206281331</c:v>
                </c:pt>
                <c:pt idx="214">
                  <c:v>89.329104245136094</c:v>
                </c:pt>
                <c:pt idx="215">
                  <c:v>89.807708646031003</c:v>
                </c:pt>
                <c:pt idx="216">
                  <c:v>89.431055478462824</c:v>
                </c:pt>
                <c:pt idx="217">
                  <c:v>89.426807510407542</c:v>
                </c:pt>
                <c:pt idx="218">
                  <c:v>89.322024298377286</c:v>
                </c:pt>
                <c:pt idx="219">
                  <c:v>88.628189516014842</c:v>
                </c:pt>
                <c:pt idx="220">
                  <c:v>88.683413100733489</c:v>
                </c:pt>
                <c:pt idx="221">
                  <c:v>88.778284387301426</c:v>
                </c:pt>
                <c:pt idx="222">
                  <c:v>88.755628557673262</c:v>
                </c:pt>
                <c:pt idx="223">
                  <c:v>88.386055336863905</c:v>
                </c:pt>
                <c:pt idx="224">
                  <c:v>89.725581263628925</c:v>
                </c:pt>
                <c:pt idx="225">
                  <c:v>89.725581263628925</c:v>
                </c:pt>
                <c:pt idx="226">
                  <c:v>90.065418708051311</c:v>
                </c:pt>
                <c:pt idx="227">
                  <c:v>90.461895726544157</c:v>
                </c:pt>
                <c:pt idx="228">
                  <c:v>90.46755968395118</c:v>
                </c:pt>
                <c:pt idx="229">
                  <c:v>90.170201920081567</c:v>
                </c:pt>
                <c:pt idx="230">
                  <c:v>90.248081334428377</c:v>
                </c:pt>
                <c:pt idx="231">
                  <c:v>90.276401121463579</c:v>
                </c:pt>
                <c:pt idx="232">
                  <c:v>90.63181444875535</c:v>
                </c:pt>
                <c:pt idx="233">
                  <c:v>91.100506924187968</c:v>
                </c:pt>
                <c:pt idx="234">
                  <c:v>91.100506924187968</c:v>
                </c:pt>
                <c:pt idx="235">
                  <c:v>91.128826711223198</c:v>
                </c:pt>
                <c:pt idx="236">
                  <c:v>90.807397128373665</c:v>
                </c:pt>
                <c:pt idx="237">
                  <c:v>90.621902523293102</c:v>
                </c:pt>
                <c:pt idx="238">
                  <c:v>91.059443232986965</c:v>
                </c:pt>
                <c:pt idx="239">
                  <c:v>91.880717057007814</c:v>
                </c:pt>
                <c:pt idx="240">
                  <c:v>91.937356631078202</c:v>
                </c:pt>
                <c:pt idx="241">
                  <c:v>91.688142505168443</c:v>
                </c:pt>
                <c:pt idx="242">
                  <c:v>91.410608592223468</c:v>
                </c:pt>
                <c:pt idx="243">
                  <c:v>91.397864688057652</c:v>
                </c:pt>
                <c:pt idx="244">
                  <c:v>91.641414856560388</c:v>
                </c:pt>
                <c:pt idx="245">
                  <c:v>91.741950100535334</c:v>
                </c:pt>
                <c:pt idx="246">
                  <c:v>91.911868822746555</c:v>
                </c:pt>
                <c:pt idx="247">
                  <c:v>92.546232052335071</c:v>
                </c:pt>
                <c:pt idx="248">
                  <c:v>92.662343179179388</c:v>
                </c:pt>
                <c:pt idx="249">
                  <c:v>92.304097873184091</c:v>
                </c:pt>
                <c:pt idx="250">
                  <c:v>91.850981280620871</c:v>
                </c:pt>
                <c:pt idx="251">
                  <c:v>91.563535442213578</c:v>
                </c:pt>
                <c:pt idx="252">
                  <c:v>91.27750559315804</c:v>
                </c:pt>
                <c:pt idx="253">
                  <c:v>91.678230579706138</c:v>
                </c:pt>
                <c:pt idx="254">
                  <c:v>91.672566622299072</c:v>
                </c:pt>
                <c:pt idx="255">
                  <c:v>91.559287474158268</c:v>
                </c:pt>
                <c:pt idx="256">
                  <c:v>91.559287474158268</c:v>
                </c:pt>
                <c:pt idx="257">
                  <c:v>91.29024949732387</c:v>
                </c:pt>
                <c:pt idx="258">
                  <c:v>90.587918778850849</c:v>
                </c:pt>
                <c:pt idx="259">
                  <c:v>90.511455353855808</c:v>
                </c:pt>
                <c:pt idx="260">
                  <c:v>100</c:v>
                </c:pt>
                <c:pt idx="261">
                  <c:v>100</c:v>
                </c:pt>
                <c:pt idx="262">
                  <c:v>100.46125461254611</c:v>
                </c:pt>
                <c:pt idx="263">
                  <c:v>101.03195947213707</c:v>
                </c:pt>
                <c:pt idx="264">
                  <c:v>101.09137532053282</c:v>
                </c:pt>
                <c:pt idx="265">
                  <c:v>102.08737256864089</c:v>
                </c:pt>
                <c:pt idx="266">
                  <c:v>102.58615298017384</c:v>
                </c:pt>
                <c:pt idx="267">
                  <c:v>102.57364438051155</c:v>
                </c:pt>
                <c:pt idx="268">
                  <c:v>102.92857589592842</c:v>
                </c:pt>
                <c:pt idx="269">
                  <c:v>103.42735630746137</c:v>
                </c:pt>
                <c:pt idx="270">
                  <c:v>103.5305522546751</c:v>
                </c:pt>
                <c:pt idx="271">
                  <c:v>103.5305522546751</c:v>
                </c:pt>
                <c:pt idx="272">
                  <c:v>103.53367940459067</c:v>
                </c:pt>
                <c:pt idx="273">
                  <c:v>103.84483082118959</c:v>
                </c:pt>
                <c:pt idx="274">
                  <c:v>103.38201263368569</c:v>
                </c:pt>
                <c:pt idx="275">
                  <c:v>103.23972731252739</c:v>
                </c:pt>
                <c:pt idx="276">
                  <c:v>103.37419475889676</c:v>
                </c:pt>
                <c:pt idx="277">
                  <c:v>103.36012258427671</c:v>
                </c:pt>
                <c:pt idx="278">
                  <c:v>103.31634248545878</c:v>
                </c:pt>
                <c:pt idx="279">
                  <c:v>103.57276877853525</c:v>
                </c:pt>
                <c:pt idx="280">
                  <c:v>103.54931515416851</c:v>
                </c:pt>
                <c:pt idx="281">
                  <c:v>103.21940083807621</c:v>
                </c:pt>
                <c:pt idx="282">
                  <c:v>103.3913940834324</c:v>
                </c:pt>
                <c:pt idx="283">
                  <c:v>103.69316405028459</c:v>
                </c:pt>
                <c:pt idx="284">
                  <c:v>104.92057039214461</c:v>
                </c:pt>
                <c:pt idx="285">
                  <c:v>104.45775220464071</c:v>
                </c:pt>
                <c:pt idx="286">
                  <c:v>103.73225342422917</c:v>
                </c:pt>
                <c:pt idx="287">
                  <c:v>103.67752830070675</c:v>
                </c:pt>
                <c:pt idx="288">
                  <c:v>103.54149727937958</c:v>
                </c:pt>
                <c:pt idx="289">
                  <c:v>103.29288886109202</c:v>
                </c:pt>
                <c:pt idx="290">
                  <c:v>102.57520795546939</c:v>
                </c:pt>
                <c:pt idx="291">
                  <c:v>102.55331790606043</c:v>
                </c:pt>
                <c:pt idx="292">
                  <c:v>102.39696041028209</c:v>
                </c:pt>
                <c:pt idx="293">
                  <c:v>102.21714929013699</c:v>
                </c:pt>
                <c:pt idx="294">
                  <c:v>101.83250985052224</c:v>
                </c:pt>
                <c:pt idx="295">
                  <c:v>101.55732065795235</c:v>
                </c:pt>
                <c:pt idx="296">
                  <c:v>101.55732065795235</c:v>
                </c:pt>
                <c:pt idx="297">
                  <c:v>100.68171868159361</c:v>
                </c:pt>
                <c:pt idx="298">
                  <c:v>101.01788729751708</c:v>
                </c:pt>
                <c:pt idx="299">
                  <c:v>101.574519982488</c:v>
                </c:pt>
                <c:pt idx="300">
                  <c:v>101.39783601225847</c:v>
                </c:pt>
                <c:pt idx="301">
                  <c:v>101.79811120145106</c:v>
                </c:pt>
                <c:pt idx="302">
                  <c:v>101.82312840077562</c:v>
                </c:pt>
                <c:pt idx="303">
                  <c:v>101.70898742885743</c:v>
                </c:pt>
                <c:pt idx="304">
                  <c:v>101.55262993307906</c:v>
                </c:pt>
                <c:pt idx="305">
                  <c:v>102.13271624241672</c:v>
                </c:pt>
                <c:pt idx="306">
                  <c:v>102.45950340859345</c:v>
                </c:pt>
                <c:pt idx="307">
                  <c:v>102.27969228844835</c:v>
                </c:pt>
                <c:pt idx="308">
                  <c:v>101.83250985052229</c:v>
                </c:pt>
                <c:pt idx="309">
                  <c:v>101.73713177809751</c:v>
                </c:pt>
                <c:pt idx="310">
                  <c:v>101.52448558383897</c:v>
                </c:pt>
                <c:pt idx="311">
                  <c:v>101.21177059228226</c:v>
                </c:pt>
                <c:pt idx="312">
                  <c:v>101.61830008130597</c:v>
                </c:pt>
                <c:pt idx="313">
                  <c:v>101.07261242103954</c:v>
                </c:pt>
                <c:pt idx="314">
                  <c:v>101.45568828569648</c:v>
                </c:pt>
                <c:pt idx="315">
                  <c:v>101.40409031208962</c:v>
                </c:pt>
                <c:pt idx="316">
                  <c:v>101.28213146538253</c:v>
                </c:pt>
                <c:pt idx="317">
                  <c:v>101.82781912564897</c:v>
                </c:pt>
                <c:pt idx="318">
                  <c:v>102.12646194258562</c:v>
                </c:pt>
                <c:pt idx="319">
                  <c:v>102.2343486146727</c:v>
                </c:pt>
                <c:pt idx="320">
                  <c:v>101.98417662142734</c:v>
                </c:pt>
                <c:pt idx="321">
                  <c:v>102.03264744511864</c:v>
                </c:pt>
                <c:pt idx="322">
                  <c:v>101.94039652260942</c:v>
                </c:pt>
                <c:pt idx="323">
                  <c:v>102.52517355682043</c:v>
                </c:pt>
                <c:pt idx="324">
                  <c:v>102.94264807054861</c:v>
                </c:pt>
                <c:pt idx="325">
                  <c:v>103.79166927262504</c:v>
                </c:pt>
                <c:pt idx="326">
                  <c:v>104.07311276502608</c:v>
                </c:pt>
                <c:pt idx="327">
                  <c:v>104.00744261679917</c:v>
                </c:pt>
                <c:pt idx="328">
                  <c:v>103.81825004690737</c:v>
                </c:pt>
                <c:pt idx="329">
                  <c:v>103.85890299580974</c:v>
                </c:pt>
                <c:pt idx="330">
                  <c:v>103.75101632372265</c:v>
                </c:pt>
                <c:pt idx="331">
                  <c:v>103.84639439614743</c:v>
                </c:pt>
                <c:pt idx="332">
                  <c:v>104.0559134404904</c:v>
                </c:pt>
                <c:pt idx="333">
                  <c:v>104.30764900869355</c:v>
                </c:pt>
                <c:pt idx="334">
                  <c:v>104.63756332478584</c:v>
                </c:pt>
                <c:pt idx="335">
                  <c:v>104.53905810244549</c:v>
                </c:pt>
                <c:pt idx="336">
                  <c:v>104.29357683407348</c:v>
                </c:pt>
                <c:pt idx="337">
                  <c:v>104.35611983238483</c:v>
                </c:pt>
                <c:pt idx="338">
                  <c:v>104.11376571392842</c:v>
                </c:pt>
                <c:pt idx="339">
                  <c:v>103.92770029395217</c:v>
                </c:pt>
                <c:pt idx="340">
                  <c:v>104.06529489023711</c:v>
                </c:pt>
                <c:pt idx="341">
                  <c:v>104.25917818500223</c:v>
                </c:pt>
                <c:pt idx="342">
                  <c:v>104.27950465945339</c:v>
                </c:pt>
                <c:pt idx="343">
                  <c:v>104.1653636875352</c:v>
                </c:pt>
                <c:pt idx="344">
                  <c:v>104.34361123272255</c:v>
                </c:pt>
                <c:pt idx="345">
                  <c:v>104.60472825067239</c:v>
                </c:pt>
                <c:pt idx="346">
                  <c:v>104.47964225404972</c:v>
                </c:pt>
                <c:pt idx="347">
                  <c:v>104.21696166114209</c:v>
                </c:pt>
                <c:pt idx="348">
                  <c:v>104.30452185877799</c:v>
                </c:pt>
                <c:pt idx="349">
                  <c:v>103.93708174369887</c:v>
                </c:pt>
                <c:pt idx="350">
                  <c:v>104.21227093626874</c:v>
                </c:pt>
                <c:pt idx="351">
                  <c:v>104.17474513728193</c:v>
                </c:pt>
                <c:pt idx="352">
                  <c:v>104.04184126587032</c:v>
                </c:pt>
                <c:pt idx="353">
                  <c:v>104.31859403339796</c:v>
                </c:pt>
                <c:pt idx="354">
                  <c:v>104.37644630683594</c:v>
                </c:pt>
                <c:pt idx="355">
                  <c:v>104.24666958533992</c:v>
                </c:pt>
                <c:pt idx="356">
                  <c:v>104.19819876164863</c:v>
                </c:pt>
                <c:pt idx="357">
                  <c:v>103.88079304521858</c:v>
                </c:pt>
                <c:pt idx="358">
                  <c:v>103.86984802051408</c:v>
                </c:pt>
                <c:pt idx="359">
                  <c:v>103.72130839952467</c:v>
                </c:pt>
                <c:pt idx="360">
                  <c:v>103.77134279817376</c:v>
                </c:pt>
                <c:pt idx="361">
                  <c:v>103.91519169428986</c:v>
                </c:pt>
                <c:pt idx="362">
                  <c:v>103.8542122709363</c:v>
                </c:pt>
                <c:pt idx="363">
                  <c:v>103.40546625805244</c:v>
                </c:pt>
                <c:pt idx="364">
                  <c:v>103.38357620864348</c:v>
                </c:pt>
                <c:pt idx="365">
                  <c:v>103.42735630746141</c:v>
                </c:pt>
                <c:pt idx="366">
                  <c:v>103.42735630746141</c:v>
                </c:pt>
                <c:pt idx="367">
                  <c:v>103.75570704859594</c:v>
                </c:pt>
                <c:pt idx="368">
                  <c:v>103.70567264994685</c:v>
                </c:pt>
                <c:pt idx="369">
                  <c:v>104.05278629057479</c:v>
                </c:pt>
                <c:pt idx="370">
                  <c:v>104.49058727875415</c:v>
                </c:pt>
                <c:pt idx="371">
                  <c:v>104.55313027706549</c:v>
                </c:pt>
                <c:pt idx="372">
                  <c:v>104.52811307774098</c:v>
                </c:pt>
                <c:pt idx="373">
                  <c:v>104.48902370379638</c:v>
                </c:pt>
                <c:pt idx="374">
                  <c:v>104.57502032647449</c:v>
                </c:pt>
                <c:pt idx="375">
                  <c:v>104.66727124898367</c:v>
                </c:pt>
                <c:pt idx="376">
                  <c:v>104.6547626493214</c:v>
                </c:pt>
                <c:pt idx="377">
                  <c:v>104.82675589467758</c:v>
                </c:pt>
                <c:pt idx="378">
                  <c:v>104.78297579585966</c:v>
                </c:pt>
                <c:pt idx="379">
                  <c:v>105.0456563887673</c:v>
                </c:pt>
                <c:pt idx="380">
                  <c:v>105.03471136406282</c:v>
                </c:pt>
                <c:pt idx="381">
                  <c:v>105.03471136406282</c:v>
                </c:pt>
                <c:pt idx="382">
                  <c:v>104.97685909062483</c:v>
                </c:pt>
                <c:pt idx="383">
                  <c:v>104.68603414847711</c:v>
                </c:pt>
                <c:pt idx="384">
                  <c:v>104.55625742698108</c:v>
                </c:pt>
                <c:pt idx="385">
                  <c:v>104.3342297829758</c:v>
                </c:pt>
                <c:pt idx="386">
                  <c:v>104.35142910751138</c:v>
                </c:pt>
                <c:pt idx="387">
                  <c:v>104.59065607605224</c:v>
                </c:pt>
                <c:pt idx="388">
                  <c:v>104.83926449433983</c:v>
                </c:pt>
                <c:pt idx="389">
                  <c:v>104.77203077115516</c:v>
                </c:pt>
                <c:pt idx="390">
                  <c:v>105.06129213834505</c:v>
                </c:pt>
                <c:pt idx="391">
                  <c:v>105.17856026017883</c:v>
                </c:pt>
                <c:pt idx="392">
                  <c:v>105.17856026017883</c:v>
                </c:pt>
                <c:pt idx="393">
                  <c:v>104.95809619113135</c:v>
                </c:pt>
                <c:pt idx="394">
                  <c:v>104.32641190818683</c:v>
                </c:pt>
                <c:pt idx="395">
                  <c:v>104.49684157858523</c:v>
                </c:pt>
                <c:pt idx="396">
                  <c:v>104.6406904747013</c:v>
                </c:pt>
                <c:pt idx="397">
                  <c:v>104.91900681718676</c:v>
                </c:pt>
                <c:pt idx="398">
                  <c:v>105.80086309337666</c:v>
                </c:pt>
                <c:pt idx="399">
                  <c:v>106.282444180374</c:v>
                </c:pt>
                <c:pt idx="400">
                  <c:v>106.16048533366688</c:v>
                </c:pt>
                <c:pt idx="401">
                  <c:v>106.02914503721307</c:v>
                </c:pt>
                <c:pt idx="402">
                  <c:v>106.29807992995185</c:v>
                </c:pt>
                <c:pt idx="403">
                  <c:v>106.44818312589908</c:v>
                </c:pt>
                <c:pt idx="404">
                  <c:v>106.1057602101445</c:v>
                </c:pt>
                <c:pt idx="405">
                  <c:v>106.18862968290703</c:v>
                </c:pt>
                <c:pt idx="406">
                  <c:v>106.32935142910752</c:v>
                </c:pt>
                <c:pt idx="407">
                  <c:v>106.21208330727376</c:v>
                </c:pt>
                <c:pt idx="408">
                  <c:v>106.13546813434237</c:v>
                </c:pt>
                <c:pt idx="409">
                  <c:v>106.19801113265373</c:v>
                </c:pt>
                <c:pt idx="410">
                  <c:v>106.20739258240043</c:v>
                </c:pt>
                <c:pt idx="411">
                  <c:v>106.35280505347427</c:v>
                </c:pt>
                <c:pt idx="412">
                  <c:v>106.09637876039777</c:v>
                </c:pt>
                <c:pt idx="413">
                  <c:v>105.69297642128966</c:v>
                </c:pt>
                <c:pt idx="414">
                  <c:v>105.46625805241105</c:v>
                </c:pt>
                <c:pt idx="415">
                  <c:v>105.73519294514982</c:v>
                </c:pt>
                <c:pt idx="416">
                  <c:v>105.86027894177249</c:v>
                </c:pt>
                <c:pt idx="417">
                  <c:v>105.88529614109703</c:v>
                </c:pt>
                <c:pt idx="418">
                  <c:v>106.04634436174875</c:v>
                </c:pt>
                <c:pt idx="419">
                  <c:v>106.25117268121838</c:v>
                </c:pt>
                <c:pt idx="420">
                  <c:v>106.00881856276193</c:v>
                </c:pt>
                <c:pt idx="421">
                  <c:v>105.89311401588596</c:v>
                </c:pt>
                <c:pt idx="422">
                  <c:v>105.7477015448121</c:v>
                </c:pt>
                <c:pt idx="423">
                  <c:v>105.6992307211208</c:v>
                </c:pt>
                <c:pt idx="424">
                  <c:v>105.27706548251926</c:v>
                </c:pt>
                <c:pt idx="425">
                  <c:v>105.10350866220533</c:v>
                </c:pt>
                <c:pt idx="426">
                  <c:v>105.01125773969611</c:v>
                </c:pt>
                <c:pt idx="427">
                  <c:v>105.17856026017894</c:v>
                </c:pt>
                <c:pt idx="428">
                  <c:v>105.62730627306279</c:v>
                </c:pt>
                <c:pt idx="429">
                  <c:v>105.54287322534248</c:v>
                </c:pt>
                <c:pt idx="430">
                  <c:v>105.52098317593351</c:v>
                </c:pt>
                <c:pt idx="431">
                  <c:v>105.81337169303903</c:v>
                </c:pt>
                <c:pt idx="432">
                  <c:v>106.18081180811818</c:v>
                </c:pt>
                <c:pt idx="433">
                  <c:v>106.45131027581471</c:v>
                </c:pt>
                <c:pt idx="434">
                  <c:v>106.65457502032655</c:v>
                </c:pt>
                <c:pt idx="435">
                  <c:v>106.65301144536876</c:v>
                </c:pt>
                <c:pt idx="436">
                  <c:v>106.65301144536876</c:v>
                </c:pt>
                <c:pt idx="437">
                  <c:v>106.32778785414979</c:v>
                </c:pt>
                <c:pt idx="438">
                  <c:v>106.02914503721315</c:v>
                </c:pt>
                <c:pt idx="439">
                  <c:v>106.07448871098885</c:v>
                </c:pt>
                <c:pt idx="440">
                  <c:v>106.18862968290706</c:v>
                </c:pt>
                <c:pt idx="441">
                  <c:v>106.32153355431865</c:v>
                </c:pt>
                <c:pt idx="442">
                  <c:v>106.18706610794926</c:v>
                </c:pt>
                <c:pt idx="443">
                  <c:v>106.27306273062734</c:v>
                </c:pt>
                <c:pt idx="444">
                  <c:v>106.4857089248859</c:v>
                </c:pt>
                <c:pt idx="445">
                  <c:v>106.32153355431865</c:v>
                </c:pt>
                <c:pt idx="446">
                  <c:v>106.24648195634504</c:v>
                </c:pt>
                <c:pt idx="447">
                  <c:v>106.07292513603106</c:v>
                </c:pt>
                <c:pt idx="448">
                  <c:v>106.13703170930019</c:v>
                </c:pt>
                <c:pt idx="449">
                  <c:v>105.58821689911819</c:v>
                </c:pt>
                <c:pt idx="450">
                  <c:v>105.68046782162745</c:v>
                </c:pt>
                <c:pt idx="451">
                  <c:v>105.38026142973301</c:v>
                </c:pt>
                <c:pt idx="452">
                  <c:v>105.16761523547447</c:v>
                </c:pt>
                <c:pt idx="453">
                  <c:v>105.05816498842961</c:v>
                </c:pt>
                <c:pt idx="454">
                  <c:v>105.03783851397843</c:v>
                </c:pt>
                <c:pt idx="455">
                  <c:v>105.31771843142168</c:v>
                </c:pt>
                <c:pt idx="456">
                  <c:v>104.7282506723373</c:v>
                </c:pt>
                <c:pt idx="457">
                  <c:v>104.00431546688355</c:v>
                </c:pt>
                <c:pt idx="458">
                  <c:v>103.90893739445876</c:v>
                </c:pt>
                <c:pt idx="459">
                  <c:v>104.05434986553263</c:v>
                </c:pt>
                <c:pt idx="460">
                  <c:v>103.9996247420102</c:v>
                </c:pt>
                <c:pt idx="461">
                  <c:v>103.9996247420102</c:v>
                </c:pt>
                <c:pt idx="462">
                  <c:v>104.90962536744017</c:v>
                </c:pt>
                <c:pt idx="463">
                  <c:v>104.9236975420602</c:v>
                </c:pt>
                <c:pt idx="464">
                  <c:v>104.66883482394151</c:v>
                </c:pt>
                <c:pt idx="465">
                  <c:v>104.7266870973795</c:v>
                </c:pt>
                <c:pt idx="466">
                  <c:v>104.58752892613676</c:v>
                </c:pt>
                <c:pt idx="467">
                  <c:v>104.19194446181756</c:v>
                </c:pt>
                <c:pt idx="468">
                  <c:v>103.80574144724501</c:v>
                </c:pt>
                <c:pt idx="469">
                  <c:v>103.64000250171999</c:v>
                </c:pt>
                <c:pt idx="470">
                  <c:v>103.48364500594164</c:v>
                </c:pt>
                <c:pt idx="471">
                  <c:v>103.64938395146669</c:v>
                </c:pt>
                <c:pt idx="472">
                  <c:v>104.06529489023713</c:v>
                </c:pt>
                <c:pt idx="473">
                  <c:v>103.89173806992318</c:v>
                </c:pt>
                <c:pt idx="474">
                  <c:v>103.85421227093637</c:v>
                </c:pt>
                <c:pt idx="475">
                  <c:v>103.97929826755902</c:v>
                </c:pt>
                <c:pt idx="476">
                  <c:v>103.98086184251682</c:v>
                </c:pt>
                <c:pt idx="477">
                  <c:v>104.2544874601289</c:v>
                </c:pt>
                <c:pt idx="478">
                  <c:v>104.72981424729508</c:v>
                </c:pt>
                <c:pt idx="479">
                  <c:v>105.90562261554828</c:v>
                </c:pt>
                <c:pt idx="480">
                  <c:v>106.89692913878301</c:v>
                </c:pt>
                <c:pt idx="481">
                  <c:v>106.87347551441627</c:v>
                </c:pt>
                <c:pt idx="482">
                  <c:v>106.7483895177936</c:v>
                </c:pt>
                <c:pt idx="483">
                  <c:v>106.77340671711816</c:v>
                </c:pt>
                <c:pt idx="484">
                  <c:v>106.58108699731078</c:v>
                </c:pt>
                <c:pt idx="485">
                  <c:v>106.59828632184642</c:v>
                </c:pt>
                <c:pt idx="486">
                  <c:v>106.62486709612874</c:v>
                </c:pt>
                <c:pt idx="487">
                  <c:v>107.65369941835029</c:v>
                </c:pt>
                <c:pt idx="488">
                  <c:v>107.49890549752972</c:v>
                </c:pt>
                <c:pt idx="489">
                  <c:v>107.45199824879624</c:v>
                </c:pt>
                <c:pt idx="490">
                  <c:v>107.50515979736085</c:v>
                </c:pt>
                <c:pt idx="491">
                  <c:v>107.71311526674609</c:v>
                </c:pt>
                <c:pt idx="492">
                  <c:v>107.75064106573288</c:v>
                </c:pt>
                <c:pt idx="493">
                  <c:v>107.95390581024471</c:v>
                </c:pt>
                <c:pt idx="494">
                  <c:v>107.95390581024471</c:v>
                </c:pt>
                <c:pt idx="495">
                  <c:v>107.93983363562468</c:v>
                </c:pt>
                <c:pt idx="496">
                  <c:v>108.11964475576977</c:v>
                </c:pt>
                <c:pt idx="497">
                  <c:v>108.36981674901513</c:v>
                </c:pt>
                <c:pt idx="498">
                  <c:v>109.01557320657969</c:v>
                </c:pt>
                <c:pt idx="499">
                  <c:v>109.00150103195963</c:v>
                </c:pt>
                <c:pt idx="500">
                  <c:v>109.32047032334746</c:v>
                </c:pt>
                <c:pt idx="501">
                  <c:v>109.3751954468699</c:v>
                </c:pt>
                <c:pt idx="502">
                  <c:v>109.6222402901997</c:v>
                </c:pt>
                <c:pt idx="503">
                  <c:v>109.78954281068253</c:v>
                </c:pt>
                <c:pt idx="504">
                  <c:v>109.86928513352946</c:v>
                </c:pt>
                <c:pt idx="505">
                  <c:v>109.6660203890176</c:v>
                </c:pt>
                <c:pt idx="506">
                  <c:v>109.5643880167617</c:v>
                </c:pt>
                <c:pt idx="507">
                  <c:v>109.67696541372213</c:v>
                </c:pt>
                <c:pt idx="508">
                  <c:v>110.40559134404923</c:v>
                </c:pt>
                <c:pt idx="509">
                  <c:v>111.75495653261636</c:v>
                </c:pt>
                <c:pt idx="510">
                  <c:v>111.63299768590926</c:v>
                </c:pt>
                <c:pt idx="511">
                  <c:v>111.5720182625557</c:v>
                </c:pt>
                <c:pt idx="512">
                  <c:v>111.81749953092769</c:v>
                </c:pt>
                <c:pt idx="513">
                  <c:v>112.05985364938414</c:v>
                </c:pt>
                <c:pt idx="514">
                  <c:v>112.16774032147116</c:v>
                </c:pt>
                <c:pt idx="515">
                  <c:v>112.277190568516</c:v>
                </c:pt>
                <c:pt idx="516">
                  <c:v>112.277190568516</c:v>
                </c:pt>
                <c:pt idx="517">
                  <c:v>112.29908061792496</c:v>
                </c:pt>
                <c:pt idx="518">
                  <c:v>112.62899493401729</c:v>
                </c:pt>
                <c:pt idx="519">
                  <c:v>112.62430420914392</c:v>
                </c:pt>
                <c:pt idx="520">
                  <c:v>100</c:v>
                </c:pt>
                <c:pt idx="521">
                  <c:v>100</c:v>
                </c:pt>
                <c:pt idx="522">
                  <c:v>99.601399961112193</c:v>
                </c:pt>
                <c:pt idx="523">
                  <c:v>99.163912113552399</c:v>
                </c:pt>
                <c:pt idx="524">
                  <c:v>99.129190855809554</c:v>
                </c:pt>
                <c:pt idx="525">
                  <c:v>99.122246604261008</c:v>
                </c:pt>
                <c:pt idx="526">
                  <c:v>99.369461959390023</c:v>
                </c:pt>
                <c:pt idx="527">
                  <c:v>99.476403433237962</c:v>
                </c:pt>
                <c:pt idx="528">
                  <c:v>99.788894752923525</c:v>
                </c:pt>
                <c:pt idx="529">
                  <c:v>99.911113580178323</c:v>
                </c:pt>
                <c:pt idx="530">
                  <c:v>100.10971917446739</c:v>
                </c:pt>
                <c:pt idx="531">
                  <c:v>100.10971917446739</c:v>
                </c:pt>
                <c:pt idx="532">
                  <c:v>99.818060609427548</c:v>
                </c:pt>
                <c:pt idx="533">
                  <c:v>99.505569289741985</c:v>
                </c:pt>
                <c:pt idx="534">
                  <c:v>99.611121913280229</c:v>
                </c:pt>
                <c:pt idx="535">
                  <c:v>99.647232021332755</c:v>
                </c:pt>
                <c:pt idx="536">
                  <c:v>99.880558873364649</c:v>
                </c:pt>
                <c:pt idx="537">
                  <c:v>99.809727507569249</c:v>
                </c:pt>
                <c:pt idx="538">
                  <c:v>99.929168634204615</c:v>
                </c:pt>
                <c:pt idx="539">
                  <c:v>100.15416238437824</c:v>
                </c:pt>
                <c:pt idx="540">
                  <c:v>100.27360351101362</c:v>
                </c:pt>
                <c:pt idx="541">
                  <c:v>100.35971223021583</c:v>
                </c:pt>
                <c:pt idx="542">
                  <c:v>100.35415682897698</c:v>
                </c:pt>
                <c:pt idx="543">
                  <c:v>100.30554706813699</c:v>
                </c:pt>
                <c:pt idx="544">
                  <c:v>100.55554012388545</c:v>
                </c:pt>
                <c:pt idx="545">
                  <c:v>100.39026693702954</c:v>
                </c:pt>
                <c:pt idx="546">
                  <c:v>100.0736090664148</c:v>
                </c:pt>
                <c:pt idx="547">
                  <c:v>100.21943834893473</c:v>
                </c:pt>
                <c:pt idx="548">
                  <c:v>100.40693314074608</c:v>
                </c:pt>
                <c:pt idx="549">
                  <c:v>100.44998750034721</c:v>
                </c:pt>
                <c:pt idx="550">
                  <c:v>100.52081886614262</c:v>
                </c:pt>
                <c:pt idx="551">
                  <c:v>100.55692897419519</c:v>
                </c:pt>
                <c:pt idx="552">
                  <c:v>99.993055748451468</c:v>
                </c:pt>
                <c:pt idx="553">
                  <c:v>100.14027388128113</c:v>
                </c:pt>
                <c:pt idx="554">
                  <c:v>100.33749062526049</c:v>
                </c:pt>
                <c:pt idx="555">
                  <c:v>100.19443904335998</c:v>
                </c:pt>
                <c:pt idx="556">
                  <c:v>100.19443904335998</c:v>
                </c:pt>
                <c:pt idx="557">
                  <c:v>100.23193800172228</c:v>
                </c:pt>
                <c:pt idx="558">
                  <c:v>100.2430488042</c:v>
                </c:pt>
                <c:pt idx="559">
                  <c:v>100.52915196800105</c:v>
                </c:pt>
                <c:pt idx="560">
                  <c:v>100.61387183689358</c:v>
                </c:pt>
                <c:pt idx="561">
                  <c:v>100.49581956056792</c:v>
                </c:pt>
                <c:pt idx="562">
                  <c:v>100.37637843393254</c:v>
                </c:pt>
                <c:pt idx="563">
                  <c:v>100.37498958362283</c:v>
                </c:pt>
                <c:pt idx="564">
                  <c:v>100.48609760839989</c:v>
                </c:pt>
                <c:pt idx="565">
                  <c:v>100.62081608844211</c:v>
                </c:pt>
                <c:pt idx="566">
                  <c:v>100.65970389711407</c:v>
                </c:pt>
                <c:pt idx="567">
                  <c:v>100.71942446043178</c:v>
                </c:pt>
                <c:pt idx="568">
                  <c:v>100.87080914419059</c:v>
                </c:pt>
                <c:pt idx="569">
                  <c:v>101.03747118135622</c:v>
                </c:pt>
                <c:pt idx="570">
                  <c:v>101.16524540984986</c:v>
                </c:pt>
                <c:pt idx="571">
                  <c:v>101.10135829560303</c:v>
                </c:pt>
                <c:pt idx="572">
                  <c:v>101.10274714591277</c:v>
                </c:pt>
                <c:pt idx="573">
                  <c:v>101.11385794839046</c:v>
                </c:pt>
                <c:pt idx="574">
                  <c:v>100.87219799450028</c:v>
                </c:pt>
                <c:pt idx="575">
                  <c:v>100.78053387405917</c:v>
                </c:pt>
                <c:pt idx="576">
                  <c:v>100.83608788644773</c:v>
                </c:pt>
                <c:pt idx="577">
                  <c:v>101.03608233104652</c:v>
                </c:pt>
                <c:pt idx="578">
                  <c:v>101.25552067998125</c:v>
                </c:pt>
                <c:pt idx="579">
                  <c:v>101.64300991639136</c:v>
                </c:pt>
                <c:pt idx="580">
                  <c:v>101.68189772506331</c:v>
                </c:pt>
                <c:pt idx="581">
                  <c:v>101.54023499347251</c:v>
                </c:pt>
                <c:pt idx="582">
                  <c:v>101.5430126940919</c:v>
                </c:pt>
                <c:pt idx="583">
                  <c:v>101.70134162939927</c:v>
                </c:pt>
                <c:pt idx="584">
                  <c:v>101.72911863559357</c:v>
                </c:pt>
                <c:pt idx="585">
                  <c:v>101.72911863559357</c:v>
                </c:pt>
                <c:pt idx="586">
                  <c:v>101.51106913696852</c:v>
                </c:pt>
                <c:pt idx="587">
                  <c:v>101.22079942223836</c:v>
                </c:pt>
                <c:pt idx="588">
                  <c:v>101.27496458431717</c:v>
                </c:pt>
                <c:pt idx="589">
                  <c:v>101.44301547179249</c:v>
                </c:pt>
                <c:pt idx="590">
                  <c:v>101.35135135135138</c:v>
                </c:pt>
                <c:pt idx="591">
                  <c:v>101.32912974639598</c:v>
                </c:pt>
                <c:pt idx="592">
                  <c:v>101.49995833449076</c:v>
                </c:pt>
                <c:pt idx="593">
                  <c:v>100.96663981556071</c:v>
                </c:pt>
                <c:pt idx="594">
                  <c:v>100.85414294047391</c:v>
                </c:pt>
                <c:pt idx="595">
                  <c:v>100.79025582622708</c:v>
                </c:pt>
                <c:pt idx="596">
                  <c:v>100.49581956056778</c:v>
                </c:pt>
                <c:pt idx="597">
                  <c:v>100.11388572539654</c:v>
                </c:pt>
                <c:pt idx="598">
                  <c:v>100.1958278936696</c:v>
                </c:pt>
                <c:pt idx="599">
                  <c:v>100.17082858809476</c:v>
                </c:pt>
                <c:pt idx="600">
                  <c:v>100.27915891225244</c:v>
                </c:pt>
                <c:pt idx="601">
                  <c:v>100.53748506985917</c:v>
                </c:pt>
                <c:pt idx="602">
                  <c:v>100.92497430626928</c:v>
                </c:pt>
                <c:pt idx="603">
                  <c:v>100.86803144357101</c:v>
                </c:pt>
                <c:pt idx="604">
                  <c:v>100.56109552512429</c:v>
                </c:pt>
                <c:pt idx="605">
                  <c:v>100.92219660564986</c:v>
                </c:pt>
                <c:pt idx="606">
                  <c:v>101.16802311046918</c:v>
                </c:pt>
                <c:pt idx="607">
                  <c:v>101.0083053248521</c:v>
                </c:pt>
                <c:pt idx="608">
                  <c:v>101.0721924390989</c:v>
                </c:pt>
                <c:pt idx="609">
                  <c:v>101.48606983139356</c:v>
                </c:pt>
                <c:pt idx="610">
                  <c:v>102.00549984722646</c:v>
                </c:pt>
                <c:pt idx="611">
                  <c:v>102.15132912974637</c:v>
                </c:pt>
                <c:pt idx="612">
                  <c:v>102.19716118996691</c:v>
                </c:pt>
                <c:pt idx="613">
                  <c:v>102.06105385961496</c:v>
                </c:pt>
                <c:pt idx="614">
                  <c:v>102.08744201549949</c:v>
                </c:pt>
                <c:pt idx="615">
                  <c:v>102.01661064970409</c:v>
                </c:pt>
                <c:pt idx="616">
                  <c:v>102.03049915280123</c:v>
                </c:pt>
                <c:pt idx="617">
                  <c:v>102.04160995527896</c:v>
                </c:pt>
                <c:pt idx="618">
                  <c:v>102.41521068859191</c:v>
                </c:pt>
                <c:pt idx="619">
                  <c:v>102.49020860531647</c:v>
                </c:pt>
                <c:pt idx="620">
                  <c:v>102.40826643704335</c:v>
                </c:pt>
                <c:pt idx="621">
                  <c:v>102.42076608983076</c:v>
                </c:pt>
                <c:pt idx="622">
                  <c:v>102.53742951584671</c:v>
                </c:pt>
                <c:pt idx="623">
                  <c:v>102.38187828115878</c:v>
                </c:pt>
                <c:pt idx="624">
                  <c:v>102.28465875947884</c:v>
                </c:pt>
                <c:pt idx="625">
                  <c:v>102.2416043998777</c:v>
                </c:pt>
                <c:pt idx="626">
                  <c:v>102.19993889058631</c:v>
                </c:pt>
                <c:pt idx="627">
                  <c:v>101.86661481625507</c:v>
                </c:pt>
                <c:pt idx="628">
                  <c:v>101.96522318824475</c:v>
                </c:pt>
                <c:pt idx="629">
                  <c:v>102.19160578872808</c:v>
                </c:pt>
                <c:pt idx="630">
                  <c:v>102.46659815005135</c:v>
                </c:pt>
                <c:pt idx="631">
                  <c:v>102.54992916863416</c:v>
                </c:pt>
                <c:pt idx="632">
                  <c:v>102.74575706230375</c:v>
                </c:pt>
                <c:pt idx="633">
                  <c:v>102.74159051137462</c:v>
                </c:pt>
                <c:pt idx="634">
                  <c:v>102.52909641398843</c:v>
                </c:pt>
                <c:pt idx="635">
                  <c:v>102.49298630593587</c:v>
                </c:pt>
                <c:pt idx="636">
                  <c:v>102.56659537235069</c:v>
                </c:pt>
                <c:pt idx="637">
                  <c:v>103.09991389128074</c:v>
                </c:pt>
                <c:pt idx="638">
                  <c:v>103.06241493291846</c:v>
                </c:pt>
                <c:pt idx="639">
                  <c:v>102.85547623677112</c:v>
                </c:pt>
                <c:pt idx="640">
                  <c:v>102.81519957778941</c:v>
                </c:pt>
                <c:pt idx="641">
                  <c:v>103.04435987889221</c:v>
                </c:pt>
                <c:pt idx="642">
                  <c:v>103.04435987889221</c:v>
                </c:pt>
                <c:pt idx="643">
                  <c:v>103.03880447765336</c:v>
                </c:pt>
                <c:pt idx="644">
                  <c:v>103.1332462987139</c:v>
                </c:pt>
                <c:pt idx="645">
                  <c:v>103.24574317380069</c:v>
                </c:pt>
                <c:pt idx="646">
                  <c:v>103.27074247937554</c:v>
                </c:pt>
                <c:pt idx="647">
                  <c:v>103.13880169995275</c:v>
                </c:pt>
                <c:pt idx="648">
                  <c:v>103.19296686203155</c:v>
                </c:pt>
                <c:pt idx="649">
                  <c:v>103.21241076636757</c:v>
                </c:pt>
                <c:pt idx="650">
                  <c:v>103.06935918446707</c:v>
                </c:pt>
                <c:pt idx="651">
                  <c:v>103.09435849004193</c:v>
                </c:pt>
                <c:pt idx="652">
                  <c:v>103.2221327185356</c:v>
                </c:pt>
                <c:pt idx="653">
                  <c:v>103.2221327185356</c:v>
                </c:pt>
                <c:pt idx="654">
                  <c:v>103.4443487680898</c:v>
                </c:pt>
                <c:pt idx="655">
                  <c:v>103.61378850587484</c:v>
                </c:pt>
                <c:pt idx="656">
                  <c:v>103.67628676981194</c:v>
                </c:pt>
                <c:pt idx="657">
                  <c:v>103.77072859087247</c:v>
                </c:pt>
                <c:pt idx="658">
                  <c:v>104.09433071303572</c:v>
                </c:pt>
                <c:pt idx="659">
                  <c:v>104.26932585205964</c:v>
                </c:pt>
                <c:pt idx="660">
                  <c:v>104.37210077497842</c:v>
                </c:pt>
                <c:pt idx="661">
                  <c:v>104.62764923196572</c:v>
                </c:pt>
                <c:pt idx="662">
                  <c:v>104.64570428599198</c:v>
                </c:pt>
                <c:pt idx="663">
                  <c:v>104.62070498041712</c:v>
                </c:pt>
                <c:pt idx="664">
                  <c:v>104.56376211771885</c:v>
                </c:pt>
                <c:pt idx="665">
                  <c:v>104.61653842948797</c:v>
                </c:pt>
                <c:pt idx="666">
                  <c:v>104.77625621510501</c:v>
                </c:pt>
                <c:pt idx="667">
                  <c:v>104.69570289714163</c:v>
                </c:pt>
                <c:pt idx="668">
                  <c:v>104.69014749590276</c:v>
                </c:pt>
                <c:pt idx="669">
                  <c:v>104.79986667037015</c:v>
                </c:pt>
                <c:pt idx="670">
                  <c:v>104.74570150829132</c:v>
                </c:pt>
                <c:pt idx="671">
                  <c:v>104.69570289714163</c:v>
                </c:pt>
                <c:pt idx="672">
                  <c:v>104.88736423988212</c:v>
                </c:pt>
                <c:pt idx="673">
                  <c:v>104.92902974917349</c:v>
                </c:pt>
                <c:pt idx="674">
                  <c:v>104.66375934001817</c:v>
                </c:pt>
                <c:pt idx="675">
                  <c:v>104.13044082108814</c:v>
                </c:pt>
                <c:pt idx="676">
                  <c:v>104.52070775811765</c:v>
                </c:pt>
                <c:pt idx="677">
                  <c:v>104.7693119635564</c:v>
                </c:pt>
                <c:pt idx="678">
                  <c:v>104.85542068275865</c:v>
                </c:pt>
                <c:pt idx="679">
                  <c:v>104.95541790505801</c:v>
                </c:pt>
                <c:pt idx="680">
                  <c:v>104.9859726118717</c:v>
                </c:pt>
                <c:pt idx="681">
                  <c:v>105.11513569067505</c:v>
                </c:pt>
                <c:pt idx="682">
                  <c:v>105.34985139301661</c:v>
                </c:pt>
                <c:pt idx="683">
                  <c:v>105.50262492708508</c:v>
                </c:pt>
                <c:pt idx="684">
                  <c:v>105.69706397044496</c:v>
                </c:pt>
                <c:pt idx="685">
                  <c:v>105.89705841504372</c:v>
                </c:pt>
                <c:pt idx="686">
                  <c:v>105.99427793672366</c:v>
                </c:pt>
                <c:pt idx="687">
                  <c:v>106.11649676397843</c:v>
                </c:pt>
                <c:pt idx="688">
                  <c:v>106.12760756645613</c:v>
                </c:pt>
                <c:pt idx="689">
                  <c:v>106.41371073025714</c:v>
                </c:pt>
                <c:pt idx="690">
                  <c:v>106.57481736618394</c:v>
                </c:pt>
                <c:pt idx="691">
                  <c:v>106.54565150967994</c:v>
                </c:pt>
                <c:pt idx="692">
                  <c:v>106.53870725813138</c:v>
                </c:pt>
                <c:pt idx="693">
                  <c:v>106.54148495875081</c:v>
                </c:pt>
                <c:pt idx="694">
                  <c:v>106.60953862392678</c:v>
                </c:pt>
                <c:pt idx="695">
                  <c:v>106.60953862392678</c:v>
                </c:pt>
                <c:pt idx="696">
                  <c:v>106.46509819171656</c:v>
                </c:pt>
                <c:pt idx="697">
                  <c:v>106.55954001277709</c:v>
                </c:pt>
                <c:pt idx="698">
                  <c:v>106.73175745118158</c:v>
                </c:pt>
                <c:pt idx="699">
                  <c:v>106.72064664870386</c:v>
                </c:pt>
                <c:pt idx="700">
                  <c:v>106.80675536790611</c:v>
                </c:pt>
                <c:pt idx="701">
                  <c:v>106.70536929529702</c:v>
                </c:pt>
                <c:pt idx="702">
                  <c:v>106.65814838476676</c:v>
                </c:pt>
                <c:pt idx="703">
                  <c:v>106.77064525985357</c:v>
                </c:pt>
                <c:pt idx="704">
                  <c:v>106.98313935723976</c:v>
                </c:pt>
                <c:pt idx="705">
                  <c:v>107.1900780533871</c:v>
                </c:pt>
                <c:pt idx="706">
                  <c:v>107.34007388683618</c:v>
                </c:pt>
                <c:pt idx="707">
                  <c:v>107.36646204272074</c:v>
                </c:pt>
                <c:pt idx="708">
                  <c:v>107.72756312324628</c:v>
                </c:pt>
                <c:pt idx="709">
                  <c:v>107.67895336240632</c:v>
                </c:pt>
                <c:pt idx="710">
                  <c:v>107.65117635621206</c:v>
                </c:pt>
                <c:pt idx="711">
                  <c:v>107.61923279908865</c:v>
                </c:pt>
                <c:pt idx="712">
                  <c:v>107.59006694258466</c:v>
                </c:pt>
                <c:pt idx="713">
                  <c:v>107.59006694258466</c:v>
                </c:pt>
                <c:pt idx="714">
                  <c:v>107.70395266798117</c:v>
                </c:pt>
                <c:pt idx="715">
                  <c:v>107.71367462014915</c:v>
                </c:pt>
                <c:pt idx="716">
                  <c:v>107.68450876364517</c:v>
                </c:pt>
                <c:pt idx="717">
                  <c:v>107.67200911085774</c:v>
                </c:pt>
                <c:pt idx="718">
                  <c:v>107.56923418793893</c:v>
                </c:pt>
                <c:pt idx="719">
                  <c:v>107.49840282214353</c:v>
                </c:pt>
                <c:pt idx="720">
                  <c:v>107.21507735896195</c:v>
                </c:pt>
                <c:pt idx="721">
                  <c:v>107.10674703480427</c:v>
                </c:pt>
                <c:pt idx="722">
                  <c:v>107.11091358573344</c:v>
                </c:pt>
                <c:pt idx="723">
                  <c:v>107.03869336962833</c:v>
                </c:pt>
                <c:pt idx="724">
                  <c:v>107.15952334657341</c:v>
                </c:pt>
                <c:pt idx="725">
                  <c:v>107.15952334657341</c:v>
                </c:pt>
                <c:pt idx="726">
                  <c:v>107.33729618621675</c:v>
                </c:pt>
                <c:pt idx="727">
                  <c:v>107.45812616316182</c:v>
                </c:pt>
                <c:pt idx="728">
                  <c:v>107.37896169550814</c:v>
                </c:pt>
                <c:pt idx="729">
                  <c:v>107.44840421099381</c:v>
                </c:pt>
                <c:pt idx="730">
                  <c:v>107.2525763173242</c:v>
                </c:pt>
                <c:pt idx="731">
                  <c:v>107.04424877086717</c:v>
                </c:pt>
                <c:pt idx="732">
                  <c:v>106.8525874281267</c:v>
                </c:pt>
                <c:pt idx="733">
                  <c:v>106.99425015971747</c:v>
                </c:pt>
                <c:pt idx="734">
                  <c:v>107.06924807644202</c:v>
                </c:pt>
                <c:pt idx="735">
                  <c:v>107.14563484347627</c:v>
                </c:pt>
                <c:pt idx="736">
                  <c:v>107.04008221993803</c:v>
                </c:pt>
                <c:pt idx="737">
                  <c:v>107.19146690369679</c:v>
                </c:pt>
                <c:pt idx="738">
                  <c:v>106.96230660259405</c:v>
                </c:pt>
                <c:pt idx="739">
                  <c:v>107.00813866281462</c:v>
                </c:pt>
                <c:pt idx="740">
                  <c:v>107.09008083108776</c:v>
                </c:pt>
                <c:pt idx="741">
                  <c:v>107.07758117830033</c:v>
                </c:pt>
                <c:pt idx="742">
                  <c:v>107.20257770617455</c:v>
                </c:pt>
                <c:pt idx="743">
                  <c:v>107.49562512152411</c:v>
                </c:pt>
                <c:pt idx="744">
                  <c:v>107.82617149523598</c:v>
                </c:pt>
                <c:pt idx="745">
                  <c:v>107.82617149523598</c:v>
                </c:pt>
                <c:pt idx="746">
                  <c:v>107.64145440404407</c:v>
                </c:pt>
                <c:pt idx="747">
                  <c:v>107.66645370961892</c:v>
                </c:pt>
                <c:pt idx="748">
                  <c:v>107.62895475125666</c:v>
                </c:pt>
                <c:pt idx="749">
                  <c:v>107.35118468931392</c:v>
                </c:pt>
                <c:pt idx="750">
                  <c:v>107.40257215077331</c:v>
                </c:pt>
                <c:pt idx="751">
                  <c:v>107.57756728979722</c:v>
                </c:pt>
                <c:pt idx="752">
                  <c:v>107.63312130218573</c:v>
                </c:pt>
                <c:pt idx="753">
                  <c:v>107.71089691952972</c:v>
                </c:pt>
                <c:pt idx="754">
                  <c:v>107.74006277603372</c:v>
                </c:pt>
                <c:pt idx="755">
                  <c:v>107.98033387961418</c:v>
                </c:pt>
                <c:pt idx="756">
                  <c:v>107.92200216660622</c:v>
                </c:pt>
                <c:pt idx="757">
                  <c:v>108.01505513735702</c:v>
                </c:pt>
                <c:pt idx="758">
                  <c:v>108.01505513735702</c:v>
                </c:pt>
                <c:pt idx="759">
                  <c:v>108.1942168273101</c:v>
                </c:pt>
                <c:pt idx="760">
                  <c:v>108.33726840921059</c:v>
                </c:pt>
                <c:pt idx="761">
                  <c:v>108.39698897252826</c:v>
                </c:pt>
                <c:pt idx="762">
                  <c:v>108.49559734451793</c:v>
                </c:pt>
                <c:pt idx="763">
                  <c:v>108.55531790783559</c:v>
                </c:pt>
                <c:pt idx="764">
                  <c:v>108.73170189716923</c:v>
                </c:pt>
                <c:pt idx="765">
                  <c:v>108.69420293880698</c:v>
                </c:pt>
                <c:pt idx="766">
                  <c:v>108.64003777672815</c:v>
                </c:pt>
                <c:pt idx="767">
                  <c:v>108.70809144190412</c:v>
                </c:pt>
                <c:pt idx="768">
                  <c:v>108.57753951279103</c:v>
                </c:pt>
                <c:pt idx="769">
                  <c:v>108.42615482903226</c:v>
                </c:pt>
                <c:pt idx="770">
                  <c:v>108.33310185828144</c:v>
                </c:pt>
                <c:pt idx="771">
                  <c:v>108.19143912669067</c:v>
                </c:pt>
                <c:pt idx="772">
                  <c:v>107.84700424988171</c:v>
                </c:pt>
                <c:pt idx="773">
                  <c:v>107.35535124024311</c:v>
                </c:pt>
                <c:pt idx="774">
                  <c:v>107.49701397183391</c:v>
                </c:pt>
                <c:pt idx="775">
                  <c:v>107.49145857059506</c:v>
                </c:pt>
                <c:pt idx="776">
                  <c:v>107.45395961223281</c:v>
                </c:pt>
                <c:pt idx="777">
                  <c:v>107.45395961223281</c:v>
                </c:pt>
                <c:pt idx="778">
                  <c:v>107.48729201966592</c:v>
                </c:pt>
                <c:pt idx="779">
                  <c:v>107.53590178050592</c:v>
                </c:pt>
                <c:pt idx="780">
                  <c:v>100</c:v>
                </c:pt>
                <c:pt idx="781">
                  <c:v>100</c:v>
                </c:pt>
                <c:pt idx="782">
                  <c:v>100</c:v>
                </c:pt>
                <c:pt idx="783">
                  <c:v>100.18191435833259</c:v>
                </c:pt>
                <c:pt idx="784">
                  <c:v>100.33544491607428</c:v>
                </c:pt>
                <c:pt idx="785">
                  <c:v>100.5547742842767</c:v>
                </c:pt>
                <c:pt idx="786">
                  <c:v>100.3470564708615</c:v>
                </c:pt>
                <c:pt idx="787">
                  <c:v>100.24900334154748</c:v>
                </c:pt>
                <c:pt idx="788">
                  <c:v>100.31867267027062</c:v>
                </c:pt>
                <c:pt idx="789">
                  <c:v>100.05934794669014</c:v>
                </c:pt>
                <c:pt idx="790">
                  <c:v>99.838728405733619</c:v>
                </c:pt>
                <c:pt idx="791">
                  <c:v>99.962584990130239</c:v>
                </c:pt>
                <c:pt idx="792">
                  <c:v>100.54187255673543</c:v>
                </c:pt>
                <c:pt idx="793">
                  <c:v>100.6102517127044</c:v>
                </c:pt>
                <c:pt idx="794">
                  <c:v>100.8373221174316</c:v>
                </c:pt>
                <c:pt idx="795">
                  <c:v>100.8373221174316</c:v>
                </c:pt>
                <c:pt idx="796">
                  <c:v>101.06310234940469</c:v>
                </c:pt>
                <c:pt idx="797">
                  <c:v>101.08632545897906</c:v>
                </c:pt>
                <c:pt idx="798">
                  <c:v>101.01278561199356</c:v>
                </c:pt>
                <c:pt idx="799">
                  <c:v>101.1650259969811</c:v>
                </c:pt>
                <c:pt idx="800">
                  <c:v>101.17792772452243</c:v>
                </c:pt>
                <c:pt idx="801">
                  <c:v>101.23727567121246</c:v>
                </c:pt>
                <c:pt idx="802">
                  <c:v>101.2385658439666</c:v>
                </c:pt>
                <c:pt idx="803">
                  <c:v>101.38306519242937</c:v>
                </c:pt>
                <c:pt idx="804">
                  <c:v>101.44628365738181</c:v>
                </c:pt>
                <c:pt idx="805">
                  <c:v>101.21276238888397</c:v>
                </c:pt>
                <c:pt idx="806">
                  <c:v>101.32629759124757</c:v>
                </c:pt>
                <c:pt idx="807">
                  <c:v>101.54433678669582</c:v>
                </c:pt>
                <c:pt idx="808">
                  <c:v>101.60755525164831</c:v>
                </c:pt>
                <c:pt idx="809">
                  <c:v>101.4643460759397</c:v>
                </c:pt>
                <c:pt idx="810">
                  <c:v>101.55336799597481</c:v>
                </c:pt>
                <c:pt idx="811">
                  <c:v>101.41919002954511</c:v>
                </c:pt>
                <c:pt idx="812">
                  <c:v>101.24759705324558</c:v>
                </c:pt>
                <c:pt idx="813">
                  <c:v>101.42048020229922</c:v>
                </c:pt>
                <c:pt idx="814">
                  <c:v>101.71851010850366</c:v>
                </c:pt>
                <c:pt idx="815">
                  <c:v>101.71851010850366</c:v>
                </c:pt>
                <c:pt idx="816">
                  <c:v>101.71463959024128</c:v>
                </c:pt>
                <c:pt idx="817">
                  <c:v>101.61529628817313</c:v>
                </c:pt>
                <c:pt idx="818">
                  <c:v>101.68109509863385</c:v>
                </c:pt>
                <c:pt idx="819">
                  <c:v>101.69528699892932</c:v>
                </c:pt>
                <c:pt idx="820">
                  <c:v>101.70947889922478</c:v>
                </c:pt>
                <c:pt idx="821">
                  <c:v>101.86558980247472</c:v>
                </c:pt>
                <c:pt idx="822">
                  <c:v>102.05395502457796</c:v>
                </c:pt>
                <c:pt idx="823">
                  <c:v>102.03202208775771</c:v>
                </c:pt>
                <c:pt idx="824">
                  <c:v>102.13523590808822</c:v>
                </c:pt>
                <c:pt idx="825">
                  <c:v>102.08104865241468</c:v>
                </c:pt>
                <c:pt idx="826">
                  <c:v>101.86171928421227</c:v>
                </c:pt>
                <c:pt idx="827">
                  <c:v>101.9829955231007</c:v>
                </c:pt>
                <c:pt idx="828">
                  <c:v>101.80753202853879</c:v>
                </c:pt>
                <c:pt idx="829">
                  <c:v>101.83075513811315</c:v>
                </c:pt>
                <c:pt idx="830">
                  <c:v>101.61787663368139</c:v>
                </c:pt>
                <c:pt idx="831">
                  <c:v>101.42693106606988</c:v>
                </c:pt>
                <c:pt idx="832">
                  <c:v>101.40112761098726</c:v>
                </c:pt>
                <c:pt idx="833">
                  <c:v>100.95343766530353</c:v>
                </c:pt>
                <c:pt idx="834">
                  <c:v>101.19986066134268</c:v>
                </c:pt>
                <c:pt idx="835">
                  <c:v>101.33532880052653</c:v>
                </c:pt>
                <c:pt idx="836">
                  <c:v>101.30049413616494</c:v>
                </c:pt>
                <c:pt idx="837">
                  <c:v>101.50047091305539</c:v>
                </c:pt>
                <c:pt idx="838">
                  <c:v>101.68496561689622</c:v>
                </c:pt>
                <c:pt idx="839">
                  <c:v>101.65400147079706</c:v>
                </c:pt>
                <c:pt idx="840">
                  <c:v>101.89526377581969</c:v>
                </c:pt>
                <c:pt idx="841">
                  <c:v>101.89784412132796</c:v>
                </c:pt>
                <c:pt idx="842">
                  <c:v>101.57530093279503</c:v>
                </c:pt>
                <c:pt idx="843">
                  <c:v>101.39338657446244</c:v>
                </c:pt>
                <c:pt idx="844">
                  <c:v>101.12503064160303</c:v>
                </c:pt>
                <c:pt idx="845">
                  <c:v>101.04633010360102</c:v>
                </c:pt>
                <c:pt idx="846">
                  <c:v>101.22308377091707</c:v>
                </c:pt>
                <c:pt idx="847">
                  <c:v>101.43596227534881</c:v>
                </c:pt>
                <c:pt idx="848">
                  <c:v>100.65282741359081</c:v>
                </c:pt>
                <c:pt idx="849">
                  <c:v>99.674876465958931</c:v>
                </c:pt>
                <c:pt idx="850">
                  <c:v>98.771755538066685</c:v>
                </c:pt>
                <c:pt idx="851">
                  <c:v>98.668541717736147</c:v>
                </c:pt>
                <c:pt idx="852">
                  <c:v>98.651769471932454</c:v>
                </c:pt>
                <c:pt idx="853">
                  <c:v>98.714987936884938</c:v>
                </c:pt>
                <c:pt idx="854">
                  <c:v>98.784657265608061</c:v>
                </c:pt>
                <c:pt idx="855">
                  <c:v>99.514895044446661</c:v>
                </c:pt>
                <c:pt idx="856">
                  <c:v>99.760027867731694</c:v>
                </c:pt>
                <c:pt idx="857">
                  <c:v>99.798733050355651</c:v>
                </c:pt>
                <c:pt idx="858">
                  <c:v>100.08128088351052</c:v>
                </c:pt>
                <c:pt idx="859">
                  <c:v>100.08128088351052</c:v>
                </c:pt>
                <c:pt idx="860">
                  <c:v>99.713581648582945</c:v>
                </c:pt>
                <c:pt idx="861">
                  <c:v>100.13288779367579</c:v>
                </c:pt>
                <c:pt idx="862">
                  <c:v>100.78700538002063</c:v>
                </c:pt>
                <c:pt idx="863">
                  <c:v>100.95601801081186</c:v>
                </c:pt>
                <c:pt idx="864">
                  <c:v>101.2669496445576</c:v>
                </c:pt>
                <c:pt idx="865">
                  <c:v>101.3766143286588</c:v>
                </c:pt>
                <c:pt idx="866">
                  <c:v>101.41919002954515</c:v>
                </c:pt>
                <c:pt idx="867">
                  <c:v>101.14696357842334</c:v>
                </c:pt>
                <c:pt idx="868">
                  <c:v>101.31984672747697</c:v>
                </c:pt>
                <c:pt idx="869">
                  <c:v>101.53014488640048</c:v>
                </c:pt>
                <c:pt idx="870">
                  <c:v>101.51337264059676</c:v>
                </c:pt>
                <c:pt idx="871">
                  <c:v>101.48498884000585</c:v>
                </c:pt>
                <c:pt idx="872">
                  <c:v>101.51595298610505</c:v>
                </c:pt>
                <c:pt idx="873">
                  <c:v>101.63980957050168</c:v>
                </c:pt>
                <c:pt idx="874">
                  <c:v>101.68883613515868</c:v>
                </c:pt>
                <c:pt idx="875">
                  <c:v>102.36359648556963</c:v>
                </c:pt>
                <c:pt idx="876">
                  <c:v>102.65130500974102</c:v>
                </c:pt>
                <c:pt idx="877">
                  <c:v>102.48487272445803</c:v>
                </c:pt>
                <c:pt idx="878">
                  <c:v>102.43971667806342</c:v>
                </c:pt>
                <c:pt idx="879">
                  <c:v>102.60098827232989</c:v>
                </c:pt>
                <c:pt idx="880">
                  <c:v>102.51712704331133</c:v>
                </c:pt>
                <c:pt idx="881">
                  <c:v>102.58937671754272</c:v>
                </c:pt>
                <c:pt idx="882">
                  <c:v>102.38681959514406</c:v>
                </c:pt>
                <c:pt idx="883">
                  <c:v>102.25651214697677</c:v>
                </c:pt>
                <c:pt idx="884">
                  <c:v>102.19071333651604</c:v>
                </c:pt>
                <c:pt idx="885">
                  <c:v>102.64356397321629</c:v>
                </c:pt>
                <c:pt idx="886">
                  <c:v>102.68742984685679</c:v>
                </c:pt>
                <c:pt idx="887">
                  <c:v>102.87063437794349</c:v>
                </c:pt>
                <c:pt idx="888">
                  <c:v>102.89127714200957</c:v>
                </c:pt>
                <c:pt idx="889">
                  <c:v>102.9093395605674</c:v>
                </c:pt>
                <c:pt idx="890">
                  <c:v>103.11447702847437</c:v>
                </c:pt>
                <c:pt idx="891">
                  <c:v>103.32735553290613</c:v>
                </c:pt>
                <c:pt idx="892">
                  <c:v>103.375091924809</c:v>
                </c:pt>
                <c:pt idx="893">
                  <c:v>103.38541330684207</c:v>
                </c:pt>
                <c:pt idx="894">
                  <c:v>103.40347572539993</c:v>
                </c:pt>
                <c:pt idx="895">
                  <c:v>103.51701092776352</c:v>
                </c:pt>
                <c:pt idx="896">
                  <c:v>103.78536686062293</c:v>
                </c:pt>
                <c:pt idx="897">
                  <c:v>103.71827787740807</c:v>
                </c:pt>
                <c:pt idx="898">
                  <c:v>103.58151956547013</c:v>
                </c:pt>
                <c:pt idx="899">
                  <c:v>103.58280973822427</c:v>
                </c:pt>
                <c:pt idx="900">
                  <c:v>103.59313112025733</c:v>
                </c:pt>
                <c:pt idx="901">
                  <c:v>103.69247442232547</c:v>
                </c:pt>
                <c:pt idx="902">
                  <c:v>103.69247442232547</c:v>
                </c:pt>
                <c:pt idx="903">
                  <c:v>103.83439342527996</c:v>
                </c:pt>
                <c:pt idx="904">
                  <c:v>104.00598640157948</c:v>
                </c:pt>
                <c:pt idx="905">
                  <c:v>104.33110993562066</c:v>
                </c:pt>
                <c:pt idx="906">
                  <c:v>104.41110064637684</c:v>
                </c:pt>
                <c:pt idx="907">
                  <c:v>104.59688552297185</c:v>
                </c:pt>
                <c:pt idx="908">
                  <c:v>104.67945657923627</c:v>
                </c:pt>
                <c:pt idx="909">
                  <c:v>104.86395128307714</c:v>
                </c:pt>
                <c:pt idx="910">
                  <c:v>104.91039750222585</c:v>
                </c:pt>
                <c:pt idx="911">
                  <c:v>104.92329922976715</c:v>
                </c:pt>
                <c:pt idx="912">
                  <c:v>105.02909339560595</c:v>
                </c:pt>
                <c:pt idx="913">
                  <c:v>105.02909339560595</c:v>
                </c:pt>
                <c:pt idx="914">
                  <c:v>104.85750041930642</c:v>
                </c:pt>
                <c:pt idx="915">
                  <c:v>104.70267968881062</c:v>
                </c:pt>
                <c:pt idx="916">
                  <c:v>104.77234901753373</c:v>
                </c:pt>
                <c:pt idx="917">
                  <c:v>104.8355674824862</c:v>
                </c:pt>
                <c:pt idx="918">
                  <c:v>104.6446219148747</c:v>
                </c:pt>
                <c:pt idx="919">
                  <c:v>104.6652646789408</c:v>
                </c:pt>
                <c:pt idx="920">
                  <c:v>104.56076068585614</c:v>
                </c:pt>
                <c:pt idx="921">
                  <c:v>104.54656878556069</c:v>
                </c:pt>
                <c:pt idx="922">
                  <c:v>104.70138951605651</c:v>
                </c:pt>
                <c:pt idx="923">
                  <c:v>104.84717903727342</c:v>
                </c:pt>
                <c:pt idx="924">
                  <c:v>105.05231650518036</c:v>
                </c:pt>
                <c:pt idx="925">
                  <c:v>105.13101704318237</c:v>
                </c:pt>
                <c:pt idx="926">
                  <c:v>105.21100775393853</c:v>
                </c:pt>
                <c:pt idx="927">
                  <c:v>105.16585170754389</c:v>
                </c:pt>
                <c:pt idx="928">
                  <c:v>105.24842276380834</c:v>
                </c:pt>
                <c:pt idx="929">
                  <c:v>105.25358345482483</c:v>
                </c:pt>
                <c:pt idx="930">
                  <c:v>105.3090608832525</c:v>
                </c:pt>
                <c:pt idx="931">
                  <c:v>105.15424015275669</c:v>
                </c:pt>
                <c:pt idx="932">
                  <c:v>105.14649911623189</c:v>
                </c:pt>
                <c:pt idx="933">
                  <c:v>105.05231650518027</c:v>
                </c:pt>
                <c:pt idx="934">
                  <c:v>105.36195796617187</c:v>
                </c:pt>
                <c:pt idx="935">
                  <c:v>105.37485969371316</c:v>
                </c:pt>
                <c:pt idx="936">
                  <c:v>105.43162729489499</c:v>
                </c:pt>
                <c:pt idx="937">
                  <c:v>105.47678334128958</c:v>
                </c:pt>
                <c:pt idx="938">
                  <c:v>105.53871163348792</c:v>
                </c:pt>
                <c:pt idx="939">
                  <c:v>105.53226076971727</c:v>
                </c:pt>
                <c:pt idx="940">
                  <c:v>105.63676476280196</c:v>
                </c:pt>
                <c:pt idx="941">
                  <c:v>105.85480395825022</c:v>
                </c:pt>
                <c:pt idx="942">
                  <c:v>105.70901443703332</c:v>
                </c:pt>
                <c:pt idx="943">
                  <c:v>105.72836702834529</c:v>
                </c:pt>
                <c:pt idx="944">
                  <c:v>105.74642944690314</c:v>
                </c:pt>
                <c:pt idx="945">
                  <c:v>105.70385374601678</c:v>
                </c:pt>
                <c:pt idx="946">
                  <c:v>105.6922421912296</c:v>
                </c:pt>
                <c:pt idx="947">
                  <c:v>105.55548387929161</c:v>
                </c:pt>
                <c:pt idx="948">
                  <c:v>106.0147853797625</c:v>
                </c:pt>
                <c:pt idx="949">
                  <c:v>106.22121302042356</c:v>
                </c:pt>
                <c:pt idx="950">
                  <c:v>106.28701183088427</c:v>
                </c:pt>
                <c:pt idx="951">
                  <c:v>106.36313202337803</c:v>
                </c:pt>
                <c:pt idx="952">
                  <c:v>106.47666722574161</c:v>
                </c:pt>
                <c:pt idx="953">
                  <c:v>106.45086377065898</c:v>
                </c:pt>
                <c:pt idx="954">
                  <c:v>106.45086377065898</c:v>
                </c:pt>
                <c:pt idx="955">
                  <c:v>106.12574023661777</c:v>
                </c:pt>
                <c:pt idx="956">
                  <c:v>106.3347482227871</c:v>
                </c:pt>
                <c:pt idx="957">
                  <c:v>106.53859551793992</c:v>
                </c:pt>
                <c:pt idx="958">
                  <c:v>106.82888438761955</c:v>
                </c:pt>
                <c:pt idx="959">
                  <c:v>106.89984388909683</c:v>
                </c:pt>
                <c:pt idx="960">
                  <c:v>106.80050058702867</c:v>
                </c:pt>
                <c:pt idx="961">
                  <c:v>106.93209820795012</c:v>
                </c:pt>
                <c:pt idx="962">
                  <c:v>107.1746506857269</c:v>
                </c:pt>
                <c:pt idx="963">
                  <c:v>107.17207034021862</c:v>
                </c:pt>
                <c:pt idx="964">
                  <c:v>107.31785986143551</c:v>
                </c:pt>
                <c:pt idx="965">
                  <c:v>107.32302055245204</c:v>
                </c:pt>
                <c:pt idx="966">
                  <c:v>107.2610922602537</c:v>
                </c:pt>
                <c:pt idx="967">
                  <c:v>107.36946677160078</c:v>
                </c:pt>
                <c:pt idx="968">
                  <c:v>107.46235920989825</c:v>
                </c:pt>
                <c:pt idx="969">
                  <c:v>107.47526093743959</c:v>
                </c:pt>
                <c:pt idx="970">
                  <c:v>107.50493491078464</c:v>
                </c:pt>
                <c:pt idx="971">
                  <c:v>107.45332800061936</c:v>
                </c:pt>
                <c:pt idx="972">
                  <c:v>107.19013275877647</c:v>
                </c:pt>
                <c:pt idx="973">
                  <c:v>107.2533512237289</c:v>
                </c:pt>
                <c:pt idx="974">
                  <c:v>107.36817659884666</c:v>
                </c:pt>
                <c:pt idx="975">
                  <c:v>107.25206105097477</c:v>
                </c:pt>
                <c:pt idx="976">
                  <c:v>107.42107368176602</c:v>
                </c:pt>
                <c:pt idx="977">
                  <c:v>107.4520378278652</c:v>
                </c:pt>
                <c:pt idx="978">
                  <c:v>107.48171180121022</c:v>
                </c:pt>
                <c:pt idx="979">
                  <c:v>107.48171180121022</c:v>
                </c:pt>
                <c:pt idx="980">
                  <c:v>107.41075229973299</c:v>
                </c:pt>
                <c:pt idx="981">
                  <c:v>107.32044020694377</c:v>
                </c:pt>
                <c:pt idx="982">
                  <c:v>106.97080339057405</c:v>
                </c:pt>
                <c:pt idx="983">
                  <c:v>106.60181398289237</c:v>
                </c:pt>
                <c:pt idx="984">
                  <c:v>106.60181398289237</c:v>
                </c:pt>
                <c:pt idx="985">
                  <c:v>106.96564269955756</c:v>
                </c:pt>
                <c:pt idx="986">
                  <c:v>107.36430608058429</c:v>
                </c:pt>
                <c:pt idx="987">
                  <c:v>107.34237314376406</c:v>
                </c:pt>
                <c:pt idx="988">
                  <c:v>107.25077087822071</c:v>
                </c:pt>
                <c:pt idx="989">
                  <c:v>107.42107368176607</c:v>
                </c:pt>
                <c:pt idx="990">
                  <c:v>107.49074301048917</c:v>
                </c:pt>
                <c:pt idx="991">
                  <c:v>107.42752454553673</c:v>
                </c:pt>
                <c:pt idx="992">
                  <c:v>107.49332335599743</c:v>
                </c:pt>
                <c:pt idx="993">
                  <c:v>107.76167928885688</c:v>
                </c:pt>
                <c:pt idx="994">
                  <c:v>108.00681211214192</c:v>
                </c:pt>
                <c:pt idx="995">
                  <c:v>107.99133003909233</c:v>
                </c:pt>
                <c:pt idx="996">
                  <c:v>107.87779483672873</c:v>
                </c:pt>
                <c:pt idx="997">
                  <c:v>107.70749203318334</c:v>
                </c:pt>
                <c:pt idx="998">
                  <c:v>107.69846082390441</c:v>
                </c:pt>
                <c:pt idx="999">
                  <c:v>107.48558231947266</c:v>
                </c:pt>
                <c:pt idx="1000">
                  <c:v>107.30366796114006</c:v>
                </c:pt>
                <c:pt idx="1001">
                  <c:v>107.40817195422476</c:v>
                </c:pt>
                <c:pt idx="1002">
                  <c:v>107.41849333625781</c:v>
                </c:pt>
                <c:pt idx="1003">
                  <c:v>107.36817659884666</c:v>
                </c:pt>
                <c:pt idx="1004">
                  <c:v>107.74103652479076</c:v>
                </c:pt>
                <c:pt idx="1005">
                  <c:v>107.74103652479076</c:v>
                </c:pt>
                <c:pt idx="1006">
                  <c:v>107.83779948135064</c:v>
                </c:pt>
                <c:pt idx="1007">
                  <c:v>107.57073372124536</c:v>
                </c:pt>
                <c:pt idx="1008">
                  <c:v>107.52041698383422</c:v>
                </c:pt>
                <c:pt idx="1009">
                  <c:v>107.4133326452413</c:v>
                </c:pt>
                <c:pt idx="1010">
                  <c:v>107.33076158897684</c:v>
                </c:pt>
                <c:pt idx="1011">
                  <c:v>107.4275245455367</c:v>
                </c:pt>
                <c:pt idx="1012">
                  <c:v>107.51783663832593</c:v>
                </c:pt>
                <c:pt idx="1013">
                  <c:v>107.57460423950775</c:v>
                </c:pt>
                <c:pt idx="1014">
                  <c:v>107.81973706279278</c:v>
                </c:pt>
                <c:pt idx="1015">
                  <c:v>108.05712884955304</c:v>
                </c:pt>
                <c:pt idx="1016">
                  <c:v>108.3319356461831</c:v>
                </c:pt>
                <c:pt idx="1017">
                  <c:v>108.3319356461831</c:v>
                </c:pt>
                <c:pt idx="1018">
                  <c:v>108.5499748416314</c:v>
                </c:pt>
                <c:pt idx="1019">
                  <c:v>108.38999342011904</c:v>
                </c:pt>
                <c:pt idx="1020">
                  <c:v>108.55384535989378</c:v>
                </c:pt>
                <c:pt idx="1021">
                  <c:v>108.72285799068503</c:v>
                </c:pt>
                <c:pt idx="1022">
                  <c:v>108.67125108051972</c:v>
                </c:pt>
                <c:pt idx="1023">
                  <c:v>108.73446954547218</c:v>
                </c:pt>
                <c:pt idx="1024">
                  <c:v>108.55642570540199</c:v>
                </c:pt>
                <c:pt idx="1025">
                  <c:v>108.49191706769538</c:v>
                </c:pt>
                <c:pt idx="1026">
                  <c:v>108.5164303500239</c:v>
                </c:pt>
                <c:pt idx="1027">
                  <c:v>108.69963488111061</c:v>
                </c:pt>
                <c:pt idx="1028">
                  <c:v>108.60803261556725</c:v>
                </c:pt>
                <c:pt idx="1029">
                  <c:v>108.64157710717471</c:v>
                </c:pt>
                <c:pt idx="1030">
                  <c:v>108.56158639641853</c:v>
                </c:pt>
                <c:pt idx="1031">
                  <c:v>108.55642570540201</c:v>
                </c:pt>
                <c:pt idx="1032">
                  <c:v>108.76027300055488</c:v>
                </c:pt>
                <c:pt idx="1033">
                  <c:v>108.87896889393498</c:v>
                </c:pt>
                <c:pt idx="1034">
                  <c:v>108.91251338554241</c:v>
                </c:pt>
                <c:pt idx="1035">
                  <c:v>108.93315614960852</c:v>
                </c:pt>
                <c:pt idx="1036">
                  <c:v>108.9937942690527</c:v>
                </c:pt>
                <c:pt idx="1037">
                  <c:v>108.9937942690527</c:v>
                </c:pt>
                <c:pt idx="1038">
                  <c:v>109.03120927892253</c:v>
                </c:pt>
                <c:pt idx="1039">
                  <c:v>109.10603929866217</c:v>
                </c:pt>
                <c:pt idx="1040">
                  <c:v>109.26989123843691</c:v>
                </c:pt>
                <c:pt idx="1041">
                  <c:v>109.24795830161666</c:v>
                </c:pt>
                <c:pt idx="1042">
                  <c:v>109.24795830161666</c:v>
                </c:pt>
                <c:pt idx="1043">
                  <c:v>109.25956985640386</c:v>
                </c:pt>
                <c:pt idx="1044">
                  <c:v>109.4672876698191</c:v>
                </c:pt>
                <c:pt idx="1045">
                  <c:v>109.53050613477158</c:v>
                </c:pt>
                <c:pt idx="1046">
                  <c:v>109.56276045362485</c:v>
                </c:pt>
                <c:pt idx="1047">
                  <c:v>109.53179630752568</c:v>
                </c:pt>
                <c:pt idx="1048">
                  <c:v>109.66597427395536</c:v>
                </c:pt>
                <c:pt idx="1049">
                  <c:v>109.64920202815165</c:v>
                </c:pt>
                <c:pt idx="1050">
                  <c:v>109.73822394818674</c:v>
                </c:pt>
                <c:pt idx="1051">
                  <c:v>109.73048291166195</c:v>
                </c:pt>
                <c:pt idx="1052">
                  <c:v>109.80144241313918</c:v>
                </c:pt>
                <c:pt idx="1053">
                  <c:v>109.90465623346972</c:v>
                </c:pt>
                <c:pt idx="1054">
                  <c:v>109.90465623346972</c:v>
                </c:pt>
                <c:pt idx="1055">
                  <c:v>109.59501477247809</c:v>
                </c:pt>
                <c:pt idx="1056">
                  <c:v>109.82595569546768</c:v>
                </c:pt>
                <c:pt idx="1057">
                  <c:v>109.95497297088085</c:v>
                </c:pt>
                <c:pt idx="1058">
                  <c:v>109.92529899753583</c:v>
                </c:pt>
                <c:pt idx="1059">
                  <c:v>109.98206659871765</c:v>
                </c:pt>
                <c:pt idx="1060">
                  <c:v>109.94594176160194</c:v>
                </c:pt>
                <c:pt idx="1061">
                  <c:v>109.88659381491189</c:v>
                </c:pt>
                <c:pt idx="1062">
                  <c:v>109.84014759576314</c:v>
                </c:pt>
                <c:pt idx="1063">
                  <c:v>109.82466552271356</c:v>
                </c:pt>
                <c:pt idx="1064">
                  <c:v>109.90078571520735</c:v>
                </c:pt>
                <c:pt idx="1065">
                  <c:v>109.84143776851728</c:v>
                </c:pt>
                <c:pt idx="1066">
                  <c:v>109.83627707750077</c:v>
                </c:pt>
                <c:pt idx="1067">
                  <c:v>109.70854997484172</c:v>
                </c:pt>
                <c:pt idx="1068">
                  <c:v>109.97174521668461</c:v>
                </c:pt>
                <c:pt idx="1069">
                  <c:v>110.09560180108124</c:v>
                </c:pt>
                <c:pt idx="1070">
                  <c:v>110.2155878672155</c:v>
                </c:pt>
                <c:pt idx="1071">
                  <c:v>110.15882026603371</c:v>
                </c:pt>
                <c:pt idx="1072">
                  <c:v>110.08270007353994</c:v>
                </c:pt>
                <c:pt idx="1073">
                  <c:v>110.11237404688495</c:v>
                </c:pt>
                <c:pt idx="1074">
                  <c:v>110.11237404688495</c:v>
                </c:pt>
                <c:pt idx="1075">
                  <c:v>110.08270007353991</c:v>
                </c:pt>
                <c:pt idx="1076">
                  <c:v>110.24655201331466</c:v>
                </c:pt>
                <c:pt idx="1077">
                  <c:v>110.22719942200268</c:v>
                </c:pt>
                <c:pt idx="1078">
                  <c:v>110.29815892347993</c:v>
                </c:pt>
                <c:pt idx="1079">
                  <c:v>110.16914164806676</c:v>
                </c:pt>
                <c:pt idx="1080">
                  <c:v>110.14978905675478</c:v>
                </c:pt>
                <c:pt idx="1081">
                  <c:v>110.2271994220027</c:v>
                </c:pt>
                <c:pt idx="1082">
                  <c:v>110.16914164806676</c:v>
                </c:pt>
                <c:pt idx="1083">
                  <c:v>110.07237869150687</c:v>
                </c:pt>
                <c:pt idx="1084">
                  <c:v>109.97819608045523</c:v>
                </c:pt>
                <c:pt idx="1085">
                  <c:v>109.82853604097593</c:v>
                </c:pt>
                <c:pt idx="1086">
                  <c:v>110.18333354836216</c:v>
                </c:pt>
                <c:pt idx="1087">
                  <c:v>109.98593711698001</c:v>
                </c:pt>
                <c:pt idx="1088">
                  <c:v>109.60533615451114</c:v>
                </c:pt>
                <c:pt idx="1089">
                  <c:v>109.5511488988376</c:v>
                </c:pt>
                <c:pt idx="1090">
                  <c:v>109.89175450592839</c:v>
                </c:pt>
                <c:pt idx="1091">
                  <c:v>109.62210840031483</c:v>
                </c:pt>
                <c:pt idx="1092">
                  <c:v>109.13700344476128</c:v>
                </c:pt>
                <c:pt idx="1093">
                  <c:v>108.80413887419527</c:v>
                </c:pt>
                <c:pt idx="1094">
                  <c:v>109.08281618908772</c:v>
                </c:pt>
                <c:pt idx="1095">
                  <c:v>109.31633745758559</c:v>
                </c:pt>
                <c:pt idx="1096">
                  <c:v>109.11765085344931</c:v>
                </c:pt>
                <c:pt idx="1097">
                  <c:v>108.75253196403</c:v>
                </c:pt>
                <c:pt idx="1098">
                  <c:v>108.48288585841647</c:v>
                </c:pt>
                <c:pt idx="1099">
                  <c:v>108.83768336580268</c:v>
                </c:pt>
                <c:pt idx="1100">
                  <c:v>108.69834470835644</c:v>
                </c:pt>
                <c:pt idx="1101">
                  <c:v>109.01701737862699</c:v>
                </c:pt>
                <c:pt idx="1102">
                  <c:v>108.48933672218709</c:v>
                </c:pt>
                <c:pt idx="1103">
                  <c:v>107.98100865705916</c:v>
                </c:pt>
                <c:pt idx="1104">
                  <c:v>108.2235611348359</c:v>
                </c:pt>
                <c:pt idx="1105">
                  <c:v>109.00669599659386</c:v>
                </c:pt>
                <c:pt idx="1106">
                  <c:v>109.37439523152145</c:v>
                </c:pt>
                <c:pt idx="1107">
                  <c:v>109.37568540427559</c:v>
                </c:pt>
                <c:pt idx="1108">
                  <c:v>109.34601143093057</c:v>
                </c:pt>
                <c:pt idx="1109">
                  <c:v>109.70467945657917</c:v>
                </c:pt>
                <c:pt idx="1110">
                  <c:v>109.64275116438087</c:v>
                </c:pt>
                <c:pt idx="1111">
                  <c:v>110.34331496987438</c:v>
                </c:pt>
                <c:pt idx="1112">
                  <c:v>110.49555535486195</c:v>
                </c:pt>
                <c:pt idx="1113">
                  <c:v>110.35879704292398</c:v>
                </c:pt>
                <c:pt idx="1114">
                  <c:v>110.36653807944877</c:v>
                </c:pt>
                <c:pt idx="1115">
                  <c:v>110.78842457004987</c:v>
                </c:pt>
                <c:pt idx="1116">
                  <c:v>110.75358990568832</c:v>
                </c:pt>
                <c:pt idx="1117">
                  <c:v>110.6955321317524</c:v>
                </c:pt>
                <c:pt idx="1118">
                  <c:v>111.01807532028531</c:v>
                </c:pt>
                <c:pt idx="1119">
                  <c:v>110.93034357300435</c:v>
                </c:pt>
                <c:pt idx="1120">
                  <c:v>110.75100956018002</c:v>
                </c:pt>
                <c:pt idx="1121">
                  <c:v>110.78326387903333</c:v>
                </c:pt>
                <c:pt idx="1122">
                  <c:v>110.63231366679992</c:v>
                </c:pt>
                <c:pt idx="1123">
                  <c:v>110.72262575958914</c:v>
                </c:pt>
                <c:pt idx="1124">
                  <c:v>110.76907197873787</c:v>
                </c:pt>
                <c:pt idx="1125">
                  <c:v>110.64263504883297</c:v>
                </c:pt>
                <c:pt idx="1126">
                  <c:v>110.4413680991884</c:v>
                </c:pt>
                <c:pt idx="1127">
                  <c:v>110.63876453057054</c:v>
                </c:pt>
                <c:pt idx="1128">
                  <c:v>110.84132165296926</c:v>
                </c:pt>
                <c:pt idx="1129">
                  <c:v>110.61167090273382</c:v>
                </c:pt>
                <c:pt idx="1130">
                  <c:v>110.72520610509744</c:v>
                </c:pt>
                <c:pt idx="1131">
                  <c:v>111.02065566579363</c:v>
                </c:pt>
                <c:pt idx="1132">
                  <c:v>110.84777251673998</c:v>
                </c:pt>
                <c:pt idx="1133">
                  <c:v>110.92647305474202</c:v>
                </c:pt>
                <c:pt idx="1134">
                  <c:v>110.88647769936392</c:v>
                </c:pt>
                <c:pt idx="1135">
                  <c:v>110.63489401230822</c:v>
                </c:pt>
                <c:pt idx="1136">
                  <c:v>110.67875988594871</c:v>
                </c:pt>
                <c:pt idx="1137">
                  <c:v>110.78713439729577</c:v>
                </c:pt>
                <c:pt idx="1138">
                  <c:v>110.38460049800666</c:v>
                </c:pt>
                <c:pt idx="1139">
                  <c:v>110.32783289682487</c:v>
                </c:pt>
                <c:pt idx="1140">
                  <c:v>110.09818214658941</c:v>
                </c:pt>
                <c:pt idx="1141">
                  <c:v>110.53684088299418</c:v>
                </c:pt>
                <c:pt idx="1142">
                  <c:v>110.58457727489706</c:v>
                </c:pt>
                <c:pt idx="1143">
                  <c:v>110.67230902217801</c:v>
                </c:pt>
                <c:pt idx="1144">
                  <c:v>111.03355739333492</c:v>
                </c:pt>
                <c:pt idx="1145">
                  <c:v>111.12128914061587</c:v>
                </c:pt>
                <c:pt idx="1146">
                  <c:v>111.20644054238859</c:v>
                </c:pt>
                <c:pt idx="1147">
                  <c:v>111.38964507347532</c:v>
                </c:pt>
                <c:pt idx="1148">
                  <c:v>111.32255609026046</c:v>
                </c:pt>
                <c:pt idx="1149">
                  <c:v>111.40641731927906</c:v>
                </c:pt>
                <c:pt idx="1150">
                  <c:v>111.20127985137209</c:v>
                </c:pt>
                <c:pt idx="1151">
                  <c:v>111.31739539924392</c:v>
                </c:pt>
                <c:pt idx="1152">
                  <c:v>110.99227186520272</c:v>
                </c:pt>
                <c:pt idx="1153">
                  <c:v>111.01291462926886</c:v>
                </c:pt>
                <c:pt idx="1154">
                  <c:v>111.05807067566347</c:v>
                </c:pt>
                <c:pt idx="1155">
                  <c:v>110.95356668257881</c:v>
                </c:pt>
                <c:pt idx="1156">
                  <c:v>111.18579777832251</c:v>
                </c:pt>
                <c:pt idx="1157">
                  <c:v>111.44254215639477</c:v>
                </c:pt>
                <c:pt idx="1158">
                  <c:v>111.74186223535335</c:v>
                </c:pt>
                <c:pt idx="1159">
                  <c:v>111.72638016230377</c:v>
                </c:pt>
                <c:pt idx="1160">
                  <c:v>111.59994323239887</c:v>
                </c:pt>
                <c:pt idx="1161">
                  <c:v>111.64251893328523</c:v>
                </c:pt>
                <c:pt idx="1162">
                  <c:v>111.64251893328523</c:v>
                </c:pt>
                <c:pt idx="1163">
                  <c:v>111.59091202311994</c:v>
                </c:pt>
                <c:pt idx="1164">
                  <c:v>111.47737682075635</c:v>
                </c:pt>
                <c:pt idx="1165">
                  <c:v>111.58833167761168</c:v>
                </c:pt>
                <c:pt idx="1166">
                  <c:v>111.60768426892362</c:v>
                </c:pt>
                <c:pt idx="1167">
                  <c:v>111.53672476744639</c:v>
                </c:pt>
                <c:pt idx="1168">
                  <c:v>111.64122876053108</c:v>
                </c:pt>
                <c:pt idx="1169">
                  <c:v>111.73541137158267</c:v>
                </c:pt>
                <c:pt idx="1170">
                  <c:v>111.69799636171285</c:v>
                </c:pt>
                <c:pt idx="1171">
                  <c:v>111.83475467365083</c:v>
                </c:pt>
                <c:pt idx="1172">
                  <c:v>111.83475467365083</c:v>
                </c:pt>
                <c:pt idx="1173">
                  <c:v>111.98441471313009</c:v>
                </c:pt>
                <c:pt idx="1174">
                  <c:v>111.97538350385116</c:v>
                </c:pt>
                <c:pt idx="1175">
                  <c:v>111.79475931827272</c:v>
                </c:pt>
                <c:pt idx="1176">
                  <c:v>111.90829452063629</c:v>
                </c:pt>
                <c:pt idx="1177">
                  <c:v>111.89539279309498</c:v>
                </c:pt>
                <c:pt idx="1178">
                  <c:v>111.75863448115702</c:v>
                </c:pt>
                <c:pt idx="1179">
                  <c:v>111.81024139132228</c:v>
                </c:pt>
                <c:pt idx="1180">
                  <c:v>111.97667367660527</c:v>
                </c:pt>
                <c:pt idx="1181">
                  <c:v>111.98312454037594</c:v>
                </c:pt>
                <c:pt idx="1182">
                  <c:v>111.96893264008048</c:v>
                </c:pt>
                <c:pt idx="1183">
                  <c:v>111.97796384935941</c:v>
                </c:pt>
                <c:pt idx="1184">
                  <c:v>111.89023210207846</c:v>
                </c:pt>
                <c:pt idx="1185">
                  <c:v>111.75605413564877</c:v>
                </c:pt>
                <c:pt idx="1186">
                  <c:v>111.3148150537357</c:v>
                </c:pt>
                <c:pt idx="1187">
                  <c:v>111.3922254189836</c:v>
                </c:pt>
                <c:pt idx="1188">
                  <c:v>111.49543923931417</c:v>
                </c:pt>
                <c:pt idx="1189">
                  <c:v>111.55736753151248</c:v>
                </c:pt>
                <c:pt idx="1190">
                  <c:v>111.40383697377081</c:v>
                </c:pt>
                <c:pt idx="1191">
                  <c:v>111.59220219587407</c:v>
                </c:pt>
                <c:pt idx="1192">
                  <c:v>111.58962185036579</c:v>
                </c:pt>
                <c:pt idx="1193">
                  <c:v>111.93280780296485</c:v>
                </c:pt>
                <c:pt idx="1194">
                  <c:v>112.23728857293995</c:v>
                </c:pt>
                <c:pt idx="1195">
                  <c:v>112.26954289179321</c:v>
                </c:pt>
                <c:pt idx="1196">
                  <c:v>112.19858339031596</c:v>
                </c:pt>
                <c:pt idx="1197">
                  <c:v>112.38436826691095</c:v>
                </c:pt>
                <c:pt idx="1198">
                  <c:v>112.28244461933454</c:v>
                </c:pt>
                <c:pt idx="1199">
                  <c:v>112.29921686513825</c:v>
                </c:pt>
                <c:pt idx="1200">
                  <c:v>112.47855087796255</c:v>
                </c:pt>
                <c:pt idx="1201">
                  <c:v>112.66304558180342</c:v>
                </c:pt>
                <c:pt idx="1202">
                  <c:v>112.65272419977035</c:v>
                </c:pt>
                <c:pt idx="1203">
                  <c:v>112.52628726986542</c:v>
                </c:pt>
                <c:pt idx="1204">
                  <c:v>112.34824342979522</c:v>
                </c:pt>
                <c:pt idx="1205">
                  <c:v>112.57918435278484</c:v>
                </c:pt>
                <c:pt idx="1206">
                  <c:v>112.40243068546877</c:v>
                </c:pt>
                <c:pt idx="1207">
                  <c:v>112.51080519681582</c:v>
                </c:pt>
                <c:pt idx="1208">
                  <c:v>112.55209072494807</c:v>
                </c:pt>
                <c:pt idx="1209">
                  <c:v>112.79335302997072</c:v>
                </c:pt>
                <c:pt idx="1210">
                  <c:v>112.79851372098722</c:v>
                </c:pt>
                <c:pt idx="1211">
                  <c:v>112.91204892335081</c:v>
                </c:pt>
                <c:pt idx="1212">
                  <c:v>112.81915648505334</c:v>
                </c:pt>
                <c:pt idx="1213">
                  <c:v>112.71981318298519</c:v>
                </c:pt>
                <c:pt idx="1214">
                  <c:v>112.56370227973525</c:v>
                </c:pt>
                <c:pt idx="1215">
                  <c:v>112.63337160845838</c:v>
                </c:pt>
                <c:pt idx="1216">
                  <c:v>112.72497387400175</c:v>
                </c:pt>
                <c:pt idx="1217">
                  <c:v>112.65401437252449</c:v>
                </c:pt>
                <c:pt idx="1218">
                  <c:v>112.65401437252449</c:v>
                </c:pt>
                <c:pt idx="1219">
                  <c:v>112.65788489078687</c:v>
                </c:pt>
                <c:pt idx="1220">
                  <c:v>112.4450063863551</c:v>
                </c:pt>
                <c:pt idx="1221">
                  <c:v>112.0308609322788</c:v>
                </c:pt>
                <c:pt idx="1222">
                  <c:v>112.14955682565891</c:v>
                </c:pt>
                <c:pt idx="1223">
                  <c:v>111.94312918499782</c:v>
                </c:pt>
                <c:pt idx="1224">
                  <c:v>111.73799171709086</c:v>
                </c:pt>
                <c:pt idx="1225">
                  <c:v>111.8334645008966</c:v>
                </c:pt>
                <c:pt idx="1226">
                  <c:v>112.03086093227874</c:v>
                </c:pt>
                <c:pt idx="1227">
                  <c:v>111.79217897276436</c:v>
                </c:pt>
                <c:pt idx="1228">
                  <c:v>112.02957075952462</c:v>
                </c:pt>
                <c:pt idx="1229">
                  <c:v>111.99344592240891</c:v>
                </c:pt>
                <c:pt idx="1230">
                  <c:v>111.36126127288433</c:v>
                </c:pt>
                <c:pt idx="1231">
                  <c:v>111.00259324723571</c:v>
                </c:pt>
                <c:pt idx="1232">
                  <c:v>110.81809854339487</c:v>
                </c:pt>
                <c:pt idx="1233">
                  <c:v>110.3239623785624</c:v>
                </c:pt>
                <c:pt idx="1234">
                  <c:v>110.16785147531246</c:v>
                </c:pt>
                <c:pt idx="1235">
                  <c:v>110.10592318311414</c:v>
                </c:pt>
                <c:pt idx="1236">
                  <c:v>109.93562037956875</c:v>
                </c:pt>
                <c:pt idx="1237">
                  <c:v>110.34331496987438</c:v>
                </c:pt>
                <c:pt idx="1238">
                  <c:v>110.22977976751079</c:v>
                </c:pt>
                <c:pt idx="1239">
                  <c:v>110.69166161349</c:v>
                </c:pt>
                <c:pt idx="1240">
                  <c:v>110.54716226502724</c:v>
                </c:pt>
                <c:pt idx="1241">
                  <c:v>110.51619811892809</c:v>
                </c:pt>
                <c:pt idx="1242">
                  <c:v>110.63876453057063</c:v>
                </c:pt>
                <c:pt idx="1243">
                  <c:v>110.63876453057063</c:v>
                </c:pt>
                <c:pt idx="1244">
                  <c:v>110.50974725515745</c:v>
                </c:pt>
                <c:pt idx="1245">
                  <c:v>110.1214052561638</c:v>
                </c:pt>
                <c:pt idx="1246">
                  <c:v>110.52135880994462</c:v>
                </c:pt>
                <c:pt idx="1247">
                  <c:v>110.46201086325453</c:v>
                </c:pt>
                <c:pt idx="1248">
                  <c:v>#N/A</c:v>
                </c:pt>
                <c:pt idx="1249">
                  <c:v>#N/A</c:v>
                </c:pt>
                <c:pt idx="1250">
                  <c:v>#N/A</c:v>
                </c:pt>
                <c:pt idx="1251">
                  <c:v>#N/A</c:v>
                </c:pt>
                <c:pt idx="1252">
                  <c:v>#N/A</c:v>
                </c:pt>
                <c:pt idx="1253">
                  <c:v>#N/A</c:v>
                </c:pt>
                <c:pt idx="1254">
                  <c:v>#N/A</c:v>
                </c:pt>
                <c:pt idx="1255">
                  <c:v>#N/A</c:v>
                </c:pt>
                <c:pt idx="1256">
                  <c:v>#N/A</c:v>
                </c:pt>
                <c:pt idx="1257">
                  <c:v>#N/A</c:v>
                </c:pt>
                <c:pt idx="1258">
                  <c:v>#N/A</c:v>
                </c:pt>
                <c:pt idx="1259">
                  <c:v>#N/A</c:v>
                </c:pt>
                <c:pt idx="1260">
                  <c:v>#N/A</c:v>
                </c:pt>
                <c:pt idx="1261">
                  <c:v>#N/A</c:v>
                </c:pt>
                <c:pt idx="1262">
                  <c:v>#N/A</c:v>
                </c:pt>
                <c:pt idx="1263">
                  <c:v>#N/A</c:v>
                </c:pt>
                <c:pt idx="1264">
                  <c:v>#N/A</c:v>
                </c:pt>
                <c:pt idx="1265">
                  <c:v>#N/A</c:v>
                </c:pt>
                <c:pt idx="1266">
                  <c:v>#N/A</c:v>
                </c:pt>
                <c:pt idx="1267">
                  <c:v>#N/A</c:v>
                </c:pt>
                <c:pt idx="1268">
                  <c:v>#N/A</c:v>
                </c:pt>
                <c:pt idx="1269">
                  <c:v>#N/A</c:v>
                </c:pt>
                <c:pt idx="1270">
                  <c:v>#N/A</c:v>
                </c:pt>
                <c:pt idx="1271">
                  <c:v>#N/A</c:v>
                </c:pt>
                <c:pt idx="1272">
                  <c:v>#N/A</c:v>
                </c:pt>
                <c:pt idx="1273">
                  <c:v>#N/A</c:v>
                </c:pt>
                <c:pt idx="1274">
                  <c:v>#N/A</c:v>
                </c:pt>
                <c:pt idx="1275">
                  <c:v>#N/A</c:v>
                </c:pt>
                <c:pt idx="1276">
                  <c:v>#N/A</c:v>
                </c:pt>
                <c:pt idx="1277">
                  <c:v>#N/A</c:v>
                </c:pt>
                <c:pt idx="1278">
                  <c:v>#N/A</c:v>
                </c:pt>
                <c:pt idx="1279">
                  <c:v>#N/A</c:v>
                </c:pt>
                <c:pt idx="1280">
                  <c:v>#N/A</c:v>
                </c:pt>
                <c:pt idx="1281">
                  <c:v>#N/A</c:v>
                </c:pt>
                <c:pt idx="1282">
                  <c:v>#N/A</c:v>
                </c:pt>
                <c:pt idx="1283">
                  <c:v>#N/A</c:v>
                </c:pt>
                <c:pt idx="1284">
                  <c:v>#N/A</c:v>
                </c:pt>
                <c:pt idx="1285">
                  <c:v>#N/A</c:v>
                </c:pt>
                <c:pt idx="1286">
                  <c:v>#N/A</c:v>
                </c:pt>
                <c:pt idx="1287">
                  <c:v>#N/A</c:v>
                </c:pt>
                <c:pt idx="1288">
                  <c:v>#N/A</c:v>
                </c:pt>
                <c:pt idx="1289">
                  <c:v>#N/A</c:v>
                </c:pt>
                <c:pt idx="1290">
                  <c:v>#N/A</c:v>
                </c:pt>
                <c:pt idx="1291">
                  <c:v>#N/A</c:v>
                </c:pt>
                <c:pt idx="1292">
                  <c:v>#N/A</c:v>
                </c:pt>
                <c:pt idx="1293">
                  <c:v>#N/A</c:v>
                </c:pt>
                <c:pt idx="1294">
                  <c:v>#N/A</c:v>
                </c:pt>
                <c:pt idx="1295">
                  <c:v>#N/A</c:v>
                </c:pt>
                <c:pt idx="1296">
                  <c:v>#N/A</c:v>
                </c:pt>
                <c:pt idx="1297">
                  <c:v>#N/A</c:v>
                </c:pt>
                <c:pt idx="1298">
                  <c:v>#N/A</c:v>
                </c:pt>
                <c:pt idx="1299">
                  <c:v>#N/A</c:v>
                </c:pt>
                <c:pt idx="1300">
                  <c:v>#N/A</c:v>
                </c:pt>
                <c:pt idx="1301">
                  <c:v>#N/A</c:v>
                </c:pt>
                <c:pt idx="1302">
                  <c:v>#N/A</c:v>
                </c:pt>
                <c:pt idx="1303">
                  <c:v>#N/A</c:v>
                </c:pt>
                <c:pt idx="1304">
                  <c:v>#N/A</c:v>
                </c:pt>
                <c:pt idx="1305">
                  <c:v>#N/A</c:v>
                </c:pt>
                <c:pt idx="1306">
                  <c:v>#N/A</c:v>
                </c:pt>
                <c:pt idx="1307">
                  <c:v>#N/A</c:v>
                </c:pt>
                <c:pt idx="1308">
                  <c:v>#N/A</c:v>
                </c:pt>
                <c:pt idx="1309">
                  <c:v>#N/A</c:v>
                </c:pt>
                <c:pt idx="1310">
                  <c:v>#N/A</c:v>
                </c:pt>
                <c:pt idx="1311">
                  <c:v>#N/A</c:v>
                </c:pt>
                <c:pt idx="1312">
                  <c:v>#N/A</c:v>
                </c:pt>
                <c:pt idx="1313">
                  <c:v>#N/A</c:v>
                </c:pt>
                <c:pt idx="1314">
                  <c:v>#N/A</c:v>
                </c:pt>
                <c:pt idx="1315">
                  <c:v>#N/A</c:v>
                </c:pt>
                <c:pt idx="1316">
                  <c:v>#N/A</c:v>
                </c:pt>
                <c:pt idx="1317">
                  <c:v>#N/A</c:v>
                </c:pt>
                <c:pt idx="1318">
                  <c:v>#N/A</c:v>
                </c:pt>
                <c:pt idx="1319">
                  <c:v>#N/A</c:v>
                </c:pt>
                <c:pt idx="1320">
                  <c:v>#N/A</c:v>
                </c:pt>
              </c:numCache>
            </c:numRef>
          </c:val>
          <c:smooth val="0"/>
          <c:extLst>
            <c:ext xmlns:c16="http://schemas.microsoft.com/office/drawing/2014/chart" uri="{C3380CC4-5D6E-409C-BE32-E72D297353CC}">
              <c16:uniqueId val="{00000003-F2DB-4188-A552-B2101BE80626}"/>
            </c:ext>
          </c:extLst>
        </c:ser>
        <c:ser>
          <c:idx val="4"/>
          <c:order val="4"/>
          <c:tx>
            <c:strRef>
              <c:f>FI_INDEX!$AM$7</c:f>
              <c:strCache>
                <c:ptCount val="1"/>
                <c:pt idx="0">
                  <c:v>EM SOV LC</c:v>
                </c:pt>
              </c:strCache>
            </c:strRef>
          </c:tx>
          <c:spPr>
            <a:ln w="28575">
              <a:solidFill>
                <a:srgbClr val="92D050"/>
              </a:solidFill>
            </a:ln>
          </c:spPr>
          <c:marker>
            <c:symbol val="picture"/>
            <c:spPr>
              <a:ln w="9525">
                <a:noFill/>
              </a:ln>
            </c:spPr>
          </c:marker>
          <c:cat>
            <c:numRef>
              <c:f>FI_INDEX!$AC$795:$AC$4550</c:f>
              <c:numCache>
                <c:formatCode>m/d/yyyy</c:formatCode>
                <c:ptCount val="3756"/>
                <c:pt idx="0">
                  <c:v>44561</c:v>
                </c:pt>
                <c:pt idx="1">
                  <c:v>44564</c:v>
                </c:pt>
                <c:pt idx="2">
                  <c:v>44565</c:v>
                </c:pt>
                <c:pt idx="3">
                  <c:v>44566</c:v>
                </c:pt>
                <c:pt idx="4">
                  <c:v>44567</c:v>
                </c:pt>
                <c:pt idx="5">
                  <c:v>44568</c:v>
                </c:pt>
                <c:pt idx="6">
                  <c:v>44571</c:v>
                </c:pt>
                <c:pt idx="7">
                  <c:v>44572</c:v>
                </c:pt>
                <c:pt idx="8">
                  <c:v>44573</c:v>
                </c:pt>
                <c:pt idx="9">
                  <c:v>44574</c:v>
                </c:pt>
                <c:pt idx="10">
                  <c:v>44575</c:v>
                </c:pt>
                <c:pt idx="11">
                  <c:v>44578</c:v>
                </c:pt>
                <c:pt idx="12">
                  <c:v>44579</c:v>
                </c:pt>
                <c:pt idx="13">
                  <c:v>44580</c:v>
                </c:pt>
                <c:pt idx="14">
                  <c:v>44581</c:v>
                </c:pt>
                <c:pt idx="15">
                  <c:v>44582</c:v>
                </c:pt>
                <c:pt idx="16">
                  <c:v>44585</c:v>
                </c:pt>
                <c:pt idx="17">
                  <c:v>44586</c:v>
                </c:pt>
                <c:pt idx="18">
                  <c:v>44587</c:v>
                </c:pt>
                <c:pt idx="19">
                  <c:v>44588</c:v>
                </c:pt>
                <c:pt idx="20">
                  <c:v>44589</c:v>
                </c:pt>
                <c:pt idx="21">
                  <c:v>44592</c:v>
                </c:pt>
                <c:pt idx="22">
                  <c:v>44593</c:v>
                </c:pt>
                <c:pt idx="23">
                  <c:v>44594</c:v>
                </c:pt>
                <c:pt idx="24">
                  <c:v>44595</c:v>
                </c:pt>
                <c:pt idx="25">
                  <c:v>44596</c:v>
                </c:pt>
                <c:pt idx="26">
                  <c:v>44599</c:v>
                </c:pt>
                <c:pt idx="27">
                  <c:v>44600</c:v>
                </c:pt>
                <c:pt idx="28">
                  <c:v>44601</c:v>
                </c:pt>
                <c:pt idx="29">
                  <c:v>44602</c:v>
                </c:pt>
                <c:pt idx="30">
                  <c:v>44603</c:v>
                </c:pt>
                <c:pt idx="31">
                  <c:v>44606</c:v>
                </c:pt>
                <c:pt idx="32">
                  <c:v>44607</c:v>
                </c:pt>
                <c:pt idx="33">
                  <c:v>44608</c:v>
                </c:pt>
                <c:pt idx="34">
                  <c:v>44609</c:v>
                </c:pt>
                <c:pt idx="35">
                  <c:v>44610</c:v>
                </c:pt>
                <c:pt idx="36">
                  <c:v>44613</c:v>
                </c:pt>
                <c:pt idx="37">
                  <c:v>44614</c:v>
                </c:pt>
                <c:pt idx="38">
                  <c:v>44615</c:v>
                </c:pt>
                <c:pt idx="39">
                  <c:v>44616</c:v>
                </c:pt>
                <c:pt idx="40">
                  <c:v>44617</c:v>
                </c:pt>
                <c:pt idx="41">
                  <c:v>44620</c:v>
                </c:pt>
                <c:pt idx="42">
                  <c:v>44621</c:v>
                </c:pt>
                <c:pt idx="43">
                  <c:v>44622</c:v>
                </c:pt>
                <c:pt idx="44">
                  <c:v>44623</c:v>
                </c:pt>
                <c:pt idx="45">
                  <c:v>44624</c:v>
                </c:pt>
                <c:pt idx="46">
                  <c:v>44627</c:v>
                </c:pt>
                <c:pt idx="47">
                  <c:v>44628</c:v>
                </c:pt>
                <c:pt idx="48">
                  <c:v>44629</c:v>
                </c:pt>
                <c:pt idx="49">
                  <c:v>44630</c:v>
                </c:pt>
                <c:pt idx="50">
                  <c:v>44631</c:v>
                </c:pt>
                <c:pt idx="51">
                  <c:v>44634</c:v>
                </c:pt>
                <c:pt idx="52">
                  <c:v>44635</c:v>
                </c:pt>
                <c:pt idx="53">
                  <c:v>44636</c:v>
                </c:pt>
                <c:pt idx="54">
                  <c:v>44637</c:v>
                </c:pt>
                <c:pt idx="55">
                  <c:v>44638</c:v>
                </c:pt>
                <c:pt idx="56">
                  <c:v>44641</c:v>
                </c:pt>
                <c:pt idx="57">
                  <c:v>44642</c:v>
                </c:pt>
                <c:pt idx="58">
                  <c:v>44643</c:v>
                </c:pt>
                <c:pt idx="59">
                  <c:v>44644</c:v>
                </c:pt>
                <c:pt idx="60">
                  <c:v>44645</c:v>
                </c:pt>
                <c:pt idx="61">
                  <c:v>44648</c:v>
                </c:pt>
                <c:pt idx="62">
                  <c:v>44649</c:v>
                </c:pt>
                <c:pt idx="63">
                  <c:v>44650</c:v>
                </c:pt>
                <c:pt idx="64">
                  <c:v>44651</c:v>
                </c:pt>
                <c:pt idx="65">
                  <c:v>44652</c:v>
                </c:pt>
                <c:pt idx="66">
                  <c:v>44655</c:v>
                </c:pt>
                <c:pt idx="67">
                  <c:v>44656</c:v>
                </c:pt>
                <c:pt idx="68">
                  <c:v>44657</c:v>
                </c:pt>
                <c:pt idx="69">
                  <c:v>44658</c:v>
                </c:pt>
                <c:pt idx="70">
                  <c:v>44659</c:v>
                </c:pt>
                <c:pt idx="71">
                  <c:v>44662</c:v>
                </c:pt>
                <c:pt idx="72">
                  <c:v>44663</c:v>
                </c:pt>
                <c:pt idx="73">
                  <c:v>44664</c:v>
                </c:pt>
                <c:pt idx="74">
                  <c:v>44665</c:v>
                </c:pt>
                <c:pt idx="75">
                  <c:v>44666</c:v>
                </c:pt>
                <c:pt idx="76">
                  <c:v>44669</c:v>
                </c:pt>
                <c:pt idx="77">
                  <c:v>44670</c:v>
                </c:pt>
                <c:pt idx="78">
                  <c:v>44671</c:v>
                </c:pt>
                <c:pt idx="79">
                  <c:v>44672</c:v>
                </c:pt>
                <c:pt idx="80">
                  <c:v>44673</c:v>
                </c:pt>
                <c:pt idx="81">
                  <c:v>44676</c:v>
                </c:pt>
                <c:pt idx="82">
                  <c:v>44677</c:v>
                </c:pt>
                <c:pt idx="83">
                  <c:v>44678</c:v>
                </c:pt>
                <c:pt idx="84">
                  <c:v>44679</c:v>
                </c:pt>
                <c:pt idx="85">
                  <c:v>44680</c:v>
                </c:pt>
                <c:pt idx="86">
                  <c:v>44683</c:v>
                </c:pt>
                <c:pt idx="87">
                  <c:v>44684</c:v>
                </c:pt>
                <c:pt idx="88">
                  <c:v>44685</c:v>
                </c:pt>
                <c:pt idx="89">
                  <c:v>44686</c:v>
                </c:pt>
                <c:pt idx="90">
                  <c:v>44687</c:v>
                </c:pt>
                <c:pt idx="91">
                  <c:v>44690</c:v>
                </c:pt>
                <c:pt idx="92">
                  <c:v>44691</c:v>
                </c:pt>
                <c:pt idx="93">
                  <c:v>44692</c:v>
                </c:pt>
                <c:pt idx="94">
                  <c:v>44693</c:v>
                </c:pt>
                <c:pt idx="95">
                  <c:v>44694</c:v>
                </c:pt>
                <c:pt idx="96">
                  <c:v>44697</c:v>
                </c:pt>
                <c:pt idx="97">
                  <c:v>44698</c:v>
                </c:pt>
                <c:pt idx="98">
                  <c:v>44699</c:v>
                </c:pt>
                <c:pt idx="99">
                  <c:v>44700</c:v>
                </c:pt>
                <c:pt idx="100">
                  <c:v>44701</c:v>
                </c:pt>
                <c:pt idx="101">
                  <c:v>44704</c:v>
                </c:pt>
                <c:pt idx="102">
                  <c:v>44705</c:v>
                </c:pt>
                <c:pt idx="103">
                  <c:v>44706</c:v>
                </c:pt>
                <c:pt idx="104">
                  <c:v>44707</c:v>
                </c:pt>
                <c:pt idx="105">
                  <c:v>44708</c:v>
                </c:pt>
                <c:pt idx="106">
                  <c:v>44711</c:v>
                </c:pt>
                <c:pt idx="107">
                  <c:v>44712</c:v>
                </c:pt>
                <c:pt idx="108">
                  <c:v>44713</c:v>
                </c:pt>
                <c:pt idx="109">
                  <c:v>44714</c:v>
                </c:pt>
                <c:pt idx="110">
                  <c:v>44715</c:v>
                </c:pt>
                <c:pt idx="111">
                  <c:v>44718</c:v>
                </c:pt>
                <c:pt idx="112">
                  <c:v>44719</c:v>
                </c:pt>
                <c:pt idx="113">
                  <c:v>44720</c:v>
                </c:pt>
                <c:pt idx="114">
                  <c:v>44721</c:v>
                </c:pt>
                <c:pt idx="115">
                  <c:v>44722</c:v>
                </c:pt>
                <c:pt idx="116">
                  <c:v>44725</c:v>
                </c:pt>
                <c:pt idx="117">
                  <c:v>44726</c:v>
                </c:pt>
                <c:pt idx="118">
                  <c:v>44727</c:v>
                </c:pt>
                <c:pt idx="119">
                  <c:v>44728</c:v>
                </c:pt>
                <c:pt idx="120">
                  <c:v>44729</c:v>
                </c:pt>
                <c:pt idx="121">
                  <c:v>44732</c:v>
                </c:pt>
                <c:pt idx="122">
                  <c:v>44733</c:v>
                </c:pt>
                <c:pt idx="123">
                  <c:v>44734</c:v>
                </c:pt>
                <c:pt idx="124">
                  <c:v>44735</c:v>
                </c:pt>
                <c:pt idx="125">
                  <c:v>44736</c:v>
                </c:pt>
                <c:pt idx="126">
                  <c:v>44739</c:v>
                </c:pt>
                <c:pt idx="127">
                  <c:v>44740</c:v>
                </c:pt>
                <c:pt idx="128">
                  <c:v>44741</c:v>
                </c:pt>
                <c:pt idx="129">
                  <c:v>44742</c:v>
                </c:pt>
                <c:pt idx="130">
                  <c:v>44743</c:v>
                </c:pt>
                <c:pt idx="131">
                  <c:v>44746</c:v>
                </c:pt>
                <c:pt idx="132">
                  <c:v>44747</c:v>
                </c:pt>
                <c:pt idx="133">
                  <c:v>44748</c:v>
                </c:pt>
                <c:pt idx="134">
                  <c:v>44749</c:v>
                </c:pt>
                <c:pt idx="135">
                  <c:v>44750</c:v>
                </c:pt>
                <c:pt idx="136">
                  <c:v>44753</c:v>
                </c:pt>
                <c:pt idx="137">
                  <c:v>44754</c:v>
                </c:pt>
                <c:pt idx="138">
                  <c:v>44755</c:v>
                </c:pt>
                <c:pt idx="139">
                  <c:v>44756</c:v>
                </c:pt>
                <c:pt idx="140">
                  <c:v>44757</c:v>
                </c:pt>
                <c:pt idx="141">
                  <c:v>44760</c:v>
                </c:pt>
                <c:pt idx="142">
                  <c:v>44761</c:v>
                </c:pt>
                <c:pt idx="143">
                  <c:v>44762</c:v>
                </c:pt>
                <c:pt idx="144">
                  <c:v>44763</c:v>
                </c:pt>
                <c:pt idx="145">
                  <c:v>44764</c:v>
                </c:pt>
                <c:pt idx="146">
                  <c:v>44767</c:v>
                </c:pt>
                <c:pt idx="147">
                  <c:v>44768</c:v>
                </c:pt>
                <c:pt idx="148">
                  <c:v>44769</c:v>
                </c:pt>
                <c:pt idx="149">
                  <c:v>44770</c:v>
                </c:pt>
                <c:pt idx="150">
                  <c:v>44771</c:v>
                </c:pt>
                <c:pt idx="151">
                  <c:v>44774</c:v>
                </c:pt>
                <c:pt idx="152">
                  <c:v>44775</c:v>
                </c:pt>
                <c:pt idx="153">
                  <c:v>44776</c:v>
                </c:pt>
                <c:pt idx="154">
                  <c:v>44777</c:v>
                </c:pt>
                <c:pt idx="155">
                  <c:v>44778</c:v>
                </c:pt>
                <c:pt idx="156">
                  <c:v>44781</c:v>
                </c:pt>
                <c:pt idx="157">
                  <c:v>44782</c:v>
                </c:pt>
                <c:pt idx="158">
                  <c:v>44783</c:v>
                </c:pt>
                <c:pt idx="159">
                  <c:v>44784</c:v>
                </c:pt>
                <c:pt idx="160">
                  <c:v>44785</c:v>
                </c:pt>
                <c:pt idx="161">
                  <c:v>44788</c:v>
                </c:pt>
                <c:pt idx="162">
                  <c:v>44789</c:v>
                </c:pt>
                <c:pt idx="163">
                  <c:v>44790</c:v>
                </c:pt>
                <c:pt idx="164">
                  <c:v>44791</c:v>
                </c:pt>
                <c:pt idx="165">
                  <c:v>44792</c:v>
                </c:pt>
                <c:pt idx="166">
                  <c:v>44795</c:v>
                </c:pt>
                <c:pt idx="167">
                  <c:v>44796</c:v>
                </c:pt>
                <c:pt idx="168">
                  <c:v>44797</c:v>
                </c:pt>
                <c:pt idx="169">
                  <c:v>44798</c:v>
                </c:pt>
                <c:pt idx="170">
                  <c:v>44799</c:v>
                </c:pt>
                <c:pt idx="171">
                  <c:v>44802</c:v>
                </c:pt>
                <c:pt idx="172">
                  <c:v>44803</c:v>
                </c:pt>
                <c:pt idx="173">
                  <c:v>44804</c:v>
                </c:pt>
                <c:pt idx="174">
                  <c:v>44805</c:v>
                </c:pt>
                <c:pt idx="175">
                  <c:v>44806</c:v>
                </c:pt>
                <c:pt idx="176">
                  <c:v>44809</c:v>
                </c:pt>
                <c:pt idx="177">
                  <c:v>44810</c:v>
                </c:pt>
                <c:pt idx="178">
                  <c:v>44811</c:v>
                </c:pt>
                <c:pt idx="179">
                  <c:v>44812</c:v>
                </c:pt>
                <c:pt idx="180">
                  <c:v>44813</c:v>
                </c:pt>
                <c:pt idx="181">
                  <c:v>44816</c:v>
                </c:pt>
                <c:pt idx="182">
                  <c:v>44817</c:v>
                </c:pt>
                <c:pt idx="183">
                  <c:v>44818</c:v>
                </c:pt>
                <c:pt idx="184">
                  <c:v>44819</c:v>
                </c:pt>
                <c:pt idx="185">
                  <c:v>44820</c:v>
                </c:pt>
                <c:pt idx="186">
                  <c:v>44823</c:v>
                </c:pt>
                <c:pt idx="187">
                  <c:v>44824</c:v>
                </c:pt>
                <c:pt idx="188">
                  <c:v>44825</c:v>
                </c:pt>
                <c:pt idx="189">
                  <c:v>44826</c:v>
                </c:pt>
                <c:pt idx="190">
                  <c:v>44827</c:v>
                </c:pt>
                <c:pt idx="191">
                  <c:v>44830</c:v>
                </c:pt>
                <c:pt idx="192">
                  <c:v>44831</c:v>
                </c:pt>
                <c:pt idx="193">
                  <c:v>44832</c:v>
                </c:pt>
                <c:pt idx="194">
                  <c:v>44833</c:v>
                </c:pt>
                <c:pt idx="195">
                  <c:v>44834</c:v>
                </c:pt>
                <c:pt idx="196">
                  <c:v>44837</c:v>
                </c:pt>
                <c:pt idx="197">
                  <c:v>44838</c:v>
                </c:pt>
                <c:pt idx="198">
                  <c:v>44839</c:v>
                </c:pt>
                <c:pt idx="199">
                  <c:v>44840</c:v>
                </c:pt>
                <c:pt idx="200">
                  <c:v>44841</c:v>
                </c:pt>
                <c:pt idx="201">
                  <c:v>44844</c:v>
                </c:pt>
                <c:pt idx="202">
                  <c:v>44845</c:v>
                </c:pt>
                <c:pt idx="203">
                  <c:v>44846</c:v>
                </c:pt>
                <c:pt idx="204">
                  <c:v>44847</c:v>
                </c:pt>
                <c:pt idx="205">
                  <c:v>44848</c:v>
                </c:pt>
                <c:pt idx="206">
                  <c:v>44851</c:v>
                </c:pt>
                <c:pt idx="207">
                  <c:v>44852</c:v>
                </c:pt>
                <c:pt idx="208">
                  <c:v>44853</c:v>
                </c:pt>
                <c:pt idx="209">
                  <c:v>44854</c:v>
                </c:pt>
                <c:pt idx="210">
                  <c:v>44855</c:v>
                </c:pt>
                <c:pt idx="211">
                  <c:v>44858</c:v>
                </c:pt>
                <c:pt idx="212">
                  <c:v>44859</c:v>
                </c:pt>
                <c:pt idx="213">
                  <c:v>44860</c:v>
                </c:pt>
                <c:pt idx="214">
                  <c:v>44861</c:v>
                </c:pt>
                <c:pt idx="215">
                  <c:v>44862</c:v>
                </c:pt>
                <c:pt idx="216">
                  <c:v>44865</c:v>
                </c:pt>
                <c:pt idx="217">
                  <c:v>44866</c:v>
                </c:pt>
                <c:pt idx="218">
                  <c:v>44867</c:v>
                </c:pt>
                <c:pt idx="219">
                  <c:v>44868</c:v>
                </c:pt>
                <c:pt idx="220">
                  <c:v>44869</c:v>
                </c:pt>
                <c:pt idx="221">
                  <c:v>44872</c:v>
                </c:pt>
                <c:pt idx="222">
                  <c:v>44873</c:v>
                </c:pt>
                <c:pt idx="223">
                  <c:v>44874</c:v>
                </c:pt>
                <c:pt idx="224">
                  <c:v>44875</c:v>
                </c:pt>
                <c:pt idx="225">
                  <c:v>44876</c:v>
                </c:pt>
                <c:pt idx="226">
                  <c:v>44879</c:v>
                </c:pt>
                <c:pt idx="227">
                  <c:v>44880</c:v>
                </c:pt>
                <c:pt idx="228">
                  <c:v>44881</c:v>
                </c:pt>
                <c:pt idx="229">
                  <c:v>44882</c:v>
                </c:pt>
                <c:pt idx="230">
                  <c:v>44883</c:v>
                </c:pt>
                <c:pt idx="231">
                  <c:v>44886</c:v>
                </c:pt>
                <c:pt idx="232">
                  <c:v>44887</c:v>
                </c:pt>
                <c:pt idx="233">
                  <c:v>44888</c:v>
                </c:pt>
                <c:pt idx="234">
                  <c:v>44889</c:v>
                </c:pt>
                <c:pt idx="235">
                  <c:v>44890</c:v>
                </c:pt>
                <c:pt idx="236">
                  <c:v>44893</c:v>
                </c:pt>
                <c:pt idx="237">
                  <c:v>44894</c:v>
                </c:pt>
                <c:pt idx="238">
                  <c:v>44895</c:v>
                </c:pt>
                <c:pt idx="239">
                  <c:v>44896</c:v>
                </c:pt>
                <c:pt idx="240">
                  <c:v>44897</c:v>
                </c:pt>
                <c:pt idx="241">
                  <c:v>44900</c:v>
                </c:pt>
                <c:pt idx="242">
                  <c:v>44901</c:v>
                </c:pt>
                <c:pt idx="243">
                  <c:v>44902</c:v>
                </c:pt>
                <c:pt idx="244">
                  <c:v>44903</c:v>
                </c:pt>
                <c:pt idx="245">
                  <c:v>44904</c:v>
                </c:pt>
                <c:pt idx="246">
                  <c:v>44907</c:v>
                </c:pt>
                <c:pt idx="247">
                  <c:v>44908</c:v>
                </c:pt>
                <c:pt idx="248">
                  <c:v>44909</c:v>
                </c:pt>
                <c:pt idx="249">
                  <c:v>44910</c:v>
                </c:pt>
                <c:pt idx="250">
                  <c:v>44911</c:v>
                </c:pt>
                <c:pt idx="251">
                  <c:v>44914</c:v>
                </c:pt>
                <c:pt idx="252">
                  <c:v>44915</c:v>
                </c:pt>
                <c:pt idx="253">
                  <c:v>44916</c:v>
                </c:pt>
                <c:pt idx="254">
                  <c:v>44917</c:v>
                </c:pt>
                <c:pt idx="255">
                  <c:v>44918</c:v>
                </c:pt>
                <c:pt idx="256">
                  <c:v>44921</c:v>
                </c:pt>
                <c:pt idx="257">
                  <c:v>44922</c:v>
                </c:pt>
                <c:pt idx="258">
                  <c:v>44923</c:v>
                </c:pt>
                <c:pt idx="259">
                  <c:v>44924</c:v>
                </c:pt>
                <c:pt idx="260">
                  <c:v>44925</c:v>
                </c:pt>
                <c:pt idx="261">
                  <c:v>44928</c:v>
                </c:pt>
                <c:pt idx="262">
                  <c:v>44929</c:v>
                </c:pt>
                <c:pt idx="263">
                  <c:v>44930</c:v>
                </c:pt>
                <c:pt idx="264">
                  <c:v>44931</c:v>
                </c:pt>
                <c:pt idx="265">
                  <c:v>44932</c:v>
                </c:pt>
                <c:pt idx="266">
                  <c:v>44935</c:v>
                </c:pt>
                <c:pt idx="267">
                  <c:v>44936</c:v>
                </c:pt>
                <c:pt idx="268">
                  <c:v>44937</c:v>
                </c:pt>
                <c:pt idx="269">
                  <c:v>44938</c:v>
                </c:pt>
                <c:pt idx="270">
                  <c:v>44939</c:v>
                </c:pt>
                <c:pt idx="271">
                  <c:v>44942</c:v>
                </c:pt>
                <c:pt idx="272">
                  <c:v>44943</c:v>
                </c:pt>
                <c:pt idx="273">
                  <c:v>44944</c:v>
                </c:pt>
                <c:pt idx="274">
                  <c:v>44945</c:v>
                </c:pt>
                <c:pt idx="275">
                  <c:v>44946</c:v>
                </c:pt>
                <c:pt idx="276">
                  <c:v>44949</c:v>
                </c:pt>
                <c:pt idx="277">
                  <c:v>44950</c:v>
                </c:pt>
                <c:pt idx="278">
                  <c:v>44951</c:v>
                </c:pt>
                <c:pt idx="279">
                  <c:v>44952</c:v>
                </c:pt>
                <c:pt idx="280">
                  <c:v>44953</c:v>
                </c:pt>
                <c:pt idx="281">
                  <c:v>44956</c:v>
                </c:pt>
                <c:pt idx="282">
                  <c:v>44957</c:v>
                </c:pt>
                <c:pt idx="283">
                  <c:v>44958</c:v>
                </c:pt>
                <c:pt idx="284">
                  <c:v>44959</c:v>
                </c:pt>
                <c:pt idx="285">
                  <c:v>44960</c:v>
                </c:pt>
                <c:pt idx="286">
                  <c:v>44963</c:v>
                </c:pt>
                <c:pt idx="287">
                  <c:v>44964</c:v>
                </c:pt>
                <c:pt idx="288">
                  <c:v>44965</c:v>
                </c:pt>
                <c:pt idx="289">
                  <c:v>44966</c:v>
                </c:pt>
                <c:pt idx="290">
                  <c:v>44967</c:v>
                </c:pt>
                <c:pt idx="291">
                  <c:v>44970</c:v>
                </c:pt>
                <c:pt idx="292">
                  <c:v>44971</c:v>
                </c:pt>
                <c:pt idx="293">
                  <c:v>44972</c:v>
                </c:pt>
                <c:pt idx="294">
                  <c:v>44973</c:v>
                </c:pt>
                <c:pt idx="295">
                  <c:v>44974</c:v>
                </c:pt>
                <c:pt idx="296">
                  <c:v>44977</c:v>
                </c:pt>
                <c:pt idx="297">
                  <c:v>44978</c:v>
                </c:pt>
                <c:pt idx="298">
                  <c:v>44979</c:v>
                </c:pt>
                <c:pt idx="299">
                  <c:v>44980</c:v>
                </c:pt>
                <c:pt idx="300">
                  <c:v>44981</c:v>
                </c:pt>
                <c:pt idx="301">
                  <c:v>44984</c:v>
                </c:pt>
                <c:pt idx="302">
                  <c:v>44985</c:v>
                </c:pt>
                <c:pt idx="303">
                  <c:v>44986</c:v>
                </c:pt>
                <c:pt idx="304">
                  <c:v>44987</c:v>
                </c:pt>
                <c:pt idx="305">
                  <c:v>44988</c:v>
                </c:pt>
                <c:pt idx="306">
                  <c:v>44991</c:v>
                </c:pt>
                <c:pt idx="307">
                  <c:v>44992</c:v>
                </c:pt>
                <c:pt idx="308">
                  <c:v>44993</c:v>
                </c:pt>
                <c:pt idx="309">
                  <c:v>44994</c:v>
                </c:pt>
                <c:pt idx="310">
                  <c:v>44995</c:v>
                </c:pt>
                <c:pt idx="311">
                  <c:v>44998</c:v>
                </c:pt>
                <c:pt idx="312">
                  <c:v>44999</c:v>
                </c:pt>
                <c:pt idx="313">
                  <c:v>45000</c:v>
                </c:pt>
                <c:pt idx="314">
                  <c:v>45001</c:v>
                </c:pt>
                <c:pt idx="315">
                  <c:v>45002</c:v>
                </c:pt>
                <c:pt idx="316">
                  <c:v>45005</c:v>
                </c:pt>
                <c:pt idx="317">
                  <c:v>45006</c:v>
                </c:pt>
                <c:pt idx="318">
                  <c:v>45007</c:v>
                </c:pt>
                <c:pt idx="319">
                  <c:v>45008</c:v>
                </c:pt>
                <c:pt idx="320">
                  <c:v>45009</c:v>
                </c:pt>
                <c:pt idx="321">
                  <c:v>45012</c:v>
                </c:pt>
                <c:pt idx="322">
                  <c:v>45013</c:v>
                </c:pt>
                <c:pt idx="323">
                  <c:v>45014</c:v>
                </c:pt>
                <c:pt idx="324">
                  <c:v>45015</c:v>
                </c:pt>
                <c:pt idx="325">
                  <c:v>45016</c:v>
                </c:pt>
                <c:pt idx="326">
                  <c:v>45019</c:v>
                </c:pt>
                <c:pt idx="327">
                  <c:v>45020</c:v>
                </c:pt>
                <c:pt idx="328">
                  <c:v>45021</c:v>
                </c:pt>
                <c:pt idx="329">
                  <c:v>45022</c:v>
                </c:pt>
                <c:pt idx="330">
                  <c:v>45023</c:v>
                </c:pt>
                <c:pt idx="331">
                  <c:v>45026</c:v>
                </c:pt>
                <c:pt idx="332">
                  <c:v>45027</c:v>
                </c:pt>
                <c:pt idx="333">
                  <c:v>45028</c:v>
                </c:pt>
                <c:pt idx="334">
                  <c:v>45029</c:v>
                </c:pt>
                <c:pt idx="335">
                  <c:v>45030</c:v>
                </c:pt>
                <c:pt idx="336">
                  <c:v>45033</c:v>
                </c:pt>
                <c:pt idx="337">
                  <c:v>45034</c:v>
                </c:pt>
                <c:pt idx="338">
                  <c:v>45035</c:v>
                </c:pt>
                <c:pt idx="339">
                  <c:v>45036</c:v>
                </c:pt>
                <c:pt idx="340">
                  <c:v>45037</c:v>
                </c:pt>
                <c:pt idx="341">
                  <c:v>45040</c:v>
                </c:pt>
                <c:pt idx="342">
                  <c:v>45041</c:v>
                </c:pt>
                <c:pt idx="343">
                  <c:v>45042</c:v>
                </c:pt>
                <c:pt idx="344">
                  <c:v>45043</c:v>
                </c:pt>
                <c:pt idx="345">
                  <c:v>45044</c:v>
                </c:pt>
                <c:pt idx="346">
                  <c:v>45047</c:v>
                </c:pt>
                <c:pt idx="347">
                  <c:v>45048</c:v>
                </c:pt>
                <c:pt idx="348">
                  <c:v>45049</c:v>
                </c:pt>
                <c:pt idx="349">
                  <c:v>45050</c:v>
                </c:pt>
                <c:pt idx="350">
                  <c:v>45051</c:v>
                </c:pt>
                <c:pt idx="351">
                  <c:v>45054</c:v>
                </c:pt>
                <c:pt idx="352">
                  <c:v>45055</c:v>
                </c:pt>
                <c:pt idx="353">
                  <c:v>45056</c:v>
                </c:pt>
                <c:pt idx="354">
                  <c:v>45057</c:v>
                </c:pt>
                <c:pt idx="355">
                  <c:v>45058</c:v>
                </c:pt>
                <c:pt idx="356">
                  <c:v>45061</c:v>
                </c:pt>
                <c:pt idx="357">
                  <c:v>45062</c:v>
                </c:pt>
                <c:pt idx="358">
                  <c:v>45063</c:v>
                </c:pt>
                <c:pt idx="359">
                  <c:v>45064</c:v>
                </c:pt>
                <c:pt idx="360">
                  <c:v>45065</c:v>
                </c:pt>
                <c:pt idx="361">
                  <c:v>45068</c:v>
                </c:pt>
                <c:pt idx="362">
                  <c:v>45069</c:v>
                </c:pt>
                <c:pt idx="363">
                  <c:v>45070</c:v>
                </c:pt>
                <c:pt idx="364">
                  <c:v>45071</c:v>
                </c:pt>
                <c:pt idx="365">
                  <c:v>45072</c:v>
                </c:pt>
                <c:pt idx="366">
                  <c:v>45075</c:v>
                </c:pt>
                <c:pt idx="367">
                  <c:v>45076</c:v>
                </c:pt>
                <c:pt idx="368">
                  <c:v>45077</c:v>
                </c:pt>
                <c:pt idx="369">
                  <c:v>45078</c:v>
                </c:pt>
                <c:pt idx="370">
                  <c:v>45079</c:v>
                </c:pt>
                <c:pt idx="371">
                  <c:v>45082</c:v>
                </c:pt>
                <c:pt idx="372">
                  <c:v>45083</c:v>
                </c:pt>
                <c:pt idx="373">
                  <c:v>45084</c:v>
                </c:pt>
                <c:pt idx="374">
                  <c:v>45085</c:v>
                </c:pt>
                <c:pt idx="375">
                  <c:v>45086</c:v>
                </c:pt>
                <c:pt idx="376">
                  <c:v>45089</c:v>
                </c:pt>
                <c:pt idx="377">
                  <c:v>45090</c:v>
                </c:pt>
                <c:pt idx="378">
                  <c:v>45091</c:v>
                </c:pt>
                <c:pt idx="379">
                  <c:v>45092</c:v>
                </c:pt>
                <c:pt idx="380">
                  <c:v>45093</c:v>
                </c:pt>
                <c:pt idx="381">
                  <c:v>45096</c:v>
                </c:pt>
                <c:pt idx="382">
                  <c:v>45097</c:v>
                </c:pt>
                <c:pt idx="383">
                  <c:v>45098</c:v>
                </c:pt>
                <c:pt idx="384">
                  <c:v>45099</c:v>
                </c:pt>
                <c:pt idx="385">
                  <c:v>45100</c:v>
                </c:pt>
                <c:pt idx="386">
                  <c:v>45103</c:v>
                </c:pt>
                <c:pt idx="387">
                  <c:v>45104</c:v>
                </c:pt>
                <c:pt idx="388">
                  <c:v>45105</c:v>
                </c:pt>
                <c:pt idx="389">
                  <c:v>45106</c:v>
                </c:pt>
                <c:pt idx="390">
                  <c:v>45107</c:v>
                </c:pt>
                <c:pt idx="391">
                  <c:v>45110</c:v>
                </c:pt>
                <c:pt idx="392">
                  <c:v>45111</c:v>
                </c:pt>
                <c:pt idx="393">
                  <c:v>45112</c:v>
                </c:pt>
                <c:pt idx="394">
                  <c:v>45113</c:v>
                </c:pt>
                <c:pt idx="395">
                  <c:v>45114</c:v>
                </c:pt>
                <c:pt idx="396">
                  <c:v>45117</c:v>
                </c:pt>
                <c:pt idx="397">
                  <c:v>45118</c:v>
                </c:pt>
                <c:pt idx="398">
                  <c:v>45119</c:v>
                </c:pt>
                <c:pt idx="399">
                  <c:v>45120</c:v>
                </c:pt>
                <c:pt idx="400">
                  <c:v>45121</c:v>
                </c:pt>
                <c:pt idx="401">
                  <c:v>45124</c:v>
                </c:pt>
                <c:pt idx="402">
                  <c:v>45125</c:v>
                </c:pt>
                <c:pt idx="403">
                  <c:v>45126</c:v>
                </c:pt>
                <c:pt idx="404">
                  <c:v>45127</c:v>
                </c:pt>
                <c:pt idx="405">
                  <c:v>45128</c:v>
                </c:pt>
                <c:pt idx="406">
                  <c:v>45131</c:v>
                </c:pt>
                <c:pt idx="407">
                  <c:v>45132</c:v>
                </c:pt>
                <c:pt idx="408">
                  <c:v>45133</c:v>
                </c:pt>
                <c:pt idx="409">
                  <c:v>45134</c:v>
                </c:pt>
                <c:pt idx="410">
                  <c:v>45135</c:v>
                </c:pt>
                <c:pt idx="411">
                  <c:v>45138</c:v>
                </c:pt>
                <c:pt idx="412">
                  <c:v>45139</c:v>
                </c:pt>
                <c:pt idx="413">
                  <c:v>45140</c:v>
                </c:pt>
                <c:pt idx="414">
                  <c:v>45141</c:v>
                </c:pt>
                <c:pt idx="415">
                  <c:v>45142</c:v>
                </c:pt>
                <c:pt idx="416">
                  <c:v>45145</c:v>
                </c:pt>
                <c:pt idx="417">
                  <c:v>45146</c:v>
                </c:pt>
                <c:pt idx="418">
                  <c:v>45147</c:v>
                </c:pt>
                <c:pt idx="419">
                  <c:v>45148</c:v>
                </c:pt>
                <c:pt idx="420">
                  <c:v>45149</c:v>
                </c:pt>
                <c:pt idx="421">
                  <c:v>45152</c:v>
                </c:pt>
                <c:pt idx="422">
                  <c:v>45153</c:v>
                </c:pt>
                <c:pt idx="423">
                  <c:v>45154</c:v>
                </c:pt>
                <c:pt idx="424">
                  <c:v>45155</c:v>
                </c:pt>
                <c:pt idx="425">
                  <c:v>45156</c:v>
                </c:pt>
                <c:pt idx="426">
                  <c:v>45159</c:v>
                </c:pt>
                <c:pt idx="427">
                  <c:v>45160</c:v>
                </c:pt>
                <c:pt idx="428">
                  <c:v>45161</c:v>
                </c:pt>
                <c:pt idx="429">
                  <c:v>45162</c:v>
                </c:pt>
                <c:pt idx="430">
                  <c:v>45163</c:v>
                </c:pt>
                <c:pt idx="431">
                  <c:v>45166</c:v>
                </c:pt>
                <c:pt idx="432">
                  <c:v>45167</c:v>
                </c:pt>
                <c:pt idx="433">
                  <c:v>45168</c:v>
                </c:pt>
                <c:pt idx="434">
                  <c:v>45169</c:v>
                </c:pt>
                <c:pt idx="435">
                  <c:v>45170</c:v>
                </c:pt>
                <c:pt idx="436">
                  <c:v>45173</c:v>
                </c:pt>
                <c:pt idx="437">
                  <c:v>45174</c:v>
                </c:pt>
                <c:pt idx="438">
                  <c:v>45175</c:v>
                </c:pt>
                <c:pt idx="439">
                  <c:v>45176</c:v>
                </c:pt>
                <c:pt idx="440">
                  <c:v>45177</c:v>
                </c:pt>
                <c:pt idx="441">
                  <c:v>45180</c:v>
                </c:pt>
                <c:pt idx="442">
                  <c:v>45181</c:v>
                </c:pt>
                <c:pt idx="443">
                  <c:v>45182</c:v>
                </c:pt>
                <c:pt idx="444">
                  <c:v>45183</c:v>
                </c:pt>
                <c:pt idx="445">
                  <c:v>45184</c:v>
                </c:pt>
                <c:pt idx="446">
                  <c:v>45187</c:v>
                </c:pt>
                <c:pt idx="447">
                  <c:v>45188</c:v>
                </c:pt>
                <c:pt idx="448">
                  <c:v>45189</c:v>
                </c:pt>
                <c:pt idx="449">
                  <c:v>45190</c:v>
                </c:pt>
                <c:pt idx="450">
                  <c:v>45191</c:v>
                </c:pt>
                <c:pt idx="451">
                  <c:v>45194</c:v>
                </c:pt>
                <c:pt idx="452">
                  <c:v>45195</c:v>
                </c:pt>
                <c:pt idx="453">
                  <c:v>45196</c:v>
                </c:pt>
                <c:pt idx="454">
                  <c:v>45197</c:v>
                </c:pt>
                <c:pt idx="455">
                  <c:v>45198</c:v>
                </c:pt>
                <c:pt idx="456">
                  <c:v>45201</c:v>
                </c:pt>
                <c:pt idx="457">
                  <c:v>45202</c:v>
                </c:pt>
                <c:pt idx="458">
                  <c:v>45203</c:v>
                </c:pt>
                <c:pt idx="459">
                  <c:v>45204</c:v>
                </c:pt>
                <c:pt idx="460">
                  <c:v>45205</c:v>
                </c:pt>
                <c:pt idx="461">
                  <c:v>45208</c:v>
                </c:pt>
                <c:pt idx="462">
                  <c:v>45209</c:v>
                </c:pt>
                <c:pt idx="463">
                  <c:v>45210</c:v>
                </c:pt>
                <c:pt idx="464">
                  <c:v>45211</c:v>
                </c:pt>
                <c:pt idx="465">
                  <c:v>45212</c:v>
                </c:pt>
                <c:pt idx="466">
                  <c:v>45215</c:v>
                </c:pt>
                <c:pt idx="467">
                  <c:v>45216</c:v>
                </c:pt>
                <c:pt idx="468">
                  <c:v>45217</c:v>
                </c:pt>
                <c:pt idx="469">
                  <c:v>45218</c:v>
                </c:pt>
                <c:pt idx="470">
                  <c:v>45219</c:v>
                </c:pt>
                <c:pt idx="471">
                  <c:v>45222</c:v>
                </c:pt>
                <c:pt idx="472">
                  <c:v>45223</c:v>
                </c:pt>
                <c:pt idx="473">
                  <c:v>45224</c:v>
                </c:pt>
                <c:pt idx="474">
                  <c:v>45225</c:v>
                </c:pt>
                <c:pt idx="475">
                  <c:v>45226</c:v>
                </c:pt>
                <c:pt idx="476">
                  <c:v>45229</c:v>
                </c:pt>
                <c:pt idx="477">
                  <c:v>45230</c:v>
                </c:pt>
                <c:pt idx="478">
                  <c:v>45231</c:v>
                </c:pt>
                <c:pt idx="479">
                  <c:v>45232</c:v>
                </c:pt>
                <c:pt idx="480">
                  <c:v>45233</c:v>
                </c:pt>
                <c:pt idx="481">
                  <c:v>45236</c:v>
                </c:pt>
                <c:pt idx="482">
                  <c:v>45237</c:v>
                </c:pt>
                <c:pt idx="483">
                  <c:v>45238</c:v>
                </c:pt>
                <c:pt idx="484">
                  <c:v>45239</c:v>
                </c:pt>
                <c:pt idx="485">
                  <c:v>45240</c:v>
                </c:pt>
                <c:pt idx="486">
                  <c:v>45243</c:v>
                </c:pt>
                <c:pt idx="487">
                  <c:v>45244</c:v>
                </c:pt>
                <c:pt idx="488">
                  <c:v>45245</c:v>
                </c:pt>
                <c:pt idx="489">
                  <c:v>45246</c:v>
                </c:pt>
                <c:pt idx="490">
                  <c:v>45247</c:v>
                </c:pt>
                <c:pt idx="491">
                  <c:v>45250</c:v>
                </c:pt>
                <c:pt idx="492">
                  <c:v>45251</c:v>
                </c:pt>
                <c:pt idx="493">
                  <c:v>45252</c:v>
                </c:pt>
                <c:pt idx="494">
                  <c:v>45253</c:v>
                </c:pt>
                <c:pt idx="495">
                  <c:v>45254</c:v>
                </c:pt>
                <c:pt idx="496">
                  <c:v>45257</c:v>
                </c:pt>
                <c:pt idx="497">
                  <c:v>45258</c:v>
                </c:pt>
                <c:pt idx="498">
                  <c:v>45259</c:v>
                </c:pt>
                <c:pt idx="499">
                  <c:v>45260</c:v>
                </c:pt>
                <c:pt idx="500">
                  <c:v>45261</c:v>
                </c:pt>
                <c:pt idx="501">
                  <c:v>45264</c:v>
                </c:pt>
                <c:pt idx="502">
                  <c:v>45265</c:v>
                </c:pt>
                <c:pt idx="503">
                  <c:v>45266</c:v>
                </c:pt>
                <c:pt idx="504">
                  <c:v>45267</c:v>
                </c:pt>
                <c:pt idx="505">
                  <c:v>45268</c:v>
                </c:pt>
                <c:pt idx="506">
                  <c:v>45271</c:v>
                </c:pt>
                <c:pt idx="507">
                  <c:v>45272</c:v>
                </c:pt>
                <c:pt idx="508">
                  <c:v>45273</c:v>
                </c:pt>
                <c:pt idx="509">
                  <c:v>45274</c:v>
                </c:pt>
                <c:pt idx="510">
                  <c:v>45275</c:v>
                </c:pt>
                <c:pt idx="511">
                  <c:v>45278</c:v>
                </c:pt>
                <c:pt idx="512">
                  <c:v>45279</c:v>
                </c:pt>
                <c:pt idx="513">
                  <c:v>45280</c:v>
                </c:pt>
                <c:pt idx="514">
                  <c:v>45281</c:v>
                </c:pt>
                <c:pt idx="515">
                  <c:v>45282</c:v>
                </c:pt>
                <c:pt idx="516">
                  <c:v>45285</c:v>
                </c:pt>
                <c:pt idx="517">
                  <c:v>45286</c:v>
                </c:pt>
                <c:pt idx="518">
                  <c:v>45287</c:v>
                </c:pt>
                <c:pt idx="519">
                  <c:v>45288</c:v>
                </c:pt>
                <c:pt idx="520">
                  <c:v>45289</c:v>
                </c:pt>
                <c:pt idx="521">
                  <c:v>45292</c:v>
                </c:pt>
                <c:pt idx="522">
                  <c:v>45293</c:v>
                </c:pt>
                <c:pt idx="523">
                  <c:v>45294</c:v>
                </c:pt>
                <c:pt idx="524">
                  <c:v>45295</c:v>
                </c:pt>
                <c:pt idx="525">
                  <c:v>45296</c:v>
                </c:pt>
                <c:pt idx="526">
                  <c:v>45299</c:v>
                </c:pt>
                <c:pt idx="527">
                  <c:v>45300</c:v>
                </c:pt>
                <c:pt idx="528">
                  <c:v>45301</c:v>
                </c:pt>
                <c:pt idx="529">
                  <c:v>45302</c:v>
                </c:pt>
                <c:pt idx="530">
                  <c:v>45303</c:v>
                </c:pt>
                <c:pt idx="531">
                  <c:v>45306</c:v>
                </c:pt>
                <c:pt idx="532">
                  <c:v>45307</c:v>
                </c:pt>
                <c:pt idx="533">
                  <c:v>45308</c:v>
                </c:pt>
                <c:pt idx="534">
                  <c:v>45309</c:v>
                </c:pt>
                <c:pt idx="535">
                  <c:v>45310</c:v>
                </c:pt>
                <c:pt idx="536">
                  <c:v>45313</c:v>
                </c:pt>
                <c:pt idx="537">
                  <c:v>45314</c:v>
                </c:pt>
                <c:pt idx="538">
                  <c:v>45315</c:v>
                </c:pt>
                <c:pt idx="539">
                  <c:v>45316</c:v>
                </c:pt>
                <c:pt idx="540">
                  <c:v>45317</c:v>
                </c:pt>
                <c:pt idx="541">
                  <c:v>45320</c:v>
                </c:pt>
                <c:pt idx="542">
                  <c:v>45321</c:v>
                </c:pt>
                <c:pt idx="543">
                  <c:v>45322</c:v>
                </c:pt>
                <c:pt idx="544">
                  <c:v>45323</c:v>
                </c:pt>
                <c:pt idx="545">
                  <c:v>45324</c:v>
                </c:pt>
                <c:pt idx="546">
                  <c:v>45327</c:v>
                </c:pt>
                <c:pt idx="547">
                  <c:v>45328</c:v>
                </c:pt>
                <c:pt idx="548">
                  <c:v>45329</c:v>
                </c:pt>
                <c:pt idx="549">
                  <c:v>45330</c:v>
                </c:pt>
                <c:pt idx="550">
                  <c:v>45331</c:v>
                </c:pt>
                <c:pt idx="551">
                  <c:v>45334</c:v>
                </c:pt>
                <c:pt idx="552">
                  <c:v>45335</c:v>
                </c:pt>
                <c:pt idx="553">
                  <c:v>45336</c:v>
                </c:pt>
                <c:pt idx="554">
                  <c:v>45337</c:v>
                </c:pt>
                <c:pt idx="555">
                  <c:v>45338</c:v>
                </c:pt>
                <c:pt idx="556">
                  <c:v>45341</c:v>
                </c:pt>
                <c:pt idx="557">
                  <c:v>45342</c:v>
                </c:pt>
                <c:pt idx="558">
                  <c:v>45343</c:v>
                </c:pt>
                <c:pt idx="559">
                  <c:v>45344</c:v>
                </c:pt>
                <c:pt idx="560">
                  <c:v>45345</c:v>
                </c:pt>
                <c:pt idx="561">
                  <c:v>45348</c:v>
                </c:pt>
                <c:pt idx="562">
                  <c:v>45349</c:v>
                </c:pt>
                <c:pt idx="563">
                  <c:v>45350</c:v>
                </c:pt>
                <c:pt idx="564">
                  <c:v>45351</c:v>
                </c:pt>
                <c:pt idx="565">
                  <c:v>45352</c:v>
                </c:pt>
                <c:pt idx="566">
                  <c:v>45355</c:v>
                </c:pt>
                <c:pt idx="567">
                  <c:v>45356</c:v>
                </c:pt>
                <c:pt idx="568">
                  <c:v>45357</c:v>
                </c:pt>
                <c:pt idx="569">
                  <c:v>45358</c:v>
                </c:pt>
                <c:pt idx="570">
                  <c:v>45359</c:v>
                </c:pt>
                <c:pt idx="571">
                  <c:v>45362</c:v>
                </c:pt>
                <c:pt idx="572">
                  <c:v>45363</c:v>
                </c:pt>
                <c:pt idx="573">
                  <c:v>45364</c:v>
                </c:pt>
                <c:pt idx="574">
                  <c:v>45365</c:v>
                </c:pt>
                <c:pt idx="575">
                  <c:v>45366</c:v>
                </c:pt>
                <c:pt idx="576">
                  <c:v>45369</c:v>
                </c:pt>
                <c:pt idx="577">
                  <c:v>45370</c:v>
                </c:pt>
                <c:pt idx="578">
                  <c:v>45371</c:v>
                </c:pt>
                <c:pt idx="579">
                  <c:v>45372</c:v>
                </c:pt>
                <c:pt idx="580">
                  <c:v>45373</c:v>
                </c:pt>
                <c:pt idx="581">
                  <c:v>45376</c:v>
                </c:pt>
                <c:pt idx="582">
                  <c:v>45377</c:v>
                </c:pt>
                <c:pt idx="583">
                  <c:v>45378</c:v>
                </c:pt>
                <c:pt idx="584">
                  <c:v>45379</c:v>
                </c:pt>
                <c:pt idx="585">
                  <c:v>45380</c:v>
                </c:pt>
                <c:pt idx="586">
                  <c:v>45383</c:v>
                </c:pt>
                <c:pt idx="587">
                  <c:v>45384</c:v>
                </c:pt>
                <c:pt idx="588">
                  <c:v>45385</c:v>
                </c:pt>
                <c:pt idx="589">
                  <c:v>45386</c:v>
                </c:pt>
                <c:pt idx="590">
                  <c:v>45387</c:v>
                </c:pt>
                <c:pt idx="591">
                  <c:v>45390</c:v>
                </c:pt>
                <c:pt idx="592">
                  <c:v>45391</c:v>
                </c:pt>
                <c:pt idx="593">
                  <c:v>45392</c:v>
                </c:pt>
                <c:pt idx="594">
                  <c:v>45393</c:v>
                </c:pt>
                <c:pt idx="595">
                  <c:v>45394</c:v>
                </c:pt>
                <c:pt idx="596">
                  <c:v>45397</c:v>
                </c:pt>
                <c:pt idx="597">
                  <c:v>45398</c:v>
                </c:pt>
                <c:pt idx="598">
                  <c:v>45399</c:v>
                </c:pt>
                <c:pt idx="599">
                  <c:v>45400</c:v>
                </c:pt>
                <c:pt idx="600">
                  <c:v>45401</c:v>
                </c:pt>
                <c:pt idx="601">
                  <c:v>45404</c:v>
                </c:pt>
                <c:pt idx="602">
                  <c:v>45405</c:v>
                </c:pt>
                <c:pt idx="603">
                  <c:v>45406</c:v>
                </c:pt>
                <c:pt idx="604">
                  <c:v>45407</c:v>
                </c:pt>
                <c:pt idx="605">
                  <c:v>45408</c:v>
                </c:pt>
                <c:pt idx="606">
                  <c:v>45411</c:v>
                </c:pt>
                <c:pt idx="607">
                  <c:v>45412</c:v>
                </c:pt>
                <c:pt idx="608">
                  <c:v>45413</c:v>
                </c:pt>
                <c:pt idx="609">
                  <c:v>45414</c:v>
                </c:pt>
                <c:pt idx="610">
                  <c:v>45415</c:v>
                </c:pt>
                <c:pt idx="611">
                  <c:v>45418</c:v>
                </c:pt>
                <c:pt idx="612">
                  <c:v>45419</c:v>
                </c:pt>
                <c:pt idx="613">
                  <c:v>45420</c:v>
                </c:pt>
                <c:pt idx="614">
                  <c:v>45421</c:v>
                </c:pt>
                <c:pt idx="615">
                  <c:v>45422</c:v>
                </c:pt>
                <c:pt idx="616">
                  <c:v>45425</c:v>
                </c:pt>
                <c:pt idx="617">
                  <c:v>45426</c:v>
                </c:pt>
                <c:pt idx="618">
                  <c:v>45427</c:v>
                </c:pt>
                <c:pt idx="619">
                  <c:v>45428</c:v>
                </c:pt>
                <c:pt idx="620">
                  <c:v>45429</c:v>
                </c:pt>
                <c:pt idx="621">
                  <c:v>45432</c:v>
                </c:pt>
                <c:pt idx="622">
                  <c:v>45433</c:v>
                </c:pt>
                <c:pt idx="623">
                  <c:v>45434</c:v>
                </c:pt>
                <c:pt idx="624">
                  <c:v>45435</c:v>
                </c:pt>
                <c:pt idx="625">
                  <c:v>45436</c:v>
                </c:pt>
                <c:pt idx="626">
                  <c:v>45440</c:v>
                </c:pt>
                <c:pt idx="627">
                  <c:v>45441</c:v>
                </c:pt>
                <c:pt idx="628">
                  <c:v>45442</c:v>
                </c:pt>
                <c:pt idx="629">
                  <c:v>45443</c:v>
                </c:pt>
                <c:pt idx="630">
                  <c:v>45446</c:v>
                </c:pt>
                <c:pt idx="631">
                  <c:v>45447</c:v>
                </c:pt>
                <c:pt idx="632">
                  <c:v>45448</c:v>
                </c:pt>
                <c:pt idx="633">
                  <c:v>45449</c:v>
                </c:pt>
                <c:pt idx="634">
                  <c:v>45450</c:v>
                </c:pt>
                <c:pt idx="635">
                  <c:v>45453</c:v>
                </c:pt>
                <c:pt idx="636">
                  <c:v>45454</c:v>
                </c:pt>
                <c:pt idx="637">
                  <c:v>45455</c:v>
                </c:pt>
                <c:pt idx="638">
                  <c:v>45456</c:v>
                </c:pt>
                <c:pt idx="639">
                  <c:v>45457</c:v>
                </c:pt>
                <c:pt idx="640">
                  <c:v>45460</c:v>
                </c:pt>
                <c:pt idx="641">
                  <c:v>45461</c:v>
                </c:pt>
                <c:pt idx="642">
                  <c:v>45462</c:v>
                </c:pt>
                <c:pt idx="643">
                  <c:v>45463</c:v>
                </c:pt>
                <c:pt idx="644">
                  <c:v>45464</c:v>
                </c:pt>
                <c:pt idx="645">
                  <c:v>45467</c:v>
                </c:pt>
                <c:pt idx="646">
                  <c:v>45468</c:v>
                </c:pt>
                <c:pt idx="647">
                  <c:v>45469</c:v>
                </c:pt>
                <c:pt idx="648">
                  <c:v>45470</c:v>
                </c:pt>
                <c:pt idx="649">
                  <c:v>45471</c:v>
                </c:pt>
                <c:pt idx="650">
                  <c:v>45474</c:v>
                </c:pt>
                <c:pt idx="651">
                  <c:v>45475</c:v>
                </c:pt>
                <c:pt idx="652">
                  <c:v>45476</c:v>
                </c:pt>
                <c:pt idx="653">
                  <c:v>45477</c:v>
                </c:pt>
                <c:pt idx="654">
                  <c:v>45478</c:v>
                </c:pt>
                <c:pt idx="655">
                  <c:v>45481</c:v>
                </c:pt>
                <c:pt idx="656">
                  <c:v>45482</c:v>
                </c:pt>
                <c:pt idx="657">
                  <c:v>45483</c:v>
                </c:pt>
                <c:pt idx="658">
                  <c:v>45484</c:v>
                </c:pt>
                <c:pt idx="659">
                  <c:v>45485</c:v>
                </c:pt>
                <c:pt idx="660">
                  <c:v>45488</c:v>
                </c:pt>
                <c:pt idx="661">
                  <c:v>45489</c:v>
                </c:pt>
                <c:pt idx="662">
                  <c:v>45490</c:v>
                </c:pt>
                <c:pt idx="663">
                  <c:v>45491</c:v>
                </c:pt>
                <c:pt idx="664">
                  <c:v>45492</c:v>
                </c:pt>
                <c:pt idx="665">
                  <c:v>45495</c:v>
                </c:pt>
                <c:pt idx="666">
                  <c:v>45496</c:v>
                </c:pt>
                <c:pt idx="667">
                  <c:v>45497</c:v>
                </c:pt>
                <c:pt idx="668">
                  <c:v>45498</c:v>
                </c:pt>
                <c:pt idx="669">
                  <c:v>45499</c:v>
                </c:pt>
                <c:pt idx="670">
                  <c:v>45502</c:v>
                </c:pt>
                <c:pt idx="671">
                  <c:v>45503</c:v>
                </c:pt>
                <c:pt idx="672">
                  <c:v>45504</c:v>
                </c:pt>
                <c:pt idx="673">
                  <c:v>45505</c:v>
                </c:pt>
                <c:pt idx="674">
                  <c:v>45506</c:v>
                </c:pt>
                <c:pt idx="675">
                  <c:v>45509</c:v>
                </c:pt>
                <c:pt idx="676">
                  <c:v>45510</c:v>
                </c:pt>
                <c:pt idx="677">
                  <c:v>45511</c:v>
                </c:pt>
                <c:pt idx="678">
                  <c:v>45512</c:v>
                </c:pt>
                <c:pt idx="679">
                  <c:v>45513</c:v>
                </c:pt>
                <c:pt idx="680">
                  <c:v>45516</c:v>
                </c:pt>
                <c:pt idx="681">
                  <c:v>45517</c:v>
                </c:pt>
                <c:pt idx="682">
                  <c:v>45518</c:v>
                </c:pt>
                <c:pt idx="683">
                  <c:v>45519</c:v>
                </c:pt>
                <c:pt idx="684">
                  <c:v>45520</c:v>
                </c:pt>
                <c:pt idx="685">
                  <c:v>45523</c:v>
                </c:pt>
                <c:pt idx="686">
                  <c:v>45524</c:v>
                </c:pt>
                <c:pt idx="687">
                  <c:v>45525</c:v>
                </c:pt>
                <c:pt idx="688">
                  <c:v>45526</c:v>
                </c:pt>
                <c:pt idx="689">
                  <c:v>45527</c:v>
                </c:pt>
                <c:pt idx="690">
                  <c:v>45530</c:v>
                </c:pt>
                <c:pt idx="691">
                  <c:v>45531</c:v>
                </c:pt>
                <c:pt idx="692">
                  <c:v>45532</c:v>
                </c:pt>
                <c:pt idx="693">
                  <c:v>45533</c:v>
                </c:pt>
                <c:pt idx="694">
                  <c:v>45534</c:v>
                </c:pt>
                <c:pt idx="695">
                  <c:v>45537</c:v>
                </c:pt>
                <c:pt idx="696">
                  <c:v>45538</c:v>
                </c:pt>
                <c:pt idx="697">
                  <c:v>45539</c:v>
                </c:pt>
                <c:pt idx="698">
                  <c:v>45540</c:v>
                </c:pt>
                <c:pt idx="699">
                  <c:v>45541</c:v>
                </c:pt>
                <c:pt idx="700">
                  <c:v>45544</c:v>
                </c:pt>
                <c:pt idx="701">
                  <c:v>45545</c:v>
                </c:pt>
                <c:pt idx="702">
                  <c:v>45546</c:v>
                </c:pt>
                <c:pt idx="703">
                  <c:v>45547</c:v>
                </c:pt>
                <c:pt idx="704">
                  <c:v>45548</c:v>
                </c:pt>
                <c:pt idx="705">
                  <c:v>45551</c:v>
                </c:pt>
                <c:pt idx="706">
                  <c:v>45552</c:v>
                </c:pt>
                <c:pt idx="707">
                  <c:v>45553</c:v>
                </c:pt>
                <c:pt idx="708">
                  <c:v>45554</c:v>
                </c:pt>
                <c:pt idx="709">
                  <c:v>45555</c:v>
                </c:pt>
                <c:pt idx="710">
                  <c:v>45558</c:v>
                </c:pt>
                <c:pt idx="711">
                  <c:v>45559</c:v>
                </c:pt>
                <c:pt idx="712">
                  <c:v>45560</c:v>
                </c:pt>
                <c:pt idx="713">
                  <c:v>45561</c:v>
                </c:pt>
                <c:pt idx="714">
                  <c:v>45562</c:v>
                </c:pt>
                <c:pt idx="715">
                  <c:v>45565</c:v>
                </c:pt>
                <c:pt idx="716">
                  <c:v>45566</c:v>
                </c:pt>
                <c:pt idx="717">
                  <c:v>45567</c:v>
                </c:pt>
                <c:pt idx="718">
                  <c:v>45568</c:v>
                </c:pt>
                <c:pt idx="719">
                  <c:v>45569</c:v>
                </c:pt>
                <c:pt idx="720">
                  <c:v>45572</c:v>
                </c:pt>
                <c:pt idx="721">
                  <c:v>45573</c:v>
                </c:pt>
                <c:pt idx="722">
                  <c:v>45574</c:v>
                </c:pt>
                <c:pt idx="723">
                  <c:v>45575</c:v>
                </c:pt>
                <c:pt idx="724">
                  <c:v>45576</c:v>
                </c:pt>
                <c:pt idx="725">
                  <c:v>45579</c:v>
                </c:pt>
                <c:pt idx="726">
                  <c:v>45580</c:v>
                </c:pt>
                <c:pt idx="727">
                  <c:v>45581</c:v>
                </c:pt>
                <c:pt idx="728">
                  <c:v>45582</c:v>
                </c:pt>
                <c:pt idx="729">
                  <c:v>45583</c:v>
                </c:pt>
                <c:pt idx="730">
                  <c:v>45586</c:v>
                </c:pt>
                <c:pt idx="731">
                  <c:v>45587</c:v>
                </c:pt>
                <c:pt idx="732">
                  <c:v>45588</c:v>
                </c:pt>
                <c:pt idx="733">
                  <c:v>45589</c:v>
                </c:pt>
                <c:pt idx="734">
                  <c:v>45590</c:v>
                </c:pt>
                <c:pt idx="735">
                  <c:v>45593</c:v>
                </c:pt>
                <c:pt idx="736">
                  <c:v>45594</c:v>
                </c:pt>
                <c:pt idx="737">
                  <c:v>45595</c:v>
                </c:pt>
                <c:pt idx="738">
                  <c:v>45596</c:v>
                </c:pt>
                <c:pt idx="739">
                  <c:v>45597</c:v>
                </c:pt>
                <c:pt idx="740">
                  <c:v>45600</c:v>
                </c:pt>
                <c:pt idx="741">
                  <c:v>45601</c:v>
                </c:pt>
                <c:pt idx="742">
                  <c:v>45602</c:v>
                </c:pt>
                <c:pt idx="743">
                  <c:v>45603</c:v>
                </c:pt>
                <c:pt idx="744">
                  <c:v>45604</c:v>
                </c:pt>
                <c:pt idx="745">
                  <c:v>45607</c:v>
                </c:pt>
                <c:pt idx="746">
                  <c:v>45608</c:v>
                </c:pt>
                <c:pt idx="747">
                  <c:v>45609</c:v>
                </c:pt>
                <c:pt idx="748">
                  <c:v>45610</c:v>
                </c:pt>
                <c:pt idx="749">
                  <c:v>45611</c:v>
                </c:pt>
                <c:pt idx="750">
                  <c:v>45614</c:v>
                </c:pt>
                <c:pt idx="751">
                  <c:v>45615</c:v>
                </c:pt>
                <c:pt idx="752">
                  <c:v>45616</c:v>
                </c:pt>
                <c:pt idx="753">
                  <c:v>45617</c:v>
                </c:pt>
                <c:pt idx="754">
                  <c:v>45618</c:v>
                </c:pt>
                <c:pt idx="755">
                  <c:v>45621</c:v>
                </c:pt>
                <c:pt idx="756">
                  <c:v>45622</c:v>
                </c:pt>
                <c:pt idx="757">
                  <c:v>45623</c:v>
                </c:pt>
                <c:pt idx="758">
                  <c:v>45624</c:v>
                </c:pt>
                <c:pt idx="759">
                  <c:v>45625</c:v>
                </c:pt>
                <c:pt idx="760">
                  <c:v>45628</c:v>
                </c:pt>
                <c:pt idx="761">
                  <c:v>45629</c:v>
                </c:pt>
                <c:pt idx="762">
                  <c:v>45630</c:v>
                </c:pt>
                <c:pt idx="763">
                  <c:v>45631</c:v>
                </c:pt>
                <c:pt idx="764">
                  <c:v>45632</c:v>
                </c:pt>
                <c:pt idx="765">
                  <c:v>45635</c:v>
                </c:pt>
                <c:pt idx="766">
                  <c:v>45636</c:v>
                </c:pt>
                <c:pt idx="767">
                  <c:v>45637</c:v>
                </c:pt>
                <c:pt idx="768">
                  <c:v>45638</c:v>
                </c:pt>
                <c:pt idx="769">
                  <c:v>45639</c:v>
                </c:pt>
                <c:pt idx="770">
                  <c:v>45642</c:v>
                </c:pt>
                <c:pt idx="771">
                  <c:v>45643</c:v>
                </c:pt>
                <c:pt idx="772">
                  <c:v>45644</c:v>
                </c:pt>
                <c:pt idx="773">
                  <c:v>45645</c:v>
                </c:pt>
                <c:pt idx="774">
                  <c:v>45646</c:v>
                </c:pt>
                <c:pt idx="775">
                  <c:v>45649</c:v>
                </c:pt>
                <c:pt idx="776">
                  <c:v>45650</c:v>
                </c:pt>
                <c:pt idx="777">
                  <c:v>45651</c:v>
                </c:pt>
                <c:pt idx="778">
                  <c:v>45652</c:v>
                </c:pt>
                <c:pt idx="779">
                  <c:v>45653</c:v>
                </c:pt>
                <c:pt idx="780">
                  <c:v>45656</c:v>
                </c:pt>
                <c:pt idx="781">
                  <c:v>45657</c:v>
                </c:pt>
                <c:pt idx="782">
                  <c:v>45658</c:v>
                </c:pt>
                <c:pt idx="783">
                  <c:v>45659</c:v>
                </c:pt>
                <c:pt idx="784">
                  <c:v>45660</c:v>
                </c:pt>
                <c:pt idx="785">
                  <c:v>45663</c:v>
                </c:pt>
                <c:pt idx="786">
                  <c:v>45664</c:v>
                </c:pt>
                <c:pt idx="787">
                  <c:v>45665</c:v>
                </c:pt>
                <c:pt idx="788">
                  <c:v>45666</c:v>
                </c:pt>
                <c:pt idx="789">
                  <c:v>45667</c:v>
                </c:pt>
                <c:pt idx="790">
                  <c:v>45670</c:v>
                </c:pt>
                <c:pt idx="791">
                  <c:v>45671</c:v>
                </c:pt>
                <c:pt idx="792">
                  <c:v>45672</c:v>
                </c:pt>
                <c:pt idx="793">
                  <c:v>45673</c:v>
                </c:pt>
                <c:pt idx="794">
                  <c:v>45674</c:v>
                </c:pt>
                <c:pt idx="795">
                  <c:v>45677</c:v>
                </c:pt>
                <c:pt idx="796">
                  <c:v>45678</c:v>
                </c:pt>
                <c:pt idx="797">
                  <c:v>45679</c:v>
                </c:pt>
                <c:pt idx="798">
                  <c:v>45680</c:v>
                </c:pt>
                <c:pt idx="799">
                  <c:v>45681</c:v>
                </c:pt>
                <c:pt idx="800">
                  <c:v>45684</c:v>
                </c:pt>
                <c:pt idx="801">
                  <c:v>45685</c:v>
                </c:pt>
                <c:pt idx="802">
                  <c:v>45686</c:v>
                </c:pt>
                <c:pt idx="803">
                  <c:v>45687</c:v>
                </c:pt>
                <c:pt idx="804">
                  <c:v>45688</c:v>
                </c:pt>
                <c:pt idx="805">
                  <c:v>45691</c:v>
                </c:pt>
                <c:pt idx="806">
                  <c:v>45692</c:v>
                </c:pt>
                <c:pt idx="807">
                  <c:v>45693</c:v>
                </c:pt>
                <c:pt idx="808">
                  <c:v>45694</c:v>
                </c:pt>
                <c:pt idx="809">
                  <c:v>45695</c:v>
                </c:pt>
                <c:pt idx="810">
                  <c:v>45698</c:v>
                </c:pt>
                <c:pt idx="811">
                  <c:v>45699</c:v>
                </c:pt>
                <c:pt idx="812">
                  <c:v>45700</c:v>
                </c:pt>
                <c:pt idx="813">
                  <c:v>45701</c:v>
                </c:pt>
                <c:pt idx="814">
                  <c:v>45702</c:v>
                </c:pt>
                <c:pt idx="815">
                  <c:v>45705</c:v>
                </c:pt>
                <c:pt idx="816">
                  <c:v>45706</c:v>
                </c:pt>
                <c:pt idx="817">
                  <c:v>45707</c:v>
                </c:pt>
                <c:pt idx="818">
                  <c:v>45708</c:v>
                </c:pt>
                <c:pt idx="819">
                  <c:v>45709</c:v>
                </c:pt>
                <c:pt idx="820">
                  <c:v>45712</c:v>
                </c:pt>
                <c:pt idx="821">
                  <c:v>45713</c:v>
                </c:pt>
                <c:pt idx="822">
                  <c:v>45714</c:v>
                </c:pt>
                <c:pt idx="823">
                  <c:v>45715</c:v>
                </c:pt>
                <c:pt idx="824">
                  <c:v>45716</c:v>
                </c:pt>
                <c:pt idx="825">
                  <c:v>45719</c:v>
                </c:pt>
                <c:pt idx="826">
                  <c:v>45720</c:v>
                </c:pt>
                <c:pt idx="827">
                  <c:v>45721</c:v>
                </c:pt>
                <c:pt idx="828">
                  <c:v>45722</c:v>
                </c:pt>
                <c:pt idx="829">
                  <c:v>45723</c:v>
                </c:pt>
                <c:pt idx="830">
                  <c:v>45726</c:v>
                </c:pt>
                <c:pt idx="831">
                  <c:v>45727</c:v>
                </c:pt>
                <c:pt idx="832">
                  <c:v>45728</c:v>
                </c:pt>
                <c:pt idx="833">
                  <c:v>45729</c:v>
                </c:pt>
                <c:pt idx="834">
                  <c:v>45730</c:v>
                </c:pt>
                <c:pt idx="835">
                  <c:v>45733</c:v>
                </c:pt>
                <c:pt idx="836">
                  <c:v>45734</c:v>
                </c:pt>
                <c:pt idx="837">
                  <c:v>45735</c:v>
                </c:pt>
                <c:pt idx="838">
                  <c:v>45736</c:v>
                </c:pt>
                <c:pt idx="839">
                  <c:v>45737</c:v>
                </c:pt>
                <c:pt idx="840">
                  <c:v>45740</c:v>
                </c:pt>
                <c:pt idx="841">
                  <c:v>45741</c:v>
                </c:pt>
                <c:pt idx="842">
                  <c:v>45742</c:v>
                </c:pt>
                <c:pt idx="843">
                  <c:v>45743</c:v>
                </c:pt>
                <c:pt idx="844">
                  <c:v>45744</c:v>
                </c:pt>
                <c:pt idx="845">
                  <c:v>45747</c:v>
                </c:pt>
                <c:pt idx="846">
                  <c:v>45748</c:v>
                </c:pt>
                <c:pt idx="847">
                  <c:v>45749</c:v>
                </c:pt>
                <c:pt idx="848">
                  <c:v>45750</c:v>
                </c:pt>
                <c:pt idx="849">
                  <c:v>45751</c:v>
                </c:pt>
                <c:pt idx="850">
                  <c:v>45754</c:v>
                </c:pt>
                <c:pt idx="851">
                  <c:v>45755</c:v>
                </c:pt>
                <c:pt idx="852">
                  <c:v>45756</c:v>
                </c:pt>
                <c:pt idx="853">
                  <c:v>45757</c:v>
                </c:pt>
                <c:pt idx="854">
                  <c:v>45758</c:v>
                </c:pt>
                <c:pt idx="855">
                  <c:v>45761</c:v>
                </c:pt>
                <c:pt idx="856">
                  <c:v>45762</c:v>
                </c:pt>
                <c:pt idx="857">
                  <c:v>45763</c:v>
                </c:pt>
                <c:pt idx="858">
                  <c:v>45764</c:v>
                </c:pt>
                <c:pt idx="859">
                  <c:v>45765</c:v>
                </c:pt>
                <c:pt idx="860">
                  <c:v>45768</c:v>
                </c:pt>
                <c:pt idx="861">
                  <c:v>45769</c:v>
                </c:pt>
                <c:pt idx="862">
                  <c:v>45770</c:v>
                </c:pt>
                <c:pt idx="863">
                  <c:v>45771</c:v>
                </c:pt>
                <c:pt idx="864">
                  <c:v>45772</c:v>
                </c:pt>
                <c:pt idx="865">
                  <c:v>45775</c:v>
                </c:pt>
                <c:pt idx="866">
                  <c:v>45776</c:v>
                </c:pt>
                <c:pt idx="867">
                  <c:v>45777</c:v>
                </c:pt>
                <c:pt idx="868">
                  <c:v>45778</c:v>
                </c:pt>
                <c:pt idx="869">
                  <c:v>45779</c:v>
                </c:pt>
                <c:pt idx="870">
                  <c:v>45782</c:v>
                </c:pt>
                <c:pt idx="871">
                  <c:v>45783</c:v>
                </c:pt>
                <c:pt idx="872">
                  <c:v>45784</c:v>
                </c:pt>
                <c:pt idx="873">
                  <c:v>45785</c:v>
                </c:pt>
                <c:pt idx="874">
                  <c:v>45786</c:v>
                </c:pt>
                <c:pt idx="875">
                  <c:v>45789</c:v>
                </c:pt>
                <c:pt idx="876">
                  <c:v>45790</c:v>
                </c:pt>
                <c:pt idx="877">
                  <c:v>45791</c:v>
                </c:pt>
                <c:pt idx="878">
                  <c:v>45792</c:v>
                </c:pt>
                <c:pt idx="879">
                  <c:v>45793</c:v>
                </c:pt>
                <c:pt idx="880">
                  <c:v>45796</c:v>
                </c:pt>
                <c:pt idx="881">
                  <c:v>45797</c:v>
                </c:pt>
                <c:pt idx="882">
                  <c:v>45798</c:v>
                </c:pt>
                <c:pt idx="883">
                  <c:v>45799</c:v>
                </c:pt>
                <c:pt idx="884">
                  <c:v>45800</c:v>
                </c:pt>
                <c:pt idx="885">
                  <c:v>45804</c:v>
                </c:pt>
                <c:pt idx="886">
                  <c:v>45805</c:v>
                </c:pt>
                <c:pt idx="887">
                  <c:v>45806</c:v>
                </c:pt>
                <c:pt idx="888">
                  <c:v>45807</c:v>
                </c:pt>
                <c:pt idx="889">
                  <c:v>45810</c:v>
                </c:pt>
                <c:pt idx="890">
                  <c:v>45811</c:v>
                </c:pt>
                <c:pt idx="891">
                  <c:v>45812</c:v>
                </c:pt>
                <c:pt idx="892">
                  <c:v>45813</c:v>
                </c:pt>
                <c:pt idx="893">
                  <c:v>45814</c:v>
                </c:pt>
                <c:pt idx="894">
                  <c:v>45817</c:v>
                </c:pt>
                <c:pt idx="895">
                  <c:v>45818</c:v>
                </c:pt>
                <c:pt idx="896">
                  <c:v>45819</c:v>
                </c:pt>
                <c:pt idx="897">
                  <c:v>45820</c:v>
                </c:pt>
                <c:pt idx="898">
                  <c:v>45821</c:v>
                </c:pt>
                <c:pt idx="899">
                  <c:v>45824</c:v>
                </c:pt>
                <c:pt idx="900">
                  <c:v>45825</c:v>
                </c:pt>
                <c:pt idx="901">
                  <c:v>45826</c:v>
                </c:pt>
                <c:pt idx="902">
                  <c:v>45827</c:v>
                </c:pt>
                <c:pt idx="903">
                  <c:v>45828</c:v>
                </c:pt>
                <c:pt idx="904">
                  <c:v>45831</c:v>
                </c:pt>
                <c:pt idx="905">
                  <c:v>45832</c:v>
                </c:pt>
                <c:pt idx="906">
                  <c:v>45833</c:v>
                </c:pt>
                <c:pt idx="907">
                  <c:v>45834</c:v>
                </c:pt>
                <c:pt idx="908">
                  <c:v>45835</c:v>
                </c:pt>
                <c:pt idx="909">
                  <c:v>45838</c:v>
                </c:pt>
                <c:pt idx="910">
                  <c:v>45839</c:v>
                </c:pt>
                <c:pt idx="911">
                  <c:v>45840</c:v>
                </c:pt>
                <c:pt idx="912">
                  <c:v>45841</c:v>
                </c:pt>
                <c:pt idx="913">
                  <c:v>45842</c:v>
                </c:pt>
                <c:pt idx="914">
                  <c:v>45845</c:v>
                </c:pt>
                <c:pt idx="915">
                  <c:v>45846</c:v>
                </c:pt>
                <c:pt idx="916">
                  <c:v>45847</c:v>
                </c:pt>
                <c:pt idx="917">
                  <c:v>45848</c:v>
                </c:pt>
                <c:pt idx="918">
                  <c:v>45849</c:v>
                </c:pt>
                <c:pt idx="919">
                  <c:v>45852</c:v>
                </c:pt>
                <c:pt idx="920">
                  <c:v>45853</c:v>
                </c:pt>
                <c:pt idx="921">
                  <c:v>45854</c:v>
                </c:pt>
                <c:pt idx="922">
                  <c:v>45855</c:v>
                </c:pt>
                <c:pt idx="923">
                  <c:v>45856</c:v>
                </c:pt>
                <c:pt idx="924">
                  <c:v>45859</c:v>
                </c:pt>
                <c:pt idx="925">
                  <c:v>45860</c:v>
                </c:pt>
                <c:pt idx="926">
                  <c:v>45861</c:v>
                </c:pt>
                <c:pt idx="927">
                  <c:v>45862</c:v>
                </c:pt>
                <c:pt idx="928">
                  <c:v>45863</c:v>
                </c:pt>
                <c:pt idx="929">
                  <c:v>45866</c:v>
                </c:pt>
                <c:pt idx="930">
                  <c:v>45867</c:v>
                </c:pt>
                <c:pt idx="931">
                  <c:v>45868</c:v>
                </c:pt>
                <c:pt idx="932">
                  <c:v>45869</c:v>
                </c:pt>
                <c:pt idx="933">
                  <c:v>45870</c:v>
                </c:pt>
                <c:pt idx="934">
                  <c:v>45873</c:v>
                </c:pt>
                <c:pt idx="935">
                  <c:v>45874</c:v>
                </c:pt>
                <c:pt idx="936">
                  <c:v>45875</c:v>
                </c:pt>
                <c:pt idx="937">
                  <c:v>45876</c:v>
                </c:pt>
                <c:pt idx="938">
                  <c:v>45877</c:v>
                </c:pt>
                <c:pt idx="939">
                  <c:v>45880</c:v>
                </c:pt>
                <c:pt idx="940">
                  <c:v>45881</c:v>
                </c:pt>
                <c:pt idx="941">
                  <c:v>45882</c:v>
                </c:pt>
                <c:pt idx="942">
                  <c:v>45883</c:v>
                </c:pt>
                <c:pt idx="943">
                  <c:v>45884</c:v>
                </c:pt>
                <c:pt idx="944">
                  <c:v>45887</c:v>
                </c:pt>
                <c:pt idx="945">
                  <c:v>45888</c:v>
                </c:pt>
                <c:pt idx="946">
                  <c:v>45889</c:v>
                </c:pt>
                <c:pt idx="947">
                  <c:v>45890</c:v>
                </c:pt>
                <c:pt idx="948">
                  <c:v>45891</c:v>
                </c:pt>
                <c:pt idx="949">
                  <c:v>45894</c:v>
                </c:pt>
                <c:pt idx="950">
                  <c:v>45895</c:v>
                </c:pt>
                <c:pt idx="951">
                  <c:v>45896</c:v>
                </c:pt>
                <c:pt idx="952">
                  <c:v>45897</c:v>
                </c:pt>
                <c:pt idx="953">
                  <c:v>45898</c:v>
                </c:pt>
                <c:pt idx="954">
                  <c:v>45901</c:v>
                </c:pt>
                <c:pt idx="955">
                  <c:v>45902</c:v>
                </c:pt>
                <c:pt idx="956">
                  <c:v>45903</c:v>
                </c:pt>
                <c:pt idx="957">
                  <c:v>45904</c:v>
                </c:pt>
                <c:pt idx="958">
                  <c:v>45905</c:v>
                </c:pt>
                <c:pt idx="959">
                  <c:v>45908</c:v>
                </c:pt>
                <c:pt idx="960">
                  <c:v>45909</c:v>
                </c:pt>
                <c:pt idx="961">
                  <c:v>45910</c:v>
                </c:pt>
                <c:pt idx="962">
                  <c:v>45911</c:v>
                </c:pt>
                <c:pt idx="963">
                  <c:v>45912</c:v>
                </c:pt>
                <c:pt idx="964">
                  <c:v>45915</c:v>
                </c:pt>
                <c:pt idx="965">
                  <c:v>45916</c:v>
                </c:pt>
                <c:pt idx="966">
                  <c:v>45917</c:v>
                </c:pt>
                <c:pt idx="967">
                  <c:v>45918</c:v>
                </c:pt>
                <c:pt idx="968">
                  <c:v>45919</c:v>
                </c:pt>
                <c:pt idx="969">
                  <c:v>45922</c:v>
                </c:pt>
                <c:pt idx="970">
                  <c:v>45923</c:v>
                </c:pt>
                <c:pt idx="971">
                  <c:v>45924</c:v>
                </c:pt>
                <c:pt idx="972">
                  <c:v>45925</c:v>
                </c:pt>
                <c:pt idx="973">
                  <c:v>45926</c:v>
                </c:pt>
                <c:pt idx="974">
                  <c:v>45929</c:v>
                </c:pt>
                <c:pt idx="975">
                  <c:v>45930</c:v>
                </c:pt>
                <c:pt idx="976">
                  <c:v>45931</c:v>
                </c:pt>
                <c:pt idx="977">
                  <c:v>45932</c:v>
                </c:pt>
                <c:pt idx="978">
                  <c:v>45933</c:v>
                </c:pt>
                <c:pt idx="979">
                  <c:v>45936</c:v>
                </c:pt>
                <c:pt idx="980">
                  <c:v>45937</c:v>
                </c:pt>
                <c:pt idx="981">
                  <c:v>45938</c:v>
                </c:pt>
                <c:pt idx="982">
                  <c:v>45939</c:v>
                </c:pt>
                <c:pt idx="983">
                  <c:v>45940</c:v>
                </c:pt>
                <c:pt idx="984">
                  <c:v>45943</c:v>
                </c:pt>
                <c:pt idx="985">
                  <c:v>45944</c:v>
                </c:pt>
                <c:pt idx="986">
                  <c:v>45945</c:v>
                </c:pt>
                <c:pt idx="987">
                  <c:v>45946</c:v>
                </c:pt>
                <c:pt idx="988">
                  <c:v>45947</c:v>
                </c:pt>
                <c:pt idx="989">
                  <c:v>45950</c:v>
                </c:pt>
                <c:pt idx="990">
                  <c:v>45951</c:v>
                </c:pt>
                <c:pt idx="991">
                  <c:v>45952</c:v>
                </c:pt>
                <c:pt idx="992">
                  <c:v>45953</c:v>
                </c:pt>
                <c:pt idx="993">
                  <c:v>45954</c:v>
                </c:pt>
                <c:pt idx="994">
                  <c:v>45957</c:v>
                </c:pt>
                <c:pt idx="995">
                  <c:v>45958</c:v>
                </c:pt>
                <c:pt idx="996">
                  <c:v>45959</c:v>
                </c:pt>
                <c:pt idx="997">
                  <c:v>45960</c:v>
                </c:pt>
                <c:pt idx="998">
                  <c:v>45961</c:v>
                </c:pt>
                <c:pt idx="999">
                  <c:v>45964</c:v>
                </c:pt>
                <c:pt idx="1000">
                  <c:v>45965</c:v>
                </c:pt>
                <c:pt idx="1001">
                  <c:v>45966</c:v>
                </c:pt>
                <c:pt idx="1002">
                  <c:v>45967</c:v>
                </c:pt>
                <c:pt idx="1003">
                  <c:v>45968</c:v>
                </c:pt>
                <c:pt idx="1004">
                  <c:v>45971</c:v>
                </c:pt>
                <c:pt idx="1005">
                  <c:v>45972</c:v>
                </c:pt>
                <c:pt idx="1006">
                  <c:v>45973</c:v>
                </c:pt>
                <c:pt idx="1007">
                  <c:v>45974</c:v>
                </c:pt>
                <c:pt idx="1008">
                  <c:v>45975</c:v>
                </c:pt>
                <c:pt idx="1009">
                  <c:v>45978</c:v>
                </c:pt>
                <c:pt idx="1010">
                  <c:v>45979</c:v>
                </c:pt>
                <c:pt idx="1011">
                  <c:v>45980</c:v>
                </c:pt>
                <c:pt idx="1012">
                  <c:v>45981</c:v>
                </c:pt>
                <c:pt idx="1013">
                  <c:v>45982</c:v>
                </c:pt>
                <c:pt idx="1014">
                  <c:v>45985</c:v>
                </c:pt>
                <c:pt idx="1015">
                  <c:v>45986</c:v>
                </c:pt>
                <c:pt idx="1016">
                  <c:v>45987</c:v>
                </c:pt>
                <c:pt idx="1017">
                  <c:v>45988</c:v>
                </c:pt>
                <c:pt idx="1018">
                  <c:v>45989</c:v>
                </c:pt>
                <c:pt idx="1019">
                  <c:v>45992</c:v>
                </c:pt>
                <c:pt idx="1020">
                  <c:v>45993</c:v>
                </c:pt>
                <c:pt idx="1021">
                  <c:v>45994</c:v>
                </c:pt>
                <c:pt idx="1022">
                  <c:v>45995</c:v>
                </c:pt>
                <c:pt idx="1023">
                  <c:v>45996</c:v>
                </c:pt>
                <c:pt idx="1024">
                  <c:v>45999</c:v>
                </c:pt>
                <c:pt idx="1025">
                  <c:v>46000</c:v>
                </c:pt>
                <c:pt idx="1026">
                  <c:v>46001</c:v>
                </c:pt>
                <c:pt idx="1027">
                  <c:v>46002</c:v>
                </c:pt>
                <c:pt idx="1028">
                  <c:v>46003</c:v>
                </c:pt>
                <c:pt idx="1029">
                  <c:v>46006</c:v>
                </c:pt>
                <c:pt idx="1030">
                  <c:v>46007</c:v>
                </c:pt>
                <c:pt idx="1031">
                  <c:v>46008</c:v>
                </c:pt>
                <c:pt idx="1032">
                  <c:v>46009</c:v>
                </c:pt>
                <c:pt idx="1033">
                  <c:v>46010</c:v>
                </c:pt>
                <c:pt idx="1034">
                  <c:v>46013</c:v>
                </c:pt>
                <c:pt idx="1035">
                  <c:v>46014</c:v>
                </c:pt>
                <c:pt idx="1036">
                  <c:v>46015</c:v>
                </c:pt>
                <c:pt idx="1037">
                  <c:v>46016</c:v>
                </c:pt>
                <c:pt idx="1038">
                  <c:v>46017</c:v>
                </c:pt>
                <c:pt idx="1039">
                  <c:v>46020</c:v>
                </c:pt>
                <c:pt idx="1040">
                  <c:v>46021</c:v>
                </c:pt>
                <c:pt idx="1041">
                  <c:v>46022</c:v>
                </c:pt>
                <c:pt idx="1042">
                  <c:v>46023</c:v>
                </c:pt>
                <c:pt idx="1043">
                  <c:v>46024</c:v>
                </c:pt>
                <c:pt idx="1044">
                  <c:v>46027</c:v>
                </c:pt>
                <c:pt idx="1045">
                  <c:v>46028</c:v>
                </c:pt>
                <c:pt idx="1046">
                  <c:v>46029</c:v>
                </c:pt>
                <c:pt idx="1047">
                  <c:v>46030</c:v>
                </c:pt>
                <c:pt idx="1048">
                  <c:v>46031</c:v>
                </c:pt>
                <c:pt idx="1049">
                  <c:v>46034</c:v>
                </c:pt>
                <c:pt idx="1050">
                  <c:v>46035</c:v>
                </c:pt>
                <c:pt idx="1051">
                  <c:v>46036</c:v>
                </c:pt>
                <c:pt idx="1052">
                  <c:v>46037</c:v>
                </c:pt>
                <c:pt idx="1053">
                  <c:v>46038</c:v>
                </c:pt>
                <c:pt idx="1054">
                  <c:v>46041</c:v>
                </c:pt>
                <c:pt idx="1055">
                  <c:v>46042</c:v>
                </c:pt>
                <c:pt idx="1056">
                  <c:v>46043</c:v>
                </c:pt>
                <c:pt idx="1057">
                  <c:v>46044</c:v>
                </c:pt>
                <c:pt idx="1058">
                  <c:v>46045</c:v>
                </c:pt>
                <c:pt idx="1059">
                  <c:v>46048</c:v>
                </c:pt>
                <c:pt idx="1060">
                  <c:v>46049</c:v>
                </c:pt>
                <c:pt idx="1061">
                  <c:v>46050</c:v>
                </c:pt>
                <c:pt idx="1062">
                  <c:v>46051</c:v>
                </c:pt>
                <c:pt idx="1063">
                  <c:v>46052</c:v>
                </c:pt>
                <c:pt idx="1064">
                  <c:v>46055</c:v>
                </c:pt>
                <c:pt idx="1065">
                  <c:v>46056</c:v>
                </c:pt>
                <c:pt idx="1066">
                  <c:v>46057</c:v>
                </c:pt>
                <c:pt idx="1067">
                  <c:v>46058</c:v>
                </c:pt>
                <c:pt idx="1068">
                  <c:v>46059</c:v>
                </c:pt>
                <c:pt idx="1069">
                  <c:v>46062</c:v>
                </c:pt>
                <c:pt idx="1070">
                  <c:v>46063</c:v>
                </c:pt>
                <c:pt idx="1071">
                  <c:v>46064</c:v>
                </c:pt>
                <c:pt idx="1072">
                  <c:v>46065</c:v>
                </c:pt>
                <c:pt idx="1073">
                  <c:v>46066</c:v>
                </c:pt>
                <c:pt idx="1074">
                  <c:v>46069</c:v>
                </c:pt>
                <c:pt idx="1075">
                  <c:v>46070</c:v>
                </c:pt>
                <c:pt idx="1076">
                  <c:v>46071</c:v>
                </c:pt>
                <c:pt idx="1077">
                  <c:v>46072</c:v>
                </c:pt>
                <c:pt idx="1078">
                  <c:v>46073</c:v>
                </c:pt>
                <c:pt idx="1079">
                  <c:v>46076</c:v>
                </c:pt>
                <c:pt idx="1080">
                  <c:v>46077</c:v>
                </c:pt>
                <c:pt idx="1081">
                  <c:v>46078</c:v>
                </c:pt>
                <c:pt idx="1082">
                  <c:v>46079</c:v>
                </c:pt>
                <c:pt idx="1083">
                  <c:v>46080</c:v>
                </c:pt>
                <c:pt idx="1084">
                  <c:v>46083</c:v>
                </c:pt>
                <c:pt idx="1085">
                  <c:v>46084</c:v>
                </c:pt>
                <c:pt idx="1086">
                  <c:v>46085</c:v>
                </c:pt>
                <c:pt idx="1087">
                  <c:v>46086</c:v>
                </c:pt>
                <c:pt idx="1088">
                  <c:v>46087</c:v>
                </c:pt>
                <c:pt idx="1089">
                  <c:v>46090</c:v>
                </c:pt>
                <c:pt idx="1090">
                  <c:v>46091</c:v>
                </c:pt>
                <c:pt idx="1091">
                  <c:v>46092</c:v>
                </c:pt>
                <c:pt idx="1092">
                  <c:v>46093</c:v>
                </c:pt>
                <c:pt idx="1093">
                  <c:v>46094</c:v>
                </c:pt>
                <c:pt idx="1094">
                  <c:v>46097</c:v>
                </c:pt>
                <c:pt idx="1095">
                  <c:v>46098</c:v>
                </c:pt>
                <c:pt idx="1096">
                  <c:v>46099</c:v>
                </c:pt>
                <c:pt idx="1097">
                  <c:v>46100</c:v>
                </c:pt>
                <c:pt idx="1098">
                  <c:v>46101</c:v>
                </c:pt>
                <c:pt idx="1099">
                  <c:v>46104</c:v>
                </c:pt>
                <c:pt idx="1100">
                  <c:v>46105</c:v>
                </c:pt>
                <c:pt idx="1101">
                  <c:v>46106</c:v>
                </c:pt>
                <c:pt idx="1102">
                  <c:v>46107</c:v>
                </c:pt>
                <c:pt idx="1103">
                  <c:v>46108</c:v>
                </c:pt>
                <c:pt idx="1104">
                  <c:v>46111</c:v>
                </c:pt>
                <c:pt idx="1105">
                  <c:v>46112</c:v>
                </c:pt>
                <c:pt idx="1106">
                  <c:v>46113</c:v>
                </c:pt>
                <c:pt idx="1107">
                  <c:v>46114</c:v>
                </c:pt>
                <c:pt idx="1108">
                  <c:v>46115</c:v>
                </c:pt>
                <c:pt idx="1109">
                  <c:v>46118</c:v>
                </c:pt>
                <c:pt idx="1110">
                  <c:v>46119</c:v>
                </c:pt>
                <c:pt idx="1111">
                  <c:v>46120</c:v>
                </c:pt>
                <c:pt idx="1112">
                  <c:v>46121</c:v>
                </c:pt>
                <c:pt idx="1113">
                  <c:v>46122</c:v>
                </c:pt>
                <c:pt idx="1114">
                  <c:v>46125</c:v>
                </c:pt>
                <c:pt idx="1115">
                  <c:v>46126</c:v>
                </c:pt>
                <c:pt idx="1116">
                  <c:v>46127</c:v>
                </c:pt>
                <c:pt idx="1117">
                  <c:v>46128</c:v>
                </c:pt>
                <c:pt idx="1118">
                  <c:v>46129</c:v>
                </c:pt>
                <c:pt idx="1119">
                  <c:v>46132</c:v>
                </c:pt>
                <c:pt idx="1120">
                  <c:v>46133</c:v>
                </c:pt>
                <c:pt idx="1121">
                  <c:v>46134</c:v>
                </c:pt>
                <c:pt idx="1122">
                  <c:v>46135</c:v>
                </c:pt>
                <c:pt idx="1123">
                  <c:v>46136</c:v>
                </c:pt>
                <c:pt idx="1124">
                  <c:v>46139</c:v>
                </c:pt>
                <c:pt idx="1125">
                  <c:v>46140</c:v>
                </c:pt>
                <c:pt idx="1126">
                  <c:v>46141</c:v>
                </c:pt>
                <c:pt idx="1127">
                  <c:v>46142</c:v>
                </c:pt>
                <c:pt idx="1128">
                  <c:v>46143</c:v>
                </c:pt>
                <c:pt idx="1129">
                  <c:v>46146</c:v>
                </c:pt>
                <c:pt idx="1130">
                  <c:v>46147</c:v>
                </c:pt>
                <c:pt idx="1131">
                  <c:v>46148</c:v>
                </c:pt>
                <c:pt idx="1132">
                  <c:v>46149</c:v>
                </c:pt>
                <c:pt idx="1133">
                  <c:v>46150</c:v>
                </c:pt>
                <c:pt idx="1134">
                  <c:v>46153</c:v>
                </c:pt>
                <c:pt idx="1135">
                  <c:v>46154</c:v>
                </c:pt>
                <c:pt idx="1136">
                  <c:v>46155</c:v>
                </c:pt>
                <c:pt idx="1137">
                  <c:v>46156</c:v>
                </c:pt>
                <c:pt idx="1138">
                  <c:v>46157</c:v>
                </c:pt>
                <c:pt idx="1139">
                  <c:v>46160</c:v>
                </c:pt>
                <c:pt idx="1140">
                  <c:v>46161</c:v>
                </c:pt>
                <c:pt idx="1141">
                  <c:v>46162</c:v>
                </c:pt>
                <c:pt idx="1142">
                  <c:v>46163</c:v>
                </c:pt>
                <c:pt idx="1143">
                  <c:v>46164</c:v>
                </c:pt>
                <c:pt idx="1144">
                  <c:v>46168</c:v>
                </c:pt>
                <c:pt idx="1145">
                  <c:v>46169</c:v>
                </c:pt>
                <c:pt idx="1146">
                  <c:v>46170</c:v>
                </c:pt>
                <c:pt idx="1147">
                  <c:v>46171</c:v>
                </c:pt>
                <c:pt idx="1148">
                  <c:v>46174</c:v>
                </c:pt>
                <c:pt idx="1149">
                  <c:v>46175</c:v>
                </c:pt>
                <c:pt idx="1150">
                  <c:v>46176</c:v>
                </c:pt>
                <c:pt idx="1151">
                  <c:v>46177</c:v>
                </c:pt>
                <c:pt idx="1152">
                  <c:v>46178</c:v>
                </c:pt>
                <c:pt idx="1153">
                  <c:v>46181</c:v>
                </c:pt>
                <c:pt idx="1154">
                  <c:v>46182</c:v>
                </c:pt>
                <c:pt idx="1155">
                  <c:v>46183</c:v>
                </c:pt>
                <c:pt idx="1156">
                  <c:v>46184</c:v>
                </c:pt>
                <c:pt idx="1157">
                  <c:v>46185</c:v>
                </c:pt>
                <c:pt idx="1158">
                  <c:v>46188</c:v>
                </c:pt>
                <c:pt idx="1159">
                  <c:v>46189</c:v>
                </c:pt>
                <c:pt idx="1160">
                  <c:v>46190</c:v>
                </c:pt>
                <c:pt idx="1161">
                  <c:v>46191</c:v>
                </c:pt>
                <c:pt idx="1162">
                  <c:v>46192</c:v>
                </c:pt>
                <c:pt idx="1163">
                  <c:v>46195</c:v>
                </c:pt>
                <c:pt idx="1164">
                  <c:v>46196</c:v>
                </c:pt>
                <c:pt idx="1165">
                  <c:v>46197</c:v>
                </c:pt>
                <c:pt idx="1166">
                  <c:v>46198</c:v>
                </c:pt>
                <c:pt idx="1167">
                  <c:v>46199</c:v>
                </c:pt>
                <c:pt idx="1168">
                  <c:v>46202</c:v>
                </c:pt>
                <c:pt idx="1169">
                  <c:v>46203</c:v>
                </c:pt>
                <c:pt idx="1170">
                  <c:v>46204</c:v>
                </c:pt>
                <c:pt idx="1171">
                  <c:v>46205</c:v>
                </c:pt>
                <c:pt idx="1172">
                  <c:v>46206</c:v>
                </c:pt>
                <c:pt idx="1173">
                  <c:v>46209</c:v>
                </c:pt>
                <c:pt idx="1174">
                  <c:v>46210</c:v>
                </c:pt>
                <c:pt idx="1175">
                  <c:v>46211</c:v>
                </c:pt>
                <c:pt idx="1176">
                  <c:v>46212</c:v>
                </c:pt>
                <c:pt idx="1177">
                  <c:v>46213</c:v>
                </c:pt>
                <c:pt idx="1178">
                  <c:v>46216</c:v>
                </c:pt>
                <c:pt idx="1179">
                  <c:v>46217</c:v>
                </c:pt>
                <c:pt idx="1180">
                  <c:v>46218</c:v>
                </c:pt>
                <c:pt idx="1181">
                  <c:v>46219</c:v>
                </c:pt>
                <c:pt idx="1182">
                  <c:v>46220</c:v>
                </c:pt>
                <c:pt idx="1183">
                  <c:v>46223</c:v>
                </c:pt>
                <c:pt idx="1184">
                  <c:v>46224</c:v>
                </c:pt>
                <c:pt idx="1185">
                  <c:v>46225</c:v>
                </c:pt>
                <c:pt idx="1186">
                  <c:v>46226</c:v>
                </c:pt>
                <c:pt idx="1187">
                  <c:v>46227</c:v>
                </c:pt>
                <c:pt idx="1188">
                  <c:v>46230</c:v>
                </c:pt>
                <c:pt idx="1189">
                  <c:v>46231</c:v>
                </c:pt>
                <c:pt idx="1190">
                  <c:v>46232</c:v>
                </c:pt>
                <c:pt idx="1191">
                  <c:v>46233</c:v>
                </c:pt>
                <c:pt idx="1192">
                  <c:v>46234</c:v>
                </c:pt>
                <c:pt idx="1193">
                  <c:v>46237</c:v>
                </c:pt>
                <c:pt idx="1194">
                  <c:v>46238</c:v>
                </c:pt>
                <c:pt idx="1195">
                  <c:v>46239</c:v>
                </c:pt>
                <c:pt idx="1196">
                  <c:v>46240</c:v>
                </c:pt>
                <c:pt idx="1197">
                  <c:v>46241</c:v>
                </c:pt>
                <c:pt idx="1198">
                  <c:v>46244</c:v>
                </c:pt>
                <c:pt idx="1199">
                  <c:v>46245</c:v>
                </c:pt>
                <c:pt idx="1200">
                  <c:v>46246</c:v>
                </c:pt>
                <c:pt idx="1201">
                  <c:v>46247</c:v>
                </c:pt>
                <c:pt idx="1202">
                  <c:v>46248</c:v>
                </c:pt>
                <c:pt idx="1203">
                  <c:v>46251</c:v>
                </c:pt>
                <c:pt idx="1204">
                  <c:v>46252</c:v>
                </c:pt>
                <c:pt idx="1205">
                  <c:v>46253</c:v>
                </c:pt>
                <c:pt idx="1206">
                  <c:v>46254</c:v>
                </c:pt>
                <c:pt idx="1207">
                  <c:v>46255</c:v>
                </c:pt>
                <c:pt idx="1208">
                  <c:v>46258</c:v>
                </c:pt>
                <c:pt idx="1209">
                  <c:v>46259</c:v>
                </c:pt>
                <c:pt idx="1210">
                  <c:v>46260</c:v>
                </c:pt>
                <c:pt idx="1211">
                  <c:v>46261</c:v>
                </c:pt>
                <c:pt idx="1212">
                  <c:v>46262</c:v>
                </c:pt>
                <c:pt idx="1213">
                  <c:v>46265</c:v>
                </c:pt>
                <c:pt idx="1214">
                  <c:v>46266</c:v>
                </c:pt>
                <c:pt idx="1215">
                  <c:v>46267</c:v>
                </c:pt>
                <c:pt idx="1216">
                  <c:v>46268</c:v>
                </c:pt>
                <c:pt idx="1217">
                  <c:v>46269</c:v>
                </c:pt>
                <c:pt idx="1218">
                  <c:v>46272</c:v>
                </c:pt>
                <c:pt idx="1219">
                  <c:v>46273</c:v>
                </c:pt>
                <c:pt idx="1220">
                  <c:v>46274</c:v>
                </c:pt>
                <c:pt idx="1221">
                  <c:v>46275</c:v>
                </c:pt>
                <c:pt idx="1222">
                  <c:v>46276</c:v>
                </c:pt>
                <c:pt idx="1223">
                  <c:v>46279</c:v>
                </c:pt>
                <c:pt idx="1224">
                  <c:v>46280</c:v>
                </c:pt>
                <c:pt idx="1225">
                  <c:v>46281</c:v>
                </c:pt>
                <c:pt idx="1226">
                  <c:v>46282</c:v>
                </c:pt>
                <c:pt idx="1227">
                  <c:v>46283</c:v>
                </c:pt>
                <c:pt idx="1228">
                  <c:v>46286</c:v>
                </c:pt>
                <c:pt idx="1229">
                  <c:v>46287</c:v>
                </c:pt>
                <c:pt idx="1230">
                  <c:v>46288</c:v>
                </c:pt>
                <c:pt idx="1231">
                  <c:v>46289</c:v>
                </c:pt>
                <c:pt idx="1232">
                  <c:v>46290</c:v>
                </c:pt>
                <c:pt idx="1233">
                  <c:v>46293</c:v>
                </c:pt>
                <c:pt idx="1234">
                  <c:v>46294</c:v>
                </c:pt>
                <c:pt idx="1235">
                  <c:v>46295</c:v>
                </c:pt>
                <c:pt idx="1236">
                  <c:v>46296</c:v>
                </c:pt>
                <c:pt idx="1237">
                  <c:v>46297</c:v>
                </c:pt>
                <c:pt idx="1238">
                  <c:v>46300</c:v>
                </c:pt>
                <c:pt idx="1239">
                  <c:v>46301</c:v>
                </c:pt>
                <c:pt idx="1240">
                  <c:v>46302</c:v>
                </c:pt>
                <c:pt idx="1241">
                  <c:v>46303</c:v>
                </c:pt>
                <c:pt idx="1242">
                  <c:v>46304</c:v>
                </c:pt>
                <c:pt idx="1243">
                  <c:v>46307</c:v>
                </c:pt>
                <c:pt idx="1244">
                  <c:v>46308</c:v>
                </c:pt>
                <c:pt idx="1245">
                  <c:v>46309</c:v>
                </c:pt>
                <c:pt idx="1246">
                  <c:v>46310</c:v>
                </c:pt>
                <c:pt idx="1247">
                  <c:v>46311</c:v>
                </c:pt>
                <c:pt idx="1248">
                  <c:v>#N/A</c:v>
                </c:pt>
                <c:pt idx="1249">
                  <c:v>#N/A</c:v>
                </c:pt>
                <c:pt idx="1250">
                  <c:v>#N/A</c:v>
                </c:pt>
                <c:pt idx="1251">
                  <c:v>#N/A</c:v>
                </c:pt>
                <c:pt idx="1252">
                  <c:v>#N/A</c:v>
                </c:pt>
                <c:pt idx="1253">
                  <c:v>#N/A</c:v>
                </c:pt>
                <c:pt idx="1254">
                  <c:v>#N/A</c:v>
                </c:pt>
                <c:pt idx="1255">
                  <c:v>#N/A</c:v>
                </c:pt>
                <c:pt idx="1256">
                  <c:v>#N/A</c:v>
                </c:pt>
                <c:pt idx="1257">
                  <c:v>#N/A</c:v>
                </c:pt>
                <c:pt idx="1258">
                  <c:v>#N/A</c:v>
                </c:pt>
                <c:pt idx="1259">
                  <c:v>#N/A</c:v>
                </c:pt>
                <c:pt idx="1260">
                  <c:v>#N/A</c:v>
                </c:pt>
                <c:pt idx="1261">
                  <c:v>#N/A</c:v>
                </c:pt>
                <c:pt idx="1262">
                  <c:v>#N/A</c:v>
                </c:pt>
                <c:pt idx="1263">
                  <c:v>#N/A</c:v>
                </c:pt>
                <c:pt idx="1264">
                  <c:v>#N/A</c:v>
                </c:pt>
                <c:pt idx="1265">
                  <c:v>#N/A</c:v>
                </c:pt>
                <c:pt idx="1266">
                  <c:v>#N/A</c:v>
                </c:pt>
                <c:pt idx="1267">
                  <c:v>#N/A</c:v>
                </c:pt>
                <c:pt idx="1268">
                  <c:v>#N/A</c:v>
                </c:pt>
                <c:pt idx="1269">
                  <c:v>#N/A</c:v>
                </c:pt>
                <c:pt idx="1270">
                  <c:v>#N/A</c:v>
                </c:pt>
                <c:pt idx="1271">
                  <c:v>#N/A</c:v>
                </c:pt>
                <c:pt idx="1272">
                  <c:v>#N/A</c:v>
                </c:pt>
                <c:pt idx="1273">
                  <c:v>#N/A</c:v>
                </c:pt>
                <c:pt idx="1274">
                  <c:v>#N/A</c:v>
                </c:pt>
                <c:pt idx="1275">
                  <c:v>#N/A</c:v>
                </c:pt>
                <c:pt idx="1276">
                  <c:v>#N/A</c:v>
                </c:pt>
                <c:pt idx="1277">
                  <c:v>#N/A</c:v>
                </c:pt>
                <c:pt idx="1278">
                  <c:v>#N/A</c:v>
                </c:pt>
                <c:pt idx="1279">
                  <c:v>#N/A</c:v>
                </c:pt>
                <c:pt idx="1280">
                  <c:v>#N/A</c:v>
                </c:pt>
                <c:pt idx="1281">
                  <c:v>#N/A</c:v>
                </c:pt>
                <c:pt idx="1282">
                  <c:v>#N/A</c:v>
                </c:pt>
                <c:pt idx="1283">
                  <c:v>#N/A</c:v>
                </c:pt>
                <c:pt idx="1284">
                  <c:v>#N/A</c:v>
                </c:pt>
                <c:pt idx="1285">
                  <c:v>#N/A</c:v>
                </c:pt>
                <c:pt idx="1286">
                  <c:v>#N/A</c:v>
                </c:pt>
                <c:pt idx="1287">
                  <c:v>#N/A</c:v>
                </c:pt>
                <c:pt idx="1288">
                  <c:v>#N/A</c:v>
                </c:pt>
                <c:pt idx="1289">
                  <c:v>#N/A</c:v>
                </c:pt>
                <c:pt idx="1290">
                  <c:v>#N/A</c:v>
                </c:pt>
                <c:pt idx="1291">
                  <c:v>#N/A</c:v>
                </c:pt>
                <c:pt idx="1292">
                  <c:v>#N/A</c:v>
                </c:pt>
                <c:pt idx="1293">
                  <c:v>#N/A</c:v>
                </c:pt>
                <c:pt idx="1294">
                  <c:v>#N/A</c:v>
                </c:pt>
                <c:pt idx="1295">
                  <c:v>#N/A</c:v>
                </c:pt>
                <c:pt idx="1296">
                  <c:v>#N/A</c:v>
                </c:pt>
                <c:pt idx="1297">
                  <c:v>#N/A</c:v>
                </c:pt>
                <c:pt idx="1298">
                  <c:v>#N/A</c:v>
                </c:pt>
                <c:pt idx="1299">
                  <c:v>#N/A</c:v>
                </c:pt>
                <c:pt idx="1300">
                  <c:v>#N/A</c:v>
                </c:pt>
                <c:pt idx="1301">
                  <c:v>#N/A</c:v>
                </c:pt>
                <c:pt idx="1302">
                  <c:v>#N/A</c:v>
                </c:pt>
                <c:pt idx="1303">
                  <c:v>#N/A</c:v>
                </c:pt>
                <c:pt idx="1304">
                  <c:v>#N/A</c:v>
                </c:pt>
                <c:pt idx="1305">
                  <c:v>#N/A</c:v>
                </c:pt>
                <c:pt idx="1306">
                  <c:v>#N/A</c:v>
                </c:pt>
                <c:pt idx="1307">
                  <c:v>#N/A</c:v>
                </c:pt>
                <c:pt idx="1308">
                  <c:v>#N/A</c:v>
                </c:pt>
                <c:pt idx="1309">
                  <c:v>#N/A</c:v>
                </c:pt>
                <c:pt idx="1310">
                  <c:v>#N/A</c:v>
                </c:pt>
                <c:pt idx="1311">
                  <c:v>#N/A</c:v>
                </c:pt>
                <c:pt idx="1312">
                  <c:v>#N/A</c:v>
                </c:pt>
                <c:pt idx="1313">
                  <c:v>#N/A</c:v>
                </c:pt>
                <c:pt idx="1314">
                  <c:v>#N/A</c:v>
                </c:pt>
                <c:pt idx="1315">
                  <c:v>#N/A</c:v>
                </c:pt>
                <c:pt idx="1316">
                  <c:v>#N/A</c:v>
                </c:pt>
                <c:pt idx="1317">
                  <c:v>#N/A</c:v>
                </c:pt>
                <c:pt idx="1318">
                  <c:v>#N/A</c:v>
                </c:pt>
                <c:pt idx="1319">
                  <c:v>#N/A</c:v>
                </c:pt>
                <c:pt idx="1320">
                  <c:v>#N/A</c:v>
                </c:pt>
              </c:numCache>
            </c:numRef>
          </c:cat>
          <c:val>
            <c:numRef>
              <c:f>FI_INDEX!$AM$795:$AM$4550</c:f>
              <c:numCache>
                <c:formatCode>0.0</c:formatCode>
                <c:ptCount val="3756"/>
                <c:pt idx="0">
                  <c:v>100</c:v>
                </c:pt>
                <c:pt idx="1">
                  <c:v>99.549914551063395</c:v>
                </c:pt>
                <c:pt idx="2">
                  <c:v>99.304750199516818</c:v>
                </c:pt>
                <c:pt idx="3">
                  <c:v>99.550186464942811</c:v>
                </c:pt>
                <c:pt idx="4">
                  <c:v>99.058396224747682</c:v>
                </c:pt>
                <c:pt idx="5">
                  <c:v>99.348120463286847</c:v>
                </c:pt>
                <c:pt idx="6">
                  <c:v>99.053977624206851</c:v>
                </c:pt>
                <c:pt idx="7">
                  <c:v>99.546787541449845</c:v>
                </c:pt>
                <c:pt idx="8">
                  <c:v>100.28262048843889</c:v>
                </c:pt>
                <c:pt idx="9">
                  <c:v>100.35008911977395</c:v>
                </c:pt>
                <c:pt idx="10">
                  <c:v>100.24047383712627</c:v>
                </c:pt>
                <c:pt idx="11">
                  <c:v>100.21083522426774</c:v>
                </c:pt>
                <c:pt idx="12">
                  <c:v>99.694096885634337</c:v>
                </c:pt>
                <c:pt idx="13">
                  <c:v>100.08799812923247</c:v>
                </c:pt>
                <c:pt idx="14">
                  <c:v>100.72859323994902</c:v>
                </c:pt>
                <c:pt idx="15">
                  <c:v>100.64453786196833</c:v>
                </c:pt>
                <c:pt idx="16">
                  <c:v>99.840216606596329</c:v>
                </c:pt>
                <c:pt idx="17">
                  <c:v>99.779511833012222</c:v>
                </c:pt>
                <c:pt idx="18">
                  <c:v>99.899595800018176</c:v>
                </c:pt>
                <c:pt idx="19">
                  <c:v>99.612454743333657</c:v>
                </c:pt>
                <c:pt idx="20">
                  <c:v>99.145068773817925</c:v>
                </c:pt>
                <c:pt idx="21">
                  <c:v>99.994765657820821</c:v>
                </c:pt>
                <c:pt idx="22">
                  <c:v>100.51374728595954</c:v>
                </c:pt>
                <c:pt idx="23">
                  <c:v>100.7282533475997</c:v>
                </c:pt>
                <c:pt idx="24">
                  <c:v>101.09360363385704</c:v>
                </c:pt>
                <c:pt idx="25">
                  <c:v>100.75745010040416</c:v>
                </c:pt>
                <c:pt idx="26">
                  <c:v>101.07586125322383</c:v>
                </c:pt>
                <c:pt idx="27">
                  <c:v>101.09978967461421</c:v>
                </c:pt>
                <c:pt idx="28">
                  <c:v>101.53315241996549</c:v>
                </c:pt>
                <c:pt idx="29">
                  <c:v>102.01206074012229</c:v>
                </c:pt>
                <c:pt idx="30">
                  <c:v>101.38183234605926</c:v>
                </c:pt>
                <c:pt idx="31">
                  <c:v>100.8351834806879</c:v>
                </c:pt>
                <c:pt idx="32">
                  <c:v>101.48645121117232</c:v>
                </c:pt>
                <c:pt idx="33">
                  <c:v>101.86162438632429</c:v>
                </c:pt>
                <c:pt idx="34">
                  <c:v>101.89812882463859</c:v>
                </c:pt>
                <c:pt idx="35">
                  <c:v>101.88854386038848</c:v>
                </c:pt>
                <c:pt idx="36">
                  <c:v>101.53706118198237</c:v>
                </c:pt>
                <c:pt idx="37">
                  <c:v>101.309639211069</c:v>
                </c:pt>
                <c:pt idx="38">
                  <c:v>101.07749273650043</c:v>
                </c:pt>
                <c:pt idx="39">
                  <c:v>97.629488788310894</c:v>
                </c:pt>
                <c:pt idx="40">
                  <c:v>99.473438772471908</c:v>
                </c:pt>
                <c:pt idx="41">
                  <c:v>94.994541328870227</c:v>
                </c:pt>
                <c:pt idx="42">
                  <c:v>94.26669585208964</c:v>
                </c:pt>
                <c:pt idx="43">
                  <c:v>93.200079670766598</c:v>
                </c:pt>
                <c:pt idx="44">
                  <c:v>93.504045398741226</c:v>
                </c:pt>
                <c:pt idx="45">
                  <c:v>92.328969568758083</c:v>
                </c:pt>
                <c:pt idx="46">
                  <c:v>91.044822283886134</c:v>
                </c:pt>
                <c:pt idx="47">
                  <c:v>90.677772535882312</c:v>
                </c:pt>
                <c:pt idx="48">
                  <c:v>91.905327744596619</c:v>
                </c:pt>
                <c:pt idx="49">
                  <c:v>91.549868325703784</c:v>
                </c:pt>
                <c:pt idx="50">
                  <c:v>91.546979240734757</c:v>
                </c:pt>
                <c:pt idx="51">
                  <c:v>91.224489379723536</c:v>
                </c:pt>
                <c:pt idx="52">
                  <c:v>91.312317562781388</c:v>
                </c:pt>
                <c:pt idx="53">
                  <c:v>92.042304361362568</c:v>
                </c:pt>
                <c:pt idx="54">
                  <c:v>92.754616757780369</c:v>
                </c:pt>
                <c:pt idx="55">
                  <c:v>92.590108860721529</c:v>
                </c:pt>
                <c:pt idx="56">
                  <c:v>92.432874659937596</c:v>
                </c:pt>
                <c:pt idx="57">
                  <c:v>92.186214782054122</c:v>
                </c:pt>
                <c:pt idx="58">
                  <c:v>92.282574263079269</c:v>
                </c:pt>
                <c:pt idx="59">
                  <c:v>92.417443547279603</c:v>
                </c:pt>
                <c:pt idx="60">
                  <c:v>92.457618822966296</c:v>
                </c:pt>
                <c:pt idx="61">
                  <c:v>92.137678154574786</c:v>
                </c:pt>
                <c:pt idx="62">
                  <c:v>93.319993691597915</c:v>
                </c:pt>
                <c:pt idx="63">
                  <c:v>93.818955660363159</c:v>
                </c:pt>
                <c:pt idx="64">
                  <c:v>93.539564149242565</c:v>
                </c:pt>
                <c:pt idx="65">
                  <c:v>93.365641234108239</c:v>
                </c:pt>
                <c:pt idx="66">
                  <c:v>93.838567448917473</c:v>
                </c:pt>
                <c:pt idx="67">
                  <c:v>93.249364061414354</c:v>
                </c:pt>
                <c:pt idx="68">
                  <c:v>92.678073000719095</c:v>
                </c:pt>
                <c:pt idx="69">
                  <c:v>92.235907043521053</c:v>
                </c:pt>
                <c:pt idx="70">
                  <c:v>91.999579893056165</c:v>
                </c:pt>
                <c:pt idx="71">
                  <c:v>91.781674907923062</c:v>
                </c:pt>
                <c:pt idx="72">
                  <c:v>92.124524320657059</c:v>
                </c:pt>
                <c:pt idx="73">
                  <c:v>92.108719326414828</c:v>
                </c:pt>
                <c:pt idx="74">
                  <c:v>91.73684310705103</c:v>
                </c:pt>
                <c:pt idx="75">
                  <c:v>91.7273601105057</c:v>
                </c:pt>
                <c:pt idx="76">
                  <c:v>91.704043495344052</c:v>
                </c:pt>
                <c:pt idx="77">
                  <c:v>91.095262308521527</c:v>
                </c:pt>
                <c:pt idx="78">
                  <c:v>91.218235360496507</c:v>
                </c:pt>
                <c:pt idx="79">
                  <c:v>90.76821789002976</c:v>
                </c:pt>
                <c:pt idx="80">
                  <c:v>89.772095381950507</c:v>
                </c:pt>
                <c:pt idx="81">
                  <c:v>88.690659894198191</c:v>
                </c:pt>
                <c:pt idx="82">
                  <c:v>88.322080630622551</c:v>
                </c:pt>
                <c:pt idx="83">
                  <c:v>87.851771586902899</c:v>
                </c:pt>
                <c:pt idx="84">
                  <c:v>87.41959846477414</c:v>
                </c:pt>
                <c:pt idx="85">
                  <c:v>87.902653471592387</c:v>
                </c:pt>
                <c:pt idx="86">
                  <c:v>87.352503715023289</c:v>
                </c:pt>
                <c:pt idx="87">
                  <c:v>87.572176140372747</c:v>
                </c:pt>
                <c:pt idx="88">
                  <c:v>87.649535639072312</c:v>
                </c:pt>
                <c:pt idx="89">
                  <c:v>87.250094150180701</c:v>
                </c:pt>
                <c:pt idx="90">
                  <c:v>86.862718839689023</c:v>
                </c:pt>
                <c:pt idx="91">
                  <c:v>85.705929218097964</c:v>
                </c:pt>
                <c:pt idx="92">
                  <c:v>85.635979372613036</c:v>
                </c:pt>
                <c:pt idx="93">
                  <c:v>85.881279681099329</c:v>
                </c:pt>
                <c:pt idx="94">
                  <c:v>85.64556433686316</c:v>
                </c:pt>
                <c:pt idx="95">
                  <c:v>85.602737900851977</c:v>
                </c:pt>
                <c:pt idx="96">
                  <c:v>85.865474686857112</c:v>
                </c:pt>
                <c:pt idx="97">
                  <c:v>86.518577836027688</c:v>
                </c:pt>
                <c:pt idx="98">
                  <c:v>86.612728016782455</c:v>
                </c:pt>
                <c:pt idx="99">
                  <c:v>87.134802665299787</c:v>
                </c:pt>
                <c:pt idx="100">
                  <c:v>87.965329620802422</c:v>
                </c:pt>
                <c:pt idx="101">
                  <c:v>88.817439740485327</c:v>
                </c:pt>
                <c:pt idx="102">
                  <c:v>88.75874033176207</c:v>
                </c:pt>
                <c:pt idx="103">
                  <c:v>88.758604374822355</c:v>
                </c:pt>
                <c:pt idx="104">
                  <c:v>88.915566661726842</c:v>
                </c:pt>
                <c:pt idx="105">
                  <c:v>89.581653698640508</c:v>
                </c:pt>
                <c:pt idx="106">
                  <c:v>89.829503199746497</c:v>
                </c:pt>
                <c:pt idx="107">
                  <c:v>89.45242662743847</c:v>
                </c:pt>
                <c:pt idx="108">
                  <c:v>89.182688059037872</c:v>
                </c:pt>
                <c:pt idx="109">
                  <c:v>89.62308657601956</c:v>
                </c:pt>
                <c:pt idx="110">
                  <c:v>89.649394243855014</c:v>
                </c:pt>
                <c:pt idx="111">
                  <c:v>89.563571425657997</c:v>
                </c:pt>
                <c:pt idx="112">
                  <c:v>89.087008362711288</c:v>
                </c:pt>
                <c:pt idx="113">
                  <c:v>88.944729425296345</c:v>
                </c:pt>
                <c:pt idx="114">
                  <c:v>88.394375733317673</c:v>
                </c:pt>
                <c:pt idx="115">
                  <c:v>87.318446501623924</c:v>
                </c:pt>
                <c:pt idx="116">
                  <c:v>85.331503806114441</c:v>
                </c:pt>
                <c:pt idx="117">
                  <c:v>85.187219503838676</c:v>
                </c:pt>
                <c:pt idx="118">
                  <c:v>85.338233674630487</c:v>
                </c:pt>
                <c:pt idx="119">
                  <c:v>85.43948760548551</c:v>
                </c:pt>
                <c:pt idx="120">
                  <c:v>85.46008508185281</c:v>
                </c:pt>
                <c:pt idx="121">
                  <c:v>85.700762854388714</c:v>
                </c:pt>
                <c:pt idx="122">
                  <c:v>85.909898616910027</c:v>
                </c:pt>
                <c:pt idx="123">
                  <c:v>86.103093428249366</c:v>
                </c:pt>
                <c:pt idx="124">
                  <c:v>86.251898298770769</c:v>
                </c:pt>
                <c:pt idx="125">
                  <c:v>86.088342100289935</c:v>
                </c:pt>
                <c:pt idx="126">
                  <c:v>86.073726729270248</c:v>
                </c:pt>
                <c:pt idx="127">
                  <c:v>85.85755519511855</c:v>
                </c:pt>
                <c:pt idx="128">
                  <c:v>85.657834450672738</c:v>
                </c:pt>
                <c:pt idx="129">
                  <c:v>85.469262175283802</c:v>
                </c:pt>
                <c:pt idx="130">
                  <c:v>85.239562925630167</c:v>
                </c:pt>
                <c:pt idx="131">
                  <c:v>85.422764901900237</c:v>
                </c:pt>
                <c:pt idx="132">
                  <c:v>84.298401010431931</c:v>
                </c:pt>
                <c:pt idx="133">
                  <c:v>83.689042006615622</c:v>
                </c:pt>
                <c:pt idx="134">
                  <c:v>83.922650018286177</c:v>
                </c:pt>
                <c:pt idx="135">
                  <c:v>84.149086301386603</c:v>
                </c:pt>
                <c:pt idx="136">
                  <c:v>83.188516533043625</c:v>
                </c:pt>
                <c:pt idx="137">
                  <c:v>82.732618924934059</c:v>
                </c:pt>
                <c:pt idx="138">
                  <c:v>83.088044354592</c:v>
                </c:pt>
                <c:pt idx="139">
                  <c:v>82.055485386668337</c:v>
                </c:pt>
                <c:pt idx="140">
                  <c:v>82.835980188354753</c:v>
                </c:pt>
                <c:pt idx="141">
                  <c:v>83.318831259763414</c:v>
                </c:pt>
                <c:pt idx="142">
                  <c:v>83.323113903364543</c:v>
                </c:pt>
                <c:pt idx="143">
                  <c:v>83.241743674943294</c:v>
                </c:pt>
                <c:pt idx="144">
                  <c:v>83.16533587482175</c:v>
                </c:pt>
                <c:pt idx="145">
                  <c:v>83.92870010210369</c:v>
                </c:pt>
                <c:pt idx="146">
                  <c:v>84.121928902677993</c:v>
                </c:pt>
                <c:pt idx="147">
                  <c:v>84.074208016836963</c:v>
                </c:pt>
                <c:pt idx="148">
                  <c:v>84.061462053738396</c:v>
                </c:pt>
                <c:pt idx="149">
                  <c:v>85.074885082396747</c:v>
                </c:pt>
                <c:pt idx="150">
                  <c:v>85.7195249120699</c:v>
                </c:pt>
                <c:pt idx="151">
                  <c:v>86.541316634195667</c:v>
                </c:pt>
                <c:pt idx="152">
                  <c:v>85.995721435107143</c:v>
                </c:pt>
                <c:pt idx="153">
                  <c:v>85.409848992627118</c:v>
                </c:pt>
                <c:pt idx="154">
                  <c:v>86.30740271941076</c:v>
                </c:pt>
                <c:pt idx="155">
                  <c:v>86.354681745197723</c:v>
                </c:pt>
                <c:pt idx="156">
                  <c:v>86.927162429115526</c:v>
                </c:pt>
                <c:pt idx="157">
                  <c:v>86.835799365624993</c:v>
                </c:pt>
                <c:pt idx="158">
                  <c:v>88.173003846221889</c:v>
                </c:pt>
                <c:pt idx="159">
                  <c:v>88.393695948619239</c:v>
                </c:pt>
                <c:pt idx="160">
                  <c:v>88.37190884902941</c:v>
                </c:pt>
                <c:pt idx="161">
                  <c:v>88.068520938048565</c:v>
                </c:pt>
                <c:pt idx="162">
                  <c:v>87.624519562164323</c:v>
                </c:pt>
                <c:pt idx="163">
                  <c:v>87.097856366931538</c:v>
                </c:pt>
                <c:pt idx="164">
                  <c:v>86.538223613817109</c:v>
                </c:pt>
                <c:pt idx="165">
                  <c:v>85.767993561079422</c:v>
                </c:pt>
                <c:pt idx="166">
                  <c:v>85.369809673880184</c:v>
                </c:pt>
                <c:pt idx="167">
                  <c:v>85.687065192712254</c:v>
                </c:pt>
                <c:pt idx="168">
                  <c:v>85.755621479565093</c:v>
                </c:pt>
                <c:pt idx="169">
                  <c:v>86.092114905367254</c:v>
                </c:pt>
                <c:pt idx="170">
                  <c:v>86.128993225265788</c:v>
                </c:pt>
                <c:pt idx="171">
                  <c:v>85.731489122765126</c:v>
                </c:pt>
                <c:pt idx="172">
                  <c:v>85.780093728714334</c:v>
                </c:pt>
                <c:pt idx="173">
                  <c:v>85.599203020419466</c:v>
                </c:pt>
                <c:pt idx="174">
                  <c:v>84.910445163807822</c:v>
                </c:pt>
                <c:pt idx="175">
                  <c:v>85.599270998889352</c:v>
                </c:pt>
                <c:pt idx="176">
                  <c:v>85.2949313893305</c:v>
                </c:pt>
                <c:pt idx="177">
                  <c:v>84.784786962273429</c:v>
                </c:pt>
                <c:pt idx="178">
                  <c:v>84.869182232603407</c:v>
                </c:pt>
                <c:pt idx="179">
                  <c:v>85.105033533779277</c:v>
                </c:pt>
                <c:pt idx="180">
                  <c:v>85.781011438057448</c:v>
                </c:pt>
                <c:pt idx="181">
                  <c:v>86.244284710146715</c:v>
                </c:pt>
                <c:pt idx="182">
                  <c:v>85.451553783885672</c:v>
                </c:pt>
                <c:pt idx="183">
                  <c:v>85.064824268857677</c:v>
                </c:pt>
                <c:pt idx="184">
                  <c:v>84.66422714597843</c:v>
                </c:pt>
                <c:pt idx="185">
                  <c:v>84.471304248518507</c:v>
                </c:pt>
                <c:pt idx="186">
                  <c:v>84.485817651833415</c:v>
                </c:pt>
                <c:pt idx="187">
                  <c:v>84.361994868985192</c:v>
                </c:pt>
                <c:pt idx="188">
                  <c:v>83.970438882597193</c:v>
                </c:pt>
                <c:pt idx="189">
                  <c:v>83.710489213856278</c:v>
                </c:pt>
                <c:pt idx="190">
                  <c:v>82.744413189454733</c:v>
                </c:pt>
                <c:pt idx="191">
                  <c:v>81.461455527805327</c:v>
                </c:pt>
                <c:pt idx="192">
                  <c:v>81.359657769191443</c:v>
                </c:pt>
                <c:pt idx="193">
                  <c:v>81.011879917392662</c:v>
                </c:pt>
                <c:pt idx="194">
                  <c:v>80.958686764727972</c:v>
                </c:pt>
                <c:pt idx="195">
                  <c:v>81.430321388609897</c:v>
                </c:pt>
                <c:pt idx="196">
                  <c:v>82.189776853874946</c:v>
                </c:pt>
                <c:pt idx="197">
                  <c:v>83.015919198071686</c:v>
                </c:pt>
                <c:pt idx="198">
                  <c:v>82.316930581746234</c:v>
                </c:pt>
                <c:pt idx="199">
                  <c:v>82.203202601672075</c:v>
                </c:pt>
                <c:pt idx="200">
                  <c:v>81.909297687236574</c:v>
                </c:pt>
                <c:pt idx="201">
                  <c:v>81.532085157988845</c:v>
                </c:pt>
                <c:pt idx="202">
                  <c:v>81.104976431864571</c:v>
                </c:pt>
                <c:pt idx="203">
                  <c:v>80.623145037503804</c:v>
                </c:pt>
                <c:pt idx="204">
                  <c:v>80.573384797567002</c:v>
                </c:pt>
                <c:pt idx="205">
                  <c:v>80.63215218476013</c:v>
                </c:pt>
                <c:pt idx="206">
                  <c:v>80.778781744246032</c:v>
                </c:pt>
                <c:pt idx="207">
                  <c:v>80.839996356354121</c:v>
                </c:pt>
                <c:pt idx="208">
                  <c:v>80.273055917729849</c:v>
                </c:pt>
                <c:pt idx="209">
                  <c:v>80.346540643647458</c:v>
                </c:pt>
                <c:pt idx="210">
                  <c:v>80.061370962588825</c:v>
                </c:pt>
                <c:pt idx="211">
                  <c:v>80.007701960635117</c:v>
                </c:pt>
                <c:pt idx="212">
                  <c:v>80.582120030943884</c:v>
                </c:pt>
                <c:pt idx="213">
                  <c:v>81.462305258678555</c:v>
                </c:pt>
                <c:pt idx="214">
                  <c:v>81.430389367079741</c:v>
                </c:pt>
                <c:pt idx="215">
                  <c:v>81.104024733286565</c:v>
                </c:pt>
                <c:pt idx="216">
                  <c:v>80.711890929904769</c:v>
                </c:pt>
                <c:pt idx="217">
                  <c:v>81.126593585279736</c:v>
                </c:pt>
                <c:pt idx="218">
                  <c:v>81.171255439977116</c:v>
                </c:pt>
                <c:pt idx="219">
                  <c:v>80.676100265523971</c:v>
                </c:pt>
                <c:pt idx="220">
                  <c:v>81.668891828580115</c:v>
                </c:pt>
                <c:pt idx="221">
                  <c:v>82.236240138023575</c:v>
                </c:pt>
                <c:pt idx="222">
                  <c:v>82.689690521218211</c:v>
                </c:pt>
                <c:pt idx="223">
                  <c:v>82.883905009605428</c:v>
                </c:pt>
                <c:pt idx="224">
                  <c:v>84.111018358265639</c:v>
                </c:pt>
                <c:pt idx="225">
                  <c:v>85.078080070480155</c:v>
                </c:pt>
                <c:pt idx="226">
                  <c:v>85.119003109335296</c:v>
                </c:pt>
                <c:pt idx="227">
                  <c:v>85.681083087364641</c:v>
                </c:pt>
                <c:pt idx="228">
                  <c:v>85.362501988370326</c:v>
                </c:pt>
                <c:pt idx="229">
                  <c:v>84.487823016694236</c:v>
                </c:pt>
                <c:pt idx="230">
                  <c:v>84.96129305926236</c:v>
                </c:pt>
                <c:pt idx="231">
                  <c:v>84.568921331236055</c:v>
                </c:pt>
                <c:pt idx="232">
                  <c:v>84.978423633666822</c:v>
                </c:pt>
                <c:pt idx="233">
                  <c:v>85.423920535887945</c:v>
                </c:pt>
                <c:pt idx="234">
                  <c:v>86.119034379431412</c:v>
                </c:pt>
                <c:pt idx="235">
                  <c:v>85.877540865257217</c:v>
                </c:pt>
                <c:pt idx="236">
                  <c:v>85.96849605792859</c:v>
                </c:pt>
                <c:pt idx="237">
                  <c:v>86.309646008916133</c:v>
                </c:pt>
                <c:pt idx="238">
                  <c:v>86.447812248904569</c:v>
                </c:pt>
                <c:pt idx="239">
                  <c:v>87.180756110924591</c:v>
                </c:pt>
                <c:pt idx="240">
                  <c:v>87.48329429103218</c:v>
                </c:pt>
                <c:pt idx="241">
                  <c:v>87.402297944195155</c:v>
                </c:pt>
                <c:pt idx="242">
                  <c:v>87.135618406938192</c:v>
                </c:pt>
                <c:pt idx="243">
                  <c:v>87.440263919611397</c:v>
                </c:pt>
                <c:pt idx="244">
                  <c:v>87.654464078137181</c:v>
                </c:pt>
                <c:pt idx="245">
                  <c:v>87.423745151435654</c:v>
                </c:pt>
                <c:pt idx="246">
                  <c:v>86.794434466715728</c:v>
                </c:pt>
                <c:pt idx="247">
                  <c:v>87.774582034378085</c:v>
                </c:pt>
                <c:pt idx="248">
                  <c:v>87.984839441652028</c:v>
                </c:pt>
                <c:pt idx="249">
                  <c:v>87.548213729747516</c:v>
                </c:pt>
                <c:pt idx="250">
                  <c:v>87.421501861930295</c:v>
                </c:pt>
                <c:pt idx="251">
                  <c:v>87.595322809359814</c:v>
                </c:pt>
                <c:pt idx="252">
                  <c:v>87.946703520061121</c:v>
                </c:pt>
                <c:pt idx="253">
                  <c:v>88.128308002289543</c:v>
                </c:pt>
                <c:pt idx="254">
                  <c:v>88.306139679440776</c:v>
                </c:pt>
                <c:pt idx="255">
                  <c:v>88.578597386635735</c:v>
                </c:pt>
                <c:pt idx="256">
                  <c:v>88.588488254000225</c:v>
                </c:pt>
                <c:pt idx="257">
                  <c:v>88.029093425530291</c:v>
                </c:pt>
                <c:pt idx="258">
                  <c:v>88.01984835362947</c:v>
                </c:pt>
                <c:pt idx="259">
                  <c:v>88.310252376867226</c:v>
                </c:pt>
                <c:pt idx="260">
                  <c:v>100</c:v>
                </c:pt>
                <c:pt idx="261">
                  <c:v>99.996921086286932</c:v>
                </c:pt>
                <c:pt idx="262">
                  <c:v>99.880538147933336</c:v>
                </c:pt>
                <c:pt idx="263">
                  <c:v>100.29080340019834</c:v>
                </c:pt>
                <c:pt idx="264">
                  <c:v>100.04703040696697</c:v>
                </c:pt>
                <c:pt idx="265">
                  <c:v>101.25338728616465</c:v>
                </c:pt>
                <c:pt idx="266">
                  <c:v>102.37965392240142</c:v>
                </c:pt>
                <c:pt idx="267">
                  <c:v>102.30622183034498</c:v>
                </c:pt>
                <c:pt idx="268">
                  <c:v>102.89729629040936</c:v>
                </c:pt>
                <c:pt idx="269">
                  <c:v>103.84564020045272</c:v>
                </c:pt>
                <c:pt idx="270">
                  <c:v>104.39926737248203</c:v>
                </c:pt>
                <c:pt idx="271">
                  <c:v>104.13448079315901</c:v>
                </c:pt>
                <c:pt idx="272">
                  <c:v>103.80022622318513</c:v>
                </c:pt>
                <c:pt idx="273">
                  <c:v>104.37744557154076</c:v>
                </c:pt>
                <c:pt idx="274">
                  <c:v>103.53505477964802</c:v>
                </c:pt>
                <c:pt idx="275">
                  <c:v>103.9908879548663</c:v>
                </c:pt>
                <c:pt idx="276">
                  <c:v>104.12747626446185</c:v>
                </c:pt>
                <c:pt idx="277">
                  <c:v>104.556753808905</c:v>
                </c:pt>
                <c:pt idx="278">
                  <c:v>104.98406854585609</c:v>
                </c:pt>
                <c:pt idx="279">
                  <c:v>104.87676840295602</c:v>
                </c:pt>
                <c:pt idx="280">
                  <c:v>104.72651741375877</c:v>
                </c:pt>
                <c:pt idx="281">
                  <c:v>104.49448277905839</c:v>
                </c:pt>
                <c:pt idx="282">
                  <c:v>104.29273695801024</c:v>
                </c:pt>
                <c:pt idx="283">
                  <c:v>104.90732662155813</c:v>
                </c:pt>
                <c:pt idx="284">
                  <c:v>106.01723652869426</c:v>
                </c:pt>
                <c:pt idx="285">
                  <c:v>104.65416294150191</c:v>
                </c:pt>
                <c:pt idx="286">
                  <c:v>103.18913882398594</c:v>
                </c:pt>
                <c:pt idx="287">
                  <c:v>102.94309513189117</c:v>
                </c:pt>
                <c:pt idx="288">
                  <c:v>103.20360971843732</c:v>
                </c:pt>
                <c:pt idx="289">
                  <c:v>103.31383482936482</c:v>
                </c:pt>
                <c:pt idx="290">
                  <c:v>102.65621734667698</c:v>
                </c:pt>
                <c:pt idx="291">
                  <c:v>102.73184316475395</c:v>
                </c:pt>
                <c:pt idx="292">
                  <c:v>102.84684059193665</c:v>
                </c:pt>
                <c:pt idx="293">
                  <c:v>101.90426964510527</c:v>
                </c:pt>
                <c:pt idx="294">
                  <c:v>101.7350833365727</c:v>
                </c:pt>
                <c:pt idx="295">
                  <c:v>101.64848888839296</c:v>
                </c:pt>
                <c:pt idx="296">
                  <c:v>101.80274246541718</c:v>
                </c:pt>
                <c:pt idx="297">
                  <c:v>101.31762112350341</c:v>
                </c:pt>
                <c:pt idx="298">
                  <c:v>101.36361239709223</c:v>
                </c:pt>
                <c:pt idx="299">
                  <c:v>101.61069522256513</c:v>
                </c:pt>
                <c:pt idx="300">
                  <c:v>100.92502113866705</c:v>
                </c:pt>
                <c:pt idx="301">
                  <c:v>101.09008940010838</c:v>
                </c:pt>
                <c:pt idx="302">
                  <c:v>100.99252632182584</c:v>
                </c:pt>
                <c:pt idx="303">
                  <c:v>101.86747662623418</c:v>
                </c:pt>
                <c:pt idx="304">
                  <c:v>101.35025760886181</c:v>
                </c:pt>
                <c:pt idx="305">
                  <c:v>101.59229871312962</c:v>
                </c:pt>
                <c:pt idx="306">
                  <c:v>102.12641326950245</c:v>
                </c:pt>
                <c:pt idx="307">
                  <c:v>101.34232940605074</c:v>
                </c:pt>
                <c:pt idx="308">
                  <c:v>101.4591356950399</c:v>
                </c:pt>
                <c:pt idx="309">
                  <c:v>101.55388926455926</c:v>
                </c:pt>
                <c:pt idx="310">
                  <c:v>102.11494431592135</c:v>
                </c:pt>
                <c:pt idx="311">
                  <c:v>102.20496405560691</c:v>
                </c:pt>
                <c:pt idx="312">
                  <c:v>102.09785634481389</c:v>
                </c:pt>
                <c:pt idx="313">
                  <c:v>101.21332292147366</c:v>
                </c:pt>
                <c:pt idx="314">
                  <c:v>101.45151538360014</c:v>
                </c:pt>
                <c:pt idx="315">
                  <c:v>101.81424990541981</c:v>
                </c:pt>
                <c:pt idx="316">
                  <c:v>102.19264840075469</c:v>
                </c:pt>
                <c:pt idx="317">
                  <c:v>102.39008374260455</c:v>
                </c:pt>
                <c:pt idx="318">
                  <c:v>102.80057991339805</c:v>
                </c:pt>
                <c:pt idx="319">
                  <c:v>103.79880222559295</c:v>
                </c:pt>
                <c:pt idx="320">
                  <c:v>103.535978453762</c:v>
                </c:pt>
                <c:pt idx="321">
                  <c:v>103.52270063837445</c:v>
                </c:pt>
                <c:pt idx="322">
                  <c:v>104.13771365255786</c:v>
                </c:pt>
                <c:pt idx="323">
                  <c:v>104.34931199748777</c:v>
                </c:pt>
                <c:pt idx="324">
                  <c:v>104.82823702555403</c:v>
                </c:pt>
                <c:pt idx="325">
                  <c:v>105.15841203485807</c:v>
                </c:pt>
                <c:pt idx="326">
                  <c:v>105.18500615205461</c:v>
                </c:pt>
                <c:pt idx="327">
                  <c:v>105.42531536735883</c:v>
                </c:pt>
                <c:pt idx="328">
                  <c:v>105.26617401481514</c:v>
                </c:pt>
                <c:pt idx="329">
                  <c:v>105.22033668691196</c:v>
                </c:pt>
                <c:pt idx="330">
                  <c:v>105.23326812450676</c:v>
                </c:pt>
                <c:pt idx="331">
                  <c:v>104.76419562032233</c:v>
                </c:pt>
                <c:pt idx="332">
                  <c:v>105.11657729478182</c:v>
                </c:pt>
                <c:pt idx="333">
                  <c:v>105.64107024580132</c:v>
                </c:pt>
                <c:pt idx="334">
                  <c:v>106.33617350294568</c:v>
                </c:pt>
                <c:pt idx="335">
                  <c:v>105.98155961604418</c:v>
                </c:pt>
                <c:pt idx="336">
                  <c:v>105.3361038425229</c:v>
                </c:pt>
                <c:pt idx="337">
                  <c:v>105.50998549446787</c:v>
                </c:pt>
                <c:pt idx="338">
                  <c:v>105.18312031740534</c:v>
                </c:pt>
                <c:pt idx="339">
                  <c:v>105.61566920766862</c:v>
                </c:pt>
                <c:pt idx="340">
                  <c:v>105.4533334821476</c:v>
                </c:pt>
                <c:pt idx="341">
                  <c:v>105.60581668378683</c:v>
                </c:pt>
                <c:pt idx="342">
                  <c:v>105.41834932508299</c:v>
                </c:pt>
                <c:pt idx="343">
                  <c:v>105.73035874348005</c:v>
                </c:pt>
                <c:pt idx="344">
                  <c:v>105.76426528074512</c:v>
                </c:pt>
                <c:pt idx="345">
                  <c:v>106.06499817766813</c:v>
                </c:pt>
                <c:pt idx="346">
                  <c:v>105.9093206030516</c:v>
                </c:pt>
                <c:pt idx="347">
                  <c:v>105.67470737811654</c:v>
                </c:pt>
                <c:pt idx="348">
                  <c:v>106.36515377826989</c:v>
                </c:pt>
                <c:pt idx="349">
                  <c:v>106.51128672037591</c:v>
                </c:pt>
                <c:pt idx="350">
                  <c:v>106.86024310332968</c:v>
                </c:pt>
                <c:pt idx="351">
                  <c:v>107.04909597320439</c:v>
                </c:pt>
                <c:pt idx="352">
                  <c:v>106.52602701977717</c:v>
                </c:pt>
                <c:pt idx="353">
                  <c:v>106.69756100001594</c:v>
                </c:pt>
                <c:pt idx="354">
                  <c:v>106.23603183442849</c:v>
                </c:pt>
                <c:pt idx="355">
                  <c:v>106.21574949034371</c:v>
                </c:pt>
                <c:pt idx="356">
                  <c:v>106.77449535642094</c:v>
                </c:pt>
                <c:pt idx="357">
                  <c:v>106.70991514128956</c:v>
                </c:pt>
                <c:pt idx="358">
                  <c:v>105.89011587876637</c:v>
                </c:pt>
                <c:pt idx="359">
                  <c:v>105.23322963808538</c:v>
                </c:pt>
                <c:pt idx="360">
                  <c:v>105.13185640408291</c:v>
                </c:pt>
                <c:pt idx="361">
                  <c:v>105.2138324816931</c:v>
                </c:pt>
                <c:pt idx="362">
                  <c:v>104.99572993154435</c:v>
                </c:pt>
                <c:pt idx="363">
                  <c:v>105.17877135178563</c:v>
                </c:pt>
                <c:pt idx="364">
                  <c:v>104.53100639297955</c:v>
                </c:pt>
                <c:pt idx="365">
                  <c:v>104.76188643503751</c:v>
                </c:pt>
                <c:pt idx="366">
                  <c:v>104.94219531935849</c:v>
                </c:pt>
                <c:pt idx="367">
                  <c:v>104.7493013752354</c:v>
                </c:pt>
                <c:pt idx="368">
                  <c:v>104.3903000362928</c:v>
                </c:pt>
                <c:pt idx="369">
                  <c:v>105.11068887230566</c:v>
                </c:pt>
                <c:pt idx="370">
                  <c:v>105.61971028191701</c:v>
                </c:pt>
                <c:pt idx="371">
                  <c:v>106.08150885245438</c:v>
                </c:pt>
                <c:pt idx="372">
                  <c:v>106.1549409445108</c:v>
                </c:pt>
                <c:pt idx="373">
                  <c:v>106.36192091887112</c:v>
                </c:pt>
                <c:pt idx="374">
                  <c:v>106.75047982945912</c:v>
                </c:pt>
                <c:pt idx="375">
                  <c:v>107.25977064402036</c:v>
                </c:pt>
                <c:pt idx="376">
                  <c:v>107.18776254955621</c:v>
                </c:pt>
                <c:pt idx="377">
                  <c:v>107.44227325436194</c:v>
                </c:pt>
                <c:pt idx="378">
                  <c:v>107.83625875036911</c:v>
                </c:pt>
                <c:pt idx="379">
                  <c:v>107.75401326780906</c:v>
                </c:pt>
                <c:pt idx="380">
                  <c:v>108.11882605638509</c:v>
                </c:pt>
                <c:pt idx="381">
                  <c:v>108.02414945970854</c:v>
                </c:pt>
                <c:pt idx="382">
                  <c:v>107.8419162543169</c:v>
                </c:pt>
                <c:pt idx="383">
                  <c:v>108.12979468648786</c:v>
                </c:pt>
                <c:pt idx="384">
                  <c:v>108.04893471509868</c:v>
                </c:pt>
                <c:pt idx="385">
                  <c:v>107.67615523729015</c:v>
                </c:pt>
                <c:pt idx="386">
                  <c:v>107.90811289914767</c:v>
                </c:pt>
                <c:pt idx="387">
                  <c:v>108.27804438177158</c:v>
                </c:pt>
                <c:pt idx="388">
                  <c:v>107.58967624837459</c:v>
                </c:pt>
                <c:pt idx="389">
                  <c:v>107.51020178815625</c:v>
                </c:pt>
                <c:pt idx="390">
                  <c:v>107.79334639049341</c:v>
                </c:pt>
                <c:pt idx="391">
                  <c:v>108.24182865922177</c:v>
                </c:pt>
                <c:pt idx="392">
                  <c:v>108.45100235960264</c:v>
                </c:pt>
                <c:pt idx="393">
                  <c:v>108.01345023455563</c:v>
                </c:pt>
                <c:pt idx="394">
                  <c:v>106.97339318228454</c:v>
                </c:pt>
                <c:pt idx="395">
                  <c:v>107.35937350263779</c:v>
                </c:pt>
                <c:pt idx="396">
                  <c:v>107.51108697584873</c:v>
                </c:pt>
                <c:pt idx="397">
                  <c:v>107.99478432017021</c:v>
                </c:pt>
                <c:pt idx="398">
                  <c:v>109.48043715956366</c:v>
                </c:pt>
                <c:pt idx="399">
                  <c:v>110.36443177300409</c:v>
                </c:pt>
                <c:pt idx="400">
                  <c:v>110.4431749912156</c:v>
                </c:pt>
                <c:pt idx="401">
                  <c:v>110.38067304284048</c:v>
                </c:pt>
                <c:pt idx="402">
                  <c:v>111.18985005305366</c:v>
                </c:pt>
                <c:pt idx="403">
                  <c:v>110.7562235429908</c:v>
                </c:pt>
                <c:pt idx="404">
                  <c:v>110.47615785436672</c:v>
                </c:pt>
                <c:pt idx="405">
                  <c:v>110.27325744067619</c:v>
                </c:pt>
                <c:pt idx="406">
                  <c:v>110.47311742707511</c:v>
                </c:pt>
                <c:pt idx="407">
                  <c:v>110.44429109743662</c:v>
                </c:pt>
                <c:pt idx="408">
                  <c:v>110.6277943547349</c:v>
                </c:pt>
                <c:pt idx="409">
                  <c:v>110.64780729386977</c:v>
                </c:pt>
                <c:pt idx="410">
                  <c:v>110.76888557563579</c:v>
                </c:pt>
                <c:pt idx="411">
                  <c:v>110.89492860576409</c:v>
                </c:pt>
                <c:pt idx="412">
                  <c:v>109.93342233959741</c:v>
                </c:pt>
                <c:pt idx="413">
                  <c:v>109.00628444775271</c:v>
                </c:pt>
                <c:pt idx="414">
                  <c:v>107.96876749929488</c:v>
                </c:pt>
                <c:pt idx="415">
                  <c:v>108.9397029387078</c:v>
                </c:pt>
                <c:pt idx="416">
                  <c:v>108.54136847708089</c:v>
                </c:pt>
                <c:pt idx="417">
                  <c:v>108.03153885261985</c:v>
                </c:pt>
                <c:pt idx="418">
                  <c:v>108.39577434487465</c:v>
                </c:pt>
                <c:pt idx="419">
                  <c:v>109.1330587198879</c:v>
                </c:pt>
                <c:pt idx="420">
                  <c:v>108.73064469759119</c:v>
                </c:pt>
                <c:pt idx="421">
                  <c:v>107.63782276156252</c:v>
                </c:pt>
                <c:pt idx="422">
                  <c:v>107.22147665471422</c:v>
                </c:pt>
                <c:pt idx="423">
                  <c:v>107.35818042357401</c:v>
                </c:pt>
                <c:pt idx="424">
                  <c:v>106.84311664580078</c:v>
                </c:pt>
                <c:pt idx="425">
                  <c:v>106.96354065840281</c:v>
                </c:pt>
                <c:pt idx="426">
                  <c:v>106.63663699491885</c:v>
                </c:pt>
                <c:pt idx="427">
                  <c:v>106.9528029468285</c:v>
                </c:pt>
                <c:pt idx="428">
                  <c:v>107.77321799209433</c:v>
                </c:pt>
                <c:pt idx="429">
                  <c:v>107.996246804184</c:v>
                </c:pt>
                <c:pt idx="430">
                  <c:v>107.63755335661268</c:v>
                </c:pt>
                <c:pt idx="431">
                  <c:v>107.83598934541929</c:v>
                </c:pt>
                <c:pt idx="432">
                  <c:v>108.1067413200614</c:v>
                </c:pt>
                <c:pt idx="433">
                  <c:v>108.51084874490031</c:v>
                </c:pt>
                <c:pt idx="434">
                  <c:v>107.91530985995199</c:v>
                </c:pt>
                <c:pt idx="435">
                  <c:v>107.6648017429733</c:v>
                </c:pt>
                <c:pt idx="436">
                  <c:v>107.3288152840358</c:v>
                </c:pt>
                <c:pt idx="437">
                  <c:v>106.21759683857161</c:v>
                </c:pt>
                <c:pt idx="438">
                  <c:v>105.72354664689001</c:v>
                </c:pt>
                <c:pt idx="439">
                  <c:v>105.71788914294227</c:v>
                </c:pt>
                <c:pt idx="440">
                  <c:v>105.88888431328125</c:v>
                </c:pt>
                <c:pt idx="441">
                  <c:v>106.12276629620945</c:v>
                </c:pt>
                <c:pt idx="442">
                  <c:v>105.92363755181742</c:v>
                </c:pt>
                <c:pt idx="443">
                  <c:v>106.51640541442394</c:v>
                </c:pt>
                <c:pt idx="444">
                  <c:v>106.39513470055086</c:v>
                </c:pt>
                <c:pt idx="445">
                  <c:v>106.35133715298258</c:v>
                </c:pt>
                <c:pt idx="446">
                  <c:v>106.29645551604732</c:v>
                </c:pt>
                <c:pt idx="447">
                  <c:v>106.07165632857267</c:v>
                </c:pt>
                <c:pt idx="448">
                  <c:v>106.35295358268198</c:v>
                </c:pt>
                <c:pt idx="449">
                  <c:v>105.55105050611593</c:v>
                </c:pt>
                <c:pt idx="450">
                  <c:v>105.73309127940047</c:v>
                </c:pt>
                <c:pt idx="451">
                  <c:v>104.7082363635876</c:v>
                </c:pt>
                <c:pt idx="452">
                  <c:v>104.1558022706221</c:v>
                </c:pt>
                <c:pt idx="453">
                  <c:v>103.27030668674654</c:v>
                </c:pt>
                <c:pt idx="454">
                  <c:v>103.33592603525607</c:v>
                </c:pt>
                <c:pt idx="455">
                  <c:v>104.28207621927888</c:v>
                </c:pt>
                <c:pt idx="456">
                  <c:v>103.18636780164425</c:v>
                </c:pt>
                <c:pt idx="457">
                  <c:v>102.31107111944316</c:v>
                </c:pt>
                <c:pt idx="458">
                  <c:v>101.88194752068566</c:v>
                </c:pt>
                <c:pt idx="459">
                  <c:v>101.74262667516979</c:v>
                </c:pt>
                <c:pt idx="460">
                  <c:v>101.80435889511658</c:v>
                </c:pt>
                <c:pt idx="461">
                  <c:v>101.98482172512318</c:v>
                </c:pt>
                <c:pt idx="462">
                  <c:v>103.05135743532657</c:v>
                </c:pt>
                <c:pt idx="463">
                  <c:v>103.9328889177966</c:v>
                </c:pt>
                <c:pt idx="464">
                  <c:v>103.5415589848669</c:v>
                </c:pt>
                <c:pt idx="465">
                  <c:v>103.2782348895576</c:v>
                </c:pt>
                <c:pt idx="466">
                  <c:v>103.56391959570797</c:v>
                </c:pt>
                <c:pt idx="467">
                  <c:v>103.63935298167787</c:v>
                </c:pt>
                <c:pt idx="468">
                  <c:v>102.90041369054389</c:v>
                </c:pt>
                <c:pt idx="469">
                  <c:v>102.54783958397728</c:v>
                </c:pt>
                <c:pt idx="470">
                  <c:v>102.6831578416662</c:v>
                </c:pt>
                <c:pt idx="471">
                  <c:v>102.82467241320265</c:v>
                </c:pt>
                <c:pt idx="472">
                  <c:v>103.06436584576429</c:v>
                </c:pt>
                <c:pt idx="473">
                  <c:v>102.9091116217833</c:v>
                </c:pt>
                <c:pt idx="474">
                  <c:v>103.10427626476979</c:v>
                </c:pt>
                <c:pt idx="475">
                  <c:v>103.63177115665947</c:v>
                </c:pt>
                <c:pt idx="476">
                  <c:v>103.78421587187725</c:v>
                </c:pt>
                <c:pt idx="477">
                  <c:v>103.73310590424049</c:v>
                </c:pt>
                <c:pt idx="478">
                  <c:v>103.91318387003301</c:v>
                </c:pt>
                <c:pt idx="479">
                  <c:v>105.32867596319019</c:v>
                </c:pt>
                <c:pt idx="480">
                  <c:v>106.9256700197321</c:v>
                </c:pt>
                <c:pt idx="481">
                  <c:v>107.13784566098327</c:v>
                </c:pt>
                <c:pt idx="482">
                  <c:v>106.85804937730909</c:v>
                </c:pt>
                <c:pt idx="483">
                  <c:v>106.95545850990601</c:v>
                </c:pt>
                <c:pt idx="484">
                  <c:v>106.84796593489884</c:v>
                </c:pt>
                <c:pt idx="485">
                  <c:v>106.16294612016476</c:v>
                </c:pt>
                <c:pt idx="486">
                  <c:v>106.19027147936816</c:v>
                </c:pt>
                <c:pt idx="487">
                  <c:v>107.65741235006188</c:v>
                </c:pt>
                <c:pt idx="488">
                  <c:v>108.43718573431534</c:v>
                </c:pt>
                <c:pt idx="489">
                  <c:v>108.7239865466867</c:v>
                </c:pt>
                <c:pt idx="490">
                  <c:v>108.73764922628837</c:v>
                </c:pt>
                <c:pt idx="491">
                  <c:v>109.36782589050858</c:v>
                </c:pt>
                <c:pt idx="492">
                  <c:v>109.29916611470738</c:v>
                </c:pt>
                <c:pt idx="493">
                  <c:v>108.60210005007097</c:v>
                </c:pt>
                <c:pt idx="494">
                  <c:v>108.75981740502233</c:v>
                </c:pt>
                <c:pt idx="495">
                  <c:v>108.63746907134968</c:v>
                </c:pt>
                <c:pt idx="496">
                  <c:v>108.98604059008926</c:v>
                </c:pt>
                <c:pt idx="497">
                  <c:v>109.84163222452675</c:v>
                </c:pt>
                <c:pt idx="498">
                  <c:v>110.1806975971773</c:v>
                </c:pt>
                <c:pt idx="499">
                  <c:v>109.1988705005044</c:v>
                </c:pt>
                <c:pt idx="500">
                  <c:v>109.64408142341264</c:v>
                </c:pt>
                <c:pt idx="501">
                  <c:v>109.38930131365704</c:v>
                </c:pt>
                <c:pt idx="502">
                  <c:v>109.26110304392958</c:v>
                </c:pt>
                <c:pt idx="503">
                  <c:v>109.85317815095071</c:v>
                </c:pt>
                <c:pt idx="504">
                  <c:v>109.71774443399757</c:v>
                </c:pt>
                <c:pt idx="505">
                  <c:v>109.51322759060766</c:v>
                </c:pt>
                <c:pt idx="506">
                  <c:v>108.754390819603</c:v>
                </c:pt>
                <c:pt idx="507">
                  <c:v>108.96533489536891</c:v>
                </c:pt>
                <c:pt idx="508">
                  <c:v>108.70674462989342</c:v>
                </c:pt>
                <c:pt idx="509">
                  <c:v>111.09902209851835</c:v>
                </c:pt>
                <c:pt idx="510">
                  <c:v>110.94072744724575</c:v>
                </c:pt>
                <c:pt idx="511">
                  <c:v>110.71069410645887</c:v>
                </c:pt>
                <c:pt idx="512">
                  <c:v>111.53915281380004</c:v>
                </c:pt>
                <c:pt idx="513">
                  <c:v>111.59126342839356</c:v>
                </c:pt>
                <c:pt idx="514">
                  <c:v>111.66819778479859</c:v>
                </c:pt>
                <c:pt idx="515">
                  <c:v>111.89064930056706</c:v>
                </c:pt>
                <c:pt idx="516">
                  <c:v>111.89307394511607</c:v>
                </c:pt>
                <c:pt idx="517">
                  <c:v>112.03843715879387</c:v>
                </c:pt>
                <c:pt idx="518">
                  <c:v>112.73731208523671</c:v>
                </c:pt>
                <c:pt idx="519">
                  <c:v>112.86385543884337</c:v>
                </c:pt>
                <c:pt idx="520">
                  <c:v>100</c:v>
                </c:pt>
                <c:pt idx="521">
                  <c:v>100</c:v>
                </c:pt>
                <c:pt idx="522">
                  <c:v>99.080500749060988</c:v>
                </c:pt>
                <c:pt idx="523">
                  <c:v>98.612623632626494</c:v>
                </c:pt>
                <c:pt idx="524">
                  <c:v>98.663676569570455</c:v>
                </c:pt>
                <c:pt idx="525">
                  <c:v>99.024666935078727</c:v>
                </c:pt>
                <c:pt idx="526">
                  <c:v>99.054376670959186</c:v>
                </c:pt>
                <c:pt idx="527">
                  <c:v>98.786374363844516</c:v>
                </c:pt>
                <c:pt idx="528">
                  <c:v>98.966852472037814</c:v>
                </c:pt>
                <c:pt idx="529">
                  <c:v>99.101570757150853</c:v>
                </c:pt>
                <c:pt idx="530">
                  <c:v>99.526317532876135</c:v>
                </c:pt>
                <c:pt idx="531">
                  <c:v>99.203779078403926</c:v>
                </c:pt>
                <c:pt idx="532">
                  <c:v>98.222640662793395</c:v>
                </c:pt>
                <c:pt idx="533">
                  <c:v>97.56410899989848</c:v>
                </c:pt>
                <c:pt idx="534">
                  <c:v>97.848093095969531</c:v>
                </c:pt>
                <c:pt idx="535">
                  <c:v>98.078736263942616</c:v>
                </c:pt>
                <c:pt idx="536">
                  <c:v>97.95255525925495</c:v>
                </c:pt>
                <c:pt idx="537">
                  <c:v>97.603858577559251</c:v>
                </c:pt>
                <c:pt idx="538">
                  <c:v>98.010608766147755</c:v>
                </c:pt>
                <c:pt idx="539">
                  <c:v>97.813943974267872</c:v>
                </c:pt>
                <c:pt idx="540">
                  <c:v>98.040386800271619</c:v>
                </c:pt>
                <c:pt idx="541">
                  <c:v>97.715013968698173</c:v>
                </c:pt>
                <c:pt idx="542">
                  <c:v>97.882959349226951</c:v>
                </c:pt>
                <c:pt idx="543">
                  <c:v>98.477085768592488</c:v>
                </c:pt>
                <c:pt idx="544">
                  <c:v>98.73719962859407</c:v>
                </c:pt>
                <c:pt idx="545">
                  <c:v>98.101479578995878</c:v>
                </c:pt>
                <c:pt idx="546">
                  <c:v>97.19038101199547</c:v>
                </c:pt>
                <c:pt idx="547">
                  <c:v>97.697597916630315</c:v>
                </c:pt>
                <c:pt idx="548">
                  <c:v>97.749880221955564</c:v>
                </c:pt>
                <c:pt idx="549">
                  <c:v>97.575685552155377</c:v>
                </c:pt>
                <c:pt idx="550">
                  <c:v>97.685133487209214</c:v>
                </c:pt>
                <c:pt idx="551">
                  <c:v>97.73147384535838</c:v>
                </c:pt>
                <c:pt idx="552">
                  <c:v>97.23907765954209</c:v>
                </c:pt>
                <c:pt idx="553">
                  <c:v>97.267216535824261</c:v>
                </c:pt>
                <c:pt idx="554">
                  <c:v>97.59320405158833</c:v>
                </c:pt>
                <c:pt idx="555">
                  <c:v>97.63889557642517</c:v>
                </c:pt>
                <c:pt idx="556">
                  <c:v>97.593033305979844</c:v>
                </c:pt>
                <c:pt idx="557">
                  <c:v>97.943300847273832</c:v>
                </c:pt>
                <c:pt idx="558">
                  <c:v>97.980147749589918</c:v>
                </c:pt>
                <c:pt idx="559">
                  <c:v>97.855127815040106</c:v>
                </c:pt>
                <c:pt idx="560">
                  <c:v>97.610654252777906</c:v>
                </c:pt>
                <c:pt idx="561">
                  <c:v>97.5773247099971</c:v>
                </c:pt>
                <c:pt idx="562">
                  <c:v>97.915196120113364</c:v>
                </c:pt>
                <c:pt idx="563">
                  <c:v>97.655184707476906</c:v>
                </c:pt>
                <c:pt idx="564">
                  <c:v>97.912156848281938</c:v>
                </c:pt>
                <c:pt idx="565">
                  <c:v>98.084302570780025</c:v>
                </c:pt>
                <c:pt idx="566">
                  <c:v>98.159020849063253</c:v>
                </c:pt>
                <c:pt idx="567">
                  <c:v>98.299988423447729</c:v>
                </c:pt>
                <c:pt idx="568">
                  <c:v>98.659271332870958</c:v>
                </c:pt>
                <c:pt idx="569">
                  <c:v>98.898178588295792</c:v>
                </c:pt>
                <c:pt idx="570">
                  <c:v>99.150096659088973</c:v>
                </c:pt>
                <c:pt idx="571">
                  <c:v>99.123665238891888</c:v>
                </c:pt>
                <c:pt idx="572">
                  <c:v>98.826841073061019</c:v>
                </c:pt>
                <c:pt idx="573">
                  <c:v>99.070256012550487</c:v>
                </c:pt>
                <c:pt idx="574">
                  <c:v>98.70366519108309</c:v>
                </c:pt>
                <c:pt idx="575">
                  <c:v>98.561912186899463</c:v>
                </c:pt>
                <c:pt idx="576">
                  <c:v>98.03550347586831</c:v>
                </c:pt>
                <c:pt idx="577">
                  <c:v>97.907854058947478</c:v>
                </c:pt>
                <c:pt idx="578">
                  <c:v>98.060090843493526</c:v>
                </c:pt>
                <c:pt idx="579">
                  <c:v>98.303437484739575</c:v>
                </c:pt>
                <c:pt idx="580">
                  <c:v>97.869026507572698</c:v>
                </c:pt>
                <c:pt idx="581">
                  <c:v>97.969390776253903</c:v>
                </c:pt>
                <c:pt idx="582">
                  <c:v>97.870324174197364</c:v>
                </c:pt>
                <c:pt idx="583">
                  <c:v>98.025258739357838</c:v>
                </c:pt>
                <c:pt idx="584">
                  <c:v>97.884496059703579</c:v>
                </c:pt>
                <c:pt idx="585">
                  <c:v>97.884496059703579</c:v>
                </c:pt>
                <c:pt idx="586">
                  <c:v>97.514661071674581</c:v>
                </c:pt>
                <c:pt idx="587">
                  <c:v>97.508275185916347</c:v>
                </c:pt>
                <c:pt idx="588">
                  <c:v>97.761422625090759</c:v>
                </c:pt>
                <c:pt idx="589">
                  <c:v>98.377950868292629</c:v>
                </c:pt>
                <c:pt idx="590">
                  <c:v>98.136584876105275</c:v>
                </c:pt>
                <c:pt idx="591">
                  <c:v>98.153454542225901</c:v>
                </c:pt>
                <c:pt idx="592">
                  <c:v>98.476266189671747</c:v>
                </c:pt>
                <c:pt idx="593">
                  <c:v>97.461695783915289</c:v>
                </c:pt>
                <c:pt idx="594">
                  <c:v>97.174365073917485</c:v>
                </c:pt>
                <c:pt idx="595">
                  <c:v>96.547694541570237</c:v>
                </c:pt>
                <c:pt idx="596">
                  <c:v>95.997142401496006</c:v>
                </c:pt>
                <c:pt idx="597">
                  <c:v>94.908058612186522</c:v>
                </c:pt>
                <c:pt idx="598">
                  <c:v>95.248969294134255</c:v>
                </c:pt>
                <c:pt idx="599">
                  <c:v>95.373442842736821</c:v>
                </c:pt>
                <c:pt idx="600">
                  <c:v>95.359407553717446</c:v>
                </c:pt>
                <c:pt idx="601">
                  <c:v>95.485554409283367</c:v>
                </c:pt>
                <c:pt idx="602">
                  <c:v>95.933454289522416</c:v>
                </c:pt>
                <c:pt idx="603">
                  <c:v>95.621331317169194</c:v>
                </c:pt>
                <c:pt idx="604">
                  <c:v>95.431018261925814</c:v>
                </c:pt>
                <c:pt idx="605">
                  <c:v>95.714182779076026</c:v>
                </c:pt>
                <c:pt idx="606">
                  <c:v>96.183255114770105</c:v>
                </c:pt>
                <c:pt idx="607">
                  <c:v>95.792862355476686</c:v>
                </c:pt>
                <c:pt idx="608">
                  <c:v>95.825679661431991</c:v>
                </c:pt>
                <c:pt idx="609">
                  <c:v>96.49278275387401</c:v>
                </c:pt>
                <c:pt idx="610">
                  <c:v>97.204348002771596</c:v>
                </c:pt>
                <c:pt idx="611">
                  <c:v>97.578827271352054</c:v>
                </c:pt>
                <c:pt idx="612">
                  <c:v>97.779829001688086</c:v>
                </c:pt>
                <c:pt idx="613">
                  <c:v>97.407159636557807</c:v>
                </c:pt>
                <c:pt idx="614">
                  <c:v>97.46463260838172</c:v>
                </c:pt>
                <c:pt idx="615">
                  <c:v>97.506806773683294</c:v>
                </c:pt>
                <c:pt idx="616">
                  <c:v>97.694456197433951</c:v>
                </c:pt>
                <c:pt idx="617">
                  <c:v>97.825622973890034</c:v>
                </c:pt>
                <c:pt idx="618">
                  <c:v>98.502936653720838</c:v>
                </c:pt>
                <c:pt idx="619">
                  <c:v>98.91112110542079</c:v>
                </c:pt>
                <c:pt idx="620">
                  <c:v>98.981843936464969</c:v>
                </c:pt>
                <c:pt idx="621">
                  <c:v>99.004997040978694</c:v>
                </c:pt>
                <c:pt idx="622">
                  <c:v>98.998201365760067</c:v>
                </c:pt>
                <c:pt idx="623">
                  <c:v>98.539920152523749</c:v>
                </c:pt>
                <c:pt idx="624">
                  <c:v>98.189413567377855</c:v>
                </c:pt>
                <c:pt idx="625">
                  <c:v>98.12203735026047</c:v>
                </c:pt>
                <c:pt idx="626">
                  <c:v>98.339772150230289</c:v>
                </c:pt>
                <c:pt idx="627">
                  <c:v>97.615400980694574</c:v>
                </c:pt>
                <c:pt idx="628">
                  <c:v>97.478428853549218</c:v>
                </c:pt>
                <c:pt idx="629">
                  <c:v>97.338280858085596</c:v>
                </c:pt>
                <c:pt idx="630">
                  <c:v>97.399237040323044</c:v>
                </c:pt>
                <c:pt idx="631">
                  <c:v>97.099885839486262</c:v>
                </c:pt>
                <c:pt idx="632">
                  <c:v>97.026738420801294</c:v>
                </c:pt>
                <c:pt idx="633">
                  <c:v>97.298804473398448</c:v>
                </c:pt>
                <c:pt idx="634">
                  <c:v>96.470654123011386</c:v>
                </c:pt>
                <c:pt idx="635">
                  <c:v>96.002572111846675</c:v>
                </c:pt>
                <c:pt idx="636">
                  <c:v>95.920545921519263</c:v>
                </c:pt>
                <c:pt idx="637">
                  <c:v>96.115127616975357</c:v>
                </c:pt>
                <c:pt idx="638">
                  <c:v>96.123938090374352</c:v>
                </c:pt>
                <c:pt idx="639">
                  <c:v>95.818201003779379</c:v>
                </c:pt>
                <c:pt idx="640">
                  <c:v>95.727739980391661</c:v>
                </c:pt>
                <c:pt idx="641">
                  <c:v>96.348366118197731</c:v>
                </c:pt>
                <c:pt idx="642">
                  <c:v>96.396960318379172</c:v>
                </c:pt>
                <c:pt idx="643">
                  <c:v>96.280272769524586</c:v>
                </c:pt>
                <c:pt idx="644">
                  <c:v>96.395457757024303</c:v>
                </c:pt>
                <c:pt idx="645">
                  <c:v>96.816926217066253</c:v>
                </c:pt>
                <c:pt idx="646">
                  <c:v>96.667216467526146</c:v>
                </c:pt>
                <c:pt idx="647">
                  <c:v>96.283175444869215</c:v>
                </c:pt>
                <c:pt idx="648">
                  <c:v>95.990005235060423</c:v>
                </c:pt>
                <c:pt idx="649">
                  <c:v>96.286863550012967</c:v>
                </c:pt>
                <c:pt idx="650">
                  <c:v>96.143915326569797</c:v>
                </c:pt>
                <c:pt idx="651">
                  <c:v>95.904632430806231</c:v>
                </c:pt>
                <c:pt idx="652">
                  <c:v>96.723084430629982</c:v>
                </c:pt>
                <c:pt idx="653">
                  <c:v>97.08434798911189</c:v>
                </c:pt>
                <c:pt idx="654">
                  <c:v>97.233921142165187</c:v>
                </c:pt>
                <c:pt idx="655">
                  <c:v>97.630938831068732</c:v>
                </c:pt>
                <c:pt idx="656">
                  <c:v>97.660272926610489</c:v>
                </c:pt>
                <c:pt idx="657">
                  <c:v>98.100386807101529</c:v>
                </c:pt>
                <c:pt idx="658">
                  <c:v>98.6887761740212</c:v>
                </c:pt>
                <c:pt idx="659">
                  <c:v>99.033955496181576</c:v>
                </c:pt>
                <c:pt idx="660">
                  <c:v>98.808332249098683</c:v>
                </c:pt>
                <c:pt idx="661">
                  <c:v>99.012646444239763</c:v>
                </c:pt>
                <c:pt idx="662">
                  <c:v>98.928639604853686</c:v>
                </c:pt>
                <c:pt idx="663">
                  <c:v>98.578133019707792</c:v>
                </c:pt>
                <c:pt idx="664">
                  <c:v>98.150312823029353</c:v>
                </c:pt>
                <c:pt idx="665">
                  <c:v>98.256584889764937</c:v>
                </c:pt>
                <c:pt idx="666">
                  <c:v>98.047148326368642</c:v>
                </c:pt>
                <c:pt idx="667">
                  <c:v>97.821081140703612</c:v>
                </c:pt>
                <c:pt idx="668">
                  <c:v>97.882139770306196</c:v>
                </c:pt>
                <c:pt idx="669">
                  <c:v>98.074570071095081</c:v>
                </c:pt>
                <c:pt idx="670">
                  <c:v>97.746465309785478</c:v>
                </c:pt>
                <c:pt idx="671">
                  <c:v>97.868036183043415</c:v>
                </c:pt>
                <c:pt idx="672">
                  <c:v>98.477051619470899</c:v>
                </c:pt>
                <c:pt idx="673">
                  <c:v>98.714080673202147</c:v>
                </c:pt>
                <c:pt idx="674">
                  <c:v>99.135549133244069</c:v>
                </c:pt>
                <c:pt idx="675">
                  <c:v>98.956641884649059</c:v>
                </c:pt>
                <c:pt idx="676">
                  <c:v>98.897939544443915</c:v>
                </c:pt>
                <c:pt idx="677">
                  <c:v>99.099624257213918</c:v>
                </c:pt>
                <c:pt idx="678">
                  <c:v>99.470756911867582</c:v>
                </c:pt>
                <c:pt idx="679">
                  <c:v>100.19697213397521</c:v>
                </c:pt>
                <c:pt idx="680">
                  <c:v>100.15175869684221</c:v>
                </c:pt>
                <c:pt idx="681">
                  <c:v>100.52821861448135</c:v>
                </c:pt>
                <c:pt idx="682">
                  <c:v>101.37334107835413</c:v>
                </c:pt>
                <c:pt idx="683">
                  <c:v>101.16031885717915</c:v>
                </c:pt>
                <c:pt idx="684">
                  <c:v>101.25228244192174</c:v>
                </c:pt>
                <c:pt idx="685">
                  <c:v>101.93468434088608</c:v>
                </c:pt>
                <c:pt idx="686">
                  <c:v>102.0297896448252</c:v>
                </c:pt>
                <c:pt idx="687">
                  <c:v>101.90978963116554</c:v>
                </c:pt>
                <c:pt idx="688">
                  <c:v>101.26580549411555</c:v>
                </c:pt>
                <c:pt idx="689">
                  <c:v>102.28430304886767</c:v>
                </c:pt>
                <c:pt idx="690">
                  <c:v>102.34720573104212</c:v>
                </c:pt>
                <c:pt idx="691">
                  <c:v>101.97303380455698</c:v>
                </c:pt>
                <c:pt idx="692">
                  <c:v>101.87140601837284</c:v>
                </c:pt>
                <c:pt idx="693">
                  <c:v>101.48815042551504</c:v>
                </c:pt>
                <c:pt idx="694">
                  <c:v>101.50061485493612</c:v>
                </c:pt>
                <c:pt idx="695">
                  <c:v>101.2050883557299</c:v>
                </c:pt>
                <c:pt idx="696">
                  <c:v>100.89002855891036</c:v>
                </c:pt>
                <c:pt idx="697">
                  <c:v>101.54821873058826</c:v>
                </c:pt>
                <c:pt idx="698">
                  <c:v>101.83192963368565</c:v>
                </c:pt>
                <c:pt idx="699">
                  <c:v>102.14162801839805</c:v>
                </c:pt>
                <c:pt idx="700">
                  <c:v>101.64694384142774</c:v>
                </c:pt>
                <c:pt idx="701">
                  <c:v>101.43310204133192</c:v>
                </c:pt>
                <c:pt idx="702">
                  <c:v>101.6644964899824</c:v>
                </c:pt>
                <c:pt idx="703">
                  <c:v>102.04642026709381</c:v>
                </c:pt>
                <c:pt idx="704">
                  <c:v>103.09507149630853</c:v>
                </c:pt>
                <c:pt idx="705">
                  <c:v>103.28791158655785</c:v>
                </c:pt>
                <c:pt idx="706">
                  <c:v>103.50875395660248</c:v>
                </c:pt>
                <c:pt idx="707">
                  <c:v>103.87141762907416</c:v>
                </c:pt>
                <c:pt idx="708">
                  <c:v>104.23141767005315</c:v>
                </c:pt>
                <c:pt idx="709">
                  <c:v>104.26153719539401</c:v>
                </c:pt>
                <c:pt idx="710">
                  <c:v>104.30958500962828</c:v>
                </c:pt>
                <c:pt idx="711">
                  <c:v>104.76185597744509</c:v>
                </c:pt>
                <c:pt idx="712">
                  <c:v>104.83899884336914</c:v>
                </c:pt>
                <c:pt idx="713">
                  <c:v>104.89397892930883</c:v>
                </c:pt>
                <c:pt idx="714">
                  <c:v>105.14408709665183</c:v>
                </c:pt>
                <c:pt idx="715">
                  <c:v>104.94636368199917</c:v>
                </c:pt>
                <c:pt idx="716">
                  <c:v>104.22346092469664</c:v>
                </c:pt>
                <c:pt idx="717">
                  <c:v>103.94828730202461</c:v>
                </c:pt>
                <c:pt idx="718">
                  <c:v>103.21295426442266</c:v>
                </c:pt>
                <c:pt idx="719">
                  <c:v>103.18430315131498</c:v>
                </c:pt>
                <c:pt idx="720">
                  <c:v>102.49783750686811</c:v>
                </c:pt>
                <c:pt idx="721">
                  <c:v>102.27368267201838</c:v>
                </c:pt>
                <c:pt idx="722">
                  <c:v>102.16536165798071</c:v>
                </c:pt>
                <c:pt idx="723">
                  <c:v>102.02234513629413</c:v>
                </c:pt>
                <c:pt idx="724">
                  <c:v>102.35355746767857</c:v>
                </c:pt>
                <c:pt idx="725">
                  <c:v>102.24451932208514</c:v>
                </c:pt>
                <c:pt idx="726">
                  <c:v>101.88332406184664</c:v>
                </c:pt>
                <c:pt idx="727">
                  <c:v>101.58414360661837</c:v>
                </c:pt>
                <c:pt idx="728">
                  <c:v>101.37699503437607</c:v>
                </c:pt>
                <c:pt idx="729">
                  <c:v>101.70202637473251</c:v>
                </c:pt>
                <c:pt idx="730">
                  <c:v>101.00630631830448</c:v>
                </c:pt>
                <c:pt idx="731">
                  <c:v>100.98533875757967</c:v>
                </c:pt>
                <c:pt idx="732">
                  <c:v>100.16480366133207</c:v>
                </c:pt>
                <c:pt idx="733">
                  <c:v>100.65641441734925</c:v>
                </c:pt>
                <c:pt idx="734">
                  <c:v>100.70500861753075</c:v>
                </c:pt>
                <c:pt idx="735">
                  <c:v>100.24341493948937</c:v>
                </c:pt>
                <c:pt idx="736">
                  <c:v>100.15875926679092</c:v>
                </c:pt>
                <c:pt idx="737">
                  <c:v>100.08578259371446</c:v>
                </c:pt>
                <c:pt idx="738">
                  <c:v>100.10343768963421</c:v>
                </c:pt>
                <c:pt idx="739">
                  <c:v>99.87521910930198</c:v>
                </c:pt>
                <c:pt idx="740">
                  <c:v>100.35344340961207</c:v>
                </c:pt>
                <c:pt idx="741">
                  <c:v>100.36659082146718</c:v>
                </c:pt>
                <c:pt idx="742">
                  <c:v>99.562071663297672</c:v>
                </c:pt>
                <c:pt idx="743">
                  <c:v>100.9760160473551</c:v>
                </c:pt>
                <c:pt idx="744">
                  <c:v>100.39684694329489</c:v>
                </c:pt>
                <c:pt idx="745">
                  <c:v>99.450267438846453</c:v>
                </c:pt>
                <c:pt idx="746">
                  <c:v>98.822845625821756</c:v>
                </c:pt>
                <c:pt idx="747">
                  <c:v>98.741092628467982</c:v>
                </c:pt>
                <c:pt idx="748">
                  <c:v>98.709026603190139</c:v>
                </c:pt>
                <c:pt idx="749">
                  <c:v>98.743551365230516</c:v>
                </c:pt>
                <c:pt idx="750">
                  <c:v>99.157541167619826</c:v>
                </c:pt>
                <c:pt idx="751">
                  <c:v>99.383505905919719</c:v>
                </c:pt>
                <c:pt idx="752">
                  <c:v>99.195719885682252</c:v>
                </c:pt>
                <c:pt idx="753">
                  <c:v>99.130904852692495</c:v>
                </c:pt>
                <c:pt idx="754">
                  <c:v>98.830426730839534</c:v>
                </c:pt>
                <c:pt idx="755">
                  <c:v>99.263676637868556</c:v>
                </c:pt>
                <c:pt idx="756">
                  <c:v>98.890016948208938</c:v>
                </c:pt>
                <c:pt idx="757">
                  <c:v>99.11434252866718</c:v>
                </c:pt>
                <c:pt idx="758">
                  <c:v>99.178713623074785</c:v>
                </c:pt>
                <c:pt idx="759">
                  <c:v>99.535469497492073</c:v>
                </c:pt>
                <c:pt idx="760">
                  <c:v>98.823767652107676</c:v>
                </c:pt>
                <c:pt idx="761">
                  <c:v>99.101639055394145</c:v>
                </c:pt>
                <c:pt idx="762">
                  <c:v>99.246055691070495</c:v>
                </c:pt>
                <c:pt idx="763">
                  <c:v>99.720933377453832</c:v>
                </c:pt>
                <c:pt idx="764">
                  <c:v>99.577746110158728</c:v>
                </c:pt>
                <c:pt idx="765">
                  <c:v>99.963801930996055</c:v>
                </c:pt>
                <c:pt idx="766">
                  <c:v>99.717416017918538</c:v>
                </c:pt>
                <c:pt idx="767">
                  <c:v>99.797905497769349</c:v>
                </c:pt>
                <c:pt idx="768">
                  <c:v>99.6753442999821</c:v>
                </c:pt>
                <c:pt idx="769">
                  <c:v>99.388764870661745</c:v>
                </c:pt>
                <c:pt idx="770">
                  <c:v>99.335697135537345</c:v>
                </c:pt>
                <c:pt idx="771">
                  <c:v>98.79388717061876</c:v>
                </c:pt>
                <c:pt idx="772">
                  <c:v>98.659271332870802</c:v>
                </c:pt>
                <c:pt idx="773">
                  <c:v>97.70333496907611</c:v>
                </c:pt>
                <c:pt idx="774">
                  <c:v>98.274410731293045</c:v>
                </c:pt>
                <c:pt idx="775">
                  <c:v>98.014023678317869</c:v>
                </c:pt>
                <c:pt idx="776">
                  <c:v>98.09062015829474</c:v>
                </c:pt>
                <c:pt idx="777">
                  <c:v>98.092908149448732</c:v>
                </c:pt>
                <c:pt idx="778">
                  <c:v>98.045816510622117</c:v>
                </c:pt>
                <c:pt idx="779">
                  <c:v>98.024780651653884</c:v>
                </c:pt>
                <c:pt idx="780">
                  <c:v>100</c:v>
                </c:pt>
                <c:pt idx="781">
                  <c:v>100</c:v>
                </c:pt>
                <c:pt idx="782">
                  <c:v>100.00132932762611</c:v>
                </c:pt>
                <c:pt idx="783">
                  <c:v>100.01752613528079</c:v>
                </c:pt>
                <c:pt idx="784">
                  <c:v>100.0102847979492</c:v>
                </c:pt>
                <c:pt idx="785">
                  <c:v>100.48128656525529</c:v>
                </c:pt>
                <c:pt idx="786">
                  <c:v>100.60921685811317</c:v>
                </c:pt>
                <c:pt idx="787">
                  <c:v>100.09123385391669</c:v>
                </c:pt>
                <c:pt idx="788">
                  <c:v>100.14230802060321</c:v>
                </c:pt>
                <c:pt idx="789">
                  <c:v>99.605749411947457</c:v>
                </c:pt>
                <c:pt idx="790">
                  <c:v>99.04183464003907</c:v>
                </c:pt>
                <c:pt idx="791">
                  <c:v>99.611381563205327</c:v>
                </c:pt>
                <c:pt idx="792">
                  <c:v>100.05075932593294</c:v>
                </c:pt>
                <c:pt idx="793">
                  <c:v>99.86430363522129</c:v>
                </c:pt>
                <c:pt idx="794">
                  <c:v>99.988071033671147</c:v>
                </c:pt>
                <c:pt idx="795">
                  <c:v>100.60869212352389</c:v>
                </c:pt>
                <c:pt idx="796">
                  <c:v>100.97835015049387</c:v>
                </c:pt>
                <c:pt idx="797">
                  <c:v>101.61527299491912</c:v>
                </c:pt>
                <c:pt idx="798">
                  <c:v>101.63748675919713</c:v>
                </c:pt>
                <c:pt idx="799">
                  <c:v>102.80176786581343</c:v>
                </c:pt>
                <c:pt idx="800">
                  <c:v>102.14455528393735</c:v>
                </c:pt>
                <c:pt idx="801">
                  <c:v>102.08113236325065</c:v>
                </c:pt>
                <c:pt idx="802">
                  <c:v>102.244849555095</c:v>
                </c:pt>
                <c:pt idx="803">
                  <c:v>102.62297330010476</c:v>
                </c:pt>
                <c:pt idx="804">
                  <c:v>102.0514673678053</c:v>
                </c:pt>
                <c:pt idx="805">
                  <c:v>101.62671220896465</c:v>
                </c:pt>
                <c:pt idx="806">
                  <c:v>102.35731766872311</c:v>
                </c:pt>
                <c:pt idx="807">
                  <c:v>102.53075994162151</c:v>
                </c:pt>
                <c:pt idx="808">
                  <c:v>102.638785302394</c:v>
                </c:pt>
                <c:pt idx="809">
                  <c:v>102.63136905353269</c:v>
                </c:pt>
                <c:pt idx="810">
                  <c:v>102.33482404599749</c:v>
                </c:pt>
                <c:pt idx="811">
                  <c:v>102.29032655282953</c:v>
                </c:pt>
                <c:pt idx="812">
                  <c:v>102.21294569206893</c:v>
                </c:pt>
                <c:pt idx="813">
                  <c:v>102.7115484987693</c:v>
                </c:pt>
                <c:pt idx="814">
                  <c:v>103.48399279644353</c:v>
                </c:pt>
                <c:pt idx="815">
                  <c:v>103.34696710403875</c:v>
                </c:pt>
                <c:pt idx="816">
                  <c:v>103.37274906352364</c:v>
                </c:pt>
                <c:pt idx="817">
                  <c:v>102.98563486588482</c:v>
                </c:pt>
                <c:pt idx="818">
                  <c:v>103.38744163202252</c:v>
                </c:pt>
                <c:pt idx="819">
                  <c:v>103.57449202193528</c:v>
                </c:pt>
                <c:pt idx="820">
                  <c:v>103.61216796544305</c:v>
                </c:pt>
                <c:pt idx="821">
                  <c:v>103.53751572454648</c:v>
                </c:pt>
                <c:pt idx="822">
                  <c:v>103.70403150086683</c:v>
                </c:pt>
                <c:pt idx="823">
                  <c:v>103.14994675693032</c:v>
                </c:pt>
                <c:pt idx="824">
                  <c:v>102.72295273050889</c:v>
                </c:pt>
                <c:pt idx="825">
                  <c:v>103.06847296637359</c:v>
                </c:pt>
                <c:pt idx="826">
                  <c:v>102.97611967866652</c:v>
                </c:pt>
                <c:pt idx="827">
                  <c:v>104.23541272824201</c:v>
                </c:pt>
                <c:pt idx="828">
                  <c:v>104.46933940812733</c:v>
                </c:pt>
                <c:pt idx="829">
                  <c:v>104.6605177101422</c:v>
                </c:pt>
                <c:pt idx="830">
                  <c:v>104.21823641602076</c:v>
                </c:pt>
                <c:pt idx="831">
                  <c:v>104.41896488755982</c:v>
                </c:pt>
                <c:pt idx="832">
                  <c:v>104.43956946576414</c:v>
                </c:pt>
                <c:pt idx="833">
                  <c:v>104.53300720495565</c:v>
                </c:pt>
                <c:pt idx="834">
                  <c:v>104.9524800355979</c:v>
                </c:pt>
                <c:pt idx="835">
                  <c:v>105.15040992266105</c:v>
                </c:pt>
                <c:pt idx="836">
                  <c:v>105.17447774915442</c:v>
                </c:pt>
                <c:pt idx="837">
                  <c:v>104.84774301158467</c:v>
                </c:pt>
                <c:pt idx="838">
                  <c:v>104.72547985229066</c:v>
                </c:pt>
                <c:pt idx="839">
                  <c:v>104.4008440530779</c:v>
                </c:pt>
                <c:pt idx="840">
                  <c:v>104.38594159074336</c:v>
                </c:pt>
                <c:pt idx="841">
                  <c:v>104.51212276830373</c:v>
                </c:pt>
                <c:pt idx="842">
                  <c:v>104.36012464895251</c:v>
                </c:pt>
                <c:pt idx="843">
                  <c:v>104.34448755819301</c:v>
                </c:pt>
                <c:pt idx="844">
                  <c:v>104.21372369855321</c:v>
                </c:pt>
                <c:pt idx="845">
                  <c:v>104.31072963295155</c:v>
                </c:pt>
                <c:pt idx="846">
                  <c:v>104.54294217984534</c:v>
                </c:pt>
                <c:pt idx="847">
                  <c:v>104.5274800006156</c:v>
                </c:pt>
                <c:pt idx="848">
                  <c:v>105.82193026767055</c:v>
                </c:pt>
                <c:pt idx="849">
                  <c:v>104.39919988469826</c:v>
                </c:pt>
                <c:pt idx="850">
                  <c:v>103.47213379472656</c:v>
                </c:pt>
                <c:pt idx="851">
                  <c:v>102.94554514326649</c:v>
                </c:pt>
                <c:pt idx="852">
                  <c:v>102.48332393475376</c:v>
                </c:pt>
                <c:pt idx="853">
                  <c:v>103.85218156656359</c:v>
                </c:pt>
                <c:pt idx="854">
                  <c:v>104.50068355425822</c:v>
                </c:pt>
                <c:pt idx="855">
                  <c:v>105.2663063022723</c:v>
                </c:pt>
                <c:pt idx="856">
                  <c:v>105.14362335530686</c:v>
                </c:pt>
                <c:pt idx="857">
                  <c:v>105.58044740970016</c:v>
                </c:pt>
                <c:pt idx="858">
                  <c:v>105.73300524594657</c:v>
                </c:pt>
                <c:pt idx="859">
                  <c:v>105.76707801194152</c:v>
                </c:pt>
                <c:pt idx="860">
                  <c:v>106.62435440154367</c:v>
                </c:pt>
                <c:pt idx="861">
                  <c:v>106.50954247341693</c:v>
                </c:pt>
                <c:pt idx="862">
                  <c:v>106.50716367661236</c:v>
                </c:pt>
                <c:pt idx="863">
                  <c:v>106.86993018931025</c:v>
                </c:pt>
                <c:pt idx="864">
                  <c:v>106.9520336613741</c:v>
                </c:pt>
                <c:pt idx="865">
                  <c:v>107.17703985324225</c:v>
                </c:pt>
                <c:pt idx="866">
                  <c:v>107.4623555405676</c:v>
                </c:pt>
                <c:pt idx="867">
                  <c:v>107.69659706120645</c:v>
                </c:pt>
                <c:pt idx="868">
                  <c:v>107.4664484703637</c:v>
                </c:pt>
                <c:pt idx="869">
                  <c:v>108.10515541239241</c:v>
                </c:pt>
                <c:pt idx="870">
                  <c:v>108.21506981768624</c:v>
                </c:pt>
                <c:pt idx="871">
                  <c:v>108.02046324968831</c:v>
                </c:pt>
                <c:pt idx="872">
                  <c:v>108.0521572188787</c:v>
                </c:pt>
                <c:pt idx="873">
                  <c:v>107.87693084837689</c:v>
                </c:pt>
                <c:pt idx="874">
                  <c:v>107.93076861723341</c:v>
                </c:pt>
                <c:pt idx="875">
                  <c:v>107.31322597030422</c:v>
                </c:pt>
                <c:pt idx="876">
                  <c:v>107.59175509027531</c:v>
                </c:pt>
                <c:pt idx="877">
                  <c:v>107.78121925929865</c:v>
                </c:pt>
                <c:pt idx="878">
                  <c:v>107.86272803216136</c:v>
                </c:pt>
                <c:pt idx="879">
                  <c:v>107.73535745619866</c:v>
                </c:pt>
                <c:pt idx="880">
                  <c:v>108.38725272757038</c:v>
                </c:pt>
                <c:pt idx="881">
                  <c:v>108.5899052259367</c:v>
                </c:pt>
                <c:pt idx="882">
                  <c:v>108.85800961873487</c:v>
                </c:pt>
                <c:pt idx="883">
                  <c:v>108.6142529108777</c:v>
                </c:pt>
                <c:pt idx="884">
                  <c:v>109.2646439430936</c:v>
                </c:pt>
                <c:pt idx="885">
                  <c:v>109.41527775251281</c:v>
                </c:pt>
                <c:pt idx="886">
                  <c:v>109.2707658466348</c:v>
                </c:pt>
                <c:pt idx="887">
                  <c:v>109.6323429609304</c:v>
                </c:pt>
                <c:pt idx="888">
                  <c:v>109.21913196305312</c:v>
                </c:pt>
                <c:pt idx="889">
                  <c:v>109.7675495734258</c:v>
                </c:pt>
                <c:pt idx="890">
                  <c:v>109.69086835878417</c:v>
                </c:pt>
                <c:pt idx="891">
                  <c:v>110.07350482126147</c:v>
                </c:pt>
                <c:pt idx="892">
                  <c:v>110.32999508848428</c:v>
                </c:pt>
                <c:pt idx="893">
                  <c:v>110.0226055661047</c:v>
                </c:pt>
                <c:pt idx="894">
                  <c:v>110.19143017461769</c:v>
                </c:pt>
                <c:pt idx="895">
                  <c:v>110.29823115468196</c:v>
                </c:pt>
                <c:pt idx="896">
                  <c:v>110.51826985910529</c:v>
                </c:pt>
                <c:pt idx="897">
                  <c:v>110.88261057557089</c:v>
                </c:pt>
                <c:pt idx="898">
                  <c:v>110.48346246468537</c:v>
                </c:pt>
                <c:pt idx="899">
                  <c:v>110.88579396541232</c:v>
                </c:pt>
                <c:pt idx="900">
                  <c:v>110.59222245388285</c:v>
                </c:pt>
                <c:pt idx="901">
                  <c:v>110.57270232716294</c:v>
                </c:pt>
                <c:pt idx="902">
                  <c:v>110.22627255134356</c:v>
                </c:pt>
                <c:pt idx="903">
                  <c:v>110.42042434936414</c:v>
                </c:pt>
                <c:pt idx="904">
                  <c:v>110.11842210210079</c:v>
                </c:pt>
                <c:pt idx="905">
                  <c:v>111.24653150436508</c:v>
                </c:pt>
                <c:pt idx="906">
                  <c:v>111.41073844849276</c:v>
                </c:pt>
                <c:pt idx="907">
                  <c:v>111.98728183284895</c:v>
                </c:pt>
                <c:pt idx="908">
                  <c:v>111.97199456514896</c:v>
                </c:pt>
                <c:pt idx="909">
                  <c:v>112.26143816457636</c:v>
                </c:pt>
                <c:pt idx="910">
                  <c:v>112.85501793193005</c:v>
                </c:pt>
                <c:pt idx="911">
                  <c:v>112.73177526806943</c:v>
                </c:pt>
                <c:pt idx="912">
                  <c:v>113.16104314437756</c:v>
                </c:pt>
                <c:pt idx="913">
                  <c:v>113.21453109017456</c:v>
                </c:pt>
                <c:pt idx="914">
                  <c:v>112.65586366415864</c:v>
                </c:pt>
                <c:pt idx="915">
                  <c:v>112.35151760239668</c:v>
                </c:pt>
                <c:pt idx="916">
                  <c:v>112.57869269723372</c:v>
                </c:pt>
                <c:pt idx="917">
                  <c:v>112.42491048027908</c:v>
                </c:pt>
                <c:pt idx="918">
                  <c:v>112.3383992376656</c:v>
                </c:pt>
                <c:pt idx="919">
                  <c:v>112.19084387116997</c:v>
                </c:pt>
                <c:pt idx="920">
                  <c:v>112.14351281122009</c:v>
                </c:pt>
                <c:pt idx="921">
                  <c:v>112.06326340137159</c:v>
                </c:pt>
                <c:pt idx="922">
                  <c:v>112.06641180890706</c:v>
                </c:pt>
                <c:pt idx="923">
                  <c:v>112.47580973543583</c:v>
                </c:pt>
                <c:pt idx="924">
                  <c:v>112.66541383368295</c:v>
                </c:pt>
                <c:pt idx="925">
                  <c:v>112.88303875899575</c:v>
                </c:pt>
                <c:pt idx="926">
                  <c:v>113.03825525049437</c:v>
                </c:pt>
                <c:pt idx="927">
                  <c:v>113.13798980475687</c:v>
                </c:pt>
                <c:pt idx="928">
                  <c:v>112.79831161398576</c:v>
                </c:pt>
                <c:pt idx="929">
                  <c:v>112.28777984095657</c:v>
                </c:pt>
                <c:pt idx="930">
                  <c:v>111.86382927515275</c:v>
                </c:pt>
                <c:pt idx="931">
                  <c:v>111.62206655873472</c:v>
                </c:pt>
                <c:pt idx="932">
                  <c:v>111.41927413114458</c:v>
                </c:pt>
                <c:pt idx="933">
                  <c:v>111.80449928426214</c:v>
                </c:pt>
                <c:pt idx="934">
                  <c:v>112.39863876851098</c:v>
                </c:pt>
                <c:pt idx="935">
                  <c:v>112.43585994204138</c:v>
                </c:pt>
                <c:pt idx="936">
                  <c:v>112.90938043537582</c:v>
                </c:pt>
                <c:pt idx="937">
                  <c:v>113.14040358386733</c:v>
                </c:pt>
                <c:pt idx="938">
                  <c:v>113.46895740134644</c:v>
                </c:pt>
                <c:pt idx="939">
                  <c:v>113.13826966320443</c:v>
                </c:pt>
                <c:pt idx="940">
                  <c:v>113.48882735112586</c:v>
                </c:pt>
                <c:pt idx="941">
                  <c:v>114.038994076796</c:v>
                </c:pt>
                <c:pt idx="942">
                  <c:v>113.75238404415053</c:v>
                </c:pt>
                <c:pt idx="943">
                  <c:v>113.90312280048761</c:v>
                </c:pt>
                <c:pt idx="944">
                  <c:v>113.58632303780759</c:v>
                </c:pt>
                <c:pt idx="945">
                  <c:v>113.47553407486505</c:v>
                </c:pt>
                <c:pt idx="946">
                  <c:v>113.46007189563532</c:v>
                </c:pt>
                <c:pt idx="947">
                  <c:v>113.30894833393283</c:v>
                </c:pt>
                <c:pt idx="948">
                  <c:v>114.03997358136267</c:v>
                </c:pt>
                <c:pt idx="949">
                  <c:v>114.10455091814573</c:v>
                </c:pt>
                <c:pt idx="950">
                  <c:v>113.77631194142016</c:v>
                </c:pt>
                <c:pt idx="951">
                  <c:v>113.36149175746921</c:v>
                </c:pt>
                <c:pt idx="952">
                  <c:v>113.96185809217714</c:v>
                </c:pt>
                <c:pt idx="953">
                  <c:v>113.81941014235016</c:v>
                </c:pt>
                <c:pt idx="954">
                  <c:v>114.00030364641582</c:v>
                </c:pt>
                <c:pt idx="955">
                  <c:v>113.60175023473143</c:v>
                </c:pt>
                <c:pt idx="956">
                  <c:v>113.80856562750577</c:v>
                </c:pt>
                <c:pt idx="957">
                  <c:v>113.716702092082</c:v>
                </c:pt>
                <c:pt idx="958">
                  <c:v>114.44856691485464</c:v>
                </c:pt>
                <c:pt idx="959">
                  <c:v>114.76424724374429</c:v>
                </c:pt>
                <c:pt idx="960">
                  <c:v>114.77008928883789</c:v>
                </c:pt>
                <c:pt idx="961">
                  <c:v>114.8442867597571</c:v>
                </c:pt>
                <c:pt idx="962">
                  <c:v>115.17444976330987</c:v>
                </c:pt>
                <c:pt idx="963">
                  <c:v>115.35971605561923</c:v>
                </c:pt>
                <c:pt idx="964">
                  <c:v>115.60151375434326</c:v>
                </c:pt>
                <c:pt idx="965">
                  <c:v>115.94605448564135</c:v>
                </c:pt>
                <c:pt idx="966">
                  <c:v>116.21727230366901</c:v>
                </c:pt>
                <c:pt idx="967">
                  <c:v>115.95357568142055</c:v>
                </c:pt>
                <c:pt idx="968">
                  <c:v>115.81210723616014</c:v>
                </c:pt>
                <c:pt idx="969">
                  <c:v>115.84848883434776</c:v>
                </c:pt>
                <c:pt idx="970">
                  <c:v>116.01864277048689</c:v>
                </c:pt>
                <c:pt idx="971">
                  <c:v>115.55845053571925</c:v>
                </c:pt>
                <c:pt idx="972">
                  <c:v>115.04564491280331</c:v>
                </c:pt>
                <c:pt idx="973">
                  <c:v>115.0338208933923</c:v>
                </c:pt>
                <c:pt idx="974">
                  <c:v>115.32480371428147</c:v>
                </c:pt>
                <c:pt idx="975">
                  <c:v>115.40995064696293</c:v>
                </c:pt>
                <c:pt idx="976">
                  <c:v>115.6834423148773</c:v>
                </c:pt>
                <c:pt idx="977">
                  <c:v>115.36972099512084</c:v>
                </c:pt>
                <c:pt idx="978">
                  <c:v>115.61526180058144</c:v>
                </c:pt>
                <c:pt idx="979">
                  <c:v>115.62799535994715</c:v>
                </c:pt>
                <c:pt idx="980">
                  <c:v>115.4881710830664</c:v>
                </c:pt>
                <c:pt idx="981">
                  <c:v>115.5147576355881</c:v>
                </c:pt>
                <c:pt idx="982">
                  <c:v>115.49705658877758</c:v>
                </c:pt>
                <c:pt idx="983">
                  <c:v>115.1071787889687</c:v>
                </c:pt>
                <c:pt idx="984">
                  <c:v>115.17784304698698</c:v>
                </c:pt>
                <c:pt idx="985">
                  <c:v>114.99268170159549</c:v>
                </c:pt>
                <c:pt idx="986">
                  <c:v>115.67102359626519</c:v>
                </c:pt>
                <c:pt idx="987">
                  <c:v>116.07877735441431</c:v>
                </c:pt>
                <c:pt idx="988">
                  <c:v>115.91408065800336</c:v>
                </c:pt>
                <c:pt idx="989">
                  <c:v>116.11299004963305</c:v>
                </c:pt>
                <c:pt idx="990">
                  <c:v>115.84411604610405</c:v>
                </c:pt>
                <c:pt idx="991">
                  <c:v>115.8716821031924</c:v>
                </c:pt>
                <c:pt idx="992">
                  <c:v>115.93608452844573</c:v>
                </c:pt>
                <c:pt idx="993">
                  <c:v>116.09168582530981</c:v>
                </c:pt>
                <c:pt idx="994">
                  <c:v>116.21233979853015</c:v>
                </c:pt>
                <c:pt idx="995">
                  <c:v>116.54274767822464</c:v>
                </c:pt>
                <c:pt idx="996">
                  <c:v>116.57933917024796</c:v>
                </c:pt>
                <c:pt idx="997">
                  <c:v>115.90180186861514</c:v>
                </c:pt>
                <c:pt idx="998">
                  <c:v>115.94192657353939</c:v>
                </c:pt>
                <c:pt idx="999">
                  <c:v>115.90781882523846</c:v>
                </c:pt>
                <c:pt idx="1000">
                  <c:v>115.56663639531152</c:v>
                </c:pt>
                <c:pt idx="1001">
                  <c:v>115.71814476237944</c:v>
                </c:pt>
                <c:pt idx="1002">
                  <c:v>115.96795340916591</c:v>
                </c:pt>
                <c:pt idx="1003">
                  <c:v>116.21919633049627</c:v>
                </c:pt>
                <c:pt idx="1004">
                  <c:v>116.60708013886597</c:v>
                </c:pt>
                <c:pt idx="1005">
                  <c:v>116.85083684672313</c:v>
                </c:pt>
                <c:pt idx="1006">
                  <c:v>117.04180525490229</c:v>
                </c:pt>
                <c:pt idx="1007">
                  <c:v>117.43084347936836</c:v>
                </c:pt>
                <c:pt idx="1008">
                  <c:v>117.1762422566668</c:v>
                </c:pt>
                <c:pt idx="1009">
                  <c:v>117.04554836163889</c:v>
                </c:pt>
                <c:pt idx="1010">
                  <c:v>116.83453509215063</c:v>
                </c:pt>
                <c:pt idx="1011">
                  <c:v>116.93878236388055</c:v>
                </c:pt>
                <c:pt idx="1012">
                  <c:v>116.9085226692341</c:v>
                </c:pt>
                <c:pt idx="1013">
                  <c:v>116.18274476769668</c:v>
                </c:pt>
                <c:pt idx="1014">
                  <c:v>116.54372718279114</c:v>
                </c:pt>
                <c:pt idx="1015">
                  <c:v>116.91156612985175</c:v>
                </c:pt>
                <c:pt idx="1016">
                  <c:v>117.29469234461233</c:v>
                </c:pt>
                <c:pt idx="1017">
                  <c:v>117.39851982867086</c:v>
                </c:pt>
                <c:pt idx="1018">
                  <c:v>117.5058455433244</c:v>
                </c:pt>
                <c:pt idx="1019">
                  <c:v>117.55450593090035</c:v>
                </c:pt>
                <c:pt idx="1020">
                  <c:v>117.4899985587292</c:v>
                </c:pt>
                <c:pt idx="1021">
                  <c:v>118.1105147016641</c:v>
                </c:pt>
                <c:pt idx="1022">
                  <c:v>118.24649092489037</c:v>
                </c:pt>
                <c:pt idx="1023">
                  <c:v>118.00605753609842</c:v>
                </c:pt>
                <c:pt idx="1024">
                  <c:v>117.44829965003721</c:v>
                </c:pt>
                <c:pt idx="1025">
                  <c:v>117.36364246963903</c:v>
                </c:pt>
                <c:pt idx="1026">
                  <c:v>117.24428284173882</c:v>
                </c:pt>
                <c:pt idx="1027">
                  <c:v>118.02704691966819</c:v>
                </c:pt>
                <c:pt idx="1028">
                  <c:v>118.01144481121464</c:v>
                </c:pt>
                <c:pt idx="1029">
                  <c:v>118.23648598538871</c:v>
                </c:pt>
                <c:pt idx="1030">
                  <c:v>118.20010438720109</c:v>
                </c:pt>
                <c:pt idx="1031">
                  <c:v>118.10768113488213</c:v>
                </c:pt>
                <c:pt idx="1032">
                  <c:v>118.19499697053246</c:v>
                </c:pt>
                <c:pt idx="1033">
                  <c:v>118.4695381076253</c:v>
                </c:pt>
                <c:pt idx="1034">
                  <c:v>118.5564691379102</c:v>
                </c:pt>
                <c:pt idx="1035">
                  <c:v>118.83398377100876</c:v>
                </c:pt>
                <c:pt idx="1036">
                  <c:v>119.17939905995563</c:v>
                </c:pt>
                <c:pt idx="1037">
                  <c:v>119.18324711361011</c:v>
                </c:pt>
                <c:pt idx="1038">
                  <c:v>119.19619056681147</c:v>
                </c:pt>
                <c:pt idx="1039">
                  <c:v>118.78165024130811</c:v>
                </c:pt>
                <c:pt idx="1040">
                  <c:v>119.15956409248217</c:v>
                </c:pt>
                <c:pt idx="1041">
                  <c:v>119.26122267357181</c:v>
                </c:pt>
                <c:pt idx="1042">
                  <c:v>119.26346154115255</c:v>
                </c:pt>
                <c:pt idx="1043">
                  <c:v>119.49399493736072</c:v>
                </c:pt>
                <c:pt idx="1044">
                  <c:v>119.53062141169002</c:v>
                </c:pt>
                <c:pt idx="1045">
                  <c:v>119.76000039180187</c:v>
                </c:pt>
                <c:pt idx="1046">
                  <c:v>119.59033620794608</c:v>
                </c:pt>
                <c:pt idx="1047">
                  <c:v>119.43658897329738</c:v>
                </c:pt>
                <c:pt idx="1048">
                  <c:v>119.46744336714495</c:v>
                </c:pt>
                <c:pt idx="1049">
                  <c:v>119.74866612467423</c:v>
                </c:pt>
                <c:pt idx="1050">
                  <c:v>119.68713224850877</c:v>
                </c:pt>
                <c:pt idx="1051">
                  <c:v>119.79494771544563</c:v>
                </c:pt>
                <c:pt idx="1052">
                  <c:v>119.84682647516897</c:v>
                </c:pt>
                <c:pt idx="1053">
                  <c:v>119.48776808690177</c:v>
                </c:pt>
                <c:pt idx="1054">
                  <c:v>119.7081216320786</c:v>
                </c:pt>
                <c:pt idx="1055">
                  <c:v>119.76846610984175</c:v>
                </c:pt>
                <c:pt idx="1056">
                  <c:v>120.12203227607483</c:v>
                </c:pt>
                <c:pt idx="1057">
                  <c:v>120.65194424660015</c:v>
                </c:pt>
                <c:pt idx="1058">
                  <c:v>120.94089809374424</c:v>
                </c:pt>
                <c:pt idx="1059">
                  <c:v>121.70984416082352</c:v>
                </c:pt>
                <c:pt idx="1060">
                  <c:v>122.04962729851246</c:v>
                </c:pt>
                <c:pt idx="1061">
                  <c:v>122.35169951038768</c:v>
                </c:pt>
                <c:pt idx="1062">
                  <c:v>122.14379966612888</c:v>
                </c:pt>
                <c:pt idx="1063">
                  <c:v>121.85628009352872</c:v>
                </c:pt>
                <c:pt idx="1064">
                  <c:v>121.48459309281368</c:v>
                </c:pt>
                <c:pt idx="1065">
                  <c:v>122.22401409367144</c:v>
                </c:pt>
                <c:pt idx="1066">
                  <c:v>121.94363091148497</c:v>
                </c:pt>
                <c:pt idx="1067">
                  <c:v>121.60933999583013</c:v>
                </c:pt>
                <c:pt idx="1068">
                  <c:v>122.00859305363349</c:v>
                </c:pt>
                <c:pt idx="1069">
                  <c:v>122.79272144149488</c:v>
                </c:pt>
                <c:pt idx="1070">
                  <c:v>122.75168719661595</c:v>
                </c:pt>
                <c:pt idx="1071">
                  <c:v>122.81486524116103</c:v>
                </c:pt>
                <c:pt idx="1072">
                  <c:v>123.26428292569622</c:v>
                </c:pt>
                <c:pt idx="1073">
                  <c:v>122.96427466987201</c:v>
                </c:pt>
                <c:pt idx="1074">
                  <c:v>123.02825730745387</c:v>
                </c:pt>
                <c:pt idx="1075">
                  <c:v>122.79286137071868</c:v>
                </c:pt>
                <c:pt idx="1076">
                  <c:v>123.02643822754452</c:v>
                </c:pt>
                <c:pt idx="1077">
                  <c:v>122.49278315028261</c:v>
                </c:pt>
                <c:pt idx="1078">
                  <c:v>122.72090276738027</c:v>
                </c:pt>
                <c:pt idx="1079">
                  <c:v>123.01171067673972</c:v>
                </c:pt>
                <c:pt idx="1080">
                  <c:v>122.98543896497154</c:v>
                </c:pt>
                <c:pt idx="1081">
                  <c:v>123.48666544461811</c:v>
                </c:pt>
                <c:pt idx="1082">
                  <c:v>123.40732557472428</c:v>
                </c:pt>
                <c:pt idx="1083">
                  <c:v>123.42618103763114</c:v>
                </c:pt>
                <c:pt idx="1084">
                  <c:v>121.86642496225409</c:v>
                </c:pt>
                <c:pt idx="1085">
                  <c:v>119.98063379542624</c:v>
                </c:pt>
                <c:pt idx="1086">
                  <c:v>120.88608082032103</c:v>
                </c:pt>
                <c:pt idx="1087">
                  <c:v>120.16841881376396</c:v>
                </c:pt>
                <c:pt idx="1088">
                  <c:v>119.31254171639979</c:v>
                </c:pt>
                <c:pt idx="1089">
                  <c:v>118.96527236523762</c:v>
                </c:pt>
                <c:pt idx="1090">
                  <c:v>120.93400657947205</c:v>
                </c:pt>
                <c:pt idx="1091">
                  <c:v>120.12640506431842</c:v>
                </c:pt>
                <c:pt idx="1092">
                  <c:v>118.80022584576716</c:v>
                </c:pt>
                <c:pt idx="1093">
                  <c:v>117.57171722542731</c:v>
                </c:pt>
                <c:pt idx="1094">
                  <c:v>117.96999077866406</c:v>
                </c:pt>
                <c:pt idx="1095">
                  <c:v>118.6402517606594</c:v>
                </c:pt>
                <c:pt idx="1096">
                  <c:v>118.23200825022698</c:v>
                </c:pt>
                <c:pt idx="1097">
                  <c:v>117.66970266439226</c:v>
                </c:pt>
                <c:pt idx="1098">
                  <c:v>117.06769216130473</c:v>
                </c:pt>
                <c:pt idx="1099">
                  <c:v>117.71325563529962</c:v>
                </c:pt>
                <c:pt idx="1100">
                  <c:v>117.30795063856698</c:v>
                </c:pt>
                <c:pt idx="1101">
                  <c:v>117.79004179685911</c:v>
                </c:pt>
                <c:pt idx="1102">
                  <c:v>117.34013436004066</c:v>
                </c:pt>
                <c:pt idx="1103">
                  <c:v>116.57451161202663</c:v>
                </c:pt>
                <c:pt idx="1104">
                  <c:v>116.16126563184342</c:v>
                </c:pt>
                <c:pt idx="1105">
                  <c:v>116.57828970106918</c:v>
                </c:pt>
                <c:pt idx="1106">
                  <c:v>118.03995539056341</c:v>
                </c:pt>
                <c:pt idx="1107">
                  <c:v>117.85217037222569</c:v>
                </c:pt>
                <c:pt idx="1108">
                  <c:v>117.88414419986368</c:v>
                </c:pt>
                <c:pt idx="1109">
                  <c:v>118.0313847256058</c:v>
                </c:pt>
                <c:pt idx="1110">
                  <c:v>117.75544429627497</c:v>
                </c:pt>
                <c:pt idx="1111">
                  <c:v>120.58561779451958</c:v>
                </c:pt>
                <c:pt idx="1112">
                  <c:v>120.48847193089738</c:v>
                </c:pt>
                <c:pt idx="1113">
                  <c:v>121.16030711666041</c:v>
                </c:pt>
                <c:pt idx="1114">
                  <c:v>120.9506231747982</c:v>
                </c:pt>
                <c:pt idx="1115">
                  <c:v>121.92397085554127</c:v>
                </c:pt>
                <c:pt idx="1116">
                  <c:v>121.77592573676235</c:v>
                </c:pt>
                <c:pt idx="1117">
                  <c:v>121.61203363338822</c:v>
                </c:pt>
                <c:pt idx="1118">
                  <c:v>122.65608055445558</c:v>
                </c:pt>
                <c:pt idx="1119">
                  <c:v>122.02597925969047</c:v>
                </c:pt>
                <c:pt idx="1120">
                  <c:v>121.85337656213488</c:v>
                </c:pt>
                <c:pt idx="1121">
                  <c:v>121.52783122296744</c:v>
                </c:pt>
                <c:pt idx="1122">
                  <c:v>121.00851889114485</c:v>
                </c:pt>
                <c:pt idx="1123">
                  <c:v>120.78036429174124</c:v>
                </c:pt>
                <c:pt idx="1124">
                  <c:v>120.85368720501171</c:v>
                </c:pt>
                <c:pt idx="1125">
                  <c:v>120.21368591766286</c:v>
                </c:pt>
                <c:pt idx="1126">
                  <c:v>119.75492795743912</c:v>
                </c:pt>
                <c:pt idx="1127">
                  <c:v>119.81289363839768</c:v>
                </c:pt>
                <c:pt idx="1128">
                  <c:v>120.16999301753175</c:v>
                </c:pt>
                <c:pt idx="1129">
                  <c:v>119.68139515033297</c:v>
                </c:pt>
                <c:pt idx="1130">
                  <c:v>119.61839201731765</c:v>
                </c:pt>
                <c:pt idx="1131">
                  <c:v>120.98595530380736</c:v>
                </c:pt>
                <c:pt idx="1132">
                  <c:v>121.53503757799308</c:v>
                </c:pt>
                <c:pt idx="1133">
                  <c:v>121.33350451341713</c:v>
                </c:pt>
                <c:pt idx="1134">
                  <c:v>120.99298674730323</c:v>
                </c:pt>
                <c:pt idx="1135">
                  <c:v>120.34273564431112</c:v>
                </c:pt>
                <c:pt idx="1136">
                  <c:v>120.3854490398757</c:v>
                </c:pt>
                <c:pt idx="1137">
                  <c:v>120.3823705969521</c:v>
                </c:pt>
                <c:pt idx="1138">
                  <c:v>119.19975876201821</c:v>
                </c:pt>
                <c:pt idx="1139">
                  <c:v>118.99031969629763</c:v>
                </c:pt>
                <c:pt idx="1140">
                  <c:v>118.34360180620644</c:v>
                </c:pt>
                <c:pt idx="1141">
                  <c:v>119.16823970435759</c:v>
                </c:pt>
                <c:pt idx="1142">
                  <c:v>119.2598933459457</c:v>
                </c:pt>
                <c:pt idx="1143">
                  <c:v>119.58284999447284</c:v>
                </c:pt>
                <c:pt idx="1144">
                  <c:v>120.2380685849098</c:v>
                </c:pt>
                <c:pt idx="1145">
                  <c:v>120.25629436630956</c:v>
                </c:pt>
                <c:pt idx="1146">
                  <c:v>120.47864190292553</c:v>
                </c:pt>
                <c:pt idx="1147">
                  <c:v>120.8339921667621</c:v>
                </c:pt>
                <c:pt idx="1148">
                  <c:v>120.77529185737858</c:v>
                </c:pt>
                <c:pt idx="1149">
                  <c:v>121.25720810414099</c:v>
                </c:pt>
                <c:pt idx="1150">
                  <c:v>120.69017990700307</c:v>
                </c:pt>
                <c:pt idx="1151">
                  <c:v>120.59254429109761</c:v>
                </c:pt>
                <c:pt idx="1152">
                  <c:v>119.94019424974853</c:v>
                </c:pt>
                <c:pt idx="1153">
                  <c:v>119.01193876137454</c:v>
                </c:pt>
                <c:pt idx="1154">
                  <c:v>119.6379121440376</c:v>
                </c:pt>
                <c:pt idx="1155">
                  <c:v>119.50106136316258</c:v>
                </c:pt>
                <c:pt idx="1156">
                  <c:v>119.78361344831791</c:v>
                </c:pt>
                <c:pt idx="1157">
                  <c:v>121.1223513147051</c:v>
                </c:pt>
                <c:pt idx="1158">
                  <c:v>122.10136612901206</c:v>
                </c:pt>
                <c:pt idx="1159">
                  <c:v>122.17273003314935</c:v>
                </c:pt>
                <c:pt idx="1160">
                  <c:v>122.07306544349879</c:v>
                </c:pt>
                <c:pt idx="1161">
                  <c:v>121.12707392600835</c:v>
                </c:pt>
                <c:pt idx="1162">
                  <c:v>120.99568038486146</c:v>
                </c:pt>
                <c:pt idx="1163">
                  <c:v>120.89076844931846</c:v>
                </c:pt>
                <c:pt idx="1164">
                  <c:v>120.24926292281376</c:v>
                </c:pt>
                <c:pt idx="1165">
                  <c:v>119.94740060477419</c:v>
                </c:pt>
                <c:pt idx="1166">
                  <c:v>120.61549268380065</c:v>
                </c:pt>
                <c:pt idx="1167">
                  <c:v>120.97108782377884</c:v>
                </c:pt>
                <c:pt idx="1168">
                  <c:v>121.01852383064654</c:v>
                </c:pt>
                <c:pt idx="1169">
                  <c:v>121.07078739573531</c:v>
                </c:pt>
                <c:pt idx="1170">
                  <c:v>120.77641129116901</c:v>
                </c:pt>
                <c:pt idx="1171">
                  <c:v>121.33486882334921</c:v>
                </c:pt>
                <c:pt idx="1172">
                  <c:v>121.58936509913291</c:v>
                </c:pt>
                <c:pt idx="1173">
                  <c:v>121.40399385990571</c:v>
                </c:pt>
                <c:pt idx="1174">
                  <c:v>121.49683689989608</c:v>
                </c:pt>
                <c:pt idx="1175">
                  <c:v>120.63532765127405</c:v>
                </c:pt>
                <c:pt idx="1176">
                  <c:v>121.05511532266983</c:v>
                </c:pt>
                <c:pt idx="1177">
                  <c:v>121.53433793187411</c:v>
                </c:pt>
                <c:pt idx="1178">
                  <c:v>121.18815303219637</c:v>
                </c:pt>
                <c:pt idx="1179">
                  <c:v>121.20214595457622</c:v>
                </c:pt>
                <c:pt idx="1180">
                  <c:v>121.33039108818765</c:v>
                </c:pt>
                <c:pt idx="1181">
                  <c:v>121.21012192033274</c:v>
                </c:pt>
                <c:pt idx="1182">
                  <c:v>120.72498730142297</c:v>
                </c:pt>
                <c:pt idx="1183">
                  <c:v>120.70228378486162</c:v>
                </c:pt>
                <c:pt idx="1184">
                  <c:v>120.82482680260324</c:v>
                </c:pt>
                <c:pt idx="1185">
                  <c:v>120.66369830139917</c:v>
                </c:pt>
                <c:pt idx="1186">
                  <c:v>119.81730140894737</c:v>
                </c:pt>
                <c:pt idx="1187">
                  <c:v>120.14672978407525</c:v>
                </c:pt>
                <c:pt idx="1188">
                  <c:v>120.48532352336187</c:v>
                </c:pt>
                <c:pt idx="1189">
                  <c:v>120.5238040599065</c:v>
                </c:pt>
                <c:pt idx="1190">
                  <c:v>120.28672897248569</c:v>
                </c:pt>
                <c:pt idx="1191">
                  <c:v>121.28767769262306</c:v>
                </c:pt>
                <c:pt idx="1192">
                  <c:v>121.4355828821782</c:v>
                </c:pt>
                <c:pt idx="1193">
                  <c:v>121.54035488849738</c:v>
                </c:pt>
                <c:pt idx="1194">
                  <c:v>121.86967831670742</c:v>
                </c:pt>
                <c:pt idx="1195">
                  <c:v>122.35386841335657</c:v>
                </c:pt>
                <c:pt idx="1196">
                  <c:v>122.38909559544788</c:v>
                </c:pt>
                <c:pt idx="1197">
                  <c:v>122.7332865036865</c:v>
                </c:pt>
                <c:pt idx="1198">
                  <c:v>122.80290129252629</c:v>
                </c:pt>
                <c:pt idx="1199">
                  <c:v>122.50131883293436</c:v>
                </c:pt>
                <c:pt idx="1200">
                  <c:v>122.56299263832361</c:v>
                </c:pt>
                <c:pt idx="1201">
                  <c:v>122.65216253618931</c:v>
                </c:pt>
                <c:pt idx="1202">
                  <c:v>122.78208682048633</c:v>
                </c:pt>
                <c:pt idx="1203">
                  <c:v>122.79233663612955</c:v>
                </c:pt>
                <c:pt idx="1204">
                  <c:v>122.53091386376779</c:v>
                </c:pt>
                <c:pt idx="1205">
                  <c:v>123.18165471904319</c:v>
                </c:pt>
                <c:pt idx="1206">
                  <c:v>123.26316349190587</c:v>
                </c:pt>
                <c:pt idx="1207">
                  <c:v>123.59493568153236</c:v>
                </c:pt>
                <c:pt idx="1208">
                  <c:v>123.59416607080146</c:v>
                </c:pt>
                <c:pt idx="1209">
                  <c:v>123.82606377694167</c:v>
                </c:pt>
                <c:pt idx="1210">
                  <c:v>123.64461055598085</c:v>
                </c:pt>
                <c:pt idx="1211">
                  <c:v>123.27355323677291</c:v>
                </c:pt>
                <c:pt idx="1212">
                  <c:v>122.79405076912104</c:v>
                </c:pt>
                <c:pt idx="1213">
                  <c:v>122.5233926679886</c:v>
                </c:pt>
                <c:pt idx="1214">
                  <c:v>122.4442626919305</c:v>
                </c:pt>
                <c:pt idx="1215">
                  <c:v>122.54077887404561</c:v>
                </c:pt>
                <c:pt idx="1216">
                  <c:v>123.20589745706633</c:v>
                </c:pt>
                <c:pt idx="1217">
                  <c:v>123.41953439950082</c:v>
                </c:pt>
                <c:pt idx="1218">
                  <c:v>123.40515667175548</c:v>
                </c:pt>
                <c:pt idx="1219">
                  <c:v>123.31962493370858</c:v>
                </c:pt>
                <c:pt idx="1220">
                  <c:v>123.29699138175916</c:v>
                </c:pt>
                <c:pt idx="1221">
                  <c:v>122.80006772574436</c:v>
                </c:pt>
                <c:pt idx="1222">
                  <c:v>122.63050848880638</c:v>
                </c:pt>
                <c:pt idx="1223">
                  <c:v>121.5373813924917</c:v>
                </c:pt>
                <c:pt idx="1224">
                  <c:v>121.37355925372948</c:v>
                </c:pt>
                <c:pt idx="1225">
                  <c:v>121.49942559053636</c:v>
                </c:pt>
                <c:pt idx="1226">
                  <c:v>121.55224887252034</c:v>
                </c:pt>
                <c:pt idx="1227">
                  <c:v>121.38408892782036</c:v>
                </c:pt>
                <c:pt idx="1228">
                  <c:v>121.82486598278595</c:v>
                </c:pt>
                <c:pt idx="1229">
                  <c:v>121.90773906558064</c:v>
                </c:pt>
                <c:pt idx="1230">
                  <c:v>121.09205663775265</c:v>
                </c:pt>
                <c:pt idx="1231">
                  <c:v>120.23789367338</c:v>
                </c:pt>
                <c:pt idx="1232">
                  <c:v>120.32828795195387</c:v>
                </c:pt>
                <c:pt idx="1233">
                  <c:v>119.43553950411879</c:v>
                </c:pt>
                <c:pt idx="1234">
                  <c:v>119.40821832317214</c:v>
                </c:pt>
                <c:pt idx="1235">
                  <c:v>119.92889496492676</c:v>
                </c:pt>
                <c:pt idx="1236">
                  <c:v>118.99535714835439</c:v>
                </c:pt>
                <c:pt idx="1237">
                  <c:v>119.35857843102964</c:v>
                </c:pt>
                <c:pt idx="1238">
                  <c:v>120.0009585151831</c:v>
                </c:pt>
                <c:pt idx="1239">
                  <c:v>120.61297395777224</c:v>
                </c:pt>
                <c:pt idx="1240">
                  <c:v>120.15813401581485</c:v>
                </c:pt>
                <c:pt idx="1241">
                  <c:v>120.37929215402852</c:v>
                </c:pt>
                <c:pt idx="1242">
                  <c:v>120.51344929734542</c:v>
                </c:pt>
                <c:pt idx="1243">
                  <c:v>120.6352227043562</c:v>
                </c:pt>
                <c:pt idx="1244">
                  <c:v>120.73974983453375</c:v>
                </c:pt>
                <c:pt idx="1245">
                  <c:v>120.31859785320593</c:v>
                </c:pt>
                <c:pt idx="1246">
                  <c:v>120.84941936368594</c:v>
                </c:pt>
                <c:pt idx="1247">
                  <c:v>120.80845508341889</c:v>
                </c:pt>
                <c:pt idx="1248">
                  <c:v>#N/A</c:v>
                </c:pt>
                <c:pt idx="1249">
                  <c:v>#N/A</c:v>
                </c:pt>
                <c:pt idx="1250">
                  <c:v>#N/A</c:v>
                </c:pt>
                <c:pt idx="1251">
                  <c:v>#N/A</c:v>
                </c:pt>
                <c:pt idx="1252">
                  <c:v>#N/A</c:v>
                </c:pt>
                <c:pt idx="1253">
                  <c:v>#N/A</c:v>
                </c:pt>
                <c:pt idx="1254">
                  <c:v>#N/A</c:v>
                </c:pt>
                <c:pt idx="1255">
                  <c:v>#N/A</c:v>
                </c:pt>
                <c:pt idx="1256">
                  <c:v>#N/A</c:v>
                </c:pt>
                <c:pt idx="1257">
                  <c:v>#N/A</c:v>
                </c:pt>
                <c:pt idx="1258">
                  <c:v>#N/A</c:v>
                </c:pt>
                <c:pt idx="1259">
                  <c:v>#N/A</c:v>
                </c:pt>
                <c:pt idx="1260">
                  <c:v>#N/A</c:v>
                </c:pt>
                <c:pt idx="1261">
                  <c:v>#N/A</c:v>
                </c:pt>
                <c:pt idx="1262">
                  <c:v>#N/A</c:v>
                </c:pt>
                <c:pt idx="1263">
                  <c:v>#N/A</c:v>
                </c:pt>
                <c:pt idx="1264">
                  <c:v>#N/A</c:v>
                </c:pt>
                <c:pt idx="1265">
                  <c:v>#N/A</c:v>
                </c:pt>
                <c:pt idx="1266">
                  <c:v>#N/A</c:v>
                </c:pt>
                <c:pt idx="1267">
                  <c:v>#N/A</c:v>
                </c:pt>
                <c:pt idx="1268">
                  <c:v>#N/A</c:v>
                </c:pt>
                <c:pt idx="1269">
                  <c:v>#N/A</c:v>
                </c:pt>
                <c:pt idx="1270">
                  <c:v>#N/A</c:v>
                </c:pt>
                <c:pt idx="1271">
                  <c:v>#N/A</c:v>
                </c:pt>
                <c:pt idx="1272">
                  <c:v>#N/A</c:v>
                </c:pt>
                <c:pt idx="1273">
                  <c:v>#N/A</c:v>
                </c:pt>
                <c:pt idx="1274">
                  <c:v>#N/A</c:v>
                </c:pt>
                <c:pt idx="1275">
                  <c:v>#N/A</c:v>
                </c:pt>
                <c:pt idx="1276">
                  <c:v>#N/A</c:v>
                </c:pt>
                <c:pt idx="1277">
                  <c:v>#N/A</c:v>
                </c:pt>
                <c:pt idx="1278">
                  <c:v>#N/A</c:v>
                </c:pt>
                <c:pt idx="1279">
                  <c:v>#N/A</c:v>
                </c:pt>
                <c:pt idx="1280">
                  <c:v>#N/A</c:v>
                </c:pt>
                <c:pt idx="1281">
                  <c:v>#N/A</c:v>
                </c:pt>
                <c:pt idx="1282">
                  <c:v>#N/A</c:v>
                </c:pt>
                <c:pt idx="1283">
                  <c:v>#N/A</c:v>
                </c:pt>
                <c:pt idx="1284">
                  <c:v>#N/A</c:v>
                </c:pt>
                <c:pt idx="1285">
                  <c:v>#N/A</c:v>
                </c:pt>
                <c:pt idx="1286">
                  <c:v>#N/A</c:v>
                </c:pt>
                <c:pt idx="1287">
                  <c:v>#N/A</c:v>
                </c:pt>
                <c:pt idx="1288">
                  <c:v>#N/A</c:v>
                </c:pt>
                <c:pt idx="1289">
                  <c:v>#N/A</c:v>
                </c:pt>
                <c:pt idx="1290">
                  <c:v>#N/A</c:v>
                </c:pt>
                <c:pt idx="1291">
                  <c:v>#N/A</c:v>
                </c:pt>
                <c:pt idx="1292">
                  <c:v>#N/A</c:v>
                </c:pt>
                <c:pt idx="1293">
                  <c:v>#N/A</c:v>
                </c:pt>
                <c:pt idx="1294">
                  <c:v>#N/A</c:v>
                </c:pt>
                <c:pt idx="1295">
                  <c:v>#N/A</c:v>
                </c:pt>
                <c:pt idx="1296">
                  <c:v>#N/A</c:v>
                </c:pt>
                <c:pt idx="1297">
                  <c:v>#N/A</c:v>
                </c:pt>
                <c:pt idx="1298">
                  <c:v>#N/A</c:v>
                </c:pt>
                <c:pt idx="1299">
                  <c:v>#N/A</c:v>
                </c:pt>
                <c:pt idx="1300">
                  <c:v>#N/A</c:v>
                </c:pt>
                <c:pt idx="1301">
                  <c:v>#N/A</c:v>
                </c:pt>
                <c:pt idx="1302">
                  <c:v>#N/A</c:v>
                </c:pt>
                <c:pt idx="1303">
                  <c:v>#N/A</c:v>
                </c:pt>
                <c:pt idx="1304">
                  <c:v>#N/A</c:v>
                </c:pt>
                <c:pt idx="1305">
                  <c:v>#N/A</c:v>
                </c:pt>
                <c:pt idx="1306">
                  <c:v>#N/A</c:v>
                </c:pt>
                <c:pt idx="1307">
                  <c:v>#N/A</c:v>
                </c:pt>
                <c:pt idx="1308">
                  <c:v>#N/A</c:v>
                </c:pt>
                <c:pt idx="1309">
                  <c:v>#N/A</c:v>
                </c:pt>
                <c:pt idx="1310">
                  <c:v>#N/A</c:v>
                </c:pt>
                <c:pt idx="1311">
                  <c:v>#N/A</c:v>
                </c:pt>
                <c:pt idx="1312">
                  <c:v>#N/A</c:v>
                </c:pt>
                <c:pt idx="1313">
                  <c:v>#N/A</c:v>
                </c:pt>
                <c:pt idx="1314">
                  <c:v>#N/A</c:v>
                </c:pt>
                <c:pt idx="1315">
                  <c:v>#N/A</c:v>
                </c:pt>
                <c:pt idx="1316">
                  <c:v>#N/A</c:v>
                </c:pt>
                <c:pt idx="1317">
                  <c:v>#N/A</c:v>
                </c:pt>
                <c:pt idx="1318">
                  <c:v>#N/A</c:v>
                </c:pt>
                <c:pt idx="1319">
                  <c:v>#N/A</c:v>
                </c:pt>
                <c:pt idx="1320">
                  <c:v>#N/A</c:v>
                </c:pt>
              </c:numCache>
            </c:numRef>
          </c:val>
          <c:smooth val="0"/>
          <c:extLst>
            <c:ext xmlns:c16="http://schemas.microsoft.com/office/drawing/2014/chart" uri="{C3380CC4-5D6E-409C-BE32-E72D297353CC}">
              <c16:uniqueId val="{00000004-F2DB-4188-A552-B2101BE80626}"/>
            </c:ext>
          </c:extLst>
        </c:ser>
        <c:ser>
          <c:idx val="5"/>
          <c:order val="5"/>
          <c:tx>
            <c:strRef>
              <c:f>FI_INDEX!$AL$7</c:f>
              <c:strCache>
                <c:ptCount val="1"/>
                <c:pt idx="0">
                  <c:v>EM COR HC</c:v>
                </c:pt>
              </c:strCache>
            </c:strRef>
          </c:tx>
          <c:spPr>
            <a:ln w="28575">
              <a:solidFill>
                <a:srgbClr val="10A088"/>
              </a:solidFill>
            </a:ln>
          </c:spPr>
          <c:marker>
            <c:symbol val="none"/>
          </c:marker>
          <c:cat>
            <c:numRef>
              <c:f>FI_INDEX!$AC$795:$AC$4550</c:f>
              <c:numCache>
                <c:formatCode>m/d/yyyy</c:formatCode>
                <c:ptCount val="3756"/>
                <c:pt idx="0">
                  <c:v>44561</c:v>
                </c:pt>
                <c:pt idx="1">
                  <c:v>44564</c:v>
                </c:pt>
                <c:pt idx="2">
                  <c:v>44565</c:v>
                </c:pt>
                <c:pt idx="3">
                  <c:v>44566</c:v>
                </c:pt>
                <c:pt idx="4">
                  <c:v>44567</c:v>
                </c:pt>
                <c:pt idx="5">
                  <c:v>44568</c:v>
                </c:pt>
                <c:pt idx="6">
                  <c:v>44571</c:v>
                </c:pt>
                <c:pt idx="7">
                  <c:v>44572</c:v>
                </c:pt>
                <c:pt idx="8">
                  <c:v>44573</c:v>
                </c:pt>
                <c:pt idx="9">
                  <c:v>44574</c:v>
                </c:pt>
                <c:pt idx="10">
                  <c:v>44575</c:v>
                </c:pt>
                <c:pt idx="11">
                  <c:v>44578</c:v>
                </c:pt>
                <c:pt idx="12">
                  <c:v>44579</c:v>
                </c:pt>
                <c:pt idx="13">
                  <c:v>44580</c:v>
                </c:pt>
                <c:pt idx="14">
                  <c:v>44581</c:v>
                </c:pt>
                <c:pt idx="15">
                  <c:v>44582</c:v>
                </c:pt>
                <c:pt idx="16">
                  <c:v>44585</c:v>
                </c:pt>
                <c:pt idx="17">
                  <c:v>44586</c:v>
                </c:pt>
                <c:pt idx="18">
                  <c:v>44587</c:v>
                </c:pt>
                <c:pt idx="19">
                  <c:v>44588</c:v>
                </c:pt>
                <c:pt idx="20">
                  <c:v>44589</c:v>
                </c:pt>
                <c:pt idx="21">
                  <c:v>44592</c:v>
                </c:pt>
                <c:pt idx="22">
                  <c:v>44593</c:v>
                </c:pt>
                <c:pt idx="23">
                  <c:v>44594</c:v>
                </c:pt>
                <c:pt idx="24">
                  <c:v>44595</c:v>
                </c:pt>
                <c:pt idx="25">
                  <c:v>44596</c:v>
                </c:pt>
                <c:pt idx="26">
                  <c:v>44599</c:v>
                </c:pt>
                <c:pt idx="27">
                  <c:v>44600</c:v>
                </c:pt>
                <c:pt idx="28">
                  <c:v>44601</c:v>
                </c:pt>
                <c:pt idx="29">
                  <c:v>44602</c:v>
                </c:pt>
                <c:pt idx="30">
                  <c:v>44603</c:v>
                </c:pt>
                <c:pt idx="31">
                  <c:v>44606</c:v>
                </c:pt>
                <c:pt idx="32">
                  <c:v>44607</c:v>
                </c:pt>
                <c:pt idx="33">
                  <c:v>44608</c:v>
                </c:pt>
                <c:pt idx="34">
                  <c:v>44609</c:v>
                </c:pt>
                <c:pt idx="35">
                  <c:v>44610</c:v>
                </c:pt>
                <c:pt idx="36">
                  <c:v>44613</c:v>
                </c:pt>
                <c:pt idx="37">
                  <c:v>44614</c:v>
                </c:pt>
                <c:pt idx="38">
                  <c:v>44615</c:v>
                </c:pt>
                <c:pt idx="39">
                  <c:v>44616</c:v>
                </c:pt>
                <c:pt idx="40">
                  <c:v>44617</c:v>
                </c:pt>
                <c:pt idx="41">
                  <c:v>44620</c:v>
                </c:pt>
                <c:pt idx="42">
                  <c:v>44621</c:v>
                </c:pt>
                <c:pt idx="43">
                  <c:v>44622</c:v>
                </c:pt>
                <c:pt idx="44">
                  <c:v>44623</c:v>
                </c:pt>
                <c:pt idx="45">
                  <c:v>44624</c:v>
                </c:pt>
                <c:pt idx="46">
                  <c:v>44627</c:v>
                </c:pt>
                <c:pt idx="47">
                  <c:v>44628</c:v>
                </c:pt>
                <c:pt idx="48">
                  <c:v>44629</c:v>
                </c:pt>
                <c:pt idx="49">
                  <c:v>44630</c:v>
                </c:pt>
                <c:pt idx="50">
                  <c:v>44631</c:v>
                </c:pt>
                <c:pt idx="51">
                  <c:v>44634</c:v>
                </c:pt>
                <c:pt idx="52">
                  <c:v>44635</c:v>
                </c:pt>
                <c:pt idx="53">
                  <c:v>44636</c:v>
                </c:pt>
                <c:pt idx="54">
                  <c:v>44637</c:v>
                </c:pt>
                <c:pt idx="55">
                  <c:v>44638</c:v>
                </c:pt>
                <c:pt idx="56">
                  <c:v>44641</c:v>
                </c:pt>
                <c:pt idx="57">
                  <c:v>44642</c:v>
                </c:pt>
                <c:pt idx="58">
                  <c:v>44643</c:v>
                </c:pt>
                <c:pt idx="59">
                  <c:v>44644</c:v>
                </c:pt>
                <c:pt idx="60">
                  <c:v>44645</c:v>
                </c:pt>
                <c:pt idx="61">
                  <c:v>44648</c:v>
                </c:pt>
                <c:pt idx="62">
                  <c:v>44649</c:v>
                </c:pt>
                <c:pt idx="63">
                  <c:v>44650</c:v>
                </c:pt>
                <c:pt idx="64">
                  <c:v>44651</c:v>
                </c:pt>
                <c:pt idx="65">
                  <c:v>44652</c:v>
                </c:pt>
                <c:pt idx="66">
                  <c:v>44655</c:v>
                </c:pt>
                <c:pt idx="67">
                  <c:v>44656</c:v>
                </c:pt>
                <c:pt idx="68">
                  <c:v>44657</c:v>
                </c:pt>
                <c:pt idx="69">
                  <c:v>44658</c:v>
                </c:pt>
                <c:pt idx="70">
                  <c:v>44659</c:v>
                </c:pt>
                <c:pt idx="71">
                  <c:v>44662</c:v>
                </c:pt>
                <c:pt idx="72">
                  <c:v>44663</c:v>
                </c:pt>
                <c:pt idx="73">
                  <c:v>44664</c:v>
                </c:pt>
                <c:pt idx="74">
                  <c:v>44665</c:v>
                </c:pt>
                <c:pt idx="75">
                  <c:v>44666</c:v>
                </c:pt>
                <c:pt idx="76">
                  <c:v>44669</c:v>
                </c:pt>
                <c:pt idx="77">
                  <c:v>44670</c:v>
                </c:pt>
                <c:pt idx="78">
                  <c:v>44671</c:v>
                </c:pt>
                <c:pt idx="79">
                  <c:v>44672</c:v>
                </c:pt>
                <c:pt idx="80">
                  <c:v>44673</c:v>
                </c:pt>
                <c:pt idx="81">
                  <c:v>44676</c:v>
                </c:pt>
                <c:pt idx="82">
                  <c:v>44677</c:v>
                </c:pt>
                <c:pt idx="83">
                  <c:v>44678</c:v>
                </c:pt>
                <c:pt idx="84">
                  <c:v>44679</c:v>
                </c:pt>
                <c:pt idx="85">
                  <c:v>44680</c:v>
                </c:pt>
                <c:pt idx="86">
                  <c:v>44683</c:v>
                </c:pt>
                <c:pt idx="87">
                  <c:v>44684</c:v>
                </c:pt>
                <c:pt idx="88">
                  <c:v>44685</c:v>
                </c:pt>
                <c:pt idx="89">
                  <c:v>44686</c:v>
                </c:pt>
                <c:pt idx="90">
                  <c:v>44687</c:v>
                </c:pt>
                <c:pt idx="91">
                  <c:v>44690</c:v>
                </c:pt>
                <c:pt idx="92">
                  <c:v>44691</c:v>
                </c:pt>
                <c:pt idx="93">
                  <c:v>44692</c:v>
                </c:pt>
                <c:pt idx="94">
                  <c:v>44693</c:v>
                </c:pt>
                <c:pt idx="95">
                  <c:v>44694</c:v>
                </c:pt>
                <c:pt idx="96">
                  <c:v>44697</c:v>
                </c:pt>
                <c:pt idx="97">
                  <c:v>44698</c:v>
                </c:pt>
                <c:pt idx="98">
                  <c:v>44699</c:v>
                </c:pt>
                <c:pt idx="99">
                  <c:v>44700</c:v>
                </c:pt>
                <c:pt idx="100">
                  <c:v>44701</c:v>
                </c:pt>
                <c:pt idx="101">
                  <c:v>44704</c:v>
                </c:pt>
                <c:pt idx="102">
                  <c:v>44705</c:v>
                </c:pt>
                <c:pt idx="103">
                  <c:v>44706</c:v>
                </c:pt>
                <c:pt idx="104">
                  <c:v>44707</c:v>
                </c:pt>
                <c:pt idx="105">
                  <c:v>44708</c:v>
                </c:pt>
                <c:pt idx="106">
                  <c:v>44711</c:v>
                </c:pt>
                <c:pt idx="107">
                  <c:v>44712</c:v>
                </c:pt>
                <c:pt idx="108">
                  <c:v>44713</c:v>
                </c:pt>
                <c:pt idx="109">
                  <c:v>44714</c:v>
                </c:pt>
                <c:pt idx="110">
                  <c:v>44715</c:v>
                </c:pt>
                <c:pt idx="111">
                  <c:v>44718</c:v>
                </c:pt>
                <c:pt idx="112">
                  <c:v>44719</c:v>
                </c:pt>
                <c:pt idx="113">
                  <c:v>44720</c:v>
                </c:pt>
                <c:pt idx="114">
                  <c:v>44721</c:v>
                </c:pt>
                <c:pt idx="115">
                  <c:v>44722</c:v>
                </c:pt>
                <c:pt idx="116">
                  <c:v>44725</c:v>
                </c:pt>
                <c:pt idx="117">
                  <c:v>44726</c:v>
                </c:pt>
                <c:pt idx="118">
                  <c:v>44727</c:v>
                </c:pt>
                <c:pt idx="119">
                  <c:v>44728</c:v>
                </c:pt>
                <c:pt idx="120">
                  <c:v>44729</c:v>
                </c:pt>
                <c:pt idx="121">
                  <c:v>44732</c:v>
                </c:pt>
                <c:pt idx="122">
                  <c:v>44733</c:v>
                </c:pt>
                <c:pt idx="123">
                  <c:v>44734</c:v>
                </c:pt>
                <c:pt idx="124">
                  <c:v>44735</c:v>
                </c:pt>
                <c:pt idx="125">
                  <c:v>44736</c:v>
                </c:pt>
                <c:pt idx="126">
                  <c:v>44739</c:v>
                </c:pt>
                <c:pt idx="127">
                  <c:v>44740</c:v>
                </c:pt>
                <c:pt idx="128">
                  <c:v>44741</c:v>
                </c:pt>
                <c:pt idx="129">
                  <c:v>44742</c:v>
                </c:pt>
                <c:pt idx="130">
                  <c:v>44743</c:v>
                </c:pt>
                <c:pt idx="131">
                  <c:v>44746</c:v>
                </c:pt>
                <c:pt idx="132">
                  <c:v>44747</c:v>
                </c:pt>
                <c:pt idx="133">
                  <c:v>44748</c:v>
                </c:pt>
                <c:pt idx="134">
                  <c:v>44749</c:v>
                </c:pt>
                <c:pt idx="135">
                  <c:v>44750</c:v>
                </c:pt>
                <c:pt idx="136">
                  <c:v>44753</c:v>
                </c:pt>
                <c:pt idx="137">
                  <c:v>44754</c:v>
                </c:pt>
                <c:pt idx="138">
                  <c:v>44755</c:v>
                </c:pt>
                <c:pt idx="139">
                  <c:v>44756</c:v>
                </c:pt>
                <c:pt idx="140">
                  <c:v>44757</c:v>
                </c:pt>
                <c:pt idx="141">
                  <c:v>44760</c:v>
                </c:pt>
                <c:pt idx="142">
                  <c:v>44761</c:v>
                </c:pt>
                <c:pt idx="143">
                  <c:v>44762</c:v>
                </c:pt>
                <c:pt idx="144">
                  <c:v>44763</c:v>
                </c:pt>
                <c:pt idx="145">
                  <c:v>44764</c:v>
                </c:pt>
                <c:pt idx="146">
                  <c:v>44767</c:v>
                </c:pt>
                <c:pt idx="147">
                  <c:v>44768</c:v>
                </c:pt>
                <c:pt idx="148">
                  <c:v>44769</c:v>
                </c:pt>
                <c:pt idx="149">
                  <c:v>44770</c:v>
                </c:pt>
                <c:pt idx="150">
                  <c:v>44771</c:v>
                </c:pt>
                <c:pt idx="151">
                  <c:v>44774</c:v>
                </c:pt>
                <c:pt idx="152">
                  <c:v>44775</c:v>
                </c:pt>
                <c:pt idx="153">
                  <c:v>44776</c:v>
                </c:pt>
                <c:pt idx="154">
                  <c:v>44777</c:v>
                </c:pt>
                <c:pt idx="155">
                  <c:v>44778</c:v>
                </c:pt>
                <c:pt idx="156">
                  <c:v>44781</c:v>
                </c:pt>
                <c:pt idx="157">
                  <c:v>44782</c:v>
                </c:pt>
                <c:pt idx="158">
                  <c:v>44783</c:v>
                </c:pt>
                <c:pt idx="159">
                  <c:v>44784</c:v>
                </c:pt>
                <c:pt idx="160">
                  <c:v>44785</c:v>
                </c:pt>
                <c:pt idx="161">
                  <c:v>44788</c:v>
                </c:pt>
                <c:pt idx="162">
                  <c:v>44789</c:v>
                </c:pt>
                <c:pt idx="163">
                  <c:v>44790</c:v>
                </c:pt>
                <c:pt idx="164">
                  <c:v>44791</c:v>
                </c:pt>
                <c:pt idx="165">
                  <c:v>44792</c:v>
                </c:pt>
                <c:pt idx="166">
                  <c:v>44795</c:v>
                </c:pt>
                <c:pt idx="167">
                  <c:v>44796</c:v>
                </c:pt>
                <c:pt idx="168">
                  <c:v>44797</c:v>
                </c:pt>
                <c:pt idx="169">
                  <c:v>44798</c:v>
                </c:pt>
                <c:pt idx="170">
                  <c:v>44799</c:v>
                </c:pt>
                <c:pt idx="171">
                  <c:v>44802</c:v>
                </c:pt>
                <c:pt idx="172">
                  <c:v>44803</c:v>
                </c:pt>
                <c:pt idx="173">
                  <c:v>44804</c:v>
                </c:pt>
                <c:pt idx="174">
                  <c:v>44805</c:v>
                </c:pt>
                <c:pt idx="175">
                  <c:v>44806</c:v>
                </c:pt>
                <c:pt idx="176">
                  <c:v>44809</c:v>
                </c:pt>
                <c:pt idx="177">
                  <c:v>44810</c:v>
                </c:pt>
                <c:pt idx="178">
                  <c:v>44811</c:v>
                </c:pt>
                <c:pt idx="179">
                  <c:v>44812</c:v>
                </c:pt>
                <c:pt idx="180">
                  <c:v>44813</c:v>
                </c:pt>
                <c:pt idx="181">
                  <c:v>44816</c:v>
                </c:pt>
                <c:pt idx="182">
                  <c:v>44817</c:v>
                </c:pt>
                <c:pt idx="183">
                  <c:v>44818</c:v>
                </c:pt>
                <c:pt idx="184">
                  <c:v>44819</c:v>
                </c:pt>
                <c:pt idx="185">
                  <c:v>44820</c:v>
                </c:pt>
                <c:pt idx="186">
                  <c:v>44823</c:v>
                </c:pt>
                <c:pt idx="187">
                  <c:v>44824</c:v>
                </c:pt>
                <c:pt idx="188">
                  <c:v>44825</c:v>
                </c:pt>
                <c:pt idx="189">
                  <c:v>44826</c:v>
                </c:pt>
                <c:pt idx="190">
                  <c:v>44827</c:v>
                </c:pt>
                <c:pt idx="191">
                  <c:v>44830</c:v>
                </c:pt>
                <c:pt idx="192">
                  <c:v>44831</c:v>
                </c:pt>
                <c:pt idx="193">
                  <c:v>44832</c:v>
                </c:pt>
                <c:pt idx="194">
                  <c:v>44833</c:v>
                </c:pt>
                <c:pt idx="195">
                  <c:v>44834</c:v>
                </c:pt>
                <c:pt idx="196">
                  <c:v>44837</c:v>
                </c:pt>
                <c:pt idx="197">
                  <c:v>44838</c:v>
                </c:pt>
                <c:pt idx="198">
                  <c:v>44839</c:v>
                </c:pt>
                <c:pt idx="199">
                  <c:v>44840</c:v>
                </c:pt>
                <c:pt idx="200">
                  <c:v>44841</c:v>
                </c:pt>
                <c:pt idx="201">
                  <c:v>44844</c:v>
                </c:pt>
                <c:pt idx="202">
                  <c:v>44845</c:v>
                </c:pt>
                <c:pt idx="203">
                  <c:v>44846</c:v>
                </c:pt>
                <c:pt idx="204">
                  <c:v>44847</c:v>
                </c:pt>
                <c:pt idx="205">
                  <c:v>44848</c:v>
                </c:pt>
                <c:pt idx="206">
                  <c:v>44851</c:v>
                </c:pt>
                <c:pt idx="207">
                  <c:v>44852</c:v>
                </c:pt>
                <c:pt idx="208">
                  <c:v>44853</c:v>
                </c:pt>
                <c:pt idx="209">
                  <c:v>44854</c:v>
                </c:pt>
                <c:pt idx="210">
                  <c:v>44855</c:v>
                </c:pt>
                <c:pt idx="211">
                  <c:v>44858</c:v>
                </c:pt>
                <c:pt idx="212">
                  <c:v>44859</c:v>
                </c:pt>
                <c:pt idx="213">
                  <c:v>44860</c:v>
                </c:pt>
                <c:pt idx="214">
                  <c:v>44861</c:v>
                </c:pt>
                <c:pt idx="215">
                  <c:v>44862</c:v>
                </c:pt>
                <c:pt idx="216">
                  <c:v>44865</c:v>
                </c:pt>
                <c:pt idx="217">
                  <c:v>44866</c:v>
                </c:pt>
                <c:pt idx="218">
                  <c:v>44867</c:v>
                </c:pt>
                <c:pt idx="219">
                  <c:v>44868</c:v>
                </c:pt>
                <c:pt idx="220">
                  <c:v>44869</c:v>
                </c:pt>
                <c:pt idx="221">
                  <c:v>44872</c:v>
                </c:pt>
                <c:pt idx="222">
                  <c:v>44873</c:v>
                </c:pt>
                <c:pt idx="223">
                  <c:v>44874</c:v>
                </c:pt>
                <c:pt idx="224">
                  <c:v>44875</c:v>
                </c:pt>
                <c:pt idx="225">
                  <c:v>44876</c:v>
                </c:pt>
                <c:pt idx="226">
                  <c:v>44879</c:v>
                </c:pt>
                <c:pt idx="227">
                  <c:v>44880</c:v>
                </c:pt>
                <c:pt idx="228">
                  <c:v>44881</c:v>
                </c:pt>
                <c:pt idx="229">
                  <c:v>44882</c:v>
                </c:pt>
                <c:pt idx="230">
                  <c:v>44883</c:v>
                </c:pt>
                <c:pt idx="231">
                  <c:v>44886</c:v>
                </c:pt>
                <c:pt idx="232">
                  <c:v>44887</c:v>
                </c:pt>
                <c:pt idx="233">
                  <c:v>44888</c:v>
                </c:pt>
                <c:pt idx="234">
                  <c:v>44889</c:v>
                </c:pt>
                <c:pt idx="235">
                  <c:v>44890</c:v>
                </c:pt>
                <c:pt idx="236">
                  <c:v>44893</c:v>
                </c:pt>
                <c:pt idx="237">
                  <c:v>44894</c:v>
                </c:pt>
                <c:pt idx="238">
                  <c:v>44895</c:v>
                </c:pt>
                <c:pt idx="239">
                  <c:v>44896</c:v>
                </c:pt>
                <c:pt idx="240">
                  <c:v>44897</c:v>
                </c:pt>
                <c:pt idx="241">
                  <c:v>44900</c:v>
                </c:pt>
                <c:pt idx="242">
                  <c:v>44901</c:v>
                </c:pt>
                <c:pt idx="243">
                  <c:v>44902</c:v>
                </c:pt>
                <c:pt idx="244">
                  <c:v>44903</c:v>
                </c:pt>
                <c:pt idx="245">
                  <c:v>44904</c:v>
                </c:pt>
                <c:pt idx="246">
                  <c:v>44907</c:v>
                </c:pt>
                <c:pt idx="247">
                  <c:v>44908</c:v>
                </c:pt>
                <c:pt idx="248">
                  <c:v>44909</c:v>
                </c:pt>
                <c:pt idx="249">
                  <c:v>44910</c:v>
                </c:pt>
                <c:pt idx="250">
                  <c:v>44911</c:v>
                </c:pt>
                <c:pt idx="251">
                  <c:v>44914</c:v>
                </c:pt>
                <c:pt idx="252">
                  <c:v>44915</c:v>
                </c:pt>
                <c:pt idx="253">
                  <c:v>44916</c:v>
                </c:pt>
                <c:pt idx="254">
                  <c:v>44917</c:v>
                </c:pt>
                <c:pt idx="255">
                  <c:v>44918</c:v>
                </c:pt>
                <c:pt idx="256">
                  <c:v>44921</c:v>
                </c:pt>
                <c:pt idx="257">
                  <c:v>44922</c:v>
                </c:pt>
                <c:pt idx="258">
                  <c:v>44923</c:v>
                </c:pt>
                <c:pt idx="259">
                  <c:v>44924</c:v>
                </c:pt>
                <c:pt idx="260">
                  <c:v>44925</c:v>
                </c:pt>
                <c:pt idx="261">
                  <c:v>44928</c:v>
                </c:pt>
                <c:pt idx="262">
                  <c:v>44929</c:v>
                </c:pt>
                <c:pt idx="263">
                  <c:v>44930</c:v>
                </c:pt>
                <c:pt idx="264">
                  <c:v>44931</c:v>
                </c:pt>
                <c:pt idx="265">
                  <c:v>44932</c:v>
                </c:pt>
                <c:pt idx="266">
                  <c:v>44935</c:v>
                </c:pt>
                <c:pt idx="267">
                  <c:v>44936</c:v>
                </c:pt>
                <c:pt idx="268">
                  <c:v>44937</c:v>
                </c:pt>
                <c:pt idx="269">
                  <c:v>44938</c:v>
                </c:pt>
                <c:pt idx="270">
                  <c:v>44939</c:v>
                </c:pt>
                <c:pt idx="271">
                  <c:v>44942</c:v>
                </c:pt>
                <c:pt idx="272">
                  <c:v>44943</c:v>
                </c:pt>
                <c:pt idx="273">
                  <c:v>44944</c:v>
                </c:pt>
                <c:pt idx="274">
                  <c:v>44945</c:v>
                </c:pt>
                <c:pt idx="275">
                  <c:v>44946</c:v>
                </c:pt>
                <c:pt idx="276">
                  <c:v>44949</c:v>
                </c:pt>
                <c:pt idx="277">
                  <c:v>44950</c:v>
                </c:pt>
                <c:pt idx="278">
                  <c:v>44951</c:v>
                </c:pt>
                <c:pt idx="279">
                  <c:v>44952</c:v>
                </c:pt>
                <c:pt idx="280">
                  <c:v>44953</c:v>
                </c:pt>
                <c:pt idx="281">
                  <c:v>44956</c:v>
                </c:pt>
                <c:pt idx="282">
                  <c:v>44957</c:v>
                </c:pt>
                <c:pt idx="283">
                  <c:v>44958</c:v>
                </c:pt>
                <c:pt idx="284">
                  <c:v>44959</c:v>
                </c:pt>
                <c:pt idx="285">
                  <c:v>44960</c:v>
                </c:pt>
                <c:pt idx="286">
                  <c:v>44963</c:v>
                </c:pt>
                <c:pt idx="287">
                  <c:v>44964</c:v>
                </c:pt>
                <c:pt idx="288">
                  <c:v>44965</c:v>
                </c:pt>
                <c:pt idx="289">
                  <c:v>44966</c:v>
                </c:pt>
                <c:pt idx="290">
                  <c:v>44967</c:v>
                </c:pt>
                <c:pt idx="291">
                  <c:v>44970</c:v>
                </c:pt>
                <c:pt idx="292">
                  <c:v>44971</c:v>
                </c:pt>
                <c:pt idx="293">
                  <c:v>44972</c:v>
                </c:pt>
                <c:pt idx="294">
                  <c:v>44973</c:v>
                </c:pt>
                <c:pt idx="295">
                  <c:v>44974</c:v>
                </c:pt>
                <c:pt idx="296">
                  <c:v>44977</c:v>
                </c:pt>
                <c:pt idx="297">
                  <c:v>44978</c:v>
                </c:pt>
                <c:pt idx="298">
                  <c:v>44979</c:v>
                </c:pt>
                <c:pt idx="299">
                  <c:v>44980</c:v>
                </c:pt>
                <c:pt idx="300">
                  <c:v>44981</c:v>
                </c:pt>
                <c:pt idx="301">
                  <c:v>44984</c:v>
                </c:pt>
                <c:pt idx="302">
                  <c:v>44985</c:v>
                </c:pt>
                <c:pt idx="303">
                  <c:v>44986</c:v>
                </c:pt>
                <c:pt idx="304">
                  <c:v>44987</c:v>
                </c:pt>
                <c:pt idx="305">
                  <c:v>44988</c:v>
                </c:pt>
                <c:pt idx="306">
                  <c:v>44991</c:v>
                </c:pt>
                <c:pt idx="307">
                  <c:v>44992</c:v>
                </c:pt>
                <c:pt idx="308">
                  <c:v>44993</c:v>
                </c:pt>
                <c:pt idx="309">
                  <c:v>44994</c:v>
                </c:pt>
                <c:pt idx="310">
                  <c:v>44995</c:v>
                </c:pt>
                <c:pt idx="311">
                  <c:v>44998</c:v>
                </c:pt>
                <c:pt idx="312">
                  <c:v>44999</c:v>
                </c:pt>
                <c:pt idx="313">
                  <c:v>45000</c:v>
                </c:pt>
                <c:pt idx="314">
                  <c:v>45001</c:v>
                </c:pt>
                <c:pt idx="315">
                  <c:v>45002</c:v>
                </c:pt>
                <c:pt idx="316">
                  <c:v>45005</c:v>
                </c:pt>
                <c:pt idx="317">
                  <c:v>45006</c:v>
                </c:pt>
                <c:pt idx="318">
                  <c:v>45007</c:v>
                </c:pt>
                <c:pt idx="319">
                  <c:v>45008</c:v>
                </c:pt>
                <c:pt idx="320">
                  <c:v>45009</c:v>
                </c:pt>
                <c:pt idx="321">
                  <c:v>45012</c:v>
                </c:pt>
                <c:pt idx="322">
                  <c:v>45013</c:v>
                </c:pt>
                <c:pt idx="323">
                  <c:v>45014</c:v>
                </c:pt>
                <c:pt idx="324">
                  <c:v>45015</c:v>
                </c:pt>
                <c:pt idx="325">
                  <c:v>45016</c:v>
                </c:pt>
                <c:pt idx="326">
                  <c:v>45019</c:v>
                </c:pt>
                <c:pt idx="327">
                  <c:v>45020</c:v>
                </c:pt>
                <c:pt idx="328">
                  <c:v>45021</c:v>
                </c:pt>
                <c:pt idx="329">
                  <c:v>45022</c:v>
                </c:pt>
                <c:pt idx="330">
                  <c:v>45023</c:v>
                </c:pt>
                <c:pt idx="331">
                  <c:v>45026</c:v>
                </c:pt>
                <c:pt idx="332">
                  <c:v>45027</c:v>
                </c:pt>
                <c:pt idx="333">
                  <c:v>45028</c:v>
                </c:pt>
                <c:pt idx="334">
                  <c:v>45029</c:v>
                </c:pt>
                <c:pt idx="335">
                  <c:v>45030</c:v>
                </c:pt>
                <c:pt idx="336">
                  <c:v>45033</c:v>
                </c:pt>
                <c:pt idx="337">
                  <c:v>45034</c:v>
                </c:pt>
                <c:pt idx="338">
                  <c:v>45035</c:v>
                </c:pt>
                <c:pt idx="339">
                  <c:v>45036</c:v>
                </c:pt>
                <c:pt idx="340">
                  <c:v>45037</c:v>
                </c:pt>
                <c:pt idx="341">
                  <c:v>45040</c:v>
                </c:pt>
                <c:pt idx="342">
                  <c:v>45041</c:v>
                </c:pt>
                <c:pt idx="343">
                  <c:v>45042</c:v>
                </c:pt>
                <c:pt idx="344">
                  <c:v>45043</c:v>
                </c:pt>
                <c:pt idx="345">
                  <c:v>45044</c:v>
                </c:pt>
                <c:pt idx="346">
                  <c:v>45047</c:v>
                </c:pt>
                <c:pt idx="347">
                  <c:v>45048</c:v>
                </c:pt>
                <c:pt idx="348">
                  <c:v>45049</c:v>
                </c:pt>
                <c:pt idx="349">
                  <c:v>45050</c:v>
                </c:pt>
                <c:pt idx="350">
                  <c:v>45051</c:v>
                </c:pt>
                <c:pt idx="351">
                  <c:v>45054</c:v>
                </c:pt>
                <c:pt idx="352">
                  <c:v>45055</c:v>
                </c:pt>
                <c:pt idx="353">
                  <c:v>45056</c:v>
                </c:pt>
                <c:pt idx="354">
                  <c:v>45057</c:v>
                </c:pt>
                <c:pt idx="355">
                  <c:v>45058</c:v>
                </c:pt>
                <c:pt idx="356">
                  <c:v>45061</c:v>
                </c:pt>
                <c:pt idx="357">
                  <c:v>45062</c:v>
                </c:pt>
                <c:pt idx="358">
                  <c:v>45063</c:v>
                </c:pt>
                <c:pt idx="359">
                  <c:v>45064</c:v>
                </c:pt>
                <c:pt idx="360">
                  <c:v>45065</c:v>
                </c:pt>
                <c:pt idx="361">
                  <c:v>45068</c:v>
                </c:pt>
                <c:pt idx="362">
                  <c:v>45069</c:v>
                </c:pt>
                <c:pt idx="363">
                  <c:v>45070</c:v>
                </c:pt>
                <c:pt idx="364">
                  <c:v>45071</c:v>
                </c:pt>
                <c:pt idx="365">
                  <c:v>45072</c:v>
                </c:pt>
                <c:pt idx="366">
                  <c:v>45075</c:v>
                </c:pt>
                <c:pt idx="367">
                  <c:v>45076</c:v>
                </c:pt>
                <c:pt idx="368">
                  <c:v>45077</c:v>
                </c:pt>
                <c:pt idx="369">
                  <c:v>45078</c:v>
                </c:pt>
                <c:pt idx="370">
                  <c:v>45079</c:v>
                </c:pt>
                <c:pt idx="371">
                  <c:v>45082</c:v>
                </c:pt>
                <c:pt idx="372">
                  <c:v>45083</c:v>
                </c:pt>
                <c:pt idx="373">
                  <c:v>45084</c:v>
                </c:pt>
                <c:pt idx="374">
                  <c:v>45085</c:v>
                </c:pt>
                <c:pt idx="375">
                  <c:v>45086</c:v>
                </c:pt>
                <c:pt idx="376">
                  <c:v>45089</c:v>
                </c:pt>
                <c:pt idx="377">
                  <c:v>45090</c:v>
                </c:pt>
                <c:pt idx="378">
                  <c:v>45091</c:v>
                </c:pt>
                <c:pt idx="379">
                  <c:v>45092</c:v>
                </c:pt>
                <c:pt idx="380">
                  <c:v>45093</c:v>
                </c:pt>
                <c:pt idx="381">
                  <c:v>45096</c:v>
                </c:pt>
                <c:pt idx="382">
                  <c:v>45097</c:v>
                </c:pt>
                <c:pt idx="383">
                  <c:v>45098</c:v>
                </c:pt>
                <c:pt idx="384">
                  <c:v>45099</c:v>
                </c:pt>
                <c:pt idx="385">
                  <c:v>45100</c:v>
                </c:pt>
                <c:pt idx="386">
                  <c:v>45103</c:v>
                </c:pt>
                <c:pt idx="387">
                  <c:v>45104</c:v>
                </c:pt>
                <c:pt idx="388">
                  <c:v>45105</c:v>
                </c:pt>
                <c:pt idx="389">
                  <c:v>45106</c:v>
                </c:pt>
                <c:pt idx="390">
                  <c:v>45107</c:v>
                </c:pt>
                <c:pt idx="391">
                  <c:v>45110</c:v>
                </c:pt>
                <c:pt idx="392">
                  <c:v>45111</c:v>
                </c:pt>
                <c:pt idx="393">
                  <c:v>45112</c:v>
                </c:pt>
                <c:pt idx="394">
                  <c:v>45113</c:v>
                </c:pt>
                <c:pt idx="395">
                  <c:v>45114</c:v>
                </c:pt>
                <c:pt idx="396">
                  <c:v>45117</c:v>
                </c:pt>
                <c:pt idx="397">
                  <c:v>45118</c:v>
                </c:pt>
                <c:pt idx="398">
                  <c:v>45119</c:v>
                </c:pt>
                <c:pt idx="399">
                  <c:v>45120</c:v>
                </c:pt>
                <c:pt idx="400">
                  <c:v>45121</c:v>
                </c:pt>
                <c:pt idx="401">
                  <c:v>45124</c:v>
                </c:pt>
                <c:pt idx="402">
                  <c:v>45125</c:v>
                </c:pt>
                <c:pt idx="403">
                  <c:v>45126</c:v>
                </c:pt>
                <c:pt idx="404">
                  <c:v>45127</c:v>
                </c:pt>
                <c:pt idx="405">
                  <c:v>45128</c:v>
                </c:pt>
                <c:pt idx="406">
                  <c:v>45131</c:v>
                </c:pt>
                <c:pt idx="407">
                  <c:v>45132</c:v>
                </c:pt>
                <c:pt idx="408">
                  <c:v>45133</c:v>
                </c:pt>
                <c:pt idx="409">
                  <c:v>45134</c:v>
                </c:pt>
                <c:pt idx="410">
                  <c:v>45135</c:v>
                </c:pt>
                <c:pt idx="411">
                  <c:v>45138</c:v>
                </c:pt>
                <c:pt idx="412">
                  <c:v>45139</c:v>
                </c:pt>
                <c:pt idx="413">
                  <c:v>45140</c:v>
                </c:pt>
                <c:pt idx="414">
                  <c:v>45141</c:v>
                </c:pt>
                <c:pt idx="415">
                  <c:v>45142</c:v>
                </c:pt>
                <c:pt idx="416">
                  <c:v>45145</c:v>
                </c:pt>
                <c:pt idx="417">
                  <c:v>45146</c:v>
                </c:pt>
                <c:pt idx="418">
                  <c:v>45147</c:v>
                </c:pt>
                <c:pt idx="419">
                  <c:v>45148</c:v>
                </c:pt>
                <c:pt idx="420">
                  <c:v>45149</c:v>
                </c:pt>
                <c:pt idx="421">
                  <c:v>45152</c:v>
                </c:pt>
                <c:pt idx="422">
                  <c:v>45153</c:v>
                </c:pt>
                <c:pt idx="423">
                  <c:v>45154</c:v>
                </c:pt>
                <c:pt idx="424">
                  <c:v>45155</c:v>
                </c:pt>
                <c:pt idx="425">
                  <c:v>45156</c:v>
                </c:pt>
                <c:pt idx="426">
                  <c:v>45159</c:v>
                </c:pt>
                <c:pt idx="427">
                  <c:v>45160</c:v>
                </c:pt>
                <c:pt idx="428">
                  <c:v>45161</c:v>
                </c:pt>
                <c:pt idx="429">
                  <c:v>45162</c:v>
                </c:pt>
                <c:pt idx="430">
                  <c:v>45163</c:v>
                </c:pt>
                <c:pt idx="431">
                  <c:v>45166</c:v>
                </c:pt>
                <c:pt idx="432">
                  <c:v>45167</c:v>
                </c:pt>
                <c:pt idx="433">
                  <c:v>45168</c:v>
                </c:pt>
                <c:pt idx="434">
                  <c:v>45169</c:v>
                </c:pt>
                <c:pt idx="435">
                  <c:v>45170</c:v>
                </c:pt>
                <c:pt idx="436">
                  <c:v>45173</c:v>
                </c:pt>
                <c:pt idx="437">
                  <c:v>45174</c:v>
                </c:pt>
                <c:pt idx="438">
                  <c:v>45175</c:v>
                </c:pt>
                <c:pt idx="439">
                  <c:v>45176</c:v>
                </c:pt>
                <c:pt idx="440">
                  <c:v>45177</c:v>
                </c:pt>
                <c:pt idx="441">
                  <c:v>45180</c:v>
                </c:pt>
                <c:pt idx="442">
                  <c:v>45181</c:v>
                </c:pt>
                <c:pt idx="443">
                  <c:v>45182</c:v>
                </c:pt>
                <c:pt idx="444">
                  <c:v>45183</c:v>
                </c:pt>
                <c:pt idx="445">
                  <c:v>45184</c:v>
                </c:pt>
                <c:pt idx="446">
                  <c:v>45187</c:v>
                </c:pt>
                <c:pt idx="447">
                  <c:v>45188</c:v>
                </c:pt>
                <c:pt idx="448">
                  <c:v>45189</c:v>
                </c:pt>
                <c:pt idx="449">
                  <c:v>45190</c:v>
                </c:pt>
                <c:pt idx="450">
                  <c:v>45191</c:v>
                </c:pt>
                <c:pt idx="451">
                  <c:v>45194</c:v>
                </c:pt>
                <c:pt idx="452">
                  <c:v>45195</c:v>
                </c:pt>
                <c:pt idx="453">
                  <c:v>45196</c:v>
                </c:pt>
                <c:pt idx="454">
                  <c:v>45197</c:v>
                </c:pt>
                <c:pt idx="455">
                  <c:v>45198</c:v>
                </c:pt>
                <c:pt idx="456">
                  <c:v>45201</c:v>
                </c:pt>
                <c:pt idx="457">
                  <c:v>45202</c:v>
                </c:pt>
                <c:pt idx="458">
                  <c:v>45203</c:v>
                </c:pt>
                <c:pt idx="459">
                  <c:v>45204</c:v>
                </c:pt>
                <c:pt idx="460">
                  <c:v>45205</c:v>
                </c:pt>
                <c:pt idx="461">
                  <c:v>45208</c:v>
                </c:pt>
                <c:pt idx="462">
                  <c:v>45209</c:v>
                </c:pt>
                <c:pt idx="463">
                  <c:v>45210</c:v>
                </c:pt>
                <c:pt idx="464">
                  <c:v>45211</c:v>
                </c:pt>
                <c:pt idx="465">
                  <c:v>45212</c:v>
                </c:pt>
                <c:pt idx="466">
                  <c:v>45215</c:v>
                </c:pt>
                <c:pt idx="467">
                  <c:v>45216</c:v>
                </c:pt>
                <c:pt idx="468">
                  <c:v>45217</c:v>
                </c:pt>
                <c:pt idx="469">
                  <c:v>45218</c:v>
                </c:pt>
                <c:pt idx="470">
                  <c:v>45219</c:v>
                </c:pt>
                <c:pt idx="471">
                  <c:v>45222</c:v>
                </c:pt>
                <c:pt idx="472">
                  <c:v>45223</c:v>
                </c:pt>
                <c:pt idx="473">
                  <c:v>45224</c:v>
                </c:pt>
                <c:pt idx="474">
                  <c:v>45225</c:v>
                </c:pt>
                <c:pt idx="475">
                  <c:v>45226</c:v>
                </c:pt>
                <c:pt idx="476">
                  <c:v>45229</c:v>
                </c:pt>
                <c:pt idx="477">
                  <c:v>45230</c:v>
                </c:pt>
                <c:pt idx="478">
                  <c:v>45231</c:v>
                </c:pt>
                <c:pt idx="479">
                  <c:v>45232</c:v>
                </c:pt>
                <c:pt idx="480">
                  <c:v>45233</c:v>
                </c:pt>
                <c:pt idx="481">
                  <c:v>45236</c:v>
                </c:pt>
                <c:pt idx="482">
                  <c:v>45237</c:v>
                </c:pt>
                <c:pt idx="483">
                  <c:v>45238</c:v>
                </c:pt>
                <c:pt idx="484">
                  <c:v>45239</c:v>
                </c:pt>
                <c:pt idx="485">
                  <c:v>45240</c:v>
                </c:pt>
                <c:pt idx="486">
                  <c:v>45243</c:v>
                </c:pt>
                <c:pt idx="487">
                  <c:v>45244</c:v>
                </c:pt>
                <c:pt idx="488">
                  <c:v>45245</c:v>
                </c:pt>
                <c:pt idx="489">
                  <c:v>45246</c:v>
                </c:pt>
                <c:pt idx="490">
                  <c:v>45247</c:v>
                </c:pt>
                <c:pt idx="491">
                  <c:v>45250</c:v>
                </c:pt>
                <c:pt idx="492">
                  <c:v>45251</c:v>
                </c:pt>
                <c:pt idx="493">
                  <c:v>45252</c:v>
                </c:pt>
                <c:pt idx="494">
                  <c:v>45253</c:v>
                </c:pt>
                <c:pt idx="495">
                  <c:v>45254</c:v>
                </c:pt>
                <c:pt idx="496">
                  <c:v>45257</c:v>
                </c:pt>
                <c:pt idx="497">
                  <c:v>45258</c:v>
                </c:pt>
                <c:pt idx="498">
                  <c:v>45259</c:v>
                </c:pt>
                <c:pt idx="499">
                  <c:v>45260</c:v>
                </c:pt>
                <c:pt idx="500">
                  <c:v>45261</c:v>
                </c:pt>
                <c:pt idx="501">
                  <c:v>45264</c:v>
                </c:pt>
                <c:pt idx="502">
                  <c:v>45265</c:v>
                </c:pt>
                <c:pt idx="503">
                  <c:v>45266</c:v>
                </c:pt>
                <c:pt idx="504">
                  <c:v>45267</c:v>
                </c:pt>
                <c:pt idx="505">
                  <c:v>45268</c:v>
                </c:pt>
                <c:pt idx="506">
                  <c:v>45271</c:v>
                </c:pt>
                <c:pt idx="507">
                  <c:v>45272</c:v>
                </c:pt>
                <c:pt idx="508">
                  <c:v>45273</c:v>
                </c:pt>
                <c:pt idx="509">
                  <c:v>45274</c:v>
                </c:pt>
                <c:pt idx="510">
                  <c:v>45275</c:v>
                </c:pt>
                <c:pt idx="511">
                  <c:v>45278</c:v>
                </c:pt>
                <c:pt idx="512">
                  <c:v>45279</c:v>
                </c:pt>
                <c:pt idx="513">
                  <c:v>45280</c:v>
                </c:pt>
                <c:pt idx="514">
                  <c:v>45281</c:v>
                </c:pt>
                <c:pt idx="515">
                  <c:v>45282</c:v>
                </c:pt>
                <c:pt idx="516">
                  <c:v>45285</c:v>
                </c:pt>
                <c:pt idx="517">
                  <c:v>45286</c:v>
                </c:pt>
                <c:pt idx="518">
                  <c:v>45287</c:v>
                </c:pt>
                <c:pt idx="519">
                  <c:v>45288</c:v>
                </c:pt>
                <c:pt idx="520">
                  <c:v>45289</c:v>
                </c:pt>
                <c:pt idx="521">
                  <c:v>45292</c:v>
                </c:pt>
                <c:pt idx="522">
                  <c:v>45293</c:v>
                </c:pt>
                <c:pt idx="523">
                  <c:v>45294</c:v>
                </c:pt>
                <c:pt idx="524">
                  <c:v>45295</c:v>
                </c:pt>
                <c:pt idx="525">
                  <c:v>45296</c:v>
                </c:pt>
                <c:pt idx="526">
                  <c:v>45299</c:v>
                </c:pt>
                <c:pt idx="527">
                  <c:v>45300</c:v>
                </c:pt>
                <c:pt idx="528">
                  <c:v>45301</c:v>
                </c:pt>
                <c:pt idx="529">
                  <c:v>45302</c:v>
                </c:pt>
                <c:pt idx="530">
                  <c:v>45303</c:v>
                </c:pt>
                <c:pt idx="531">
                  <c:v>45306</c:v>
                </c:pt>
                <c:pt idx="532">
                  <c:v>45307</c:v>
                </c:pt>
                <c:pt idx="533">
                  <c:v>45308</c:v>
                </c:pt>
                <c:pt idx="534">
                  <c:v>45309</c:v>
                </c:pt>
                <c:pt idx="535">
                  <c:v>45310</c:v>
                </c:pt>
                <c:pt idx="536">
                  <c:v>45313</c:v>
                </c:pt>
                <c:pt idx="537">
                  <c:v>45314</c:v>
                </c:pt>
                <c:pt idx="538">
                  <c:v>45315</c:v>
                </c:pt>
                <c:pt idx="539">
                  <c:v>45316</c:v>
                </c:pt>
                <c:pt idx="540">
                  <c:v>45317</c:v>
                </c:pt>
                <c:pt idx="541">
                  <c:v>45320</c:v>
                </c:pt>
                <c:pt idx="542">
                  <c:v>45321</c:v>
                </c:pt>
                <c:pt idx="543">
                  <c:v>45322</c:v>
                </c:pt>
                <c:pt idx="544">
                  <c:v>45323</c:v>
                </c:pt>
                <c:pt idx="545">
                  <c:v>45324</c:v>
                </c:pt>
                <c:pt idx="546">
                  <c:v>45327</c:v>
                </c:pt>
                <c:pt idx="547">
                  <c:v>45328</c:v>
                </c:pt>
                <c:pt idx="548">
                  <c:v>45329</c:v>
                </c:pt>
                <c:pt idx="549">
                  <c:v>45330</c:v>
                </c:pt>
                <c:pt idx="550">
                  <c:v>45331</c:v>
                </c:pt>
                <c:pt idx="551">
                  <c:v>45334</c:v>
                </c:pt>
                <c:pt idx="552">
                  <c:v>45335</c:v>
                </c:pt>
                <c:pt idx="553">
                  <c:v>45336</c:v>
                </c:pt>
                <c:pt idx="554">
                  <c:v>45337</c:v>
                </c:pt>
                <c:pt idx="555">
                  <c:v>45338</c:v>
                </c:pt>
                <c:pt idx="556">
                  <c:v>45341</c:v>
                </c:pt>
                <c:pt idx="557">
                  <c:v>45342</c:v>
                </c:pt>
                <c:pt idx="558">
                  <c:v>45343</c:v>
                </c:pt>
                <c:pt idx="559">
                  <c:v>45344</c:v>
                </c:pt>
                <c:pt idx="560">
                  <c:v>45345</c:v>
                </c:pt>
                <c:pt idx="561">
                  <c:v>45348</c:v>
                </c:pt>
                <c:pt idx="562">
                  <c:v>45349</c:v>
                </c:pt>
                <c:pt idx="563">
                  <c:v>45350</c:v>
                </c:pt>
                <c:pt idx="564">
                  <c:v>45351</c:v>
                </c:pt>
                <c:pt idx="565">
                  <c:v>45352</c:v>
                </c:pt>
                <c:pt idx="566">
                  <c:v>45355</c:v>
                </c:pt>
                <c:pt idx="567">
                  <c:v>45356</c:v>
                </c:pt>
                <c:pt idx="568">
                  <c:v>45357</c:v>
                </c:pt>
                <c:pt idx="569">
                  <c:v>45358</c:v>
                </c:pt>
                <c:pt idx="570">
                  <c:v>45359</c:v>
                </c:pt>
                <c:pt idx="571">
                  <c:v>45362</c:v>
                </c:pt>
                <c:pt idx="572">
                  <c:v>45363</c:v>
                </c:pt>
                <c:pt idx="573">
                  <c:v>45364</c:v>
                </c:pt>
                <c:pt idx="574">
                  <c:v>45365</c:v>
                </c:pt>
                <c:pt idx="575">
                  <c:v>45366</c:v>
                </c:pt>
                <c:pt idx="576">
                  <c:v>45369</c:v>
                </c:pt>
                <c:pt idx="577">
                  <c:v>45370</c:v>
                </c:pt>
                <c:pt idx="578">
                  <c:v>45371</c:v>
                </c:pt>
                <c:pt idx="579">
                  <c:v>45372</c:v>
                </c:pt>
                <c:pt idx="580">
                  <c:v>45373</c:v>
                </c:pt>
                <c:pt idx="581">
                  <c:v>45376</c:v>
                </c:pt>
                <c:pt idx="582">
                  <c:v>45377</c:v>
                </c:pt>
                <c:pt idx="583">
                  <c:v>45378</c:v>
                </c:pt>
                <c:pt idx="584">
                  <c:v>45379</c:v>
                </c:pt>
                <c:pt idx="585">
                  <c:v>45380</c:v>
                </c:pt>
                <c:pt idx="586">
                  <c:v>45383</c:v>
                </c:pt>
                <c:pt idx="587">
                  <c:v>45384</c:v>
                </c:pt>
                <c:pt idx="588">
                  <c:v>45385</c:v>
                </c:pt>
                <c:pt idx="589">
                  <c:v>45386</c:v>
                </c:pt>
                <c:pt idx="590">
                  <c:v>45387</c:v>
                </c:pt>
                <c:pt idx="591">
                  <c:v>45390</c:v>
                </c:pt>
                <c:pt idx="592">
                  <c:v>45391</c:v>
                </c:pt>
                <c:pt idx="593">
                  <c:v>45392</c:v>
                </c:pt>
                <c:pt idx="594">
                  <c:v>45393</c:v>
                </c:pt>
                <c:pt idx="595">
                  <c:v>45394</c:v>
                </c:pt>
                <c:pt idx="596">
                  <c:v>45397</c:v>
                </c:pt>
                <c:pt idx="597">
                  <c:v>45398</c:v>
                </c:pt>
                <c:pt idx="598">
                  <c:v>45399</c:v>
                </c:pt>
                <c:pt idx="599">
                  <c:v>45400</c:v>
                </c:pt>
                <c:pt idx="600">
                  <c:v>45401</c:v>
                </c:pt>
                <c:pt idx="601">
                  <c:v>45404</c:v>
                </c:pt>
                <c:pt idx="602">
                  <c:v>45405</c:v>
                </c:pt>
                <c:pt idx="603">
                  <c:v>45406</c:v>
                </c:pt>
                <c:pt idx="604">
                  <c:v>45407</c:v>
                </c:pt>
                <c:pt idx="605">
                  <c:v>45408</c:v>
                </c:pt>
                <c:pt idx="606">
                  <c:v>45411</c:v>
                </c:pt>
                <c:pt idx="607">
                  <c:v>45412</c:v>
                </c:pt>
                <c:pt idx="608">
                  <c:v>45413</c:v>
                </c:pt>
                <c:pt idx="609">
                  <c:v>45414</c:v>
                </c:pt>
                <c:pt idx="610">
                  <c:v>45415</c:v>
                </c:pt>
                <c:pt idx="611">
                  <c:v>45418</c:v>
                </c:pt>
                <c:pt idx="612">
                  <c:v>45419</c:v>
                </c:pt>
                <c:pt idx="613">
                  <c:v>45420</c:v>
                </c:pt>
                <c:pt idx="614">
                  <c:v>45421</c:v>
                </c:pt>
                <c:pt idx="615">
                  <c:v>45422</c:v>
                </c:pt>
                <c:pt idx="616">
                  <c:v>45425</c:v>
                </c:pt>
                <c:pt idx="617">
                  <c:v>45426</c:v>
                </c:pt>
                <c:pt idx="618">
                  <c:v>45427</c:v>
                </c:pt>
                <c:pt idx="619">
                  <c:v>45428</c:v>
                </c:pt>
                <c:pt idx="620">
                  <c:v>45429</c:v>
                </c:pt>
                <c:pt idx="621">
                  <c:v>45432</c:v>
                </c:pt>
                <c:pt idx="622">
                  <c:v>45433</c:v>
                </c:pt>
                <c:pt idx="623">
                  <c:v>45434</c:v>
                </c:pt>
                <c:pt idx="624">
                  <c:v>45435</c:v>
                </c:pt>
                <c:pt idx="625">
                  <c:v>45436</c:v>
                </c:pt>
                <c:pt idx="626">
                  <c:v>45440</c:v>
                </c:pt>
                <c:pt idx="627">
                  <c:v>45441</c:v>
                </c:pt>
                <c:pt idx="628">
                  <c:v>45442</c:v>
                </c:pt>
                <c:pt idx="629">
                  <c:v>45443</c:v>
                </c:pt>
                <c:pt idx="630">
                  <c:v>45446</c:v>
                </c:pt>
                <c:pt idx="631">
                  <c:v>45447</c:v>
                </c:pt>
                <c:pt idx="632">
                  <c:v>45448</c:v>
                </c:pt>
                <c:pt idx="633">
                  <c:v>45449</c:v>
                </c:pt>
                <c:pt idx="634">
                  <c:v>45450</c:v>
                </c:pt>
                <c:pt idx="635">
                  <c:v>45453</c:v>
                </c:pt>
                <c:pt idx="636">
                  <c:v>45454</c:v>
                </c:pt>
                <c:pt idx="637">
                  <c:v>45455</c:v>
                </c:pt>
                <c:pt idx="638">
                  <c:v>45456</c:v>
                </c:pt>
                <c:pt idx="639">
                  <c:v>45457</c:v>
                </c:pt>
                <c:pt idx="640">
                  <c:v>45460</c:v>
                </c:pt>
                <c:pt idx="641">
                  <c:v>45461</c:v>
                </c:pt>
                <c:pt idx="642">
                  <c:v>45462</c:v>
                </c:pt>
                <c:pt idx="643">
                  <c:v>45463</c:v>
                </c:pt>
                <c:pt idx="644">
                  <c:v>45464</c:v>
                </c:pt>
                <c:pt idx="645">
                  <c:v>45467</c:v>
                </c:pt>
                <c:pt idx="646">
                  <c:v>45468</c:v>
                </c:pt>
                <c:pt idx="647">
                  <c:v>45469</c:v>
                </c:pt>
                <c:pt idx="648">
                  <c:v>45470</c:v>
                </c:pt>
                <c:pt idx="649">
                  <c:v>45471</c:v>
                </c:pt>
                <c:pt idx="650">
                  <c:v>45474</c:v>
                </c:pt>
                <c:pt idx="651">
                  <c:v>45475</c:v>
                </c:pt>
                <c:pt idx="652">
                  <c:v>45476</c:v>
                </c:pt>
                <c:pt idx="653">
                  <c:v>45477</c:v>
                </c:pt>
                <c:pt idx="654">
                  <c:v>45478</c:v>
                </c:pt>
                <c:pt idx="655">
                  <c:v>45481</c:v>
                </c:pt>
                <c:pt idx="656">
                  <c:v>45482</c:v>
                </c:pt>
                <c:pt idx="657">
                  <c:v>45483</c:v>
                </c:pt>
                <c:pt idx="658">
                  <c:v>45484</c:v>
                </c:pt>
                <c:pt idx="659">
                  <c:v>45485</c:v>
                </c:pt>
                <c:pt idx="660">
                  <c:v>45488</c:v>
                </c:pt>
                <c:pt idx="661">
                  <c:v>45489</c:v>
                </c:pt>
                <c:pt idx="662">
                  <c:v>45490</c:v>
                </c:pt>
                <c:pt idx="663">
                  <c:v>45491</c:v>
                </c:pt>
                <c:pt idx="664">
                  <c:v>45492</c:v>
                </c:pt>
                <c:pt idx="665">
                  <c:v>45495</c:v>
                </c:pt>
                <c:pt idx="666">
                  <c:v>45496</c:v>
                </c:pt>
                <c:pt idx="667">
                  <c:v>45497</c:v>
                </c:pt>
                <c:pt idx="668">
                  <c:v>45498</c:v>
                </c:pt>
                <c:pt idx="669">
                  <c:v>45499</c:v>
                </c:pt>
                <c:pt idx="670">
                  <c:v>45502</c:v>
                </c:pt>
                <c:pt idx="671">
                  <c:v>45503</c:v>
                </c:pt>
                <c:pt idx="672">
                  <c:v>45504</c:v>
                </c:pt>
                <c:pt idx="673">
                  <c:v>45505</c:v>
                </c:pt>
                <c:pt idx="674">
                  <c:v>45506</c:v>
                </c:pt>
                <c:pt idx="675">
                  <c:v>45509</c:v>
                </c:pt>
                <c:pt idx="676">
                  <c:v>45510</c:v>
                </c:pt>
                <c:pt idx="677">
                  <c:v>45511</c:v>
                </c:pt>
                <c:pt idx="678">
                  <c:v>45512</c:v>
                </c:pt>
                <c:pt idx="679">
                  <c:v>45513</c:v>
                </c:pt>
                <c:pt idx="680">
                  <c:v>45516</c:v>
                </c:pt>
                <c:pt idx="681">
                  <c:v>45517</c:v>
                </c:pt>
                <c:pt idx="682">
                  <c:v>45518</c:v>
                </c:pt>
                <c:pt idx="683">
                  <c:v>45519</c:v>
                </c:pt>
                <c:pt idx="684">
                  <c:v>45520</c:v>
                </c:pt>
                <c:pt idx="685">
                  <c:v>45523</c:v>
                </c:pt>
                <c:pt idx="686">
                  <c:v>45524</c:v>
                </c:pt>
                <c:pt idx="687">
                  <c:v>45525</c:v>
                </c:pt>
                <c:pt idx="688">
                  <c:v>45526</c:v>
                </c:pt>
                <c:pt idx="689">
                  <c:v>45527</c:v>
                </c:pt>
                <c:pt idx="690">
                  <c:v>45530</c:v>
                </c:pt>
                <c:pt idx="691">
                  <c:v>45531</c:v>
                </c:pt>
                <c:pt idx="692">
                  <c:v>45532</c:v>
                </c:pt>
                <c:pt idx="693">
                  <c:v>45533</c:v>
                </c:pt>
                <c:pt idx="694">
                  <c:v>45534</c:v>
                </c:pt>
                <c:pt idx="695">
                  <c:v>45537</c:v>
                </c:pt>
                <c:pt idx="696">
                  <c:v>45538</c:v>
                </c:pt>
                <c:pt idx="697">
                  <c:v>45539</c:v>
                </c:pt>
                <c:pt idx="698">
                  <c:v>45540</c:v>
                </c:pt>
                <c:pt idx="699">
                  <c:v>45541</c:v>
                </c:pt>
                <c:pt idx="700">
                  <c:v>45544</c:v>
                </c:pt>
                <c:pt idx="701">
                  <c:v>45545</c:v>
                </c:pt>
                <c:pt idx="702">
                  <c:v>45546</c:v>
                </c:pt>
                <c:pt idx="703">
                  <c:v>45547</c:v>
                </c:pt>
                <c:pt idx="704">
                  <c:v>45548</c:v>
                </c:pt>
                <c:pt idx="705">
                  <c:v>45551</c:v>
                </c:pt>
                <c:pt idx="706">
                  <c:v>45552</c:v>
                </c:pt>
                <c:pt idx="707">
                  <c:v>45553</c:v>
                </c:pt>
                <c:pt idx="708">
                  <c:v>45554</c:v>
                </c:pt>
                <c:pt idx="709">
                  <c:v>45555</c:v>
                </c:pt>
                <c:pt idx="710">
                  <c:v>45558</c:v>
                </c:pt>
                <c:pt idx="711">
                  <c:v>45559</c:v>
                </c:pt>
                <c:pt idx="712">
                  <c:v>45560</c:v>
                </c:pt>
                <c:pt idx="713">
                  <c:v>45561</c:v>
                </c:pt>
                <c:pt idx="714">
                  <c:v>45562</c:v>
                </c:pt>
                <c:pt idx="715">
                  <c:v>45565</c:v>
                </c:pt>
                <c:pt idx="716">
                  <c:v>45566</c:v>
                </c:pt>
                <c:pt idx="717">
                  <c:v>45567</c:v>
                </c:pt>
                <c:pt idx="718">
                  <c:v>45568</c:v>
                </c:pt>
                <c:pt idx="719">
                  <c:v>45569</c:v>
                </c:pt>
                <c:pt idx="720">
                  <c:v>45572</c:v>
                </c:pt>
                <c:pt idx="721">
                  <c:v>45573</c:v>
                </c:pt>
                <c:pt idx="722">
                  <c:v>45574</c:v>
                </c:pt>
                <c:pt idx="723">
                  <c:v>45575</c:v>
                </c:pt>
                <c:pt idx="724">
                  <c:v>45576</c:v>
                </c:pt>
                <c:pt idx="725">
                  <c:v>45579</c:v>
                </c:pt>
                <c:pt idx="726">
                  <c:v>45580</c:v>
                </c:pt>
                <c:pt idx="727">
                  <c:v>45581</c:v>
                </c:pt>
                <c:pt idx="728">
                  <c:v>45582</c:v>
                </c:pt>
                <c:pt idx="729">
                  <c:v>45583</c:v>
                </c:pt>
                <c:pt idx="730">
                  <c:v>45586</c:v>
                </c:pt>
                <c:pt idx="731">
                  <c:v>45587</c:v>
                </c:pt>
                <c:pt idx="732">
                  <c:v>45588</c:v>
                </c:pt>
                <c:pt idx="733">
                  <c:v>45589</c:v>
                </c:pt>
                <c:pt idx="734">
                  <c:v>45590</c:v>
                </c:pt>
                <c:pt idx="735">
                  <c:v>45593</c:v>
                </c:pt>
                <c:pt idx="736">
                  <c:v>45594</c:v>
                </c:pt>
                <c:pt idx="737">
                  <c:v>45595</c:v>
                </c:pt>
                <c:pt idx="738">
                  <c:v>45596</c:v>
                </c:pt>
                <c:pt idx="739">
                  <c:v>45597</c:v>
                </c:pt>
                <c:pt idx="740">
                  <c:v>45600</c:v>
                </c:pt>
                <c:pt idx="741">
                  <c:v>45601</c:v>
                </c:pt>
                <c:pt idx="742">
                  <c:v>45602</c:v>
                </c:pt>
                <c:pt idx="743">
                  <c:v>45603</c:v>
                </c:pt>
                <c:pt idx="744">
                  <c:v>45604</c:v>
                </c:pt>
                <c:pt idx="745">
                  <c:v>45607</c:v>
                </c:pt>
                <c:pt idx="746">
                  <c:v>45608</c:v>
                </c:pt>
                <c:pt idx="747">
                  <c:v>45609</c:v>
                </c:pt>
                <c:pt idx="748">
                  <c:v>45610</c:v>
                </c:pt>
                <c:pt idx="749">
                  <c:v>45611</c:v>
                </c:pt>
                <c:pt idx="750">
                  <c:v>45614</c:v>
                </c:pt>
                <c:pt idx="751">
                  <c:v>45615</c:v>
                </c:pt>
                <c:pt idx="752">
                  <c:v>45616</c:v>
                </c:pt>
                <c:pt idx="753">
                  <c:v>45617</c:v>
                </c:pt>
                <c:pt idx="754">
                  <c:v>45618</c:v>
                </c:pt>
                <c:pt idx="755">
                  <c:v>45621</c:v>
                </c:pt>
                <c:pt idx="756">
                  <c:v>45622</c:v>
                </c:pt>
                <c:pt idx="757">
                  <c:v>45623</c:v>
                </c:pt>
                <c:pt idx="758">
                  <c:v>45624</c:v>
                </c:pt>
                <c:pt idx="759">
                  <c:v>45625</c:v>
                </c:pt>
                <c:pt idx="760">
                  <c:v>45628</c:v>
                </c:pt>
                <c:pt idx="761">
                  <c:v>45629</c:v>
                </c:pt>
                <c:pt idx="762">
                  <c:v>45630</c:v>
                </c:pt>
                <c:pt idx="763">
                  <c:v>45631</c:v>
                </c:pt>
                <c:pt idx="764">
                  <c:v>45632</c:v>
                </c:pt>
                <c:pt idx="765">
                  <c:v>45635</c:v>
                </c:pt>
                <c:pt idx="766">
                  <c:v>45636</c:v>
                </c:pt>
                <c:pt idx="767">
                  <c:v>45637</c:v>
                </c:pt>
                <c:pt idx="768">
                  <c:v>45638</c:v>
                </c:pt>
                <c:pt idx="769">
                  <c:v>45639</c:v>
                </c:pt>
                <c:pt idx="770">
                  <c:v>45642</c:v>
                </c:pt>
                <c:pt idx="771">
                  <c:v>45643</c:v>
                </c:pt>
                <c:pt idx="772">
                  <c:v>45644</c:v>
                </c:pt>
                <c:pt idx="773">
                  <c:v>45645</c:v>
                </c:pt>
                <c:pt idx="774">
                  <c:v>45646</c:v>
                </c:pt>
                <c:pt idx="775">
                  <c:v>45649</c:v>
                </c:pt>
                <c:pt idx="776">
                  <c:v>45650</c:v>
                </c:pt>
                <c:pt idx="777">
                  <c:v>45651</c:v>
                </c:pt>
                <c:pt idx="778">
                  <c:v>45652</c:v>
                </c:pt>
                <c:pt idx="779">
                  <c:v>45653</c:v>
                </c:pt>
                <c:pt idx="780">
                  <c:v>45656</c:v>
                </c:pt>
                <c:pt idx="781">
                  <c:v>45657</c:v>
                </c:pt>
                <c:pt idx="782">
                  <c:v>45658</c:v>
                </c:pt>
                <c:pt idx="783">
                  <c:v>45659</c:v>
                </c:pt>
                <c:pt idx="784">
                  <c:v>45660</c:v>
                </c:pt>
                <c:pt idx="785">
                  <c:v>45663</c:v>
                </c:pt>
                <c:pt idx="786">
                  <c:v>45664</c:v>
                </c:pt>
                <c:pt idx="787">
                  <c:v>45665</c:v>
                </c:pt>
                <c:pt idx="788">
                  <c:v>45666</c:v>
                </c:pt>
                <c:pt idx="789">
                  <c:v>45667</c:v>
                </c:pt>
                <c:pt idx="790">
                  <c:v>45670</c:v>
                </c:pt>
                <c:pt idx="791">
                  <c:v>45671</c:v>
                </c:pt>
                <c:pt idx="792">
                  <c:v>45672</c:v>
                </c:pt>
                <c:pt idx="793">
                  <c:v>45673</c:v>
                </c:pt>
                <c:pt idx="794">
                  <c:v>45674</c:v>
                </c:pt>
                <c:pt idx="795">
                  <c:v>45677</c:v>
                </c:pt>
                <c:pt idx="796">
                  <c:v>45678</c:v>
                </c:pt>
                <c:pt idx="797">
                  <c:v>45679</c:v>
                </c:pt>
                <c:pt idx="798">
                  <c:v>45680</c:v>
                </c:pt>
                <c:pt idx="799">
                  <c:v>45681</c:v>
                </c:pt>
                <c:pt idx="800">
                  <c:v>45684</c:v>
                </c:pt>
                <c:pt idx="801">
                  <c:v>45685</c:v>
                </c:pt>
                <c:pt idx="802">
                  <c:v>45686</c:v>
                </c:pt>
                <c:pt idx="803">
                  <c:v>45687</c:v>
                </c:pt>
                <c:pt idx="804">
                  <c:v>45688</c:v>
                </c:pt>
                <c:pt idx="805">
                  <c:v>45691</c:v>
                </c:pt>
                <c:pt idx="806">
                  <c:v>45692</c:v>
                </c:pt>
                <c:pt idx="807">
                  <c:v>45693</c:v>
                </c:pt>
                <c:pt idx="808">
                  <c:v>45694</c:v>
                </c:pt>
                <c:pt idx="809">
                  <c:v>45695</c:v>
                </c:pt>
                <c:pt idx="810">
                  <c:v>45698</c:v>
                </c:pt>
                <c:pt idx="811">
                  <c:v>45699</c:v>
                </c:pt>
                <c:pt idx="812">
                  <c:v>45700</c:v>
                </c:pt>
                <c:pt idx="813">
                  <c:v>45701</c:v>
                </c:pt>
                <c:pt idx="814">
                  <c:v>45702</c:v>
                </c:pt>
                <c:pt idx="815">
                  <c:v>45705</c:v>
                </c:pt>
                <c:pt idx="816">
                  <c:v>45706</c:v>
                </c:pt>
                <c:pt idx="817">
                  <c:v>45707</c:v>
                </c:pt>
                <c:pt idx="818">
                  <c:v>45708</c:v>
                </c:pt>
                <c:pt idx="819">
                  <c:v>45709</c:v>
                </c:pt>
                <c:pt idx="820">
                  <c:v>45712</c:v>
                </c:pt>
                <c:pt idx="821">
                  <c:v>45713</c:v>
                </c:pt>
                <c:pt idx="822">
                  <c:v>45714</c:v>
                </c:pt>
                <c:pt idx="823">
                  <c:v>45715</c:v>
                </c:pt>
                <c:pt idx="824">
                  <c:v>45716</c:v>
                </c:pt>
                <c:pt idx="825">
                  <c:v>45719</c:v>
                </c:pt>
                <c:pt idx="826">
                  <c:v>45720</c:v>
                </c:pt>
                <c:pt idx="827">
                  <c:v>45721</c:v>
                </c:pt>
                <c:pt idx="828">
                  <c:v>45722</c:v>
                </c:pt>
                <c:pt idx="829">
                  <c:v>45723</c:v>
                </c:pt>
                <c:pt idx="830">
                  <c:v>45726</c:v>
                </c:pt>
                <c:pt idx="831">
                  <c:v>45727</c:v>
                </c:pt>
                <c:pt idx="832">
                  <c:v>45728</c:v>
                </c:pt>
                <c:pt idx="833">
                  <c:v>45729</c:v>
                </c:pt>
                <c:pt idx="834">
                  <c:v>45730</c:v>
                </c:pt>
                <c:pt idx="835">
                  <c:v>45733</c:v>
                </c:pt>
                <c:pt idx="836">
                  <c:v>45734</c:v>
                </c:pt>
                <c:pt idx="837">
                  <c:v>45735</c:v>
                </c:pt>
                <c:pt idx="838">
                  <c:v>45736</c:v>
                </c:pt>
                <c:pt idx="839">
                  <c:v>45737</c:v>
                </c:pt>
                <c:pt idx="840">
                  <c:v>45740</c:v>
                </c:pt>
                <c:pt idx="841">
                  <c:v>45741</c:v>
                </c:pt>
                <c:pt idx="842">
                  <c:v>45742</c:v>
                </c:pt>
                <c:pt idx="843">
                  <c:v>45743</c:v>
                </c:pt>
                <c:pt idx="844">
                  <c:v>45744</c:v>
                </c:pt>
                <c:pt idx="845">
                  <c:v>45747</c:v>
                </c:pt>
                <c:pt idx="846">
                  <c:v>45748</c:v>
                </c:pt>
                <c:pt idx="847">
                  <c:v>45749</c:v>
                </c:pt>
                <c:pt idx="848">
                  <c:v>45750</c:v>
                </c:pt>
                <c:pt idx="849">
                  <c:v>45751</c:v>
                </c:pt>
                <c:pt idx="850">
                  <c:v>45754</c:v>
                </c:pt>
                <c:pt idx="851">
                  <c:v>45755</c:v>
                </c:pt>
                <c:pt idx="852">
                  <c:v>45756</c:v>
                </c:pt>
                <c:pt idx="853">
                  <c:v>45757</c:v>
                </c:pt>
                <c:pt idx="854">
                  <c:v>45758</c:v>
                </c:pt>
                <c:pt idx="855">
                  <c:v>45761</c:v>
                </c:pt>
                <c:pt idx="856">
                  <c:v>45762</c:v>
                </c:pt>
                <c:pt idx="857">
                  <c:v>45763</c:v>
                </c:pt>
                <c:pt idx="858">
                  <c:v>45764</c:v>
                </c:pt>
                <c:pt idx="859">
                  <c:v>45765</c:v>
                </c:pt>
                <c:pt idx="860">
                  <c:v>45768</c:v>
                </c:pt>
                <c:pt idx="861">
                  <c:v>45769</c:v>
                </c:pt>
                <c:pt idx="862">
                  <c:v>45770</c:v>
                </c:pt>
                <c:pt idx="863">
                  <c:v>45771</c:v>
                </c:pt>
                <c:pt idx="864">
                  <c:v>45772</c:v>
                </c:pt>
                <c:pt idx="865">
                  <c:v>45775</c:v>
                </c:pt>
                <c:pt idx="866">
                  <c:v>45776</c:v>
                </c:pt>
                <c:pt idx="867">
                  <c:v>45777</c:v>
                </c:pt>
                <c:pt idx="868">
                  <c:v>45778</c:v>
                </c:pt>
                <c:pt idx="869">
                  <c:v>45779</c:v>
                </c:pt>
                <c:pt idx="870">
                  <c:v>45782</c:v>
                </c:pt>
                <c:pt idx="871">
                  <c:v>45783</c:v>
                </c:pt>
                <c:pt idx="872">
                  <c:v>45784</c:v>
                </c:pt>
                <c:pt idx="873">
                  <c:v>45785</c:v>
                </c:pt>
                <c:pt idx="874">
                  <c:v>45786</c:v>
                </c:pt>
                <c:pt idx="875">
                  <c:v>45789</c:v>
                </c:pt>
                <c:pt idx="876">
                  <c:v>45790</c:v>
                </c:pt>
                <c:pt idx="877">
                  <c:v>45791</c:v>
                </c:pt>
                <c:pt idx="878">
                  <c:v>45792</c:v>
                </c:pt>
                <c:pt idx="879">
                  <c:v>45793</c:v>
                </c:pt>
                <c:pt idx="880">
                  <c:v>45796</c:v>
                </c:pt>
                <c:pt idx="881">
                  <c:v>45797</c:v>
                </c:pt>
                <c:pt idx="882">
                  <c:v>45798</c:v>
                </c:pt>
                <c:pt idx="883">
                  <c:v>45799</c:v>
                </c:pt>
                <c:pt idx="884">
                  <c:v>45800</c:v>
                </c:pt>
                <c:pt idx="885">
                  <c:v>45804</c:v>
                </c:pt>
                <c:pt idx="886">
                  <c:v>45805</c:v>
                </c:pt>
                <c:pt idx="887">
                  <c:v>45806</c:v>
                </c:pt>
                <c:pt idx="888">
                  <c:v>45807</c:v>
                </c:pt>
                <c:pt idx="889">
                  <c:v>45810</c:v>
                </c:pt>
                <c:pt idx="890">
                  <c:v>45811</c:v>
                </c:pt>
                <c:pt idx="891">
                  <c:v>45812</c:v>
                </c:pt>
                <c:pt idx="892">
                  <c:v>45813</c:v>
                </c:pt>
                <c:pt idx="893">
                  <c:v>45814</c:v>
                </c:pt>
                <c:pt idx="894">
                  <c:v>45817</c:v>
                </c:pt>
                <c:pt idx="895">
                  <c:v>45818</c:v>
                </c:pt>
                <c:pt idx="896">
                  <c:v>45819</c:v>
                </c:pt>
                <c:pt idx="897">
                  <c:v>45820</c:v>
                </c:pt>
                <c:pt idx="898">
                  <c:v>45821</c:v>
                </c:pt>
                <c:pt idx="899">
                  <c:v>45824</c:v>
                </c:pt>
                <c:pt idx="900">
                  <c:v>45825</c:v>
                </c:pt>
                <c:pt idx="901">
                  <c:v>45826</c:v>
                </c:pt>
                <c:pt idx="902">
                  <c:v>45827</c:v>
                </c:pt>
                <c:pt idx="903">
                  <c:v>45828</c:v>
                </c:pt>
                <c:pt idx="904">
                  <c:v>45831</c:v>
                </c:pt>
                <c:pt idx="905">
                  <c:v>45832</c:v>
                </c:pt>
                <c:pt idx="906">
                  <c:v>45833</c:v>
                </c:pt>
                <c:pt idx="907">
                  <c:v>45834</c:v>
                </c:pt>
                <c:pt idx="908">
                  <c:v>45835</c:v>
                </c:pt>
                <c:pt idx="909">
                  <c:v>45838</c:v>
                </c:pt>
                <c:pt idx="910">
                  <c:v>45839</c:v>
                </c:pt>
                <c:pt idx="911">
                  <c:v>45840</c:v>
                </c:pt>
                <c:pt idx="912">
                  <c:v>45841</c:v>
                </c:pt>
                <c:pt idx="913">
                  <c:v>45842</c:v>
                </c:pt>
                <c:pt idx="914">
                  <c:v>45845</c:v>
                </c:pt>
                <c:pt idx="915">
                  <c:v>45846</c:v>
                </c:pt>
                <c:pt idx="916">
                  <c:v>45847</c:v>
                </c:pt>
                <c:pt idx="917">
                  <c:v>45848</c:v>
                </c:pt>
                <c:pt idx="918">
                  <c:v>45849</c:v>
                </c:pt>
                <c:pt idx="919">
                  <c:v>45852</c:v>
                </c:pt>
                <c:pt idx="920">
                  <c:v>45853</c:v>
                </c:pt>
                <c:pt idx="921">
                  <c:v>45854</c:v>
                </c:pt>
                <c:pt idx="922">
                  <c:v>45855</c:v>
                </c:pt>
                <c:pt idx="923">
                  <c:v>45856</c:v>
                </c:pt>
                <c:pt idx="924">
                  <c:v>45859</c:v>
                </c:pt>
                <c:pt idx="925">
                  <c:v>45860</c:v>
                </c:pt>
                <c:pt idx="926">
                  <c:v>45861</c:v>
                </c:pt>
                <c:pt idx="927">
                  <c:v>45862</c:v>
                </c:pt>
                <c:pt idx="928">
                  <c:v>45863</c:v>
                </c:pt>
                <c:pt idx="929">
                  <c:v>45866</c:v>
                </c:pt>
                <c:pt idx="930">
                  <c:v>45867</c:v>
                </c:pt>
                <c:pt idx="931">
                  <c:v>45868</c:v>
                </c:pt>
                <c:pt idx="932">
                  <c:v>45869</c:v>
                </c:pt>
                <c:pt idx="933">
                  <c:v>45870</c:v>
                </c:pt>
                <c:pt idx="934">
                  <c:v>45873</c:v>
                </c:pt>
                <c:pt idx="935">
                  <c:v>45874</c:v>
                </c:pt>
                <c:pt idx="936">
                  <c:v>45875</c:v>
                </c:pt>
                <c:pt idx="937">
                  <c:v>45876</c:v>
                </c:pt>
                <c:pt idx="938">
                  <c:v>45877</c:v>
                </c:pt>
                <c:pt idx="939">
                  <c:v>45880</c:v>
                </c:pt>
                <c:pt idx="940">
                  <c:v>45881</c:v>
                </c:pt>
                <c:pt idx="941">
                  <c:v>45882</c:v>
                </c:pt>
                <c:pt idx="942">
                  <c:v>45883</c:v>
                </c:pt>
                <c:pt idx="943">
                  <c:v>45884</c:v>
                </c:pt>
                <c:pt idx="944">
                  <c:v>45887</c:v>
                </c:pt>
                <c:pt idx="945">
                  <c:v>45888</c:v>
                </c:pt>
                <c:pt idx="946">
                  <c:v>45889</c:v>
                </c:pt>
                <c:pt idx="947">
                  <c:v>45890</c:v>
                </c:pt>
                <c:pt idx="948">
                  <c:v>45891</c:v>
                </c:pt>
                <c:pt idx="949">
                  <c:v>45894</c:v>
                </c:pt>
                <c:pt idx="950">
                  <c:v>45895</c:v>
                </c:pt>
                <c:pt idx="951">
                  <c:v>45896</c:v>
                </c:pt>
                <c:pt idx="952">
                  <c:v>45897</c:v>
                </c:pt>
                <c:pt idx="953">
                  <c:v>45898</c:v>
                </c:pt>
                <c:pt idx="954">
                  <c:v>45901</c:v>
                </c:pt>
                <c:pt idx="955">
                  <c:v>45902</c:v>
                </c:pt>
                <c:pt idx="956">
                  <c:v>45903</c:v>
                </c:pt>
                <c:pt idx="957">
                  <c:v>45904</c:v>
                </c:pt>
                <c:pt idx="958">
                  <c:v>45905</c:v>
                </c:pt>
                <c:pt idx="959">
                  <c:v>45908</c:v>
                </c:pt>
                <c:pt idx="960">
                  <c:v>45909</c:v>
                </c:pt>
                <c:pt idx="961">
                  <c:v>45910</c:v>
                </c:pt>
                <c:pt idx="962">
                  <c:v>45911</c:v>
                </c:pt>
                <c:pt idx="963">
                  <c:v>45912</c:v>
                </c:pt>
                <c:pt idx="964">
                  <c:v>45915</c:v>
                </c:pt>
                <c:pt idx="965">
                  <c:v>45916</c:v>
                </c:pt>
                <c:pt idx="966">
                  <c:v>45917</c:v>
                </c:pt>
                <c:pt idx="967">
                  <c:v>45918</c:v>
                </c:pt>
                <c:pt idx="968">
                  <c:v>45919</c:v>
                </c:pt>
                <c:pt idx="969">
                  <c:v>45922</c:v>
                </c:pt>
                <c:pt idx="970">
                  <c:v>45923</c:v>
                </c:pt>
                <c:pt idx="971">
                  <c:v>45924</c:v>
                </c:pt>
                <c:pt idx="972">
                  <c:v>45925</c:v>
                </c:pt>
                <c:pt idx="973">
                  <c:v>45926</c:v>
                </c:pt>
                <c:pt idx="974">
                  <c:v>45929</c:v>
                </c:pt>
                <c:pt idx="975">
                  <c:v>45930</c:v>
                </c:pt>
                <c:pt idx="976">
                  <c:v>45931</c:v>
                </c:pt>
                <c:pt idx="977">
                  <c:v>45932</c:v>
                </c:pt>
                <c:pt idx="978">
                  <c:v>45933</c:v>
                </c:pt>
                <c:pt idx="979">
                  <c:v>45936</c:v>
                </c:pt>
                <c:pt idx="980">
                  <c:v>45937</c:v>
                </c:pt>
                <c:pt idx="981">
                  <c:v>45938</c:v>
                </c:pt>
                <c:pt idx="982">
                  <c:v>45939</c:v>
                </c:pt>
                <c:pt idx="983">
                  <c:v>45940</c:v>
                </c:pt>
                <c:pt idx="984">
                  <c:v>45943</c:v>
                </c:pt>
                <c:pt idx="985">
                  <c:v>45944</c:v>
                </c:pt>
                <c:pt idx="986">
                  <c:v>45945</c:v>
                </c:pt>
                <c:pt idx="987">
                  <c:v>45946</c:v>
                </c:pt>
                <c:pt idx="988">
                  <c:v>45947</c:v>
                </c:pt>
                <c:pt idx="989">
                  <c:v>45950</c:v>
                </c:pt>
                <c:pt idx="990">
                  <c:v>45951</c:v>
                </c:pt>
                <c:pt idx="991">
                  <c:v>45952</c:v>
                </c:pt>
                <c:pt idx="992">
                  <c:v>45953</c:v>
                </c:pt>
                <c:pt idx="993">
                  <c:v>45954</c:v>
                </c:pt>
                <c:pt idx="994">
                  <c:v>45957</c:v>
                </c:pt>
                <c:pt idx="995">
                  <c:v>45958</c:v>
                </c:pt>
                <c:pt idx="996">
                  <c:v>45959</c:v>
                </c:pt>
                <c:pt idx="997">
                  <c:v>45960</c:v>
                </c:pt>
                <c:pt idx="998">
                  <c:v>45961</c:v>
                </c:pt>
                <c:pt idx="999">
                  <c:v>45964</c:v>
                </c:pt>
                <c:pt idx="1000">
                  <c:v>45965</c:v>
                </c:pt>
                <c:pt idx="1001">
                  <c:v>45966</c:v>
                </c:pt>
                <c:pt idx="1002">
                  <c:v>45967</c:v>
                </c:pt>
                <c:pt idx="1003">
                  <c:v>45968</c:v>
                </c:pt>
                <c:pt idx="1004">
                  <c:v>45971</c:v>
                </c:pt>
                <c:pt idx="1005">
                  <c:v>45972</c:v>
                </c:pt>
                <c:pt idx="1006">
                  <c:v>45973</c:v>
                </c:pt>
                <c:pt idx="1007">
                  <c:v>45974</c:v>
                </c:pt>
                <c:pt idx="1008">
                  <c:v>45975</c:v>
                </c:pt>
                <c:pt idx="1009">
                  <c:v>45978</c:v>
                </c:pt>
                <c:pt idx="1010">
                  <c:v>45979</c:v>
                </c:pt>
                <c:pt idx="1011">
                  <c:v>45980</c:v>
                </c:pt>
                <c:pt idx="1012">
                  <c:v>45981</c:v>
                </c:pt>
                <c:pt idx="1013">
                  <c:v>45982</c:v>
                </c:pt>
                <c:pt idx="1014">
                  <c:v>45985</c:v>
                </c:pt>
                <c:pt idx="1015">
                  <c:v>45986</c:v>
                </c:pt>
                <c:pt idx="1016">
                  <c:v>45987</c:v>
                </c:pt>
                <c:pt idx="1017">
                  <c:v>45988</c:v>
                </c:pt>
                <c:pt idx="1018">
                  <c:v>45989</c:v>
                </c:pt>
                <c:pt idx="1019">
                  <c:v>45992</c:v>
                </c:pt>
                <c:pt idx="1020">
                  <c:v>45993</c:v>
                </c:pt>
                <c:pt idx="1021">
                  <c:v>45994</c:v>
                </c:pt>
                <c:pt idx="1022">
                  <c:v>45995</c:v>
                </c:pt>
                <c:pt idx="1023">
                  <c:v>45996</c:v>
                </c:pt>
                <c:pt idx="1024">
                  <c:v>45999</c:v>
                </c:pt>
                <c:pt idx="1025">
                  <c:v>46000</c:v>
                </c:pt>
                <c:pt idx="1026">
                  <c:v>46001</c:v>
                </c:pt>
                <c:pt idx="1027">
                  <c:v>46002</c:v>
                </c:pt>
                <c:pt idx="1028">
                  <c:v>46003</c:v>
                </c:pt>
                <c:pt idx="1029">
                  <c:v>46006</c:v>
                </c:pt>
                <c:pt idx="1030">
                  <c:v>46007</c:v>
                </c:pt>
                <c:pt idx="1031">
                  <c:v>46008</c:v>
                </c:pt>
                <c:pt idx="1032">
                  <c:v>46009</c:v>
                </c:pt>
                <c:pt idx="1033">
                  <c:v>46010</c:v>
                </c:pt>
                <c:pt idx="1034">
                  <c:v>46013</c:v>
                </c:pt>
                <c:pt idx="1035">
                  <c:v>46014</c:v>
                </c:pt>
                <c:pt idx="1036">
                  <c:v>46015</c:v>
                </c:pt>
                <c:pt idx="1037">
                  <c:v>46016</c:v>
                </c:pt>
                <c:pt idx="1038">
                  <c:v>46017</c:v>
                </c:pt>
                <c:pt idx="1039">
                  <c:v>46020</c:v>
                </c:pt>
                <c:pt idx="1040">
                  <c:v>46021</c:v>
                </c:pt>
                <c:pt idx="1041">
                  <c:v>46022</c:v>
                </c:pt>
                <c:pt idx="1042">
                  <c:v>46023</c:v>
                </c:pt>
                <c:pt idx="1043">
                  <c:v>46024</c:v>
                </c:pt>
                <c:pt idx="1044">
                  <c:v>46027</c:v>
                </c:pt>
                <c:pt idx="1045">
                  <c:v>46028</c:v>
                </c:pt>
                <c:pt idx="1046">
                  <c:v>46029</c:v>
                </c:pt>
                <c:pt idx="1047">
                  <c:v>46030</c:v>
                </c:pt>
                <c:pt idx="1048">
                  <c:v>46031</c:v>
                </c:pt>
                <c:pt idx="1049">
                  <c:v>46034</c:v>
                </c:pt>
                <c:pt idx="1050">
                  <c:v>46035</c:v>
                </c:pt>
                <c:pt idx="1051">
                  <c:v>46036</c:v>
                </c:pt>
                <c:pt idx="1052">
                  <c:v>46037</c:v>
                </c:pt>
                <c:pt idx="1053">
                  <c:v>46038</c:v>
                </c:pt>
                <c:pt idx="1054">
                  <c:v>46041</c:v>
                </c:pt>
                <c:pt idx="1055">
                  <c:v>46042</c:v>
                </c:pt>
                <c:pt idx="1056">
                  <c:v>46043</c:v>
                </c:pt>
                <c:pt idx="1057">
                  <c:v>46044</c:v>
                </c:pt>
                <c:pt idx="1058">
                  <c:v>46045</c:v>
                </c:pt>
                <c:pt idx="1059">
                  <c:v>46048</c:v>
                </c:pt>
                <c:pt idx="1060">
                  <c:v>46049</c:v>
                </c:pt>
                <c:pt idx="1061">
                  <c:v>46050</c:v>
                </c:pt>
                <c:pt idx="1062">
                  <c:v>46051</c:v>
                </c:pt>
                <c:pt idx="1063">
                  <c:v>46052</c:v>
                </c:pt>
                <c:pt idx="1064">
                  <c:v>46055</c:v>
                </c:pt>
                <c:pt idx="1065">
                  <c:v>46056</c:v>
                </c:pt>
                <c:pt idx="1066">
                  <c:v>46057</c:v>
                </c:pt>
                <c:pt idx="1067">
                  <c:v>46058</c:v>
                </c:pt>
                <c:pt idx="1068">
                  <c:v>46059</c:v>
                </c:pt>
                <c:pt idx="1069">
                  <c:v>46062</c:v>
                </c:pt>
                <c:pt idx="1070">
                  <c:v>46063</c:v>
                </c:pt>
                <c:pt idx="1071">
                  <c:v>46064</c:v>
                </c:pt>
                <c:pt idx="1072">
                  <c:v>46065</c:v>
                </c:pt>
                <c:pt idx="1073">
                  <c:v>46066</c:v>
                </c:pt>
                <c:pt idx="1074">
                  <c:v>46069</c:v>
                </c:pt>
                <c:pt idx="1075">
                  <c:v>46070</c:v>
                </c:pt>
                <c:pt idx="1076">
                  <c:v>46071</c:v>
                </c:pt>
                <c:pt idx="1077">
                  <c:v>46072</c:v>
                </c:pt>
                <c:pt idx="1078">
                  <c:v>46073</c:v>
                </c:pt>
                <c:pt idx="1079">
                  <c:v>46076</c:v>
                </c:pt>
                <c:pt idx="1080">
                  <c:v>46077</c:v>
                </c:pt>
                <c:pt idx="1081">
                  <c:v>46078</c:v>
                </c:pt>
                <c:pt idx="1082">
                  <c:v>46079</c:v>
                </c:pt>
                <c:pt idx="1083">
                  <c:v>46080</c:v>
                </c:pt>
                <c:pt idx="1084">
                  <c:v>46083</c:v>
                </c:pt>
                <c:pt idx="1085">
                  <c:v>46084</c:v>
                </c:pt>
                <c:pt idx="1086">
                  <c:v>46085</c:v>
                </c:pt>
                <c:pt idx="1087">
                  <c:v>46086</c:v>
                </c:pt>
                <c:pt idx="1088">
                  <c:v>46087</c:v>
                </c:pt>
                <c:pt idx="1089">
                  <c:v>46090</c:v>
                </c:pt>
                <c:pt idx="1090">
                  <c:v>46091</c:v>
                </c:pt>
                <c:pt idx="1091">
                  <c:v>46092</c:v>
                </c:pt>
                <c:pt idx="1092">
                  <c:v>46093</c:v>
                </c:pt>
                <c:pt idx="1093">
                  <c:v>46094</c:v>
                </c:pt>
                <c:pt idx="1094">
                  <c:v>46097</c:v>
                </c:pt>
                <c:pt idx="1095">
                  <c:v>46098</c:v>
                </c:pt>
                <c:pt idx="1096">
                  <c:v>46099</c:v>
                </c:pt>
                <c:pt idx="1097">
                  <c:v>46100</c:v>
                </c:pt>
                <c:pt idx="1098">
                  <c:v>46101</c:v>
                </c:pt>
                <c:pt idx="1099">
                  <c:v>46104</c:v>
                </c:pt>
                <c:pt idx="1100">
                  <c:v>46105</c:v>
                </c:pt>
                <c:pt idx="1101">
                  <c:v>46106</c:v>
                </c:pt>
                <c:pt idx="1102">
                  <c:v>46107</c:v>
                </c:pt>
                <c:pt idx="1103">
                  <c:v>46108</c:v>
                </c:pt>
                <c:pt idx="1104">
                  <c:v>46111</c:v>
                </c:pt>
                <c:pt idx="1105">
                  <c:v>46112</c:v>
                </c:pt>
                <c:pt idx="1106">
                  <c:v>46113</c:v>
                </c:pt>
                <c:pt idx="1107">
                  <c:v>46114</c:v>
                </c:pt>
                <c:pt idx="1108">
                  <c:v>46115</c:v>
                </c:pt>
                <c:pt idx="1109">
                  <c:v>46118</c:v>
                </c:pt>
                <c:pt idx="1110">
                  <c:v>46119</c:v>
                </c:pt>
                <c:pt idx="1111">
                  <c:v>46120</c:v>
                </c:pt>
                <c:pt idx="1112">
                  <c:v>46121</c:v>
                </c:pt>
                <c:pt idx="1113">
                  <c:v>46122</c:v>
                </c:pt>
                <c:pt idx="1114">
                  <c:v>46125</c:v>
                </c:pt>
                <c:pt idx="1115">
                  <c:v>46126</c:v>
                </c:pt>
                <c:pt idx="1116">
                  <c:v>46127</c:v>
                </c:pt>
                <c:pt idx="1117">
                  <c:v>46128</c:v>
                </c:pt>
                <c:pt idx="1118">
                  <c:v>46129</c:v>
                </c:pt>
                <c:pt idx="1119">
                  <c:v>46132</c:v>
                </c:pt>
                <c:pt idx="1120">
                  <c:v>46133</c:v>
                </c:pt>
                <c:pt idx="1121">
                  <c:v>46134</c:v>
                </c:pt>
                <c:pt idx="1122">
                  <c:v>46135</c:v>
                </c:pt>
                <c:pt idx="1123">
                  <c:v>46136</c:v>
                </c:pt>
                <c:pt idx="1124">
                  <c:v>46139</c:v>
                </c:pt>
                <c:pt idx="1125">
                  <c:v>46140</c:v>
                </c:pt>
                <c:pt idx="1126">
                  <c:v>46141</c:v>
                </c:pt>
                <c:pt idx="1127">
                  <c:v>46142</c:v>
                </c:pt>
                <c:pt idx="1128">
                  <c:v>46143</c:v>
                </c:pt>
                <c:pt idx="1129">
                  <c:v>46146</c:v>
                </c:pt>
                <c:pt idx="1130">
                  <c:v>46147</c:v>
                </c:pt>
                <c:pt idx="1131">
                  <c:v>46148</c:v>
                </c:pt>
                <c:pt idx="1132">
                  <c:v>46149</c:v>
                </c:pt>
                <c:pt idx="1133">
                  <c:v>46150</c:v>
                </c:pt>
                <c:pt idx="1134">
                  <c:v>46153</c:v>
                </c:pt>
                <c:pt idx="1135">
                  <c:v>46154</c:v>
                </c:pt>
                <c:pt idx="1136">
                  <c:v>46155</c:v>
                </c:pt>
                <c:pt idx="1137">
                  <c:v>46156</c:v>
                </c:pt>
                <c:pt idx="1138">
                  <c:v>46157</c:v>
                </c:pt>
                <c:pt idx="1139">
                  <c:v>46160</c:v>
                </c:pt>
                <c:pt idx="1140">
                  <c:v>46161</c:v>
                </c:pt>
                <c:pt idx="1141">
                  <c:v>46162</c:v>
                </c:pt>
                <c:pt idx="1142">
                  <c:v>46163</c:v>
                </c:pt>
                <c:pt idx="1143">
                  <c:v>46164</c:v>
                </c:pt>
                <c:pt idx="1144">
                  <c:v>46168</c:v>
                </c:pt>
                <c:pt idx="1145">
                  <c:v>46169</c:v>
                </c:pt>
                <c:pt idx="1146">
                  <c:v>46170</c:v>
                </c:pt>
                <c:pt idx="1147">
                  <c:v>46171</c:v>
                </c:pt>
                <c:pt idx="1148">
                  <c:v>46174</c:v>
                </c:pt>
                <c:pt idx="1149">
                  <c:v>46175</c:v>
                </c:pt>
                <c:pt idx="1150">
                  <c:v>46176</c:v>
                </c:pt>
                <c:pt idx="1151">
                  <c:v>46177</c:v>
                </c:pt>
                <c:pt idx="1152">
                  <c:v>46178</c:v>
                </c:pt>
                <c:pt idx="1153">
                  <c:v>46181</c:v>
                </c:pt>
                <c:pt idx="1154">
                  <c:v>46182</c:v>
                </c:pt>
                <c:pt idx="1155">
                  <c:v>46183</c:v>
                </c:pt>
                <c:pt idx="1156">
                  <c:v>46184</c:v>
                </c:pt>
                <c:pt idx="1157">
                  <c:v>46185</c:v>
                </c:pt>
                <c:pt idx="1158">
                  <c:v>46188</c:v>
                </c:pt>
                <c:pt idx="1159">
                  <c:v>46189</c:v>
                </c:pt>
                <c:pt idx="1160">
                  <c:v>46190</c:v>
                </c:pt>
                <c:pt idx="1161">
                  <c:v>46191</c:v>
                </c:pt>
                <c:pt idx="1162">
                  <c:v>46192</c:v>
                </c:pt>
                <c:pt idx="1163">
                  <c:v>46195</c:v>
                </c:pt>
                <c:pt idx="1164">
                  <c:v>46196</c:v>
                </c:pt>
                <c:pt idx="1165">
                  <c:v>46197</c:v>
                </c:pt>
                <c:pt idx="1166">
                  <c:v>46198</c:v>
                </c:pt>
                <c:pt idx="1167">
                  <c:v>46199</c:v>
                </c:pt>
                <c:pt idx="1168">
                  <c:v>46202</c:v>
                </c:pt>
                <c:pt idx="1169">
                  <c:v>46203</c:v>
                </c:pt>
                <c:pt idx="1170">
                  <c:v>46204</c:v>
                </c:pt>
                <c:pt idx="1171">
                  <c:v>46205</c:v>
                </c:pt>
                <c:pt idx="1172">
                  <c:v>46206</c:v>
                </c:pt>
                <c:pt idx="1173">
                  <c:v>46209</c:v>
                </c:pt>
                <c:pt idx="1174">
                  <c:v>46210</c:v>
                </c:pt>
                <c:pt idx="1175">
                  <c:v>46211</c:v>
                </c:pt>
                <c:pt idx="1176">
                  <c:v>46212</c:v>
                </c:pt>
                <c:pt idx="1177">
                  <c:v>46213</c:v>
                </c:pt>
                <c:pt idx="1178">
                  <c:v>46216</c:v>
                </c:pt>
                <c:pt idx="1179">
                  <c:v>46217</c:v>
                </c:pt>
                <c:pt idx="1180">
                  <c:v>46218</c:v>
                </c:pt>
                <c:pt idx="1181">
                  <c:v>46219</c:v>
                </c:pt>
                <c:pt idx="1182">
                  <c:v>46220</c:v>
                </c:pt>
                <c:pt idx="1183">
                  <c:v>46223</c:v>
                </c:pt>
                <c:pt idx="1184">
                  <c:v>46224</c:v>
                </c:pt>
                <c:pt idx="1185">
                  <c:v>46225</c:v>
                </c:pt>
                <c:pt idx="1186">
                  <c:v>46226</c:v>
                </c:pt>
                <c:pt idx="1187">
                  <c:v>46227</c:v>
                </c:pt>
                <c:pt idx="1188">
                  <c:v>46230</c:v>
                </c:pt>
                <c:pt idx="1189">
                  <c:v>46231</c:v>
                </c:pt>
                <c:pt idx="1190">
                  <c:v>46232</c:v>
                </c:pt>
                <c:pt idx="1191">
                  <c:v>46233</c:v>
                </c:pt>
                <c:pt idx="1192">
                  <c:v>46234</c:v>
                </c:pt>
                <c:pt idx="1193">
                  <c:v>46237</c:v>
                </c:pt>
                <c:pt idx="1194">
                  <c:v>46238</c:v>
                </c:pt>
                <c:pt idx="1195">
                  <c:v>46239</c:v>
                </c:pt>
                <c:pt idx="1196">
                  <c:v>46240</c:v>
                </c:pt>
                <c:pt idx="1197">
                  <c:v>46241</c:v>
                </c:pt>
                <c:pt idx="1198">
                  <c:v>46244</c:v>
                </c:pt>
                <c:pt idx="1199">
                  <c:v>46245</c:v>
                </c:pt>
                <c:pt idx="1200">
                  <c:v>46246</c:v>
                </c:pt>
                <c:pt idx="1201">
                  <c:v>46247</c:v>
                </c:pt>
                <c:pt idx="1202">
                  <c:v>46248</c:v>
                </c:pt>
                <c:pt idx="1203">
                  <c:v>46251</c:v>
                </c:pt>
                <c:pt idx="1204">
                  <c:v>46252</c:v>
                </c:pt>
                <c:pt idx="1205">
                  <c:v>46253</c:v>
                </c:pt>
                <c:pt idx="1206">
                  <c:v>46254</c:v>
                </c:pt>
                <c:pt idx="1207">
                  <c:v>46255</c:v>
                </c:pt>
                <c:pt idx="1208">
                  <c:v>46258</c:v>
                </c:pt>
                <c:pt idx="1209">
                  <c:v>46259</c:v>
                </c:pt>
                <c:pt idx="1210">
                  <c:v>46260</c:v>
                </c:pt>
                <c:pt idx="1211">
                  <c:v>46261</c:v>
                </c:pt>
                <c:pt idx="1212">
                  <c:v>46262</c:v>
                </c:pt>
                <c:pt idx="1213">
                  <c:v>46265</c:v>
                </c:pt>
                <c:pt idx="1214">
                  <c:v>46266</c:v>
                </c:pt>
                <c:pt idx="1215">
                  <c:v>46267</c:v>
                </c:pt>
                <c:pt idx="1216">
                  <c:v>46268</c:v>
                </c:pt>
                <c:pt idx="1217">
                  <c:v>46269</c:v>
                </c:pt>
                <c:pt idx="1218">
                  <c:v>46272</c:v>
                </c:pt>
                <c:pt idx="1219">
                  <c:v>46273</c:v>
                </c:pt>
                <c:pt idx="1220">
                  <c:v>46274</c:v>
                </c:pt>
                <c:pt idx="1221">
                  <c:v>46275</c:v>
                </c:pt>
                <c:pt idx="1222">
                  <c:v>46276</c:v>
                </c:pt>
                <c:pt idx="1223">
                  <c:v>46279</c:v>
                </c:pt>
                <c:pt idx="1224">
                  <c:v>46280</c:v>
                </c:pt>
                <c:pt idx="1225">
                  <c:v>46281</c:v>
                </c:pt>
                <c:pt idx="1226">
                  <c:v>46282</c:v>
                </c:pt>
                <c:pt idx="1227">
                  <c:v>46283</c:v>
                </c:pt>
                <c:pt idx="1228">
                  <c:v>46286</c:v>
                </c:pt>
                <c:pt idx="1229">
                  <c:v>46287</c:v>
                </c:pt>
                <c:pt idx="1230">
                  <c:v>46288</c:v>
                </c:pt>
                <c:pt idx="1231">
                  <c:v>46289</c:v>
                </c:pt>
                <c:pt idx="1232">
                  <c:v>46290</c:v>
                </c:pt>
                <c:pt idx="1233">
                  <c:v>46293</c:v>
                </c:pt>
                <c:pt idx="1234">
                  <c:v>46294</c:v>
                </c:pt>
                <c:pt idx="1235">
                  <c:v>46295</c:v>
                </c:pt>
                <c:pt idx="1236">
                  <c:v>46296</c:v>
                </c:pt>
                <c:pt idx="1237">
                  <c:v>46297</c:v>
                </c:pt>
                <c:pt idx="1238">
                  <c:v>46300</c:v>
                </c:pt>
                <c:pt idx="1239">
                  <c:v>46301</c:v>
                </c:pt>
                <c:pt idx="1240">
                  <c:v>46302</c:v>
                </c:pt>
                <c:pt idx="1241">
                  <c:v>46303</c:v>
                </c:pt>
                <c:pt idx="1242">
                  <c:v>46304</c:v>
                </c:pt>
                <c:pt idx="1243">
                  <c:v>46307</c:v>
                </c:pt>
                <c:pt idx="1244">
                  <c:v>46308</c:v>
                </c:pt>
                <c:pt idx="1245">
                  <c:v>46309</c:v>
                </c:pt>
                <c:pt idx="1246">
                  <c:v>46310</c:v>
                </c:pt>
                <c:pt idx="1247">
                  <c:v>46311</c:v>
                </c:pt>
                <c:pt idx="1248">
                  <c:v>#N/A</c:v>
                </c:pt>
                <c:pt idx="1249">
                  <c:v>#N/A</c:v>
                </c:pt>
                <c:pt idx="1250">
                  <c:v>#N/A</c:v>
                </c:pt>
                <c:pt idx="1251">
                  <c:v>#N/A</c:v>
                </c:pt>
                <c:pt idx="1252">
                  <c:v>#N/A</c:v>
                </c:pt>
                <c:pt idx="1253">
                  <c:v>#N/A</c:v>
                </c:pt>
                <c:pt idx="1254">
                  <c:v>#N/A</c:v>
                </c:pt>
                <c:pt idx="1255">
                  <c:v>#N/A</c:v>
                </c:pt>
                <c:pt idx="1256">
                  <c:v>#N/A</c:v>
                </c:pt>
                <c:pt idx="1257">
                  <c:v>#N/A</c:v>
                </c:pt>
                <c:pt idx="1258">
                  <c:v>#N/A</c:v>
                </c:pt>
                <c:pt idx="1259">
                  <c:v>#N/A</c:v>
                </c:pt>
                <c:pt idx="1260">
                  <c:v>#N/A</c:v>
                </c:pt>
                <c:pt idx="1261">
                  <c:v>#N/A</c:v>
                </c:pt>
                <c:pt idx="1262">
                  <c:v>#N/A</c:v>
                </c:pt>
                <c:pt idx="1263">
                  <c:v>#N/A</c:v>
                </c:pt>
                <c:pt idx="1264">
                  <c:v>#N/A</c:v>
                </c:pt>
                <c:pt idx="1265">
                  <c:v>#N/A</c:v>
                </c:pt>
                <c:pt idx="1266">
                  <c:v>#N/A</c:v>
                </c:pt>
                <c:pt idx="1267">
                  <c:v>#N/A</c:v>
                </c:pt>
                <c:pt idx="1268">
                  <c:v>#N/A</c:v>
                </c:pt>
                <c:pt idx="1269">
                  <c:v>#N/A</c:v>
                </c:pt>
                <c:pt idx="1270">
                  <c:v>#N/A</c:v>
                </c:pt>
                <c:pt idx="1271">
                  <c:v>#N/A</c:v>
                </c:pt>
                <c:pt idx="1272">
                  <c:v>#N/A</c:v>
                </c:pt>
                <c:pt idx="1273">
                  <c:v>#N/A</c:v>
                </c:pt>
                <c:pt idx="1274">
                  <c:v>#N/A</c:v>
                </c:pt>
                <c:pt idx="1275">
                  <c:v>#N/A</c:v>
                </c:pt>
                <c:pt idx="1276">
                  <c:v>#N/A</c:v>
                </c:pt>
                <c:pt idx="1277">
                  <c:v>#N/A</c:v>
                </c:pt>
                <c:pt idx="1278">
                  <c:v>#N/A</c:v>
                </c:pt>
                <c:pt idx="1279">
                  <c:v>#N/A</c:v>
                </c:pt>
                <c:pt idx="1280">
                  <c:v>#N/A</c:v>
                </c:pt>
                <c:pt idx="1281">
                  <c:v>#N/A</c:v>
                </c:pt>
                <c:pt idx="1282">
                  <c:v>#N/A</c:v>
                </c:pt>
                <c:pt idx="1283">
                  <c:v>#N/A</c:v>
                </c:pt>
                <c:pt idx="1284">
                  <c:v>#N/A</c:v>
                </c:pt>
                <c:pt idx="1285">
                  <c:v>#N/A</c:v>
                </c:pt>
                <c:pt idx="1286">
                  <c:v>#N/A</c:v>
                </c:pt>
                <c:pt idx="1287">
                  <c:v>#N/A</c:v>
                </c:pt>
                <c:pt idx="1288">
                  <c:v>#N/A</c:v>
                </c:pt>
                <c:pt idx="1289">
                  <c:v>#N/A</c:v>
                </c:pt>
                <c:pt idx="1290">
                  <c:v>#N/A</c:v>
                </c:pt>
                <c:pt idx="1291">
                  <c:v>#N/A</c:v>
                </c:pt>
                <c:pt idx="1292">
                  <c:v>#N/A</c:v>
                </c:pt>
                <c:pt idx="1293">
                  <c:v>#N/A</c:v>
                </c:pt>
                <c:pt idx="1294">
                  <c:v>#N/A</c:v>
                </c:pt>
                <c:pt idx="1295">
                  <c:v>#N/A</c:v>
                </c:pt>
                <c:pt idx="1296">
                  <c:v>#N/A</c:v>
                </c:pt>
                <c:pt idx="1297">
                  <c:v>#N/A</c:v>
                </c:pt>
                <c:pt idx="1298">
                  <c:v>#N/A</c:v>
                </c:pt>
                <c:pt idx="1299">
                  <c:v>#N/A</c:v>
                </c:pt>
                <c:pt idx="1300">
                  <c:v>#N/A</c:v>
                </c:pt>
                <c:pt idx="1301">
                  <c:v>#N/A</c:v>
                </c:pt>
                <c:pt idx="1302">
                  <c:v>#N/A</c:v>
                </c:pt>
                <c:pt idx="1303">
                  <c:v>#N/A</c:v>
                </c:pt>
                <c:pt idx="1304">
                  <c:v>#N/A</c:v>
                </c:pt>
                <c:pt idx="1305">
                  <c:v>#N/A</c:v>
                </c:pt>
                <c:pt idx="1306">
                  <c:v>#N/A</c:v>
                </c:pt>
                <c:pt idx="1307">
                  <c:v>#N/A</c:v>
                </c:pt>
                <c:pt idx="1308">
                  <c:v>#N/A</c:v>
                </c:pt>
                <c:pt idx="1309">
                  <c:v>#N/A</c:v>
                </c:pt>
                <c:pt idx="1310">
                  <c:v>#N/A</c:v>
                </c:pt>
                <c:pt idx="1311">
                  <c:v>#N/A</c:v>
                </c:pt>
                <c:pt idx="1312">
                  <c:v>#N/A</c:v>
                </c:pt>
                <c:pt idx="1313">
                  <c:v>#N/A</c:v>
                </c:pt>
                <c:pt idx="1314">
                  <c:v>#N/A</c:v>
                </c:pt>
                <c:pt idx="1315">
                  <c:v>#N/A</c:v>
                </c:pt>
                <c:pt idx="1316">
                  <c:v>#N/A</c:v>
                </c:pt>
                <c:pt idx="1317">
                  <c:v>#N/A</c:v>
                </c:pt>
                <c:pt idx="1318">
                  <c:v>#N/A</c:v>
                </c:pt>
                <c:pt idx="1319">
                  <c:v>#N/A</c:v>
                </c:pt>
                <c:pt idx="1320">
                  <c:v>#N/A</c:v>
                </c:pt>
              </c:numCache>
            </c:numRef>
          </c:cat>
          <c:val>
            <c:numRef>
              <c:f>FI_INDEX!$AL$795:$AL$4550</c:f>
              <c:numCache>
                <c:formatCode>0.0</c:formatCode>
                <c:ptCount val="3756"/>
                <c:pt idx="0">
                  <c:v>100</c:v>
                </c:pt>
                <c:pt idx="1">
                  <c:v>99.832282461650436</c:v>
                </c:pt>
                <c:pt idx="2">
                  <c:v>99.791935317990891</c:v>
                </c:pt>
                <c:pt idx="3">
                  <c:v>99.749478519760899</c:v>
                </c:pt>
                <c:pt idx="4">
                  <c:v>99.482343509779568</c:v>
                </c:pt>
                <c:pt idx="5">
                  <c:v>99.404813704316098</c:v>
                </c:pt>
                <c:pt idx="6">
                  <c:v>99.221273756688262</c:v>
                </c:pt>
                <c:pt idx="7">
                  <c:v>99.212044017942617</c:v>
                </c:pt>
                <c:pt idx="8">
                  <c:v>99.206242467873935</c:v>
                </c:pt>
                <c:pt idx="9">
                  <c:v>99.114999907702611</c:v>
                </c:pt>
                <c:pt idx="10">
                  <c:v>98.845227829508275</c:v>
                </c:pt>
                <c:pt idx="11">
                  <c:v>98.845227829508275</c:v>
                </c:pt>
                <c:pt idx="12">
                  <c:v>98.329680993858275</c:v>
                </c:pt>
                <c:pt idx="13">
                  <c:v>98.445184581589572</c:v>
                </c:pt>
                <c:pt idx="14">
                  <c:v>98.548821362362176</c:v>
                </c:pt>
                <c:pt idx="15">
                  <c:v>98.709946230179142</c:v>
                </c:pt>
                <c:pt idx="16">
                  <c:v>98.638745388426969</c:v>
                </c:pt>
                <c:pt idx="17">
                  <c:v>98.518758784733478</c:v>
                </c:pt>
                <c:pt idx="18">
                  <c:v>98.486586552534362</c:v>
                </c:pt>
                <c:pt idx="19">
                  <c:v>98.394552871899151</c:v>
                </c:pt>
                <c:pt idx="20">
                  <c:v>98.341284093995668</c:v>
                </c:pt>
                <c:pt idx="21">
                  <c:v>98.325989098360012</c:v>
                </c:pt>
                <c:pt idx="22">
                  <c:v>98.344712282672646</c:v>
                </c:pt>
                <c:pt idx="23">
                  <c:v>98.468127075043071</c:v>
                </c:pt>
                <c:pt idx="24">
                  <c:v>98.405892265215257</c:v>
                </c:pt>
                <c:pt idx="25">
                  <c:v>98.115023641316554</c:v>
                </c:pt>
                <c:pt idx="26">
                  <c:v>97.97525902602527</c:v>
                </c:pt>
                <c:pt idx="27">
                  <c:v>97.815716399136136</c:v>
                </c:pt>
                <c:pt idx="28">
                  <c:v>97.878478622606565</c:v>
                </c:pt>
                <c:pt idx="29">
                  <c:v>97.743460730098732</c:v>
                </c:pt>
                <c:pt idx="30">
                  <c:v>97.612925853553094</c:v>
                </c:pt>
                <c:pt idx="31">
                  <c:v>97.256657937970914</c:v>
                </c:pt>
                <c:pt idx="32">
                  <c:v>97.150120382163962</c:v>
                </c:pt>
                <c:pt idx="33">
                  <c:v>97.177809598400913</c:v>
                </c:pt>
                <c:pt idx="34">
                  <c:v>97.19257718039394</c:v>
                </c:pt>
                <c:pt idx="35">
                  <c:v>97.221057517094835</c:v>
                </c:pt>
                <c:pt idx="36">
                  <c:v>97.221057517094835</c:v>
                </c:pt>
                <c:pt idx="37">
                  <c:v>96.84817607177051</c:v>
                </c:pt>
                <c:pt idx="38">
                  <c:v>96.476085746910087</c:v>
                </c:pt>
                <c:pt idx="39">
                  <c:v>94.790999158775321</c:v>
                </c:pt>
                <c:pt idx="40">
                  <c:v>94.791526572417908</c:v>
                </c:pt>
                <c:pt idx="41">
                  <c:v>93.565817266995296</c:v>
                </c:pt>
                <c:pt idx="42">
                  <c:v>93.479585136428781</c:v>
                </c:pt>
                <c:pt idx="43">
                  <c:v>93.043414053991398</c:v>
                </c:pt>
                <c:pt idx="44">
                  <c:v>93.03181095385402</c:v>
                </c:pt>
                <c:pt idx="45">
                  <c:v>92.931338654937051</c:v>
                </c:pt>
                <c:pt idx="46">
                  <c:v>92.235152646693578</c:v>
                </c:pt>
                <c:pt idx="47">
                  <c:v>91.619924632590511</c:v>
                </c:pt>
                <c:pt idx="48">
                  <c:v>91.444559596423133</c:v>
                </c:pt>
                <c:pt idx="49">
                  <c:v>91.510222594927924</c:v>
                </c:pt>
                <c:pt idx="50">
                  <c:v>91.435857271320089</c:v>
                </c:pt>
                <c:pt idx="51">
                  <c:v>91.050054191751812</c:v>
                </c:pt>
                <c:pt idx="52">
                  <c:v>90.695104810276149</c:v>
                </c:pt>
                <c:pt idx="53">
                  <c:v>90.900268717250938</c:v>
                </c:pt>
                <c:pt idx="54">
                  <c:v>91.418188914292671</c:v>
                </c:pt>
                <c:pt idx="55">
                  <c:v>91.84407543069922</c:v>
                </c:pt>
                <c:pt idx="56">
                  <c:v>91.793180014187485</c:v>
                </c:pt>
                <c:pt idx="57">
                  <c:v>91.61570532344966</c:v>
                </c:pt>
                <c:pt idx="58">
                  <c:v>91.792652600544884</c:v>
                </c:pt>
                <c:pt idx="59">
                  <c:v>91.779467259479659</c:v>
                </c:pt>
                <c:pt idx="60">
                  <c:v>91.593290243638776</c:v>
                </c:pt>
                <c:pt idx="61">
                  <c:v>91.653151692074886</c:v>
                </c:pt>
                <c:pt idx="62">
                  <c:v>91.956414536574869</c:v>
                </c:pt>
                <c:pt idx="63">
                  <c:v>92.244646092260524</c:v>
                </c:pt>
                <c:pt idx="64">
                  <c:v>91.182171309225311</c:v>
                </c:pt>
                <c:pt idx="65">
                  <c:v>91.096994005944012</c:v>
                </c:pt>
                <c:pt idx="66">
                  <c:v>91.223836986991415</c:v>
                </c:pt>
                <c:pt idx="67">
                  <c:v>91.097521419586641</c:v>
                </c:pt>
                <c:pt idx="68">
                  <c:v>90.951164133762745</c:v>
                </c:pt>
                <c:pt idx="69">
                  <c:v>90.909762162817984</c:v>
                </c:pt>
                <c:pt idx="70">
                  <c:v>90.715410235516671</c:v>
                </c:pt>
                <c:pt idx="71">
                  <c:v>90.370745420071884</c:v>
                </c:pt>
                <c:pt idx="72">
                  <c:v>90.363625335896643</c:v>
                </c:pt>
                <c:pt idx="73">
                  <c:v>90.423486784332738</c:v>
                </c:pt>
                <c:pt idx="74">
                  <c:v>90.250495109557093</c:v>
                </c:pt>
                <c:pt idx="75">
                  <c:v>90.250495109557093</c:v>
                </c:pt>
                <c:pt idx="76">
                  <c:v>90.199599693045357</c:v>
                </c:pt>
                <c:pt idx="77">
                  <c:v>89.943276662737532</c:v>
                </c:pt>
                <c:pt idx="78">
                  <c:v>90.013950090847075</c:v>
                </c:pt>
                <c:pt idx="79">
                  <c:v>89.889480471191419</c:v>
                </c:pt>
                <c:pt idx="80">
                  <c:v>89.738112755762728</c:v>
                </c:pt>
                <c:pt idx="81">
                  <c:v>89.643969420557056</c:v>
                </c:pt>
                <c:pt idx="82">
                  <c:v>89.715433969130558</c:v>
                </c:pt>
                <c:pt idx="83">
                  <c:v>89.527674712361858</c:v>
                </c:pt>
                <c:pt idx="84">
                  <c:v>89.4646487820701</c:v>
                </c:pt>
                <c:pt idx="85">
                  <c:v>89.303523914253162</c:v>
                </c:pt>
                <c:pt idx="86">
                  <c:v>89.107589746024033</c:v>
                </c:pt>
                <c:pt idx="87">
                  <c:v>88.9646606488771</c:v>
                </c:pt>
                <c:pt idx="88">
                  <c:v>89.008172274392308</c:v>
                </c:pt>
                <c:pt idx="89">
                  <c:v>88.857331972606232</c:v>
                </c:pt>
                <c:pt idx="90">
                  <c:v>88.565935935064942</c:v>
                </c:pt>
                <c:pt idx="91">
                  <c:v>88.402701412677544</c:v>
                </c:pt>
                <c:pt idx="92">
                  <c:v>88.333346518674517</c:v>
                </c:pt>
                <c:pt idx="93">
                  <c:v>88.343367377884064</c:v>
                </c:pt>
                <c:pt idx="94">
                  <c:v>88.337829534636683</c:v>
                </c:pt>
                <c:pt idx="95">
                  <c:v>88.207294658091016</c:v>
                </c:pt>
                <c:pt idx="96">
                  <c:v>88.197801212524055</c:v>
                </c:pt>
                <c:pt idx="97">
                  <c:v>87.902713279484487</c:v>
                </c:pt>
                <c:pt idx="98">
                  <c:v>87.9095696568384</c:v>
                </c:pt>
                <c:pt idx="99">
                  <c:v>87.836786574158396</c:v>
                </c:pt>
                <c:pt idx="100">
                  <c:v>87.916162327371012</c:v>
                </c:pt>
                <c:pt idx="101">
                  <c:v>87.941478182216244</c:v>
                </c:pt>
                <c:pt idx="102">
                  <c:v>88.1753861327132</c:v>
                </c:pt>
                <c:pt idx="103">
                  <c:v>88.387670123863174</c:v>
                </c:pt>
                <c:pt idx="104">
                  <c:v>88.578330155666222</c:v>
                </c:pt>
                <c:pt idx="105">
                  <c:v>88.75844191461708</c:v>
                </c:pt>
                <c:pt idx="106">
                  <c:v>88.75844191461708</c:v>
                </c:pt>
                <c:pt idx="107">
                  <c:v>88.776373978465799</c:v>
                </c:pt>
                <c:pt idx="108">
                  <c:v>88.752112950905797</c:v>
                </c:pt>
                <c:pt idx="109">
                  <c:v>88.731280112022759</c:v>
                </c:pt>
                <c:pt idx="110">
                  <c:v>88.736290541627554</c:v>
                </c:pt>
                <c:pt idx="111">
                  <c:v>88.659288149806684</c:v>
                </c:pt>
                <c:pt idx="112">
                  <c:v>88.717039943672333</c:v>
                </c:pt>
                <c:pt idx="113">
                  <c:v>88.646366515562761</c:v>
                </c:pt>
                <c:pt idx="114">
                  <c:v>88.566199641886243</c:v>
                </c:pt>
                <c:pt idx="115">
                  <c:v>88.207030951269715</c:v>
                </c:pt>
                <c:pt idx="116">
                  <c:v>87.218921491842352</c:v>
                </c:pt>
                <c:pt idx="117">
                  <c:v>86.724471201896705</c:v>
                </c:pt>
                <c:pt idx="118">
                  <c:v>86.881113053751491</c:v>
                </c:pt>
                <c:pt idx="119">
                  <c:v>86.827053155384093</c:v>
                </c:pt>
                <c:pt idx="120">
                  <c:v>86.793826095899746</c:v>
                </c:pt>
                <c:pt idx="121">
                  <c:v>86.793826095899746</c:v>
                </c:pt>
                <c:pt idx="122">
                  <c:v>86.468411878410194</c:v>
                </c:pt>
                <c:pt idx="123">
                  <c:v>86.552006940763661</c:v>
                </c:pt>
                <c:pt idx="124">
                  <c:v>86.519834708564531</c:v>
                </c:pt>
                <c:pt idx="125">
                  <c:v>86.380861213737148</c:v>
                </c:pt>
                <c:pt idx="126">
                  <c:v>86.315461922053643</c:v>
                </c:pt>
                <c:pt idx="127">
                  <c:v>86.2447884939441</c:v>
                </c:pt>
                <c:pt idx="128">
                  <c:v>86.101595689975838</c:v>
                </c:pt>
                <c:pt idx="129">
                  <c:v>86.059138891745832</c:v>
                </c:pt>
                <c:pt idx="130">
                  <c:v>86.203650229820624</c:v>
                </c:pt>
                <c:pt idx="131">
                  <c:v>86.203650229820624</c:v>
                </c:pt>
                <c:pt idx="132">
                  <c:v>85.977389777141497</c:v>
                </c:pt>
                <c:pt idx="133">
                  <c:v>85.79332241587106</c:v>
                </c:pt>
                <c:pt idx="134">
                  <c:v>85.572072392796713</c:v>
                </c:pt>
                <c:pt idx="135">
                  <c:v>85.506145687470621</c:v>
                </c:pt>
                <c:pt idx="136">
                  <c:v>85.528824474102805</c:v>
                </c:pt>
                <c:pt idx="137">
                  <c:v>85.38774132470499</c:v>
                </c:pt>
                <c:pt idx="138">
                  <c:v>85.161744578847163</c:v>
                </c:pt>
                <c:pt idx="139">
                  <c:v>84.98136911307499</c:v>
                </c:pt>
                <c:pt idx="140">
                  <c:v>85.03411047733583</c:v>
                </c:pt>
                <c:pt idx="141">
                  <c:v>84.954734724123227</c:v>
                </c:pt>
                <c:pt idx="142">
                  <c:v>84.782270462990184</c:v>
                </c:pt>
                <c:pt idx="143">
                  <c:v>84.935747832989307</c:v>
                </c:pt>
                <c:pt idx="144">
                  <c:v>85.300981780495817</c:v>
                </c:pt>
                <c:pt idx="145">
                  <c:v>85.647492543689765</c:v>
                </c:pt>
                <c:pt idx="146">
                  <c:v>85.807562584221472</c:v>
                </c:pt>
                <c:pt idx="147">
                  <c:v>85.971060813430171</c:v>
                </c:pt>
                <c:pt idx="148">
                  <c:v>86.082081385199274</c:v>
                </c:pt>
                <c:pt idx="149">
                  <c:v>86.556489956725798</c:v>
                </c:pt>
                <c:pt idx="150">
                  <c:v>86.962598461534483</c:v>
                </c:pt>
                <c:pt idx="151">
                  <c:v>87.269025787890129</c:v>
                </c:pt>
                <c:pt idx="152">
                  <c:v>87.027734046396645</c:v>
                </c:pt>
                <c:pt idx="153">
                  <c:v>87.095770406293141</c:v>
                </c:pt>
                <c:pt idx="154">
                  <c:v>87.381364893765749</c:v>
                </c:pt>
                <c:pt idx="155">
                  <c:v>87.24133657165315</c:v>
                </c:pt>
                <c:pt idx="156">
                  <c:v>87.445181944521408</c:v>
                </c:pt>
                <c:pt idx="157">
                  <c:v>87.434633671669246</c:v>
                </c:pt>
                <c:pt idx="158">
                  <c:v>87.513482011239219</c:v>
                </c:pt>
                <c:pt idx="159">
                  <c:v>87.795912016856178</c:v>
                </c:pt>
                <c:pt idx="160">
                  <c:v>87.864212083574003</c:v>
                </c:pt>
                <c:pt idx="161">
                  <c:v>88.064892974586627</c:v>
                </c:pt>
                <c:pt idx="162">
                  <c:v>88.153498466544875</c:v>
                </c:pt>
                <c:pt idx="163">
                  <c:v>87.901394745377914</c:v>
                </c:pt>
                <c:pt idx="164">
                  <c:v>87.895856902130532</c:v>
                </c:pt>
                <c:pt idx="165">
                  <c:v>87.680144722303567</c:v>
                </c:pt>
                <c:pt idx="166">
                  <c:v>87.392967993903127</c:v>
                </c:pt>
                <c:pt idx="167">
                  <c:v>87.268498374247486</c:v>
                </c:pt>
                <c:pt idx="168">
                  <c:v>87.3312605977179</c:v>
                </c:pt>
                <c:pt idx="169">
                  <c:v>87.566487082321373</c:v>
                </c:pt>
                <c:pt idx="170">
                  <c:v>87.642962060499627</c:v>
                </c:pt>
                <c:pt idx="171">
                  <c:v>87.3312605977179</c:v>
                </c:pt>
                <c:pt idx="172">
                  <c:v>87.327832409040951</c:v>
                </c:pt>
                <c:pt idx="173">
                  <c:v>87.119767727031814</c:v>
                </c:pt>
                <c:pt idx="174">
                  <c:v>86.772993257016608</c:v>
                </c:pt>
                <c:pt idx="175">
                  <c:v>86.856060905727475</c:v>
                </c:pt>
                <c:pt idx="176">
                  <c:v>86.856060905727475</c:v>
                </c:pt>
                <c:pt idx="177">
                  <c:v>86.541194961090113</c:v>
                </c:pt>
                <c:pt idx="178">
                  <c:v>86.609231320986609</c:v>
                </c:pt>
                <c:pt idx="179">
                  <c:v>86.725262322360521</c:v>
                </c:pt>
                <c:pt idx="180">
                  <c:v>86.842875564662251</c:v>
                </c:pt>
                <c:pt idx="181">
                  <c:v>86.902473306277017</c:v>
                </c:pt>
                <c:pt idx="182">
                  <c:v>86.707857672154418</c:v>
                </c:pt>
                <c:pt idx="183">
                  <c:v>86.55438030215528</c:v>
                </c:pt>
                <c:pt idx="184">
                  <c:v>86.538294186055722</c:v>
                </c:pt>
                <c:pt idx="185">
                  <c:v>86.305968476486584</c:v>
                </c:pt>
                <c:pt idx="186">
                  <c:v>86.208660659425306</c:v>
                </c:pt>
                <c:pt idx="187">
                  <c:v>85.916473501420086</c:v>
                </c:pt>
                <c:pt idx="188">
                  <c:v>85.889839112468351</c:v>
                </c:pt>
                <c:pt idx="189">
                  <c:v>85.552030674377477</c:v>
                </c:pt>
                <c:pt idx="190">
                  <c:v>85.265117652798352</c:v>
                </c:pt>
                <c:pt idx="191">
                  <c:v>84.73295728740618</c:v>
                </c:pt>
                <c:pt idx="192">
                  <c:v>84.309707839212706</c:v>
                </c:pt>
                <c:pt idx="193">
                  <c:v>84.063405668114456</c:v>
                </c:pt>
                <c:pt idx="194">
                  <c:v>83.850066849679237</c:v>
                </c:pt>
                <c:pt idx="195">
                  <c:v>83.786777212566179</c:v>
                </c:pt>
                <c:pt idx="196">
                  <c:v>83.945265012170083</c:v>
                </c:pt>
                <c:pt idx="197">
                  <c:v>84.366668512614424</c:v>
                </c:pt>
                <c:pt idx="198">
                  <c:v>84.316036802923989</c:v>
                </c:pt>
                <c:pt idx="199">
                  <c:v>84.313399734710941</c:v>
                </c:pt>
                <c:pt idx="200">
                  <c:v>84.09399565938574</c:v>
                </c:pt>
                <c:pt idx="201">
                  <c:v>84.09399565938574</c:v>
                </c:pt>
                <c:pt idx="202">
                  <c:v>83.559725639423121</c:v>
                </c:pt>
                <c:pt idx="203">
                  <c:v>83.421806971880969</c:v>
                </c:pt>
                <c:pt idx="204">
                  <c:v>82.933421938825319</c:v>
                </c:pt>
                <c:pt idx="205">
                  <c:v>82.813699041953143</c:v>
                </c:pt>
                <c:pt idx="206">
                  <c:v>82.619347114651845</c:v>
                </c:pt>
                <c:pt idx="207">
                  <c:v>82.642025901284029</c:v>
                </c:pt>
                <c:pt idx="208">
                  <c:v>82.327951077110541</c:v>
                </c:pt>
                <c:pt idx="209">
                  <c:v>81.993043414054014</c:v>
                </c:pt>
                <c:pt idx="210">
                  <c:v>81.671584798884027</c:v>
                </c:pt>
                <c:pt idx="211">
                  <c:v>81.568739138575324</c:v>
                </c:pt>
                <c:pt idx="212">
                  <c:v>81.651806787286176</c:v>
                </c:pt>
                <c:pt idx="213">
                  <c:v>81.97036462742183</c:v>
                </c:pt>
                <c:pt idx="214">
                  <c:v>82.15786017736923</c:v>
                </c:pt>
                <c:pt idx="215">
                  <c:v>82.116721913245755</c:v>
                </c:pt>
                <c:pt idx="216">
                  <c:v>82.066617617197934</c:v>
                </c:pt>
                <c:pt idx="217">
                  <c:v>82.229324725942732</c:v>
                </c:pt>
                <c:pt idx="218">
                  <c:v>82.271517817351437</c:v>
                </c:pt>
                <c:pt idx="219">
                  <c:v>81.993043414054043</c:v>
                </c:pt>
                <c:pt idx="220">
                  <c:v>82.194779132351869</c:v>
                </c:pt>
                <c:pt idx="221">
                  <c:v>82.344037193210127</c:v>
                </c:pt>
                <c:pt idx="222">
                  <c:v>82.500942751886214</c:v>
                </c:pt>
                <c:pt idx="223">
                  <c:v>82.659957965132733</c:v>
                </c:pt>
                <c:pt idx="224">
                  <c:v>83.171021784820539</c:v>
                </c:pt>
                <c:pt idx="225">
                  <c:v>83.171021784820539</c:v>
                </c:pt>
                <c:pt idx="226">
                  <c:v>84.159658657890517</c:v>
                </c:pt>
                <c:pt idx="227">
                  <c:v>84.56734940362702</c:v>
                </c:pt>
                <c:pt idx="228">
                  <c:v>84.899356291649212</c:v>
                </c:pt>
                <c:pt idx="229">
                  <c:v>84.832638465859205</c:v>
                </c:pt>
                <c:pt idx="230">
                  <c:v>84.866129232164838</c:v>
                </c:pt>
                <c:pt idx="231">
                  <c:v>84.845296393281785</c:v>
                </c:pt>
                <c:pt idx="232">
                  <c:v>84.978995751683101</c:v>
                </c:pt>
                <c:pt idx="233">
                  <c:v>85.228198697815728</c:v>
                </c:pt>
                <c:pt idx="234">
                  <c:v>85.228198697815728</c:v>
                </c:pt>
                <c:pt idx="235">
                  <c:v>85.6509207323666</c:v>
                </c:pt>
                <c:pt idx="236">
                  <c:v>85.952601335938752</c:v>
                </c:pt>
                <c:pt idx="237">
                  <c:v>86.07364276691743</c:v>
                </c:pt>
                <c:pt idx="238">
                  <c:v>86.405913361760909</c:v>
                </c:pt>
                <c:pt idx="239">
                  <c:v>87.060697399059606</c:v>
                </c:pt>
                <c:pt idx="240">
                  <c:v>87.272717683388336</c:v>
                </c:pt>
                <c:pt idx="241">
                  <c:v>87.333370252288319</c:v>
                </c:pt>
                <c:pt idx="242">
                  <c:v>87.434369964847917</c:v>
                </c:pt>
                <c:pt idx="243">
                  <c:v>87.568860443713149</c:v>
                </c:pt>
                <c:pt idx="244">
                  <c:v>87.691220408798358</c:v>
                </c:pt>
                <c:pt idx="245">
                  <c:v>87.649554731032268</c:v>
                </c:pt>
                <c:pt idx="246">
                  <c:v>87.624502583008365</c:v>
                </c:pt>
                <c:pt idx="247">
                  <c:v>87.984198687267508</c:v>
                </c:pt>
                <c:pt idx="248">
                  <c:v>88.125809250307924</c:v>
                </c:pt>
                <c:pt idx="249">
                  <c:v>88.179078028211407</c:v>
                </c:pt>
                <c:pt idx="250">
                  <c:v>88.112096495600113</c:v>
                </c:pt>
                <c:pt idx="251">
                  <c:v>87.936995166254022</c:v>
                </c:pt>
                <c:pt idx="252">
                  <c:v>87.796703137320122</c:v>
                </c:pt>
                <c:pt idx="253">
                  <c:v>87.836522867337081</c:v>
                </c:pt>
                <c:pt idx="254">
                  <c:v>87.944378957250564</c:v>
                </c:pt>
                <c:pt idx="255">
                  <c:v>87.854718638007085</c:v>
                </c:pt>
                <c:pt idx="256">
                  <c:v>87.854718638007085</c:v>
                </c:pt>
                <c:pt idx="257">
                  <c:v>87.658784469777942</c:v>
                </c:pt>
                <c:pt idx="258">
                  <c:v>87.713371781787941</c:v>
                </c:pt>
                <c:pt idx="259">
                  <c:v>87.766904266512711</c:v>
                </c:pt>
                <c:pt idx="260">
                  <c:v>100</c:v>
                </c:pt>
                <c:pt idx="261">
                  <c:v>100</c:v>
                </c:pt>
                <c:pt idx="262">
                  <c:v>100.34745077530216</c:v>
                </c:pt>
                <c:pt idx="263">
                  <c:v>100.68768803969836</c:v>
                </c:pt>
                <c:pt idx="264">
                  <c:v>100.66153906266439</c:v>
                </c:pt>
                <c:pt idx="265">
                  <c:v>101.08413057656989</c:v>
                </c:pt>
                <c:pt idx="266">
                  <c:v>101.42316558914845</c:v>
                </c:pt>
                <c:pt idx="267">
                  <c:v>101.39791830097771</c:v>
                </c:pt>
                <c:pt idx="268">
                  <c:v>101.53798063773445</c:v>
                </c:pt>
                <c:pt idx="269">
                  <c:v>101.86589482099967</c:v>
                </c:pt>
                <c:pt idx="270">
                  <c:v>101.99904420980492</c:v>
                </c:pt>
                <c:pt idx="271">
                  <c:v>101.99904420980492</c:v>
                </c:pt>
                <c:pt idx="272">
                  <c:v>102.05464835637144</c:v>
                </c:pt>
                <c:pt idx="273">
                  <c:v>102.62541740680291</c:v>
                </c:pt>
                <c:pt idx="274">
                  <c:v>102.81146587558494</c:v>
                </c:pt>
                <c:pt idx="275">
                  <c:v>102.77660057287297</c:v>
                </c:pt>
                <c:pt idx="276">
                  <c:v>102.79042646877596</c:v>
                </c:pt>
                <c:pt idx="277">
                  <c:v>102.97407043392265</c:v>
                </c:pt>
                <c:pt idx="278">
                  <c:v>102.96355073051818</c:v>
                </c:pt>
                <c:pt idx="279">
                  <c:v>103.11563558545144</c:v>
                </c:pt>
                <c:pt idx="280">
                  <c:v>103.10000631182194</c:v>
                </c:pt>
                <c:pt idx="281">
                  <c:v>102.94912370870631</c:v>
                </c:pt>
                <c:pt idx="282">
                  <c:v>103.0425987875289</c:v>
                </c:pt>
                <c:pt idx="283">
                  <c:v>103.3116026317291</c:v>
                </c:pt>
                <c:pt idx="284">
                  <c:v>103.78078140356875</c:v>
                </c:pt>
                <c:pt idx="285">
                  <c:v>103.51838994436567</c:v>
                </c:pt>
                <c:pt idx="286">
                  <c:v>103.15771439906931</c:v>
                </c:pt>
                <c:pt idx="287">
                  <c:v>103.00352560345513</c:v>
                </c:pt>
                <c:pt idx="288">
                  <c:v>102.97196649324169</c:v>
                </c:pt>
                <c:pt idx="289">
                  <c:v>102.93229218325909</c:v>
                </c:pt>
                <c:pt idx="290">
                  <c:v>102.51090292117119</c:v>
                </c:pt>
                <c:pt idx="291">
                  <c:v>102.46161059664736</c:v>
                </c:pt>
                <c:pt idx="292">
                  <c:v>102.35551187373936</c:v>
                </c:pt>
                <c:pt idx="293">
                  <c:v>102.15683976087196</c:v>
                </c:pt>
                <c:pt idx="294">
                  <c:v>102.08680859249358</c:v>
                </c:pt>
                <c:pt idx="295">
                  <c:v>101.86589482099956</c:v>
                </c:pt>
                <c:pt idx="296">
                  <c:v>101.86589482099956</c:v>
                </c:pt>
                <c:pt idx="297">
                  <c:v>101.28550775602687</c:v>
                </c:pt>
                <c:pt idx="298">
                  <c:v>101.23020417241479</c:v>
                </c:pt>
                <c:pt idx="299">
                  <c:v>101.51303391251801</c:v>
                </c:pt>
                <c:pt idx="300">
                  <c:v>101.39942111574966</c:v>
                </c:pt>
                <c:pt idx="301">
                  <c:v>101.44270218118521</c:v>
                </c:pt>
                <c:pt idx="302">
                  <c:v>101.39491267143343</c:v>
                </c:pt>
                <c:pt idx="303">
                  <c:v>101.28250212648274</c:v>
                </c:pt>
                <c:pt idx="304">
                  <c:v>101.03844500749888</c:v>
                </c:pt>
                <c:pt idx="305">
                  <c:v>101.34201359145662</c:v>
                </c:pt>
                <c:pt idx="306">
                  <c:v>101.48838775025605</c:v>
                </c:pt>
                <c:pt idx="307">
                  <c:v>101.52355361592248</c:v>
                </c:pt>
                <c:pt idx="308">
                  <c:v>101.43969655164108</c:v>
                </c:pt>
                <c:pt idx="309">
                  <c:v>101.45292132163529</c:v>
                </c:pt>
                <c:pt idx="310">
                  <c:v>101.75528765377537</c:v>
                </c:pt>
                <c:pt idx="311">
                  <c:v>101.91398489370575</c:v>
                </c:pt>
                <c:pt idx="312">
                  <c:v>101.58336564385077</c:v>
                </c:pt>
                <c:pt idx="313">
                  <c:v>101.71290827720304</c:v>
                </c:pt>
                <c:pt idx="314">
                  <c:v>101.5352755711446</c:v>
                </c:pt>
                <c:pt idx="315">
                  <c:v>101.8048805412536</c:v>
                </c:pt>
                <c:pt idx="316">
                  <c:v>101.20555801015286</c:v>
                </c:pt>
                <c:pt idx="317">
                  <c:v>101.29151901511516</c:v>
                </c:pt>
                <c:pt idx="318">
                  <c:v>101.61492475406419</c:v>
                </c:pt>
                <c:pt idx="319">
                  <c:v>101.9064708198454</c:v>
                </c:pt>
                <c:pt idx="320">
                  <c:v>101.87340889485988</c:v>
                </c:pt>
                <c:pt idx="321">
                  <c:v>101.65550075291</c:v>
                </c:pt>
                <c:pt idx="322">
                  <c:v>101.6338602201922</c:v>
                </c:pt>
                <c:pt idx="323">
                  <c:v>101.70268913675294</c:v>
                </c:pt>
                <c:pt idx="324">
                  <c:v>101.90526856802771</c:v>
                </c:pt>
                <c:pt idx="325">
                  <c:v>102.23739063265474</c:v>
                </c:pt>
                <c:pt idx="326">
                  <c:v>102.62451571793947</c:v>
                </c:pt>
                <c:pt idx="327">
                  <c:v>102.86616833328802</c:v>
                </c:pt>
                <c:pt idx="328">
                  <c:v>102.89652519168378</c:v>
                </c:pt>
                <c:pt idx="329">
                  <c:v>103.01013798845212</c:v>
                </c:pt>
                <c:pt idx="330">
                  <c:v>102.80545461649645</c:v>
                </c:pt>
                <c:pt idx="331">
                  <c:v>102.80906137194941</c:v>
                </c:pt>
                <c:pt idx="332">
                  <c:v>102.89021336964109</c:v>
                </c:pt>
                <c:pt idx="333">
                  <c:v>103.05011286138914</c:v>
                </c:pt>
                <c:pt idx="334">
                  <c:v>103.07896690501285</c:v>
                </c:pt>
                <c:pt idx="335">
                  <c:v>103.11954290385869</c:v>
                </c:pt>
                <c:pt idx="336">
                  <c:v>102.90734545804267</c:v>
                </c:pt>
                <c:pt idx="337">
                  <c:v>102.96204791574597</c:v>
                </c:pt>
                <c:pt idx="338">
                  <c:v>102.73271838152837</c:v>
                </c:pt>
                <c:pt idx="339">
                  <c:v>102.87127790351309</c:v>
                </c:pt>
                <c:pt idx="340">
                  <c:v>102.86737058510572</c:v>
                </c:pt>
                <c:pt idx="341">
                  <c:v>102.9683597377887</c:v>
                </c:pt>
                <c:pt idx="342">
                  <c:v>103.20850953836518</c:v>
                </c:pt>
                <c:pt idx="343">
                  <c:v>102.96835973778867</c:v>
                </c:pt>
                <c:pt idx="344">
                  <c:v>102.82859796398635</c:v>
                </c:pt>
                <c:pt idx="345">
                  <c:v>103.13817780703236</c:v>
                </c:pt>
                <c:pt idx="346">
                  <c:v>102.92147191690016</c:v>
                </c:pt>
                <c:pt idx="347">
                  <c:v>103.02366332140082</c:v>
                </c:pt>
                <c:pt idx="348">
                  <c:v>103.22924838221969</c:v>
                </c:pt>
                <c:pt idx="349">
                  <c:v>103.30048180241575</c:v>
                </c:pt>
                <c:pt idx="350">
                  <c:v>103.15861608793253</c:v>
                </c:pt>
                <c:pt idx="351">
                  <c:v>102.94581751620768</c:v>
                </c:pt>
                <c:pt idx="352">
                  <c:v>102.96264904165484</c:v>
                </c:pt>
                <c:pt idx="353">
                  <c:v>103.11262995590727</c:v>
                </c:pt>
                <c:pt idx="354">
                  <c:v>103.26651818856705</c:v>
                </c:pt>
                <c:pt idx="355">
                  <c:v>103.07626183842324</c:v>
                </c:pt>
                <c:pt idx="356">
                  <c:v>102.84392667466152</c:v>
                </c:pt>
                <c:pt idx="357">
                  <c:v>102.78140958014349</c:v>
                </c:pt>
                <c:pt idx="358">
                  <c:v>102.52593106889189</c:v>
                </c:pt>
                <c:pt idx="359">
                  <c:v>102.37925634713804</c:v>
                </c:pt>
                <c:pt idx="360">
                  <c:v>102.24550583242397</c:v>
                </c:pt>
                <c:pt idx="361">
                  <c:v>102.21544953698259</c:v>
                </c:pt>
                <c:pt idx="362">
                  <c:v>102.21544953698259</c:v>
                </c:pt>
                <c:pt idx="363">
                  <c:v>102.1114547547555</c:v>
                </c:pt>
                <c:pt idx="364">
                  <c:v>102.0188813647961</c:v>
                </c:pt>
                <c:pt idx="365">
                  <c:v>101.94043443369416</c:v>
                </c:pt>
                <c:pt idx="366">
                  <c:v>101.94043443369416</c:v>
                </c:pt>
                <c:pt idx="367">
                  <c:v>102.46311341141946</c:v>
                </c:pt>
                <c:pt idx="368">
                  <c:v>102.53675133525077</c:v>
                </c:pt>
                <c:pt idx="369">
                  <c:v>102.66479115383098</c:v>
                </c:pt>
                <c:pt idx="370">
                  <c:v>102.76217355106097</c:v>
                </c:pt>
                <c:pt idx="371">
                  <c:v>102.74113414425203</c:v>
                </c:pt>
                <c:pt idx="372">
                  <c:v>102.89622462872947</c:v>
                </c:pt>
                <c:pt idx="373">
                  <c:v>102.85474694102038</c:v>
                </c:pt>
                <c:pt idx="374">
                  <c:v>103.01134024026987</c:v>
                </c:pt>
                <c:pt idx="375">
                  <c:v>103.05522243161427</c:v>
                </c:pt>
                <c:pt idx="376">
                  <c:v>103.15260482884426</c:v>
                </c:pt>
                <c:pt idx="377">
                  <c:v>103.1796554947415</c:v>
                </c:pt>
                <c:pt idx="378">
                  <c:v>103.30288630605106</c:v>
                </c:pt>
                <c:pt idx="379">
                  <c:v>103.5292102107245</c:v>
                </c:pt>
                <c:pt idx="380">
                  <c:v>103.60134531978375</c:v>
                </c:pt>
                <c:pt idx="381">
                  <c:v>103.60134531978375</c:v>
                </c:pt>
                <c:pt idx="382">
                  <c:v>103.65634834044143</c:v>
                </c:pt>
                <c:pt idx="383">
                  <c:v>103.66837085861799</c:v>
                </c:pt>
                <c:pt idx="384">
                  <c:v>103.62508979318244</c:v>
                </c:pt>
                <c:pt idx="385">
                  <c:v>103.69872771701378</c:v>
                </c:pt>
                <c:pt idx="386">
                  <c:v>103.70413785019322</c:v>
                </c:pt>
                <c:pt idx="387">
                  <c:v>103.71555924246097</c:v>
                </c:pt>
                <c:pt idx="388">
                  <c:v>103.78408759606725</c:v>
                </c:pt>
                <c:pt idx="389">
                  <c:v>103.5890222386528</c:v>
                </c:pt>
                <c:pt idx="390">
                  <c:v>103.64252244453843</c:v>
                </c:pt>
                <c:pt idx="391">
                  <c:v>103.597137438422</c:v>
                </c:pt>
                <c:pt idx="392">
                  <c:v>103.597137438422</c:v>
                </c:pt>
                <c:pt idx="393">
                  <c:v>103.50155841891846</c:v>
                </c:pt>
                <c:pt idx="394">
                  <c:v>103.19047576110039</c:v>
                </c:pt>
                <c:pt idx="395">
                  <c:v>103.1006074377307</c:v>
                </c:pt>
                <c:pt idx="396">
                  <c:v>103.14238568839423</c:v>
                </c:pt>
                <c:pt idx="397">
                  <c:v>103.31160263172906</c:v>
                </c:pt>
                <c:pt idx="398">
                  <c:v>103.67558436952392</c:v>
                </c:pt>
                <c:pt idx="399">
                  <c:v>104.11891472728398</c:v>
                </c:pt>
                <c:pt idx="400">
                  <c:v>104.14867045977094</c:v>
                </c:pt>
                <c:pt idx="401">
                  <c:v>104.18143182180202</c:v>
                </c:pt>
                <c:pt idx="402">
                  <c:v>104.33381723968972</c:v>
                </c:pt>
                <c:pt idx="403">
                  <c:v>104.47117450985675</c:v>
                </c:pt>
                <c:pt idx="404">
                  <c:v>104.36327240922229</c:v>
                </c:pt>
                <c:pt idx="405">
                  <c:v>104.37980337171503</c:v>
                </c:pt>
                <c:pt idx="406">
                  <c:v>104.32990992128238</c:v>
                </c:pt>
                <c:pt idx="407">
                  <c:v>104.31127501810873</c:v>
                </c:pt>
                <c:pt idx="408">
                  <c:v>104.43029794805651</c:v>
                </c:pt>
                <c:pt idx="409">
                  <c:v>104.40234559329602</c:v>
                </c:pt>
                <c:pt idx="410">
                  <c:v>104.51205107165701</c:v>
                </c:pt>
                <c:pt idx="411">
                  <c:v>104.65632128977556</c:v>
                </c:pt>
                <c:pt idx="412">
                  <c:v>104.53429273028364</c:v>
                </c:pt>
                <c:pt idx="413">
                  <c:v>104.35726115013404</c:v>
                </c:pt>
                <c:pt idx="414">
                  <c:v>104.11200177933252</c:v>
                </c:pt>
                <c:pt idx="415">
                  <c:v>104.35666002422519</c:v>
                </c:pt>
                <c:pt idx="416">
                  <c:v>104.34914595036483</c:v>
                </c:pt>
                <c:pt idx="417">
                  <c:v>104.47147507281116</c:v>
                </c:pt>
                <c:pt idx="418">
                  <c:v>104.51535726415555</c:v>
                </c:pt>
                <c:pt idx="419">
                  <c:v>104.48500040575976</c:v>
                </c:pt>
                <c:pt idx="420">
                  <c:v>104.32720485469262</c:v>
                </c:pt>
                <c:pt idx="421">
                  <c:v>104.158889600221</c:v>
                </c:pt>
                <c:pt idx="422">
                  <c:v>103.90130714828855</c:v>
                </c:pt>
                <c:pt idx="423">
                  <c:v>103.77326732970833</c:v>
                </c:pt>
                <c:pt idx="424">
                  <c:v>103.56167100980117</c:v>
                </c:pt>
                <c:pt idx="425">
                  <c:v>103.513580937095</c:v>
                </c:pt>
                <c:pt idx="426">
                  <c:v>103.1937819535989</c:v>
                </c:pt>
                <c:pt idx="427">
                  <c:v>103.23736358198889</c:v>
                </c:pt>
                <c:pt idx="428">
                  <c:v>103.61036220841618</c:v>
                </c:pt>
                <c:pt idx="429">
                  <c:v>103.66446354021065</c:v>
                </c:pt>
                <c:pt idx="430">
                  <c:v>103.60855883068972</c:v>
                </c:pt>
                <c:pt idx="431">
                  <c:v>103.67558436952395</c:v>
                </c:pt>
                <c:pt idx="432">
                  <c:v>103.87696154898109</c:v>
                </c:pt>
                <c:pt idx="433">
                  <c:v>104.00800699710541</c:v>
                </c:pt>
                <c:pt idx="434">
                  <c:v>104.19135039929775</c:v>
                </c:pt>
                <c:pt idx="435">
                  <c:v>104.14295976363715</c:v>
                </c:pt>
                <c:pt idx="436">
                  <c:v>104.14295976363715</c:v>
                </c:pt>
                <c:pt idx="437">
                  <c:v>103.99478222711124</c:v>
                </c:pt>
                <c:pt idx="438">
                  <c:v>103.9256527475961</c:v>
                </c:pt>
                <c:pt idx="439">
                  <c:v>103.99237772347593</c:v>
                </c:pt>
                <c:pt idx="440">
                  <c:v>104.04197061095417</c:v>
                </c:pt>
                <c:pt idx="441">
                  <c:v>103.93346738441085</c:v>
                </c:pt>
                <c:pt idx="442">
                  <c:v>103.96111917621688</c:v>
                </c:pt>
                <c:pt idx="443">
                  <c:v>103.97284113143903</c:v>
                </c:pt>
                <c:pt idx="444">
                  <c:v>104.06301001776309</c:v>
                </c:pt>
                <c:pt idx="445">
                  <c:v>104.0299480927776</c:v>
                </c:pt>
                <c:pt idx="446">
                  <c:v>104.02063064119079</c:v>
                </c:pt>
                <c:pt idx="447">
                  <c:v>103.96893381303164</c:v>
                </c:pt>
                <c:pt idx="448">
                  <c:v>103.95210228758448</c:v>
                </c:pt>
                <c:pt idx="449">
                  <c:v>103.69151420610785</c:v>
                </c:pt>
                <c:pt idx="450">
                  <c:v>103.77176451493628</c:v>
                </c:pt>
                <c:pt idx="451">
                  <c:v>103.59473293478665</c:v>
                </c:pt>
                <c:pt idx="452">
                  <c:v>103.51478318891263</c:v>
                </c:pt>
                <c:pt idx="453">
                  <c:v>103.40327433282519</c:v>
                </c:pt>
                <c:pt idx="454">
                  <c:v>103.2935688544642</c:v>
                </c:pt>
                <c:pt idx="455">
                  <c:v>103.37802704465439</c:v>
                </c:pt>
                <c:pt idx="456">
                  <c:v>103.08948660841732</c:v>
                </c:pt>
                <c:pt idx="457">
                  <c:v>102.65817876883378</c:v>
                </c:pt>
                <c:pt idx="458">
                  <c:v>102.54035809070363</c:v>
                </c:pt>
                <c:pt idx="459">
                  <c:v>102.60708306658344</c:v>
                </c:pt>
                <c:pt idx="460">
                  <c:v>102.38917492463358</c:v>
                </c:pt>
                <c:pt idx="461">
                  <c:v>102.38917492463358</c:v>
                </c:pt>
                <c:pt idx="462">
                  <c:v>102.69815364177077</c:v>
                </c:pt>
                <c:pt idx="463">
                  <c:v>102.89141562145875</c:v>
                </c:pt>
                <c:pt idx="464">
                  <c:v>102.74113414425193</c:v>
                </c:pt>
                <c:pt idx="465">
                  <c:v>102.76608086946824</c:v>
                </c:pt>
                <c:pt idx="466">
                  <c:v>102.60798475544671</c:v>
                </c:pt>
                <c:pt idx="467">
                  <c:v>102.30832348989634</c:v>
                </c:pt>
                <c:pt idx="468">
                  <c:v>102.0717804447728</c:v>
                </c:pt>
                <c:pt idx="469">
                  <c:v>101.84545654009936</c:v>
                </c:pt>
                <c:pt idx="470">
                  <c:v>101.88543141303637</c:v>
                </c:pt>
                <c:pt idx="471">
                  <c:v>101.92540628597337</c:v>
                </c:pt>
                <c:pt idx="472">
                  <c:v>102.12888740611135</c:v>
                </c:pt>
                <c:pt idx="473">
                  <c:v>102.03421007547105</c:v>
                </c:pt>
                <c:pt idx="474">
                  <c:v>102.112657006573</c:v>
                </c:pt>
                <c:pt idx="475">
                  <c:v>102.16645777541302</c:v>
                </c:pt>
                <c:pt idx="476">
                  <c:v>102.06306411909473</c:v>
                </c:pt>
                <c:pt idx="477">
                  <c:v>102.12047164338775</c:v>
                </c:pt>
                <c:pt idx="478">
                  <c:v>102.37414677691282</c:v>
                </c:pt>
                <c:pt idx="479">
                  <c:v>102.92297473167213</c:v>
                </c:pt>
                <c:pt idx="480">
                  <c:v>103.37051297079398</c:v>
                </c:pt>
                <c:pt idx="481">
                  <c:v>103.37141465965723</c:v>
                </c:pt>
                <c:pt idx="482">
                  <c:v>103.49284209324031</c:v>
                </c:pt>
                <c:pt idx="483">
                  <c:v>103.67438211770612</c:v>
                </c:pt>
                <c:pt idx="484">
                  <c:v>103.53762597344792</c:v>
                </c:pt>
                <c:pt idx="485">
                  <c:v>103.50246010778154</c:v>
                </c:pt>
                <c:pt idx="486">
                  <c:v>103.48081957506378</c:v>
                </c:pt>
                <c:pt idx="487">
                  <c:v>104.05339200322172</c:v>
                </c:pt>
                <c:pt idx="488">
                  <c:v>104.12222091978241</c:v>
                </c:pt>
                <c:pt idx="489">
                  <c:v>104.39573320829881</c:v>
                </c:pt>
                <c:pt idx="490">
                  <c:v>104.52707921937754</c:v>
                </c:pt>
                <c:pt idx="491">
                  <c:v>104.62386049069872</c:v>
                </c:pt>
                <c:pt idx="492">
                  <c:v>104.87452999467966</c:v>
                </c:pt>
                <c:pt idx="493">
                  <c:v>105.01459233143638</c:v>
                </c:pt>
                <c:pt idx="494">
                  <c:v>105.01459233143638</c:v>
                </c:pt>
                <c:pt idx="495">
                  <c:v>105.02300809415998</c:v>
                </c:pt>
                <c:pt idx="496">
                  <c:v>105.23159878452304</c:v>
                </c:pt>
                <c:pt idx="497">
                  <c:v>105.41313880898889</c:v>
                </c:pt>
                <c:pt idx="498">
                  <c:v>105.81859823449287</c:v>
                </c:pt>
                <c:pt idx="499">
                  <c:v>105.83783426357535</c:v>
                </c:pt>
                <c:pt idx="500">
                  <c:v>106.10563585595789</c:v>
                </c:pt>
                <c:pt idx="501">
                  <c:v>106.14110228457871</c:v>
                </c:pt>
                <c:pt idx="502">
                  <c:v>106.43084497263342</c:v>
                </c:pt>
                <c:pt idx="503">
                  <c:v>106.67460152866283</c:v>
                </c:pt>
                <c:pt idx="504">
                  <c:v>106.77438842952816</c:v>
                </c:pt>
                <c:pt idx="505">
                  <c:v>106.68391898024966</c:v>
                </c:pt>
                <c:pt idx="506">
                  <c:v>106.64153960367732</c:v>
                </c:pt>
                <c:pt idx="507">
                  <c:v>106.78430700702378</c:v>
                </c:pt>
                <c:pt idx="508">
                  <c:v>107.20058669888667</c:v>
                </c:pt>
                <c:pt idx="509">
                  <c:v>108.16629547141763</c:v>
                </c:pt>
                <c:pt idx="510">
                  <c:v>108.23843058047689</c:v>
                </c:pt>
                <c:pt idx="511">
                  <c:v>108.28622009022864</c:v>
                </c:pt>
                <c:pt idx="512">
                  <c:v>108.44912521152084</c:v>
                </c:pt>
                <c:pt idx="513">
                  <c:v>108.65891815370152</c:v>
                </c:pt>
                <c:pt idx="514">
                  <c:v>108.72534256662694</c:v>
                </c:pt>
                <c:pt idx="515">
                  <c:v>108.71812905572101</c:v>
                </c:pt>
                <c:pt idx="516">
                  <c:v>108.71812905572101</c:v>
                </c:pt>
                <c:pt idx="517">
                  <c:v>108.76231181001984</c:v>
                </c:pt>
                <c:pt idx="518">
                  <c:v>108.97781544833441</c:v>
                </c:pt>
                <c:pt idx="519">
                  <c:v>109.04964999443925</c:v>
                </c:pt>
                <c:pt idx="520">
                  <c:v>100</c:v>
                </c:pt>
                <c:pt idx="521">
                  <c:v>100</c:v>
                </c:pt>
                <c:pt idx="522">
                  <c:v>99.984294708418858</c:v>
                </c:pt>
                <c:pt idx="523">
                  <c:v>99.830272638351204</c:v>
                </c:pt>
                <c:pt idx="524">
                  <c:v>99.767451472026636</c:v>
                </c:pt>
                <c:pt idx="525">
                  <c:v>99.597999641809096</c:v>
                </c:pt>
                <c:pt idx="526">
                  <c:v>99.611225150509028</c:v>
                </c:pt>
                <c:pt idx="527">
                  <c:v>99.606541116177809</c:v>
                </c:pt>
                <c:pt idx="528">
                  <c:v>99.732458980258158</c:v>
                </c:pt>
                <c:pt idx="529">
                  <c:v>99.977957485500156</c:v>
                </c:pt>
                <c:pt idx="530">
                  <c:v>100.18267733891744</c:v>
                </c:pt>
                <c:pt idx="531">
                  <c:v>100.18267733891744</c:v>
                </c:pt>
                <c:pt idx="532">
                  <c:v>100.02893080028106</c:v>
                </c:pt>
                <c:pt idx="533">
                  <c:v>99.80244396379517</c:v>
                </c:pt>
                <c:pt idx="534">
                  <c:v>99.849284307107354</c:v>
                </c:pt>
                <c:pt idx="535">
                  <c:v>99.820353506826322</c:v>
                </c:pt>
                <c:pt idx="536">
                  <c:v>99.904941656219421</c:v>
                </c:pt>
                <c:pt idx="537">
                  <c:v>99.863887472963469</c:v>
                </c:pt>
                <c:pt idx="538">
                  <c:v>99.894195930400784</c:v>
                </c:pt>
                <c:pt idx="539">
                  <c:v>100.05345309766214</c:v>
                </c:pt>
                <c:pt idx="540">
                  <c:v>100.10938597820548</c:v>
                </c:pt>
                <c:pt idx="541">
                  <c:v>100.2672654883106</c:v>
                </c:pt>
                <c:pt idx="542">
                  <c:v>100.37692699794732</c:v>
                </c:pt>
                <c:pt idx="543">
                  <c:v>100.5874330114208</c:v>
                </c:pt>
                <c:pt idx="544">
                  <c:v>100.90677394023726</c:v>
                </c:pt>
                <c:pt idx="545">
                  <c:v>100.7183104412636</c:v>
                </c:pt>
                <c:pt idx="546">
                  <c:v>100.39979610674089</c:v>
                </c:pt>
                <c:pt idx="547">
                  <c:v>100.57558515987712</c:v>
                </c:pt>
                <c:pt idx="548">
                  <c:v>100.76983481890697</c:v>
                </c:pt>
                <c:pt idx="549">
                  <c:v>100.87563888850622</c:v>
                </c:pt>
                <c:pt idx="550">
                  <c:v>100.86406656839382</c:v>
                </c:pt>
                <c:pt idx="551">
                  <c:v>100.905396283081</c:v>
                </c:pt>
                <c:pt idx="552">
                  <c:v>100.61911912601431</c:v>
                </c:pt>
                <c:pt idx="553">
                  <c:v>100.68745092096378</c:v>
                </c:pt>
                <c:pt idx="554">
                  <c:v>100.93873558626198</c:v>
                </c:pt>
                <c:pt idx="555">
                  <c:v>100.90319203163101</c:v>
                </c:pt>
                <c:pt idx="556">
                  <c:v>100.90319203163101</c:v>
                </c:pt>
                <c:pt idx="557">
                  <c:v>101.0390290272363</c:v>
                </c:pt>
                <c:pt idx="558">
                  <c:v>101.03048755286763</c:v>
                </c:pt>
                <c:pt idx="559">
                  <c:v>101.0762257704548</c:v>
                </c:pt>
                <c:pt idx="560">
                  <c:v>101.20682766886637</c:v>
                </c:pt>
                <c:pt idx="561">
                  <c:v>101.19084684585397</c:v>
                </c:pt>
                <c:pt idx="562">
                  <c:v>101.12885227382316</c:v>
                </c:pt>
                <c:pt idx="563">
                  <c:v>101.23107443481621</c:v>
                </c:pt>
                <c:pt idx="564">
                  <c:v>101.3049168583907</c:v>
                </c:pt>
                <c:pt idx="565">
                  <c:v>101.48291016297689</c:v>
                </c:pt>
                <c:pt idx="566">
                  <c:v>101.44295810544592</c:v>
                </c:pt>
                <c:pt idx="567">
                  <c:v>101.56501852948881</c:v>
                </c:pt>
                <c:pt idx="568">
                  <c:v>101.66310771901313</c:v>
                </c:pt>
                <c:pt idx="569">
                  <c:v>101.77194263435612</c:v>
                </c:pt>
                <c:pt idx="570">
                  <c:v>101.9052998470802</c:v>
                </c:pt>
                <c:pt idx="571">
                  <c:v>101.94249659029867</c:v>
                </c:pt>
                <c:pt idx="572">
                  <c:v>101.89786049843649</c:v>
                </c:pt>
                <c:pt idx="573">
                  <c:v>101.88518605259908</c:v>
                </c:pt>
                <c:pt idx="574">
                  <c:v>101.77387135437488</c:v>
                </c:pt>
                <c:pt idx="575">
                  <c:v>101.71711187953778</c:v>
                </c:pt>
                <c:pt idx="576">
                  <c:v>101.67853747916307</c:v>
                </c:pt>
                <c:pt idx="577">
                  <c:v>101.77717773154988</c:v>
                </c:pt>
                <c:pt idx="578">
                  <c:v>101.86644991527427</c:v>
                </c:pt>
                <c:pt idx="579">
                  <c:v>102.04940278562296</c:v>
                </c:pt>
                <c:pt idx="580">
                  <c:v>102.16788130105964</c:v>
                </c:pt>
                <c:pt idx="581">
                  <c:v>102.12489839778495</c:v>
                </c:pt>
                <c:pt idx="582">
                  <c:v>102.18303552977831</c:v>
                </c:pt>
                <c:pt idx="583">
                  <c:v>102.2965544794525</c:v>
                </c:pt>
                <c:pt idx="584">
                  <c:v>102.3172193367961</c:v>
                </c:pt>
                <c:pt idx="585">
                  <c:v>102.3172193367961</c:v>
                </c:pt>
                <c:pt idx="586">
                  <c:v>102.14583878655981</c:v>
                </c:pt>
                <c:pt idx="587">
                  <c:v>101.97142739057981</c:v>
                </c:pt>
                <c:pt idx="588">
                  <c:v>101.98878587074847</c:v>
                </c:pt>
                <c:pt idx="589">
                  <c:v>102.15851323239723</c:v>
                </c:pt>
                <c:pt idx="590">
                  <c:v>102.03700387121684</c:v>
                </c:pt>
                <c:pt idx="591">
                  <c:v>101.9810709906735</c:v>
                </c:pt>
                <c:pt idx="592">
                  <c:v>102.14694091228478</c:v>
                </c:pt>
                <c:pt idx="593">
                  <c:v>101.82291594913711</c:v>
                </c:pt>
                <c:pt idx="594">
                  <c:v>101.6380343587697</c:v>
                </c:pt>
                <c:pt idx="595">
                  <c:v>101.71766294240037</c:v>
                </c:pt>
                <c:pt idx="596">
                  <c:v>101.42725281386497</c:v>
                </c:pt>
                <c:pt idx="597">
                  <c:v>101.17211070852932</c:v>
                </c:pt>
                <c:pt idx="598">
                  <c:v>101.30491685839088</c:v>
                </c:pt>
                <c:pt idx="599">
                  <c:v>101.31566258420955</c:v>
                </c:pt>
                <c:pt idx="600">
                  <c:v>101.33302106437817</c:v>
                </c:pt>
                <c:pt idx="601">
                  <c:v>101.34597104164682</c:v>
                </c:pt>
                <c:pt idx="602">
                  <c:v>101.4727155000209</c:v>
                </c:pt>
                <c:pt idx="603">
                  <c:v>101.38261672200279</c:v>
                </c:pt>
                <c:pt idx="604">
                  <c:v>101.24622866353505</c:v>
                </c:pt>
                <c:pt idx="605">
                  <c:v>101.34321572733435</c:v>
                </c:pt>
                <c:pt idx="606">
                  <c:v>101.51239202612062</c:v>
                </c:pt>
                <c:pt idx="607">
                  <c:v>101.41402730516511</c:v>
                </c:pt>
                <c:pt idx="608">
                  <c:v>101.45535701985233</c:v>
                </c:pt>
                <c:pt idx="609">
                  <c:v>101.68845661068816</c:v>
                </c:pt>
                <c:pt idx="610">
                  <c:v>102.04830065989808</c:v>
                </c:pt>
                <c:pt idx="611">
                  <c:v>102.13454199787867</c:v>
                </c:pt>
                <c:pt idx="612">
                  <c:v>102.22243652444679</c:v>
                </c:pt>
                <c:pt idx="613">
                  <c:v>102.25742901621528</c:v>
                </c:pt>
                <c:pt idx="614">
                  <c:v>102.36901924587073</c:v>
                </c:pt>
                <c:pt idx="615">
                  <c:v>102.34725226280213</c:v>
                </c:pt>
                <c:pt idx="616">
                  <c:v>102.42054362351413</c:v>
                </c:pt>
                <c:pt idx="617">
                  <c:v>102.51422431013847</c:v>
                </c:pt>
                <c:pt idx="618">
                  <c:v>102.81097166159259</c:v>
                </c:pt>
                <c:pt idx="619">
                  <c:v>102.95369694297904</c:v>
                </c:pt>
                <c:pt idx="620">
                  <c:v>102.91402041687932</c:v>
                </c:pt>
                <c:pt idx="621">
                  <c:v>102.90603000537315</c:v>
                </c:pt>
                <c:pt idx="622">
                  <c:v>102.99888409770372</c:v>
                </c:pt>
                <c:pt idx="623">
                  <c:v>102.96168735448525</c:v>
                </c:pt>
                <c:pt idx="624">
                  <c:v>102.8908757766545</c:v>
                </c:pt>
                <c:pt idx="625">
                  <c:v>102.89528427955447</c:v>
                </c:pt>
                <c:pt idx="626">
                  <c:v>102.82226845027375</c:v>
                </c:pt>
                <c:pt idx="627">
                  <c:v>102.60211883670659</c:v>
                </c:pt>
                <c:pt idx="628">
                  <c:v>102.75228346673673</c:v>
                </c:pt>
                <c:pt idx="629">
                  <c:v>102.890324713792</c:v>
                </c:pt>
                <c:pt idx="630">
                  <c:v>103.16998911650872</c:v>
                </c:pt>
                <c:pt idx="631">
                  <c:v>103.31106120930771</c:v>
                </c:pt>
                <c:pt idx="632">
                  <c:v>103.42981525617563</c:v>
                </c:pt>
                <c:pt idx="633">
                  <c:v>103.49346301679392</c:v>
                </c:pt>
                <c:pt idx="634">
                  <c:v>103.25044429443318</c:v>
                </c:pt>
                <c:pt idx="635">
                  <c:v>103.1719178365275</c:v>
                </c:pt>
                <c:pt idx="636">
                  <c:v>103.29673357488286</c:v>
                </c:pt>
                <c:pt idx="637">
                  <c:v>103.61552344083684</c:v>
                </c:pt>
                <c:pt idx="638">
                  <c:v>103.8042624712417</c:v>
                </c:pt>
                <c:pt idx="639">
                  <c:v>103.87011448330998</c:v>
                </c:pt>
                <c:pt idx="640">
                  <c:v>103.72546048190478</c:v>
                </c:pt>
                <c:pt idx="641">
                  <c:v>103.88416658630362</c:v>
                </c:pt>
                <c:pt idx="642">
                  <c:v>103.88416658630362</c:v>
                </c:pt>
                <c:pt idx="643">
                  <c:v>103.87562511193492</c:v>
                </c:pt>
                <c:pt idx="644">
                  <c:v>103.91447504374094</c:v>
                </c:pt>
                <c:pt idx="645">
                  <c:v>103.98473555870916</c:v>
                </c:pt>
                <c:pt idx="646">
                  <c:v>103.99245043878413</c:v>
                </c:pt>
                <c:pt idx="647">
                  <c:v>103.86487938611631</c:v>
                </c:pt>
                <c:pt idx="648">
                  <c:v>103.92852714673458</c:v>
                </c:pt>
                <c:pt idx="649">
                  <c:v>103.84641878022266</c:v>
                </c:pt>
                <c:pt idx="650">
                  <c:v>103.57226500613089</c:v>
                </c:pt>
                <c:pt idx="651">
                  <c:v>103.65079146403657</c:v>
                </c:pt>
                <c:pt idx="652">
                  <c:v>103.93100692961579</c:v>
                </c:pt>
                <c:pt idx="653">
                  <c:v>103.93100692961579</c:v>
                </c:pt>
                <c:pt idx="654">
                  <c:v>104.19331285216393</c:v>
                </c:pt>
                <c:pt idx="655">
                  <c:v>104.29636160745071</c:v>
                </c:pt>
                <c:pt idx="656">
                  <c:v>104.29801479603817</c:v>
                </c:pt>
                <c:pt idx="657">
                  <c:v>104.38673591690005</c:v>
                </c:pt>
                <c:pt idx="658">
                  <c:v>104.67135988537929</c:v>
                </c:pt>
                <c:pt idx="659">
                  <c:v>104.82235110970321</c:v>
                </c:pt>
                <c:pt idx="660">
                  <c:v>104.78928733795343</c:v>
                </c:pt>
                <c:pt idx="661">
                  <c:v>104.92925730502741</c:v>
                </c:pt>
                <c:pt idx="662">
                  <c:v>104.93669665367112</c:v>
                </c:pt>
                <c:pt idx="663">
                  <c:v>104.91437860774005</c:v>
                </c:pt>
                <c:pt idx="664">
                  <c:v>104.85045531569051</c:v>
                </c:pt>
                <c:pt idx="665">
                  <c:v>104.78763414936597</c:v>
                </c:pt>
                <c:pt idx="666">
                  <c:v>104.90638819623386</c:v>
                </c:pt>
                <c:pt idx="667">
                  <c:v>104.8716712358966</c:v>
                </c:pt>
                <c:pt idx="668">
                  <c:v>104.90666372766511</c:v>
                </c:pt>
                <c:pt idx="669">
                  <c:v>105.06647195778895</c:v>
                </c:pt>
                <c:pt idx="670">
                  <c:v>105.16538774160701</c:v>
                </c:pt>
                <c:pt idx="671">
                  <c:v>105.22407593646281</c:v>
                </c:pt>
                <c:pt idx="672">
                  <c:v>105.40565114965526</c:v>
                </c:pt>
                <c:pt idx="673">
                  <c:v>105.71286869549681</c:v>
                </c:pt>
                <c:pt idx="674">
                  <c:v>106.04295535013192</c:v>
                </c:pt>
                <c:pt idx="675">
                  <c:v>105.73325802140913</c:v>
                </c:pt>
                <c:pt idx="676">
                  <c:v>105.60210506013507</c:v>
                </c:pt>
                <c:pt idx="677">
                  <c:v>105.61698375742247</c:v>
                </c:pt>
                <c:pt idx="678">
                  <c:v>105.62332098034119</c:v>
                </c:pt>
                <c:pt idx="679">
                  <c:v>105.81206001074607</c:v>
                </c:pt>
                <c:pt idx="680">
                  <c:v>105.91951726893279</c:v>
                </c:pt>
                <c:pt idx="681">
                  <c:v>106.12616584236881</c:v>
                </c:pt>
                <c:pt idx="682">
                  <c:v>106.31821124994865</c:v>
                </c:pt>
                <c:pt idx="683">
                  <c:v>106.24244010635545</c:v>
                </c:pt>
                <c:pt idx="684">
                  <c:v>106.4201578795104</c:v>
                </c:pt>
                <c:pt idx="685">
                  <c:v>106.55985231515315</c:v>
                </c:pt>
                <c:pt idx="686">
                  <c:v>106.74776475126431</c:v>
                </c:pt>
                <c:pt idx="687">
                  <c:v>106.86872304958216</c:v>
                </c:pt>
                <c:pt idx="688">
                  <c:v>106.80039125463266</c:v>
                </c:pt>
                <c:pt idx="689">
                  <c:v>107.02302065108104</c:v>
                </c:pt>
                <c:pt idx="690">
                  <c:v>107.10402689186795</c:v>
                </c:pt>
                <c:pt idx="691">
                  <c:v>107.09548541749926</c:v>
                </c:pt>
                <c:pt idx="692">
                  <c:v>107.15968424098006</c:v>
                </c:pt>
                <c:pt idx="693">
                  <c:v>107.15665339523632</c:v>
                </c:pt>
                <c:pt idx="694">
                  <c:v>107.18337994406738</c:v>
                </c:pt>
                <c:pt idx="695">
                  <c:v>107.18337994406738</c:v>
                </c:pt>
                <c:pt idx="696">
                  <c:v>107.19137035557358</c:v>
                </c:pt>
                <c:pt idx="697">
                  <c:v>107.30902227671646</c:v>
                </c:pt>
                <c:pt idx="698">
                  <c:v>107.43824651797178</c:v>
                </c:pt>
                <c:pt idx="699">
                  <c:v>107.55948034772092</c:v>
                </c:pt>
                <c:pt idx="700">
                  <c:v>107.52393679308993</c:v>
                </c:pt>
                <c:pt idx="701">
                  <c:v>107.61293344538308</c:v>
                </c:pt>
                <c:pt idx="702">
                  <c:v>107.5757367021646</c:v>
                </c:pt>
                <c:pt idx="703">
                  <c:v>107.62643448551422</c:v>
                </c:pt>
                <c:pt idx="704">
                  <c:v>107.81544904735036</c:v>
                </c:pt>
                <c:pt idx="705">
                  <c:v>107.94081584856819</c:v>
                </c:pt>
                <c:pt idx="706">
                  <c:v>108.05213054679238</c:v>
                </c:pt>
                <c:pt idx="707">
                  <c:v>108.01135189496769</c:v>
                </c:pt>
                <c:pt idx="708">
                  <c:v>108.15931227354787</c:v>
                </c:pt>
                <c:pt idx="709">
                  <c:v>108.22213343987245</c:v>
                </c:pt>
                <c:pt idx="710">
                  <c:v>108.21248983977875</c:v>
                </c:pt>
                <c:pt idx="711">
                  <c:v>108.2874343890782</c:v>
                </c:pt>
                <c:pt idx="712">
                  <c:v>108.28770992050944</c:v>
                </c:pt>
                <c:pt idx="713">
                  <c:v>108.33730557813406</c:v>
                </c:pt>
                <c:pt idx="714">
                  <c:v>108.49904252827665</c:v>
                </c:pt>
                <c:pt idx="715">
                  <c:v>108.49931805970786</c:v>
                </c:pt>
                <c:pt idx="716">
                  <c:v>108.63102208384443</c:v>
                </c:pt>
                <c:pt idx="717">
                  <c:v>108.58693705484475</c:v>
                </c:pt>
                <c:pt idx="718">
                  <c:v>108.50262443688283</c:v>
                </c:pt>
                <c:pt idx="719">
                  <c:v>108.24307382864718</c:v>
                </c:pt>
                <c:pt idx="720">
                  <c:v>108.05516139253604</c:v>
                </c:pt>
                <c:pt idx="721">
                  <c:v>108.00501467204892</c:v>
                </c:pt>
                <c:pt idx="722">
                  <c:v>107.93310096849318</c:v>
                </c:pt>
                <c:pt idx="723">
                  <c:v>107.93365203135565</c:v>
                </c:pt>
                <c:pt idx="724">
                  <c:v>107.97029771171164</c:v>
                </c:pt>
                <c:pt idx="725">
                  <c:v>107.97029771171164</c:v>
                </c:pt>
                <c:pt idx="726">
                  <c:v>108.12211553032932</c:v>
                </c:pt>
                <c:pt idx="727">
                  <c:v>108.23921638860975</c:v>
                </c:pt>
                <c:pt idx="728">
                  <c:v>108.11825809029186</c:v>
                </c:pt>
                <c:pt idx="729">
                  <c:v>108.18686541667262</c:v>
                </c:pt>
                <c:pt idx="730">
                  <c:v>107.92731480843699</c:v>
                </c:pt>
                <c:pt idx="731">
                  <c:v>107.75538319533824</c:v>
                </c:pt>
                <c:pt idx="732">
                  <c:v>107.61238238252051</c:v>
                </c:pt>
                <c:pt idx="733">
                  <c:v>107.70440988055734</c:v>
                </c:pt>
                <c:pt idx="734">
                  <c:v>107.71019604061355</c:v>
                </c:pt>
                <c:pt idx="735">
                  <c:v>107.60136112527059</c:v>
                </c:pt>
                <c:pt idx="736">
                  <c:v>107.58234945651446</c:v>
                </c:pt>
                <c:pt idx="737">
                  <c:v>107.62395470263291</c:v>
                </c:pt>
                <c:pt idx="738">
                  <c:v>107.56747075922705</c:v>
                </c:pt>
                <c:pt idx="739">
                  <c:v>107.4649730668028</c:v>
                </c:pt>
                <c:pt idx="740">
                  <c:v>107.59061539945188</c:v>
                </c:pt>
                <c:pt idx="741">
                  <c:v>107.55314312480216</c:v>
                </c:pt>
                <c:pt idx="742">
                  <c:v>107.26576384201049</c:v>
                </c:pt>
                <c:pt idx="743">
                  <c:v>107.60852494248304</c:v>
                </c:pt>
                <c:pt idx="744">
                  <c:v>107.85980960778126</c:v>
                </c:pt>
                <c:pt idx="745">
                  <c:v>107.85980960778126</c:v>
                </c:pt>
                <c:pt idx="746">
                  <c:v>107.64379296568281</c:v>
                </c:pt>
                <c:pt idx="747">
                  <c:v>107.60632069103305</c:v>
                </c:pt>
                <c:pt idx="748">
                  <c:v>107.61320897681426</c:v>
                </c:pt>
                <c:pt idx="749">
                  <c:v>107.52999848457736</c:v>
                </c:pt>
                <c:pt idx="750">
                  <c:v>107.51153787868375</c:v>
                </c:pt>
                <c:pt idx="751">
                  <c:v>107.63580255417662</c:v>
                </c:pt>
                <c:pt idx="752">
                  <c:v>107.62175045118296</c:v>
                </c:pt>
                <c:pt idx="753">
                  <c:v>107.58510477082697</c:v>
                </c:pt>
                <c:pt idx="754">
                  <c:v>107.59419730805814</c:v>
                </c:pt>
                <c:pt idx="755">
                  <c:v>107.84382878476885</c:v>
                </c:pt>
                <c:pt idx="756">
                  <c:v>107.85788088776251</c:v>
                </c:pt>
                <c:pt idx="757">
                  <c:v>108.02815931227377</c:v>
                </c:pt>
                <c:pt idx="758">
                  <c:v>108.02815931227377</c:v>
                </c:pt>
                <c:pt idx="759">
                  <c:v>108.21496962265994</c:v>
                </c:pt>
                <c:pt idx="760">
                  <c:v>108.22543981704736</c:v>
                </c:pt>
                <c:pt idx="761">
                  <c:v>108.22406215989112</c:v>
                </c:pt>
                <c:pt idx="762">
                  <c:v>108.30809924642176</c:v>
                </c:pt>
                <c:pt idx="763">
                  <c:v>108.37395125849002</c:v>
                </c:pt>
                <c:pt idx="764">
                  <c:v>108.55166903164501</c:v>
                </c:pt>
                <c:pt idx="765">
                  <c:v>108.52769779712644</c:v>
                </c:pt>
                <c:pt idx="766">
                  <c:v>108.48223511097054</c:v>
                </c:pt>
                <c:pt idx="767">
                  <c:v>108.45743728215822</c:v>
                </c:pt>
                <c:pt idx="768">
                  <c:v>108.38056401284004</c:v>
                </c:pt>
                <c:pt idx="769">
                  <c:v>108.25574827448469</c:v>
                </c:pt>
                <c:pt idx="770">
                  <c:v>108.19650901676636</c:v>
                </c:pt>
                <c:pt idx="771">
                  <c:v>108.13809635334178</c:v>
                </c:pt>
                <c:pt idx="772">
                  <c:v>107.99950404342403</c:v>
                </c:pt>
                <c:pt idx="773">
                  <c:v>107.55341865623346</c:v>
                </c:pt>
                <c:pt idx="774">
                  <c:v>107.63690467990159</c:v>
                </c:pt>
                <c:pt idx="775">
                  <c:v>107.52173254163991</c:v>
                </c:pt>
                <c:pt idx="776">
                  <c:v>107.5016187471588</c:v>
                </c:pt>
                <c:pt idx="777">
                  <c:v>107.5016187471588</c:v>
                </c:pt>
                <c:pt idx="778">
                  <c:v>107.56609310207084</c:v>
                </c:pt>
                <c:pt idx="779">
                  <c:v>107.53302933032109</c:v>
                </c:pt>
                <c:pt idx="780">
                  <c:v>100</c:v>
                </c:pt>
                <c:pt idx="781">
                  <c:v>100</c:v>
                </c:pt>
                <c:pt idx="782">
                  <c:v>100</c:v>
                </c:pt>
                <c:pt idx="783">
                  <c:v>100.04940901189654</c:v>
                </c:pt>
                <c:pt idx="784">
                  <c:v>100.09241789271844</c:v>
                </c:pt>
                <c:pt idx="785">
                  <c:v>100.03584073401822</c:v>
                </c:pt>
                <c:pt idx="786">
                  <c:v>99.965439292196692</c:v>
                </c:pt>
                <c:pt idx="787">
                  <c:v>99.923966442832722</c:v>
                </c:pt>
                <c:pt idx="788">
                  <c:v>99.982079632990846</c:v>
                </c:pt>
                <c:pt idx="789">
                  <c:v>99.793147763666155</c:v>
                </c:pt>
                <c:pt idx="790">
                  <c:v>99.661049058284675</c:v>
                </c:pt>
                <c:pt idx="791">
                  <c:v>99.684089530153557</c:v>
                </c:pt>
                <c:pt idx="792">
                  <c:v>100.01459229885025</c:v>
                </c:pt>
                <c:pt idx="793">
                  <c:v>100.18073970154904</c:v>
                </c:pt>
                <c:pt idx="794">
                  <c:v>100.24141294413708</c:v>
                </c:pt>
                <c:pt idx="795">
                  <c:v>100.24141294413708</c:v>
                </c:pt>
                <c:pt idx="796">
                  <c:v>100.36173540834116</c:v>
                </c:pt>
                <c:pt idx="797">
                  <c:v>100.37171961281771</c:v>
                </c:pt>
                <c:pt idx="798">
                  <c:v>100.33357483161261</c:v>
                </c:pt>
                <c:pt idx="799">
                  <c:v>100.47514573098461</c:v>
                </c:pt>
                <c:pt idx="800">
                  <c:v>100.63591702358065</c:v>
                </c:pt>
                <c:pt idx="801">
                  <c:v>100.65383739058973</c:v>
                </c:pt>
                <c:pt idx="802">
                  <c:v>100.70452642870124</c:v>
                </c:pt>
                <c:pt idx="803">
                  <c:v>100.78721612218614</c:v>
                </c:pt>
                <c:pt idx="804">
                  <c:v>100.79566429520473</c:v>
                </c:pt>
                <c:pt idx="805">
                  <c:v>100.74164718893438</c:v>
                </c:pt>
                <c:pt idx="806">
                  <c:v>100.83764915505466</c:v>
                </c:pt>
                <c:pt idx="807">
                  <c:v>101.08955831415426</c:v>
                </c:pt>
                <c:pt idx="808">
                  <c:v>101.18786432746141</c:v>
                </c:pt>
                <c:pt idx="809">
                  <c:v>101.13717528934991</c:v>
                </c:pt>
                <c:pt idx="810">
                  <c:v>101.15535166160203</c:v>
                </c:pt>
                <c:pt idx="811">
                  <c:v>101.12079095379873</c:v>
                </c:pt>
                <c:pt idx="812">
                  <c:v>100.92673897961431</c:v>
                </c:pt>
                <c:pt idx="813">
                  <c:v>101.19298443232118</c:v>
                </c:pt>
                <c:pt idx="814">
                  <c:v>101.4507817120095</c:v>
                </c:pt>
                <c:pt idx="815">
                  <c:v>101.4507817120095</c:v>
                </c:pt>
                <c:pt idx="816">
                  <c:v>101.43362936072933</c:v>
                </c:pt>
                <c:pt idx="817">
                  <c:v>101.44489359142079</c:v>
                </c:pt>
                <c:pt idx="818">
                  <c:v>101.541919578513</c:v>
                </c:pt>
                <c:pt idx="819">
                  <c:v>101.72957142162274</c:v>
                </c:pt>
                <c:pt idx="820">
                  <c:v>101.79997286344428</c:v>
                </c:pt>
                <c:pt idx="821">
                  <c:v>102.00324102637623</c:v>
                </c:pt>
                <c:pt idx="822">
                  <c:v>102.17476453917777</c:v>
                </c:pt>
                <c:pt idx="823">
                  <c:v>102.19703699531767</c:v>
                </c:pt>
                <c:pt idx="824">
                  <c:v>102.35755228267074</c:v>
                </c:pt>
                <c:pt idx="825">
                  <c:v>102.48888297232322</c:v>
                </c:pt>
                <c:pt idx="826">
                  <c:v>102.42385764060442</c:v>
                </c:pt>
                <c:pt idx="827">
                  <c:v>102.33246376885795</c:v>
                </c:pt>
                <c:pt idx="828">
                  <c:v>102.24542198624223</c:v>
                </c:pt>
                <c:pt idx="829">
                  <c:v>102.31300737039089</c:v>
                </c:pt>
                <c:pt idx="830">
                  <c:v>102.39313701144593</c:v>
                </c:pt>
                <c:pt idx="831">
                  <c:v>102.26180632179342</c:v>
                </c:pt>
                <c:pt idx="832">
                  <c:v>102.21060527319594</c:v>
                </c:pt>
                <c:pt idx="833">
                  <c:v>102.16913242383197</c:v>
                </c:pt>
                <c:pt idx="834">
                  <c:v>102.18833281705602</c:v>
                </c:pt>
                <c:pt idx="835">
                  <c:v>102.20420514212122</c:v>
                </c:pt>
                <c:pt idx="836">
                  <c:v>102.24644600721416</c:v>
                </c:pt>
                <c:pt idx="837">
                  <c:v>102.30763126028812</c:v>
                </c:pt>
                <c:pt idx="838">
                  <c:v>102.50987540224814</c:v>
                </c:pt>
                <c:pt idx="839">
                  <c:v>102.48683493037927</c:v>
                </c:pt>
                <c:pt idx="840">
                  <c:v>102.390576959016</c:v>
                </c:pt>
                <c:pt idx="841">
                  <c:v>102.41233740466991</c:v>
                </c:pt>
                <c:pt idx="842">
                  <c:v>102.36856050811906</c:v>
                </c:pt>
                <c:pt idx="843">
                  <c:v>102.25591820120461</c:v>
                </c:pt>
                <c:pt idx="844">
                  <c:v>102.41745750952964</c:v>
                </c:pt>
                <c:pt idx="845">
                  <c:v>102.42385764060431</c:v>
                </c:pt>
                <c:pt idx="846">
                  <c:v>102.58258089125651</c:v>
                </c:pt>
                <c:pt idx="847">
                  <c:v>102.52446770109839</c:v>
                </c:pt>
                <c:pt idx="848">
                  <c:v>102.47403466822988</c:v>
                </c:pt>
                <c:pt idx="849">
                  <c:v>102.08541870937503</c:v>
                </c:pt>
                <c:pt idx="850">
                  <c:v>100.81281664648479</c:v>
                </c:pt>
                <c:pt idx="851">
                  <c:v>100.77569588625163</c:v>
                </c:pt>
                <c:pt idx="852">
                  <c:v>99.944702867514593</c:v>
                </c:pt>
                <c:pt idx="853">
                  <c:v>100.35149519862154</c:v>
                </c:pt>
                <c:pt idx="854">
                  <c:v>99.947262919944464</c:v>
                </c:pt>
                <c:pt idx="855">
                  <c:v>100.39476008468641</c:v>
                </c:pt>
                <c:pt idx="856">
                  <c:v>100.63207694493569</c:v>
                </c:pt>
                <c:pt idx="857">
                  <c:v>100.80667252065309</c:v>
                </c:pt>
                <c:pt idx="858">
                  <c:v>100.94619537808121</c:v>
                </c:pt>
                <c:pt idx="859">
                  <c:v>100.94619537808121</c:v>
                </c:pt>
                <c:pt idx="860">
                  <c:v>100.84404928612926</c:v>
                </c:pt>
                <c:pt idx="861">
                  <c:v>100.91445072795079</c:v>
                </c:pt>
                <c:pt idx="862">
                  <c:v>101.3197070275998</c:v>
                </c:pt>
                <c:pt idx="863">
                  <c:v>101.50863889692447</c:v>
                </c:pt>
                <c:pt idx="864">
                  <c:v>101.75414792494935</c:v>
                </c:pt>
                <c:pt idx="865">
                  <c:v>101.93923971562923</c:v>
                </c:pt>
                <c:pt idx="866">
                  <c:v>102.02244141960014</c:v>
                </c:pt>
                <c:pt idx="867">
                  <c:v>101.97994454926423</c:v>
                </c:pt>
                <c:pt idx="868">
                  <c:v>101.86679023186382</c:v>
                </c:pt>
                <c:pt idx="869">
                  <c:v>101.73238747929547</c:v>
                </c:pt>
                <c:pt idx="870">
                  <c:v>101.66557011087576</c:v>
                </c:pt>
                <c:pt idx="871">
                  <c:v>101.68784256701565</c:v>
                </c:pt>
                <c:pt idx="872">
                  <c:v>101.8493818753407</c:v>
                </c:pt>
                <c:pt idx="873">
                  <c:v>101.81610119375233</c:v>
                </c:pt>
                <c:pt idx="874">
                  <c:v>101.862694147976</c:v>
                </c:pt>
                <c:pt idx="875">
                  <c:v>102.02295343008608</c:v>
                </c:pt>
                <c:pt idx="876">
                  <c:v>102.07722654159937</c:v>
                </c:pt>
                <c:pt idx="877">
                  <c:v>102.09207484569262</c:v>
                </c:pt>
                <c:pt idx="878">
                  <c:v>102.19575696910252</c:v>
                </c:pt>
                <c:pt idx="879">
                  <c:v>102.33860789468946</c:v>
                </c:pt>
                <c:pt idx="880">
                  <c:v>102.21956545670031</c:v>
                </c:pt>
                <c:pt idx="881">
                  <c:v>102.26974248432582</c:v>
                </c:pt>
                <c:pt idx="882">
                  <c:v>102.13841179467329</c:v>
                </c:pt>
                <c:pt idx="883">
                  <c:v>102.10999521270168</c:v>
                </c:pt>
                <c:pt idx="884">
                  <c:v>102.19524495861647</c:v>
                </c:pt>
                <c:pt idx="885">
                  <c:v>102.408241320782</c:v>
                </c:pt>
                <c:pt idx="886">
                  <c:v>102.38750489610003</c:v>
                </c:pt>
                <c:pt idx="887">
                  <c:v>102.54085203664947</c:v>
                </c:pt>
                <c:pt idx="888">
                  <c:v>102.60638937885422</c:v>
                </c:pt>
                <c:pt idx="889">
                  <c:v>102.54392409956529</c:v>
                </c:pt>
                <c:pt idx="890">
                  <c:v>102.60613337361123</c:v>
                </c:pt>
                <c:pt idx="891">
                  <c:v>102.80965754178621</c:v>
                </c:pt>
                <c:pt idx="892">
                  <c:v>102.84933835444927</c:v>
                </c:pt>
                <c:pt idx="893">
                  <c:v>102.73951210520767</c:v>
                </c:pt>
                <c:pt idx="894">
                  <c:v>102.80453743692647</c:v>
                </c:pt>
                <c:pt idx="895">
                  <c:v>102.93919619473785</c:v>
                </c:pt>
                <c:pt idx="896">
                  <c:v>103.12121592250186</c:v>
                </c:pt>
                <c:pt idx="897">
                  <c:v>103.24742650729463</c:v>
                </c:pt>
                <c:pt idx="898">
                  <c:v>103.14502441009968</c:v>
                </c:pt>
                <c:pt idx="899">
                  <c:v>103.11353576521223</c:v>
                </c:pt>
                <c:pt idx="900">
                  <c:v>103.20928172608951</c:v>
                </c:pt>
                <c:pt idx="901">
                  <c:v>103.29709152443418</c:v>
                </c:pt>
                <c:pt idx="902">
                  <c:v>103.29709152443418</c:v>
                </c:pt>
                <c:pt idx="903">
                  <c:v>103.33830836855515</c:v>
                </c:pt>
                <c:pt idx="904">
                  <c:v>103.46400694286196</c:v>
                </c:pt>
                <c:pt idx="905">
                  <c:v>103.64577066538301</c:v>
                </c:pt>
                <c:pt idx="906">
                  <c:v>103.73639652140052</c:v>
                </c:pt>
                <c:pt idx="907">
                  <c:v>103.87796742077251</c:v>
                </c:pt>
                <c:pt idx="908">
                  <c:v>103.90382395031421</c:v>
                </c:pt>
                <c:pt idx="909">
                  <c:v>104.03489863472376</c:v>
                </c:pt>
                <c:pt idx="910">
                  <c:v>104.09736391401269</c:v>
                </c:pt>
                <c:pt idx="911">
                  <c:v>104.11451626529288</c:v>
                </c:pt>
                <c:pt idx="912">
                  <c:v>104.15906117757264</c:v>
                </c:pt>
                <c:pt idx="913">
                  <c:v>104.15906117757264</c:v>
                </c:pt>
                <c:pt idx="914">
                  <c:v>104.09198780390994</c:v>
                </c:pt>
                <c:pt idx="915">
                  <c:v>104.02875450889206</c:v>
                </c:pt>
                <c:pt idx="916">
                  <c:v>104.16878937680613</c:v>
                </c:pt>
                <c:pt idx="917">
                  <c:v>104.24303089727246</c:v>
                </c:pt>
                <c:pt idx="918">
                  <c:v>104.17698154458172</c:v>
                </c:pt>
                <c:pt idx="919">
                  <c:v>104.15189303076896</c:v>
                </c:pt>
                <c:pt idx="920">
                  <c:v>104.11733232296567</c:v>
                </c:pt>
                <c:pt idx="921">
                  <c:v>104.17928559176862</c:v>
                </c:pt>
                <c:pt idx="922">
                  <c:v>104.2363747609548</c:v>
                </c:pt>
                <c:pt idx="923">
                  <c:v>104.35746524088781</c:v>
                </c:pt>
                <c:pt idx="924">
                  <c:v>104.5466531154555</c:v>
                </c:pt>
                <c:pt idx="925">
                  <c:v>104.64803119167851</c:v>
                </c:pt>
                <c:pt idx="926">
                  <c:v>104.61705455727703</c:v>
                </c:pt>
                <c:pt idx="927">
                  <c:v>104.65315129653823</c:v>
                </c:pt>
                <c:pt idx="928">
                  <c:v>104.71459255485519</c:v>
                </c:pt>
                <c:pt idx="929">
                  <c:v>104.74659321022864</c:v>
                </c:pt>
                <c:pt idx="930">
                  <c:v>104.89584426689026</c:v>
                </c:pt>
                <c:pt idx="931">
                  <c:v>104.89072416203052</c:v>
                </c:pt>
                <c:pt idx="932">
                  <c:v>104.98109401280507</c:v>
                </c:pt>
                <c:pt idx="933">
                  <c:v>105.1677218349429</c:v>
                </c:pt>
                <c:pt idx="934">
                  <c:v>105.26346779582019</c:v>
                </c:pt>
                <c:pt idx="935">
                  <c:v>105.40503869519222</c:v>
                </c:pt>
                <c:pt idx="936">
                  <c:v>105.40631872140713</c:v>
                </c:pt>
                <c:pt idx="937">
                  <c:v>105.48440032051828</c:v>
                </c:pt>
                <c:pt idx="938">
                  <c:v>105.5123048920039</c:v>
                </c:pt>
                <c:pt idx="939">
                  <c:v>105.5893624701431</c:v>
                </c:pt>
                <c:pt idx="940">
                  <c:v>105.65873989099268</c:v>
                </c:pt>
                <c:pt idx="941">
                  <c:v>105.87711236326092</c:v>
                </c:pt>
                <c:pt idx="942">
                  <c:v>105.90322489804564</c:v>
                </c:pt>
                <c:pt idx="943">
                  <c:v>105.90476092950357</c:v>
                </c:pt>
                <c:pt idx="944">
                  <c:v>105.93010544855933</c:v>
                </c:pt>
                <c:pt idx="945">
                  <c:v>106.00665101621256</c:v>
                </c:pt>
                <c:pt idx="946">
                  <c:v>105.99282673309125</c:v>
                </c:pt>
                <c:pt idx="947">
                  <c:v>105.94034565827884</c:v>
                </c:pt>
                <c:pt idx="948">
                  <c:v>106.11698927594011</c:v>
                </c:pt>
                <c:pt idx="949">
                  <c:v>106.14182178450987</c:v>
                </c:pt>
                <c:pt idx="950">
                  <c:v>106.16563027210769</c:v>
                </c:pt>
                <c:pt idx="951">
                  <c:v>106.18227061290187</c:v>
                </c:pt>
                <c:pt idx="952">
                  <c:v>106.31334529731141</c:v>
                </c:pt>
                <c:pt idx="953">
                  <c:v>106.33024164334857</c:v>
                </c:pt>
                <c:pt idx="954">
                  <c:v>106.33024164334857</c:v>
                </c:pt>
                <c:pt idx="955">
                  <c:v>106.22323145177985</c:v>
                </c:pt>
                <c:pt idx="956">
                  <c:v>106.34662597889978</c:v>
                </c:pt>
                <c:pt idx="957">
                  <c:v>106.51098134489767</c:v>
                </c:pt>
                <c:pt idx="958">
                  <c:v>106.79668319607157</c:v>
                </c:pt>
                <c:pt idx="959">
                  <c:v>106.91444560784574</c:v>
                </c:pt>
                <c:pt idx="960">
                  <c:v>106.89473320413569</c:v>
                </c:pt>
                <c:pt idx="961">
                  <c:v>107.01531167358274</c:v>
                </c:pt>
                <c:pt idx="962">
                  <c:v>107.19758740658978</c:v>
                </c:pt>
                <c:pt idx="963">
                  <c:v>107.23931626119672</c:v>
                </c:pt>
                <c:pt idx="964">
                  <c:v>107.3168858498219</c:v>
                </c:pt>
                <c:pt idx="965">
                  <c:v>107.4067436901105</c:v>
                </c:pt>
                <c:pt idx="966">
                  <c:v>107.41826392604497</c:v>
                </c:pt>
                <c:pt idx="967">
                  <c:v>107.42210400468977</c:v>
                </c:pt>
                <c:pt idx="968">
                  <c:v>107.39599146990508</c:v>
                </c:pt>
                <c:pt idx="969">
                  <c:v>107.42082397847486</c:v>
                </c:pt>
                <c:pt idx="970">
                  <c:v>107.47023299037141</c:v>
                </c:pt>
                <c:pt idx="971">
                  <c:v>107.44360844510072</c:v>
                </c:pt>
                <c:pt idx="972">
                  <c:v>107.36578285123255</c:v>
                </c:pt>
                <c:pt idx="973">
                  <c:v>107.32379799138262</c:v>
                </c:pt>
                <c:pt idx="974">
                  <c:v>107.35093454713927</c:v>
                </c:pt>
                <c:pt idx="975">
                  <c:v>107.34479042130759</c:v>
                </c:pt>
                <c:pt idx="976">
                  <c:v>107.36219877783076</c:v>
                </c:pt>
                <c:pt idx="977">
                  <c:v>107.4441204555867</c:v>
                </c:pt>
                <c:pt idx="978">
                  <c:v>107.46997698512844</c:v>
                </c:pt>
                <c:pt idx="979">
                  <c:v>107.41109577924134</c:v>
                </c:pt>
                <c:pt idx="980">
                  <c:v>107.45410466006318</c:v>
                </c:pt>
                <c:pt idx="981">
                  <c:v>107.45845674919393</c:v>
                </c:pt>
                <c:pt idx="982">
                  <c:v>107.39061535980227</c:v>
                </c:pt>
                <c:pt idx="983">
                  <c:v>107.33659825353195</c:v>
                </c:pt>
                <c:pt idx="984">
                  <c:v>107.33659825353195</c:v>
                </c:pt>
                <c:pt idx="985">
                  <c:v>107.29512540416799</c:v>
                </c:pt>
                <c:pt idx="986">
                  <c:v>107.45154460763327</c:v>
                </c:pt>
                <c:pt idx="987">
                  <c:v>107.59823561186504</c:v>
                </c:pt>
                <c:pt idx="988">
                  <c:v>107.5705870456224</c:v>
                </c:pt>
                <c:pt idx="989">
                  <c:v>107.64892464997655</c:v>
                </c:pt>
                <c:pt idx="990">
                  <c:v>107.79126356507749</c:v>
                </c:pt>
                <c:pt idx="991">
                  <c:v>107.79510364372231</c:v>
                </c:pt>
                <c:pt idx="992">
                  <c:v>107.74825468425561</c:v>
                </c:pt>
                <c:pt idx="993">
                  <c:v>107.85040077620755</c:v>
                </c:pt>
                <c:pt idx="994">
                  <c:v>108.03088447251365</c:v>
                </c:pt>
                <c:pt idx="995">
                  <c:v>108.0866936154849</c:v>
                </c:pt>
                <c:pt idx="996">
                  <c:v>108.01373212123352</c:v>
                </c:pt>
                <c:pt idx="997">
                  <c:v>107.92669033861782</c:v>
                </c:pt>
                <c:pt idx="998">
                  <c:v>107.95024282097268</c:v>
                </c:pt>
                <c:pt idx="999">
                  <c:v>107.93155443823458</c:v>
                </c:pt>
                <c:pt idx="1000">
                  <c:v>107.90595391393586</c:v>
                </c:pt>
                <c:pt idx="1001">
                  <c:v>107.78102335535802</c:v>
                </c:pt>
                <c:pt idx="1002">
                  <c:v>107.89801775140326</c:v>
                </c:pt>
                <c:pt idx="1003">
                  <c:v>107.92848237531875</c:v>
                </c:pt>
                <c:pt idx="1004">
                  <c:v>107.9156821131694</c:v>
                </c:pt>
                <c:pt idx="1005">
                  <c:v>107.9156821131694</c:v>
                </c:pt>
                <c:pt idx="1006">
                  <c:v>108.05008486573777</c:v>
                </c:pt>
                <c:pt idx="1007">
                  <c:v>107.99427572276652</c:v>
                </c:pt>
                <c:pt idx="1008">
                  <c:v>107.92413028618797</c:v>
                </c:pt>
                <c:pt idx="1009">
                  <c:v>107.94896279475776</c:v>
                </c:pt>
                <c:pt idx="1010">
                  <c:v>107.91670613414135</c:v>
                </c:pt>
                <c:pt idx="1011">
                  <c:v>107.91568211316938</c:v>
                </c:pt>
                <c:pt idx="1012">
                  <c:v>107.98505953401897</c:v>
                </c:pt>
                <c:pt idx="1013">
                  <c:v>107.99913982238331</c:v>
                </c:pt>
                <c:pt idx="1014">
                  <c:v>108.09386176228864</c:v>
                </c:pt>
                <c:pt idx="1015">
                  <c:v>108.16349518838123</c:v>
                </c:pt>
                <c:pt idx="1016">
                  <c:v>108.20880811639002</c:v>
                </c:pt>
                <c:pt idx="1017">
                  <c:v>108.20880811639002</c:v>
                </c:pt>
                <c:pt idx="1018">
                  <c:v>108.20932012687597</c:v>
                </c:pt>
                <c:pt idx="1019">
                  <c:v>108.05699700729848</c:v>
                </c:pt>
                <c:pt idx="1020">
                  <c:v>108.07517337955062</c:v>
                </c:pt>
                <c:pt idx="1021">
                  <c:v>108.17911150820348</c:v>
                </c:pt>
                <c:pt idx="1022">
                  <c:v>108.17783148198853</c:v>
                </c:pt>
                <c:pt idx="1023">
                  <c:v>108.14557482137214</c:v>
                </c:pt>
                <c:pt idx="1024">
                  <c:v>108.10256594055025</c:v>
                </c:pt>
                <c:pt idx="1025">
                  <c:v>108.09616580947558</c:v>
                </c:pt>
                <c:pt idx="1026">
                  <c:v>108.16707926178307</c:v>
                </c:pt>
                <c:pt idx="1027">
                  <c:v>108.27357744286581</c:v>
                </c:pt>
                <c:pt idx="1028">
                  <c:v>108.22391242572628</c:v>
                </c:pt>
                <c:pt idx="1029">
                  <c:v>108.3009700038655</c:v>
                </c:pt>
                <c:pt idx="1030">
                  <c:v>108.36471530936936</c:v>
                </c:pt>
                <c:pt idx="1031">
                  <c:v>108.36957940898613</c:v>
                </c:pt>
                <c:pt idx="1032">
                  <c:v>108.46225330694757</c:v>
                </c:pt>
                <c:pt idx="1033">
                  <c:v>108.49578999377887</c:v>
                </c:pt>
                <c:pt idx="1034">
                  <c:v>108.50193411961057</c:v>
                </c:pt>
                <c:pt idx="1035">
                  <c:v>108.52676662818031</c:v>
                </c:pt>
                <c:pt idx="1036">
                  <c:v>108.60894431117926</c:v>
                </c:pt>
                <c:pt idx="1037">
                  <c:v>108.60894431117926</c:v>
                </c:pt>
                <c:pt idx="1038">
                  <c:v>108.64939313957127</c:v>
                </c:pt>
                <c:pt idx="1039">
                  <c:v>108.69291403087912</c:v>
                </c:pt>
                <c:pt idx="1040">
                  <c:v>108.71211442410316</c:v>
                </c:pt>
                <c:pt idx="1041">
                  <c:v>108.72491468625255</c:v>
                </c:pt>
                <c:pt idx="1042">
                  <c:v>108.72491468625255</c:v>
                </c:pt>
                <c:pt idx="1043">
                  <c:v>108.73157082257025</c:v>
                </c:pt>
                <c:pt idx="1044">
                  <c:v>108.82987683587739</c:v>
                </c:pt>
                <c:pt idx="1045">
                  <c:v>108.87083767475536</c:v>
                </c:pt>
                <c:pt idx="1046">
                  <c:v>108.96171953601589</c:v>
                </c:pt>
                <c:pt idx="1047">
                  <c:v>108.93816705366106</c:v>
                </c:pt>
                <c:pt idx="1048">
                  <c:v>108.97682384535216</c:v>
                </c:pt>
                <c:pt idx="1049">
                  <c:v>108.97554381913721</c:v>
                </c:pt>
                <c:pt idx="1050">
                  <c:v>109.03186497259441</c:v>
                </c:pt>
                <c:pt idx="1051">
                  <c:v>109.1171147185092</c:v>
                </c:pt>
                <c:pt idx="1052">
                  <c:v>109.1806040187701</c:v>
                </c:pt>
                <c:pt idx="1053">
                  <c:v>109.19186824946151</c:v>
                </c:pt>
                <c:pt idx="1054">
                  <c:v>109.19186824946151</c:v>
                </c:pt>
                <c:pt idx="1055">
                  <c:v>109.01010452694047</c:v>
                </c:pt>
                <c:pt idx="1056">
                  <c:v>109.11532268180828</c:v>
                </c:pt>
                <c:pt idx="1057">
                  <c:v>109.24409331903092</c:v>
                </c:pt>
                <c:pt idx="1058">
                  <c:v>109.32115089717016</c:v>
                </c:pt>
                <c:pt idx="1059">
                  <c:v>109.40537662211304</c:v>
                </c:pt>
                <c:pt idx="1060">
                  <c:v>109.44019333515929</c:v>
                </c:pt>
                <c:pt idx="1061">
                  <c:v>109.43712127224344</c:v>
                </c:pt>
                <c:pt idx="1062">
                  <c:v>109.49856253056045</c:v>
                </c:pt>
                <c:pt idx="1063">
                  <c:v>109.53261122787775</c:v>
                </c:pt>
                <c:pt idx="1064">
                  <c:v>109.48243420025221</c:v>
                </c:pt>
                <c:pt idx="1065">
                  <c:v>109.52083498670029</c:v>
                </c:pt>
                <c:pt idx="1066">
                  <c:v>109.52621109680302</c:v>
                </c:pt>
                <c:pt idx="1067">
                  <c:v>109.63142925167081</c:v>
                </c:pt>
                <c:pt idx="1068">
                  <c:v>109.66342990704422</c:v>
                </c:pt>
                <c:pt idx="1069">
                  <c:v>109.65370170781073</c:v>
                </c:pt>
                <c:pt idx="1070">
                  <c:v>109.78170432930443</c:v>
                </c:pt>
                <c:pt idx="1071">
                  <c:v>109.7783762611456</c:v>
                </c:pt>
                <c:pt idx="1072">
                  <c:v>109.90100277253653</c:v>
                </c:pt>
                <c:pt idx="1073">
                  <c:v>110.0643341175625</c:v>
                </c:pt>
                <c:pt idx="1074">
                  <c:v>110.0643341175625</c:v>
                </c:pt>
                <c:pt idx="1075">
                  <c:v>110.14625579531844</c:v>
                </c:pt>
                <c:pt idx="1076">
                  <c:v>110.14395174813156</c:v>
                </c:pt>
                <c:pt idx="1077">
                  <c:v>110.21025710606528</c:v>
                </c:pt>
                <c:pt idx="1078">
                  <c:v>110.20564901169152</c:v>
                </c:pt>
                <c:pt idx="1079">
                  <c:v>110.32622748113855</c:v>
                </c:pt>
                <c:pt idx="1080">
                  <c:v>110.33979575901687</c:v>
                </c:pt>
                <c:pt idx="1081">
                  <c:v>110.36667630953055</c:v>
                </c:pt>
                <c:pt idx="1082">
                  <c:v>110.44168584572581</c:v>
                </c:pt>
                <c:pt idx="1083">
                  <c:v>110.52386352872477</c:v>
                </c:pt>
                <c:pt idx="1084">
                  <c:v>110.16443216757051</c:v>
                </c:pt>
                <c:pt idx="1085">
                  <c:v>109.91610708187275</c:v>
                </c:pt>
                <c:pt idx="1086">
                  <c:v>109.93940355898461</c:v>
                </c:pt>
                <c:pt idx="1087">
                  <c:v>109.90509885642429</c:v>
                </c:pt>
                <c:pt idx="1088">
                  <c:v>109.8254812258552</c:v>
                </c:pt>
                <c:pt idx="1089">
                  <c:v>109.54976357915778</c:v>
                </c:pt>
                <c:pt idx="1090">
                  <c:v>109.72205510768826</c:v>
                </c:pt>
                <c:pt idx="1091">
                  <c:v>109.61632494233447</c:v>
                </c:pt>
                <c:pt idx="1092">
                  <c:v>109.43200116738353</c:v>
                </c:pt>
                <c:pt idx="1093">
                  <c:v>109.30374254064685</c:v>
                </c:pt>
                <c:pt idx="1094">
                  <c:v>109.35340755778638</c:v>
                </c:pt>
                <c:pt idx="1095">
                  <c:v>109.40000051201007</c:v>
                </c:pt>
                <c:pt idx="1096">
                  <c:v>109.33881525893609</c:v>
                </c:pt>
                <c:pt idx="1097">
                  <c:v>108.97349577719309</c:v>
                </c:pt>
                <c:pt idx="1098">
                  <c:v>108.69982617243961</c:v>
                </c:pt>
                <c:pt idx="1099">
                  <c:v>108.54929508956305</c:v>
                </c:pt>
                <c:pt idx="1100">
                  <c:v>108.45841322830252</c:v>
                </c:pt>
                <c:pt idx="1101">
                  <c:v>108.74795515812121</c:v>
                </c:pt>
                <c:pt idx="1102">
                  <c:v>108.53035070158194</c:v>
                </c:pt>
                <c:pt idx="1103">
                  <c:v>108.244904855651</c:v>
                </c:pt>
                <c:pt idx="1104">
                  <c:v>108.34884298430389</c:v>
                </c:pt>
                <c:pt idx="1105">
                  <c:v>108.50039808815241</c:v>
                </c:pt>
                <c:pt idx="1106">
                  <c:v>108.71339445031792</c:v>
                </c:pt>
                <c:pt idx="1107">
                  <c:v>108.70469027205634</c:v>
                </c:pt>
                <c:pt idx="1108">
                  <c:v>108.72926677538312</c:v>
                </c:pt>
                <c:pt idx="1109">
                  <c:v>108.77125163523307</c:v>
                </c:pt>
                <c:pt idx="1110">
                  <c:v>108.78789197602725</c:v>
                </c:pt>
                <c:pt idx="1111">
                  <c:v>109.35135951584246</c:v>
                </c:pt>
                <c:pt idx="1112">
                  <c:v>109.41868889474816</c:v>
                </c:pt>
                <c:pt idx="1113">
                  <c:v>109.57638812442835</c:v>
                </c:pt>
                <c:pt idx="1114">
                  <c:v>109.59610052813835</c:v>
                </c:pt>
                <c:pt idx="1115">
                  <c:v>109.96500408328312</c:v>
                </c:pt>
                <c:pt idx="1116">
                  <c:v>110.04154965093639</c:v>
                </c:pt>
                <c:pt idx="1117">
                  <c:v>110.08686257894516</c:v>
                </c:pt>
                <c:pt idx="1118">
                  <c:v>110.32289941297954</c:v>
                </c:pt>
                <c:pt idx="1119">
                  <c:v>110.39125281285718</c:v>
                </c:pt>
                <c:pt idx="1120">
                  <c:v>110.34645189533438</c:v>
                </c:pt>
                <c:pt idx="1121">
                  <c:v>110.37973257692271</c:v>
                </c:pt>
                <c:pt idx="1122">
                  <c:v>110.333395627942</c:v>
                </c:pt>
                <c:pt idx="1123">
                  <c:v>110.35541207883891</c:v>
                </c:pt>
                <c:pt idx="1124">
                  <c:v>110.31598727141885</c:v>
                </c:pt>
                <c:pt idx="1125">
                  <c:v>110.26990632768113</c:v>
                </c:pt>
                <c:pt idx="1126">
                  <c:v>110.17646441399074</c:v>
                </c:pt>
                <c:pt idx="1127">
                  <c:v>110.24865789251318</c:v>
                </c:pt>
                <c:pt idx="1128">
                  <c:v>110.31982735006366</c:v>
                </c:pt>
                <c:pt idx="1129">
                  <c:v>110.19720083867271</c:v>
                </c:pt>
                <c:pt idx="1130">
                  <c:v>110.27016233292414</c:v>
                </c:pt>
                <c:pt idx="1131">
                  <c:v>110.54792802156547</c:v>
                </c:pt>
                <c:pt idx="1132">
                  <c:v>110.55176810021028</c:v>
                </c:pt>
                <c:pt idx="1133">
                  <c:v>110.5911929076303</c:v>
                </c:pt>
                <c:pt idx="1134">
                  <c:v>110.51490334522006</c:v>
                </c:pt>
                <c:pt idx="1135">
                  <c:v>110.37973257692272</c:v>
                </c:pt>
                <c:pt idx="1136">
                  <c:v>110.34849993727828</c:v>
                </c:pt>
                <c:pt idx="1137">
                  <c:v>110.38971678139922</c:v>
                </c:pt>
                <c:pt idx="1138">
                  <c:v>110.06612615426319</c:v>
                </c:pt>
                <c:pt idx="1139">
                  <c:v>109.98625251845112</c:v>
                </c:pt>
                <c:pt idx="1140">
                  <c:v>109.79834467009839</c:v>
                </c:pt>
                <c:pt idx="1141">
                  <c:v>109.92993136499391</c:v>
                </c:pt>
                <c:pt idx="1142">
                  <c:v>109.9931646600118</c:v>
                </c:pt>
                <c:pt idx="1143">
                  <c:v>110.09966284109456</c:v>
                </c:pt>
                <c:pt idx="1144">
                  <c:v>110.33441964891398</c:v>
                </c:pt>
                <c:pt idx="1145">
                  <c:v>110.43374968319311</c:v>
                </c:pt>
                <c:pt idx="1146">
                  <c:v>110.52411953396765</c:v>
                </c:pt>
                <c:pt idx="1147">
                  <c:v>110.66799448052654</c:v>
                </c:pt>
                <c:pt idx="1148">
                  <c:v>110.6754186325732</c:v>
                </c:pt>
                <c:pt idx="1149">
                  <c:v>110.76220440994592</c:v>
                </c:pt>
                <c:pt idx="1150">
                  <c:v>110.67925871121801</c:v>
                </c:pt>
                <c:pt idx="1151">
                  <c:v>110.7563162893572</c:v>
                </c:pt>
                <c:pt idx="1152">
                  <c:v>110.60706523269555</c:v>
                </c:pt>
                <c:pt idx="1153">
                  <c:v>110.51080726133229</c:v>
                </c:pt>
                <c:pt idx="1154">
                  <c:v>110.58428076606965</c:v>
                </c:pt>
                <c:pt idx="1155">
                  <c:v>110.53205569650024</c:v>
                </c:pt>
                <c:pt idx="1156">
                  <c:v>110.70153116735786</c:v>
                </c:pt>
                <c:pt idx="1157">
                  <c:v>110.85795037082312</c:v>
                </c:pt>
                <c:pt idx="1158">
                  <c:v>111.05456239743745</c:v>
                </c:pt>
                <c:pt idx="1159">
                  <c:v>111.1147236295395</c:v>
                </c:pt>
                <c:pt idx="1160">
                  <c:v>111.0417621352881</c:v>
                </c:pt>
                <c:pt idx="1161">
                  <c:v>111.07555482736242</c:v>
                </c:pt>
                <c:pt idx="1162">
                  <c:v>111.07555482736242</c:v>
                </c:pt>
                <c:pt idx="1163">
                  <c:v>111.00156931213908</c:v>
                </c:pt>
                <c:pt idx="1164">
                  <c:v>110.94115207479406</c:v>
                </c:pt>
                <c:pt idx="1165">
                  <c:v>111.10576344603491</c:v>
                </c:pt>
                <c:pt idx="1166">
                  <c:v>111.14544425869798</c:v>
                </c:pt>
                <c:pt idx="1167">
                  <c:v>111.1892211552488</c:v>
                </c:pt>
                <c:pt idx="1168">
                  <c:v>111.18410105038906</c:v>
                </c:pt>
                <c:pt idx="1169">
                  <c:v>111.1305959546047</c:v>
                </c:pt>
                <c:pt idx="1170">
                  <c:v>111.0353620042134</c:v>
                </c:pt>
                <c:pt idx="1171">
                  <c:v>111.10525143554896</c:v>
                </c:pt>
                <c:pt idx="1172">
                  <c:v>111.10525143554896</c:v>
                </c:pt>
                <c:pt idx="1173">
                  <c:v>111.19075718670675</c:v>
                </c:pt>
                <c:pt idx="1174">
                  <c:v>111.09117114718465</c:v>
                </c:pt>
                <c:pt idx="1175">
                  <c:v>110.93193588604653</c:v>
                </c:pt>
                <c:pt idx="1176">
                  <c:v>111.04048210907318</c:v>
                </c:pt>
                <c:pt idx="1177">
                  <c:v>111.05379438170851</c:v>
                </c:pt>
                <c:pt idx="1178">
                  <c:v>110.95113627927057</c:v>
                </c:pt>
                <c:pt idx="1179">
                  <c:v>110.94960024781263</c:v>
                </c:pt>
                <c:pt idx="1180">
                  <c:v>111.03613001994235</c:v>
                </c:pt>
                <c:pt idx="1181">
                  <c:v>111.01564960050337</c:v>
                </c:pt>
                <c:pt idx="1182">
                  <c:v>111.05942649705419</c:v>
                </c:pt>
                <c:pt idx="1183">
                  <c:v>110.97596878784032</c:v>
                </c:pt>
                <c:pt idx="1184">
                  <c:v>110.92015964486907</c:v>
                </c:pt>
                <c:pt idx="1185">
                  <c:v>110.83900598284208</c:v>
                </c:pt>
                <c:pt idx="1186">
                  <c:v>110.63855387758296</c:v>
                </c:pt>
                <c:pt idx="1187">
                  <c:v>110.63087372029332</c:v>
                </c:pt>
                <c:pt idx="1188">
                  <c:v>110.76604448859064</c:v>
                </c:pt>
                <c:pt idx="1189">
                  <c:v>110.79958117542196</c:v>
                </c:pt>
                <c:pt idx="1190">
                  <c:v>110.73378782797421</c:v>
                </c:pt>
                <c:pt idx="1191">
                  <c:v>110.60680922745246</c:v>
                </c:pt>
                <c:pt idx="1192">
                  <c:v>110.59400896530309</c:v>
                </c:pt>
                <c:pt idx="1193">
                  <c:v>110.71381941902115</c:v>
                </c:pt>
                <c:pt idx="1194">
                  <c:v>110.8912310524114</c:v>
                </c:pt>
                <c:pt idx="1195">
                  <c:v>111.03024189935356</c:v>
                </c:pt>
                <c:pt idx="1196">
                  <c:v>111.01616161098927</c:v>
                </c:pt>
                <c:pt idx="1197">
                  <c:v>111.10345939884797</c:v>
                </c:pt>
                <c:pt idx="1198">
                  <c:v>111.06582662812883</c:v>
                </c:pt>
                <c:pt idx="1199">
                  <c:v>111.0525143554935</c:v>
                </c:pt>
                <c:pt idx="1200">
                  <c:v>111.11856370818425</c:v>
                </c:pt>
                <c:pt idx="1201">
                  <c:v>111.26627873338795</c:v>
                </c:pt>
                <c:pt idx="1202">
                  <c:v>111.2698628067898</c:v>
                </c:pt>
                <c:pt idx="1203">
                  <c:v>111.21891776343531</c:v>
                </c:pt>
                <c:pt idx="1204">
                  <c:v>111.13059595460466</c:v>
                </c:pt>
                <c:pt idx="1205">
                  <c:v>111.27754296407939</c:v>
                </c:pt>
                <c:pt idx="1206">
                  <c:v>111.22275784208007</c:v>
                </c:pt>
                <c:pt idx="1207">
                  <c:v>111.21021358517369</c:v>
                </c:pt>
                <c:pt idx="1208">
                  <c:v>111.28471111088304</c:v>
                </c:pt>
                <c:pt idx="1209">
                  <c:v>111.4134817481057</c:v>
                </c:pt>
                <c:pt idx="1210">
                  <c:v>111.41424976383466</c:v>
                </c:pt>
                <c:pt idx="1211">
                  <c:v>111.41911386345146</c:v>
                </c:pt>
                <c:pt idx="1212">
                  <c:v>111.35434453697566</c:v>
                </c:pt>
                <c:pt idx="1213">
                  <c:v>111.27472690640658</c:v>
                </c:pt>
                <c:pt idx="1214">
                  <c:v>111.14134817481016</c:v>
                </c:pt>
                <c:pt idx="1215">
                  <c:v>111.09373119961454</c:v>
                </c:pt>
                <c:pt idx="1216">
                  <c:v>111.19920535972534</c:v>
                </c:pt>
                <c:pt idx="1217">
                  <c:v>111.226853925968</c:v>
                </c:pt>
                <c:pt idx="1218">
                  <c:v>111.226853925968</c:v>
                </c:pt>
                <c:pt idx="1219">
                  <c:v>111.18845313951989</c:v>
                </c:pt>
                <c:pt idx="1220">
                  <c:v>111.07837088503533</c:v>
                </c:pt>
                <c:pt idx="1221">
                  <c:v>110.81135741659949</c:v>
                </c:pt>
                <c:pt idx="1222">
                  <c:v>110.69769108871309</c:v>
                </c:pt>
                <c:pt idx="1223">
                  <c:v>110.54050386951883</c:v>
                </c:pt>
                <c:pt idx="1224">
                  <c:v>110.39893297014682</c:v>
                </c:pt>
                <c:pt idx="1225">
                  <c:v>110.41915738434284</c:v>
                </c:pt>
                <c:pt idx="1226">
                  <c:v>110.57788063499503</c:v>
                </c:pt>
                <c:pt idx="1227">
                  <c:v>110.51336731376222</c:v>
                </c:pt>
                <c:pt idx="1228">
                  <c:v>110.59477698103221</c:v>
                </c:pt>
                <c:pt idx="1229">
                  <c:v>110.64700205060161</c:v>
                </c:pt>
                <c:pt idx="1230">
                  <c:v>110.31112317180219</c:v>
                </c:pt>
                <c:pt idx="1231">
                  <c:v>109.98420447650732</c:v>
                </c:pt>
                <c:pt idx="1232">
                  <c:v>109.83802548276152</c:v>
                </c:pt>
                <c:pt idx="1233">
                  <c:v>109.39769646482326</c:v>
                </c:pt>
                <c:pt idx="1234">
                  <c:v>109.22028483143299</c:v>
                </c:pt>
                <c:pt idx="1235">
                  <c:v>109.09791432528505</c:v>
                </c:pt>
                <c:pt idx="1236">
                  <c:v>108.92101470238079</c:v>
                </c:pt>
                <c:pt idx="1237">
                  <c:v>108.93560700123109</c:v>
                </c:pt>
                <c:pt idx="1238">
                  <c:v>108.89643819905402</c:v>
                </c:pt>
                <c:pt idx="1239">
                  <c:v>109.13913116940601</c:v>
                </c:pt>
                <c:pt idx="1240">
                  <c:v>109.0805059687619</c:v>
                </c:pt>
                <c:pt idx="1241">
                  <c:v>109.14450727950874</c:v>
                </c:pt>
                <c:pt idx="1242">
                  <c:v>109.27378992721734</c:v>
                </c:pt>
                <c:pt idx="1243">
                  <c:v>109.27378992721734</c:v>
                </c:pt>
                <c:pt idx="1244">
                  <c:v>109.3695358880946</c:v>
                </c:pt>
                <c:pt idx="1245">
                  <c:v>109.31014267172154</c:v>
                </c:pt>
                <c:pt idx="1246">
                  <c:v>109.64269348236216</c:v>
                </c:pt>
                <c:pt idx="1247">
                  <c:v>109.65754178645545</c:v>
                </c:pt>
                <c:pt idx="1248">
                  <c:v>#N/A</c:v>
                </c:pt>
                <c:pt idx="1249">
                  <c:v>#N/A</c:v>
                </c:pt>
                <c:pt idx="1250">
                  <c:v>#N/A</c:v>
                </c:pt>
                <c:pt idx="1251">
                  <c:v>#N/A</c:v>
                </c:pt>
                <c:pt idx="1252">
                  <c:v>#N/A</c:v>
                </c:pt>
                <c:pt idx="1253">
                  <c:v>#N/A</c:v>
                </c:pt>
                <c:pt idx="1254">
                  <c:v>#N/A</c:v>
                </c:pt>
                <c:pt idx="1255">
                  <c:v>#N/A</c:v>
                </c:pt>
                <c:pt idx="1256">
                  <c:v>#N/A</c:v>
                </c:pt>
                <c:pt idx="1257">
                  <c:v>#N/A</c:v>
                </c:pt>
                <c:pt idx="1258">
                  <c:v>#N/A</c:v>
                </c:pt>
                <c:pt idx="1259">
                  <c:v>#N/A</c:v>
                </c:pt>
                <c:pt idx="1260">
                  <c:v>#N/A</c:v>
                </c:pt>
                <c:pt idx="1261">
                  <c:v>#N/A</c:v>
                </c:pt>
                <c:pt idx="1262">
                  <c:v>#N/A</c:v>
                </c:pt>
                <c:pt idx="1263">
                  <c:v>#N/A</c:v>
                </c:pt>
                <c:pt idx="1264">
                  <c:v>#N/A</c:v>
                </c:pt>
                <c:pt idx="1265">
                  <c:v>#N/A</c:v>
                </c:pt>
                <c:pt idx="1266">
                  <c:v>#N/A</c:v>
                </c:pt>
                <c:pt idx="1267">
                  <c:v>#N/A</c:v>
                </c:pt>
                <c:pt idx="1268">
                  <c:v>#N/A</c:v>
                </c:pt>
                <c:pt idx="1269">
                  <c:v>#N/A</c:v>
                </c:pt>
                <c:pt idx="1270">
                  <c:v>#N/A</c:v>
                </c:pt>
                <c:pt idx="1271">
                  <c:v>#N/A</c:v>
                </c:pt>
                <c:pt idx="1272">
                  <c:v>#N/A</c:v>
                </c:pt>
                <c:pt idx="1273">
                  <c:v>#N/A</c:v>
                </c:pt>
                <c:pt idx="1274">
                  <c:v>#N/A</c:v>
                </c:pt>
                <c:pt idx="1275">
                  <c:v>#N/A</c:v>
                </c:pt>
                <c:pt idx="1276">
                  <c:v>#N/A</c:v>
                </c:pt>
                <c:pt idx="1277">
                  <c:v>#N/A</c:v>
                </c:pt>
                <c:pt idx="1278">
                  <c:v>#N/A</c:v>
                </c:pt>
                <c:pt idx="1279">
                  <c:v>#N/A</c:v>
                </c:pt>
                <c:pt idx="1280">
                  <c:v>#N/A</c:v>
                </c:pt>
                <c:pt idx="1281">
                  <c:v>#N/A</c:v>
                </c:pt>
                <c:pt idx="1282">
                  <c:v>#N/A</c:v>
                </c:pt>
                <c:pt idx="1283">
                  <c:v>#N/A</c:v>
                </c:pt>
                <c:pt idx="1284">
                  <c:v>#N/A</c:v>
                </c:pt>
                <c:pt idx="1285">
                  <c:v>#N/A</c:v>
                </c:pt>
                <c:pt idx="1286">
                  <c:v>#N/A</c:v>
                </c:pt>
                <c:pt idx="1287">
                  <c:v>#N/A</c:v>
                </c:pt>
                <c:pt idx="1288">
                  <c:v>#N/A</c:v>
                </c:pt>
                <c:pt idx="1289">
                  <c:v>#N/A</c:v>
                </c:pt>
                <c:pt idx="1290">
                  <c:v>#N/A</c:v>
                </c:pt>
                <c:pt idx="1291">
                  <c:v>#N/A</c:v>
                </c:pt>
                <c:pt idx="1292">
                  <c:v>#N/A</c:v>
                </c:pt>
                <c:pt idx="1293">
                  <c:v>#N/A</c:v>
                </c:pt>
                <c:pt idx="1294">
                  <c:v>#N/A</c:v>
                </c:pt>
                <c:pt idx="1295">
                  <c:v>#N/A</c:v>
                </c:pt>
                <c:pt idx="1296">
                  <c:v>#N/A</c:v>
                </c:pt>
                <c:pt idx="1297">
                  <c:v>#N/A</c:v>
                </c:pt>
                <c:pt idx="1298">
                  <c:v>#N/A</c:v>
                </c:pt>
                <c:pt idx="1299">
                  <c:v>#N/A</c:v>
                </c:pt>
                <c:pt idx="1300">
                  <c:v>#N/A</c:v>
                </c:pt>
                <c:pt idx="1301">
                  <c:v>#N/A</c:v>
                </c:pt>
                <c:pt idx="1302">
                  <c:v>#N/A</c:v>
                </c:pt>
                <c:pt idx="1303">
                  <c:v>#N/A</c:v>
                </c:pt>
                <c:pt idx="1304">
                  <c:v>#N/A</c:v>
                </c:pt>
                <c:pt idx="1305">
                  <c:v>#N/A</c:v>
                </c:pt>
                <c:pt idx="1306">
                  <c:v>#N/A</c:v>
                </c:pt>
                <c:pt idx="1307">
                  <c:v>#N/A</c:v>
                </c:pt>
                <c:pt idx="1308">
                  <c:v>#N/A</c:v>
                </c:pt>
                <c:pt idx="1309">
                  <c:v>#N/A</c:v>
                </c:pt>
                <c:pt idx="1310">
                  <c:v>#N/A</c:v>
                </c:pt>
                <c:pt idx="1311">
                  <c:v>#N/A</c:v>
                </c:pt>
                <c:pt idx="1312">
                  <c:v>#N/A</c:v>
                </c:pt>
                <c:pt idx="1313">
                  <c:v>#N/A</c:v>
                </c:pt>
                <c:pt idx="1314">
                  <c:v>#N/A</c:v>
                </c:pt>
                <c:pt idx="1315">
                  <c:v>#N/A</c:v>
                </c:pt>
                <c:pt idx="1316">
                  <c:v>#N/A</c:v>
                </c:pt>
                <c:pt idx="1317">
                  <c:v>#N/A</c:v>
                </c:pt>
                <c:pt idx="1318">
                  <c:v>#N/A</c:v>
                </c:pt>
                <c:pt idx="1319">
                  <c:v>#N/A</c:v>
                </c:pt>
                <c:pt idx="1320">
                  <c:v>#N/A</c:v>
                </c:pt>
              </c:numCache>
            </c:numRef>
          </c:val>
          <c:smooth val="0"/>
          <c:extLst>
            <c:ext xmlns:c16="http://schemas.microsoft.com/office/drawing/2014/chart" uri="{C3380CC4-5D6E-409C-BE32-E72D297353CC}">
              <c16:uniqueId val="{00000005-F2DB-4188-A552-B2101BE80626}"/>
            </c:ext>
          </c:extLst>
        </c:ser>
        <c:dLbls>
          <c:showLegendKey val="0"/>
          <c:showVal val="0"/>
          <c:showCatName val="0"/>
          <c:showSerName val="0"/>
          <c:showPercent val="0"/>
          <c:showBubbleSize val="0"/>
        </c:dLbls>
        <c:marker val="1"/>
        <c:smooth val="0"/>
        <c:axId val="-1398620144"/>
        <c:axId val="-1398619056"/>
      </c:lineChart>
      <c:dateAx>
        <c:axId val="-1398617968"/>
        <c:scaling>
          <c:orientation val="minMax"/>
          <c:min val="45657"/>
        </c:scaling>
        <c:delete val="0"/>
        <c:axPos val="b"/>
        <c:numFmt formatCode="mmmyy" sourceLinked="0"/>
        <c:majorTickMark val="out"/>
        <c:minorTickMark val="none"/>
        <c:tickLblPos val="low"/>
        <c:txPr>
          <a:bodyPr/>
          <a:lstStyle/>
          <a:p>
            <a:pPr>
              <a:defRPr sz="700"/>
            </a:pPr>
            <a:endParaRPr lang="es-PE"/>
          </a:p>
        </c:txPr>
        <c:crossAx val="-1398614160"/>
        <c:crosses val="autoZero"/>
        <c:auto val="0"/>
        <c:lblOffset val="100"/>
        <c:baseTimeUnit val="days"/>
        <c:majorUnit val="1"/>
        <c:majorTimeUnit val="months"/>
      </c:dateAx>
      <c:valAx>
        <c:axId val="-1398614160"/>
        <c:scaling>
          <c:orientation val="minMax"/>
          <c:max val="126"/>
          <c:min val="92"/>
        </c:scaling>
        <c:delete val="0"/>
        <c:axPos val="l"/>
        <c:numFmt formatCode="#,##0" sourceLinked="0"/>
        <c:majorTickMark val="out"/>
        <c:minorTickMark val="none"/>
        <c:tickLblPos val="nextTo"/>
        <c:crossAx val="-1398617968"/>
        <c:crosses val="autoZero"/>
        <c:crossBetween val="between"/>
        <c:majorUnit val="2"/>
      </c:valAx>
      <c:valAx>
        <c:axId val="-1398619056"/>
        <c:scaling>
          <c:orientation val="minMax"/>
          <c:min val="92"/>
        </c:scaling>
        <c:delete val="0"/>
        <c:axPos val="r"/>
        <c:numFmt formatCode="0" sourceLinked="0"/>
        <c:majorTickMark val="out"/>
        <c:minorTickMark val="none"/>
        <c:tickLblPos val="nextTo"/>
        <c:crossAx val="-1398620144"/>
        <c:crosses val="max"/>
        <c:crossBetween val="between"/>
        <c:majorUnit val="2"/>
      </c:valAx>
      <c:dateAx>
        <c:axId val="-1398620144"/>
        <c:scaling>
          <c:orientation val="minMax"/>
        </c:scaling>
        <c:delete val="1"/>
        <c:axPos val="b"/>
        <c:numFmt formatCode="m/d/yyyy" sourceLinked="1"/>
        <c:majorTickMark val="out"/>
        <c:minorTickMark val="none"/>
        <c:tickLblPos val="nextTo"/>
        <c:crossAx val="-1398619056"/>
        <c:crosses val="autoZero"/>
        <c:auto val="0"/>
        <c:lblOffset val="100"/>
        <c:baseTimeUnit val="days"/>
        <c:majorUnit val="1"/>
        <c:minorUnit val="1"/>
      </c:dateAx>
    </c:plotArea>
    <c:legend>
      <c:legendPos val="r"/>
      <c:layout>
        <c:manualLayout>
          <c:xMode val="edge"/>
          <c:yMode val="edge"/>
          <c:x val="0.10033134880858151"/>
          <c:y val="2.8031842645897698E-2"/>
          <c:w val="0.24164197279410746"/>
          <c:h val="0.2977672839506173"/>
        </c:manualLayout>
      </c:layout>
      <c:overlay val="0"/>
      <c:spPr>
        <a:noFill/>
        <a:ln>
          <a:solidFill>
            <a:sysClr val="window" lastClr="FFFFFF">
              <a:lumMod val="75000"/>
            </a:sysClr>
          </a:solidFill>
        </a:ln>
      </c:spPr>
    </c:legend>
    <c:plotVisOnly val="1"/>
    <c:dispBlanksAs val="gap"/>
    <c:showDLblsOverMax val="0"/>
  </c:chart>
  <c:spPr>
    <a:noFill/>
    <a:ln>
      <a:noFill/>
    </a:ln>
  </c:spPr>
  <c:txPr>
    <a:bodyPr/>
    <a:lstStyle/>
    <a:p>
      <a:pPr>
        <a:defRPr sz="900" b="1">
          <a:solidFill>
            <a:schemeClr val="tx2"/>
          </a:solidFill>
          <a:latin typeface="Trebuchet MS" panose="020B0603020202020204" pitchFamily="34" charset="0"/>
        </a:defRPr>
      </a:pPr>
      <a:endParaRPr lang="es-PE"/>
    </a:p>
  </c:txPr>
  <c:externalData r:id="rId2">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0"/>
    <c:plotArea>
      <c:layout>
        <c:manualLayout>
          <c:layoutTarget val="inner"/>
          <c:xMode val="edge"/>
          <c:yMode val="edge"/>
          <c:x val="7.9655195174160587E-2"/>
          <c:y val="1.9312163691665447E-2"/>
          <c:w val="0.86352090087978572"/>
          <c:h val="0.89091567452102627"/>
        </c:manualLayout>
      </c:layout>
      <c:lineChart>
        <c:grouping val="standard"/>
        <c:varyColors val="0"/>
        <c:ser>
          <c:idx val="0"/>
          <c:order val="0"/>
          <c:tx>
            <c:strRef>
              <c:f>FI_INDEX!$AE$7</c:f>
              <c:strCache>
                <c:ptCount val="1"/>
                <c:pt idx="0">
                  <c:v>Bund 10Y</c:v>
                </c:pt>
              </c:strCache>
            </c:strRef>
          </c:tx>
          <c:spPr>
            <a:ln w="28575">
              <a:solidFill>
                <a:srgbClr val="00AECB"/>
              </a:solidFill>
            </a:ln>
          </c:spPr>
          <c:marker>
            <c:symbol val="none"/>
          </c:marker>
          <c:cat>
            <c:numRef>
              <c:f>FI_INDEX!$AC$795:$AC$4550</c:f>
              <c:numCache>
                <c:formatCode>m/d/yyyy</c:formatCode>
                <c:ptCount val="3756"/>
                <c:pt idx="0">
                  <c:v>44561</c:v>
                </c:pt>
                <c:pt idx="1">
                  <c:v>44564</c:v>
                </c:pt>
                <c:pt idx="2">
                  <c:v>44565</c:v>
                </c:pt>
                <c:pt idx="3">
                  <c:v>44566</c:v>
                </c:pt>
                <c:pt idx="4">
                  <c:v>44567</c:v>
                </c:pt>
                <c:pt idx="5">
                  <c:v>44568</c:v>
                </c:pt>
                <c:pt idx="6">
                  <c:v>44571</c:v>
                </c:pt>
                <c:pt idx="7">
                  <c:v>44572</c:v>
                </c:pt>
                <c:pt idx="8">
                  <c:v>44573</c:v>
                </c:pt>
                <c:pt idx="9">
                  <c:v>44574</c:v>
                </c:pt>
                <c:pt idx="10">
                  <c:v>44575</c:v>
                </c:pt>
                <c:pt idx="11">
                  <c:v>44578</c:v>
                </c:pt>
                <c:pt idx="12">
                  <c:v>44579</c:v>
                </c:pt>
                <c:pt idx="13">
                  <c:v>44580</c:v>
                </c:pt>
                <c:pt idx="14">
                  <c:v>44581</c:v>
                </c:pt>
                <c:pt idx="15">
                  <c:v>44582</c:v>
                </c:pt>
                <c:pt idx="16">
                  <c:v>44585</c:v>
                </c:pt>
                <c:pt idx="17">
                  <c:v>44586</c:v>
                </c:pt>
                <c:pt idx="18">
                  <c:v>44587</c:v>
                </c:pt>
                <c:pt idx="19">
                  <c:v>44588</c:v>
                </c:pt>
                <c:pt idx="20">
                  <c:v>44589</c:v>
                </c:pt>
                <c:pt idx="21">
                  <c:v>44592</c:v>
                </c:pt>
                <c:pt idx="22">
                  <c:v>44593</c:v>
                </c:pt>
                <c:pt idx="23">
                  <c:v>44594</c:v>
                </c:pt>
                <c:pt idx="24">
                  <c:v>44595</c:v>
                </c:pt>
                <c:pt idx="25">
                  <c:v>44596</c:v>
                </c:pt>
                <c:pt idx="26">
                  <c:v>44599</c:v>
                </c:pt>
                <c:pt idx="27">
                  <c:v>44600</c:v>
                </c:pt>
                <c:pt idx="28">
                  <c:v>44601</c:v>
                </c:pt>
                <c:pt idx="29">
                  <c:v>44602</c:v>
                </c:pt>
                <c:pt idx="30">
                  <c:v>44603</c:v>
                </c:pt>
                <c:pt idx="31">
                  <c:v>44606</c:v>
                </c:pt>
                <c:pt idx="32">
                  <c:v>44607</c:v>
                </c:pt>
                <c:pt idx="33">
                  <c:v>44608</c:v>
                </c:pt>
                <c:pt idx="34">
                  <c:v>44609</c:v>
                </c:pt>
                <c:pt idx="35">
                  <c:v>44610</c:v>
                </c:pt>
                <c:pt idx="36">
                  <c:v>44613</c:v>
                </c:pt>
                <c:pt idx="37">
                  <c:v>44614</c:v>
                </c:pt>
                <c:pt idx="38">
                  <c:v>44615</c:v>
                </c:pt>
                <c:pt idx="39">
                  <c:v>44616</c:v>
                </c:pt>
                <c:pt idx="40">
                  <c:v>44617</c:v>
                </c:pt>
                <c:pt idx="41">
                  <c:v>44620</c:v>
                </c:pt>
                <c:pt idx="42">
                  <c:v>44621</c:v>
                </c:pt>
                <c:pt idx="43">
                  <c:v>44622</c:v>
                </c:pt>
                <c:pt idx="44">
                  <c:v>44623</c:v>
                </c:pt>
                <c:pt idx="45">
                  <c:v>44624</c:v>
                </c:pt>
                <c:pt idx="46">
                  <c:v>44627</c:v>
                </c:pt>
                <c:pt idx="47">
                  <c:v>44628</c:v>
                </c:pt>
                <c:pt idx="48">
                  <c:v>44629</c:v>
                </c:pt>
                <c:pt idx="49">
                  <c:v>44630</c:v>
                </c:pt>
                <c:pt idx="50">
                  <c:v>44631</c:v>
                </c:pt>
                <c:pt idx="51">
                  <c:v>44634</c:v>
                </c:pt>
                <c:pt idx="52">
                  <c:v>44635</c:v>
                </c:pt>
                <c:pt idx="53">
                  <c:v>44636</c:v>
                </c:pt>
                <c:pt idx="54">
                  <c:v>44637</c:v>
                </c:pt>
                <c:pt idx="55">
                  <c:v>44638</c:v>
                </c:pt>
                <c:pt idx="56">
                  <c:v>44641</c:v>
                </c:pt>
                <c:pt idx="57">
                  <c:v>44642</c:v>
                </c:pt>
                <c:pt idx="58">
                  <c:v>44643</c:v>
                </c:pt>
                <c:pt idx="59">
                  <c:v>44644</c:v>
                </c:pt>
                <c:pt idx="60">
                  <c:v>44645</c:v>
                </c:pt>
                <c:pt idx="61">
                  <c:v>44648</c:v>
                </c:pt>
                <c:pt idx="62">
                  <c:v>44649</c:v>
                </c:pt>
                <c:pt idx="63">
                  <c:v>44650</c:v>
                </c:pt>
                <c:pt idx="64">
                  <c:v>44651</c:v>
                </c:pt>
                <c:pt idx="65">
                  <c:v>44652</c:v>
                </c:pt>
                <c:pt idx="66">
                  <c:v>44655</c:v>
                </c:pt>
                <c:pt idx="67">
                  <c:v>44656</c:v>
                </c:pt>
                <c:pt idx="68">
                  <c:v>44657</c:v>
                </c:pt>
                <c:pt idx="69">
                  <c:v>44658</c:v>
                </c:pt>
                <c:pt idx="70">
                  <c:v>44659</c:v>
                </c:pt>
                <c:pt idx="71">
                  <c:v>44662</c:v>
                </c:pt>
                <c:pt idx="72">
                  <c:v>44663</c:v>
                </c:pt>
                <c:pt idx="73">
                  <c:v>44664</c:v>
                </c:pt>
                <c:pt idx="74">
                  <c:v>44665</c:v>
                </c:pt>
                <c:pt idx="75">
                  <c:v>44666</c:v>
                </c:pt>
                <c:pt idx="76">
                  <c:v>44669</c:v>
                </c:pt>
                <c:pt idx="77">
                  <c:v>44670</c:v>
                </c:pt>
                <c:pt idx="78">
                  <c:v>44671</c:v>
                </c:pt>
                <c:pt idx="79">
                  <c:v>44672</c:v>
                </c:pt>
                <c:pt idx="80">
                  <c:v>44673</c:v>
                </c:pt>
                <c:pt idx="81">
                  <c:v>44676</c:v>
                </c:pt>
                <c:pt idx="82">
                  <c:v>44677</c:v>
                </c:pt>
                <c:pt idx="83">
                  <c:v>44678</c:v>
                </c:pt>
                <c:pt idx="84">
                  <c:v>44679</c:v>
                </c:pt>
                <c:pt idx="85">
                  <c:v>44680</c:v>
                </c:pt>
                <c:pt idx="86">
                  <c:v>44683</c:v>
                </c:pt>
                <c:pt idx="87">
                  <c:v>44684</c:v>
                </c:pt>
                <c:pt idx="88">
                  <c:v>44685</c:v>
                </c:pt>
                <c:pt idx="89">
                  <c:v>44686</c:v>
                </c:pt>
                <c:pt idx="90">
                  <c:v>44687</c:v>
                </c:pt>
                <c:pt idx="91">
                  <c:v>44690</c:v>
                </c:pt>
                <c:pt idx="92">
                  <c:v>44691</c:v>
                </c:pt>
                <c:pt idx="93">
                  <c:v>44692</c:v>
                </c:pt>
                <c:pt idx="94">
                  <c:v>44693</c:v>
                </c:pt>
                <c:pt idx="95">
                  <c:v>44694</c:v>
                </c:pt>
                <c:pt idx="96">
                  <c:v>44697</c:v>
                </c:pt>
                <c:pt idx="97">
                  <c:v>44698</c:v>
                </c:pt>
                <c:pt idx="98">
                  <c:v>44699</c:v>
                </c:pt>
                <c:pt idx="99">
                  <c:v>44700</c:v>
                </c:pt>
                <c:pt idx="100">
                  <c:v>44701</c:v>
                </c:pt>
                <c:pt idx="101">
                  <c:v>44704</c:v>
                </c:pt>
                <c:pt idx="102">
                  <c:v>44705</c:v>
                </c:pt>
                <c:pt idx="103">
                  <c:v>44706</c:v>
                </c:pt>
                <c:pt idx="104">
                  <c:v>44707</c:v>
                </c:pt>
                <c:pt idx="105">
                  <c:v>44708</c:v>
                </c:pt>
                <c:pt idx="106">
                  <c:v>44711</c:v>
                </c:pt>
                <c:pt idx="107">
                  <c:v>44712</c:v>
                </c:pt>
                <c:pt idx="108">
                  <c:v>44713</c:v>
                </c:pt>
                <c:pt idx="109">
                  <c:v>44714</c:v>
                </c:pt>
                <c:pt idx="110">
                  <c:v>44715</c:v>
                </c:pt>
                <c:pt idx="111">
                  <c:v>44718</c:v>
                </c:pt>
                <c:pt idx="112">
                  <c:v>44719</c:v>
                </c:pt>
                <c:pt idx="113">
                  <c:v>44720</c:v>
                </c:pt>
                <c:pt idx="114">
                  <c:v>44721</c:v>
                </c:pt>
                <c:pt idx="115">
                  <c:v>44722</c:v>
                </c:pt>
                <c:pt idx="116">
                  <c:v>44725</c:v>
                </c:pt>
                <c:pt idx="117">
                  <c:v>44726</c:v>
                </c:pt>
                <c:pt idx="118">
                  <c:v>44727</c:v>
                </c:pt>
                <c:pt idx="119">
                  <c:v>44728</c:v>
                </c:pt>
                <c:pt idx="120">
                  <c:v>44729</c:v>
                </c:pt>
                <c:pt idx="121">
                  <c:v>44732</c:v>
                </c:pt>
                <c:pt idx="122">
                  <c:v>44733</c:v>
                </c:pt>
                <c:pt idx="123">
                  <c:v>44734</c:v>
                </c:pt>
                <c:pt idx="124">
                  <c:v>44735</c:v>
                </c:pt>
                <c:pt idx="125">
                  <c:v>44736</c:v>
                </c:pt>
                <c:pt idx="126">
                  <c:v>44739</c:v>
                </c:pt>
                <c:pt idx="127">
                  <c:v>44740</c:v>
                </c:pt>
                <c:pt idx="128">
                  <c:v>44741</c:v>
                </c:pt>
                <c:pt idx="129">
                  <c:v>44742</c:v>
                </c:pt>
                <c:pt idx="130">
                  <c:v>44743</c:v>
                </c:pt>
                <c:pt idx="131">
                  <c:v>44746</c:v>
                </c:pt>
                <c:pt idx="132">
                  <c:v>44747</c:v>
                </c:pt>
                <c:pt idx="133">
                  <c:v>44748</c:v>
                </c:pt>
                <c:pt idx="134">
                  <c:v>44749</c:v>
                </c:pt>
                <c:pt idx="135">
                  <c:v>44750</c:v>
                </c:pt>
                <c:pt idx="136">
                  <c:v>44753</c:v>
                </c:pt>
                <c:pt idx="137">
                  <c:v>44754</c:v>
                </c:pt>
                <c:pt idx="138">
                  <c:v>44755</c:v>
                </c:pt>
                <c:pt idx="139">
                  <c:v>44756</c:v>
                </c:pt>
                <c:pt idx="140">
                  <c:v>44757</c:v>
                </c:pt>
                <c:pt idx="141">
                  <c:v>44760</c:v>
                </c:pt>
                <c:pt idx="142">
                  <c:v>44761</c:v>
                </c:pt>
                <c:pt idx="143">
                  <c:v>44762</c:v>
                </c:pt>
                <c:pt idx="144">
                  <c:v>44763</c:v>
                </c:pt>
                <c:pt idx="145">
                  <c:v>44764</c:v>
                </c:pt>
                <c:pt idx="146">
                  <c:v>44767</c:v>
                </c:pt>
                <c:pt idx="147">
                  <c:v>44768</c:v>
                </c:pt>
                <c:pt idx="148">
                  <c:v>44769</c:v>
                </c:pt>
                <c:pt idx="149">
                  <c:v>44770</c:v>
                </c:pt>
                <c:pt idx="150">
                  <c:v>44771</c:v>
                </c:pt>
                <c:pt idx="151">
                  <c:v>44774</c:v>
                </c:pt>
                <c:pt idx="152">
                  <c:v>44775</c:v>
                </c:pt>
                <c:pt idx="153">
                  <c:v>44776</c:v>
                </c:pt>
                <c:pt idx="154">
                  <c:v>44777</c:v>
                </c:pt>
                <c:pt idx="155">
                  <c:v>44778</c:v>
                </c:pt>
                <c:pt idx="156">
                  <c:v>44781</c:v>
                </c:pt>
                <c:pt idx="157">
                  <c:v>44782</c:v>
                </c:pt>
                <c:pt idx="158">
                  <c:v>44783</c:v>
                </c:pt>
                <c:pt idx="159">
                  <c:v>44784</c:v>
                </c:pt>
                <c:pt idx="160">
                  <c:v>44785</c:v>
                </c:pt>
                <c:pt idx="161">
                  <c:v>44788</c:v>
                </c:pt>
                <c:pt idx="162">
                  <c:v>44789</c:v>
                </c:pt>
                <c:pt idx="163">
                  <c:v>44790</c:v>
                </c:pt>
                <c:pt idx="164">
                  <c:v>44791</c:v>
                </c:pt>
                <c:pt idx="165">
                  <c:v>44792</c:v>
                </c:pt>
                <c:pt idx="166">
                  <c:v>44795</c:v>
                </c:pt>
                <c:pt idx="167">
                  <c:v>44796</c:v>
                </c:pt>
                <c:pt idx="168">
                  <c:v>44797</c:v>
                </c:pt>
                <c:pt idx="169">
                  <c:v>44798</c:v>
                </c:pt>
                <c:pt idx="170">
                  <c:v>44799</c:v>
                </c:pt>
                <c:pt idx="171">
                  <c:v>44802</c:v>
                </c:pt>
                <c:pt idx="172">
                  <c:v>44803</c:v>
                </c:pt>
                <c:pt idx="173">
                  <c:v>44804</c:v>
                </c:pt>
                <c:pt idx="174">
                  <c:v>44805</c:v>
                </c:pt>
                <c:pt idx="175">
                  <c:v>44806</c:v>
                </c:pt>
                <c:pt idx="176">
                  <c:v>44809</c:v>
                </c:pt>
                <c:pt idx="177">
                  <c:v>44810</c:v>
                </c:pt>
                <c:pt idx="178">
                  <c:v>44811</c:v>
                </c:pt>
                <c:pt idx="179">
                  <c:v>44812</c:v>
                </c:pt>
                <c:pt idx="180">
                  <c:v>44813</c:v>
                </c:pt>
                <c:pt idx="181">
                  <c:v>44816</c:v>
                </c:pt>
                <c:pt idx="182">
                  <c:v>44817</c:v>
                </c:pt>
                <c:pt idx="183">
                  <c:v>44818</c:v>
                </c:pt>
                <c:pt idx="184">
                  <c:v>44819</c:v>
                </c:pt>
                <c:pt idx="185">
                  <c:v>44820</c:v>
                </c:pt>
                <c:pt idx="186">
                  <c:v>44823</c:v>
                </c:pt>
                <c:pt idx="187">
                  <c:v>44824</c:v>
                </c:pt>
                <c:pt idx="188">
                  <c:v>44825</c:v>
                </c:pt>
                <c:pt idx="189">
                  <c:v>44826</c:v>
                </c:pt>
                <c:pt idx="190">
                  <c:v>44827</c:v>
                </c:pt>
                <c:pt idx="191">
                  <c:v>44830</c:v>
                </c:pt>
                <c:pt idx="192">
                  <c:v>44831</c:v>
                </c:pt>
                <c:pt idx="193">
                  <c:v>44832</c:v>
                </c:pt>
                <c:pt idx="194">
                  <c:v>44833</c:v>
                </c:pt>
                <c:pt idx="195">
                  <c:v>44834</c:v>
                </c:pt>
                <c:pt idx="196">
                  <c:v>44837</c:v>
                </c:pt>
                <c:pt idx="197">
                  <c:v>44838</c:v>
                </c:pt>
                <c:pt idx="198">
                  <c:v>44839</c:v>
                </c:pt>
                <c:pt idx="199">
                  <c:v>44840</c:v>
                </c:pt>
                <c:pt idx="200">
                  <c:v>44841</c:v>
                </c:pt>
                <c:pt idx="201">
                  <c:v>44844</c:v>
                </c:pt>
                <c:pt idx="202">
                  <c:v>44845</c:v>
                </c:pt>
                <c:pt idx="203">
                  <c:v>44846</c:v>
                </c:pt>
                <c:pt idx="204">
                  <c:v>44847</c:v>
                </c:pt>
                <c:pt idx="205">
                  <c:v>44848</c:v>
                </c:pt>
                <c:pt idx="206">
                  <c:v>44851</c:v>
                </c:pt>
                <c:pt idx="207">
                  <c:v>44852</c:v>
                </c:pt>
                <c:pt idx="208">
                  <c:v>44853</c:v>
                </c:pt>
                <c:pt idx="209">
                  <c:v>44854</c:v>
                </c:pt>
                <c:pt idx="210">
                  <c:v>44855</c:v>
                </c:pt>
                <c:pt idx="211">
                  <c:v>44858</c:v>
                </c:pt>
                <c:pt idx="212">
                  <c:v>44859</c:v>
                </c:pt>
                <c:pt idx="213">
                  <c:v>44860</c:v>
                </c:pt>
                <c:pt idx="214">
                  <c:v>44861</c:v>
                </c:pt>
                <c:pt idx="215">
                  <c:v>44862</c:v>
                </c:pt>
                <c:pt idx="216">
                  <c:v>44865</c:v>
                </c:pt>
                <c:pt idx="217">
                  <c:v>44866</c:v>
                </c:pt>
                <c:pt idx="218">
                  <c:v>44867</c:v>
                </c:pt>
                <c:pt idx="219">
                  <c:v>44868</c:v>
                </c:pt>
                <c:pt idx="220">
                  <c:v>44869</c:v>
                </c:pt>
                <c:pt idx="221">
                  <c:v>44872</c:v>
                </c:pt>
                <c:pt idx="222">
                  <c:v>44873</c:v>
                </c:pt>
                <c:pt idx="223">
                  <c:v>44874</c:v>
                </c:pt>
                <c:pt idx="224">
                  <c:v>44875</c:v>
                </c:pt>
                <c:pt idx="225">
                  <c:v>44876</c:v>
                </c:pt>
                <c:pt idx="226">
                  <c:v>44879</c:v>
                </c:pt>
                <c:pt idx="227">
                  <c:v>44880</c:v>
                </c:pt>
                <c:pt idx="228">
                  <c:v>44881</c:v>
                </c:pt>
                <c:pt idx="229">
                  <c:v>44882</c:v>
                </c:pt>
                <c:pt idx="230">
                  <c:v>44883</c:v>
                </c:pt>
                <c:pt idx="231">
                  <c:v>44886</c:v>
                </c:pt>
                <c:pt idx="232">
                  <c:v>44887</c:v>
                </c:pt>
                <c:pt idx="233">
                  <c:v>44888</c:v>
                </c:pt>
                <c:pt idx="234">
                  <c:v>44889</c:v>
                </c:pt>
                <c:pt idx="235">
                  <c:v>44890</c:v>
                </c:pt>
                <c:pt idx="236">
                  <c:v>44893</c:v>
                </c:pt>
                <c:pt idx="237">
                  <c:v>44894</c:v>
                </c:pt>
                <c:pt idx="238">
                  <c:v>44895</c:v>
                </c:pt>
                <c:pt idx="239">
                  <c:v>44896</c:v>
                </c:pt>
                <c:pt idx="240">
                  <c:v>44897</c:v>
                </c:pt>
                <c:pt idx="241">
                  <c:v>44900</c:v>
                </c:pt>
                <c:pt idx="242">
                  <c:v>44901</c:v>
                </c:pt>
                <c:pt idx="243">
                  <c:v>44902</c:v>
                </c:pt>
                <c:pt idx="244">
                  <c:v>44903</c:v>
                </c:pt>
                <c:pt idx="245">
                  <c:v>44904</c:v>
                </c:pt>
                <c:pt idx="246">
                  <c:v>44907</c:v>
                </c:pt>
                <c:pt idx="247">
                  <c:v>44908</c:v>
                </c:pt>
                <c:pt idx="248">
                  <c:v>44909</c:v>
                </c:pt>
                <c:pt idx="249">
                  <c:v>44910</c:v>
                </c:pt>
                <c:pt idx="250">
                  <c:v>44911</c:v>
                </c:pt>
                <c:pt idx="251">
                  <c:v>44914</c:v>
                </c:pt>
                <c:pt idx="252">
                  <c:v>44915</c:v>
                </c:pt>
                <c:pt idx="253">
                  <c:v>44916</c:v>
                </c:pt>
                <c:pt idx="254">
                  <c:v>44917</c:v>
                </c:pt>
                <c:pt idx="255">
                  <c:v>44918</c:v>
                </c:pt>
                <c:pt idx="256">
                  <c:v>44921</c:v>
                </c:pt>
                <c:pt idx="257">
                  <c:v>44922</c:v>
                </c:pt>
                <c:pt idx="258">
                  <c:v>44923</c:v>
                </c:pt>
                <c:pt idx="259">
                  <c:v>44924</c:v>
                </c:pt>
                <c:pt idx="260">
                  <c:v>44925</c:v>
                </c:pt>
                <c:pt idx="261">
                  <c:v>44928</c:v>
                </c:pt>
                <c:pt idx="262">
                  <c:v>44929</c:v>
                </c:pt>
                <c:pt idx="263">
                  <c:v>44930</c:v>
                </c:pt>
                <c:pt idx="264">
                  <c:v>44931</c:v>
                </c:pt>
                <c:pt idx="265">
                  <c:v>44932</c:v>
                </c:pt>
                <c:pt idx="266">
                  <c:v>44935</c:v>
                </c:pt>
                <c:pt idx="267">
                  <c:v>44936</c:v>
                </c:pt>
                <c:pt idx="268">
                  <c:v>44937</c:v>
                </c:pt>
                <c:pt idx="269">
                  <c:v>44938</c:v>
                </c:pt>
                <c:pt idx="270">
                  <c:v>44939</c:v>
                </c:pt>
                <c:pt idx="271">
                  <c:v>44942</c:v>
                </c:pt>
                <c:pt idx="272">
                  <c:v>44943</c:v>
                </c:pt>
                <c:pt idx="273">
                  <c:v>44944</c:v>
                </c:pt>
                <c:pt idx="274">
                  <c:v>44945</c:v>
                </c:pt>
                <c:pt idx="275">
                  <c:v>44946</c:v>
                </c:pt>
                <c:pt idx="276">
                  <c:v>44949</c:v>
                </c:pt>
                <c:pt idx="277">
                  <c:v>44950</c:v>
                </c:pt>
                <c:pt idx="278">
                  <c:v>44951</c:v>
                </c:pt>
                <c:pt idx="279">
                  <c:v>44952</c:v>
                </c:pt>
                <c:pt idx="280">
                  <c:v>44953</c:v>
                </c:pt>
                <c:pt idx="281">
                  <c:v>44956</c:v>
                </c:pt>
                <c:pt idx="282">
                  <c:v>44957</c:v>
                </c:pt>
                <c:pt idx="283">
                  <c:v>44958</c:v>
                </c:pt>
                <c:pt idx="284">
                  <c:v>44959</c:v>
                </c:pt>
                <c:pt idx="285">
                  <c:v>44960</c:v>
                </c:pt>
                <c:pt idx="286">
                  <c:v>44963</c:v>
                </c:pt>
                <c:pt idx="287">
                  <c:v>44964</c:v>
                </c:pt>
                <c:pt idx="288">
                  <c:v>44965</c:v>
                </c:pt>
                <c:pt idx="289">
                  <c:v>44966</c:v>
                </c:pt>
                <c:pt idx="290">
                  <c:v>44967</c:v>
                </c:pt>
                <c:pt idx="291">
                  <c:v>44970</c:v>
                </c:pt>
                <c:pt idx="292">
                  <c:v>44971</c:v>
                </c:pt>
                <c:pt idx="293">
                  <c:v>44972</c:v>
                </c:pt>
                <c:pt idx="294">
                  <c:v>44973</c:v>
                </c:pt>
                <c:pt idx="295">
                  <c:v>44974</c:v>
                </c:pt>
                <c:pt idx="296">
                  <c:v>44977</c:v>
                </c:pt>
                <c:pt idx="297">
                  <c:v>44978</c:v>
                </c:pt>
                <c:pt idx="298">
                  <c:v>44979</c:v>
                </c:pt>
                <c:pt idx="299">
                  <c:v>44980</c:v>
                </c:pt>
                <c:pt idx="300">
                  <c:v>44981</c:v>
                </c:pt>
                <c:pt idx="301">
                  <c:v>44984</c:v>
                </c:pt>
                <c:pt idx="302">
                  <c:v>44985</c:v>
                </c:pt>
                <c:pt idx="303">
                  <c:v>44986</c:v>
                </c:pt>
                <c:pt idx="304">
                  <c:v>44987</c:v>
                </c:pt>
                <c:pt idx="305">
                  <c:v>44988</c:v>
                </c:pt>
                <c:pt idx="306">
                  <c:v>44991</c:v>
                </c:pt>
                <c:pt idx="307">
                  <c:v>44992</c:v>
                </c:pt>
                <c:pt idx="308">
                  <c:v>44993</c:v>
                </c:pt>
                <c:pt idx="309">
                  <c:v>44994</c:v>
                </c:pt>
                <c:pt idx="310">
                  <c:v>44995</c:v>
                </c:pt>
                <c:pt idx="311">
                  <c:v>44998</c:v>
                </c:pt>
                <c:pt idx="312">
                  <c:v>44999</c:v>
                </c:pt>
                <c:pt idx="313">
                  <c:v>45000</c:v>
                </c:pt>
                <c:pt idx="314">
                  <c:v>45001</c:v>
                </c:pt>
                <c:pt idx="315">
                  <c:v>45002</c:v>
                </c:pt>
                <c:pt idx="316">
                  <c:v>45005</c:v>
                </c:pt>
                <c:pt idx="317">
                  <c:v>45006</c:v>
                </c:pt>
                <c:pt idx="318">
                  <c:v>45007</c:v>
                </c:pt>
                <c:pt idx="319">
                  <c:v>45008</c:v>
                </c:pt>
                <c:pt idx="320">
                  <c:v>45009</c:v>
                </c:pt>
                <c:pt idx="321">
                  <c:v>45012</c:v>
                </c:pt>
                <c:pt idx="322">
                  <c:v>45013</c:v>
                </c:pt>
                <c:pt idx="323">
                  <c:v>45014</c:v>
                </c:pt>
                <c:pt idx="324">
                  <c:v>45015</c:v>
                </c:pt>
                <c:pt idx="325">
                  <c:v>45016</c:v>
                </c:pt>
                <c:pt idx="326">
                  <c:v>45019</c:v>
                </c:pt>
                <c:pt idx="327">
                  <c:v>45020</c:v>
                </c:pt>
                <c:pt idx="328">
                  <c:v>45021</c:v>
                </c:pt>
                <c:pt idx="329">
                  <c:v>45022</c:v>
                </c:pt>
                <c:pt idx="330">
                  <c:v>45023</c:v>
                </c:pt>
                <c:pt idx="331">
                  <c:v>45026</c:v>
                </c:pt>
                <c:pt idx="332">
                  <c:v>45027</c:v>
                </c:pt>
                <c:pt idx="333">
                  <c:v>45028</c:v>
                </c:pt>
                <c:pt idx="334">
                  <c:v>45029</c:v>
                </c:pt>
                <c:pt idx="335">
                  <c:v>45030</c:v>
                </c:pt>
                <c:pt idx="336">
                  <c:v>45033</c:v>
                </c:pt>
                <c:pt idx="337">
                  <c:v>45034</c:v>
                </c:pt>
                <c:pt idx="338">
                  <c:v>45035</c:v>
                </c:pt>
                <c:pt idx="339">
                  <c:v>45036</c:v>
                </c:pt>
                <c:pt idx="340">
                  <c:v>45037</c:v>
                </c:pt>
                <c:pt idx="341">
                  <c:v>45040</c:v>
                </c:pt>
                <c:pt idx="342">
                  <c:v>45041</c:v>
                </c:pt>
                <c:pt idx="343">
                  <c:v>45042</c:v>
                </c:pt>
                <c:pt idx="344">
                  <c:v>45043</c:v>
                </c:pt>
                <c:pt idx="345">
                  <c:v>45044</c:v>
                </c:pt>
                <c:pt idx="346">
                  <c:v>45047</c:v>
                </c:pt>
                <c:pt idx="347">
                  <c:v>45048</c:v>
                </c:pt>
                <c:pt idx="348">
                  <c:v>45049</c:v>
                </c:pt>
                <c:pt idx="349">
                  <c:v>45050</c:v>
                </c:pt>
                <c:pt idx="350">
                  <c:v>45051</c:v>
                </c:pt>
                <c:pt idx="351">
                  <c:v>45054</c:v>
                </c:pt>
                <c:pt idx="352">
                  <c:v>45055</c:v>
                </c:pt>
                <c:pt idx="353">
                  <c:v>45056</c:v>
                </c:pt>
                <c:pt idx="354">
                  <c:v>45057</c:v>
                </c:pt>
                <c:pt idx="355">
                  <c:v>45058</c:v>
                </c:pt>
                <c:pt idx="356">
                  <c:v>45061</c:v>
                </c:pt>
                <c:pt idx="357">
                  <c:v>45062</c:v>
                </c:pt>
                <c:pt idx="358">
                  <c:v>45063</c:v>
                </c:pt>
                <c:pt idx="359">
                  <c:v>45064</c:v>
                </c:pt>
                <c:pt idx="360">
                  <c:v>45065</c:v>
                </c:pt>
                <c:pt idx="361">
                  <c:v>45068</c:v>
                </c:pt>
                <c:pt idx="362">
                  <c:v>45069</c:v>
                </c:pt>
                <c:pt idx="363">
                  <c:v>45070</c:v>
                </c:pt>
                <c:pt idx="364">
                  <c:v>45071</c:v>
                </c:pt>
                <c:pt idx="365">
                  <c:v>45072</c:v>
                </c:pt>
                <c:pt idx="366">
                  <c:v>45075</c:v>
                </c:pt>
                <c:pt idx="367">
                  <c:v>45076</c:v>
                </c:pt>
                <c:pt idx="368">
                  <c:v>45077</c:v>
                </c:pt>
                <c:pt idx="369">
                  <c:v>45078</c:v>
                </c:pt>
                <c:pt idx="370">
                  <c:v>45079</c:v>
                </c:pt>
                <c:pt idx="371">
                  <c:v>45082</c:v>
                </c:pt>
                <c:pt idx="372">
                  <c:v>45083</c:v>
                </c:pt>
                <c:pt idx="373">
                  <c:v>45084</c:v>
                </c:pt>
                <c:pt idx="374">
                  <c:v>45085</c:v>
                </c:pt>
                <c:pt idx="375">
                  <c:v>45086</c:v>
                </c:pt>
                <c:pt idx="376">
                  <c:v>45089</c:v>
                </c:pt>
                <c:pt idx="377">
                  <c:v>45090</c:v>
                </c:pt>
                <c:pt idx="378">
                  <c:v>45091</c:v>
                </c:pt>
                <c:pt idx="379">
                  <c:v>45092</c:v>
                </c:pt>
                <c:pt idx="380">
                  <c:v>45093</c:v>
                </c:pt>
                <c:pt idx="381">
                  <c:v>45096</c:v>
                </c:pt>
                <c:pt idx="382">
                  <c:v>45097</c:v>
                </c:pt>
                <c:pt idx="383">
                  <c:v>45098</c:v>
                </c:pt>
                <c:pt idx="384">
                  <c:v>45099</c:v>
                </c:pt>
                <c:pt idx="385">
                  <c:v>45100</c:v>
                </c:pt>
                <c:pt idx="386">
                  <c:v>45103</c:v>
                </c:pt>
                <c:pt idx="387">
                  <c:v>45104</c:v>
                </c:pt>
                <c:pt idx="388">
                  <c:v>45105</c:v>
                </c:pt>
                <c:pt idx="389">
                  <c:v>45106</c:v>
                </c:pt>
                <c:pt idx="390">
                  <c:v>45107</c:v>
                </c:pt>
                <c:pt idx="391">
                  <c:v>45110</c:v>
                </c:pt>
                <c:pt idx="392">
                  <c:v>45111</c:v>
                </c:pt>
                <c:pt idx="393">
                  <c:v>45112</c:v>
                </c:pt>
                <c:pt idx="394">
                  <c:v>45113</c:v>
                </c:pt>
                <c:pt idx="395">
                  <c:v>45114</c:v>
                </c:pt>
                <c:pt idx="396">
                  <c:v>45117</c:v>
                </c:pt>
                <c:pt idx="397">
                  <c:v>45118</c:v>
                </c:pt>
                <c:pt idx="398">
                  <c:v>45119</c:v>
                </c:pt>
                <c:pt idx="399">
                  <c:v>45120</c:v>
                </c:pt>
                <c:pt idx="400">
                  <c:v>45121</c:v>
                </c:pt>
                <c:pt idx="401">
                  <c:v>45124</c:v>
                </c:pt>
                <c:pt idx="402">
                  <c:v>45125</c:v>
                </c:pt>
                <c:pt idx="403">
                  <c:v>45126</c:v>
                </c:pt>
                <c:pt idx="404">
                  <c:v>45127</c:v>
                </c:pt>
                <c:pt idx="405">
                  <c:v>45128</c:v>
                </c:pt>
                <c:pt idx="406">
                  <c:v>45131</c:v>
                </c:pt>
                <c:pt idx="407">
                  <c:v>45132</c:v>
                </c:pt>
                <c:pt idx="408">
                  <c:v>45133</c:v>
                </c:pt>
                <c:pt idx="409">
                  <c:v>45134</c:v>
                </c:pt>
                <c:pt idx="410">
                  <c:v>45135</c:v>
                </c:pt>
                <c:pt idx="411">
                  <c:v>45138</c:v>
                </c:pt>
                <c:pt idx="412">
                  <c:v>45139</c:v>
                </c:pt>
                <c:pt idx="413">
                  <c:v>45140</c:v>
                </c:pt>
                <c:pt idx="414">
                  <c:v>45141</c:v>
                </c:pt>
                <c:pt idx="415">
                  <c:v>45142</c:v>
                </c:pt>
                <c:pt idx="416">
                  <c:v>45145</c:v>
                </c:pt>
                <c:pt idx="417">
                  <c:v>45146</c:v>
                </c:pt>
                <c:pt idx="418">
                  <c:v>45147</c:v>
                </c:pt>
                <c:pt idx="419">
                  <c:v>45148</c:v>
                </c:pt>
                <c:pt idx="420">
                  <c:v>45149</c:v>
                </c:pt>
                <c:pt idx="421">
                  <c:v>45152</c:v>
                </c:pt>
                <c:pt idx="422">
                  <c:v>45153</c:v>
                </c:pt>
                <c:pt idx="423">
                  <c:v>45154</c:v>
                </c:pt>
                <c:pt idx="424">
                  <c:v>45155</c:v>
                </c:pt>
                <c:pt idx="425">
                  <c:v>45156</c:v>
                </c:pt>
                <c:pt idx="426">
                  <c:v>45159</c:v>
                </c:pt>
                <c:pt idx="427">
                  <c:v>45160</c:v>
                </c:pt>
                <c:pt idx="428">
                  <c:v>45161</c:v>
                </c:pt>
                <c:pt idx="429">
                  <c:v>45162</c:v>
                </c:pt>
                <c:pt idx="430">
                  <c:v>45163</c:v>
                </c:pt>
                <c:pt idx="431">
                  <c:v>45166</c:v>
                </c:pt>
                <c:pt idx="432">
                  <c:v>45167</c:v>
                </c:pt>
                <c:pt idx="433">
                  <c:v>45168</c:v>
                </c:pt>
                <c:pt idx="434">
                  <c:v>45169</c:v>
                </c:pt>
                <c:pt idx="435">
                  <c:v>45170</c:v>
                </c:pt>
                <c:pt idx="436">
                  <c:v>45173</c:v>
                </c:pt>
                <c:pt idx="437">
                  <c:v>45174</c:v>
                </c:pt>
                <c:pt idx="438">
                  <c:v>45175</c:v>
                </c:pt>
                <c:pt idx="439">
                  <c:v>45176</c:v>
                </c:pt>
                <c:pt idx="440">
                  <c:v>45177</c:v>
                </c:pt>
                <c:pt idx="441">
                  <c:v>45180</c:v>
                </c:pt>
                <c:pt idx="442">
                  <c:v>45181</c:v>
                </c:pt>
                <c:pt idx="443">
                  <c:v>45182</c:v>
                </c:pt>
                <c:pt idx="444">
                  <c:v>45183</c:v>
                </c:pt>
                <c:pt idx="445">
                  <c:v>45184</c:v>
                </c:pt>
                <c:pt idx="446">
                  <c:v>45187</c:v>
                </c:pt>
                <c:pt idx="447">
                  <c:v>45188</c:v>
                </c:pt>
                <c:pt idx="448">
                  <c:v>45189</c:v>
                </c:pt>
                <c:pt idx="449">
                  <c:v>45190</c:v>
                </c:pt>
                <c:pt idx="450">
                  <c:v>45191</c:v>
                </c:pt>
                <c:pt idx="451">
                  <c:v>45194</c:v>
                </c:pt>
                <c:pt idx="452">
                  <c:v>45195</c:v>
                </c:pt>
                <c:pt idx="453">
                  <c:v>45196</c:v>
                </c:pt>
                <c:pt idx="454">
                  <c:v>45197</c:v>
                </c:pt>
                <c:pt idx="455">
                  <c:v>45198</c:v>
                </c:pt>
                <c:pt idx="456">
                  <c:v>45201</c:v>
                </c:pt>
                <c:pt idx="457">
                  <c:v>45202</c:v>
                </c:pt>
                <c:pt idx="458">
                  <c:v>45203</c:v>
                </c:pt>
                <c:pt idx="459">
                  <c:v>45204</c:v>
                </c:pt>
                <c:pt idx="460">
                  <c:v>45205</c:v>
                </c:pt>
                <c:pt idx="461">
                  <c:v>45208</c:v>
                </c:pt>
                <c:pt idx="462">
                  <c:v>45209</c:v>
                </c:pt>
                <c:pt idx="463">
                  <c:v>45210</c:v>
                </c:pt>
                <c:pt idx="464">
                  <c:v>45211</c:v>
                </c:pt>
                <c:pt idx="465">
                  <c:v>45212</c:v>
                </c:pt>
                <c:pt idx="466">
                  <c:v>45215</c:v>
                </c:pt>
                <c:pt idx="467">
                  <c:v>45216</c:v>
                </c:pt>
                <c:pt idx="468">
                  <c:v>45217</c:v>
                </c:pt>
                <c:pt idx="469">
                  <c:v>45218</c:v>
                </c:pt>
                <c:pt idx="470">
                  <c:v>45219</c:v>
                </c:pt>
                <c:pt idx="471">
                  <c:v>45222</c:v>
                </c:pt>
                <c:pt idx="472">
                  <c:v>45223</c:v>
                </c:pt>
                <c:pt idx="473">
                  <c:v>45224</c:v>
                </c:pt>
                <c:pt idx="474">
                  <c:v>45225</c:v>
                </c:pt>
                <c:pt idx="475">
                  <c:v>45226</c:v>
                </c:pt>
                <c:pt idx="476">
                  <c:v>45229</c:v>
                </c:pt>
                <c:pt idx="477">
                  <c:v>45230</c:v>
                </c:pt>
                <c:pt idx="478">
                  <c:v>45231</c:v>
                </c:pt>
                <c:pt idx="479">
                  <c:v>45232</c:v>
                </c:pt>
                <c:pt idx="480">
                  <c:v>45233</c:v>
                </c:pt>
                <c:pt idx="481">
                  <c:v>45236</c:v>
                </c:pt>
                <c:pt idx="482">
                  <c:v>45237</c:v>
                </c:pt>
                <c:pt idx="483">
                  <c:v>45238</c:v>
                </c:pt>
                <c:pt idx="484">
                  <c:v>45239</c:v>
                </c:pt>
                <c:pt idx="485">
                  <c:v>45240</c:v>
                </c:pt>
                <c:pt idx="486">
                  <c:v>45243</c:v>
                </c:pt>
                <c:pt idx="487">
                  <c:v>45244</c:v>
                </c:pt>
                <c:pt idx="488">
                  <c:v>45245</c:v>
                </c:pt>
                <c:pt idx="489">
                  <c:v>45246</c:v>
                </c:pt>
                <c:pt idx="490">
                  <c:v>45247</c:v>
                </c:pt>
                <c:pt idx="491">
                  <c:v>45250</c:v>
                </c:pt>
                <c:pt idx="492">
                  <c:v>45251</c:v>
                </c:pt>
                <c:pt idx="493">
                  <c:v>45252</c:v>
                </c:pt>
                <c:pt idx="494">
                  <c:v>45253</c:v>
                </c:pt>
                <c:pt idx="495">
                  <c:v>45254</c:v>
                </c:pt>
                <c:pt idx="496">
                  <c:v>45257</c:v>
                </c:pt>
                <c:pt idx="497">
                  <c:v>45258</c:v>
                </c:pt>
                <c:pt idx="498">
                  <c:v>45259</c:v>
                </c:pt>
                <c:pt idx="499">
                  <c:v>45260</c:v>
                </c:pt>
                <c:pt idx="500">
                  <c:v>45261</c:v>
                </c:pt>
                <c:pt idx="501">
                  <c:v>45264</c:v>
                </c:pt>
                <c:pt idx="502">
                  <c:v>45265</c:v>
                </c:pt>
                <c:pt idx="503">
                  <c:v>45266</c:v>
                </c:pt>
                <c:pt idx="504">
                  <c:v>45267</c:v>
                </c:pt>
                <c:pt idx="505">
                  <c:v>45268</c:v>
                </c:pt>
                <c:pt idx="506">
                  <c:v>45271</c:v>
                </c:pt>
                <c:pt idx="507">
                  <c:v>45272</c:v>
                </c:pt>
                <c:pt idx="508">
                  <c:v>45273</c:v>
                </c:pt>
                <c:pt idx="509">
                  <c:v>45274</c:v>
                </c:pt>
                <c:pt idx="510">
                  <c:v>45275</c:v>
                </c:pt>
                <c:pt idx="511">
                  <c:v>45278</c:v>
                </c:pt>
                <c:pt idx="512">
                  <c:v>45279</c:v>
                </c:pt>
                <c:pt idx="513">
                  <c:v>45280</c:v>
                </c:pt>
                <c:pt idx="514">
                  <c:v>45281</c:v>
                </c:pt>
                <c:pt idx="515">
                  <c:v>45282</c:v>
                </c:pt>
                <c:pt idx="516">
                  <c:v>45285</c:v>
                </c:pt>
                <c:pt idx="517">
                  <c:v>45286</c:v>
                </c:pt>
                <c:pt idx="518">
                  <c:v>45287</c:v>
                </c:pt>
                <c:pt idx="519">
                  <c:v>45288</c:v>
                </c:pt>
                <c:pt idx="520">
                  <c:v>45289</c:v>
                </c:pt>
                <c:pt idx="521">
                  <c:v>45292</c:v>
                </c:pt>
                <c:pt idx="522">
                  <c:v>45293</c:v>
                </c:pt>
                <c:pt idx="523">
                  <c:v>45294</c:v>
                </c:pt>
                <c:pt idx="524">
                  <c:v>45295</c:v>
                </c:pt>
                <c:pt idx="525">
                  <c:v>45296</c:v>
                </c:pt>
                <c:pt idx="526">
                  <c:v>45299</c:v>
                </c:pt>
                <c:pt idx="527">
                  <c:v>45300</c:v>
                </c:pt>
                <c:pt idx="528">
                  <c:v>45301</c:v>
                </c:pt>
                <c:pt idx="529">
                  <c:v>45302</c:v>
                </c:pt>
                <c:pt idx="530">
                  <c:v>45303</c:v>
                </c:pt>
                <c:pt idx="531">
                  <c:v>45306</c:v>
                </c:pt>
                <c:pt idx="532">
                  <c:v>45307</c:v>
                </c:pt>
                <c:pt idx="533">
                  <c:v>45308</c:v>
                </c:pt>
                <c:pt idx="534">
                  <c:v>45309</c:v>
                </c:pt>
                <c:pt idx="535">
                  <c:v>45310</c:v>
                </c:pt>
                <c:pt idx="536">
                  <c:v>45313</c:v>
                </c:pt>
                <c:pt idx="537">
                  <c:v>45314</c:v>
                </c:pt>
                <c:pt idx="538">
                  <c:v>45315</c:v>
                </c:pt>
                <c:pt idx="539">
                  <c:v>45316</c:v>
                </c:pt>
                <c:pt idx="540">
                  <c:v>45317</c:v>
                </c:pt>
                <c:pt idx="541">
                  <c:v>45320</c:v>
                </c:pt>
                <c:pt idx="542">
                  <c:v>45321</c:v>
                </c:pt>
                <c:pt idx="543">
                  <c:v>45322</c:v>
                </c:pt>
                <c:pt idx="544">
                  <c:v>45323</c:v>
                </c:pt>
                <c:pt idx="545">
                  <c:v>45324</c:v>
                </c:pt>
                <c:pt idx="546">
                  <c:v>45327</c:v>
                </c:pt>
                <c:pt idx="547">
                  <c:v>45328</c:v>
                </c:pt>
                <c:pt idx="548">
                  <c:v>45329</c:v>
                </c:pt>
                <c:pt idx="549">
                  <c:v>45330</c:v>
                </c:pt>
                <c:pt idx="550">
                  <c:v>45331</c:v>
                </c:pt>
                <c:pt idx="551">
                  <c:v>45334</c:v>
                </c:pt>
                <c:pt idx="552">
                  <c:v>45335</c:v>
                </c:pt>
                <c:pt idx="553">
                  <c:v>45336</c:v>
                </c:pt>
                <c:pt idx="554">
                  <c:v>45337</c:v>
                </c:pt>
                <c:pt idx="555">
                  <c:v>45338</c:v>
                </c:pt>
                <c:pt idx="556">
                  <c:v>45341</c:v>
                </c:pt>
                <c:pt idx="557">
                  <c:v>45342</c:v>
                </c:pt>
                <c:pt idx="558">
                  <c:v>45343</c:v>
                </c:pt>
                <c:pt idx="559">
                  <c:v>45344</c:v>
                </c:pt>
                <c:pt idx="560">
                  <c:v>45345</c:v>
                </c:pt>
                <c:pt idx="561">
                  <c:v>45348</c:v>
                </c:pt>
                <c:pt idx="562">
                  <c:v>45349</c:v>
                </c:pt>
                <c:pt idx="563">
                  <c:v>45350</c:v>
                </c:pt>
                <c:pt idx="564">
                  <c:v>45351</c:v>
                </c:pt>
                <c:pt idx="565">
                  <c:v>45352</c:v>
                </c:pt>
                <c:pt idx="566">
                  <c:v>45355</c:v>
                </c:pt>
                <c:pt idx="567">
                  <c:v>45356</c:v>
                </c:pt>
                <c:pt idx="568">
                  <c:v>45357</c:v>
                </c:pt>
                <c:pt idx="569">
                  <c:v>45358</c:v>
                </c:pt>
                <c:pt idx="570">
                  <c:v>45359</c:v>
                </c:pt>
                <c:pt idx="571">
                  <c:v>45362</c:v>
                </c:pt>
                <c:pt idx="572">
                  <c:v>45363</c:v>
                </c:pt>
                <c:pt idx="573">
                  <c:v>45364</c:v>
                </c:pt>
                <c:pt idx="574">
                  <c:v>45365</c:v>
                </c:pt>
                <c:pt idx="575">
                  <c:v>45366</c:v>
                </c:pt>
                <c:pt idx="576">
                  <c:v>45369</c:v>
                </c:pt>
                <c:pt idx="577">
                  <c:v>45370</c:v>
                </c:pt>
                <c:pt idx="578">
                  <c:v>45371</c:v>
                </c:pt>
                <c:pt idx="579">
                  <c:v>45372</c:v>
                </c:pt>
                <c:pt idx="580">
                  <c:v>45373</c:v>
                </c:pt>
                <c:pt idx="581">
                  <c:v>45376</c:v>
                </c:pt>
                <c:pt idx="582">
                  <c:v>45377</c:v>
                </c:pt>
                <c:pt idx="583">
                  <c:v>45378</c:v>
                </c:pt>
                <c:pt idx="584">
                  <c:v>45379</c:v>
                </c:pt>
                <c:pt idx="585">
                  <c:v>45380</c:v>
                </c:pt>
                <c:pt idx="586">
                  <c:v>45383</c:v>
                </c:pt>
                <c:pt idx="587">
                  <c:v>45384</c:v>
                </c:pt>
                <c:pt idx="588">
                  <c:v>45385</c:v>
                </c:pt>
                <c:pt idx="589">
                  <c:v>45386</c:v>
                </c:pt>
                <c:pt idx="590">
                  <c:v>45387</c:v>
                </c:pt>
                <c:pt idx="591">
                  <c:v>45390</c:v>
                </c:pt>
                <c:pt idx="592">
                  <c:v>45391</c:v>
                </c:pt>
                <c:pt idx="593">
                  <c:v>45392</c:v>
                </c:pt>
                <c:pt idx="594">
                  <c:v>45393</c:v>
                </c:pt>
                <c:pt idx="595">
                  <c:v>45394</c:v>
                </c:pt>
                <c:pt idx="596">
                  <c:v>45397</c:v>
                </c:pt>
                <c:pt idx="597">
                  <c:v>45398</c:v>
                </c:pt>
                <c:pt idx="598">
                  <c:v>45399</c:v>
                </c:pt>
                <c:pt idx="599">
                  <c:v>45400</c:v>
                </c:pt>
                <c:pt idx="600">
                  <c:v>45401</c:v>
                </c:pt>
                <c:pt idx="601">
                  <c:v>45404</c:v>
                </c:pt>
                <c:pt idx="602">
                  <c:v>45405</c:v>
                </c:pt>
                <c:pt idx="603">
                  <c:v>45406</c:v>
                </c:pt>
                <c:pt idx="604">
                  <c:v>45407</c:v>
                </c:pt>
                <c:pt idx="605">
                  <c:v>45408</c:v>
                </c:pt>
                <c:pt idx="606">
                  <c:v>45411</c:v>
                </c:pt>
                <c:pt idx="607">
                  <c:v>45412</c:v>
                </c:pt>
                <c:pt idx="608">
                  <c:v>45413</c:v>
                </c:pt>
                <c:pt idx="609">
                  <c:v>45414</c:v>
                </c:pt>
                <c:pt idx="610">
                  <c:v>45415</c:v>
                </c:pt>
                <c:pt idx="611">
                  <c:v>45418</c:v>
                </c:pt>
                <c:pt idx="612">
                  <c:v>45419</c:v>
                </c:pt>
                <c:pt idx="613">
                  <c:v>45420</c:v>
                </c:pt>
                <c:pt idx="614">
                  <c:v>45421</c:v>
                </c:pt>
                <c:pt idx="615">
                  <c:v>45422</c:v>
                </c:pt>
                <c:pt idx="616">
                  <c:v>45425</c:v>
                </c:pt>
                <c:pt idx="617">
                  <c:v>45426</c:v>
                </c:pt>
                <c:pt idx="618">
                  <c:v>45427</c:v>
                </c:pt>
                <c:pt idx="619">
                  <c:v>45428</c:v>
                </c:pt>
                <c:pt idx="620">
                  <c:v>45429</c:v>
                </c:pt>
                <c:pt idx="621">
                  <c:v>45432</c:v>
                </c:pt>
                <c:pt idx="622">
                  <c:v>45433</c:v>
                </c:pt>
                <c:pt idx="623">
                  <c:v>45434</c:v>
                </c:pt>
                <c:pt idx="624">
                  <c:v>45435</c:v>
                </c:pt>
                <c:pt idx="625">
                  <c:v>45436</c:v>
                </c:pt>
                <c:pt idx="626">
                  <c:v>45440</c:v>
                </c:pt>
                <c:pt idx="627">
                  <c:v>45441</c:v>
                </c:pt>
                <c:pt idx="628">
                  <c:v>45442</c:v>
                </c:pt>
                <c:pt idx="629">
                  <c:v>45443</c:v>
                </c:pt>
                <c:pt idx="630">
                  <c:v>45446</c:v>
                </c:pt>
                <c:pt idx="631">
                  <c:v>45447</c:v>
                </c:pt>
                <c:pt idx="632">
                  <c:v>45448</c:v>
                </c:pt>
                <c:pt idx="633">
                  <c:v>45449</c:v>
                </c:pt>
                <c:pt idx="634">
                  <c:v>45450</c:v>
                </c:pt>
                <c:pt idx="635">
                  <c:v>45453</c:v>
                </c:pt>
                <c:pt idx="636">
                  <c:v>45454</c:v>
                </c:pt>
                <c:pt idx="637">
                  <c:v>45455</c:v>
                </c:pt>
                <c:pt idx="638">
                  <c:v>45456</c:v>
                </c:pt>
                <c:pt idx="639">
                  <c:v>45457</c:v>
                </c:pt>
                <c:pt idx="640">
                  <c:v>45460</c:v>
                </c:pt>
                <c:pt idx="641">
                  <c:v>45461</c:v>
                </c:pt>
                <c:pt idx="642">
                  <c:v>45462</c:v>
                </c:pt>
                <c:pt idx="643">
                  <c:v>45463</c:v>
                </c:pt>
                <c:pt idx="644">
                  <c:v>45464</c:v>
                </c:pt>
                <c:pt idx="645">
                  <c:v>45467</c:v>
                </c:pt>
                <c:pt idx="646">
                  <c:v>45468</c:v>
                </c:pt>
                <c:pt idx="647">
                  <c:v>45469</c:v>
                </c:pt>
                <c:pt idx="648">
                  <c:v>45470</c:v>
                </c:pt>
                <c:pt idx="649">
                  <c:v>45471</c:v>
                </c:pt>
                <c:pt idx="650">
                  <c:v>45474</c:v>
                </c:pt>
                <c:pt idx="651">
                  <c:v>45475</c:v>
                </c:pt>
                <c:pt idx="652">
                  <c:v>45476</c:v>
                </c:pt>
                <c:pt idx="653">
                  <c:v>45477</c:v>
                </c:pt>
                <c:pt idx="654">
                  <c:v>45478</c:v>
                </c:pt>
                <c:pt idx="655">
                  <c:v>45481</c:v>
                </c:pt>
                <c:pt idx="656">
                  <c:v>45482</c:v>
                </c:pt>
                <c:pt idx="657">
                  <c:v>45483</c:v>
                </c:pt>
                <c:pt idx="658">
                  <c:v>45484</c:v>
                </c:pt>
                <c:pt idx="659">
                  <c:v>45485</c:v>
                </c:pt>
                <c:pt idx="660">
                  <c:v>45488</c:v>
                </c:pt>
                <c:pt idx="661">
                  <c:v>45489</c:v>
                </c:pt>
                <c:pt idx="662">
                  <c:v>45490</c:v>
                </c:pt>
                <c:pt idx="663">
                  <c:v>45491</c:v>
                </c:pt>
                <c:pt idx="664">
                  <c:v>45492</c:v>
                </c:pt>
                <c:pt idx="665">
                  <c:v>45495</c:v>
                </c:pt>
                <c:pt idx="666">
                  <c:v>45496</c:v>
                </c:pt>
                <c:pt idx="667">
                  <c:v>45497</c:v>
                </c:pt>
                <c:pt idx="668">
                  <c:v>45498</c:v>
                </c:pt>
                <c:pt idx="669">
                  <c:v>45499</c:v>
                </c:pt>
                <c:pt idx="670">
                  <c:v>45502</c:v>
                </c:pt>
                <c:pt idx="671">
                  <c:v>45503</c:v>
                </c:pt>
                <c:pt idx="672">
                  <c:v>45504</c:v>
                </c:pt>
                <c:pt idx="673">
                  <c:v>45505</c:v>
                </c:pt>
                <c:pt idx="674">
                  <c:v>45506</c:v>
                </c:pt>
                <c:pt idx="675">
                  <c:v>45509</c:v>
                </c:pt>
                <c:pt idx="676">
                  <c:v>45510</c:v>
                </c:pt>
                <c:pt idx="677">
                  <c:v>45511</c:v>
                </c:pt>
                <c:pt idx="678">
                  <c:v>45512</c:v>
                </c:pt>
                <c:pt idx="679">
                  <c:v>45513</c:v>
                </c:pt>
                <c:pt idx="680">
                  <c:v>45516</c:v>
                </c:pt>
                <c:pt idx="681">
                  <c:v>45517</c:v>
                </c:pt>
                <c:pt idx="682">
                  <c:v>45518</c:v>
                </c:pt>
                <c:pt idx="683">
                  <c:v>45519</c:v>
                </c:pt>
                <c:pt idx="684">
                  <c:v>45520</c:v>
                </c:pt>
                <c:pt idx="685">
                  <c:v>45523</c:v>
                </c:pt>
                <c:pt idx="686">
                  <c:v>45524</c:v>
                </c:pt>
                <c:pt idx="687">
                  <c:v>45525</c:v>
                </c:pt>
                <c:pt idx="688">
                  <c:v>45526</c:v>
                </c:pt>
                <c:pt idx="689">
                  <c:v>45527</c:v>
                </c:pt>
                <c:pt idx="690">
                  <c:v>45530</c:v>
                </c:pt>
                <c:pt idx="691">
                  <c:v>45531</c:v>
                </c:pt>
                <c:pt idx="692">
                  <c:v>45532</c:v>
                </c:pt>
                <c:pt idx="693">
                  <c:v>45533</c:v>
                </c:pt>
                <c:pt idx="694">
                  <c:v>45534</c:v>
                </c:pt>
                <c:pt idx="695">
                  <c:v>45537</c:v>
                </c:pt>
                <c:pt idx="696">
                  <c:v>45538</c:v>
                </c:pt>
                <c:pt idx="697">
                  <c:v>45539</c:v>
                </c:pt>
                <c:pt idx="698">
                  <c:v>45540</c:v>
                </c:pt>
                <c:pt idx="699">
                  <c:v>45541</c:v>
                </c:pt>
                <c:pt idx="700">
                  <c:v>45544</c:v>
                </c:pt>
                <c:pt idx="701">
                  <c:v>45545</c:v>
                </c:pt>
                <c:pt idx="702">
                  <c:v>45546</c:v>
                </c:pt>
                <c:pt idx="703">
                  <c:v>45547</c:v>
                </c:pt>
                <c:pt idx="704">
                  <c:v>45548</c:v>
                </c:pt>
                <c:pt idx="705">
                  <c:v>45551</c:v>
                </c:pt>
                <c:pt idx="706">
                  <c:v>45552</c:v>
                </c:pt>
                <c:pt idx="707">
                  <c:v>45553</c:v>
                </c:pt>
                <c:pt idx="708">
                  <c:v>45554</c:v>
                </c:pt>
                <c:pt idx="709">
                  <c:v>45555</c:v>
                </c:pt>
                <c:pt idx="710">
                  <c:v>45558</c:v>
                </c:pt>
                <c:pt idx="711">
                  <c:v>45559</c:v>
                </c:pt>
                <c:pt idx="712">
                  <c:v>45560</c:v>
                </c:pt>
                <c:pt idx="713">
                  <c:v>45561</c:v>
                </c:pt>
                <c:pt idx="714">
                  <c:v>45562</c:v>
                </c:pt>
                <c:pt idx="715">
                  <c:v>45565</c:v>
                </c:pt>
                <c:pt idx="716">
                  <c:v>45566</c:v>
                </c:pt>
                <c:pt idx="717">
                  <c:v>45567</c:v>
                </c:pt>
                <c:pt idx="718">
                  <c:v>45568</c:v>
                </c:pt>
                <c:pt idx="719">
                  <c:v>45569</c:v>
                </c:pt>
                <c:pt idx="720">
                  <c:v>45572</c:v>
                </c:pt>
                <c:pt idx="721">
                  <c:v>45573</c:v>
                </c:pt>
                <c:pt idx="722">
                  <c:v>45574</c:v>
                </c:pt>
                <c:pt idx="723">
                  <c:v>45575</c:v>
                </c:pt>
                <c:pt idx="724">
                  <c:v>45576</c:v>
                </c:pt>
                <c:pt idx="725">
                  <c:v>45579</c:v>
                </c:pt>
                <c:pt idx="726">
                  <c:v>45580</c:v>
                </c:pt>
                <c:pt idx="727">
                  <c:v>45581</c:v>
                </c:pt>
                <c:pt idx="728">
                  <c:v>45582</c:v>
                </c:pt>
                <c:pt idx="729">
                  <c:v>45583</c:v>
                </c:pt>
                <c:pt idx="730">
                  <c:v>45586</c:v>
                </c:pt>
                <c:pt idx="731">
                  <c:v>45587</c:v>
                </c:pt>
                <c:pt idx="732">
                  <c:v>45588</c:v>
                </c:pt>
                <c:pt idx="733">
                  <c:v>45589</c:v>
                </c:pt>
                <c:pt idx="734">
                  <c:v>45590</c:v>
                </c:pt>
                <c:pt idx="735">
                  <c:v>45593</c:v>
                </c:pt>
                <c:pt idx="736">
                  <c:v>45594</c:v>
                </c:pt>
                <c:pt idx="737">
                  <c:v>45595</c:v>
                </c:pt>
                <c:pt idx="738">
                  <c:v>45596</c:v>
                </c:pt>
                <c:pt idx="739">
                  <c:v>45597</c:v>
                </c:pt>
                <c:pt idx="740">
                  <c:v>45600</c:v>
                </c:pt>
                <c:pt idx="741">
                  <c:v>45601</c:v>
                </c:pt>
                <c:pt idx="742">
                  <c:v>45602</c:v>
                </c:pt>
                <c:pt idx="743">
                  <c:v>45603</c:v>
                </c:pt>
                <c:pt idx="744">
                  <c:v>45604</c:v>
                </c:pt>
                <c:pt idx="745">
                  <c:v>45607</c:v>
                </c:pt>
                <c:pt idx="746">
                  <c:v>45608</c:v>
                </c:pt>
                <c:pt idx="747">
                  <c:v>45609</c:v>
                </c:pt>
                <c:pt idx="748">
                  <c:v>45610</c:v>
                </c:pt>
                <c:pt idx="749">
                  <c:v>45611</c:v>
                </c:pt>
                <c:pt idx="750">
                  <c:v>45614</c:v>
                </c:pt>
                <c:pt idx="751">
                  <c:v>45615</c:v>
                </c:pt>
                <c:pt idx="752">
                  <c:v>45616</c:v>
                </c:pt>
                <c:pt idx="753">
                  <c:v>45617</c:v>
                </c:pt>
                <c:pt idx="754">
                  <c:v>45618</c:v>
                </c:pt>
                <c:pt idx="755">
                  <c:v>45621</c:v>
                </c:pt>
                <c:pt idx="756">
                  <c:v>45622</c:v>
                </c:pt>
                <c:pt idx="757">
                  <c:v>45623</c:v>
                </c:pt>
                <c:pt idx="758">
                  <c:v>45624</c:v>
                </c:pt>
                <c:pt idx="759">
                  <c:v>45625</c:v>
                </c:pt>
                <c:pt idx="760">
                  <c:v>45628</c:v>
                </c:pt>
                <c:pt idx="761">
                  <c:v>45629</c:v>
                </c:pt>
                <c:pt idx="762">
                  <c:v>45630</c:v>
                </c:pt>
                <c:pt idx="763">
                  <c:v>45631</c:v>
                </c:pt>
                <c:pt idx="764">
                  <c:v>45632</c:v>
                </c:pt>
                <c:pt idx="765">
                  <c:v>45635</c:v>
                </c:pt>
                <c:pt idx="766">
                  <c:v>45636</c:v>
                </c:pt>
                <c:pt idx="767">
                  <c:v>45637</c:v>
                </c:pt>
                <c:pt idx="768">
                  <c:v>45638</c:v>
                </c:pt>
                <c:pt idx="769">
                  <c:v>45639</c:v>
                </c:pt>
                <c:pt idx="770">
                  <c:v>45642</c:v>
                </c:pt>
                <c:pt idx="771">
                  <c:v>45643</c:v>
                </c:pt>
                <c:pt idx="772">
                  <c:v>45644</c:v>
                </c:pt>
                <c:pt idx="773">
                  <c:v>45645</c:v>
                </c:pt>
                <c:pt idx="774">
                  <c:v>45646</c:v>
                </c:pt>
                <c:pt idx="775">
                  <c:v>45649</c:v>
                </c:pt>
                <c:pt idx="776">
                  <c:v>45650</c:v>
                </c:pt>
                <c:pt idx="777">
                  <c:v>45651</c:v>
                </c:pt>
                <c:pt idx="778">
                  <c:v>45652</c:v>
                </c:pt>
                <c:pt idx="779">
                  <c:v>45653</c:v>
                </c:pt>
                <c:pt idx="780">
                  <c:v>45656</c:v>
                </c:pt>
                <c:pt idx="781">
                  <c:v>45657</c:v>
                </c:pt>
                <c:pt idx="782">
                  <c:v>45658</c:v>
                </c:pt>
                <c:pt idx="783">
                  <c:v>45659</c:v>
                </c:pt>
                <c:pt idx="784">
                  <c:v>45660</c:v>
                </c:pt>
                <c:pt idx="785">
                  <c:v>45663</c:v>
                </c:pt>
                <c:pt idx="786">
                  <c:v>45664</c:v>
                </c:pt>
                <c:pt idx="787">
                  <c:v>45665</c:v>
                </c:pt>
                <c:pt idx="788">
                  <c:v>45666</c:v>
                </c:pt>
                <c:pt idx="789">
                  <c:v>45667</c:v>
                </c:pt>
                <c:pt idx="790">
                  <c:v>45670</c:v>
                </c:pt>
                <c:pt idx="791">
                  <c:v>45671</c:v>
                </c:pt>
                <c:pt idx="792">
                  <c:v>45672</c:v>
                </c:pt>
                <c:pt idx="793">
                  <c:v>45673</c:v>
                </c:pt>
                <c:pt idx="794">
                  <c:v>45674</c:v>
                </c:pt>
                <c:pt idx="795">
                  <c:v>45677</c:v>
                </c:pt>
                <c:pt idx="796">
                  <c:v>45678</c:v>
                </c:pt>
                <c:pt idx="797">
                  <c:v>45679</c:v>
                </c:pt>
                <c:pt idx="798">
                  <c:v>45680</c:v>
                </c:pt>
                <c:pt idx="799">
                  <c:v>45681</c:v>
                </c:pt>
                <c:pt idx="800">
                  <c:v>45684</c:v>
                </c:pt>
                <c:pt idx="801">
                  <c:v>45685</c:v>
                </c:pt>
                <c:pt idx="802">
                  <c:v>45686</c:v>
                </c:pt>
                <c:pt idx="803">
                  <c:v>45687</c:v>
                </c:pt>
                <c:pt idx="804">
                  <c:v>45688</c:v>
                </c:pt>
                <c:pt idx="805">
                  <c:v>45691</c:v>
                </c:pt>
                <c:pt idx="806">
                  <c:v>45692</c:v>
                </c:pt>
                <c:pt idx="807">
                  <c:v>45693</c:v>
                </c:pt>
                <c:pt idx="808">
                  <c:v>45694</c:v>
                </c:pt>
                <c:pt idx="809">
                  <c:v>45695</c:v>
                </c:pt>
                <c:pt idx="810">
                  <c:v>45698</c:v>
                </c:pt>
                <c:pt idx="811">
                  <c:v>45699</c:v>
                </c:pt>
                <c:pt idx="812">
                  <c:v>45700</c:v>
                </c:pt>
                <c:pt idx="813">
                  <c:v>45701</c:v>
                </c:pt>
                <c:pt idx="814">
                  <c:v>45702</c:v>
                </c:pt>
                <c:pt idx="815">
                  <c:v>45705</c:v>
                </c:pt>
                <c:pt idx="816">
                  <c:v>45706</c:v>
                </c:pt>
                <c:pt idx="817">
                  <c:v>45707</c:v>
                </c:pt>
                <c:pt idx="818">
                  <c:v>45708</c:v>
                </c:pt>
                <c:pt idx="819">
                  <c:v>45709</c:v>
                </c:pt>
                <c:pt idx="820">
                  <c:v>45712</c:v>
                </c:pt>
                <c:pt idx="821">
                  <c:v>45713</c:v>
                </c:pt>
                <c:pt idx="822">
                  <c:v>45714</c:v>
                </c:pt>
                <c:pt idx="823">
                  <c:v>45715</c:v>
                </c:pt>
                <c:pt idx="824">
                  <c:v>45716</c:v>
                </c:pt>
                <c:pt idx="825">
                  <c:v>45719</c:v>
                </c:pt>
                <c:pt idx="826">
                  <c:v>45720</c:v>
                </c:pt>
                <c:pt idx="827">
                  <c:v>45721</c:v>
                </c:pt>
                <c:pt idx="828">
                  <c:v>45722</c:v>
                </c:pt>
                <c:pt idx="829">
                  <c:v>45723</c:v>
                </c:pt>
                <c:pt idx="830">
                  <c:v>45726</c:v>
                </c:pt>
                <c:pt idx="831">
                  <c:v>45727</c:v>
                </c:pt>
                <c:pt idx="832">
                  <c:v>45728</c:v>
                </c:pt>
                <c:pt idx="833">
                  <c:v>45729</c:v>
                </c:pt>
                <c:pt idx="834">
                  <c:v>45730</c:v>
                </c:pt>
                <c:pt idx="835">
                  <c:v>45733</c:v>
                </c:pt>
                <c:pt idx="836">
                  <c:v>45734</c:v>
                </c:pt>
                <c:pt idx="837">
                  <c:v>45735</c:v>
                </c:pt>
                <c:pt idx="838">
                  <c:v>45736</c:v>
                </c:pt>
                <c:pt idx="839">
                  <c:v>45737</c:v>
                </c:pt>
                <c:pt idx="840">
                  <c:v>45740</c:v>
                </c:pt>
                <c:pt idx="841">
                  <c:v>45741</c:v>
                </c:pt>
                <c:pt idx="842">
                  <c:v>45742</c:v>
                </c:pt>
                <c:pt idx="843">
                  <c:v>45743</c:v>
                </c:pt>
                <c:pt idx="844">
                  <c:v>45744</c:v>
                </c:pt>
                <c:pt idx="845">
                  <c:v>45747</c:v>
                </c:pt>
                <c:pt idx="846">
                  <c:v>45748</c:v>
                </c:pt>
                <c:pt idx="847">
                  <c:v>45749</c:v>
                </c:pt>
                <c:pt idx="848">
                  <c:v>45750</c:v>
                </c:pt>
                <c:pt idx="849">
                  <c:v>45751</c:v>
                </c:pt>
                <c:pt idx="850">
                  <c:v>45754</c:v>
                </c:pt>
                <c:pt idx="851">
                  <c:v>45755</c:v>
                </c:pt>
                <c:pt idx="852">
                  <c:v>45756</c:v>
                </c:pt>
                <c:pt idx="853">
                  <c:v>45757</c:v>
                </c:pt>
                <c:pt idx="854">
                  <c:v>45758</c:v>
                </c:pt>
                <c:pt idx="855">
                  <c:v>45761</c:v>
                </c:pt>
                <c:pt idx="856">
                  <c:v>45762</c:v>
                </c:pt>
                <c:pt idx="857">
                  <c:v>45763</c:v>
                </c:pt>
                <c:pt idx="858">
                  <c:v>45764</c:v>
                </c:pt>
                <c:pt idx="859">
                  <c:v>45765</c:v>
                </c:pt>
                <c:pt idx="860">
                  <c:v>45768</c:v>
                </c:pt>
                <c:pt idx="861">
                  <c:v>45769</c:v>
                </c:pt>
                <c:pt idx="862">
                  <c:v>45770</c:v>
                </c:pt>
                <c:pt idx="863">
                  <c:v>45771</c:v>
                </c:pt>
                <c:pt idx="864">
                  <c:v>45772</c:v>
                </c:pt>
                <c:pt idx="865">
                  <c:v>45775</c:v>
                </c:pt>
                <c:pt idx="866">
                  <c:v>45776</c:v>
                </c:pt>
                <c:pt idx="867">
                  <c:v>45777</c:v>
                </c:pt>
                <c:pt idx="868">
                  <c:v>45778</c:v>
                </c:pt>
                <c:pt idx="869">
                  <c:v>45779</c:v>
                </c:pt>
                <c:pt idx="870">
                  <c:v>45782</c:v>
                </c:pt>
                <c:pt idx="871">
                  <c:v>45783</c:v>
                </c:pt>
                <c:pt idx="872">
                  <c:v>45784</c:v>
                </c:pt>
                <c:pt idx="873">
                  <c:v>45785</c:v>
                </c:pt>
                <c:pt idx="874">
                  <c:v>45786</c:v>
                </c:pt>
                <c:pt idx="875">
                  <c:v>45789</c:v>
                </c:pt>
                <c:pt idx="876">
                  <c:v>45790</c:v>
                </c:pt>
                <c:pt idx="877">
                  <c:v>45791</c:v>
                </c:pt>
                <c:pt idx="878">
                  <c:v>45792</c:v>
                </c:pt>
                <c:pt idx="879">
                  <c:v>45793</c:v>
                </c:pt>
                <c:pt idx="880">
                  <c:v>45796</c:v>
                </c:pt>
                <c:pt idx="881">
                  <c:v>45797</c:v>
                </c:pt>
                <c:pt idx="882">
                  <c:v>45798</c:v>
                </c:pt>
                <c:pt idx="883">
                  <c:v>45799</c:v>
                </c:pt>
                <c:pt idx="884">
                  <c:v>45800</c:v>
                </c:pt>
                <c:pt idx="885">
                  <c:v>45804</c:v>
                </c:pt>
                <c:pt idx="886">
                  <c:v>45805</c:v>
                </c:pt>
                <c:pt idx="887">
                  <c:v>45806</c:v>
                </c:pt>
                <c:pt idx="888">
                  <c:v>45807</c:v>
                </c:pt>
                <c:pt idx="889">
                  <c:v>45810</c:v>
                </c:pt>
                <c:pt idx="890">
                  <c:v>45811</c:v>
                </c:pt>
                <c:pt idx="891">
                  <c:v>45812</c:v>
                </c:pt>
                <c:pt idx="892">
                  <c:v>45813</c:v>
                </c:pt>
                <c:pt idx="893">
                  <c:v>45814</c:v>
                </c:pt>
                <c:pt idx="894">
                  <c:v>45817</c:v>
                </c:pt>
                <c:pt idx="895">
                  <c:v>45818</c:v>
                </c:pt>
                <c:pt idx="896">
                  <c:v>45819</c:v>
                </c:pt>
                <c:pt idx="897">
                  <c:v>45820</c:v>
                </c:pt>
                <c:pt idx="898">
                  <c:v>45821</c:v>
                </c:pt>
                <c:pt idx="899">
                  <c:v>45824</c:v>
                </c:pt>
                <c:pt idx="900">
                  <c:v>45825</c:v>
                </c:pt>
                <c:pt idx="901">
                  <c:v>45826</c:v>
                </c:pt>
                <c:pt idx="902">
                  <c:v>45827</c:v>
                </c:pt>
                <c:pt idx="903">
                  <c:v>45828</c:v>
                </c:pt>
                <c:pt idx="904">
                  <c:v>45831</c:v>
                </c:pt>
                <c:pt idx="905">
                  <c:v>45832</c:v>
                </c:pt>
                <c:pt idx="906">
                  <c:v>45833</c:v>
                </c:pt>
                <c:pt idx="907">
                  <c:v>45834</c:v>
                </c:pt>
                <c:pt idx="908">
                  <c:v>45835</c:v>
                </c:pt>
                <c:pt idx="909">
                  <c:v>45838</c:v>
                </c:pt>
                <c:pt idx="910">
                  <c:v>45839</c:v>
                </c:pt>
                <c:pt idx="911">
                  <c:v>45840</c:v>
                </c:pt>
                <c:pt idx="912">
                  <c:v>45841</c:v>
                </c:pt>
                <c:pt idx="913">
                  <c:v>45842</c:v>
                </c:pt>
                <c:pt idx="914">
                  <c:v>45845</c:v>
                </c:pt>
                <c:pt idx="915">
                  <c:v>45846</c:v>
                </c:pt>
                <c:pt idx="916">
                  <c:v>45847</c:v>
                </c:pt>
                <c:pt idx="917">
                  <c:v>45848</c:v>
                </c:pt>
                <c:pt idx="918">
                  <c:v>45849</c:v>
                </c:pt>
                <c:pt idx="919">
                  <c:v>45852</c:v>
                </c:pt>
                <c:pt idx="920">
                  <c:v>45853</c:v>
                </c:pt>
                <c:pt idx="921">
                  <c:v>45854</c:v>
                </c:pt>
                <c:pt idx="922">
                  <c:v>45855</c:v>
                </c:pt>
                <c:pt idx="923">
                  <c:v>45856</c:v>
                </c:pt>
                <c:pt idx="924">
                  <c:v>45859</c:v>
                </c:pt>
                <c:pt idx="925">
                  <c:v>45860</c:v>
                </c:pt>
                <c:pt idx="926">
                  <c:v>45861</c:v>
                </c:pt>
                <c:pt idx="927">
                  <c:v>45862</c:v>
                </c:pt>
                <c:pt idx="928">
                  <c:v>45863</c:v>
                </c:pt>
                <c:pt idx="929">
                  <c:v>45866</c:v>
                </c:pt>
                <c:pt idx="930">
                  <c:v>45867</c:v>
                </c:pt>
                <c:pt idx="931">
                  <c:v>45868</c:v>
                </c:pt>
                <c:pt idx="932">
                  <c:v>45869</c:v>
                </c:pt>
                <c:pt idx="933">
                  <c:v>45870</c:v>
                </c:pt>
                <c:pt idx="934">
                  <c:v>45873</c:v>
                </c:pt>
                <c:pt idx="935">
                  <c:v>45874</c:v>
                </c:pt>
                <c:pt idx="936">
                  <c:v>45875</c:v>
                </c:pt>
                <c:pt idx="937">
                  <c:v>45876</c:v>
                </c:pt>
                <c:pt idx="938">
                  <c:v>45877</c:v>
                </c:pt>
                <c:pt idx="939">
                  <c:v>45880</c:v>
                </c:pt>
                <c:pt idx="940">
                  <c:v>45881</c:v>
                </c:pt>
                <c:pt idx="941">
                  <c:v>45882</c:v>
                </c:pt>
                <c:pt idx="942">
                  <c:v>45883</c:v>
                </c:pt>
                <c:pt idx="943">
                  <c:v>45884</c:v>
                </c:pt>
                <c:pt idx="944">
                  <c:v>45887</c:v>
                </c:pt>
                <c:pt idx="945">
                  <c:v>45888</c:v>
                </c:pt>
                <c:pt idx="946">
                  <c:v>45889</c:v>
                </c:pt>
                <c:pt idx="947">
                  <c:v>45890</c:v>
                </c:pt>
                <c:pt idx="948">
                  <c:v>45891</c:v>
                </c:pt>
                <c:pt idx="949">
                  <c:v>45894</c:v>
                </c:pt>
                <c:pt idx="950">
                  <c:v>45895</c:v>
                </c:pt>
                <c:pt idx="951">
                  <c:v>45896</c:v>
                </c:pt>
                <c:pt idx="952">
                  <c:v>45897</c:v>
                </c:pt>
                <c:pt idx="953">
                  <c:v>45898</c:v>
                </c:pt>
                <c:pt idx="954">
                  <c:v>45901</c:v>
                </c:pt>
                <c:pt idx="955">
                  <c:v>45902</c:v>
                </c:pt>
                <c:pt idx="956">
                  <c:v>45903</c:v>
                </c:pt>
                <c:pt idx="957">
                  <c:v>45904</c:v>
                </c:pt>
                <c:pt idx="958">
                  <c:v>45905</c:v>
                </c:pt>
                <c:pt idx="959">
                  <c:v>45908</c:v>
                </c:pt>
                <c:pt idx="960">
                  <c:v>45909</c:v>
                </c:pt>
                <c:pt idx="961">
                  <c:v>45910</c:v>
                </c:pt>
                <c:pt idx="962">
                  <c:v>45911</c:v>
                </c:pt>
                <c:pt idx="963">
                  <c:v>45912</c:v>
                </c:pt>
                <c:pt idx="964">
                  <c:v>45915</c:v>
                </c:pt>
                <c:pt idx="965">
                  <c:v>45916</c:v>
                </c:pt>
                <c:pt idx="966">
                  <c:v>45917</c:v>
                </c:pt>
                <c:pt idx="967">
                  <c:v>45918</c:v>
                </c:pt>
                <c:pt idx="968">
                  <c:v>45919</c:v>
                </c:pt>
                <c:pt idx="969">
                  <c:v>45922</c:v>
                </c:pt>
                <c:pt idx="970">
                  <c:v>45923</c:v>
                </c:pt>
                <c:pt idx="971">
                  <c:v>45924</c:v>
                </c:pt>
                <c:pt idx="972">
                  <c:v>45925</c:v>
                </c:pt>
                <c:pt idx="973">
                  <c:v>45926</c:v>
                </c:pt>
                <c:pt idx="974">
                  <c:v>45929</c:v>
                </c:pt>
                <c:pt idx="975">
                  <c:v>45930</c:v>
                </c:pt>
                <c:pt idx="976">
                  <c:v>45931</c:v>
                </c:pt>
                <c:pt idx="977">
                  <c:v>45932</c:v>
                </c:pt>
                <c:pt idx="978">
                  <c:v>45933</c:v>
                </c:pt>
                <c:pt idx="979">
                  <c:v>45936</c:v>
                </c:pt>
                <c:pt idx="980">
                  <c:v>45937</c:v>
                </c:pt>
                <c:pt idx="981">
                  <c:v>45938</c:v>
                </c:pt>
                <c:pt idx="982">
                  <c:v>45939</c:v>
                </c:pt>
                <c:pt idx="983">
                  <c:v>45940</c:v>
                </c:pt>
                <c:pt idx="984">
                  <c:v>45943</c:v>
                </c:pt>
                <c:pt idx="985">
                  <c:v>45944</c:v>
                </c:pt>
                <c:pt idx="986">
                  <c:v>45945</c:v>
                </c:pt>
                <c:pt idx="987">
                  <c:v>45946</c:v>
                </c:pt>
                <c:pt idx="988">
                  <c:v>45947</c:v>
                </c:pt>
                <c:pt idx="989">
                  <c:v>45950</c:v>
                </c:pt>
                <c:pt idx="990">
                  <c:v>45951</c:v>
                </c:pt>
                <c:pt idx="991">
                  <c:v>45952</c:v>
                </c:pt>
                <c:pt idx="992">
                  <c:v>45953</c:v>
                </c:pt>
                <c:pt idx="993">
                  <c:v>45954</c:v>
                </c:pt>
                <c:pt idx="994">
                  <c:v>45957</c:v>
                </c:pt>
                <c:pt idx="995">
                  <c:v>45958</c:v>
                </c:pt>
                <c:pt idx="996">
                  <c:v>45959</c:v>
                </c:pt>
                <c:pt idx="997">
                  <c:v>45960</c:v>
                </c:pt>
                <c:pt idx="998">
                  <c:v>45961</c:v>
                </c:pt>
                <c:pt idx="999">
                  <c:v>45964</c:v>
                </c:pt>
                <c:pt idx="1000">
                  <c:v>45965</c:v>
                </c:pt>
                <c:pt idx="1001">
                  <c:v>45966</c:v>
                </c:pt>
                <c:pt idx="1002">
                  <c:v>45967</c:v>
                </c:pt>
                <c:pt idx="1003">
                  <c:v>45968</c:v>
                </c:pt>
                <c:pt idx="1004">
                  <c:v>45971</c:v>
                </c:pt>
                <c:pt idx="1005">
                  <c:v>45972</c:v>
                </c:pt>
                <c:pt idx="1006">
                  <c:v>45973</c:v>
                </c:pt>
                <c:pt idx="1007">
                  <c:v>45974</c:v>
                </c:pt>
                <c:pt idx="1008">
                  <c:v>45975</c:v>
                </c:pt>
                <c:pt idx="1009">
                  <c:v>45978</c:v>
                </c:pt>
                <c:pt idx="1010">
                  <c:v>45979</c:v>
                </c:pt>
                <c:pt idx="1011">
                  <c:v>45980</c:v>
                </c:pt>
                <c:pt idx="1012">
                  <c:v>45981</c:v>
                </c:pt>
                <c:pt idx="1013">
                  <c:v>45982</c:v>
                </c:pt>
                <c:pt idx="1014">
                  <c:v>45985</c:v>
                </c:pt>
                <c:pt idx="1015">
                  <c:v>45986</c:v>
                </c:pt>
                <c:pt idx="1016">
                  <c:v>45987</c:v>
                </c:pt>
                <c:pt idx="1017">
                  <c:v>45988</c:v>
                </c:pt>
                <c:pt idx="1018">
                  <c:v>45989</c:v>
                </c:pt>
                <c:pt idx="1019">
                  <c:v>45992</c:v>
                </c:pt>
                <c:pt idx="1020">
                  <c:v>45993</c:v>
                </c:pt>
                <c:pt idx="1021">
                  <c:v>45994</c:v>
                </c:pt>
                <c:pt idx="1022">
                  <c:v>45995</c:v>
                </c:pt>
                <c:pt idx="1023">
                  <c:v>45996</c:v>
                </c:pt>
                <c:pt idx="1024">
                  <c:v>45999</c:v>
                </c:pt>
                <c:pt idx="1025">
                  <c:v>46000</c:v>
                </c:pt>
                <c:pt idx="1026">
                  <c:v>46001</c:v>
                </c:pt>
                <c:pt idx="1027">
                  <c:v>46002</c:v>
                </c:pt>
                <c:pt idx="1028">
                  <c:v>46003</c:v>
                </c:pt>
                <c:pt idx="1029">
                  <c:v>46006</c:v>
                </c:pt>
                <c:pt idx="1030">
                  <c:v>46007</c:v>
                </c:pt>
                <c:pt idx="1031">
                  <c:v>46008</c:v>
                </c:pt>
                <c:pt idx="1032">
                  <c:v>46009</c:v>
                </c:pt>
                <c:pt idx="1033">
                  <c:v>46010</c:v>
                </c:pt>
                <c:pt idx="1034">
                  <c:v>46013</c:v>
                </c:pt>
                <c:pt idx="1035">
                  <c:v>46014</c:v>
                </c:pt>
                <c:pt idx="1036">
                  <c:v>46015</c:v>
                </c:pt>
                <c:pt idx="1037">
                  <c:v>46016</c:v>
                </c:pt>
                <c:pt idx="1038">
                  <c:v>46017</c:v>
                </c:pt>
                <c:pt idx="1039">
                  <c:v>46020</c:v>
                </c:pt>
                <c:pt idx="1040">
                  <c:v>46021</c:v>
                </c:pt>
                <c:pt idx="1041">
                  <c:v>46022</c:v>
                </c:pt>
                <c:pt idx="1042">
                  <c:v>46023</c:v>
                </c:pt>
                <c:pt idx="1043">
                  <c:v>46024</c:v>
                </c:pt>
                <c:pt idx="1044">
                  <c:v>46027</c:v>
                </c:pt>
                <c:pt idx="1045">
                  <c:v>46028</c:v>
                </c:pt>
                <c:pt idx="1046">
                  <c:v>46029</c:v>
                </c:pt>
                <c:pt idx="1047">
                  <c:v>46030</c:v>
                </c:pt>
                <c:pt idx="1048">
                  <c:v>46031</c:v>
                </c:pt>
                <c:pt idx="1049">
                  <c:v>46034</c:v>
                </c:pt>
                <c:pt idx="1050">
                  <c:v>46035</c:v>
                </c:pt>
                <c:pt idx="1051">
                  <c:v>46036</c:v>
                </c:pt>
                <c:pt idx="1052">
                  <c:v>46037</c:v>
                </c:pt>
                <c:pt idx="1053">
                  <c:v>46038</c:v>
                </c:pt>
                <c:pt idx="1054">
                  <c:v>46041</c:v>
                </c:pt>
                <c:pt idx="1055">
                  <c:v>46042</c:v>
                </c:pt>
                <c:pt idx="1056">
                  <c:v>46043</c:v>
                </c:pt>
                <c:pt idx="1057">
                  <c:v>46044</c:v>
                </c:pt>
                <c:pt idx="1058">
                  <c:v>46045</c:v>
                </c:pt>
                <c:pt idx="1059">
                  <c:v>46048</c:v>
                </c:pt>
                <c:pt idx="1060">
                  <c:v>46049</c:v>
                </c:pt>
                <c:pt idx="1061">
                  <c:v>46050</c:v>
                </c:pt>
                <c:pt idx="1062">
                  <c:v>46051</c:v>
                </c:pt>
                <c:pt idx="1063">
                  <c:v>46052</c:v>
                </c:pt>
                <c:pt idx="1064">
                  <c:v>46055</c:v>
                </c:pt>
                <c:pt idx="1065">
                  <c:v>46056</c:v>
                </c:pt>
                <c:pt idx="1066">
                  <c:v>46057</c:v>
                </c:pt>
                <c:pt idx="1067">
                  <c:v>46058</c:v>
                </c:pt>
                <c:pt idx="1068">
                  <c:v>46059</c:v>
                </c:pt>
                <c:pt idx="1069">
                  <c:v>46062</c:v>
                </c:pt>
                <c:pt idx="1070">
                  <c:v>46063</c:v>
                </c:pt>
                <c:pt idx="1071">
                  <c:v>46064</c:v>
                </c:pt>
                <c:pt idx="1072">
                  <c:v>46065</c:v>
                </c:pt>
                <c:pt idx="1073">
                  <c:v>46066</c:v>
                </c:pt>
                <c:pt idx="1074">
                  <c:v>46069</c:v>
                </c:pt>
                <c:pt idx="1075">
                  <c:v>46070</c:v>
                </c:pt>
                <c:pt idx="1076">
                  <c:v>46071</c:v>
                </c:pt>
                <c:pt idx="1077">
                  <c:v>46072</c:v>
                </c:pt>
                <c:pt idx="1078">
                  <c:v>46073</c:v>
                </c:pt>
                <c:pt idx="1079">
                  <c:v>46076</c:v>
                </c:pt>
                <c:pt idx="1080">
                  <c:v>46077</c:v>
                </c:pt>
                <c:pt idx="1081">
                  <c:v>46078</c:v>
                </c:pt>
                <c:pt idx="1082">
                  <c:v>46079</c:v>
                </c:pt>
                <c:pt idx="1083">
                  <c:v>46080</c:v>
                </c:pt>
                <c:pt idx="1084">
                  <c:v>46083</c:v>
                </c:pt>
                <c:pt idx="1085">
                  <c:v>46084</c:v>
                </c:pt>
                <c:pt idx="1086">
                  <c:v>46085</c:v>
                </c:pt>
                <c:pt idx="1087">
                  <c:v>46086</c:v>
                </c:pt>
                <c:pt idx="1088">
                  <c:v>46087</c:v>
                </c:pt>
                <c:pt idx="1089">
                  <c:v>46090</c:v>
                </c:pt>
                <c:pt idx="1090">
                  <c:v>46091</c:v>
                </c:pt>
                <c:pt idx="1091">
                  <c:v>46092</c:v>
                </c:pt>
                <c:pt idx="1092">
                  <c:v>46093</c:v>
                </c:pt>
                <c:pt idx="1093">
                  <c:v>46094</c:v>
                </c:pt>
                <c:pt idx="1094">
                  <c:v>46097</c:v>
                </c:pt>
                <c:pt idx="1095">
                  <c:v>46098</c:v>
                </c:pt>
                <c:pt idx="1096">
                  <c:v>46099</c:v>
                </c:pt>
                <c:pt idx="1097">
                  <c:v>46100</c:v>
                </c:pt>
                <c:pt idx="1098">
                  <c:v>46101</c:v>
                </c:pt>
                <c:pt idx="1099">
                  <c:v>46104</c:v>
                </c:pt>
                <c:pt idx="1100">
                  <c:v>46105</c:v>
                </c:pt>
                <c:pt idx="1101">
                  <c:v>46106</c:v>
                </c:pt>
                <c:pt idx="1102">
                  <c:v>46107</c:v>
                </c:pt>
                <c:pt idx="1103">
                  <c:v>46108</c:v>
                </c:pt>
                <c:pt idx="1104">
                  <c:v>46111</c:v>
                </c:pt>
                <c:pt idx="1105">
                  <c:v>46112</c:v>
                </c:pt>
                <c:pt idx="1106">
                  <c:v>46113</c:v>
                </c:pt>
                <c:pt idx="1107">
                  <c:v>46114</c:v>
                </c:pt>
                <c:pt idx="1108">
                  <c:v>46115</c:v>
                </c:pt>
                <c:pt idx="1109">
                  <c:v>46118</c:v>
                </c:pt>
                <c:pt idx="1110">
                  <c:v>46119</c:v>
                </c:pt>
                <c:pt idx="1111">
                  <c:v>46120</c:v>
                </c:pt>
                <c:pt idx="1112">
                  <c:v>46121</c:v>
                </c:pt>
                <c:pt idx="1113">
                  <c:v>46122</c:v>
                </c:pt>
                <c:pt idx="1114">
                  <c:v>46125</c:v>
                </c:pt>
                <c:pt idx="1115">
                  <c:v>46126</c:v>
                </c:pt>
                <c:pt idx="1116">
                  <c:v>46127</c:v>
                </c:pt>
                <c:pt idx="1117">
                  <c:v>46128</c:v>
                </c:pt>
                <c:pt idx="1118">
                  <c:v>46129</c:v>
                </c:pt>
                <c:pt idx="1119">
                  <c:v>46132</c:v>
                </c:pt>
                <c:pt idx="1120">
                  <c:v>46133</c:v>
                </c:pt>
                <c:pt idx="1121">
                  <c:v>46134</c:v>
                </c:pt>
                <c:pt idx="1122">
                  <c:v>46135</c:v>
                </c:pt>
                <c:pt idx="1123">
                  <c:v>46136</c:v>
                </c:pt>
                <c:pt idx="1124">
                  <c:v>46139</c:v>
                </c:pt>
                <c:pt idx="1125">
                  <c:v>46140</c:v>
                </c:pt>
                <c:pt idx="1126">
                  <c:v>46141</c:v>
                </c:pt>
                <c:pt idx="1127">
                  <c:v>46142</c:v>
                </c:pt>
                <c:pt idx="1128">
                  <c:v>46143</c:v>
                </c:pt>
                <c:pt idx="1129">
                  <c:v>46146</c:v>
                </c:pt>
                <c:pt idx="1130">
                  <c:v>46147</c:v>
                </c:pt>
                <c:pt idx="1131">
                  <c:v>46148</c:v>
                </c:pt>
                <c:pt idx="1132">
                  <c:v>46149</c:v>
                </c:pt>
                <c:pt idx="1133">
                  <c:v>46150</c:v>
                </c:pt>
                <c:pt idx="1134">
                  <c:v>46153</c:v>
                </c:pt>
                <c:pt idx="1135">
                  <c:v>46154</c:v>
                </c:pt>
                <c:pt idx="1136">
                  <c:v>46155</c:v>
                </c:pt>
                <c:pt idx="1137">
                  <c:v>46156</c:v>
                </c:pt>
                <c:pt idx="1138">
                  <c:v>46157</c:v>
                </c:pt>
                <c:pt idx="1139">
                  <c:v>46160</c:v>
                </c:pt>
                <c:pt idx="1140">
                  <c:v>46161</c:v>
                </c:pt>
                <c:pt idx="1141">
                  <c:v>46162</c:v>
                </c:pt>
                <c:pt idx="1142">
                  <c:v>46163</c:v>
                </c:pt>
                <c:pt idx="1143">
                  <c:v>46164</c:v>
                </c:pt>
                <c:pt idx="1144">
                  <c:v>46168</c:v>
                </c:pt>
                <c:pt idx="1145">
                  <c:v>46169</c:v>
                </c:pt>
                <c:pt idx="1146">
                  <c:v>46170</c:v>
                </c:pt>
                <c:pt idx="1147">
                  <c:v>46171</c:v>
                </c:pt>
                <c:pt idx="1148">
                  <c:v>46174</c:v>
                </c:pt>
                <c:pt idx="1149">
                  <c:v>46175</c:v>
                </c:pt>
                <c:pt idx="1150">
                  <c:v>46176</c:v>
                </c:pt>
                <c:pt idx="1151">
                  <c:v>46177</c:v>
                </c:pt>
                <c:pt idx="1152">
                  <c:v>46178</c:v>
                </c:pt>
                <c:pt idx="1153">
                  <c:v>46181</c:v>
                </c:pt>
                <c:pt idx="1154">
                  <c:v>46182</c:v>
                </c:pt>
                <c:pt idx="1155">
                  <c:v>46183</c:v>
                </c:pt>
                <c:pt idx="1156">
                  <c:v>46184</c:v>
                </c:pt>
                <c:pt idx="1157">
                  <c:v>46185</c:v>
                </c:pt>
                <c:pt idx="1158">
                  <c:v>46188</c:v>
                </c:pt>
                <c:pt idx="1159">
                  <c:v>46189</c:v>
                </c:pt>
                <c:pt idx="1160">
                  <c:v>46190</c:v>
                </c:pt>
                <c:pt idx="1161">
                  <c:v>46191</c:v>
                </c:pt>
                <c:pt idx="1162">
                  <c:v>46192</c:v>
                </c:pt>
                <c:pt idx="1163">
                  <c:v>46195</c:v>
                </c:pt>
                <c:pt idx="1164">
                  <c:v>46196</c:v>
                </c:pt>
                <c:pt idx="1165">
                  <c:v>46197</c:v>
                </c:pt>
                <c:pt idx="1166">
                  <c:v>46198</c:v>
                </c:pt>
                <c:pt idx="1167">
                  <c:v>46199</c:v>
                </c:pt>
                <c:pt idx="1168">
                  <c:v>46202</c:v>
                </c:pt>
                <c:pt idx="1169">
                  <c:v>46203</c:v>
                </c:pt>
                <c:pt idx="1170">
                  <c:v>46204</c:v>
                </c:pt>
                <c:pt idx="1171">
                  <c:v>46205</c:v>
                </c:pt>
                <c:pt idx="1172">
                  <c:v>46206</c:v>
                </c:pt>
                <c:pt idx="1173">
                  <c:v>46209</c:v>
                </c:pt>
                <c:pt idx="1174">
                  <c:v>46210</c:v>
                </c:pt>
                <c:pt idx="1175">
                  <c:v>46211</c:v>
                </c:pt>
                <c:pt idx="1176">
                  <c:v>46212</c:v>
                </c:pt>
                <c:pt idx="1177">
                  <c:v>46213</c:v>
                </c:pt>
                <c:pt idx="1178">
                  <c:v>46216</c:v>
                </c:pt>
                <c:pt idx="1179">
                  <c:v>46217</c:v>
                </c:pt>
                <c:pt idx="1180">
                  <c:v>46218</c:v>
                </c:pt>
                <c:pt idx="1181">
                  <c:v>46219</c:v>
                </c:pt>
                <c:pt idx="1182">
                  <c:v>46220</c:v>
                </c:pt>
                <c:pt idx="1183">
                  <c:v>46223</c:v>
                </c:pt>
                <c:pt idx="1184">
                  <c:v>46224</c:v>
                </c:pt>
                <c:pt idx="1185">
                  <c:v>46225</c:v>
                </c:pt>
                <c:pt idx="1186">
                  <c:v>46226</c:v>
                </c:pt>
                <c:pt idx="1187">
                  <c:v>46227</c:v>
                </c:pt>
                <c:pt idx="1188">
                  <c:v>46230</c:v>
                </c:pt>
                <c:pt idx="1189">
                  <c:v>46231</c:v>
                </c:pt>
                <c:pt idx="1190">
                  <c:v>46232</c:v>
                </c:pt>
                <c:pt idx="1191">
                  <c:v>46233</c:v>
                </c:pt>
                <c:pt idx="1192">
                  <c:v>46234</c:v>
                </c:pt>
                <c:pt idx="1193">
                  <c:v>46237</c:v>
                </c:pt>
                <c:pt idx="1194">
                  <c:v>46238</c:v>
                </c:pt>
                <c:pt idx="1195">
                  <c:v>46239</c:v>
                </c:pt>
                <c:pt idx="1196">
                  <c:v>46240</c:v>
                </c:pt>
                <c:pt idx="1197">
                  <c:v>46241</c:v>
                </c:pt>
                <c:pt idx="1198">
                  <c:v>46244</c:v>
                </c:pt>
                <c:pt idx="1199">
                  <c:v>46245</c:v>
                </c:pt>
                <c:pt idx="1200">
                  <c:v>46246</c:v>
                </c:pt>
                <c:pt idx="1201">
                  <c:v>46247</c:v>
                </c:pt>
                <c:pt idx="1202">
                  <c:v>46248</c:v>
                </c:pt>
                <c:pt idx="1203">
                  <c:v>46251</c:v>
                </c:pt>
                <c:pt idx="1204">
                  <c:v>46252</c:v>
                </c:pt>
                <c:pt idx="1205">
                  <c:v>46253</c:v>
                </c:pt>
                <c:pt idx="1206">
                  <c:v>46254</c:v>
                </c:pt>
                <c:pt idx="1207">
                  <c:v>46255</c:v>
                </c:pt>
                <c:pt idx="1208">
                  <c:v>46258</c:v>
                </c:pt>
                <c:pt idx="1209">
                  <c:v>46259</c:v>
                </c:pt>
                <c:pt idx="1210">
                  <c:v>46260</c:v>
                </c:pt>
                <c:pt idx="1211">
                  <c:v>46261</c:v>
                </c:pt>
                <c:pt idx="1212">
                  <c:v>46262</c:v>
                </c:pt>
                <c:pt idx="1213">
                  <c:v>46265</c:v>
                </c:pt>
                <c:pt idx="1214">
                  <c:v>46266</c:v>
                </c:pt>
                <c:pt idx="1215">
                  <c:v>46267</c:v>
                </c:pt>
                <c:pt idx="1216">
                  <c:v>46268</c:v>
                </c:pt>
                <c:pt idx="1217">
                  <c:v>46269</c:v>
                </c:pt>
                <c:pt idx="1218">
                  <c:v>46272</c:v>
                </c:pt>
                <c:pt idx="1219">
                  <c:v>46273</c:v>
                </c:pt>
                <c:pt idx="1220">
                  <c:v>46274</c:v>
                </c:pt>
                <c:pt idx="1221">
                  <c:v>46275</c:v>
                </c:pt>
                <c:pt idx="1222">
                  <c:v>46276</c:v>
                </c:pt>
                <c:pt idx="1223">
                  <c:v>46279</c:v>
                </c:pt>
                <c:pt idx="1224">
                  <c:v>46280</c:v>
                </c:pt>
                <c:pt idx="1225">
                  <c:v>46281</c:v>
                </c:pt>
                <c:pt idx="1226">
                  <c:v>46282</c:v>
                </c:pt>
                <c:pt idx="1227">
                  <c:v>46283</c:v>
                </c:pt>
                <c:pt idx="1228">
                  <c:v>46286</c:v>
                </c:pt>
                <c:pt idx="1229">
                  <c:v>46287</c:v>
                </c:pt>
                <c:pt idx="1230">
                  <c:v>46288</c:v>
                </c:pt>
                <c:pt idx="1231">
                  <c:v>46289</c:v>
                </c:pt>
                <c:pt idx="1232">
                  <c:v>46290</c:v>
                </c:pt>
                <c:pt idx="1233">
                  <c:v>46293</c:v>
                </c:pt>
                <c:pt idx="1234">
                  <c:v>46294</c:v>
                </c:pt>
                <c:pt idx="1235">
                  <c:v>46295</c:v>
                </c:pt>
                <c:pt idx="1236">
                  <c:v>46296</c:v>
                </c:pt>
                <c:pt idx="1237">
                  <c:v>46297</c:v>
                </c:pt>
                <c:pt idx="1238">
                  <c:v>46300</c:v>
                </c:pt>
                <c:pt idx="1239">
                  <c:v>46301</c:v>
                </c:pt>
                <c:pt idx="1240">
                  <c:v>46302</c:v>
                </c:pt>
                <c:pt idx="1241">
                  <c:v>46303</c:v>
                </c:pt>
                <c:pt idx="1242">
                  <c:v>46304</c:v>
                </c:pt>
                <c:pt idx="1243">
                  <c:v>46307</c:v>
                </c:pt>
                <c:pt idx="1244">
                  <c:v>46308</c:v>
                </c:pt>
                <c:pt idx="1245">
                  <c:v>46309</c:v>
                </c:pt>
                <c:pt idx="1246">
                  <c:v>46310</c:v>
                </c:pt>
                <c:pt idx="1247">
                  <c:v>46311</c:v>
                </c:pt>
                <c:pt idx="1248">
                  <c:v>#N/A</c:v>
                </c:pt>
                <c:pt idx="1249">
                  <c:v>#N/A</c:v>
                </c:pt>
                <c:pt idx="1250">
                  <c:v>#N/A</c:v>
                </c:pt>
                <c:pt idx="1251">
                  <c:v>#N/A</c:v>
                </c:pt>
                <c:pt idx="1252">
                  <c:v>#N/A</c:v>
                </c:pt>
                <c:pt idx="1253">
                  <c:v>#N/A</c:v>
                </c:pt>
                <c:pt idx="1254">
                  <c:v>#N/A</c:v>
                </c:pt>
                <c:pt idx="1255">
                  <c:v>#N/A</c:v>
                </c:pt>
                <c:pt idx="1256">
                  <c:v>#N/A</c:v>
                </c:pt>
                <c:pt idx="1257">
                  <c:v>#N/A</c:v>
                </c:pt>
                <c:pt idx="1258">
                  <c:v>#N/A</c:v>
                </c:pt>
                <c:pt idx="1259">
                  <c:v>#N/A</c:v>
                </c:pt>
                <c:pt idx="1260">
                  <c:v>#N/A</c:v>
                </c:pt>
                <c:pt idx="1261">
                  <c:v>#N/A</c:v>
                </c:pt>
                <c:pt idx="1262">
                  <c:v>#N/A</c:v>
                </c:pt>
                <c:pt idx="1263">
                  <c:v>#N/A</c:v>
                </c:pt>
                <c:pt idx="1264">
                  <c:v>#N/A</c:v>
                </c:pt>
                <c:pt idx="1265">
                  <c:v>#N/A</c:v>
                </c:pt>
                <c:pt idx="1266">
                  <c:v>#N/A</c:v>
                </c:pt>
                <c:pt idx="1267">
                  <c:v>#N/A</c:v>
                </c:pt>
                <c:pt idx="1268">
                  <c:v>#N/A</c:v>
                </c:pt>
                <c:pt idx="1269">
                  <c:v>#N/A</c:v>
                </c:pt>
                <c:pt idx="1270">
                  <c:v>#N/A</c:v>
                </c:pt>
                <c:pt idx="1271">
                  <c:v>#N/A</c:v>
                </c:pt>
                <c:pt idx="1272">
                  <c:v>#N/A</c:v>
                </c:pt>
                <c:pt idx="1273">
                  <c:v>#N/A</c:v>
                </c:pt>
                <c:pt idx="1274">
                  <c:v>#N/A</c:v>
                </c:pt>
                <c:pt idx="1275">
                  <c:v>#N/A</c:v>
                </c:pt>
                <c:pt idx="1276">
                  <c:v>#N/A</c:v>
                </c:pt>
                <c:pt idx="1277">
                  <c:v>#N/A</c:v>
                </c:pt>
                <c:pt idx="1278">
                  <c:v>#N/A</c:v>
                </c:pt>
                <c:pt idx="1279">
                  <c:v>#N/A</c:v>
                </c:pt>
                <c:pt idx="1280">
                  <c:v>#N/A</c:v>
                </c:pt>
                <c:pt idx="1281">
                  <c:v>#N/A</c:v>
                </c:pt>
                <c:pt idx="1282">
                  <c:v>#N/A</c:v>
                </c:pt>
                <c:pt idx="1283">
                  <c:v>#N/A</c:v>
                </c:pt>
                <c:pt idx="1284">
                  <c:v>#N/A</c:v>
                </c:pt>
                <c:pt idx="1285">
                  <c:v>#N/A</c:v>
                </c:pt>
                <c:pt idx="1286">
                  <c:v>#N/A</c:v>
                </c:pt>
                <c:pt idx="1287">
                  <c:v>#N/A</c:v>
                </c:pt>
                <c:pt idx="1288">
                  <c:v>#N/A</c:v>
                </c:pt>
                <c:pt idx="1289">
                  <c:v>#N/A</c:v>
                </c:pt>
                <c:pt idx="1290">
                  <c:v>#N/A</c:v>
                </c:pt>
                <c:pt idx="1291">
                  <c:v>#N/A</c:v>
                </c:pt>
                <c:pt idx="1292">
                  <c:v>#N/A</c:v>
                </c:pt>
                <c:pt idx="1293">
                  <c:v>#N/A</c:v>
                </c:pt>
                <c:pt idx="1294">
                  <c:v>#N/A</c:v>
                </c:pt>
                <c:pt idx="1295">
                  <c:v>#N/A</c:v>
                </c:pt>
                <c:pt idx="1296">
                  <c:v>#N/A</c:v>
                </c:pt>
                <c:pt idx="1297">
                  <c:v>#N/A</c:v>
                </c:pt>
                <c:pt idx="1298">
                  <c:v>#N/A</c:v>
                </c:pt>
                <c:pt idx="1299">
                  <c:v>#N/A</c:v>
                </c:pt>
                <c:pt idx="1300">
                  <c:v>#N/A</c:v>
                </c:pt>
                <c:pt idx="1301">
                  <c:v>#N/A</c:v>
                </c:pt>
                <c:pt idx="1302">
                  <c:v>#N/A</c:v>
                </c:pt>
                <c:pt idx="1303">
                  <c:v>#N/A</c:v>
                </c:pt>
                <c:pt idx="1304">
                  <c:v>#N/A</c:v>
                </c:pt>
                <c:pt idx="1305">
                  <c:v>#N/A</c:v>
                </c:pt>
                <c:pt idx="1306">
                  <c:v>#N/A</c:v>
                </c:pt>
                <c:pt idx="1307">
                  <c:v>#N/A</c:v>
                </c:pt>
                <c:pt idx="1308">
                  <c:v>#N/A</c:v>
                </c:pt>
                <c:pt idx="1309">
                  <c:v>#N/A</c:v>
                </c:pt>
                <c:pt idx="1310">
                  <c:v>#N/A</c:v>
                </c:pt>
                <c:pt idx="1311">
                  <c:v>#N/A</c:v>
                </c:pt>
                <c:pt idx="1312">
                  <c:v>#N/A</c:v>
                </c:pt>
                <c:pt idx="1313">
                  <c:v>#N/A</c:v>
                </c:pt>
                <c:pt idx="1314">
                  <c:v>#N/A</c:v>
                </c:pt>
                <c:pt idx="1315">
                  <c:v>#N/A</c:v>
                </c:pt>
                <c:pt idx="1316">
                  <c:v>#N/A</c:v>
                </c:pt>
                <c:pt idx="1317">
                  <c:v>#N/A</c:v>
                </c:pt>
                <c:pt idx="1318">
                  <c:v>#N/A</c:v>
                </c:pt>
                <c:pt idx="1319">
                  <c:v>#N/A</c:v>
                </c:pt>
                <c:pt idx="1320">
                  <c:v>#N/A</c:v>
                </c:pt>
              </c:numCache>
            </c:numRef>
          </c:cat>
          <c:val>
            <c:numRef>
              <c:f>FI_INDEX!$AE$795:$AE$4550</c:f>
              <c:numCache>
                <c:formatCode>0.00</c:formatCode>
                <c:ptCount val="3756"/>
                <c:pt idx="0">
                  <c:v>0</c:v>
                </c:pt>
                <c:pt idx="1">
                  <c:v>0.06</c:v>
                </c:pt>
                <c:pt idx="2">
                  <c:v>5.7999999999999996E-2</c:v>
                </c:pt>
                <c:pt idx="3">
                  <c:v>9.6000000000000002E-2</c:v>
                </c:pt>
                <c:pt idx="4">
                  <c:v>0.11899999999999999</c:v>
                </c:pt>
                <c:pt idx="5">
                  <c:v>0.13700000000000001</c:v>
                </c:pt>
                <c:pt idx="6">
                  <c:v>0.14600000000000002</c:v>
                </c:pt>
                <c:pt idx="7">
                  <c:v>0.15300000000000002</c:v>
                </c:pt>
                <c:pt idx="8">
                  <c:v>0.12100000000000002</c:v>
                </c:pt>
                <c:pt idx="9">
                  <c:v>9.0000000000000024E-2</c:v>
                </c:pt>
                <c:pt idx="10">
                  <c:v>0.13400000000000001</c:v>
                </c:pt>
                <c:pt idx="11">
                  <c:v>0.155</c:v>
                </c:pt>
                <c:pt idx="12">
                  <c:v>0.16200000000000001</c:v>
                </c:pt>
                <c:pt idx="13">
                  <c:v>0.16800000000000001</c:v>
                </c:pt>
                <c:pt idx="14">
                  <c:v>0.155</c:v>
                </c:pt>
                <c:pt idx="15">
                  <c:v>0.11499999999999999</c:v>
                </c:pt>
                <c:pt idx="16">
                  <c:v>7.2999999999999995E-2</c:v>
                </c:pt>
                <c:pt idx="17">
                  <c:v>9.9999999999999992E-2</c:v>
                </c:pt>
                <c:pt idx="18">
                  <c:v>0.106</c:v>
                </c:pt>
                <c:pt idx="19">
                  <c:v>0.122</c:v>
                </c:pt>
                <c:pt idx="20">
                  <c:v>0.13500000000000001</c:v>
                </c:pt>
                <c:pt idx="21">
                  <c:v>0.191</c:v>
                </c:pt>
                <c:pt idx="22">
                  <c:v>0.216</c:v>
                </c:pt>
                <c:pt idx="23">
                  <c:v>0.22</c:v>
                </c:pt>
                <c:pt idx="24">
                  <c:v>0.32100000000000001</c:v>
                </c:pt>
                <c:pt idx="25">
                  <c:v>0.38500000000000001</c:v>
                </c:pt>
                <c:pt idx="26">
                  <c:v>0.40700000000000003</c:v>
                </c:pt>
                <c:pt idx="27">
                  <c:v>0.44500000000000006</c:v>
                </c:pt>
                <c:pt idx="28">
                  <c:v>0.39200000000000002</c:v>
                </c:pt>
                <c:pt idx="29">
                  <c:v>0.46300000000000008</c:v>
                </c:pt>
                <c:pt idx="30">
                  <c:v>0.47600000000000003</c:v>
                </c:pt>
                <c:pt idx="31">
                  <c:v>0.46300000000000008</c:v>
                </c:pt>
                <c:pt idx="32">
                  <c:v>0.48800000000000004</c:v>
                </c:pt>
                <c:pt idx="33">
                  <c:v>0.45600000000000007</c:v>
                </c:pt>
                <c:pt idx="34">
                  <c:v>0.41100000000000003</c:v>
                </c:pt>
                <c:pt idx="35">
                  <c:v>0.372</c:v>
                </c:pt>
                <c:pt idx="36">
                  <c:v>0.38700000000000001</c:v>
                </c:pt>
                <c:pt idx="37">
                  <c:v>0.42300000000000004</c:v>
                </c:pt>
                <c:pt idx="38">
                  <c:v>0.40800000000000003</c:v>
                </c:pt>
                <c:pt idx="39">
                  <c:v>0.35100000000000003</c:v>
                </c:pt>
                <c:pt idx="40">
                  <c:v>0.41100000000000003</c:v>
                </c:pt>
                <c:pt idx="41">
                  <c:v>0.31400000000000006</c:v>
                </c:pt>
                <c:pt idx="42">
                  <c:v>0.10600000000000004</c:v>
                </c:pt>
                <c:pt idx="43">
                  <c:v>0.20500000000000004</c:v>
                </c:pt>
                <c:pt idx="44">
                  <c:v>0.19800000000000004</c:v>
                </c:pt>
                <c:pt idx="45">
                  <c:v>0.10900000000000004</c:v>
                </c:pt>
                <c:pt idx="46">
                  <c:v>0.16300000000000003</c:v>
                </c:pt>
                <c:pt idx="47">
                  <c:v>0.29100000000000004</c:v>
                </c:pt>
                <c:pt idx="48">
                  <c:v>0.39500000000000002</c:v>
                </c:pt>
                <c:pt idx="49">
                  <c:v>0.45200000000000007</c:v>
                </c:pt>
                <c:pt idx="50">
                  <c:v>0.42800000000000005</c:v>
                </c:pt>
                <c:pt idx="51">
                  <c:v>0.54700000000000004</c:v>
                </c:pt>
                <c:pt idx="52">
                  <c:v>0.51200000000000001</c:v>
                </c:pt>
                <c:pt idx="53">
                  <c:v>0.57099999999999995</c:v>
                </c:pt>
                <c:pt idx="54">
                  <c:v>0.56399999999999995</c:v>
                </c:pt>
                <c:pt idx="55">
                  <c:v>0.55199999999999994</c:v>
                </c:pt>
                <c:pt idx="56">
                  <c:v>0.64900000000000002</c:v>
                </c:pt>
                <c:pt idx="57">
                  <c:v>0.68399999999999994</c:v>
                </c:pt>
                <c:pt idx="58">
                  <c:v>0.64599999999999991</c:v>
                </c:pt>
                <c:pt idx="59">
                  <c:v>0.71099999999999985</c:v>
                </c:pt>
                <c:pt idx="60">
                  <c:v>0.76599999999999979</c:v>
                </c:pt>
                <c:pt idx="61">
                  <c:v>0.75799999999999979</c:v>
                </c:pt>
                <c:pt idx="62">
                  <c:v>0.81199999999999983</c:v>
                </c:pt>
                <c:pt idx="63">
                  <c:v>0.82499999999999984</c:v>
                </c:pt>
                <c:pt idx="64">
                  <c:v>0.72699999999999987</c:v>
                </c:pt>
                <c:pt idx="65">
                  <c:v>0.73499999999999988</c:v>
                </c:pt>
                <c:pt idx="66">
                  <c:v>0.68499999999999983</c:v>
                </c:pt>
                <c:pt idx="67">
                  <c:v>0.79399999999999982</c:v>
                </c:pt>
                <c:pt idx="68">
                  <c:v>0.82699999999999985</c:v>
                </c:pt>
                <c:pt idx="69">
                  <c:v>0.86099999999999988</c:v>
                </c:pt>
                <c:pt idx="70">
                  <c:v>0.88599999999999979</c:v>
                </c:pt>
                <c:pt idx="71">
                  <c:v>0.99599999999999977</c:v>
                </c:pt>
                <c:pt idx="72">
                  <c:v>0.96999999999999986</c:v>
                </c:pt>
                <c:pt idx="73">
                  <c:v>0.94599999999999984</c:v>
                </c:pt>
                <c:pt idx="74">
                  <c:v>1.0209999999999999</c:v>
                </c:pt>
                <c:pt idx="75">
                  <c:v>1.0209999999999999</c:v>
                </c:pt>
                <c:pt idx="76">
                  <c:v>1.0209999999999999</c:v>
                </c:pt>
                <c:pt idx="77">
                  <c:v>1.0899999999999999</c:v>
                </c:pt>
                <c:pt idx="78">
                  <c:v>1.0359999999999998</c:v>
                </c:pt>
                <c:pt idx="79">
                  <c:v>1.1269999999999998</c:v>
                </c:pt>
                <c:pt idx="80">
                  <c:v>1.1509999999999998</c:v>
                </c:pt>
                <c:pt idx="81">
                  <c:v>1.0169999999999999</c:v>
                </c:pt>
                <c:pt idx="82">
                  <c:v>0.99399999999999999</c:v>
                </c:pt>
                <c:pt idx="83">
                  <c:v>0.98099999999999998</c:v>
                </c:pt>
                <c:pt idx="84">
                  <c:v>1.08</c:v>
                </c:pt>
                <c:pt idx="85">
                  <c:v>1.1190000000000002</c:v>
                </c:pt>
                <c:pt idx="86">
                  <c:v>1.1470000000000002</c:v>
                </c:pt>
                <c:pt idx="87">
                  <c:v>1.1450000000000002</c:v>
                </c:pt>
                <c:pt idx="88">
                  <c:v>1.1510000000000002</c:v>
                </c:pt>
                <c:pt idx="89">
                  <c:v>1.2240000000000002</c:v>
                </c:pt>
                <c:pt idx="90">
                  <c:v>1.3110000000000002</c:v>
                </c:pt>
                <c:pt idx="91">
                  <c:v>1.2750000000000001</c:v>
                </c:pt>
                <c:pt idx="92">
                  <c:v>1.1800000000000002</c:v>
                </c:pt>
                <c:pt idx="93">
                  <c:v>1.165</c:v>
                </c:pt>
                <c:pt idx="94">
                  <c:v>1.0190000000000001</c:v>
                </c:pt>
                <c:pt idx="95">
                  <c:v>1.1260000000000001</c:v>
                </c:pt>
                <c:pt idx="96">
                  <c:v>1.1170000000000002</c:v>
                </c:pt>
                <c:pt idx="97">
                  <c:v>1.2250000000000001</c:v>
                </c:pt>
                <c:pt idx="98">
                  <c:v>1.2090000000000001</c:v>
                </c:pt>
                <c:pt idx="99">
                  <c:v>1.129</c:v>
                </c:pt>
                <c:pt idx="100">
                  <c:v>1.123</c:v>
                </c:pt>
                <c:pt idx="101">
                  <c:v>1.1960000000000002</c:v>
                </c:pt>
                <c:pt idx="102">
                  <c:v>1.1470000000000002</c:v>
                </c:pt>
                <c:pt idx="103">
                  <c:v>1.1310000000000002</c:v>
                </c:pt>
                <c:pt idx="104">
                  <c:v>1.1780000000000004</c:v>
                </c:pt>
                <c:pt idx="105">
                  <c:v>1.1420000000000003</c:v>
                </c:pt>
                <c:pt idx="106">
                  <c:v>1.2350000000000003</c:v>
                </c:pt>
                <c:pt idx="107">
                  <c:v>1.3020000000000005</c:v>
                </c:pt>
                <c:pt idx="108">
                  <c:v>1.3660000000000003</c:v>
                </c:pt>
                <c:pt idx="109">
                  <c:v>1.4160000000000004</c:v>
                </c:pt>
                <c:pt idx="110">
                  <c:v>1.4520000000000004</c:v>
                </c:pt>
                <c:pt idx="111">
                  <c:v>1.5010000000000003</c:v>
                </c:pt>
                <c:pt idx="112">
                  <c:v>1.4720000000000004</c:v>
                </c:pt>
                <c:pt idx="113">
                  <c:v>1.5330000000000004</c:v>
                </c:pt>
                <c:pt idx="114">
                  <c:v>1.6080000000000003</c:v>
                </c:pt>
                <c:pt idx="115">
                  <c:v>1.6960000000000004</c:v>
                </c:pt>
                <c:pt idx="116">
                  <c:v>1.8110000000000004</c:v>
                </c:pt>
                <c:pt idx="117">
                  <c:v>1.9330000000000003</c:v>
                </c:pt>
                <c:pt idx="118">
                  <c:v>1.8210000000000004</c:v>
                </c:pt>
                <c:pt idx="119">
                  <c:v>1.8920000000000003</c:v>
                </c:pt>
                <c:pt idx="120">
                  <c:v>1.8390000000000004</c:v>
                </c:pt>
                <c:pt idx="121">
                  <c:v>1.9270000000000005</c:v>
                </c:pt>
                <c:pt idx="122">
                  <c:v>1.9490000000000003</c:v>
                </c:pt>
                <c:pt idx="123">
                  <c:v>1.8150000000000004</c:v>
                </c:pt>
                <c:pt idx="124">
                  <c:v>1.6070000000000004</c:v>
                </c:pt>
                <c:pt idx="125">
                  <c:v>1.6190000000000004</c:v>
                </c:pt>
                <c:pt idx="126">
                  <c:v>1.7260000000000004</c:v>
                </c:pt>
                <c:pt idx="127">
                  <c:v>1.8060000000000005</c:v>
                </c:pt>
                <c:pt idx="128">
                  <c:v>1.6990000000000003</c:v>
                </c:pt>
                <c:pt idx="129">
                  <c:v>1.5150000000000003</c:v>
                </c:pt>
                <c:pt idx="130">
                  <c:v>1.4110000000000005</c:v>
                </c:pt>
                <c:pt idx="131">
                  <c:v>1.5120000000000005</c:v>
                </c:pt>
                <c:pt idx="132">
                  <c:v>1.3570000000000004</c:v>
                </c:pt>
                <c:pt idx="133">
                  <c:v>1.3850000000000005</c:v>
                </c:pt>
                <c:pt idx="134">
                  <c:v>1.4960000000000004</c:v>
                </c:pt>
                <c:pt idx="135">
                  <c:v>1.5230000000000004</c:v>
                </c:pt>
                <c:pt idx="136">
                  <c:v>1.4240000000000004</c:v>
                </c:pt>
                <c:pt idx="137">
                  <c:v>1.3110000000000004</c:v>
                </c:pt>
                <c:pt idx="138">
                  <c:v>1.3230000000000004</c:v>
                </c:pt>
                <c:pt idx="139">
                  <c:v>1.3560000000000003</c:v>
                </c:pt>
                <c:pt idx="140">
                  <c:v>1.3110000000000004</c:v>
                </c:pt>
                <c:pt idx="141">
                  <c:v>1.3930000000000005</c:v>
                </c:pt>
                <c:pt idx="142">
                  <c:v>1.4550000000000003</c:v>
                </c:pt>
                <c:pt idx="143">
                  <c:v>1.4350000000000003</c:v>
                </c:pt>
                <c:pt idx="144">
                  <c:v>1.4000000000000004</c:v>
                </c:pt>
                <c:pt idx="145">
                  <c:v>1.2090000000000003</c:v>
                </c:pt>
                <c:pt idx="146">
                  <c:v>1.1970000000000003</c:v>
                </c:pt>
                <c:pt idx="147">
                  <c:v>1.1040000000000005</c:v>
                </c:pt>
                <c:pt idx="148">
                  <c:v>1.1250000000000004</c:v>
                </c:pt>
                <c:pt idx="149">
                  <c:v>1.0050000000000003</c:v>
                </c:pt>
                <c:pt idx="150">
                  <c:v>0.99600000000000033</c:v>
                </c:pt>
                <c:pt idx="151">
                  <c:v>0.95800000000000041</c:v>
                </c:pt>
                <c:pt idx="152">
                  <c:v>0.99800000000000033</c:v>
                </c:pt>
                <c:pt idx="153">
                  <c:v>1.0530000000000004</c:v>
                </c:pt>
                <c:pt idx="154">
                  <c:v>0.98200000000000043</c:v>
                </c:pt>
                <c:pt idx="155">
                  <c:v>1.1340000000000003</c:v>
                </c:pt>
                <c:pt idx="156">
                  <c:v>1.0770000000000004</c:v>
                </c:pt>
                <c:pt idx="157">
                  <c:v>1.0990000000000004</c:v>
                </c:pt>
                <c:pt idx="158">
                  <c:v>1.0680000000000005</c:v>
                </c:pt>
                <c:pt idx="159">
                  <c:v>1.1510000000000005</c:v>
                </c:pt>
                <c:pt idx="160">
                  <c:v>1.1670000000000005</c:v>
                </c:pt>
                <c:pt idx="161">
                  <c:v>1.0790000000000006</c:v>
                </c:pt>
                <c:pt idx="162">
                  <c:v>1.1510000000000007</c:v>
                </c:pt>
                <c:pt idx="163">
                  <c:v>1.2620000000000009</c:v>
                </c:pt>
                <c:pt idx="164">
                  <c:v>1.2810000000000008</c:v>
                </c:pt>
                <c:pt idx="165">
                  <c:v>1.4090000000000009</c:v>
                </c:pt>
                <c:pt idx="166">
                  <c:v>1.4850000000000008</c:v>
                </c:pt>
                <c:pt idx="167">
                  <c:v>1.4980000000000009</c:v>
                </c:pt>
                <c:pt idx="168">
                  <c:v>1.5490000000000008</c:v>
                </c:pt>
                <c:pt idx="169">
                  <c:v>1.4950000000000008</c:v>
                </c:pt>
                <c:pt idx="170">
                  <c:v>1.5680000000000007</c:v>
                </c:pt>
                <c:pt idx="171">
                  <c:v>1.6820000000000008</c:v>
                </c:pt>
                <c:pt idx="172">
                  <c:v>1.6900000000000008</c:v>
                </c:pt>
                <c:pt idx="173">
                  <c:v>1.7190000000000007</c:v>
                </c:pt>
                <c:pt idx="174">
                  <c:v>1.7400000000000009</c:v>
                </c:pt>
                <c:pt idx="175">
                  <c:v>1.7030000000000007</c:v>
                </c:pt>
                <c:pt idx="176">
                  <c:v>1.7420000000000009</c:v>
                </c:pt>
                <c:pt idx="177">
                  <c:v>1.8160000000000007</c:v>
                </c:pt>
                <c:pt idx="178">
                  <c:v>1.7550000000000008</c:v>
                </c:pt>
                <c:pt idx="179">
                  <c:v>1.8940000000000008</c:v>
                </c:pt>
                <c:pt idx="180">
                  <c:v>1.8760000000000008</c:v>
                </c:pt>
                <c:pt idx="181">
                  <c:v>1.8320000000000007</c:v>
                </c:pt>
                <c:pt idx="182">
                  <c:v>1.9080000000000008</c:v>
                </c:pt>
                <c:pt idx="183">
                  <c:v>1.8940000000000008</c:v>
                </c:pt>
                <c:pt idx="184">
                  <c:v>1.9480000000000008</c:v>
                </c:pt>
                <c:pt idx="185">
                  <c:v>1.9360000000000008</c:v>
                </c:pt>
                <c:pt idx="186">
                  <c:v>1.9840000000000009</c:v>
                </c:pt>
                <c:pt idx="187">
                  <c:v>2.1050000000000009</c:v>
                </c:pt>
                <c:pt idx="188">
                  <c:v>2.0710000000000006</c:v>
                </c:pt>
                <c:pt idx="189">
                  <c:v>2.1430000000000007</c:v>
                </c:pt>
                <c:pt idx="190">
                  <c:v>2.2020000000000008</c:v>
                </c:pt>
                <c:pt idx="191">
                  <c:v>2.293000000000001</c:v>
                </c:pt>
                <c:pt idx="192">
                  <c:v>2.4080000000000008</c:v>
                </c:pt>
                <c:pt idx="193">
                  <c:v>2.297000000000001</c:v>
                </c:pt>
                <c:pt idx="194">
                  <c:v>2.3600000000000008</c:v>
                </c:pt>
                <c:pt idx="195">
                  <c:v>2.2870000000000008</c:v>
                </c:pt>
                <c:pt idx="196">
                  <c:v>2.0950000000000006</c:v>
                </c:pt>
                <c:pt idx="197">
                  <c:v>2.0490000000000004</c:v>
                </c:pt>
                <c:pt idx="198">
                  <c:v>2.2110000000000003</c:v>
                </c:pt>
                <c:pt idx="199">
                  <c:v>2.2640000000000002</c:v>
                </c:pt>
                <c:pt idx="200">
                  <c:v>2.3730000000000002</c:v>
                </c:pt>
                <c:pt idx="201">
                  <c:v>2.5190000000000006</c:v>
                </c:pt>
                <c:pt idx="202">
                  <c:v>2.4760000000000004</c:v>
                </c:pt>
                <c:pt idx="203">
                  <c:v>2.4910000000000005</c:v>
                </c:pt>
                <c:pt idx="204">
                  <c:v>2.4630000000000005</c:v>
                </c:pt>
                <c:pt idx="205">
                  <c:v>2.5250000000000004</c:v>
                </c:pt>
                <c:pt idx="206">
                  <c:v>2.4480000000000004</c:v>
                </c:pt>
                <c:pt idx="207">
                  <c:v>2.4630000000000005</c:v>
                </c:pt>
                <c:pt idx="208">
                  <c:v>2.5530000000000004</c:v>
                </c:pt>
                <c:pt idx="209">
                  <c:v>2.5810000000000004</c:v>
                </c:pt>
                <c:pt idx="210">
                  <c:v>2.5950000000000002</c:v>
                </c:pt>
                <c:pt idx="211">
                  <c:v>2.5090000000000003</c:v>
                </c:pt>
                <c:pt idx="212">
                  <c:v>2.3490000000000002</c:v>
                </c:pt>
                <c:pt idx="213">
                  <c:v>2.2910000000000004</c:v>
                </c:pt>
                <c:pt idx="214">
                  <c:v>2.1410000000000005</c:v>
                </c:pt>
                <c:pt idx="215">
                  <c:v>2.2810000000000006</c:v>
                </c:pt>
                <c:pt idx="216">
                  <c:v>2.3210000000000002</c:v>
                </c:pt>
                <c:pt idx="217">
                  <c:v>2.3110000000000004</c:v>
                </c:pt>
                <c:pt idx="218">
                  <c:v>2.3170000000000002</c:v>
                </c:pt>
                <c:pt idx="219">
                  <c:v>2.4240000000000004</c:v>
                </c:pt>
                <c:pt idx="220">
                  <c:v>2.4740000000000002</c:v>
                </c:pt>
                <c:pt idx="221">
                  <c:v>2.5230000000000006</c:v>
                </c:pt>
                <c:pt idx="222">
                  <c:v>2.4600000000000004</c:v>
                </c:pt>
                <c:pt idx="223">
                  <c:v>2.3490000000000002</c:v>
                </c:pt>
                <c:pt idx="224">
                  <c:v>2.1870000000000003</c:v>
                </c:pt>
                <c:pt idx="225">
                  <c:v>2.3390000000000004</c:v>
                </c:pt>
                <c:pt idx="226">
                  <c:v>2.3250000000000002</c:v>
                </c:pt>
                <c:pt idx="227">
                  <c:v>2.2870000000000004</c:v>
                </c:pt>
                <c:pt idx="228">
                  <c:v>2.1760000000000002</c:v>
                </c:pt>
                <c:pt idx="229">
                  <c:v>2.1970000000000001</c:v>
                </c:pt>
                <c:pt idx="230">
                  <c:v>2.1919999999999997</c:v>
                </c:pt>
                <c:pt idx="231">
                  <c:v>2.1710000000000003</c:v>
                </c:pt>
                <c:pt idx="232">
                  <c:v>2.157</c:v>
                </c:pt>
                <c:pt idx="233">
                  <c:v>2.1079999999999997</c:v>
                </c:pt>
                <c:pt idx="234">
                  <c:v>2.0289999999999999</c:v>
                </c:pt>
                <c:pt idx="235">
                  <c:v>2.153</c:v>
                </c:pt>
                <c:pt idx="236">
                  <c:v>2.1680000000000001</c:v>
                </c:pt>
                <c:pt idx="237">
                  <c:v>2.1</c:v>
                </c:pt>
                <c:pt idx="238">
                  <c:v>2.1080000000000001</c:v>
                </c:pt>
                <c:pt idx="239">
                  <c:v>1.9920000000000002</c:v>
                </c:pt>
                <c:pt idx="240">
                  <c:v>2.0330000000000004</c:v>
                </c:pt>
                <c:pt idx="241">
                  <c:v>2.0590000000000002</c:v>
                </c:pt>
                <c:pt idx="242">
                  <c:v>1.9760000000000002</c:v>
                </c:pt>
                <c:pt idx="243">
                  <c:v>1.9600000000000002</c:v>
                </c:pt>
                <c:pt idx="244">
                  <c:v>1.9970000000000001</c:v>
                </c:pt>
                <c:pt idx="245">
                  <c:v>2.1100000000000003</c:v>
                </c:pt>
                <c:pt idx="246">
                  <c:v>2.1170000000000004</c:v>
                </c:pt>
                <c:pt idx="247">
                  <c:v>2.1020000000000003</c:v>
                </c:pt>
                <c:pt idx="248">
                  <c:v>2.1180000000000003</c:v>
                </c:pt>
                <c:pt idx="249">
                  <c:v>2.2600000000000002</c:v>
                </c:pt>
                <c:pt idx="250">
                  <c:v>2.3300000000000005</c:v>
                </c:pt>
                <c:pt idx="251">
                  <c:v>2.3810000000000002</c:v>
                </c:pt>
                <c:pt idx="252">
                  <c:v>2.4800000000000004</c:v>
                </c:pt>
                <c:pt idx="253">
                  <c:v>2.4900000000000002</c:v>
                </c:pt>
                <c:pt idx="254">
                  <c:v>2.5390000000000006</c:v>
                </c:pt>
                <c:pt idx="255">
                  <c:v>2.5750000000000002</c:v>
                </c:pt>
                <c:pt idx="256">
                  <c:v>2.5750000000000002</c:v>
                </c:pt>
                <c:pt idx="257">
                  <c:v>2.7</c:v>
                </c:pt>
                <c:pt idx="258">
                  <c:v>2.6760000000000006</c:v>
                </c:pt>
                <c:pt idx="259">
                  <c:v>2.6150000000000002</c:v>
                </c:pt>
                <c:pt idx="260">
                  <c:v>0</c:v>
                </c:pt>
                <c:pt idx="261">
                  <c:v>-0.129</c:v>
                </c:pt>
                <c:pt idx="262">
                  <c:v>-0.18100000000000005</c:v>
                </c:pt>
                <c:pt idx="263">
                  <c:v>-0.29700000000000015</c:v>
                </c:pt>
                <c:pt idx="264">
                  <c:v>-0.25300000000000011</c:v>
                </c:pt>
                <c:pt idx="265">
                  <c:v>-0.3580000000000001</c:v>
                </c:pt>
                <c:pt idx="266">
                  <c:v>-0.33899999999999997</c:v>
                </c:pt>
                <c:pt idx="267">
                  <c:v>-0.26100000000000012</c:v>
                </c:pt>
                <c:pt idx="268">
                  <c:v>-0.36499999999999977</c:v>
                </c:pt>
                <c:pt idx="269">
                  <c:v>-0.41199999999999992</c:v>
                </c:pt>
                <c:pt idx="270">
                  <c:v>-0.39999999999999991</c:v>
                </c:pt>
                <c:pt idx="271">
                  <c:v>-0.39400000000000013</c:v>
                </c:pt>
                <c:pt idx="272">
                  <c:v>-0.47799999999999976</c:v>
                </c:pt>
                <c:pt idx="273">
                  <c:v>-0.54899999999999993</c:v>
                </c:pt>
                <c:pt idx="274">
                  <c:v>-0.50700000000000012</c:v>
                </c:pt>
                <c:pt idx="275">
                  <c:v>-0.39299999999999979</c:v>
                </c:pt>
                <c:pt idx="276">
                  <c:v>-0.36299999999999999</c:v>
                </c:pt>
                <c:pt idx="277">
                  <c:v>-0.41599999999999993</c:v>
                </c:pt>
                <c:pt idx="278">
                  <c:v>-0.41400000000000015</c:v>
                </c:pt>
                <c:pt idx="279">
                  <c:v>-0.35599999999999987</c:v>
                </c:pt>
                <c:pt idx="280">
                  <c:v>-0.32799999999999985</c:v>
                </c:pt>
                <c:pt idx="281">
                  <c:v>-0.25</c:v>
                </c:pt>
                <c:pt idx="282">
                  <c:v>-0.28200000000000003</c:v>
                </c:pt>
                <c:pt idx="283">
                  <c:v>-0.28299999999999992</c:v>
                </c:pt>
                <c:pt idx="284">
                  <c:v>-0.49199999999999999</c:v>
                </c:pt>
                <c:pt idx="285">
                  <c:v>-0.37599999999999989</c:v>
                </c:pt>
                <c:pt idx="286">
                  <c:v>-0.27300000000000013</c:v>
                </c:pt>
                <c:pt idx="287">
                  <c:v>-0.22100000000000009</c:v>
                </c:pt>
                <c:pt idx="288">
                  <c:v>-0.20500000000000007</c:v>
                </c:pt>
                <c:pt idx="289">
                  <c:v>-0.2669999999999999</c:v>
                </c:pt>
                <c:pt idx="290">
                  <c:v>-0.20299999999999985</c:v>
                </c:pt>
                <c:pt idx="291">
                  <c:v>-0.19799999999999995</c:v>
                </c:pt>
                <c:pt idx="292">
                  <c:v>-0.13099999999999978</c:v>
                </c:pt>
                <c:pt idx="293">
                  <c:v>-9.2999999999999972E-2</c:v>
                </c:pt>
                <c:pt idx="294">
                  <c:v>-8.9999999999999858E-2</c:v>
                </c:pt>
                <c:pt idx="295">
                  <c:v>-0.12699999999999978</c:v>
                </c:pt>
                <c:pt idx="296">
                  <c:v>-0.10599999999999987</c:v>
                </c:pt>
                <c:pt idx="297">
                  <c:v>-3.7999999999999812E-2</c:v>
                </c:pt>
                <c:pt idx="298">
                  <c:v>-4.7000000000000153E-2</c:v>
                </c:pt>
                <c:pt idx="299">
                  <c:v>-8.9999999999999858E-2</c:v>
                </c:pt>
                <c:pt idx="300">
                  <c:v>-2.9999999999999805E-2</c:v>
                </c:pt>
                <c:pt idx="301">
                  <c:v>1.2999999999999901E-2</c:v>
                </c:pt>
                <c:pt idx="302">
                  <c:v>8.3000000000000185E-2</c:v>
                </c:pt>
                <c:pt idx="303">
                  <c:v>0.1419999999999999</c:v>
                </c:pt>
                <c:pt idx="304">
                  <c:v>0.18100000000000005</c:v>
                </c:pt>
                <c:pt idx="305">
                  <c:v>0.14599999999999991</c:v>
                </c:pt>
                <c:pt idx="306">
                  <c:v>0.17900000000000027</c:v>
                </c:pt>
                <c:pt idx="307">
                  <c:v>0.12300000000000022</c:v>
                </c:pt>
                <c:pt idx="308">
                  <c:v>7.9000000000000181E-2</c:v>
                </c:pt>
                <c:pt idx="309">
                  <c:v>7.2999999999999954E-2</c:v>
                </c:pt>
                <c:pt idx="310">
                  <c:v>-6.0999999999999943E-2</c:v>
                </c:pt>
                <c:pt idx="311">
                  <c:v>-0.31199999999999983</c:v>
                </c:pt>
                <c:pt idx="312">
                  <c:v>-0.1509999999999998</c:v>
                </c:pt>
                <c:pt idx="313">
                  <c:v>-0.44099999999999984</c:v>
                </c:pt>
                <c:pt idx="314">
                  <c:v>-0.2799999999999998</c:v>
                </c:pt>
                <c:pt idx="315">
                  <c:v>-0.46300000000000008</c:v>
                </c:pt>
                <c:pt idx="316">
                  <c:v>-0.44499999999999984</c:v>
                </c:pt>
                <c:pt idx="317">
                  <c:v>-0.27700000000000014</c:v>
                </c:pt>
                <c:pt idx="318">
                  <c:v>-0.23999999999999977</c:v>
                </c:pt>
                <c:pt idx="319">
                  <c:v>-0.37299999999999978</c:v>
                </c:pt>
                <c:pt idx="320">
                  <c:v>-0.44099999999999984</c:v>
                </c:pt>
                <c:pt idx="321">
                  <c:v>-0.34099999999999975</c:v>
                </c:pt>
                <c:pt idx="322">
                  <c:v>-0.2799999999999998</c:v>
                </c:pt>
                <c:pt idx="323">
                  <c:v>-0.23999999999999977</c:v>
                </c:pt>
                <c:pt idx="324">
                  <c:v>-0.19599999999999973</c:v>
                </c:pt>
                <c:pt idx="325">
                  <c:v>-0.2759999999999998</c:v>
                </c:pt>
                <c:pt idx="326">
                  <c:v>-0.31400000000000006</c:v>
                </c:pt>
                <c:pt idx="327">
                  <c:v>-0.31899999999999995</c:v>
                </c:pt>
                <c:pt idx="328">
                  <c:v>-0.38600000000000012</c:v>
                </c:pt>
                <c:pt idx="329">
                  <c:v>-0.3839999999999999</c:v>
                </c:pt>
                <c:pt idx="330">
                  <c:v>-0.3839999999999999</c:v>
                </c:pt>
                <c:pt idx="331">
                  <c:v>-0.3839999999999999</c:v>
                </c:pt>
                <c:pt idx="332">
                  <c:v>-0.25800000000000001</c:v>
                </c:pt>
                <c:pt idx="333">
                  <c:v>-0.19899999999999984</c:v>
                </c:pt>
                <c:pt idx="334">
                  <c:v>-0.19599999999999973</c:v>
                </c:pt>
                <c:pt idx="335">
                  <c:v>-0.129</c:v>
                </c:pt>
                <c:pt idx="336">
                  <c:v>-9.4999999999999751E-2</c:v>
                </c:pt>
                <c:pt idx="337">
                  <c:v>-9.0999999999999748E-2</c:v>
                </c:pt>
                <c:pt idx="338">
                  <c:v>-5.2000000000000046E-2</c:v>
                </c:pt>
                <c:pt idx="339">
                  <c:v>-0.12199999999999989</c:v>
                </c:pt>
                <c:pt idx="340">
                  <c:v>-8.5999999999999854E-2</c:v>
                </c:pt>
                <c:pt idx="341">
                  <c:v>-5.9000000000000163E-2</c:v>
                </c:pt>
                <c:pt idx="342">
                  <c:v>-0.18400000000000016</c:v>
                </c:pt>
                <c:pt idx="343">
                  <c:v>-0.17099999999999982</c:v>
                </c:pt>
                <c:pt idx="344">
                  <c:v>-0.1080000000000001</c:v>
                </c:pt>
                <c:pt idx="345">
                  <c:v>-0.25499999999999989</c:v>
                </c:pt>
                <c:pt idx="346">
                  <c:v>-0.25499999999999989</c:v>
                </c:pt>
                <c:pt idx="347">
                  <c:v>-0.30900000000000016</c:v>
                </c:pt>
                <c:pt idx="348">
                  <c:v>-0.31899999999999995</c:v>
                </c:pt>
                <c:pt idx="349">
                  <c:v>-0.37699999999999978</c:v>
                </c:pt>
                <c:pt idx="350">
                  <c:v>-0.2759999999999998</c:v>
                </c:pt>
                <c:pt idx="351">
                  <c:v>-0.24799999999999978</c:v>
                </c:pt>
                <c:pt idx="352">
                  <c:v>-0.21799999999999997</c:v>
                </c:pt>
                <c:pt idx="353">
                  <c:v>-0.27899999999999991</c:v>
                </c:pt>
                <c:pt idx="354">
                  <c:v>-0.34200000000000008</c:v>
                </c:pt>
                <c:pt idx="355">
                  <c:v>-0.29099999999999993</c:v>
                </c:pt>
                <c:pt idx="356">
                  <c:v>-0.2589999999999999</c:v>
                </c:pt>
                <c:pt idx="357">
                  <c:v>-0.21399999999999997</c:v>
                </c:pt>
                <c:pt idx="358">
                  <c:v>-0.23099999999999987</c:v>
                </c:pt>
                <c:pt idx="359">
                  <c:v>-0.121</c:v>
                </c:pt>
                <c:pt idx="360">
                  <c:v>-0.14000000000000012</c:v>
                </c:pt>
                <c:pt idx="361">
                  <c:v>-0.1080000000000001</c:v>
                </c:pt>
                <c:pt idx="362">
                  <c:v>-9.8999999999999755E-2</c:v>
                </c:pt>
                <c:pt idx="363">
                  <c:v>-9.4999999999999751E-2</c:v>
                </c:pt>
                <c:pt idx="364">
                  <c:v>-4.4000000000000039E-2</c:v>
                </c:pt>
                <c:pt idx="365">
                  <c:v>-2.8000000000000025E-2</c:v>
                </c:pt>
                <c:pt idx="366">
                  <c:v>-0.13300000000000001</c:v>
                </c:pt>
                <c:pt idx="367">
                  <c:v>-0.22599999999999998</c:v>
                </c:pt>
                <c:pt idx="368">
                  <c:v>-0.28500000000000014</c:v>
                </c:pt>
                <c:pt idx="369">
                  <c:v>-0.31899999999999995</c:v>
                </c:pt>
                <c:pt idx="370">
                  <c:v>-0.254</c:v>
                </c:pt>
                <c:pt idx="371">
                  <c:v>-0.18800000000000017</c:v>
                </c:pt>
                <c:pt idx="372">
                  <c:v>-0.19499999999999984</c:v>
                </c:pt>
                <c:pt idx="373">
                  <c:v>-0.1120000000000001</c:v>
                </c:pt>
                <c:pt idx="374">
                  <c:v>-0.16500000000000004</c:v>
                </c:pt>
                <c:pt idx="375">
                  <c:v>-0.18999999999999995</c:v>
                </c:pt>
                <c:pt idx="376">
                  <c:v>-0.18100000000000005</c:v>
                </c:pt>
                <c:pt idx="377">
                  <c:v>-0.14500000000000002</c:v>
                </c:pt>
                <c:pt idx="378">
                  <c:v>-0.11699999999999999</c:v>
                </c:pt>
                <c:pt idx="379">
                  <c:v>-6.4000000000000057E-2</c:v>
                </c:pt>
                <c:pt idx="380">
                  <c:v>-9.2999999999999972E-2</c:v>
                </c:pt>
                <c:pt idx="381">
                  <c:v>-4.9999999999999822E-2</c:v>
                </c:pt>
                <c:pt idx="382">
                  <c:v>-0.16299999999999981</c:v>
                </c:pt>
                <c:pt idx="383">
                  <c:v>-0.13200000000000012</c:v>
                </c:pt>
                <c:pt idx="384">
                  <c:v>-7.3999999999999844E-2</c:v>
                </c:pt>
                <c:pt idx="385">
                  <c:v>-0.21300000000000008</c:v>
                </c:pt>
                <c:pt idx="386">
                  <c:v>-0.25800000000000001</c:v>
                </c:pt>
                <c:pt idx="387">
                  <c:v>-0.21099999999999985</c:v>
                </c:pt>
                <c:pt idx="388">
                  <c:v>-0.25300000000000011</c:v>
                </c:pt>
                <c:pt idx="389">
                  <c:v>-0.1509999999999998</c:v>
                </c:pt>
                <c:pt idx="390">
                  <c:v>-0.17499999999999982</c:v>
                </c:pt>
                <c:pt idx="391">
                  <c:v>-0.12999999999999989</c:v>
                </c:pt>
                <c:pt idx="392">
                  <c:v>-0.11399999999999988</c:v>
                </c:pt>
                <c:pt idx="393">
                  <c:v>-8.9999999999999858E-2</c:v>
                </c:pt>
                <c:pt idx="394">
                  <c:v>5.9000000000000163E-2</c:v>
                </c:pt>
                <c:pt idx="395">
                  <c:v>6.899999999999995E-2</c:v>
                </c:pt>
                <c:pt idx="396">
                  <c:v>7.1000000000000174E-2</c:v>
                </c:pt>
                <c:pt idx="397">
                  <c:v>8.0999999999999961E-2</c:v>
                </c:pt>
                <c:pt idx="398">
                  <c:v>9.9999999999988987E-4</c:v>
                </c:pt>
                <c:pt idx="399">
                  <c:v>-8.8000000000000078E-2</c:v>
                </c:pt>
                <c:pt idx="400">
                  <c:v>-5.600000000000005E-2</c:v>
                </c:pt>
                <c:pt idx="401">
                  <c:v>-8.8999999999999968E-2</c:v>
                </c:pt>
                <c:pt idx="402">
                  <c:v>-0.18299999999999983</c:v>
                </c:pt>
                <c:pt idx="403">
                  <c:v>-0.13099999999999978</c:v>
                </c:pt>
                <c:pt idx="404">
                  <c:v>-8.1999999999999851E-2</c:v>
                </c:pt>
                <c:pt idx="405">
                  <c:v>-0.10000000000000009</c:v>
                </c:pt>
                <c:pt idx="406">
                  <c:v>-0.14599999999999991</c:v>
                </c:pt>
                <c:pt idx="407">
                  <c:v>-0.14299999999999979</c:v>
                </c:pt>
                <c:pt idx="408">
                  <c:v>-8.4000000000000075E-2</c:v>
                </c:pt>
                <c:pt idx="409">
                  <c:v>-9.3999999999999861E-2</c:v>
                </c:pt>
                <c:pt idx="410">
                  <c:v>-7.3999999999999844E-2</c:v>
                </c:pt>
                <c:pt idx="411">
                  <c:v>-7.6000000000000068E-2</c:v>
                </c:pt>
                <c:pt idx="412">
                  <c:v>-1.1000000000000121E-2</c:v>
                </c:pt>
                <c:pt idx="413">
                  <c:v>-3.5000000000000142E-2</c:v>
                </c:pt>
                <c:pt idx="414">
                  <c:v>3.6000000000000032E-2</c:v>
                </c:pt>
                <c:pt idx="415">
                  <c:v>-5.9999999999997833E-3</c:v>
                </c:pt>
                <c:pt idx="416">
                  <c:v>3.2999999999999918E-2</c:v>
                </c:pt>
                <c:pt idx="417">
                  <c:v>-0.10000000000000009</c:v>
                </c:pt>
                <c:pt idx="418">
                  <c:v>-6.999999999999984E-2</c:v>
                </c:pt>
                <c:pt idx="419">
                  <c:v>-3.9000000000000146E-2</c:v>
                </c:pt>
                <c:pt idx="420">
                  <c:v>5.699999999999994E-2</c:v>
                </c:pt>
                <c:pt idx="421">
                  <c:v>6.999999999999984E-2</c:v>
                </c:pt>
                <c:pt idx="422">
                  <c:v>0.10599999999999987</c:v>
                </c:pt>
                <c:pt idx="423">
                  <c:v>8.1999999999999851E-2</c:v>
                </c:pt>
                <c:pt idx="424">
                  <c:v>0.1419999999999999</c:v>
                </c:pt>
                <c:pt idx="425">
                  <c:v>5.400000000000027E-2</c:v>
                </c:pt>
                <c:pt idx="426">
                  <c:v>0.13600000000000012</c:v>
                </c:pt>
                <c:pt idx="427">
                  <c:v>7.6999999999999957E-2</c:v>
                </c:pt>
                <c:pt idx="428">
                  <c:v>-4.9999999999999822E-2</c:v>
                </c:pt>
                <c:pt idx="429">
                  <c:v>-5.500000000000016E-2</c:v>
                </c:pt>
                <c:pt idx="430">
                  <c:v>-5.9999999999997833E-3</c:v>
                </c:pt>
                <c:pt idx="431">
                  <c:v>-4.0000000000000036E-3</c:v>
                </c:pt>
                <c:pt idx="432">
                  <c:v>-5.699999999999994E-2</c:v>
                </c:pt>
                <c:pt idx="433">
                  <c:v>-2.3000000000000131E-2</c:v>
                </c:pt>
                <c:pt idx="434">
                  <c:v>-0.10299999999999976</c:v>
                </c:pt>
                <c:pt idx="435">
                  <c:v>-1.9000000000000128E-2</c:v>
                </c:pt>
                <c:pt idx="436">
                  <c:v>1.2000000000000011E-2</c:v>
                </c:pt>
                <c:pt idx="437">
                  <c:v>4.4999999999999929E-2</c:v>
                </c:pt>
                <c:pt idx="438">
                  <c:v>8.7000000000000188E-2</c:v>
                </c:pt>
                <c:pt idx="439">
                  <c:v>4.6000000000000263E-2</c:v>
                </c:pt>
                <c:pt idx="440">
                  <c:v>4.3000000000000149E-2</c:v>
                </c:pt>
                <c:pt idx="441">
                  <c:v>7.1000000000000174E-2</c:v>
                </c:pt>
                <c:pt idx="442">
                  <c:v>7.6000000000000068E-2</c:v>
                </c:pt>
                <c:pt idx="443">
                  <c:v>8.4000000000000075E-2</c:v>
                </c:pt>
                <c:pt idx="444">
                  <c:v>2.6000000000000245E-2</c:v>
                </c:pt>
                <c:pt idx="445">
                  <c:v>0.1080000000000001</c:v>
                </c:pt>
                <c:pt idx="446">
                  <c:v>0.14000000000000012</c:v>
                </c:pt>
                <c:pt idx="447">
                  <c:v>0.16999999999999993</c:v>
                </c:pt>
                <c:pt idx="448">
                  <c:v>0.1339999999999999</c:v>
                </c:pt>
                <c:pt idx="449">
                  <c:v>0.16900000000000004</c:v>
                </c:pt>
                <c:pt idx="450">
                  <c:v>0.17200000000000015</c:v>
                </c:pt>
                <c:pt idx="451">
                  <c:v>0.22900000000000009</c:v>
                </c:pt>
                <c:pt idx="452">
                  <c:v>0.24000000000000021</c:v>
                </c:pt>
                <c:pt idx="453">
                  <c:v>0.27499999999999991</c:v>
                </c:pt>
                <c:pt idx="454">
                  <c:v>0.36299999999999999</c:v>
                </c:pt>
                <c:pt idx="455">
                  <c:v>0.27300000000000013</c:v>
                </c:pt>
                <c:pt idx="456">
                  <c:v>0.35599999999999987</c:v>
                </c:pt>
                <c:pt idx="457">
                  <c:v>0.40100000000000025</c:v>
                </c:pt>
                <c:pt idx="458">
                  <c:v>0.35199999999999987</c:v>
                </c:pt>
                <c:pt idx="459">
                  <c:v>0.31099999999999994</c:v>
                </c:pt>
                <c:pt idx="460">
                  <c:v>0.31800000000000006</c:v>
                </c:pt>
                <c:pt idx="461">
                  <c:v>0.20500000000000007</c:v>
                </c:pt>
                <c:pt idx="462">
                  <c:v>0.20800000000000018</c:v>
                </c:pt>
                <c:pt idx="463">
                  <c:v>0.15100000000000025</c:v>
                </c:pt>
                <c:pt idx="464">
                  <c:v>0.21899999999999986</c:v>
                </c:pt>
                <c:pt idx="465">
                  <c:v>0.16999999999999993</c:v>
                </c:pt>
                <c:pt idx="466">
                  <c:v>0.21799999999999997</c:v>
                </c:pt>
                <c:pt idx="467">
                  <c:v>0.31499999999999995</c:v>
                </c:pt>
                <c:pt idx="468">
                  <c:v>0.3580000000000001</c:v>
                </c:pt>
                <c:pt idx="469">
                  <c:v>0.36399999999999988</c:v>
                </c:pt>
                <c:pt idx="470">
                  <c:v>0.32299999999999995</c:v>
                </c:pt>
                <c:pt idx="471">
                  <c:v>0.30600000000000005</c:v>
                </c:pt>
                <c:pt idx="472">
                  <c:v>0.26000000000000023</c:v>
                </c:pt>
                <c:pt idx="473">
                  <c:v>0.32299999999999995</c:v>
                </c:pt>
                <c:pt idx="474">
                  <c:v>0.29499999999999993</c:v>
                </c:pt>
                <c:pt idx="475">
                  <c:v>0.26500000000000012</c:v>
                </c:pt>
                <c:pt idx="476">
                  <c:v>0.25499999999999989</c:v>
                </c:pt>
                <c:pt idx="477">
                  <c:v>0.23899999999999988</c:v>
                </c:pt>
                <c:pt idx="478">
                  <c:v>0.19700000000000006</c:v>
                </c:pt>
                <c:pt idx="479">
                  <c:v>0.14999999999999991</c:v>
                </c:pt>
                <c:pt idx="480">
                  <c:v>7.7999999999999847E-2</c:v>
                </c:pt>
                <c:pt idx="481">
                  <c:v>0.17200000000000015</c:v>
                </c:pt>
                <c:pt idx="482">
                  <c:v>9.2000000000000082E-2</c:v>
                </c:pt>
                <c:pt idx="483">
                  <c:v>5.0000000000000266E-2</c:v>
                </c:pt>
                <c:pt idx="484">
                  <c:v>8.0000000000000071E-2</c:v>
                </c:pt>
                <c:pt idx="485">
                  <c:v>0.15100000000000025</c:v>
                </c:pt>
                <c:pt idx="486">
                  <c:v>0.14599999999999991</c:v>
                </c:pt>
                <c:pt idx="487">
                  <c:v>3.4000000000000252E-2</c:v>
                </c:pt>
                <c:pt idx="488">
                  <c:v>7.6999999999999957E-2</c:v>
                </c:pt>
                <c:pt idx="489">
                  <c:v>2.4000000000000021E-2</c:v>
                </c:pt>
                <c:pt idx="490">
                  <c:v>2.0999999999999908E-2</c:v>
                </c:pt>
                <c:pt idx="491">
                  <c:v>4.4999999999999929E-2</c:v>
                </c:pt>
                <c:pt idx="492">
                  <c:v>0</c:v>
                </c:pt>
                <c:pt idx="493">
                  <c:v>-7.0000000000001172E-3</c:v>
                </c:pt>
                <c:pt idx="494">
                  <c:v>5.2000000000000046E-2</c:v>
                </c:pt>
                <c:pt idx="495">
                  <c:v>7.6999999999999957E-2</c:v>
                </c:pt>
                <c:pt idx="496">
                  <c:v>-1.7999999999999794E-2</c:v>
                </c:pt>
                <c:pt idx="497">
                  <c:v>-6.999999999999984E-2</c:v>
                </c:pt>
                <c:pt idx="498">
                  <c:v>-0.13499999999999979</c:v>
                </c:pt>
                <c:pt idx="499">
                  <c:v>-0.12000000000000011</c:v>
                </c:pt>
                <c:pt idx="500">
                  <c:v>-0.20500000000000007</c:v>
                </c:pt>
                <c:pt idx="501">
                  <c:v>-0.21300000000000008</c:v>
                </c:pt>
                <c:pt idx="502">
                  <c:v>-0.31999999999999984</c:v>
                </c:pt>
                <c:pt idx="503">
                  <c:v>-0.36699999999999999</c:v>
                </c:pt>
                <c:pt idx="504">
                  <c:v>-0.37599999999999989</c:v>
                </c:pt>
                <c:pt idx="505">
                  <c:v>-0.29000000000000004</c:v>
                </c:pt>
                <c:pt idx="506">
                  <c:v>-0.29599999999999982</c:v>
                </c:pt>
                <c:pt idx="507">
                  <c:v>-0.34099999999999975</c:v>
                </c:pt>
                <c:pt idx="508">
                  <c:v>-0.39400000000000013</c:v>
                </c:pt>
                <c:pt idx="509">
                  <c:v>-0.45299999999999985</c:v>
                </c:pt>
                <c:pt idx="510">
                  <c:v>-0.55100000000000016</c:v>
                </c:pt>
                <c:pt idx="511">
                  <c:v>-0.48799999999999999</c:v>
                </c:pt>
                <c:pt idx="512">
                  <c:v>-0.54999999999999982</c:v>
                </c:pt>
                <c:pt idx="513">
                  <c:v>-0.59599999999999986</c:v>
                </c:pt>
                <c:pt idx="514">
                  <c:v>-0.60199999999999987</c:v>
                </c:pt>
                <c:pt idx="515">
                  <c:v>-0.58799999999999986</c:v>
                </c:pt>
                <c:pt idx="516">
                  <c:v>-0.58799999999999986</c:v>
                </c:pt>
                <c:pt idx="517">
                  <c:v>-0.58799999999999986</c:v>
                </c:pt>
                <c:pt idx="518">
                  <c:v>-0.67199999999999993</c:v>
                </c:pt>
                <c:pt idx="519">
                  <c:v>-0.62199999999999989</c:v>
                </c:pt>
                <c:pt idx="520">
                  <c:v>0</c:v>
                </c:pt>
                <c:pt idx="521">
                  <c:v>0</c:v>
                </c:pt>
                <c:pt idx="522">
                  <c:v>4.4999999999999929E-2</c:v>
                </c:pt>
                <c:pt idx="523">
                  <c:v>2.0000000000002238E-3</c:v>
                </c:pt>
                <c:pt idx="524">
                  <c:v>0.10200000000000031</c:v>
                </c:pt>
                <c:pt idx="525">
                  <c:v>0.1339999999999999</c:v>
                </c:pt>
                <c:pt idx="526">
                  <c:v>0.11399999999999988</c:v>
                </c:pt>
                <c:pt idx="527">
                  <c:v>0.16599999999999993</c:v>
                </c:pt>
                <c:pt idx="528">
                  <c:v>0.18900000000000006</c:v>
                </c:pt>
                <c:pt idx="529">
                  <c:v>0.21300000000000008</c:v>
                </c:pt>
                <c:pt idx="530">
                  <c:v>0.16199999999999992</c:v>
                </c:pt>
                <c:pt idx="531">
                  <c:v>0.2110000000000003</c:v>
                </c:pt>
                <c:pt idx="532">
                  <c:v>0.23600000000000021</c:v>
                </c:pt>
                <c:pt idx="533">
                  <c:v>0.29300000000000015</c:v>
                </c:pt>
                <c:pt idx="534">
                  <c:v>0.32600000000000007</c:v>
                </c:pt>
                <c:pt idx="535">
                  <c:v>0.31899999999999995</c:v>
                </c:pt>
                <c:pt idx="536">
                  <c:v>0.26800000000000024</c:v>
                </c:pt>
                <c:pt idx="537">
                  <c:v>0.32900000000000018</c:v>
                </c:pt>
                <c:pt idx="538">
                  <c:v>0.31899999999999995</c:v>
                </c:pt>
                <c:pt idx="539">
                  <c:v>0.26800000000000024</c:v>
                </c:pt>
                <c:pt idx="540">
                  <c:v>0.27700000000000014</c:v>
                </c:pt>
                <c:pt idx="541">
                  <c:v>0.21300000000000008</c:v>
                </c:pt>
                <c:pt idx="542">
                  <c:v>0.246</c:v>
                </c:pt>
                <c:pt idx="543">
                  <c:v>0.14400000000000013</c:v>
                </c:pt>
                <c:pt idx="544">
                  <c:v>0.125</c:v>
                </c:pt>
                <c:pt idx="545">
                  <c:v>0.21900000000000031</c:v>
                </c:pt>
                <c:pt idx="546">
                  <c:v>0.29300000000000015</c:v>
                </c:pt>
                <c:pt idx="547">
                  <c:v>0.27</c:v>
                </c:pt>
                <c:pt idx="548">
                  <c:v>0.29400000000000004</c:v>
                </c:pt>
                <c:pt idx="549">
                  <c:v>0.33099999999999996</c:v>
                </c:pt>
                <c:pt idx="550">
                  <c:v>0.35899999999999999</c:v>
                </c:pt>
                <c:pt idx="551">
                  <c:v>0.33899999999999997</c:v>
                </c:pt>
                <c:pt idx="552">
                  <c:v>0.371</c:v>
                </c:pt>
                <c:pt idx="553">
                  <c:v>0.31400000000000006</c:v>
                </c:pt>
                <c:pt idx="554">
                  <c:v>0.33700000000000019</c:v>
                </c:pt>
                <c:pt idx="555">
                  <c:v>0.37999999999999989</c:v>
                </c:pt>
                <c:pt idx="556">
                  <c:v>0.38900000000000023</c:v>
                </c:pt>
                <c:pt idx="557">
                  <c:v>0.35099999999999998</c:v>
                </c:pt>
                <c:pt idx="558">
                  <c:v>0.42700000000000005</c:v>
                </c:pt>
                <c:pt idx="559">
                  <c:v>0.41800000000000015</c:v>
                </c:pt>
                <c:pt idx="560">
                  <c:v>0.3400000000000003</c:v>
                </c:pt>
                <c:pt idx="561">
                  <c:v>0.41700000000000026</c:v>
                </c:pt>
                <c:pt idx="562">
                  <c:v>0.44200000000000017</c:v>
                </c:pt>
                <c:pt idx="563">
                  <c:v>0.43700000000000028</c:v>
                </c:pt>
                <c:pt idx="564">
                  <c:v>0.38900000000000023</c:v>
                </c:pt>
                <c:pt idx="565">
                  <c:v>0.39100000000000001</c:v>
                </c:pt>
                <c:pt idx="566">
                  <c:v>0.36900000000000022</c:v>
                </c:pt>
                <c:pt idx="567">
                  <c:v>0.30100000000000016</c:v>
                </c:pt>
                <c:pt idx="568">
                  <c:v>0.29899999999999993</c:v>
                </c:pt>
                <c:pt idx="569">
                  <c:v>0.28400000000000025</c:v>
                </c:pt>
                <c:pt idx="570">
                  <c:v>0.24500000000000011</c:v>
                </c:pt>
                <c:pt idx="571">
                  <c:v>0.28100000000000014</c:v>
                </c:pt>
                <c:pt idx="572">
                  <c:v>0.30800000000000027</c:v>
                </c:pt>
                <c:pt idx="573">
                  <c:v>0.3450000000000002</c:v>
                </c:pt>
                <c:pt idx="574">
                  <c:v>0.40300000000000002</c:v>
                </c:pt>
                <c:pt idx="575">
                  <c:v>0.41999999999999993</c:v>
                </c:pt>
                <c:pt idx="576">
                  <c:v>0.43700000000000028</c:v>
                </c:pt>
                <c:pt idx="577">
                  <c:v>0.42799999999999994</c:v>
                </c:pt>
                <c:pt idx="578">
                  <c:v>0.41000000000000014</c:v>
                </c:pt>
                <c:pt idx="579">
                  <c:v>0.38300000000000001</c:v>
                </c:pt>
                <c:pt idx="580">
                  <c:v>0.30100000000000016</c:v>
                </c:pt>
                <c:pt idx="581">
                  <c:v>0.35000000000000009</c:v>
                </c:pt>
                <c:pt idx="582">
                  <c:v>0.32800000000000029</c:v>
                </c:pt>
                <c:pt idx="583">
                  <c:v>0.27</c:v>
                </c:pt>
                <c:pt idx="584">
                  <c:v>0.27600000000000025</c:v>
                </c:pt>
                <c:pt idx="585">
                  <c:v>0.27600000000000025</c:v>
                </c:pt>
                <c:pt idx="586">
                  <c:v>0.27600000000000025</c:v>
                </c:pt>
                <c:pt idx="587">
                  <c:v>0.37700000000000022</c:v>
                </c:pt>
                <c:pt idx="588">
                  <c:v>0.37300000000000022</c:v>
                </c:pt>
                <c:pt idx="589">
                  <c:v>0.33899999999999997</c:v>
                </c:pt>
                <c:pt idx="590">
                  <c:v>0.37599999999999989</c:v>
                </c:pt>
                <c:pt idx="591">
                  <c:v>0.41300000000000026</c:v>
                </c:pt>
                <c:pt idx="592">
                  <c:v>0.3490000000000002</c:v>
                </c:pt>
                <c:pt idx="593">
                  <c:v>0.41300000000000026</c:v>
                </c:pt>
                <c:pt idx="594">
                  <c:v>0.44100000000000028</c:v>
                </c:pt>
                <c:pt idx="595">
                  <c:v>0.33700000000000019</c:v>
                </c:pt>
                <c:pt idx="596">
                  <c:v>0.41800000000000015</c:v>
                </c:pt>
                <c:pt idx="597">
                  <c:v>0.46399999999999997</c:v>
                </c:pt>
                <c:pt idx="598">
                  <c:v>0.44300000000000006</c:v>
                </c:pt>
                <c:pt idx="599">
                  <c:v>0.47500000000000009</c:v>
                </c:pt>
                <c:pt idx="600">
                  <c:v>0.4780000000000002</c:v>
                </c:pt>
                <c:pt idx="601">
                  <c:v>0.46399999999999997</c:v>
                </c:pt>
                <c:pt idx="602">
                  <c:v>0.48</c:v>
                </c:pt>
                <c:pt idx="603">
                  <c:v>0.56600000000000028</c:v>
                </c:pt>
                <c:pt idx="604">
                  <c:v>0.6080000000000001</c:v>
                </c:pt>
                <c:pt idx="605">
                  <c:v>0.55299999999999994</c:v>
                </c:pt>
                <c:pt idx="606">
                  <c:v>0.51100000000000012</c:v>
                </c:pt>
                <c:pt idx="607">
                  <c:v>0.56200000000000028</c:v>
                </c:pt>
                <c:pt idx="608">
                  <c:v>0.56200000000000028</c:v>
                </c:pt>
                <c:pt idx="609">
                  <c:v>0.51900000000000013</c:v>
                </c:pt>
                <c:pt idx="610">
                  <c:v>0.47300000000000031</c:v>
                </c:pt>
                <c:pt idx="611">
                  <c:v>0.44600000000000017</c:v>
                </c:pt>
                <c:pt idx="612">
                  <c:v>0.39800000000000013</c:v>
                </c:pt>
                <c:pt idx="613">
                  <c:v>0.44100000000000028</c:v>
                </c:pt>
                <c:pt idx="614">
                  <c:v>0.47300000000000031</c:v>
                </c:pt>
                <c:pt idx="615">
                  <c:v>0.49500000000000011</c:v>
                </c:pt>
                <c:pt idx="616">
                  <c:v>0.48799999999999999</c:v>
                </c:pt>
                <c:pt idx="617">
                  <c:v>0.52600000000000025</c:v>
                </c:pt>
                <c:pt idx="618">
                  <c:v>0.40100000000000025</c:v>
                </c:pt>
                <c:pt idx="619">
                  <c:v>0.43800000000000017</c:v>
                </c:pt>
                <c:pt idx="620">
                  <c:v>0.49400000000000022</c:v>
                </c:pt>
                <c:pt idx="621">
                  <c:v>0.50700000000000012</c:v>
                </c:pt>
                <c:pt idx="622">
                  <c:v>0.47700000000000031</c:v>
                </c:pt>
                <c:pt idx="623">
                  <c:v>0.5129999999999999</c:v>
                </c:pt>
                <c:pt idx="624">
                  <c:v>0.57400000000000029</c:v>
                </c:pt>
                <c:pt idx="625">
                  <c:v>0.56200000000000028</c:v>
                </c:pt>
                <c:pt idx="626">
                  <c:v>0.57000000000000028</c:v>
                </c:pt>
                <c:pt idx="627">
                  <c:v>0.66800000000000015</c:v>
                </c:pt>
                <c:pt idx="628">
                  <c:v>0.62999999999999989</c:v>
                </c:pt>
                <c:pt idx="629">
                  <c:v>0.6419999999999999</c:v>
                </c:pt>
                <c:pt idx="630">
                  <c:v>0.55800000000000027</c:v>
                </c:pt>
                <c:pt idx="631">
                  <c:v>0.51200000000000001</c:v>
                </c:pt>
                <c:pt idx="632">
                  <c:v>0.49000000000000021</c:v>
                </c:pt>
                <c:pt idx="633">
                  <c:v>0.52700000000000014</c:v>
                </c:pt>
                <c:pt idx="634">
                  <c:v>0.59699999999999998</c:v>
                </c:pt>
                <c:pt idx="635">
                  <c:v>0.64800000000000013</c:v>
                </c:pt>
                <c:pt idx="636">
                  <c:v>0.60000000000000009</c:v>
                </c:pt>
                <c:pt idx="637">
                  <c:v>0.50800000000000001</c:v>
                </c:pt>
                <c:pt idx="638">
                  <c:v>0.44799999999999995</c:v>
                </c:pt>
                <c:pt idx="639">
                  <c:v>0.33800000000000008</c:v>
                </c:pt>
                <c:pt idx="640">
                  <c:v>0.39100000000000001</c:v>
                </c:pt>
                <c:pt idx="641">
                  <c:v>0.37400000000000011</c:v>
                </c:pt>
                <c:pt idx="642">
                  <c:v>0.38200000000000012</c:v>
                </c:pt>
                <c:pt idx="643">
                  <c:v>0.41000000000000014</c:v>
                </c:pt>
                <c:pt idx="644">
                  <c:v>0.38700000000000001</c:v>
                </c:pt>
                <c:pt idx="645">
                  <c:v>0.39599999999999991</c:v>
                </c:pt>
                <c:pt idx="646">
                  <c:v>0.38700000000000001</c:v>
                </c:pt>
                <c:pt idx="647">
                  <c:v>0.42900000000000027</c:v>
                </c:pt>
                <c:pt idx="648">
                  <c:v>0.42600000000000016</c:v>
                </c:pt>
                <c:pt idx="649">
                  <c:v>0.47599999999999998</c:v>
                </c:pt>
                <c:pt idx="650">
                  <c:v>0.58400000000000007</c:v>
                </c:pt>
                <c:pt idx="651">
                  <c:v>0.57900000000000018</c:v>
                </c:pt>
                <c:pt idx="652">
                  <c:v>0.56200000000000028</c:v>
                </c:pt>
                <c:pt idx="653">
                  <c:v>0.58499999999999996</c:v>
                </c:pt>
                <c:pt idx="654">
                  <c:v>0.53200000000000003</c:v>
                </c:pt>
                <c:pt idx="655">
                  <c:v>0.5169999999999999</c:v>
                </c:pt>
                <c:pt idx="656">
                  <c:v>0.55699999999999994</c:v>
                </c:pt>
                <c:pt idx="657">
                  <c:v>0.51000000000000023</c:v>
                </c:pt>
                <c:pt idx="658">
                  <c:v>0.43999999999999995</c:v>
                </c:pt>
                <c:pt idx="659">
                  <c:v>0.47300000000000031</c:v>
                </c:pt>
                <c:pt idx="660">
                  <c:v>0.44900000000000029</c:v>
                </c:pt>
                <c:pt idx="661">
                  <c:v>0.40399999999999991</c:v>
                </c:pt>
                <c:pt idx="662">
                  <c:v>0.39800000000000013</c:v>
                </c:pt>
                <c:pt idx="663">
                  <c:v>0.40900000000000025</c:v>
                </c:pt>
                <c:pt idx="664">
                  <c:v>0.44500000000000028</c:v>
                </c:pt>
                <c:pt idx="665">
                  <c:v>0.47199999999999998</c:v>
                </c:pt>
                <c:pt idx="666">
                  <c:v>0.41500000000000004</c:v>
                </c:pt>
                <c:pt idx="667">
                  <c:v>0.42100000000000026</c:v>
                </c:pt>
                <c:pt idx="668">
                  <c:v>0.39500000000000002</c:v>
                </c:pt>
                <c:pt idx="669">
                  <c:v>0.38500000000000023</c:v>
                </c:pt>
                <c:pt idx="670">
                  <c:v>0.33499999999999996</c:v>
                </c:pt>
                <c:pt idx="671">
                  <c:v>0.31600000000000028</c:v>
                </c:pt>
                <c:pt idx="672">
                  <c:v>0.28100000000000014</c:v>
                </c:pt>
                <c:pt idx="673">
                  <c:v>0.22100000000000009</c:v>
                </c:pt>
                <c:pt idx="674">
                  <c:v>0.15100000000000025</c:v>
                </c:pt>
                <c:pt idx="675">
                  <c:v>0.16700000000000026</c:v>
                </c:pt>
                <c:pt idx="676">
                  <c:v>0.17700000000000005</c:v>
                </c:pt>
                <c:pt idx="677">
                  <c:v>0.246</c:v>
                </c:pt>
                <c:pt idx="678">
                  <c:v>0.24400000000000022</c:v>
                </c:pt>
                <c:pt idx="679">
                  <c:v>0.20199999999999996</c:v>
                </c:pt>
                <c:pt idx="680">
                  <c:v>0.20199999999999996</c:v>
                </c:pt>
                <c:pt idx="681">
                  <c:v>0.16199999999999992</c:v>
                </c:pt>
                <c:pt idx="682">
                  <c:v>0.15799999999999992</c:v>
                </c:pt>
                <c:pt idx="683">
                  <c:v>0.23899999999999988</c:v>
                </c:pt>
                <c:pt idx="684">
                  <c:v>0.2240000000000002</c:v>
                </c:pt>
                <c:pt idx="685">
                  <c:v>0.22300000000000031</c:v>
                </c:pt>
                <c:pt idx="686">
                  <c:v>0.19200000000000017</c:v>
                </c:pt>
                <c:pt idx="687">
                  <c:v>0.16800000000000015</c:v>
                </c:pt>
                <c:pt idx="688">
                  <c:v>0.22100000000000009</c:v>
                </c:pt>
                <c:pt idx="689">
                  <c:v>0.20199999999999996</c:v>
                </c:pt>
                <c:pt idx="690">
                  <c:v>0.2240000000000002</c:v>
                </c:pt>
                <c:pt idx="691">
                  <c:v>0.26600000000000001</c:v>
                </c:pt>
                <c:pt idx="692">
                  <c:v>0.2370000000000001</c:v>
                </c:pt>
                <c:pt idx="693">
                  <c:v>0.25099999999999989</c:v>
                </c:pt>
                <c:pt idx="694">
                  <c:v>0.27700000000000014</c:v>
                </c:pt>
                <c:pt idx="695">
                  <c:v>0.31499999999999995</c:v>
                </c:pt>
                <c:pt idx="696">
                  <c:v>0.254</c:v>
                </c:pt>
                <c:pt idx="697">
                  <c:v>0.20199999999999996</c:v>
                </c:pt>
                <c:pt idx="698">
                  <c:v>0.18500000000000005</c:v>
                </c:pt>
                <c:pt idx="699">
                  <c:v>0.14900000000000002</c:v>
                </c:pt>
                <c:pt idx="700">
                  <c:v>0.14599999999999991</c:v>
                </c:pt>
                <c:pt idx="701">
                  <c:v>0.1080000000000001</c:v>
                </c:pt>
                <c:pt idx="702">
                  <c:v>8.8999999999999968E-2</c:v>
                </c:pt>
                <c:pt idx="703">
                  <c:v>0.12800000000000011</c:v>
                </c:pt>
                <c:pt idx="704">
                  <c:v>0.12599999999999989</c:v>
                </c:pt>
                <c:pt idx="705">
                  <c:v>0.10000000000000009</c:v>
                </c:pt>
                <c:pt idx="706">
                  <c:v>0.121</c:v>
                </c:pt>
                <c:pt idx="707">
                  <c:v>0.16800000000000015</c:v>
                </c:pt>
                <c:pt idx="708">
                  <c:v>0.17500000000000027</c:v>
                </c:pt>
                <c:pt idx="709">
                  <c:v>0.18500000000000005</c:v>
                </c:pt>
                <c:pt idx="710">
                  <c:v>0.1339999999999999</c:v>
                </c:pt>
                <c:pt idx="711">
                  <c:v>0.125</c:v>
                </c:pt>
                <c:pt idx="712">
                  <c:v>0.15200000000000014</c:v>
                </c:pt>
                <c:pt idx="713">
                  <c:v>0.16000000000000014</c:v>
                </c:pt>
                <c:pt idx="714">
                  <c:v>0.11100000000000021</c:v>
                </c:pt>
                <c:pt idx="715">
                  <c:v>0.10099999999999998</c:v>
                </c:pt>
                <c:pt idx="716">
                  <c:v>1.4000000000000234E-2</c:v>
                </c:pt>
                <c:pt idx="717">
                  <c:v>6.800000000000006E-2</c:v>
                </c:pt>
                <c:pt idx="718">
                  <c:v>0.12199999999999989</c:v>
                </c:pt>
                <c:pt idx="719">
                  <c:v>0.18800000000000017</c:v>
                </c:pt>
                <c:pt idx="720">
                  <c:v>0.2330000000000001</c:v>
                </c:pt>
                <c:pt idx="721">
                  <c:v>0.22100000000000009</c:v>
                </c:pt>
                <c:pt idx="722">
                  <c:v>0.23499999999999988</c:v>
                </c:pt>
                <c:pt idx="723">
                  <c:v>0.23499999999999988</c:v>
                </c:pt>
                <c:pt idx="724">
                  <c:v>0.24400000000000022</c:v>
                </c:pt>
                <c:pt idx="725">
                  <c:v>0.25200000000000022</c:v>
                </c:pt>
                <c:pt idx="726">
                  <c:v>0.20000000000000018</c:v>
                </c:pt>
                <c:pt idx="727">
                  <c:v>0.16199999999999992</c:v>
                </c:pt>
                <c:pt idx="728">
                  <c:v>0.18700000000000028</c:v>
                </c:pt>
                <c:pt idx="729">
                  <c:v>0.16100000000000003</c:v>
                </c:pt>
                <c:pt idx="730">
                  <c:v>0.26000000000000023</c:v>
                </c:pt>
                <c:pt idx="731">
                  <c:v>0.29600000000000026</c:v>
                </c:pt>
                <c:pt idx="732">
                  <c:v>0.28200000000000003</c:v>
                </c:pt>
                <c:pt idx="733">
                  <c:v>0.24400000000000022</c:v>
                </c:pt>
                <c:pt idx="734">
                  <c:v>0.26900000000000013</c:v>
                </c:pt>
                <c:pt idx="735">
                  <c:v>0.26400000000000023</c:v>
                </c:pt>
                <c:pt idx="736">
                  <c:v>0.31499999999999995</c:v>
                </c:pt>
                <c:pt idx="737">
                  <c:v>0.3660000000000001</c:v>
                </c:pt>
                <c:pt idx="738">
                  <c:v>0.36699999999999999</c:v>
                </c:pt>
                <c:pt idx="739">
                  <c:v>0.38300000000000001</c:v>
                </c:pt>
                <c:pt idx="740">
                  <c:v>0.371</c:v>
                </c:pt>
                <c:pt idx="741">
                  <c:v>0.40300000000000002</c:v>
                </c:pt>
                <c:pt idx="742">
                  <c:v>0.38300000000000001</c:v>
                </c:pt>
                <c:pt idx="743">
                  <c:v>0.42300000000000004</c:v>
                </c:pt>
                <c:pt idx="744">
                  <c:v>0.34400000000000031</c:v>
                </c:pt>
                <c:pt idx="745">
                  <c:v>0.30400000000000027</c:v>
                </c:pt>
                <c:pt idx="746">
                  <c:v>0.33899999999999997</c:v>
                </c:pt>
                <c:pt idx="747">
                  <c:v>0.3660000000000001</c:v>
                </c:pt>
                <c:pt idx="748">
                  <c:v>0.31800000000000006</c:v>
                </c:pt>
                <c:pt idx="749">
                  <c:v>0.33300000000000018</c:v>
                </c:pt>
                <c:pt idx="750">
                  <c:v>0.35000000000000009</c:v>
                </c:pt>
                <c:pt idx="751">
                  <c:v>0.31499999999999995</c:v>
                </c:pt>
                <c:pt idx="752">
                  <c:v>0.32800000000000029</c:v>
                </c:pt>
                <c:pt idx="753">
                  <c:v>0.29499999999999993</c:v>
                </c:pt>
                <c:pt idx="754">
                  <c:v>0.2200000000000002</c:v>
                </c:pt>
                <c:pt idx="755">
                  <c:v>0.18700000000000028</c:v>
                </c:pt>
                <c:pt idx="756">
                  <c:v>0.16400000000000015</c:v>
                </c:pt>
                <c:pt idx="757">
                  <c:v>0.1379999999999999</c:v>
                </c:pt>
                <c:pt idx="758">
                  <c:v>0.10400000000000009</c:v>
                </c:pt>
                <c:pt idx="759">
                  <c:v>6.4999999999999947E-2</c:v>
                </c:pt>
                <c:pt idx="760">
                  <c:v>1.1000000000000121E-2</c:v>
                </c:pt>
                <c:pt idx="761">
                  <c:v>3.2000000000000028E-2</c:v>
                </c:pt>
                <c:pt idx="762">
                  <c:v>3.8000000000000256E-2</c:v>
                </c:pt>
                <c:pt idx="763">
                  <c:v>8.8999999999999968E-2</c:v>
                </c:pt>
                <c:pt idx="764">
                  <c:v>8.4999999999999964E-2</c:v>
                </c:pt>
                <c:pt idx="765">
                  <c:v>9.9000000000000199E-2</c:v>
                </c:pt>
                <c:pt idx="766">
                  <c:v>9.9000000000000199E-2</c:v>
                </c:pt>
                <c:pt idx="767">
                  <c:v>0.10499999999999998</c:v>
                </c:pt>
                <c:pt idx="768">
                  <c:v>0.18300000000000027</c:v>
                </c:pt>
                <c:pt idx="769">
                  <c:v>0.23499999999999988</c:v>
                </c:pt>
                <c:pt idx="770">
                  <c:v>0.22500000000000009</c:v>
                </c:pt>
                <c:pt idx="771">
                  <c:v>0.20800000000000018</c:v>
                </c:pt>
                <c:pt idx="772">
                  <c:v>0.22300000000000031</c:v>
                </c:pt>
                <c:pt idx="773">
                  <c:v>0.28200000000000003</c:v>
                </c:pt>
                <c:pt idx="774">
                  <c:v>0.26200000000000001</c:v>
                </c:pt>
                <c:pt idx="775">
                  <c:v>0.29899999999999993</c:v>
                </c:pt>
                <c:pt idx="776">
                  <c:v>0.29899999999999993</c:v>
                </c:pt>
                <c:pt idx="777">
                  <c:v>0.29899999999999993</c:v>
                </c:pt>
                <c:pt idx="778">
                  <c:v>0.29899999999999993</c:v>
                </c:pt>
                <c:pt idx="779">
                  <c:v>0.37400000000000011</c:v>
                </c:pt>
                <c:pt idx="780">
                  <c:v>0</c:v>
                </c:pt>
                <c:pt idx="781">
                  <c:v>0</c:v>
                </c:pt>
                <c:pt idx="782">
                  <c:v>0</c:v>
                </c:pt>
                <c:pt idx="783">
                  <c:v>1.2000000000000011E-2</c:v>
                </c:pt>
                <c:pt idx="784">
                  <c:v>5.9000000000000163E-2</c:v>
                </c:pt>
                <c:pt idx="785">
                  <c:v>8.2000000000000295E-2</c:v>
                </c:pt>
                <c:pt idx="786">
                  <c:v>0.11699999999999999</c:v>
                </c:pt>
                <c:pt idx="787">
                  <c:v>0.18199999999999994</c:v>
                </c:pt>
                <c:pt idx="788">
                  <c:v>0.20100000000000007</c:v>
                </c:pt>
                <c:pt idx="789">
                  <c:v>0.22900000000000009</c:v>
                </c:pt>
                <c:pt idx="790">
                  <c:v>0.24800000000000022</c:v>
                </c:pt>
                <c:pt idx="791">
                  <c:v>0.28600000000000003</c:v>
                </c:pt>
                <c:pt idx="792">
                  <c:v>0.19500000000000028</c:v>
                </c:pt>
                <c:pt idx="793">
                  <c:v>0.18000000000000016</c:v>
                </c:pt>
                <c:pt idx="794">
                  <c:v>0.16800000000000015</c:v>
                </c:pt>
                <c:pt idx="795">
                  <c:v>0.16199999999999992</c:v>
                </c:pt>
                <c:pt idx="796">
                  <c:v>0.14500000000000002</c:v>
                </c:pt>
                <c:pt idx="797">
                  <c:v>0.16500000000000004</c:v>
                </c:pt>
                <c:pt idx="798">
                  <c:v>0.18400000000000016</c:v>
                </c:pt>
                <c:pt idx="799">
                  <c:v>0.20400000000000018</c:v>
                </c:pt>
                <c:pt idx="800">
                  <c:v>0.16599999999999993</c:v>
                </c:pt>
                <c:pt idx="801">
                  <c:v>0.19900000000000029</c:v>
                </c:pt>
                <c:pt idx="802">
                  <c:v>0.21799999999999997</c:v>
                </c:pt>
                <c:pt idx="803">
                  <c:v>0.15300000000000002</c:v>
                </c:pt>
                <c:pt idx="804">
                  <c:v>9.4000000000000306E-2</c:v>
                </c:pt>
                <c:pt idx="805">
                  <c:v>1.9000000000000128E-2</c:v>
                </c:pt>
                <c:pt idx="806">
                  <c:v>3.1000000000000139E-2</c:v>
                </c:pt>
                <c:pt idx="807">
                  <c:v>0</c:v>
                </c:pt>
                <c:pt idx="808">
                  <c:v>1.2999999999999901E-2</c:v>
                </c:pt>
                <c:pt idx="809">
                  <c:v>6.0000000000002274E-3</c:v>
                </c:pt>
                <c:pt idx="810">
                  <c:v>-4.0000000000000036E-3</c:v>
                </c:pt>
                <c:pt idx="811">
                  <c:v>6.4999999999999947E-2</c:v>
                </c:pt>
                <c:pt idx="812">
                  <c:v>0.1120000000000001</c:v>
                </c:pt>
                <c:pt idx="813">
                  <c:v>5.2999999999999936E-2</c:v>
                </c:pt>
                <c:pt idx="814">
                  <c:v>6.7000000000000171E-2</c:v>
                </c:pt>
                <c:pt idx="815">
                  <c:v>0.12400000000000011</c:v>
                </c:pt>
                <c:pt idx="816">
                  <c:v>0.12800000000000011</c:v>
                </c:pt>
                <c:pt idx="817">
                  <c:v>0.19200000000000017</c:v>
                </c:pt>
                <c:pt idx="818">
                  <c:v>0.16800000000000015</c:v>
                </c:pt>
                <c:pt idx="819">
                  <c:v>0.10499999999999998</c:v>
                </c:pt>
                <c:pt idx="820">
                  <c:v>0.1120000000000001</c:v>
                </c:pt>
                <c:pt idx="821">
                  <c:v>9.2999999999999972E-2</c:v>
                </c:pt>
                <c:pt idx="822">
                  <c:v>6.800000000000006E-2</c:v>
                </c:pt>
                <c:pt idx="823">
                  <c:v>4.8999999999999932E-2</c:v>
                </c:pt>
                <c:pt idx="824">
                  <c:v>4.0999999999999925E-2</c:v>
                </c:pt>
                <c:pt idx="825">
                  <c:v>0.12600000000000033</c:v>
                </c:pt>
                <c:pt idx="826">
                  <c:v>0.129</c:v>
                </c:pt>
                <c:pt idx="827">
                  <c:v>0.42700000000000005</c:v>
                </c:pt>
                <c:pt idx="828">
                  <c:v>0.46799999999999997</c:v>
                </c:pt>
                <c:pt idx="829">
                  <c:v>0.47100000000000009</c:v>
                </c:pt>
                <c:pt idx="830">
                  <c:v>0.46799999999999997</c:v>
                </c:pt>
                <c:pt idx="831">
                  <c:v>0.53100000000000014</c:v>
                </c:pt>
                <c:pt idx="832">
                  <c:v>0.51200000000000001</c:v>
                </c:pt>
                <c:pt idx="833">
                  <c:v>0.48900000000000032</c:v>
                </c:pt>
                <c:pt idx="834">
                  <c:v>0.51000000000000023</c:v>
                </c:pt>
                <c:pt idx="835">
                  <c:v>0.45300000000000029</c:v>
                </c:pt>
                <c:pt idx="836">
                  <c:v>0.44500000000000028</c:v>
                </c:pt>
                <c:pt idx="837">
                  <c:v>0.43800000000000017</c:v>
                </c:pt>
                <c:pt idx="838">
                  <c:v>0.41500000000000004</c:v>
                </c:pt>
                <c:pt idx="839">
                  <c:v>0.39999999999999991</c:v>
                </c:pt>
                <c:pt idx="840">
                  <c:v>0.40600000000000014</c:v>
                </c:pt>
                <c:pt idx="841">
                  <c:v>0.43199999999999994</c:v>
                </c:pt>
                <c:pt idx="842">
                  <c:v>0.43000000000000016</c:v>
                </c:pt>
                <c:pt idx="843">
                  <c:v>0.40799999999999992</c:v>
                </c:pt>
                <c:pt idx="844">
                  <c:v>0.3620000000000001</c:v>
                </c:pt>
                <c:pt idx="845">
                  <c:v>0.37200000000000033</c:v>
                </c:pt>
                <c:pt idx="846">
                  <c:v>0.32100000000000017</c:v>
                </c:pt>
                <c:pt idx="847">
                  <c:v>0.35600000000000032</c:v>
                </c:pt>
                <c:pt idx="848">
                  <c:v>0.28600000000000003</c:v>
                </c:pt>
                <c:pt idx="849">
                  <c:v>0.21200000000000019</c:v>
                </c:pt>
                <c:pt idx="850">
                  <c:v>0.246</c:v>
                </c:pt>
                <c:pt idx="851">
                  <c:v>0.26500000000000012</c:v>
                </c:pt>
                <c:pt idx="852">
                  <c:v>0.22500000000000009</c:v>
                </c:pt>
                <c:pt idx="853">
                  <c:v>0.21300000000000008</c:v>
                </c:pt>
                <c:pt idx="854">
                  <c:v>0.20300000000000029</c:v>
                </c:pt>
                <c:pt idx="855">
                  <c:v>0.14500000000000002</c:v>
                </c:pt>
                <c:pt idx="856">
                  <c:v>0.16800000000000015</c:v>
                </c:pt>
                <c:pt idx="857">
                  <c:v>0.1419999999999999</c:v>
                </c:pt>
                <c:pt idx="858">
                  <c:v>0.10499999999999998</c:v>
                </c:pt>
                <c:pt idx="859">
                  <c:v>0.10499999999999998</c:v>
                </c:pt>
                <c:pt idx="860">
                  <c:v>0.10499999999999998</c:v>
                </c:pt>
                <c:pt idx="861">
                  <c:v>7.8000000000000291E-2</c:v>
                </c:pt>
                <c:pt idx="862">
                  <c:v>0.13200000000000012</c:v>
                </c:pt>
                <c:pt idx="863">
                  <c:v>8.2000000000000295E-2</c:v>
                </c:pt>
                <c:pt idx="864">
                  <c:v>0.10400000000000009</c:v>
                </c:pt>
                <c:pt idx="865">
                  <c:v>0.15500000000000025</c:v>
                </c:pt>
                <c:pt idx="866">
                  <c:v>0.13200000000000012</c:v>
                </c:pt>
                <c:pt idx="867">
                  <c:v>7.9000000000000181E-2</c:v>
                </c:pt>
                <c:pt idx="868">
                  <c:v>7.9000000000000181E-2</c:v>
                </c:pt>
                <c:pt idx="869">
                  <c:v>0.16800000000000015</c:v>
                </c:pt>
                <c:pt idx="870">
                  <c:v>0.15200000000000014</c:v>
                </c:pt>
                <c:pt idx="871">
                  <c:v>0.17500000000000027</c:v>
                </c:pt>
                <c:pt idx="872">
                  <c:v>0.10899999999999999</c:v>
                </c:pt>
                <c:pt idx="873">
                  <c:v>0.16800000000000015</c:v>
                </c:pt>
                <c:pt idx="874">
                  <c:v>0.19700000000000006</c:v>
                </c:pt>
                <c:pt idx="875">
                  <c:v>0.28299999999999992</c:v>
                </c:pt>
                <c:pt idx="876">
                  <c:v>0.31400000000000006</c:v>
                </c:pt>
                <c:pt idx="877">
                  <c:v>0.33300000000000018</c:v>
                </c:pt>
                <c:pt idx="878">
                  <c:v>0.25600000000000023</c:v>
                </c:pt>
                <c:pt idx="879">
                  <c:v>0.22500000000000009</c:v>
                </c:pt>
                <c:pt idx="880">
                  <c:v>0.22300000000000031</c:v>
                </c:pt>
                <c:pt idx="881">
                  <c:v>0.2410000000000001</c:v>
                </c:pt>
                <c:pt idx="882">
                  <c:v>0.28000000000000025</c:v>
                </c:pt>
                <c:pt idx="883">
                  <c:v>0.27800000000000002</c:v>
                </c:pt>
                <c:pt idx="884">
                  <c:v>0.20199999999999996</c:v>
                </c:pt>
                <c:pt idx="885">
                  <c:v>0.16700000000000026</c:v>
                </c:pt>
                <c:pt idx="886">
                  <c:v>0.18900000000000006</c:v>
                </c:pt>
                <c:pt idx="887">
                  <c:v>0.1419999999999999</c:v>
                </c:pt>
                <c:pt idx="888">
                  <c:v>0.13500000000000023</c:v>
                </c:pt>
                <c:pt idx="889">
                  <c:v>0.15900000000000025</c:v>
                </c:pt>
                <c:pt idx="890">
                  <c:v>0.16000000000000014</c:v>
                </c:pt>
                <c:pt idx="891">
                  <c:v>0.16199999999999992</c:v>
                </c:pt>
                <c:pt idx="892">
                  <c:v>0.2150000000000003</c:v>
                </c:pt>
                <c:pt idx="893">
                  <c:v>0.20900000000000007</c:v>
                </c:pt>
                <c:pt idx="894">
                  <c:v>0.20000000000000018</c:v>
                </c:pt>
                <c:pt idx="895">
                  <c:v>0.15799999999999992</c:v>
                </c:pt>
                <c:pt idx="896">
                  <c:v>0.16999999999999993</c:v>
                </c:pt>
                <c:pt idx="897">
                  <c:v>0.11100000000000021</c:v>
                </c:pt>
                <c:pt idx="898">
                  <c:v>0.16900000000000004</c:v>
                </c:pt>
                <c:pt idx="899">
                  <c:v>0.16100000000000003</c:v>
                </c:pt>
                <c:pt idx="900">
                  <c:v>0.16900000000000004</c:v>
                </c:pt>
                <c:pt idx="901">
                  <c:v>0.13200000000000012</c:v>
                </c:pt>
                <c:pt idx="902">
                  <c:v>0.15600000000000014</c:v>
                </c:pt>
                <c:pt idx="903">
                  <c:v>0.15200000000000014</c:v>
                </c:pt>
                <c:pt idx="904">
                  <c:v>0.1419999999999999</c:v>
                </c:pt>
                <c:pt idx="905">
                  <c:v>0.17799999999999994</c:v>
                </c:pt>
                <c:pt idx="906">
                  <c:v>0.20000000000000018</c:v>
                </c:pt>
                <c:pt idx="907">
                  <c:v>0.20400000000000018</c:v>
                </c:pt>
                <c:pt idx="908">
                  <c:v>0.22599999999999998</c:v>
                </c:pt>
                <c:pt idx="909">
                  <c:v>0.2410000000000001</c:v>
                </c:pt>
                <c:pt idx="910">
                  <c:v>0.20800000000000018</c:v>
                </c:pt>
                <c:pt idx="911">
                  <c:v>0.29499999999999993</c:v>
                </c:pt>
                <c:pt idx="912">
                  <c:v>0.24900000000000011</c:v>
                </c:pt>
                <c:pt idx="913">
                  <c:v>0.24199999999999999</c:v>
                </c:pt>
                <c:pt idx="914">
                  <c:v>0.27800000000000002</c:v>
                </c:pt>
                <c:pt idx="915">
                  <c:v>0.32200000000000006</c:v>
                </c:pt>
                <c:pt idx="916">
                  <c:v>0.30699999999999994</c:v>
                </c:pt>
                <c:pt idx="917">
                  <c:v>0.33899999999999997</c:v>
                </c:pt>
                <c:pt idx="918">
                  <c:v>0.35899999999999999</c:v>
                </c:pt>
                <c:pt idx="919">
                  <c:v>0.36400000000000032</c:v>
                </c:pt>
                <c:pt idx="920">
                  <c:v>0.34699999999999998</c:v>
                </c:pt>
                <c:pt idx="921">
                  <c:v>0.32200000000000006</c:v>
                </c:pt>
                <c:pt idx="922">
                  <c:v>0.30900000000000016</c:v>
                </c:pt>
                <c:pt idx="923">
                  <c:v>0.33000000000000007</c:v>
                </c:pt>
                <c:pt idx="924">
                  <c:v>0.24800000000000022</c:v>
                </c:pt>
                <c:pt idx="925">
                  <c:v>0.22500000000000009</c:v>
                </c:pt>
                <c:pt idx="926">
                  <c:v>0.27400000000000002</c:v>
                </c:pt>
                <c:pt idx="927">
                  <c:v>0.33700000000000019</c:v>
                </c:pt>
                <c:pt idx="928">
                  <c:v>0.35200000000000031</c:v>
                </c:pt>
                <c:pt idx="929">
                  <c:v>0.32400000000000029</c:v>
                </c:pt>
                <c:pt idx="930">
                  <c:v>0.34299999999999997</c:v>
                </c:pt>
                <c:pt idx="931">
                  <c:v>0.3400000000000003</c:v>
                </c:pt>
                <c:pt idx="932">
                  <c:v>0.32900000000000018</c:v>
                </c:pt>
                <c:pt idx="933">
                  <c:v>0.31300000000000017</c:v>
                </c:pt>
                <c:pt idx="934">
                  <c:v>0.25900000000000034</c:v>
                </c:pt>
                <c:pt idx="935">
                  <c:v>0.25800000000000001</c:v>
                </c:pt>
                <c:pt idx="936">
                  <c:v>0.28500000000000014</c:v>
                </c:pt>
                <c:pt idx="937">
                  <c:v>0.26500000000000012</c:v>
                </c:pt>
                <c:pt idx="938">
                  <c:v>0.32400000000000029</c:v>
                </c:pt>
                <c:pt idx="939">
                  <c:v>0.33099999999999996</c:v>
                </c:pt>
                <c:pt idx="940">
                  <c:v>0.379</c:v>
                </c:pt>
                <c:pt idx="941">
                  <c:v>0.31499999999999995</c:v>
                </c:pt>
                <c:pt idx="942">
                  <c:v>0.34699999999999998</c:v>
                </c:pt>
                <c:pt idx="943">
                  <c:v>0.42300000000000004</c:v>
                </c:pt>
                <c:pt idx="944">
                  <c:v>0.39800000000000013</c:v>
                </c:pt>
                <c:pt idx="945">
                  <c:v>0.38500000000000023</c:v>
                </c:pt>
                <c:pt idx="946">
                  <c:v>0.35200000000000031</c:v>
                </c:pt>
                <c:pt idx="947">
                  <c:v>0.3919999999999999</c:v>
                </c:pt>
                <c:pt idx="948">
                  <c:v>0.35600000000000032</c:v>
                </c:pt>
                <c:pt idx="949">
                  <c:v>0.3919999999999999</c:v>
                </c:pt>
                <c:pt idx="950">
                  <c:v>0.3580000000000001</c:v>
                </c:pt>
                <c:pt idx="951">
                  <c:v>0.33499999999999996</c:v>
                </c:pt>
                <c:pt idx="952">
                  <c:v>0.32900000000000018</c:v>
                </c:pt>
                <c:pt idx="953">
                  <c:v>0.35899999999999999</c:v>
                </c:pt>
                <c:pt idx="954">
                  <c:v>0.38200000000000012</c:v>
                </c:pt>
                <c:pt idx="955">
                  <c:v>0.41999999999999993</c:v>
                </c:pt>
                <c:pt idx="956">
                  <c:v>0.375</c:v>
                </c:pt>
                <c:pt idx="957">
                  <c:v>0.35400000000000009</c:v>
                </c:pt>
                <c:pt idx="958">
                  <c:v>0.29700000000000015</c:v>
                </c:pt>
                <c:pt idx="959">
                  <c:v>0.27700000000000014</c:v>
                </c:pt>
                <c:pt idx="960">
                  <c:v>0.29400000000000004</c:v>
                </c:pt>
                <c:pt idx="961">
                  <c:v>0.28600000000000003</c:v>
                </c:pt>
                <c:pt idx="962">
                  <c:v>0.29099999999999993</c:v>
                </c:pt>
                <c:pt idx="963">
                  <c:v>0.35000000000000009</c:v>
                </c:pt>
                <c:pt idx="964">
                  <c:v>0.32600000000000007</c:v>
                </c:pt>
                <c:pt idx="965">
                  <c:v>0.32800000000000029</c:v>
                </c:pt>
                <c:pt idx="966">
                  <c:v>0.30900000000000016</c:v>
                </c:pt>
                <c:pt idx="967">
                  <c:v>0.36000000000000032</c:v>
                </c:pt>
                <c:pt idx="968">
                  <c:v>0.38200000000000012</c:v>
                </c:pt>
                <c:pt idx="969">
                  <c:v>0.38300000000000001</c:v>
                </c:pt>
                <c:pt idx="970">
                  <c:v>0.38400000000000034</c:v>
                </c:pt>
                <c:pt idx="971">
                  <c:v>0.38300000000000001</c:v>
                </c:pt>
                <c:pt idx="972">
                  <c:v>0.40900000000000025</c:v>
                </c:pt>
                <c:pt idx="973">
                  <c:v>0.38100000000000023</c:v>
                </c:pt>
                <c:pt idx="974">
                  <c:v>0.34299999999999997</c:v>
                </c:pt>
                <c:pt idx="975">
                  <c:v>0.34600000000000009</c:v>
                </c:pt>
                <c:pt idx="976">
                  <c:v>0.34800000000000031</c:v>
                </c:pt>
                <c:pt idx="977">
                  <c:v>0.33400000000000007</c:v>
                </c:pt>
                <c:pt idx="978">
                  <c:v>0.33300000000000018</c:v>
                </c:pt>
                <c:pt idx="979">
                  <c:v>0.35400000000000009</c:v>
                </c:pt>
                <c:pt idx="980">
                  <c:v>0.34400000000000031</c:v>
                </c:pt>
                <c:pt idx="981">
                  <c:v>0.31400000000000006</c:v>
                </c:pt>
                <c:pt idx="982">
                  <c:v>0.33800000000000008</c:v>
                </c:pt>
                <c:pt idx="983">
                  <c:v>0.27899999999999991</c:v>
                </c:pt>
                <c:pt idx="984">
                  <c:v>0.27099999999999991</c:v>
                </c:pt>
                <c:pt idx="985">
                  <c:v>0.24500000000000011</c:v>
                </c:pt>
                <c:pt idx="986">
                  <c:v>0.20599999999999996</c:v>
                </c:pt>
                <c:pt idx="987">
                  <c:v>0.20599999999999996</c:v>
                </c:pt>
                <c:pt idx="988">
                  <c:v>0.21600000000000019</c:v>
                </c:pt>
                <c:pt idx="989">
                  <c:v>0.21200000000000019</c:v>
                </c:pt>
                <c:pt idx="990">
                  <c:v>0.18700000000000028</c:v>
                </c:pt>
                <c:pt idx="991">
                  <c:v>0.19799999999999995</c:v>
                </c:pt>
                <c:pt idx="992">
                  <c:v>0.21799999999999997</c:v>
                </c:pt>
                <c:pt idx="993">
                  <c:v>0.26100000000000012</c:v>
                </c:pt>
                <c:pt idx="994">
                  <c:v>0.25100000000000033</c:v>
                </c:pt>
                <c:pt idx="995">
                  <c:v>0.25800000000000001</c:v>
                </c:pt>
                <c:pt idx="996">
                  <c:v>0.25600000000000023</c:v>
                </c:pt>
                <c:pt idx="997">
                  <c:v>0.27800000000000002</c:v>
                </c:pt>
                <c:pt idx="998">
                  <c:v>0.26800000000000024</c:v>
                </c:pt>
                <c:pt idx="999">
                  <c:v>0.30200000000000005</c:v>
                </c:pt>
                <c:pt idx="1000">
                  <c:v>0.28900000000000015</c:v>
                </c:pt>
                <c:pt idx="1001">
                  <c:v>0.30800000000000027</c:v>
                </c:pt>
                <c:pt idx="1002">
                  <c:v>0.28500000000000014</c:v>
                </c:pt>
                <c:pt idx="1003">
                  <c:v>0.30100000000000016</c:v>
                </c:pt>
                <c:pt idx="1004">
                  <c:v>0.30299999999999994</c:v>
                </c:pt>
                <c:pt idx="1005">
                  <c:v>0.29300000000000015</c:v>
                </c:pt>
                <c:pt idx="1006">
                  <c:v>0.27899999999999991</c:v>
                </c:pt>
                <c:pt idx="1007">
                  <c:v>0.32299999999999995</c:v>
                </c:pt>
                <c:pt idx="1008">
                  <c:v>0.35499999999999998</c:v>
                </c:pt>
                <c:pt idx="1009">
                  <c:v>0.34699999999999998</c:v>
                </c:pt>
                <c:pt idx="1010">
                  <c:v>0.34200000000000008</c:v>
                </c:pt>
                <c:pt idx="1011">
                  <c:v>0.34699999999999998</c:v>
                </c:pt>
                <c:pt idx="1012">
                  <c:v>0.35099999999999998</c:v>
                </c:pt>
                <c:pt idx="1013">
                  <c:v>0.33800000000000008</c:v>
                </c:pt>
                <c:pt idx="1014">
                  <c:v>0.32699999999999996</c:v>
                </c:pt>
                <c:pt idx="1015">
                  <c:v>0.30699999999999994</c:v>
                </c:pt>
                <c:pt idx="1016">
                  <c:v>0.30600000000000005</c:v>
                </c:pt>
                <c:pt idx="1017">
                  <c:v>0.31499999999999995</c:v>
                </c:pt>
                <c:pt idx="1018">
                  <c:v>0.32400000000000029</c:v>
                </c:pt>
                <c:pt idx="1019">
                  <c:v>0.38500000000000023</c:v>
                </c:pt>
                <c:pt idx="1020">
                  <c:v>0.38400000000000034</c:v>
                </c:pt>
                <c:pt idx="1021">
                  <c:v>0.38200000000000012</c:v>
                </c:pt>
                <c:pt idx="1022">
                  <c:v>0.40600000000000014</c:v>
                </c:pt>
                <c:pt idx="1023">
                  <c:v>0.43300000000000027</c:v>
                </c:pt>
                <c:pt idx="1024">
                  <c:v>0.49700000000000033</c:v>
                </c:pt>
                <c:pt idx="1025">
                  <c:v>0.48399999999999999</c:v>
                </c:pt>
                <c:pt idx="1026">
                  <c:v>0.48600000000000021</c:v>
                </c:pt>
                <c:pt idx="1027">
                  <c:v>0.4780000000000002</c:v>
                </c:pt>
                <c:pt idx="1028">
                  <c:v>0.49199999999999999</c:v>
                </c:pt>
                <c:pt idx="1029">
                  <c:v>0.48799999999999999</c:v>
                </c:pt>
                <c:pt idx="1030">
                  <c:v>0.48</c:v>
                </c:pt>
                <c:pt idx="1031">
                  <c:v>0.49900000000000011</c:v>
                </c:pt>
                <c:pt idx="1032">
                  <c:v>0.48399999999999999</c:v>
                </c:pt>
                <c:pt idx="1033">
                  <c:v>0.53000000000000025</c:v>
                </c:pt>
                <c:pt idx="1034">
                  <c:v>0.53200000000000003</c:v>
                </c:pt>
                <c:pt idx="1035">
                  <c:v>0.49700000000000033</c:v>
                </c:pt>
                <c:pt idx="1036">
                  <c:v>0.49700000000000033</c:v>
                </c:pt>
                <c:pt idx="1037">
                  <c:v>0.49700000000000033</c:v>
                </c:pt>
                <c:pt idx="1038">
                  <c:v>0.49700000000000033</c:v>
                </c:pt>
                <c:pt idx="1039">
                  <c:v>0.46399999999999997</c:v>
                </c:pt>
                <c:pt idx="1040">
                  <c:v>0.49000000000000021</c:v>
                </c:pt>
                <c:pt idx="1041">
                  <c:v>0.49000000000000021</c:v>
                </c:pt>
                <c:pt idx="1042">
                  <c:v>0.49000000000000021</c:v>
                </c:pt>
                <c:pt idx="1043">
                  <c:v>0.53500000000000014</c:v>
                </c:pt>
                <c:pt idx="1044">
                  <c:v>0.50500000000000034</c:v>
                </c:pt>
                <c:pt idx="1045">
                  <c:v>0.47700000000000031</c:v>
                </c:pt>
                <c:pt idx="1046">
                  <c:v>0.44700000000000006</c:v>
                </c:pt>
                <c:pt idx="1047">
                  <c:v>0.49800000000000022</c:v>
                </c:pt>
                <c:pt idx="1048">
                  <c:v>0.49800000000000022</c:v>
                </c:pt>
                <c:pt idx="1049">
                  <c:v>0.47599999999999998</c:v>
                </c:pt>
                <c:pt idx="1050">
                  <c:v>0.48200000000000021</c:v>
                </c:pt>
                <c:pt idx="1051">
                  <c:v>0.44900000000000029</c:v>
                </c:pt>
                <c:pt idx="1052">
                  <c:v>0.45400000000000018</c:v>
                </c:pt>
                <c:pt idx="1053">
                  <c:v>0.4700000000000002</c:v>
                </c:pt>
                <c:pt idx="1054">
                  <c:v>0.4740000000000002</c:v>
                </c:pt>
                <c:pt idx="1055">
                  <c:v>0.49400000000000022</c:v>
                </c:pt>
                <c:pt idx="1056">
                  <c:v>0.5169999999999999</c:v>
                </c:pt>
                <c:pt idx="1057">
                  <c:v>0.52300000000000013</c:v>
                </c:pt>
                <c:pt idx="1058">
                  <c:v>0.54099999999999993</c:v>
                </c:pt>
                <c:pt idx="1059">
                  <c:v>0.50200000000000022</c:v>
                </c:pt>
                <c:pt idx="1060">
                  <c:v>0.51000000000000023</c:v>
                </c:pt>
                <c:pt idx="1061">
                  <c:v>0.49199999999999999</c:v>
                </c:pt>
                <c:pt idx="1062">
                  <c:v>0.47500000000000009</c:v>
                </c:pt>
                <c:pt idx="1063">
                  <c:v>0.4780000000000002</c:v>
                </c:pt>
                <c:pt idx="1064">
                  <c:v>0.50300000000000011</c:v>
                </c:pt>
                <c:pt idx="1065">
                  <c:v>0.52600000000000025</c:v>
                </c:pt>
                <c:pt idx="1066">
                  <c:v>0.49400000000000022</c:v>
                </c:pt>
                <c:pt idx="1067">
                  <c:v>0.4780000000000002</c:v>
                </c:pt>
                <c:pt idx="1068">
                  <c:v>0.47700000000000031</c:v>
                </c:pt>
                <c:pt idx="1069">
                  <c:v>0.47599999999999998</c:v>
                </c:pt>
                <c:pt idx="1070">
                  <c:v>0.44399999999999995</c:v>
                </c:pt>
                <c:pt idx="1071">
                  <c:v>0.42700000000000005</c:v>
                </c:pt>
                <c:pt idx="1072">
                  <c:v>0.41300000000000026</c:v>
                </c:pt>
                <c:pt idx="1073">
                  <c:v>0.39000000000000012</c:v>
                </c:pt>
                <c:pt idx="1074">
                  <c:v>0.38900000000000023</c:v>
                </c:pt>
                <c:pt idx="1075">
                  <c:v>0.37300000000000022</c:v>
                </c:pt>
                <c:pt idx="1076">
                  <c:v>0.37400000000000011</c:v>
                </c:pt>
                <c:pt idx="1077">
                  <c:v>0.37800000000000011</c:v>
                </c:pt>
                <c:pt idx="1078">
                  <c:v>0.37300000000000022</c:v>
                </c:pt>
                <c:pt idx="1079">
                  <c:v>0.34600000000000009</c:v>
                </c:pt>
                <c:pt idx="1080">
                  <c:v>0.34200000000000008</c:v>
                </c:pt>
                <c:pt idx="1081">
                  <c:v>0.34200000000000008</c:v>
                </c:pt>
                <c:pt idx="1082">
                  <c:v>0.32600000000000007</c:v>
                </c:pt>
                <c:pt idx="1083">
                  <c:v>0.27899999999999991</c:v>
                </c:pt>
                <c:pt idx="1084">
                  <c:v>0.34699999999999998</c:v>
                </c:pt>
                <c:pt idx="1085">
                  <c:v>0.38700000000000001</c:v>
                </c:pt>
                <c:pt idx="1086">
                  <c:v>0.38500000000000023</c:v>
                </c:pt>
                <c:pt idx="1087">
                  <c:v>0.47599999999999998</c:v>
                </c:pt>
                <c:pt idx="1088">
                  <c:v>0.49400000000000022</c:v>
                </c:pt>
                <c:pt idx="1089">
                  <c:v>0.4910000000000001</c:v>
                </c:pt>
                <c:pt idx="1090">
                  <c:v>0.4700000000000002</c:v>
                </c:pt>
                <c:pt idx="1091">
                  <c:v>0.56700000000000017</c:v>
                </c:pt>
                <c:pt idx="1092">
                  <c:v>0.59100000000000019</c:v>
                </c:pt>
                <c:pt idx="1093">
                  <c:v>0.6160000000000001</c:v>
                </c:pt>
                <c:pt idx="1094">
                  <c:v>0.5860000000000003</c:v>
                </c:pt>
                <c:pt idx="1095">
                  <c:v>0.54</c:v>
                </c:pt>
                <c:pt idx="1096">
                  <c:v>0.57400000000000029</c:v>
                </c:pt>
                <c:pt idx="1097">
                  <c:v>0.59299999999999997</c:v>
                </c:pt>
                <c:pt idx="1098">
                  <c:v>0.67700000000000005</c:v>
                </c:pt>
                <c:pt idx="1099">
                  <c:v>0.6379999999999999</c:v>
                </c:pt>
                <c:pt idx="1100">
                  <c:v>0.66199999999999992</c:v>
                </c:pt>
                <c:pt idx="1101">
                  <c:v>0.59200000000000008</c:v>
                </c:pt>
                <c:pt idx="1102">
                  <c:v>0.70700000000000029</c:v>
                </c:pt>
                <c:pt idx="1103">
                  <c:v>0.7280000000000002</c:v>
                </c:pt>
                <c:pt idx="1104">
                  <c:v>0.66900000000000004</c:v>
                </c:pt>
                <c:pt idx="1105">
                  <c:v>0.6379999999999999</c:v>
                </c:pt>
                <c:pt idx="1106">
                  <c:v>0.62000000000000011</c:v>
                </c:pt>
                <c:pt idx="1107">
                  <c:v>0.62700000000000022</c:v>
                </c:pt>
                <c:pt idx="1108">
                  <c:v>0.62700000000000022</c:v>
                </c:pt>
                <c:pt idx="1109">
                  <c:v>0.62700000000000022</c:v>
                </c:pt>
                <c:pt idx="1110">
                  <c:v>0.71900000000000031</c:v>
                </c:pt>
                <c:pt idx="1111">
                  <c:v>0.57800000000000029</c:v>
                </c:pt>
                <c:pt idx="1112">
                  <c:v>0.62200000000000033</c:v>
                </c:pt>
                <c:pt idx="1113">
                  <c:v>0.69200000000000017</c:v>
                </c:pt>
                <c:pt idx="1114">
                  <c:v>0.72700000000000031</c:v>
                </c:pt>
                <c:pt idx="1115">
                  <c:v>0.65799999999999992</c:v>
                </c:pt>
                <c:pt idx="1116">
                  <c:v>0.67799999999999994</c:v>
                </c:pt>
                <c:pt idx="1117">
                  <c:v>0.66599999999999993</c:v>
                </c:pt>
                <c:pt idx="1118">
                  <c:v>0.59400000000000031</c:v>
                </c:pt>
                <c:pt idx="1119">
                  <c:v>0.61500000000000021</c:v>
                </c:pt>
                <c:pt idx="1120">
                  <c:v>0.6379999999999999</c:v>
                </c:pt>
                <c:pt idx="1121">
                  <c:v>0.64300000000000024</c:v>
                </c:pt>
                <c:pt idx="1122">
                  <c:v>0.64300000000000024</c:v>
                </c:pt>
                <c:pt idx="1123">
                  <c:v>0.62800000000000011</c:v>
                </c:pt>
                <c:pt idx="1124">
                  <c:v>0.66800000000000015</c:v>
                </c:pt>
                <c:pt idx="1125">
                  <c:v>0.70199999999999996</c:v>
                </c:pt>
                <c:pt idx="1126">
                  <c:v>0.74500000000000011</c:v>
                </c:pt>
                <c:pt idx="1127">
                  <c:v>0.67100000000000026</c:v>
                </c:pt>
                <c:pt idx="1128">
                  <c:v>0.67100000000000026</c:v>
                </c:pt>
                <c:pt idx="1129">
                  <c:v>0.72199999999999998</c:v>
                </c:pt>
                <c:pt idx="1130">
                  <c:v>0.69799999999999995</c:v>
                </c:pt>
                <c:pt idx="1131">
                  <c:v>0.63500000000000023</c:v>
                </c:pt>
                <c:pt idx="1132">
                  <c:v>0.63700000000000001</c:v>
                </c:pt>
                <c:pt idx="1133">
                  <c:v>0.64000000000000012</c:v>
                </c:pt>
                <c:pt idx="1134">
                  <c:v>0.67500000000000027</c:v>
                </c:pt>
                <c:pt idx="1135">
                  <c:v>0.73600000000000021</c:v>
                </c:pt>
                <c:pt idx="1136">
                  <c:v>0.73500000000000032</c:v>
                </c:pt>
                <c:pt idx="1137">
                  <c:v>0.67799999999999994</c:v>
                </c:pt>
                <c:pt idx="1138">
                  <c:v>0.80200000000000005</c:v>
                </c:pt>
                <c:pt idx="1139">
                  <c:v>0.78299999999999992</c:v>
                </c:pt>
                <c:pt idx="1140">
                  <c:v>0.82699999999999996</c:v>
                </c:pt>
                <c:pt idx="1141">
                  <c:v>0.73100000000000032</c:v>
                </c:pt>
                <c:pt idx="1142">
                  <c:v>0.73399999999999999</c:v>
                </c:pt>
                <c:pt idx="1143">
                  <c:v>0.67300000000000004</c:v>
                </c:pt>
                <c:pt idx="1144">
                  <c:v>0.61400000000000032</c:v>
                </c:pt>
                <c:pt idx="1145">
                  <c:v>0.62200000000000033</c:v>
                </c:pt>
                <c:pt idx="1146">
                  <c:v>0.59699999999999998</c:v>
                </c:pt>
                <c:pt idx="1147">
                  <c:v>0.57299999999999995</c:v>
                </c:pt>
                <c:pt idx="1148">
                  <c:v>0.6379999999999999</c:v>
                </c:pt>
                <c:pt idx="1149">
                  <c:v>0.61000000000000032</c:v>
                </c:pt>
                <c:pt idx="1150">
                  <c:v>0.66999999999999993</c:v>
                </c:pt>
                <c:pt idx="1151">
                  <c:v>0.65700000000000003</c:v>
                </c:pt>
                <c:pt idx="1152">
                  <c:v>0.67399999999999993</c:v>
                </c:pt>
                <c:pt idx="1153">
                  <c:v>0.69500000000000028</c:v>
                </c:pt>
                <c:pt idx="1154">
                  <c:v>0.67799999999999994</c:v>
                </c:pt>
                <c:pt idx="1155">
                  <c:v>0.7110000000000003</c:v>
                </c:pt>
                <c:pt idx="1156">
                  <c:v>0.66700000000000026</c:v>
                </c:pt>
                <c:pt idx="1157">
                  <c:v>0.63000000000000034</c:v>
                </c:pt>
                <c:pt idx="1158">
                  <c:v>0.58899999999999997</c:v>
                </c:pt>
                <c:pt idx="1159">
                  <c:v>0.56499999999999995</c:v>
                </c:pt>
                <c:pt idx="1160">
                  <c:v>0.56200000000000028</c:v>
                </c:pt>
                <c:pt idx="1161">
                  <c:v>0.56400000000000006</c:v>
                </c:pt>
                <c:pt idx="1162">
                  <c:v>0.62000000000000011</c:v>
                </c:pt>
                <c:pt idx="1163">
                  <c:v>0.58700000000000019</c:v>
                </c:pt>
                <c:pt idx="1164">
                  <c:v>0.55400000000000027</c:v>
                </c:pt>
                <c:pt idx="1165">
                  <c:v>0.5</c:v>
                </c:pt>
                <c:pt idx="1166">
                  <c:v>0.49199999999999999</c:v>
                </c:pt>
                <c:pt idx="1167">
                  <c:v>0.48600000000000021</c:v>
                </c:pt>
                <c:pt idx="1168">
                  <c:v>0.49199999999999999</c:v>
                </c:pt>
                <c:pt idx="1169">
                  <c:v>0.49400000000000022</c:v>
                </c:pt>
                <c:pt idx="1170">
                  <c:v>0.51400000000000023</c:v>
                </c:pt>
                <c:pt idx="1171">
                  <c:v>0.53900000000000015</c:v>
                </c:pt>
                <c:pt idx="1172">
                  <c:v>0.57000000000000028</c:v>
                </c:pt>
                <c:pt idx="1173">
                  <c:v>0.58300000000000018</c:v>
                </c:pt>
                <c:pt idx="1174">
                  <c:v>0.629</c:v>
                </c:pt>
                <c:pt idx="1175">
                  <c:v>0.72700000000000031</c:v>
                </c:pt>
                <c:pt idx="1176">
                  <c:v>0.71700000000000008</c:v>
                </c:pt>
                <c:pt idx="1177">
                  <c:v>0.70000000000000018</c:v>
                </c:pt>
                <c:pt idx="1178">
                  <c:v>0.74300000000000033</c:v>
                </c:pt>
                <c:pt idx="1179">
                  <c:v>0.74800000000000022</c:v>
                </c:pt>
                <c:pt idx="1180">
                  <c:v>0.75600000000000023</c:v>
                </c:pt>
                <c:pt idx="1181">
                  <c:v>0.76800000000000024</c:v>
                </c:pt>
                <c:pt idx="1182">
                  <c:v>0.76000000000000023</c:v>
                </c:pt>
                <c:pt idx="1183">
                  <c:v>0.78500000000000014</c:v>
                </c:pt>
                <c:pt idx="1184">
                  <c:v>0.79899999999999993</c:v>
                </c:pt>
                <c:pt idx="1185">
                  <c:v>0.80600000000000005</c:v>
                </c:pt>
                <c:pt idx="1186">
                  <c:v>0.83800000000000008</c:v>
                </c:pt>
                <c:pt idx="1187">
                  <c:v>0.80699999999999994</c:v>
                </c:pt>
                <c:pt idx="1188">
                  <c:v>0.76800000000000024</c:v>
                </c:pt>
                <c:pt idx="1189">
                  <c:v>0.73900000000000032</c:v>
                </c:pt>
                <c:pt idx="1190">
                  <c:v>0.79600000000000026</c:v>
                </c:pt>
                <c:pt idx="1191">
                  <c:v>0.79</c:v>
                </c:pt>
                <c:pt idx="1192">
                  <c:v>0.84100000000000019</c:v>
                </c:pt>
                <c:pt idx="1193">
                  <c:v>0.78699999999999992</c:v>
                </c:pt>
                <c:pt idx="1194">
                  <c:v>0.74199999999999999</c:v>
                </c:pt>
                <c:pt idx="1195">
                  <c:v>0.746</c:v>
                </c:pt>
                <c:pt idx="1196">
                  <c:v>0.77499999999999991</c:v>
                </c:pt>
                <c:pt idx="1197">
                  <c:v>0.7669999999999999</c:v>
                </c:pt>
                <c:pt idx="1198">
                  <c:v>0.81400000000000006</c:v>
                </c:pt>
                <c:pt idx="1199">
                  <c:v>0.79300000000000015</c:v>
                </c:pt>
                <c:pt idx="1200">
                  <c:v>0.79499999999999993</c:v>
                </c:pt>
                <c:pt idx="1201">
                  <c:v>0.76600000000000001</c:v>
                </c:pt>
                <c:pt idx="1202">
                  <c:v>0.83899999999999997</c:v>
                </c:pt>
                <c:pt idx="1203">
                  <c:v>0.85600000000000032</c:v>
                </c:pt>
                <c:pt idx="1204">
                  <c:v>0.89400000000000013</c:v>
                </c:pt>
                <c:pt idx="1205">
                  <c:v>0.89599999999999991</c:v>
                </c:pt>
                <c:pt idx="1206">
                  <c:v>0.89400000000000013</c:v>
                </c:pt>
                <c:pt idx="1207">
                  <c:v>0.89300000000000024</c:v>
                </c:pt>
                <c:pt idx="1208">
                  <c:v>0.88700000000000001</c:v>
                </c:pt>
                <c:pt idx="1209">
                  <c:v>0.8360000000000003</c:v>
                </c:pt>
                <c:pt idx="1210">
                  <c:v>0.86900000000000022</c:v>
                </c:pt>
                <c:pt idx="1211">
                  <c:v>0.8879999999999999</c:v>
                </c:pt>
                <c:pt idx="1212">
                  <c:v>0.91300000000000026</c:v>
                </c:pt>
                <c:pt idx="1213">
                  <c:v>0.95900000000000007</c:v>
                </c:pt>
                <c:pt idx="1214">
                  <c:v>0.97900000000000009</c:v>
                </c:pt>
                <c:pt idx="1215">
                  <c:v>1.0110000000000001</c:v>
                </c:pt>
                <c:pt idx="1216">
                  <c:v>0.9780000000000002</c:v>
                </c:pt>
                <c:pt idx="1217">
                  <c:v>0.9740000000000002</c:v>
                </c:pt>
                <c:pt idx="1218">
                  <c:v>1.0209999999999999</c:v>
                </c:pt>
                <c:pt idx="1219">
                  <c:v>1.0010000000000003</c:v>
                </c:pt>
                <c:pt idx="1220">
                  <c:v>1.0780000000000003</c:v>
                </c:pt>
                <c:pt idx="1221">
                  <c:v>1.1350000000000002</c:v>
                </c:pt>
                <c:pt idx="1222">
                  <c:v>1.1390000000000002</c:v>
                </c:pt>
                <c:pt idx="1223">
                  <c:v>1.1520000000000001</c:v>
                </c:pt>
                <c:pt idx="1224">
                  <c:v>1.1710000000000003</c:v>
                </c:pt>
                <c:pt idx="1225">
                  <c:v>1.141</c:v>
                </c:pt>
                <c:pt idx="1226">
                  <c:v>1.1110000000000002</c:v>
                </c:pt>
                <c:pt idx="1227">
                  <c:v>1.153</c:v>
                </c:pt>
                <c:pt idx="1228">
                  <c:v>1.0910000000000002</c:v>
                </c:pt>
                <c:pt idx="1229">
                  <c:v>1.097</c:v>
                </c:pt>
                <c:pt idx="1230">
                  <c:v>1.1890000000000001</c:v>
                </c:pt>
                <c:pt idx="1231">
                  <c:v>1.234</c:v>
                </c:pt>
                <c:pt idx="1232">
                  <c:v>1.2360000000000002</c:v>
                </c:pt>
                <c:pt idx="1233">
                  <c:v>1.2770000000000001</c:v>
                </c:pt>
                <c:pt idx="1234">
                  <c:v>1.2600000000000002</c:v>
                </c:pt>
                <c:pt idx="1235">
                  <c:v>1.2210000000000001</c:v>
                </c:pt>
                <c:pt idx="1236">
                  <c:v>1.1430000000000002</c:v>
                </c:pt>
                <c:pt idx="1237">
                  <c:v>1.0960000000000001</c:v>
                </c:pt>
                <c:pt idx="1238">
                  <c:v>1.1270000000000002</c:v>
                </c:pt>
                <c:pt idx="1239">
                  <c:v>1.113</c:v>
                </c:pt>
                <c:pt idx="1240">
                  <c:v>1.109</c:v>
                </c:pt>
                <c:pt idx="1241">
                  <c:v>1.1280000000000001</c:v>
                </c:pt>
                <c:pt idx="1242">
                  <c:v>1.1150000000000002</c:v>
                </c:pt>
                <c:pt idx="1243">
                  <c:v>1.1110000000000002</c:v>
                </c:pt>
                <c:pt idx="1244">
                  <c:v>1.1020000000000003</c:v>
                </c:pt>
                <c:pt idx="1245">
                  <c:v>1.101</c:v>
                </c:pt>
                <c:pt idx="1246">
                  <c:v>1.0470000000000002</c:v>
                </c:pt>
                <c:pt idx="1247">
                  <c:v>1.06</c:v>
                </c:pt>
                <c:pt idx="1248">
                  <c:v>#N/A</c:v>
                </c:pt>
                <c:pt idx="1249">
                  <c:v>#N/A</c:v>
                </c:pt>
                <c:pt idx="1250">
                  <c:v>#N/A</c:v>
                </c:pt>
                <c:pt idx="1251">
                  <c:v>#N/A</c:v>
                </c:pt>
                <c:pt idx="1252">
                  <c:v>#N/A</c:v>
                </c:pt>
                <c:pt idx="1253">
                  <c:v>#N/A</c:v>
                </c:pt>
                <c:pt idx="1254">
                  <c:v>#N/A</c:v>
                </c:pt>
                <c:pt idx="1255">
                  <c:v>#N/A</c:v>
                </c:pt>
                <c:pt idx="1256">
                  <c:v>#N/A</c:v>
                </c:pt>
                <c:pt idx="1257">
                  <c:v>#N/A</c:v>
                </c:pt>
                <c:pt idx="1258">
                  <c:v>#N/A</c:v>
                </c:pt>
                <c:pt idx="1259">
                  <c:v>#N/A</c:v>
                </c:pt>
                <c:pt idx="1260">
                  <c:v>#N/A</c:v>
                </c:pt>
                <c:pt idx="1261">
                  <c:v>#N/A</c:v>
                </c:pt>
                <c:pt idx="1262">
                  <c:v>#N/A</c:v>
                </c:pt>
                <c:pt idx="1263">
                  <c:v>#N/A</c:v>
                </c:pt>
                <c:pt idx="1264">
                  <c:v>#N/A</c:v>
                </c:pt>
                <c:pt idx="1265">
                  <c:v>#N/A</c:v>
                </c:pt>
                <c:pt idx="1266">
                  <c:v>#N/A</c:v>
                </c:pt>
                <c:pt idx="1267">
                  <c:v>#N/A</c:v>
                </c:pt>
                <c:pt idx="1268">
                  <c:v>#N/A</c:v>
                </c:pt>
                <c:pt idx="1269">
                  <c:v>#N/A</c:v>
                </c:pt>
                <c:pt idx="1270">
                  <c:v>#N/A</c:v>
                </c:pt>
                <c:pt idx="1271">
                  <c:v>#N/A</c:v>
                </c:pt>
                <c:pt idx="1272">
                  <c:v>#N/A</c:v>
                </c:pt>
                <c:pt idx="1273">
                  <c:v>#N/A</c:v>
                </c:pt>
                <c:pt idx="1274">
                  <c:v>#N/A</c:v>
                </c:pt>
                <c:pt idx="1275">
                  <c:v>#N/A</c:v>
                </c:pt>
                <c:pt idx="1276">
                  <c:v>#N/A</c:v>
                </c:pt>
                <c:pt idx="1277">
                  <c:v>#N/A</c:v>
                </c:pt>
                <c:pt idx="1278">
                  <c:v>#N/A</c:v>
                </c:pt>
                <c:pt idx="1279">
                  <c:v>#N/A</c:v>
                </c:pt>
                <c:pt idx="1280">
                  <c:v>#N/A</c:v>
                </c:pt>
                <c:pt idx="1281">
                  <c:v>#N/A</c:v>
                </c:pt>
                <c:pt idx="1282">
                  <c:v>#N/A</c:v>
                </c:pt>
                <c:pt idx="1283">
                  <c:v>#N/A</c:v>
                </c:pt>
                <c:pt idx="1284">
                  <c:v>#N/A</c:v>
                </c:pt>
                <c:pt idx="1285">
                  <c:v>#N/A</c:v>
                </c:pt>
                <c:pt idx="1286">
                  <c:v>#N/A</c:v>
                </c:pt>
                <c:pt idx="1287">
                  <c:v>#N/A</c:v>
                </c:pt>
                <c:pt idx="1288">
                  <c:v>#N/A</c:v>
                </c:pt>
                <c:pt idx="1289">
                  <c:v>#N/A</c:v>
                </c:pt>
                <c:pt idx="1290">
                  <c:v>#N/A</c:v>
                </c:pt>
                <c:pt idx="1291">
                  <c:v>#N/A</c:v>
                </c:pt>
                <c:pt idx="1292">
                  <c:v>#N/A</c:v>
                </c:pt>
                <c:pt idx="1293">
                  <c:v>#N/A</c:v>
                </c:pt>
                <c:pt idx="1294">
                  <c:v>#N/A</c:v>
                </c:pt>
                <c:pt idx="1295">
                  <c:v>#N/A</c:v>
                </c:pt>
                <c:pt idx="1296">
                  <c:v>#N/A</c:v>
                </c:pt>
                <c:pt idx="1297">
                  <c:v>#N/A</c:v>
                </c:pt>
                <c:pt idx="1298">
                  <c:v>#N/A</c:v>
                </c:pt>
                <c:pt idx="1299">
                  <c:v>#N/A</c:v>
                </c:pt>
                <c:pt idx="1300">
                  <c:v>#N/A</c:v>
                </c:pt>
                <c:pt idx="1301">
                  <c:v>#N/A</c:v>
                </c:pt>
                <c:pt idx="1302">
                  <c:v>#N/A</c:v>
                </c:pt>
                <c:pt idx="1303">
                  <c:v>#N/A</c:v>
                </c:pt>
                <c:pt idx="1304">
                  <c:v>#N/A</c:v>
                </c:pt>
                <c:pt idx="1305">
                  <c:v>#N/A</c:v>
                </c:pt>
                <c:pt idx="1306">
                  <c:v>#N/A</c:v>
                </c:pt>
                <c:pt idx="1307">
                  <c:v>#N/A</c:v>
                </c:pt>
                <c:pt idx="1308">
                  <c:v>#N/A</c:v>
                </c:pt>
                <c:pt idx="1309">
                  <c:v>#N/A</c:v>
                </c:pt>
                <c:pt idx="1310">
                  <c:v>#N/A</c:v>
                </c:pt>
                <c:pt idx="1311">
                  <c:v>#N/A</c:v>
                </c:pt>
                <c:pt idx="1312">
                  <c:v>#N/A</c:v>
                </c:pt>
                <c:pt idx="1313">
                  <c:v>#N/A</c:v>
                </c:pt>
                <c:pt idx="1314">
                  <c:v>#N/A</c:v>
                </c:pt>
                <c:pt idx="1315">
                  <c:v>#N/A</c:v>
                </c:pt>
                <c:pt idx="1316">
                  <c:v>#N/A</c:v>
                </c:pt>
                <c:pt idx="1317">
                  <c:v>#N/A</c:v>
                </c:pt>
                <c:pt idx="1318">
                  <c:v>#N/A</c:v>
                </c:pt>
                <c:pt idx="1319">
                  <c:v>#N/A</c:v>
                </c:pt>
                <c:pt idx="1320">
                  <c:v>#N/A</c:v>
                </c:pt>
              </c:numCache>
            </c:numRef>
          </c:val>
          <c:smooth val="0"/>
          <c:extLst>
            <c:ext xmlns:c16="http://schemas.microsoft.com/office/drawing/2014/chart" uri="{C3380CC4-5D6E-409C-BE32-E72D297353CC}">
              <c16:uniqueId val="{00000000-8FD0-4083-B2AF-C14DB4137190}"/>
            </c:ext>
          </c:extLst>
        </c:ser>
        <c:ser>
          <c:idx val="1"/>
          <c:order val="1"/>
          <c:tx>
            <c:strRef>
              <c:f>FI_INDEX!$AF$7</c:f>
              <c:strCache>
                <c:ptCount val="1"/>
                <c:pt idx="0">
                  <c:v>Gilt 10Y</c:v>
                </c:pt>
              </c:strCache>
            </c:strRef>
          </c:tx>
          <c:spPr>
            <a:ln w="28575">
              <a:solidFill>
                <a:srgbClr val="9BBB59"/>
              </a:solidFill>
            </a:ln>
          </c:spPr>
          <c:marker>
            <c:symbol val="none"/>
          </c:marker>
          <c:cat>
            <c:numRef>
              <c:f>FI_INDEX!$AC$795:$AC$4550</c:f>
              <c:numCache>
                <c:formatCode>m/d/yyyy</c:formatCode>
                <c:ptCount val="3756"/>
                <c:pt idx="0">
                  <c:v>44561</c:v>
                </c:pt>
                <c:pt idx="1">
                  <c:v>44564</c:v>
                </c:pt>
                <c:pt idx="2">
                  <c:v>44565</c:v>
                </c:pt>
                <c:pt idx="3">
                  <c:v>44566</c:v>
                </c:pt>
                <c:pt idx="4">
                  <c:v>44567</c:v>
                </c:pt>
                <c:pt idx="5">
                  <c:v>44568</c:v>
                </c:pt>
                <c:pt idx="6">
                  <c:v>44571</c:v>
                </c:pt>
                <c:pt idx="7">
                  <c:v>44572</c:v>
                </c:pt>
                <c:pt idx="8">
                  <c:v>44573</c:v>
                </c:pt>
                <c:pt idx="9">
                  <c:v>44574</c:v>
                </c:pt>
                <c:pt idx="10">
                  <c:v>44575</c:v>
                </c:pt>
                <c:pt idx="11">
                  <c:v>44578</c:v>
                </c:pt>
                <c:pt idx="12">
                  <c:v>44579</c:v>
                </c:pt>
                <c:pt idx="13">
                  <c:v>44580</c:v>
                </c:pt>
                <c:pt idx="14">
                  <c:v>44581</c:v>
                </c:pt>
                <c:pt idx="15">
                  <c:v>44582</c:v>
                </c:pt>
                <c:pt idx="16">
                  <c:v>44585</c:v>
                </c:pt>
                <c:pt idx="17">
                  <c:v>44586</c:v>
                </c:pt>
                <c:pt idx="18">
                  <c:v>44587</c:v>
                </c:pt>
                <c:pt idx="19">
                  <c:v>44588</c:v>
                </c:pt>
                <c:pt idx="20">
                  <c:v>44589</c:v>
                </c:pt>
                <c:pt idx="21">
                  <c:v>44592</c:v>
                </c:pt>
                <c:pt idx="22">
                  <c:v>44593</c:v>
                </c:pt>
                <c:pt idx="23">
                  <c:v>44594</c:v>
                </c:pt>
                <c:pt idx="24">
                  <c:v>44595</c:v>
                </c:pt>
                <c:pt idx="25">
                  <c:v>44596</c:v>
                </c:pt>
                <c:pt idx="26">
                  <c:v>44599</c:v>
                </c:pt>
                <c:pt idx="27">
                  <c:v>44600</c:v>
                </c:pt>
                <c:pt idx="28">
                  <c:v>44601</c:v>
                </c:pt>
                <c:pt idx="29">
                  <c:v>44602</c:v>
                </c:pt>
                <c:pt idx="30">
                  <c:v>44603</c:v>
                </c:pt>
                <c:pt idx="31">
                  <c:v>44606</c:v>
                </c:pt>
                <c:pt idx="32">
                  <c:v>44607</c:v>
                </c:pt>
                <c:pt idx="33">
                  <c:v>44608</c:v>
                </c:pt>
                <c:pt idx="34">
                  <c:v>44609</c:v>
                </c:pt>
                <c:pt idx="35">
                  <c:v>44610</c:v>
                </c:pt>
                <c:pt idx="36">
                  <c:v>44613</c:v>
                </c:pt>
                <c:pt idx="37">
                  <c:v>44614</c:v>
                </c:pt>
                <c:pt idx="38">
                  <c:v>44615</c:v>
                </c:pt>
                <c:pt idx="39">
                  <c:v>44616</c:v>
                </c:pt>
                <c:pt idx="40">
                  <c:v>44617</c:v>
                </c:pt>
                <c:pt idx="41">
                  <c:v>44620</c:v>
                </c:pt>
                <c:pt idx="42">
                  <c:v>44621</c:v>
                </c:pt>
                <c:pt idx="43">
                  <c:v>44622</c:v>
                </c:pt>
                <c:pt idx="44">
                  <c:v>44623</c:v>
                </c:pt>
                <c:pt idx="45">
                  <c:v>44624</c:v>
                </c:pt>
                <c:pt idx="46">
                  <c:v>44627</c:v>
                </c:pt>
                <c:pt idx="47">
                  <c:v>44628</c:v>
                </c:pt>
                <c:pt idx="48">
                  <c:v>44629</c:v>
                </c:pt>
                <c:pt idx="49">
                  <c:v>44630</c:v>
                </c:pt>
                <c:pt idx="50">
                  <c:v>44631</c:v>
                </c:pt>
                <c:pt idx="51">
                  <c:v>44634</c:v>
                </c:pt>
                <c:pt idx="52">
                  <c:v>44635</c:v>
                </c:pt>
                <c:pt idx="53">
                  <c:v>44636</c:v>
                </c:pt>
                <c:pt idx="54">
                  <c:v>44637</c:v>
                </c:pt>
                <c:pt idx="55">
                  <c:v>44638</c:v>
                </c:pt>
                <c:pt idx="56">
                  <c:v>44641</c:v>
                </c:pt>
                <c:pt idx="57">
                  <c:v>44642</c:v>
                </c:pt>
                <c:pt idx="58">
                  <c:v>44643</c:v>
                </c:pt>
                <c:pt idx="59">
                  <c:v>44644</c:v>
                </c:pt>
                <c:pt idx="60">
                  <c:v>44645</c:v>
                </c:pt>
                <c:pt idx="61">
                  <c:v>44648</c:v>
                </c:pt>
                <c:pt idx="62">
                  <c:v>44649</c:v>
                </c:pt>
                <c:pt idx="63">
                  <c:v>44650</c:v>
                </c:pt>
                <c:pt idx="64">
                  <c:v>44651</c:v>
                </c:pt>
                <c:pt idx="65">
                  <c:v>44652</c:v>
                </c:pt>
                <c:pt idx="66">
                  <c:v>44655</c:v>
                </c:pt>
                <c:pt idx="67">
                  <c:v>44656</c:v>
                </c:pt>
                <c:pt idx="68">
                  <c:v>44657</c:v>
                </c:pt>
                <c:pt idx="69">
                  <c:v>44658</c:v>
                </c:pt>
                <c:pt idx="70">
                  <c:v>44659</c:v>
                </c:pt>
                <c:pt idx="71">
                  <c:v>44662</c:v>
                </c:pt>
                <c:pt idx="72">
                  <c:v>44663</c:v>
                </c:pt>
                <c:pt idx="73">
                  <c:v>44664</c:v>
                </c:pt>
                <c:pt idx="74">
                  <c:v>44665</c:v>
                </c:pt>
                <c:pt idx="75">
                  <c:v>44666</c:v>
                </c:pt>
                <c:pt idx="76">
                  <c:v>44669</c:v>
                </c:pt>
                <c:pt idx="77">
                  <c:v>44670</c:v>
                </c:pt>
                <c:pt idx="78">
                  <c:v>44671</c:v>
                </c:pt>
                <c:pt idx="79">
                  <c:v>44672</c:v>
                </c:pt>
                <c:pt idx="80">
                  <c:v>44673</c:v>
                </c:pt>
                <c:pt idx="81">
                  <c:v>44676</c:v>
                </c:pt>
                <c:pt idx="82">
                  <c:v>44677</c:v>
                </c:pt>
                <c:pt idx="83">
                  <c:v>44678</c:v>
                </c:pt>
                <c:pt idx="84">
                  <c:v>44679</c:v>
                </c:pt>
                <c:pt idx="85">
                  <c:v>44680</c:v>
                </c:pt>
                <c:pt idx="86">
                  <c:v>44683</c:v>
                </c:pt>
                <c:pt idx="87">
                  <c:v>44684</c:v>
                </c:pt>
                <c:pt idx="88">
                  <c:v>44685</c:v>
                </c:pt>
                <c:pt idx="89">
                  <c:v>44686</c:v>
                </c:pt>
                <c:pt idx="90">
                  <c:v>44687</c:v>
                </c:pt>
                <c:pt idx="91">
                  <c:v>44690</c:v>
                </c:pt>
                <c:pt idx="92">
                  <c:v>44691</c:v>
                </c:pt>
                <c:pt idx="93">
                  <c:v>44692</c:v>
                </c:pt>
                <c:pt idx="94">
                  <c:v>44693</c:v>
                </c:pt>
                <c:pt idx="95">
                  <c:v>44694</c:v>
                </c:pt>
                <c:pt idx="96">
                  <c:v>44697</c:v>
                </c:pt>
                <c:pt idx="97">
                  <c:v>44698</c:v>
                </c:pt>
                <c:pt idx="98">
                  <c:v>44699</c:v>
                </c:pt>
                <c:pt idx="99">
                  <c:v>44700</c:v>
                </c:pt>
                <c:pt idx="100">
                  <c:v>44701</c:v>
                </c:pt>
                <c:pt idx="101">
                  <c:v>44704</c:v>
                </c:pt>
                <c:pt idx="102">
                  <c:v>44705</c:v>
                </c:pt>
                <c:pt idx="103">
                  <c:v>44706</c:v>
                </c:pt>
                <c:pt idx="104">
                  <c:v>44707</c:v>
                </c:pt>
                <c:pt idx="105">
                  <c:v>44708</c:v>
                </c:pt>
                <c:pt idx="106">
                  <c:v>44711</c:v>
                </c:pt>
                <c:pt idx="107">
                  <c:v>44712</c:v>
                </c:pt>
                <c:pt idx="108">
                  <c:v>44713</c:v>
                </c:pt>
                <c:pt idx="109">
                  <c:v>44714</c:v>
                </c:pt>
                <c:pt idx="110">
                  <c:v>44715</c:v>
                </c:pt>
                <c:pt idx="111">
                  <c:v>44718</c:v>
                </c:pt>
                <c:pt idx="112">
                  <c:v>44719</c:v>
                </c:pt>
                <c:pt idx="113">
                  <c:v>44720</c:v>
                </c:pt>
                <c:pt idx="114">
                  <c:v>44721</c:v>
                </c:pt>
                <c:pt idx="115">
                  <c:v>44722</c:v>
                </c:pt>
                <c:pt idx="116">
                  <c:v>44725</c:v>
                </c:pt>
                <c:pt idx="117">
                  <c:v>44726</c:v>
                </c:pt>
                <c:pt idx="118">
                  <c:v>44727</c:v>
                </c:pt>
                <c:pt idx="119">
                  <c:v>44728</c:v>
                </c:pt>
                <c:pt idx="120">
                  <c:v>44729</c:v>
                </c:pt>
                <c:pt idx="121">
                  <c:v>44732</c:v>
                </c:pt>
                <c:pt idx="122">
                  <c:v>44733</c:v>
                </c:pt>
                <c:pt idx="123">
                  <c:v>44734</c:v>
                </c:pt>
                <c:pt idx="124">
                  <c:v>44735</c:v>
                </c:pt>
                <c:pt idx="125">
                  <c:v>44736</c:v>
                </c:pt>
                <c:pt idx="126">
                  <c:v>44739</c:v>
                </c:pt>
                <c:pt idx="127">
                  <c:v>44740</c:v>
                </c:pt>
                <c:pt idx="128">
                  <c:v>44741</c:v>
                </c:pt>
                <c:pt idx="129">
                  <c:v>44742</c:v>
                </c:pt>
                <c:pt idx="130">
                  <c:v>44743</c:v>
                </c:pt>
                <c:pt idx="131">
                  <c:v>44746</c:v>
                </c:pt>
                <c:pt idx="132">
                  <c:v>44747</c:v>
                </c:pt>
                <c:pt idx="133">
                  <c:v>44748</c:v>
                </c:pt>
                <c:pt idx="134">
                  <c:v>44749</c:v>
                </c:pt>
                <c:pt idx="135">
                  <c:v>44750</c:v>
                </c:pt>
                <c:pt idx="136">
                  <c:v>44753</c:v>
                </c:pt>
                <c:pt idx="137">
                  <c:v>44754</c:v>
                </c:pt>
                <c:pt idx="138">
                  <c:v>44755</c:v>
                </c:pt>
                <c:pt idx="139">
                  <c:v>44756</c:v>
                </c:pt>
                <c:pt idx="140">
                  <c:v>44757</c:v>
                </c:pt>
                <c:pt idx="141">
                  <c:v>44760</c:v>
                </c:pt>
                <c:pt idx="142">
                  <c:v>44761</c:v>
                </c:pt>
                <c:pt idx="143">
                  <c:v>44762</c:v>
                </c:pt>
                <c:pt idx="144">
                  <c:v>44763</c:v>
                </c:pt>
                <c:pt idx="145">
                  <c:v>44764</c:v>
                </c:pt>
                <c:pt idx="146">
                  <c:v>44767</c:v>
                </c:pt>
                <c:pt idx="147">
                  <c:v>44768</c:v>
                </c:pt>
                <c:pt idx="148">
                  <c:v>44769</c:v>
                </c:pt>
                <c:pt idx="149">
                  <c:v>44770</c:v>
                </c:pt>
                <c:pt idx="150">
                  <c:v>44771</c:v>
                </c:pt>
                <c:pt idx="151">
                  <c:v>44774</c:v>
                </c:pt>
                <c:pt idx="152">
                  <c:v>44775</c:v>
                </c:pt>
                <c:pt idx="153">
                  <c:v>44776</c:v>
                </c:pt>
                <c:pt idx="154">
                  <c:v>44777</c:v>
                </c:pt>
                <c:pt idx="155">
                  <c:v>44778</c:v>
                </c:pt>
                <c:pt idx="156">
                  <c:v>44781</c:v>
                </c:pt>
                <c:pt idx="157">
                  <c:v>44782</c:v>
                </c:pt>
                <c:pt idx="158">
                  <c:v>44783</c:v>
                </c:pt>
                <c:pt idx="159">
                  <c:v>44784</c:v>
                </c:pt>
                <c:pt idx="160">
                  <c:v>44785</c:v>
                </c:pt>
                <c:pt idx="161">
                  <c:v>44788</c:v>
                </c:pt>
                <c:pt idx="162">
                  <c:v>44789</c:v>
                </c:pt>
                <c:pt idx="163">
                  <c:v>44790</c:v>
                </c:pt>
                <c:pt idx="164">
                  <c:v>44791</c:v>
                </c:pt>
                <c:pt idx="165">
                  <c:v>44792</c:v>
                </c:pt>
                <c:pt idx="166">
                  <c:v>44795</c:v>
                </c:pt>
                <c:pt idx="167">
                  <c:v>44796</c:v>
                </c:pt>
                <c:pt idx="168">
                  <c:v>44797</c:v>
                </c:pt>
                <c:pt idx="169">
                  <c:v>44798</c:v>
                </c:pt>
                <c:pt idx="170">
                  <c:v>44799</c:v>
                </c:pt>
                <c:pt idx="171">
                  <c:v>44802</c:v>
                </c:pt>
                <c:pt idx="172">
                  <c:v>44803</c:v>
                </c:pt>
                <c:pt idx="173">
                  <c:v>44804</c:v>
                </c:pt>
                <c:pt idx="174">
                  <c:v>44805</c:v>
                </c:pt>
                <c:pt idx="175">
                  <c:v>44806</c:v>
                </c:pt>
                <c:pt idx="176">
                  <c:v>44809</c:v>
                </c:pt>
                <c:pt idx="177">
                  <c:v>44810</c:v>
                </c:pt>
                <c:pt idx="178">
                  <c:v>44811</c:v>
                </c:pt>
                <c:pt idx="179">
                  <c:v>44812</c:v>
                </c:pt>
                <c:pt idx="180">
                  <c:v>44813</c:v>
                </c:pt>
                <c:pt idx="181">
                  <c:v>44816</c:v>
                </c:pt>
                <c:pt idx="182">
                  <c:v>44817</c:v>
                </c:pt>
                <c:pt idx="183">
                  <c:v>44818</c:v>
                </c:pt>
                <c:pt idx="184">
                  <c:v>44819</c:v>
                </c:pt>
                <c:pt idx="185">
                  <c:v>44820</c:v>
                </c:pt>
                <c:pt idx="186">
                  <c:v>44823</c:v>
                </c:pt>
                <c:pt idx="187">
                  <c:v>44824</c:v>
                </c:pt>
                <c:pt idx="188">
                  <c:v>44825</c:v>
                </c:pt>
                <c:pt idx="189">
                  <c:v>44826</c:v>
                </c:pt>
                <c:pt idx="190">
                  <c:v>44827</c:v>
                </c:pt>
                <c:pt idx="191">
                  <c:v>44830</c:v>
                </c:pt>
                <c:pt idx="192">
                  <c:v>44831</c:v>
                </c:pt>
                <c:pt idx="193">
                  <c:v>44832</c:v>
                </c:pt>
                <c:pt idx="194">
                  <c:v>44833</c:v>
                </c:pt>
                <c:pt idx="195">
                  <c:v>44834</c:v>
                </c:pt>
                <c:pt idx="196">
                  <c:v>44837</c:v>
                </c:pt>
                <c:pt idx="197">
                  <c:v>44838</c:v>
                </c:pt>
                <c:pt idx="198">
                  <c:v>44839</c:v>
                </c:pt>
                <c:pt idx="199">
                  <c:v>44840</c:v>
                </c:pt>
                <c:pt idx="200">
                  <c:v>44841</c:v>
                </c:pt>
                <c:pt idx="201">
                  <c:v>44844</c:v>
                </c:pt>
                <c:pt idx="202">
                  <c:v>44845</c:v>
                </c:pt>
                <c:pt idx="203">
                  <c:v>44846</c:v>
                </c:pt>
                <c:pt idx="204">
                  <c:v>44847</c:v>
                </c:pt>
                <c:pt idx="205">
                  <c:v>44848</c:v>
                </c:pt>
                <c:pt idx="206">
                  <c:v>44851</c:v>
                </c:pt>
                <c:pt idx="207">
                  <c:v>44852</c:v>
                </c:pt>
                <c:pt idx="208">
                  <c:v>44853</c:v>
                </c:pt>
                <c:pt idx="209">
                  <c:v>44854</c:v>
                </c:pt>
                <c:pt idx="210">
                  <c:v>44855</c:v>
                </c:pt>
                <c:pt idx="211">
                  <c:v>44858</c:v>
                </c:pt>
                <c:pt idx="212">
                  <c:v>44859</c:v>
                </c:pt>
                <c:pt idx="213">
                  <c:v>44860</c:v>
                </c:pt>
                <c:pt idx="214">
                  <c:v>44861</c:v>
                </c:pt>
                <c:pt idx="215">
                  <c:v>44862</c:v>
                </c:pt>
                <c:pt idx="216">
                  <c:v>44865</c:v>
                </c:pt>
                <c:pt idx="217">
                  <c:v>44866</c:v>
                </c:pt>
                <c:pt idx="218">
                  <c:v>44867</c:v>
                </c:pt>
                <c:pt idx="219">
                  <c:v>44868</c:v>
                </c:pt>
                <c:pt idx="220">
                  <c:v>44869</c:v>
                </c:pt>
                <c:pt idx="221">
                  <c:v>44872</c:v>
                </c:pt>
                <c:pt idx="222">
                  <c:v>44873</c:v>
                </c:pt>
                <c:pt idx="223">
                  <c:v>44874</c:v>
                </c:pt>
                <c:pt idx="224">
                  <c:v>44875</c:v>
                </c:pt>
                <c:pt idx="225">
                  <c:v>44876</c:v>
                </c:pt>
                <c:pt idx="226">
                  <c:v>44879</c:v>
                </c:pt>
                <c:pt idx="227">
                  <c:v>44880</c:v>
                </c:pt>
                <c:pt idx="228">
                  <c:v>44881</c:v>
                </c:pt>
                <c:pt idx="229">
                  <c:v>44882</c:v>
                </c:pt>
                <c:pt idx="230">
                  <c:v>44883</c:v>
                </c:pt>
                <c:pt idx="231">
                  <c:v>44886</c:v>
                </c:pt>
                <c:pt idx="232">
                  <c:v>44887</c:v>
                </c:pt>
                <c:pt idx="233">
                  <c:v>44888</c:v>
                </c:pt>
                <c:pt idx="234">
                  <c:v>44889</c:v>
                </c:pt>
                <c:pt idx="235">
                  <c:v>44890</c:v>
                </c:pt>
                <c:pt idx="236">
                  <c:v>44893</c:v>
                </c:pt>
                <c:pt idx="237">
                  <c:v>44894</c:v>
                </c:pt>
                <c:pt idx="238">
                  <c:v>44895</c:v>
                </c:pt>
                <c:pt idx="239">
                  <c:v>44896</c:v>
                </c:pt>
                <c:pt idx="240">
                  <c:v>44897</c:v>
                </c:pt>
                <c:pt idx="241">
                  <c:v>44900</c:v>
                </c:pt>
                <c:pt idx="242">
                  <c:v>44901</c:v>
                </c:pt>
                <c:pt idx="243">
                  <c:v>44902</c:v>
                </c:pt>
                <c:pt idx="244">
                  <c:v>44903</c:v>
                </c:pt>
                <c:pt idx="245">
                  <c:v>44904</c:v>
                </c:pt>
                <c:pt idx="246">
                  <c:v>44907</c:v>
                </c:pt>
                <c:pt idx="247">
                  <c:v>44908</c:v>
                </c:pt>
                <c:pt idx="248">
                  <c:v>44909</c:v>
                </c:pt>
                <c:pt idx="249">
                  <c:v>44910</c:v>
                </c:pt>
                <c:pt idx="250">
                  <c:v>44911</c:v>
                </c:pt>
                <c:pt idx="251">
                  <c:v>44914</c:v>
                </c:pt>
                <c:pt idx="252">
                  <c:v>44915</c:v>
                </c:pt>
                <c:pt idx="253">
                  <c:v>44916</c:v>
                </c:pt>
                <c:pt idx="254">
                  <c:v>44917</c:v>
                </c:pt>
                <c:pt idx="255">
                  <c:v>44918</c:v>
                </c:pt>
                <c:pt idx="256">
                  <c:v>44921</c:v>
                </c:pt>
                <c:pt idx="257">
                  <c:v>44922</c:v>
                </c:pt>
                <c:pt idx="258">
                  <c:v>44923</c:v>
                </c:pt>
                <c:pt idx="259">
                  <c:v>44924</c:v>
                </c:pt>
                <c:pt idx="260">
                  <c:v>44925</c:v>
                </c:pt>
                <c:pt idx="261">
                  <c:v>44928</c:v>
                </c:pt>
                <c:pt idx="262">
                  <c:v>44929</c:v>
                </c:pt>
                <c:pt idx="263">
                  <c:v>44930</c:v>
                </c:pt>
                <c:pt idx="264">
                  <c:v>44931</c:v>
                </c:pt>
                <c:pt idx="265">
                  <c:v>44932</c:v>
                </c:pt>
                <c:pt idx="266">
                  <c:v>44935</c:v>
                </c:pt>
                <c:pt idx="267">
                  <c:v>44936</c:v>
                </c:pt>
                <c:pt idx="268">
                  <c:v>44937</c:v>
                </c:pt>
                <c:pt idx="269">
                  <c:v>44938</c:v>
                </c:pt>
                <c:pt idx="270">
                  <c:v>44939</c:v>
                </c:pt>
                <c:pt idx="271">
                  <c:v>44942</c:v>
                </c:pt>
                <c:pt idx="272">
                  <c:v>44943</c:v>
                </c:pt>
                <c:pt idx="273">
                  <c:v>44944</c:v>
                </c:pt>
                <c:pt idx="274">
                  <c:v>44945</c:v>
                </c:pt>
                <c:pt idx="275">
                  <c:v>44946</c:v>
                </c:pt>
                <c:pt idx="276">
                  <c:v>44949</c:v>
                </c:pt>
                <c:pt idx="277">
                  <c:v>44950</c:v>
                </c:pt>
                <c:pt idx="278">
                  <c:v>44951</c:v>
                </c:pt>
                <c:pt idx="279">
                  <c:v>44952</c:v>
                </c:pt>
                <c:pt idx="280">
                  <c:v>44953</c:v>
                </c:pt>
                <c:pt idx="281">
                  <c:v>44956</c:v>
                </c:pt>
                <c:pt idx="282">
                  <c:v>44957</c:v>
                </c:pt>
                <c:pt idx="283">
                  <c:v>44958</c:v>
                </c:pt>
                <c:pt idx="284">
                  <c:v>44959</c:v>
                </c:pt>
                <c:pt idx="285">
                  <c:v>44960</c:v>
                </c:pt>
                <c:pt idx="286">
                  <c:v>44963</c:v>
                </c:pt>
                <c:pt idx="287">
                  <c:v>44964</c:v>
                </c:pt>
                <c:pt idx="288">
                  <c:v>44965</c:v>
                </c:pt>
                <c:pt idx="289">
                  <c:v>44966</c:v>
                </c:pt>
                <c:pt idx="290">
                  <c:v>44967</c:v>
                </c:pt>
                <c:pt idx="291">
                  <c:v>44970</c:v>
                </c:pt>
                <c:pt idx="292">
                  <c:v>44971</c:v>
                </c:pt>
                <c:pt idx="293">
                  <c:v>44972</c:v>
                </c:pt>
                <c:pt idx="294">
                  <c:v>44973</c:v>
                </c:pt>
                <c:pt idx="295">
                  <c:v>44974</c:v>
                </c:pt>
                <c:pt idx="296">
                  <c:v>44977</c:v>
                </c:pt>
                <c:pt idx="297">
                  <c:v>44978</c:v>
                </c:pt>
                <c:pt idx="298">
                  <c:v>44979</c:v>
                </c:pt>
                <c:pt idx="299">
                  <c:v>44980</c:v>
                </c:pt>
                <c:pt idx="300">
                  <c:v>44981</c:v>
                </c:pt>
                <c:pt idx="301">
                  <c:v>44984</c:v>
                </c:pt>
                <c:pt idx="302">
                  <c:v>44985</c:v>
                </c:pt>
                <c:pt idx="303">
                  <c:v>44986</c:v>
                </c:pt>
                <c:pt idx="304">
                  <c:v>44987</c:v>
                </c:pt>
                <c:pt idx="305">
                  <c:v>44988</c:v>
                </c:pt>
                <c:pt idx="306">
                  <c:v>44991</c:v>
                </c:pt>
                <c:pt idx="307">
                  <c:v>44992</c:v>
                </c:pt>
                <c:pt idx="308">
                  <c:v>44993</c:v>
                </c:pt>
                <c:pt idx="309">
                  <c:v>44994</c:v>
                </c:pt>
                <c:pt idx="310">
                  <c:v>44995</c:v>
                </c:pt>
                <c:pt idx="311">
                  <c:v>44998</c:v>
                </c:pt>
                <c:pt idx="312">
                  <c:v>44999</c:v>
                </c:pt>
                <c:pt idx="313">
                  <c:v>45000</c:v>
                </c:pt>
                <c:pt idx="314">
                  <c:v>45001</c:v>
                </c:pt>
                <c:pt idx="315">
                  <c:v>45002</c:v>
                </c:pt>
                <c:pt idx="316">
                  <c:v>45005</c:v>
                </c:pt>
                <c:pt idx="317">
                  <c:v>45006</c:v>
                </c:pt>
                <c:pt idx="318">
                  <c:v>45007</c:v>
                </c:pt>
                <c:pt idx="319">
                  <c:v>45008</c:v>
                </c:pt>
                <c:pt idx="320">
                  <c:v>45009</c:v>
                </c:pt>
                <c:pt idx="321">
                  <c:v>45012</c:v>
                </c:pt>
                <c:pt idx="322">
                  <c:v>45013</c:v>
                </c:pt>
                <c:pt idx="323">
                  <c:v>45014</c:v>
                </c:pt>
                <c:pt idx="324">
                  <c:v>45015</c:v>
                </c:pt>
                <c:pt idx="325">
                  <c:v>45016</c:v>
                </c:pt>
                <c:pt idx="326">
                  <c:v>45019</c:v>
                </c:pt>
                <c:pt idx="327">
                  <c:v>45020</c:v>
                </c:pt>
                <c:pt idx="328">
                  <c:v>45021</c:v>
                </c:pt>
                <c:pt idx="329">
                  <c:v>45022</c:v>
                </c:pt>
                <c:pt idx="330">
                  <c:v>45023</c:v>
                </c:pt>
                <c:pt idx="331">
                  <c:v>45026</c:v>
                </c:pt>
                <c:pt idx="332">
                  <c:v>45027</c:v>
                </c:pt>
                <c:pt idx="333">
                  <c:v>45028</c:v>
                </c:pt>
                <c:pt idx="334">
                  <c:v>45029</c:v>
                </c:pt>
                <c:pt idx="335">
                  <c:v>45030</c:v>
                </c:pt>
                <c:pt idx="336">
                  <c:v>45033</c:v>
                </c:pt>
                <c:pt idx="337">
                  <c:v>45034</c:v>
                </c:pt>
                <c:pt idx="338">
                  <c:v>45035</c:v>
                </c:pt>
                <c:pt idx="339">
                  <c:v>45036</c:v>
                </c:pt>
                <c:pt idx="340">
                  <c:v>45037</c:v>
                </c:pt>
                <c:pt idx="341">
                  <c:v>45040</c:v>
                </c:pt>
                <c:pt idx="342">
                  <c:v>45041</c:v>
                </c:pt>
                <c:pt idx="343">
                  <c:v>45042</c:v>
                </c:pt>
                <c:pt idx="344">
                  <c:v>45043</c:v>
                </c:pt>
                <c:pt idx="345">
                  <c:v>45044</c:v>
                </c:pt>
                <c:pt idx="346">
                  <c:v>45047</c:v>
                </c:pt>
                <c:pt idx="347">
                  <c:v>45048</c:v>
                </c:pt>
                <c:pt idx="348">
                  <c:v>45049</c:v>
                </c:pt>
                <c:pt idx="349">
                  <c:v>45050</c:v>
                </c:pt>
                <c:pt idx="350">
                  <c:v>45051</c:v>
                </c:pt>
                <c:pt idx="351">
                  <c:v>45054</c:v>
                </c:pt>
                <c:pt idx="352">
                  <c:v>45055</c:v>
                </c:pt>
                <c:pt idx="353">
                  <c:v>45056</c:v>
                </c:pt>
                <c:pt idx="354">
                  <c:v>45057</c:v>
                </c:pt>
                <c:pt idx="355">
                  <c:v>45058</c:v>
                </c:pt>
                <c:pt idx="356">
                  <c:v>45061</c:v>
                </c:pt>
                <c:pt idx="357">
                  <c:v>45062</c:v>
                </c:pt>
                <c:pt idx="358">
                  <c:v>45063</c:v>
                </c:pt>
                <c:pt idx="359">
                  <c:v>45064</c:v>
                </c:pt>
                <c:pt idx="360">
                  <c:v>45065</c:v>
                </c:pt>
                <c:pt idx="361">
                  <c:v>45068</c:v>
                </c:pt>
                <c:pt idx="362">
                  <c:v>45069</c:v>
                </c:pt>
                <c:pt idx="363">
                  <c:v>45070</c:v>
                </c:pt>
                <c:pt idx="364">
                  <c:v>45071</c:v>
                </c:pt>
                <c:pt idx="365">
                  <c:v>45072</c:v>
                </c:pt>
                <c:pt idx="366">
                  <c:v>45075</c:v>
                </c:pt>
                <c:pt idx="367">
                  <c:v>45076</c:v>
                </c:pt>
                <c:pt idx="368">
                  <c:v>45077</c:v>
                </c:pt>
                <c:pt idx="369">
                  <c:v>45078</c:v>
                </c:pt>
                <c:pt idx="370">
                  <c:v>45079</c:v>
                </c:pt>
                <c:pt idx="371">
                  <c:v>45082</c:v>
                </c:pt>
                <c:pt idx="372">
                  <c:v>45083</c:v>
                </c:pt>
                <c:pt idx="373">
                  <c:v>45084</c:v>
                </c:pt>
                <c:pt idx="374">
                  <c:v>45085</c:v>
                </c:pt>
                <c:pt idx="375">
                  <c:v>45086</c:v>
                </c:pt>
                <c:pt idx="376">
                  <c:v>45089</c:v>
                </c:pt>
                <c:pt idx="377">
                  <c:v>45090</c:v>
                </c:pt>
                <c:pt idx="378">
                  <c:v>45091</c:v>
                </c:pt>
                <c:pt idx="379">
                  <c:v>45092</c:v>
                </c:pt>
                <c:pt idx="380">
                  <c:v>45093</c:v>
                </c:pt>
                <c:pt idx="381">
                  <c:v>45096</c:v>
                </c:pt>
                <c:pt idx="382">
                  <c:v>45097</c:v>
                </c:pt>
                <c:pt idx="383">
                  <c:v>45098</c:v>
                </c:pt>
                <c:pt idx="384">
                  <c:v>45099</c:v>
                </c:pt>
                <c:pt idx="385">
                  <c:v>45100</c:v>
                </c:pt>
                <c:pt idx="386">
                  <c:v>45103</c:v>
                </c:pt>
                <c:pt idx="387">
                  <c:v>45104</c:v>
                </c:pt>
                <c:pt idx="388">
                  <c:v>45105</c:v>
                </c:pt>
                <c:pt idx="389">
                  <c:v>45106</c:v>
                </c:pt>
                <c:pt idx="390">
                  <c:v>45107</c:v>
                </c:pt>
                <c:pt idx="391">
                  <c:v>45110</c:v>
                </c:pt>
                <c:pt idx="392">
                  <c:v>45111</c:v>
                </c:pt>
                <c:pt idx="393">
                  <c:v>45112</c:v>
                </c:pt>
                <c:pt idx="394">
                  <c:v>45113</c:v>
                </c:pt>
                <c:pt idx="395">
                  <c:v>45114</c:v>
                </c:pt>
                <c:pt idx="396">
                  <c:v>45117</c:v>
                </c:pt>
                <c:pt idx="397">
                  <c:v>45118</c:v>
                </c:pt>
                <c:pt idx="398">
                  <c:v>45119</c:v>
                </c:pt>
                <c:pt idx="399">
                  <c:v>45120</c:v>
                </c:pt>
                <c:pt idx="400">
                  <c:v>45121</c:v>
                </c:pt>
                <c:pt idx="401">
                  <c:v>45124</c:v>
                </c:pt>
                <c:pt idx="402">
                  <c:v>45125</c:v>
                </c:pt>
                <c:pt idx="403">
                  <c:v>45126</c:v>
                </c:pt>
                <c:pt idx="404">
                  <c:v>45127</c:v>
                </c:pt>
                <c:pt idx="405">
                  <c:v>45128</c:v>
                </c:pt>
                <c:pt idx="406">
                  <c:v>45131</c:v>
                </c:pt>
                <c:pt idx="407">
                  <c:v>45132</c:v>
                </c:pt>
                <c:pt idx="408">
                  <c:v>45133</c:v>
                </c:pt>
                <c:pt idx="409">
                  <c:v>45134</c:v>
                </c:pt>
                <c:pt idx="410">
                  <c:v>45135</c:v>
                </c:pt>
                <c:pt idx="411">
                  <c:v>45138</c:v>
                </c:pt>
                <c:pt idx="412">
                  <c:v>45139</c:v>
                </c:pt>
                <c:pt idx="413">
                  <c:v>45140</c:v>
                </c:pt>
                <c:pt idx="414">
                  <c:v>45141</c:v>
                </c:pt>
                <c:pt idx="415">
                  <c:v>45142</c:v>
                </c:pt>
                <c:pt idx="416">
                  <c:v>45145</c:v>
                </c:pt>
                <c:pt idx="417">
                  <c:v>45146</c:v>
                </c:pt>
                <c:pt idx="418">
                  <c:v>45147</c:v>
                </c:pt>
                <c:pt idx="419">
                  <c:v>45148</c:v>
                </c:pt>
                <c:pt idx="420">
                  <c:v>45149</c:v>
                </c:pt>
                <c:pt idx="421">
                  <c:v>45152</c:v>
                </c:pt>
                <c:pt idx="422">
                  <c:v>45153</c:v>
                </c:pt>
                <c:pt idx="423">
                  <c:v>45154</c:v>
                </c:pt>
                <c:pt idx="424">
                  <c:v>45155</c:v>
                </c:pt>
                <c:pt idx="425">
                  <c:v>45156</c:v>
                </c:pt>
                <c:pt idx="426">
                  <c:v>45159</c:v>
                </c:pt>
                <c:pt idx="427">
                  <c:v>45160</c:v>
                </c:pt>
                <c:pt idx="428">
                  <c:v>45161</c:v>
                </c:pt>
                <c:pt idx="429">
                  <c:v>45162</c:v>
                </c:pt>
                <c:pt idx="430">
                  <c:v>45163</c:v>
                </c:pt>
                <c:pt idx="431">
                  <c:v>45166</c:v>
                </c:pt>
                <c:pt idx="432">
                  <c:v>45167</c:v>
                </c:pt>
                <c:pt idx="433">
                  <c:v>45168</c:v>
                </c:pt>
                <c:pt idx="434">
                  <c:v>45169</c:v>
                </c:pt>
                <c:pt idx="435">
                  <c:v>45170</c:v>
                </c:pt>
                <c:pt idx="436">
                  <c:v>45173</c:v>
                </c:pt>
                <c:pt idx="437">
                  <c:v>45174</c:v>
                </c:pt>
                <c:pt idx="438">
                  <c:v>45175</c:v>
                </c:pt>
                <c:pt idx="439">
                  <c:v>45176</c:v>
                </c:pt>
                <c:pt idx="440">
                  <c:v>45177</c:v>
                </c:pt>
                <c:pt idx="441">
                  <c:v>45180</c:v>
                </c:pt>
                <c:pt idx="442">
                  <c:v>45181</c:v>
                </c:pt>
                <c:pt idx="443">
                  <c:v>45182</c:v>
                </c:pt>
                <c:pt idx="444">
                  <c:v>45183</c:v>
                </c:pt>
                <c:pt idx="445">
                  <c:v>45184</c:v>
                </c:pt>
                <c:pt idx="446">
                  <c:v>45187</c:v>
                </c:pt>
                <c:pt idx="447">
                  <c:v>45188</c:v>
                </c:pt>
                <c:pt idx="448">
                  <c:v>45189</c:v>
                </c:pt>
                <c:pt idx="449">
                  <c:v>45190</c:v>
                </c:pt>
                <c:pt idx="450">
                  <c:v>45191</c:v>
                </c:pt>
                <c:pt idx="451">
                  <c:v>45194</c:v>
                </c:pt>
                <c:pt idx="452">
                  <c:v>45195</c:v>
                </c:pt>
                <c:pt idx="453">
                  <c:v>45196</c:v>
                </c:pt>
                <c:pt idx="454">
                  <c:v>45197</c:v>
                </c:pt>
                <c:pt idx="455">
                  <c:v>45198</c:v>
                </c:pt>
                <c:pt idx="456">
                  <c:v>45201</c:v>
                </c:pt>
                <c:pt idx="457">
                  <c:v>45202</c:v>
                </c:pt>
                <c:pt idx="458">
                  <c:v>45203</c:v>
                </c:pt>
                <c:pt idx="459">
                  <c:v>45204</c:v>
                </c:pt>
                <c:pt idx="460">
                  <c:v>45205</c:v>
                </c:pt>
                <c:pt idx="461">
                  <c:v>45208</c:v>
                </c:pt>
                <c:pt idx="462">
                  <c:v>45209</c:v>
                </c:pt>
                <c:pt idx="463">
                  <c:v>45210</c:v>
                </c:pt>
                <c:pt idx="464">
                  <c:v>45211</c:v>
                </c:pt>
                <c:pt idx="465">
                  <c:v>45212</c:v>
                </c:pt>
                <c:pt idx="466">
                  <c:v>45215</c:v>
                </c:pt>
                <c:pt idx="467">
                  <c:v>45216</c:v>
                </c:pt>
                <c:pt idx="468">
                  <c:v>45217</c:v>
                </c:pt>
                <c:pt idx="469">
                  <c:v>45218</c:v>
                </c:pt>
                <c:pt idx="470">
                  <c:v>45219</c:v>
                </c:pt>
                <c:pt idx="471">
                  <c:v>45222</c:v>
                </c:pt>
                <c:pt idx="472">
                  <c:v>45223</c:v>
                </c:pt>
                <c:pt idx="473">
                  <c:v>45224</c:v>
                </c:pt>
                <c:pt idx="474">
                  <c:v>45225</c:v>
                </c:pt>
                <c:pt idx="475">
                  <c:v>45226</c:v>
                </c:pt>
                <c:pt idx="476">
                  <c:v>45229</c:v>
                </c:pt>
                <c:pt idx="477">
                  <c:v>45230</c:v>
                </c:pt>
                <c:pt idx="478">
                  <c:v>45231</c:v>
                </c:pt>
                <c:pt idx="479">
                  <c:v>45232</c:v>
                </c:pt>
                <c:pt idx="480">
                  <c:v>45233</c:v>
                </c:pt>
                <c:pt idx="481">
                  <c:v>45236</c:v>
                </c:pt>
                <c:pt idx="482">
                  <c:v>45237</c:v>
                </c:pt>
                <c:pt idx="483">
                  <c:v>45238</c:v>
                </c:pt>
                <c:pt idx="484">
                  <c:v>45239</c:v>
                </c:pt>
                <c:pt idx="485">
                  <c:v>45240</c:v>
                </c:pt>
                <c:pt idx="486">
                  <c:v>45243</c:v>
                </c:pt>
                <c:pt idx="487">
                  <c:v>45244</c:v>
                </c:pt>
                <c:pt idx="488">
                  <c:v>45245</c:v>
                </c:pt>
                <c:pt idx="489">
                  <c:v>45246</c:v>
                </c:pt>
                <c:pt idx="490">
                  <c:v>45247</c:v>
                </c:pt>
                <c:pt idx="491">
                  <c:v>45250</c:v>
                </c:pt>
                <c:pt idx="492">
                  <c:v>45251</c:v>
                </c:pt>
                <c:pt idx="493">
                  <c:v>45252</c:v>
                </c:pt>
                <c:pt idx="494">
                  <c:v>45253</c:v>
                </c:pt>
                <c:pt idx="495">
                  <c:v>45254</c:v>
                </c:pt>
                <c:pt idx="496">
                  <c:v>45257</c:v>
                </c:pt>
                <c:pt idx="497">
                  <c:v>45258</c:v>
                </c:pt>
                <c:pt idx="498">
                  <c:v>45259</c:v>
                </c:pt>
                <c:pt idx="499">
                  <c:v>45260</c:v>
                </c:pt>
                <c:pt idx="500">
                  <c:v>45261</c:v>
                </c:pt>
                <c:pt idx="501">
                  <c:v>45264</c:v>
                </c:pt>
                <c:pt idx="502">
                  <c:v>45265</c:v>
                </c:pt>
                <c:pt idx="503">
                  <c:v>45266</c:v>
                </c:pt>
                <c:pt idx="504">
                  <c:v>45267</c:v>
                </c:pt>
                <c:pt idx="505">
                  <c:v>45268</c:v>
                </c:pt>
                <c:pt idx="506">
                  <c:v>45271</c:v>
                </c:pt>
                <c:pt idx="507">
                  <c:v>45272</c:v>
                </c:pt>
                <c:pt idx="508">
                  <c:v>45273</c:v>
                </c:pt>
                <c:pt idx="509">
                  <c:v>45274</c:v>
                </c:pt>
                <c:pt idx="510">
                  <c:v>45275</c:v>
                </c:pt>
                <c:pt idx="511">
                  <c:v>45278</c:v>
                </c:pt>
                <c:pt idx="512">
                  <c:v>45279</c:v>
                </c:pt>
                <c:pt idx="513">
                  <c:v>45280</c:v>
                </c:pt>
                <c:pt idx="514">
                  <c:v>45281</c:v>
                </c:pt>
                <c:pt idx="515">
                  <c:v>45282</c:v>
                </c:pt>
                <c:pt idx="516">
                  <c:v>45285</c:v>
                </c:pt>
                <c:pt idx="517">
                  <c:v>45286</c:v>
                </c:pt>
                <c:pt idx="518">
                  <c:v>45287</c:v>
                </c:pt>
                <c:pt idx="519">
                  <c:v>45288</c:v>
                </c:pt>
                <c:pt idx="520">
                  <c:v>45289</c:v>
                </c:pt>
                <c:pt idx="521">
                  <c:v>45292</c:v>
                </c:pt>
                <c:pt idx="522">
                  <c:v>45293</c:v>
                </c:pt>
                <c:pt idx="523">
                  <c:v>45294</c:v>
                </c:pt>
                <c:pt idx="524">
                  <c:v>45295</c:v>
                </c:pt>
                <c:pt idx="525">
                  <c:v>45296</c:v>
                </c:pt>
                <c:pt idx="526">
                  <c:v>45299</c:v>
                </c:pt>
                <c:pt idx="527">
                  <c:v>45300</c:v>
                </c:pt>
                <c:pt idx="528">
                  <c:v>45301</c:v>
                </c:pt>
                <c:pt idx="529">
                  <c:v>45302</c:v>
                </c:pt>
                <c:pt idx="530">
                  <c:v>45303</c:v>
                </c:pt>
                <c:pt idx="531">
                  <c:v>45306</c:v>
                </c:pt>
                <c:pt idx="532">
                  <c:v>45307</c:v>
                </c:pt>
                <c:pt idx="533">
                  <c:v>45308</c:v>
                </c:pt>
                <c:pt idx="534">
                  <c:v>45309</c:v>
                </c:pt>
                <c:pt idx="535">
                  <c:v>45310</c:v>
                </c:pt>
                <c:pt idx="536">
                  <c:v>45313</c:v>
                </c:pt>
                <c:pt idx="537">
                  <c:v>45314</c:v>
                </c:pt>
                <c:pt idx="538">
                  <c:v>45315</c:v>
                </c:pt>
                <c:pt idx="539">
                  <c:v>45316</c:v>
                </c:pt>
                <c:pt idx="540">
                  <c:v>45317</c:v>
                </c:pt>
                <c:pt idx="541">
                  <c:v>45320</c:v>
                </c:pt>
                <c:pt idx="542">
                  <c:v>45321</c:v>
                </c:pt>
                <c:pt idx="543">
                  <c:v>45322</c:v>
                </c:pt>
                <c:pt idx="544">
                  <c:v>45323</c:v>
                </c:pt>
                <c:pt idx="545">
                  <c:v>45324</c:v>
                </c:pt>
                <c:pt idx="546">
                  <c:v>45327</c:v>
                </c:pt>
                <c:pt idx="547">
                  <c:v>45328</c:v>
                </c:pt>
                <c:pt idx="548">
                  <c:v>45329</c:v>
                </c:pt>
                <c:pt idx="549">
                  <c:v>45330</c:v>
                </c:pt>
                <c:pt idx="550">
                  <c:v>45331</c:v>
                </c:pt>
                <c:pt idx="551">
                  <c:v>45334</c:v>
                </c:pt>
                <c:pt idx="552">
                  <c:v>45335</c:v>
                </c:pt>
                <c:pt idx="553">
                  <c:v>45336</c:v>
                </c:pt>
                <c:pt idx="554">
                  <c:v>45337</c:v>
                </c:pt>
                <c:pt idx="555">
                  <c:v>45338</c:v>
                </c:pt>
                <c:pt idx="556">
                  <c:v>45341</c:v>
                </c:pt>
                <c:pt idx="557">
                  <c:v>45342</c:v>
                </c:pt>
                <c:pt idx="558">
                  <c:v>45343</c:v>
                </c:pt>
                <c:pt idx="559">
                  <c:v>45344</c:v>
                </c:pt>
                <c:pt idx="560">
                  <c:v>45345</c:v>
                </c:pt>
                <c:pt idx="561">
                  <c:v>45348</c:v>
                </c:pt>
                <c:pt idx="562">
                  <c:v>45349</c:v>
                </c:pt>
                <c:pt idx="563">
                  <c:v>45350</c:v>
                </c:pt>
                <c:pt idx="564">
                  <c:v>45351</c:v>
                </c:pt>
                <c:pt idx="565">
                  <c:v>45352</c:v>
                </c:pt>
                <c:pt idx="566">
                  <c:v>45355</c:v>
                </c:pt>
                <c:pt idx="567">
                  <c:v>45356</c:v>
                </c:pt>
                <c:pt idx="568">
                  <c:v>45357</c:v>
                </c:pt>
                <c:pt idx="569">
                  <c:v>45358</c:v>
                </c:pt>
                <c:pt idx="570">
                  <c:v>45359</c:v>
                </c:pt>
                <c:pt idx="571">
                  <c:v>45362</c:v>
                </c:pt>
                <c:pt idx="572">
                  <c:v>45363</c:v>
                </c:pt>
                <c:pt idx="573">
                  <c:v>45364</c:v>
                </c:pt>
                <c:pt idx="574">
                  <c:v>45365</c:v>
                </c:pt>
                <c:pt idx="575">
                  <c:v>45366</c:v>
                </c:pt>
                <c:pt idx="576">
                  <c:v>45369</c:v>
                </c:pt>
                <c:pt idx="577">
                  <c:v>45370</c:v>
                </c:pt>
                <c:pt idx="578">
                  <c:v>45371</c:v>
                </c:pt>
                <c:pt idx="579">
                  <c:v>45372</c:v>
                </c:pt>
                <c:pt idx="580">
                  <c:v>45373</c:v>
                </c:pt>
                <c:pt idx="581">
                  <c:v>45376</c:v>
                </c:pt>
                <c:pt idx="582">
                  <c:v>45377</c:v>
                </c:pt>
                <c:pt idx="583">
                  <c:v>45378</c:v>
                </c:pt>
                <c:pt idx="584">
                  <c:v>45379</c:v>
                </c:pt>
                <c:pt idx="585">
                  <c:v>45380</c:v>
                </c:pt>
                <c:pt idx="586">
                  <c:v>45383</c:v>
                </c:pt>
                <c:pt idx="587">
                  <c:v>45384</c:v>
                </c:pt>
                <c:pt idx="588">
                  <c:v>45385</c:v>
                </c:pt>
                <c:pt idx="589">
                  <c:v>45386</c:v>
                </c:pt>
                <c:pt idx="590">
                  <c:v>45387</c:v>
                </c:pt>
                <c:pt idx="591">
                  <c:v>45390</c:v>
                </c:pt>
                <c:pt idx="592">
                  <c:v>45391</c:v>
                </c:pt>
                <c:pt idx="593">
                  <c:v>45392</c:v>
                </c:pt>
                <c:pt idx="594">
                  <c:v>45393</c:v>
                </c:pt>
                <c:pt idx="595">
                  <c:v>45394</c:v>
                </c:pt>
                <c:pt idx="596">
                  <c:v>45397</c:v>
                </c:pt>
                <c:pt idx="597">
                  <c:v>45398</c:v>
                </c:pt>
                <c:pt idx="598">
                  <c:v>45399</c:v>
                </c:pt>
                <c:pt idx="599">
                  <c:v>45400</c:v>
                </c:pt>
                <c:pt idx="600">
                  <c:v>45401</c:v>
                </c:pt>
                <c:pt idx="601">
                  <c:v>45404</c:v>
                </c:pt>
                <c:pt idx="602">
                  <c:v>45405</c:v>
                </c:pt>
                <c:pt idx="603">
                  <c:v>45406</c:v>
                </c:pt>
                <c:pt idx="604">
                  <c:v>45407</c:v>
                </c:pt>
                <c:pt idx="605">
                  <c:v>45408</c:v>
                </c:pt>
                <c:pt idx="606">
                  <c:v>45411</c:v>
                </c:pt>
                <c:pt idx="607">
                  <c:v>45412</c:v>
                </c:pt>
                <c:pt idx="608">
                  <c:v>45413</c:v>
                </c:pt>
                <c:pt idx="609">
                  <c:v>45414</c:v>
                </c:pt>
                <c:pt idx="610">
                  <c:v>45415</c:v>
                </c:pt>
                <c:pt idx="611">
                  <c:v>45418</c:v>
                </c:pt>
                <c:pt idx="612">
                  <c:v>45419</c:v>
                </c:pt>
                <c:pt idx="613">
                  <c:v>45420</c:v>
                </c:pt>
                <c:pt idx="614">
                  <c:v>45421</c:v>
                </c:pt>
                <c:pt idx="615">
                  <c:v>45422</c:v>
                </c:pt>
                <c:pt idx="616">
                  <c:v>45425</c:v>
                </c:pt>
                <c:pt idx="617">
                  <c:v>45426</c:v>
                </c:pt>
                <c:pt idx="618">
                  <c:v>45427</c:v>
                </c:pt>
                <c:pt idx="619">
                  <c:v>45428</c:v>
                </c:pt>
                <c:pt idx="620">
                  <c:v>45429</c:v>
                </c:pt>
                <c:pt idx="621">
                  <c:v>45432</c:v>
                </c:pt>
                <c:pt idx="622">
                  <c:v>45433</c:v>
                </c:pt>
                <c:pt idx="623">
                  <c:v>45434</c:v>
                </c:pt>
                <c:pt idx="624">
                  <c:v>45435</c:v>
                </c:pt>
                <c:pt idx="625">
                  <c:v>45436</c:v>
                </c:pt>
                <c:pt idx="626">
                  <c:v>45440</c:v>
                </c:pt>
                <c:pt idx="627">
                  <c:v>45441</c:v>
                </c:pt>
                <c:pt idx="628">
                  <c:v>45442</c:v>
                </c:pt>
                <c:pt idx="629">
                  <c:v>45443</c:v>
                </c:pt>
                <c:pt idx="630">
                  <c:v>45446</c:v>
                </c:pt>
                <c:pt idx="631">
                  <c:v>45447</c:v>
                </c:pt>
                <c:pt idx="632">
                  <c:v>45448</c:v>
                </c:pt>
                <c:pt idx="633">
                  <c:v>45449</c:v>
                </c:pt>
                <c:pt idx="634">
                  <c:v>45450</c:v>
                </c:pt>
                <c:pt idx="635">
                  <c:v>45453</c:v>
                </c:pt>
                <c:pt idx="636">
                  <c:v>45454</c:v>
                </c:pt>
                <c:pt idx="637">
                  <c:v>45455</c:v>
                </c:pt>
                <c:pt idx="638">
                  <c:v>45456</c:v>
                </c:pt>
                <c:pt idx="639">
                  <c:v>45457</c:v>
                </c:pt>
                <c:pt idx="640">
                  <c:v>45460</c:v>
                </c:pt>
                <c:pt idx="641">
                  <c:v>45461</c:v>
                </c:pt>
                <c:pt idx="642">
                  <c:v>45462</c:v>
                </c:pt>
                <c:pt idx="643">
                  <c:v>45463</c:v>
                </c:pt>
                <c:pt idx="644">
                  <c:v>45464</c:v>
                </c:pt>
                <c:pt idx="645">
                  <c:v>45467</c:v>
                </c:pt>
                <c:pt idx="646">
                  <c:v>45468</c:v>
                </c:pt>
                <c:pt idx="647">
                  <c:v>45469</c:v>
                </c:pt>
                <c:pt idx="648">
                  <c:v>45470</c:v>
                </c:pt>
                <c:pt idx="649">
                  <c:v>45471</c:v>
                </c:pt>
                <c:pt idx="650">
                  <c:v>45474</c:v>
                </c:pt>
                <c:pt idx="651">
                  <c:v>45475</c:v>
                </c:pt>
                <c:pt idx="652">
                  <c:v>45476</c:v>
                </c:pt>
                <c:pt idx="653">
                  <c:v>45477</c:v>
                </c:pt>
                <c:pt idx="654">
                  <c:v>45478</c:v>
                </c:pt>
                <c:pt idx="655">
                  <c:v>45481</c:v>
                </c:pt>
                <c:pt idx="656">
                  <c:v>45482</c:v>
                </c:pt>
                <c:pt idx="657">
                  <c:v>45483</c:v>
                </c:pt>
                <c:pt idx="658">
                  <c:v>45484</c:v>
                </c:pt>
                <c:pt idx="659">
                  <c:v>45485</c:v>
                </c:pt>
                <c:pt idx="660">
                  <c:v>45488</c:v>
                </c:pt>
                <c:pt idx="661">
                  <c:v>45489</c:v>
                </c:pt>
                <c:pt idx="662">
                  <c:v>45490</c:v>
                </c:pt>
                <c:pt idx="663">
                  <c:v>45491</c:v>
                </c:pt>
                <c:pt idx="664">
                  <c:v>45492</c:v>
                </c:pt>
                <c:pt idx="665">
                  <c:v>45495</c:v>
                </c:pt>
                <c:pt idx="666">
                  <c:v>45496</c:v>
                </c:pt>
                <c:pt idx="667">
                  <c:v>45497</c:v>
                </c:pt>
                <c:pt idx="668">
                  <c:v>45498</c:v>
                </c:pt>
                <c:pt idx="669">
                  <c:v>45499</c:v>
                </c:pt>
                <c:pt idx="670">
                  <c:v>45502</c:v>
                </c:pt>
                <c:pt idx="671">
                  <c:v>45503</c:v>
                </c:pt>
                <c:pt idx="672">
                  <c:v>45504</c:v>
                </c:pt>
                <c:pt idx="673">
                  <c:v>45505</c:v>
                </c:pt>
                <c:pt idx="674">
                  <c:v>45506</c:v>
                </c:pt>
                <c:pt idx="675">
                  <c:v>45509</c:v>
                </c:pt>
                <c:pt idx="676">
                  <c:v>45510</c:v>
                </c:pt>
                <c:pt idx="677">
                  <c:v>45511</c:v>
                </c:pt>
                <c:pt idx="678">
                  <c:v>45512</c:v>
                </c:pt>
                <c:pt idx="679">
                  <c:v>45513</c:v>
                </c:pt>
                <c:pt idx="680">
                  <c:v>45516</c:v>
                </c:pt>
                <c:pt idx="681">
                  <c:v>45517</c:v>
                </c:pt>
                <c:pt idx="682">
                  <c:v>45518</c:v>
                </c:pt>
                <c:pt idx="683">
                  <c:v>45519</c:v>
                </c:pt>
                <c:pt idx="684">
                  <c:v>45520</c:v>
                </c:pt>
                <c:pt idx="685">
                  <c:v>45523</c:v>
                </c:pt>
                <c:pt idx="686">
                  <c:v>45524</c:v>
                </c:pt>
                <c:pt idx="687">
                  <c:v>45525</c:v>
                </c:pt>
                <c:pt idx="688">
                  <c:v>45526</c:v>
                </c:pt>
                <c:pt idx="689">
                  <c:v>45527</c:v>
                </c:pt>
                <c:pt idx="690">
                  <c:v>45530</c:v>
                </c:pt>
                <c:pt idx="691">
                  <c:v>45531</c:v>
                </c:pt>
                <c:pt idx="692">
                  <c:v>45532</c:v>
                </c:pt>
                <c:pt idx="693">
                  <c:v>45533</c:v>
                </c:pt>
                <c:pt idx="694">
                  <c:v>45534</c:v>
                </c:pt>
                <c:pt idx="695">
                  <c:v>45537</c:v>
                </c:pt>
                <c:pt idx="696">
                  <c:v>45538</c:v>
                </c:pt>
                <c:pt idx="697">
                  <c:v>45539</c:v>
                </c:pt>
                <c:pt idx="698">
                  <c:v>45540</c:v>
                </c:pt>
                <c:pt idx="699">
                  <c:v>45541</c:v>
                </c:pt>
                <c:pt idx="700">
                  <c:v>45544</c:v>
                </c:pt>
                <c:pt idx="701">
                  <c:v>45545</c:v>
                </c:pt>
                <c:pt idx="702">
                  <c:v>45546</c:v>
                </c:pt>
                <c:pt idx="703">
                  <c:v>45547</c:v>
                </c:pt>
                <c:pt idx="704">
                  <c:v>45548</c:v>
                </c:pt>
                <c:pt idx="705">
                  <c:v>45551</c:v>
                </c:pt>
                <c:pt idx="706">
                  <c:v>45552</c:v>
                </c:pt>
                <c:pt idx="707">
                  <c:v>45553</c:v>
                </c:pt>
                <c:pt idx="708">
                  <c:v>45554</c:v>
                </c:pt>
                <c:pt idx="709">
                  <c:v>45555</c:v>
                </c:pt>
                <c:pt idx="710">
                  <c:v>45558</c:v>
                </c:pt>
                <c:pt idx="711">
                  <c:v>45559</c:v>
                </c:pt>
                <c:pt idx="712">
                  <c:v>45560</c:v>
                </c:pt>
                <c:pt idx="713">
                  <c:v>45561</c:v>
                </c:pt>
                <c:pt idx="714">
                  <c:v>45562</c:v>
                </c:pt>
                <c:pt idx="715">
                  <c:v>45565</c:v>
                </c:pt>
                <c:pt idx="716">
                  <c:v>45566</c:v>
                </c:pt>
                <c:pt idx="717">
                  <c:v>45567</c:v>
                </c:pt>
                <c:pt idx="718">
                  <c:v>45568</c:v>
                </c:pt>
                <c:pt idx="719">
                  <c:v>45569</c:v>
                </c:pt>
                <c:pt idx="720">
                  <c:v>45572</c:v>
                </c:pt>
                <c:pt idx="721">
                  <c:v>45573</c:v>
                </c:pt>
                <c:pt idx="722">
                  <c:v>45574</c:v>
                </c:pt>
                <c:pt idx="723">
                  <c:v>45575</c:v>
                </c:pt>
                <c:pt idx="724">
                  <c:v>45576</c:v>
                </c:pt>
                <c:pt idx="725">
                  <c:v>45579</c:v>
                </c:pt>
                <c:pt idx="726">
                  <c:v>45580</c:v>
                </c:pt>
                <c:pt idx="727">
                  <c:v>45581</c:v>
                </c:pt>
                <c:pt idx="728">
                  <c:v>45582</c:v>
                </c:pt>
                <c:pt idx="729">
                  <c:v>45583</c:v>
                </c:pt>
                <c:pt idx="730">
                  <c:v>45586</c:v>
                </c:pt>
                <c:pt idx="731">
                  <c:v>45587</c:v>
                </c:pt>
                <c:pt idx="732">
                  <c:v>45588</c:v>
                </c:pt>
                <c:pt idx="733">
                  <c:v>45589</c:v>
                </c:pt>
                <c:pt idx="734">
                  <c:v>45590</c:v>
                </c:pt>
                <c:pt idx="735">
                  <c:v>45593</c:v>
                </c:pt>
                <c:pt idx="736">
                  <c:v>45594</c:v>
                </c:pt>
                <c:pt idx="737">
                  <c:v>45595</c:v>
                </c:pt>
                <c:pt idx="738">
                  <c:v>45596</c:v>
                </c:pt>
                <c:pt idx="739">
                  <c:v>45597</c:v>
                </c:pt>
                <c:pt idx="740">
                  <c:v>45600</c:v>
                </c:pt>
                <c:pt idx="741">
                  <c:v>45601</c:v>
                </c:pt>
                <c:pt idx="742">
                  <c:v>45602</c:v>
                </c:pt>
                <c:pt idx="743">
                  <c:v>45603</c:v>
                </c:pt>
                <c:pt idx="744">
                  <c:v>45604</c:v>
                </c:pt>
                <c:pt idx="745">
                  <c:v>45607</c:v>
                </c:pt>
                <c:pt idx="746">
                  <c:v>45608</c:v>
                </c:pt>
                <c:pt idx="747">
                  <c:v>45609</c:v>
                </c:pt>
                <c:pt idx="748">
                  <c:v>45610</c:v>
                </c:pt>
                <c:pt idx="749">
                  <c:v>45611</c:v>
                </c:pt>
                <c:pt idx="750">
                  <c:v>45614</c:v>
                </c:pt>
                <c:pt idx="751">
                  <c:v>45615</c:v>
                </c:pt>
                <c:pt idx="752">
                  <c:v>45616</c:v>
                </c:pt>
                <c:pt idx="753">
                  <c:v>45617</c:v>
                </c:pt>
                <c:pt idx="754">
                  <c:v>45618</c:v>
                </c:pt>
                <c:pt idx="755">
                  <c:v>45621</c:v>
                </c:pt>
                <c:pt idx="756">
                  <c:v>45622</c:v>
                </c:pt>
                <c:pt idx="757">
                  <c:v>45623</c:v>
                </c:pt>
                <c:pt idx="758">
                  <c:v>45624</c:v>
                </c:pt>
                <c:pt idx="759">
                  <c:v>45625</c:v>
                </c:pt>
                <c:pt idx="760">
                  <c:v>45628</c:v>
                </c:pt>
                <c:pt idx="761">
                  <c:v>45629</c:v>
                </c:pt>
                <c:pt idx="762">
                  <c:v>45630</c:v>
                </c:pt>
                <c:pt idx="763">
                  <c:v>45631</c:v>
                </c:pt>
                <c:pt idx="764">
                  <c:v>45632</c:v>
                </c:pt>
                <c:pt idx="765">
                  <c:v>45635</c:v>
                </c:pt>
                <c:pt idx="766">
                  <c:v>45636</c:v>
                </c:pt>
                <c:pt idx="767">
                  <c:v>45637</c:v>
                </c:pt>
                <c:pt idx="768">
                  <c:v>45638</c:v>
                </c:pt>
                <c:pt idx="769">
                  <c:v>45639</c:v>
                </c:pt>
                <c:pt idx="770">
                  <c:v>45642</c:v>
                </c:pt>
                <c:pt idx="771">
                  <c:v>45643</c:v>
                </c:pt>
                <c:pt idx="772">
                  <c:v>45644</c:v>
                </c:pt>
                <c:pt idx="773">
                  <c:v>45645</c:v>
                </c:pt>
                <c:pt idx="774">
                  <c:v>45646</c:v>
                </c:pt>
                <c:pt idx="775">
                  <c:v>45649</c:v>
                </c:pt>
                <c:pt idx="776">
                  <c:v>45650</c:v>
                </c:pt>
                <c:pt idx="777">
                  <c:v>45651</c:v>
                </c:pt>
                <c:pt idx="778">
                  <c:v>45652</c:v>
                </c:pt>
                <c:pt idx="779">
                  <c:v>45653</c:v>
                </c:pt>
                <c:pt idx="780">
                  <c:v>45656</c:v>
                </c:pt>
                <c:pt idx="781">
                  <c:v>45657</c:v>
                </c:pt>
                <c:pt idx="782">
                  <c:v>45658</c:v>
                </c:pt>
                <c:pt idx="783">
                  <c:v>45659</c:v>
                </c:pt>
                <c:pt idx="784">
                  <c:v>45660</c:v>
                </c:pt>
                <c:pt idx="785">
                  <c:v>45663</c:v>
                </c:pt>
                <c:pt idx="786">
                  <c:v>45664</c:v>
                </c:pt>
                <c:pt idx="787">
                  <c:v>45665</c:v>
                </c:pt>
                <c:pt idx="788">
                  <c:v>45666</c:v>
                </c:pt>
                <c:pt idx="789">
                  <c:v>45667</c:v>
                </c:pt>
                <c:pt idx="790">
                  <c:v>45670</c:v>
                </c:pt>
                <c:pt idx="791">
                  <c:v>45671</c:v>
                </c:pt>
                <c:pt idx="792">
                  <c:v>45672</c:v>
                </c:pt>
                <c:pt idx="793">
                  <c:v>45673</c:v>
                </c:pt>
                <c:pt idx="794">
                  <c:v>45674</c:v>
                </c:pt>
                <c:pt idx="795">
                  <c:v>45677</c:v>
                </c:pt>
                <c:pt idx="796">
                  <c:v>45678</c:v>
                </c:pt>
                <c:pt idx="797">
                  <c:v>45679</c:v>
                </c:pt>
                <c:pt idx="798">
                  <c:v>45680</c:v>
                </c:pt>
                <c:pt idx="799">
                  <c:v>45681</c:v>
                </c:pt>
                <c:pt idx="800">
                  <c:v>45684</c:v>
                </c:pt>
                <c:pt idx="801">
                  <c:v>45685</c:v>
                </c:pt>
                <c:pt idx="802">
                  <c:v>45686</c:v>
                </c:pt>
                <c:pt idx="803">
                  <c:v>45687</c:v>
                </c:pt>
                <c:pt idx="804">
                  <c:v>45688</c:v>
                </c:pt>
                <c:pt idx="805">
                  <c:v>45691</c:v>
                </c:pt>
                <c:pt idx="806">
                  <c:v>45692</c:v>
                </c:pt>
                <c:pt idx="807">
                  <c:v>45693</c:v>
                </c:pt>
                <c:pt idx="808">
                  <c:v>45694</c:v>
                </c:pt>
                <c:pt idx="809">
                  <c:v>45695</c:v>
                </c:pt>
                <c:pt idx="810">
                  <c:v>45698</c:v>
                </c:pt>
                <c:pt idx="811">
                  <c:v>45699</c:v>
                </c:pt>
                <c:pt idx="812">
                  <c:v>45700</c:v>
                </c:pt>
                <c:pt idx="813">
                  <c:v>45701</c:v>
                </c:pt>
                <c:pt idx="814">
                  <c:v>45702</c:v>
                </c:pt>
                <c:pt idx="815">
                  <c:v>45705</c:v>
                </c:pt>
                <c:pt idx="816">
                  <c:v>45706</c:v>
                </c:pt>
                <c:pt idx="817">
                  <c:v>45707</c:v>
                </c:pt>
                <c:pt idx="818">
                  <c:v>45708</c:v>
                </c:pt>
                <c:pt idx="819">
                  <c:v>45709</c:v>
                </c:pt>
                <c:pt idx="820">
                  <c:v>45712</c:v>
                </c:pt>
                <c:pt idx="821">
                  <c:v>45713</c:v>
                </c:pt>
                <c:pt idx="822">
                  <c:v>45714</c:v>
                </c:pt>
                <c:pt idx="823">
                  <c:v>45715</c:v>
                </c:pt>
                <c:pt idx="824">
                  <c:v>45716</c:v>
                </c:pt>
                <c:pt idx="825">
                  <c:v>45719</c:v>
                </c:pt>
                <c:pt idx="826">
                  <c:v>45720</c:v>
                </c:pt>
                <c:pt idx="827">
                  <c:v>45721</c:v>
                </c:pt>
                <c:pt idx="828">
                  <c:v>45722</c:v>
                </c:pt>
                <c:pt idx="829">
                  <c:v>45723</c:v>
                </c:pt>
                <c:pt idx="830">
                  <c:v>45726</c:v>
                </c:pt>
                <c:pt idx="831">
                  <c:v>45727</c:v>
                </c:pt>
                <c:pt idx="832">
                  <c:v>45728</c:v>
                </c:pt>
                <c:pt idx="833">
                  <c:v>45729</c:v>
                </c:pt>
                <c:pt idx="834">
                  <c:v>45730</c:v>
                </c:pt>
                <c:pt idx="835">
                  <c:v>45733</c:v>
                </c:pt>
                <c:pt idx="836">
                  <c:v>45734</c:v>
                </c:pt>
                <c:pt idx="837">
                  <c:v>45735</c:v>
                </c:pt>
                <c:pt idx="838">
                  <c:v>45736</c:v>
                </c:pt>
                <c:pt idx="839">
                  <c:v>45737</c:v>
                </c:pt>
                <c:pt idx="840">
                  <c:v>45740</c:v>
                </c:pt>
                <c:pt idx="841">
                  <c:v>45741</c:v>
                </c:pt>
                <c:pt idx="842">
                  <c:v>45742</c:v>
                </c:pt>
                <c:pt idx="843">
                  <c:v>45743</c:v>
                </c:pt>
                <c:pt idx="844">
                  <c:v>45744</c:v>
                </c:pt>
                <c:pt idx="845">
                  <c:v>45747</c:v>
                </c:pt>
                <c:pt idx="846">
                  <c:v>45748</c:v>
                </c:pt>
                <c:pt idx="847">
                  <c:v>45749</c:v>
                </c:pt>
                <c:pt idx="848">
                  <c:v>45750</c:v>
                </c:pt>
                <c:pt idx="849">
                  <c:v>45751</c:v>
                </c:pt>
                <c:pt idx="850">
                  <c:v>45754</c:v>
                </c:pt>
                <c:pt idx="851">
                  <c:v>45755</c:v>
                </c:pt>
                <c:pt idx="852">
                  <c:v>45756</c:v>
                </c:pt>
                <c:pt idx="853">
                  <c:v>45757</c:v>
                </c:pt>
                <c:pt idx="854">
                  <c:v>45758</c:v>
                </c:pt>
                <c:pt idx="855">
                  <c:v>45761</c:v>
                </c:pt>
                <c:pt idx="856">
                  <c:v>45762</c:v>
                </c:pt>
                <c:pt idx="857">
                  <c:v>45763</c:v>
                </c:pt>
                <c:pt idx="858">
                  <c:v>45764</c:v>
                </c:pt>
                <c:pt idx="859">
                  <c:v>45765</c:v>
                </c:pt>
                <c:pt idx="860">
                  <c:v>45768</c:v>
                </c:pt>
                <c:pt idx="861">
                  <c:v>45769</c:v>
                </c:pt>
                <c:pt idx="862">
                  <c:v>45770</c:v>
                </c:pt>
                <c:pt idx="863">
                  <c:v>45771</c:v>
                </c:pt>
                <c:pt idx="864">
                  <c:v>45772</c:v>
                </c:pt>
                <c:pt idx="865">
                  <c:v>45775</c:v>
                </c:pt>
                <c:pt idx="866">
                  <c:v>45776</c:v>
                </c:pt>
                <c:pt idx="867">
                  <c:v>45777</c:v>
                </c:pt>
                <c:pt idx="868">
                  <c:v>45778</c:v>
                </c:pt>
                <c:pt idx="869">
                  <c:v>45779</c:v>
                </c:pt>
                <c:pt idx="870">
                  <c:v>45782</c:v>
                </c:pt>
                <c:pt idx="871">
                  <c:v>45783</c:v>
                </c:pt>
                <c:pt idx="872">
                  <c:v>45784</c:v>
                </c:pt>
                <c:pt idx="873">
                  <c:v>45785</c:v>
                </c:pt>
                <c:pt idx="874">
                  <c:v>45786</c:v>
                </c:pt>
                <c:pt idx="875">
                  <c:v>45789</c:v>
                </c:pt>
                <c:pt idx="876">
                  <c:v>45790</c:v>
                </c:pt>
                <c:pt idx="877">
                  <c:v>45791</c:v>
                </c:pt>
                <c:pt idx="878">
                  <c:v>45792</c:v>
                </c:pt>
                <c:pt idx="879">
                  <c:v>45793</c:v>
                </c:pt>
                <c:pt idx="880">
                  <c:v>45796</c:v>
                </c:pt>
                <c:pt idx="881">
                  <c:v>45797</c:v>
                </c:pt>
                <c:pt idx="882">
                  <c:v>45798</c:v>
                </c:pt>
                <c:pt idx="883">
                  <c:v>45799</c:v>
                </c:pt>
                <c:pt idx="884">
                  <c:v>45800</c:v>
                </c:pt>
                <c:pt idx="885">
                  <c:v>45804</c:v>
                </c:pt>
                <c:pt idx="886">
                  <c:v>45805</c:v>
                </c:pt>
                <c:pt idx="887">
                  <c:v>45806</c:v>
                </c:pt>
                <c:pt idx="888">
                  <c:v>45807</c:v>
                </c:pt>
                <c:pt idx="889">
                  <c:v>45810</c:v>
                </c:pt>
                <c:pt idx="890">
                  <c:v>45811</c:v>
                </c:pt>
                <c:pt idx="891">
                  <c:v>45812</c:v>
                </c:pt>
                <c:pt idx="892">
                  <c:v>45813</c:v>
                </c:pt>
                <c:pt idx="893">
                  <c:v>45814</c:v>
                </c:pt>
                <c:pt idx="894">
                  <c:v>45817</c:v>
                </c:pt>
                <c:pt idx="895">
                  <c:v>45818</c:v>
                </c:pt>
                <c:pt idx="896">
                  <c:v>45819</c:v>
                </c:pt>
                <c:pt idx="897">
                  <c:v>45820</c:v>
                </c:pt>
                <c:pt idx="898">
                  <c:v>45821</c:v>
                </c:pt>
                <c:pt idx="899">
                  <c:v>45824</c:v>
                </c:pt>
                <c:pt idx="900">
                  <c:v>45825</c:v>
                </c:pt>
                <c:pt idx="901">
                  <c:v>45826</c:v>
                </c:pt>
                <c:pt idx="902">
                  <c:v>45827</c:v>
                </c:pt>
                <c:pt idx="903">
                  <c:v>45828</c:v>
                </c:pt>
                <c:pt idx="904">
                  <c:v>45831</c:v>
                </c:pt>
                <c:pt idx="905">
                  <c:v>45832</c:v>
                </c:pt>
                <c:pt idx="906">
                  <c:v>45833</c:v>
                </c:pt>
                <c:pt idx="907">
                  <c:v>45834</c:v>
                </c:pt>
                <c:pt idx="908">
                  <c:v>45835</c:v>
                </c:pt>
                <c:pt idx="909">
                  <c:v>45838</c:v>
                </c:pt>
                <c:pt idx="910">
                  <c:v>45839</c:v>
                </c:pt>
                <c:pt idx="911">
                  <c:v>45840</c:v>
                </c:pt>
                <c:pt idx="912">
                  <c:v>45841</c:v>
                </c:pt>
                <c:pt idx="913">
                  <c:v>45842</c:v>
                </c:pt>
                <c:pt idx="914">
                  <c:v>45845</c:v>
                </c:pt>
                <c:pt idx="915">
                  <c:v>45846</c:v>
                </c:pt>
                <c:pt idx="916">
                  <c:v>45847</c:v>
                </c:pt>
                <c:pt idx="917">
                  <c:v>45848</c:v>
                </c:pt>
                <c:pt idx="918">
                  <c:v>45849</c:v>
                </c:pt>
                <c:pt idx="919">
                  <c:v>45852</c:v>
                </c:pt>
                <c:pt idx="920">
                  <c:v>45853</c:v>
                </c:pt>
                <c:pt idx="921">
                  <c:v>45854</c:v>
                </c:pt>
                <c:pt idx="922">
                  <c:v>45855</c:v>
                </c:pt>
                <c:pt idx="923">
                  <c:v>45856</c:v>
                </c:pt>
                <c:pt idx="924">
                  <c:v>45859</c:v>
                </c:pt>
                <c:pt idx="925">
                  <c:v>45860</c:v>
                </c:pt>
                <c:pt idx="926">
                  <c:v>45861</c:v>
                </c:pt>
                <c:pt idx="927">
                  <c:v>45862</c:v>
                </c:pt>
                <c:pt idx="928">
                  <c:v>45863</c:v>
                </c:pt>
                <c:pt idx="929">
                  <c:v>45866</c:v>
                </c:pt>
                <c:pt idx="930">
                  <c:v>45867</c:v>
                </c:pt>
                <c:pt idx="931">
                  <c:v>45868</c:v>
                </c:pt>
                <c:pt idx="932">
                  <c:v>45869</c:v>
                </c:pt>
                <c:pt idx="933">
                  <c:v>45870</c:v>
                </c:pt>
                <c:pt idx="934">
                  <c:v>45873</c:v>
                </c:pt>
                <c:pt idx="935">
                  <c:v>45874</c:v>
                </c:pt>
                <c:pt idx="936">
                  <c:v>45875</c:v>
                </c:pt>
                <c:pt idx="937">
                  <c:v>45876</c:v>
                </c:pt>
                <c:pt idx="938">
                  <c:v>45877</c:v>
                </c:pt>
                <c:pt idx="939">
                  <c:v>45880</c:v>
                </c:pt>
                <c:pt idx="940">
                  <c:v>45881</c:v>
                </c:pt>
                <c:pt idx="941">
                  <c:v>45882</c:v>
                </c:pt>
                <c:pt idx="942">
                  <c:v>45883</c:v>
                </c:pt>
                <c:pt idx="943">
                  <c:v>45884</c:v>
                </c:pt>
                <c:pt idx="944">
                  <c:v>45887</c:v>
                </c:pt>
                <c:pt idx="945">
                  <c:v>45888</c:v>
                </c:pt>
                <c:pt idx="946">
                  <c:v>45889</c:v>
                </c:pt>
                <c:pt idx="947">
                  <c:v>45890</c:v>
                </c:pt>
                <c:pt idx="948">
                  <c:v>45891</c:v>
                </c:pt>
                <c:pt idx="949">
                  <c:v>45894</c:v>
                </c:pt>
                <c:pt idx="950">
                  <c:v>45895</c:v>
                </c:pt>
                <c:pt idx="951">
                  <c:v>45896</c:v>
                </c:pt>
                <c:pt idx="952">
                  <c:v>45897</c:v>
                </c:pt>
                <c:pt idx="953">
                  <c:v>45898</c:v>
                </c:pt>
                <c:pt idx="954">
                  <c:v>45901</c:v>
                </c:pt>
                <c:pt idx="955">
                  <c:v>45902</c:v>
                </c:pt>
                <c:pt idx="956">
                  <c:v>45903</c:v>
                </c:pt>
                <c:pt idx="957">
                  <c:v>45904</c:v>
                </c:pt>
                <c:pt idx="958">
                  <c:v>45905</c:v>
                </c:pt>
                <c:pt idx="959">
                  <c:v>45908</c:v>
                </c:pt>
                <c:pt idx="960">
                  <c:v>45909</c:v>
                </c:pt>
                <c:pt idx="961">
                  <c:v>45910</c:v>
                </c:pt>
                <c:pt idx="962">
                  <c:v>45911</c:v>
                </c:pt>
                <c:pt idx="963">
                  <c:v>45912</c:v>
                </c:pt>
                <c:pt idx="964">
                  <c:v>45915</c:v>
                </c:pt>
                <c:pt idx="965">
                  <c:v>45916</c:v>
                </c:pt>
                <c:pt idx="966">
                  <c:v>45917</c:v>
                </c:pt>
                <c:pt idx="967">
                  <c:v>45918</c:v>
                </c:pt>
                <c:pt idx="968">
                  <c:v>45919</c:v>
                </c:pt>
                <c:pt idx="969">
                  <c:v>45922</c:v>
                </c:pt>
                <c:pt idx="970">
                  <c:v>45923</c:v>
                </c:pt>
                <c:pt idx="971">
                  <c:v>45924</c:v>
                </c:pt>
                <c:pt idx="972">
                  <c:v>45925</c:v>
                </c:pt>
                <c:pt idx="973">
                  <c:v>45926</c:v>
                </c:pt>
                <c:pt idx="974">
                  <c:v>45929</c:v>
                </c:pt>
                <c:pt idx="975">
                  <c:v>45930</c:v>
                </c:pt>
                <c:pt idx="976">
                  <c:v>45931</c:v>
                </c:pt>
                <c:pt idx="977">
                  <c:v>45932</c:v>
                </c:pt>
                <c:pt idx="978">
                  <c:v>45933</c:v>
                </c:pt>
                <c:pt idx="979">
                  <c:v>45936</c:v>
                </c:pt>
                <c:pt idx="980">
                  <c:v>45937</c:v>
                </c:pt>
                <c:pt idx="981">
                  <c:v>45938</c:v>
                </c:pt>
                <c:pt idx="982">
                  <c:v>45939</c:v>
                </c:pt>
                <c:pt idx="983">
                  <c:v>45940</c:v>
                </c:pt>
                <c:pt idx="984">
                  <c:v>45943</c:v>
                </c:pt>
                <c:pt idx="985">
                  <c:v>45944</c:v>
                </c:pt>
                <c:pt idx="986">
                  <c:v>45945</c:v>
                </c:pt>
                <c:pt idx="987">
                  <c:v>45946</c:v>
                </c:pt>
                <c:pt idx="988">
                  <c:v>45947</c:v>
                </c:pt>
                <c:pt idx="989">
                  <c:v>45950</c:v>
                </c:pt>
                <c:pt idx="990">
                  <c:v>45951</c:v>
                </c:pt>
                <c:pt idx="991">
                  <c:v>45952</c:v>
                </c:pt>
                <c:pt idx="992">
                  <c:v>45953</c:v>
                </c:pt>
                <c:pt idx="993">
                  <c:v>45954</c:v>
                </c:pt>
                <c:pt idx="994">
                  <c:v>45957</c:v>
                </c:pt>
                <c:pt idx="995">
                  <c:v>45958</c:v>
                </c:pt>
                <c:pt idx="996">
                  <c:v>45959</c:v>
                </c:pt>
                <c:pt idx="997">
                  <c:v>45960</c:v>
                </c:pt>
                <c:pt idx="998">
                  <c:v>45961</c:v>
                </c:pt>
                <c:pt idx="999">
                  <c:v>45964</c:v>
                </c:pt>
                <c:pt idx="1000">
                  <c:v>45965</c:v>
                </c:pt>
                <c:pt idx="1001">
                  <c:v>45966</c:v>
                </c:pt>
                <c:pt idx="1002">
                  <c:v>45967</c:v>
                </c:pt>
                <c:pt idx="1003">
                  <c:v>45968</c:v>
                </c:pt>
                <c:pt idx="1004">
                  <c:v>45971</c:v>
                </c:pt>
                <c:pt idx="1005">
                  <c:v>45972</c:v>
                </c:pt>
                <c:pt idx="1006">
                  <c:v>45973</c:v>
                </c:pt>
                <c:pt idx="1007">
                  <c:v>45974</c:v>
                </c:pt>
                <c:pt idx="1008">
                  <c:v>45975</c:v>
                </c:pt>
                <c:pt idx="1009">
                  <c:v>45978</c:v>
                </c:pt>
                <c:pt idx="1010">
                  <c:v>45979</c:v>
                </c:pt>
                <c:pt idx="1011">
                  <c:v>45980</c:v>
                </c:pt>
                <c:pt idx="1012">
                  <c:v>45981</c:v>
                </c:pt>
                <c:pt idx="1013">
                  <c:v>45982</c:v>
                </c:pt>
                <c:pt idx="1014">
                  <c:v>45985</c:v>
                </c:pt>
                <c:pt idx="1015">
                  <c:v>45986</c:v>
                </c:pt>
                <c:pt idx="1016">
                  <c:v>45987</c:v>
                </c:pt>
                <c:pt idx="1017">
                  <c:v>45988</c:v>
                </c:pt>
                <c:pt idx="1018">
                  <c:v>45989</c:v>
                </c:pt>
                <c:pt idx="1019">
                  <c:v>45992</c:v>
                </c:pt>
                <c:pt idx="1020">
                  <c:v>45993</c:v>
                </c:pt>
                <c:pt idx="1021">
                  <c:v>45994</c:v>
                </c:pt>
                <c:pt idx="1022">
                  <c:v>45995</c:v>
                </c:pt>
                <c:pt idx="1023">
                  <c:v>45996</c:v>
                </c:pt>
                <c:pt idx="1024">
                  <c:v>45999</c:v>
                </c:pt>
                <c:pt idx="1025">
                  <c:v>46000</c:v>
                </c:pt>
                <c:pt idx="1026">
                  <c:v>46001</c:v>
                </c:pt>
                <c:pt idx="1027">
                  <c:v>46002</c:v>
                </c:pt>
                <c:pt idx="1028">
                  <c:v>46003</c:v>
                </c:pt>
                <c:pt idx="1029">
                  <c:v>46006</c:v>
                </c:pt>
                <c:pt idx="1030">
                  <c:v>46007</c:v>
                </c:pt>
                <c:pt idx="1031">
                  <c:v>46008</c:v>
                </c:pt>
                <c:pt idx="1032">
                  <c:v>46009</c:v>
                </c:pt>
                <c:pt idx="1033">
                  <c:v>46010</c:v>
                </c:pt>
                <c:pt idx="1034">
                  <c:v>46013</c:v>
                </c:pt>
                <c:pt idx="1035">
                  <c:v>46014</c:v>
                </c:pt>
                <c:pt idx="1036">
                  <c:v>46015</c:v>
                </c:pt>
                <c:pt idx="1037">
                  <c:v>46016</c:v>
                </c:pt>
                <c:pt idx="1038">
                  <c:v>46017</c:v>
                </c:pt>
                <c:pt idx="1039">
                  <c:v>46020</c:v>
                </c:pt>
                <c:pt idx="1040">
                  <c:v>46021</c:v>
                </c:pt>
                <c:pt idx="1041">
                  <c:v>46022</c:v>
                </c:pt>
                <c:pt idx="1042">
                  <c:v>46023</c:v>
                </c:pt>
                <c:pt idx="1043">
                  <c:v>46024</c:v>
                </c:pt>
                <c:pt idx="1044">
                  <c:v>46027</c:v>
                </c:pt>
                <c:pt idx="1045">
                  <c:v>46028</c:v>
                </c:pt>
                <c:pt idx="1046">
                  <c:v>46029</c:v>
                </c:pt>
                <c:pt idx="1047">
                  <c:v>46030</c:v>
                </c:pt>
                <c:pt idx="1048">
                  <c:v>46031</c:v>
                </c:pt>
                <c:pt idx="1049">
                  <c:v>46034</c:v>
                </c:pt>
                <c:pt idx="1050">
                  <c:v>46035</c:v>
                </c:pt>
                <c:pt idx="1051">
                  <c:v>46036</c:v>
                </c:pt>
                <c:pt idx="1052">
                  <c:v>46037</c:v>
                </c:pt>
                <c:pt idx="1053">
                  <c:v>46038</c:v>
                </c:pt>
                <c:pt idx="1054">
                  <c:v>46041</c:v>
                </c:pt>
                <c:pt idx="1055">
                  <c:v>46042</c:v>
                </c:pt>
                <c:pt idx="1056">
                  <c:v>46043</c:v>
                </c:pt>
                <c:pt idx="1057">
                  <c:v>46044</c:v>
                </c:pt>
                <c:pt idx="1058">
                  <c:v>46045</c:v>
                </c:pt>
                <c:pt idx="1059">
                  <c:v>46048</c:v>
                </c:pt>
                <c:pt idx="1060">
                  <c:v>46049</c:v>
                </c:pt>
                <c:pt idx="1061">
                  <c:v>46050</c:v>
                </c:pt>
                <c:pt idx="1062">
                  <c:v>46051</c:v>
                </c:pt>
                <c:pt idx="1063">
                  <c:v>46052</c:v>
                </c:pt>
                <c:pt idx="1064">
                  <c:v>46055</c:v>
                </c:pt>
                <c:pt idx="1065">
                  <c:v>46056</c:v>
                </c:pt>
                <c:pt idx="1066">
                  <c:v>46057</c:v>
                </c:pt>
                <c:pt idx="1067">
                  <c:v>46058</c:v>
                </c:pt>
                <c:pt idx="1068">
                  <c:v>46059</c:v>
                </c:pt>
                <c:pt idx="1069">
                  <c:v>46062</c:v>
                </c:pt>
                <c:pt idx="1070">
                  <c:v>46063</c:v>
                </c:pt>
                <c:pt idx="1071">
                  <c:v>46064</c:v>
                </c:pt>
                <c:pt idx="1072">
                  <c:v>46065</c:v>
                </c:pt>
                <c:pt idx="1073">
                  <c:v>46066</c:v>
                </c:pt>
                <c:pt idx="1074">
                  <c:v>46069</c:v>
                </c:pt>
                <c:pt idx="1075">
                  <c:v>46070</c:v>
                </c:pt>
                <c:pt idx="1076">
                  <c:v>46071</c:v>
                </c:pt>
                <c:pt idx="1077">
                  <c:v>46072</c:v>
                </c:pt>
                <c:pt idx="1078">
                  <c:v>46073</c:v>
                </c:pt>
                <c:pt idx="1079">
                  <c:v>46076</c:v>
                </c:pt>
                <c:pt idx="1080">
                  <c:v>46077</c:v>
                </c:pt>
                <c:pt idx="1081">
                  <c:v>46078</c:v>
                </c:pt>
                <c:pt idx="1082">
                  <c:v>46079</c:v>
                </c:pt>
                <c:pt idx="1083">
                  <c:v>46080</c:v>
                </c:pt>
                <c:pt idx="1084">
                  <c:v>46083</c:v>
                </c:pt>
                <c:pt idx="1085">
                  <c:v>46084</c:v>
                </c:pt>
                <c:pt idx="1086">
                  <c:v>46085</c:v>
                </c:pt>
                <c:pt idx="1087">
                  <c:v>46086</c:v>
                </c:pt>
                <c:pt idx="1088">
                  <c:v>46087</c:v>
                </c:pt>
                <c:pt idx="1089">
                  <c:v>46090</c:v>
                </c:pt>
                <c:pt idx="1090">
                  <c:v>46091</c:v>
                </c:pt>
                <c:pt idx="1091">
                  <c:v>46092</c:v>
                </c:pt>
                <c:pt idx="1092">
                  <c:v>46093</c:v>
                </c:pt>
                <c:pt idx="1093">
                  <c:v>46094</c:v>
                </c:pt>
                <c:pt idx="1094">
                  <c:v>46097</c:v>
                </c:pt>
                <c:pt idx="1095">
                  <c:v>46098</c:v>
                </c:pt>
                <c:pt idx="1096">
                  <c:v>46099</c:v>
                </c:pt>
                <c:pt idx="1097">
                  <c:v>46100</c:v>
                </c:pt>
                <c:pt idx="1098">
                  <c:v>46101</c:v>
                </c:pt>
                <c:pt idx="1099">
                  <c:v>46104</c:v>
                </c:pt>
                <c:pt idx="1100">
                  <c:v>46105</c:v>
                </c:pt>
                <c:pt idx="1101">
                  <c:v>46106</c:v>
                </c:pt>
                <c:pt idx="1102">
                  <c:v>46107</c:v>
                </c:pt>
                <c:pt idx="1103">
                  <c:v>46108</c:v>
                </c:pt>
                <c:pt idx="1104">
                  <c:v>46111</c:v>
                </c:pt>
                <c:pt idx="1105">
                  <c:v>46112</c:v>
                </c:pt>
                <c:pt idx="1106">
                  <c:v>46113</c:v>
                </c:pt>
                <c:pt idx="1107">
                  <c:v>46114</c:v>
                </c:pt>
                <c:pt idx="1108">
                  <c:v>46115</c:v>
                </c:pt>
                <c:pt idx="1109">
                  <c:v>46118</c:v>
                </c:pt>
                <c:pt idx="1110">
                  <c:v>46119</c:v>
                </c:pt>
                <c:pt idx="1111">
                  <c:v>46120</c:v>
                </c:pt>
                <c:pt idx="1112">
                  <c:v>46121</c:v>
                </c:pt>
                <c:pt idx="1113">
                  <c:v>46122</c:v>
                </c:pt>
                <c:pt idx="1114">
                  <c:v>46125</c:v>
                </c:pt>
                <c:pt idx="1115">
                  <c:v>46126</c:v>
                </c:pt>
                <c:pt idx="1116">
                  <c:v>46127</c:v>
                </c:pt>
                <c:pt idx="1117">
                  <c:v>46128</c:v>
                </c:pt>
                <c:pt idx="1118">
                  <c:v>46129</c:v>
                </c:pt>
                <c:pt idx="1119">
                  <c:v>46132</c:v>
                </c:pt>
                <c:pt idx="1120">
                  <c:v>46133</c:v>
                </c:pt>
                <c:pt idx="1121">
                  <c:v>46134</c:v>
                </c:pt>
                <c:pt idx="1122">
                  <c:v>46135</c:v>
                </c:pt>
                <c:pt idx="1123">
                  <c:v>46136</c:v>
                </c:pt>
                <c:pt idx="1124">
                  <c:v>46139</c:v>
                </c:pt>
                <c:pt idx="1125">
                  <c:v>46140</c:v>
                </c:pt>
                <c:pt idx="1126">
                  <c:v>46141</c:v>
                </c:pt>
                <c:pt idx="1127">
                  <c:v>46142</c:v>
                </c:pt>
                <c:pt idx="1128">
                  <c:v>46143</c:v>
                </c:pt>
                <c:pt idx="1129">
                  <c:v>46146</c:v>
                </c:pt>
                <c:pt idx="1130">
                  <c:v>46147</c:v>
                </c:pt>
                <c:pt idx="1131">
                  <c:v>46148</c:v>
                </c:pt>
                <c:pt idx="1132">
                  <c:v>46149</c:v>
                </c:pt>
                <c:pt idx="1133">
                  <c:v>46150</c:v>
                </c:pt>
                <c:pt idx="1134">
                  <c:v>46153</c:v>
                </c:pt>
                <c:pt idx="1135">
                  <c:v>46154</c:v>
                </c:pt>
                <c:pt idx="1136">
                  <c:v>46155</c:v>
                </c:pt>
                <c:pt idx="1137">
                  <c:v>46156</c:v>
                </c:pt>
                <c:pt idx="1138">
                  <c:v>46157</c:v>
                </c:pt>
                <c:pt idx="1139">
                  <c:v>46160</c:v>
                </c:pt>
                <c:pt idx="1140">
                  <c:v>46161</c:v>
                </c:pt>
                <c:pt idx="1141">
                  <c:v>46162</c:v>
                </c:pt>
                <c:pt idx="1142">
                  <c:v>46163</c:v>
                </c:pt>
                <c:pt idx="1143">
                  <c:v>46164</c:v>
                </c:pt>
                <c:pt idx="1144">
                  <c:v>46168</c:v>
                </c:pt>
                <c:pt idx="1145">
                  <c:v>46169</c:v>
                </c:pt>
                <c:pt idx="1146">
                  <c:v>46170</c:v>
                </c:pt>
                <c:pt idx="1147">
                  <c:v>46171</c:v>
                </c:pt>
                <c:pt idx="1148">
                  <c:v>46174</c:v>
                </c:pt>
                <c:pt idx="1149">
                  <c:v>46175</c:v>
                </c:pt>
                <c:pt idx="1150">
                  <c:v>46176</c:v>
                </c:pt>
                <c:pt idx="1151">
                  <c:v>46177</c:v>
                </c:pt>
                <c:pt idx="1152">
                  <c:v>46178</c:v>
                </c:pt>
                <c:pt idx="1153">
                  <c:v>46181</c:v>
                </c:pt>
                <c:pt idx="1154">
                  <c:v>46182</c:v>
                </c:pt>
                <c:pt idx="1155">
                  <c:v>46183</c:v>
                </c:pt>
                <c:pt idx="1156">
                  <c:v>46184</c:v>
                </c:pt>
                <c:pt idx="1157">
                  <c:v>46185</c:v>
                </c:pt>
                <c:pt idx="1158">
                  <c:v>46188</c:v>
                </c:pt>
                <c:pt idx="1159">
                  <c:v>46189</c:v>
                </c:pt>
                <c:pt idx="1160">
                  <c:v>46190</c:v>
                </c:pt>
                <c:pt idx="1161">
                  <c:v>46191</c:v>
                </c:pt>
                <c:pt idx="1162">
                  <c:v>46192</c:v>
                </c:pt>
                <c:pt idx="1163">
                  <c:v>46195</c:v>
                </c:pt>
                <c:pt idx="1164">
                  <c:v>46196</c:v>
                </c:pt>
                <c:pt idx="1165">
                  <c:v>46197</c:v>
                </c:pt>
                <c:pt idx="1166">
                  <c:v>46198</c:v>
                </c:pt>
                <c:pt idx="1167">
                  <c:v>46199</c:v>
                </c:pt>
                <c:pt idx="1168">
                  <c:v>46202</c:v>
                </c:pt>
                <c:pt idx="1169">
                  <c:v>46203</c:v>
                </c:pt>
                <c:pt idx="1170">
                  <c:v>46204</c:v>
                </c:pt>
                <c:pt idx="1171">
                  <c:v>46205</c:v>
                </c:pt>
                <c:pt idx="1172">
                  <c:v>46206</c:v>
                </c:pt>
                <c:pt idx="1173">
                  <c:v>46209</c:v>
                </c:pt>
                <c:pt idx="1174">
                  <c:v>46210</c:v>
                </c:pt>
                <c:pt idx="1175">
                  <c:v>46211</c:v>
                </c:pt>
                <c:pt idx="1176">
                  <c:v>46212</c:v>
                </c:pt>
                <c:pt idx="1177">
                  <c:v>46213</c:v>
                </c:pt>
                <c:pt idx="1178">
                  <c:v>46216</c:v>
                </c:pt>
                <c:pt idx="1179">
                  <c:v>46217</c:v>
                </c:pt>
                <c:pt idx="1180">
                  <c:v>46218</c:v>
                </c:pt>
                <c:pt idx="1181">
                  <c:v>46219</c:v>
                </c:pt>
                <c:pt idx="1182">
                  <c:v>46220</c:v>
                </c:pt>
                <c:pt idx="1183">
                  <c:v>46223</c:v>
                </c:pt>
                <c:pt idx="1184">
                  <c:v>46224</c:v>
                </c:pt>
                <c:pt idx="1185">
                  <c:v>46225</c:v>
                </c:pt>
                <c:pt idx="1186">
                  <c:v>46226</c:v>
                </c:pt>
                <c:pt idx="1187">
                  <c:v>46227</c:v>
                </c:pt>
                <c:pt idx="1188">
                  <c:v>46230</c:v>
                </c:pt>
                <c:pt idx="1189">
                  <c:v>46231</c:v>
                </c:pt>
                <c:pt idx="1190">
                  <c:v>46232</c:v>
                </c:pt>
                <c:pt idx="1191">
                  <c:v>46233</c:v>
                </c:pt>
                <c:pt idx="1192">
                  <c:v>46234</c:v>
                </c:pt>
                <c:pt idx="1193">
                  <c:v>46237</c:v>
                </c:pt>
                <c:pt idx="1194">
                  <c:v>46238</c:v>
                </c:pt>
                <c:pt idx="1195">
                  <c:v>46239</c:v>
                </c:pt>
                <c:pt idx="1196">
                  <c:v>46240</c:v>
                </c:pt>
                <c:pt idx="1197">
                  <c:v>46241</c:v>
                </c:pt>
                <c:pt idx="1198">
                  <c:v>46244</c:v>
                </c:pt>
                <c:pt idx="1199">
                  <c:v>46245</c:v>
                </c:pt>
                <c:pt idx="1200">
                  <c:v>46246</c:v>
                </c:pt>
                <c:pt idx="1201">
                  <c:v>46247</c:v>
                </c:pt>
                <c:pt idx="1202">
                  <c:v>46248</c:v>
                </c:pt>
                <c:pt idx="1203">
                  <c:v>46251</c:v>
                </c:pt>
                <c:pt idx="1204">
                  <c:v>46252</c:v>
                </c:pt>
                <c:pt idx="1205">
                  <c:v>46253</c:v>
                </c:pt>
                <c:pt idx="1206">
                  <c:v>46254</c:v>
                </c:pt>
                <c:pt idx="1207">
                  <c:v>46255</c:v>
                </c:pt>
                <c:pt idx="1208">
                  <c:v>46258</c:v>
                </c:pt>
                <c:pt idx="1209">
                  <c:v>46259</c:v>
                </c:pt>
                <c:pt idx="1210">
                  <c:v>46260</c:v>
                </c:pt>
                <c:pt idx="1211">
                  <c:v>46261</c:v>
                </c:pt>
                <c:pt idx="1212">
                  <c:v>46262</c:v>
                </c:pt>
                <c:pt idx="1213">
                  <c:v>46265</c:v>
                </c:pt>
                <c:pt idx="1214">
                  <c:v>46266</c:v>
                </c:pt>
                <c:pt idx="1215">
                  <c:v>46267</c:v>
                </c:pt>
                <c:pt idx="1216">
                  <c:v>46268</c:v>
                </c:pt>
                <c:pt idx="1217">
                  <c:v>46269</c:v>
                </c:pt>
                <c:pt idx="1218">
                  <c:v>46272</c:v>
                </c:pt>
                <c:pt idx="1219">
                  <c:v>46273</c:v>
                </c:pt>
                <c:pt idx="1220">
                  <c:v>46274</c:v>
                </c:pt>
                <c:pt idx="1221">
                  <c:v>46275</c:v>
                </c:pt>
                <c:pt idx="1222">
                  <c:v>46276</c:v>
                </c:pt>
                <c:pt idx="1223">
                  <c:v>46279</c:v>
                </c:pt>
                <c:pt idx="1224">
                  <c:v>46280</c:v>
                </c:pt>
                <c:pt idx="1225">
                  <c:v>46281</c:v>
                </c:pt>
                <c:pt idx="1226">
                  <c:v>46282</c:v>
                </c:pt>
                <c:pt idx="1227">
                  <c:v>46283</c:v>
                </c:pt>
                <c:pt idx="1228">
                  <c:v>46286</c:v>
                </c:pt>
                <c:pt idx="1229">
                  <c:v>46287</c:v>
                </c:pt>
                <c:pt idx="1230">
                  <c:v>46288</c:v>
                </c:pt>
                <c:pt idx="1231">
                  <c:v>46289</c:v>
                </c:pt>
                <c:pt idx="1232">
                  <c:v>46290</c:v>
                </c:pt>
                <c:pt idx="1233">
                  <c:v>46293</c:v>
                </c:pt>
                <c:pt idx="1234">
                  <c:v>46294</c:v>
                </c:pt>
                <c:pt idx="1235">
                  <c:v>46295</c:v>
                </c:pt>
                <c:pt idx="1236">
                  <c:v>46296</c:v>
                </c:pt>
                <c:pt idx="1237">
                  <c:v>46297</c:v>
                </c:pt>
                <c:pt idx="1238">
                  <c:v>46300</c:v>
                </c:pt>
                <c:pt idx="1239">
                  <c:v>46301</c:v>
                </c:pt>
                <c:pt idx="1240">
                  <c:v>46302</c:v>
                </c:pt>
                <c:pt idx="1241">
                  <c:v>46303</c:v>
                </c:pt>
                <c:pt idx="1242">
                  <c:v>46304</c:v>
                </c:pt>
                <c:pt idx="1243">
                  <c:v>46307</c:v>
                </c:pt>
                <c:pt idx="1244">
                  <c:v>46308</c:v>
                </c:pt>
                <c:pt idx="1245">
                  <c:v>46309</c:v>
                </c:pt>
                <c:pt idx="1246">
                  <c:v>46310</c:v>
                </c:pt>
                <c:pt idx="1247">
                  <c:v>46311</c:v>
                </c:pt>
                <c:pt idx="1248">
                  <c:v>#N/A</c:v>
                </c:pt>
                <c:pt idx="1249">
                  <c:v>#N/A</c:v>
                </c:pt>
                <c:pt idx="1250">
                  <c:v>#N/A</c:v>
                </c:pt>
                <c:pt idx="1251">
                  <c:v>#N/A</c:v>
                </c:pt>
                <c:pt idx="1252">
                  <c:v>#N/A</c:v>
                </c:pt>
                <c:pt idx="1253">
                  <c:v>#N/A</c:v>
                </c:pt>
                <c:pt idx="1254">
                  <c:v>#N/A</c:v>
                </c:pt>
                <c:pt idx="1255">
                  <c:v>#N/A</c:v>
                </c:pt>
                <c:pt idx="1256">
                  <c:v>#N/A</c:v>
                </c:pt>
                <c:pt idx="1257">
                  <c:v>#N/A</c:v>
                </c:pt>
                <c:pt idx="1258">
                  <c:v>#N/A</c:v>
                </c:pt>
                <c:pt idx="1259">
                  <c:v>#N/A</c:v>
                </c:pt>
                <c:pt idx="1260">
                  <c:v>#N/A</c:v>
                </c:pt>
                <c:pt idx="1261">
                  <c:v>#N/A</c:v>
                </c:pt>
                <c:pt idx="1262">
                  <c:v>#N/A</c:v>
                </c:pt>
                <c:pt idx="1263">
                  <c:v>#N/A</c:v>
                </c:pt>
                <c:pt idx="1264">
                  <c:v>#N/A</c:v>
                </c:pt>
                <c:pt idx="1265">
                  <c:v>#N/A</c:v>
                </c:pt>
                <c:pt idx="1266">
                  <c:v>#N/A</c:v>
                </c:pt>
                <c:pt idx="1267">
                  <c:v>#N/A</c:v>
                </c:pt>
                <c:pt idx="1268">
                  <c:v>#N/A</c:v>
                </c:pt>
                <c:pt idx="1269">
                  <c:v>#N/A</c:v>
                </c:pt>
                <c:pt idx="1270">
                  <c:v>#N/A</c:v>
                </c:pt>
                <c:pt idx="1271">
                  <c:v>#N/A</c:v>
                </c:pt>
                <c:pt idx="1272">
                  <c:v>#N/A</c:v>
                </c:pt>
                <c:pt idx="1273">
                  <c:v>#N/A</c:v>
                </c:pt>
                <c:pt idx="1274">
                  <c:v>#N/A</c:v>
                </c:pt>
                <c:pt idx="1275">
                  <c:v>#N/A</c:v>
                </c:pt>
                <c:pt idx="1276">
                  <c:v>#N/A</c:v>
                </c:pt>
                <c:pt idx="1277">
                  <c:v>#N/A</c:v>
                </c:pt>
                <c:pt idx="1278">
                  <c:v>#N/A</c:v>
                </c:pt>
                <c:pt idx="1279">
                  <c:v>#N/A</c:v>
                </c:pt>
                <c:pt idx="1280">
                  <c:v>#N/A</c:v>
                </c:pt>
                <c:pt idx="1281">
                  <c:v>#N/A</c:v>
                </c:pt>
                <c:pt idx="1282">
                  <c:v>#N/A</c:v>
                </c:pt>
                <c:pt idx="1283">
                  <c:v>#N/A</c:v>
                </c:pt>
                <c:pt idx="1284">
                  <c:v>#N/A</c:v>
                </c:pt>
                <c:pt idx="1285">
                  <c:v>#N/A</c:v>
                </c:pt>
                <c:pt idx="1286">
                  <c:v>#N/A</c:v>
                </c:pt>
                <c:pt idx="1287">
                  <c:v>#N/A</c:v>
                </c:pt>
                <c:pt idx="1288">
                  <c:v>#N/A</c:v>
                </c:pt>
                <c:pt idx="1289">
                  <c:v>#N/A</c:v>
                </c:pt>
                <c:pt idx="1290">
                  <c:v>#N/A</c:v>
                </c:pt>
                <c:pt idx="1291">
                  <c:v>#N/A</c:v>
                </c:pt>
                <c:pt idx="1292">
                  <c:v>#N/A</c:v>
                </c:pt>
                <c:pt idx="1293">
                  <c:v>#N/A</c:v>
                </c:pt>
                <c:pt idx="1294">
                  <c:v>#N/A</c:v>
                </c:pt>
                <c:pt idx="1295">
                  <c:v>#N/A</c:v>
                </c:pt>
                <c:pt idx="1296">
                  <c:v>#N/A</c:v>
                </c:pt>
                <c:pt idx="1297">
                  <c:v>#N/A</c:v>
                </c:pt>
                <c:pt idx="1298">
                  <c:v>#N/A</c:v>
                </c:pt>
                <c:pt idx="1299">
                  <c:v>#N/A</c:v>
                </c:pt>
                <c:pt idx="1300">
                  <c:v>#N/A</c:v>
                </c:pt>
                <c:pt idx="1301">
                  <c:v>#N/A</c:v>
                </c:pt>
                <c:pt idx="1302">
                  <c:v>#N/A</c:v>
                </c:pt>
                <c:pt idx="1303">
                  <c:v>#N/A</c:v>
                </c:pt>
                <c:pt idx="1304">
                  <c:v>#N/A</c:v>
                </c:pt>
                <c:pt idx="1305">
                  <c:v>#N/A</c:v>
                </c:pt>
                <c:pt idx="1306">
                  <c:v>#N/A</c:v>
                </c:pt>
                <c:pt idx="1307">
                  <c:v>#N/A</c:v>
                </c:pt>
                <c:pt idx="1308">
                  <c:v>#N/A</c:v>
                </c:pt>
                <c:pt idx="1309">
                  <c:v>#N/A</c:v>
                </c:pt>
                <c:pt idx="1310">
                  <c:v>#N/A</c:v>
                </c:pt>
                <c:pt idx="1311">
                  <c:v>#N/A</c:v>
                </c:pt>
                <c:pt idx="1312">
                  <c:v>#N/A</c:v>
                </c:pt>
                <c:pt idx="1313">
                  <c:v>#N/A</c:v>
                </c:pt>
                <c:pt idx="1314">
                  <c:v>#N/A</c:v>
                </c:pt>
                <c:pt idx="1315">
                  <c:v>#N/A</c:v>
                </c:pt>
                <c:pt idx="1316">
                  <c:v>#N/A</c:v>
                </c:pt>
                <c:pt idx="1317">
                  <c:v>#N/A</c:v>
                </c:pt>
                <c:pt idx="1318">
                  <c:v>#N/A</c:v>
                </c:pt>
                <c:pt idx="1319">
                  <c:v>#N/A</c:v>
                </c:pt>
                <c:pt idx="1320">
                  <c:v>#N/A</c:v>
                </c:pt>
              </c:numCache>
            </c:numRef>
          </c:cat>
          <c:val>
            <c:numRef>
              <c:f>FI_INDEX!$AF$795:$AF$4550</c:f>
              <c:numCache>
                <c:formatCode>0.00</c:formatCode>
                <c:ptCount val="3756"/>
                <c:pt idx="0">
                  <c:v>0</c:v>
                </c:pt>
                <c:pt idx="1">
                  <c:v>0</c:v>
                </c:pt>
                <c:pt idx="2">
                  <c:v>0.11529999999999996</c:v>
                </c:pt>
                <c:pt idx="3">
                  <c:v>0.1180000000000001</c:v>
                </c:pt>
                <c:pt idx="4">
                  <c:v>0.18700000000000006</c:v>
                </c:pt>
                <c:pt idx="5">
                  <c:v>0.20900000000000007</c:v>
                </c:pt>
                <c:pt idx="6">
                  <c:v>0.2209000000000001</c:v>
                </c:pt>
                <c:pt idx="7">
                  <c:v>0.20080000000000009</c:v>
                </c:pt>
                <c:pt idx="8">
                  <c:v>0.16969999999999996</c:v>
                </c:pt>
                <c:pt idx="9">
                  <c:v>0.1362000000000001</c:v>
                </c:pt>
                <c:pt idx="10">
                  <c:v>0.18070000000000008</c:v>
                </c:pt>
                <c:pt idx="11">
                  <c:v>0.21700000000000008</c:v>
                </c:pt>
                <c:pt idx="12">
                  <c:v>0.24819999999999998</c:v>
                </c:pt>
                <c:pt idx="13">
                  <c:v>0.28699999999999992</c:v>
                </c:pt>
                <c:pt idx="14">
                  <c:v>0.25619999999999998</c:v>
                </c:pt>
                <c:pt idx="15">
                  <c:v>0.2016</c:v>
                </c:pt>
                <c:pt idx="16">
                  <c:v>0.15700000000000003</c:v>
                </c:pt>
                <c:pt idx="17">
                  <c:v>0.19520000000000004</c:v>
                </c:pt>
                <c:pt idx="18">
                  <c:v>0.22859999999999991</c:v>
                </c:pt>
                <c:pt idx="19">
                  <c:v>0.25940000000000007</c:v>
                </c:pt>
                <c:pt idx="20">
                  <c:v>0.27459999999999996</c:v>
                </c:pt>
                <c:pt idx="21">
                  <c:v>0.33319999999999994</c:v>
                </c:pt>
                <c:pt idx="22">
                  <c:v>0.3306</c:v>
                </c:pt>
                <c:pt idx="23">
                  <c:v>0.28760000000000008</c:v>
                </c:pt>
                <c:pt idx="24">
                  <c:v>0.39840000000000009</c:v>
                </c:pt>
                <c:pt idx="25">
                  <c:v>0.44169999999999998</c:v>
                </c:pt>
                <c:pt idx="26">
                  <c:v>0.43910000000000005</c:v>
                </c:pt>
                <c:pt idx="27">
                  <c:v>0.52049999999999996</c:v>
                </c:pt>
                <c:pt idx="28">
                  <c:v>0.4605999999999999</c:v>
                </c:pt>
                <c:pt idx="29">
                  <c:v>0.55519999999999992</c:v>
                </c:pt>
                <c:pt idx="30">
                  <c:v>0.57539999999999991</c:v>
                </c:pt>
                <c:pt idx="31">
                  <c:v>0.6198999999999999</c:v>
                </c:pt>
                <c:pt idx="32">
                  <c:v>0.61280000000000001</c:v>
                </c:pt>
                <c:pt idx="33">
                  <c:v>0.55539999999999989</c:v>
                </c:pt>
                <c:pt idx="34">
                  <c:v>0.49399999999999999</c:v>
                </c:pt>
                <c:pt idx="35">
                  <c:v>0.40890000000000004</c:v>
                </c:pt>
                <c:pt idx="36">
                  <c:v>0.43900000000000006</c:v>
                </c:pt>
                <c:pt idx="37">
                  <c:v>0.502</c:v>
                </c:pt>
                <c:pt idx="38">
                  <c:v>0.5101</c:v>
                </c:pt>
                <c:pt idx="39">
                  <c:v>0.4778</c:v>
                </c:pt>
                <c:pt idx="40">
                  <c:v>0.48829999999999996</c:v>
                </c:pt>
                <c:pt idx="41">
                  <c:v>0.44019999999999992</c:v>
                </c:pt>
                <c:pt idx="42">
                  <c:v>0.15860000000000007</c:v>
                </c:pt>
                <c:pt idx="43">
                  <c:v>0.28960000000000008</c:v>
                </c:pt>
                <c:pt idx="44">
                  <c:v>0.33000000000000007</c:v>
                </c:pt>
                <c:pt idx="45">
                  <c:v>0.2387999999999999</c:v>
                </c:pt>
                <c:pt idx="46">
                  <c:v>0.33499999999999996</c:v>
                </c:pt>
                <c:pt idx="47">
                  <c:v>0.47710000000000008</c:v>
                </c:pt>
                <c:pt idx="48">
                  <c:v>0.55689999999999995</c:v>
                </c:pt>
                <c:pt idx="49">
                  <c:v>0.55420000000000003</c:v>
                </c:pt>
                <c:pt idx="50">
                  <c:v>0.52099999999999991</c:v>
                </c:pt>
                <c:pt idx="51">
                  <c:v>0.62480000000000002</c:v>
                </c:pt>
                <c:pt idx="52">
                  <c:v>0.60670000000000002</c:v>
                </c:pt>
                <c:pt idx="53">
                  <c:v>0.65999999999999992</c:v>
                </c:pt>
                <c:pt idx="54">
                  <c:v>0.59470000000000001</c:v>
                </c:pt>
                <c:pt idx="55">
                  <c:v>0.5273000000000001</c:v>
                </c:pt>
                <c:pt idx="56">
                  <c:v>0.66920000000000002</c:v>
                </c:pt>
                <c:pt idx="57">
                  <c:v>0.73910000000000009</c:v>
                </c:pt>
                <c:pt idx="58">
                  <c:v>0.65769999999999995</c:v>
                </c:pt>
                <c:pt idx="59">
                  <c:v>0.67690000000000006</c:v>
                </c:pt>
                <c:pt idx="60">
                  <c:v>0.72659999999999991</c:v>
                </c:pt>
                <c:pt idx="61">
                  <c:v>0.6483000000000001</c:v>
                </c:pt>
                <c:pt idx="62">
                  <c:v>0.67280000000000006</c:v>
                </c:pt>
                <c:pt idx="63">
                  <c:v>0.6967000000000001</c:v>
                </c:pt>
                <c:pt idx="64">
                  <c:v>0.64119999999999999</c:v>
                </c:pt>
                <c:pt idx="65">
                  <c:v>0.63939999999999997</c:v>
                </c:pt>
                <c:pt idx="66">
                  <c:v>0.57800000000000007</c:v>
                </c:pt>
                <c:pt idx="67">
                  <c:v>0.68480000000000008</c:v>
                </c:pt>
                <c:pt idx="68">
                  <c:v>0.73429999999999995</c:v>
                </c:pt>
                <c:pt idx="69">
                  <c:v>0.76029999999999998</c:v>
                </c:pt>
                <c:pt idx="70">
                  <c:v>0.78069999999999995</c:v>
                </c:pt>
                <c:pt idx="71">
                  <c:v>0.87820000000000009</c:v>
                </c:pt>
                <c:pt idx="72">
                  <c:v>0.83400000000000007</c:v>
                </c:pt>
                <c:pt idx="73">
                  <c:v>0.83030000000000004</c:v>
                </c:pt>
                <c:pt idx="74">
                  <c:v>0.92060000000000008</c:v>
                </c:pt>
                <c:pt idx="75">
                  <c:v>0.92060000000000008</c:v>
                </c:pt>
                <c:pt idx="76">
                  <c:v>0.92060000000000008</c:v>
                </c:pt>
                <c:pt idx="77">
                  <c:v>0.99859999999999993</c:v>
                </c:pt>
                <c:pt idx="78">
                  <c:v>0.94629999999999992</c:v>
                </c:pt>
                <c:pt idx="79">
                  <c:v>1.0431000000000001</c:v>
                </c:pt>
                <c:pt idx="80">
                  <c:v>0.99370000000000003</c:v>
                </c:pt>
                <c:pt idx="81">
                  <c:v>0.87159999999999993</c:v>
                </c:pt>
                <c:pt idx="82">
                  <c:v>0.82679999999999998</c:v>
                </c:pt>
                <c:pt idx="83">
                  <c:v>0.84250000000000003</c:v>
                </c:pt>
                <c:pt idx="84">
                  <c:v>0.90739999999999998</c:v>
                </c:pt>
                <c:pt idx="85">
                  <c:v>0.9363999999999999</c:v>
                </c:pt>
                <c:pt idx="86">
                  <c:v>0.9363999999999999</c:v>
                </c:pt>
                <c:pt idx="87">
                  <c:v>0.9890000000000001</c:v>
                </c:pt>
                <c:pt idx="88">
                  <c:v>0.99750000000000005</c:v>
                </c:pt>
                <c:pt idx="89">
                  <c:v>0.99499999999999988</c:v>
                </c:pt>
                <c:pt idx="90">
                  <c:v>1.0261</c:v>
                </c:pt>
                <c:pt idx="91">
                  <c:v>0.98659999999999992</c:v>
                </c:pt>
                <c:pt idx="92">
                  <c:v>0.87870000000000004</c:v>
                </c:pt>
                <c:pt idx="93">
                  <c:v>0.85640000000000005</c:v>
                </c:pt>
                <c:pt idx="94">
                  <c:v>0.69169999999999998</c:v>
                </c:pt>
                <c:pt idx="95">
                  <c:v>0.77469999999999994</c:v>
                </c:pt>
                <c:pt idx="96">
                  <c:v>0.7609999999999999</c:v>
                </c:pt>
                <c:pt idx="97">
                  <c:v>0.91149999999999998</c:v>
                </c:pt>
                <c:pt idx="98">
                  <c:v>0.89539999999999997</c:v>
                </c:pt>
                <c:pt idx="99">
                  <c:v>0.89569999999999994</c:v>
                </c:pt>
                <c:pt idx="100">
                  <c:v>0.92419999999999991</c:v>
                </c:pt>
                <c:pt idx="101">
                  <c:v>1.0012000000000001</c:v>
                </c:pt>
                <c:pt idx="102">
                  <c:v>0.91789999999999994</c:v>
                </c:pt>
                <c:pt idx="103">
                  <c:v>0.94080000000000008</c:v>
                </c:pt>
                <c:pt idx="104">
                  <c:v>0.99950000000000006</c:v>
                </c:pt>
                <c:pt idx="105">
                  <c:v>0.94839999999999991</c:v>
                </c:pt>
                <c:pt idx="106">
                  <c:v>1.0203</c:v>
                </c:pt>
                <c:pt idx="107">
                  <c:v>1.1323000000000001</c:v>
                </c:pt>
                <c:pt idx="108">
                  <c:v>1.1862000000000001</c:v>
                </c:pt>
                <c:pt idx="109">
                  <c:v>1.1862000000000001</c:v>
                </c:pt>
                <c:pt idx="110">
                  <c:v>1.1862000000000001</c:v>
                </c:pt>
                <c:pt idx="111">
                  <c:v>1.2779999999999998</c:v>
                </c:pt>
                <c:pt idx="112">
                  <c:v>1.2453000000000001</c:v>
                </c:pt>
                <c:pt idx="113">
                  <c:v>1.2773000000000001</c:v>
                </c:pt>
                <c:pt idx="114">
                  <c:v>1.3539000000000001</c:v>
                </c:pt>
                <c:pt idx="115">
                  <c:v>1.4772999999999998</c:v>
                </c:pt>
                <c:pt idx="116">
                  <c:v>1.5591999999999999</c:v>
                </c:pt>
                <c:pt idx="117">
                  <c:v>1.6174000000000002</c:v>
                </c:pt>
                <c:pt idx="118">
                  <c:v>1.4976999999999998</c:v>
                </c:pt>
                <c:pt idx="119">
                  <c:v>1.5475999999999999</c:v>
                </c:pt>
                <c:pt idx="120">
                  <c:v>1.5285</c:v>
                </c:pt>
                <c:pt idx="121">
                  <c:v>1.6342000000000001</c:v>
                </c:pt>
                <c:pt idx="122">
                  <c:v>1.6845000000000001</c:v>
                </c:pt>
                <c:pt idx="123">
                  <c:v>1.5294000000000001</c:v>
                </c:pt>
                <c:pt idx="124">
                  <c:v>1.3465999999999998</c:v>
                </c:pt>
                <c:pt idx="125">
                  <c:v>1.3324999999999998</c:v>
                </c:pt>
                <c:pt idx="126">
                  <c:v>1.4233999999999998</c:v>
                </c:pt>
                <c:pt idx="127">
                  <c:v>1.4949000000000001</c:v>
                </c:pt>
                <c:pt idx="128">
                  <c:v>1.4143000000000001</c:v>
                </c:pt>
                <c:pt idx="129">
                  <c:v>1.2598999999999998</c:v>
                </c:pt>
                <c:pt idx="130">
                  <c:v>1.1157999999999999</c:v>
                </c:pt>
                <c:pt idx="131">
                  <c:v>1.2266999999999999</c:v>
                </c:pt>
                <c:pt idx="132">
                  <c:v>1.0791999999999999</c:v>
                </c:pt>
                <c:pt idx="133">
                  <c:v>1.1226999999999998</c:v>
                </c:pt>
                <c:pt idx="134">
                  <c:v>1.1584999999999999</c:v>
                </c:pt>
                <c:pt idx="135">
                  <c:v>1.2630000000000001</c:v>
                </c:pt>
                <c:pt idx="136">
                  <c:v>1.2079000000000002</c:v>
                </c:pt>
                <c:pt idx="137">
                  <c:v>1.1056000000000001</c:v>
                </c:pt>
                <c:pt idx="138">
                  <c:v>1.0904</c:v>
                </c:pt>
                <c:pt idx="139">
                  <c:v>1.1317999999999999</c:v>
                </c:pt>
                <c:pt idx="140">
                  <c:v>1.1207</c:v>
                </c:pt>
                <c:pt idx="141">
                  <c:v>1.1872</c:v>
                </c:pt>
                <c:pt idx="142">
                  <c:v>1.2089000000000001</c:v>
                </c:pt>
                <c:pt idx="143">
                  <c:v>1.1700999999999999</c:v>
                </c:pt>
                <c:pt idx="144">
                  <c:v>1.0768000000000002</c:v>
                </c:pt>
                <c:pt idx="145">
                  <c:v>0.96849999999999992</c:v>
                </c:pt>
                <c:pt idx="146">
                  <c:v>0.9668000000000001</c:v>
                </c:pt>
                <c:pt idx="147">
                  <c:v>0.94690000000000007</c:v>
                </c:pt>
                <c:pt idx="148">
                  <c:v>0.98839999999999995</c:v>
                </c:pt>
                <c:pt idx="149">
                  <c:v>0.89759999999999995</c:v>
                </c:pt>
                <c:pt idx="150">
                  <c:v>0.89379999999999993</c:v>
                </c:pt>
                <c:pt idx="151">
                  <c:v>0.83739999999999992</c:v>
                </c:pt>
                <c:pt idx="152">
                  <c:v>0.89870000000000005</c:v>
                </c:pt>
                <c:pt idx="153">
                  <c:v>0.9423999999999999</c:v>
                </c:pt>
                <c:pt idx="154">
                  <c:v>0.91890000000000005</c:v>
                </c:pt>
                <c:pt idx="155">
                  <c:v>1.079</c:v>
                </c:pt>
                <c:pt idx="156">
                  <c:v>0.98229999999999995</c:v>
                </c:pt>
                <c:pt idx="157">
                  <c:v>1.0001</c:v>
                </c:pt>
                <c:pt idx="158">
                  <c:v>0.98130000000000006</c:v>
                </c:pt>
                <c:pt idx="159">
                  <c:v>1.0889</c:v>
                </c:pt>
                <c:pt idx="160">
                  <c:v>1.1411</c:v>
                </c:pt>
                <c:pt idx="161">
                  <c:v>1.0475999999999999</c:v>
                </c:pt>
                <c:pt idx="162">
                  <c:v>1.1557999999999999</c:v>
                </c:pt>
                <c:pt idx="163">
                  <c:v>1.3183</c:v>
                </c:pt>
                <c:pt idx="164">
                  <c:v>1.3408</c:v>
                </c:pt>
                <c:pt idx="165">
                  <c:v>1.4408999999999998</c:v>
                </c:pt>
                <c:pt idx="166">
                  <c:v>1.5441999999999998</c:v>
                </c:pt>
                <c:pt idx="167">
                  <c:v>1.6056999999999999</c:v>
                </c:pt>
                <c:pt idx="168">
                  <c:v>1.7276</c:v>
                </c:pt>
                <c:pt idx="169">
                  <c:v>1.6468</c:v>
                </c:pt>
                <c:pt idx="170">
                  <c:v>1.6323000000000001</c:v>
                </c:pt>
                <c:pt idx="171">
                  <c:v>1.6323999999999999</c:v>
                </c:pt>
                <c:pt idx="172">
                  <c:v>1.7343</c:v>
                </c:pt>
                <c:pt idx="173">
                  <c:v>1.8307</c:v>
                </c:pt>
                <c:pt idx="174">
                  <c:v>1.9088000000000001</c:v>
                </c:pt>
                <c:pt idx="175">
                  <c:v>1.9480999999999999</c:v>
                </c:pt>
                <c:pt idx="176">
                  <c:v>1.9690000000000001</c:v>
                </c:pt>
                <c:pt idx="177">
                  <c:v>2.1281999999999996</c:v>
                </c:pt>
                <c:pt idx="178">
                  <c:v>2.0624999999999996</c:v>
                </c:pt>
                <c:pt idx="179">
                  <c:v>2.1764999999999999</c:v>
                </c:pt>
                <c:pt idx="180">
                  <c:v>2.1233</c:v>
                </c:pt>
                <c:pt idx="181">
                  <c:v>2.1106999999999996</c:v>
                </c:pt>
                <c:pt idx="182">
                  <c:v>2.2003999999999997</c:v>
                </c:pt>
                <c:pt idx="183">
                  <c:v>2.1617999999999999</c:v>
                </c:pt>
                <c:pt idx="184">
                  <c:v>2.1943999999999999</c:v>
                </c:pt>
                <c:pt idx="185">
                  <c:v>2.1662999999999997</c:v>
                </c:pt>
                <c:pt idx="186">
                  <c:v>2.1662999999999997</c:v>
                </c:pt>
                <c:pt idx="187">
                  <c:v>2.3199999999999998</c:v>
                </c:pt>
                <c:pt idx="188">
                  <c:v>2.3409</c:v>
                </c:pt>
                <c:pt idx="189">
                  <c:v>2.5232999999999999</c:v>
                </c:pt>
                <c:pt idx="190">
                  <c:v>2.8562999999999996</c:v>
                </c:pt>
                <c:pt idx="191">
                  <c:v>3.2723</c:v>
                </c:pt>
                <c:pt idx="192">
                  <c:v>3.5342999999999996</c:v>
                </c:pt>
                <c:pt idx="193">
                  <c:v>3.0379</c:v>
                </c:pt>
                <c:pt idx="194">
                  <c:v>3.1687999999999996</c:v>
                </c:pt>
                <c:pt idx="195">
                  <c:v>3.1168999999999998</c:v>
                </c:pt>
                <c:pt idx="196">
                  <c:v>2.9863999999999997</c:v>
                </c:pt>
                <c:pt idx="197">
                  <c:v>2.8990999999999998</c:v>
                </c:pt>
                <c:pt idx="198">
                  <c:v>3.0602999999999994</c:v>
                </c:pt>
                <c:pt idx="199">
                  <c:v>3.1934</c:v>
                </c:pt>
                <c:pt idx="200">
                  <c:v>3.2625999999999995</c:v>
                </c:pt>
                <c:pt idx="201">
                  <c:v>3.4979</c:v>
                </c:pt>
                <c:pt idx="202">
                  <c:v>3.4663999999999997</c:v>
                </c:pt>
                <c:pt idx="203">
                  <c:v>3.4603999999999995</c:v>
                </c:pt>
                <c:pt idx="204">
                  <c:v>3.2242999999999999</c:v>
                </c:pt>
                <c:pt idx="205">
                  <c:v>3.3572000000000002</c:v>
                </c:pt>
                <c:pt idx="206">
                  <c:v>2.9994999999999998</c:v>
                </c:pt>
                <c:pt idx="207">
                  <c:v>2.9747999999999997</c:v>
                </c:pt>
                <c:pt idx="208">
                  <c:v>2.9041999999999999</c:v>
                </c:pt>
                <c:pt idx="209">
                  <c:v>2.9361999999999999</c:v>
                </c:pt>
                <c:pt idx="210">
                  <c:v>3.0783</c:v>
                </c:pt>
                <c:pt idx="211">
                  <c:v>2.7694999999999999</c:v>
                </c:pt>
                <c:pt idx="212">
                  <c:v>2.6603999999999997</c:v>
                </c:pt>
                <c:pt idx="213">
                  <c:v>2.6036999999999999</c:v>
                </c:pt>
                <c:pt idx="214">
                  <c:v>2.4270999999999998</c:v>
                </c:pt>
                <c:pt idx="215">
                  <c:v>2.5044</c:v>
                </c:pt>
                <c:pt idx="216">
                  <c:v>2.5387999999999997</c:v>
                </c:pt>
                <c:pt idx="217">
                  <c:v>2.4964999999999997</c:v>
                </c:pt>
                <c:pt idx="218">
                  <c:v>2.4257999999999997</c:v>
                </c:pt>
                <c:pt idx="219">
                  <c:v>2.5425999999999997</c:v>
                </c:pt>
                <c:pt idx="220">
                  <c:v>2.5639999999999996</c:v>
                </c:pt>
                <c:pt idx="221">
                  <c:v>2.6658999999999997</c:v>
                </c:pt>
                <c:pt idx="222">
                  <c:v>2.5779999999999998</c:v>
                </c:pt>
                <c:pt idx="223">
                  <c:v>2.4815999999999998</c:v>
                </c:pt>
                <c:pt idx="224">
                  <c:v>2.3180999999999998</c:v>
                </c:pt>
                <c:pt idx="225">
                  <c:v>2.3842999999999996</c:v>
                </c:pt>
                <c:pt idx="226">
                  <c:v>2.3933</c:v>
                </c:pt>
                <c:pt idx="227">
                  <c:v>2.3218999999999999</c:v>
                </c:pt>
                <c:pt idx="228">
                  <c:v>2.1745999999999999</c:v>
                </c:pt>
                <c:pt idx="229">
                  <c:v>2.2276999999999996</c:v>
                </c:pt>
                <c:pt idx="230">
                  <c:v>2.2655999999999996</c:v>
                </c:pt>
                <c:pt idx="231">
                  <c:v>2.2121999999999997</c:v>
                </c:pt>
                <c:pt idx="232">
                  <c:v>2.1649999999999996</c:v>
                </c:pt>
                <c:pt idx="233">
                  <c:v>2.0397999999999996</c:v>
                </c:pt>
                <c:pt idx="234">
                  <c:v>2.0644999999999998</c:v>
                </c:pt>
                <c:pt idx="235">
                  <c:v>2.1488999999999998</c:v>
                </c:pt>
                <c:pt idx="236">
                  <c:v>2.1523999999999996</c:v>
                </c:pt>
                <c:pt idx="237">
                  <c:v>2.1268999999999996</c:v>
                </c:pt>
                <c:pt idx="238">
                  <c:v>2.1875999999999998</c:v>
                </c:pt>
                <c:pt idx="239">
                  <c:v>2.1294</c:v>
                </c:pt>
                <c:pt idx="240">
                  <c:v>2.1805999999999996</c:v>
                </c:pt>
                <c:pt idx="241">
                  <c:v>2.1315999999999997</c:v>
                </c:pt>
                <c:pt idx="242">
                  <c:v>2.1050999999999997</c:v>
                </c:pt>
                <c:pt idx="243">
                  <c:v>2.0725999999999996</c:v>
                </c:pt>
                <c:pt idx="244">
                  <c:v>2.1176999999999997</c:v>
                </c:pt>
                <c:pt idx="245">
                  <c:v>2.2087999999999997</c:v>
                </c:pt>
                <c:pt idx="246">
                  <c:v>2.2283999999999997</c:v>
                </c:pt>
                <c:pt idx="247">
                  <c:v>2.3275999999999999</c:v>
                </c:pt>
                <c:pt idx="248">
                  <c:v>2.3409999999999997</c:v>
                </c:pt>
                <c:pt idx="249">
                  <c:v>2.2710999999999997</c:v>
                </c:pt>
                <c:pt idx="250">
                  <c:v>2.3563999999999998</c:v>
                </c:pt>
                <c:pt idx="251">
                  <c:v>2.5275999999999996</c:v>
                </c:pt>
                <c:pt idx="252">
                  <c:v>2.6205999999999996</c:v>
                </c:pt>
                <c:pt idx="253">
                  <c:v>2.6001999999999996</c:v>
                </c:pt>
                <c:pt idx="254">
                  <c:v>2.6189999999999998</c:v>
                </c:pt>
                <c:pt idx="255">
                  <c:v>2.6664999999999996</c:v>
                </c:pt>
                <c:pt idx="256">
                  <c:v>2.6664999999999996</c:v>
                </c:pt>
                <c:pt idx="257">
                  <c:v>2.6664999999999996</c:v>
                </c:pt>
                <c:pt idx="258">
                  <c:v>2.6867999999999999</c:v>
                </c:pt>
                <c:pt idx="259">
                  <c:v>2.6892999999999998</c:v>
                </c:pt>
                <c:pt idx="260">
                  <c:v>0</c:v>
                </c:pt>
                <c:pt idx="261">
                  <c:v>0</c:v>
                </c:pt>
                <c:pt idx="262">
                  <c:v>-1.6499999999999737E-2</c:v>
                </c:pt>
                <c:pt idx="263">
                  <c:v>-0.1774</c:v>
                </c:pt>
                <c:pt idx="264">
                  <c:v>-0.1155999999999997</c:v>
                </c:pt>
                <c:pt idx="265">
                  <c:v>-0.19550000000000001</c:v>
                </c:pt>
                <c:pt idx="266">
                  <c:v>-0.14169999999999972</c:v>
                </c:pt>
                <c:pt idx="267">
                  <c:v>-0.1097999999999999</c:v>
                </c:pt>
                <c:pt idx="268">
                  <c:v>-0.25739999999999963</c:v>
                </c:pt>
                <c:pt idx="269">
                  <c:v>-0.33409999999999984</c:v>
                </c:pt>
                <c:pt idx="270">
                  <c:v>-0.30079999999999973</c:v>
                </c:pt>
                <c:pt idx="271">
                  <c:v>-0.28299999999999992</c:v>
                </c:pt>
                <c:pt idx="272">
                  <c:v>-0.34309999999999974</c:v>
                </c:pt>
                <c:pt idx="273">
                  <c:v>-0.35329999999999995</c:v>
                </c:pt>
                <c:pt idx="274">
                  <c:v>-0.39219999999999988</c:v>
                </c:pt>
                <c:pt idx="275">
                  <c:v>-0.29079999999999995</c:v>
                </c:pt>
                <c:pt idx="276">
                  <c:v>-0.30659999999999998</c:v>
                </c:pt>
                <c:pt idx="277">
                  <c:v>-0.39139999999999997</c:v>
                </c:pt>
                <c:pt idx="278">
                  <c:v>-0.42499999999999982</c:v>
                </c:pt>
                <c:pt idx="279">
                  <c:v>-0.34949999999999992</c:v>
                </c:pt>
                <c:pt idx="280">
                  <c:v>-0.34389999999999965</c:v>
                </c:pt>
                <c:pt idx="281">
                  <c:v>-0.33069999999999977</c:v>
                </c:pt>
                <c:pt idx="282">
                  <c:v>-0.33509999999999973</c:v>
                </c:pt>
                <c:pt idx="283">
                  <c:v>-0.3609</c:v>
                </c:pt>
                <c:pt idx="284">
                  <c:v>-0.66169999999999973</c:v>
                </c:pt>
                <c:pt idx="285">
                  <c:v>-0.61240000000000006</c:v>
                </c:pt>
                <c:pt idx="286">
                  <c:v>-0.42329999999999979</c:v>
                </c:pt>
                <c:pt idx="287">
                  <c:v>-0.34959999999999969</c:v>
                </c:pt>
                <c:pt idx="288">
                  <c:v>-0.35389999999999988</c:v>
                </c:pt>
                <c:pt idx="289">
                  <c:v>-0.37609999999999966</c:v>
                </c:pt>
                <c:pt idx="290">
                  <c:v>-0.27029999999999976</c:v>
                </c:pt>
                <c:pt idx="291">
                  <c:v>-0.2647999999999997</c:v>
                </c:pt>
                <c:pt idx="292">
                  <c:v>-0.14670000000000005</c:v>
                </c:pt>
                <c:pt idx="293">
                  <c:v>-0.18079999999999963</c:v>
                </c:pt>
                <c:pt idx="294">
                  <c:v>-0.16819999999999968</c:v>
                </c:pt>
                <c:pt idx="295">
                  <c:v>-0.15329999999999977</c:v>
                </c:pt>
                <c:pt idx="296">
                  <c:v>-0.19579999999999975</c:v>
                </c:pt>
                <c:pt idx="297">
                  <c:v>-5.2799999999999958E-2</c:v>
                </c:pt>
                <c:pt idx="298">
                  <c:v>-6.7099999999999937E-2</c:v>
                </c:pt>
                <c:pt idx="299">
                  <c:v>-7.9499999999999904E-2</c:v>
                </c:pt>
                <c:pt idx="300">
                  <c:v>-8.099999999999774E-3</c:v>
                </c:pt>
                <c:pt idx="301">
                  <c:v>0.13770000000000016</c:v>
                </c:pt>
                <c:pt idx="302">
                  <c:v>0.15920000000000023</c:v>
                </c:pt>
                <c:pt idx="303">
                  <c:v>0.17060000000000031</c:v>
                </c:pt>
                <c:pt idx="304">
                  <c:v>0.21370000000000022</c:v>
                </c:pt>
                <c:pt idx="305">
                  <c:v>0.18220000000000036</c:v>
                </c:pt>
                <c:pt idx="306">
                  <c:v>0.19900000000000029</c:v>
                </c:pt>
                <c:pt idx="307">
                  <c:v>0.15510000000000002</c:v>
                </c:pt>
                <c:pt idx="308">
                  <c:v>9.8400000000000265E-2</c:v>
                </c:pt>
                <c:pt idx="309">
                  <c:v>0.12880000000000003</c:v>
                </c:pt>
                <c:pt idx="310">
                  <c:v>-2.8099999999999792E-2</c:v>
                </c:pt>
                <c:pt idx="311">
                  <c:v>-0.29939999999999989</c:v>
                </c:pt>
                <c:pt idx="312">
                  <c:v>-0.18179999999999996</c:v>
                </c:pt>
                <c:pt idx="313">
                  <c:v>-0.34789999999999965</c:v>
                </c:pt>
                <c:pt idx="314">
                  <c:v>-0.24309999999999965</c:v>
                </c:pt>
                <c:pt idx="315">
                  <c:v>-0.38470000000000004</c:v>
                </c:pt>
                <c:pt idx="316">
                  <c:v>-0.35959999999999992</c:v>
                </c:pt>
                <c:pt idx="317">
                  <c:v>-0.30079999999999973</c:v>
                </c:pt>
                <c:pt idx="318">
                  <c:v>-0.21779999999999999</c:v>
                </c:pt>
                <c:pt idx="319">
                  <c:v>-0.30790000000000006</c:v>
                </c:pt>
                <c:pt idx="320">
                  <c:v>-0.38629999999999987</c:v>
                </c:pt>
                <c:pt idx="321">
                  <c:v>-0.30220000000000002</c:v>
                </c:pt>
                <c:pt idx="322">
                  <c:v>-0.21189999999999998</c:v>
                </c:pt>
                <c:pt idx="323">
                  <c:v>-0.19589999999999996</c:v>
                </c:pt>
                <c:pt idx="324">
                  <c:v>-0.14949999999999974</c:v>
                </c:pt>
                <c:pt idx="325">
                  <c:v>-0.17829999999999968</c:v>
                </c:pt>
                <c:pt idx="326">
                  <c:v>-0.23869999999999969</c:v>
                </c:pt>
                <c:pt idx="327">
                  <c:v>-0.23380000000000001</c:v>
                </c:pt>
                <c:pt idx="328">
                  <c:v>-0.24099999999999966</c:v>
                </c:pt>
                <c:pt idx="329">
                  <c:v>-0.23679999999999968</c:v>
                </c:pt>
                <c:pt idx="330">
                  <c:v>-0.23679999999999968</c:v>
                </c:pt>
                <c:pt idx="331">
                  <c:v>-0.23679999999999968</c:v>
                </c:pt>
                <c:pt idx="332">
                  <c:v>-0.12609999999999966</c:v>
                </c:pt>
                <c:pt idx="333">
                  <c:v>-9.7599999999999909E-2</c:v>
                </c:pt>
                <c:pt idx="334">
                  <c:v>-9.529999999999994E-2</c:v>
                </c:pt>
                <c:pt idx="335">
                  <c:v>-2.9999999999996696E-3</c:v>
                </c:pt>
                <c:pt idx="336">
                  <c:v>2.3000000000000131E-2</c:v>
                </c:pt>
                <c:pt idx="337">
                  <c:v>7.8600000000000225E-2</c:v>
                </c:pt>
                <c:pt idx="338">
                  <c:v>0.18800000000000017</c:v>
                </c:pt>
                <c:pt idx="339">
                  <c:v>9.9700000000000344E-2</c:v>
                </c:pt>
                <c:pt idx="340">
                  <c:v>9.0000000000000302E-2</c:v>
                </c:pt>
                <c:pt idx="341">
                  <c:v>0.11270000000000024</c:v>
                </c:pt>
                <c:pt idx="342">
                  <c:v>2.629999999999999E-2</c:v>
                </c:pt>
                <c:pt idx="343">
                  <c:v>6.1100000000000154E-2</c:v>
                </c:pt>
                <c:pt idx="344">
                  <c:v>0.12530000000000019</c:v>
                </c:pt>
                <c:pt idx="345">
                  <c:v>5.0699999999999967E-2</c:v>
                </c:pt>
                <c:pt idx="346">
                  <c:v>5.06000000000002E-2</c:v>
                </c:pt>
                <c:pt idx="347">
                  <c:v>1.2000000000003119E-3</c:v>
                </c:pt>
                <c:pt idx="348">
                  <c:v>2.7800000000000047E-2</c:v>
                </c:pt>
                <c:pt idx="349">
                  <c:v>-1.5199999999999658E-2</c:v>
                </c:pt>
                <c:pt idx="350">
                  <c:v>0.11210000000000031</c:v>
                </c:pt>
                <c:pt idx="351">
                  <c:v>0.11210000000000031</c:v>
                </c:pt>
                <c:pt idx="352">
                  <c:v>0.18660000000000032</c:v>
                </c:pt>
                <c:pt idx="353">
                  <c:v>0.13129999999999997</c:v>
                </c:pt>
                <c:pt idx="354">
                  <c:v>4.1200000000000347E-2</c:v>
                </c:pt>
                <c:pt idx="355">
                  <c:v>0.11050000000000004</c:v>
                </c:pt>
                <c:pt idx="356">
                  <c:v>0.14910000000000023</c:v>
                </c:pt>
                <c:pt idx="357">
                  <c:v>0.14769999999999994</c:v>
                </c:pt>
                <c:pt idx="358">
                  <c:v>0.16910000000000025</c:v>
                </c:pt>
                <c:pt idx="359">
                  <c:v>0.28980000000000006</c:v>
                </c:pt>
                <c:pt idx="360">
                  <c:v>0.32699999999999996</c:v>
                </c:pt>
                <c:pt idx="361">
                  <c:v>0.39569999999999972</c:v>
                </c:pt>
                <c:pt idx="362">
                  <c:v>0.49060000000000059</c:v>
                </c:pt>
                <c:pt idx="363">
                  <c:v>0.54459999999999997</c:v>
                </c:pt>
                <c:pt idx="364">
                  <c:v>0.70389999999999997</c:v>
                </c:pt>
                <c:pt idx="365">
                  <c:v>0.66560000000000041</c:v>
                </c:pt>
                <c:pt idx="366">
                  <c:v>0.66560000000000041</c:v>
                </c:pt>
                <c:pt idx="367">
                  <c:v>0.57830000000000048</c:v>
                </c:pt>
                <c:pt idx="368">
                  <c:v>0.51400000000000023</c:v>
                </c:pt>
                <c:pt idx="369">
                  <c:v>0.44730000000000025</c:v>
                </c:pt>
                <c:pt idx="370">
                  <c:v>0.48690000000000033</c:v>
                </c:pt>
                <c:pt idx="371">
                  <c:v>0.53859999999999975</c:v>
                </c:pt>
                <c:pt idx="372">
                  <c:v>0.53880000000000017</c:v>
                </c:pt>
                <c:pt idx="373">
                  <c:v>0.58360000000000056</c:v>
                </c:pt>
                <c:pt idx="374">
                  <c:v>0.56460000000000043</c:v>
                </c:pt>
                <c:pt idx="375">
                  <c:v>0.57070000000000043</c:v>
                </c:pt>
                <c:pt idx="376">
                  <c:v>0.67039999999999988</c:v>
                </c:pt>
                <c:pt idx="377">
                  <c:v>0.76480000000000015</c:v>
                </c:pt>
                <c:pt idx="378">
                  <c:v>0.72350000000000048</c:v>
                </c:pt>
                <c:pt idx="379">
                  <c:v>0.71510000000000051</c:v>
                </c:pt>
                <c:pt idx="380">
                  <c:v>0.7427999999999999</c:v>
                </c:pt>
                <c:pt idx="381">
                  <c:v>0.82230000000000025</c:v>
                </c:pt>
                <c:pt idx="382">
                  <c:v>0.66699999999999982</c:v>
                </c:pt>
                <c:pt idx="383">
                  <c:v>0.73629999999999995</c:v>
                </c:pt>
                <c:pt idx="384">
                  <c:v>0.69850000000000012</c:v>
                </c:pt>
                <c:pt idx="385">
                  <c:v>0.6507000000000005</c:v>
                </c:pt>
                <c:pt idx="386">
                  <c:v>0.63090000000000046</c:v>
                </c:pt>
                <c:pt idx="387">
                  <c:v>0.70600000000000041</c:v>
                </c:pt>
                <c:pt idx="388">
                  <c:v>0.64620000000000033</c:v>
                </c:pt>
                <c:pt idx="389">
                  <c:v>0.71060000000000034</c:v>
                </c:pt>
                <c:pt idx="390">
                  <c:v>0.71830000000000016</c:v>
                </c:pt>
                <c:pt idx="391">
                  <c:v>0.77080000000000037</c:v>
                </c:pt>
                <c:pt idx="392">
                  <c:v>0.74629999999999974</c:v>
                </c:pt>
                <c:pt idx="393">
                  <c:v>0.82620000000000005</c:v>
                </c:pt>
                <c:pt idx="394">
                  <c:v>0.99180000000000046</c:v>
                </c:pt>
                <c:pt idx="395">
                  <c:v>0.98150000000000048</c:v>
                </c:pt>
                <c:pt idx="396">
                  <c:v>0.97060000000000013</c:v>
                </c:pt>
                <c:pt idx="397">
                  <c:v>0.99399999999999977</c:v>
                </c:pt>
                <c:pt idx="398">
                  <c:v>0.84529999999999994</c:v>
                </c:pt>
                <c:pt idx="399">
                  <c:v>0.75260000000000016</c:v>
                </c:pt>
                <c:pt idx="400">
                  <c:v>0.77519999999999989</c:v>
                </c:pt>
                <c:pt idx="401">
                  <c:v>0.76339999999999986</c:v>
                </c:pt>
                <c:pt idx="402">
                  <c:v>0.66469999999999985</c:v>
                </c:pt>
                <c:pt idx="403">
                  <c:v>0.54320000000000057</c:v>
                </c:pt>
                <c:pt idx="404">
                  <c:v>0.60540000000000038</c:v>
                </c:pt>
                <c:pt idx="405">
                  <c:v>0.60610000000000053</c:v>
                </c:pt>
                <c:pt idx="406">
                  <c:v>0.58440000000000047</c:v>
                </c:pt>
                <c:pt idx="407">
                  <c:v>0.59660000000000046</c:v>
                </c:pt>
                <c:pt idx="408">
                  <c:v>0.61169999999999991</c:v>
                </c:pt>
                <c:pt idx="409">
                  <c:v>0.64090000000000025</c:v>
                </c:pt>
                <c:pt idx="410">
                  <c:v>0.65589999999999993</c:v>
                </c:pt>
                <c:pt idx="411">
                  <c:v>0.64060000000000006</c:v>
                </c:pt>
                <c:pt idx="412">
                  <c:v>0.73059999999999992</c:v>
                </c:pt>
                <c:pt idx="413">
                  <c:v>0.73360000000000003</c:v>
                </c:pt>
                <c:pt idx="414">
                  <c:v>0.80109999999999992</c:v>
                </c:pt>
                <c:pt idx="415">
                  <c:v>0.71130000000000049</c:v>
                </c:pt>
                <c:pt idx="416">
                  <c:v>0.79290000000000038</c:v>
                </c:pt>
                <c:pt idx="417">
                  <c:v>0.71640000000000015</c:v>
                </c:pt>
                <c:pt idx="418">
                  <c:v>0.69920000000000027</c:v>
                </c:pt>
                <c:pt idx="419">
                  <c:v>0.69650000000000034</c:v>
                </c:pt>
                <c:pt idx="420">
                  <c:v>0.85899999999999999</c:v>
                </c:pt>
                <c:pt idx="421">
                  <c:v>0.8985000000000003</c:v>
                </c:pt>
                <c:pt idx="422">
                  <c:v>0.9209000000000005</c:v>
                </c:pt>
                <c:pt idx="423">
                  <c:v>0.97799999999999976</c:v>
                </c:pt>
                <c:pt idx="424">
                  <c:v>1.0780000000000003</c:v>
                </c:pt>
                <c:pt idx="425">
                  <c:v>1.0072000000000001</c:v>
                </c:pt>
                <c:pt idx="426">
                  <c:v>1.0608000000000004</c:v>
                </c:pt>
                <c:pt idx="427">
                  <c:v>0.9762000000000004</c:v>
                </c:pt>
                <c:pt idx="428">
                  <c:v>0.80090000000000039</c:v>
                </c:pt>
                <c:pt idx="429">
                  <c:v>0.75800000000000001</c:v>
                </c:pt>
                <c:pt idx="430">
                  <c:v>0.77409999999999979</c:v>
                </c:pt>
                <c:pt idx="431">
                  <c:v>0.77409999999999979</c:v>
                </c:pt>
                <c:pt idx="432">
                  <c:v>0.75470000000000059</c:v>
                </c:pt>
                <c:pt idx="433">
                  <c:v>0.75419999999999998</c:v>
                </c:pt>
                <c:pt idx="434">
                  <c:v>0.69230000000000036</c:v>
                </c:pt>
                <c:pt idx="435">
                  <c:v>0.7605000000000004</c:v>
                </c:pt>
                <c:pt idx="436">
                  <c:v>0.79499999999999993</c:v>
                </c:pt>
                <c:pt idx="437">
                  <c:v>0.85709999999999997</c:v>
                </c:pt>
                <c:pt idx="438">
                  <c:v>0.86549999999999994</c:v>
                </c:pt>
                <c:pt idx="439">
                  <c:v>0.78600000000000048</c:v>
                </c:pt>
                <c:pt idx="440">
                  <c:v>0.75530000000000008</c:v>
                </c:pt>
                <c:pt idx="441">
                  <c:v>0.80299999999999994</c:v>
                </c:pt>
                <c:pt idx="442">
                  <c:v>0.74760000000000026</c:v>
                </c:pt>
                <c:pt idx="443">
                  <c:v>0.67830000000000013</c:v>
                </c:pt>
                <c:pt idx="444">
                  <c:v>0.6131000000000002</c:v>
                </c:pt>
                <c:pt idx="445">
                  <c:v>0.68989999999999974</c:v>
                </c:pt>
                <c:pt idx="446">
                  <c:v>0.7229000000000001</c:v>
                </c:pt>
                <c:pt idx="447">
                  <c:v>0.67419999999999991</c:v>
                </c:pt>
                <c:pt idx="448">
                  <c:v>0.54689999999999994</c:v>
                </c:pt>
                <c:pt idx="449">
                  <c:v>0.63360000000000039</c:v>
                </c:pt>
                <c:pt idx="450">
                  <c:v>0.57969999999999988</c:v>
                </c:pt>
                <c:pt idx="451">
                  <c:v>0.65490000000000048</c:v>
                </c:pt>
                <c:pt idx="452">
                  <c:v>0.6579000000000006</c:v>
                </c:pt>
                <c:pt idx="453">
                  <c:v>0.69040000000000035</c:v>
                </c:pt>
                <c:pt idx="454">
                  <c:v>0.81770000000000032</c:v>
                </c:pt>
                <c:pt idx="455">
                  <c:v>0.77120000000000033</c:v>
                </c:pt>
                <c:pt idx="456">
                  <c:v>0.89789999999999992</c:v>
                </c:pt>
                <c:pt idx="457">
                  <c:v>0.93140000000000001</c:v>
                </c:pt>
                <c:pt idx="458">
                  <c:v>0.91270000000000007</c:v>
                </c:pt>
                <c:pt idx="459">
                  <c:v>0.87509999999999977</c:v>
                </c:pt>
                <c:pt idx="460">
                  <c:v>0.90730000000000022</c:v>
                </c:pt>
                <c:pt idx="461">
                  <c:v>0.8100000000000005</c:v>
                </c:pt>
                <c:pt idx="462">
                  <c:v>0.75999999999999979</c:v>
                </c:pt>
                <c:pt idx="463">
                  <c:v>0.66000000000000014</c:v>
                </c:pt>
                <c:pt idx="464">
                  <c:v>0.75609999999999999</c:v>
                </c:pt>
                <c:pt idx="465">
                  <c:v>0.71950000000000003</c:v>
                </c:pt>
                <c:pt idx="466">
                  <c:v>0.81420000000000048</c:v>
                </c:pt>
                <c:pt idx="467">
                  <c:v>0.8454000000000006</c:v>
                </c:pt>
                <c:pt idx="468">
                  <c:v>0.99100000000000055</c:v>
                </c:pt>
                <c:pt idx="469">
                  <c:v>1.0065999999999997</c:v>
                </c:pt>
                <c:pt idx="470">
                  <c:v>0.98510000000000009</c:v>
                </c:pt>
                <c:pt idx="471">
                  <c:v>0.93100000000000005</c:v>
                </c:pt>
                <c:pt idx="472">
                  <c:v>0.87190000000000012</c:v>
                </c:pt>
                <c:pt idx="473">
                  <c:v>0.94320000000000004</c:v>
                </c:pt>
                <c:pt idx="474">
                  <c:v>0.93160000000000043</c:v>
                </c:pt>
                <c:pt idx="475">
                  <c:v>0.87750000000000039</c:v>
                </c:pt>
                <c:pt idx="476">
                  <c:v>0.89290000000000003</c:v>
                </c:pt>
                <c:pt idx="477">
                  <c:v>0.84470000000000045</c:v>
                </c:pt>
                <c:pt idx="478">
                  <c:v>0.83110000000000017</c:v>
                </c:pt>
                <c:pt idx="479">
                  <c:v>0.71490000000000009</c:v>
                </c:pt>
                <c:pt idx="480">
                  <c:v>0.62009999999999987</c:v>
                </c:pt>
                <c:pt idx="481">
                  <c:v>0.70980000000000043</c:v>
                </c:pt>
                <c:pt idx="482">
                  <c:v>0.60449999999999982</c:v>
                </c:pt>
                <c:pt idx="483">
                  <c:v>0.57200000000000006</c:v>
                </c:pt>
                <c:pt idx="484">
                  <c:v>0.60529999999999973</c:v>
                </c:pt>
                <c:pt idx="485">
                  <c:v>0.66739999999999977</c:v>
                </c:pt>
                <c:pt idx="486">
                  <c:v>0.64580000000000037</c:v>
                </c:pt>
                <c:pt idx="487">
                  <c:v>0.4847999999999999</c:v>
                </c:pt>
                <c:pt idx="488">
                  <c:v>0.55980000000000008</c:v>
                </c:pt>
                <c:pt idx="489">
                  <c:v>0.48240000000000016</c:v>
                </c:pt>
                <c:pt idx="490">
                  <c:v>0.43620000000000037</c:v>
                </c:pt>
                <c:pt idx="491">
                  <c:v>0.45699999999999985</c:v>
                </c:pt>
                <c:pt idx="492">
                  <c:v>0.4375</c:v>
                </c:pt>
                <c:pt idx="493">
                  <c:v>0.48720000000000052</c:v>
                </c:pt>
                <c:pt idx="494">
                  <c:v>0.58809999999999985</c:v>
                </c:pt>
                <c:pt idx="495">
                  <c:v>0.61500000000000021</c:v>
                </c:pt>
                <c:pt idx="496">
                  <c:v>0.54410000000000025</c:v>
                </c:pt>
                <c:pt idx="497">
                  <c:v>0.50570000000000004</c:v>
                </c:pt>
                <c:pt idx="498">
                  <c:v>0.42769999999999975</c:v>
                </c:pt>
                <c:pt idx="499">
                  <c:v>0.50769999999999982</c:v>
                </c:pt>
                <c:pt idx="500">
                  <c:v>0.47170000000000023</c:v>
                </c:pt>
                <c:pt idx="501">
                  <c:v>0.5259999999999998</c:v>
                </c:pt>
                <c:pt idx="502">
                  <c:v>0.35700000000000021</c:v>
                </c:pt>
                <c:pt idx="503">
                  <c:v>0.27540000000000031</c:v>
                </c:pt>
                <c:pt idx="504">
                  <c:v>0.29940000000000033</c:v>
                </c:pt>
                <c:pt idx="505">
                  <c:v>0.37349999999999994</c:v>
                </c:pt>
                <c:pt idx="506">
                  <c:v>0.40939999999999976</c:v>
                </c:pt>
                <c:pt idx="507">
                  <c:v>0.29879999999999995</c:v>
                </c:pt>
                <c:pt idx="508">
                  <c:v>0.16280000000000028</c:v>
                </c:pt>
                <c:pt idx="509">
                  <c:v>0.11909999999999998</c:v>
                </c:pt>
                <c:pt idx="510">
                  <c:v>1.8000000000000238E-2</c:v>
                </c:pt>
                <c:pt idx="511">
                  <c:v>2.629999999999999E-2</c:v>
                </c:pt>
                <c:pt idx="512">
                  <c:v>-1.6599999999999948E-2</c:v>
                </c:pt>
                <c:pt idx="513">
                  <c:v>-0.14109999999999978</c:v>
                </c:pt>
                <c:pt idx="514">
                  <c:v>-0.13959999999999972</c:v>
                </c:pt>
                <c:pt idx="515">
                  <c:v>-0.16149999999999975</c:v>
                </c:pt>
                <c:pt idx="516">
                  <c:v>-0.16149999999999975</c:v>
                </c:pt>
                <c:pt idx="517">
                  <c:v>-0.16149999999999975</c:v>
                </c:pt>
                <c:pt idx="518">
                  <c:v>-0.23279999999999967</c:v>
                </c:pt>
                <c:pt idx="519">
                  <c:v>-0.17490000000000006</c:v>
                </c:pt>
                <c:pt idx="520">
                  <c:v>0</c:v>
                </c:pt>
                <c:pt idx="521">
                  <c:v>-9.9999999999766942E-5</c:v>
                </c:pt>
                <c:pt idx="522">
                  <c:v>0.10620000000000029</c:v>
                </c:pt>
                <c:pt idx="523">
                  <c:v>0.10680000000000023</c:v>
                </c:pt>
                <c:pt idx="524">
                  <c:v>0.19450000000000012</c:v>
                </c:pt>
                <c:pt idx="525">
                  <c:v>0.25520000000000032</c:v>
                </c:pt>
                <c:pt idx="526">
                  <c:v>0.23980000000000024</c:v>
                </c:pt>
                <c:pt idx="527">
                  <c:v>0.25019999999999998</c:v>
                </c:pt>
                <c:pt idx="528">
                  <c:v>0.28730000000000011</c:v>
                </c:pt>
                <c:pt idx="529">
                  <c:v>0.30990000000000029</c:v>
                </c:pt>
                <c:pt idx="530">
                  <c:v>0.26080000000000014</c:v>
                </c:pt>
                <c:pt idx="531">
                  <c:v>0.26530000000000031</c:v>
                </c:pt>
                <c:pt idx="532">
                  <c:v>0.26490000000000036</c:v>
                </c:pt>
                <c:pt idx="533">
                  <c:v>0.45250000000000012</c:v>
                </c:pt>
                <c:pt idx="534">
                  <c:v>0.39830000000000032</c:v>
                </c:pt>
                <c:pt idx="535">
                  <c:v>0.39620000000000033</c:v>
                </c:pt>
                <c:pt idx="536">
                  <c:v>0.37230000000000008</c:v>
                </c:pt>
                <c:pt idx="537">
                  <c:v>0.45389999999999997</c:v>
                </c:pt>
                <c:pt idx="538">
                  <c:v>0.47799999999999976</c:v>
                </c:pt>
                <c:pt idx="539">
                  <c:v>0.45000000000000018</c:v>
                </c:pt>
                <c:pt idx="540">
                  <c:v>0.43170000000000019</c:v>
                </c:pt>
                <c:pt idx="541">
                  <c:v>0.34350000000000014</c:v>
                </c:pt>
                <c:pt idx="542">
                  <c:v>0.37000000000000011</c:v>
                </c:pt>
                <c:pt idx="543">
                  <c:v>0.26200000000000001</c:v>
                </c:pt>
                <c:pt idx="544">
                  <c:v>0.21350000000000025</c:v>
                </c:pt>
                <c:pt idx="545">
                  <c:v>0.38480000000000025</c:v>
                </c:pt>
                <c:pt idx="546">
                  <c:v>0.47470000000000034</c:v>
                </c:pt>
                <c:pt idx="547">
                  <c:v>0.41710000000000003</c:v>
                </c:pt>
                <c:pt idx="548">
                  <c:v>0.45550000000000024</c:v>
                </c:pt>
                <c:pt idx="549">
                  <c:v>0.51869999999999994</c:v>
                </c:pt>
                <c:pt idx="550">
                  <c:v>0.55350000000000055</c:v>
                </c:pt>
                <c:pt idx="551">
                  <c:v>0.52439999999999998</c:v>
                </c:pt>
                <c:pt idx="552">
                  <c:v>0.6177999999999999</c:v>
                </c:pt>
                <c:pt idx="553">
                  <c:v>0.51240000000000041</c:v>
                </c:pt>
                <c:pt idx="554">
                  <c:v>0.52219999999999978</c:v>
                </c:pt>
                <c:pt idx="555">
                  <c:v>0.57620000000000005</c:v>
                </c:pt>
                <c:pt idx="556">
                  <c:v>0.57690000000000019</c:v>
                </c:pt>
                <c:pt idx="557">
                  <c:v>0.50930000000000053</c:v>
                </c:pt>
                <c:pt idx="558">
                  <c:v>0.57249999999999979</c:v>
                </c:pt>
                <c:pt idx="559">
                  <c:v>0.57469999999999999</c:v>
                </c:pt>
                <c:pt idx="560">
                  <c:v>0.50459999999999994</c:v>
                </c:pt>
                <c:pt idx="561">
                  <c:v>0.62990000000000013</c:v>
                </c:pt>
                <c:pt idx="562">
                  <c:v>0.66400000000000059</c:v>
                </c:pt>
                <c:pt idx="563">
                  <c:v>0.65240000000000009</c:v>
                </c:pt>
                <c:pt idx="564">
                  <c:v>0.59130000000000038</c:v>
                </c:pt>
                <c:pt idx="565">
                  <c:v>0.58190000000000008</c:v>
                </c:pt>
                <c:pt idx="566">
                  <c:v>0.5849000000000002</c:v>
                </c:pt>
                <c:pt idx="567">
                  <c:v>0.47960000000000047</c:v>
                </c:pt>
                <c:pt idx="568">
                  <c:v>0.46040000000000036</c:v>
                </c:pt>
                <c:pt idx="569">
                  <c:v>0.46660000000000013</c:v>
                </c:pt>
                <c:pt idx="570">
                  <c:v>0.44350000000000023</c:v>
                </c:pt>
                <c:pt idx="571">
                  <c:v>0.44010000000000016</c:v>
                </c:pt>
                <c:pt idx="572">
                  <c:v>0.41520000000000001</c:v>
                </c:pt>
                <c:pt idx="573">
                  <c:v>0.48979999999999979</c:v>
                </c:pt>
                <c:pt idx="574">
                  <c:v>0.55820000000000025</c:v>
                </c:pt>
                <c:pt idx="575">
                  <c:v>0.56890000000000018</c:v>
                </c:pt>
                <c:pt idx="576">
                  <c:v>0.55879999999999974</c:v>
                </c:pt>
                <c:pt idx="577">
                  <c:v>0.52690000000000037</c:v>
                </c:pt>
                <c:pt idx="578">
                  <c:v>0.48329999999999984</c:v>
                </c:pt>
                <c:pt idx="579">
                  <c:v>0.46410000000000018</c:v>
                </c:pt>
                <c:pt idx="580">
                  <c:v>0.39749999999999996</c:v>
                </c:pt>
                <c:pt idx="581">
                  <c:v>0.45720000000000027</c:v>
                </c:pt>
                <c:pt idx="582">
                  <c:v>0.44030000000000014</c:v>
                </c:pt>
                <c:pt idx="583">
                  <c:v>0.40120000000000022</c:v>
                </c:pt>
                <c:pt idx="584">
                  <c:v>0.40180000000000016</c:v>
                </c:pt>
                <c:pt idx="585">
                  <c:v>0.40190000000000037</c:v>
                </c:pt>
                <c:pt idx="586">
                  <c:v>0.40190000000000037</c:v>
                </c:pt>
                <c:pt idx="587">
                  <c:v>0.55320000000000036</c:v>
                </c:pt>
                <c:pt idx="588">
                  <c:v>0.52390000000000025</c:v>
                </c:pt>
                <c:pt idx="589">
                  <c:v>0.49049999999999994</c:v>
                </c:pt>
                <c:pt idx="590">
                  <c:v>0.53849999999999998</c:v>
                </c:pt>
                <c:pt idx="591">
                  <c:v>0.55440000000000023</c:v>
                </c:pt>
                <c:pt idx="592">
                  <c:v>0.49800000000000022</c:v>
                </c:pt>
                <c:pt idx="593">
                  <c:v>0.61620000000000008</c:v>
                </c:pt>
                <c:pt idx="594">
                  <c:v>0.66990000000000016</c:v>
                </c:pt>
                <c:pt idx="595">
                  <c:v>0.60630000000000006</c:v>
                </c:pt>
                <c:pt idx="596">
                  <c:v>0.71020000000000039</c:v>
                </c:pt>
                <c:pt idx="597">
                  <c:v>0.76810000000000045</c:v>
                </c:pt>
                <c:pt idx="598">
                  <c:v>0.73070000000000057</c:v>
                </c:pt>
                <c:pt idx="599">
                  <c:v>0.74110000000000031</c:v>
                </c:pt>
                <c:pt idx="600">
                  <c:v>0.6991000000000005</c:v>
                </c:pt>
                <c:pt idx="601">
                  <c:v>0.67440000000000033</c:v>
                </c:pt>
                <c:pt idx="602">
                  <c:v>0.71070000000000011</c:v>
                </c:pt>
                <c:pt idx="603">
                  <c:v>0.80330000000000013</c:v>
                </c:pt>
                <c:pt idx="604">
                  <c:v>0.83159999999999989</c:v>
                </c:pt>
                <c:pt idx="605">
                  <c:v>0.79340000000000011</c:v>
                </c:pt>
                <c:pt idx="606">
                  <c:v>0.76180000000000003</c:v>
                </c:pt>
                <c:pt idx="607">
                  <c:v>0.81620000000000026</c:v>
                </c:pt>
                <c:pt idx="608">
                  <c:v>0.83570000000000011</c:v>
                </c:pt>
                <c:pt idx="609">
                  <c:v>0.75590000000000046</c:v>
                </c:pt>
                <c:pt idx="610">
                  <c:v>0.69130000000000003</c:v>
                </c:pt>
                <c:pt idx="611">
                  <c:v>0.69130000000000003</c:v>
                </c:pt>
                <c:pt idx="612">
                  <c:v>0.59339999999999993</c:v>
                </c:pt>
                <c:pt idx="613">
                  <c:v>0.60860000000000003</c:v>
                </c:pt>
                <c:pt idx="614">
                  <c:v>0.61050000000000004</c:v>
                </c:pt>
                <c:pt idx="615">
                  <c:v>0.63510000000000044</c:v>
                </c:pt>
                <c:pt idx="616">
                  <c:v>0.64339999999999975</c:v>
                </c:pt>
                <c:pt idx="617">
                  <c:v>0.6424000000000003</c:v>
                </c:pt>
                <c:pt idx="618">
                  <c:v>0.53480000000000061</c:v>
                </c:pt>
                <c:pt idx="619">
                  <c:v>0.54830000000000023</c:v>
                </c:pt>
                <c:pt idx="620">
                  <c:v>0.59649999999999981</c:v>
                </c:pt>
                <c:pt idx="621">
                  <c:v>0.63790000000000013</c:v>
                </c:pt>
                <c:pt idx="622">
                  <c:v>0.59919999999999973</c:v>
                </c:pt>
                <c:pt idx="623">
                  <c:v>0.7016</c:v>
                </c:pt>
                <c:pt idx="624">
                  <c:v>0.72880000000000056</c:v>
                </c:pt>
                <c:pt idx="625">
                  <c:v>0.73080000000000034</c:v>
                </c:pt>
                <c:pt idx="626">
                  <c:v>0.75030000000000019</c:v>
                </c:pt>
                <c:pt idx="627">
                  <c:v>0.86940000000000062</c:v>
                </c:pt>
                <c:pt idx="628">
                  <c:v>0.81610000000000049</c:v>
                </c:pt>
                <c:pt idx="629">
                  <c:v>0.78770000000000007</c:v>
                </c:pt>
                <c:pt idx="630">
                  <c:v>0.69040000000000035</c:v>
                </c:pt>
                <c:pt idx="631">
                  <c:v>0.64759999999999973</c:v>
                </c:pt>
                <c:pt idx="632">
                  <c:v>0.65370000000000061</c:v>
                </c:pt>
                <c:pt idx="633">
                  <c:v>0.64339999999999975</c:v>
                </c:pt>
                <c:pt idx="634">
                  <c:v>0.73070000000000057</c:v>
                </c:pt>
                <c:pt idx="635">
                  <c:v>0.79130000000000056</c:v>
                </c:pt>
                <c:pt idx="636">
                  <c:v>0.73720000000000052</c:v>
                </c:pt>
                <c:pt idx="637">
                  <c:v>0.59649999999999981</c:v>
                </c:pt>
                <c:pt idx="638">
                  <c:v>0.59269999999999978</c:v>
                </c:pt>
                <c:pt idx="639">
                  <c:v>0.52510000000000012</c:v>
                </c:pt>
                <c:pt idx="640">
                  <c:v>0.58420000000000005</c:v>
                </c:pt>
                <c:pt idx="641">
                  <c:v>0.51730000000000054</c:v>
                </c:pt>
                <c:pt idx="642">
                  <c:v>0.53669999999999973</c:v>
                </c:pt>
                <c:pt idx="643">
                  <c:v>0.52629999999999999</c:v>
                </c:pt>
                <c:pt idx="644">
                  <c:v>0.55200000000000049</c:v>
                </c:pt>
                <c:pt idx="645">
                  <c:v>0.54970000000000052</c:v>
                </c:pt>
                <c:pt idx="646">
                  <c:v>0.54820000000000046</c:v>
                </c:pt>
                <c:pt idx="647">
                  <c:v>0.60109999999999975</c:v>
                </c:pt>
                <c:pt idx="648">
                  <c:v>0.59980000000000011</c:v>
                </c:pt>
                <c:pt idx="649">
                  <c:v>0.64190000000000058</c:v>
                </c:pt>
                <c:pt idx="650">
                  <c:v>0.75100000000000033</c:v>
                </c:pt>
                <c:pt idx="651">
                  <c:v>0.71750000000000025</c:v>
                </c:pt>
                <c:pt idx="652">
                  <c:v>0.64120000000000044</c:v>
                </c:pt>
                <c:pt idx="653">
                  <c:v>0.66659999999999986</c:v>
                </c:pt>
                <c:pt idx="654">
                  <c:v>0.59450000000000003</c:v>
                </c:pt>
                <c:pt idx="655">
                  <c:v>0.58260000000000023</c:v>
                </c:pt>
                <c:pt idx="656">
                  <c:v>0.62849999999999984</c:v>
                </c:pt>
                <c:pt idx="657">
                  <c:v>0.59520000000000017</c:v>
                </c:pt>
                <c:pt idx="658">
                  <c:v>0.54320000000000057</c:v>
                </c:pt>
                <c:pt idx="659">
                  <c:v>0.57810000000000006</c:v>
                </c:pt>
                <c:pt idx="660">
                  <c:v>0.57040000000000024</c:v>
                </c:pt>
                <c:pt idx="661">
                  <c:v>0.51810000000000045</c:v>
                </c:pt>
                <c:pt idx="662">
                  <c:v>0.54520000000000035</c:v>
                </c:pt>
                <c:pt idx="663">
                  <c:v>0.53279999999999994</c:v>
                </c:pt>
                <c:pt idx="664">
                  <c:v>0.59250000000000025</c:v>
                </c:pt>
                <c:pt idx="665">
                  <c:v>0.62980000000000036</c:v>
                </c:pt>
                <c:pt idx="666">
                  <c:v>0.59400000000000031</c:v>
                </c:pt>
                <c:pt idx="667">
                  <c:v>0.62520000000000042</c:v>
                </c:pt>
                <c:pt idx="668">
                  <c:v>0.59909999999999997</c:v>
                </c:pt>
                <c:pt idx="669">
                  <c:v>0.56859999999999999</c:v>
                </c:pt>
                <c:pt idx="670">
                  <c:v>0.51850000000000041</c:v>
                </c:pt>
                <c:pt idx="671">
                  <c:v>0.5127000000000006</c:v>
                </c:pt>
                <c:pt idx="672">
                  <c:v>0.43930000000000025</c:v>
                </c:pt>
                <c:pt idx="673">
                  <c:v>0.3508</c:v>
                </c:pt>
                <c:pt idx="674">
                  <c:v>0.29710000000000036</c:v>
                </c:pt>
                <c:pt idx="675">
                  <c:v>0.33800000000000008</c:v>
                </c:pt>
                <c:pt idx="676">
                  <c:v>0.38900000000000023</c:v>
                </c:pt>
                <c:pt idx="677">
                  <c:v>0.41880000000000006</c:v>
                </c:pt>
                <c:pt idx="678">
                  <c:v>0.44740000000000002</c:v>
                </c:pt>
                <c:pt idx="679">
                  <c:v>0.41369999999999996</c:v>
                </c:pt>
                <c:pt idx="680">
                  <c:v>0.38560000000000016</c:v>
                </c:pt>
                <c:pt idx="681">
                  <c:v>0.35709999999999997</c:v>
                </c:pt>
                <c:pt idx="682">
                  <c:v>0.29410000000000025</c:v>
                </c:pt>
                <c:pt idx="683">
                  <c:v>0.39220000000000033</c:v>
                </c:pt>
                <c:pt idx="684">
                  <c:v>0.39490000000000025</c:v>
                </c:pt>
                <c:pt idx="685">
                  <c:v>0.39160000000000039</c:v>
                </c:pt>
                <c:pt idx="686">
                  <c:v>0.38480000000000025</c:v>
                </c:pt>
                <c:pt idx="687">
                  <c:v>0.36050000000000004</c:v>
                </c:pt>
                <c:pt idx="688">
                  <c:v>0.42980000000000018</c:v>
                </c:pt>
                <c:pt idx="689">
                  <c:v>0.38140000000000018</c:v>
                </c:pt>
                <c:pt idx="690">
                  <c:v>0.38140000000000018</c:v>
                </c:pt>
                <c:pt idx="691">
                  <c:v>0.46730000000000027</c:v>
                </c:pt>
                <c:pt idx="692">
                  <c:v>0.47050000000000036</c:v>
                </c:pt>
                <c:pt idx="693">
                  <c:v>0.48780000000000001</c:v>
                </c:pt>
                <c:pt idx="694">
                  <c:v>0.48439999999999994</c:v>
                </c:pt>
                <c:pt idx="695">
                  <c:v>0.52320000000000011</c:v>
                </c:pt>
                <c:pt idx="696">
                  <c:v>0.45910000000000029</c:v>
                </c:pt>
                <c:pt idx="697">
                  <c:v>0.40410000000000013</c:v>
                </c:pt>
                <c:pt idx="698">
                  <c:v>0.38300000000000001</c:v>
                </c:pt>
                <c:pt idx="699">
                  <c:v>0.35560000000000036</c:v>
                </c:pt>
                <c:pt idx="700">
                  <c:v>0.32520000000000016</c:v>
                </c:pt>
                <c:pt idx="701">
                  <c:v>0.28860000000000019</c:v>
                </c:pt>
                <c:pt idx="702">
                  <c:v>0.23070000000000013</c:v>
                </c:pt>
                <c:pt idx="703">
                  <c:v>0.25080000000000036</c:v>
                </c:pt>
                <c:pt idx="704">
                  <c:v>0.23750000000000027</c:v>
                </c:pt>
                <c:pt idx="705">
                  <c:v>0.22780000000000022</c:v>
                </c:pt>
                <c:pt idx="706">
                  <c:v>0.23690000000000033</c:v>
                </c:pt>
                <c:pt idx="707">
                  <c:v>0.31590000000000007</c:v>
                </c:pt>
                <c:pt idx="708">
                  <c:v>0.36080000000000023</c:v>
                </c:pt>
                <c:pt idx="709">
                  <c:v>0.37170000000000014</c:v>
                </c:pt>
                <c:pt idx="710">
                  <c:v>0.39230000000000009</c:v>
                </c:pt>
                <c:pt idx="711">
                  <c:v>0.41000000000000014</c:v>
                </c:pt>
                <c:pt idx="712">
                  <c:v>0.45900000000000007</c:v>
                </c:pt>
                <c:pt idx="713">
                  <c:v>0.47900000000000009</c:v>
                </c:pt>
                <c:pt idx="714">
                  <c:v>0.44680000000000009</c:v>
                </c:pt>
                <c:pt idx="715">
                  <c:v>0.47240000000000038</c:v>
                </c:pt>
                <c:pt idx="716">
                  <c:v>0.40960000000000019</c:v>
                </c:pt>
                <c:pt idx="717">
                  <c:v>0.49490000000000034</c:v>
                </c:pt>
                <c:pt idx="718">
                  <c:v>0.48550000000000004</c:v>
                </c:pt>
                <c:pt idx="719">
                  <c:v>0.59930000000000039</c:v>
                </c:pt>
                <c:pt idx="720">
                  <c:v>0.67799999999999994</c:v>
                </c:pt>
                <c:pt idx="721">
                  <c:v>0.65380000000000038</c:v>
                </c:pt>
                <c:pt idx="722">
                  <c:v>0.64990000000000059</c:v>
                </c:pt>
                <c:pt idx="723">
                  <c:v>0.67970000000000041</c:v>
                </c:pt>
                <c:pt idx="724">
                  <c:v>0.6767000000000003</c:v>
                </c:pt>
                <c:pt idx="725">
                  <c:v>0.70720000000000027</c:v>
                </c:pt>
                <c:pt idx="726">
                  <c:v>0.63090000000000046</c:v>
                </c:pt>
                <c:pt idx="727">
                  <c:v>0.53359999999999985</c:v>
                </c:pt>
                <c:pt idx="728">
                  <c:v>0.55830000000000002</c:v>
                </c:pt>
                <c:pt idx="729">
                  <c:v>0.52530000000000054</c:v>
                </c:pt>
                <c:pt idx="730">
                  <c:v>0.60610000000000053</c:v>
                </c:pt>
                <c:pt idx="731">
                  <c:v>0.63560000000000016</c:v>
                </c:pt>
                <c:pt idx="732">
                  <c:v>0.66950000000000021</c:v>
                </c:pt>
                <c:pt idx="733">
                  <c:v>0.70600000000000041</c:v>
                </c:pt>
                <c:pt idx="734">
                  <c:v>0.70239999999999991</c:v>
                </c:pt>
                <c:pt idx="735">
                  <c:v>0.72330000000000005</c:v>
                </c:pt>
                <c:pt idx="736">
                  <c:v>0.78460000000000019</c:v>
                </c:pt>
                <c:pt idx="737">
                  <c:v>0.8197000000000001</c:v>
                </c:pt>
                <c:pt idx="738">
                  <c:v>0.91400000000000059</c:v>
                </c:pt>
                <c:pt idx="739">
                  <c:v>0.91300000000000026</c:v>
                </c:pt>
                <c:pt idx="740">
                  <c:v>0.92640000000000011</c:v>
                </c:pt>
                <c:pt idx="741">
                  <c:v>0.99819999999999975</c:v>
                </c:pt>
                <c:pt idx="742">
                  <c:v>1.0311000000000003</c:v>
                </c:pt>
                <c:pt idx="743">
                  <c:v>0.96720000000000006</c:v>
                </c:pt>
                <c:pt idx="744">
                  <c:v>0.90399999999999991</c:v>
                </c:pt>
                <c:pt idx="745">
                  <c:v>0.89440000000000008</c:v>
                </c:pt>
                <c:pt idx="746">
                  <c:v>0.96850000000000058</c:v>
                </c:pt>
                <c:pt idx="747">
                  <c:v>0.98890000000000011</c:v>
                </c:pt>
                <c:pt idx="748">
                  <c:v>0.95190000000000019</c:v>
                </c:pt>
                <c:pt idx="749">
                  <c:v>0.9408000000000003</c:v>
                </c:pt>
                <c:pt idx="750">
                  <c:v>0.93449999999999989</c:v>
                </c:pt>
                <c:pt idx="751">
                  <c:v>0.91120000000000001</c:v>
                </c:pt>
                <c:pt idx="752">
                  <c:v>0.93840000000000057</c:v>
                </c:pt>
                <c:pt idx="753">
                  <c:v>0.91210000000000058</c:v>
                </c:pt>
                <c:pt idx="754">
                  <c:v>0.85510000000000019</c:v>
                </c:pt>
                <c:pt idx="755">
                  <c:v>0.81270000000000042</c:v>
                </c:pt>
                <c:pt idx="756">
                  <c:v>0.8219000000000003</c:v>
                </c:pt>
                <c:pt idx="757">
                  <c:v>0.76400000000000023</c:v>
                </c:pt>
                <c:pt idx="758">
                  <c:v>0.74490000000000034</c:v>
                </c:pt>
                <c:pt idx="759">
                  <c:v>0.71079999999999988</c:v>
                </c:pt>
                <c:pt idx="760">
                  <c:v>0.68140000000000001</c:v>
                </c:pt>
                <c:pt idx="761">
                  <c:v>0.71229999999999993</c:v>
                </c:pt>
                <c:pt idx="762">
                  <c:v>0.71769999999999978</c:v>
                </c:pt>
                <c:pt idx="763">
                  <c:v>0.75039999999999996</c:v>
                </c:pt>
                <c:pt idx="764">
                  <c:v>0.74460000000000015</c:v>
                </c:pt>
                <c:pt idx="765">
                  <c:v>0.73939999999999984</c:v>
                </c:pt>
                <c:pt idx="766">
                  <c:v>0.7923</c:v>
                </c:pt>
                <c:pt idx="767">
                  <c:v>0.78600000000000048</c:v>
                </c:pt>
                <c:pt idx="768">
                  <c:v>0.83170000000000055</c:v>
                </c:pt>
                <c:pt idx="769">
                  <c:v>0.88100000000000023</c:v>
                </c:pt>
                <c:pt idx="770">
                  <c:v>0.91120000000000001</c:v>
                </c:pt>
                <c:pt idx="771">
                  <c:v>0.99330000000000052</c:v>
                </c:pt>
                <c:pt idx="772">
                  <c:v>1.0272000000000006</c:v>
                </c:pt>
                <c:pt idx="773">
                  <c:v>1.0476000000000001</c:v>
                </c:pt>
                <c:pt idx="774">
                  <c:v>0.9786999999999999</c:v>
                </c:pt>
                <c:pt idx="775">
                  <c:v>1.0155000000000003</c:v>
                </c:pt>
                <c:pt idx="776">
                  <c:v>1.0381</c:v>
                </c:pt>
                <c:pt idx="777">
                  <c:v>1.0381</c:v>
                </c:pt>
                <c:pt idx="778">
                  <c:v>1.0381</c:v>
                </c:pt>
                <c:pt idx="779">
                  <c:v>1.1013999999999999</c:v>
                </c:pt>
                <c:pt idx="780">
                  <c:v>0</c:v>
                </c:pt>
                <c:pt idx="781">
                  <c:v>0</c:v>
                </c:pt>
                <c:pt idx="782">
                  <c:v>0</c:v>
                </c:pt>
                <c:pt idx="783">
                  <c:v>2.8900000000000148E-2</c:v>
                </c:pt>
                <c:pt idx="784">
                  <c:v>2.7000000000000135E-2</c:v>
                </c:pt>
                <c:pt idx="785">
                  <c:v>4.4700000000000628E-2</c:v>
                </c:pt>
                <c:pt idx="786">
                  <c:v>0.1177999999999999</c:v>
                </c:pt>
                <c:pt idx="787">
                  <c:v>0.22940000000000005</c:v>
                </c:pt>
                <c:pt idx="788">
                  <c:v>0.24429999999999996</c:v>
                </c:pt>
                <c:pt idx="789">
                  <c:v>0.2713000000000001</c:v>
                </c:pt>
                <c:pt idx="790">
                  <c:v>0.31820000000000004</c:v>
                </c:pt>
                <c:pt idx="791">
                  <c:v>0.3230000000000004</c:v>
                </c:pt>
                <c:pt idx="792">
                  <c:v>0.16440000000000055</c:v>
                </c:pt>
                <c:pt idx="793">
                  <c:v>0.11340000000000039</c:v>
                </c:pt>
                <c:pt idx="794">
                  <c:v>9.360000000000035E-2</c:v>
                </c:pt>
                <c:pt idx="795">
                  <c:v>9.3300000000000161E-2</c:v>
                </c:pt>
                <c:pt idx="796">
                  <c:v>2.4100000000000676E-2</c:v>
                </c:pt>
                <c:pt idx="797">
                  <c:v>6.6400000000000681E-2</c:v>
                </c:pt>
                <c:pt idx="798">
                  <c:v>6.9500000000000561E-2</c:v>
                </c:pt>
                <c:pt idx="799">
                  <c:v>6.3000000000000611E-2</c:v>
                </c:pt>
                <c:pt idx="800">
                  <c:v>1.9700000000000273E-2</c:v>
                </c:pt>
                <c:pt idx="801">
                  <c:v>4.8300000000000232E-2</c:v>
                </c:pt>
                <c:pt idx="802">
                  <c:v>5.5299999999999905E-2</c:v>
                </c:pt>
                <c:pt idx="803">
                  <c:v>-5.4999999999996163E-3</c:v>
                </c:pt>
                <c:pt idx="804">
                  <c:v>-2.7699999999999392E-2</c:v>
                </c:pt>
                <c:pt idx="805">
                  <c:v>-7.889999999999997E-2</c:v>
                </c:pt>
                <c:pt idx="806">
                  <c:v>-4.4200000000000017E-2</c:v>
                </c:pt>
                <c:pt idx="807">
                  <c:v>-0.12919999999999998</c:v>
                </c:pt>
                <c:pt idx="808">
                  <c:v>-8.0799999999999983E-2</c:v>
                </c:pt>
                <c:pt idx="809">
                  <c:v>-8.9199999999999946E-2</c:v>
                </c:pt>
                <c:pt idx="810">
                  <c:v>-0.10879999999999956</c:v>
                </c:pt>
                <c:pt idx="811">
                  <c:v>-5.7900000000000063E-2</c:v>
                </c:pt>
                <c:pt idx="812">
                  <c:v>-2.2999999999999687E-2</c:v>
                </c:pt>
                <c:pt idx="813">
                  <c:v>-7.5599999999999667E-2</c:v>
                </c:pt>
                <c:pt idx="814">
                  <c:v>-6.5999999999999837E-2</c:v>
                </c:pt>
                <c:pt idx="815">
                  <c:v>-3.8800000000000168E-2</c:v>
                </c:pt>
                <c:pt idx="816">
                  <c:v>-8.49999999999973E-3</c:v>
                </c:pt>
                <c:pt idx="817">
                  <c:v>4.4700000000000628E-2</c:v>
                </c:pt>
                <c:pt idx="818">
                  <c:v>4.1599999999999859E-2</c:v>
                </c:pt>
                <c:pt idx="819">
                  <c:v>5.9000000000004604E-3</c:v>
                </c:pt>
                <c:pt idx="820">
                  <c:v>-1.6999999999995907E-3</c:v>
                </c:pt>
                <c:pt idx="821">
                  <c:v>-5.6899999999999729E-2</c:v>
                </c:pt>
                <c:pt idx="822">
                  <c:v>-6.3200000000000145E-2</c:v>
                </c:pt>
                <c:pt idx="823">
                  <c:v>-5.3499999999999659E-2</c:v>
                </c:pt>
                <c:pt idx="824">
                  <c:v>-8.4099999999999397E-2</c:v>
                </c:pt>
                <c:pt idx="825">
                  <c:v>-1.1199999999999655E-2</c:v>
                </c:pt>
                <c:pt idx="826">
                  <c:v>-3.1600000000000072E-2</c:v>
                </c:pt>
                <c:pt idx="827">
                  <c:v>0.11650000000000027</c:v>
                </c:pt>
                <c:pt idx="828">
                  <c:v>9.3900000000000539E-2</c:v>
                </c:pt>
                <c:pt idx="829">
                  <c:v>7.1699999999999875E-2</c:v>
                </c:pt>
                <c:pt idx="830">
                  <c:v>7.7900000000000524E-2</c:v>
                </c:pt>
                <c:pt idx="831">
                  <c:v>0.10829999999999984</c:v>
                </c:pt>
                <c:pt idx="832">
                  <c:v>0.15570000000000039</c:v>
                </c:pt>
                <c:pt idx="833">
                  <c:v>0.11100000000000065</c:v>
                </c:pt>
                <c:pt idx="834">
                  <c:v>9.9899999999999878E-2</c:v>
                </c:pt>
                <c:pt idx="835">
                  <c:v>7.1600000000000108E-2</c:v>
                </c:pt>
                <c:pt idx="836">
                  <c:v>7.7100000000000612E-2</c:v>
                </c:pt>
                <c:pt idx="837">
                  <c:v>6.5000000000000391E-2</c:v>
                </c:pt>
                <c:pt idx="838">
                  <c:v>7.9800000000000537E-2</c:v>
                </c:pt>
                <c:pt idx="839">
                  <c:v>0.1463000000000001</c:v>
                </c:pt>
                <c:pt idx="840">
                  <c:v>0.14650000000000052</c:v>
                </c:pt>
                <c:pt idx="841">
                  <c:v>0.18730000000000047</c:v>
                </c:pt>
                <c:pt idx="842">
                  <c:v>0.16170000000000062</c:v>
                </c:pt>
                <c:pt idx="843">
                  <c:v>0.21720000000000006</c:v>
                </c:pt>
                <c:pt idx="844">
                  <c:v>0.12870000000000026</c:v>
                </c:pt>
                <c:pt idx="845">
                  <c:v>0.10899999999999999</c:v>
                </c:pt>
                <c:pt idx="846">
                  <c:v>6.7899999999999849E-2</c:v>
                </c:pt>
                <c:pt idx="847">
                  <c:v>7.4800000000000644E-2</c:v>
                </c:pt>
                <c:pt idx="848">
                  <c:v>-4.5700000000000074E-2</c:v>
                </c:pt>
                <c:pt idx="849">
                  <c:v>-0.11829999999999963</c:v>
                </c:pt>
                <c:pt idx="850">
                  <c:v>4.890000000000061E-2</c:v>
                </c:pt>
                <c:pt idx="851">
                  <c:v>3.960000000000008E-2</c:v>
                </c:pt>
                <c:pt idx="852">
                  <c:v>0.21309999999999985</c:v>
                </c:pt>
                <c:pt idx="853">
                  <c:v>7.7700000000000102E-2</c:v>
                </c:pt>
                <c:pt idx="854">
                  <c:v>0.18700000000000028</c:v>
                </c:pt>
                <c:pt idx="855">
                  <c:v>9.3700000000000117E-2</c:v>
                </c:pt>
                <c:pt idx="856">
                  <c:v>8.1800000000000317E-2</c:v>
                </c:pt>
                <c:pt idx="857">
                  <c:v>3.6900000000000155E-2</c:v>
                </c:pt>
                <c:pt idx="858">
                  <c:v>-2.9999999999930083E-4</c:v>
                </c:pt>
                <c:pt idx="859">
                  <c:v>-2.9999999999930083E-4</c:v>
                </c:pt>
                <c:pt idx="860">
                  <c:v>-2.9999999999930083E-4</c:v>
                </c:pt>
                <c:pt idx="861">
                  <c:v>-2.1399999999999864E-2</c:v>
                </c:pt>
                <c:pt idx="862">
                  <c:v>-1.4299999999999535E-2</c:v>
                </c:pt>
                <c:pt idx="863">
                  <c:v>-6.590000000000007E-2</c:v>
                </c:pt>
                <c:pt idx="864">
                  <c:v>-8.6799999999999322E-2</c:v>
                </c:pt>
                <c:pt idx="865">
                  <c:v>-5.6799999999999962E-2</c:v>
                </c:pt>
                <c:pt idx="866">
                  <c:v>-8.6299999999999599E-2</c:v>
                </c:pt>
                <c:pt idx="867">
                  <c:v>-0.1252999999999993</c:v>
                </c:pt>
                <c:pt idx="868">
                  <c:v>-8.4999999999999964E-2</c:v>
                </c:pt>
                <c:pt idx="869">
                  <c:v>-5.7100000000000151E-2</c:v>
                </c:pt>
                <c:pt idx="870">
                  <c:v>-5.7100000000000151E-2</c:v>
                </c:pt>
                <c:pt idx="871">
                  <c:v>-5.2499999999999325E-2</c:v>
                </c:pt>
                <c:pt idx="872">
                  <c:v>-0.10699999999999932</c:v>
                </c:pt>
                <c:pt idx="873">
                  <c:v>-2.0499999999999297E-2</c:v>
                </c:pt>
                <c:pt idx="874">
                  <c:v>1.1999999999998678E-3</c:v>
                </c:pt>
                <c:pt idx="875">
                  <c:v>7.6700000000000657E-2</c:v>
                </c:pt>
                <c:pt idx="876">
                  <c:v>0.10390000000000033</c:v>
                </c:pt>
                <c:pt idx="877">
                  <c:v>0.14660000000000029</c:v>
                </c:pt>
                <c:pt idx="878">
                  <c:v>9.3900000000000539E-2</c:v>
                </c:pt>
                <c:pt idx="879">
                  <c:v>8.2900000000000418E-2</c:v>
                </c:pt>
                <c:pt idx="880">
                  <c:v>9.7800000000000331E-2</c:v>
                </c:pt>
                <c:pt idx="881">
                  <c:v>0.13690000000000069</c:v>
                </c:pt>
                <c:pt idx="882">
                  <c:v>0.19090000000000007</c:v>
                </c:pt>
                <c:pt idx="883">
                  <c:v>0.18440000000000012</c:v>
                </c:pt>
                <c:pt idx="884">
                  <c:v>0.11520000000000064</c:v>
                </c:pt>
                <c:pt idx="885">
                  <c:v>9.9899999999999878E-2</c:v>
                </c:pt>
                <c:pt idx="886">
                  <c:v>0.16120000000000001</c:v>
                </c:pt>
                <c:pt idx="887">
                  <c:v>8.170000000000055E-2</c:v>
                </c:pt>
                <c:pt idx="888">
                  <c:v>8.0400000000000027E-2</c:v>
                </c:pt>
                <c:pt idx="889">
                  <c:v>0.10090000000000021</c:v>
                </c:pt>
                <c:pt idx="890">
                  <c:v>7.1699999999999875E-2</c:v>
                </c:pt>
                <c:pt idx="891">
                  <c:v>4.0300000000000225E-2</c:v>
                </c:pt>
                <c:pt idx="892">
                  <c:v>5.0300000000000011E-2</c:v>
                </c:pt>
                <c:pt idx="893">
                  <c:v>7.7700000000000102E-2</c:v>
                </c:pt>
                <c:pt idx="894">
                  <c:v>6.590000000000007E-2</c:v>
                </c:pt>
                <c:pt idx="895">
                  <c:v>-2.3799999999999599E-2</c:v>
                </c:pt>
                <c:pt idx="896">
                  <c:v>-1.359999999999939E-2</c:v>
                </c:pt>
                <c:pt idx="897">
                  <c:v>-8.939999999999948E-2</c:v>
                </c:pt>
                <c:pt idx="898">
                  <c:v>-1.5899999999999359E-2</c:v>
                </c:pt>
                <c:pt idx="899">
                  <c:v>-3.2999999999999474E-2</c:v>
                </c:pt>
                <c:pt idx="900">
                  <c:v>-1.6099999999999781E-2</c:v>
                </c:pt>
                <c:pt idx="901">
                  <c:v>-7.1099999999999497E-2</c:v>
                </c:pt>
                <c:pt idx="902">
                  <c:v>-3.5599999999999632E-2</c:v>
                </c:pt>
                <c:pt idx="903">
                  <c:v>-2.8799999999999493E-2</c:v>
                </c:pt>
                <c:pt idx="904">
                  <c:v>-7.3599999999999888E-2</c:v>
                </c:pt>
                <c:pt idx="905">
                  <c:v>-9.3199999999999505E-2</c:v>
                </c:pt>
                <c:pt idx="906">
                  <c:v>-8.5099999999999731E-2</c:v>
                </c:pt>
                <c:pt idx="907">
                  <c:v>-9.3999999999999417E-2</c:v>
                </c:pt>
                <c:pt idx="908">
                  <c:v>-6.1899999999999622E-2</c:v>
                </c:pt>
                <c:pt idx="909">
                  <c:v>-7.6899999999999302E-2</c:v>
                </c:pt>
                <c:pt idx="910">
                  <c:v>-0.11169999999999991</c:v>
                </c:pt>
                <c:pt idx="911">
                  <c:v>4.610000000000003E-2</c:v>
                </c:pt>
                <c:pt idx="912">
                  <c:v>-2.48999999999997E-2</c:v>
                </c:pt>
                <c:pt idx="913">
                  <c:v>-1.1800000000000033E-2</c:v>
                </c:pt>
                <c:pt idx="914">
                  <c:v>1.9900000000000695E-2</c:v>
                </c:pt>
                <c:pt idx="915">
                  <c:v>6.6699999999999982E-2</c:v>
                </c:pt>
                <c:pt idx="916">
                  <c:v>4.5700000000000074E-2</c:v>
                </c:pt>
                <c:pt idx="917">
                  <c:v>2.9500000000000526E-2</c:v>
                </c:pt>
                <c:pt idx="918">
                  <c:v>5.5900000000000283E-2</c:v>
                </c:pt>
                <c:pt idx="919">
                  <c:v>3.4000000000000696E-2</c:v>
                </c:pt>
                <c:pt idx="920">
                  <c:v>5.8699999999999974E-2</c:v>
                </c:pt>
                <c:pt idx="921">
                  <c:v>7.3100000000000165E-2</c:v>
                </c:pt>
                <c:pt idx="922">
                  <c:v>8.9100000000000179E-2</c:v>
                </c:pt>
                <c:pt idx="923">
                  <c:v>0.10810000000000031</c:v>
                </c:pt>
                <c:pt idx="924">
                  <c:v>3.7100000000000577E-2</c:v>
                </c:pt>
                <c:pt idx="925">
                  <c:v>3.4999999999998366E-3</c:v>
                </c:pt>
                <c:pt idx="926">
                  <c:v>6.8599999999999994E-2</c:v>
                </c:pt>
                <c:pt idx="927">
                  <c:v>5.5900000000000283E-2</c:v>
                </c:pt>
                <c:pt idx="928">
                  <c:v>6.9399999999999906E-2</c:v>
                </c:pt>
                <c:pt idx="929">
                  <c:v>8.1199999999999939E-2</c:v>
                </c:pt>
                <c:pt idx="930">
                  <c:v>6.7200000000000593E-2</c:v>
                </c:pt>
                <c:pt idx="931">
                  <c:v>3.76000000000003E-2</c:v>
                </c:pt>
                <c:pt idx="932">
                  <c:v>3.2000000000005357E-3</c:v>
                </c:pt>
                <c:pt idx="933">
                  <c:v>-3.9399999999999658E-2</c:v>
                </c:pt>
                <c:pt idx="934">
                  <c:v>-5.7399999999999451E-2</c:v>
                </c:pt>
                <c:pt idx="935">
                  <c:v>-4.9699999999999633E-2</c:v>
                </c:pt>
                <c:pt idx="936">
                  <c:v>-4.0299999999999336E-2</c:v>
                </c:pt>
                <c:pt idx="937">
                  <c:v>-1.9199999999999662E-2</c:v>
                </c:pt>
                <c:pt idx="938">
                  <c:v>3.5300000000000331E-2</c:v>
                </c:pt>
                <c:pt idx="939">
                  <c:v>-8.9999999999967883E-4</c:v>
                </c:pt>
                <c:pt idx="940">
                  <c:v>6.0100000000000264E-2</c:v>
                </c:pt>
                <c:pt idx="941">
                  <c:v>2.3299999999999876E-2</c:v>
                </c:pt>
                <c:pt idx="942">
                  <c:v>7.4100000000000499E-2</c:v>
                </c:pt>
                <c:pt idx="943">
                  <c:v>0.13060000000000027</c:v>
                </c:pt>
                <c:pt idx="944">
                  <c:v>0.17189999999999994</c:v>
                </c:pt>
                <c:pt idx="945">
                  <c:v>0.17430000000000057</c:v>
                </c:pt>
                <c:pt idx="946">
                  <c:v>0.10639999999999983</c:v>
                </c:pt>
                <c:pt idx="947">
                  <c:v>0.16320000000000068</c:v>
                </c:pt>
                <c:pt idx="948">
                  <c:v>0.12640000000000029</c:v>
                </c:pt>
                <c:pt idx="949">
                  <c:v>0.12640000000000029</c:v>
                </c:pt>
                <c:pt idx="950">
                  <c:v>0.17440000000000033</c:v>
                </c:pt>
                <c:pt idx="951">
                  <c:v>0.16959999999999997</c:v>
                </c:pt>
                <c:pt idx="952">
                  <c:v>0.13390000000000057</c:v>
                </c:pt>
                <c:pt idx="953">
                  <c:v>0.15560000000000063</c:v>
                </c:pt>
                <c:pt idx="954">
                  <c:v>0.18510000000000026</c:v>
                </c:pt>
                <c:pt idx="955">
                  <c:v>0.23439999999999994</c:v>
                </c:pt>
                <c:pt idx="956">
                  <c:v>0.18200000000000038</c:v>
                </c:pt>
                <c:pt idx="957">
                  <c:v>0.15420000000000034</c:v>
                </c:pt>
                <c:pt idx="958">
                  <c:v>7.9500000000000348E-2</c:v>
                </c:pt>
                <c:pt idx="959">
                  <c:v>3.960000000000008E-2</c:v>
                </c:pt>
                <c:pt idx="960">
                  <c:v>5.7199999999999918E-2</c:v>
                </c:pt>
                <c:pt idx="961">
                  <c:v>6.6699999999999982E-2</c:v>
                </c:pt>
                <c:pt idx="962">
                  <c:v>4.0900000000000603E-2</c:v>
                </c:pt>
                <c:pt idx="963">
                  <c:v>0.10580000000000034</c:v>
                </c:pt>
                <c:pt idx="964">
                  <c:v>6.7200000000000593E-2</c:v>
                </c:pt>
                <c:pt idx="965">
                  <c:v>7.3300000000000587E-2</c:v>
                </c:pt>
                <c:pt idx="966">
                  <c:v>5.9800000000000075E-2</c:v>
                </c:pt>
                <c:pt idx="967">
                  <c:v>0.11019999999999985</c:v>
                </c:pt>
                <c:pt idx="968">
                  <c:v>0.14939999999999998</c:v>
                </c:pt>
                <c:pt idx="969">
                  <c:v>0.14660000000000029</c:v>
                </c:pt>
                <c:pt idx="970">
                  <c:v>0.11380000000000035</c:v>
                </c:pt>
                <c:pt idx="971">
                  <c:v>0.10289999999999999</c:v>
                </c:pt>
                <c:pt idx="972">
                  <c:v>0.19070000000000054</c:v>
                </c:pt>
                <c:pt idx="973">
                  <c:v>0.17989999999999995</c:v>
                </c:pt>
                <c:pt idx="974">
                  <c:v>0.13480000000000025</c:v>
                </c:pt>
                <c:pt idx="975">
                  <c:v>0.13339999999999996</c:v>
                </c:pt>
                <c:pt idx="976">
                  <c:v>0.12980000000000036</c:v>
                </c:pt>
                <c:pt idx="977">
                  <c:v>0.14460000000000051</c:v>
                </c:pt>
                <c:pt idx="978">
                  <c:v>0.12380000000000013</c:v>
                </c:pt>
                <c:pt idx="979">
                  <c:v>0.17020000000000035</c:v>
                </c:pt>
                <c:pt idx="980">
                  <c:v>0.15380000000000038</c:v>
                </c:pt>
                <c:pt idx="981">
                  <c:v>0.14340000000000064</c:v>
                </c:pt>
                <c:pt idx="982">
                  <c:v>0.17940000000000023</c:v>
                </c:pt>
                <c:pt idx="983">
                  <c:v>0.10899999999999999</c:v>
                </c:pt>
                <c:pt idx="984">
                  <c:v>9.2100000000000293E-2</c:v>
                </c:pt>
                <c:pt idx="985">
                  <c:v>2.4500000000000632E-2</c:v>
                </c:pt>
                <c:pt idx="986">
                  <c:v>-2.3099999999999454E-2</c:v>
                </c:pt>
                <c:pt idx="987">
                  <c:v>-6.4999999999999503E-2</c:v>
                </c:pt>
                <c:pt idx="988">
                  <c:v>-3.5199999999999676E-2</c:v>
                </c:pt>
                <c:pt idx="989">
                  <c:v>-6.0799999999999521E-2</c:v>
                </c:pt>
                <c:pt idx="990">
                  <c:v>-8.8099999999999845E-2</c:v>
                </c:pt>
                <c:pt idx="991">
                  <c:v>-0.14849999999999941</c:v>
                </c:pt>
                <c:pt idx="992">
                  <c:v>-0.14229999999999965</c:v>
                </c:pt>
                <c:pt idx="993">
                  <c:v>-0.13410000000000011</c:v>
                </c:pt>
                <c:pt idx="994">
                  <c:v>-0.16420000000000012</c:v>
                </c:pt>
                <c:pt idx="995">
                  <c:v>-0.16559999999999953</c:v>
                </c:pt>
                <c:pt idx="996">
                  <c:v>-0.17349999999999977</c:v>
                </c:pt>
                <c:pt idx="997">
                  <c:v>-0.14210000000000012</c:v>
                </c:pt>
                <c:pt idx="998">
                  <c:v>-0.15639999999999965</c:v>
                </c:pt>
                <c:pt idx="999">
                  <c:v>-0.13079999999999981</c:v>
                </c:pt>
                <c:pt idx="1000">
                  <c:v>-0.14069999999999983</c:v>
                </c:pt>
                <c:pt idx="1001">
                  <c:v>-0.10309999999999953</c:v>
                </c:pt>
                <c:pt idx="1002">
                  <c:v>-0.13229999999999986</c:v>
                </c:pt>
                <c:pt idx="1003">
                  <c:v>-0.10009999999999941</c:v>
                </c:pt>
                <c:pt idx="1004">
                  <c:v>-0.10429999999999939</c:v>
                </c:pt>
                <c:pt idx="1005">
                  <c:v>-0.17830000000000013</c:v>
                </c:pt>
                <c:pt idx="1006">
                  <c:v>-0.1673</c:v>
                </c:pt>
                <c:pt idx="1007">
                  <c:v>-0.12829999999999941</c:v>
                </c:pt>
                <c:pt idx="1008">
                  <c:v>8.6000000000003851E-3</c:v>
                </c:pt>
                <c:pt idx="1009">
                  <c:v>-3.0599999999999739E-2</c:v>
                </c:pt>
                <c:pt idx="1010">
                  <c:v>-1.2199999999999989E-2</c:v>
                </c:pt>
                <c:pt idx="1011">
                  <c:v>3.6400000000000432E-2</c:v>
                </c:pt>
                <c:pt idx="1012">
                  <c:v>1.9499999999999851E-2</c:v>
                </c:pt>
                <c:pt idx="1013">
                  <c:v>-2.0299999999999763E-2</c:v>
                </c:pt>
                <c:pt idx="1014">
                  <c:v>-2.8399999999999537E-2</c:v>
                </c:pt>
                <c:pt idx="1015">
                  <c:v>-7.2099999999999831E-2</c:v>
                </c:pt>
                <c:pt idx="1016">
                  <c:v>-0.14229999999999965</c:v>
                </c:pt>
                <c:pt idx="1017">
                  <c:v>-0.11599999999999966</c:v>
                </c:pt>
                <c:pt idx="1018">
                  <c:v>-0.12519999999999953</c:v>
                </c:pt>
                <c:pt idx="1019">
                  <c:v>-8.4499999999999353E-2</c:v>
                </c:pt>
                <c:pt idx="1020">
                  <c:v>-9.6299999999999386E-2</c:v>
                </c:pt>
                <c:pt idx="1021">
                  <c:v>-0.11829999999999963</c:v>
                </c:pt>
                <c:pt idx="1022">
                  <c:v>-0.13119999999999976</c:v>
                </c:pt>
                <c:pt idx="1023">
                  <c:v>-8.9199999999999946E-2</c:v>
                </c:pt>
                <c:pt idx="1024">
                  <c:v>-3.7700000000000067E-2</c:v>
                </c:pt>
                <c:pt idx="1025">
                  <c:v>-6.0999999999999943E-2</c:v>
                </c:pt>
                <c:pt idx="1026">
                  <c:v>-6.0200000000000031E-2</c:v>
                </c:pt>
                <c:pt idx="1027">
                  <c:v>-8.2099999999999618E-2</c:v>
                </c:pt>
                <c:pt idx="1028">
                  <c:v>-4.9100000000000144E-2</c:v>
                </c:pt>
                <c:pt idx="1029">
                  <c:v>-6.9999999999999396E-2</c:v>
                </c:pt>
                <c:pt idx="1030">
                  <c:v>-4.7099999999999476E-2</c:v>
                </c:pt>
                <c:pt idx="1031">
                  <c:v>-9.0899999999999537E-2</c:v>
                </c:pt>
                <c:pt idx="1032">
                  <c:v>-8.5099999999999731E-2</c:v>
                </c:pt>
                <c:pt idx="1033">
                  <c:v>-4.1599999999999859E-2</c:v>
                </c:pt>
                <c:pt idx="1034">
                  <c:v>-2.9999999999999361E-2</c:v>
                </c:pt>
                <c:pt idx="1035">
                  <c:v>-5.659999999999954E-2</c:v>
                </c:pt>
                <c:pt idx="1036">
                  <c:v>-6.0399999999999565E-2</c:v>
                </c:pt>
                <c:pt idx="1037">
                  <c:v>-6.0499999999999332E-2</c:v>
                </c:pt>
                <c:pt idx="1038">
                  <c:v>-6.0499999999999332E-2</c:v>
                </c:pt>
                <c:pt idx="1039">
                  <c:v>-7.9299999999999926E-2</c:v>
                </c:pt>
                <c:pt idx="1040">
                  <c:v>-6.7699999999999427E-2</c:v>
                </c:pt>
                <c:pt idx="1041">
                  <c:v>-8.8899999999999757E-2</c:v>
                </c:pt>
                <c:pt idx="1042">
                  <c:v>-8.8899999999999757E-2</c:v>
                </c:pt>
                <c:pt idx="1043">
                  <c:v>-2.9399999999999871E-2</c:v>
                </c:pt>
                <c:pt idx="1044">
                  <c:v>-5.9499999999999886E-2</c:v>
                </c:pt>
                <c:pt idx="1045">
                  <c:v>-8.4999999999999964E-2</c:v>
                </c:pt>
                <c:pt idx="1046">
                  <c:v>-0.14939999999999998</c:v>
                </c:pt>
                <c:pt idx="1047">
                  <c:v>-0.16109999999999935</c:v>
                </c:pt>
                <c:pt idx="1048">
                  <c:v>-0.19130000000000003</c:v>
                </c:pt>
                <c:pt idx="1049">
                  <c:v>-0.19240000000000013</c:v>
                </c:pt>
                <c:pt idx="1050">
                  <c:v>-0.1673</c:v>
                </c:pt>
                <c:pt idx="1051">
                  <c:v>-0.22579999999999956</c:v>
                </c:pt>
                <c:pt idx="1052">
                  <c:v>-0.17759999999999998</c:v>
                </c:pt>
                <c:pt idx="1053">
                  <c:v>-0.16539999999999999</c:v>
                </c:pt>
                <c:pt idx="1054">
                  <c:v>-0.1509999999999998</c:v>
                </c:pt>
                <c:pt idx="1055">
                  <c:v>-0.10769999999999946</c:v>
                </c:pt>
                <c:pt idx="1056">
                  <c:v>-0.10789999999999988</c:v>
                </c:pt>
                <c:pt idx="1057">
                  <c:v>-9.1599999999999682E-2</c:v>
                </c:pt>
                <c:pt idx="1058">
                  <c:v>-5.3499999999999659E-2</c:v>
                </c:pt>
                <c:pt idx="1059">
                  <c:v>-6.8499999999999339E-2</c:v>
                </c:pt>
                <c:pt idx="1060">
                  <c:v>-4.0899999999999714E-2</c:v>
                </c:pt>
                <c:pt idx="1061">
                  <c:v>-2.1700000000000053E-2</c:v>
                </c:pt>
                <c:pt idx="1062">
                  <c:v>-5.4699999999999527E-2</c:v>
                </c:pt>
                <c:pt idx="1063">
                  <c:v>-4.4099999999999362E-2</c:v>
                </c:pt>
                <c:pt idx="1064">
                  <c:v>-5.9199999999999697E-2</c:v>
                </c:pt>
                <c:pt idx="1065">
                  <c:v>-4.8499999999999766E-2</c:v>
                </c:pt>
                <c:pt idx="1066">
                  <c:v>-1.9299999999999429E-2</c:v>
                </c:pt>
                <c:pt idx="1067">
                  <c:v>-6.6999999999994841E-3</c:v>
                </c:pt>
                <c:pt idx="1068">
                  <c:v>-5.0799999999999734E-2</c:v>
                </c:pt>
                <c:pt idx="1069">
                  <c:v>-3.8299999999999557E-2</c:v>
                </c:pt>
                <c:pt idx="1070">
                  <c:v>-5.9199999999999697E-2</c:v>
                </c:pt>
                <c:pt idx="1071">
                  <c:v>-8.9299999999999713E-2</c:v>
                </c:pt>
                <c:pt idx="1072">
                  <c:v>-0.11309999999999931</c:v>
                </c:pt>
                <c:pt idx="1073">
                  <c:v>-0.14979999999999993</c:v>
                </c:pt>
                <c:pt idx="1074">
                  <c:v>-0.16610000000000014</c:v>
                </c:pt>
                <c:pt idx="1075">
                  <c:v>-0.18969999999999931</c:v>
                </c:pt>
                <c:pt idx="1076">
                  <c:v>-0.19200000000000017</c:v>
                </c:pt>
                <c:pt idx="1077">
                  <c:v>-0.19709999999999983</c:v>
                </c:pt>
                <c:pt idx="1078">
                  <c:v>-0.21249999999999947</c:v>
                </c:pt>
                <c:pt idx="1079">
                  <c:v>-0.2513999999999994</c:v>
                </c:pt>
                <c:pt idx="1080">
                  <c:v>-0.26009999999999955</c:v>
                </c:pt>
                <c:pt idx="1081">
                  <c:v>-0.24829999999999952</c:v>
                </c:pt>
                <c:pt idx="1082">
                  <c:v>-0.2911999999999999</c:v>
                </c:pt>
                <c:pt idx="1083">
                  <c:v>-0.33319999999999972</c:v>
                </c:pt>
                <c:pt idx="1084">
                  <c:v>-0.19159999999999933</c:v>
                </c:pt>
                <c:pt idx="1085">
                  <c:v>-9.5200000000000173E-2</c:v>
                </c:pt>
                <c:pt idx="1086">
                  <c:v>-0.12519999999999953</c:v>
                </c:pt>
                <c:pt idx="1087">
                  <c:v>-2.4199999999999555E-2</c:v>
                </c:pt>
                <c:pt idx="1088">
                  <c:v>6.1799999999999855E-2</c:v>
                </c:pt>
                <c:pt idx="1089">
                  <c:v>8.0700000000000216E-2</c:v>
                </c:pt>
                <c:pt idx="1090">
                  <c:v>-1.2599999999999945E-2</c:v>
                </c:pt>
                <c:pt idx="1091">
                  <c:v>0.12110000000000021</c:v>
                </c:pt>
                <c:pt idx="1092">
                  <c:v>0.20809999999999995</c:v>
                </c:pt>
                <c:pt idx="1093">
                  <c:v>0.25750000000000028</c:v>
                </c:pt>
                <c:pt idx="1094">
                  <c:v>0.20460000000000012</c:v>
                </c:pt>
                <c:pt idx="1095">
                  <c:v>0.12769999999999992</c:v>
                </c:pt>
                <c:pt idx="1096">
                  <c:v>0.17240000000000055</c:v>
                </c:pt>
                <c:pt idx="1097">
                  <c:v>0.2779000000000007</c:v>
                </c:pt>
                <c:pt idx="1098">
                  <c:v>0.42620000000000058</c:v>
                </c:pt>
                <c:pt idx="1099">
                  <c:v>0.35139999999999993</c:v>
                </c:pt>
                <c:pt idx="1100">
                  <c:v>0.39210000000000012</c:v>
                </c:pt>
                <c:pt idx="1101">
                  <c:v>0.27329999999999988</c:v>
                </c:pt>
                <c:pt idx="1102">
                  <c:v>0.40720000000000045</c:v>
                </c:pt>
                <c:pt idx="1103">
                  <c:v>0.40830000000000055</c:v>
                </c:pt>
                <c:pt idx="1104">
                  <c:v>0.36819999999999986</c:v>
                </c:pt>
                <c:pt idx="1105">
                  <c:v>0.34980000000000011</c:v>
                </c:pt>
                <c:pt idx="1106">
                  <c:v>0.26310000000000056</c:v>
                </c:pt>
                <c:pt idx="1107">
                  <c:v>0.26600000000000001</c:v>
                </c:pt>
                <c:pt idx="1108">
                  <c:v>0.26600000000000001</c:v>
                </c:pt>
                <c:pt idx="1109">
                  <c:v>0.26600000000000001</c:v>
                </c:pt>
                <c:pt idx="1110">
                  <c:v>0.33660000000000068</c:v>
                </c:pt>
                <c:pt idx="1111">
                  <c:v>0.14320000000000022</c:v>
                </c:pt>
                <c:pt idx="1112">
                  <c:v>0.18380000000000063</c:v>
                </c:pt>
                <c:pt idx="1113">
                  <c:v>0.26970000000000027</c:v>
                </c:pt>
                <c:pt idx="1114">
                  <c:v>0.3028000000000004</c:v>
                </c:pt>
                <c:pt idx="1115">
                  <c:v>0.2145999999999999</c:v>
                </c:pt>
                <c:pt idx="1116">
                  <c:v>0.2486000000000006</c:v>
                </c:pt>
                <c:pt idx="1117">
                  <c:v>0.28210000000000068</c:v>
                </c:pt>
                <c:pt idx="1118">
                  <c:v>0.19680000000000053</c:v>
                </c:pt>
                <c:pt idx="1119">
                  <c:v>0.26810000000000045</c:v>
                </c:pt>
                <c:pt idx="1120">
                  <c:v>0.31870000000000065</c:v>
                </c:pt>
                <c:pt idx="1121">
                  <c:v>0.34330000000000016</c:v>
                </c:pt>
                <c:pt idx="1122">
                  <c:v>0.37290000000000045</c:v>
                </c:pt>
                <c:pt idx="1123">
                  <c:v>0.34560000000000013</c:v>
                </c:pt>
                <c:pt idx="1124">
                  <c:v>0.40650000000000031</c:v>
                </c:pt>
                <c:pt idx="1125">
                  <c:v>0.43960000000000043</c:v>
                </c:pt>
                <c:pt idx="1126">
                  <c:v>0.50580000000000069</c:v>
                </c:pt>
                <c:pt idx="1127">
                  <c:v>0.44669999999999987</c:v>
                </c:pt>
                <c:pt idx="1128">
                  <c:v>0.3985000000000003</c:v>
                </c:pt>
                <c:pt idx="1129">
                  <c:v>0.3985000000000003</c:v>
                </c:pt>
                <c:pt idx="1130">
                  <c:v>0.49580000000000002</c:v>
                </c:pt>
                <c:pt idx="1131">
                  <c:v>0.37380000000000013</c:v>
                </c:pt>
                <c:pt idx="1132">
                  <c:v>0.38250000000000028</c:v>
                </c:pt>
                <c:pt idx="1133">
                  <c:v>0.3468</c:v>
                </c:pt>
                <c:pt idx="1134">
                  <c:v>0.43240000000000034</c:v>
                </c:pt>
                <c:pt idx="1135">
                  <c:v>0.53600000000000048</c:v>
                </c:pt>
                <c:pt idx="1136">
                  <c:v>0.49940000000000051</c:v>
                </c:pt>
                <c:pt idx="1137">
                  <c:v>0.42810000000000059</c:v>
                </c:pt>
                <c:pt idx="1138">
                  <c:v>0.60660000000000025</c:v>
                </c:pt>
                <c:pt idx="1139">
                  <c:v>0.5329000000000006</c:v>
                </c:pt>
                <c:pt idx="1140">
                  <c:v>0.56320000000000014</c:v>
                </c:pt>
                <c:pt idx="1141">
                  <c:v>0.42240000000000055</c:v>
                </c:pt>
                <c:pt idx="1142">
                  <c:v>0.40040000000000031</c:v>
                </c:pt>
                <c:pt idx="1143">
                  <c:v>0.33199999999999985</c:v>
                </c:pt>
                <c:pt idx="1144">
                  <c:v>0.30980000000000008</c:v>
                </c:pt>
                <c:pt idx="1145">
                  <c:v>0.29269999999999996</c:v>
                </c:pt>
                <c:pt idx="1146">
                  <c:v>0.2486000000000006</c:v>
                </c:pt>
                <c:pt idx="1147">
                  <c:v>0.24680000000000035</c:v>
                </c:pt>
                <c:pt idx="1148">
                  <c:v>0.33280000000000065</c:v>
                </c:pt>
                <c:pt idx="1149">
                  <c:v>0.29389999999999983</c:v>
                </c:pt>
                <c:pt idx="1150">
                  <c:v>0.36560000000000059</c:v>
                </c:pt>
                <c:pt idx="1151">
                  <c:v>0.33280000000000065</c:v>
                </c:pt>
                <c:pt idx="1152">
                  <c:v>0.33760000000000012</c:v>
                </c:pt>
                <c:pt idx="1153">
                  <c:v>0.37809999999999988</c:v>
                </c:pt>
                <c:pt idx="1154">
                  <c:v>0.33800000000000008</c:v>
                </c:pt>
                <c:pt idx="1155">
                  <c:v>0.36610000000000031</c:v>
                </c:pt>
                <c:pt idx="1156">
                  <c:v>0.3395999999999999</c:v>
                </c:pt>
                <c:pt idx="1157">
                  <c:v>0.27040000000000042</c:v>
                </c:pt>
                <c:pt idx="1158">
                  <c:v>0.24650000000000016</c:v>
                </c:pt>
                <c:pt idx="1159">
                  <c:v>0.22299999999999986</c:v>
                </c:pt>
                <c:pt idx="1160">
                  <c:v>0.18559999999999999</c:v>
                </c:pt>
                <c:pt idx="1161">
                  <c:v>0.19070000000000054</c:v>
                </c:pt>
                <c:pt idx="1162">
                  <c:v>0.27660000000000018</c:v>
                </c:pt>
                <c:pt idx="1163">
                  <c:v>0.2427999999999999</c:v>
                </c:pt>
                <c:pt idx="1164">
                  <c:v>0.18840000000000057</c:v>
                </c:pt>
                <c:pt idx="1165">
                  <c:v>0.1175000000000006</c:v>
                </c:pt>
                <c:pt idx="1166">
                  <c:v>0.13419999999999987</c:v>
                </c:pt>
                <c:pt idx="1167">
                  <c:v>0.16610000000000014</c:v>
                </c:pt>
                <c:pt idx="1168">
                  <c:v>0.15080000000000027</c:v>
                </c:pt>
                <c:pt idx="1169">
                  <c:v>0.19169999999999998</c:v>
                </c:pt>
                <c:pt idx="1170">
                  <c:v>0.19130000000000003</c:v>
                </c:pt>
                <c:pt idx="1171">
                  <c:v>0.2099000000000002</c:v>
                </c:pt>
                <c:pt idx="1172">
                  <c:v>0.21720000000000006</c:v>
                </c:pt>
                <c:pt idx="1173">
                  <c:v>0.2273000000000005</c:v>
                </c:pt>
                <c:pt idx="1174">
                  <c:v>0.28279999999999994</c:v>
                </c:pt>
                <c:pt idx="1175">
                  <c:v>0.4090000000000007</c:v>
                </c:pt>
                <c:pt idx="1176">
                  <c:v>0.33190000000000008</c:v>
                </c:pt>
                <c:pt idx="1177">
                  <c:v>0.30550000000000033</c:v>
                </c:pt>
                <c:pt idx="1178">
                  <c:v>0.40450000000000053</c:v>
                </c:pt>
                <c:pt idx="1179">
                  <c:v>0.41110000000000024</c:v>
                </c:pt>
                <c:pt idx="1180">
                  <c:v>0.37220000000000031</c:v>
                </c:pt>
                <c:pt idx="1181">
                  <c:v>0.40030000000000054</c:v>
                </c:pt>
                <c:pt idx="1182">
                  <c:v>0.38520000000000021</c:v>
                </c:pt>
                <c:pt idx="1183">
                  <c:v>0.46620000000000061</c:v>
                </c:pt>
                <c:pt idx="1184">
                  <c:v>0.46400000000000041</c:v>
                </c:pt>
                <c:pt idx="1185">
                  <c:v>0.46879999999999988</c:v>
                </c:pt>
                <c:pt idx="1186">
                  <c:v>0.53670000000000062</c:v>
                </c:pt>
                <c:pt idx="1187">
                  <c:v>0.46640000000000015</c:v>
                </c:pt>
                <c:pt idx="1188">
                  <c:v>0.43080000000000052</c:v>
                </c:pt>
                <c:pt idx="1189">
                  <c:v>0.37870000000000026</c:v>
                </c:pt>
                <c:pt idx="1190">
                  <c:v>0.47029999999999994</c:v>
                </c:pt>
                <c:pt idx="1191">
                  <c:v>0.41880000000000006</c:v>
                </c:pt>
                <c:pt idx="1192">
                  <c:v>0.48420000000000041</c:v>
                </c:pt>
                <c:pt idx="1193">
                  <c:v>0.38759999999999994</c:v>
                </c:pt>
                <c:pt idx="1194">
                  <c:v>0.33110000000000017</c:v>
                </c:pt>
                <c:pt idx="1195">
                  <c:v>0.32490000000000041</c:v>
                </c:pt>
                <c:pt idx="1196">
                  <c:v>0.37220000000000031</c:v>
                </c:pt>
                <c:pt idx="1197">
                  <c:v>0.35540000000000038</c:v>
                </c:pt>
                <c:pt idx="1198">
                  <c:v>0.42260000000000009</c:v>
                </c:pt>
                <c:pt idx="1199">
                  <c:v>0.39829999999999988</c:v>
                </c:pt>
                <c:pt idx="1200">
                  <c:v>0.40479999999999983</c:v>
                </c:pt>
                <c:pt idx="1201">
                  <c:v>0.38680000000000003</c:v>
                </c:pt>
                <c:pt idx="1202">
                  <c:v>0.47160000000000046</c:v>
                </c:pt>
                <c:pt idx="1203">
                  <c:v>0.49420000000000019</c:v>
                </c:pt>
                <c:pt idx="1204">
                  <c:v>0.51449999999999996</c:v>
                </c:pt>
                <c:pt idx="1205">
                  <c:v>0.4786999999999999</c:v>
                </c:pt>
                <c:pt idx="1206">
                  <c:v>0.50200000000000067</c:v>
                </c:pt>
                <c:pt idx="1207">
                  <c:v>0.49509999999999987</c:v>
                </c:pt>
                <c:pt idx="1208">
                  <c:v>0.49160000000000004</c:v>
                </c:pt>
                <c:pt idx="1209">
                  <c:v>0.42260000000000009</c:v>
                </c:pt>
                <c:pt idx="1210">
                  <c:v>0.46550000000000047</c:v>
                </c:pt>
                <c:pt idx="1211">
                  <c:v>0.46490000000000009</c:v>
                </c:pt>
                <c:pt idx="1212">
                  <c:v>0.4975000000000005</c:v>
                </c:pt>
                <c:pt idx="1213">
                  <c:v>0.4975000000000005</c:v>
                </c:pt>
                <c:pt idx="1214">
                  <c:v>0.65460000000000029</c:v>
                </c:pt>
                <c:pt idx="1215">
                  <c:v>0.66500000000000004</c:v>
                </c:pt>
                <c:pt idx="1216">
                  <c:v>0.56920000000000037</c:v>
                </c:pt>
                <c:pt idx="1217">
                  <c:v>0.56789999999999985</c:v>
                </c:pt>
                <c:pt idx="1218">
                  <c:v>0.61040000000000028</c:v>
                </c:pt>
                <c:pt idx="1219">
                  <c:v>0.60810000000000031</c:v>
                </c:pt>
                <c:pt idx="1220">
                  <c:v>0.69620000000000015</c:v>
                </c:pt>
                <c:pt idx="1221">
                  <c:v>0.80810000000000048</c:v>
                </c:pt>
                <c:pt idx="1222">
                  <c:v>0.77770000000000028</c:v>
                </c:pt>
                <c:pt idx="1223">
                  <c:v>0.80149999999999988</c:v>
                </c:pt>
                <c:pt idx="1224">
                  <c:v>0.82200000000000006</c:v>
                </c:pt>
                <c:pt idx="1225">
                  <c:v>0.73090000000000011</c:v>
                </c:pt>
                <c:pt idx="1226">
                  <c:v>0.65710000000000068</c:v>
                </c:pt>
                <c:pt idx="1227">
                  <c:v>0.72960000000000047</c:v>
                </c:pt>
                <c:pt idx="1228">
                  <c:v>0.64620000000000033</c:v>
                </c:pt>
                <c:pt idx="1229">
                  <c:v>0.67280000000000051</c:v>
                </c:pt>
                <c:pt idx="1230">
                  <c:v>0.78129999999999988</c:v>
                </c:pt>
                <c:pt idx="1231">
                  <c:v>0.81570000000000054</c:v>
                </c:pt>
                <c:pt idx="1232">
                  <c:v>0.80030000000000001</c:v>
                </c:pt>
                <c:pt idx="1233">
                  <c:v>0.85580000000000034</c:v>
                </c:pt>
                <c:pt idx="1234">
                  <c:v>0.84480000000000022</c:v>
                </c:pt>
                <c:pt idx="1235">
                  <c:v>0.85890000000000022</c:v>
                </c:pt>
                <c:pt idx="1236">
                  <c:v>0.83199999999999985</c:v>
                </c:pt>
                <c:pt idx="1237">
                  <c:v>0.80050000000000043</c:v>
                </c:pt>
                <c:pt idx="1238">
                  <c:v>0.85280000000000022</c:v>
                </c:pt>
                <c:pt idx="1239">
                  <c:v>0.80980000000000008</c:v>
                </c:pt>
                <c:pt idx="1240">
                  <c:v>0.87769999999999992</c:v>
                </c:pt>
                <c:pt idx="1241">
                  <c:v>0.91520000000000046</c:v>
                </c:pt>
                <c:pt idx="1242">
                  <c:v>0.87750000000000039</c:v>
                </c:pt>
                <c:pt idx="1243">
                  <c:v>0.87490000000000023</c:v>
                </c:pt>
                <c:pt idx="1244">
                  <c:v>0.88170000000000037</c:v>
                </c:pt>
                <c:pt idx="1245">
                  <c:v>0.85920000000000041</c:v>
                </c:pt>
                <c:pt idx="1246">
                  <c:v>0.8089000000000004</c:v>
                </c:pt>
                <c:pt idx="1247">
                  <c:v>0.80650000000000066</c:v>
                </c:pt>
                <c:pt idx="1248">
                  <c:v>#N/A</c:v>
                </c:pt>
                <c:pt idx="1249">
                  <c:v>#N/A</c:v>
                </c:pt>
                <c:pt idx="1250">
                  <c:v>#N/A</c:v>
                </c:pt>
                <c:pt idx="1251">
                  <c:v>#N/A</c:v>
                </c:pt>
                <c:pt idx="1252">
                  <c:v>#N/A</c:v>
                </c:pt>
                <c:pt idx="1253">
                  <c:v>#N/A</c:v>
                </c:pt>
                <c:pt idx="1254">
                  <c:v>#N/A</c:v>
                </c:pt>
                <c:pt idx="1255">
                  <c:v>#N/A</c:v>
                </c:pt>
                <c:pt idx="1256">
                  <c:v>#N/A</c:v>
                </c:pt>
                <c:pt idx="1257">
                  <c:v>#N/A</c:v>
                </c:pt>
                <c:pt idx="1258">
                  <c:v>#N/A</c:v>
                </c:pt>
                <c:pt idx="1259">
                  <c:v>#N/A</c:v>
                </c:pt>
                <c:pt idx="1260">
                  <c:v>#N/A</c:v>
                </c:pt>
                <c:pt idx="1261">
                  <c:v>#N/A</c:v>
                </c:pt>
                <c:pt idx="1262">
                  <c:v>#N/A</c:v>
                </c:pt>
                <c:pt idx="1263">
                  <c:v>#N/A</c:v>
                </c:pt>
                <c:pt idx="1264">
                  <c:v>#N/A</c:v>
                </c:pt>
                <c:pt idx="1265">
                  <c:v>#N/A</c:v>
                </c:pt>
                <c:pt idx="1266">
                  <c:v>#N/A</c:v>
                </c:pt>
                <c:pt idx="1267">
                  <c:v>#N/A</c:v>
                </c:pt>
                <c:pt idx="1268">
                  <c:v>#N/A</c:v>
                </c:pt>
                <c:pt idx="1269">
                  <c:v>#N/A</c:v>
                </c:pt>
                <c:pt idx="1270">
                  <c:v>#N/A</c:v>
                </c:pt>
                <c:pt idx="1271">
                  <c:v>#N/A</c:v>
                </c:pt>
                <c:pt idx="1272">
                  <c:v>#N/A</c:v>
                </c:pt>
                <c:pt idx="1273">
                  <c:v>#N/A</c:v>
                </c:pt>
                <c:pt idx="1274">
                  <c:v>#N/A</c:v>
                </c:pt>
                <c:pt idx="1275">
                  <c:v>#N/A</c:v>
                </c:pt>
                <c:pt idx="1276">
                  <c:v>#N/A</c:v>
                </c:pt>
                <c:pt idx="1277">
                  <c:v>#N/A</c:v>
                </c:pt>
                <c:pt idx="1278">
                  <c:v>#N/A</c:v>
                </c:pt>
                <c:pt idx="1279">
                  <c:v>#N/A</c:v>
                </c:pt>
                <c:pt idx="1280">
                  <c:v>#N/A</c:v>
                </c:pt>
                <c:pt idx="1281">
                  <c:v>#N/A</c:v>
                </c:pt>
                <c:pt idx="1282">
                  <c:v>#N/A</c:v>
                </c:pt>
                <c:pt idx="1283">
                  <c:v>#N/A</c:v>
                </c:pt>
                <c:pt idx="1284">
                  <c:v>#N/A</c:v>
                </c:pt>
                <c:pt idx="1285">
                  <c:v>#N/A</c:v>
                </c:pt>
                <c:pt idx="1286">
                  <c:v>#N/A</c:v>
                </c:pt>
                <c:pt idx="1287">
                  <c:v>#N/A</c:v>
                </c:pt>
                <c:pt idx="1288">
                  <c:v>#N/A</c:v>
                </c:pt>
                <c:pt idx="1289">
                  <c:v>#N/A</c:v>
                </c:pt>
                <c:pt idx="1290">
                  <c:v>#N/A</c:v>
                </c:pt>
                <c:pt idx="1291">
                  <c:v>#N/A</c:v>
                </c:pt>
                <c:pt idx="1292">
                  <c:v>#N/A</c:v>
                </c:pt>
                <c:pt idx="1293">
                  <c:v>#N/A</c:v>
                </c:pt>
                <c:pt idx="1294">
                  <c:v>#N/A</c:v>
                </c:pt>
                <c:pt idx="1295">
                  <c:v>#N/A</c:v>
                </c:pt>
                <c:pt idx="1296">
                  <c:v>#N/A</c:v>
                </c:pt>
                <c:pt idx="1297">
                  <c:v>#N/A</c:v>
                </c:pt>
                <c:pt idx="1298">
                  <c:v>#N/A</c:v>
                </c:pt>
                <c:pt idx="1299">
                  <c:v>#N/A</c:v>
                </c:pt>
                <c:pt idx="1300">
                  <c:v>#N/A</c:v>
                </c:pt>
                <c:pt idx="1301">
                  <c:v>#N/A</c:v>
                </c:pt>
                <c:pt idx="1302">
                  <c:v>#N/A</c:v>
                </c:pt>
                <c:pt idx="1303">
                  <c:v>#N/A</c:v>
                </c:pt>
                <c:pt idx="1304">
                  <c:v>#N/A</c:v>
                </c:pt>
                <c:pt idx="1305">
                  <c:v>#N/A</c:v>
                </c:pt>
                <c:pt idx="1306">
                  <c:v>#N/A</c:v>
                </c:pt>
                <c:pt idx="1307">
                  <c:v>#N/A</c:v>
                </c:pt>
                <c:pt idx="1308">
                  <c:v>#N/A</c:v>
                </c:pt>
                <c:pt idx="1309">
                  <c:v>#N/A</c:v>
                </c:pt>
                <c:pt idx="1310">
                  <c:v>#N/A</c:v>
                </c:pt>
                <c:pt idx="1311">
                  <c:v>#N/A</c:v>
                </c:pt>
                <c:pt idx="1312">
                  <c:v>#N/A</c:v>
                </c:pt>
                <c:pt idx="1313">
                  <c:v>#N/A</c:v>
                </c:pt>
                <c:pt idx="1314">
                  <c:v>#N/A</c:v>
                </c:pt>
                <c:pt idx="1315">
                  <c:v>#N/A</c:v>
                </c:pt>
                <c:pt idx="1316">
                  <c:v>#N/A</c:v>
                </c:pt>
                <c:pt idx="1317">
                  <c:v>#N/A</c:v>
                </c:pt>
                <c:pt idx="1318">
                  <c:v>#N/A</c:v>
                </c:pt>
                <c:pt idx="1319">
                  <c:v>#N/A</c:v>
                </c:pt>
                <c:pt idx="1320">
                  <c:v>#N/A</c:v>
                </c:pt>
              </c:numCache>
            </c:numRef>
          </c:val>
          <c:smooth val="0"/>
          <c:extLst>
            <c:ext xmlns:c16="http://schemas.microsoft.com/office/drawing/2014/chart" uri="{C3380CC4-5D6E-409C-BE32-E72D297353CC}">
              <c16:uniqueId val="{00000001-8FD0-4083-B2AF-C14DB4137190}"/>
            </c:ext>
          </c:extLst>
        </c:ser>
        <c:ser>
          <c:idx val="2"/>
          <c:order val="2"/>
          <c:tx>
            <c:strRef>
              <c:f>FI_INDEX!$AG$7</c:f>
              <c:strCache>
                <c:ptCount val="1"/>
                <c:pt idx="0">
                  <c:v>JGB 10Y</c:v>
                </c:pt>
              </c:strCache>
            </c:strRef>
          </c:tx>
          <c:spPr>
            <a:ln w="28575">
              <a:solidFill>
                <a:sysClr val="window" lastClr="FFFFFF">
                  <a:lumMod val="50000"/>
                </a:sysClr>
              </a:solidFill>
            </a:ln>
          </c:spPr>
          <c:marker>
            <c:symbol val="none"/>
          </c:marker>
          <c:cat>
            <c:numRef>
              <c:f>FI_INDEX!$AC$795:$AC$4550</c:f>
              <c:numCache>
                <c:formatCode>m/d/yyyy</c:formatCode>
                <c:ptCount val="3756"/>
                <c:pt idx="0">
                  <c:v>44561</c:v>
                </c:pt>
                <c:pt idx="1">
                  <c:v>44564</c:v>
                </c:pt>
                <c:pt idx="2">
                  <c:v>44565</c:v>
                </c:pt>
                <c:pt idx="3">
                  <c:v>44566</c:v>
                </c:pt>
                <c:pt idx="4">
                  <c:v>44567</c:v>
                </c:pt>
                <c:pt idx="5">
                  <c:v>44568</c:v>
                </c:pt>
                <c:pt idx="6">
                  <c:v>44571</c:v>
                </c:pt>
                <c:pt idx="7">
                  <c:v>44572</c:v>
                </c:pt>
                <c:pt idx="8">
                  <c:v>44573</c:v>
                </c:pt>
                <c:pt idx="9">
                  <c:v>44574</c:v>
                </c:pt>
                <c:pt idx="10">
                  <c:v>44575</c:v>
                </c:pt>
                <c:pt idx="11">
                  <c:v>44578</c:v>
                </c:pt>
                <c:pt idx="12">
                  <c:v>44579</c:v>
                </c:pt>
                <c:pt idx="13">
                  <c:v>44580</c:v>
                </c:pt>
                <c:pt idx="14">
                  <c:v>44581</c:v>
                </c:pt>
                <c:pt idx="15">
                  <c:v>44582</c:v>
                </c:pt>
                <c:pt idx="16">
                  <c:v>44585</c:v>
                </c:pt>
                <c:pt idx="17">
                  <c:v>44586</c:v>
                </c:pt>
                <c:pt idx="18">
                  <c:v>44587</c:v>
                </c:pt>
                <c:pt idx="19">
                  <c:v>44588</c:v>
                </c:pt>
                <c:pt idx="20">
                  <c:v>44589</c:v>
                </c:pt>
                <c:pt idx="21">
                  <c:v>44592</c:v>
                </c:pt>
                <c:pt idx="22">
                  <c:v>44593</c:v>
                </c:pt>
                <c:pt idx="23">
                  <c:v>44594</c:v>
                </c:pt>
                <c:pt idx="24">
                  <c:v>44595</c:v>
                </c:pt>
                <c:pt idx="25">
                  <c:v>44596</c:v>
                </c:pt>
                <c:pt idx="26">
                  <c:v>44599</c:v>
                </c:pt>
                <c:pt idx="27">
                  <c:v>44600</c:v>
                </c:pt>
                <c:pt idx="28">
                  <c:v>44601</c:v>
                </c:pt>
                <c:pt idx="29">
                  <c:v>44602</c:v>
                </c:pt>
                <c:pt idx="30">
                  <c:v>44603</c:v>
                </c:pt>
                <c:pt idx="31">
                  <c:v>44606</c:v>
                </c:pt>
                <c:pt idx="32">
                  <c:v>44607</c:v>
                </c:pt>
                <c:pt idx="33">
                  <c:v>44608</c:v>
                </c:pt>
                <c:pt idx="34">
                  <c:v>44609</c:v>
                </c:pt>
                <c:pt idx="35">
                  <c:v>44610</c:v>
                </c:pt>
                <c:pt idx="36">
                  <c:v>44613</c:v>
                </c:pt>
                <c:pt idx="37">
                  <c:v>44614</c:v>
                </c:pt>
                <c:pt idx="38">
                  <c:v>44615</c:v>
                </c:pt>
                <c:pt idx="39">
                  <c:v>44616</c:v>
                </c:pt>
                <c:pt idx="40">
                  <c:v>44617</c:v>
                </c:pt>
                <c:pt idx="41">
                  <c:v>44620</c:v>
                </c:pt>
                <c:pt idx="42">
                  <c:v>44621</c:v>
                </c:pt>
                <c:pt idx="43">
                  <c:v>44622</c:v>
                </c:pt>
                <c:pt idx="44">
                  <c:v>44623</c:v>
                </c:pt>
                <c:pt idx="45">
                  <c:v>44624</c:v>
                </c:pt>
                <c:pt idx="46">
                  <c:v>44627</c:v>
                </c:pt>
                <c:pt idx="47">
                  <c:v>44628</c:v>
                </c:pt>
                <c:pt idx="48">
                  <c:v>44629</c:v>
                </c:pt>
                <c:pt idx="49">
                  <c:v>44630</c:v>
                </c:pt>
                <c:pt idx="50">
                  <c:v>44631</c:v>
                </c:pt>
                <c:pt idx="51">
                  <c:v>44634</c:v>
                </c:pt>
                <c:pt idx="52">
                  <c:v>44635</c:v>
                </c:pt>
                <c:pt idx="53">
                  <c:v>44636</c:v>
                </c:pt>
                <c:pt idx="54">
                  <c:v>44637</c:v>
                </c:pt>
                <c:pt idx="55">
                  <c:v>44638</c:v>
                </c:pt>
                <c:pt idx="56">
                  <c:v>44641</c:v>
                </c:pt>
                <c:pt idx="57">
                  <c:v>44642</c:v>
                </c:pt>
                <c:pt idx="58">
                  <c:v>44643</c:v>
                </c:pt>
                <c:pt idx="59">
                  <c:v>44644</c:v>
                </c:pt>
                <c:pt idx="60">
                  <c:v>44645</c:v>
                </c:pt>
                <c:pt idx="61">
                  <c:v>44648</c:v>
                </c:pt>
                <c:pt idx="62">
                  <c:v>44649</c:v>
                </c:pt>
                <c:pt idx="63">
                  <c:v>44650</c:v>
                </c:pt>
                <c:pt idx="64">
                  <c:v>44651</c:v>
                </c:pt>
                <c:pt idx="65">
                  <c:v>44652</c:v>
                </c:pt>
                <c:pt idx="66">
                  <c:v>44655</c:v>
                </c:pt>
                <c:pt idx="67">
                  <c:v>44656</c:v>
                </c:pt>
                <c:pt idx="68">
                  <c:v>44657</c:v>
                </c:pt>
                <c:pt idx="69">
                  <c:v>44658</c:v>
                </c:pt>
                <c:pt idx="70">
                  <c:v>44659</c:v>
                </c:pt>
                <c:pt idx="71">
                  <c:v>44662</c:v>
                </c:pt>
                <c:pt idx="72">
                  <c:v>44663</c:v>
                </c:pt>
                <c:pt idx="73">
                  <c:v>44664</c:v>
                </c:pt>
                <c:pt idx="74">
                  <c:v>44665</c:v>
                </c:pt>
                <c:pt idx="75">
                  <c:v>44666</c:v>
                </c:pt>
                <c:pt idx="76">
                  <c:v>44669</c:v>
                </c:pt>
                <c:pt idx="77">
                  <c:v>44670</c:v>
                </c:pt>
                <c:pt idx="78">
                  <c:v>44671</c:v>
                </c:pt>
                <c:pt idx="79">
                  <c:v>44672</c:v>
                </c:pt>
                <c:pt idx="80">
                  <c:v>44673</c:v>
                </c:pt>
                <c:pt idx="81">
                  <c:v>44676</c:v>
                </c:pt>
                <c:pt idx="82">
                  <c:v>44677</c:v>
                </c:pt>
                <c:pt idx="83">
                  <c:v>44678</c:v>
                </c:pt>
                <c:pt idx="84">
                  <c:v>44679</c:v>
                </c:pt>
                <c:pt idx="85">
                  <c:v>44680</c:v>
                </c:pt>
                <c:pt idx="86">
                  <c:v>44683</c:v>
                </c:pt>
                <c:pt idx="87">
                  <c:v>44684</c:v>
                </c:pt>
                <c:pt idx="88">
                  <c:v>44685</c:v>
                </c:pt>
                <c:pt idx="89">
                  <c:v>44686</c:v>
                </c:pt>
                <c:pt idx="90">
                  <c:v>44687</c:v>
                </c:pt>
                <c:pt idx="91">
                  <c:v>44690</c:v>
                </c:pt>
                <c:pt idx="92">
                  <c:v>44691</c:v>
                </c:pt>
                <c:pt idx="93">
                  <c:v>44692</c:v>
                </c:pt>
                <c:pt idx="94">
                  <c:v>44693</c:v>
                </c:pt>
                <c:pt idx="95">
                  <c:v>44694</c:v>
                </c:pt>
                <c:pt idx="96">
                  <c:v>44697</c:v>
                </c:pt>
                <c:pt idx="97">
                  <c:v>44698</c:v>
                </c:pt>
                <c:pt idx="98">
                  <c:v>44699</c:v>
                </c:pt>
                <c:pt idx="99">
                  <c:v>44700</c:v>
                </c:pt>
                <c:pt idx="100">
                  <c:v>44701</c:v>
                </c:pt>
                <c:pt idx="101">
                  <c:v>44704</c:v>
                </c:pt>
                <c:pt idx="102">
                  <c:v>44705</c:v>
                </c:pt>
                <c:pt idx="103">
                  <c:v>44706</c:v>
                </c:pt>
                <c:pt idx="104">
                  <c:v>44707</c:v>
                </c:pt>
                <c:pt idx="105">
                  <c:v>44708</c:v>
                </c:pt>
                <c:pt idx="106">
                  <c:v>44711</c:v>
                </c:pt>
                <c:pt idx="107">
                  <c:v>44712</c:v>
                </c:pt>
                <c:pt idx="108">
                  <c:v>44713</c:v>
                </c:pt>
                <c:pt idx="109">
                  <c:v>44714</c:v>
                </c:pt>
                <c:pt idx="110">
                  <c:v>44715</c:v>
                </c:pt>
                <c:pt idx="111">
                  <c:v>44718</c:v>
                </c:pt>
                <c:pt idx="112">
                  <c:v>44719</c:v>
                </c:pt>
                <c:pt idx="113">
                  <c:v>44720</c:v>
                </c:pt>
                <c:pt idx="114">
                  <c:v>44721</c:v>
                </c:pt>
                <c:pt idx="115">
                  <c:v>44722</c:v>
                </c:pt>
                <c:pt idx="116">
                  <c:v>44725</c:v>
                </c:pt>
                <c:pt idx="117">
                  <c:v>44726</c:v>
                </c:pt>
                <c:pt idx="118">
                  <c:v>44727</c:v>
                </c:pt>
                <c:pt idx="119">
                  <c:v>44728</c:v>
                </c:pt>
                <c:pt idx="120">
                  <c:v>44729</c:v>
                </c:pt>
                <c:pt idx="121">
                  <c:v>44732</c:v>
                </c:pt>
                <c:pt idx="122">
                  <c:v>44733</c:v>
                </c:pt>
                <c:pt idx="123">
                  <c:v>44734</c:v>
                </c:pt>
                <c:pt idx="124">
                  <c:v>44735</c:v>
                </c:pt>
                <c:pt idx="125">
                  <c:v>44736</c:v>
                </c:pt>
                <c:pt idx="126">
                  <c:v>44739</c:v>
                </c:pt>
                <c:pt idx="127">
                  <c:v>44740</c:v>
                </c:pt>
                <c:pt idx="128">
                  <c:v>44741</c:v>
                </c:pt>
                <c:pt idx="129">
                  <c:v>44742</c:v>
                </c:pt>
                <c:pt idx="130">
                  <c:v>44743</c:v>
                </c:pt>
                <c:pt idx="131">
                  <c:v>44746</c:v>
                </c:pt>
                <c:pt idx="132">
                  <c:v>44747</c:v>
                </c:pt>
                <c:pt idx="133">
                  <c:v>44748</c:v>
                </c:pt>
                <c:pt idx="134">
                  <c:v>44749</c:v>
                </c:pt>
                <c:pt idx="135">
                  <c:v>44750</c:v>
                </c:pt>
                <c:pt idx="136">
                  <c:v>44753</c:v>
                </c:pt>
                <c:pt idx="137">
                  <c:v>44754</c:v>
                </c:pt>
                <c:pt idx="138">
                  <c:v>44755</c:v>
                </c:pt>
                <c:pt idx="139">
                  <c:v>44756</c:v>
                </c:pt>
                <c:pt idx="140">
                  <c:v>44757</c:v>
                </c:pt>
                <c:pt idx="141">
                  <c:v>44760</c:v>
                </c:pt>
                <c:pt idx="142">
                  <c:v>44761</c:v>
                </c:pt>
                <c:pt idx="143">
                  <c:v>44762</c:v>
                </c:pt>
                <c:pt idx="144">
                  <c:v>44763</c:v>
                </c:pt>
                <c:pt idx="145">
                  <c:v>44764</c:v>
                </c:pt>
                <c:pt idx="146">
                  <c:v>44767</c:v>
                </c:pt>
                <c:pt idx="147">
                  <c:v>44768</c:v>
                </c:pt>
                <c:pt idx="148">
                  <c:v>44769</c:v>
                </c:pt>
                <c:pt idx="149">
                  <c:v>44770</c:v>
                </c:pt>
                <c:pt idx="150">
                  <c:v>44771</c:v>
                </c:pt>
                <c:pt idx="151">
                  <c:v>44774</c:v>
                </c:pt>
                <c:pt idx="152">
                  <c:v>44775</c:v>
                </c:pt>
                <c:pt idx="153">
                  <c:v>44776</c:v>
                </c:pt>
                <c:pt idx="154">
                  <c:v>44777</c:v>
                </c:pt>
                <c:pt idx="155">
                  <c:v>44778</c:v>
                </c:pt>
                <c:pt idx="156">
                  <c:v>44781</c:v>
                </c:pt>
                <c:pt idx="157">
                  <c:v>44782</c:v>
                </c:pt>
                <c:pt idx="158">
                  <c:v>44783</c:v>
                </c:pt>
                <c:pt idx="159">
                  <c:v>44784</c:v>
                </c:pt>
                <c:pt idx="160">
                  <c:v>44785</c:v>
                </c:pt>
                <c:pt idx="161">
                  <c:v>44788</c:v>
                </c:pt>
                <c:pt idx="162">
                  <c:v>44789</c:v>
                </c:pt>
                <c:pt idx="163">
                  <c:v>44790</c:v>
                </c:pt>
                <c:pt idx="164">
                  <c:v>44791</c:v>
                </c:pt>
                <c:pt idx="165">
                  <c:v>44792</c:v>
                </c:pt>
                <c:pt idx="166">
                  <c:v>44795</c:v>
                </c:pt>
                <c:pt idx="167">
                  <c:v>44796</c:v>
                </c:pt>
                <c:pt idx="168">
                  <c:v>44797</c:v>
                </c:pt>
                <c:pt idx="169">
                  <c:v>44798</c:v>
                </c:pt>
                <c:pt idx="170">
                  <c:v>44799</c:v>
                </c:pt>
                <c:pt idx="171">
                  <c:v>44802</c:v>
                </c:pt>
                <c:pt idx="172">
                  <c:v>44803</c:v>
                </c:pt>
                <c:pt idx="173">
                  <c:v>44804</c:v>
                </c:pt>
                <c:pt idx="174">
                  <c:v>44805</c:v>
                </c:pt>
                <c:pt idx="175">
                  <c:v>44806</c:v>
                </c:pt>
                <c:pt idx="176">
                  <c:v>44809</c:v>
                </c:pt>
                <c:pt idx="177">
                  <c:v>44810</c:v>
                </c:pt>
                <c:pt idx="178">
                  <c:v>44811</c:v>
                </c:pt>
                <c:pt idx="179">
                  <c:v>44812</c:v>
                </c:pt>
                <c:pt idx="180">
                  <c:v>44813</c:v>
                </c:pt>
                <c:pt idx="181">
                  <c:v>44816</c:v>
                </c:pt>
                <c:pt idx="182">
                  <c:v>44817</c:v>
                </c:pt>
                <c:pt idx="183">
                  <c:v>44818</c:v>
                </c:pt>
                <c:pt idx="184">
                  <c:v>44819</c:v>
                </c:pt>
                <c:pt idx="185">
                  <c:v>44820</c:v>
                </c:pt>
                <c:pt idx="186">
                  <c:v>44823</c:v>
                </c:pt>
                <c:pt idx="187">
                  <c:v>44824</c:v>
                </c:pt>
                <c:pt idx="188">
                  <c:v>44825</c:v>
                </c:pt>
                <c:pt idx="189">
                  <c:v>44826</c:v>
                </c:pt>
                <c:pt idx="190">
                  <c:v>44827</c:v>
                </c:pt>
                <c:pt idx="191">
                  <c:v>44830</c:v>
                </c:pt>
                <c:pt idx="192">
                  <c:v>44831</c:v>
                </c:pt>
                <c:pt idx="193">
                  <c:v>44832</c:v>
                </c:pt>
                <c:pt idx="194">
                  <c:v>44833</c:v>
                </c:pt>
                <c:pt idx="195">
                  <c:v>44834</c:v>
                </c:pt>
                <c:pt idx="196">
                  <c:v>44837</c:v>
                </c:pt>
                <c:pt idx="197">
                  <c:v>44838</c:v>
                </c:pt>
                <c:pt idx="198">
                  <c:v>44839</c:v>
                </c:pt>
                <c:pt idx="199">
                  <c:v>44840</c:v>
                </c:pt>
                <c:pt idx="200">
                  <c:v>44841</c:v>
                </c:pt>
                <c:pt idx="201">
                  <c:v>44844</c:v>
                </c:pt>
                <c:pt idx="202">
                  <c:v>44845</c:v>
                </c:pt>
                <c:pt idx="203">
                  <c:v>44846</c:v>
                </c:pt>
                <c:pt idx="204">
                  <c:v>44847</c:v>
                </c:pt>
                <c:pt idx="205">
                  <c:v>44848</c:v>
                </c:pt>
                <c:pt idx="206">
                  <c:v>44851</c:v>
                </c:pt>
                <c:pt idx="207">
                  <c:v>44852</c:v>
                </c:pt>
                <c:pt idx="208">
                  <c:v>44853</c:v>
                </c:pt>
                <c:pt idx="209">
                  <c:v>44854</c:v>
                </c:pt>
                <c:pt idx="210">
                  <c:v>44855</c:v>
                </c:pt>
                <c:pt idx="211">
                  <c:v>44858</c:v>
                </c:pt>
                <c:pt idx="212">
                  <c:v>44859</c:v>
                </c:pt>
                <c:pt idx="213">
                  <c:v>44860</c:v>
                </c:pt>
                <c:pt idx="214">
                  <c:v>44861</c:v>
                </c:pt>
                <c:pt idx="215">
                  <c:v>44862</c:v>
                </c:pt>
                <c:pt idx="216">
                  <c:v>44865</c:v>
                </c:pt>
                <c:pt idx="217">
                  <c:v>44866</c:v>
                </c:pt>
                <c:pt idx="218">
                  <c:v>44867</c:v>
                </c:pt>
                <c:pt idx="219">
                  <c:v>44868</c:v>
                </c:pt>
                <c:pt idx="220">
                  <c:v>44869</c:v>
                </c:pt>
                <c:pt idx="221">
                  <c:v>44872</c:v>
                </c:pt>
                <c:pt idx="222">
                  <c:v>44873</c:v>
                </c:pt>
                <c:pt idx="223">
                  <c:v>44874</c:v>
                </c:pt>
                <c:pt idx="224">
                  <c:v>44875</c:v>
                </c:pt>
                <c:pt idx="225">
                  <c:v>44876</c:v>
                </c:pt>
                <c:pt idx="226">
                  <c:v>44879</c:v>
                </c:pt>
                <c:pt idx="227">
                  <c:v>44880</c:v>
                </c:pt>
                <c:pt idx="228">
                  <c:v>44881</c:v>
                </c:pt>
                <c:pt idx="229">
                  <c:v>44882</c:v>
                </c:pt>
                <c:pt idx="230">
                  <c:v>44883</c:v>
                </c:pt>
                <c:pt idx="231">
                  <c:v>44886</c:v>
                </c:pt>
                <c:pt idx="232">
                  <c:v>44887</c:v>
                </c:pt>
                <c:pt idx="233">
                  <c:v>44888</c:v>
                </c:pt>
                <c:pt idx="234">
                  <c:v>44889</c:v>
                </c:pt>
                <c:pt idx="235">
                  <c:v>44890</c:v>
                </c:pt>
                <c:pt idx="236">
                  <c:v>44893</c:v>
                </c:pt>
                <c:pt idx="237">
                  <c:v>44894</c:v>
                </c:pt>
                <c:pt idx="238">
                  <c:v>44895</c:v>
                </c:pt>
                <c:pt idx="239">
                  <c:v>44896</c:v>
                </c:pt>
                <c:pt idx="240">
                  <c:v>44897</c:v>
                </c:pt>
                <c:pt idx="241">
                  <c:v>44900</c:v>
                </c:pt>
                <c:pt idx="242">
                  <c:v>44901</c:v>
                </c:pt>
                <c:pt idx="243">
                  <c:v>44902</c:v>
                </c:pt>
                <c:pt idx="244">
                  <c:v>44903</c:v>
                </c:pt>
                <c:pt idx="245">
                  <c:v>44904</c:v>
                </c:pt>
                <c:pt idx="246">
                  <c:v>44907</c:v>
                </c:pt>
                <c:pt idx="247">
                  <c:v>44908</c:v>
                </c:pt>
                <c:pt idx="248">
                  <c:v>44909</c:v>
                </c:pt>
                <c:pt idx="249">
                  <c:v>44910</c:v>
                </c:pt>
                <c:pt idx="250">
                  <c:v>44911</c:v>
                </c:pt>
                <c:pt idx="251">
                  <c:v>44914</c:v>
                </c:pt>
                <c:pt idx="252">
                  <c:v>44915</c:v>
                </c:pt>
                <c:pt idx="253">
                  <c:v>44916</c:v>
                </c:pt>
                <c:pt idx="254">
                  <c:v>44917</c:v>
                </c:pt>
                <c:pt idx="255">
                  <c:v>44918</c:v>
                </c:pt>
                <c:pt idx="256">
                  <c:v>44921</c:v>
                </c:pt>
                <c:pt idx="257">
                  <c:v>44922</c:v>
                </c:pt>
                <c:pt idx="258">
                  <c:v>44923</c:v>
                </c:pt>
                <c:pt idx="259">
                  <c:v>44924</c:v>
                </c:pt>
                <c:pt idx="260">
                  <c:v>44925</c:v>
                </c:pt>
                <c:pt idx="261">
                  <c:v>44928</c:v>
                </c:pt>
                <c:pt idx="262">
                  <c:v>44929</c:v>
                </c:pt>
                <c:pt idx="263">
                  <c:v>44930</c:v>
                </c:pt>
                <c:pt idx="264">
                  <c:v>44931</c:v>
                </c:pt>
                <c:pt idx="265">
                  <c:v>44932</c:v>
                </c:pt>
                <c:pt idx="266">
                  <c:v>44935</c:v>
                </c:pt>
                <c:pt idx="267">
                  <c:v>44936</c:v>
                </c:pt>
                <c:pt idx="268">
                  <c:v>44937</c:v>
                </c:pt>
                <c:pt idx="269">
                  <c:v>44938</c:v>
                </c:pt>
                <c:pt idx="270">
                  <c:v>44939</c:v>
                </c:pt>
                <c:pt idx="271">
                  <c:v>44942</c:v>
                </c:pt>
                <c:pt idx="272">
                  <c:v>44943</c:v>
                </c:pt>
                <c:pt idx="273">
                  <c:v>44944</c:v>
                </c:pt>
                <c:pt idx="274">
                  <c:v>44945</c:v>
                </c:pt>
                <c:pt idx="275">
                  <c:v>44946</c:v>
                </c:pt>
                <c:pt idx="276">
                  <c:v>44949</c:v>
                </c:pt>
                <c:pt idx="277">
                  <c:v>44950</c:v>
                </c:pt>
                <c:pt idx="278">
                  <c:v>44951</c:v>
                </c:pt>
                <c:pt idx="279">
                  <c:v>44952</c:v>
                </c:pt>
                <c:pt idx="280">
                  <c:v>44953</c:v>
                </c:pt>
                <c:pt idx="281">
                  <c:v>44956</c:v>
                </c:pt>
                <c:pt idx="282">
                  <c:v>44957</c:v>
                </c:pt>
                <c:pt idx="283">
                  <c:v>44958</c:v>
                </c:pt>
                <c:pt idx="284">
                  <c:v>44959</c:v>
                </c:pt>
                <c:pt idx="285">
                  <c:v>44960</c:v>
                </c:pt>
                <c:pt idx="286">
                  <c:v>44963</c:v>
                </c:pt>
                <c:pt idx="287">
                  <c:v>44964</c:v>
                </c:pt>
                <c:pt idx="288">
                  <c:v>44965</c:v>
                </c:pt>
                <c:pt idx="289">
                  <c:v>44966</c:v>
                </c:pt>
                <c:pt idx="290">
                  <c:v>44967</c:v>
                </c:pt>
                <c:pt idx="291">
                  <c:v>44970</c:v>
                </c:pt>
                <c:pt idx="292">
                  <c:v>44971</c:v>
                </c:pt>
                <c:pt idx="293">
                  <c:v>44972</c:v>
                </c:pt>
                <c:pt idx="294">
                  <c:v>44973</c:v>
                </c:pt>
                <c:pt idx="295">
                  <c:v>44974</c:v>
                </c:pt>
                <c:pt idx="296">
                  <c:v>44977</c:v>
                </c:pt>
                <c:pt idx="297">
                  <c:v>44978</c:v>
                </c:pt>
                <c:pt idx="298">
                  <c:v>44979</c:v>
                </c:pt>
                <c:pt idx="299">
                  <c:v>44980</c:v>
                </c:pt>
                <c:pt idx="300">
                  <c:v>44981</c:v>
                </c:pt>
                <c:pt idx="301">
                  <c:v>44984</c:v>
                </c:pt>
                <c:pt idx="302">
                  <c:v>44985</c:v>
                </c:pt>
                <c:pt idx="303">
                  <c:v>44986</c:v>
                </c:pt>
                <c:pt idx="304">
                  <c:v>44987</c:v>
                </c:pt>
                <c:pt idx="305">
                  <c:v>44988</c:v>
                </c:pt>
                <c:pt idx="306">
                  <c:v>44991</c:v>
                </c:pt>
                <c:pt idx="307">
                  <c:v>44992</c:v>
                </c:pt>
                <c:pt idx="308">
                  <c:v>44993</c:v>
                </c:pt>
                <c:pt idx="309">
                  <c:v>44994</c:v>
                </c:pt>
                <c:pt idx="310">
                  <c:v>44995</c:v>
                </c:pt>
                <c:pt idx="311">
                  <c:v>44998</c:v>
                </c:pt>
                <c:pt idx="312">
                  <c:v>44999</c:v>
                </c:pt>
                <c:pt idx="313">
                  <c:v>45000</c:v>
                </c:pt>
                <c:pt idx="314">
                  <c:v>45001</c:v>
                </c:pt>
                <c:pt idx="315">
                  <c:v>45002</c:v>
                </c:pt>
                <c:pt idx="316">
                  <c:v>45005</c:v>
                </c:pt>
                <c:pt idx="317">
                  <c:v>45006</c:v>
                </c:pt>
                <c:pt idx="318">
                  <c:v>45007</c:v>
                </c:pt>
                <c:pt idx="319">
                  <c:v>45008</c:v>
                </c:pt>
                <c:pt idx="320">
                  <c:v>45009</c:v>
                </c:pt>
                <c:pt idx="321">
                  <c:v>45012</c:v>
                </c:pt>
                <c:pt idx="322">
                  <c:v>45013</c:v>
                </c:pt>
                <c:pt idx="323">
                  <c:v>45014</c:v>
                </c:pt>
                <c:pt idx="324">
                  <c:v>45015</c:v>
                </c:pt>
                <c:pt idx="325">
                  <c:v>45016</c:v>
                </c:pt>
                <c:pt idx="326">
                  <c:v>45019</c:v>
                </c:pt>
                <c:pt idx="327">
                  <c:v>45020</c:v>
                </c:pt>
                <c:pt idx="328">
                  <c:v>45021</c:v>
                </c:pt>
                <c:pt idx="329">
                  <c:v>45022</c:v>
                </c:pt>
                <c:pt idx="330">
                  <c:v>45023</c:v>
                </c:pt>
                <c:pt idx="331">
                  <c:v>45026</c:v>
                </c:pt>
                <c:pt idx="332">
                  <c:v>45027</c:v>
                </c:pt>
                <c:pt idx="333">
                  <c:v>45028</c:v>
                </c:pt>
                <c:pt idx="334">
                  <c:v>45029</c:v>
                </c:pt>
                <c:pt idx="335">
                  <c:v>45030</c:v>
                </c:pt>
                <c:pt idx="336">
                  <c:v>45033</c:v>
                </c:pt>
                <c:pt idx="337">
                  <c:v>45034</c:v>
                </c:pt>
                <c:pt idx="338">
                  <c:v>45035</c:v>
                </c:pt>
                <c:pt idx="339">
                  <c:v>45036</c:v>
                </c:pt>
                <c:pt idx="340">
                  <c:v>45037</c:v>
                </c:pt>
                <c:pt idx="341">
                  <c:v>45040</c:v>
                </c:pt>
                <c:pt idx="342">
                  <c:v>45041</c:v>
                </c:pt>
                <c:pt idx="343">
                  <c:v>45042</c:v>
                </c:pt>
                <c:pt idx="344">
                  <c:v>45043</c:v>
                </c:pt>
                <c:pt idx="345">
                  <c:v>45044</c:v>
                </c:pt>
                <c:pt idx="346">
                  <c:v>45047</c:v>
                </c:pt>
                <c:pt idx="347">
                  <c:v>45048</c:v>
                </c:pt>
                <c:pt idx="348">
                  <c:v>45049</c:v>
                </c:pt>
                <c:pt idx="349">
                  <c:v>45050</c:v>
                </c:pt>
                <c:pt idx="350">
                  <c:v>45051</c:v>
                </c:pt>
                <c:pt idx="351">
                  <c:v>45054</c:v>
                </c:pt>
                <c:pt idx="352">
                  <c:v>45055</c:v>
                </c:pt>
                <c:pt idx="353">
                  <c:v>45056</c:v>
                </c:pt>
                <c:pt idx="354">
                  <c:v>45057</c:v>
                </c:pt>
                <c:pt idx="355">
                  <c:v>45058</c:v>
                </c:pt>
                <c:pt idx="356">
                  <c:v>45061</c:v>
                </c:pt>
                <c:pt idx="357">
                  <c:v>45062</c:v>
                </c:pt>
                <c:pt idx="358">
                  <c:v>45063</c:v>
                </c:pt>
                <c:pt idx="359">
                  <c:v>45064</c:v>
                </c:pt>
                <c:pt idx="360">
                  <c:v>45065</c:v>
                </c:pt>
                <c:pt idx="361">
                  <c:v>45068</c:v>
                </c:pt>
                <c:pt idx="362">
                  <c:v>45069</c:v>
                </c:pt>
                <c:pt idx="363">
                  <c:v>45070</c:v>
                </c:pt>
                <c:pt idx="364">
                  <c:v>45071</c:v>
                </c:pt>
                <c:pt idx="365">
                  <c:v>45072</c:v>
                </c:pt>
                <c:pt idx="366">
                  <c:v>45075</c:v>
                </c:pt>
                <c:pt idx="367">
                  <c:v>45076</c:v>
                </c:pt>
                <c:pt idx="368">
                  <c:v>45077</c:v>
                </c:pt>
                <c:pt idx="369">
                  <c:v>45078</c:v>
                </c:pt>
                <c:pt idx="370">
                  <c:v>45079</c:v>
                </c:pt>
                <c:pt idx="371">
                  <c:v>45082</c:v>
                </c:pt>
                <c:pt idx="372">
                  <c:v>45083</c:v>
                </c:pt>
                <c:pt idx="373">
                  <c:v>45084</c:v>
                </c:pt>
                <c:pt idx="374">
                  <c:v>45085</c:v>
                </c:pt>
                <c:pt idx="375">
                  <c:v>45086</c:v>
                </c:pt>
                <c:pt idx="376">
                  <c:v>45089</c:v>
                </c:pt>
                <c:pt idx="377">
                  <c:v>45090</c:v>
                </c:pt>
                <c:pt idx="378">
                  <c:v>45091</c:v>
                </c:pt>
                <c:pt idx="379">
                  <c:v>45092</c:v>
                </c:pt>
                <c:pt idx="380">
                  <c:v>45093</c:v>
                </c:pt>
                <c:pt idx="381">
                  <c:v>45096</c:v>
                </c:pt>
                <c:pt idx="382">
                  <c:v>45097</c:v>
                </c:pt>
                <c:pt idx="383">
                  <c:v>45098</c:v>
                </c:pt>
                <c:pt idx="384">
                  <c:v>45099</c:v>
                </c:pt>
                <c:pt idx="385">
                  <c:v>45100</c:v>
                </c:pt>
                <c:pt idx="386">
                  <c:v>45103</c:v>
                </c:pt>
                <c:pt idx="387">
                  <c:v>45104</c:v>
                </c:pt>
                <c:pt idx="388">
                  <c:v>45105</c:v>
                </c:pt>
                <c:pt idx="389">
                  <c:v>45106</c:v>
                </c:pt>
                <c:pt idx="390">
                  <c:v>45107</c:v>
                </c:pt>
                <c:pt idx="391">
                  <c:v>45110</c:v>
                </c:pt>
                <c:pt idx="392">
                  <c:v>45111</c:v>
                </c:pt>
                <c:pt idx="393">
                  <c:v>45112</c:v>
                </c:pt>
                <c:pt idx="394">
                  <c:v>45113</c:v>
                </c:pt>
                <c:pt idx="395">
                  <c:v>45114</c:v>
                </c:pt>
                <c:pt idx="396">
                  <c:v>45117</c:v>
                </c:pt>
                <c:pt idx="397">
                  <c:v>45118</c:v>
                </c:pt>
                <c:pt idx="398">
                  <c:v>45119</c:v>
                </c:pt>
                <c:pt idx="399">
                  <c:v>45120</c:v>
                </c:pt>
                <c:pt idx="400">
                  <c:v>45121</c:v>
                </c:pt>
                <c:pt idx="401">
                  <c:v>45124</c:v>
                </c:pt>
                <c:pt idx="402">
                  <c:v>45125</c:v>
                </c:pt>
                <c:pt idx="403">
                  <c:v>45126</c:v>
                </c:pt>
                <c:pt idx="404">
                  <c:v>45127</c:v>
                </c:pt>
                <c:pt idx="405">
                  <c:v>45128</c:v>
                </c:pt>
                <c:pt idx="406">
                  <c:v>45131</c:v>
                </c:pt>
                <c:pt idx="407">
                  <c:v>45132</c:v>
                </c:pt>
                <c:pt idx="408">
                  <c:v>45133</c:v>
                </c:pt>
                <c:pt idx="409">
                  <c:v>45134</c:v>
                </c:pt>
                <c:pt idx="410">
                  <c:v>45135</c:v>
                </c:pt>
                <c:pt idx="411">
                  <c:v>45138</c:v>
                </c:pt>
                <c:pt idx="412">
                  <c:v>45139</c:v>
                </c:pt>
                <c:pt idx="413">
                  <c:v>45140</c:v>
                </c:pt>
                <c:pt idx="414">
                  <c:v>45141</c:v>
                </c:pt>
                <c:pt idx="415">
                  <c:v>45142</c:v>
                </c:pt>
                <c:pt idx="416">
                  <c:v>45145</c:v>
                </c:pt>
                <c:pt idx="417">
                  <c:v>45146</c:v>
                </c:pt>
                <c:pt idx="418">
                  <c:v>45147</c:v>
                </c:pt>
                <c:pt idx="419">
                  <c:v>45148</c:v>
                </c:pt>
                <c:pt idx="420">
                  <c:v>45149</c:v>
                </c:pt>
                <c:pt idx="421">
                  <c:v>45152</c:v>
                </c:pt>
                <c:pt idx="422">
                  <c:v>45153</c:v>
                </c:pt>
                <c:pt idx="423">
                  <c:v>45154</c:v>
                </c:pt>
                <c:pt idx="424">
                  <c:v>45155</c:v>
                </c:pt>
                <c:pt idx="425">
                  <c:v>45156</c:v>
                </c:pt>
                <c:pt idx="426">
                  <c:v>45159</c:v>
                </c:pt>
                <c:pt idx="427">
                  <c:v>45160</c:v>
                </c:pt>
                <c:pt idx="428">
                  <c:v>45161</c:v>
                </c:pt>
                <c:pt idx="429">
                  <c:v>45162</c:v>
                </c:pt>
                <c:pt idx="430">
                  <c:v>45163</c:v>
                </c:pt>
                <c:pt idx="431">
                  <c:v>45166</c:v>
                </c:pt>
                <c:pt idx="432">
                  <c:v>45167</c:v>
                </c:pt>
                <c:pt idx="433">
                  <c:v>45168</c:v>
                </c:pt>
                <c:pt idx="434">
                  <c:v>45169</c:v>
                </c:pt>
                <c:pt idx="435">
                  <c:v>45170</c:v>
                </c:pt>
                <c:pt idx="436">
                  <c:v>45173</c:v>
                </c:pt>
                <c:pt idx="437">
                  <c:v>45174</c:v>
                </c:pt>
                <c:pt idx="438">
                  <c:v>45175</c:v>
                </c:pt>
                <c:pt idx="439">
                  <c:v>45176</c:v>
                </c:pt>
                <c:pt idx="440">
                  <c:v>45177</c:v>
                </c:pt>
                <c:pt idx="441">
                  <c:v>45180</c:v>
                </c:pt>
                <c:pt idx="442">
                  <c:v>45181</c:v>
                </c:pt>
                <c:pt idx="443">
                  <c:v>45182</c:v>
                </c:pt>
                <c:pt idx="444">
                  <c:v>45183</c:v>
                </c:pt>
                <c:pt idx="445">
                  <c:v>45184</c:v>
                </c:pt>
                <c:pt idx="446">
                  <c:v>45187</c:v>
                </c:pt>
                <c:pt idx="447">
                  <c:v>45188</c:v>
                </c:pt>
                <c:pt idx="448">
                  <c:v>45189</c:v>
                </c:pt>
                <c:pt idx="449">
                  <c:v>45190</c:v>
                </c:pt>
                <c:pt idx="450">
                  <c:v>45191</c:v>
                </c:pt>
                <c:pt idx="451">
                  <c:v>45194</c:v>
                </c:pt>
                <c:pt idx="452">
                  <c:v>45195</c:v>
                </c:pt>
                <c:pt idx="453">
                  <c:v>45196</c:v>
                </c:pt>
                <c:pt idx="454">
                  <c:v>45197</c:v>
                </c:pt>
                <c:pt idx="455">
                  <c:v>45198</c:v>
                </c:pt>
                <c:pt idx="456">
                  <c:v>45201</c:v>
                </c:pt>
                <c:pt idx="457">
                  <c:v>45202</c:v>
                </c:pt>
                <c:pt idx="458">
                  <c:v>45203</c:v>
                </c:pt>
                <c:pt idx="459">
                  <c:v>45204</c:v>
                </c:pt>
                <c:pt idx="460">
                  <c:v>45205</c:v>
                </c:pt>
                <c:pt idx="461">
                  <c:v>45208</c:v>
                </c:pt>
                <c:pt idx="462">
                  <c:v>45209</c:v>
                </c:pt>
                <c:pt idx="463">
                  <c:v>45210</c:v>
                </c:pt>
                <c:pt idx="464">
                  <c:v>45211</c:v>
                </c:pt>
                <c:pt idx="465">
                  <c:v>45212</c:v>
                </c:pt>
                <c:pt idx="466">
                  <c:v>45215</c:v>
                </c:pt>
                <c:pt idx="467">
                  <c:v>45216</c:v>
                </c:pt>
                <c:pt idx="468">
                  <c:v>45217</c:v>
                </c:pt>
                <c:pt idx="469">
                  <c:v>45218</c:v>
                </c:pt>
                <c:pt idx="470">
                  <c:v>45219</c:v>
                </c:pt>
                <c:pt idx="471">
                  <c:v>45222</c:v>
                </c:pt>
                <c:pt idx="472">
                  <c:v>45223</c:v>
                </c:pt>
                <c:pt idx="473">
                  <c:v>45224</c:v>
                </c:pt>
                <c:pt idx="474">
                  <c:v>45225</c:v>
                </c:pt>
                <c:pt idx="475">
                  <c:v>45226</c:v>
                </c:pt>
                <c:pt idx="476">
                  <c:v>45229</c:v>
                </c:pt>
                <c:pt idx="477">
                  <c:v>45230</c:v>
                </c:pt>
                <c:pt idx="478">
                  <c:v>45231</c:v>
                </c:pt>
                <c:pt idx="479">
                  <c:v>45232</c:v>
                </c:pt>
                <c:pt idx="480">
                  <c:v>45233</c:v>
                </c:pt>
                <c:pt idx="481">
                  <c:v>45236</c:v>
                </c:pt>
                <c:pt idx="482">
                  <c:v>45237</c:v>
                </c:pt>
                <c:pt idx="483">
                  <c:v>45238</c:v>
                </c:pt>
                <c:pt idx="484">
                  <c:v>45239</c:v>
                </c:pt>
                <c:pt idx="485">
                  <c:v>45240</c:v>
                </c:pt>
                <c:pt idx="486">
                  <c:v>45243</c:v>
                </c:pt>
                <c:pt idx="487">
                  <c:v>45244</c:v>
                </c:pt>
                <c:pt idx="488">
                  <c:v>45245</c:v>
                </c:pt>
                <c:pt idx="489">
                  <c:v>45246</c:v>
                </c:pt>
                <c:pt idx="490">
                  <c:v>45247</c:v>
                </c:pt>
                <c:pt idx="491">
                  <c:v>45250</c:v>
                </c:pt>
                <c:pt idx="492">
                  <c:v>45251</c:v>
                </c:pt>
                <c:pt idx="493">
                  <c:v>45252</c:v>
                </c:pt>
                <c:pt idx="494">
                  <c:v>45253</c:v>
                </c:pt>
                <c:pt idx="495">
                  <c:v>45254</c:v>
                </c:pt>
                <c:pt idx="496">
                  <c:v>45257</c:v>
                </c:pt>
                <c:pt idx="497">
                  <c:v>45258</c:v>
                </c:pt>
                <c:pt idx="498">
                  <c:v>45259</c:v>
                </c:pt>
                <c:pt idx="499">
                  <c:v>45260</c:v>
                </c:pt>
                <c:pt idx="500">
                  <c:v>45261</c:v>
                </c:pt>
                <c:pt idx="501">
                  <c:v>45264</c:v>
                </c:pt>
                <c:pt idx="502">
                  <c:v>45265</c:v>
                </c:pt>
                <c:pt idx="503">
                  <c:v>45266</c:v>
                </c:pt>
                <c:pt idx="504">
                  <c:v>45267</c:v>
                </c:pt>
                <c:pt idx="505">
                  <c:v>45268</c:v>
                </c:pt>
                <c:pt idx="506">
                  <c:v>45271</c:v>
                </c:pt>
                <c:pt idx="507">
                  <c:v>45272</c:v>
                </c:pt>
                <c:pt idx="508">
                  <c:v>45273</c:v>
                </c:pt>
                <c:pt idx="509">
                  <c:v>45274</c:v>
                </c:pt>
                <c:pt idx="510">
                  <c:v>45275</c:v>
                </c:pt>
                <c:pt idx="511">
                  <c:v>45278</c:v>
                </c:pt>
                <c:pt idx="512">
                  <c:v>45279</c:v>
                </c:pt>
                <c:pt idx="513">
                  <c:v>45280</c:v>
                </c:pt>
                <c:pt idx="514">
                  <c:v>45281</c:v>
                </c:pt>
                <c:pt idx="515">
                  <c:v>45282</c:v>
                </c:pt>
                <c:pt idx="516">
                  <c:v>45285</c:v>
                </c:pt>
                <c:pt idx="517">
                  <c:v>45286</c:v>
                </c:pt>
                <c:pt idx="518">
                  <c:v>45287</c:v>
                </c:pt>
                <c:pt idx="519">
                  <c:v>45288</c:v>
                </c:pt>
                <c:pt idx="520">
                  <c:v>45289</c:v>
                </c:pt>
                <c:pt idx="521">
                  <c:v>45292</c:v>
                </c:pt>
                <c:pt idx="522">
                  <c:v>45293</c:v>
                </c:pt>
                <c:pt idx="523">
                  <c:v>45294</c:v>
                </c:pt>
                <c:pt idx="524">
                  <c:v>45295</c:v>
                </c:pt>
                <c:pt idx="525">
                  <c:v>45296</c:v>
                </c:pt>
                <c:pt idx="526">
                  <c:v>45299</c:v>
                </c:pt>
                <c:pt idx="527">
                  <c:v>45300</c:v>
                </c:pt>
                <c:pt idx="528">
                  <c:v>45301</c:v>
                </c:pt>
                <c:pt idx="529">
                  <c:v>45302</c:v>
                </c:pt>
                <c:pt idx="530">
                  <c:v>45303</c:v>
                </c:pt>
                <c:pt idx="531">
                  <c:v>45306</c:v>
                </c:pt>
                <c:pt idx="532">
                  <c:v>45307</c:v>
                </c:pt>
                <c:pt idx="533">
                  <c:v>45308</c:v>
                </c:pt>
                <c:pt idx="534">
                  <c:v>45309</c:v>
                </c:pt>
                <c:pt idx="535">
                  <c:v>45310</c:v>
                </c:pt>
                <c:pt idx="536">
                  <c:v>45313</c:v>
                </c:pt>
                <c:pt idx="537">
                  <c:v>45314</c:v>
                </c:pt>
                <c:pt idx="538">
                  <c:v>45315</c:v>
                </c:pt>
                <c:pt idx="539">
                  <c:v>45316</c:v>
                </c:pt>
                <c:pt idx="540">
                  <c:v>45317</c:v>
                </c:pt>
                <c:pt idx="541">
                  <c:v>45320</c:v>
                </c:pt>
                <c:pt idx="542">
                  <c:v>45321</c:v>
                </c:pt>
                <c:pt idx="543">
                  <c:v>45322</c:v>
                </c:pt>
                <c:pt idx="544">
                  <c:v>45323</c:v>
                </c:pt>
                <c:pt idx="545">
                  <c:v>45324</c:v>
                </c:pt>
                <c:pt idx="546">
                  <c:v>45327</c:v>
                </c:pt>
                <c:pt idx="547">
                  <c:v>45328</c:v>
                </c:pt>
                <c:pt idx="548">
                  <c:v>45329</c:v>
                </c:pt>
                <c:pt idx="549">
                  <c:v>45330</c:v>
                </c:pt>
                <c:pt idx="550">
                  <c:v>45331</c:v>
                </c:pt>
                <c:pt idx="551">
                  <c:v>45334</c:v>
                </c:pt>
                <c:pt idx="552">
                  <c:v>45335</c:v>
                </c:pt>
                <c:pt idx="553">
                  <c:v>45336</c:v>
                </c:pt>
                <c:pt idx="554">
                  <c:v>45337</c:v>
                </c:pt>
                <c:pt idx="555">
                  <c:v>45338</c:v>
                </c:pt>
                <c:pt idx="556">
                  <c:v>45341</c:v>
                </c:pt>
                <c:pt idx="557">
                  <c:v>45342</c:v>
                </c:pt>
                <c:pt idx="558">
                  <c:v>45343</c:v>
                </c:pt>
                <c:pt idx="559">
                  <c:v>45344</c:v>
                </c:pt>
                <c:pt idx="560">
                  <c:v>45345</c:v>
                </c:pt>
                <c:pt idx="561">
                  <c:v>45348</c:v>
                </c:pt>
                <c:pt idx="562">
                  <c:v>45349</c:v>
                </c:pt>
                <c:pt idx="563">
                  <c:v>45350</c:v>
                </c:pt>
                <c:pt idx="564">
                  <c:v>45351</c:v>
                </c:pt>
                <c:pt idx="565">
                  <c:v>45352</c:v>
                </c:pt>
                <c:pt idx="566">
                  <c:v>45355</c:v>
                </c:pt>
                <c:pt idx="567">
                  <c:v>45356</c:v>
                </c:pt>
                <c:pt idx="568">
                  <c:v>45357</c:v>
                </c:pt>
                <c:pt idx="569">
                  <c:v>45358</c:v>
                </c:pt>
                <c:pt idx="570">
                  <c:v>45359</c:v>
                </c:pt>
                <c:pt idx="571">
                  <c:v>45362</c:v>
                </c:pt>
                <c:pt idx="572">
                  <c:v>45363</c:v>
                </c:pt>
                <c:pt idx="573">
                  <c:v>45364</c:v>
                </c:pt>
                <c:pt idx="574">
                  <c:v>45365</c:v>
                </c:pt>
                <c:pt idx="575">
                  <c:v>45366</c:v>
                </c:pt>
                <c:pt idx="576">
                  <c:v>45369</c:v>
                </c:pt>
                <c:pt idx="577">
                  <c:v>45370</c:v>
                </c:pt>
                <c:pt idx="578">
                  <c:v>45371</c:v>
                </c:pt>
                <c:pt idx="579">
                  <c:v>45372</c:v>
                </c:pt>
                <c:pt idx="580">
                  <c:v>45373</c:v>
                </c:pt>
                <c:pt idx="581">
                  <c:v>45376</c:v>
                </c:pt>
                <c:pt idx="582">
                  <c:v>45377</c:v>
                </c:pt>
                <c:pt idx="583">
                  <c:v>45378</c:v>
                </c:pt>
                <c:pt idx="584">
                  <c:v>45379</c:v>
                </c:pt>
                <c:pt idx="585">
                  <c:v>45380</c:v>
                </c:pt>
                <c:pt idx="586">
                  <c:v>45383</c:v>
                </c:pt>
                <c:pt idx="587">
                  <c:v>45384</c:v>
                </c:pt>
                <c:pt idx="588">
                  <c:v>45385</c:v>
                </c:pt>
                <c:pt idx="589">
                  <c:v>45386</c:v>
                </c:pt>
                <c:pt idx="590">
                  <c:v>45387</c:v>
                </c:pt>
                <c:pt idx="591">
                  <c:v>45390</c:v>
                </c:pt>
                <c:pt idx="592">
                  <c:v>45391</c:v>
                </c:pt>
                <c:pt idx="593">
                  <c:v>45392</c:v>
                </c:pt>
                <c:pt idx="594">
                  <c:v>45393</c:v>
                </c:pt>
                <c:pt idx="595">
                  <c:v>45394</c:v>
                </c:pt>
                <c:pt idx="596">
                  <c:v>45397</c:v>
                </c:pt>
                <c:pt idx="597">
                  <c:v>45398</c:v>
                </c:pt>
                <c:pt idx="598">
                  <c:v>45399</c:v>
                </c:pt>
                <c:pt idx="599">
                  <c:v>45400</c:v>
                </c:pt>
                <c:pt idx="600">
                  <c:v>45401</c:v>
                </c:pt>
                <c:pt idx="601">
                  <c:v>45404</c:v>
                </c:pt>
                <c:pt idx="602">
                  <c:v>45405</c:v>
                </c:pt>
                <c:pt idx="603">
                  <c:v>45406</c:v>
                </c:pt>
                <c:pt idx="604">
                  <c:v>45407</c:v>
                </c:pt>
                <c:pt idx="605">
                  <c:v>45408</c:v>
                </c:pt>
                <c:pt idx="606">
                  <c:v>45411</c:v>
                </c:pt>
                <c:pt idx="607">
                  <c:v>45412</c:v>
                </c:pt>
                <c:pt idx="608">
                  <c:v>45413</c:v>
                </c:pt>
                <c:pt idx="609">
                  <c:v>45414</c:v>
                </c:pt>
                <c:pt idx="610">
                  <c:v>45415</c:v>
                </c:pt>
                <c:pt idx="611">
                  <c:v>45418</c:v>
                </c:pt>
                <c:pt idx="612">
                  <c:v>45419</c:v>
                </c:pt>
                <c:pt idx="613">
                  <c:v>45420</c:v>
                </c:pt>
                <c:pt idx="614">
                  <c:v>45421</c:v>
                </c:pt>
                <c:pt idx="615">
                  <c:v>45422</c:v>
                </c:pt>
                <c:pt idx="616">
                  <c:v>45425</c:v>
                </c:pt>
                <c:pt idx="617">
                  <c:v>45426</c:v>
                </c:pt>
                <c:pt idx="618">
                  <c:v>45427</c:v>
                </c:pt>
                <c:pt idx="619">
                  <c:v>45428</c:v>
                </c:pt>
                <c:pt idx="620">
                  <c:v>45429</c:v>
                </c:pt>
                <c:pt idx="621">
                  <c:v>45432</c:v>
                </c:pt>
                <c:pt idx="622">
                  <c:v>45433</c:v>
                </c:pt>
                <c:pt idx="623">
                  <c:v>45434</c:v>
                </c:pt>
                <c:pt idx="624">
                  <c:v>45435</c:v>
                </c:pt>
                <c:pt idx="625">
                  <c:v>45436</c:v>
                </c:pt>
                <c:pt idx="626">
                  <c:v>45440</c:v>
                </c:pt>
                <c:pt idx="627">
                  <c:v>45441</c:v>
                </c:pt>
                <c:pt idx="628">
                  <c:v>45442</c:v>
                </c:pt>
                <c:pt idx="629">
                  <c:v>45443</c:v>
                </c:pt>
                <c:pt idx="630">
                  <c:v>45446</c:v>
                </c:pt>
                <c:pt idx="631">
                  <c:v>45447</c:v>
                </c:pt>
                <c:pt idx="632">
                  <c:v>45448</c:v>
                </c:pt>
                <c:pt idx="633">
                  <c:v>45449</c:v>
                </c:pt>
                <c:pt idx="634">
                  <c:v>45450</c:v>
                </c:pt>
                <c:pt idx="635">
                  <c:v>45453</c:v>
                </c:pt>
                <c:pt idx="636">
                  <c:v>45454</c:v>
                </c:pt>
                <c:pt idx="637">
                  <c:v>45455</c:v>
                </c:pt>
                <c:pt idx="638">
                  <c:v>45456</c:v>
                </c:pt>
                <c:pt idx="639">
                  <c:v>45457</c:v>
                </c:pt>
                <c:pt idx="640">
                  <c:v>45460</c:v>
                </c:pt>
                <c:pt idx="641">
                  <c:v>45461</c:v>
                </c:pt>
                <c:pt idx="642">
                  <c:v>45462</c:v>
                </c:pt>
                <c:pt idx="643">
                  <c:v>45463</c:v>
                </c:pt>
                <c:pt idx="644">
                  <c:v>45464</c:v>
                </c:pt>
                <c:pt idx="645">
                  <c:v>45467</c:v>
                </c:pt>
                <c:pt idx="646">
                  <c:v>45468</c:v>
                </c:pt>
                <c:pt idx="647">
                  <c:v>45469</c:v>
                </c:pt>
                <c:pt idx="648">
                  <c:v>45470</c:v>
                </c:pt>
                <c:pt idx="649">
                  <c:v>45471</c:v>
                </c:pt>
                <c:pt idx="650">
                  <c:v>45474</c:v>
                </c:pt>
                <c:pt idx="651">
                  <c:v>45475</c:v>
                </c:pt>
                <c:pt idx="652">
                  <c:v>45476</c:v>
                </c:pt>
                <c:pt idx="653">
                  <c:v>45477</c:v>
                </c:pt>
                <c:pt idx="654">
                  <c:v>45478</c:v>
                </c:pt>
                <c:pt idx="655">
                  <c:v>45481</c:v>
                </c:pt>
                <c:pt idx="656">
                  <c:v>45482</c:v>
                </c:pt>
                <c:pt idx="657">
                  <c:v>45483</c:v>
                </c:pt>
                <c:pt idx="658">
                  <c:v>45484</c:v>
                </c:pt>
                <c:pt idx="659">
                  <c:v>45485</c:v>
                </c:pt>
                <c:pt idx="660">
                  <c:v>45488</c:v>
                </c:pt>
                <c:pt idx="661">
                  <c:v>45489</c:v>
                </c:pt>
                <c:pt idx="662">
                  <c:v>45490</c:v>
                </c:pt>
                <c:pt idx="663">
                  <c:v>45491</c:v>
                </c:pt>
                <c:pt idx="664">
                  <c:v>45492</c:v>
                </c:pt>
                <c:pt idx="665">
                  <c:v>45495</c:v>
                </c:pt>
                <c:pt idx="666">
                  <c:v>45496</c:v>
                </c:pt>
                <c:pt idx="667">
                  <c:v>45497</c:v>
                </c:pt>
                <c:pt idx="668">
                  <c:v>45498</c:v>
                </c:pt>
                <c:pt idx="669">
                  <c:v>45499</c:v>
                </c:pt>
                <c:pt idx="670">
                  <c:v>45502</c:v>
                </c:pt>
                <c:pt idx="671">
                  <c:v>45503</c:v>
                </c:pt>
                <c:pt idx="672">
                  <c:v>45504</c:v>
                </c:pt>
                <c:pt idx="673">
                  <c:v>45505</c:v>
                </c:pt>
                <c:pt idx="674">
                  <c:v>45506</c:v>
                </c:pt>
                <c:pt idx="675">
                  <c:v>45509</c:v>
                </c:pt>
                <c:pt idx="676">
                  <c:v>45510</c:v>
                </c:pt>
                <c:pt idx="677">
                  <c:v>45511</c:v>
                </c:pt>
                <c:pt idx="678">
                  <c:v>45512</c:v>
                </c:pt>
                <c:pt idx="679">
                  <c:v>45513</c:v>
                </c:pt>
                <c:pt idx="680">
                  <c:v>45516</c:v>
                </c:pt>
                <c:pt idx="681">
                  <c:v>45517</c:v>
                </c:pt>
                <c:pt idx="682">
                  <c:v>45518</c:v>
                </c:pt>
                <c:pt idx="683">
                  <c:v>45519</c:v>
                </c:pt>
                <c:pt idx="684">
                  <c:v>45520</c:v>
                </c:pt>
                <c:pt idx="685">
                  <c:v>45523</c:v>
                </c:pt>
                <c:pt idx="686">
                  <c:v>45524</c:v>
                </c:pt>
                <c:pt idx="687">
                  <c:v>45525</c:v>
                </c:pt>
                <c:pt idx="688">
                  <c:v>45526</c:v>
                </c:pt>
                <c:pt idx="689">
                  <c:v>45527</c:v>
                </c:pt>
                <c:pt idx="690">
                  <c:v>45530</c:v>
                </c:pt>
                <c:pt idx="691">
                  <c:v>45531</c:v>
                </c:pt>
                <c:pt idx="692">
                  <c:v>45532</c:v>
                </c:pt>
                <c:pt idx="693">
                  <c:v>45533</c:v>
                </c:pt>
                <c:pt idx="694">
                  <c:v>45534</c:v>
                </c:pt>
                <c:pt idx="695">
                  <c:v>45537</c:v>
                </c:pt>
                <c:pt idx="696">
                  <c:v>45538</c:v>
                </c:pt>
                <c:pt idx="697">
                  <c:v>45539</c:v>
                </c:pt>
                <c:pt idx="698">
                  <c:v>45540</c:v>
                </c:pt>
                <c:pt idx="699">
                  <c:v>45541</c:v>
                </c:pt>
                <c:pt idx="700">
                  <c:v>45544</c:v>
                </c:pt>
                <c:pt idx="701">
                  <c:v>45545</c:v>
                </c:pt>
                <c:pt idx="702">
                  <c:v>45546</c:v>
                </c:pt>
                <c:pt idx="703">
                  <c:v>45547</c:v>
                </c:pt>
                <c:pt idx="704">
                  <c:v>45548</c:v>
                </c:pt>
                <c:pt idx="705">
                  <c:v>45551</c:v>
                </c:pt>
                <c:pt idx="706">
                  <c:v>45552</c:v>
                </c:pt>
                <c:pt idx="707">
                  <c:v>45553</c:v>
                </c:pt>
                <c:pt idx="708">
                  <c:v>45554</c:v>
                </c:pt>
                <c:pt idx="709">
                  <c:v>45555</c:v>
                </c:pt>
                <c:pt idx="710">
                  <c:v>45558</c:v>
                </c:pt>
                <c:pt idx="711">
                  <c:v>45559</c:v>
                </c:pt>
                <c:pt idx="712">
                  <c:v>45560</c:v>
                </c:pt>
                <c:pt idx="713">
                  <c:v>45561</c:v>
                </c:pt>
                <c:pt idx="714">
                  <c:v>45562</c:v>
                </c:pt>
                <c:pt idx="715">
                  <c:v>45565</c:v>
                </c:pt>
                <c:pt idx="716">
                  <c:v>45566</c:v>
                </c:pt>
                <c:pt idx="717">
                  <c:v>45567</c:v>
                </c:pt>
                <c:pt idx="718">
                  <c:v>45568</c:v>
                </c:pt>
                <c:pt idx="719">
                  <c:v>45569</c:v>
                </c:pt>
                <c:pt idx="720">
                  <c:v>45572</c:v>
                </c:pt>
                <c:pt idx="721">
                  <c:v>45573</c:v>
                </c:pt>
                <c:pt idx="722">
                  <c:v>45574</c:v>
                </c:pt>
                <c:pt idx="723">
                  <c:v>45575</c:v>
                </c:pt>
                <c:pt idx="724">
                  <c:v>45576</c:v>
                </c:pt>
                <c:pt idx="725">
                  <c:v>45579</c:v>
                </c:pt>
                <c:pt idx="726">
                  <c:v>45580</c:v>
                </c:pt>
                <c:pt idx="727">
                  <c:v>45581</c:v>
                </c:pt>
                <c:pt idx="728">
                  <c:v>45582</c:v>
                </c:pt>
                <c:pt idx="729">
                  <c:v>45583</c:v>
                </c:pt>
                <c:pt idx="730">
                  <c:v>45586</c:v>
                </c:pt>
                <c:pt idx="731">
                  <c:v>45587</c:v>
                </c:pt>
                <c:pt idx="732">
                  <c:v>45588</c:v>
                </c:pt>
                <c:pt idx="733">
                  <c:v>45589</c:v>
                </c:pt>
                <c:pt idx="734">
                  <c:v>45590</c:v>
                </c:pt>
                <c:pt idx="735">
                  <c:v>45593</c:v>
                </c:pt>
                <c:pt idx="736">
                  <c:v>45594</c:v>
                </c:pt>
                <c:pt idx="737">
                  <c:v>45595</c:v>
                </c:pt>
                <c:pt idx="738">
                  <c:v>45596</c:v>
                </c:pt>
                <c:pt idx="739">
                  <c:v>45597</c:v>
                </c:pt>
                <c:pt idx="740">
                  <c:v>45600</c:v>
                </c:pt>
                <c:pt idx="741">
                  <c:v>45601</c:v>
                </c:pt>
                <c:pt idx="742">
                  <c:v>45602</c:v>
                </c:pt>
                <c:pt idx="743">
                  <c:v>45603</c:v>
                </c:pt>
                <c:pt idx="744">
                  <c:v>45604</c:v>
                </c:pt>
                <c:pt idx="745">
                  <c:v>45607</c:v>
                </c:pt>
                <c:pt idx="746">
                  <c:v>45608</c:v>
                </c:pt>
                <c:pt idx="747">
                  <c:v>45609</c:v>
                </c:pt>
                <c:pt idx="748">
                  <c:v>45610</c:v>
                </c:pt>
                <c:pt idx="749">
                  <c:v>45611</c:v>
                </c:pt>
                <c:pt idx="750">
                  <c:v>45614</c:v>
                </c:pt>
                <c:pt idx="751">
                  <c:v>45615</c:v>
                </c:pt>
                <c:pt idx="752">
                  <c:v>45616</c:v>
                </c:pt>
                <c:pt idx="753">
                  <c:v>45617</c:v>
                </c:pt>
                <c:pt idx="754">
                  <c:v>45618</c:v>
                </c:pt>
                <c:pt idx="755">
                  <c:v>45621</c:v>
                </c:pt>
                <c:pt idx="756">
                  <c:v>45622</c:v>
                </c:pt>
                <c:pt idx="757">
                  <c:v>45623</c:v>
                </c:pt>
                <c:pt idx="758">
                  <c:v>45624</c:v>
                </c:pt>
                <c:pt idx="759">
                  <c:v>45625</c:v>
                </c:pt>
                <c:pt idx="760">
                  <c:v>45628</c:v>
                </c:pt>
                <c:pt idx="761">
                  <c:v>45629</c:v>
                </c:pt>
                <c:pt idx="762">
                  <c:v>45630</c:v>
                </c:pt>
                <c:pt idx="763">
                  <c:v>45631</c:v>
                </c:pt>
                <c:pt idx="764">
                  <c:v>45632</c:v>
                </c:pt>
                <c:pt idx="765">
                  <c:v>45635</c:v>
                </c:pt>
                <c:pt idx="766">
                  <c:v>45636</c:v>
                </c:pt>
                <c:pt idx="767">
                  <c:v>45637</c:v>
                </c:pt>
                <c:pt idx="768">
                  <c:v>45638</c:v>
                </c:pt>
                <c:pt idx="769">
                  <c:v>45639</c:v>
                </c:pt>
                <c:pt idx="770">
                  <c:v>45642</c:v>
                </c:pt>
                <c:pt idx="771">
                  <c:v>45643</c:v>
                </c:pt>
                <c:pt idx="772">
                  <c:v>45644</c:v>
                </c:pt>
                <c:pt idx="773">
                  <c:v>45645</c:v>
                </c:pt>
                <c:pt idx="774">
                  <c:v>45646</c:v>
                </c:pt>
                <c:pt idx="775">
                  <c:v>45649</c:v>
                </c:pt>
                <c:pt idx="776">
                  <c:v>45650</c:v>
                </c:pt>
                <c:pt idx="777">
                  <c:v>45651</c:v>
                </c:pt>
                <c:pt idx="778">
                  <c:v>45652</c:v>
                </c:pt>
                <c:pt idx="779">
                  <c:v>45653</c:v>
                </c:pt>
                <c:pt idx="780">
                  <c:v>45656</c:v>
                </c:pt>
                <c:pt idx="781">
                  <c:v>45657</c:v>
                </c:pt>
                <c:pt idx="782">
                  <c:v>45658</c:v>
                </c:pt>
                <c:pt idx="783">
                  <c:v>45659</c:v>
                </c:pt>
                <c:pt idx="784">
                  <c:v>45660</c:v>
                </c:pt>
                <c:pt idx="785">
                  <c:v>45663</c:v>
                </c:pt>
                <c:pt idx="786">
                  <c:v>45664</c:v>
                </c:pt>
                <c:pt idx="787">
                  <c:v>45665</c:v>
                </c:pt>
                <c:pt idx="788">
                  <c:v>45666</c:v>
                </c:pt>
                <c:pt idx="789">
                  <c:v>45667</c:v>
                </c:pt>
                <c:pt idx="790">
                  <c:v>45670</c:v>
                </c:pt>
                <c:pt idx="791">
                  <c:v>45671</c:v>
                </c:pt>
                <c:pt idx="792">
                  <c:v>45672</c:v>
                </c:pt>
                <c:pt idx="793">
                  <c:v>45673</c:v>
                </c:pt>
                <c:pt idx="794">
                  <c:v>45674</c:v>
                </c:pt>
                <c:pt idx="795">
                  <c:v>45677</c:v>
                </c:pt>
                <c:pt idx="796">
                  <c:v>45678</c:v>
                </c:pt>
                <c:pt idx="797">
                  <c:v>45679</c:v>
                </c:pt>
                <c:pt idx="798">
                  <c:v>45680</c:v>
                </c:pt>
                <c:pt idx="799">
                  <c:v>45681</c:v>
                </c:pt>
                <c:pt idx="800">
                  <c:v>45684</c:v>
                </c:pt>
                <c:pt idx="801">
                  <c:v>45685</c:v>
                </c:pt>
                <c:pt idx="802">
                  <c:v>45686</c:v>
                </c:pt>
                <c:pt idx="803">
                  <c:v>45687</c:v>
                </c:pt>
                <c:pt idx="804">
                  <c:v>45688</c:v>
                </c:pt>
                <c:pt idx="805">
                  <c:v>45691</c:v>
                </c:pt>
                <c:pt idx="806">
                  <c:v>45692</c:v>
                </c:pt>
                <c:pt idx="807">
                  <c:v>45693</c:v>
                </c:pt>
                <c:pt idx="808">
                  <c:v>45694</c:v>
                </c:pt>
                <c:pt idx="809">
                  <c:v>45695</c:v>
                </c:pt>
                <c:pt idx="810">
                  <c:v>45698</c:v>
                </c:pt>
                <c:pt idx="811">
                  <c:v>45699</c:v>
                </c:pt>
                <c:pt idx="812">
                  <c:v>45700</c:v>
                </c:pt>
                <c:pt idx="813">
                  <c:v>45701</c:v>
                </c:pt>
                <c:pt idx="814">
                  <c:v>45702</c:v>
                </c:pt>
                <c:pt idx="815">
                  <c:v>45705</c:v>
                </c:pt>
                <c:pt idx="816">
                  <c:v>45706</c:v>
                </c:pt>
                <c:pt idx="817">
                  <c:v>45707</c:v>
                </c:pt>
                <c:pt idx="818">
                  <c:v>45708</c:v>
                </c:pt>
                <c:pt idx="819">
                  <c:v>45709</c:v>
                </c:pt>
                <c:pt idx="820">
                  <c:v>45712</c:v>
                </c:pt>
                <c:pt idx="821">
                  <c:v>45713</c:v>
                </c:pt>
                <c:pt idx="822">
                  <c:v>45714</c:v>
                </c:pt>
                <c:pt idx="823">
                  <c:v>45715</c:v>
                </c:pt>
                <c:pt idx="824">
                  <c:v>45716</c:v>
                </c:pt>
                <c:pt idx="825">
                  <c:v>45719</c:v>
                </c:pt>
                <c:pt idx="826">
                  <c:v>45720</c:v>
                </c:pt>
                <c:pt idx="827">
                  <c:v>45721</c:v>
                </c:pt>
                <c:pt idx="828">
                  <c:v>45722</c:v>
                </c:pt>
                <c:pt idx="829">
                  <c:v>45723</c:v>
                </c:pt>
                <c:pt idx="830">
                  <c:v>45726</c:v>
                </c:pt>
                <c:pt idx="831">
                  <c:v>45727</c:v>
                </c:pt>
                <c:pt idx="832">
                  <c:v>45728</c:v>
                </c:pt>
                <c:pt idx="833">
                  <c:v>45729</c:v>
                </c:pt>
                <c:pt idx="834">
                  <c:v>45730</c:v>
                </c:pt>
                <c:pt idx="835">
                  <c:v>45733</c:v>
                </c:pt>
                <c:pt idx="836">
                  <c:v>45734</c:v>
                </c:pt>
                <c:pt idx="837">
                  <c:v>45735</c:v>
                </c:pt>
                <c:pt idx="838">
                  <c:v>45736</c:v>
                </c:pt>
                <c:pt idx="839">
                  <c:v>45737</c:v>
                </c:pt>
                <c:pt idx="840">
                  <c:v>45740</c:v>
                </c:pt>
                <c:pt idx="841">
                  <c:v>45741</c:v>
                </c:pt>
                <c:pt idx="842">
                  <c:v>45742</c:v>
                </c:pt>
                <c:pt idx="843">
                  <c:v>45743</c:v>
                </c:pt>
                <c:pt idx="844">
                  <c:v>45744</c:v>
                </c:pt>
                <c:pt idx="845">
                  <c:v>45747</c:v>
                </c:pt>
                <c:pt idx="846">
                  <c:v>45748</c:v>
                </c:pt>
                <c:pt idx="847">
                  <c:v>45749</c:v>
                </c:pt>
                <c:pt idx="848">
                  <c:v>45750</c:v>
                </c:pt>
                <c:pt idx="849">
                  <c:v>45751</c:v>
                </c:pt>
                <c:pt idx="850">
                  <c:v>45754</c:v>
                </c:pt>
                <c:pt idx="851">
                  <c:v>45755</c:v>
                </c:pt>
                <c:pt idx="852">
                  <c:v>45756</c:v>
                </c:pt>
                <c:pt idx="853">
                  <c:v>45757</c:v>
                </c:pt>
                <c:pt idx="854">
                  <c:v>45758</c:v>
                </c:pt>
                <c:pt idx="855">
                  <c:v>45761</c:v>
                </c:pt>
                <c:pt idx="856">
                  <c:v>45762</c:v>
                </c:pt>
                <c:pt idx="857">
                  <c:v>45763</c:v>
                </c:pt>
                <c:pt idx="858">
                  <c:v>45764</c:v>
                </c:pt>
                <c:pt idx="859">
                  <c:v>45765</c:v>
                </c:pt>
                <c:pt idx="860">
                  <c:v>45768</c:v>
                </c:pt>
                <c:pt idx="861">
                  <c:v>45769</c:v>
                </c:pt>
                <c:pt idx="862">
                  <c:v>45770</c:v>
                </c:pt>
                <c:pt idx="863">
                  <c:v>45771</c:v>
                </c:pt>
                <c:pt idx="864">
                  <c:v>45772</c:v>
                </c:pt>
                <c:pt idx="865">
                  <c:v>45775</c:v>
                </c:pt>
                <c:pt idx="866">
                  <c:v>45776</c:v>
                </c:pt>
                <c:pt idx="867">
                  <c:v>45777</c:v>
                </c:pt>
                <c:pt idx="868">
                  <c:v>45778</c:v>
                </c:pt>
                <c:pt idx="869">
                  <c:v>45779</c:v>
                </c:pt>
                <c:pt idx="870">
                  <c:v>45782</c:v>
                </c:pt>
                <c:pt idx="871">
                  <c:v>45783</c:v>
                </c:pt>
                <c:pt idx="872">
                  <c:v>45784</c:v>
                </c:pt>
                <c:pt idx="873">
                  <c:v>45785</c:v>
                </c:pt>
                <c:pt idx="874">
                  <c:v>45786</c:v>
                </c:pt>
                <c:pt idx="875">
                  <c:v>45789</c:v>
                </c:pt>
                <c:pt idx="876">
                  <c:v>45790</c:v>
                </c:pt>
                <c:pt idx="877">
                  <c:v>45791</c:v>
                </c:pt>
                <c:pt idx="878">
                  <c:v>45792</c:v>
                </c:pt>
                <c:pt idx="879">
                  <c:v>45793</c:v>
                </c:pt>
                <c:pt idx="880">
                  <c:v>45796</c:v>
                </c:pt>
                <c:pt idx="881">
                  <c:v>45797</c:v>
                </c:pt>
                <c:pt idx="882">
                  <c:v>45798</c:v>
                </c:pt>
                <c:pt idx="883">
                  <c:v>45799</c:v>
                </c:pt>
                <c:pt idx="884">
                  <c:v>45800</c:v>
                </c:pt>
                <c:pt idx="885">
                  <c:v>45804</c:v>
                </c:pt>
                <c:pt idx="886">
                  <c:v>45805</c:v>
                </c:pt>
                <c:pt idx="887">
                  <c:v>45806</c:v>
                </c:pt>
                <c:pt idx="888">
                  <c:v>45807</c:v>
                </c:pt>
                <c:pt idx="889">
                  <c:v>45810</c:v>
                </c:pt>
                <c:pt idx="890">
                  <c:v>45811</c:v>
                </c:pt>
                <c:pt idx="891">
                  <c:v>45812</c:v>
                </c:pt>
                <c:pt idx="892">
                  <c:v>45813</c:v>
                </c:pt>
                <c:pt idx="893">
                  <c:v>45814</c:v>
                </c:pt>
                <c:pt idx="894">
                  <c:v>45817</c:v>
                </c:pt>
                <c:pt idx="895">
                  <c:v>45818</c:v>
                </c:pt>
                <c:pt idx="896">
                  <c:v>45819</c:v>
                </c:pt>
                <c:pt idx="897">
                  <c:v>45820</c:v>
                </c:pt>
                <c:pt idx="898">
                  <c:v>45821</c:v>
                </c:pt>
                <c:pt idx="899">
                  <c:v>45824</c:v>
                </c:pt>
                <c:pt idx="900">
                  <c:v>45825</c:v>
                </c:pt>
                <c:pt idx="901">
                  <c:v>45826</c:v>
                </c:pt>
                <c:pt idx="902">
                  <c:v>45827</c:v>
                </c:pt>
                <c:pt idx="903">
                  <c:v>45828</c:v>
                </c:pt>
                <c:pt idx="904">
                  <c:v>45831</c:v>
                </c:pt>
                <c:pt idx="905">
                  <c:v>45832</c:v>
                </c:pt>
                <c:pt idx="906">
                  <c:v>45833</c:v>
                </c:pt>
                <c:pt idx="907">
                  <c:v>45834</c:v>
                </c:pt>
                <c:pt idx="908">
                  <c:v>45835</c:v>
                </c:pt>
                <c:pt idx="909">
                  <c:v>45838</c:v>
                </c:pt>
                <c:pt idx="910">
                  <c:v>45839</c:v>
                </c:pt>
                <c:pt idx="911">
                  <c:v>45840</c:v>
                </c:pt>
                <c:pt idx="912">
                  <c:v>45841</c:v>
                </c:pt>
                <c:pt idx="913">
                  <c:v>45842</c:v>
                </c:pt>
                <c:pt idx="914">
                  <c:v>45845</c:v>
                </c:pt>
                <c:pt idx="915">
                  <c:v>45846</c:v>
                </c:pt>
                <c:pt idx="916">
                  <c:v>45847</c:v>
                </c:pt>
                <c:pt idx="917">
                  <c:v>45848</c:v>
                </c:pt>
                <c:pt idx="918">
                  <c:v>45849</c:v>
                </c:pt>
                <c:pt idx="919">
                  <c:v>45852</c:v>
                </c:pt>
                <c:pt idx="920">
                  <c:v>45853</c:v>
                </c:pt>
                <c:pt idx="921">
                  <c:v>45854</c:v>
                </c:pt>
                <c:pt idx="922">
                  <c:v>45855</c:v>
                </c:pt>
                <c:pt idx="923">
                  <c:v>45856</c:v>
                </c:pt>
                <c:pt idx="924">
                  <c:v>45859</c:v>
                </c:pt>
                <c:pt idx="925">
                  <c:v>45860</c:v>
                </c:pt>
                <c:pt idx="926">
                  <c:v>45861</c:v>
                </c:pt>
                <c:pt idx="927">
                  <c:v>45862</c:v>
                </c:pt>
                <c:pt idx="928">
                  <c:v>45863</c:v>
                </c:pt>
                <c:pt idx="929">
                  <c:v>45866</c:v>
                </c:pt>
                <c:pt idx="930">
                  <c:v>45867</c:v>
                </c:pt>
                <c:pt idx="931">
                  <c:v>45868</c:v>
                </c:pt>
                <c:pt idx="932">
                  <c:v>45869</c:v>
                </c:pt>
                <c:pt idx="933">
                  <c:v>45870</c:v>
                </c:pt>
                <c:pt idx="934">
                  <c:v>45873</c:v>
                </c:pt>
                <c:pt idx="935">
                  <c:v>45874</c:v>
                </c:pt>
                <c:pt idx="936">
                  <c:v>45875</c:v>
                </c:pt>
                <c:pt idx="937">
                  <c:v>45876</c:v>
                </c:pt>
                <c:pt idx="938">
                  <c:v>45877</c:v>
                </c:pt>
                <c:pt idx="939">
                  <c:v>45880</c:v>
                </c:pt>
                <c:pt idx="940">
                  <c:v>45881</c:v>
                </c:pt>
                <c:pt idx="941">
                  <c:v>45882</c:v>
                </c:pt>
                <c:pt idx="942">
                  <c:v>45883</c:v>
                </c:pt>
                <c:pt idx="943">
                  <c:v>45884</c:v>
                </c:pt>
                <c:pt idx="944">
                  <c:v>45887</c:v>
                </c:pt>
                <c:pt idx="945">
                  <c:v>45888</c:v>
                </c:pt>
                <c:pt idx="946">
                  <c:v>45889</c:v>
                </c:pt>
                <c:pt idx="947">
                  <c:v>45890</c:v>
                </c:pt>
                <c:pt idx="948">
                  <c:v>45891</c:v>
                </c:pt>
                <c:pt idx="949">
                  <c:v>45894</c:v>
                </c:pt>
                <c:pt idx="950">
                  <c:v>45895</c:v>
                </c:pt>
                <c:pt idx="951">
                  <c:v>45896</c:v>
                </c:pt>
                <c:pt idx="952">
                  <c:v>45897</c:v>
                </c:pt>
                <c:pt idx="953">
                  <c:v>45898</c:v>
                </c:pt>
                <c:pt idx="954">
                  <c:v>45901</c:v>
                </c:pt>
                <c:pt idx="955">
                  <c:v>45902</c:v>
                </c:pt>
                <c:pt idx="956">
                  <c:v>45903</c:v>
                </c:pt>
                <c:pt idx="957">
                  <c:v>45904</c:v>
                </c:pt>
                <c:pt idx="958">
                  <c:v>45905</c:v>
                </c:pt>
                <c:pt idx="959">
                  <c:v>45908</c:v>
                </c:pt>
                <c:pt idx="960">
                  <c:v>45909</c:v>
                </c:pt>
                <c:pt idx="961">
                  <c:v>45910</c:v>
                </c:pt>
                <c:pt idx="962">
                  <c:v>45911</c:v>
                </c:pt>
                <c:pt idx="963">
                  <c:v>45912</c:v>
                </c:pt>
                <c:pt idx="964">
                  <c:v>45915</c:v>
                </c:pt>
                <c:pt idx="965">
                  <c:v>45916</c:v>
                </c:pt>
                <c:pt idx="966">
                  <c:v>45917</c:v>
                </c:pt>
                <c:pt idx="967">
                  <c:v>45918</c:v>
                </c:pt>
                <c:pt idx="968">
                  <c:v>45919</c:v>
                </c:pt>
                <c:pt idx="969">
                  <c:v>45922</c:v>
                </c:pt>
                <c:pt idx="970">
                  <c:v>45923</c:v>
                </c:pt>
                <c:pt idx="971">
                  <c:v>45924</c:v>
                </c:pt>
                <c:pt idx="972">
                  <c:v>45925</c:v>
                </c:pt>
                <c:pt idx="973">
                  <c:v>45926</c:v>
                </c:pt>
                <c:pt idx="974">
                  <c:v>45929</c:v>
                </c:pt>
                <c:pt idx="975">
                  <c:v>45930</c:v>
                </c:pt>
                <c:pt idx="976">
                  <c:v>45931</c:v>
                </c:pt>
                <c:pt idx="977">
                  <c:v>45932</c:v>
                </c:pt>
                <c:pt idx="978">
                  <c:v>45933</c:v>
                </c:pt>
                <c:pt idx="979">
                  <c:v>45936</c:v>
                </c:pt>
                <c:pt idx="980">
                  <c:v>45937</c:v>
                </c:pt>
                <c:pt idx="981">
                  <c:v>45938</c:v>
                </c:pt>
                <c:pt idx="982">
                  <c:v>45939</c:v>
                </c:pt>
                <c:pt idx="983">
                  <c:v>45940</c:v>
                </c:pt>
                <c:pt idx="984">
                  <c:v>45943</c:v>
                </c:pt>
                <c:pt idx="985">
                  <c:v>45944</c:v>
                </c:pt>
                <c:pt idx="986">
                  <c:v>45945</c:v>
                </c:pt>
                <c:pt idx="987">
                  <c:v>45946</c:v>
                </c:pt>
                <c:pt idx="988">
                  <c:v>45947</c:v>
                </c:pt>
                <c:pt idx="989">
                  <c:v>45950</c:v>
                </c:pt>
                <c:pt idx="990">
                  <c:v>45951</c:v>
                </c:pt>
                <c:pt idx="991">
                  <c:v>45952</c:v>
                </c:pt>
                <c:pt idx="992">
                  <c:v>45953</c:v>
                </c:pt>
                <c:pt idx="993">
                  <c:v>45954</c:v>
                </c:pt>
                <c:pt idx="994">
                  <c:v>45957</c:v>
                </c:pt>
                <c:pt idx="995">
                  <c:v>45958</c:v>
                </c:pt>
                <c:pt idx="996">
                  <c:v>45959</c:v>
                </c:pt>
                <c:pt idx="997">
                  <c:v>45960</c:v>
                </c:pt>
                <c:pt idx="998">
                  <c:v>45961</c:v>
                </c:pt>
                <c:pt idx="999">
                  <c:v>45964</c:v>
                </c:pt>
                <c:pt idx="1000">
                  <c:v>45965</c:v>
                </c:pt>
                <c:pt idx="1001">
                  <c:v>45966</c:v>
                </c:pt>
                <c:pt idx="1002">
                  <c:v>45967</c:v>
                </c:pt>
                <c:pt idx="1003">
                  <c:v>45968</c:v>
                </c:pt>
                <c:pt idx="1004">
                  <c:v>45971</c:v>
                </c:pt>
                <c:pt idx="1005">
                  <c:v>45972</c:v>
                </c:pt>
                <c:pt idx="1006">
                  <c:v>45973</c:v>
                </c:pt>
                <c:pt idx="1007">
                  <c:v>45974</c:v>
                </c:pt>
                <c:pt idx="1008">
                  <c:v>45975</c:v>
                </c:pt>
                <c:pt idx="1009">
                  <c:v>45978</c:v>
                </c:pt>
                <c:pt idx="1010">
                  <c:v>45979</c:v>
                </c:pt>
                <c:pt idx="1011">
                  <c:v>45980</c:v>
                </c:pt>
                <c:pt idx="1012">
                  <c:v>45981</c:v>
                </c:pt>
                <c:pt idx="1013">
                  <c:v>45982</c:v>
                </c:pt>
                <c:pt idx="1014">
                  <c:v>45985</c:v>
                </c:pt>
                <c:pt idx="1015">
                  <c:v>45986</c:v>
                </c:pt>
                <c:pt idx="1016">
                  <c:v>45987</c:v>
                </c:pt>
                <c:pt idx="1017">
                  <c:v>45988</c:v>
                </c:pt>
                <c:pt idx="1018">
                  <c:v>45989</c:v>
                </c:pt>
                <c:pt idx="1019">
                  <c:v>45992</c:v>
                </c:pt>
                <c:pt idx="1020">
                  <c:v>45993</c:v>
                </c:pt>
                <c:pt idx="1021">
                  <c:v>45994</c:v>
                </c:pt>
                <c:pt idx="1022">
                  <c:v>45995</c:v>
                </c:pt>
                <c:pt idx="1023">
                  <c:v>45996</c:v>
                </c:pt>
                <c:pt idx="1024">
                  <c:v>45999</c:v>
                </c:pt>
                <c:pt idx="1025">
                  <c:v>46000</c:v>
                </c:pt>
                <c:pt idx="1026">
                  <c:v>46001</c:v>
                </c:pt>
                <c:pt idx="1027">
                  <c:v>46002</c:v>
                </c:pt>
                <c:pt idx="1028">
                  <c:v>46003</c:v>
                </c:pt>
                <c:pt idx="1029">
                  <c:v>46006</c:v>
                </c:pt>
                <c:pt idx="1030">
                  <c:v>46007</c:v>
                </c:pt>
                <c:pt idx="1031">
                  <c:v>46008</c:v>
                </c:pt>
                <c:pt idx="1032">
                  <c:v>46009</c:v>
                </c:pt>
                <c:pt idx="1033">
                  <c:v>46010</c:v>
                </c:pt>
                <c:pt idx="1034">
                  <c:v>46013</c:v>
                </c:pt>
                <c:pt idx="1035">
                  <c:v>46014</c:v>
                </c:pt>
                <c:pt idx="1036">
                  <c:v>46015</c:v>
                </c:pt>
                <c:pt idx="1037">
                  <c:v>46016</c:v>
                </c:pt>
                <c:pt idx="1038">
                  <c:v>46017</c:v>
                </c:pt>
                <c:pt idx="1039">
                  <c:v>46020</c:v>
                </c:pt>
                <c:pt idx="1040">
                  <c:v>46021</c:v>
                </c:pt>
                <c:pt idx="1041">
                  <c:v>46022</c:v>
                </c:pt>
                <c:pt idx="1042">
                  <c:v>46023</c:v>
                </c:pt>
                <c:pt idx="1043">
                  <c:v>46024</c:v>
                </c:pt>
                <c:pt idx="1044">
                  <c:v>46027</c:v>
                </c:pt>
                <c:pt idx="1045">
                  <c:v>46028</c:v>
                </c:pt>
                <c:pt idx="1046">
                  <c:v>46029</c:v>
                </c:pt>
                <c:pt idx="1047">
                  <c:v>46030</c:v>
                </c:pt>
                <c:pt idx="1048">
                  <c:v>46031</c:v>
                </c:pt>
                <c:pt idx="1049">
                  <c:v>46034</c:v>
                </c:pt>
                <c:pt idx="1050">
                  <c:v>46035</c:v>
                </c:pt>
                <c:pt idx="1051">
                  <c:v>46036</c:v>
                </c:pt>
                <c:pt idx="1052">
                  <c:v>46037</c:v>
                </c:pt>
                <c:pt idx="1053">
                  <c:v>46038</c:v>
                </c:pt>
                <c:pt idx="1054">
                  <c:v>46041</c:v>
                </c:pt>
                <c:pt idx="1055">
                  <c:v>46042</c:v>
                </c:pt>
                <c:pt idx="1056">
                  <c:v>46043</c:v>
                </c:pt>
                <c:pt idx="1057">
                  <c:v>46044</c:v>
                </c:pt>
                <c:pt idx="1058">
                  <c:v>46045</c:v>
                </c:pt>
                <c:pt idx="1059">
                  <c:v>46048</c:v>
                </c:pt>
                <c:pt idx="1060">
                  <c:v>46049</c:v>
                </c:pt>
                <c:pt idx="1061">
                  <c:v>46050</c:v>
                </c:pt>
                <c:pt idx="1062">
                  <c:v>46051</c:v>
                </c:pt>
                <c:pt idx="1063">
                  <c:v>46052</c:v>
                </c:pt>
                <c:pt idx="1064">
                  <c:v>46055</c:v>
                </c:pt>
                <c:pt idx="1065">
                  <c:v>46056</c:v>
                </c:pt>
                <c:pt idx="1066">
                  <c:v>46057</c:v>
                </c:pt>
                <c:pt idx="1067">
                  <c:v>46058</c:v>
                </c:pt>
                <c:pt idx="1068">
                  <c:v>46059</c:v>
                </c:pt>
                <c:pt idx="1069">
                  <c:v>46062</c:v>
                </c:pt>
                <c:pt idx="1070">
                  <c:v>46063</c:v>
                </c:pt>
                <c:pt idx="1071">
                  <c:v>46064</c:v>
                </c:pt>
                <c:pt idx="1072">
                  <c:v>46065</c:v>
                </c:pt>
                <c:pt idx="1073">
                  <c:v>46066</c:v>
                </c:pt>
                <c:pt idx="1074">
                  <c:v>46069</c:v>
                </c:pt>
                <c:pt idx="1075">
                  <c:v>46070</c:v>
                </c:pt>
                <c:pt idx="1076">
                  <c:v>46071</c:v>
                </c:pt>
                <c:pt idx="1077">
                  <c:v>46072</c:v>
                </c:pt>
                <c:pt idx="1078">
                  <c:v>46073</c:v>
                </c:pt>
                <c:pt idx="1079">
                  <c:v>46076</c:v>
                </c:pt>
                <c:pt idx="1080">
                  <c:v>46077</c:v>
                </c:pt>
                <c:pt idx="1081">
                  <c:v>46078</c:v>
                </c:pt>
                <c:pt idx="1082">
                  <c:v>46079</c:v>
                </c:pt>
                <c:pt idx="1083">
                  <c:v>46080</c:v>
                </c:pt>
                <c:pt idx="1084">
                  <c:v>46083</c:v>
                </c:pt>
                <c:pt idx="1085">
                  <c:v>46084</c:v>
                </c:pt>
                <c:pt idx="1086">
                  <c:v>46085</c:v>
                </c:pt>
                <c:pt idx="1087">
                  <c:v>46086</c:v>
                </c:pt>
                <c:pt idx="1088">
                  <c:v>46087</c:v>
                </c:pt>
                <c:pt idx="1089">
                  <c:v>46090</c:v>
                </c:pt>
                <c:pt idx="1090">
                  <c:v>46091</c:v>
                </c:pt>
                <c:pt idx="1091">
                  <c:v>46092</c:v>
                </c:pt>
                <c:pt idx="1092">
                  <c:v>46093</c:v>
                </c:pt>
                <c:pt idx="1093">
                  <c:v>46094</c:v>
                </c:pt>
                <c:pt idx="1094">
                  <c:v>46097</c:v>
                </c:pt>
                <c:pt idx="1095">
                  <c:v>46098</c:v>
                </c:pt>
                <c:pt idx="1096">
                  <c:v>46099</c:v>
                </c:pt>
                <c:pt idx="1097">
                  <c:v>46100</c:v>
                </c:pt>
                <c:pt idx="1098">
                  <c:v>46101</c:v>
                </c:pt>
                <c:pt idx="1099">
                  <c:v>46104</c:v>
                </c:pt>
                <c:pt idx="1100">
                  <c:v>46105</c:v>
                </c:pt>
                <c:pt idx="1101">
                  <c:v>46106</c:v>
                </c:pt>
                <c:pt idx="1102">
                  <c:v>46107</c:v>
                </c:pt>
                <c:pt idx="1103">
                  <c:v>46108</c:v>
                </c:pt>
                <c:pt idx="1104">
                  <c:v>46111</c:v>
                </c:pt>
                <c:pt idx="1105">
                  <c:v>46112</c:v>
                </c:pt>
                <c:pt idx="1106">
                  <c:v>46113</c:v>
                </c:pt>
                <c:pt idx="1107">
                  <c:v>46114</c:v>
                </c:pt>
                <c:pt idx="1108">
                  <c:v>46115</c:v>
                </c:pt>
                <c:pt idx="1109">
                  <c:v>46118</c:v>
                </c:pt>
                <c:pt idx="1110">
                  <c:v>46119</c:v>
                </c:pt>
                <c:pt idx="1111">
                  <c:v>46120</c:v>
                </c:pt>
                <c:pt idx="1112">
                  <c:v>46121</c:v>
                </c:pt>
                <c:pt idx="1113">
                  <c:v>46122</c:v>
                </c:pt>
                <c:pt idx="1114">
                  <c:v>46125</c:v>
                </c:pt>
                <c:pt idx="1115">
                  <c:v>46126</c:v>
                </c:pt>
                <c:pt idx="1116">
                  <c:v>46127</c:v>
                </c:pt>
                <c:pt idx="1117">
                  <c:v>46128</c:v>
                </c:pt>
                <c:pt idx="1118">
                  <c:v>46129</c:v>
                </c:pt>
                <c:pt idx="1119">
                  <c:v>46132</c:v>
                </c:pt>
                <c:pt idx="1120">
                  <c:v>46133</c:v>
                </c:pt>
                <c:pt idx="1121">
                  <c:v>46134</c:v>
                </c:pt>
                <c:pt idx="1122">
                  <c:v>46135</c:v>
                </c:pt>
                <c:pt idx="1123">
                  <c:v>46136</c:v>
                </c:pt>
                <c:pt idx="1124">
                  <c:v>46139</c:v>
                </c:pt>
                <c:pt idx="1125">
                  <c:v>46140</c:v>
                </c:pt>
                <c:pt idx="1126">
                  <c:v>46141</c:v>
                </c:pt>
                <c:pt idx="1127">
                  <c:v>46142</c:v>
                </c:pt>
                <c:pt idx="1128">
                  <c:v>46143</c:v>
                </c:pt>
                <c:pt idx="1129">
                  <c:v>46146</c:v>
                </c:pt>
                <c:pt idx="1130">
                  <c:v>46147</c:v>
                </c:pt>
                <c:pt idx="1131">
                  <c:v>46148</c:v>
                </c:pt>
                <c:pt idx="1132">
                  <c:v>46149</c:v>
                </c:pt>
                <c:pt idx="1133">
                  <c:v>46150</c:v>
                </c:pt>
                <c:pt idx="1134">
                  <c:v>46153</c:v>
                </c:pt>
                <c:pt idx="1135">
                  <c:v>46154</c:v>
                </c:pt>
                <c:pt idx="1136">
                  <c:v>46155</c:v>
                </c:pt>
                <c:pt idx="1137">
                  <c:v>46156</c:v>
                </c:pt>
                <c:pt idx="1138">
                  <c:v>46157</c:v>
                </c:pt>
                <c:pt idx="1139">
                  <c:v>46160</c:v>
                </c:pt>
                <c:pt idx="1140">
                  <c:v>46161</c:v>
                </c:pt>
                <c:pt idx="1141">
                  <c:v>46162</c:v>
                </c:pt>
                <c:pt idx="1142">
                  <c:v>46163</c:v>
                </c:pt>
                <c:pt idx="1143">
                  <c:v>46164</c:v>
                </c:pt>
                <c:pt idx="1144">
                  <c:v>46168</c:v>
                </c:pt>
                <c:pt idx="1145">
                  <c:v>46169</c:v>
                </c:pt>
                <c:pt idx="1146">
                  <c:v>46170</c:v>
                </c:pt>
                <c:pt idx="1147">
                  <c:v>46171</c:v>
                </c:pt>
                <c:pt idx="1148">
                  <c:v>46174</c:v>
                </c:pt>
                <c:pt idx="1149">
                  <c:v>46175</c:v>
                </c:pt>
                <c:pt idx="1150">
                  <c:v>46176</c:v>
                </c:pt>
                <c:pt idx="1151">
                  <c:v>46177</c:v>
                </c:pt>
                <c:pt idx="1152">
                  <c:v>46178</c:v>
                </c:pt>
                <c:pt idx="1153">
                  <c:v>46181</c:v>
                </c:pt>
                <c:pt idx="1154">
                  <c:v>46182</c:v>
                </c:pt>
                <c:pt idx="1155">
                  <c:v>46183</c:v>
                </c:pt>
                <c:pt idx="1156">
                  <c:v>46184</c:v>
                </c:pt>
                <c:pt idx="1157">
                  <c:v>46185</c:v>
                </c:pt>
                <c:pt idx="1158">
                  <c:v>46188</c:v>
                </c:pt>
                <c:pt idx="1159">
                  <c:v>46189</c:v>
                </c:pt>
                <c:pt idx="1160">
                  <c:v>46190</c:v>
                </c:pt>
                <c:pt idx="1161">
                  <c:v>46191</c:v>
                </c:pt>
                <c:pt idx="1162">
                  <c:v>46192</c:v>
                </c:pt>
                <c:pt idx="1163">
                  <c:v>46195</c:v>
                </c:pt>
                <c:pt idx="1164">
                  <c:v>46196</c:v>
                </c:pt>
                <c:pt idx="1165">
                  <c:v>46197</c:v>
                </c:pt>
                <c:pt idx="1166">
                  <c:v>46198</c:v>
                </c:pt>
                <c:pt idx="1167">
                  <c:v>46199</c:v>
                </c:pt>
                <c:pt idx="1168">
                  <c:v>46202</c:v>
                </c:pt>
                <c:pt idx="1169">
                  <c:v>46203</c:v>
                </c:pt>
                <c:pt idx="1170">
                  <c:v>46204</c:v>
                </c:pt>
                <c:pt idx="1171">
                  <c:v>46205</c:v>
                </c:pt>
                <c:pt idx="1172">
                  <c:v>46206</c:v>
                </c:pt>
                <c:pt idx="1173">
                  <c:v>46209</c:v>
                </c:pt>
                <c:pt idx="1174">
                  <c:v>46210</c:v>
                </c:pt>
                <c:pt idx="1175">
                  <c:v>46211</c:v>
                </c:pt>
                <c:pt idx="1176">
                  <c:v>46212</c:v>
                </c:pt>
                <c:pt idx="1177">
                  <c:v>46213</c:v>
                </c:pt>
                <c:pt idx="1178">
                  <c:v>46216</c:v>
                </c:pt>
                <c:pt idx="1179">
                  <c:v>46217</c:v>
                </c:pt>
                <c:pt idx="1180">
                  <c:v>46218</c:v>
                </c:pt>
                <c:pt idx="1181">
                  <c:v>46219</c:v>
                </c:pt>
                <c:pt idx="1182">
                  <c:v>46220</c:v>
                </c:pt>
                <c:pt idx="1183">
                  <c:v>46223</c:v>
                </c:pt>
                <c:pt idx="1184">
                  <c:v>46224</c:v>
                </c:pt>
                <c:pt idx="1185">
                  <c:v>46225</c:v>
                </c:pt>
                <c:pt idx="1186">
                  <c:v>46226</c:v>
                </c:pt>
                <c:pt idx="1187">
                  <c:v>46227</c:v>
                </c:pt>
                <c:pt idx="1188">
                  <c:v>46230</c:v>
                </c:pt>
                <c:pt idx="1189">
                  <c:v>46231</c:v>
                </c:pt>
                <c:pt idx="1190">
                  <c:v>46232</c:v>
                </c:pt>
                <c:pt idx="1191">
                  <c:v>46233</c:v>
                </c:pt>
                <c:pt idx="1192">
                  <c:v>46234</c:v>
                </c:pt>
                <c:pt idx="1193">
                  <c:v>46237</c:v>
                </c:pt>
                <c:pt idx="1194">
                  <c:v>46238</c:v>
                </c:pt>
                <c:pt idx="1195">
                  <c:v>46239</c:v>
                </c:pt>
                <c:pt idx="1196">
                  <c:v>46240</c:v>
                </c:pt>
                <c:pt idx="1197">
                  <c:v>46241</c:v>
                </c:pt>
                <c:pt idx="1198">
                  <c:v>46244</c:v>
                </c:pt>
                <c:pt idx="1199">
                  <c:v>46245</c:v>
                </c:pt>
                <c:pt idx="1200">
                  <c:v>46246</c:v>
                </c:pt>
                <c:pt idx="1201">
                  <c:v>46247</c:v>
                </c:pt>
                <c:pt idx="1202">
                  <c:v>46248</c:v>
                </c:pt>
                <c:pt idx="1203">
                  <c:v>46251</c:v>
                </c:pt>
                <c:pt idx="1204">
                  <c:v>46252</c:v>
                </c:pt>
                <c:pt idx="1205">
                  <c:v>46253</c:v>
                </c:pt>
                <c:pt idx="1206">
                  <c:v>46254</c:v>
                </c:pt>
                <c:pt idx="1207">
                  <c:v>46255</c:v>
                </c:pt>
                <c:pt idx="1208">
                  <c:v>46258</c:v>
                </c:pt>
                <c:pt idx="1209">
                  <c:v>46259</c:v>
                </c:pt>
                <c:pt idx="1210">
                  <c:v>46260</c:v>
                </c:pt>
                <c:pt idx="1211">
                  <c:v>46261</c:v>
                </c:pt>
                <c:pt idx="1212">
                  <c:v>46262</c:v>
                </c:pt>
                <c:pt idx="1213">
                  <c:v>46265</c:v>
                </c:pt>
                <c:pt idx="1214">
                  <c:v>46266</c:v>
                </c:pt>
                <c:pt idx="1215">
                  <c:v>46267</c:v>
                </c:pt>
                <c:pt idx="1216">
                  <c:v>46268</c:v>
                </c:pt>
                <c:pt idx="1217">
                  <c:v>46269</c:v>
                </c:pt>
                <c:pt idx="1218">
                  <c:v>46272</c:v>
                </c:pt>
                <c:pt idx="1219">
                  <c:v>46273</c:v>
                </c:pt>
                <c:pt idx="1220">
                  <c:v>46274</c:v>
                </c:pt>
                <c:pt idx="1221">
                  <c:v>46275</c:v>
                </c:pt>
                <c:pt idx="1222">
                  <c:v>46276</c:v>
                </c:pt>
                <c:pt idx="1223">
                  <c:v>46279</c:v>
                </c:pt>
                <c:pt idx="1224">
                  <c:v>46280</c:v>
                </c:pt>
                <c:pt idx="1225">
                  <c:v>46281</c:v>
                </c:pt>
                <c:pt idx="1226">
                  <c:v>46282</c:v>
                </c:pt>
                <c:pt idx="1227">
                  <c:v>46283</c:v>
                </c:pt>
                <c:pt idx="1228">
                  <c:v>46286</c:v>
                </c:pt>
                <c:pt idx="1229">
                  <c:v>46287</c:v>
                </c:pt>
                <c:pt idx="1230">
                  <c:v>46288</c:v>
                </c:pt>
                <c:pt idx="1231">
                  <c:v>46289</c:v>
                </c:pt>
                <c:pt idx="1232">
                  <c:v>46290</c:v>
                </c:pt>
                <c:pt idx="1233">
                  <c:v>46293</c:v>
                </c:pt>
                <c:pt idx="1234">
                  <c:v>46294</c:v>
                </c:pt>
                <c:pt idx="1235">
                  <c:v>46295</c:v>
                </c:pt>
                <c:pt idx="1236">
                  <c:v>46296</c:v>
                </c:pt>
                <c:pt idx="1237">
                  <c:v>46297</c:v>
                </c:pt>
                <c:pt idx="1238">
                  <c:v>46300</c:v>
                </c:pt>
                <c:pt idx="1239">
                  <c:v>46301</c:v>
                </c:pt>
                <c:pt idx="1240">
                  <c:v>46302</c:v>
                </c:pt>
                <c:pt idx="1241">
                  <c:v>46303</c:v>
                </c:pt>
                <c:pt idx="1242">
                  <c:v>46304</c:v>
                </c:pt>
                <c:pt idx="1243">
                  <c:v>46307</c:v>
                </c:pt>
                <c:pt idx="1244">
                  <c:v>46308</c:v>
                </c:pt>
                <c:pt idx="1245">
                  <c:v>46309</c:v>
                </c:pt>
                <c:pt idx="1246">
                  <c:v>46310</c:v>
                </c:pt>
                <c:pt idx="1247">
                  <c:v>46311</c:v>
                </c:pt>
                <c:pt idx="1248">
                  <c:v>#N/A</c:v>
                </c:pt>
                <c:pt idx="1249">
                  <c:v>#N/A</c:v>
                </c:pt>
                <c:pt idx="1250">
                  <c:v>#N/A</c:v>
                </c:pt>
                <c:pt idx="1251">
                  <c:v>#N/A</c:v>
                </c:pt>
                <c:pt idx="1252">
                  <c:v>#N/A</c:v>
                </c:pt>
                <c:pt idx="1253">
                  <c:v>#N/A</c:v>
                </c:pt>
                <c:pt idx="1254">
                  <c:v>#N/A</c:v>
                </c:pt>
                <c:pt idx="1255">
                  <c:v>#N/A</c:v>
                </c:pt>
                <c:pt idx="1256">
                  <c:v>#N/A</c:v>
                </c:pt>
                <c:pt idx="1257">
                  <c:v>#N/A</c:v>
                </c:pt>
                <c:pt idx="1258">
                  <c:v>#N/A</c:v>
                </c:pt>
                <c:pt idx="1259">
                  <c:v>#N/A</c:v>
                </c:pt>
                <c:pt idx="1260">
                  <c:v>#N/A</c:v>
                </c:pt>
                <c:pt idx="1261">
                  <c:v>#N/A</c:v>
                </c:pt>
                <c:pt idx="1262">
                  <c:v>#N/A</c:v>
                </c:pt>
                <c:pt idx="1263">
                  <c:v>#N/A</c:v>
                </c:pt>
                <c:pt idx="1264">
                  <c:v>#N/A</c:v>
                </c:pt>
                <c:pt idx="1265">
                  <c:v>#N/A</c:v>
                </c:pt>
                <c:pt idx="1266">
                  <c:v>#N/A</c:v>
                </c:pt>
                <c:pt idx="1267">
                  <c:v>#N/A</c:v>
                </c:pt>
                <c:pt idx="1268">
                  <c:v>#N/A</c:v>
                </c:pt>
                <c:pt idx="1269">
                  <c:v>#N/A</c:v>
                </c:pt>
                <c:pt idx="1270">
                  <c:v>#N/A</c:v>
                </c:pt>
                <c:pt idx="1271">
                  <c:v>#N/A</c:v>
                </c:pt>
                <c:pt idx="1272">
                  <c:v>#N/A</c:v>
                </c:pt>
                <c:pt idx="1273">
                  <c:v>#N/A</c:v>
                </c:pt>
                <c:pt idx="1274">
                  <c:v>#N/A</c:v>
                </c:pt>
                <c:pt idx="1275">
                  <c:v>#N/A</c:v>
                </c:pt>
                <c:pt idx="1276">
                  <c:v>#N/A</c:v>
                </c:pt>
                <c:pt idx="1277">
                  <c:v>#N/A</c:v>
                </c:pt>
                <c:pt idx="1278">
                  <c:v>#N/A</c:v>
                </c:pt>
                <c:pt idx="1279">
                  <c:v>#N/A</c:v>
                </c:pt>
                <c:pt idx="1280">
                  <c:v>#N/A</c:v>
                </c:pt>
                <c:pt idx="1281">
                  <c:v>#N/A</c:v>
                </c:pt>
                <c:pt idx="1282">
                  <c:v>#N/A</c:v>
                </c:pt>
                <c:pt idx="1283">
                  <c:v>#N/A</c:v>
                </c:pt>
                <c:pt idx="1284">
                  <c:v>#N/A</c:v>
                </c:pt>
                <c:pt idx="1285">
                  <c:v>#N/A</c:v>
                </c:pt>
                <c:pt idx="1286">
                  <c:v>#N/A</c:v>
                </c:pt>
                <c:pt idx="1287">
                  <c:v>#N/A</c:v>
                </c:pt>
                <c:pt idx="1288">
                  <c:v>#N/A</c:v>
                </c:pt>
                <c:pt idx="1289">
                  <c:v>#N/A</c:v>
                </c:pt>
                <c:pt idx="1290">
                  <c:v>#N/A</c:v>
                </c:pt>
                <c:pt idx="1291">
                  <c:v>#N/A</c:v>
                </c:pt>
                <c:pt idx="1292">
                  <c:v>#N/A</c:v>
                </c:pt>
                <c:pt idx="1293">
                  <c:v>#N/A</c:v>
                </c:pt>
                <c:pt idx="1294">
                  <c:v>#N/A</c:v>
                </c:pt>
                <c:pt idx="1295">
                  <c:v>#N/A</c:v>
                </c:pt>
                <c:pt idx="1296">
                  <c:v>#N/A</c:v>
                </c:pt>
                <c:pt idx="1297">
                  <c:v>#N/A</c:v>
                </c:pt>
                <c:pt idx="1298">
                  <c:v>#N/A</c:v>
                </c:pt>
                <c:pt idx="1299">
                  <c:v>#N/A</c:v>
                </c:pt>
                <c:pt idx="1300">
                  <c:v>#N/A</c:v>
                </c:pt>
                <c:pt idx="1301">
                  <c:v>#N/A</c:v>
                </c:pt>
                <c:pt idx="1302">
                  <c:v>#N/A</c:v>
                </c:pt>
                <c:pt idx="1303">
                  <c:v>#N/A</c:v>
                </c:pt>
                <c:pt idx="1304">
                  <c:v>#N/A</c:v>
                </c:pt>
                <c:pt idx="1305">
                  <c:v>#N/A</c:v>
                </c:pt>
                <c:pt idx="1306">
                  <c:v>#N/A</c:v>
                </c:pt>
                <c:pt idx="1307">
                  <c:v>#N/A</c:v>
                </c:pt>
                <c:pt idx="1308">
                  <c:v>#N/A</c:v>
                </c:pt>
                <c:pt idx="1309">
                  <c:v>#N/A</c:v>
                </c:pt>
                <c:pt idx="1310">
                  <c:v>#N/A</c:v>
                </c:pt>
                <c:pt idx="1311">
                  <c:v>#N/A</c:v>
                </c:pt>
                <c:pt idx="1312">
                  <c:v>#N/A</c:v>
                </c:pt>
                <c:pt idx="1313">
                  <c:v>#N/A</c:v>
                </c:pt>
                <c:pt idx="1314">
                  <c:v>#N/A</c:v>
                </c:pt>
                <c:pt idx="1315">
                  <c:v>#N/A</c:v>
                </c:pt>
                <c:pt idx="1316">
                  <c:v>#N/A</c:v>
                </c:pt>
                <c:pt idx="1317">
                  <c:v>#N/A</c:v>
                </c:pt>
                <c:pt idx="1318">
                  <c:v>#N/A</c:v>
                </c:pt>
                <c:pt idx="1319">
                  <c:v>#N/A</c:v>
                </c:pt>
                <c:pt idx="1320">
                  <c:v>#N/A</c:v>
                </c:pt>
              </c:numCache>
            </c:numRef>
          </c:cat>
          <c:val>
            <c:numRef>
              <c:f>FI_INDEX!$AG$795:$AG$4550</c:f>
              <c:numCache>
                <c:formatCode>0.00</c:formatCode>
                <c:ptCount val="3756"/>
                <c:pt idx="0">
                  <c:v>0</c:v>
                </c:pt>
                <c:pt idx="1">
                  <c:v>0</c:v>
                </c:pt>
                <c:pt idx="2">
                  <c:v>1.8000000000000002E-2</c:v>
                </c:pt>
                <c:pt idx="3">
                  <c:v>1.7000000000000001E-2</c:v>
                </c:pt>
                <c:pt idx="4">
                  <c:v>5.5999999999999994E-2</c:v>
                </c:pt>
                <c:pt idx="5">
                  <c:v>7.1000000000000008E-2</c:v>
                </c:pt>
                <c:pt idx="6">
                  <c:v>7.1000000000000008E-2</c:v>
                </c:pt>
                <c:pt idx="7">
                  <c:v>8.299999999999999E-2</c:v>
                </c:pt>
                <c:pt idx="8">
                  <c:v>6.2E-2</c:v>
                </c:pt>
                <c:pt idx="9">
                  <c:v>6.3E-2</c:v>
                </c:pt>
                <c:pt idx="10">
                  <c:v>7.2000000000000008E-2</c:v>
                </c:pt>
                <c:pt idx="11">
                  <c:v>7.7999999999999986E-2</c:v>
                </c:pt>
                <c:pt idx="12">
                  <c:v>7.400000000000001E-2</c:v>
                </c:pt>
                <c:pt idx="13">
                  <c:v>7.5000000000000011E-2</c:v>
                </c:pt>
                <c:pt idx="14">
                  <c:v>7.7999999999999986E-2</c:v>
                </c:pt>
                <c:pt idx="15">
                  <c:v>6.7000000000000004E-2</c:v>
                </c:pt>
                <c:pt idx="16">
                  <c:v>7.2000000000000008E-2</c:v>
                </c:pt>
                <c:pt idx="17">
                  <c:v>7.2000000000000008E-2</c:v>
                </c:pt>
                <c:pt idx="18">
                  <c:v>7.3000000000000009E-2</c:v>
                </c:pt>
                <c:pt idx="19">
                  <c:v>9.0999999999999998E-2</c:v>
                </c:pt>
                <c:pt idx="20">
                  <c:v>0.10300000000000001</c:v>
                </c:pt>
                <c:pt idx="21">
                  <c:v>0.10899999999999999</c:v>
                </c:pt>
                <c:pt idx="22">
                  <c:v>0.11199999999999999</c:v>
                </c:pt>
                <c:pt idx="23">
                  <c:v>0.11199999999999999</c:v>
                </c:pt>
                <c:pt idx="24">
                  <c:v>0.10799999999999998</c:v>
                </c:pt>
                <c:pt idx="25">
                  <c:v>0.129</c:v>
                </c:pt>
                <c:pt idx="26">
                  <c:v>0.129</c:v>
                </c:pt>
                <c:pt idx="27">
                  <c:v>0.14899999999999999</c:v>
                </c:pt>
                <c:pt idx="28">
                  <c:v>0.14199999999999999</c:v>
                </c:pt>
                <c:pt idx="29">
                  <c:v>0.16300000000000001</c:v>
                </c:pt>
                <c:pt idx="30">
                  <c:v>0.16300000000000001</c:v>
                </c:pt>
                <c:pt idx="31">
                  <c:v>0.14799999999999999</c:v>
                </c:pt>
                <c:pt idx="32">
                  <c:v>0.14899999999999999</c:v>
                </c:pt>
                <c:pt idx="33">
                  <c:v>0.14799999999999999</c:v>
                </c:pt>
                <c:pt idx="34">
                  <c:v>0.155</c:v>
                </c:pt>
                <c:pt idx="35">
                  <c:v>0.14599999999999999</c:v>
                </c:pt>
                <c:pt idx="36">
                  <c:v>0.14299999999999999</c:v>
                </c:pt>
                <c:pt idx="37">
                  <c:v>0.128</c:v>
                </c:pt>
                <c:pt idx="38">
                  <c:v>0.128</c:v>
                </c:pt>
                <c:pt idx="39">
                  <c:v>0.13</c:v>
                </c:pt>
                <c:pt idx="40">
                  <c:v>0.14299999999999999</c:v>
                </c:pt>
                <c:pt idx="41">
                  <c:v>0.122</c:v>
                </c:pt>
                <c:pt idx="42">
                  <c:v>0.10799999999999998</c:v>
                </c:pt>
                <c:pt idx="43">
                  <c:v>6.9000000000000006E-2</c:v>
                </c:pt>
                <c:pt idx="44">
                  <c:v>0.10799999999999998</c:v>
                </c:pt>
                <c:pt idx="45">
                  <c:v>9.2999999999999999E-2</c:v>
                </c:pt>
                <c:pt idx="46">
                  <c:v>7.7999999999999986E-2</c:v>
                </c:pt>
                <c:pt idx="47">
                  <c:v>9.0999999999999998E-2</c:v>
                </c:pt>
                <c:pt idx="48">
                  <c:v>9.6000000000000002E-2</c:v>
                </c:pt>
                <c:pt idx="49">
                  <c:v>0.125</c:v>
                </c:pt>
                <c:pt idx="50">
                  <c:v>0.11699999999999999</c:v>
                </c:pt>
                <c:pt idx="51">
                  <c:v>0.129</c:v>
                </c:pt>
                <c:pt idx="52">
                  <c:v>0.13600000000000001</c:v>
                </c:pt>
                <c:pt idx="53">
                  <c:v>0.14299999999999999</c:v>
                </c:pt>
                <c:pt idx="54">
                  <c:v>0.13600000000000001</c:v>
                </c:pt>
                <c:pt idx="55">
                  <c:v>0.13800000000000001</c:v>
                </c:pt>
                <c:pt idx="56">
                  <c:v>0.13800000000000001</c:v>
                </c:pt>
                <c:pt idx="57">
                  <c:v>0.14499999999999999</c:v>
                </c:pt>
                <c:pt idx="58">
                  <c:v>0.158</c:v>
                </c:pt>
                <c:pt idx="59">
                  <c:v>0.159</c:v>
                </c:pt>
                <c:pt idx="60">
                  <c:v>0.16900000000000001</c:v>
                </c:pt>
                <c:pt idx="61">
                  <c:v>0.182</c:v>
                </c:pt>
                <c:pt idx="62">
                  <c:v>0.183</c:v>
                </c:pt>
                <c:pt idx="63">
                  <c:v>0.157</c:v>
                </c:pt>
                <c:pt idx="64">
                  <c:v>0.14499999999999999</c:v>
                </c:pt>
                <c:pt idx="65">
                  <c:v>0.154</c:v>
                </c:pt>
                <c:pt idx="66">
                  <c:v>0.14499999999999999</c:v>
                </c:pt>
                <c:pt idx="67">
                  <c:v>0.14799999999999999</c:v>
                </c:pt>
                <c:pt idx="68">
                  <c:v>0.17499999999999999</c:v>
                </c:pt>
                <c:pt idx="69">
                  <c:v>0.161</c:v>
                </c:pt>
                <c:pt idx="70">
                  <c:v>0.16</c:v>
                </c:pt>
                <c:pt idx="71">
                  <c:v>0.17099999999999999</c:v>
                </c:pt>
                <c:pt idx="72">
                  <c:v>0.17599999999999999</c:v>
                </c:pt>
                <c:pt idx="73">
                  <c:v>0.17199999999999999</c:v>
                </c:pt>
                <c:pt idx="74">
                  <c:v>0.161</c:v>
                </c:pt>
                <c:pt idx="75">
                  <c:v>0.17299999999999999</c:v>
                </c:pt>
                <c:pt idx="76">
                  <c:v>0.17599999999999999</c:v>
                </c:pt>
                <c:pt idx="77">
                  <c:v>0.17799999999999999</c:v>
                </c:pt>
                <c:pt idx="78">
                  <c:v>0.184</c:v>
                </c:pt>
                <c:pt idx="79">
                  <c:v>0.182</c:v>
                </c:pt>
                <c:pt idx="80">
                  <c:v>0.18099999999999999</c:v>
                </c:pt>
                <c:pt idx="81">
                  <c:v>0.17599999999999999</c:v>
                </c:pt>
                <c:pt idx="82">
                  <c:v>0.17399999999999999</c:v>
                </c:pt>
                <c:pt idx="83">
                  <c:v>0.17599999999999999</c:v>
                </c:pt>
                <c:pt idx="84">
                  <c:v>0.156</c:v>
                </c:pt>
                <c:pt idx="85">
                  <c:v>0.156</c:v>
                </c:pt>
                <c:pt idx="86">
                  <c:v>0.16</c:v>
                </c:pt>
                <c:pt idx="87">
                  <c:v>0.16</c:v>
                </c:pt>
                <c:pt idx="88">
                  <c:v>0.16</c:v>
                </c:pt>
                <c:pt idx="89">
                  <c:v>0.16</c:v>
                </c:pt>
                <c:pt idx="90">
                  <c:v>0.17299999999999999</c:v>
                </c:pt>
                <c:pt idx="91">
                  <c:v>0.17699999999999999</c:v>
                </c:pt>
                <c:pt idx="92">
                  <c:v>0.17699999999999999</c:v>
                </c:pt>
                <c:pt idx="93">
                  <c:v>0.17699999999999999</c:v>
                </c:pt>
                <c:pt idx="94">
                  <c:v>0.17699999999999999</c:v>
                </c:pt>
                <c:pt idx="95">
                  <c:v>0.17599999999999999</c:v>
                </c:pt>
                <c:pt idx="96">
                  <c:v>0.17499999999999999</c:v>
                </c:pt>
                <c:pt idx="97">
                  <c:v>0.17599999999999999</c:v>
                </c:pt>
                <c:pt idx="98">
                  <c:v>0.17399999999999999</c:v>
                </c:pt>
                <c:pt idx="99">
                  <c:v>0.17399999999999999</c:v>
                </c:pt>
                <c:pt idx="100">
                  <c:v>0.17299999999999999</c:v>
                </c:pt>
                <c:pt idx="101">
                  <c:v>0.16999999999999998</c:v>
                </c:pt>
                <c:pt idx="102">
                  <c:v>0.16600000000000001</c:v>
                </c:pt>
                <c:pt idx="103">
                  <c:v>0.14299999999999999</c:v>
                </c:pt>
                <c:pt idx="104">
                  <c:v>0.16900000000000001</c:v>
                </c:pt>
                <c:pt idx="105">
                  <c:v>0.16300000000000001</c:v>
                </c:pt>
                <c:pt idx="106">
                  <c:v>0.16600000000000001</c:v>
                </c:pt>
                <c:pt idx="107">
                  <c:v>0.16999999999999998</c:v>
                </c:pt>
                <c:pt idx="108">
                  <c:v>0.16700000000000001</c:v>
                </c:pt>
                <c:pt idx="109">
                  <c:v>0.17299999999999999</c:v>
                </c:pt>
                <c:pt idx="110">
                  <c:v>0.16600000000000001</c:v>
                </c:pt>
                <c:pt idx="111">
                  <c:v>0.17399999999999999</c:v>
                </c:pt>
                <c:pt idx="112">
                  <c:v>0.17799999999999999</c:v>
                </c:pt>
                <c:pt idx="113">
                  <c:v>0.17899999999999999</c:v>
                </c:pt>
                <c:pt idx="114">
                  <c:v>0.18</c:v>
                </c:pt>
                <c:pt idx="115">
                  <c:v>0.182</c:v>
                </c:pt>
                <c:pt idx="116">
                  <c:v>0.186</c:v>
                </c:pt>
                <c:pt idx="117">
                  <c:v>0.17399999999999999</c:v>
                </c:pt>
                <c:pt idx="118">
                  <c:v>0.18099999999999999</c:v>
                </c:pt>
                <c:pt idx="119">
                  <c:v>0.188</c:v>
                </c:pt>
                <c:pt idx="120">
                  <c:v>0.158</c:v>
                </c:pt>
                <c:pt idx="121">
                  <c:v>0.16900000000000001</c:v>
                </c:pt>
                <c:pt idx="122">
                  <c:v>0.16700000000000001</c:v>
                </c:pt>
                <c:pt idx="123">
                  <c:v>0.17299999999999999</c:v>
                </c:pt>
                <c:pt idx="124">
                  <c:v>0.16400000000000001</c:v>
                </c:pt>
                <c:pt idx="125">
                  <c:v>0.16</c:v>
                </c:pt>
                <c:pt idx="126">
                  <c:v>0.17199999999999999</c:v>
                </c:pt>
                <c:pt idx="127">
                  <c:v>0.16700000000000001</c:v>
                </c:pt>
                <c:pt idx="128">
                  <c:v>0.16300000000000001</c:v>
                </c:pt>
                <c:pt idx="129">
                  <c:v>0.16</c:v>
                </c:pt>
                <c:pt idx="130">
                  <c:v>0.152</c:v>
                </c:pt>
                <c:pt idx="131">
                  <c:v>0.157</c:v>
                </c:pt>
                <c:pt idx="132">
                  <c:v>0.151</c:v>
                </c:pt>
                <c:pt idx="133">
                  <c:v>0.17799999999999999</c:v>
                </c:pt>
                <c:pt idx="134">
                  <c:v>0.17799999999999999</c:v>
                </c:pt>
                <c:pt idx="135">
                  <c:v>0.17599999999999999</c:v>
                </c:pt>
                <c:pt idx="136">
                  <c:v>0.17299999999999999</c:v>
                </c:pt>
                <c:pt idx="137">
                  <c:v>0.17199999999999999</c:v>
                </c:pt>
                <c:pt idx="138">
                  <c:v>0.161</c:v>
                </c:pt>
                <c:pt idx="139">
                  <c:v>0.16500000000000001</c:v>
                </c:pt>
                <c:pt idx="140">
                  <c:v>0.16400000000000001</c:v>
                </c:pt>
                <c:pt idx="141">
                  <c:v>0.16400000000000001</c:v>
                </c:pt>
                <c:pt idx="142">
                  <c:v>0.16700000000000001</c:v>
                </c:pt>
                <c:pt idx="143">
                  <c:v>0.17399999999999999</c:v>
                </c:pt>
                <c:pt idx="144">
                  <c:v>0.16500000000000001</c:v>
                </c:pt>
                <c:pt idx="145">
                  <c:v>0.14399999999999999</c:v>
                </c:pt>
                <c:pt idx="146">
                  <c:v>0.126</c:v>
                </c:pt>
                <c:pt idx="147">
                  <c:v>0.13700000000000001</c:v>
                </c:pt>
                <c:pt idx="148">
                  <c:v>0.128</c:v>
                </c:pt>
                <c:pt idx="149">
                  <c:v>0.13400000000000001</c:v>
                </c:pt>
                <c:pt idx="150">
                  <c:v>0.11299999999999999</c:v>
                </c:pt>
                <c:pt idx="151">
                  <c:v>0.11399999999999999</c:v>
                </c:pt>
                <c:pt idx="152">
                  <c:v>0.10400000000000001</c:v>
                </c:pt>
                <c:pt idx="153">
                  <c:v>0.11799999999999999</c:v>
                </c:pt>
                <c:pt idx="154">
                  <c:v>0.10600000000000001</c:v>
                </c:pt>
                <c:pt idx="155">
                  <c:v>9.7000000000000003E-2</c:v>
                </c:pt>
                <c:pt idx="156">
                  <c:v>0.10300000000000001</c:v>
                </c:pt>
                <c:pt idx="157">
                  <c:v>9.9000000000000005E-2</c:v>
                </c:pt>
                <c:pt idx="158">
                  <c:v>0.11899999999999999</c:v>
                </c:pt>
                <c:pt idx="159">
                  <c:v>0.11899999999999999</c:v>
                </c:pt>
                <c:pt idx="160">
                  <c:v>0.11899999999999999</c:v>
                </c:pt>
                <c:pt idx="161">
                  <c:v>0.11799999999999999</c:v>
                </c:pt>
                <c:pt idx="162">
                  <c:v>0.10300000000000001</c:v>
                </c:pt>
                <c:pt idx="163">
                  <c:v>0.11799999999999999</c:v>
                </c:pt>
                <c:pt idx="164">
                  <c:v>0.13300000000000001</c:v>
                </c:pt>
                <c:pt idx="165">
                  <c:v>0.13100000000000001</c:v>
                </c:pt>
                <c:pt idx="166">
                  <c:v>0.151</c:v>
                </c:pt>
                <c:pt idx="167">
                  <c:v>0.14899999999999999</c:v>
                </c:pt>
                <c:pt idx="168">
                  <c:v>0.157</c:v>
                </c:pt>
                <c:pt idx="169">
                  <c:v>0.16</c:v>
                </c:pt>
                <c:pt idx="170">
                  <c:v>0.152</c:v>
                </c:pt>
                <c:pt idx="171">
                  <c:v>0.17699999999999999</c:v>
                </c:pt>
                <c:pt idx="172">
                  <c:v>0.157</c:v>
                </c:pt>
                <c:pt idx="173">
                  <c:v>0.155</c:v>
                </c:pt>
                <c:pt idx="174">
                  <c:v>0.17199999999999999</c:v>
                </c:pt>
                <c:pt idx="175">
                  <c:v>0.16999999999999998</c:v>
                </c:pt>
                <c:pt idx="176">
                  <c:v>0.16600000000000001</c:v>
                </c:pt>
                <c:pt idx="177">
                  <c:v>0.17099999999999999</c:v>
                </c:pt>
                <c:pt idx="178">
                  <c:v>0.18</c:v>
                </c:pt>
                <c:pt idx="179">
                  <c:v>0.18099999999999999</c:v>
                </c:pt>
                <c:pt idx="180">
                  <c:v>0.18</c:v>
                </c:pt>
                <c:pt idx="181">
                  <c:v>0.17799999999999999</c:v>
                </c:pt>
                <c:pt idx="182">
                  <c:v>0.17399999999999999</c:v>
                </c:pt>
                <c:pt idx="183">
                  <c:v>0.187</c:v>
                </c:pt>
                <c:pt idx="184">
                  <c:v>0.186</c:v>
                </c:pt>
                <c:pt idx="185">
                  <c:v>0.185</c:v>
                </c:pt>
                <c:pt idx="186">
                  <c:v>0.185</c:v>
                </c:pt>
                <c:pt idx="187">
                  <c:v>0.187</c:v>
                </c:pt>
                <c:pt idx="188">
                  <c:v>0.186</c:v>
                </c:pt>
                <c:pt idx="189">
                  <c:v>0.16500000000000001</c:v>
                </c:pt>
                <c:pt idx="190">
                  <c:v>0.16500000000000001</c:v>
                </c:pt>
                <c:pt idx="191">
                  <c:v>0.17899999999999999</c:v>
                </c:pt>
                <c:pt idx="192">
                  <c:v>0.18</c:v>
                </c:pt>
                <c:pt idx="193">
                  <c:v>0.17499999999999999</c:v>
                </c:pt>
                <c:pt idx="194">
                  <c:v>0.182</c:v>
                </c:pt>
                <c:pt idx="195">
                  <c:v>0.17299999999999999</c:v>
                </c:pt>
                <c:pt idx="196">
                  <c:v>0.17299999999999999</c:v>
                </c:pt>
                <c:pt idx="197">
                  <c:v>0.151</c:v>
                </c:pt>
                <c:pt idx="198">
                  <c:v>0.18099999999999999</c:v>
                </c:pt>
                <c:pt idx="199">
                  <c:v>0.182</c:v>
                </c:pt>
                <c:pt idx="200">
                  <c:v>0.18099999999999999</c:v>
                </c:pt>
                <c:pt idx="201">
                  <c:v>0.18099999999999999</c:v>
                </c:pt>
                <c:pt idx="202">
                  <c:v>0.184</c:v>
                </c:pt>
                <c:pt idx="203">
                  <c:v>0.185</c:v>
                </c:pt>
                <c:pt idx="204">
                  <c:v>0.18</c:v>
                </c:pt>
                <c:pt idx="205">
                  <c:v>0.18</c:v>
                </c:pt>
                <c:pt idx="206">
                  <c:v>0.185</c:v>
                </c:pt>
                <c:pt idx="207">
                  <c:v>0.185</c:v>
                </c:pt>
                <c:pt idx="208">
                  <c:v>0.187</c:v>
                </c:pt>
                <c:pt idx="209">
                  <c:v>0.185</c:v>
                </c:pt>
                <c:pt idx="210">
                  <c:v>0.186</c:v>
                </c:pt>
                <c:pt idx="211">
                  <c:v>0.185</c:v>
                </c:pt>
                <c:pt idx="212">
                  <c:v>0.184</c:v>
                </c:pt>
                <c:pt idx="213">
                  <c:v>0.183</c:v>
                </c:pt>
                <c:pt idx="214">
                  <c:v>0.186</c:v>
                </c:pt>
                <c:pt idx="215">
                  <c:v>0.17699999999999999</c:v>
                </c:pt>
                <c:pt idx="216">
                  <c:v>0.17599999999999999</c:v>
                </c:pt>
                <c:pt idx="217">
                  <c:v>0.186</c:v>
                </c:pt>
                <c:pt idx="218">
                  <c:v>0.183</c:v>
                </c:pt>
                <c:pt idx="219">
                  <c:v>0.183</c:v>
                </c:pt>
                <c:pt idx="220">
                  <c:v>0.186</c:v>
                </c:pt>
                <c:pt idx="221">
                  <c:v>0.187</c:v>
                </c:pt>
                <c:pt idx="222">
                  <c:v>0.182</c:v>
                </c:pt>
                <c:pt idx="223">
                  <c:v>0.183</c:v>
                </c:pt>
                <c:pt idx="224">
                  <c:v>0.182</c:v>
                </c:pt>
                <c:pt idx="225">
                  <c:v>0.17099999999999999</c:v>
                </c:pt>
                <c:pt idx="226">
                  <c:v>0.17399999999999999</c:v>
                </c:pt>
                <c:pt idx="227">
                  <c:v>0.17399999999999999</c:v>
                </c:pt>
                <c:pt idx="228">
                  <c:v>0.17799999999999999</c:v>
                </c:pt>
                <c:pt idx="229">
                  <c:v>0.17599999999999999</c:v>
                </c:pt>
                <c:pt idx="230">
                  <c:v>0.18</c:v>
                </c:pt>
                <c:pt idx="231">
                  <c:v>0.17699999999999999</c:v>
                </c:pt>
                <c:pt idx="232">
                  <c:v>0.17799999999999999</c:v>
                </c:pt>
                <c:pt idx="233">
                  <c:v>0.17799999999999999</c:v>
                </c:pt>
                <c:pt idx="234">
                  <c:v>0.17899999999999999</c:v>
                </c:pt>
                <c:pt idx="235">
                  <c:v>0.185</c:v>
                </c:pt>
                <c:pt idx="236">
                  <c:v>0.183</c:v>
                </c:pt>
                <c:pt idx="237">
                  <c:v>0.184</c:v>
                </c:pt>
                <c:pt idx="238">
                  <c:v>0.184</c:v>
                </c:pt>
                <c:pt idx="239">
                  <c:v>0.183</c:v>
                </c:pt>
                <c:pt idx="240">
                  <c:v>0.185</c:v>
                </c:pt>
                <c:pt idx="241">
                  <c:v>0.185</c:v>
                </c:pt>
                <c:pt idx="242">
                  <c:v>0.186</c:v>
                </c:pt>
                <c:pt idx="243">
                  <c:v>0.185</c:v>
                </c:pt>
                <c:pt idx="244">
                  <c:v>0.185</c:v>
                </c:pt>
                <c:pt idx="245">
                  <c:v>0.183</c:v>
                </c:pt>
                <c:pt idx="246">
                  <c:v>0.183</c:v>
                </c:pt>
                <c:pt idx="247">
                  <c:v>0.185</c:v>
                </c:pt>
                <c:pt idx="248">
                  <c:v>0.182</c:v>
                </c:pt>
                <c:pt idx="249">
                  <c:v>0.186</c:v>
                </c:pt>
                <c:pt idx="250">
                  <c:v>0.185</c:v>
                </c:pt>
                <c:pt idx="251">
                  <c:v>0.186</c:v>
                </c:pt>
                <c:pt idx="252">
                  <c:v>0.33500000000000002</c:v>
                </c:pt>
                <c:pt idx="253">
                  <c:v>0.40799999999999997</c:v>
                </c:pt>
                <c:pt idx="254">
                  <c:v>0.32600000000000001</c:v>
                </c:pt>
                <c:pt idx="255">
                  <c:v>0.311</c:v>
                </c:pt>
                <c:pt idx="256">
                  <c:v>0.36899999999999999</c:v>
                </c:pt>
                <c:pt idx="257">
                  <c:v>0.39900000000000002</c:v>
                </c:pt>
                <c:pt idx="258">
                  <c:v>0.39</c:v>
                </c:pt>
                <c:pt idx="259">
                  <c:v>0.38500000000000001</c:v>
                </c:pt>
                <c:pt idx="260">
                  <c:v>0</c:v>
                </c:pt>
                <c:pt idx="261">
                  <c:v>0</c:v>
                </c:pt>
                <c:pt idx="262">
                  <c:v>0</c:v>
                </c:pt>
                <c:pt idx="263">
                  <c:v>3.9000000000000035E-2</c:v>
                </c:pt>
                <c:pt idx="264">
                  <c:v>9.000000000000008E-3</c:v>
                </c:pt>
                <c:pt idx="265">
                  <c:v>8.6000000000000021E-2</c:v>
                </c:pt>
                <c:pt idx="266">
                  <c:v>8.6000000000000021E-2</c:v>
                </c:pt>
                <c:pt idx="267">
                  <c:v>8.9000000000000024E-2</c:v>
                </c:pt>
                <c:pt idx="268">
                  <c:v>8.6000000000000021E-2</c:v>
                </c:pt>
                <c:pt idx="269">
                  <c:v>9.1000000000000025E-2</c:v>
                </c:pt>
                <c:pt idx="270">
                  <c:v>9.1000000000000025E-2</c:v>
                </c:pt>
                <c:pt idx="271">
                  <c:v>9.600000000000003E-2</c:v>
                </c:pt>
                <c:pt idx="272">
                  <c:v>9.5000000000000029E-2</c:v>
                </c:pt>
                <c:pt idx="273">
                  <c:v>1.9000000000000017E-2</c:v>
                </c:pt>
                <c:pt idx="274">
                  <c:v>8.0000000000000071E-3</c:v>
                </c:pt>
                <c:pt idx="275">
                  <c:v>-3.5999999999999976E-2</c:v>
                </c:pt>
                <c:pt idx="276">
                  <c:v>-3.0999999999999972E-2</c:v>
                </c:pt>
                <c:pt idx="277">
                  <c:v>-3.0000000000000027E-3</c:v>
                </c:pt>
                <c:pt idx="278">
                  <c:v>2.4000000000000021E-2</c:v>
                </c:pt>
                <c:pt idx="279">
                  <c:v>6.5000000000000002E-2</c:v>
                </c:pt>
                <c:pt idx="280">
                  <c:v>7.0000000000000007E-2</c:v>
                </c:pt>
                <c:pt idx="281">
                  <c:v>6.3E-2</c:v>
                </c:pt>
                <c:pt idx="282">
                  <c:v>7.5000000000000011E-2</c:v>
                </c:pt>
                <c:pt idx="283">
                  <c:v>7.3000000000000009E-2</c:v>
                </c:pt>
                <c:pt idx="284">
                  <c:v>7.9000000000000015E-2</c:v>
                </c:pt>
                <c:pt idx="285">
                  <c:v>7.3000000000000009E-2</c:v>
                </c:pt>
                <c:pt idx="286">
                  <c:v>8.2000000000000017E-2</c:v>
                </c:pt>
                <c:pt idx="287">
                  <c:v>7.9000000000000015E-2</c:v>
                </c:pt>
                <c:pt idx="288">
                  <c:v>7.7000000000000013E-2</c:v>
                </c:pt>
                <c:pt idx="289">
                  <c:v>8.0000000000000016E-2</c:v>
                </c:pt>
                <c:pt idx="290">
                  <c:v>8.3000000000000018E-2</c:v>
                </c:pt>
                <c:pt idx="291">
                  <c:v>8.7000000000000022E-2</c:v>
                </c:pt>
                <c:pt idx="292">
                  <c:v>8.7000000000000022E-2</c:v>
                </c:pt>
                <c:pt idx="293">
                  <c:v>8.8000000000000023E-2</c:v>
                </c:pt>
                <c:pt idx="294">
                  <c:v>8.6000000000000021E-2</c:v>
                </c:pt>
                <c:pt idx="295">
                  <c:v>8.8000000000000023E-2</c:v>
                </c:pt>
                <c:pt idx="296">
                  <c:v>8.7000000000000022E-2</c:v>
                </c:pt>
                <c:pt idx="297">
                  <c:v>8.8000000000000023E-2</c:v>
                </c:pt>
                <c:pt idx="298">
                  <c:v>8.7000000000000022E-2</c:v>
                </c:pt>
                <c:pt idx="299">
                  <c:v>8.7000000000000022E-2</c:v>
                </c:pt>
                <c:pt idx="300">
                  <c:v>8.7000000000000022E-2</c:v>
                </c:pt>
                <c:pt idx="301">
                  <c:v>8.7000000000000022E-2</c:v>
                </c:pt>
                <c:pt idx="302">
                  <c:v>8.7000000000000022E-2</c:v>
                </c:pt>
                <c:pt idx="303">
                  <c:v>8.8000000000000023E-2</c:v>
                </c:pt>
                <c:pt idx="304">
                  <c:v>8.7000000000000022E-2</c:v>
                </c:pt>
                <c:pt idx="305">
                  <c:v>8.7000000000000022E-2</c:v>
                </c:pt>
                <c:pt idx="306">
                  <c:v>8.7000000000000022E-2</c:v>
                </c:pt>
                <c:pt idx="307">
                  <c:v>8.7000000000000022E-2</c:v>
                </c:pt>
                <c:pt idx="308">
                  <c:v>8.7000000000000022E-2</c:v>
                </c:pt>
                <c:pt idx="309">
                  <c:v>8.7000000000000022E-2</c:v>
                </c:pt>
                <c:pt idx="310">
                  <c:v>-1.3999999999999957E-2</c:v>
                </c:pt>
                <c:pt idx="311">
                  <c:v>-9.4999999999999973E-2</c:v>
                </c:pt>
                <c:pt idx="312">
                  <c:v>-0.19599999999999998</c:v>
                </c:pt>
                <c:pt idx="313">
                  <c:v>-8.9999999999999969E-2</c:v>
                </c:pt>
                <c:pt idx="314">
                  <c:v>-0.14499999999999996</c:v>
                </c:pt>
                <c:pt idx="315">
                  <c:v>-0.129</c:v>
                </c:pt>
                <c:pt idx="316">
                  <c:v>-0.16799999999999998</c:v>
                </c:pt>
                <c:pt idx="317">
                  <c:v>-0.16799999999999998</c:v>
                </c:pt>
                <c:pt idx="318">
                  <c:v>-8.9999999999999969E-2</c:v>
                </c:pt>
                <c:pt idx="319">
                  <c:v>-0.11399999999999999</c:v>
                </c:pt>
                <c:pt idx="320">
                  <c:v>-0.13299999999999995</c:v>
                </c:pt>
                <c:pt idx="321">
                  <c:v>-0.124</c:v>
                </c:pt>
                <c:pt idx="322">
                  <c:v>-9.9999999999999978E-2</c:v>
                </c:pt>
                <c:pt idx="323">
                  <c:v>-0.11399999999999999</c:v>
                </c:pt>
                <c:pt idx="324">
                  <c:v>-9.9999999999999978E-2</c:v>
                </c:pt>
                <c:pt idx="325">
                  <c:v>-8.4999999999999964E-2</c:v>
                </c:pt>
                <c:pt idx="326">
                  <c:v>-4.2999999999999983E-2</c:v>
                </c:pt>
                <c:pt idx="327">
                  <c:v>-8.9999999999999525E-3</c:v>
                </c:pt>
                <c:pt idx="328">
                  <c:v>5.5000000000000049E-2</c:v>
                </c:pt>
                <c:pt idx="329">
                  <c:v>4.8000000000000043E-2</c:v>
                </c:pt>
                <c:pt idx="330">
                  <c:v>4.4000000000000039E-2</c:v>
                </c:pt>
                <c:pt idx="331">
                  <c:v>4.8000000000000043E-2</c:v>
                </c:pt>
                <c:pt idx="332">
                  <c:v>3.9000000000000035E-2</c:v>
                </c:pt>
                <c:pt idx="333">
                  <c:v>4.9000000000000044E-2</c:v>
                </c:pt>
                <c:pt idx="334">
                  <c:v>4.2000000000000037E-2</c:v>
                </c:pt>
                <c:pt idx="335">
                  <c:v>4.6000000000000041E-2</c:v>
                </c:pt>
                <c:pt idx="336">
                  <c:v>6.6000000000000003E-2</c:v>
                </c:pt>
                <c:pt idx="337">
                  <c:v>5.5999999999999994E-2</c:v>
                </c:pt>
                <c:pt idx="338">
                  <c:v>6.3E-2</c:v>
                </c:pt>
                <c:pt idx="339">
                  <c:v>5.2000000000000046E-2</c:v>
                </c:pt>
                <c:pt idx="340">
                  <c:v>5.3000000000000047E-2</c:v>
                </c:pt>
                <c:pt idx="341">
                  <c:v>5.2000000000000046E-2</c:v>
                </c:pt>
                <c:pt idx="342">
                  <c:v>5.8999999999999997E-2</c:v>
                </c:pt>
                <c:pt idx="343">
                  <c:v>4.500000000000004E-2</c:v>
                </c:pt>
                <c:pt idx="344">
                  <c:v>4.6000000000000041E-2</c:v>
                </c:pt>
                <c:pt idx="345">
                  <c:v>-2.7999999999999969E-2</c:v>
                </c:pt>
                <c:pt idx="346">
                  <c:v>-1.2999999999999956E-2</c:v>
                </c:pt>
                <c:pt idx="347">
                  <c:v>1.0000000000000009E-3</c:v>
                </c:pt>
                <c:pt idx="348">
                  <c:v>1.0000000000000009E-3</c:v>
                </c:pt>
                <c:pt idx="349">
                  <c:v>1.0000000000000009E-3</c:v>
                </c:pt>
                <c:pt idx="350">
                  <c:v>1.0000000000000009E-3</c:v>
                </c:pt>
                <c:pt idx="351">
                  <c:v>0</c:v>
                </c:pt>
                <c:pt idx="352">
                  <c:v>6.0000000000000053E-3</c:v>
                </c:pt>
                <c:pt idx="353">
                  <c:v>1.0000000000000009E-3</c:v>
                </c:pt>
                <c:pt idx="354">
                  <c:v>-2.0999999999999963E-2</c:v>
                </c:pt>
                <c:pt idx="355">
                  <c:v>-2.899999999999997E-2</c:v>
                </c:pt>
                <c:pt idx="356">
                  <c:v>-1.1999999999999955E-2</c:v>
                </c:pt>
                <c:pt idx="357">
                  <c:v>-2.0999999999999963E-2</c:v>
                </c:pt>
                <c:pt idx="358">
                  <c:v>-4.8999999999999988E-2</c:v>
                </c:pt>
                <c:pt idx="359">
                  <c:v>-3.5999999999999976E-2</c:v>
                </c:pt>
                <c:pt idx="360">
                  <c:v>-2.0999999999999963E-2</c:v>
                </c:pt>
                <c:pt idx="361">
                  <c:v>-2.5999999999999968E-2</c:v>
                </c:pt>
                <c:pt idx="362">
                  <c:v>-1.699999999999996E-2</c:v>
                </c:pt>
                <c:pt idx="363">
                  <c:v>-6.0000000000000053E-3</c:v>
                </c:pt>
                <c:pt idx="364">
                  <c:v>8.0000000000000071E-3</c:v>
                </c:pt>
                <c:pt idx="365">
                  <c:v>1.0000000000000009E-3</c:v>
                </c:pt>
                <c:pt idx="366">
                  <c:v>2.1000000000000019E-2</c:v>
                </c:pt>
                <c:pt idx="367">
                  <c:v>1.5000000000000013E-2</c:v>
                </c:pt>
                <c:pt idx="368">
                  <c:v>1.7000000000000015E-2</c:v>
                </c:pt>
                <c:pt idx="369">
                  <c:v>5.0000000000000044E-3</c:v>
                </c:pt>
                <c:pt idx="370">
                  <c:v>-5.0000000000000044E-3</c:v>
                </c:pt>
                <c:pt idx="371">
                  <c:v>1.4000000000000012E-2</c:v>
                </c:pt>
                <c:pt idx="372">
                  <c:v>7.0000000000000062E-3</c:v>
                </c:pt>
                <c:pt idx="373">
                  <c:v>8.0000000000000071E-3</c:v>
                </c:pt>
                <c:pt idx="374">
                  <c:v>1.8000000000000016E-2</c:v>
                </c:pt>
                <c:pt idx="375">
                  <c:v>8.0000000000000071E-3</c:v>
                </c:pt>
                <c:pt idx="376">
                  <c:v>1.0000000000000009E-2</c:v>
                </c:pt>
                <c:pt idx="377">
                  <c:v>4.0000000000000036E-3</c:v>
                </c:pt>
                <c:pt idx="378">
                  <c:v>1.2000000000000011E-2</c:v>
                </c:pt>
                <c:pt idx="379">
                  <c:v>8.0000000000000071E-3</c:v>
                </c:pt>
                <c:pt idx="380">
                  <c:v>-8.9999999999999525E-3</c:v>
                </c:pt>
                <c:pt idx="381">
                  <c:v>-2.0999999999999963E-2</c:v>
                </c:pt>
                <c:pt idx="382">
                  <c:v>-2.7999999999999969E-2</c:v>
                </c:pt>
                <c:pt idx="383">
                  <c:v>-3.7999999999999978E-2</c:v>
                </c:pt>
                <c:pt idx="384">
                  <c:v>-4.1999999999999982E-2</c:v>
                </c:pt>
                <c:pt idx="385">
                  <c:v>-5.1999999999999991E-2</c:v>
                </c:pt>
                <c:pt idx="386">
                  <c:v>-0.06</c:v>
                </c:pt>
                <c:pt idx="387">
                  <c:v>-4.6999999999999986E-2</c:v>
                </c:pt>
                <c:pt idx="388">
                  <c:v>-3.0999999999999972E-2</c:v>
                </c:pt>
                <c:pt idx="389">
                  <c:v>-2.9999999999999971E-2</c:v>
                </c:pt>
                <c:pt idx="390">
                  <c:v>-1.8999999999999961E-2</c:v>
                </c:pt>
                <c:pt idx="391">
                  <c:v>-1.4999999999999958E-2</c:v>
                </c:pt>
                <c:pt idx="392">
                  <c:v>-3.4999999999999976E-2</c:v>
                </c:pt>
                <c:pt idx="393">
                  <c:v>-2.5999999999999968E-2</c:v>
                </c:pt>
                <c:pt idx="394">
                  <c:v>-6.0000000000000053E-3</c:v>
                </c:pt>
                <c:pt idx="395">
                  <c:v>8.0000000000000071E-3</c:v>
                </c:pt>
                <c:pt idx="396">
                  <c:v>4.3000000000000038E-2</c:v>
                </c:pt>
                <c:pt idx="397">
                  <c:v>3.9000000000000035E-2</c:v>
                </c:pt>
                <c:pt idx="398">
                  <c:v>5.4000000000000048E-2</c:v>
                </c:pt>
                <c:pt idx="399">
                  <c:v>5.4000000000000048E-2</c:v>
                </c:pt>
                <c:pt idx="400">
                  <c:v>6.0999999999999999E-2</c:v>
                </c:pt>
                <c:pt idx="401">
                  <c:v>6.0999999999999999E-2</c:v>
                </c:pt>
                <c:pt idx="402">
                  <c:v>6.2E-2</c:v>
                </c:pt>
                <c:pt idx="403">
                  <c:v>4.8000000000000043E-2</c:v>
                </c:pt>
                <c:pt idx="404">
                  <c:v>4.7000000000000042E-2</c:v>
                </c:pt>
                <c:pt idx="405">
                  <c:v>2.8000000000000025E-2</c:v>
                </c:pt>
                <c:pt idx="406">
                  <c:v>4.1000000000000036E-2</c:v>
                </c:pt>
                <c:pt idx="407">
                  <c:v>4.7000000000000042E-2</c:v>
                </c:pt>
                <c:pt idx="408">
                  <c:v>3.5000000000000031E-2</c:v>
                </c:pt>
                <c:pt idx="409">
                  <c:v>3.0000000000000027E-2</c:v>
                </c:pt>
                <c:pt idx="410">
                  <c:v>0.14300000000000007</c:v>
                </c:pt>
                <c:pt idx="411">
                  <c:v>0.186</c:v>
                </c:pt>
                <c:pt idx="412">
                  <c:v>0.186</c:v>
                </c:pt>
                <c:pt idx="413">
                  <c:v>0.20800000000000002</c:v>
                </c:pt>
                <c:pt idx="414">
                  <c:v>0.23300000000000004</c:v>
                </c:pt>
                <c:pt idx="415">
                  <c:v>0.22900000000000004</c:v>
                </c:pt>
                <c:pt idx="416">
                  <c:v>0.21200000000000002</c:v>
                </c:pt>
                <c:pt idx="417">
                  <c:v>0.19</c:v>
                </c:pt>
                <c:pt idx="418">
                  <c:v>0.16599999999999998</c:v>
                </c:pt>
                <c:pt idx="419">
                  <c:v>0.16599999999999998</c:v>
                </c:pt>
                <c:pt idx="420">
                  <c:v>0.16599999999999998</c:v>
                </c:pt>
                <c:pt idx="421">
                  <c:v>0.19400000000000001</c:v>
                </c:pt>
                <c:pt idx="422">
                  <c:v>0.21400000000000002</c:v>
                </c:pt>
                <c:pt idx="423">
                  <c:v>0.21100000000000002</c:v>
                </c:pt>
                <c:pt idx="424">
                  <c:v>0.22800000000000004</c:v>
                </c:pt>
                <c:pt idx="425">
                  <c:v>0.21600000000000003</c:v>
                </c:pt>
                <c:pt idx="426">
                  <c:v>0.23100000000000004</c:v>
                </c:pt>
                <c:pt idx="427">
                  <c:v>0.24700000000000005</c:v>
                </c:pt>
                <c:pt idx="428">
                  <c:v>0.25600000000000006</c:v>
                </c:pt>
                <c:pt idx="429">
                  <c:v>0.23600000000000004</c:v>
                </c:pt>
                <c:pt idx="430">
                  <c:v>0.24100000000000005</c:v>
                </c:pt>
                <c:pt idx="431">
                  <c:v>0.24500000000000005</c:v>
                </c:pt>
                <c:pt idx="432">
                  <c:v>0.23400000000000004</c:v>
                </c:pt>
                <c:pt idx="433">
                  <c:v>0.23300000000000004</c:v>
                </c:pt>
                <c:pt idx="434">
                  <c:v>0.23200000000000004</c:v>
                </c:pt>
                <c:pt idx="435">
                  <c:v>0.21400000000000002</c:v>
                </c:pt>
                <c:pt idx="436">
                  <c:v>0.22600000000000003</c:v>
                </c:pt>
                <c:pt idx="437">
                  <c:v>0.24000000000000005</c:v>
                </c:pt>
                <c:pt idx="438">
                  <c:v>0.24100000000000005</c:v>
                </c:pt>
                <c:pt idx="439">
                  <c:v>0.23900000000000005</c:v>
                </c:pt>
                <c:pt idx="440">
                  <c:v>0.23700000000000004</c:v>
                </c:pt>
                <c:pt idx="441">
                  <c:v>0.28899999999999998</c:v>
                </c:pt>
                <c:pt idx="442">
                  <c:v>0.29099999999999998</c:v>
                </c:pt>
                <c:pt idx="443">
                  <c:v>0.29399999999999998</c:v>
                </c:pt>
                <c:pt idx="444">
                  <c:v>0.29699999999999999</c:v>
                </c:pt>
                <c:pt idx="445">
                  <c:v>0.29599999999999999</c:v>
                </c:pt>
                <c:pt idx="446">
                  <c:v>0.29599999999999999</c:v>
                </c:pt>
                <c:pt idx="447">
                  <c:v>0.29899999999999999</c:v>
                </c:pt>
                <c:pt idx="448">
                  <c:v>0.308</c:v>
                </c:pt>
                <c:pt idx="449">
                  <c:v>0.32500000000000001</c:v>
                </c:pt>
                <c:pt idx="450">
                  <c:v>0.32300000000000001</c:v>
                </c:pt>
                <c:pt idx="451">
                  <c:v>0.317</c:v>
                </c:pt>
                <c:pt idx="452">
                  <c:v>0.32200000000000001</c:v>
                </c:pt>
                <c:pt idx="453">
                  <c:v>0.32100000000000001</c:v>
                </c:pt>
                <c:pt idx="454">
                  <c:v>0.34200000000000003</c:v>
                </c:pt>
                <c:pt idx="455">
                  <c:v>0.34600000000000003</c:v>
                </c:pt>
                <c:pt idx="456">
                  <c:v>0.35800000000000004</c:v>
                </c:pt>
                <c:pt idx="457">
                  <c:v>0.34900000000000003</c:v>
                </c:pt>
                <c:pt idx="458">
                  <c:v>0.39100000000000007</c:v>
                </c:pt>
                <c:pt idx="459">
                  <c:v>0.39200000000000007</c:v>
                </c:pt>
                <c:pt idx="460">
                  <c:v>0.38600000000000007</c:v>
                </c:pt>
                <c:pt idx="461">
                  <c:v>0.38600000000000007</c:v>
                </c:pt>
                <c:pt idx="462">
                  <c:v>0.36400000000000005</c:v>
                </c:pt>
                <c:pt idx="463">
                  <c:v>0.34900000000000003</c:v>
                </c:pt>
                <c:pt idx="464">
                  <c:v>0.34</c:v>
                </c:pt>
                <c:pt idx="465">
                  <c:v>0.34200000000000003</c:v>
                </c:pt>
                <c:pt idx="466">
                  <c:v>0.34200000000000003</c:v>
                </c:pt>
                <c:pt idx="467">
                  <c:v>0.36300000000000004</c:v>
                </c:pt>
                <c:pt idx="468">
                  <c:v>0.39100000000000007</c:v>
                </c:pt>
                <c:pt idx="469">
                  <c:v>0.42199999999999999</c:v>
                </c:pt>
                <c:pt idx="470">
                  <c:v>0.42199999999999999</c:v>
                </c:pt>
                <c:pt idx="471">
                  <c:v>0.45200000000000001</c:v>
                </c:pt>
                <c:pt idx="472">
                  <c:v>0.42699999999999999</c:v>
                </c:pt>
                <c:pt idx="473">
                  <c:v>0.441</c:v>
                </c:pt>
                <c:pt idx="474">
                  <c:v>0.45700000000000002</c:v>
                </c:pt>
                <c:pt idx="475">
                  <c:v>0.46200000000000002</c:v>
                </c:pt>
                <c:pt idx="476">
                  <c:v>0.47400000000000003</c:v>
                </c:pt>
                <c:pt idx="477">
                  <c:v>0.52800000000000002</c:v>
                </c:pt>
                <c:pt idx="478">
                  <c:v>0.53900000000000003</c:v>
                </c:pt>
                <c:pt idx="479">
                  <c:v>0.50700000000000012</c:v>
                </c:pt>
                <c:pt idx="480">
                  <c:v>0.50700000000000012</c:v>
                </c:pt>
                <c:pt idx="481">
                  <c:v>0.46400000000000008</c:v>
                </c:pt>
                <c:pt idx="482">
                  <c:v>0.46600000000000008</c:v>
                </c:pt>
                <c:pt idx="483">
                  <c:v>0.44000000000000006</c:v>
                </c:pt>
                <c:pt idx="484">
                  <c:v>0.42000000000000004</c:v>
                </c:pt>
                <c:pt idx="485">
                  <c:v>0.43200000000000005</c:v>
                </c:pt>
                <c:pt idx="486">
                  <c:v>0.45200000000000007</c:v>
                </c:pt>
                <c:pt idx="487">
                  <c:v>0.44200000000000006</c:v>
                </c:pt>
                <c:pt idx="488">
                  <c:v>0.38400000000000012</c:v>
                </c:pt>
                <c:pt idx="489">
                  <c:v>0.37200000000000011</c:v>
                </c:pt>
                <c:pt idx="490">
                  <c:v>0.33900000000000008</c:v>
                </c:pt>
                <c:pt idx="491">
                  <c:v>0.33000000000000007</c:v>
                </c:pt>
                <c:pt idx="492">
                  <c:v>0.28300000000000003</c:v>
                </c:pt>
                <c:pt idx="493">
                  <c:v>0.30600000000000005</c:v>
                </c:pt>
                <c:pt idx="494">
                  <c:v>0.30600000000000005</c:v>
                </c:pt>
                <c:pt idx="495">
                  <c:v>0.3580000000000001</c:v>
                </c:pt>
                <c:pt idx="496">
                  <c:v>0.3580000000000001</c:v>
                </c:pt>
                <c:pt idx="497">
                  <c:v>0.33800000000000008</c:v>
                </c:pt>
                <c:pt idx="498">
                  <c:v>0.25200000000000011</c:v>
                </c:pt>
                <c:pt idx="499">
                  <c:v>0.25300000000000011</c:v>
                </c:pt>
                <c:pt idx="500">
                  <c:v>0.27800000000000002</c:v>
                </c:pt>
                <c:pt idx="501">
                  <c:v>0.27700000000000002</c:v>
                </c:pt>
                <c:pt idx="502">
                  <c:v>0.25200000000000011</c:v>
                </c:pt>
                <c:pt idx="503">
                  <c:v>0.22100000000000009</c:v>
                </c:pt>
                <c:pt idx="504">
                  <c:v>0.33700000000000008</c:v>
                </c:pt>
                <c:pt idx="505">
                  <c:v>0.34700000000000009</c:v>
                </c:pt>
                <c:pt idx="506">
                  <c:v>0.34400000000000008</c:v>
                </c:pt>
                <c:pt idx="507">
                  <c:v>0.30300000000000005</c:v>
                </c:pt>
                <c:pt idx="508">
                  <c:v>0.27400000000000013</c:v>
                </c:pt>
                <c:pt idx="509">
                  <c:v>0.25600000000000012</c:v>
                </c:pt>
                <c:pt idx="510">
                  <c:v>0.27800000000000002</c:v>
                </c:pt>
                <c:pt idx="511">
                  <c:v>0.25800000000000012</c:v>
                </c:pt>
                <c:pt idx="512">
                  <c:v>0.21200000000000008</c:v>
                </c:pt>
                <c:pt idx="513">
                  <c:v>0.13500000000000012</c:v>
                </c:pt>
                <c:pt idx="514">
                  <c:v>0.16400000000000003</c:v>
                </c:pt>
                <c:pt idx="515">
                  <c:v>0.20000000000000007</c:v>
                </c:pt>
                <c:pt idx="516">
                  <c:v>0.20100000000000007</c:v>
                </c:pt>
                <c:pt idx="517">
                  <c:v>0.21300000000000008</c:v>
                </c:pt>
                <c:pt idx="518">
                  <c:v>0.19000000000000006</c:v>
                </c:pt>
                <c:pt idx="519">
                  <c:v>0.17600000000000005</c:v>
                </c:pt>
                <c:pt idx="520">
                  <c:v>0</c:v>
                </c:pt>
                <c:pt idx="521">
                  <c:v>0</c:v>
                </c:pt>
                <c:pt idx="522">
                  <c:v>0</c:v>
                </c:pt>
                <c:pt idx="523">
                  <c:v>0</c:v>
                </c:pt>
                <c:pt idx="524">
                  <c:v>-1.0000000000000009E-3</c:v>
                </c:pt>
                <c:pt idx="525">
                  <c:v>-4.0000000000000036E-3</c:v>
                </c:pt>
                <c:pt idx="526">
                  <c:v>-4.0000000000000036E-3</c:v>
                </c:pt>
                <c:pt idx="527">
                  <c:v>-2.300000000000002E-2</c:v>
                </c:pt>
                <c:pt idx="528">
                  <c:v>-2.9000000000000026E-2</c:v>
                </c:pt>
                <c:pt idx="529">
                  <c:v>-1.100000000000001E-2</c:v>
                </c:pt>
                <c:pt idx="530">
                  <c:v>-1.7000000000000015E-2</c:v>
                </c:pt>
                <c:pt idx="531">
                  <c:v>-4.4000000000000039E-2</c:v>
                </c:pt>
                <c:pt idx="532">
                  <c:v>-2.5000000000000022E-2</c:v>
                </c:pt>
                <c:pt idx="533">
                  <c:v>-9.000000000000008E-3</c:v>
                </c:pt>
                <c:pt idx="534">
                  <c:v>2.4000000000000021E-2</c:v>
                </c:pt>
                <c:pt idx="535">
                  <c:v>5.3000000000000047E-2</c:v>
                </c:pt>
                <c:pt idx="536">
                  <c:v>4.4000000000000039E-2</c:v>
                </c:pt>
                <c:pt idx="537">
                  <c:v>5.7000000000000051E-2</c:v>
                </c:pt>
                <c:pt idx="538">
                  <c:v>0.10399999999999998</c:v>
                </c:pt>
                <c:pt idx="539">
                  <c:v>0.13100000000000001</c:v>
                </c:pt>
                <c:pt idx="540">
                  <c:v>0.10099999999999998</c:v>
                </c:pt>
                <c:pt idx="541">
                  <c:v>0.10799999999999998</c:v>
                </c:pt>
                <c:pt idx="542">
                  <c:v>0.10199999999999998</c:v>
                </c:pt>
                <c:pt idx="543">
                  <c:v>0.11799999999999999</c:v>
                </c:pt>
                <c:pt idx="544">
                  <c:v>8.6999999999999966E-2</c:v>
                </c:pt>
                <c:pt idx="545">
                  <c:v>5.9000000000000052E-2</c:v>
                </c:pt>
                <c:pt idx="546">
                  <c:v>0.11099999999999999</c:v>
                </c:pt>
                <c:pt idx="547">
                  <c:v>0.10899999999999999</c:v>
                </c:pt>
                <c:pt idx="548">
                  <c:v>0.10299999999999998</c:v>
                </c:pt>
                <c:pt idx="549">
                  <c:v>9.1999999999999971E-2</c:v>
                </c:pt>
                <c:pt idx="550">
                  <c:v>0.11199999999999999</c:v>
                </c:pt>
                <c:pt idx="551">
                  <c:v>0.11199999999999999</c:v>
                </c:pt>
                <c:pt idx="552">
                  <c:v>0.11399999999999999</c:v>
                </c:pt>
                <c:pt idx="553">
                  <c:v>0.14000000000000001</c:v>
                </c:pt>
                <c:pt idx="554">
                  <c:v>0.11799999999999999</c:v>
                </c:pt>
                <c:pt idx="555">
                  <c:v>0.122</c:v>
                </c:pt>
                <c:pt idx="556">
                  <c:v>0.121</c:v>
                </c:pt>
                <c:pt idx="557">
                  <c:v>0.12</c:v>
                </c:pt>
                <c:pt idx="558">
                  <c:v>0.11199999999999999</c:v>
                </c:pt>
                <c:pt idx="559">
                  <c:v>0.10599999999999998</c:v>
                </c:pt>
                <c:pt idx="560">
                  <c:v>0.10599999999999998</c:v>
                </c:pt>
                <c:pt idx="561">
                  <c:v>7.2000000000000064E-2</c:v>
                </c:pt>
                <c:pt idx="562">
                  <c:v>7.999999999999996E-2</c:v>
                </c:pt>
                <c:pt idx="563">
                  <c:v>8.5999999999999965E-2</c:v>
                </c:pt>
                <c:pt idx="564">
                  <c:v>9.4999999999999973E-2</c:v>
                </c:pt>
                <c:pt idx="565">
                  <c:v>0.10299999999999998</c:v>
                </c:pt>
                <c:pt idx="566">
                  <c:v>0.10499999999999998</c:v>
                </c:pt>
                <c:pt idx="567">
                  <c:v>9.3999999999999972E-2</c:v>
                </c:pt>
                <c:pt idx="568">
                  <c:v>0.10299999999999998</c:v>
                </c:pt>
                <c:pt idx="569">
                  <c:v>0.11799999999999999</c:v>
                </c:pt>
                <c:pt idx="570">
                  <c:v>0.122</c:v>
                </c:pt>
                <c:pt idx="571">
                  <c:v>0.14600000000000002</c:v>
                </c:pt>
                <c:pt idx="572">
                  <c:v>0.15600000000000003</c:v>
                </c:pt>
                <c:pt idx="573">
                  <c:v>0.15300000000000002</c:v>
                </c:pt>
                <c:pt idx="574">
                  <c:v>0.16400000000000003</c:v>
                </c:pt>
                <c:pt idx="575">
                  <c:v>0.17000000000000004</c:v>
                </c:pt>
                <c:pt idx="576">
                  <c:v>0.15400000000000003</c:v>
                </c:pt>
                <c:pt idx="577">
                  <c:v>0.126</c:v>
                </c:pt>
                <c:pt idx="578">
                  <c:v>0.126</c:v>
                </c:pt>
                <c:pt idx="579">
                  <c:v>0.128</c:v>
                </c:pt>
                <c:pt idx="580">
                  <c:v>0.128</c:v>
                </c:pt>
                <c:pt idx="581">
                  <c:v>0.122</c:v>
                </c:pt>
                <c:pt idx="582">
                  <c:v>0.126</c:v>
                </c:pt>
                <c:pt idx="583">
                  <c:v>0.11099999999999999</c:v>
                </c:pt>
                <c:pt idx="584">
                  <c:v>9.7999999999999976E-2</c:v>
                </c:pt>
                <c:pt idx="585">
                  <c:v>0.11399999999999999</c:v>
                </c:pt>
                <c:pt idx="586">
                  <c:v>0.126</c:v>
                </c:pt>
                <c:pt idx="587">
                  <c:v>0.13600000000000001</c:v>
                </c:pt>
                <c:pt idx="588">
                  <c:v>0.16100000000000003</c:v>
                </c:pt>
                <c:pt idx="589">
                  <c:v>0.16000000000000003</c:v>
                </c:pt>
                <c:pt idx="590">
                  <c:v>0.16100000000000003</c:v>
                </c:pt>
                <c:pt idx="591">
                  <c:v>0.17100000000000004</c:v>
                </c:pt>
                <c:pt idx="592">
                  <c:v>0.17000000000000004</c:v>
                </c:pt>
                <c:pt idx="593">
                  <c:v>0.18000000000000005</c:v>
                </c:pt>
                <c:pt idx="594">
                  <c:v>0.25700000000000001</c:v>
                </c:pt>
                <c:pt idx="595">
                  <c:v>0.24099999999999999</c:v>
                </c:pt>
                <c:pt idx="596">
                  <c:v>0.25</c:v>
                </c:pt>
                <c:pt idx="597">
                  <c:v>0.25700000000000001</c:v>
                </c:pt>
                <c:pt idx="598">
                  <c:v>0.27</c:v>
                </c:pt>
                <c:pt idx="599">
                  <c:v>0.25600000000000001</c:v>
                </c:pt>
                <c:pt idx="600">
                  <c:v>0.23699999999999999</c:v>
                </c:pt>
                <c:pt idx="601">
                  <c:v>0.27600000000000002</c:v>
                </c:pt>
                <c:pt idx="602">
                  <c:v>0.27600000000000002</c:v>
                </c:pt>
                <c:pt idx="603">
                  <c:v>0.27700000000000002</c:v>
                </c:pt>
                <c:pt idx="604">
                  <c:v>0.28600000000000003</c:v>
                </c:pt>
                <c:pt idx="605">
                  <c:v>0.27700000000000002</c:v>
                </c:pt>
                <c:pt idx="606">
                  <c:v>0.27700000000000002</c:v>
                </c:pt>
                <c:pt idx="607">
                  <c:v>0.26600000000000001</c:v>
                </c:pt>
                <c:pt idx="608">
                  <c:v>0.27800000000000002</c:v>
                </c:pt>
                <c:pt idx="609">
                  <c:v>0.28700000000000003</c:v>
                </c:pt>
                <c:pt idx="610">
                  <c:v>0.28700000000000003</c:v>
                </c:pt>
                <c:pt idx="611">
                  <c:v>0.28700000000000003</c:v>
                </c:pt>
                <c:pt idx="612">
                  <c:v>0.25900000000000001</c:v>
                </c:pt>
                <c:pt idx="613">
                  <c:v>0.27</c:v>
                </c:pt>
                <c:pt idx="614">
                  <c:v>0.30400000000000005</c:v>
                </c:pt>
                <c:pt idx="615">
                  <c:v>0.30000000000000004</c:v>
                </c:pt>
                <c:pt idx="616">
                  <c:v>0.32500000000000007</c:v>
                </c:pt>
                <c:pt idx="617">
                  <c:v>0.33899999999999997</c:v>
                </c:pt>
                <c:pt idx="618">
                  <c:v>0.34199999999999997</c:v>
                </c:pt>
                <c:pt idx="619">
                  <c:v>0.31400000000000006</c:v>
                </c:pt>
                <c:pt idx="620">
                  <c:v>0.33599999999999997</c:v>
                </c:pt>
                <c:pt idx="621">
                  <c:v>0.36599999999999999</c:v>
                </c:pt>
                <c:pt idx="622">
                  <c:v>0.36699999999999999</c:v>
                </c:pt>
                <c:pt idx="623">
                  <c:v>0.39800000000000002</c:v>
                </c:pt>
                <c:pt idx="624">
                  <c:v>0.38900000000000001</c:v>
                </c:pt>
                <c:pt idx="625">
                  <c:v>0.39200000000000002</c:v>
                </c:pt>
                <c:pt idx="626">
                  <c:v>0.41699999999999993</c:v>
                </c:pt>
                <c:pt idx="627">
                  <c:v>0.47200000000000009</c:v>
                </c:pt>
                <c:pt idx="628">
                  <c:v>0.45099999999999996</c:v>
                </c:pt>
                <c:pt idx="629">
                  <c:v>0.45600000000000007</c:v>
                </c:pt>
                <c:pt idx="630">
                  <c:v>0.45299999999999996</c:v>
                </c:pt>
                <c:pt idx="631">
                  <c:v>0.41699999999999993</c:v>
                </c:pt>
                <c:pt idx="632">
                  <c:v>0.40200000000000002</c:v>
                </c:pt>
                <c:pt idx="633">
                  <c:v>0.34799999999999998</c:v>
                </c:pt>
                <c:pt idx="634">
                  <c:v>0.36</c:v>
                </c:pt>
                <c:pt idx="635">
                  <c:v>0.42899999999999994</c:v>
                </c:pt>
                <c:pt idx="636">
                  <c:v>0.41099999999999992</c:v>
                </c:pt>
                <c:pt idx="637">
                  <c:v>0.372</c:v>
                </c:pt>
                <c:pt idx="638">
                  <c:v>0.35899999999999999</c:v>
                </c:pt>
                <c:pt idx="639">
                  <c:v>0.32700000000000007</c:v>
                </c:pt>
                <c:pt idx="640">
                  <c:v>0.31900000000000006</c:v>
                </c:pt>
                <c:pt idx="641">
                  <c:v>0.32800000000000007</c:v>
                </c:pt>
                <c:pt idx="642">
                  <c:v>0.31600000000000006</c:v>
                </c:pt>
                <c:pt idx="643">
                  <c:v>0.33999999999999997</c:v>
                </c:pt>
                <c:pt idx="644">
                  <c:v>0.36</c:v>
                </c:pt>
                <c:pt idx="645">
                  <c:v>0.378</c:v>
                </c:pt>
                <c:pt idx="646">
                  <c:v>0.38600000000000001</c:v>
                </c:pt>
                <c:pt idx="647">
                  <c:v>0.41499999999999992</c:v>
                </c:pt>
                <c:pt idx="648">
                  <c:v>0.46200000000000008</c:v>
                </c:pt>
                <c:pt idx="649">
                  <c:v>0.44099999999999995</c:v>
                </c:pt>
                <c:pt idx="650">
                  <c:v>0.44600000000000006</c:v>
                </c:pt>
                <c:pt idx="651">
                  <c:v>0.47200000000000009</c:v>
                </c:pt>
                <c:pt idx="652">
                  <c:v>0.4860000000000001</c:v>
                </c:pt>
                <c:pt idx="653">
                  <c:v>0.46800000000000008</c:v>
                </c:pt>
                <c:pt idx="654">
                  <c:v>0.46200000000000008</c:v>
                </c:pt>
                <c:pt idx="655">
                  <c:v>0.47800000000000009</c:v>
                </c:pt>
                <c:pt idx="656">
                  <c:v>0.47400000000000009</c:v>
                </c:pt>
                <c:pt idx="657">
                  <c:v>0.46899999999999997</c:v>
                </c:pt>
                <c:pt idx="658">
                  <c:v>0.47400000000000009</c:v>
                </c:pt>
                <c:pt idx="659">
                  <c:v>0.44899999999999995</c:v>
                </c:pt>
                <c:pt idx="660">
                  <c:v>0.44899999999999995</c:v>
                </c:pt>
                <c:pt idx="661">
                  <c:v>0.41400000000000003</c:v>
                </c:pt>
                <c:pt idx="662">
                  <c:v>0.42699999999999994</c:v>
                </c:pt>
                <c:pt idx="663">
                  <c:v>0.42600000000000005</c:v>
                </c:pt>
                <c:pt idx="664">
                  <c:v>0.42699999999999994</c:v>
                </c:pt>
                <c:pt idx="665">
                  <c:v>0.43899999999999995</c:v>
                </c:pt>
                <c:pt idx="666">
                  <c:v>0.45000000000000007</c:v>
                </c:pt>
                <c:pt idx="667">
                  <c:v>0.46499999999999997</c:v>
                </c:pt>
                <c:pt idx="668">
                  <c:v>0.44299999999999995</c:v>
                </c:pt>
                <c:pt idx="669">
                  <c:v>0.45200000000000007</c:v>
                </c:pt>
                <c:pt idx="670">
                  <c:v>0.41200000000000003</c:v>
                </c:pt>
                <c:pt idx="671">
                  <c:v>0.38800000000000001</c:v>
                </c:pt>
                <c:pt idx="672">
                  <c:v>0.44200000000000006</c:v>
                </c:pt>
                <c:pt idx="673">
                  <c:v>0.42699999999999994</c:v>
                </c:pt>
                <c:pt idx="674">
                  <c:v>0.33399999999999996</c:v>
                </c:pt>
                <c:pt idx="675">
                  <c:v>0.17600000000000005</c:v>
                </c:pt>
                <c:pt idx="676">
                  <c:v>0.28600000000000003</c:v>
                </c:pt>
                <c:pt idx="677">
                  <c:v>0.28200000000000003</c:v>
                </c:pt>
                <c:pt idx="678">
                  <c:v>0.23499999999999999</c:v>
                </c:pt>
                <c:pt idx="679">
                  <c:v>0.23599999999999999</c:v>
                </c:pt>
                <c:pt idx="680">
                  <c:v>0.23599999999999999</c:v>
                </c:pt>
                <c:pt idx="681">
                  <c:v>0.23299999999999998</c:v>
                </c:pt>
                <c:pt idx="682">
                  <c:v>0.20699999999999996</c:v>
                </c:pt>
                <c:pt idx="683">
                  <c:v>0.22299999999999998</c:v>
                </c:pt>
                <c:pt idx="684">
                  <c:v>0.26100000000000001</c:v>
                </c:pt>
                <c:pt idx="685">
                  <c:v>0.27300000000000002</c:v>
                </c:pt>
                <c:pt idx="686">
                  <c:v>0.27700000000000002</c:v>
                </c:pt>
                <c:pt idx="687">
                  <c:v>0.26500000000000001</c:v>
                </c:pt>
                <c:pt idx="688">
                  <c:v>0.25900000000000001</c:v>
                </c:pt>
                <c:pt idx="689">
                  <c:v>0.28400000000000003</c:v>
                </c:pt>
                <c:pt idx="690">
                  <c:v>0.27300000000000002</c:v>
                </c:pt>
                <c:pt idx="691">
                  <c:v>0.26700000000000002</c:v>
                </c:pt>
                <c:pt idx="692">
                  <c:v>0.28700000000000003</c:v>
                </c:pt>
                <c:pt idx="693">
                  <c:v>0.28100000000000003</c:v>
                </c:pt>
                <c:pt idx="694">
                  <c:v>0.28100000000000003</c:v>
                </c:pt>
                <c:pt idx="695">
                  <c:v>0.29800000000000004</c:v>
                </c:pt>
                <c:pt idx="696">
                  <c:v>0.31000000000000005</c:v>
                </c:pt>
                <c:pt idx="697">
                  <c:v>0.27</c:v>
                </c:pt>
                <c:pt idx="698">
                  <c:v>0.26400000000000001</c:v>
                </c:pt>
                <c:pt idx="699">
                  <c:v>0.23799999999999999</c:v>
                </c:pt>
                <c:pt idx="700">
                  <c:v>0.28600000000000003</c:v>
                </c:pt>
                <c:pt idx="701">
                  <c:v>0.28400000000000003</c:v>
                </c:pt>
                <c:pt idx="702">
                  <c:v>0.24</c:v>
                </c:pt>
                <c:pt idx="703">
                  <c:v>0.252</c:v>
                </c:pt>
                <c:pt idx="704">
                  <c:v>0.23199999999999998</c:v>
                </c:pt>
                <c:pt idx="705">
                  <c:v>0.23199999999999998</c:v>
                </c:pt>
                <c:pt idx="706">
                  <c:v>0.21299999999999997</c:v>
                </c:pt>
                <c:pt idx="707">
                  <c:v>0.21499999999999997</c:v>
                </c:pt>
                <c:pt idx="708">
                  <c:v>0.23299999999999998</c:v>
                </c:pt>
                <c:pt idx="709">
                  <c:v>0.23099999999999998</c:v>
                </c:pt>
                <c:pt idx="710">
                  <c:v>0.23099999999999998</c:v>
                </c:pt>
                <c:pt idx="711">
                  <c:v>0.20100000000000007</c:v>
                </c:pt>
                <c:pt idx="712">
                  <c:v>0.19700000000000006</c:v>
                </c:pt>
                <c:pt idx="713">
                  <c:v>0.21399999999999997</c:v>
                </c:pt>
                <c:pt idx="714">
                  <c:v>0.23699999999999999</c:v>
                </c:pt>
                <c:pt idx="715">
                  <c:v>0.245</c:v>
                </c:pt>
                <c:pt idx="716">
                  <c:v>0.23699999999999999</c:v>
                </c:pt>
                <c:pt idx="717">
                  <c:v>0.21099999999999997</c:v>
                </c:pt>
                <c:pt idx="718">
                  <c:v>0.21399999999999997</c:v>
                </c:pt>
                <c:pt idx="719">
                  <c:v>0.26900000000000002</c:v>
                </c:pt>
                <c:pt idx="720">
                  <c:v>0.31900000000000006</c:v>
                </c:pt>
                <c:pt idx="721">
                  <c:v>0.31100000000000005</c:v>
                </c:pt>
                <c:pt idx="722">
                  <c:v>0.32000000000000006</c:v>
                </c:pt>
                <c:pt idx="723">
                  <c:v>0.34299999999999997</c:v>
                </c:pt>
                <c:pt idx="724">
                  <c:v>0.33699999999999997</c:v>
                </c:pt>
                <c:pt idx="725">
                  <c:v>0.33699999999999997</c:v>
                </c:pt>
                <c:pt idx="726">
                  <c:v>0.35399999999999998</c:v>
                </c:pt>
                <c:pt idx="727">
                  <c:v>0.33999999999999997</c:v>
                </c:pt>
                <c:pt idx="728">
                  <c:v>0.35099999999999998</c:v>
                </c:pt>
                <c:pt idx="729">
                  <c:v>0.35899999999999999</c:v>
                </c:pt>
                <c:pt idx="730">
                  <c:v>0.34599999999999997</c:v>
                </c:pt>
                <c:pt idx="731">
                  <c:v>0.36</c:v>
                </c:pt>
                <c:pt idx="732">
                  <c:v>0.36399999999999999</c:v>
                </c:pt>
                <c:pt idx="733">
                  <c:v>0.34599999999999997</c:v>
                </c:pt>
                <c:pt idx="734">
                  <c:v>0.33899999999999997</c:v>
                </c:pt>
                <c:pt idx="735">
                  <c:v>0.36399999999999999</c:v>
                </c:pt>
                <c:pt idx="736">
                  <c:v>0.36199999999999999</c:v>
                </c:pt>
                <c:pt idx="737">
                  <c:v>0.34599999999999997</c:v>
                </c:pt>
                <c:pt idx="738">
                  <c:v>0.33399999999999996</c:v>
                </c:pt>
                <c:pt idx="739">
                  <c:v>0.33299999999999996</c:v>
                </c:pt>
                <c:pt idx="740">
                  <c:v>0.33299999999999996</c:v>
                </c:pt>
                <c:pt idx="741">
                  <c:v>0.32400000000000007</c:v>
                </c:pt>
                <c:pt idx="742">
                  <c:v>0.35899999999999999</c:v>
                </c:pt>
                <c:pt idx="743">
                  <c:v>0.39100000000000001</c:v>
                </c:pt>
                <c:pt idx="744">
                  <c:v>0.39100000000000001</c:v>
                </c:pt>
                <c:pt idx="745">
                  <c:v>0.38600000000000001</c:v>
                </c:pt>
                <c:pt idx="746">
                  <c:v>0.39899999999999991</c:v>
                </c:pt>
                <c:pt idx="747">
                  <c:v>0.43499999999999994</c:v>
                </c:pt>
                <c:pt idx="748">
                  <c:v>0.44699999999999995</c:v>
                </c:pt>
                <c:pt idx="749">
                  <c:v>0.45800000000000007</c:v>
                </c:pt>
                <c:pt idx="750">
                  <c:v>0.46099999999999997</c:v>
                </c:pt>
                <c:pt idx="751">
                  <c:v>0.45200000000000007</c:v>
                </c:pt>
                <c:pt idx="752">
                  <c:v>0.46099999999999997</c:v>
                </c:pt>
                <c:pt idx="753">
                  <c:v>0.4840000000000001</c:v>
                </c:pt>
                <c:pt idx="754">
                  <c:v>0.47200000000000009</c:v>
                </c:pt>
                <c:pt idx="755">
                  <c:v>0.46099999999999997</c:v>
                </c:pt>
                <c:pt idx="756">
                  <c:v>0.45499999999999996</c:v>
                </c:pt>
                <c:pt idx="757">
                  <c:v>0.45499999999999996</c:v>
                </c:pt>
                <c:pt idx="758">
                  <c:v>0.44200000000000006</c:v>
                </c:pt>
                <c:pt idx="759">
                  <c:v>0.43099999999999994</c:v>
                </c:pt>
                <c:pt idx="760">
                  <c:v>0.46499999999999997</c:v>
                </c:pt>
                <c:pt idx="761">
                  <c:v>0.46600000000000008</c:v>
                </c:pt>
                <c:pt idx="762">
                  <c:v>0.44899999999999995</c:v>
                </c:pt>
                <c:pt idx="763">
                  <c:v>0.45600000000000007</c:v>
                </c:pt>
                <c:pt idx="764">
                  <c:v>0.44299999999999995</c:v>
                </c:pt>
                <c:pt idx="765">
                  <c:v>0.43499999999999994</c:v>
                </c:pt>
                <c:pt idx="766">
                  <c:v>0.45600000000000007</c:v>
                </c:pt>
                <c:pt idx="767">
                  <c:v>0.46000000000000008</c:v>
                </c:pt>
                <c:pt idx="768">
                  <c:v>0.43499999999999994</c:v>
                </c:pt>
                <c:pt idx="769">
                  <c:v>0.42600000000000005</c:v>
                </c:pt>
                <c:pt idx="770">
                  <c:v>0.45600000000000007</c:v>
                </c:pt>
                <c:pt idx="771">
                  <c:v>0.46699999999999997</c:v>
                </c:pt>
                <c:pt idx="772">
                  <c:v>0.45600000000000007</c:v>
                </c:pt>
                <c:pt idx="773">
                  <c:v>0.45499999999999996</c:v>
                </c:pt>
                <c:pt idx="774">
                  <c:v>0.44299999999999995</c:v>
                </c:pt>
                <c:pt idx="775">
                  <c:v>0.45099999999999996</c:v>
                </c:pt>
                <c:pt idx="776">
                  <c:v>0.45800000000000007</c:v>
                </c:pt>
                <c:pt idx="777">
                  <c:v>0.45699999999999996</c:v>
                </c:pt>
                <c:pt idx="778">
                  <c:v>0.47400000000000009</c:v>
                </c:pt>
                <c:pt idx="779">
                  <c:v>0.49800000000000011</c:v>
                </c:pt>
                <c:pt idx="780">
                  <c:v>0</c:v>
                </c:pt>
                <c:pt idx="781">
                  <c:v>0</c:v>
                </c:pt>
                <c:pt idx="782">
                  <c:v>0</c:v>
                </c:pt>
                <c:pt idx="783">
                  <c:v>0</c:v>
                </c:pt>
                <c:pt idx="784">
                  <c:v>0</c:v>
                </c:pt>
                <c:pt idx="785">
                  <c:v>3.6000000000000032E-2</c:v>
                </c:pt>
                <c:pt idx="786">
                  <c:v>4.2000000000000037E-2</c:v>
                </c:pt>
                <c:pt idx="787">
                  <c:v>8.8000000000000078E-2</c:v>
                </c:pt>
                <c:pt idx="788">
                  <c:v>9.099999999999997E-2</c:v>
                </c:pt>
                <c:pt idx="789">
                  <c:v>0.10899999999999999</c:v>
                </c:pt>
                <c:pt idx="790">
                  <c:v>0.10899999999999999</c:v>
                </c:pt>
                <c:pt idx="791">
                  <c:v>0.15500000000000003</c:v>
                </c:pt>
                <c:pt idx="792">
                  <c:v>0.16300000000000003</c:v>
                </c:pt>
                <c:pt idx="793">
                  <c:v>0.1160000000000001</c:v>
                </c:pt>
                <c:pt idx="794">
                  <c:v>0.11099999999999999</c:v>
                </c:pt>
                <c:pt idx="795">
                  <c:v>0.10600000000000009</c:v>
                </c:pt>
                <c:pt idx="796">
                  <c:v>0.10099999999999998</c:v>
                </c:pt>
                <c:pt idx="797">
                  <c:v>0.10600000000000009</c:v>
                </c:pt>
                <c:pt idx="798">
                  <c:v>0.1160000000000001</c:v>
                </c:pt>
                <c:pt idx="799">
                  <c:v>0.13800000000000012</c:v>
                </c:pt>
                <c:pt idx="800">
                  <c:v>0.121</c:v>
                </c:pt>
                <c:pt idx="801">
                  <c:v>0.10899999999999999</c:v>
                </c:pt>
                <c:pt idx="802">
                  <c:v>0.10400000000000009</c:v>
                </c:pt>
                <c:pt idx="803">
                  <c:v>0.12400000000000011</c:v>
                </c:pt>
                <c:pt idx="804">
                  <c:v>0.15400000000000014</c:v>
                </c:pt>
                <c:pt idx="805">
                  <c:v>0.15900000000000003</c:v>
                </c:pt>
                <c:pt idx="806">
                  <c:v>0.18799999999999994</c:v>
                </c:pt>
                <c:pt idx="807">
                  <c:v>0.19599999999999995</c:v>
                </c:pt>
                <c:pt idx="808">
                  <c:v>0.18500000000000005</c:v>
                </c:pt>
                <c:pt idx="809">
                  <c:v>0.21199999999999997</c:v>
                </c:pt>
                <c:pt idx="810">
                  <c:v>0.22599999999999998</c:v>
                </c:pt>
                <c:pt idx="811">
                  <c:v>0.22599999999999998</c:v>
                </c:pt>
                <c:pt idx="812">
                  <c:v>0.25300000000000011</c:v>
                </c:pt>
                <c:pt idx="813">
                  <c:v>0.26100000000000012</c:v>
                </c:pt>
                <c:pt idx="814">
                  <c:v>0.27</c:v>
                </c:pt>
                <c:pt idx="815">
                  <c:v>0.30200000000000005</c:v>
                </c:pt>
                <c:pt idx="816">
                  <c:v>0.34000000000000008</c:v>
                </c:pt>
                <c:pt idx="817">
                  <c:v>0.34299999999999997</c:v>
                </c:pt>
                <c:pt idx="818">
                  <c:v>0.35400000000000009</c:v>
                </c:pt>
                <c:pt idx="819">
                  <c:v>0.33800000000000008</c:v>
                </c:pt>
                <c:pt idx="820">
                  <c:v>0.33800000000000008</c:v>
                </c:pt>
                <c:pt idx="821">
                  <c:v>0.28200000000000003</c:v>
                </c:pt>
                <c:pt idx="822">
                  <c:v>0.27700000000000014</c:v>
                </c:pt>
                <c:pt idx="823">
                  <c:v>0.31200000000000006</c:v>
                </c:pt>
                <c:pt idx="824">
                  <c:v>0.28700000000000014</c:v>
                </c:pt>
                <c:pt idx="825">
                  <c:v>0.32400000000000007</c:v>
                </c:pt>
                <c:pt idx="826">
                  <c:v>0.33200000000000007</c:v>
                </c:pt>
                <c:pt idx="827">
                  <c:v>0.35600000000000009</c:v>
                </c:pt>
                <c:pt idx="828">
                  <c:v>0.45199999999999996</c:v>
                </c:pt>
                <c:pt idx="829">
                  <c:v>0.43199999999999994</c:v>
                </c:pt>
                <c:pt idx="830">
                  <c:v>0.48799999999999999</c:v>
                </c:pt>
                <c:pt idx="831">
                  <c:v>0.42599999999999993</c:v>
                </c:pt>
                <c:pt idx="832">
                  <c:v>0.43199999999999994</c:v>
                </c:pt>
                <c:pt idx="833">
                  <c:v>0.45300000000000007</c:v>
                </c:pt>
                <c:pt idx="834">
                  <c:v>0.42599999999999993</c:v>
                </c:pt>
                <c:pt idx="835">
                  <c:v>0.41999999999999993</c:v>
                </c:pt>
                <c:pt idx="836">
                  <c:v>0.41700000000000004</c:v>
                </c:pt>
                <c:pt idx="837">
                  <c:v>0.42399999999999993</c:v>
                </c:pt>
                <c:pt idx="838">
                  <c:v>0.42399999999999993</c:v>
                </c:pt>
                <c:pt idx="839">
                  <c:v>0.43199999999999994</c:v>
                </c:pt>
                <c:pt idx="840">
                  <c:v>0.45300000000000007</c:v>
                </c:pt>
                <c:pt idx="841">
                  <c:v>0.49399999999999999</c:v>
                </c:pt>
                <c:pt idx="842">
                  <c:v>0.4930000000000001</c:v>
                </c:pt>
                <c:pt idx="843">
                  <c:v>0.49700000000000011</c:v>
                </c:pt>
                <c:pt idx="844">
                  <c:v>0.45199999999999996</c:v>
                </c:pt>
                <c:pt idx="845">
                  <c:v>0.40000000000000013</c:v>
                </c:pt>
                <c:pt idx="846">
                  <c:v>0.40700000000000003</c:v>
                </c:pt>
                <c:pt idx="847">
                  <c:v>0.38100000000000001</c:v>
                </c:pt>
                <c:pt idx="848">
                  <c:v>0.27200000000000002</c:v>
                </c:pt>
                <c:pt idx="849">
                  <c:v>0.10600000000000009</c:v>
                </c:pt>
                <c:pt idx="850">
                  <c:v>1.8000000000000016E-2</c:v>
                </c:pt>
                <c:pt idx="851">
                  <c:v>0.17199999999999993</c:v>
                </c:pt>
                <c:pt idx="852">
                  <c:v>0.17399999999999993</c:v>
                </c:pt>
                <c:pt idx="853">
                  <c:v>0.25700000000000012</c:v>
                </c:pt>
                <c:pt idx="854">
                  <c:v>0.21900000000000008</c:v>
                </c:pt>
                <c:pt idx="855">
                  <c:v>0.248</c:v>
                </c:pt>
                <c:pt idx="856">
                  <c:v>0.27800000000000002</c:v>
                </c:pt>
                <c:pt idx="857">
                  <c:v>0.17799999999999994</c:v>
                </c:pt>
                <c:pt idx="858">
                  <c:v>0.22599999999999998</c:v>
                </c:pt>
                <c:pt idx="859">
                  <c:v>0.19399999999999995</c:v>
                </c:pt>
                <c:pt idx="860">
                  <c:v>0.19599999999999995</c:v>
                </c:pt>
                <c:pt idx="861">
                  <c:v>0.22199999999999998</c:v>
                </c:pt>
                <c:pt idx="862">
                  <c:v>0.2410000000000001</c:v>
                </c:pt>
                <c:pt idx="863">
                  <c:v>0.23100000000000009</c:v>
                </c:pt>
                <c:pt idx="864">
                  <c:v>0.25300000000000011</c:v>
                </c:pt>
                <c:pt idx="865">
                  <c:v>0.22900000000000009</c:v>
                </c:pt>
                <c:pt idx="866">
                  <c:v>0.22900000000000009</c:v>
                </c:pt>
                <c:pt idx="867">
                  <c:v>0.22500000000000009</c:v>
                </c:pt>
                <c:pt idx="868">
                  <c:v>0.16599999999999993</c:v>
                </c:pt>
                <c:pt idx="869">
                  <c:v>0.17100000000000004</c:v>
                </c:pt>
                <c:pt idx="870">
                  <c:v>0.17100000000000004</c:v>
                </c:pt>
                <c:pt idx="871">
                  <c:v>0.17100000000000004</c:v>
                </c:pt>
                <c:pt idx="872">
                  <c:v>0.21199999999999997</c:v>
                </c:pt>
                <c:pt idx="873">
                  <c:v>0.24</c:v>
                </c:pt>
                <c:pt idx="874">
                  <c:v>0.27600000000000002</c:v>
                </c:pt>
                <c:pt idx="875">
                  <c:v>0.35899999999999999</c:v>
                </c:pt>
                <c:pt idx="876">
                  <c:v>0.35099999999999998</c:v>
                </c:pt>
                <c:pt idx="877">
                  <c:v>0.3680000000000001</c:v>
                </c:pt>
                <c:pt idx="878">
                  <c:v>0.38400000000000012</c:v>
                </c:pt>
                <c:pt idx="879">
                  <c:v>0.3660000000000001</c:v>
                </c:pt>
                <c:pt idx="880">
                  <c:v>0.39800000000000013</c:v>
                </c:pt>
                <c:pt idx="881">
                  <c:v>0.41300000000000003</c:v>
                </c:pt>
                <c:pt idx="882">
                  <c:v>0.43100000000000005</c:v>
                </c:pt>
                <c:pt idx="883">
                  <c:v>0.47900000000000009</c:v>
                </c:pt>
                <c:pt idx="884">
                  <c:v>0.44399999999999995</c:v>
                </c:pt>
                <c:pt idx="885">
                  <c:v>0.37600000000000011</c:v>
                </c:pt>
                <c:pt idx="886">
                  <c:v>0.42100000000000004</c:v>
                </c:pt>
                <c:pt idx="887">
                  <c:v>0.43399999999999994</c:v>
                </c:pt>
                <c:pt idx="888">
                  <c:v>0.40300000000000002</c:v>
                </c:pt>
                <c:pt idx="889">
                  <c:v>0.41700000000000004</c:v>
                </c:pt>
                <c:pt idx="890">
                  <c:v>0.39800000000000013</c:v>
                </c:pt>
                <c:pt idx="891">
                  <c:v>0.41100000000000003</c:v>
                </c:pt>
                <c:pt idx="892">
                  <c:v>0.37400000000000011</c:v>
                </c:pt>
                <c:pt idx="893">
                  <c:v>0.36099999999999999</c:v>
                </c:pt>
                <c:pt idx="894">
                  <c:v>0.37000000000000011</c:v>
                </c:pt>
                <c:pt idx="895">
                  <c:v>0.38400000000000012</c:v>
                </c:pt>
                <c:pt idx="896">
                  <c:v>0.37400000000000011</c:v>
                </c:pt>
                <c:pt idx="897">
                  <c:v>0.35899999999999999</c:v>
                </c:pt>
                <c:pt idx="898">
                  <c:v>0.31899999999999995</c:v>
                </c:pt>
                <c:pt idx="899">
                  <c:v>0.34699999999999998</c:v>
                </c:pt>
                <c:pt idx="900">
                  <c:v>0.375</c:v>
                </c:pt>
                <c:pt idx="901">
                  <c:v>0.36499999999999999</c:v>
                </c:pt>
                <c:pt idx="902">
                  <c:v>0.32899999999999996</c:v>
                </c:pt>
                <c:pt idx="903">
                  <c:v>0.30800000000000005</c:v>
                </c:pt>
                <c:pt idx="904">
                  <c:v>0.32499999999999996</c:v>
                </c:pt>
                <c:pt idx="905">
                  <c:v>0.33299999999999996</c:v>
                </c:pt>
                <c:pt idx="906">
                  <c:v>0.30699999999999994</c:v>
                </c:pt>
                <c:pt idx="907">
                  <c:v>0.33099999999999996</c:v>
                </c:pt>
                <c:pt idx="908">
                  <c:v>0.34800000000000009</c:v>
                </c:pt>
                <c:pt idx="909">
                  <c:v>0.34099999999999997</c:v>
                </c:pt>
                <c:pt idx="910">
                  <c:v>0.30200000000000005</c:v>
                </c:pt>
                <c:pt idx="911">
                  <c:v>0.34299999999999997</c:v>
                </c:pt>
                <c:pt idx="912">
                  <c:v>0.35000000000000009</c:v>
                </c:pt>
                <c:pt idx="913">
                  <c:v>0.34499999999999997</c:v>
                </c:pt>
                <c:pt idx="914">
                  <c:v>0.37000000000000011</c:v>
                </c:pt>
                <c:pt idx="915">
                  <c:v>0.40500000000000003</c:v>
                </c:pt>
                <c:pt idx="916">
                  <c:v>0.41700000000000004</c:v>
                </c:pt>
                <c:pt idx="917">
                  <c:v>0.41000000000000014</c:v>
                </c:pt>
                <c:pt idx="918">
                  <c:v>0.42900000000000005</c:v>
                </c:pt>
                <c:pt idx="919">
                  <c:v>0.4910000000000001</c:v>
                </c:pt>
                <c:pt idx="920">
                  <c:v>0.4870000000000001</c:v>
                </c:pt>
                <c:pt idx="921">
                  <c:v>0.49399999999999999</c:v>
                </c:pt>
                <c:pt idx="922">
                  <c:v>0.47700000000000009</c:v>
                </c:pt>
                <c:pt idx="923">
                  <c:v>0.44999999999999996</c:v>
                </c:pt>
                <c:pt idx="924">
                  <c:v>0.44999999999999996</c:v>
                </c:pt>
                <c:pt idx="925">
                  <c:v>0.42700000000000005</c:v>
                </c:pt>
                <c:pt idx="926">
                  <c:v>0.49700000000000011</c:v>
                </c:pt>
                <c:pt idx="927">
                  <c:v>0.51600000000000001</c:v>
                </c:pt>
                <c:pt idx="928">
                  <c:v>0.51600000000000001</c:v>
                </c:pt>
                <c:pt idx="929">
                  <c:v>0.47799999999999998</c:v>
                </c:pt>
                <c:pt idx="930">
                  <c:v>0.48399999999999999</c:v>
                </c:pt>
                <c:pt idx="931">
                  <c:v>0.47100000000000009</c:v>
                </c:pt>
                <c:pt idx="932">
                  <c:v>0.46500000000000008</c:v>
                </c:pt>
                <c:pt idx="933">
                  <c:v>0.46799999999999997</c:v>
                </c:pt>
                <c:pt idx="934">
                  <c:v>0.42500000000000004</c:v>
                </c:pt>
                <c:pt idx="935">
                  <c:v>0.38300000000000001</c:v>
                </c:pt>
                <c:pt idx="936">
                  <c:v>0.40700000000000003</c:v>
                </c:pt>
                <c:pt idx="937">
                  <c:v>0.39500000000000002</c:v>
                </c:pt>
                <c:pt idx="938">
                  <c:v>0.40000000000000013</c:v>
                </c:pt>
                <c:pt idx="939">
                  <c:v>0.40000000000000013</c:v>
                </c:pt>
                <c:pt idx="940">
                  <c:v>0.40900000000000003</c:v>
                </c:pt>
                <c:pt idx="941">
                  <c:v>0.42399999999999993</c:v>
                </c:pt>
                <c:pt idx="942">
                  <c:v>0.45799999999999996</c:v>
                </c:pt>
                <c:pt idx="943">
                  <c:v>0.48100000000000009</c:v>
                </c:pt>
                <c:pt idx="944">
                  <c:v>0.47799999999999998</c:v>
                </c:pt>
                <c:pt idx="945">
                  <c:v>0.51100000000000012</c:v>
                </c:pt>
                <c:pt idx="946">
                  <c:v>0.51900000000000013</c:v>
                </c:pt>
                <c:pt idx="947">
                  <c:v>0.51900000000000013</c:v>
                </c:pt>
                <c:pt idx="948">
                  <c:v>0.53200000000000003</c:v>
                </c:pt>
                <c:pt idx="949">
                  <c:v>0.53100000000000014</c:v>
                </c:pt>
                <c:pt idx="950">
                  <c:v>0.53800000000000003</c:v>
                </c:pt>
                <c:pt idx="951">
                  <c:v>0.53600000000000003</c:v>
                </c:pt>
                <c:pt idx="952">
                  <c:v>0.52800000000000002</c:v>
                </c:pt>
                <c:pt idx="953">
                  <c:v>0.51</c:v>
                </c:pt>
                <c:pt idx="954">
                  <c:v>0.53700000000000014</c:v>
                </c:pt>
                <c:pt idx="955">
                  <c:v>0.53</c:v>
                </c:pt>
                <c:pt idx="956">
                  <c:v>0.54200000000000004</c:v>
                </c:pt>
                <c:pt idx="957">
                  <c:v>0.50500000000000012</c:v>
                </c:pt>
                <c:pt idx="958">
                  <c:v>0.48799999999999999</c:v>
                </c:pt>
                <c:pt idx="959">
                  <c:v>0.47900000000000009</c:v>
                </c:pt>
                <c:pt idx="960">
                  <c:v>0.48199999999999998</c:v>
                </c:pt>
                <c:pt idx="961">
                  <c:v>0.47900000000000009</c:v>
                </c:pt>
                <c:pt idx="962">
                  <c:v>0.49</c:v>
                </c:pt>
                <c:pt idx="963">
                  <c:v>0.50300000000000011</c:v>
                </c:pt>
                <c:pt idx="964">
                  <c:v>0.50300000000000011</c:v>
                </c:pt>
                <c:pt idx="965">
                  <c:v>0.50900000000000012</c:v>
                </c:pt>
                <c:pt idx="966">
                  <c:v>0.50800000000000001</c:v>
                </c:pt>
                <c:pt idx="967">
                  <c:v>0.51200000000000001</c:v>
                </c:pt>
                <c:pt idx="968">
                  <c:v>0.55299999999999994</c:v>
                </c:pt>
                <c:pt idx="969">
                  <c:v>0.56200000000000006</c:v>
                </c:pt>
                <c:pt idx="970">
                  <c:v>0.56200000000000006</c:v>
                </c:pt>
                <c:pt idx="971">
                  <c:v>0.55400000000000005</c:v>
                </c:pt>
                <c:pt idx="972">
                  <c:v>0.55699999999999994</c:v>
                </c:pt>
                <c:pt idx="973">
                  <c:v>0.56099999999999994</c:v>
                </c:pt>
                <c:pt idx="974">
                  <c:v>0.55000000000000004</c:v>
                </c:pt>
                <c:pt idx="975">
                  <c:v>0.55699999999999994</c:v>
                </c:pt>
                <c:pt idx="976">
                  <c:v>0.56099999999999994</c:v>
                </c:pt>
                <c:pt idx="977">
                  <c:v>0.56800000000000006</c:v>
                </c:pt>
                <c:pt idx="978">
                  <c:v>0.57200000000000006</c:v>
                </c:pt>
                <c:pt idx="979">
                  <c:v>0.59699999999999998</c:v>
                </c:pt>
                <c:pt idx="980">
                  <c:v>0.59400000000000008</c:v>
                </c:pt>
                <c:pt idx="981">
                  <c:v>0.60000000000000009</c:v>
                </c:pt>
                <c:pt idx="982">
                  <c:v>0.60499999999999998</c:v>
                </c:pt>
                <c:pt idx="983">
                  <c:v>0.59600000000000009</c:v>
                </c:pt>
                <c:pt idx="984">
                  <c:v>0.59600000000000009</c:v>
                </c:pt>
                <c:pt idx="985">
                  <c:v>0.56299999999999994</c:v>
                </c:pt>
                <c:pt idx="986">
                  <c:v>0.56200000000000006</c:v>
                </c:pt>
                <c:pt idx="987">
                  <c:v>0.56899999999999995</c:v>
                </c:pt>
                <c:pt idx="988">
                  <c:v>0.53900000000000015</c:v>
                </c:pt>
                <c:pt idx="989">
                  <c:v>0.58099999999999996</c:v>
                </c:pt>
                <c:pt idx="990">
                  <c:v>0.57000000000000006</c:v>
                </c:pt>
                <c:pt idx="991">
                  <c:v>0.55400000000000005</c:v>
                </c:pt>
                <c:pt idx="992">
                  <c:v>0.57800000000000007</c:v>
                </c:pt>
                <c:pt idx="993">
                  <c:v>0.56699999999999995</c:v>
                </c:pt>
                <c:pt idx="994">
                  <c:v>0.58099999999999996</c:v>
                </c:pt>
                <c:pt idx="995">
                  <c:v>0.55299999999999994</c:v>
                </c:pt>
                <c:pt idx="996">
                  <c:v>0.56299999999999994</c:v>
                </c:pt>
                <c:pt idx="997">
                  <c:v>0.56200000000000006</c:v>
                </c:pt>
                <c:pt idx="998">
                  <c:v>0.57800000000000007</c:v>
                </c:pt>
                <c:pt idx="999">
                  <c:v>0.57800000000000007</c:v>
                </c:pt>
                <c:pt idx="1000">
                  <c:v>0.58000000000000007</c:v>
                </c:pt>
                <c:pt idx="1001">
                  <c:v>0.57200000000000006</c:v>
                </c:pt>
                <c:pt idx="1002">
                  <c:v>0.59499999999999997</c:v>
                </c:pt>
                <c:pt idx="1003">
                  <c:v>0.58899999999999997</c:v>
                </c:pt>
                <c:pt idx="1004">
                  <c:v>0.6160000000000001</c:v>
                </c:pt>
                <c:pt idx="1005">
                  <c:v>0.60000000000000009</c:v>
                </c:pt>
                <c:pt idx="1006">
                  <c:v>0.59899999999999998</c:v>
                </c:pt>
                <c:pt idx="1007">
                  <c:v>0.60299999999999998</c:v>
                </c:pt>
                <c:pt idx="1008">
                  <c:v>0.62000000000000011</c:v>
                </c:pt>
                <c:pt idx="1009">
                  <c:v>0.64500000000000002</c:v>
                </c:pt>
                <c:pt idx="1010">
                  <c:v>0.65400000000000014</c:v>
                </c:pt>
                <c:pt idx="1011">
                  <c:v>0.68100000000000005</c:v>
                </c:pt>
                <c:pt idx="1012">
                  <c:v>0.73199999999999998</c:v>
                </c:pt>
                <c:pt idx="1013">
                  <c:v>0.68799999999999994</c:v>
                </c:pt>
                <c:pt idx="1014">
                  <c:v>0.68799999999999994</c:v>
                </c:pt>
                <c:pt idx="1015">
                  <c:v>0.71399999999999997</c:v>
                </c:pt>
                <c:pt idx="1016">
                  <c:v>0.71900000000000008</c:v>
                </c:pt>
                <c:pt idx="1017">
                  <c:v>0.70900000000000007</c:v>
                </c:pt>
                <c:pt idx="1018">
                  <c:v>0.72100000000000009</c:v>
                </c:pt>
                <c:pt idx="1019">
                  <c:v>0.78</c:v>
                </c:pt>
                <c:pt idx="1020">
                  <c:v>0.77700000000000014</c:v>
                </c:pt>
                <c:pt idx="1021">
                  <c:v>0.80400000000000005</c:v>
                </c:pt>
                <c:pt idx="1022">
                  <c:v>0.84899999999999998</c:v>
                </c:pt>
                <c:pt idx="1023">
                  <c:v>0.85400000000000009</c:v>
                </c:pt>
                <c:pt idx="1024">
                  <c:v>0.88300000000000001</c:v>
                </c:pt>
                <c:pt idx="1025">
                  <c:v>0.873</c:v>
                </c:pt>
                <c:pt idx="1026">
                  <c:v>0.86299999999999999</c:v>
                </c:pt>
                <c:pt idx="1027">
                  <c:v>0.83899999999999997</c:v>
                </c:pt>
                <c:pt idx="1028">
                  <c:v>0.86099999999999999</c:v>
                </c:pt>
                <c:pt idx="1029">
                  <c:v>0.8660000000000001</c:v>
                </c:pt>
                <c:pt idx="1030">
                  <c:v>0.86699999999999999</c:v>
                </c:pt>
                <c:pt idx="1031">
                  <c:v>0.88200000000000012</c:v>
                </c:pt>
                <c:pt idx="1032">
                  <c:v>0.88000000000000012</c:v>
                </c:pt>
                <c:pt idx="1033">
                  <c:v>0.93100000000000005</c:v>
                </c:pt>
                <c:pt idx="1034">
                  <c:v>0.99299999999999988</c:v>
                </c:pt>
                <c:pt idx="1035">
                  <c:v>0.94200000000000017</c:v>
                </c:pt>
                <c:pt idx="1036">
                  <c:v>0.95699999999999985</c:v>
                </c:pt>
                <c:pt idx="1037">
                  <c:v>0.95699999999999985</c:v>
                </c:pt>
                <c:pt idx="1038">
                  <c:v>0.94899999999999984</c:v>
                </c:pt>
                <c:pt idx="1039">
                  <c:v>0.95900000000000007</c:v>
                </c:pt>
                <c:pt idx="1040">
                  <c:v>0.9740000000000002</c:v>
                </c:pt>
                <c:pt idx="1041">
                  <c:v>0.9740000000000002</c:v>
                </c:pt>
                <c:pt idx="1042">
                  <c:v>0.9740000000000002</c:v>
                </c:pt>
                <c:pt idx="1043">
                  <c:v>0.9740000000000002</c:v>
                </c:pt>
                <c:pt idx="1044">
                  <c:v>1.032</c:v>
                </c:pt>
                <c:pt idx="1045">
                  <c:v>1.044</c:v>
                </c:pt>
                <c:pt idx="1046">
                  <c:v>1.0310000000000001</c:v>
                </c:pt>
                <c:pt idx="1047">
                  <c:v>0.9870000000000001</c:v>
                </c:pt>
                <c:pt idx="1048">
                  <c:v>1.004</c:v>
                </c:pt>
                <c:pt idx="1049">
                  <c:v>1.004</c:v>
                </c:pt>
                <c:pt idx="1050">
                  <c:v>1.08</c:v>
                </c:pt>
                <c:pt idx="1051">
                  <c:v>1.0939999999999999</c:v>
                </c:pt>
                <c:pt idx="1052">
                  <c:v>1.0710000000000002</c:v>
                </c:pt>
                <c:pt idx="1053">
                  <c:v>1.097</c:v>
                </c:pt>
                <c:pt idx="1054">
                  <c:v>1.173</c:v>
                </c:pt>
                <c:pt idx="1055">
                  <c:v>1.266</c:v>
                </c:pt>
                <c:pt idx="1056">
                  <c:v>1.1909999999999998</c:v>
                </c:pt>
                <c:pt idx="1057">
                  <c:v>1.1520000000000001</c:v>
                </c:pt>
                <c:pt idx="1058">
                  <c:v>1.1630000000000003</c:v>
                </c:pt>
                <c:pt idx="1059">
                  <c:v>1.145</c:v>
                </c:pt>
                <c:pt idx="1060">
                  <c:v>1.1970000000000001</c:v>
                </c:pt>
                <c:pt idx="1061">
                  <c:v>1.149</c:v>
                </c:pt>
                <c:pt idx="1062">
                  <c:v>1.1669999999999998</c:v>
                </c:pt>
                <c:pt idx="1063">
                  <c:v>1.1590000000000003</c:v>
                </c:pt>
                <c:pt idx="1064">
                  <c:v>1.1499999999999999</c:v>
                </c:pt>
                <c:pt idx="1065">
                  <c:v>1.1720000000000002</c:v>
                </c:pt>
                <c:pt idx="1066">
                  <c:v>1.1619999999999999</c:v>
                </c:pt>
                <c:pt idx="1067">
                  <c:v>1.145</c:v>
                </c:pt>
                <c:pt idx="1068">
                  <c:v>1.137</c:v>
                </c:pt>
                <c:pt idx="1069">
                  <c:v>1.1960000000000002</c:v>
                </c:pt>
                <c:pt idx="1070">
                  <c:v>1.1470000000000002</c:v>
                </c:pt>
                <c:pt idx="1071">
                  <c:v>1.1470000000000002</c:v>
                </c:pt>
                <c:pt idx="1072">
                  <c:v>1.1470000000000002</c:v>
                </c:pt>
                <c:pt idx="1073">
                  <c:v>1.1310000000000002</c:v>
                </c:pt>
                <c:pt idx="1074">
                  <c:v>1.1190000000000002</c:v>
                </c:pt>
                <c:pt idx="1075">
                  <c:v>1.0409999999999999</c:v>
                </c:pt>
                <c:pt idx="1076">
                  <c:v>1.052</c:v>
                </c:pt>
                <c:pt idx="1077">
                  <c:v>1.0550000000000002</c:v>
                </c:pt>
                <c:pt idx="1078">
                  <c:v>1.0260000000000002</c:v>
                </c:pt>
                <c:pt idx="1079">
                  <c:v>1.0260000000000002</c:v>
                </c:pt>
                <c:pt idx="1080">
                  <c:v>0.99800000000000022</c:v>
                </c:pt>
                <c:pt idx="1081">
                  <c:v>1.0449999999999999</c:v>
                </c:pt>
                <c:pt idx="1082">
                  <c:v>1.0649999999999999</c:v>
                </c:pt>
                <c:pt idx="1083">
                  <c:v>1.0260000000000002</c:v>
                </c:pt>
                <c:pt idx="1084">
                  <c:v>0.9910000000000001</c:v>
                </c:pt>
                <c:pt idx="1085">
                  <c:v>1.0470000000000002</c:v>
                </c:pt>
                <c:pt idx="1086">
                  <c:v>1.0249999999999999</c:v>
                </c:pt>
                <c:pt idx="1087">
                  <c:v>1.069</c:v>
                </c:pt>
                <c:pt idx="1088">
                  <c:v>1.08</c:v>
                </c:pt>
                <c:pt idx="1089">
                  <c:v>1.0960000000000001</c:v>
                </c:pt>
                <c:pt idx="1090">
                  <c:v>1.085</c:v>
                </c:pt>
                <c:pt idx="1091">
                  <c:v>1.0779999999999998</c:v>
                </c:pt>
                <c:pt idx="1092">
                  <c:v>1.093</c:v>
                </c:pt>
                <c:pt idx="1093">
                  <c:v>1.1659999999999999</c:v>
                </c:pt>
                <c:pt idx="1094">
                  <c:v>1.181</c:v>
                </c:pt>
                <c:pt idx="1095">
                  <c:v>1.181</c:v>
                </c:pt>
                <c:pt idx="1096">
                  <c:v>1.1259999999999999</c:v>
                </c:pt>
                <c:pt idx="1097">
                  <c:v>1.1840000000000002</c:v>
                </c:pt>
                <c:pt idx="1098">
                  <c:v>1.1840000000000002</c:v>
                </c:pt>
                <c:pt idx="1099">
                  <c:v>1.2189999999999999</c:v>
                </c:pt>
                <c:pt idx="1100">
                  <c:v>1.173</c:v>
                </c:pt>
                <c:pt idx="1101">
                  <c:v>1.1669999999999998</c:v>
                </c:pt>
                <c:pt idx="1102">
                  <c:v>1.1880000000000002</c:v>
                </c:pt>
                <c:pt idx="1103">
                  <c:v>1.2949999999999999</c:v>
                </c:pt>
                <c:pt idx="1104">
                  <c:v>1.2800000000000002</c:v>
                </c:pt>
                <c:pt idx="1105">
                  <c:v>1.2610000000000001</c:v>
                </c:pt>
                <c:pt idx="1106">
                  <c:v>1.218</c:v>
                </c:pt>
                <c:pt idx="1107">
                  <c:v>1.2949999999999999</c:v>
                </c:pt>
                <c:pt idx="1108">
                  <c:v>1.294</c:v>
                </c:pt>
                <c:pt idx="1109">
                  <c:v>1.3239999999999998</c:v>
                </c:pt>
                <c:pt idx="1110">
                  <c:v>1.319</c:v>
                </c:pt>
                <c:pt idx="1111">
                  <c:v>1.274</c:v>
                </c:pt>
                <c:pt idx="1112">
                  <c:v>1.294</c:v>
                </c:pt>
                <c:pt idx="1113">
                  <c:v>1.343</c:v>
                </c:pt>
                <c:pt idx="1114">
                  <c:v>1.3690000000000002</c:v>
                </c:pt>
                <c:pt idx="1115">
                  <c:v>1.3260000000000001</c:v>
                </c:pt>
                <c:pt idx="1116">
                  <c:v>1.327</c:v>
                </c:pt>
                <c:pt idx="1117">
                  <c:v>1.3180000000000001</c:v>
                </c:pt>
                <c:pt idx="1118">
                  <c:v>1.327</c:v>
                </c:pt>
                <c:pt idx="1119">
                  <c:v>1.302</c:v>
                </c:pt>
                <c:pt idx="1120">
                  <c:v>1.3010000000000002</c:v>
                </c:pt>
                <c:pt idx="1121">
                  <c:v>1.3069999999999999</c:v>
                </c:pt>
                <c:pt idx="1122">
                  <c:v>1.3319999999999999</c:v>
                </c:pt>
                <c:pt idx="1123">
                  <c:v>1.3420000000000001</c:v>
                </c:pt>
                <c:pt idx="1124">
                  <c:v>1.379</c:v>
                </c:pt>
                <c:pt idx="1125">
                  <c:v>1.379</c:v>
                </c:pt>
                <c:pt idx="1126">
                  <c:v>1.379</c:v>
                </c:pt>
                <c:pt idx="1127">
                  <c:v>1.4319999999999999</c:v>
                </c:pt>
                <c:pt idx="1128">
                  <c:v>1.419</c:v>
                </c:pt>
                <c:pt idx="1129">
                  <c:v>1.419</c:v>
                </c:pt>
                <c:pt idx="1130">
                  <c:v>1.419</c:v>
                </c:pt>
                <c:pt idx="1131">
                  <c:v>1.419</c:v>
                </c:pt>
                <c:pt idx="1132">
                  <c:v>1.3839999999999999</c:v>
                </c:pt>
                <c:pt idx="1133">
                  <c:v>1.3879999999999999</c:v>
                </c:pt>
                <c:pt idx="1134">
                  <c:v>1.4239999999999999</c:v>
                </c:pt>
                <c:pt idx="1135">
                  <c:v>1.46</c:v>
                </c:pt>
                <c:pt idx="1136">
                  <c:v>1.4950000000000001</c:v>
                </c:pt>
                <c:pt idx="1137">
                  <c:v>1.5380000000000003</c:v>
                </c:pt>
                <c:pt idx="1138">
                  <c:v>1.6219999999999999</c:v>
                </c:pt>
                <c:pt idx="1139">
                  <c:v>1.6400000000000001</c:v>
                </c:pt>
                <c:pt idx="1140">
                  <c:v>1.6949999999999998</c:v>
                </c:pt>
                <c:pt idx="1141">
                  <c:v>1.6869999999999998</c:v>
                </c:pt>
                <c:pt idx="1142">
                  <c:v>1.6760000000000002</c:v>
                </c:pt>
                <c:pt idx="1143">
                  <c:v>1.6659999999999999</c:v>
                </c:pt>
                <c:pt idx="1144">
                  <c:v>1.6280000000000001</c:v>
                </c:pt>
                <c:pt idx="1145">
                  <c:v>1.6030000000000002</c:v>
                </c:pt>
                <c:pt idx="1146">
                  <c:v>1.6040000000000001</c:v>
                </c:pt>
                <c:pt idx="1147">
                  <c:v>1.5739999999999998</c:v>
                </c:pt>
                <c:pt idx="1148">
                  <c:v>1.5899999999999999</c:v>
                </c:pt>
                <c:pt idx="1149">
                  <c:v>1.4830000000000001</c:v>
                </c:pt>
                <c:pt idx="1150">
                  <c:v>1.5449999999999999</c:v>
                </c:pt>
                <c:pt idx="1151">
                  <c:v>1.5750000000000002</c:v>
                </c:pt>
                <c:pt idx="1152">
                  <c:v>1.5739999999999998</c:v>
                </c:pt>
                <c:pt idx="1153">
                  <c:v>1.6320000000000001</c:v>
                </c:pt>
                <c:pt idx="1154">
                  <c:v>1.589</c:v>
                </c:pt>
                <c:pt idx="1155">
                  <c:v>1.5939999999999999</c:v>
                </c:pt>
                <c:pt idx="1156">
                  <c:v>1.5939999999999999</c:v>
                </c:pt>
                <c:pt idx="1157">
                  <c:v>1.532</c:v>
                </c:pt>
                <c:pt idx="1158">
                  <c:v>1.4889999999999999</c:v>
                </c:pt>
                <c:pt idx="1159">
                  <c:v>1.5489999999999999</c:v>
                </c:pt>
                <c:pt idx="1160">
                  <c:v>1.508</c:v>
                </c:pt>
                <c:pt idx="1161">
                  <c:v>1.5230000000000001</c:v>
                </c:pt>
                <c:pt idx="1162">
                  <c:v>1.5630000000000002</c:v>
                </c:pt>
                <c:pt idx="1163">
                  <c:v>1.5840000000000001</c:v>
                </c:pt>
                <c:pt idx="1164">
                  <c:v>1.581</c:v>
                </c:pt>
                <c:pt idx="1165">
                  <c:v>1.577</c:v>
                </c:pt>
                <c:pt idx="1166">
                  <c:v>1.5390000000000001</c:v>
                </c:pt>
                <c:pt idx="1167">
                  <c:v>1.52</c:v>
                </c:pt>
                <c:pt idx="1168">
                  <c:v>1.548</c:v>
                </c:pt>
                <c:pt idx="1169">
                  <c:v>1.5880000000000001</c:v>
                </c:pt>
                <c:pt idx="1170">
                  <c:v>1.6150000000000002</c:v>
                </c:pt>
                <c:pt idx="1171">
                  <c:v>1.69</c:v>
                </c:pt>
                <c:pt idx="1172">
                  <c:v>1.6909999999999998</c:v>
                </c:pt>
                <c:pt idx="1173">
                  <c:v>1.734</c:v>
                </c:pt>
                <c:pt idx="1174">
                  <c:v>1.762</c:v>
                </c:pt>
                <c:pt idx="1175">
                  <c:v>1.7760000000000002</c:v>
                </c:pt>
                <c:pt idx="1176">
                  <c:v>1.7800000000000002</c:v>
                </c:pt>
                <c:pt idx="1177">
                  <c:v>1.6470000000000002</c:v>
                </c:pt>
                <c:pt idx="1178">
                  <c:v>1.6909999999999998</c:v>
                </c:pt>
                <c:pt idx="1179">
                  <c:v>1.6230000000000002</c:v>
                </c:pt>
                <c:pt idx="1180">
                  <c:v>1.6</c:v>
                </c:pt>
                <c:pt idx="1181">
                  <c:v>1.625</c:v>
                </c:pt>
                <c:pt idx="1182">
                  <c:v>1.6059999999999999</c:v>
                </c:pt>
                <c:pt idx="1183">
                  <c:v>1.6059999999999999</c:v>
                </c:pt>
                <c:pt idx="1184">
                  <c:v>1.6360000000000001</c:v>
                </c:pt>
                <c:pt idx="1185">
                  <c:v>1.6640000000000001</c:v>
                </c:pt>
                <c:pt idx="1186">
                  <c:v>1.6869999999999998</c:v>
                </c:pt>
                <c:pt idx="1187">
                  <c:v>1.7120000000000002</c:v>
                </c:pt>
                <c:pt idx="1188">
                  <c:v>1.6920000000000002</c:v>
                </c:pt>
                <c:pt idx="1189">
                  <c:v>1.6840000000000002</c:v>
                </c:pt>
                <c:pt idx="1190">
                  <c:v>1.6659999999999999</c:v>
                </c:pt>
                <c:pt idx="1191">
                  <c:v>1.7170000000000001</c:v>
                </c:pt>
                <c:pt idx="1192">
                  <c:v>1.7010000000000001</c:v>
                </c:pt>
                <c:pt idx="1193">
                  <c:v>1.7320000000000002</c:v>
                </c:pt>
                <c:pt idx="1194">
                  <c:v>1.7560000000000002</c:v>
                </c:pt>
                <c:pt idx="1195">
                  <c:v>1.7240000000000002</c:v>
                </c:pt>
                <c:pt idx="1196">
                  <c:v>1.6840000000000002</c:v>
                </c:pt>
                <c:pt idx="1197">
                  <c:v>1.702</c:v>
                </c:pt>
                <c:pt idx="1198">
                  <c:v>1.7240000000000002</c:v>
                </c:pt>
                <c:pt idx="1199">
                  <c:v>1.7240000000000002</c:v>
                </c:pt>
                <c:pt idx="1200">
                  <c:v>1.7600000000000002</c:v>
                </c:pt>
                <c:pt idx="1201">
                  <c:v>1.7810000000000001</c:v>
                </c:pt>
                <c:pt idx="1202">
                  <c:v>1.7869999999999999</c:v>
                </c:pt>
                <c:pt idx="1203">
                  <c:v>1.8290000000000002</c:v>
                </c:pt>
                <c:pt idx="1204">
                  <c:v>1.8599999999999999</c:v>
                </c:pt>
                <c:pt idx="1205">
                  <c:v>1.806</c:v>
                </c:pt>
                <c:pt idx="1206">
                  <c:v>1.7629999999999999</c:v>
                </c:pt>
                <c:pt idx="1207">
                  <c:v>1.7949999999999999</c:v>
                </c:pt>
                <c:pt idx="1208">
                  <c:v>1.794</c:v>
                </c:pt>
                <c:pt idx="1209">
                  <c:v>1.8039999999999998</c:v>
                </c:pt>
                <c:pt idx="1210">
                  <c:v>1.7999999999999998</c:v>
                </c:pt>
                <c:pt idx="1211">
                  <c:v>1.8029999999999999</c:v>
                </c:pt>
                <c:pt idx="1212">
                  <c:v>1.8370000000000002</c:v>
                </c:pt>
                <c:pt idx="1213">
                  <c:v>1.85</c:v>
                </c:pt>
                <c:pt idx="1214">
                  <c:v>1.911</c:v>
                </c:pt>
                <c:pt idx="1215">
                  <c:v>1.9220000000000002</c:v>
                </c:pt>
                <c:pt idx="1216">
                  <c:v>1.863</c:v>
                </c:pt>
                <c:pt idx="1217">
                  <c:v>1.823</c:v>
                </c:pt>
                <c:pt idx="1218">
                  <c:v>1.827</c:v>
                </c:pt>
                <c:pt idx="1219">
                  <c:v>1.806</c:v>
                </c:pt>
                <c:pt idx="1220">
                  <c:v>1.794</c:v>
                </c:pt>
                <c:pt idx="1221">
                  <c:v>1.8279999999999998</c:v>
                </c:pt>
                <c:pt idx="1222">
                  <c:v>1.8919999999999999</c:v>
                </c:pt>
                <c:pt idx="1223">
                  <c:v>1.907</c:v>
                </c:pt>
                <c:pt idx="1224">
                  <c:v>1.9489999999999998</c:v>
                </c:pt>
                <c:pt idx="1225">
                  <c:v>1.9090000000000003</c:v>
                </c:pt>
                <c:pt idx="1226">
                  <c:v>1.8980000000000001</c:v>
                </c:pt>
                <c:pt idx="1227">
                  <c:v>1.887</c:v>
                </c:pt>
                <c:pt idx="1228">
                  <c:v>1.887</c:v>
                </c:pt>
                <c:pt idx="1229">
                  <c:v>1.887</c:v>
                </c:pt>
                <c:pt idx="1230">
                  <c:v>1.887</c:v>
                </c:pt>
                <c:pt idx="1231">
                  <c:v>1.9870000000000001</c:v>
                </c:pt>
                <c:pt idx="1232">
                  <c:v>1.9820000000000002</c:v>
                </c:pt>
                <c:pt idx="1233">
                  <c:v>1.9980000000000002</c:v>
                </c:pt>
                <c:pt idx="1234">
                  <c:v>1.9950000000000001</c:v>
                </c:pt>
                <c:pt idx="1235">
                  <c:v>1.964</c:v>
                </c:pt>
                <c:pt idx="1236">
                  <c:v>2.0260000000000002</c:v>
                </c:pt>
                <c:pt idx="1237">
                  <c:v>1.9990000000000001</c:v>
                </c:pt>
                <c:pt idx="1238">
                  <c:v>2.0009999999999999</c:v>
                </c:pt>
                <c:pt idx="1239">
                  <c:v>2.0089999999999999</c:v>
                </c:pt>
                <c:pt idx="1240">
                  <c:v>2.0110000000000001</c:v>
                </c:pt>
                <c:pt idx="1241">
                  <c:v>1.9990000000000001</c:v>
                </c:pt>
                <c:pt idx="1242">
                  <c:v>1.9239999999999999</c:v>
                </c:pt>
                <c:pt idx="1243">
                  <c:v>1.9239999999999999</c:v>
                </c:pt>
                <c:pt idx="1244">
                  <c:v>1.9180000000000001</c:v>
                </c:pt>
                <c:pt idx="1245">
                  <c:v>1.9090000000000003</c:v>
                </c:pt>
                <c:pt idx="1246">
                  <c:v>1.8069999999999999</c:v>
                </c:pt>
                <c:pt idx="1247">
                  <c:v>1.8340000000000001</c:v>
                </c:pt>
                <c:pt idx="1248">
                  <c:v>#N/A</c:v>
                </c:pt>
                <c:pt idx="1249">
                  <c:v>#N/A</c:v>
                </c:pt>
                <c:pt idx="1250">
                  <c:v>#N/A</c:v>
                </c:pt>
                <c:pt idx="1251">
                  <c:v>#N/A</c:v>
                </c:pt>
                <c:pt idx="1252">
                  <c:v>#N/A</c:v>
                </c:pt>
                <c:pt idx="1253">
                  <c:v>#N/A</c:v>
                </c:pt>
                <c:pt idx="1254">
                  <c:v>#N/A</c:v>
                </c:pt>
                <c:pt idx="1255">
                  <c:v>#N/A</c:v>
                </c:pt>
                <c:pt idx="1256">
                  <c:v>#N/A</c:v>
                </c:pt>
                <c:pt idx="1257">
                  <c:v>#N/A</c:v>
                </c:pt>
                <c:pt idx="1258">
                  <c:v>#N/A</c:v>
                </c:pt>
                <c:pt idx="1259">
                  <c:v>#N/A</c:v>
                </c:pt>
                <c:pt idx="1260">
                  <c:v>#N/A</c:v>
                </c:pt>
                <c:pt idx="1261">
                  <c:v>#N/A</c:v>
                </c:pt>
                <c:pt idx="1262">
                  <c:v>#N/A</c:v>
                </c:pt>
                <c:pt idx="1263">
                  <c:v>#N/A</c:v>
                </c:pt>
                <c:pt idx="1264">
                  <c:v>#N/A</c:v>
                </c:pt>
                <c:pt idx="1265">
                  <c:v>#N/A</c:v>
                </c:pt>
                <c:pt idx="1266">
                  <c:v>#N/A</c:v>
                </c:pt>
                <c:pt idx="1267">
                  <c:v>#N/A</c:v>
                </c:pt>
                <c:pt idx="1268">
                  <c:v>#N/A</c:v>
                </c:pt>
                <c:pt idx="1269">
                  <c:v>#N/A</c:v>
                </c:pt>
                <c:pt idx="1270">
                  <c:v>#N/A</c:v>
                </c:pt>
                <c:pt idx="1271">
                  <c:v>#N/A</c:v>
                </c:pt>
                <c:pt idx="1272">
                  <c:v>#N/A</c:v>
                </c:pt>
                <c:pt idx="1273">
                  <c:v>#N/A</c:v>
                </c:pt>
                <c:pt idx="1274">
                  <c:v>#N/A</c:v>
                </c:pt>
                <c:pt idx="1275">
                  <c:v>#N/A</c:v>
                </c:pt>
                <c:pt idx="1276">
                  <c:v>#N/A</c:v>
                </c:pt>
                <c:pt idx="1277">
                  <c:v>#N/A</c:v>
                </c:pt>
                <c:pt idx="1278">
                  <c:v>#N/A</c:v>
                </c:pt>
                <c:pt idx="1279">
                  <c:v>#N/A</c:v>
                </c:pt>
                <c:pt idx="1280">
                  <c:v>#N/A</c:v>
                </c:pt>
                <c:pt idx="1281">
                  <c:v>#N/A</c:v>
                </c:pt>
                <c:pt idx="1282">
                  <c:v>#N/A</c:v>
                </c:pt>
                <c:pt idx="1283">
                  <c:v>#N/A</c:v>
                </c:pt>
                <c:pt idx="1284">
                  <c:v>#N/A</c:v>
                </c:pt>
                <c:pt idx="1285">
                  <c:v>#N/A</c:v>
                </c:pt>
                <c:pt idx="1286">
                  <c:v>#N/A</c:v>
                </c:pt>
                <c:pt idx="1287">
                  <c:v>#N/A</c:v>
                </c:pt>
                <c:pt idx="1288">
                  <c:v>#N/A</c:v>
                </c:pt>
                <c:pt idx="1289">
                  <c:v>#N/A</c:v>
                </c:pt>
                <c:pt idx="1290">
                  <c:v>#N/A</c:v>
                </c:pt>
                <c:pt idx="1291">
                  <c:v>#N/A</c:v>
                </c:pt>
                <c:pt idx="1292">
                  <c:v>#N/A</c:v>
                </c:pt>
                <c:pt idx="1293">
                  <c:v>#N/A</c:v>
                </c:pt>
                <c:pt idx="1294">
                  <c:v>#N/A</c:v>
                </c:pt>
                <c:pt idx="1295">
                  <c:v>#N/A</c:v>
                </c:pt>
                <c:pt idx="1296">
                  <c:v>#N/A</c:v>
                </c:pt>
                <c:pt idx="1297">
                  <c:v>#N/A</c:v>
                </c:pt>
                <c:pt idx="1298">
                  <c:v>#N/A</c:v>
                </c:pt>
                <c:pt idx="1299">
                  <c:v>#N/A</c:v>
                </c:pt>
                <c:pt idx="1300">
                  <c:v>#N/A</c:v>
                </c:pt>
                <c:pt idx="1301">
                  <c:v>#N/A</c:v>
                </c:pt>
                <c:pt idx="1302">
                  <c:v>#N/A</c:v>
                </c:pt>
                <c:pt idx="1303">
                  <c:v>#N/A</c:v>
                </c:pt>
                <c:pt idx="1304">
                  <c:v>#N/A</c:v>
                </c:pt>
                <c:pt idx="1305">
                  <c:v>#N/A</c:v>
                </c:pt>
                <c:pt idx="1306">
                  <c:v>#N/A</c:v>
                </c:pt>
                <c:pt idx="1307">
                  <c:v>#N/A</c:v>
                </c:pt>
                <c:pt idx="1308">
                  <c:v>#N/A</c:v>
                </c:pt>
                <c:pt idx="1309">
                  <c:v>#N/A</c:v>
                </c:pt>
                <c:pt idx="1310">
                  <c:v>#N/A</c:v>
                </c:pt>
                <c:pt idx="1311">
                  <c:v>#N/A</c:v>
                </c:pt>
                <c:pt idx="1312">
                  <c:v>#N/A</c:v>
                </c:pt>
                <c:pt idx="1313">
                  <c:v>#N/A</c:v>
                </c:pt>
                <c:pt idx="1314">
                  <c:v>#N/A</c:v>
                </c:pt>
                <c:pt idx="1315">
                  <c:v>#N/A</c:v>
                </c:pt>
                <c:pt idx="1316">
                  <c:v>#N/A</c:v>
                </c:pt>
                <c:pt idx="1317">
                  <c:v>#N/A</c:v>
                </c:pt>
                <c:pt idx="1318">
                  <c:v>#N/A</c:v>
                </c:pt>
                <c:pt idx="1319">
                  <c:v>#N/A</c:v>
                </c:pt>
                <c:pt idx="1320">
                  <c:v>#N/A</c:v>
                </c:pt>
              </c:numCache>
            </c:numRef>
          </c:val>
          <c:smooth val="0"/>
          <c:extLst>
            <c:ext xmlns:c16="http://schemas.microsoft.com/office/drawing/2014/chart" uri="{C3380CC4-5D6E-409C-BE32-E72D297353CC}">
              <c16:uniqueId val="{00000002-8FD0-4083-B2AF-C14DB4137190}"/>
            </c:ext>
          </c:extLst>
        </c:ser>
        <c:dLbls>
          <c:showLegendKey val="0"/>
          <c:showVal val="0"/>
          <c:showCatName val="0"/>
          <c:showSerName val="0"/>
          <c:showPercent val="0"/>
          <c:showBubbleSize val="0"/>
        </c:dLbls>
        <c:marker val="1"/>
        <c:smooth val="0"/>
        <c:axId val="-1398613616"/>
        <c:axId val="-1398619600"/>
      </c:lineChart>
      <c:lineChart>
        <c:grouping val="standard"/>
        <c:varyColors val="0"/>
        <c:ser>
          <c:idx val="3"/>
          <c:order val="3"/>
          <c:tx>
            <c:strRef>
              <c:f>FI_INDEX!$AD$7</c:f>
              <c:strCache>
                <c:ptCount val="1"/>
                <c:pt idx="0">
                  <c:v>Treasury 10Y</c:v>
                </c:pt>
              </c:strCache>
            </c:strRef>
          </c:tx>
          <c:spPr>
            <a:ln w="28575">
              <a:solidFill>
                <a:srgbClr val="1E2E6E"/>
              </a:solidFill>
            </a:ln>
          </c:spPr>
          <c:marker>
            <c:symbol val="none"/>
          </c:marker>
          <c:cat>
            <c:numRef>
              <c:f>FI_INDEX!$AC$795:$AC$4550</c:f>
              <c:numCache>
                <c:formatCode>m/d/yyyy</c:formatCode>
                <c:ptCount val="3756"/>
                <c:pt idx="0">
                  <c:v>44561</c:v>
                </c:pt>
                <c:pt idx="1">
                  <c:v>44564</c:v>
                </c:pt>
                <c:pt idx="2">
                  <c:v>44565</c:v>
                </c:pt>
                <c:pt idx="3">
                  <c:v>44566</c:v>
                </c:pt>
                <c:pt idx="4">
                  <c:v>44567</c:v>
                </c:pt>
                <c:pt idx="5">
                  <c:v>44568</c:v>
                </c:pt>
                <c:pt idx="6">
                  <c:v>44571</c:v>
                </c:pt>
                <c:pt idx="7">
                  <c:v>44572</c:v>
                </c:pt>
                <c:pt idx="8">
                  <c:v>44573</c:v>
                </c:pt>
                <c:pt idx="9">
                  <c:v>44574</c:v>
                </c:pt>
                <c:pt idx="10">
                  <c:v>44575</c:v>
                </c:pt>
                <c:pt idx="11">
                  <c:v>44578</c:v>
                </c:pt>
                <c:pt idx="12">
                  <c:v>44579</c:v>
                </c:pt>
                <c:pt idx="13">
                  <c:v>44580</c:v>
                </c:pt>
                <c:pt idx="14">
                  <c:v>44581</c:v>
                </c:pt>
                <c:pt idx="15">
                  <c:v>44582</c:v>
                </c:pt>
                <c:pt idx="16">
                  <c:v>44585</c:v>
                </c:pt>
                <c:pt idx="17">
                  <c:v>44586</c:v>
                </c:pt>
                <c:pt idx="18">
                  <c:v>44587</c:v>
                </c:pt>
                <c:pt idx="19">
                  <c:v>44588</c:v>
                </c:pt>
                <c:pt idx="20">
                  <c:v>44589</c:v>
                </c:pt>
                <c:pt idx="21">
                  <c:v>44592</c:v>
                </c:pt>
                <c:pt idx="22">
                  <c:v>44593</c:v>
                </c:pt>
                <c:pt idx="23">
                  <c:v>44594</c:v>
                </c:pt>
                <c:pt idx="24">
                  <c:v>44595</c:v>
                </c:pt>
                <c:pt idx="25">
                  <c:v>44596</c:v>
                </c:pt>
                <c:pt idx="26">
                  <c:v>44599</c:v>
                </c:pt>
                <c:pt idx="27">
                  <c:v>44600</c:v>
                </c:pt>
                <c:pt idx="28">
                  <c:v>44601</c:v>
                </c:pt>
                <c:pt idx="29">
                  <c:v>44602</c:v>
                </c:pt>
                <c:pt idx="30">
                  <c:v>44603</c:v>
                </c:pt>
                <c:pt idx="31">
                  <c:v>44606</c:v>
                </c:pt>
                <c:pt idx="32">
                  <c:v>44607</c:v>
                </c:pt>
                <c:pt idx="33">
                  <c:v>44608</c:v>
                </c:pt>
                <c:pt idx="34">
                  <c:v>44609</c:v>
                </c:pt>
                <c:pt idx="35">
                  <c:v>44610</c:v>
                </c:pt>
                <c:pt idx="36">
                  <c:v>44613</c:v>
                </c:pt>
                <c:pt idx="37">
                  <c:v>44614</c:v>
                </c:pt>
                <c:pt idx="38">
                  <c:v>44615</c:v>
                </c:pt>
                <c:pt idx="39">
                  <c:v>44616</c:v>
                </c:pt>
                <c:pt idx="40">
                  <c:v>44617</c:v>
                </c:pt>
                <c:pt idx="41">
                  <c:v>44620</c:v>
                </c:pt>
                <c:pt idx="42">
                  <c:v>44621</c:v>
                </c:pt>
                <c:pt idx="43">
                  <c:v>44622</c:v>
                </c:pt>
                <c:pt idx="44">
                  <c:v>44623</c:v>
                </c:pt>
                <c:pt idx="45">
                  <c:v>44624</c:v>
                </c:pt>
                <c:pt idx="46">
                  <c:v>44627</c:v>
                </c:pt>
                <c:pt idx="47">
                  <c:v>44628</c:v>
                </c:pt>
                <c:pt idx="48">
                  <c:v>44629</c:v>
                </c:pt>
                <c:pt idx="49">
                  <c:v>44630</c:v>
                </c:pt>
                <c:pt idx="50">
                  <c:v>44631</c:v>
                </c:pt>
                <c:pt idx="51">
                  <c:v>44634</c:v>
                </c:pt>
                <c:pt idx="52">
                  <c:v>44635</c:v>
                </c:pt>
                <c:pt idx="53">
                  <c:v>44636</c:v>
                </c:pt>
                <c:pt idx="54">
                  <c:v>44637</c:v>
                </c:pt>
                <c:pt idx="55">
                  <c:v>44638</c:v>
                </c:pt>
                <c:pt idx="56">
                  <c:v>44641</c:v>
                </c:pt>
                <c:pt idx="57">
                  <c:v>44642</c:v>
                </c:pt>
                <c:pt idx="58">
                  <c:v>44643</c:v>
                </c:pt>
                <c:pt idx="59">
                  <c:v>44644</c:v>
                </c:pt>
                <c:pt idx="60">
                  <c:v>44645</c:v>
                </c:pt>
                <c:pt idx="61">
                  <c:v>44648</c:v>
                </c:pt>
                <c:pt idx="62">
                  <c:v>44649</c:v>
                </c:pt>
                <c:pt idx="63">
                  <c:v>44650</c:v>
                </c:pt>
                <c:pt idx="64">
                  <c:v>44651</c:v>
                </c:pt>
                <c:pt idx="65">
                  <c:v>44652</c:v>
                </c:pt>
                <c:pt idx="66">
                  <c:v>44655</c:v>
                </c:pt>
                <c:pt idx="67">
                  <c:v>44656</c:v>
                </c:pt>
                <c:pt idx="68">
                  <c:v>44657</c:v>
                </c:pt>
                <c:pt idx="69">
                  <c:v>44658</c:v>
                </c:pt>
                <c:pt idx="70">
                  <c:v>44659</c:v>
                </c:pt>
                <c:pt idx="71">
                  <c:v>44662</c:v>
                </c:pt>
                <c:pt idx="72">
                  <c:v>44663</c:v>
                </c:pt>
                <c:pt idx="73">
                  <c:v>44664</c:v>
                </c:pt>
                <c:pt idx="74">
                  <c:v>44665</c:v>
                </c:pt>
                <c:pt idx="75">
                  <c:v>44666</c:v>
                </c:pt>
                <c:pt idx="76">
                  <c:v>44669</c:v>
                </c:pt>
                <c:pt idx="77">
                  <c:v>44670</c:v>
                </c:pt>
                <c:pt idx="78">
                  <c:v>44671</c:v>
                </c:pt>
                <c:pt idx="79">
                  <c:v>44672</c:v>
                </c:pt>
                <c:pt idx="80">
                  <c:v>44673</c:v>
                </c:pt>
                <c:pt idx="81">
                  <c:v>44676</c:v>
                </c:pt>
                <c:pt idx="82">
                  <c:v>44677</c:v>
                </c:pt>
                <c:pt idx="83">
                  <c:v>44678</c:v>
                </c:pt>
                <c:pt idx="84">
                  <c:v>44679</c:v>
                </c:pt>
                <c:pt idx="85">
                  <c:v>44680</c:v>
                </c:pt>
                <c:pt idx="86">
                  <c:v>44683</c:v>
                </c:pt>
                <c:pt idx="87">
                  <c:v>44684</c:v>
                </c:pt>
                <c:pt idx="88">
                  <c:v>44685</c:v>
                </c:pt>
                <c:pt idx="89">
                  <c:v>44686</c:v>
                </c:pt>
                <c:pt idx="90">
                  <c:v>44687</c:v>
                </c:pt>
                <c:pt idx="91">
                  <c:v>44690</c:v>
                </c:pt>
                <c:pt idx="92">
                  <c:v>44691</c:v>
                </c:pt>
                <c:pt idx="93">
                  <c:v>44692</c:v>
                </c:pt>
                <c:pt idx="94">
                  <c:v>44693</c:v>
                </c:pt>
                <c:pt idx="95">
                  <c:v>44694</c:v>
                </c:pt>
                <c:pt idx="96">
                  <c:v>44697</c:v>
                </c:pt>
                <c:pt idx="97">
                  <c:v>44698</c:v>
                </c:pt>
                <c:pt idx="98">
                  <c:v>44699</c:v>
                </c:pt>
                <c:pt idx="99">
                  <c:v>44700</c:v>
                </c:pt>
                <c:pt idx="100">
                  <c:v>44701</c:v>
                </c:pt>
                <c:pt idx="101">
                  <c:v>44704</c:v>
                </c:pt>
                <c:pt idx="102">
                  <c:v>44705</c:v>
                </c:pt>
                <c:pt idx="103">
                  <c:v>44706</c:v>
                </c:pt>
                <c:pt idx="104">
                  <c:v>44707</c:v>
                </c:pt>
                <c:pt idx="105">
                  <c:v>44708</c:v>
                </c:pt>
                <c:pt idx="106">
                  <c:v>44711</c:v>
                </c:pt>
                <c:pt idx="107">
                  <c:v>44712</c:v>
                </c:pt>
                <c:pt idx="108">
                  <c:v>44713</c:v>
                </c:pt>
                <c:pt idx="109">
                  <c:v>44714</c:v>
                </c:pt>
                <c:pt idx="110">
                  <c:v>44715</c:v>
                </c:pt>
                <c:pt idx="111">
                  <c:v>44718</c:v>
                </c:pt>
                <c:pt idx="112">
                  <c:v>44719</c:v>
                </c:pt>
                <c:pt idx="113">
                  <c:v>44720</c:v>
                </c:pt>
                <c:pt idx="114">
                  <c:v>44721</c:v>
                </c:pt>
                <c:pt idx="115">
                  <c:v>44722</c:v>
                </c:pt>
                <c:pt idx="116">
                  <c:v>44725</c:v>
                </c:pt>
                <c:pt idx="117">
                  <c:v>44726</c:v>
                </c:pt>
                <c:pt idx="118">
                  <c:v>44727</c:v>
                </c:pt>
                <c:pt idx="119">
                  <c:v>44728</c:v>
                </c:pt>
                <c:pt idx="120">
                  <c:v>44729</c:v>
                </c:pt>
                <c:pt idx="121">
                  <c:v>44732</c:v>
                </c:pt>
                <c:pt idx="122">
                  <c:v>44733</c:v>
                </c:pt>
                <c:pt idx="123">
                  <c:v>44734</c:v>
                </c:pt>
                <c:pt idx="124">
                  <c:v>44735</c:v>
                </c:pt>
                <c:pt idx="125">
                  <c:v>44736</c:v>
                </c:pt>
                <c:pt idx="126">
                  <c:v>44739</c:v>
                </c:pt>
                <c:pt idx="127">
                  <c:v>44740</c:v>
                </c:pt>
                <c:pt idx="128">
                  <c:v>44741</c:v>
                </c:pt>
                <c:pt idx="129">
                  <c:v>44742</c:v>
                </c:pt>
                <c:pt idx="130">
                  <c:v>44743</c:v>
                </c:pt>
                <c:pt idx="131">
                  <c:v>44746</c:v>
                </c:pt>
                <c:pt idx="132">
                  <c:v>44747</c:v>
                </c:pt>
                <c:pt idx="133">
                  <c:v>44748</c:v>
                </c:pt>
                <c:pt idx="134">
                  <c:v>44749</c:v>
                </c:pt>
                <c:pt idx="135">
                  <c:v>44750</c:v>
                </c:pt>
                <c:pt idx="136">
                  <c:v>44753</c:v>
                </c:pt>
                <c:pt idx="137">
                  <c:v>44754</c:v>
                </c:pt>
                <c:pt idx="138">
                  <c:v>44755</c:v>
                </c:pt>
                <c:pt idx="139">
                  <c:v>44756</c:v>
                </c:pt>
                <c:pt idx="140">
                  <c:v>44757</c:v>
                </c:pt>
                <c:pt idx="141">
                  <c:v>44760</c:v>
                </c:pt>
                <c:pt idx="142">
                  <c:v>44761</c:v>
                </c:pt>
                <c:pt idx="143">
                  <c:v>44762</c:v>
                </c:pt>
                <c:pt idx="144">
                  <c:v>44763</c:v>
                </c:pt>
                <c:pt idx="145">
                  <c:v>44764</c:v>
                </c:pt>
                <c:pt idx="146">
                  <c:v>44767</c:v>
                </c:pt>
                <c:pt idx="147">
                  <c:v>44768</c:v>
                </c:pt>
                <c:pt idx="148">
                  <c:v>44769</c:v>
                </c:pt>
                <c:pt idx="149">
                  <c:v>44770</c:v>
                </c:pt>
                <c:pt idx="150">
                  <c:v>44771</c:v>
                </c:pt>
                <c:pt idx="151">
                  <c:v>44774</c:v>
                </c:pt>
                <c:pt idx="152">
                  <c:v>44775</c:v>
                </c:pt>
                <c:pt idx="153">
                  <c:v>44776</c:v>
                </c:pt>
                <c:pt idx="154">
                  <c:v>44777</c:v>
                </c:pt>
                <c:pt idx="155">
                  <c:v>44778</c:v>
                </c:pt>
                <c:pt idx="156">
                  <c:v>44781</c:v>
                </c:pt>
                <c:pt idx="157">
                  <c:v>44782</c:v>
                </c:pt>
                <c:pt idx="158">
                  <c:v>44783</c:v>
                </c:pt>
                <c:pt idx="159">
                  <c:v>44784</c:v>
                </c:pt>
                <c:pt idx="160">
                  <c:v>44785</c:v>
                </c:pt>
                <c:pt idx="161">
                  <c:v>44788</c:v>
                </c:pt>
                <c:pt idx="162">
                  <c:v>44789</c:v>
                </c:pt>
                <c:pt idx="163">
                  <c:v>44790</c:v>
                </c:pt>
                <c:pt idx="164">
                  <c:v>44791</c:v>
                </c:pt>
                <c:pt idx="165">
                  <c:v>44792</c:v>
                </c:pt>
                <c:pt idx="166">
                  <c:v>44795</c:v>
                </c:pt>
                <c:pt idx="167">
                  <c:v>44796</c:v>
                </c:pt>
                <c:pt idx="168">
                  <c:v>44797</c:v>
                </c:pt>
                <c:pt idx="169">
                  <c:v>44798</c:v>
                </c:pt>
                <c:pt idx="170">
                  <c:v>44799</c:v>
                </c:pt>
                <c:pt idx="171">
                  <c:v>44802</c:v>
                </c:pt>
                <c:pt idx="172">
                  <c:v>44803</c:v>
                </c:pt>
                <c:pt idx="173">
                  <c:v>44804</c:v>
                </c:pt>
                <c:pt idx="174">
                  <c:v>44805</c:v>
                </c:pt>
                <c:pt idx="175">
                  <c:v>44806</c:v>
                </c:pt>
                <c:pt idx="176">
                  <c:v>44809</c:v>
                </c:pt>
                <c:pt idx="177">
                  <c:v>44810</c:v>
                </c:pt>
                <c:pt idx="178">
                  <c:v>44811</c:v>
                </c:pt>
                <c:pt idx="179">
                  <c:v>44812</c:v>
                </c:pt>
                <c:pt idx="180">
                  <c:v>44813</c:v>
                </c:pt>
                <c:pt idx="181">
                  <c:v>44816</c:v>
                </c:pt>
                <c:pt idx="182">
                  <c:v>44817</c:v>
                </c:pt>
                <c:pt idx="183">
                  <c:v>44818</c:v>
                </c:pt>
                <c:pt idx="184">
                  <c:v>44819</c:v>
                </c:pt>
                <c:pt idx="185">
                  <c:v>44820</c:v>
                </c:pt>
                <c:pt idx="186">
                  <c:v>44823</c:v>
                </c:pt>
                <c:pt idx="187">
                  <c:v>44824</c:v>
                </c:pt>
                <c:pt idx="188">
                  <c:v>44825</c:v>
                </c:pt>
                <c:pt idx="189">
                  <c:v>44826</c:v>
                </c:pt>
                <c:pt idx="190">
                  <c:v>44827</c:v>
                </c:pt>
                <c:pt idx="191">
                  <c:v>44830</c:v>
                </c:pt>
                <c:pt idx="192">
                  <c:v>44831</c:v>
                </c:pt>
                <c:pt idx="193">
                  <c:v>44832</c:v>
                </c:pt>
                <c:pt idx="194">
                  <c:v>44833</c:v>
                </c:pt>
                <c:pt idx="195">
                  <c:v>44834</c:v>
                </c:pt>
                <c:pt idx="196">
                  <c:v>44837</c:v>
                </c:pt>
                <c:pt idx="197">
                  <c:v>44838</c:v>
                </c:pt>
                <c:pt idx="198">
                  <c:v>44839</c:v>
                </c:pt>
                <c:pt idx="199">
                  <c:v>44840</c:v>
                </c:pt>
                <c:pt idx="200">
                  <c:v>44841</c:v>
                </c:pt>
                <c:pt idx="201">
                  <c:v>44844</c:v>
                </c:pt>
                <c:pt idx="202">
                  <c:v>44845</c:v>
                </c:pt>
                <c:pt idx="203">
                  <c:v>44846</c:v>
                </c:pt>
                <c:pt idx="204">
                  <c:v>44847</c:v>
                </c:pt>
                <c:pt idx="205">
                  <c:v>44848</c:v>
                </c:pt>
                <c:pt idx="206">
                  <c:v>44851</c:v>
                </c:pt>
                <c:pt idx="207">
                  <c:v>44852</c:v>
                </c:pt>
                <c:pt idx="208">
                  <c:v>44853</c:v>
                </c:pt>
                <c:pt idx="209">
                  <c:v>44854</c:v>
                </c:pt>
                <c:pt idx="210">
                  <c:v>44855</c:v>
                </c:pt>
                <c:pt idx="211">
                  <c:v>44858</c:v>
                </c:pt>
                <c:pt idx="212">
                  <c:v>44859</c:v>
                </c:pt>
                <c:pt idx="213">
                  <c:v>44860</c:v>
                </c:pt>
                <c:pt idx="214">
                  <c:v>44861</c:v>
                </c:pt>
                <c:pt idx="215">
                  <c:v>44862</c:v>
                </c:pt>
                <c:pt idx="216">
                  <c:v>44865</c:v>
                </c:pt>
                <c:pt idx="217">
                  <c:v>44866</c:v>
                </c:pt>
                <c:pt idx="218">
                  <c:v>44867</c:v>
                </c:pt>
                <c:pt idx="219">
                  <c:v>44868</c:v>
                </c:pt>
                <c:pt idx="220">
                  <c:v>44869</c:v>
                </c:pt>
                <c:pt idx="221">
                  <c:v>44872</c:v>
                </c:pt>
                <c:pt idx="222">
                  <c:v>44873</c:v>
                </c:pt>
                <c:pt idx="223">
                  <c:v>44874</c:v>
                </c:pt>
                <c:pt idx="224">
                  <c:v>44875</c:v>
                </c:pt>
                <c:pt idx="225">
                  <c:v>44876</c:v>
                </c:pt>
                <c:pt idx="226">
                  <c:v>44879</c:v>
                </c:pt>
                <c:pt idx="227">
                  <c:v>44880</c:v>
                </c:pt>
                <c:pt idx="228">
                  <c:v>44881</c:v>
                </c:pt>
                <c:pt idx="229">
                  <c:v>44882</c:v>
                </c:pt>
                <c:pt idx="230">
                  <c:v>44883</c:v>
                </c:pt>
                <c:pt idx="231">
                  <c:v>44886</c:v>
                </c:pt>
                <c:pt idx="232">
                  <c:v>44887</c:v>
                </c:pt>
                <c:pt idx="233">
                  <c:v>44888</c:v>
                </c:pt>
                <c:pt idx="234">
                  <c:v>44889</c:v>
                </c:pt>
                <c:pt idx="235">
                  <c:v>44890</c:v>
                </c:pt>
                <c:pt idx="236">
                  <c:v>44893</c:v>
                </c:pt>
                <c:pt idx="237">
                  <c:v>44894</c:v>
                </c:pt>
                <c:pt idx="238">
                  <c:v>44895</c:v>
                </c:pt>
                <c:pt idx="239">
                  <c:v>44896</c:v>
                </c:pt>
                <c:pt idx="240">
                  <c:v>44897</c:v>
                </c:pt>
                <c:pt idx="241">
                  <c:v>44900</c:v>
                </c:pt>
                <c:pt idx="242">
                  <c:v>44901</c:v>
                </c:pt>
                <c:pt idx="243">
                  <c:v>44902</c:v>
                </c:pt>
                <c:pt idx="244">
                  <c:v>44903</c:v>
                </c:pt>
                <c:pt idx="245">
                  <c:v>44904</c:v>
                </c:pt>
                <c:pt idx="246">
                  <c:v>44907</c:v>
                </c:pt>
                <c:pt idx="247">
                  <c:v>44908</c:v>
                </c:pt>
                <c:pt idx="248">
                  <c:v>44909</c:v>
                </c:pt>
                <c:pt idx="249">
                  <c:v>44910</c:v>
                </c:pt>
                <c:pt idx="250">
                  <c:v>44911</c:v>
                </c:pt>
                <c:pt idx="251">
                  <c:v>44914</c:v>
                </c:pt>
                <c:pt idx="252">
                  <c:v>44915</c:v>
                </c:pt>
                <c:pt idx="253">
                  <c:v>44916</c:v>
                </c:pt>
                <c:pt idx="254">
                  <c:v>44917</c:v>
                </c:pt>
                <c:pt idx="255">
                  <c:v>44918</c:v>
                </c:pt>
                <c:pt idx="256">
                  <c:v>44921</c:v>
                </c:pt>
                <c:pt idx="257">
                  <c:v>44922</c:v>
                </c:pt>
                <c:pt idx="258">
                  <c:v>44923</c:v>
                </c:pt>
                <c:pt idx="259">
                  <c:v>44924</c:v>
                </c:pt>
                <c:pt idx="260">
                  <c:v>44925</c:v>
                </c:pt>
                <c:pt idx="261">
                  <c:v>44928</c:v>
                </c:pt>
                <c:pt idx="262">
                  <c:v>44929</c:v>
                </c:pt>
                <c:pt idx="263">
                  <c:v>44930</c:v>
                </c:pt>
                <c:pt idx="264">
                  <c:v>44931</c:v>
                </c:pt>
                <c:pt idx="265">
                  <c:v>44932</c:v>
                </c:pt>
                <c:pt idx="266">
                  <c:v>44935</c:v>
                </c:pt>
                <c:pt idx="267">
                  <c:v>44936</c:v>
                </c:pt>
                <c:pt idx="268">
                  <c:v>44937</c:v>
                </c:pt>
                <c:pt idx="269">
                  <c:v>44938</c:v>
                </c:pt>
                <c:pt idx="270">
                  <c:v>44939</c:v>
                </c:pt>
                <c:pt idx="271">
                  <c:v>44942</c:v>
                </c:pt>
                <c:pt idx="272">
                  <c:v>44943</c:v>
                </c:pt>
                <c:pt idx="273">
                  <c:v>44944</c:v>
                </c:pt>
                <c:pt idx="274">
                  <c:v>44945</c:v>
                </c:pt>
                <c:pt idx="275">
                  <c:v>44946</c:v>
                </c:pt>
                <c:pt idx="276">
                  <c:v>44949</c:v>
                </c:pt>
                <c:pt idx="277">
                  <c:v>44950</c:v>
                </c:pt>
                <c:pt idx="278">
                  <c:v>44951</c:v>
                </c:pt>
                <c:pt idx="279">
                  <c:v>44952</c:v>
                </c:pt>
                <c:pt idx="280">
                  <c:v>44953</c:v>
                </c:pt>
                <c:pt idx="281">
                  <c:v>44956</c:v>
                </c:pt>
                <c:pt idx="282">
                  <c:v>44957</c:v>
                </c:pt>
                <c:pt idx="283">
                  <c:v>44958</c:v>
                </c:pt>
                <c:pt idx="284">
                  <c:v>44959</c:v>
                </c:pt>
                <c:pt idx="285">
                  <c:v>44960</c:v>
                </c:pt>
                <c:pt idx="286">
                  <c:v>44963</c:v>
                </c:pt>
                <c:pt idx="287">
                  <c:v>44964</c:v>
                </c:pt>
                <c:pt idx="288">
                  <c:v>44965</c:v>
                </c:pt>
                <c:pt idx="289">
                  <c:v>44966</c:v>
                </c:pt>
                <c:pt idx="290">
                  <c:v>44967</c:v>
                </c:pt>
                <c:pt idx="291">
                  <c:v>44970</c:v>
                </c:pt>
                <c:pt idx="292">
                  <c:v>44971</c:v>
                </c:pt>
                <c:pt idx="293">
                  <c:v>44972</c:v>
                </c:pt>
                <c:pt idx="294">
                  <c:v>44973</c:v>
                </c:pt>
                <c:pt idx="295">
                  <c:v>44974</c:v>
                </c:pt>
                <c:pt idx="296">
                  <c:v>44977</c:v>
                </c:pt>
                <c:pt idx="297">
                  <c:v>44978</c:v>
                </c:pt>
                <c:pt idx="298">
                  <c:v>44979</c:v>
                </c:pt>
                <c:pt idx="299">
                  <c:v>44980</c:v>
                </c:pt>
                <c:pt idx="300">
                  <c:v>44981</c:v>
                </c:pt>
                <c:pt idx="301">
                  <c:v>44984</c:v>
                </c:pt>
                <c:pt idx="302">
                  <c:v>44985</c:v>
                </c:pt>
                <c:pt idx="303">
                  <c:v>44986</c:v>
                </c:pt>
                <c:pt idx="304">
                  <c:v>44987</c:v>
                </c:pt>
                <c:pt idx="305">
                  <c:v>44988</c:v>
                </c:pt>
                <c:pt idx="306">
                  <c:v>44991</c:v>
                </c:pt>
                <c:pt idx="307">
                  <c:v>44992</c:v>
                </c:pt>
                <c:pt idx="308">
                  <c:v>44993</c:v>
                </c:pt>
                <c:pt idx="309">
                  <c:v>44994</c:v>
                </c:pt>
                <c:pt idx="310">
                  <c:v>44995</c:v>
                </c:pt>
                <c:pt idx="311">
                  <c:v>44998</c:v>
                </c:pt>
                <c:pt idx="312">
                  <c:v>44999</c:v>
                </c:pt>
                <c:pt idx="313">
                  <c:v>45000</c:v>
                </c:pt>
                <c:pt idx="314">
                  <c:v>45001</c:v>
                </c:pt>
                <c:pt idx="315">
                  <c:v>45002</c:v>
                </c:pt>
                <c:pt idx="316">
                  <c:v>45005</c:v>
                </c:pt>
                <c:pt idx="317">
                  <c:v>45006</c:v>
                </c:pt>
                <c:pt idx="318">
                  <c:v>45007</c:v>
                </c:pt>
                <c:pt idx="319">
                  <c:v>45008</c:v>
                </c:pt>
                <c:pt idx="320">
                  <c:v>45009</c:v>
                </c:pt>
                <c:pt idx="321">
                  <c:v>45012</c:v>
                </c:pt>
                <c:pt idx="322">
                  <c:v>45013</c:v>
                </c:pt>
                <c:pt idx="323">
                  <c:v>45014</c:v>
                </c:pt>
                <c:pt idx="324">
                  <c:v>45015</c:v>
                </c:pt>
                <c:pt idx="325">
                  <c:v>45016</c:v>
                </c:pt>
                <c:pt idx="326">
                  <c:v>45019</c:v>
                </c:pt>
                <c:pt idx="327">
                  <c:v>45020</c:v>
                </c:pt>
                <c:pt idx="328">
                  <c:v>45021</c:v>
                </c:pt>
                <c:pt idx="329">
                  <c:v>45022</c:v>
                </c:pt>
                <c:pt idx="330">
                  <c:v>45023</c:v>
                </c:pt>
                <c:pt idx="331">
                  <c:v>45026</c:v>
                </c:pt>
                <c:pt idx="332">
                  <c:v>45027</c:v>
                </c:pt>
                <c:pt idx="333">
                  <c:v>45028</c:v>
                </c:pt>
                <c:pt idx="334">
                  <c:v>45029</c:v>
                </c:pt>
                <c:pt idx="335">
                  <c:v>45030</c:v>
                </c:pt>
                <c:pt idx="336">
                  <c:v>45033</c:v>
                </c:pt>
                <c:pt idx="337">
                  <c:v>45034</c:v>
                </c:pt>
                <c:pt idx="338">
                  <c:v>45035</c:v>
                </c:pt>
                <c:pt idx="339">
                  <c:v>45036</c:v>
                </c:pt>
                <c:pt idx="340">
                  <c:v>45037</c:v>
                </c:pt>
                <c:pt idx="341">
                  <c:v>45040</c:v>
                </c:pt>
                <c:pt idx="342">
                  <c:v>45041</c:v>
                </c:pt>
                <c:pt idx="343">
                  <c:v>45042</c:v>
                </c:pt>
                <c:pt idx="344">
                  <c:v>45043</c:v>
                </c:pt>
                <c:pt idx="345">
                  <c:v>45044</c:v>
                </c:pt>
                <c:pt idx="346">
                  <c:v>45047</c:v>
                </c:pt>
                <c:pt idx="347">
                  <c:v>45048</c:v>
                </c:pt>
                <c:pt idx="348">
                  <c:v>45049</c:v>
                </c:pt>
                <c:pt idx="349">
                  <c:v>45050</c:v>
                </c:pt>
                <c:pt idx="350">
                  <c:v>45051</c:v>
                </c:pt>
                <c:pt idx="351">
                  <c:v>45054</c:v>
                </c:pt>
                <c:pt idx="352">
                  <c:v>45055</c:v>
                </c:pt>
                <c:pt idx="353">
                  <c:v>45056</c:v>
                </c:pt>
                <c:pt idx="354">
                  <c:v>45057</c:v>
                </c:pt>
                <c:pt idx="355">
                  <c:v>45058</c:v>
                </c:pt>
                <c:pt idx="356">
                  <c:v>45061</c:v>
                </c:pt>
                <c:pt idx="357">
                  <c:v>45062</c:v>
                </c:pt>
                <c:pt idx="358">
                  <c:v>45063</c:v>
                </c:pt>
                <c:pt idx="359">
                  <c:v>45064</c:v>
                </c:pt>
                <c:pt idx="360">
                  <c:v>45065</c:v>
                </c:pt>
                <c:pt idx="361">
                  <c:v>45068</c:v>
                </c:pt>
                <c:pt idx="362">
                  <c:v>45069</c:v>
                </c:pt>
                <c:pt idx="363">
                  <c:v>45070</c:v>
                </c:pt>
                <c:pt idx="364">
                  <c:v>45071</c:v>
                </c:pt>
                <c:pt idx="365">
                  <c:v>45072</c:v>
                </c:pt>
                <c:pt idx="366">
                  <c:v>45075</c:v>
                </c:pt>
                <c:pt idx="367">
                  <c:v>45076</c:v>
                </c:pt>
                <c:pt idx="368">
                  <c:v>45077</c:v>
                </c:pt>
                <c:pt idx="369">
                  <c:v>45078</c:v>
                </c:pt>
                <c:pt idx="370">
                  <c:v>45079</c:v>
                </c:pt>
                <c:pt idx="371">
                  <c:v>45082</c:v>
                </c:pt>
                <c:pt idx="372">
                  <c:v>45083</c:v>
                </c:pt>
                <c:pt idx="373">
                  <c:v>45084</c:v>
                </c:pt>
                <c:pt idx="374">
                  <c:v>45085</c:v>
                </c:pt>
                <c:pt idx="375">
                  <c:v>45086</c:v>
                </c:pt>
                <c:pt idx="376">
                  <c:v>45089</c:v>
                </c:pt>
                <c:pt idx="377">
                  <c:v>45090</c:v>
                </c:pt>
                <c:pt idx="378">
                  <c:v>45091</c:v>
                </c:pt>
                <c:pt idx="379">
                  <c:v>45092</c:v>
                </c:pt>
                <c:pt idx="380">
                  <c:v>45093</c:v>
                </c:pt>
                <c:pt idx="381">
                  <c:v>45096</c:v>
                </c:pt>
                <c:pt idx="382">
                  <c:v>45097</c:v>
                </c:pt>
                <c:pt idx="383">
                  <c:v>45098</c:v>
                </c:pt>
                <c:pt idx="384">
                  <c:v>45099</c:v>
                </c:pt>
                <c:pt idx="385">
                  <c:v>45100</c:v>
                </c:pt>
                <c:pt idx="386">
                  <c:v>45103</c:v>
                </c:pt>
                <c:pt idx="387">
                  <c:v>45104</c:v>
                </c:pt>
                <c:pt idx="388">
                  <c:v>45105</c:v>
                </c:pt>
                <c:pt idx="389">
                  <c:v>45106</c:v>
                </c:pt>
                <c:pt idx="390">
                  <c:v>45107</c:v>
                </c:pt>
                <c:pt idx="391">
                  <c:v>45110</c:v>
                </c:pt>
                <c:pt idx="392">
                  <c:v>45111</c:v>
                </c:pt>
                <c:pt idx="393">
                  <c:v>45112</c:v>
                </c:pt>
                <c:pt idx="394">
                  <c:v>45113</c:v>
                </c:pt>
                <c:pt idx="395">
                  <c:v>45114</c:v>
                </c:pt>
                <c:pt idx="396">
                  <c:v>45117</c:v>
                </c:pt>
                <c:pt idx="397">
                  <c:v>45118</c:v>
                </c:pt>
                <c:pt idx="398">
                  <c:v>45119</c:v>
                </c:pt>
                <c:pt idx="399">
                  <c:v>45120</c:v>
                </c:pt>
                <c:pt idx="400">
                  <c:v>45121</c:v>
                </c:pt>
                <c:pt idx="401">
                  <c:v>45124</c:v>
                </c:pt>
                <c:pt idx="402">
                  <c:v>45125</c:v>
                </c:pt>
                <c:pt idx="403">
                  <c:v>45126</c:v>
                </c:pt>
                <c:pt idx="404">
                  <c:v>45127</c:v>
                </c:pt>
                <c:pt idx="405">
                  <c:v>45128</c:v>
                </c:pt>
                <c:pt idx="406">
                  <c:v>45131</c:v>
                </c:pt>
                <c:pt idx="407">
                  <c:v>45132</c:v>
                </c:pt>
                <c:pt idx="408">
                  <c:v>45133</c:v>
                </c:pt>
                <c:pt idx="409">
                  <c:v>45134</c:v>
                </c:pt>
                <c:pt idx="410">
                  <c:v>45135</c:v>
                </c:pt>
                <c:pt idx="411">
                  <c:v>45138</c:v>
                </c:pt>
                <c:pt idx="412">
                  <c:v>45139</c:v>
                </c:pt>
                <c:pt idx="413">
                  <c:v>45140</c:v>
                </c:pt>
                <c:pt idx="414">
                  <c:v>45141</c:v>
                </c:pt>
                <c:pt idx="415">
                  <c:v>45142</c:v>
                </c:pt>
                <c:pt idx="416">
                  <c:v>45145</c:v>
                </c:pt>
                <c:pt idx="417">
                  <c:v>45146</c:v>
                </c:pt>
                <c:pt idx="418">
                  <c:v>45147</c:v>
                </c:pt>
                <c:pt idx="419">
                  <c:v>45148</c:v>
                </c:pt>
                <c:pt idx="420">
                  <c:v>45149</c:v>
                </c:pt>
                <c:pt idx="421">
                  <c:v>45152</c:v>
                </c:pt>
                <c:pt idx="422">
                  <c:v>45153</c:v>
                </c:pt>
                <c:pt idx="423">
                  <c:v>45154</c:v>
                </c:pt>
                <c:pt idx="424">
                  <c:v>45155</c:v>
                </c:pt>
                <c:pt idx="425">
                  <c:v>45156</c:v>
                </c:pt>
                <c:pt idx="426">
                  <c:v>45159</c:v>
                </c:pt>
                <c:pt idx="427">
                  <c:v>45160</c:v>
                </c:pt>
                <c:pt idx="428">
                  <c:v>45161</c:v>
                </c:pt>
                <c:pt idx="429">
                  <c:v>45162</c:v>
                </c:pt>
                <c:pt idx="430">
                  <c:v>45163</c:v>
                </c:pt>
                <c:pt idx="431">
                  <c:v>45166</c:v>
                </c:pt>
                <c:pt idx="432">
                  <c:v>45167</c:v>
                </c:pt>
                <c:pt idx="433">
                  <c:v>45168</c:v>
                </c:pt>
                <c:pt idx="434">
                  <c:v>45169</c:v>
                </c:pt>
                <c:pt idx="435">
                  <c:v>45170</c:v>
                </c:pt>
                <c:pt idx="436">
                  <c:v>45173</c:v>
                </c:pt>
                <c:pt idx="437">
                  <c:v>45174</c:v>
                </c:pt>
                <c:pt idx="438">
                  <c:v>45175</c:v>
                </c:pt>
                <c:pt idx="439">
                  <c:v>45176</c:v>
                </c:pt>
                <c:pt idx="440">
                  <c:v>45177</c:v>
                </c:pt>
                <c:pt idx="441">
                  <c:v>45180</c:v>
                </c:pt>
                <c:pt idx="442">
                  <c:v>45181</c:v>
                </c:pt>
                <c:pt idx="443">
                  <c:v>45182</c:v>
                </c:pt>
                <c:pt idx="444">
                  <c:v>45183</c:v>
                </c:pt>
                <c:pt idx="445">
                  <c:v>45184</c:v>
                </c:pt>
                <c:pt idx="446">
                  <c:v>45187</c:v>
                </c:pt>
                <c:pt idx="447">
                  <c:v>45188</c:v>
                </c:pt>
                <c:pt idx="448">
                  <c:v>45189</c:v>
                </c:pt>
                <c:pt idx="449">
                  <c:v>45190</c:v>
                </c:pt>
                <c:pt idx="450">
                  <c:v>45191</c:v>
                </c:pt>
                <c:pt idx="451">
                  <c:v>45194</c:v>
                </c:pt>
                <c:pt idx="452">
                  <c:v>45195</c:v>
                </c:pt>
                <c:pt idx="453">
                  <c:v>45196</c:v>
                </c:pt>
                <c:pt idx="454">
                  <c:v>45197</c:v>
                </c:pt>
                <c:pt idx="455">
                  <c:v>45198</c:v>
                </c:pt>
                <c:pt idx="456">
                  <c:v>45201</c:v>
                </c:pt>
                <c:pt idx="457">
                  <c:v>45202</c:v>
                </c:pt>
                <c:pt idx="458">
                  <c:v>45203</c:v>
                </c:pt>
                <c:pt idx="459">
                  <c:v>45204</c:v>
                </c:pt>
                <c:pt idx="460">
                  <c:v>45205</c:v>
                </c:pt>
                <c:pt idx="461">
                  <c:v>45208</c:v>
                </c:pt>
                <c:pt idx="462">
                  <c:v>45209</c:v>
                </c:pt>
                <c:pt idx="463">
                  <c:v>45210</c:v>
                </c:pt>
                <c:pt idx="464">
                  <c:v>45211</c:v>
                </c:pt>
                <c:pt idx="465">
                  <c:v>45212</c:v>
                </c:pt>
                <c:pt idx="466">
                  <c:v>45215</c:v>
                </c:pt>
                <c:pt idx="467">
                  <c:v>45216</c:v>
                </c:pt>
                <c:pt idx="468">
                  <c:v>45217</c:v>
                </c:pt>
                <c:pt idx="469">
                  <c:v>45218</c:v>
                </c:pt>
                <c:pt idx="470">
                  <c:v>45219</c:v>
                </c:pt>
                <c:pt idx="471">
                  <c:v>45222</c:v>
                </c:pt>
                <c:pt idx="472">
                  <c:v>45223</c:v>
                </c:pt>
                <c:pt idx="473">
                  <c:v>45224</c:v>
                </c:pt>
                <c:pt idx="474">
                  <c:v>45225</c:v>
                </c:pt>
                <c:pt idx="475">
                  <c:v>45226</c:v>
                </c:pt>
                <c:pt idx="476">
                  <c:v>45229</c:v>
                </c:pt>
                <c:pt idx="477">
                  <c:v>45230</c:v>
                </c:pt>
                <c:pt idx="478">
                  <c:v>45231</c:v>
                </c:pt>
                <c:pt idx="479">
                  <c:v>45232</c:v>
                </c:pt>
                <c:pt idx="480">
                  <c:v>45233</c:v>
                </c:pt>
                <c:pt idx="481">
                  <c:v>45236</c:v>
                </c:pt>
                <c:pt idx="482">
                  <c:v>45237</c:v>
                </c:pt>
                <c:pt idx="483">
                  <c:v>45238</c:v>
                </c:pt>
                <c:pt idx="484">
                  <c:v>45239</c:v>
                </c:pt>
                <c:pt idx="485">
                  <c:v>45240</c:v>
                </c:pt>
                <c:pt idx="486">
                  <c:v>45243</c:v>
                </c:pt>
                <c:pt idx="487">
                  <c:v>45244</c:v>
                </c:pt>
                <c:pt idx="488">
                  <c:v>45245</c:v>
                </c:pt>
                <c:pt idx="489">
                  <c:v>45246</c:v>
                </c:pt>
                <c:pt idx="490">
                  <c:v>45247</c:v>
                </c:pt>
                <c:pt idx="491">
                  <c:v>45250</c:v>
                </c:pt>
                <c:pt idx="492">
                  <c:v>45251</c:v>
                </c:pt>
                <c:pt idx="493">
                  <c:v>45252</c:v>
                </c:pt>
                <c:pt idx="494">
                  <c:v>45253</c:v>
                </c:pt>
                <c:pt idx="495">
                  <c:v>45254</c:v>
                </c:pt>
                <c:pt idx="496">
                  <c:v>45257</c:v>
                </c:pt>
                <c:pt idx="497">
                  <c:v>45258</c:v>
                </c:pt>
                <c:pt idx="498">
                  <c:v>45259</c:v>
                </c:pt>
                <c:pt idx="499">
                  <c:v>45260</c:v>
                </c:pt>
                <c:pt idx="500">
                  <c:v>45261</c:v>
                </c:pt>
                <c:pt idx="501">
                  <c:v>45264</c:v>
                </c:pt>
                <c:pt idx="502">
                  <c:v>45265</c:v>
                </c:pt>
                <c:pt idx="503">
                  <c:v>45266</c:v>
                </c:pt>
                <c:pt idx="504">
                  <c:v>45267</c:v>
                </c:pt>
                <c:pt idx="505">
                  <c:v>45268</c:v>
                </c:pt>
                <c:pt idx="506">
                  <c:v>45271</c:v>
                </c:pt>
                <c:pt idx="507">
                  <c:v>45272</c:v>
                </c:pt>
                <c:pt idx="508">
                  <c:v>45273</c:v>
                </c:pt>
                <c:pt idx="509">
                  <c:v>45274</c:v>
                </c:pt>
                <c:pt idx="510">
                  <c:v>45275</c:v>
                </c:pt>
                <c:pt idx="511">
                  <c:v>45278</c:v>
                </c:pt>
                <c:pt idx="512">
                  <c:v>45279</c:v>
                </c:pt>
                <c:pt idx="513">
                  <c:v>45280</c:v>
                </c:pt>
                <c:pt idx="514">
                  <c:v>45281</c:v>
                </c:pt>
                <c:pt idx="515">
                  <c:v>45282</c:v>
                </c:pt>
                <c:pt idx="516">
                  <c:v>45285</c:v>
                </c:pt>
                <c:pt idx="517">
                  <c:v>45286</c:v>
                </c:pt>
                <c:pt idx="518">
                  <c:v>45287</c:v>
                </c:pt>
                <c:pt idx="519">
                  <c:v>45288</c:v>
                </c:pt>
                <c:pt idx="520">
                  <c:v>45289</c:v>
                </c:pt>
                <c:pt idx="521">
                  <c:v>45292</c:v>
                </c:pt>
                <c:pt idx="522">
                  <c:v>45293</c:v>
                </c:pt>
                <c:pt idx="523">
                  <c:v>45294</c:v>
                </c:pt>
                <c:pt idx="524">
                  <c:v>45295</c:v>
                </c:pt>
                <c:pt idx="525">
                  <c:v>45296</c:v>
                </c:pt>
                <c:pt idx="526">
                  <c:v>45299</c:v>
                </c:pt>
                <c:pt idx="527">
                  <c:v>45300</c:v>
                </c:pt>
                <c:pt idx="528">
                  <c:v>45301</c:v>
                </c:pt>
                <c:pt idx="529">
                  <c:v>45302</c:v>
                </c:pt>
                <c:pt idx="530">
                  <c:v>45303</c:v>
                </c:pt>
                <c:pt idx="531">
                  <c:v>45306</c:v>
                </c:pt>
                <c:pt idx="532">
                  <c:v>45307</c:v>
                </c:pt>
                <c:pt idx="533">
                  <c:v>45308</c:v>
                </c:pt>
                <c:pt idx="534">
                  <c:v>45309</c:v>
                </c:pt>
                <c:pt idx="535">
                  <c:v>45310</c:v>
                </c:pt>
                <c:pt idx="536">
                  <c:v>45313</c:v>
                </c:pt>
                <c:pt idx="537">
                  <c:v>45314</c:v>
                </c:pt>
                <c:pt idx="538">
                  <c:v>45315</c:v>
                </c:pt>
                <c:pt idx="539">
                  <c:v>45316</c:v>
                </c:pt>
                <c:pt idx="540">
                  <c:v>45317</c:v>
                </c:pt>
                <c:pt idx="541">
                  <c:v>45320</c:v>
                </c:pt>
                <c:pt idx="542">
                  <c:v>45321</c:v>
                </c:pt>
                <c:pt idx="543">
                  <c:v>45322</c:v>
                </c:pt>
                <c:pt idx="544">
                  <c:v>45323</c:v>
                </c:pt>
                <c:pt idx="545">
                  <c:v>45324</c:v>
                </c:pt>
                <c:pt idx="546">
                  <c:v>45327</c:v>
                </c:pt>
                <c:pt idx="547">
                  <c:v>45328</c:v>
                </c:pt>
                <c:pt idx="548">
                  <c:v>45329</c:v>
                </c:pt>
                <c:pt idx="549">
                  <c:v>45330</c:v>
                </c:pt>
                <c:pt idx="550">
                  <c:v>45331</c:v>
                </c:pt>
                <c:pt idx="551">
                  <c:v>45334</c:v>
                </c:pt>
                <c:pt idx="552">
                  <c:v>45335</c:v>
                </c:pt>
                <c:pt idx="553">
                  <c:v>45336</c:v>
                </c:pt>
                <c:pt idx="554">
                  <c:v>45337</c:v>
                </c:pt>
                <c:pt idx="555">
                  <c:v>45338</c:v>
                </c:pt>
                <c:pt idx="556">
                  <c:v>45341</c:v>
                </c:pt>
                <c:pt idx="557">
                  <c:v>45342</c:v>
                </c:pt>
                <c:pt idx="558">
                  <c:v>45343</c:v>
                </c:pt>
                <c:pt idx="559">
                  <c:v>45344</c:v>
                </c:pt>
                <c:pt idx="560">
                  <c:v>45345</c:v>
                </c:pt>
                <c:pt idx="561">
                  <c:v>45348</c:v>
                </c:pt>
                <c:pt idx="562">
                  <c:v>45349</c:v>
                </c:pt>
                <c:pt idx="563">
                  <c:v>45350</c:v>
                </c:pt>
                <c:pt idx="564">
                  <c:v>45351</c:v>
                </c:pt>
                <c:pt idx="565">
                  <c:v>45352</c:v>
                </c:pt>
                <c:pt idx="566">
                  <c:v>45355</c:v>
                </c:pt>
                <c:pt idx="567">
                  <c:v>45356</c:v>
                </c:pt>
                <c:pt idx="568">
                  <c:v>45357</c:v>
                </c:pt>
                <c:pt idx="569">
                  <c:v>45358</c:v>
                </c:pt>
                <c:pt idx="570">
                  <c:v>45359</c:v>
                </c:pt>
                <c:pt idx="571">
                  <c:v>45362</c:v>
                </c:pt>
                <c:pt idx="572">
                  <c:v>45363</c:v>
                </c:pt>
                <c:pt idx="573">
                  <c:v>45364</c:v>
                </c:pt>
                <c:pt idx="574">
                  <c:v>45365</c:v>
                </c:pt>
                <c:pt idx="575">
                  <c:v>45366</c:v>
                </c:pt>
                <c:pt idx="576">
                  <c:v>45369</c:v>
                </c:pt>
                <c:pt idx="577">
                  <c:v>45370</c:v>
                </c:pt>
                <c:pt idx="578">
                  <c:v>45371</c:v>
                </c:pt>
                <c:pt idx="579">
                  <c:v>45372</c:v>
                </c:pt>
                <c:pt idx="580">
                  <c:v>45373</c:v>
                </c:pt>
                <c:pt idx="581">
                  <c:v>45376</c:v>
                </c:pt>
                <c:pt idx="582">
                  <c:v>45377</c:v>
                </c:pt>
                <c:pt idx="583">
                  <c:v>45378</c:v>
                </c:pt>
                <c:pt idx="584">
                  <c:v>45379</c:v>
                </c:pt>
                <c:pt idx="585">
                  <c:v>45380</c:v>
                </c:pt>
                <c:pt idx="586">
                  <c:v>45383</c:v>
                </c:pt>
                <c:pt idx="587">
                  <c:v>45384</c:v>
                </c:pt>
                <c:pt idx="588">
                  <c:v>45385</c:v>
                </c:pt>
                <c:pt idx="589">
                  <c:v>45386</c:v>
                </c:pt>
                <c:pt idx="590">
                  <c:v>45387</c:v>
                </c:pt>
                <c:pt idx="591">
                  <c:v>45390</c:v>
                </c:pt>
                <c:pt idx="592">
                  <c:v>45391</c:v>
                </c:pt>
                <c:pt idx="593">
                  <c:v>45392</c:v>
                </c:pt>
                <c:pt idx="594">
                  <c:v>45393</c:v>
                </c:pt>
                <c:pt idx="595">
                  <c:v>45394</c:v>
                </c:pt>
                <c:pt idx="596">
                  <c:v>45397</c:v>
                </c:pt>
                <c:pt idx="597">
                  <c:v>45398</c:v>
                </c:pt>
                <c:pt idx="598">
                  <c:v>45399</c:v>
                </c:pt>
                <c:pt idx="599">
                  <c:v>45400</c:v>
                </c:pt>
                <c:pt idx="600">
                  <c:v>45401</c:v>
                </c:pt>
                <c:pt idx="601">
                  <c:v>45404</c:v>
                </c:pt>
                <c:pt idx="602">
                  <c:v>45405</c:v>
                </c:pt>
                <c:pt idx="603">
                  <c:v>45406</c:v>
                </c:pt>
                <c:pt idx="604">
                  <c:v>45407</c:v>
                </c:pt>
                <c:pt idx="605">
                  <c:v>45408</c:v>
                </c:pt>
                <c:pt idx="606">
                  <c:v>45411</c:v>
                </c:pt>
                <c:pt idx="607">
                  <c:v>45412</c:v>
                </c:pt>
                <c:pt idx="608">
                  <c:v>45413</c:v>
                </c:pt>
                <c:pt idx="609">
                  <c:v>45414</c:v>
                </c:pt>
                <c:pt idx="610">
                  <c:v>45415</c:v>
                </c:pt>
                <c:pt idx="611">
                  <c:v>45418</c:v>
                </c:pt>
                <c:pt idx="612">
                  <c:v>45419</c:v>
                </c:pt>
                <c:pt idx="613">
                  <c:v>45420</c:v>
                </c:pt>
                <c:pt idx="614">
                  <c:v>45421</c:v>
                </c:pt>
                <c:pt idx="615">
                  <c:v>45422</c:v>
                </c:pt>
                <c:pt idx="616">
                  <c:v>45425</c:v>
                </c:pt>
                <c:pt idx="617">
                  <c:v>45426</c:v>
                </c:pt>
                <c:pt idx="618">
                  <c:v>45427</c:v>
                </c:pt>
                <c:pt idx="619">
                  <c:v>45428</c:v>
                </c:pt>
                <c:pt idx="620">
                  <c:v>45429</c:v>
                </c:pt>
                <c:pt idx="621">
                  <c:v>45432</c:v>
                </c:pt>
                <c:pt idx="622">
                  <c:v>45433</c:v>
                </c:pt>
                <c:pt idx="623">
                  <c:v>45434</c:v>
                </c:pt>
                <c:pt idx="624">
                  <c:v>45435</c:v>
                </c:pt>
                <c:pt idx="625">
                  <c:v>45436</c:v>
                </c:pt>
                <c:pt idx="626">
                  <c:v>45440</c:v>
                </c:pt>
                <c:pt idx="627">
                  <c:v>45441</c:v>
                </c:pt>
                <c:pt idx="628">
                  <c:v>45442</c:v>
                </c:pt>
                <c:pt idx="629">
                  <c:v>45443</c:v>
                </c:pt>
                <c:pt idx="630">
                  <c:v>45446</c:v>
                </c:pt>
                <c:pt idx="631">
                  <c:v>45447</c:v>
                </c:pt>
                <c:pt idx="632">
                  <c:v>45448</c:v>
                </c:pt>
                <c:pt idx="633">
                  <c:v>45449</c:v>
                </c:pt>
                <c:pt idx="634">
                  <c:v>45450</c:v>
                </c:pt>
                <c:pt idx="635">
                  <c:v>45453</c:v>
                </c:pt>
                <c:pt idx="636">
                  <c:v>45454</c:v>
                </c:pt>
                <c:pt idx="637">
                  <c:v>45455</c:v>
                </c:pt>
                <c:pt idx="638">
                  <c:v>45456</c:v>
                </c:pt>
                <c:pt idx="639">
                  <c:v>45457</c:v>
                </c:pt>
                <c:pt idx="640">
                  <c:v>45460</c:v>
                </c:pt>
                <c:pt idx="641">
                  <c:v>45461</c:v>
                </c:pt>
                <c:pt idx="642">
                  <c:v>45462</c:v>
                </c:pt>
                <c:pt idx="643">
                  <c:v>45463</c:v>
                </c:pt>
                <c:pt idx="644">
                  <c:v>45464</c:v>
                </c:pt>
                <c:pt idx="645">
                  <c:v>45467</c:v>
                </c:pt>
                <c:pt idx="646">
                  <c:v>45468</c:v>
                </c:pt>
                <c:pt idx="647">
                  <c:v>45469</c:v>
                </c:pt>
                <c:pt idx="648">
                  <c:v>45470</c:v>
                </c:pt>
                <c:pt idx="649">
                  <c:v>45471</c:v>
                </c:pt>
                <c:pt idx="650">
                  <c:v>45474</c:v>
                </c:pt>
                <c:pt idx="651">
                  <c:v>45475</c:v>
                </c:pt>
                <c:pt idx="652">
                  <c:v>45476</c:v>
                </c:pt>
                <c:pt idx="653">
                  <c:v>45477</c:v>
                </c:pt>
                <c:pt idx="654">
                  <c:v>45478</c:v>
                </c:pt>
                <c:pt idx="655">
                  <c:v>45481</c:v>
                </c:pt>
                <c:pt idx="656">
                  <c:v>45482</c:v>
                </c:pt>
                <c:pt idx="657">
                  <c:v>45483</c:v>
                </c:pt>
                <c:pt idx="658">
                  <c:v>45484</c:v>
                </c:pt>
                <c:pt idx="659">
                  <c:v>45485</c:v>
                </c:pt>
                <c:pt idx="660">
                  <c:v>45488</c:v>
                </c:pt>
                <c:pt idx="661">
                  <c:v>45489</c:v>
                </c:pt>
                <c:pt idx="662">
                  <c:v>45490</c:v>
                </c:pt>
                <c:pt idx="663">
                  <c:v>45491</c:v>
                </c:pt>
                <c:pt idx="664">
                  <c:v>45492</c:v>
                </c:pt>
                <c:pt idx="665">
                  <c:v>45495</c:v>
                </c:pt>
                <c:pt idx="666">
                  <c:v>45496</c:v>
                </c:pt>
                <c:pt idx="667">
                  <c:v>45497</c:v>
                </c:pt>
                <c:pt idx="668">
                  <c:v>45498</c:v>
                </c:pt>
                <c:pt idx="669">
                  <c:v>45499</c:v>
                </c:pt>
                <c:pt idx="670">
                  <c:v>45502</c:v>
                </c:pt>
                <c:pt idx="671">
                  <c:v>45503</c:v>
                </c:pt>
                <c:pt idx="672">
                  <c:v>45504</c:v>
                </c:pt>
                <c:pt idx="673">
                  <c:v>45505</c:v>
                </c:pt>
                <c:pt idx="674">
                  <c:v>45506</c:v>
                </c:pt>
                <c:pt idx="675">
                  <c:v>45509</c:v>
                </c:pt>
                <c:pt idx="676">
                  <c:v>45510</c:v>
                </c:pt>
                <c:pt idx="677">
                  <c:v>45511</c:v>
                </c:pt>
                <c:pt idx="678">
                  <c:v>45512</c:v>
                </c:pt>
                <c:pt idx="679">
                  <c:v>45513</c:v>
                </c:pt>
                <c:pt idx="680">
                  <c:v>45516</c:v>
                </c:pt>
                <c:pt idx="681">
                  <c:v>45517</c:v>
                </c:pt>
                <c:pt idx="682">
                  <c:v>45518</c:v>
                </c:pt>
                <c:pt idx="683">
                  <c:v>45519</c:v>
                </c:pt>
                <c:pt idx="684">
                  <c:v>45520</c:v>
                </c:pt>
                <c:pt idx="685">
                  <c:v>45523</c:v>
                </c:pt>
                <c:pt idx="686">
                  <c:v>45524</c:v>
                </c:pt>
                <c:pt idx="687">
                  <c:v>45525</c:v>
                </c:pt>
                <c:pt idx="688">
                  <c:v>45526</c:v>
                </c:pt>
                <c:pt idx="689">
                  <c:v>45527</c:v>
                </c:pt>
                <c:pt idx="690">
                  <c:v>45530</c:v>
                </c:pt>
                <c:pt idx="691">
                  <c:v>45531</c:v>
                </c:pt>
                <c:pt idx="692">
                  <c:v>45532</c:v>
                </c:pt>
                <c:pt idx="693">
                  <c:v>45533</c:v>
                </c:pt>
                <c:pt idx="694">
                  <c:v>45534</c:v>
                </c:pt>
                <c:pt idx="695">
                  <c:v>45537</c:v>
                </c:pt>
                <c:pt idx="696">
                  <c:v>45538</c:v>
                </c:pt>
                <c:pt idx="697">
                  <c:v>45539</c:v>
                </c:pt>
                <c:pt idx="698">
                  <c:v>45540</c:v>
                </c:pt>
                <c:pt idx="699">
                  <c:v>45541</c:v>
                </c:pt>
                <c:pt idx="700">
                  <c:v>45544</c:v>
                </c:pt>
                <c:pt idx="701">
                  <c:v>45545</c:v>
                </c:pt>
                <c:pt idx="702">
                  <c:v>45546</c:v>
                </c:pt>
                <c:pt idx="703">
                  <c:v>45547</c:v>
                </c:pt>
                <c:pt idx="704">
                  <c:v>45548</c:v>
                </c:pt>
                <c:pt idx="705">
                  <c:v>45551</c:v>
                </c:pt>
                <c:pt idx="706">
                  <c:v>45552</c:v>
                </c:pt>
                <c:pt idx="707">
                  <c:v>45553</c:v>
                </c:pt>
                <c:pt idx="708">
                  <c:v>45554</c:v>
                </c:pt>
                <c:pt idx="709">
                  <c:v>45555</c:v>
                </c:pt>
                <c:pt idx="710">
                  <c:v>45558</c:v>
                </c:pt>
                <c:pt idx="711">
                  <c:v>45559</c:v>
                </c:pt>
                <c:pt idx="712">
                  <c:v>45560</c:v>
                </c:pt>
                <c:pt idx="713">
                  <c:v>45561</c:v>
                </c:pt>
                <c:pt idx="714">
                  <c:v>45562</c:v>
                </c:pt>
                <c:pt idx="715">
                  <c:v>45565</c:v>
                </c:pt>
                <c:pt idx="716">
                  <c:v>45566</c:v>
                </c:pt>
                <c:pt idx="717">
                  <c:v>45567</c:v>
                </c:pt>
                <c:pt idx="718">
                  <c:v>45568</c:v>
                </c:pt>
                <c:pt idx="719">
                  <c:v>45569</c:v>
                </c:pt>
                <c:pt idx="720">
                  <c:v>45572</c:v>
                </c:pt>
                <c:pt idx="721">
                  <c:v>45573</c:v>
                </c:pt>
                <c:pt idx="722">
                  <c:v>45574</c:v>
                </c:pt>
                <c:pt idx="723">
                  <c:v>45575</c:v>
                </c:pt>
                <c:pt idx="724">
                  <c:v>45576</c:v>
                </c:pt>
                <c:pt idx="725">
                  <c:v>45579</c:v>
                </c:pt>
                <c:pt idx="726">
                  <c:v>45580</c:v>
                </c:pt>
                <c:pt idx="727">
                  <c:v>45581</c:v>
                </c:pt>
                <c:pt idx="728">
                  <c:v>45582</c:v>
                </c:pt>
                <c:pt idx="729">
                  <c:v>45583</c:v>
                </c:pt>
                <c:pt idx="730">
                  <c:v>45586</c:v>
                </c:pt>
                <c:pt idx="731">
                  <c:v>45587</c:v>
                </c:pt>
                <c:pt idx="732">
                  <c:v>45588</c:v>
                </c:pt>
                <c:pt idx="733">
                  <c:v>45589</c:v>
                </c:pt>
                <c:pt idx="734">
                  <c:v>45590</c:v>
                </c:pt>
                <c:pt idx="735">
                  <c:v>45593</c:v>
                </c:pt>
                <c:pt idx="736">
                  <c:v>45594</c:v>
                </c:pt>
                <c:pt idx="737">
                  <c:v>45595</c:v>
                </c:pt>
                <c:pt idx="738">
                  <c:v>45596</c:v>
                </c:pt>
                <c:pt idx="739">
                  <c:v>45597</c:v>
                </c:pt>
                <c:pt idx="740">
                  <c:v>45600</c:v>
                </c:pt>
                <c:pt idx="741">
                  <c:v>45601</c:v>
                </c:pt>
                <c:pt idx="742">
                  <c:v>45602</c:v>
                </c:pt>
                <c:pt idx="743">
                  <c:v>45603</c:v>
                </c:pt>
                <c:pt idx="744">
                  <c:v>45604</c:v>
                </c:pt>
                <c:pt idx="745">
                  <c:v>45607</c:v>
                </c:pt>
                <c:pt idx="746">
                  <c:v>45608</c:v>
                </c:pt>
                <c:pt idx="747">
                  <c:v>45609</c:v>
                </c:pt>
                <c:pt idx="748">
                  <c:v>45610</c:v>
                </c:pt>
                <c:pt idx="749">
                  <c:v>45611</c:v>
                </c:pt>
                <c:pt idx="750">
                  <c:v>45614</c:v>
                </c:pt>
                <c:pt idx="751">
                  <c:v>45615</c:v>
                </c:pt>
                <c:pt idx="752">
                  <c:v>45616</c:v>
                </c:pt>
                <c:pt idx="753">
                  <c:v>45617</c:v>
                </c:pt>
                <c:pt idx="754">
                  <c:v>45618</c:v>
                </c:pt>
                <c:pt idx="755">
                  <c:v>45621</c:v>
                </c:pt>
                <c:pt idx="756">
                  <c:v>45622</c:v>
                </c:pt>
                <c:pt idx="757">
                  <c:v>45623</c:v>
                </c:pt>
                <c:pt idx="758">
                  <c:v>45624</c:v>
                </c:pt>
                <c:pt idx="759">
                  <c:v>45625</c:v>
                </c:pt>
                <c:pt idx="760">
                  <c:v>45628</c:v>
                </c:pt>
                <c:pt idx="761">
                  <c:v>45629</c:v>
                </c:pt>
                <c:pt idx="762">
                  <c:v>45630</c:v>
                </c:pt>
                <c:pt idx="763">
                  <c:v>45631</c:v>
                </c:pt>
                <c:pt idx="764">
                  <c:v>45632</c:v>
                </c:pt>
                <c:pt idx="765">
                  <c:v>45635</c:v>
                </c:pt>
                <c:pt idx="766">
                  <c:v>45636</c:v>
                </c:pt>
                <c:pt idx="767">
                  <c:v>45637</c:v>
                </c:pt>
                <c:pt idx="768">
                  <c:v>45638</c:v>
                </c:pt>
                <c:pt idx="769">
                  <c:v>45639</c:v>
                </c:pt>
                <c:pt idx="770">
                  <c:v>45642</c:v>
                </c:pt>
                <c:pt idx="771">
                  <c:v>45643</c:v>
                </c:pt>
                <c:pt idx="772">
                  <c:v>45644</c:v>
                </c:pt>
                <c:pt idx="773">
                  <c:v>45645</c:v>
                </c:pt>
                <c:pt idx="774">
                  <c:v>45646</c:v>
                </c:pt>
                <c:pt idx="775">
                  <c:v>45649</c:v>
                </c:pt>
                <c:pt idx="776">
                  <c:v>45650</c:v>
                </c:pt>
                <c:pt idx="777">
                  <c:v>45651</c:v>
                </c:pt>
                <c:pt idx="778">
                  <c:v>45652</c:v>
                </c:pt>
                <c:pt idx="779">
                  <c:v>45653</c:v>
                </c:pt>
                <c:pt idx="780">
                  <c:v>45656</c:v>
                </c:pt>
                <c:pt idx="781">
                  <c:v>45657</c:v>
                </c:pt>
                <c:pt idx="782">
                  <c:v>45658</c:v>
                </c:pt>
                <c:pt idx="783">
                  <c:v>45659</c:v>
                </c:pt>
                <c:pt idx="784">
                  <c:v>45660</c:v>
                </c:pt>
                <c:pt idx="785">
                  <c:v>45663</c:v>
                </c:pt>
                <c:pt idx="786">
                  <c:v>45664</c:v>
                </c:pt>
                <c:pt idx="787">
                  <c:v>45665</c:v>
                </c:pt>
                <c:pt idx="788">
                  <c:v>45666</c:v>
                </c:pt>
                <c:pt idx="789">
                  <c:v>45667</c:v>
                </c:pt>
                <c:pt idx="790">
                  <c:v>45670</c:v>
                </c:pt>
                <c:pt idx="791">
                  <c:v>45671</c:v>
                </c:pt>
                <c:pt idx="792">
                  <c:v>45672</c:v>
                </c:pt>
                <c:pt idx="793">
                  <c:v>45673</c:v>
                </c:pt>
                <c:pt idx="794">
                  <c:v>45674</c:v>
                </c:pt>
                <c:pt idx="795">
                  <c:v>45677</c:v>
                </c:pt>
                <c:pt idx="796">
                  <c:v>45678</c:v>
                </c:pt>
                <c:pt idx="797">
                  <c:v>45679</c:v>
                </c:pt>
                <c:pt idx="798">
                  <c:v>45680</c:v>
                </c:pt>
                <c:pt idx="799">
                  <c:v>45681</c:v>
                </c:pt>
                <c:pt idx="800">
                  <c:v>45684</c:v>
                </c:pt>
                <c:pt idx="801">
                  <c:v>45685</c:v>
                </c:pt>
                <c:pt idx="802">
                  <c:v>45686</c:v>
                </c:pt>
                <c:pt idx="803">
                  <c:v>45687</c:v>
                </c:pt>
                <c:pt idx="804">
                  <c:v>45688</c:v>
                </c:pt>
                <c:pt idx="805">
                  <c:v>45691</c:v>
                </c:pt>
                <c:pt idx="806">
                  <c:v>45692</c:v>
                </c:pt>
                <c:pt idx="807">
                  <c:v>45693</c:v>
                </c:pt>
                <c:pt idx="808">
                  <c:v>45694</c:v>
                </c:pt>
                <c:pt idx="809">
                  <c:v>45695</c:v>
                </c:pt>
                <c:pt idx="810">
                  <c:v>45698</c:v>
                </c:pt>
                <c:pt idx="811">
                  <c:v>45699</c:v>
                </c:pt>
                <c:pt idx="812">
                  <c:v>45700</c:v>
                </c:pt>
                <c:pt idx="813">
                  <c:v>45701</c:v>
                </c:pt>
                <c:pt idx="814">
                  <c:v>45702</c:v>
                </c:pt>
                <c:pt idx="815">
                  <c:v>45705</c:v>
                </c:pt>
                <c:pt idx="816">
                  <c:v>45706</c:v>
                </c:pt>
                <c:pt idx="817">
                  <c:v>45707</c:v>
                </c:pt>
                <c:pt idx="818">
                  <c:v>45708</c:v>
                </c:pt>
                <c:pt idx="819">
                  <c:v>45709</c:v>
                </c:pt>
                <c:pt idx="820">
                  <c:v>45712</c:v>
                </c:pt>
                <c:pt idx="821">
                  <c:v>45713</c:v>
                </c:pt>
                <c:pt idx="822">
                  <c:v>45714</c:v>
                </c:pt>
                <c:pt idx="823">
                  <c:v>45715</c:v>
                </c:pt>
                <c:pt idx="824">
                  <c:v>45716</c:v>
                </c:pt>
                <c:pt idx="825">
                  <c:v>45719</c:v>
                </c:pt>
                <c:pt idx="826">
                  <c:v>45720</c:v>
                </c:pt>
                <c:pt idx="827">
                  <c:v>45721</c:v>
                </c:pt>
                <c:pt idx="828">
                  <c:v>45722</c:v>
                </c:pt>
                <c:pt idx="829">
                  <c:v>45723</c:v>
                </c:pt>
                <c:pt idx="830">
                  <c:v>45726</c:v>
                </c:pt>
                <c:pt idx="831">
                  <c:v>45727</c:v>
                </c:pt>
                <c:pt idx="832">
                  <c:v>45728</c:v>
                </c:pt>
                <c:pt idx="833">
                  <c:v>45729</c:v>
                </c:pt>
                <c:pt idx="834">
                  <c:v>45730</c:v>
                </c:pt>
                <c:pt idx="835">
                  <c:v>45733</c:v>
                </c:pt>
                <c:pt idx="836">
                  <c:v>45734</c:v>
                </c:pt>
                <c:pt idx="837">
                  <c:v>45735</c:v>
                </c:pt>
                <c:pt idx="838">
                  <c:v>45736</c:v>
                </c:pt>
                <c:pt idx="839">
                  <c:v>45737</c:v>
                </c:pt>
                <c:pt idx="840">
                  <c:v>45740</c:v>
                </c:pt>
                <c:pt idx="841">
                  <c:v>45741</c:v>
                </c:pt>
                <c:pt idx="842">
                  <c:v>45742</c:v>
                </c:pt>
                <c:pt idx="843">
                  <c:v>45743</c:v>
                </c:pt>
                <c:pt idx="844">
                  <c:v>45744</c:v>
                </c:pt>
                <c:pt idx="845">
                  <c:v>45747</c:v>
                </c:pt>
                <c:pt idx="846">
                  <c:v>45748</c:v>
                </c:pt>
                <c:pt idx="847">
                  <c:v>45749</c:v>
                </c:pt>
                <c:pt idx="848">
                  <c:v>45750</c:v>
                </c:pt>
                <c:pt idx="849">
                  <c:v>45751</c:v>
                </c:pt>
                <c:pt idx="850">
                  <c:v>45754</c:v>
                </c:pt>
                <c:pt idx="851">
                  <c:v>45755</c:v>
                </c:pt>
                <c:pt idx="852">
                  <c:v>45756</c:v>
                </c:pt>
                <c:pt idx="853">
                  <c:v>45757</c:v>
                </c:pt>
                <c:pt idx="854">
                  <c:v>45758</c:v>
                </c:pt>
                <c:pt idx="855">
                  <c:v>45761</c:v>
                </c:pt>
                <c:pt idx="856">
                  <c:v>45762</c:v>
                </c:pt>
                <c:pt idx="857">
                  <c:v>45763</c:v>
                </c:pt>
                <c:pt idx="858">
                  <c:v>45764</c:v>
                </c:pt>
                <c:pt idx="859">
                  <c:v>45765</c:v>
                </c:pt>
                <c:pt idx="860">
                  <c:v>45768</c:v>
                </c:pt>
                <c:pt idx="861">
                  <c:v>45769</c:v>
                </c:pt>
                <c:pt idx="862">
                  <c:v>45770</c:v>
                </c:pt>
                <c:pt idx="863">
                  <c:v>45771</c:v>
                </c:pt>
                <c:pt idx="864">
                  <c:v>45772</c:v>
                </c:pt>
                <c:pt idx="865">
                  <c:v>45775</c:v>
                </c:pt>
                <c:pt idx="866">
                  <c:v>45776</c:v>
                </c:pt>
                <c:pt idx="867">
                  <c:v>45777</c:v>
                </c:pt>
                <c:pt idx="868">
                  <c:v>45778</c:v>
                </c:pt>
                <c:pt idx="869">
                  <c:v>45779</c:v>
                </c:pt>
                <c:pt idx="870">
                  <c:v>45782</c:v>
                </c:pt>
                <c:pt idx="871">
                  <c:v>45783</c:v>
                </c:pt>
                <c:pt idx="872">
                  <c:v>45784</c:v>
                </c:pt>
                <c:pt idx="873">
                  <c:v>45785</c:v>
                </c:pt>
                <c:pt idx="874">
                  <c:v>45786</c:v>
                </c:pt>
                <c:pt idx="875">
                  <c:v>45789</c:v>
                </c:pt>
                <c:pt idx="876">
                  <c:v>45790</c:v>
                </c:pt>
                <c:pt idx="877">
                  <c:v>45791</c:v>
                </c:pt>
                <c:pt idx="878">
                  <c:v>45792</c:v>
                </c:pt>
                <c:pt idx="879">
                  <c:v>45793</c:v>
                </c:pt>
                <c:pt idx="880">
                  <c:v>45796</c:v>
                </c:pt>
                <c:pt idx="881">
                  <c:v>45797</c:v>
                </c:pt>
                <c:pt idx="882">
                  <c:v>45798</c:v>
                </c:pt>
                <c:pt idx="883">
                  <c:v>45799</c:v>
                </c:pt>
                <c:pt idx="884">
                  <c:v>45800</c:v>
                </c:pt>
                <c:pt idx="885">
                  <c:v>45804</c:v>
                </c:pt>
                <c:pt idx="886">
                  <c:v>45805</c:v>
                </c:pt>
                <c:pt idx="887">
                  <c:v>45806</c:v>
                </c:pt>
                <c:pt idx="888">
                  <c:v>45807</c:v>
                </c:pt>
                <c:pt idx="889">
                  <c:v>45810</c:v>
                </c:pt>
                <c:pt idx="890">
                  <c:v>45811</c:v>
                </c:pt>
                <c:pt idx="891">
                  <c:v>45812</c:v>
                </c:pt>
                <c:pt idx="892">
                  <c:v>45813</c:v>
                </c:pt>
                <c:pt idx="893">
                  <c:v>45814</c:v>
                </c:pt>
                <c:pt idx="894">
                  <c:v>45817</c:v>
                </c:pt>
                <c:pt idx="895">
                  <c:v>45818</c:v>
                </c:pt>
                <c:pt idx="896">
                  <c:v>45819</c:v>
                </c:pt>
                <c:pt idx="897">
                  <c:v>45820</c:v>
                </c:pt>
                <c:pt idx="898">
                  <c:v>45821</c:v>
                </c:pt>
                <c:pt idx="899">
                  <c:v>45824</c:v>
                </c:pt>
                <c:pt idx="900">
                  <c:v>45825</c:v>
                </c:pt>
                <c:pt idx="901">
                  <c:v>45826</c:v>
                </c:pt>
                <c:pt idx="902">
                  <c:v>45827</c:v>
                </c:pt>
                <c:pt idx="903">
                  <c:v>45828</c:v>
                </c:pt>
                <c:pt idx="904">
                  <c:v>45831</c:v>
                </c:pt>
                <c:pt idx="905">
                  <c:v>45832</c:v>
                </c:pt>
                <c:pt idx="906">
                  <c:v>45833</c:v>
                </c:pt>
                <c:pt idx="907">
                  <c:v>45834</c:v>
                </c:pt>
                <c:pt idx="908">
                  <c:v>45835</c:v>
                </c:pt>
                <c:pt idx="909">
                  <c:v>45838</c:v>
                </c:pt>
                <c:pt idx="910">
                  <c:v>45839</c:v>
                </c:pt>
                <c:pt idx="911">
                  <c:v>45840</c:v>
                </c:pt>
                <c:pt idx="912">
                  <c:v>45841</c:v>
                </c:pt>
                <c:pt idx="913">
                  <c:v>45842</c:v>
                </c:pt>
                <c:pt idx="914">
                  <c:v>45845</c:v>
                </c:pt>
                <c:pt idx="915">
                  <c:v>45846</c:v>
                </c:pt>
                <c:pt idx="916">
                  <c:v>45847</c:v>
                </c:pt>
                <c:pt idx="917">
                  <c:v>45848</c:v>
                </c:pt>
                <c:pt idx="918">
                  <c:v>45849</c:v>
                </c:pt>
                <c:pt idx="919">
                  <c:v>45852</c:v>
                </c:pt>
                <c:pt idx="920">
                  <c:v>45853</c:v>
                </c:pt>
                <c:pt idx="921">
                  <c:v>45854</c:v>
                </c:pt>
                <c:pt idx="922">
                  <c:v>45855</c:v>
                </c:pt>
                <c:pt idx="923">
                  <c:v>45856</c:v>
                </c:pt>
                <c:pt idx="924">
                  <c:v>45859</c:v>
                </c:pt>
                <c:pt idx="925">
                  <c:v>45860</c:v>
                </c:pt>
                <c:pt idx="926">
                  <c:v>45861</c:v>
                </c:pt>
                <c:pt idx="927">
                  <c:v>45862</c:v>
                </c:pt>
                <c:pt idx="928">
                  <c:v>45863</c:v>
                </c:pt>
                <c:pt idx="929">
                  <c:v>45866</c:v>
                </c:pt>
                <c:pt idx="930">
                  <c:v>45867</c:v>
                </c:pt>
                <c:pt idx="931">
                  <c:v>45868</c:v>
                </c:pt>
                <c:pt idx="932">
                  <c:v>45869</c:v>
                </c:pt>
                <c:pt idx="933">
                  <c:v>45870</c:v>
                </c:pt>
                <c:pt idx="934">
                  <c:v>45873</c:v>
                </c:pt>
                <c:pt idx="935">
                  <c:v>45874</c:v>
                </c:pt>
                <c:pt idx="936">
                  <c:v>45875</c:v>
                </c:pt>
                <c:pt idx="937">
                  <c:v>45876</c:v>
                </c:pt>
                <c:pt idx="938">
                  <c:v>45877</c:v>
                </c:pt>
                <c:pt idx="939">
                  <c:v>45880</c:v>
                </c:pt>
                <c:pt idx="940">
                  <c:v>45881</c:v>
                </c:pt>
                <c:pt idx="941">
                  <c:v>45882</c:v>
                </c:pt>
                <c:pt idx="942">
                  <c:v>45883</c:v>
                </c:pt>
                <c:pt idx="943">
                  <c:v>45884</c:v>
                </c:pt>
                <c:pt idx="944">
                  <c:v>45887</c:v>
                </c:pt>
                <c:pt idx="945">
                  <c:v>45888</c:v>
                </c:pt>
                <c:pt idx="946">
                  <c:v>45889</c:v>
                </c:pt>
                <c:pt idx="947">
                  <c:v>45890</c:v>
                </c:pt>
                <c:pt idx="948">
                  <c:v>45891</c:v>
                </c:pt>
                <c:pt idx="949">
                  <c:v>45894</c:v>
                </c:pt>
                <c:pt idx="950">
                  <c:v>45895</c:v>
                </c:pt>
                <c:pt idx="951">
                  <c:v>45896</c:v>
                </c:pt>
                <c:pt idx="952">
                  <c:v>45897</c:v>
                </c:pt>
                <c:pt idx="953">
                  <c:v>45898</c:v>
                </c:pt>
                <c:pt idx="954">
                  <c:v>45901</c:v>
                </c:pt>
                <c:pt idx="955">
                  <c:v>45902</c:v>
                </c:pt>
                <c:pt idx="956">
                  <c:v>45903</c:v>
                </c:pt>
                <c:pt idx="957">
                  <c:v>45904</c:v>
                </c:pt>
                <c:pt idx="958">
                  <c:v>45905</c:v>
                </c:pt>
                <c:pt idx="959">
                  <c:v>45908</c:v>
                </c:pt>
                <c:pt idx="960">
                  <c:v>45909</c:v>
                </c:pt>
                <c:pt idx="961">
                  <c:v>45910</c:v>
                </c:pt>
                <c:pt idx="962">
                  <c:v>45911</c:v>
                </c:pt>
                <c:pt idx="963">
                  <c:v>45912</c:v>
                </c:pt>
                <c:pt idx="964">
                  <c:v>45915</c:v>
                </c:pt>
                <c:pt idx="965">
                  <c:v>45916</c:v>
                </c:pt>
                <c:pt idx="966">
                  <c:v>45917</c:v>
                </c:pt>
                <c:pt idx="967">
                  <c:v>45918</c:v>
                </c:pt>
                <c:pt idx="968">
                  <c:v>45919</c:v>
                </c:pt>
                <c:pt idx="969">
                  <c:v>45922</c:v>
                </c:pt>
                <c:pt idx="970">
                  <c:v>45923</c:v>
                </c:pt>
                <c:pt idx="971">
                  <c:v>45924</c:v>
                </c:pt>
                <c:pt idx="972">
                  <c:v>45925</c:v>
                </c:pt>
                <c:pt idx="973">
                  <c:v>45926</c:v>
                </c:pt>
                <c:pt idx="974">
                  <c:v>45929</c:v>
                </c:pt>
                <c:pt idx="975">
                  <c:v>45930</c:v>
                </c:pt>
                <c:pt idx="976">
                  <c:v>45931</c:v>
                </c:pt>
                <c:pt idx="977">
                  <c:v>45932</c:v>
                </c:pt>
                <c:pt idx="978">
                  <c:v>45933</c:v>
                </c:pt>
                <c:pt idx="979">
                  <c:v>45936</c:v>
                </c:pt>
                <c:pt idx="980">
                  <c:v>45937</c:v>
                </c:pt>
                <c:pt idx="981">
                  <c:v>45938</c:v>
                </c:pt>
                <c:pt idx="982">
                  <c:v>45939</c:v>
                </c:pt>
                <c:pt idx="983">
                  <c:v>45940</c:v>
                </c:pt>
                <c:pt idx="984">
                  <c:v>45943</c:v>
                </c:pt>
                <c:pt idx="985">
                  <c:v>45944</c:v>
                </c:pt>
                <c:pt idx="986">
                  <c:v>45945</c:v>
                </c:pt>
                <c:pt idx="987">
                  <c:v>45946</c:v>
                </c:pt>
                <c:pt idx="988">
                  <c:v>45947</c:v>
                </c:pt>
                <c:pt idx="989">
                  <c:v>45950</c:v>
                </c:pt>
                <c:pt idx="990">
                  <c:v>45951</c:v>
                </c:pt>
                <c:pt idx="991">
                  <c:v>45952</c:v>
                </c:pt>
                <c:pt idx="992">
                  <c:v>45953</c:v>
                </c:pt>
                <c:pt idx="993">
                  <c:v>45954</c:v>
                </c:pt>
                <c:pt idx="994">
                  <c:v>45957</c:v>
                </c:pt>
                <c:pt idx="995">
                  <c:v>45958</c:v>
                </c:pt>
                <c:pt idx="996">
                  <c:v>45959</c:v>
                </c:pt>
                <c:pt idx="997">
                  <c:v>45960</c:v>
                </c:pt>
                <c:pt idx="998">
                  <c:v>45961</c:v>
                </c:pt>
                <c:pt idx="999">
                  <c:v>45964</c:v>
                </c:pt>
                <c:pt idx="1000">
                  <c:v>45965</c:v>
                </c:pt>
                <c:pt idx="1001">
                  <c:v>45966</c:v>
                </c:pt>
                <c:pt idx="1002">
                  <c:v>45967</c:v>
                </c:pt>
                <c:pt idx="1003">
                  <c:v>45968</c:v>
                </c:pt>
                <c:pt idx="1004">
                  <c:v>45971</c:v>
                </c:pt>
                <c:pt idx="1005">
                  <c:v>45972</c:v>
                </c:pt>
                <c:pt idx="1006">
                  <c:v>45973</c:v>
                </c:pt>
                <c:pt idx="1007">
                  <c:v>45974</c:v>
                </c:pt>
                <c:pt idx="1008">
                  <c:v>45975</c:v>
                </c:pt>
                <c:pt idx="1009">
                  <c:v>45978</c:v>
                </c:pt>
                <c:pt idx="1010">
                  <c:v>45979</c:v>
                </c:pt>
                <c:pt idx="1011">
                  <c:v>45980</c:v>
                </c:pt>
                <c:pt idx="1012">
                  <c:v>45981</c:v>
                </c:pt>
                <c:pt idx="1013">
                  <c:v>45982</c:v>
                </c:pt>
                <c:pt idx="1014">
                  <c:v>45985</c:v>
                </c:pt>
                <c:pt idx="1015">
                  <c:v>45986</c:v>
                </c:pt>
                <c:pt idx="1016">
                  <c:v>45987</c:v>
                </c:pt>
                <c:pt idx="1017">
                  <c:v>45988</c:v>
                </c:pt>
                <c:pt idx="1018">
                  <c:v>45989</c:v>
                </c:pt>
                <c:pt idx="1019">
                  <c:v>45992</c:v>
                </c:pt>
                <c:pt idx="1020">
                  <c:v>45993</c:v>
                </c:pt>
                <c:pt idx="1021">
                  <c:v>45994</c:v>
                </c:pt>
                <c:pt idx="1022">
                  <c:v>45995</c:v>
                </c:pt>
                <c:pt idx="1023">
                  <c:v>45996</c:v>
                </c:pt>
                <c:pt idx="1024">
                  <c:v>45999</c:v>
                </c:pt>
                <c:pt idx="1025">
                  <c:v>46000</c:v>
                </c:pt>
                <c:pt idx="1026">
                  <c:v>46001</c:v>
                </c:pt>
                <c:pt idx="1027">
                  <c:v>46002</c:v>
                </c:pt>
                <c:pt idx="1028">
                  <c:v>46003</c:v>
                </c:pt>
                <c:pt idx="1029">
                  <c:v>46006</c:v>
                </c:pt>
                <c:pt idx="1030">
                  <c:v>46007</c:v>
                </c:pt>
                <c:pt idx="1031">
                  <c:v>46008</c:v>
                </c:pt>
                <c:pt idx="1032">
                  <c:v>46009</c:v>
                </c:pt>
                <c:pt idx="1033">
                  <c:v>46010</c:v>
                </c:pt>
                <c:pt idx="1034">
                  <c:v>46013</c:v>
                </c:pt>
                <c:pt idx="1035">
                  <c:v>46014</c:v>
                </c:pt>
                <c:pt idx="1036">
                  <c:v>46015</c:v>
                </c:pt>
                <c:pt idx="1037">
                  <c:v>46016</c:v>
                </c:pt>
                <c:pt idx="1038">
                  <c:v>46017</c:v>
                </c:pt>
                <c:pt idx="1039">
                  <c:v>46020</c:v>
                </c:pt>
                <c:pt idx="1040">
                  <c:v>46021</c:v>
                </c:pt>
                <c:pt idx="1041">
                  <c:v>46022</c:v>
                </c:pt>
                <c:pt idx="1042">
                  <c:v>46023</c:v>
                </c:pt>
                <c:pt idx="1043">
                  <c:v>46024</c:v>
                </c:pt>
                <c:pt idx="1044">
                  <c:v>46027</c:v>
                </c:pt>
                <c:pt idx="1045">
                  <c:v>46028</c:v>
                </c:pt>
                <c:pt idx="1046">
                  <c:v>46029</c:v>
                </c:pt>
                <c:pt idx="1047">
                  <c:v>46030</c:v>
                </c:pt>
                <c:pt idx="1048">
                  <c:v>46031</c:v>
                </c:pt>
                <c:pt idx="1049">
                  <c:v>46034</c:v>
                </c:pt>
                <c:pt idx="1050">
                  <c:v>46035</c:v>
                </c:pt>
                <c:pt idx="1051">
                  <c:v>46036</c:v>
                </c:pt>
                <c:pt idx="1052">
                  <c:v>46037</c:v>
                </c:pt>
                <c:pt idx="1053">
                  <c:v>46038</c:v>
                </c:pt>
                <c:pt idx="1054">
                  <c:v>46041</c:v>
                </c:pt>
                <c:pt idx="1055">
                  <c:v>46042</c:v>
                </c:pt>
                <c:pt idx="1056">
                  <c:v>46043</c:v>
                </c:pt>
                <c:pt idx="1057">
                  <c:v>46044</c:v>
                </c:pt>
                <c:pt idx="1058">
                  <c:v>46045</c:v>
                </c:pt>
                <c:pt idx="1059">
                  <c:v>46048</c:v>
                </c:pt>
                <c:pt idx="1060">
                  <c:v>46049</c:v>
                </c:pt>
                <c:pt idx="1061">
                  <c:v>46050</c:v>
                </c:pt>
                <c:pt idx="1062">
                  <c:v>46051</c:v>
                </c:pt>
                <c:pt idx="1063">
                  <c:v>46052</c:v>
                </c:pt>
                <c:pt idx="1064">
                  <c:v>46055</c:v>
                </c:pt>
                <c:pt idx="1065">
                  <c:v>46056</c:v>
                </c:pt>
                <c:pt idx="1066">
                  <c:v>46057</c:v>
                </c:pt>
                <c:pt idx="1067">
                  <c:v>46058</c:v>
                </c:pt>
                <c:pt idx="1068">
                  <c:v>46059</c:v>
                </c:pt>
                <c:pt idx="1069">
                  <c:v>46062</c:v>
                </c:pt>
                <c:pt idx="1070">
                  <c:v>46063</c:v>
                </c:pt>
                <c:pt idx="1071">
                  <c:v>46064</c:v>
                </c:pt>
                <c:pt idx="1072">
                  <c:v>46065</c:v>
                </c:pt>
                <c:pt idx="1073">
                  <c:v>46066</c:v>
                </c:pt>
                <c:pt idx="1074">
                  <c:v>46069</c:v>
                </c:pt>
                <c:pt idx="1075">
                  <c:v>46070</c:v>
                </c:pt>
                <c:pt idx="1076">
                  <c:v>46071</c:v>
                </c:pt>
                <c:pt idx="1077">
                  <c:v>46072</c:v>
                </c:pt>
                <c:pt idx="1078">
                  <c:v>46073</c:v>
                </c:pt>
                <c:pt idx="1079">
                  <c:v>46076</c:v>
                </c:pt>
                <c:pt idx="1080">
                  <c:v>46077</c:v>
                </c:pt>
                <c:pt idx="1081">
                  <c:v>46078</c:v>
                </c:pt>
                <c:pt idx="1082">
                  <c:v>46079</c:v>
                </c:pt>
                <c:pt idx="1083">
                  <c:v>46080</c:v>
                </c:pt>
                <c:pt idx="1084">
                  <c:v>46083</c:v>
                </c:pt>
                <c:pt idx="1085">
                  <c:v>46084</c:v>
                </c:pt>
                <c:pt idx="1086">
                  <c:v>46085</c:v>
                </c:pt>
                <c:pt idx="1087">
                  <c:v>46086</c:v>
                </c:pt>
                <c:pt idx="1088">
                  <c:v>46087</c:v>
                </c:pt>
                <c:pt idx="1089">
                  <c:v>46090</c:v>
                </c:pt>
                <c:pt idx="1090">
                  <c:v>46091</c:v>
                </c:pt>
                <c:pt idx="1091">
                  <c:v>46092</c:v>
                </c:pt>
                <c:pt idx="1092">
                  <c:v>46093</c:v>
                </c:pt>
                <c:pt idx="1093">
                  <c:v>46094</c:v>
                </c:pt>
                <c:pt idx="1094">
                  <c:v>46097</c:v>
                </c:pt>
                <c:pt idx="1095">
                  <c:v>46098</c:v>
                </c:pt>
                <c:pt idx="1096">
                  <c:v>46099</c:v>
                </c:pt>
                <c:pt idx="1097">
                  <c:v>46100</c:v>
                </c:pt>
                <c:pt idx="1098">
                  <c:v>46101</c:v>
                </c:pt>
                <c:pt idx="1099">
                  <c:v>46104</c:v>
                </c:pt>
                <c:pt idx="1100">
                  <c:v>46105</c:v>
                </c:pt>
                <c:pt idx="1101">
                  <c:v>46106</c:v>
                </c:pt>
                <c:pt idx="1102">
                  <c:v>46107</c:v>
                </c:pt>
                <c:pt idx="1103">
                  <c:v>46108</c:v>
                </c:pt>
                <c:pt idx="1104">
                  <c:v>46111</c:v>
                </c:pt>
                <c:pt idx="1105">
                  <c:v>46112</c:v>
                </c:pt>
                <c:pt idx="1106">
                  <c:v>46113</c:v>
                </c:pt>
                <c:pt idx="1107">
                  <c:v>46114</c:v>
                </c:pt>
                <c:pt idx="1108">
                  <c:v>46115</c:v>
                </c:pt>
                <c:pt idx="1109">
                  <c:v>46118</c:v>
                </c:pt>
                <c:pt idx="1110">
                  <c:v>46119</c:v>
                </c:pt>
                <c:pt idx="1111">
                  <c:v>46120</c:v>
                </c:pt>
                <c:pt idx="1112">
                  <c:v>46121</c:v>
                </c:pt>
                <c:pt idx="1113">
                  <c:v>46122</c:v>
                </c:pt>
                <c:pt idx="1114">
                  <c:v>46125</c:v>
                </c:pt>
                <c:pt idx="1115">
                  <c:v>46126</c:v>
                </c:pt>
                <c:pt idx="1116">
                  <c:v>46127</c:v>
                </c:pt>
                <c:pt idx="1117">
                  <c:v>46128</c:v>
                </c:pt>
                <c:pt idx="1118">
                  <c:v>46129</c:v>
                </c:pt>
                <c:pt idx="1119">
                  <c:v>46132</c:v>
                </c:pt>
                <c:pt idx="1120">
                  <c:v>46133</c:v>
                </c:pt>
                <c:pt idx="1121">
                  <c:v>46134</c:v>
                </c:pt>
                <c:pt idx="1122">
                  <c:v>46135</c:v>
                </c:pt>
                <c:pt idx="1123">
                  <c:v>46136</c:v>
                </c:pt>
                <c:pt idx="1124">
                  <c:v>46139</c:v>
                </c:pt>
                <c:pt idx="1125">
                  <c:v>46140</c:v>
                </c:pt>
                <c:pt idx="1126">
                  <c:v>46141</c:v>
                </c:pt>
                <c:pt idx="1127">
                  <c:v>46142</c:v>
                </c:pt>
                <c:pt idx="1128">
                  <c:v>46143</c:v>
                </c:pt>
                <c:pt idx="1129">
                  <c:v>46146</c:v>
                </c:pt>
                <c:pt idx="1130">
                  <c:v>46147</c:v>
                </c:pt>
                <c:pt idx="1131">
                  <c:v>46148</c:v>
                </c:pt>
                <c:pt idx="1132">
                  <c:v>46149</c:v>
                </c:pt>
                <c:pt idx="1133">
                  <c:v>46150</c:v>
                </c:pt>
                <c:pt idx="1134">
                  <c:v>46153</c:v>
                </c:pt>
                <c:pt idx="1135">
                  <c:v>46154</c:v>
                </c:pt>
                <c:pt idx="1136">
                  <c:v>46155</c:v>
                </c:pt>
                <c:pt idx="1137">
                  <c:v>46156</c:v>
                </c:pt>
                <c:pt idx="1138">
                  <c:v>46157</c:v>
                </c:pt>
                <c:pt idx="1139">
                  <c:v>46160</c:v>
                </c:pt>
                <c:pt idx="1140">
                  <c:v>46161</c:v>
                </c:pt>
                <c:pt idx="1141">
                  <c:v>46162</c:v>
                </c:pt>
                <c:pt idx="1142">
                  <c:v>46163</c:v>
                </c:pt>
                <c:pt idx="1143">
                  <c:v>46164</c:v>
                </c:pt>
                <c:pt idx="1144">
                  <c:v>46168</c:v>
                </c:pt>
                <c:pt idx="1145">
                  <c:v>46169</c:v>
                </c:pt>
                <c:pt idx="1146">
                  <c:v>46170</c:v>
                </c:pt>
                <c:pt idx="1147">
                  <c:v>46171</c:v>
                </c:pt>
                <c:pt idx="1148">
                  <c:v>46174</c:v>
                </c:pt>
                <c:pt idx="1149">
                  <c:v>46175</c:v>
                </c:pt>
                <c:pt idx="1150">
                  <c:v>46176</c:v>
                </c:pt>
                <c:pt idx="1151">
                  <c:v>46177</c:v>
                </c:pt>
                <c:pt idx="1152">
                  <c:v>46178</c:v>
                </c:pt>
                <c:pt idx="1153">
                  <c:v>46181</c:v>
                </c:pt>
                <c:pt idx="1154">
                  <c:v>46182</c:v>
                </c:pt>
                <c:pt idx="1155">
                  <c:v>46183</c:v>
                </c:pt>
                <c:pt idx="1156">
                  <c:v>46184</c:v>
                </c:pt>
                <c:pt idx="1157">
                  <c:v>46185</c:v>
                </c:pt>
                <c:pt idx="1158">
                  <c:v>46188</c:v>
                </c:pt>
                <c:pt idx="1159">
                  <c:v>46189</c:v>
                </c:pt>
                <c:pt idx="1160">
                  <c:v>46190</c:v>
                </c:pt>
                <c:pt idx="1161">
                  <c:v>46191</c:v>
                </c:pt>
                <c:pt idx="1162">
                  <c:v>46192</c:v>
                </c:pt>
                <c:pt idx="1163">
                  <c:v>46195</c:v>
                </c:pt>
                <c:pt idx="1164">
                  <c:v>46196</c:v>
                </c:pt>
                <c:pt idx="1165">
                  <c:v>46197</c:v>
                </c:pt>
                <c:pt idx="1166">
                  <c:v>46198</c:v>
                </c:pt>
                <c:pt idx="1167">
                  <c:v>46199</c:v>
                </c:pt>
                <c:pt idx="1168">
                  <c:v>46202</c:v>
                </c:pt>
                <c:pt idx="1169">
                  <c:v>46203</c:v>
                </c:pt>
                <c:pt idx="1170">
                  <c:v>46204</c:v>
                </c:pt>
                <c:pt idx="1171">
                  <c:v>46205</c:v>
                </c:pt>
                <c:pt idx="1172">
                  <c:v>46206</c:v>
                </c:pt>
                <c:pt idx="1173">
                  <c:v>46209</c:v>
                </c:pt>
                <c:pt idx="1174">
                  <c:v>46210</c:v>
                </c:pt>
                <c:pt idx="1175">
                  <c:v>46211</c:v>
                </c:pt>
                <c:pt idx="1176">
                  <c:v>46212</c:v>
                </c:pt>
                <c:pt idx="1177">
                  <c:v>46213</c:v>
                </c:pt>
                <c:pt idx="1178">
                  <c:v>46216</c:v>
                </c:pt>
                <c:pt idx="1179">
                  <c:v>46217</c:v>
                </c:pt>
                <c:pt idx="1180">
                  <c:v>46218</c:v>
                </c:pt>
                <c:pt idx="1181">
                  <c:v>46219</c:v>
                </c:pt>
                <c:pt idx="1182">
                  <c:v>46220</c:v>
                </c:pt>
                <c:pt idx="1183">
                  <c:v>46223</c:v>
                </c:pt>
                <c:pt idx="1184">
                  <c:v>46224</c:v>
                </c:pt>
                <c:pt idx="1185">
                  <c:v>46225</c:v>
                </c:pt>
                <c:pt idx="1186">
                  <c:v>46226</c:v>
                </c:pt>
                <c:pt idx="1187">
                  <c:v>46227</c:v>
                </c:pt>
                <c:pt idx="1188">
                  <c:v>46230</c:v>
                </c:pt>
                <c:pt idx="1189">
                  <c:v>46231</c:v>
                </c:pt>
                <c:pt idx="1190">
                  <c:v>46232</c:v>
                </c:pt>
                <c:pt idx="1191">
                  <c:v>46233</c:v>
                </c:pt>
                <c:pt idx="1192">
                  <c:v>46234</c:v>
                </c:pt>
                <c:pt idx="1193">
                  <c:v>46237</c:v>
                </c:pt>
                <c:pt idx="1194">
                  <c:v>46238</c:v>
                </c:pt>
                <c:pt idx="1195">
                  <c:v>46239</c:v>
                </c:pt>
                <c:pt idx="1196">
                  <c:v>46240</c:v>
                </c:pt>
                <c:pt idx="1197">
                  <c:v>46241</c:v>
                </c:pt>
                <c:pt idx="1198">
                  <c:v>46244</c:v>
                </c:pt>
                <c:pt idx="1199">
                  <c:v>46245</c:v>
                </c:pt>
                <c:pt idx="1200">
                  <c:v>46246</c:v>
                </c:pt>
                <c:pt idx="1201">
                  <c:v>46247</c:v>
                </c:pt>
                <c:pt idx="1202">
                  <c:v>46248</c:v>
                </c:pt>
                <c:pt idx="1203">
                  <c:v>46251</c:v>
                </c:pt>
                <c:pt idx="1204">
                  <c:v>46252</c:v>
                </c:pt>
                <c:pt idx="1205">
                  <c:v>46253</c:v>
                </c:pt>
                <c:pt idx="1206">
                  <c:v>46254</c:v>
                </c:pt>
                <c:pt idx="1207">
                  <c:v>46255</c:v>
                </c:pt>
                <c:pt idx="1208">
                  <c:v>46258</c:v>
                </c:pt>
                <c:pt idx="1209">
                  <c:v>46259</c:v>
                </c:pt>
                <c:pt idx="1210">
                  <c:v>46260</c:v>
                </c:pt>
                <c:pt idx="1211">
                  <c:v>46261</c:v>
                </c:pt>
                <c:pt idx="1212">
                  <c:v>46262</c:v>
                </c:pt>
                <c:pt idx="1213">
                  <c:v>46265</c:v>
                </c:pt>
                <c:pt idx="1214">
                  <c:v>46266</c:v>
                </c:pt>
                <c:pt idx="1215">
                  <c:v>46267</c:v>
                </c:pt>
                <c:pt idx="1216">
                  <c:v>46268</c:v>
                </c:pt>
                <c:pt idx="1217">
                  <c:v>46269</c:v>
                </c:pt>
                <c:pt idx="1218">
                  <c:v>46272</c:v>
                </c:pt>
                <c:pt idx="1219">
                  <c:v>46273</c:v>
                </c:pt>
                <c:pt idx="1220">
                  <c:v>46274</c:v>
                </c:pt>
                <c:pt idx="1221">
                  <c:v>46275</c:v>
                </c:pt>
                <c:pt idx="1222">
                  <c:v>46276</c:v>
                </c:pt>
                <c:pt idx="1223">
                  <c:v>46279</c:v>
                </c:pt>
                <c:pt idx="1224">
                  <c:v>46280</c:v>
                </c:pt>
                <c:pt idx="1225">
                  <c:v>46281</c:v>
                </c:pt>
                <c:pt idx="1226">
                  <c:v>46282</c:v>
                </c:pt>
                <c:pt idx="1227">
                  <c:v>46283</c:v>
                </c:pt>
                <c:pt idx="1228">
                  <c:v>46286</c:v>
                </c:pt>
                <c:pt idx="1229">
                  <c:v>46287</c:v>
                </c:pt>
                <c:pt idx="1230">
                  <c:v>46288</c:v>
                </c:pt>
                <c:pt idx="1231">
                  <c:v>46289</c:v>
                </c:pt>
                <c:pt idx="1232">
                  <c:v>46290</c:v>
                </c:pt>
                <c:pt idx="1233">
                  <c:v>46293</c:v>
                </c:pt>
                <c:pt idx="1234">
                  <c:v>46294</c:v>
                </c:pt>
                <c:pt idx="1235">
                  <c:v>46295</c:v>
                </c:pt>
                <c:pt idx="1236">
                  <c:v>46296</c:v>
                </c:pt>
                <c:pt idx="1237">
                  <c:v>46297</c:v>
                </c:pt>
                <c:pt idx="1238">
                  <c:v>46300</c:v>
                </c:pt>
                <c:pt idx="1239">
                  <c:v>46301</c:v>
                </c:pt>
                <c:pt idx="1240">
                  <c:v>46302</c:v>
                </c:pt>
                <c:pt idx="1241">
                  <c:v>46303</c:v>
                </c:pt>
                <c:pt idx="1242">
                  <c:v>46304</c:v>
                </c:pt>
                <c:pt idx="1243">
                  <c:v>46307</c:v>
                </c:pt>
                <c:pt idx="1244">
                  <c:v>46308</c:v>
                </c:pt>
                <c:pt idx="1245">
                  <c:v>46309</c:v>
                </c:pt>
                <c:pt idx="1246">
                  <c:v>46310</c:v>
                </c:pt>
                <c:pt idx="1247">
                  <c:v>46311</c:v>
                </c:pt>
                <c:pt idx="1248">
                  <c:v>#N/A</c:v>
                </c:pt>
                <c:pt idx="1249">
                  <c:v>#N/A</c:v>
                </c:pt>
                <c:pt idx="1250">
                  <c:v>#N/A</c:v>
                </c:pt>
                <c:pt idx="1251">
                  <c:v>#N/A</c:v>
                </c:pt>
                <c:pt idx="1252">
                  <c:v>#N/A</c:v>
                </c:pt>
                <c:pt idx="1253">
                  <c:v>#N/A</c:v>
                </c:pt>
                <c:pt idx="1254">
                  <c:v>#N/A</c:v>
                </c:pt>
                <c:pt idx="1255">
                  <c:v>#N/A</c:v>
                </c:pt>
                <c:pt idx="1256">
                  <c:v>#N/A</c:v>
                </c:pt>
                <c:pt idx="1257">
                  <c:v>#N/A</c:v>
                </c:pt>
                <c:pt idx="1258">
                  <c:v>#N/A</c:v>
                </c:pt>
                <c:pt idx="1259">
                  <c:v>#N/A</c:v>
                </c:pt>
                <c:pt idx="1260">
                  <c:v>#N/A</c:v>
                </c:pt>
                <c:pt idx="1261">
                  <c:v>#N/A</c:v>
                </c:pt>
                <c:pt idx="1262">
                  <c:v>#N/A</c:v>
                </c:pt>
                <c:pt idx="1263">
                  <c:v>#N/A</c:v>
                </c:pt>
                <c:pt idx="1264">
                  <c:v>#N/A</c:v>
                </c:pt>
                <c:pt idx="1265">
                  <c:v>#N/A</c:v>
                </c:pt>
                <c:pt idx="1266">
                  <c:v>#N/A</c:v>
                </c:pt>
                <c:pt idx="1267">
                  <c:v>#N/A</c:v>
                </c:pt>
                <c:pt idx="1268">
                  <c:v>#N/A</c:v>
                </c:pt>
                <c:pt idx="1269">
                  <c:v>#N/A</c:v>
                </c:pt>
                <c:pt idx="1270">
                  <c:v>#N/A</c:v>
                </c:pt>
                <c:pt idx="1271">
                  <c:v>#N/A</c:v>
                </c:pt>
                <c:pt idx="1272">
                  <c:v>#N/A</c:v>
                </c:pt>
                <c:pt idx="1273">
                  <c:v>#N/A</c:v>
                </c:pt>
                <c:pt idx="1274">
                  <c:v>#N/A</c:v>
                </c:pt>
                <c:pt idx="1275">
                  <c:v>#N/A</c:v>
                </c:pt>
                <c:pt idx="1276">
                  <c:v>#N/A</c:v>
                </c:pt>
                <c:pt idx="1277">
                  <c:v>#N/A</c:v>
                </c:pt>
                <c:pt idx="1278">
                  <c:v>#N/A</c:v>
                </c:pt>
                <c:pt idx="1279">
                  <c:v>#N/A</c:v>
                </c:pt>
                <c:pt idx="1280">
                  <c:v>#N/A</c:v>
                </c:pt>
                <c:pt idx="1281">
                  <c:v>#N/A</c:v>
                </c:pt>
                <c:pt idx="1282">
                  <c:v>#N/A</c:v>
                </c:pt>
                <c:pt idx="1283">
                  <c:v>#N/A</c:v>
                </c:pt>
                <c:pt idx="1284">
                  <c:v>#N/A</c:v>
                </c:pt>
                <c:pt idx="1285">
                  <c:v>#N/A</c:v>
                </c:pt>
                <c:pt idx="1286">
                  <c:v>#N/A</c:v>
                </c:pt>
                <c:pt idx="1287">
                  <c:v>#N/A</c:v>
                </c:pt>
                <c:pt idx="1288">
                  <c:v>#N/A</c:v>
                </c:pt>
                <c:pt idx="1289">
                  <c:v>#N/A</c:v>
                </c:pt>
                <c:pt idx="1290">
                  <c:v>#N/A</c:v>
                </c:pt>
                <c:pt idx="1291">
                  <c:v>#N/A</c:v>
                </c:pt>
                <c:pt idx="1292">
                  <c:v>#N/A</c:v>
                </c:pt>
                <c:pt idx="1293">
                  <c:v>#N/A</c:v>
                </c:pt>
                <c:pt idx="1294">
                  <c:v>#N/A</c:v>
                </c:pt>
                <c:pt idx="1295">
                  <c:v>#N/A</c:v>
                </c:pt>
                <c:pt idx="1296">
                  <c:v>#N/A</c:v>
                </c:pt>
                <c:pt idx="1297">
                  <c:v>#N/A</c:v>
                </c:pt>
                <c:pt idx="1298">
                  <c:v>#N/A</c:v>
                </c:pt>
                <c:pt idx="1299">
                  <c:v>#N/A</c:v>
                </c:pt>
                <c:pt idx="1300">
                  <c:v>#N/A</c:v>
                </c:pt>
                <c:pt idx="1301">
                  <c:v>#N/A</c:v>
                </c:pt>
                <c:pt idx="1302">
                  <c:v>#N/A</c:v>
                </c:pt>
                <c:pt idx="1303">
                  <c:v>#N/A</c:v>
                </c:pt>
                <c:pt idx="1304">
                  <c:v>#N/A</c:v>
                </c:pt>
                <c:pt idx="1305">
                  <c:v>#N/A</c:v>
                </c:pt>
                <c:pt idx="1306">
                  <c:v>#N/A</c:v>
                </c:pt>
                <c:pt idx="1307">
                  <c:v>#N/A</c:v>
                </c:pt>
                <c:pt idx="1308">
                  <c:v>#N/A</c:v>
                </c:pt>
                <c:pt idx="1309">
                  <c:v>#N/A</c:v>
                </c:pt>
                <c:pt idx="1310">
                  <c:v>#N/A</c:v>
                </c:pt>
                <c:pt idx="1311">
                  <c:v>#N/A</c:v>
                </c:pt>
                <c:pt idx="1312">
                  <c:v>#N/A</c:v>
                </c:pt>
                <c:pt idx="1313">
                  <c:v>#N/A</c:v>
                </c:pt>
                <c:pt idx="1314">
                  <c:v>#N/A</c:v>
                </c:pt>
                <c:pt idx="1315">
                  <c:v>#N/A</c:v>
                </c:pt>
                <c:pt idx="1316">
                  <c:v>#N/A</c:v>
                </c:pt>
                <c:pt idx="1317">
                  <c:v>#N/A</c:v>
                </c:pt>
                <c:pt idx="1318">
                  <c:v>#N/A</c:v>
                </c:pt>
                <c:pt idx="1319">
                  <c:v>#N/A</c:v>
                </c:pt>
                <c:pt idx="1320">
                  <c:v>#N/A</c:v>
                </c:pt>
              </c:numCache>
            </c:numRef>
          </c:cat>
          <c:val>
            <c:numRef>
              <c:f>FI_INDEX!$AD$795:$AD$4550</c:f>
              <c:numCache>
                <c:formatCode>0.00</c:formatCode>
                <c:ptCount val="3756"/>
                <c:pt idx="0">
                  <c:v>0</c:v>
                </c:pt>
                <c:pt idx="1">
                  <c:v>0.11789999999999989</c:v>
                </c:pt>
                <c:pt idx="2">
                  <c:v>0.13719999999999999</c:v>
                </c:pt>
                <c:pt idx="3">
                  <c:v>0.19510000000000005</c:v>
                </c:pt>
                <c:pt idx="4">
                  <c:v>0.21100000000000008</c:v>
                </c:pt>
                <c:pt idx="5">
                  <c:v>0.25190000000000001</c:v>
                </c:pt>
                <c:pt idx="6">
                  <c:v>0.25019999999999998</c:v>
                </c:pt>
                <c:pt idx="7">
                  <c:v>0.22560000000000002</c:v>
                </c:pt>
                <c:pt idx="8">
                  <c:v>0.23269999999999991</c:v>
                </c:pt>
                <c:pt idx="9">
                  <c:v>0.19399999999999995</c:v>
                </c:pt>
                <c:pt idx="10">
                  <c:v>0.27400000000000002</c:v>
                </c:pt>
                <c:pt idx="11">
                  <c:v>0.27400000000000002</c:v>
                </c:pt>
                <c:pt idx="12">
                  <c:v>0.36339999999999995</c:v>
                </c:pt>
                <c:pt idx="13">
                  <c:v>0.35450000000000004</c:v>
                </c:pt>
                <c:pt idx="14">
                  <c:v>0.29390000000000005</c:v>
                </c:pt>
                <c:pt idx="15">
                  <c:v>0.248</c:v>
                </c:pt>
                <c:pt idx="16">
                  <c:v>0.26049999999999995</c:v>
                </c:pt>
                <c:pt idx="17">
                  <c:v>0.25879999999999992</c:v>
                </c:pt>
                <c:pt idx="18">
                  <c:v>0.35359999999999991</c:v>
                </c:pt>
                <c:pt idx="19">
                  <c:v>0.28930000000000011</c:v>
                </c:pt>
                <c:pt idx="20">
                  <c:v>0.25930000000000009</c:v>
                </c:pt>
                <c:pt idx="21">
                  <c:v>0.26659999999999995</c:v>
                </c:pt>
                <c:pt idx="22">
                  <c:v>0.27740000000000009</c:v>
                </c:pt>
                <c:pt idx="23">
                  <c:v>0.2649999999999999</c:v>
                </c:pt>
                <c:pt idx="24">
                  <c:v>0.32050000000000001</c:v>
                </c:pt>
                <c:pt idx="25">
                  <c:v>0.39840000000000009</c:v>
                </c:pt>
                <c:pt idx="26">
                  <c:v>0.40579999999999994</c:v>
                </c:pt>
                <c:pt idx="27">
                  <c:v>0.45310000000000006</c:v>
                </c:pt>
                <c:pt idx="28">
                  <c:v>0.43140000000000001</c:v>
                </c:pt>
                <c:pt idx="29">
                  <c:v>0.51929999999999987</c:v>
                </c:pt>
                <c:pt idx="30">
                  <c:v>0.42700000000000005</c:v>
                </c:pt>
                <c:pt idx="31">
                  <c:v>0.47740000000000005</c:v>
                </c:pt>
                <c:pt idx="32">
                  <c:v>0.53330000000000011</c:v>
                </c:pt>
                <c:pt idx="33">
                  <c:v>0.52809999999999979</c:v>
                </c:pt>
                <c:pt idx="34">
                  <c:v>0.45140000000000002</c:v>
                </c:pt>
                <c:pt idx="35">
                  <c:v>0.41850000000000009</c:v>
                </c:pt>
                <c:pt idx="36">
                  <c:v>0.41850000000000009</c:v>
                </c:pt>
                <c:pt idx="37">
                  <c:v>0.42890000000000006</c:v>
                </c:pt>
                <c:pt idx="38">
                  <c:v>0.48110000000000008</c:v>
                </c:pt>
                <c:pt idx="39">
                  <c:v>0.45320000000000005</c:v>
                </c:pt>
                <c:pt idx="40">
                  <c:v>0.4516</c:v>
                </c:pt>
                <c:pt idx="41">
                  <c:v>0.31489999999999996</c:v>
                </c:pt>
                <c:pt idx="42">
                  <c:v>0.21740000000000004</c:v>
                </c:pt>
                <c:pt idx="43">
                  <c:v>0.36660000000000004</c:v>
                </c:pt>
                <c:pt idx="44">
                  <c:v>0.33040000000000003</c:v>
                </c:pt>
                <c:pt idx="45">
                  <c:v>0.22059999999999991</c:v>
                </c:pt>
                <c:pt idx="46">
                  <c:v>0.26330000000000009</c:v>
                </c:pt>
                <c:pt idx="47">
                  <c:v>0.33549999999999991</c:v>
                </c:pt>
                <c:pt idx="48">
                  <c:v>0.44300000000000006</c:v>
                </c:pt>
                <c:pt idx="49">
                  <c:v>0.47629999999999995</c:v>
                </c:pt>
                <c:pt idx="50">
                  <c:v>0.48160000000000003</c:v>
                </c:pt>
                <c:pt idx="51">
                  <c:v>0.62290000000000001</c:v>
                </c:pt>
                <c:pt idx="52">
                  <c:v>0.63359999999999994</c:v>
                </c:pt>
                <c:pt idx="53">
                  <c:v>0.67479999999999984</c:v>
                </c:pt>
                <c:pt idx="54">
                  <c:v>0.66049999999999986</c:v>
                </c:pt>
                <c:pt idx="55">
                  <c:v>0.63929999999999998</c:v>
                </c:pt>
                <c:pt idx="56">
                  <c:v>0.77950000000000008</c:v>
                </c:pt>
                <c:pt idx="57">
                  <c:v>0.87239999999999984</c:v>
                </c:pt>
                <c:pt idx="58">
                  <c:v>0.78160000000000007</c:v>
                </c:pt>
                <c:pt idx="59">
                  <c:v>0.86169999999999991</c:v>
                </c:pt>
                <c:pt idx="60">
                  <c:v>0.96300000000000008</c:v>
                </c:pt>
                <c:pt idx="61">
                  <c:v>0.94839999999999991</c:v>
                </c:pt>
                <c:pt idx="62">
                  <c:v>0.88430000000000009</c:v>
                </c:pt>
                <c:pt idx="63">
                  <c:v>0.83870000000000022</c:v>
                </c:pt>
                <c:pt idx="64">
                  <c:v>0.82790000000000008</c:v>
                </c:pt>
                <c:pt idx="65">
                  <c:v>0.8721000000000001</c:v>
                </c:pt>
                <c:pt idx="66">
                  <c:v>0.88499999999999979</c:v>
                </c:pt>
                <c:pt idx="67">
                  <c:v>1.0367999999999999</c:v>
                </c:pt>
                <c:pt idx="68">
                  <c:v>1.0874000000000001</c:v>
                </c:pt>
                <c:pt idx="69">
                  <c:v>1.1476999999999999</c:v>
                </c:pt>
                <c:pt idx="70">
                  <c:v>1.1899000000000002</c:v>
                </c:pt>
                <c:pt idx="71">
                  <c:v>1.27</c:v>
                </c:pt>
                <c:pt idx="72">
                  <c:v>1.2111999999999998</c:v>
                </c:pt>
                <c:pt idx="73">
                  <c:v>1.1886000000000001</c:v>
                </c:pt>
                <c:pt idx="74">
                  <c:v>1.3174000000000001</c:v>
                </c:pt>
                <c:pt idx="75">
                  <c:v>1.3174000000000001</c:v>
                </c:pt>
                <c:pt idx="76">
                  <c:v>1.3426</c:v>
                </c:pt>
                <c:pt idx="77">
                  <c:v>1.4260000000000002</c:v>
                </c:pt>
                <c:pt idx="78">
                  <c:v>1.3218999999999999</c:v>
                </c:pt>
                <c:pt idx="79">
                  <c:v>1.3994</c:v>
                </c:pt>
                <c:pt idx="80">
                  <c:v>1.3885999999999998</c:v>
                </c:pt>
                <c:pt idx="81">
                  <c:v>1.3096999999999999</c:v>
                </c:pt>
                <c:pt idx="82">
                  <c:v>1.2103999999999999</c:v>
                </c:pt>
                <c:pt idx="83">
                  <c:v>1.3216999999999999</c:v>
                </c:pt>
                <c:pt idx="84">
                  <c:v>1.3123</c:v>
                </c:pt>
                <c:pt idx="85">
                  <c:v>1.4235000000000002</c:v>
                </c:pt>
                <c:pt idx="86">
                  <c:v>1.4706000000000001</c:v>
                </c:pt>
                <c:pt idx="87">
                  <c:v>1.4611000000000001</c:v>
                </c:pt>
                <c:pt idx="88">
                  <c:v>1.4243000000000001</c:v>
                </c:pt>
                <c:pt idx="89">
                  <c:v>1.5264000000000002</c:v>
                </c:pt>
                <c:pt idx="90">
                  <c:v>1.6164000000000001</c:v>
                </c:pt>
                <c:pt idx="91">
                  <c:v>1.5236999999999998</c:v>
                </c:pt>
                <c:pt idx="92">
                  <c:v>1.4807000000000001</c:v>
                </c:pt>
                <c:pt idx="93">
                  <c:v>1.4106000000000001</c:v>
                </c:pt>
                <c:pt idx="94">
                  <c:v>1.3378000000000001</c:v>
                </c:pt>
                <c:pt idx="95">
                  <c:v>1.4083999999999999</c:v>
                </c:pt>
                <c:pt idx="96">
                  <c:v>1.3721000000000001</c:v>
                </c:pt>
                <c:pt idx="97">
                  <c:v>1.4759000000000002</c:v>
                </c:pt>
                <c:pt idx="98">
                  <c:v>1.3738999999999999</c:v>
                </c:pt>
                <c:pt idx="99">
                  <c:v>1.3269000000000002</c:v>
                </c:pt>
                <c:pt idx="100">
                  <c:v>1.2709999999999999</c:v>
                </c:pt>
                <c:pt idx="101">
                  <c:v>1.3412999999999999</c:v>
                </c:pt>
                <c:pt idx="102">
                  <c:v>1.2404999999999999</c:v>
                </c:pt>
                <c:pt idx="103">
                  <c:v>1.2351000000000001</c:v>
                </c:pt>
                <c:pt idx="104">
                  <c:v>1.2368000000000001</c:v>
                </c:pt>
                <c:pt idx="105">
                  <c:v>1.2277</c:v>
                </c:pt>
                <c:pt idx="106">
                  <c:v>1.2277</c:v>
                </c:pt>
                <c:pt idx="107">
                  <c:v>1.3340000000000001</c:v>
                </c:pt>
                <c:pt idx="108">
                  <c:v>1.3957000000000002</c:v>
                </c:pt>
                <c:pt idx="109">
                  <c:v>1.3975</c:v>
                </c:pt>
                <c:pt idx="110">
                  <c:v>1.4230999999999998</c:v>
                </c:pt>
                <c:pt idx="111">
                  <c:v>1.5297999999999998</c:v>
                </c:pt>
                <c:pt idx="112">
                  <c:v>1.4634999999999998</c:v>
                </c:pt>
                <c:pt idx="113">
                  <c:v>1.5114000000000001</c:v>
                </c:pt>
                <c:pt idx="114">
                  <c:v>1.5316999999999998</c:v>
                </c:pt>
                <c:pt idx="115">
                  <c:v>1.6454</c:v>
                </c:pt>
                <c:pt idx="116">
                  <c:v>1.8496999999999999</c:v>
                </c:pt>
                <c:pt idx="117">
                  <c:v>1.9632000000000001</c:v>
                </c:pt>
                <c:pt idx="118">
                  <c:v>1.7738</c:v>
                </c:pt>
                <c:pt idx="119">
                  <c:v>1.6850999999999998</c:v>
                </c:pt>
                <c:pt idx="120">
                  <c:v>1.7155</c:v>
                </c:pt>
                <c:pt idx="121">
                  <c:v>1.7155</c:v>
                </c:pt>
                <c:pt idx="122">
                  <c:v>1.7648000000000001</c:v>
                </c:pt>
                <c:pt idx="123">
                  <c:v>1.6459999999999999</c:v>
                </c:pt>
                <c:pt idx="124">
                  <c:v>1.5769000000000002</c:v>
                </c:pt>
                <c:pt idx="125">
                  <c:v>1.62</c:v>
                </c:pt>
                <c:pt idx="126">
                  <c:v>1.6896</c:v>
                </c:pt>
                <c:pt idx="127">
                  <c:v>1.6614</c:v>
                </c:pt>
                <c:pt idx="128">
                  <c:v>1.5790000000000002</c:v>
                </c:pt>
                <c:pt idx="129">
                  <c:v>1.5028000000000001</c:v>
                </c:pt>
                <c:pt idx="130">
                  <c:v>1.3702000000000001</c:v>
                </c:pt>
                <c:pt idx="131">
                  <c:v>1.3702000000000001</c:v>
                </c:pt>
                <c:pt idx="132">
                  <c:v>1.2953000000000001</c:v>
                </c:pt>
                <c:pt idx="133">
                  <c:v>1.4178999999999999</c:v>
                </c:pt>
                <c:pt idx="134">
                  <c:v>1.4843999999999999</c:v>
                </c:pt>
                <c:pt idx="135">
                  <c:v>1.5701999999999998</c:v>
                </c:pt>
                <c:pt idx="136">
                  <c:v>1.4826999999999999</c:v>
                </c:pt>
                <c:pt idx="137">
                  <c:v>1.4586000000000001</c:v>
                </c:pt>
                <c:pt idx="138">
                  <c:v>1.4235000000000002</c:v>
                </c:pt>
                <c:pt idx="139">
                  <c:v>1.4493999999999998</c:v>
                </c:pt>
                <c:pt idx="140">
                  <c:v>1.4051</c:v>
                </c:pt>
                <c:pt idx="141">
                  <c:v>1.4754</c:v>
                </c:pt>
                <c:pt idx="142">
                  <c:v>1.5108000000000001</c:v>
                </c:pt>
                <c:pt idx="143">
                  <c:v>1.5164</c:v>
                </c:pt>
                <c:pt idx="144">
                  <c:v>1.3645999999999998</c:v>
                </c:pt>
                <c:pt idx="145">
                  <c:v>1.2403</c:v>
                </c:pt>
                <c:pt idx="146">
                  <c:v>1.2858000000000001</c:v>
                </c:pt>
                <c:pt idx="147">
                  <c:v>1.2967</c:v>
                </c:pt>
                <c:pt idx="148">
                  <c:v>1.2747999999999999</c:v>
                </c:pt>
                <c:pt idx="149">
                  <c:v>1.1657999999999999</c:v>
                </c:pt>
                <c:pt idx="150">
                  <c:v>1.1385999999999998</c:v>
                </c:pt>
                <c:pt idx="151">
                  <c:v>1.0630999999999999</c:v>
                </c:pt>
                <c:pt idx="152">
                  <c:v>1.2382</c:v>
                </c:pt>
                <c:pt idx="153">
                  <c:v>1.1945000000000001</c:v>
                </c:pt>
                <c:pt idx="154">
                  <c:v>1.1781999999999999</c:v>
                </c:pt>
                <c:pt idx="155">
                  <c:v>1.3167</c:v>
                </c:pt>
                <c:pt idx="156">
                  <c:v>1.2471000000000001</c:v>
                </c:pt>
                <c:pt idx="157">
                  <c:v>1.2671999999999999</c:v>
                </c:pt>
                <c:pt idx="158">
                  <c:v>1.2707999999999999</c:v>
                </c:pt>
                <c:pt idx="159">
                  <c:v>1.3774999999999999</c:v>
                </c:pt>
                <c:pt idx="160">
                  <c:v>1.3210999999999999</c:v>
                </c:pt>
                <c:pt idx="161">
                  <c:v>1.2776999999999998</c:v>
                </c:pt>
                <c:pt idx="162">
                  <c:v>1.294</c:v>
                </c:pt>
                <c:pt idx="163">
                  <c:v>1.3866999999999998</c:v>
                </c:pt>
                <c:pt idx="164">
                  <c:v>1.3721000000000001</c:v>
                </c:pt>
                <c:pt idx="165">
                  <c:v>1.4620000000000002</c:v>
                </c:pt>
                <c:pt idx="166">
                  <c:v>1.5045000000000002</c:v>
                </c:pt>
                <c:pt idx="167">
                  <c:v>1.536</c:v>
                </c:pt>
                <c:pt idx="168">
                  <c:v>1.5937999999999999</c:v>
                </c:pt>
                <c:pt idx="169">
                  <c:v>1.5156999999999998</c:v>
                </c:pt>
                <c:pt idx="170">
                  <c:v>1.5308000000000002</c:v>
                </c:pt>
                <c:pt idx="171">
                  <c:v>1.5922999999999998</c:v>
                </c:pt>
                <c:pt idx="172">
                  <c:v>1.5924</c:v>
                </c:pt>
                <c:pt idx="173">
                  <c:v>1.6825000000000001</c:v>
                </c:pt>
                <c:pt idx="174">
                  <c:v>1.7431999999999999</c:v>
                </c:pt>
                <c:pt idx="175">
                  <c:v>1.6793</c:v>
                </c:pt>
                <c:pt idx="176">
                  <c:v>1.6793</c:v>
                </c:pt>
                <c:pt idx="177">
                  <c:v>1.8391000000000002</c:v>
                </c:pt>
                <c:pt idx="178">
                  <c:v>1.7534000000000001</c:v>
                </c:pt>
                <c:pt idx="179">
                  <c:v>1.8069000000000002</c:v>
                </c:pt>
                <c:pt idx="180">
                  <c:v>1.7995999999999999</c:v>
                </c:pt>
                <c:pt idx="181">
                  <c:v>1.8477000000000001</c:v>
                </c:pt>
                <c:pt idx="182">
                  <c:v>1.8978999999999999</c:v>
                </c:pt>
                <c:pt idx="183">
                  <c:v>1.8942000000000001</c:v>
                </c:pt>
                <c:pt idx="184">
                  <c:v>1.9388000000000001</c:v>
                </c:pt>
                <c:pt idx="185">
                  <c:v>1.9392999999999998</c:v>
                </c:pt>
                <c:pt idx="186">
                  <c:v>1.9803999999999999</c:v>
                </c:pt>
                <c:pt idx="187">
                  <c:v>2.0529000000000002</c:v>
                </c:pt>
                <c:pt idx="188">
                  <c:v>2.0198</c:v>
                </c:pt>
                <c:pt idx="189">
                  <c:v>2.2037</c:v>
                </c:pt>
                <c:pt idx="190">
                  <c:v>2.1745000000000001</c:v>
                </c:pt>
                <c:pt idx="191">
                  <c:v>2.4142999999999999</c:v>
                </c:pt>
                <c:pt idx="192">
                  <c:v>2.4350000000000001</c:v>
                </c:pt>
                <c:pt idx="193">
                  <c:v>2.2210999999999999</c:v>
                </c:pt>
                <c:pt idx="194">
                  <c:v>2.2755000000000001</c:v>
                </c:pt>
                <c:pt idx="195">
                  <c:v>2.3184999999999998</c:v>
                </c:pt>
                <c:pt idx="196">
                  <c:v>2.1286</c:v>
                </c:pt>
                <c:pt idx="197">
                  <c:v>2.1227999999999998</c:v>
                </c:pt>
                <c:pt idx="198">
                  <c:v>2.2427000000000001</c:v>
                </c:pt>
                <c:pt idx="199">
                  <c:v>2.3134999999999999</c:v>
                </c:pt>
                <c:pt idx="200">
                  <c:v>2.3713000000000002</c:v>
                </c:pt>
                <c:pt idx="201">
                  <c:v>2.3713000000000002</c:v>
                </c:pt>
                <c:pt idx="202">
                  <c:v>2.4369000000000001</c:v>
                </c:pt>
                <c:pt idx="203">
                  <c:v>2.3860999999999999</c:v>
                </c:pt>
                <c:pt idx="204">
                  <c:v>2.4333999999999998</c:v>
                </c:pt>
                <c:pt idx="205">
                  <c:v>2.5082999999999998</c:v>
                </c:pt>
                <c:pt idx="206">
                  <c:v>2.5002999999999997</c:v>
                </c:pt>
                <c:pt idx="207">
                  <c:v>2.4964999999999997</c:v>
                </c:pt>
                <c:pt idx="208">
                  <c:v>2.6233999999999997</c:v>
                </c:pt>
                <c:pt idx="209">
                  <c:v>2.7181999999999999</c:v>
                </c:pt>
                <c:pt idx="210">
                  <c:v>2.7066000000000003</c:v>
                </c:pt>
                <c:pt idx="211">
                  <c:v>2.7323</c:v>
                </c:pt>
                <c:pt idx="212">
                  <c:v>2.5920000000000001</c:v>
                </c:pt>
                <c:pt idx="213">
                  <c:v>2.4926999999999997</c:v>
                </c:pt>
                <c:pt idx="214">
                  <c:v>2.4085999999999999</c:v>
                </c:pt>
                <c:pt idx="215">
                  <c:v>2.5021999999999998</c:v>
                </c:pt>
                <c:pt idx="216">
                  <c:v>2.5376999999999996</c:v>
                </c:pt>
                <c:pt idx="217">
                  <c:v>2.5318000000000001</c:v>
                </c:pt>
                <c:pt idx="218">
                  <c:v>2.5904000000000003</c:v>
                </c:pt>
                <c:pt idx="219">
                  <c:v>2.6367999999999996</c:v>
                </c:pt>
                <c:pt idx="220">
                  <c:v>2.6483000000000003</c:v>
                </c:pt>
                <c:pt idx="221">
                  <c:v>2.7033999999999998</c:v>
                </c:pt>
                <c:pt idx="222">
                  <c:v>2.6133000000000002</c:v>
                </c:pt>
                <c:pt idx="223">
                  <c:v>2.5821999999999998</c:v>
                </c:pt>
                <c:pt idx="224">
                  <c:v>2.3024</c:v>
                </c:pt>
                <c:pt idx="225">
                  <c:v>2.3024</c:v>
                </c:pt>
                <c:pt idx="226">
                  <c:v>2.3435000000000001</c:v>
                </c:pt>
                <c:pt idx="227">
                  <c:v>2.2595000000000001</c:v>
                </c:pt>
                <c:pt idx="228">
                  <c:v>2.1798000000000002</c:v>
                </c:pt>
                <c:pt idx="229">
                  <c:v>2.2555999999999998</c:v>
                </c:pt>
                <c:pt idx="230">
                  <c:v>2.3187000000000002</c:v>
                </c:pt>
                <c:pt idx="231">
                  <c:v>2.3168000000000002</c:v>
                </c:pt>
                <c:pt idx="232">
                  <c:v>2.2458</c:v>
                </c:pt>
                <c:pt idx="233">
                  <c:v>2.1825999999999999</c:v>
                </c:pt>
                <c:pt idx="234">
                  <c:v>2.1825999999999999</c:v>
                </c:pt>
                <c:pt idx="235">
                  <c:v>2.1675</c:v>
                </c:pt>
                <c:pt idx="236">
                  <c:v>2.1711</c:v>
                </c:pt>
                <c:pt idx="237">
                  <c:v>2.234</c:v>
                </c:pt>
                <c:pt idx="238">
                  <c:v>2.0952999999999999</c:v>
                </c:pt>
                <c:pt idx="239">
                  <c:v>1.9946999999999999</c:v>
                </c:pt>
                <c:pt idx="240">
                  <c:v>1.9761000000000002</c:v>
                </c:pt>
                <c:pt idx="241">
                  <c:v>2.0634999999999999</c:v>
                </c:pt>
                <c:pt idx="242">
                  <c:v>2.0213000000000001</c:v>
                </c:pt>
                <c:pt idx="243">
                  <c:v>1.9068000000000001</c:v>
                </c:pt>
                <c:pt idx="244">
                  <c:v>1.9718</c:v>
                </c:pt>
                <c:pt idx="245">
                  <c:v>2.0682</c:v>
                </c:pt>
                <c:pt idx="246">
                  <c:v>2.1012</c:v>
                </c:pt>
                <c:pt idx="247">
                  <c:v>1.9910999999999999</c:v>
                </c:pt>
                <c:pt idx="248">
                  <c:v>1.9672999999999998</c:v>
                </c:pt>
                <c:pt idx="249">
                  <c:v>1.9361999999999999</c:v>
                </c:pt>
                <c:pt idx="250">
                  <c:v>1.9721000000000002</c:v>
                </c:pt>
                <c:pt idx="251">
                  <c:v>2.0745</c:v>
                </c:pt>
                <c:pt idx="252">
                  <c:v>2.1724000000000001</c:v>
                </c:pt>
                <c:pt idx="253">
                  <c:v>2.1518999999999999</c:v>
                </c:pt>
                <c:pt idx="254">
                  <c:v>2.1684999999999999</c:v>
                </c:pt>
                <c:pt idx="255">
                  <c:v>2.2370999999999999</c:v>
                </c:pt>
                <c:pt idx="256">
                  <c:v>2.2370999999999999</c:v>
                </c:pt>
                <c:pt idx="257">
                  <c:v>2.331</c:v>
                </c:pt>
                <c:pt idx="258">
                  <c:v>2.3725999999999998</c:v>
                </c:pt>
                <c:pt idx="259">
                  <c:v>2.3043999999999998</c:v>
                </c:pt>
                <c:pt idx="260">
                  <c:v>0</c:v>
                </c:pt>
                <c:pt idx="261">
                  <c:v>0</c:v>
                </c:pt>
                <c:pt idx="262">
                  <c:v>-0.13589999999999991</c:v>
                </c:pt>
                <c:pt idx="263">
                  <c:v>-0.19209999999999994</c:v>
                </c:pt>
                <c:pt idx="264">
                  <c:v>-0.15669999999999984</c:v>
                </c:pt>
                <c:pt idx="265">
                  <c:v>-0.31680000000000019</c:v>
                </c:pt>
                <c:pt idx="266">
                  <c:v>-0.34270000000000023</c:v>
                </c:pt>
                <c:pt idx="267">
                  <c:v>-0.25600000000000023</c:v>
                </c:pt>
                <c:pt idx="268">
                  <c:v>-0.3355999999999999</c:v>
                </c:pt>
                <c:pt idx="269">
                  <c:v>-0.43480000000000008</c:v>
                </c:pt>
                <c:pt idx="270">
                  <c:v>-0.37130000000000019</c:v>
                </c:pt>
                <c:pt idx="271">
                  <c:v>-0.37130000000000019</c:v>
                </c:pt>
                <c:pt idx="272">
                  <c:v>-0.32719999999999994</c:v>
                </c:pt>
                <c:pt idx="273">
                  <c:v>-0.50499999999999989</c:v>
                </c:pt>
                <c:pt idx="274">
                  <c:v>-0.48329999999999984</c:v>
                </c:pt>
                <c:pt idx="275">
                  <c:v>-0.39610000000000012</c:v>
                </c:pt>
                <c:pt idx="276">
                  <c:v>-0.36500000000000021</c:v>
                </c:pt>
                <c:pt idx="277">
                  <c:v>-0.42209999999999992</c:v>
                </c:pt>
                <c:pt idx="278">
                  <c:v>-0.43319999999999981</c:v>
                </c:pt>
                <c:pt idx="279">
                  <c:v>-0.3801000000000001</c:v>
                </c:pt>
                <c:pt idx="280">
                  <c:v>-0.37130000000000019</c:v>
                </c:pt>
                <c:pt idx="281">
                  <c:v>-0.33820000000000006</c:v>
                </c:pt>
                <c:pt idx="282">
                  <c:v>-0.36790000000000012</c:v>
                </c:pt>
                <c:pt idx="283">
                  <c:v>-0.45820000000000016</c:v>
                </c:pt>
                <c:pt idx="284">
                  <c:v>-0.48209999999999997</c:v>
                </c:pt>
                <c:pt idx="285">
                  <c:v>-0.35020000000000007</c:v>
                </c:pt>
                <c:pt idx="286">
                  <c:v>-0.23490000000000011</c:v>
                </c:pt>
                <c:pt idx="287">
                  <c:v>-0.20129999999999981</c:v>
                </c:pt>
                <c:pt idx="288">
                  <c:v>-0.26500000000000012</c:v>
                </c:pt>
                <c:pt idx="289">
                  <c:v>-0.21689999999999987</c:v>
                </c:pt>
                <c:pt idx="290">
                  <c:v>-0.14279999999999982</c:v>
                </c:pt>
                <c:pt idx="291">
                  <c:v>-0.17320000000000002</c:v>
                </c:pt>
                <c:pt idx="292">
                  <c:v>-0.13129999999999997</c:v>
                </c:pt>
                <c:pt idx="293">
                  <c:v>-6.9900000000000073E-2</c:v>
                </c:pt>
                <c:pt idx="294">
                  <c:v>-1.4000000000000234E-2</c:v>
                </c:pt>
                <c:pt idx="295">
                  <c:v>-6.0000000000000053E-2</c:v>
                </c:pt>
                <c:pt idx="296">
                  <c:v>-6.0000000000000053E-2</c:v>
                </c:pt>
                <c:pt idx="297">
                  <c:v>7.7700000000000102E-2</c:v>
                </c:pt>
                <c:pt idx="298">
                  <c:v>4.0799999999999947E-2</c:v>
                </c:pt>
                <c:pt idx="299">
                  <c:v>1.9999999999997797E-3</c:v>
                </c:pt>
                <c:pt idx="300">
                  <c:v>6.8400000000000016E-2</c:v>
                </c:pt>
                <c:pt idx="301">
                  <c:v>3.9299999999999891E-2</c:v>
                </c:pt>
                <c:pt idx="302">
                  <c:v>4.5199999999999907E-2</c:v>
                </c:pt>
                <c:pt idx="303">
                  <c:v>0.11770000000000014</c:v>
                </c:pt>
                <c:pt idx="304">
                  <c:v>0.18080000000000007</c:v>
                </c:pt>
                <c:pt idx="305">
                  <c:v>7.690000000000019E-2</c:v>
                </c:pt>
                <c:pt idx="306">
                  <c:v>8.2899999999999974E-2</c:v>
                </c:pt>
                <c:pt idx="307">
                  <c:v>8.8899999999999757E-2</c:v>
                </c:pt>
                <c:pt idx="308">
                  <c:v>0.11649999999999983</c:v>
                </c:pt>
                <c:pt idx="309">
                  <c:v>2.8399999999999981E-2</c:v>
                </c:pt>
                <c:pt idx="310">
                  <c:v>-0.17609999999999992</c:v>
                </c:pt>
                <c:pt idx="311">
                  <c:v>-0.30160000000000009</c:v>
                </c:pt>
                <c:pt idx="312">
                  <c:v>-0.18559999999999999</c:v>
                </c:pt>
                <c:pt idx="313">
                  <c:v>-0.41999999999999993</c:v>
                </c:pt>
                <c:pt idx="314">
                  <c:v>-0.29780000000000006</c:v>
                </c:pt>
                <c:pt idx="315">
                  <c:v>-0.44620000000000015</c:v>
                </c:pt>
                <c:pt idx="316">
                  <c:v>-0.39009999999999989</c:v>
                </c:pt>
                <c:pt idx="317">
                  <c:v>-0.26540000000000008</c:v>
                </c:pt>
                <c:pt idx="318">
                  <c:v>-0.44070000000000009</c:v>
                </c:pt>
                <c:pt idx="319">
                  <c:v>-0.44819999999999993</c:v>
                </c:pt>
                <c:pt idx="320">
                  <c:v>-0.49860000000000015</c:v>
                </c:pt>
                <c:pt idx="321">
                  <c:v>-0.34489999999999998</c:v>
                </c:pt>
                <c:pt idx="322">
                  <c:v>-0.30520000000000014</c:v>
                </c:pt>
                <c:pt idx="323">
                  <c:v>-0.31090000000000018</c:v>
                </c:pt>
                <c:pt idx="324">
                  <c:v>-0.32600000000000007</c:v>
                </c:pt>
                <c:pt idx="325">
                  <c:v>-0.40720000000000001</c:v>
                </c:pt>
                <c:pt idx="326">
                  <c:v>-0.46340000000000003</c:v>
                </c:pt>
                <c:pt idx="327">
                  <c:v>-0.53610000000000024</c:v>
                </c:pt>
                <c:pt idx="328">
                  <c:v>-0.56400000000000006</c:v>
                </c:pt>
                <c:pt idx="329">
                  <c:v>-0.56979999999999986</c:v>
                </c:pt>
                <c:pt idx="330">
                  <c:v>-0.48419999999999996</c:v>
                </c:pt>
                <c:pt idx="331">
                  <c:v>-0.45800000000000018</c:v>
                </c:pt>
                <c:pt idx="332">
                  <c:v>-0.44859999999999989</c:v>
                </c:pt>
                <c:pt idx="333">
                  <c:v>-0.48419999999999996</c:v>
                </c:pt>
                <c:pt idx="334">
                  <c:v>-0.42989999999999995</c:v>
                </c:pt>
                <c:pt idx="335">
                  <c:v>-0.3620000000000001</c:v>
                </c:pt>
                <c:pt idx="336">
                  <c:v>-0.27439999999999998</c:v>
                </c:pt>
                <c:pt idx="337">
                  <c:v>-0.29919999999999991</c:v>
                </c:pt>
                <c:pt idx="338">
                  <c:v>-0.28399999999999981</c:v>
                </c:pt>
                <c:pt idx="339">
                  <c:v>-0.34299999999999997</c:v>
                </c:pt>
                <c:pt idx="340">
                  <c:v>-0.30299999999999994</c:v>
                </c:pt>
                <c:pt idx="341">
                  <c:v>-0.38470000000000004</c:v>
                </c:pt>
                <c:pt idx="342">
                  <c:v>-0.47520000000000007</c:v>
                </c:pt>
                <c:pt idx="343">
                  <c:v>-0.4262999999999999</c:v>
                </c:pt>
                <c:pt idx="344">
                  <c:v>-0.35440000000000005</c:v>
                </c:pt>
                <c:pt idx="345">
                  <c:v>-0.45279999999999987</c:v>
                </c:pt>
                <c:pt idx="346">
                  <c:v>-0.30670000000000019</c:v>
                </c:pt>
                <c:pt idx="347">
                  <c:v>-0.45089999999999986</c:v>
                </c:pt>
                <c:pt idx="348">
                  <c:v>-0.53920000000000012</c:v>
                </c:pt>
                <c:pt idx="349">
                  <c:v>-0.49610000000000021</c:v>
                </c:pt>
                <c:pt idx="350">
                  <c:v>-0.43780000000000019</c:v>
                </c:pt>
                <c:pt idx="351">
                  <c:v>-0.36759999999999993</c:v>
                </c:pt>
                <c:pt idx="352">
                  <c:v>-0.35619999999999985</c:v>
                </c:pt>
                <c:pt idx="353">
                  <c:v>-0.43219999999999992</c:v>
                </c:pt>
                <c:pt idx="354">
                  <c:v>-0.49049999999999994</c:v>
                </c:pt>
                <c:pt idx="355">
                  <c:v>-0.41230000000000011</c:v>
                </c:pt>
                <c:pt idx="356">
                  <c:v>-0.37290000000000001</c:v>
                </c:pt>
                <c:pt idx="357">
                  <c:v>-0.34089999999999998</c:v>
                </c:pt>
                <c:pt idx="358">
                  <c:v>-0.3107000000000002</c:v>
                </c:pt>
                <c:pt idx="359">
                  <c:v>-0.22909999999999986</c:v>
                </c:pt>
                <c:pt idx="360">
                  <c:v>-0.20219999999999994</c:v>
                </c:pt>
                <c:pt idx="361">
                  <c:v>-0.16000000000000014</c:v>
                </c:pt>
                <c:pt idx="362">
                  <c:v>-0.18290000000000006</c:v>
                </c:pt>
                <c:pt idx="363">
                  <c:v>-0.13290000000000024</c:v>
                </c:pt>
                <c:pt idx="364">
                  <c:v>-5.7399999999999896E-2</c:v>
                </c:pt>
                <c:pt idx="365">
                  <c:v>-7.6500000000000234E-2</c:v>
                </c:pt>
                <c:pt idx="366">
                  <c:v>-7.6500000000000234E-2</c:v>
                </c:pt>
                <c:pt idx="367">
                  <c:v>-0.18820000000000014</c:v>
                </c:pt>
                <c:pt idx="368">
                  <c:v>-0.23220000000000018</c:v>
                </c:pt>
                <c:pt idx="369">
                  <c:v>-0.27979999999999983</c:v>
                </c:pt>
                <c:pt idx="370">
                  <c:v>-0.18409999999999993</c:v>
                </c:pt>
                <c:pt idx="371">
                  <c:v>-0.19169999999999998</c:v>
                </c:pt>
                <c:pt idx="372">
                  <c:v>-0.2145999999999999</c:v>
                </c:pt>
                <c:pt idx="373">
                  <c:v>-7.9600000000000115E-2</c:v>
                </c:pt>
                <c:pt idx="374">
                  <c:v>-0.15689999999999982</c:v>
                </c:pt>
                <c:pt idx="375">
                  <c:v>-0.13540000000000019</c:v>
                </c:pt>
                <c:pt idx="376">
                  <c:v>-0.13920000000000021</c:v>
                </c:pt>
                <c:pt idx="377">
                  <c:v>-6.150000000000011E-2</c:v>
                </c:pt>
                <c:pt idx="378">
                  <c:v>-8.8600000000000012E-2</c:v>
                </c:pt>
                <c:pt idx="379">
                  <c:v>-0.15830000000000011</c:v>
                </c:pt>
                <c:pt idx="380">
                  <c:v>-0.11350000000000016</c:v>
                </c:pt>
                <c:pt idx="381">
                  <c:v>-0.11350000000000016</c:v>
                </c:pt>
                <c:pt idx="382">
                  <c:v>-0.15410000000000013</c:v>
                </c:pt>
                <c:pt idx="383">
                  <c:v>-0.15589999999999993</c:v>
                </c:pt>
                <c:pt idx="384">
                  <c:v>-8.0200000000000049E-2</c:v>
                </c:pt>
                <c:pt idx="385">
                  <c:v>-0.14009999999999989</c:v>
                </c:pt>
                <c:pt idx="386">
                  <c:v>-0.15359999999999996</c:v>
                </c:pt>
                <c:pt idx="387">
                  <c:v>-0.1109</c:v>
                </c:pt>
                <c:pt idx="388">
                  <c:v>-0.16699999999999982</c:v>
                </c:pt>
                <c:pt idx="389">
                  <c:v>-3.6500000000000199E-2</c:v>
                </c:pt>
                <c:pt idx="390">
                  <c:v>-3.8100000000000023E-2</c:v>
                </c:pt>
                <c:pt idx="391">
                  <c:v>-2.0300000000000207E-2</c:v>
                </c:pt>
                <c:pt idx="392">
                  <c:v>-2.0300000000000207E-2</c:v>
                </c:pt>
                <c:pt idx="393">
                  <c:v>5.6700000000000195E-2</c:v>
                </c:pt>
                <c:pt idx="394">
                  <c:v>0.15429999999999966</c:v>
                </c:pt>
                <c:pt idx="395">
                  <c:v>0.1868000000000003</c:v>
                </c:pt>
                <c:pt idx="396">
                  <c:v>0.11899999999999977</c:v>
                </c:pt>
                <c:pt idx="397">
                  <c:v>9.5200000000000173E-2</c:v>
                </c:pt>
                <c:pt idx="398">
                  <c:v>-1.7500000000000071E-2</c:v>
                </c:pt>
                <c:pt idx="399">
                  <c:v>-0.11140000000000017</c:v>
                </c:pt>
                <c:pt idx="400">
                  <c:v>-4.2600000000000193E-2</c:v>
                </c:pt>
                <c:pt idx="401">
                  <c:v>-6.800000000000006E-2</c:v>
                </c:pt>
                <c:pt idx="402">
                  <c:v>-8.9500000000000135E-2</c:v>
                </c:pt>
                <c:pt idx="403">
                  <c:v>-0.12650000000000006</c:v>
                </c:pt>
                <c:pt idx="404">
                  <c:v>-2.4500000000000188E-2</c:v>
                </c:pt>
                <c:pt idx="405">
                  <c:v>-3.9899999999999824E-2</c:v>
                </c:pt>
                <c:pt idx="406">
                  <c:v>-2.2999999999999687E-3</c:v>
                </c:pt>
                <c:pt idx="407">
                  <c:v>9.7000000000000419E-3</c:v>
                </c:pt>
                <c:pt idx="408">
                  <c:v>-8.0000000000000071E-3</c:v>
                </c:pt>
                <c:pt idx="409">
                  <c:v>0.12340000000000018</c:v>
                </c:pt>
                <c:pt idx="410">
                  <c:v>7.5899999999999856E-2</c:v>
                </c:pt>
                <c:pt idx="411">
                  <c:v>8.4000000000000075E-2</c:v>
                </c:pt>
                <c:pt idx="412">
                  <c:v>0.14819999999999967</c:v>
                </c:pt>
                <c:pt idx="413">
                  <c:v>0.20269999999999966</c:v>
                </c:pt>
                <c:pt idx="414">
                  <c:v>0.30029999999999957</c:v>
                </c:pt>
                <c:pt idx="415">
                  <c:v>0.15900000000000025</c:v>
                </c:pt>
                <c:pt idx="416">
                  <c:v>0.21369999999999978</c:v>
                </c:pt>
                <c:pt idx="417">
                  <c:v>0.14720000000000022</c:v>
                </c:pt>
                <c:pt idx="418">
                  <c:v>0.13329999999999975</c:v>
                </c:pt>
                <c:pt idx="419">
                  <c:v>0.23070000000000013</c:v>
                </c:pt>
                <c:pt idx="420">
                  <c:v>0.27739999999999965</c:v>
                </c:pt>
                <c:pt idx="421">
                  <c:v>0.3165</c:v>
                </c:pt>
                <c:pt idx="422">
                  <c:v>0.33620000000000028</c:v>
                </c:pt>
                <c:pt idx="423">
                  <c:v>0.37559999999999993</c:v>
                </c:pt>
                <c:pt idx="424">
                  <c:v>0.39929999999999977</c:v>
                </c:pt>
                <c:pt idx="425">
                  <c:v>0.37979999999999992</c:v>
                </c:pt>
                <c:pt idx="426">
                  <c:v>0.46310000000000029</c:v>
                </c:pt>
                <c:pt idx="427">
                  <c:v>0.44929999999999959</c:v>
                </c:pt>
                <c:pt idx="428">
                  <c:v>0.31699999999999973</c:v>
                </c:pt>
                <c:pt idx="429">
                  <c:v>0.36239999999999961</c:v>
                </c:pt>
                <c:pt idx="430">
                  <c:v>0.36060000000000025</c:v>
                </c:pt>
                <c:pt idx="431">
                  <c:v>0.32719999999999994</c:v>
                </c:pt>
                <c:pt idx="432">
                  <c:v>0.2448999999999999</c:v>
                </c:pt>
                <c:pt idx="433">
                  <c:v>0.23910000000000009</c:v>
                </c:pt>
                <c:pt idx="434">
                  <c:v>0.23330000000000028</c:v>
                </c:pt>
                <c:pt idx="435">
                  <c:v>0.30399999999999983</c:v>
                </c:pt>
                <c:pt idx="436">
                  <c:v>0.30399999999999983</c:v>
                </c:pt>
                <c:pt idx="437">
                  <c:v>0.38500000000000023</c:v>
                </c:pt>
                <c:pt idx="438">
                  <c:v>0.40490000000000004</c:v>
                </c:pt>
                <c:pt idx="439">
                  <c:v>0.36930000000000041</c:v>
                </c:pt>
                <c:pt idx="440">
                  <c:v>0.38929999999999998</c:v>
                </c:pt>
                <c:pt idx="441">
                  <c:v>0.41320000000000023</c:v>
                </c:pt>
                <c:pt idx="442">
                  <c:v>0.40529999999999999</c:v>
                </c:pt>
                <c:pt idx="443">
                  <c:v>0.37369999999999992</c:v>
                </c:pt>
                <c:pt idx="444">
                  <c:v>0.41149999999999975</c:v>
                </c:pt>
                <c:pt idx="445">
                  <c:v>0.45759999999999978</c:v>
                </c:pt>
                <c:pt idx="446">
                  <c:v>0.42779999999999996</c:v>
                </c:pt>
                <c:pt idx="447">
                  <c:v>0.48380000000000001</c:v>
                </c:pt>
                <c:pt idx="448">
                  <c:v>0.53220000000000001</c:v>
                </c:pt>
                <c:pt idx="449">
                  <c:v>0.61940000000000017</c:v>
                </c:pt>
                <c:pt idx="450">
                  <c:v>0.55889999999999995</c:v>
                </c:pt>
                <c:pt idx="451">
                  <c:v>0.6586000000000003</c:v>
                </c:pt>
                <c:pt idx="452">
                  <c:v>0.66079999999999961</c:v>
                </c:pt>
                <c:pt idx="453">
                  <c:v>0.73269999999999991</c:v>
                </c:pt>
                <c:pt idx="454">
                  <c:v>0.69999999999999973</c:v>
                </c:pt>
                <c:pt idx="455">
                  <c:v>0.69630000000000036</c:v>
                </c:pt>
                <c:pt idx="456">
                  <c:v>0.80369999999999964</c:v>
                </c:pt>
                <c:pt idx="457">
                  <c:v>0.92069999999999963</c:v>
                </c:pt>
                <c:pt idx="458">
                  <c:v>0.85809999999999986</c:v>
                </c:pt>
                <c:pt idx="459">
                  <c:v>0.84369999999999967</c:v>
                </c:pt>
                <c:pt idx="460">
                  <c:v>0.92610000000000037</c:v>
                </c:pt>
                <c:pt idx="461">
                  <c:v>0.92610000000000037</c:v>
                </c:pt>
                <c:pt idx="462">
                  <c:v>0.77819999999999956</c:v>
                </c:pt>
                <c:pt idx="463">
                  <c:v>0.68340000000000023</c:v>
                </c:pt>
                <c:pt idx="464">
                  <c:v>0.82210000000000027</c:v>
                </c:pt>
                <c:pt idx="465">
                  <c:v>0.73760000000000003</c:v>
                </c:pt>
                <c:pt idx="466">
                  <c:v>0.83120000000000038</c:v>
                </c:pt>
                <c:pt idx="467">
                  <c:v>0.95930000000000026</c:v>
                </c:pt>
                <c:pt idx="468">
                  <c:v>1.0401000000000002</c:v>
                </c:pt>
                <c:pt idx="469">
                  <c:v>1.1149999999999998</c:v>
                </c:pt>
                <c:pt idx="470">
                  <c:v>1.0389000000000004</c:v>
                </c:pt>
                <c:pt idx="471">
                  <c:v>0.97540000000000004</c:v>
                </c:pt>
                <c:pt idx="472">
                  <c:v>0.94809999999999972</c:v>
                </c:pt>
                <c:pt idx="473">
                  <c:v>1.0801000000000003</c:v>
                </c:pt>
                <c:pt idx="474">
                  <c:v>0.96970000000000001</c:v>
                </c:pt>
                <c:pt idx="475">
                  <c:v>0.95979999999999999</c:v>
                </c:pt>
                <c:pt idx="476">
                  <c:v>1.0193999999999996</c:v>
                </c:pt>
                <c:pt idx="477">
                  <c:v>1.0558999999999998</c:v>
                </c:pt>
                <c:pt idx="478">
                  <c:v>0.85929999999999973</c:v>
                </c:pt>
                <c:pt idx="479">
                  <c:v>0.78419999999999979</c:v>
                </c:pt>
                <c:pt idx="480">
                  <c:v>0.6976</c:v>
                </c:pt>
                <c:pt idx="481">
                  <c:v>0.76829999999999954</c:v>
                </c:pt>
                <c:pt idx="482">
                  <c:v>0.69169999999999954</c:v>
                </c:pt>
                <c:pt idx="483">
                  <c:v>0.61769999999999969</c:v>
                </c:pt>
                <c:pt idx="484">
                  <c:v>0.7493000000000003</c:v>
                </c:pt>
                <c:pt idx="485">
                  <c:v>0.77699999999999969</c:v>
                </c:pt>
                <c:pt idx="486">
                  <c:v>0.76509999999999989</c:v>
                </c:pt>
                <c:pt idx="487">
                  <c:v>0.57250000000000023</c:v>
                </c:pt>
                <c:pt idx="488">
                  <c:v>0.65659999999999963</c:v>
                </c:pt>
                <c:pt idx="489">
                  <c:v>0.5607000000000002</c:v>
                </c:pt>
                <c:pt idx="490">
                  <c:v>0.56059999999999954</c:v>
                </c:pt>
                <c:pt idx="491">
                  <c:v>0.54500000000000037</c:v>
                </c:pt>
                <c:pt idx="492">
                  <c:v>0.51779999999999982</c:v>
                </c:pt>
                <c:pt idx="493">
                  <c:v>0.52940000000000031</c:v>
                </c:pt>
                <c:pt idx="494">
                  <c:v>0.52940000000000031</c:v>
                </c:pt>
                <c:pt idx="495">
                  <c:v>0.59169999999999989</c:v>
                </c:pt>
                <c:pt idx="496">
                  <c:v>0.51179999999999959</c:v>
                </c:pt>
                <c:pt idx="497">
                  <c:v>0.44590000000000041</c:v>
                </c:pt>
                <c:pt idx="498">
                  <c:v>0.38040000000000029</c:v>
                </c:pt>
                <c:pt idx="499">
                  <c:v>0.45159999999999956</c:v>
                </c:pt>
                <c:pt idx="500">
                  <c:v>0.32079999999999975</c:v>
                </c:pt>
                <c:pt idx="501">
                  <c:v>0.37810000000000032</c:v>
                </c:pt>
                <c:pt idx="502">
                  <c:v>0.29010000000000025</c:v>
                </c:pt>
                <c:pt idx="503">
                  <c:v>0.22920000000000007</c:v>
                </c:pt>
                <c:pt idx="504">
                  <c:v>0.27469999999999972</c:v>
                </c:pt>
                <c:pt idx="505">
                  <c:v>0.3508</c:v>
                </c:pt>
                <c:pt idx="506">
                  <c:v>0.35849999999999982</c:v>
                </c:pt>
                <c:pt idx="507">
                  <c:v>0.32579999999999965</c:v>
                </c:pt>
                <c:pt idx="508">
                  <c:v>0.14159999999999995</c:v>
                </c:pt>
                <c:pt idx="509">
                  <c:v>4.5999999999999819E-2</c:v>
                </c:pt>
                <c:pt idx="510">
                  <c:v>3.620000000000001E-2</c:v>
                </c:pt>
                <c:pt idx="511">
                  <c:v>5.6599999999999984E-2</c:v>
                </c:pt>
                <c:pt idx="512">
                  <c:v>5.6499999999999773E-2</c:v>
                </c:pt>
                <c:pt idx="513">
                  <c:v>-2.7400000000000091E-2</c:v>
                </c:pt>
                <c:pt idx="514">
                  <c:v>1.330000000000009E-2</c:v>
                </c:pt>
                <c:pt idx="515">
                  <c:v>2.0199999999999996E-2</c:v>
                </c:pt>
                <c:pt idx="516">
                  <c:v>2.0199999999999996E-2</c:v>
                </c:pt>
                <c:pt idx="517">
                  <c:v>2.1900000000000031E-2</c:v>
                </c:pt>
                <c:pt idx="518">
                  <c:v>-8.0400000000000027E-2</c:v>
                </c:pt>
                <c:pt idx="519">
                  <c:v>-3.0499999999999972E-2</c:v>
                </c:pt>
                <c:pt idx="520">
                  <c:v>0</c:v>
                </c:pt>
                <c:pt idx="521">
                  <c:v>0</c:v>
                </c:pt>
                <c:pt idx="522">
                  <c:v>5.0299999999999567E-2</c:v>
                </c:pt>
                <c:pt idx="523">
                  <c:v>3.7099999999999689E-2</c:v>
                </c:pt>
                <c:pt idx="524">
                  <c:v>0.11969999999999992</c:v>
                </c:pt>
                <c:pt idx="525">
                  <c:v>0.16659999999999986</c:v>
                </c:pt>
                <c:pt idx="526">
                  <c:v>0.15139999999999976</c:v>
                </c:pt>
                <c:pt idx="527">
                  <c:v>0.13419999999999987</c:v>
                </c:pt>
                <c:pt idx="528">
                  <c:v>0.14919999999999956</c:v>
                </c:pt>
                <c:pt idx="529">
                  <c:v>8.6699999999999999E-2</c:v>
                </c:pt>
                <c:pt idx="530">
                  <c:v>5.9899999999999842E-2</c:v>
                </c:pt>
                <c:pt idx="531">
                  <c:v>5.9899999999999842E-2</c:v>
                </c:pt>
                <c:pt idx="532">
                  <c:v>0.17899999999999938</c:v>
                </c:pt>
                <c:pt idx="533">
                  <c:v>0.22279999999999944</c:v>
                </c:pt>
                <c:pt idx="534">
                  <c:v>0.26290000000000013</c:v>
                </c:pt>
                <c:pt idx="535">
                  <c:v>0.24350000000000005</c:v>
                </c:pt>
                <c:pt idx="536">
                  <c:v>0.22609999999999975</c:v>
                </c:pt>
                <c:pt idx="537">
                  <c:v>0.24909999999999943</c:v>
                </c:pt>
                <c:pt idx="538">
                  <c:v>0.29709999999999948</c:v>
                </c:pt>
                <c:pt idx="539">
                  <c:v>0.23930000000000007</c:v>
                </c:pt>
                <c:pt idx="540">
                  <c:v>0.25819999999999954</c:v>
                </c:pt>
                <c:pt idx="541">
                  <c:v>0.19489999999999963</c:v>
                </c:pt>
                <c:pt idx="542">
                  <c:v>0.15280000000000005</c:v>
                </c:pt>
                <c:pt idx="543">
                  <c:v>3.3299999999999663E-2</c:v>
                </c:pt>
                <c:pt idx="544">
                  <c:v>1.0999999999996568E-3</c:v>
                </c:pt>
                <c:pt idx="545">
                  <c:v>0.14079999999999959</c:v>
                </c:pt>
                <c:pt idx="546">
                  <c:v>0.27879999999999949</c:v>
                </c:pt>
                <c:pt idx="547">
                  <c:v>0.22089999999999943</c:v>
                </c:pt>
                <c:pt idx="548">
                  <c:v>0.24199999999999999</c:v>
                </c:pt>
                <c:pt idx="549">
                  <c:v>0.2748999999999997</c:v>
                </c:pt>
                <c:pt idx="550">
                  <c:v>0.29629999999999956</c:v>
                </c:pt>
                <c:pt idx="551">
                  <c:v>0.30019999999999936</c:v>
                </c:pt>
                <c:pt idx="552">
                  <c:v>0.43520000000000003</c:v>
                </c:pt>
                <c:pt idx="553">
                  <c:v>0.37629999999999963</c:v>
                </c:pt>
                <c:pt idx="554">
                  <c:v>0.35090000000000021</c:v>
                </c:pt>
                <c:pt idx="555">
                  <c:v>0.40010000000000012</c:v>
                </c:pt>
                <c:pt idx="556">
                  <c:v>0.40010000000000012</c:v>
                </c:pt>
                <c:pt idx="557">
                  <c:v>0.39619999999999944</c:v>
                </c:pt>
                <c:pt idx="558">
                  <c:v>0.43959999999999955</c:v>
                </c:pt>
                <c:pt idx="559">
                  <c:v>0.44160000000000021</c:v>
                </c:pt>
                <c:pt idx="560">
                  <c:v>0.36890000000000001</c:v>
                </c:pt>
                <c:pt idx="561">
                  <c:v>0.40039999999999942</c:v>
                </c:pt>
                <c:pt idx="562">
                  <c:v>0.42410000000000014</c:v>
                </c:pt>
                <c:pt idx="563">
                  <c:v>0.38479999999999936</c:v>
                </c:pt>
                <c:pt idx="564">
                  <c:v>0.37110000000000021</c:v>
                </c:pt>
                <c:pt idx="565">
                  <c:v>0.30069999999999997</c:v>
                </c:pt>
                <c:pt idx="566">
                  <c:v>0.33399999999999963</c:v>
                </c:pt>
                <c:pt idx="567">
                  <c:v>0.27339999999999964</c:v>
                </c:pt>
                <c:pt idx="568">
                  <c:v>0.2229000000000001</c:v>
                </c:pt>
                <c:pt idx="569">
                  <c:v>0.20359999999999978</c:v>
                </c:pt>
                <c:pt idx="570">
                  <c:v>0.1958000000000002</c:v>
                </c:pt>
                <c:pt idx="571">
                  <c:v>0.21910000000000007</c:v>
                </c:pt>
                <c:pt idx="572">
                  <c:v>0.2715999999999994</c:v>
                </c:pt>
                <c:pt idx="573">
                  <c:v>0.31079999999999952</c:v>
                </c:pt>
                <c:pt idx="574">
                  <c:v>0.41120000000000001</c:v>
                </c:pt>
                <c:pt idx="575">
                  <c:v>0.42720000000000002</c:v>
                </c:pt>
                <c:pt idx="576">
                  <c:v>0.44510000000000005</c:v>
                </c:pt>
                <c:pt idx="577">
                  <c:v>0.41340000000000021</c:v>
                </c:pt>
                <c:pt idx="578">
                  <c:v>0.39369999999999994</c:v>
                </c:pt>
                <c:pt idx="579">
                  <c:v>0.38779999999999948</c:v>
                </c:pt>
                <c:pt idx="580">
                  <c:v>0.31899999999999995</c:v>
                </c:pt>
                <c:pt idx="581">
                  <c:v>0.36629999999999985</c:v>
                </c:pt>
                <c:pt idx="582">
                  <c:v>0.35250000000000004</c:v>
                </c:pt>
                <c:pt idx="583">
                  <c:v>0.31119999999999948</c:v>
                </c:pt>
                <c:pt idx="584">
                  <c:v>0.32120000000000015</c:v>
                </c:pt>
                <c:pt idx="585">
                  <c:v>0.32120000000000015</c:v>
                </c:pt>
                <c:pt idx="586">
                  <c:v>0.43009999999999948</c:v>
                </c:pt>
                <c:pt idx="587">
                  <c:v>0.46999999999999975</c:v>
                </c:pt>
                <c:pt idx="588">
                  <c:v>0.46809999999999974</c:v>
                </c:pt>
                <c:pt idx="589">
                  <c:v>0.4302999999999999</c:v>
                </c:pt>
                <c:pt idx="590">
                  <c:v>0.52249999999999996</c:v>
                </c:pt>
                <c:pt idx="591">
                  <c:v>0.54070000000000018</c:v>
                </c:pt>
                <c:pt idx="592">
                  <c:v>0.48249999999999993</c:v>
                </c:pt>
                <c:pt idx="593">
                  <c:v>0.66439999999999966</c:v>
                </c:pt>
                <c:pt idx="594">
                  <c:v>0.70739999999999981</c:v>
                </c:pt>
                <c:pt idx="595">
                  <c:v>0.64250000000000007</c:v>
                </c:pt>
                <c:pt idx="596">
                  <c:v>0.72229999999999972</c:v>
                </c:pt>
                <c:pt idx="597">
                  <c:v>0.78829999999999956</c:v>
                </c:pt>
                <c:pt idx="598">
                  <c:v>0.70819999999999972</c:v>
                </c:pt>
                <c:pt idx="599">
                  <c:v>0.75349999999999984</c:v>
                </c:pt>
                <c:pt idx="600">
                  <c:v>0.74160000000000004</c:v>
                </c:pt>
                <c:pt idx="601">
                  <c:v>0.72940000000000005</c:v>
                </c:pt>
                <c:pt idx="602">
                  <c:v>0.72129999999999939</c:v>
                </c:pt>
                <c:pt idx="603">
                  <c:v>0.76259999999999994</c:v>
                </c:pt>
                <c:pt idx="604">
                  <c:v>0.82479999999999976</c:v>
                </c:pt>
                <c:pt idx="605">
                  <c:v>0.78390000000000004</c:v>
                </c:pt>
                <c:pt idx="606">
                  <c:v>0.73449999999999971</c:v>
                </c:pt>
                <c:pt idx="607">
                  <c:v>0.80069999999999997</c:v>
                </c:pt>
                <c:pt idx="608">
                  <c:v>0.74920000000000009</c:v>
                </c:pt>
                <c:pt idx="609">
                  <c:v>0.70199999999999996</c:v>
                </c:pt>
                <c:pt idx="610">
                  <c:v>0.6285999999999996</c:v>
                </c:pt>
                <c:pt idx="611">
                  <c:v>0.60829999999999984</c:v>
                </c:pt>
                <c:pt idx="612">
                  <c:v>0.57789999999999964</c:v>
                </c:pt>
                <c:pt idx="613">
                  <c:v>0.61459999999999937</c:v>
                </c:pt>
                <c:pt idx="614">
                  <c:v>0.57399999999999984</c:v>
                </c:pt>
                <c:pt idx="615">
                  <c:v>0.61719999999999953</c:v>
                </c:pt>
                <c:pt idx="616">
                  <c:v>0.60740000000000016</c:v>
                </c:pt>
                <c:pt idx="617">
                  <c:v>0.5602999999999998</c:v>
                </c:pt>
                <c:pt idx="618">
                  <c:v>0.46089999999999964</c:v>
                </c:pt>
                <c:pt idx="619">
                  <c:v>0.49589999999999979</c:v>
                </c:pt>
                <c:pt idx="620">
                  <c:v>0.54070000000000018</c:v>
                </c:pt>
                <c:pt idx="621">
                  <c:v>0.56419999999999959</c:v>
                </c:pt>
                <c:pt idx="622">
                  <c:v>0.53289999999999971</c:v>
                </c:pt>
                <c:pt idx="623">
                  <c:v>0.54269999999999996</c:v>
                </c:pt>
                <c:pt idx="624">
                  <c:v>0.59759999999999991</c:v>
                </c:pt>
                <c:pt idx="625">
                  <c:v>0.58589999999999964</c:v>
                </c:pt>
                <c:pt idx="626">
                  <c:v>0.67089999999999961</c:v>
                </c:pt>
                <c:pt idx="627">
                  <c:v>0.7325999999999997</c:v>
                </c:pt>
                <c:pt idx="628">
                  <c:v>0.66690000000000005</c:v>
                </c:pt>
                <c:pt idx="629">
                  <c:v>0.61939999999999973</c:v>
                </c:pt>
                <c:pt idx="630">
                  <c:v>0.50929999999999964</c:v>
                </c:pt>
                <c:pt idx="631">
                  <c:v>0.44679999999999964</c:v>
                </c:pt>
                <c:pt idx="632">
                  <c:v>0.39639999999999986</c:v>
                </c:pt>
                <c:pt idx="633">
                  <c:v>0.40789999999999971</c:v>
                </c:pt>
                <c:pt idx="634">
                  <c:v>0.55440000000000023</c:v>
                </c:pt>
                <c:pt idx="635">
                  <c:v>0.58789999999999942</c:v>
                </c:pt>
                <c:pt idx="636">
                  <c:v>0.5248999999999997</c:v>
                </c:pt>
                <c:pt idx="637">
                  <c:v>0.43689999999999962</c:v>
                </c:pt>
                <c:pt idx="638">
                  <c:v>0.36509999999999998</c:v>
                </c:pt>
                <c:pt idx="639">
                  <c:v>0.3418000000000001</c:v>
                </c:pt>
                <c:pt idx="640">
                  <c:v>0.40179999999999971</c:v>
                </c:pt>
                <c:pt idx="641">
                  <c:v>0.34359999999999946</c:v>
                </c:pt>
                <c:pt idx="642">
                  <c:v>0.34359999999999946</c:v>
                </c:pt>
                <c:pt idx="643">
                  <c:v>0.38030000000000008</c:v>
                </c:pt>
                <c:pt idx="644">
                  <c:v>0.37629999999999963</c:v>
                </c:pt>
                <c:pt idx="645">
                  <c:v>0.35299999999999976</c:v>
                </c:pt>
                <c:pt idx="646">
                  <c:v>0.36850000000000005</c:v>
                </c:pt>
                <c:pt idx="647">
                  <c:v>0.45029999999999948</c:v>
                </c:pt>
                <c:pt idx="648">
                  <c:v>0.40730000000000022</c:v>
                </c:pt>
                <c:pt idx="649">
                  <c:v>0.51699999999999946</c:v>
                </c:pt>
                <c:pt idx="650">
                  <c:v>0.58219999999999938</c:v>
                </c:pt>
                <c:pt idx="651">
                  <c:v>0.55250000000000021</c:v>
                </c:pt>
                <c:pt idx="652">
                  <c:v>0.47959999999999958</c:v>
                </c:pt>
                <c:pt idx="653">
                  <c:v>0.47959999999999958</c:v>
                </c:pt>
                <c:pt idx="654">
                  <c:v>0.39930000000000021</c:v>
                </c:pt>
                <c:pt idx="655">
                  <c:v>0.39919999999999956</c:v>
                </c:pt>
                <c:pt idx="656">
                  <c:v>0.41679999999999939</c:v>
                </c:pt>
                <c:pt idx="657">
                  <c:v>0.40499999999999936</c:v>
                </c:pt>
                <c:pt idx="658">
                  <c:v>0.33099999999999952</c:v>
                </c:pt>
                <c:pt idx="659">
                  <c:v>0.30379999999999985</c:v>
                </c:pt>
                <c:pt idx="660">
                  <c:v>0.35029999999999983</c:v>
                </c:pt>
                <c:pt idx="661">
                  <c:v>0.27850000000000019</c:v>
                </c:pt>
                <c:pt idx="662">
                  <c:v>0.27850000000000019</c:v>
                </c:pt>
                <c:pt idx="663">
                  <c:v>0.32299999999999951</c:v>
                </c:pt>
                <c:pt idx="664">
                  <c:v>0.3597999999999999</c:v>
                </c:pt>
                <c:pt idx="665">
                  <c:v>0.37340000000000018</c:v>
                </c:pt>
                <c:pt idx="666">
                  <c:v>0.37150000000000016</c:v>
                </c:pt>
                <c:pt idx="667">
                  <c:v>0.40470000000000006</c:v>
                </c:pt>
                <c:pt idx="668">
                  <c:v>0.36160000000000014</c:v>
                </c:pt>
                <c:pt idx="669">
                  <c:v>0.31479999999999997</c:v>
                </c:pt>
                <c:pt idx="670">
                  <c:v>0.29530000000000012</c:v>
                </c:pt>
                <c:pt idx="671">
                  <c:v>0.26029999999999998</c:v>
                </c:pt>
                <c:pt idx="672">
                  <c:v>0.15050000000000008</c:v>
                </c:pt>
                <c:pt idx="673">
                  <c:v>9.6899999999999764E-2</c:v>
                </c:pt>
                <c:pt idx="674">
                  <c:v>-8.8700000000000223E-2</c:v>
                </c:pt>
                <c:pt idx="675">
                  <c:v>-9.0700000000000003E-2</c:v>
                </c:pt>
                <c:pt idx="676">
                  <c:v>1.2799999999999923E-2</c:v>
                </c:pt>
                <c:pt idx="677">
                  <c:v>6.3999999999999613E-2</c:v>
                </c:pt>
                <c:pt idx="678">
                  <c:v>0.10859999999999959</c:v>
                </c:pt>
                <c:pt idx="679">
                  <c:v>6.0699999999999754E-2</c:v>
                </c:pt>
                <c:pt idx="680">
                  <c:v>2.4399999999999977E-2</c:v>
                </c:pt>
                <c:pt idx="681">
                  <c:v>-3.6300000000000221E-2</c:v>
                </c:pt>
                <c:pt idx="682">
                  <c:v>-4.3900000000000272E-2</c:v>
                </c:pt>
                <c:pt idx="683">
                  <c:v>3.3999999999999808E-2</c:v>
                </c:pt>
                <c:pt idx="684">
                  <c:v>3.4999999999998366E-3</c:v>
                </c:pt>
                <c:pt idx="685">
                  <c:v>-8.0000000000000071E-3</c:v>
                </c:pt>
                <c:pt idx="686">
                  <c:v>-7.240000000000002E-2</c:v>
                </c:pt>
                <c:pt idx="687">
                  <c:v>-7.8100000000000058E-2</c:v>
                </c:pt>
                <c:pt idx="688">
                  <c:v>-2.7000000000000135E-2</c:v>
                </c:pt>
                <c:pt idx="689">
                  <c:v>-8.0100000000000282E-2</c:v>
                </c:pt>
                <c:pt idx="690">
                  <c:v>-6.3100000000000378E-2</c:v>
                </c:pt>
                <c:pt idx="691">
                  <c:v>-5.7500000000000107E-2</c:v>
                </c:pt>
                <c:pt idx="692">
                  <c:v>-4.4200000000000017E-2</c:v>
                </c:pt>
                <c:pt idx="693">
                  <c:v>-1.7600000000000282E-2</c:v>
                </c:pt>
                <c:pt idx="694">
                  <c:v>2.4299999999999766E-2</c:v>
                </c:pt>
                <c:pt idx="695">
                  <c:v>2.4299999999999766E-2</c:v>
                </c:pt>
                <c:pt idx="696">
                  <c:v>-4.8100000000000254E-2</c:v>
                </c:pt>
                <c:pt idx="697">
                  <c:v>-0.12390000000000034</c:v>
                </c:pt>
                <c:pt idx="698">
                  <c:v>-0.15220000000000011</c:v>
                </c:pt>
                <c:pt idx="699">
                  <c:v>-0.17110000000000003</c:v>
                </c:pt>
                <c:pt idx="700">
                  <c:v>-0.17870000000000008</c:v>
                </c:pt>
                <c:pt idx="701">
                  <c:v>-0.23680000000000012</c:v>
                </c:pt>
                <c:pt idx="702">
                  <c:v>-0.22570000000000023</c:v>
                </c:pt>
                <c:pt idx="703">
                  <c:v>-0.20510000000000028</c:v>
                </c:pt>
                <c:pt idx="704">
                  <c:v>-0.22780000000000022</c:v>
                </c:pt>
                <c:pt idx="705">
                  <c:v>-0.26150000000000029</c:v>
                </c:pt>
                <c:pt idx="706">
                  <c:v>-0.23350000000000026</c:v>
                </c:pt>
                <c:pt idx="707">
                  <c:v>-0.17530000000000001</c:v>
                </c:pt>
                <c:pt idx="708">
                  <c:v>-0.16600000000000037</c:v>
                </c:pt>
                <c:pt idx="709">
                  <c:v>-0.13780000000000037</c:v>
                </c:pt>
                <c:pt idx="710">
                  <c:v>-0.13020000000000032</c:v>
                </c:pt>
                <c:pt idx="711">
                  <c:v>-0.15110000000000001</c:v>
                </c:pt>
                <c:pt idx="712">
                  <c:v>-9.4200000000000284E-2</c:v>
                </c:pt>
                <c:pt idx="713">
                  <c:v>-8.2800000000000207E-2</c:v>
                </c:pt>
                <c:pt idx="714">
                  <c:v>-0.12850000000000028</c:v>
                </c:pt>
                <c:pt idx="715">
                  <c:v>-9.8200000000000287E-2</c:v>
                </c:pt>
                <c:pt idx="716">
                  <c:v>-0.14760000000000018</c:v>
                </c:pt>
                <c:pt idx="717">
                  <c:v>-9.8200000000000287E-2</c:v>
                </c:pt>
                <c:pt idx="718">
                  <c:v>-3.3300000000000107E-2</c:v>
                </c:pt>
                <c:pt idx="719">
                  <c:v>8.8099999999999845E-2</c:v>
                </c:pt>
                <c:pt idx="720">
                  <c:v>0.14649999999999963</c:v>
                </c:pt>
                <c:pt idx="721">
                  <c:v>0.13279999999999959</c:v>
                </c:pt>
                <c:pt idx="722">
                  <c:v>0.19350000000000023</c:v>
                </c:pt>
                <c:pt idx="723">
                  <c:v>0.18170000000000019</c:v>
                </c:pt>
                <c:pt idx="724">
                  <c:v>0.22119999999999962</c:v>
                </c:pt>
                <c:pt idx="725">
                  <c:v>0.22119999999999962</c:v>
                </c:pt>
                <c:pt idx="726">
                  <c:v>0.15259999999999962</c:v>
                </c:pt>
                <c:pt idx="727">
                  <c:v>0.13309999999999977</c:v>
                </c:pt>
                <c:pt idx="728">
                  <c:v>0.21150000000000002</c:v>
                </c:pt>
                <c:pt idx="729">
                  <c:v>0.20369999999999955</c:v>
                </c:pt>
                <c:pt idx="730">
                  <c:v>0.31649999999999956</c:v>
                </c:pt>
                <c:pt idx="731">
                  <c:v>0.32850000000000001</c:v>
                </c:pt>
                <c:pt idx="732">
                  <c:v>0.36649999999999938</c:v>
                </c:pt>
                <c:pt idx="733">
                  <c:v>0.3327</c:v>
                </c:pt>
                <c:pt idx="734">
                  <c:v>0.36079999999999934</c:v>
                </c:pt>
                <c:pt idx="735">
                  <c:v>0.40299999999999958</c:v>
                </c:pt>
                <c:pt idx="736">
                  <c:v>0.375</c:v>
                </c:pt>
                <c:pt idx="737">
                  <c:v>0.42129999999999956</c:v>
                </c:pt>
                <c:pt idx="738">
                  <c:v>0.40529999999999955</c:v>
                </c:pt>
                <c:pt idx="739">
                  <c:v>0.50450000000000017</c:v>
                </c:pt>
                <c:pt idx="740">
                  <c:v>0.40559999999999974</c:v>
                </c:pt>
                <c:pt idx="741">
                  <c:v>0.39170000000000016</c:v>
                </c:pt>
                <c:pt idx="742">
                  <c:v>0.55239999999999956</c:v>
                </c:pt>
                <c:pt idx="743">
                  <c:v>0.44660000000000011</c:v>
                </c:pt>
                <c:pt idx="744">
                  <c:v>0.42519999999999936</c:v>
                </c:pt>
                <c:pt idx="745">
                  <c:v>0.42519999999999936</c:v>
                </c:pt>
                <c:pt idx="746">
                  <c:v>0.5484</c:v>
                </c:pt>
                <c:pt idx="747">
                  <c:v>0.57209999999999983</c:v>
                </c:pt>
                <c:pt idx="748">
                  <c:v>0.55629999999999935</c:v>
                </c:pt>
                <c:pt idx="749">
                  <c:v>0.5602999999999998</c:v>
                </c:pt>
                <c:pt idx="750">
                  <c:v>0.53469999999999995</c:v>
                </c:pt>
                <c:pt idx="751">
                  <c:v>0.51710000000000012</c:v>
                </c:pt>
                <c:pt idx="752">
                  <c:v>0.53089999999999993</c:v>
                </c:pt>
                <c:pt idx="753">
                  <c:v>0.54269999999999996</c:v>
                </c:pt>
                <c:pt idx="754">
                  <c:v>0.52109999999999967</c:v>
                </c:pt>
                <c:pt idx="755">
                  <c:v>0.39400000000000013</c:v>
                </c:pt>
                <c:pt idx="756">
                  <c:v>0.42709999999999937</c:v>
                </c:pt>
                <c:pt idx="757">
                  <c:v>0.38429999999999964</c:v>
                </c:pt>
                <c:pt idx="758">
                  <c:v>0.38429999999999964</c:v>
                </c:pt>
                <c:pt idx="759">
                  <c:v>0.28939999999999966</c:v>
                </c:pt>
                <c:pt idx="760">
                  <c:v>0.31059999999999999</c:v>
                </c:pt>
                <c:pt idx="761">
                  <c:v>0.34539999999999971</c:v>
                </c:pt>
                <c:pt idx="762">
                  <c:v>0.3008999999999995</c:v>
                </c:pt>
                <c:pt idx="763">
                  <c:v>0.29699999999999971</c:v>
                </c:pt>
                <c:pt idx="764">
                  <c:v>0.2737999999999996</c:v>
                </c:pt>
                <c:pt idx="765">
                  <c:v>0.32209999999999983</c:v>
                </c:pt>
                <c:pt idx="766">
                  <c:v>0.34719999999999995</c:v>
                </c:pt>
                <c:pt idx="767">
                  <c:v>0.39199999999999946</c:v>
                </c:pt>
                <c:pt idx="768">
                  <c:v>0.44869999999999965</c:v>
                </c:pt>
                <c:pt idx="769">
                  <c:v>0.51759999999999984</c:v>
                </c:pt>
                <c:pt idx="770">
                  <c:v>0.51759999999999984</c:v>
                </c:pt>
                <c:pt idx="771">
                  <c:v>0.51959999999999962</c:v>
                </c:pt>
                <c:pt idx="772">
                  <c:v>0.63490000000000002</c:v>
                </c:pt>
                <c:pt idx="773">
                  <c:v>0.68299999999999983</c:v>
                </c:pt>
                <c:pt idx="774">
                  <c:v>0.64309999999999956</c:v>
                </c:pt>
                <c:pt idx="775">
                  <c:v>0.70739999999999981</c:v>
                </c:pt>
                <c:pt idx="776">
                  <c:v>0.70960000000000001</c:v>
                </c:pt>
                <c:pt idx="777">
                  <c:v>0.70960000000000001</c:v>
                </c:pt>
                <c:pt idx="778">
                  <c:v>0.70359999999999978</c:v>
                </c:pt>
                <c:pt idx="779">
                  <c:v>0.74619999999999997</c:v>
                </c:pt>
                <c:pt idx="780">
                  <c:v>0</c:v>
                </c:pt>
                <c:pt idx="781">
                  <c:v>0</c:v>
                </c:pt>
                <c:pt idx="782">
                  <c:v>0</c:v>
                </c:pt>
                <c:pt idx="783">
                  <c:v>-9.9999999999997868E-3</c:v>
                </c:pt>
                <c:pt idx="784">
                  <c:v>2.8500000000000192E-2</c:v>
                </c:pt>
                <c:pt idx="785">
                  <c:v>6.0999999999999943E-2</c:v>
                </c:pt>
                <c:pt idx="786">
                  <c:v>0.11599999999999966</c:v>
                </c:pt>
                <c:pt idx="787">
                  <c:v>0.12019999999999964</c:v>
                </c:pt>
                <c:pt idx="788">
                  <c:v>0.1203000000000003</c:v>
                </c:pt>
                <c:pt idx="789">
                  <c:v>0.19019999999999992</c:v>
                </c:pt>
                <c:pt idx="790">
                  <c:v>0.20889999999999986</c:v>
                </c:pt>
                <c:pt idx="791">
                  <c:v>0.22339999999999982</c:v>
                </c:pt>
                <c:pt idx="792">
                  <c:v>8.4100000000000286E-2</c:v>
                </c:pt>
                <c:pt idx="793">
                  <c:v>4.3499999999999872E-2</c:v>
                </c:pt>
                <c:pt idx="794">
                  <c:v>5.7999999999999829E-2</c:v>
                </c:pt>
                <c:pt idx="795">
                  <c:v>5.7999999999999829E-2</c:v>
                </c:pt>
                <c:pt idx="796">
                  <c:v>7.3999999999996291E-3</c:v>
                </c:pt>
                <c:pt idx="797">
                  <c:v>4.1900000000000048E-2</c:v>
                </c:pt>
                <c:pt idx="798">
                  <c:v>7.4600000000000222E-2</c:v>
                </c:pt>
                <c:pt idx="799">
                  <c:v>5.2400000000000446E-2</c:v>
                </c:pt>
                <c:pt idx="800">
                  <c:v>-3.4699999999999953E-2</c:v>
                </c:pt>
                <c:pt idx="801">
                  <c:v>-3.6699999999999733E-2</c:v>
                </c:pt>
                <c:pt idx="802">
                  <c:v>-4.0599999999999525E-2</c:v>
                </c:pt>
                <c:pt idx="803">
                  <c:v>-5.2699999999999747E-2</c:v>
                </c:pt>
                <c:pt idx="804">
                  <c:v>-3.029999999999955E-2</c:v>
                </c:pt>
                <c:pt idx="805">
                  <c:v>-1.4000000000000234E-2</c:v>
                </c:pt>
                <c:pt idx="806">
                  <c:v>-5.8499999999999552E-2</c:v>
                </c:pt>
                <c:pt idx="807">
                  <c:v>-0.15090000000000003</c:v>
                </c:pt>
                <c:pt idx="808">
                  <c:v>-0.13480000000000025</c:v>
                </c:pt>
                <c:pt idx="809">
                  <c:v>-7.4300000000000033E-2</c:v>
                </c:pt>
                <c:pt idx="810">
                  <c:v>-7.2199999999999598E-2</c:v>
                </c:pt>
                <c:pt idx="811">
                  <c:v>-3.3800000000000274E-2</c:v>
                </c:pt>
                <c:pt idx="812">
                  <c:v>5.1800000000000068E-2</c:v>
                </c:pt>
                <c:pt idx="813">
                  <c:v>-4.0199999999999569E-2</c:v>
                </c:pt>
                <c:pt idx="814">
                  <c:v>-9.279999999999955E-2</c:v>
                </c:pt>
                <c:pt idx="815">
                  <c:v>-9.279999999999955E-2</c:v>
                </c:pt>
                <c:pt idx="816">
                  <c:v>-1.8699999999999939E-2</c:v>
                </c:pt>
                <c:pt idx="817">
                  <c:v>-3.6299999999999777E-2</c:v>
                </c:pt>
                <c:pt idx="818">
                  <c:v>-6.3699999999999868E-2</c:v>
                </c:pt>
                <c:pt idx="819">
                  <c:v>-0.13769999999999971</c:v>
                </c:pt>
                <c:pt idx="820">
                  <c:v>-0.16870000000000029</c:v>
                </c:pt>
                <c:pt idx="821">
                  <c:v>-0.27449999999999974</c:v>
                </c:pt>
                <c:pt idx="822">
                  <c:v>-0.31280000000000019</c:v>
                </c:pt>
                <c:pt idx="823">
                  <c:v>-0.30909999999999993</c:v>
                </c:pt>
                <c:pt idx="824">
                  <c:v>-0.36080000000000023</c:v>
                </c:pt>
                <c:pt idx="825">
                  <c:v>-0.41389999999999993</c:v>
                </c:pt>
                <c:pt idx="826">
                  <c:v>-0.32479999999999976</c:v>
                </c:pt>
                <c:pt idx="827">
                  <c:v>-0.29049999999999976</c:v>
                </c:pt>
                <c:pt idx="828">
                  <c:v>-0.29059999999999953</c:v>
                </c:pt>
                <c:pt idx="829">
                  <c:v>-0.26790000000000003</c:v>
                </c:pt>
                <c:pt idx="830">
                  <c:v>-0.35590000000000011</c:v>
                </c:pt>
                <c:pt idx="831">
                  <c:v>-0.28910000000000036</c:v>
                </c:pt>
                <c:pt idx="832">
                  <c:v>-0.25659999999999972</c:v>
                </c:pt>
                <c:pt idx="833">
                  <c:v>-0.30079999999999973</c:v>
                </c:pt>
                <c:pt idx="834">
                  <c:v>-0.25689999999999991</c:v>
                </c:pt>
                <c:pt idx="835">
                  <c:v>-0.27050000000000018</c:v>
                </c:pt>
                <c:pt idx="836">
                  <c:v>-0.28589999999999982</c:v>
                </c:pt>
                <c:pt idx="837">
                  <c:v>-0.32620000000000005</c:v>
                </c:pt>
                <c:pt idx="838">
                  <c:v>-0.33209999999999962</c:v>
                </c:pt>
                <c:pt idx="839">
                  <c:v>-0.32279999999999998</c:v>
                </c:pt>
                <c:pt idx="840">
                  <c:v>-0.23439999999999994</c:v>
                </c:pt>
                <c:pt idx="841">
                  <c:v>-0.25570000000000004</c:v>
                </c:pt>
                <c:pt idx="842">
                  <c:v>-0.21710000000000029</c:v>
                </c:pt>
                <c:pt idx="843">
                  <c:v>-0.20950000000000024</c:v>
                </c:pt>
                <c:pt idx="844">
                  <c:v>-0.31960000000000033</c:v>
                </c:pt>
                <c:pt idx="845">
                  <c:v>-0.36369999999999969</c:v>
                </c:pt>
                <c:pt idx="846">
                  <c:v>-0.40010000000000012</c:v>
                </c:pt>
                <c:pt idx="847">
                  <c:v>-0.43829999999999991</c:v>
                </c:pt>
                <c:pt idx="848">
                  <c:v>-0.54039999999999999</c:v>
                </c:pt>
                <c:pt idx="849">
                  <c:v>-0.57469999999999999</c:v>
                </c:pt>
                <c:pt idx="850">
                  <c:v>-0.38549999999999951</c:v>
                </c:pt>
                <c:pt idx="851">
                  <c:v>-0.27609999999999957</c:v>
                </c:pt>
                <c:pt idx="852">
                  <c:v>-0.23749999999999982</c:v>
                </c:pt>
                <c:pt idx="853">
                  <c:v>-0.14409999999999989</c:v>
                </c:pt>
                <c:pt idx="854">
                  <c:v>-7.9500000000000348E-2</c:v>
                </c:pt>
                <c:pt idx="855">
                  <c:v>-0.19510000000000005</c:v>
                </c:pt>
                <c:pt idx="856">
                  <c:v>-0.23599999999999977</c:v>
                </c:pt>
                <c:pt idx="857">
                  <c:v>-0.29220000000000024</c:v>
                </c:pt>
                <c:pt idx="858">
                  <c:v>-0.24409999999999954</c:v>
                </c:pt>
                <c:pt idx="859">
                  <c:v>-0.24409999999999954</c:v>
                </c:pt>
                <c:pt idx="860">
                  <c:v>-0.15840000000000032</c:v>
                </c:pt>
                <c:pt idx="861">
                  <c:v>-0.16819999999999968</c:v>
                </c:pt>
                <c:pt idx="862">
                  <c:v>-0.18780000000000019</c:v>
                </c:pt>
                <c:pt idx="863">
                  <c:v>-0.25410000000000021</c:v>
                </c:pt>
                <c:pt idx="864">
                  <c:v>-0.33370000000000033</c:v>
                </c:pt>
                <c:pt idx="865">
                  <c:v>-0.36080000000000023</c:v>
                </c:pt>
                <c:pt idx="866">
                  <c:v>-0.3974000000000002</c:v>
                </c:pt>
                <c:pt idx="867">
                  <c:v>-0.4070999999999998</c:v>
                </c:pt>
                <c:pt idx="868">
                  <c:v>-0.35139999999999993</c:v>
                </c:pt>
                <c:pt idx="869">
                  <c:v>-0.26069999999999993</c:v>
                </c:pt>
                <c:pt idx="870">
                  <c:v>-0.22569999999999979</c:v>
                </c:pt>
                <c:pt idx="871">
                  <c:v>-0.27439999999999998</c:v>
                </c:pt>
                <c:pt idx="872">
                  <c:v>-0.29959999999999987</c:v>
                </c:pt>
                <c:pt idx="873">
                  <c:v>-0.19050000000000011</c:v>
                </c:pt>
                <c:pt idx="874">
                  <c:v>-0.19050000000000011</c:v>
                </c:pt>
                <c:pt idx="875">
                  <c:v>-9.8099999999999632E-2</c:v>
                </c:pt>
                <c:pt idx="876">
                  <c:v>-0.10400000000000009</c:v>
                </c:pt>
                <c:pt idx="877">
                  <c:v>-3.2700000000000173E-2</c:v>
                </c:pt>
                <c:pt idx="878">
                  <c:v>-0.13750000000000018</c:v>
                </c:pt>
                <c:pt idx="879">
                  <c:v>-9.1999999999999638E-2</c:v>
                </c:pt>
                <c:pt idx="880">
                  <c:v>-0.12159999999999993</c:v>
                </c:pt>
                <c:pt idx="881">
                  <c:v>-8.2099999999999618E-2</c:v>
                </c:pt>
                <c:pt idx="882">
                  <c:v>2.9499999999999638E-2</c:v>
                </c:pt>
                <c:pt idx="883">
                  <c:v>-4.0300000000000225E-2</c:v>
                </c:pt>
                <c:pt idx="884">
                  <c:v>-5.7999999999999829E-2</c:v>
                </c:pt>
                <c:pt idx="885">
                  <c:v>-0.12539999999999996</c:v>
                </c:pt>
                <c:pt idx="886">
                  <c:v>-9.1700000000000337E-2</c:v>
                </c:pt>
                <c:pt idx="887">
                  <c:v>-0.1509999999999998</c:v>
                </c:pt>
                <c:pt idx="888">
                  <c:v>-0.16859999999999964</c:v>
                </c:pt>
                <c:pt idx="889">
                  <c:v>-0.12910000000000021</c:v>
                </c:pt>
                <c:pt idx="890">
                  <c:v>-0.11529999999999951</c:v>
                </c:pt>
                <c:pt idx="891">
                  <c:v>-0.21379999999999999</c:v>
                </c:pt>
                <c:pt idx="892">
                  <c:v>-0.17839999999999989</c:v>
                </c:pt>
                <c:pt idx="893">
                  <c:v>-6.3399999999999679E-2</c:v>
                </c:pt>
                <c:pt idx="894">
                  <c:v>-9.5200000000000173E-2</c:v>
                </c:pt>
                <c:pt idx="895">
                  <c:v>-9.9199999999999733E-2</c:v>
                </c:pt>
                <c:pt idx="896">
                  <c:v>-0.14869999999999983</c:v>
                </c:pt>
                <c:pt idx="897">
                  <c:v>-0.20979999999999954</c:v>
                </c:pt>
                <c:pt idx="898">
                  <c:v>-0.17030000000000012</c:v>
                </c:pt>
                <c:pt idx="899">
                  <c:v>-0.1227999999999998</c:v>
                </c:pt>
                <c:pt idx="900">
                  <c:v>-0.18020000000000014</c:v>
                </c:pt>
                <c:pt idx="901">
                  <c:v>-0.1780999999999997</c:v>
                </c:pt>
                <c:pt idx="902">
                  <c:v>-0.1780999999999997</c:v>
                </c:pt>
                <c:pt idx="903">
                  <c:v>-0.19390000000000018</c:v>
                </c:pt>
                <c:pt idx="904">
                  <c:v>-0.22149999999999981</c:v>
                </c:pt>
                <c:pt idx="905">
                  <c:v>-0.27449999999999974</c:v>
                </c:pt>
                <c:pt idx="906">
                  <c:v>-0.27839999999999954</c:v>
                </c:pt>
                <c:pt idx="907">
                  <c:v>-0.32730000000000015</c:v>
                </c:pt>
                <c:pt idx="908">
                  <c:v>-0.29209999999999958</c:v>
                </c:pt>
                <c:pt idx="909">
                  <c:v>-0.34100000000000019</c:v>
                </c:pt>
                <c:pt idx="910">
                  <c:v>-0.32739999999999991</c:v>
                </c:pt>
                <c:pt idx="911">
                  <c:v>-0.29209999999999958</c:v>
                </c:pt>
                <c:pt idx="912">
                  <c:v>-0.22330000000000005</c:v>
                </c:pt>
                <c:pt idx="913">
                  <c:v>-0.22330000000000005</c:v>
                </c:pt>
                <c:pt idx="914">
                  <c:v>-0.18959999999999955</c:v>
                </c:pt>
                <c:pt idx="915">
                  <c:v>-0.16979999999999951</c:v>
                </c:pt>
                <c:pt idx="916">
                  <c:v>-0.2370000000000001</c:v>
                </c:pt>
                <c:pt idx="917">
                  <c:v>-0.21919999999999984</c:v>
                </c:pt>
                <c:pt idx="918">
                  <c:v>-0.15969999999999995</c:v>
                </c:pt>
                <c:pt idx="919">
                  <c:v>-0.13569999999999993</c:v>
                </c:pt>
                <c:pt idx="920">
                  <c:v>-8.7699999999999889E-2</c:v>
                </c:pt>
                <c:pt idx="921">
                  <c:v>-0.11369999999999969</c:v>
                </c:pt>
                <c:pt idx="922">
                  <c:v>-0.11770000000000014</c:v>
                </c:pt>
                <c:pt idx="923">
                  <c:v>-0.15350000000000019</c:v>
                </c:pt>
                <c:pt idx="924">
                  <c:v>-0.19130000000000003</c:v>
                </c:pt>
                <c:pt idx="925">
                  <c:v>-0.22499999999999964</c:v>
                </c:pt>
                <c:pt idx="926">
                  <c:v>-0.18919999999999959</c:v>
                </c:pt>
                <c:pt idx="927">
                  <c:v>-0.17330000000000023</c:v>
                </c:pt>
                <c:pt idx="928">
                  <c:v>-0.18119999999999958</c:v>
                </c:pt>
                <c:pt idx="929">
                  <c:v>-0.15920000000000023</c:v>
                </c:pt>
                <c:pt idx="930">
                  <c:v>-0.24859999999999971</c:v>
                </c:pt>
                <c:pt idx="931">
                  <c:v>-0.19899999999999984</c:v>
                </c:pt>
                <c:pt idx="932">
                  <c:v>-0.19500000000000028</c:v>
                </c:pt>
                <c:pt idx="933">
                  <c:v>-0.35309999999999953</c:v>
                </c:pt>
                <c:pt idx="934">
                  <c:v>-0.37669999999999959</c:v>
                </c:pt>
                <c:pt idx="935">
                  <c:v>-0.35899999999999999</c:v>
                </c:pt>
                <c:pt idx="936">
                  <c:v>-0.34330000000000016</c:v>
                </c:pt>
                <c:pt idx="937">
                  <c:v>-0.31899999999999995</c:v>
                </c:pt>
                <c:pt idx="938">
                  <c:v>-0.28610000000000024</c:v>
                </c:pt>
                <c:pt idx="939">
                  <c:v>-0.28409999999999958</c:v>
                </c:pt>
                <c:pt idx="940">
                  <c:v>-0.28019999999999978</c:v>
                </c:pt>
                <c:pt idx="941">
                  <c:v>-0.33640000000000025</c:v>
                </c:pt>
                <c:pt idx="942">
                  <c:v>-0.28409999999999958</c:v>
                </c:pt>
                <c:pt idx="943">
                  <c:v>-0.25300000000000011</c:v>
                </c:pt>
                <c:pt idx="944">
                  <c:v>-0.23550000000000004</c:v>
                </c:pt>
                <c:pt idx="945">
                  <c:v>-0.26280000000000037</c:v>
                </c:pt>
                <c:pt idx="946">
                  <c:v>-0.27829999999999977</c:v>
                </c:pt>
                <c:pt idx="947">
                  <c:v>-0.24129999999999985</c:v>
                </c:pt>
                <c:pt idx="948">
                  <c:v>-0.31529999999999969</c:v>
                </c:pt>
                <c:pt idx="949">
                  <c:v>-0.29389999999999983</c:v>
                </c:pt>
                <c:pt idx="950">
                  <c:v>-0.30750000000000011</c:v>
                </c:pt>
                <c:pt idx="951">
                  <c:v>-0.33469999999999978</c:v>
                </c:pt>
                <c:pt idx="952">
                  <c:v>-0.36570000000000036</c:v>
                </c:pt>
                <c:pt idx="953">
                  <c:v>-0.34060000000000024</c:v>
                </c:pt>
                <c:pt idx="954">
                  <c:v>-0.34060000000000024</c:v>
                </c:pt>
                <c:pt idx="955">
                  <c:v>-0.30759999999999987</c:v>
                </c:pt>
                <c:pt idx="956">
                  <c:v>-0.35219999999999985</c:v>
                </c:pt>
                <c:pt idx="957">
                  <c:v>-0.40829999999999966</c:v>
                </c:pt>
                <c:pt idx="958">
                  <c:v>-0.49479999999999968</c:v>
                </c:pt>
                <c:pt idx="959">
                  <c:v>-0.52920000000000034</c:v>
                </c:pt>
                <c:pt idx="960">
                  <c:v>-0.48149999999999959</c:v>
                </c:pt>
                <c:pt idx="961">
                  <c:v>-0.52360000000000007</c:v>
                </c:pt>
                <c:pt idx="962">
                  <c:v>-0.5484</c:v>
                </c:pt>
                <c:pt idx="963">
                  <c:v>-0.5046999999999997</c:v>
                </c:pt>
                <c:pt idx="964">
                  <c:v>-0.53150000000000031</c:v>
                </c:pt>
                <c:pt idx="965">
                  <c:v>-0.54110000000000014</c:v>
                </c:pt>
                <c:pt idx="966">
                  <c:v>-0.48179999999999978</c:v>
                </c:pt>
                <c:pt idx="967">
                  <c:v>-0.4645999999999999</c:v>
                </c:pt>
                <c:pt idx="968">
                  <c:v>-0.44160000000000021</c:v>
                </c:pt>
                <c:pt idx="969">
                  <c:v>-0.4222999999999999</c:v>
                </c:pt>
                <c:pt idx="970">
                  <c:v>-0.46290000000000031</c:v>
                </c:pt>
                <c:pt idx="971">
                  <c:v>-0.42239999999999966</c:v>
                </c:pt>
                <c:pt idx="972">
                  <c:v>-0.39919999999999956</c:v>
                </c:pt>
                <c:pt idx="973">
                  <c:v>-0.39349999999999952</c:v>
                </c:pt>
                <c:pt idx="974">
                  <c:v>-0.4302999999999999</c:v>
                </c:pt>
                <c:pt idx="975">
                  <c:v>-0.41870000000000029</c:v>
                </c:pt>
                <c:pt idx="976">
                  <c:v>-0.47090000000000032</c:v>
                </c:pt>
                <c:pt idx="977">
                  <c:v>-0.48629999999999995</c:v>
                </c:pt>
                <c:pt idx="978">
                  <c:v>-0.44979999999999976</c:v>
                </c:pt>
                <c:pt idx="979">
                  <c:v>-0.41699999999999982</c:v>
                </c:pt>
                <c:pt idx="980">
                  <c:v>-0.44599999999999973</c:v>
                </c:pt>
                <c:pt idx="981">
                  <c:v>-0.45190000000000019</c:v>
                </c:pt>
                <c:pt idx="982">
                  <c:v>-0.43060000000000009</c:v>
                </c:pt>
                <c:pt idx="983">
                  <c:v>-0.53680000000000039</c:v>
                </c:pt>
                <c:pt idx="984">
                  <c:v>-0.53680000000000039</c:v>
                </c:pt>
                <c:pt idx="985">
                  <c:v>-0.53690000000000015</c:v>
                </c:pt>
                <c:pt idx="986">
                  <c:v>-0.54079999999999995</c:v>
                </c:pt>
                <c:pt idx="987">
                  <c:v>-0.59450000000000003</c:v>
                </c:pt>
                <c:pt idx="988">
                  <c:v>-0.56020000000000003</c:v>
                </c:pt>
                <c:pt idx="989">
                  <c:v>-0.58899999999999997</c:v>
                </c:pt>
                <c:pt idx="990">
                  <c:v>-0.60630000000000006</c:v>
                </c:pt>
                <c:pt idx="991">
                  <c:v>-0.61969999999999992</c:v>
                </c:pt>
                <c:pt idx="992">
                  <c:v>-0.56810000000000027</c:v>
                </c:pt>
                <c:pt idx="993">
                  <c:v>-0.56829999999999981</c:v>
                </c:pt>
                <c:pt idx="994">
                  <c:v>-0.58950000000000014</c:v>
                </c:pt>
                <c:pt idx="995">
                  <c:v>-0.59339999999999993</c:v>
                </c:pt>
                <c:pt idx="996">
                  <c:v>-0.49329999999999963</c:v>
                </c:pt>
                <c:pt idx="997">
                  <c:v>-0.47199999999999953</c:v>
                </c:pt>
                <c:pt idx="998">
                  <c:v>-0.49150000000000027</c:v>
                </c:pt>
                <c:pt idx="999">
                  <c:v>-0.45859999999999967</c:v>
                </c:pt>
                <c:pt idx="1000">
                  <c:v>-0.48379999999999956</c:v>
                </c:pt>
                <c:pt idx="1001">
                  <c:v>-0.40990000000000038</c:v>
                </c:pt>
                <c:pt idx="1002">
                  <c:v>-0.4859</c:v>
                </c:pt>
                <c:pt idx="1003">
                  <c:v>-0.47240000000000038</c:v>
                </c:pt>
                <c:pt idx="1004">
                  <c:v>-0.45300000000000029</c:v>
                </c:pt>
                <c:pt idx="1005">
                  <c:v>-0.45300000000000029</c:v>
                </c:pt>
                <c:pt idx="1006">
                  <c:v>-0.49969999999999981</c:v>
                </c:pt>
                <c:pt idx="1007">
                  <c:v>-0.44979999999999976</c:v>
                </c:pt>
                <c:pt idx="1008">
                  <c:v>-0.42070000000000007</c:v>
                </c:pt>
                <c:pt idx="1009">
                  <c:v>-0.43039999999999967</c:v>
                </c:pt>
                <c:pt idx="1010">
                  <c:v>-0.45559999999999956</c:v>
                </c:pt>
                <c:pt idx="1011">
                  <c:v>-0.43229999999999968</c:v>
                </c:pt>
                <c:pt idx="1012">
                  <c:v>-0.48449999999999971</c:v>
                </c:pt>
                <c:pt idx="1013">
                  <c:v>-0.50570000000000004</c:v>
                </c:pt>
                <c:pt idx="1014">
                  <c:v>-0.54420000000000002</c:v>
                </c:pt>
                <c:pt idx="1015">
                  <c:v>-0.57299999999999995</c:v>
                </c:pt>
                <c:pt idx="1016">
                  <c:v>-0.57489999999999997</c:v>
                </c:pt>
                <c:pt idx="1017">
                  <c:v>-0.57489999999999997</c:v>
                </c:pt>
                <c:pt idx="1018">
                  <c:v>-0.55579999999999963</c:v>
                </c:pt>
                <c:pt idx="1019">
                  <c:v>-0.48249999999999993</c:v>
                </c:pt>
                <c:pt idx="1020">
                  <c:v>-0.48249999999999993</c:v>
                </c:pt>
                <c:pt idx="1021">
                  <c:v>-0.50570000000000004</c:v>
                </c:pt>
                <c:pt idx="1022">
                  <c:v>-0.47090000000000032</c:v>
                </c:pt>
                <c:pt idx="1023">
                  <c:v>-0.43389999999999951</c:v>
                </c:pt>
                <c:pt idx="1024">
                  <c:v>-0.40470000000000006</c:v>
                </c:pt>
                <c:pt idx="1025">
                  <c:v>-0.38119999999999976</c:v>
                </c:pt>
                <c:pt idx="1026">
                  <c:v>-0.42220000000000013</c:v>
                </c:pt>
                <c:pt idx="1027">
                  <c:v>-0.41239999999999988</c:v>
                </c:pt>
                <c:pt idx="1028">
                  <c:v>-0.38490000000000002</c:v>
                </c:pt>
                <c:pt idx="1029">
                  <c:v>-0.39670000000000005</c:v>
                </c:pt>
                <c:pt idx="1030">
                  <c:v>-0.42400000000000038</c:v>
                </c:pt>
                <c:pt idx="1031">
                  <c:v>-0.4161999999999999</c:v>
                </c:pt>
                <c:pt idx="1032">
                  <c:v>-0.44730000000000025</c:v>
                </c:pt>
                <c:pt idx="1033">
                  <c:v>-0.42189999999999994</c:v>
                </c:pt>
                <c:pt idx="1034">
                  <c:v>-0.40620000000000012</c:v>
                </c:pt>
                <c:pt idx="1035">
                  <c:v>-0.40620000000000012</c:v>
                </c:pt>
                <c:pt idx="1036">
                  <c:v>-0.43550000000000022</c:v>
                </c:pt>
                <c:pt idx="1037">
                  <c:v>-0.43550000000000022</c:v>
                </c:pt>
                <c:pt idx="1038">
                  <c:v>-0.44130000000000003</c:v>
                </c:pt>
                <c:pt idx="1039">
                  <c:v>-0.4588000000000001</c:v>
                </c:pt>
                <c:pt idx="1040">
                  <c:v>-0.44709999999999983</c:v>
                </c:pt>
                <c:pt idx="1041">
                  <c:v>-0.40200000000000014</c:v>
                </c:pt>
                <c:pt idx="1042">
                  <c:v>-0.40200000000000014</c:v>
                </c:pt>
                <c:pt idx="1043">
                  <c:v>-0.3783000000000003</c:v>
                </c:pt>
                <c:pt idx="1044">
                  <c:v>-0.40779999999999994</c:v>
                </c:pt>
                <c:pt idx="1045">
                  <c:v>-0.39599999999999991</c:v>
                </c:pt>
                <c:pt idx="1046">
                  <c:v>-0.42149999999999999</c:v>
                </c:pt>
                <c:pt idx="1047">
                  <c:v>-0.40179999999999971</c:v>
                </c:pt>
                <c:pt idx="1048">
                  <c:v>-0.40369999999999973</c:v>
                </c:pt>
                <c:pt idx="1049">
                  <c:v>-0.39379999999999971</c:v>
                </c:pt>
                <c:pt idx="1050">
                  <c:v>-0.38980000000000015</c:v>
                </c:pt>
                <c:pt idx="1051">
                  <c:v>-0.43700000000000028</c:v>
                </c:pt>
                <c:pt idx="1052">
                  <c:v>-0.39959999999999951</c:v>
                </c:pt>
                <c:pt idx="1053">
                  <c:v>-0.34609999999999985</c:v>
                </c:pt>
                <c:pt idx="1054">
                  <c:v>-0.34609999999999985</c:v>
                </c:pt>
                <c:pt idx="1055">
                  <c:v>-0.27649999999999952</c:v>
                </c:pt>
                <c:pt idx="1056">
                  <c:v>-0.32620000000000005</c:v>
                </c:pt>
                <c:pt idx="1057">
                  <c:v>-0.32409999999999961</c:v>
                </c:pt>
                <c:pt idx="1058">
                  <c:v>-0.34379999999999988</c:v>
                </c:pt>
                <c:pt idx="1059">
                  <c:v>-0.35770000000000035</c:v>
                </c:pt>
                <c:pt idx="1060">
                  <c:v>-0.32580000000000009</c:v>
                </c:pt>
                <c:pt idx="1061">
                  <c:v>-0.32580000000000009</c:v>
                </c:pt>
                <c:pt idx="1062">
                  <c:v>-0.33769999999999989</c:v>
                </c:pt>
                <c:pt idx="1063">
                  <c:v>-0.33349999999999991</c:v>
                </c:pt>
                <c:pt idx="1064">
                  <c:v>-0.29159999999999986</c:v>
                </c:pt>
                <c:pt idx="1065">
                  <c:v>-0.30349999999999966</c:v>
                </c:pt>
                <c:pt idx="1066">
                  <c:v>-0.29549999999999965</c:v>
                </c:pt>
                <c:pt idx="1067">
                  <c:v>-0.38889999999999958</c:v>
                </c:pt>
                <c:pt idx="1068">
                  <c:v>-0.36299999999999955</c:v>
                </c:pt>
                <c:pt idx="1069">
                  <c:v>-0.36690000000000023</c:v>
                </c:pt>
                <c:pt idx="1070">
                  <c:v>-0.42630000000000035</c:v>
                </c:pt>
                <c:pt idx="1071">
                  <c:v>-0.39660000000000029</c:v>
                </c:pt>
                <c:pt idx="1072">
                  <c:v>-0.47090000000000032</c:v>
                </c:pt>
                <c:pt idx="1073">
                  <c:v>-0.52069999999999972</c:v>
                </c:pt>
                <c:pt idx="1074">
                  <c:v>-0.52069999999999972</c:v>
                </c:pt>
                <c:pt idx="1075">
                  <c:v>-0.51119999999999965</c:v>
                </c:pt>
                <c:pt idx="1076">
                  <c:v>-0.48629999999999995</c:v>
                </c:pt>
                <c:pt idx="1077">
                  <c:v>-0.50169999999999959</c:v>
                </c:pt>
                <c:pt idx="1078">
                  <c:v>-0.48639999999999972</c:v>
                </c:pt>
                <c:pt idx="1079">
                  <c:v>-0.53810000000000002</c:v>
                </c:pt>
                <c:pt idx="1080">
                  <c:v>-0.54</c:v>
                </c:pt>
                <c:pt idx="1081">
                  <c:v>-0.51710000000000012</c:v>
                </c:pt>
                <c:pt idx="1082">
                  <c:v>-0.56489999999999974</c:v>
                </c:pt>
                <c:pt idx="1083">
                  <c:v>-0.63149999999999995</c:v>
                </c:pt>
                <c:pt idx="1084">
                  <c:v>-0.53449999999999953</c:v>
                </c:pt>
                <c:pt idx="1085">
                  <c:v>-0.50959999999999983</c:v>
                </c:pt>
                <c:pt idx="1086">
                  <c:v>-0.47309999999999963</c:v>
                </c:pt>
                <c:pt idx="1087">
                  <c:v>-0.43269999999999964</c:v>
                </c:pt>
                <c:pt idx="1088">
                  <c:v>-0.43069999999999986</c:v>
                </c:pt>
                <c:pt idx="1089">
                  <c:v>-0.47320000000000029</c:v>
                </c:pt>
                <c:pt idx="1090">
                  <c:v>-0.41329999999999956</c:v>
                </c:pt>
                <c:pt idx="1091">
                  <c:v>-0.33940000000000037</c:v>
                </c:pt>
                <c:pt idx="1092">
                  <c:v>-0.3080999999999996</c:v>
                </c:pt>
                <c:pt idx="1093">
                  <c:v>-0.2923</c:v>
                </c:pt>
                <c:pt idx="1094">
                  <c:v>-0.35299999999999976</c:v>
                </c:pt>
                <c:pt idx="1095">
                  <c:v>-0.37049999999999983</c:v>
                </c:pt>
                <c:pt idx="1096">
                  <c:v>-0.30400000000000027</c:v>
                </c:pt>
                <c:pt idx="1097">
                  <c:v>-0.3197000000000001</c:v>
                </c:pt>
                <c:pt idx="1098">
                  <c:v>-0.18940000000000001</c:v>
                </c:pt>
                <c:pt idx="1099">
                  <c:v>-0.22700000000000031</c:v>
                </c:pt>
                <c:pt idx="1100">
                  <c:v>-0.20910000000000029</c:v>
                </c:pt>
                <c:pt idx="1101">
                  <c:v>-0.23679999999999968</c:v>
                </c:pt>
                <c:pt idx="1102">
                  <c:v>-0.15730000000000022</c:v>
                </c:pt>
                <c:pt idx="1103">
                  <c:v>-0.14119999999999955</c:v>
                </c:pt>
                <c:pt idx="1104">
                  <c:v>-0.22079999999999966</c:v>
                </c:pt>
                <c:pt idx="1105">
                  <c:v>-0.25239999999999974</c:v>
                </c:pt>
                <c:pt idx="1106">
                  <c:v>-0.25039999999999996</c:v>
                </c:pt>
                <c:pt idx="1107">
                  <c:v>-0.2641</c:v>
                </c:pt>
                <c:pt idx="1108">
                  <c:v>-0.22839999999999971</c:v>
                </c:pt>
                <c:pt idx="1109">
                  <c:v>-0.23829999999999973</c:v>
                </c:pt>
                <c:pt idx="1110">
                  <c:v>-0.27590000000000003</c:v>
                </c:pt>
                <c:pt idx="1111">
                  <c:v>-0.27789999999999981</c:v>
                </c:pt>
                <c:pt idx="1112">
                  <c:v>-0.29359999999999964</c:v>
                </c:pt>
                <c:pt idx="1113">
                  <c:v>-0.25199999999999978</c:v>
                </c:pt>
                <c:pt idx="1114">
                  <c:v>-0.27569999999999961</c:v>
                </c:pt>
                <c:pt idx="1115">
                  <c:v>-0.32110000000000039</c:v>
                </c:pt>
                <c:pt idx="1116">
                  <c:v>-0.28559999999999963</c:v>
                </c:pt>
                <c:pt idx="1117">
                  <c:v>-0.25779999999999959</c:v>
                </c:pt>
                <c:pt idx="1118">
                  <c:v>-0.32099999999999973</c:v>
                </c:pt>
                <c:pt idx="1119">
                  <c:v>-0.31799999999999962</c:v>
                </c:pt>
                <c:pt idx="1120">
                  <c:v>-0.27740000000000009</c:v>
                </c:pt>
                <c:pt idx="1121">
                  <c:v>-0.26649999999999974</c:v>
                </c:pt>
                <c:pt idx="1122">
                  <c:v>-0.24460000000000015</c:v>
                </c:pt>
                <c:pt idx="1123">
                  <c:v>-0.26829999999999998</c:v>
                </c:pt>
                <c:pt idx="1124">
                  <c:v>-0.22949999999999982</c:v>
                </c:pt>
                <c:pt idx="1125">
                  <c:v>-0.22349999999999959</c:v>
                </c:pt>
                <c:pt idx="1126">
                  <c:v>-0.13919999999999977</c:v>
                </c:pt>
                <c:pt idx="1127">
                  <c:v>-0.19840000000000035</c:v>
                </c:pt>
                <c:pt idx="1128">
                  <c:v>-0.19920000000000027</c:v>
                </c:pt>
                <c:pt idx="1129">
                  <c:v>-0.13079999999999981</c:v>
                </c:pt>
                <c:pt idx="1130">
                  <c:v>-0.14489999999999981</c:v>
                </c:pt>
                <c:pt idx="1131">
                  <c:v>-0.22009999999999952</c:v>
                </c:pt>
                <c:pt idx="1132">
                  <c:v>-0.18290000000000006</c:v>
                </c:pt>
                <c:pt idx="1133">
                  <c:v>-0.21490000000000009</c:v>
                </c:pt>
                <c:pt idx="1134">
                  <c:v>-0.15559999999999974</c:v>
                </c:pt>
                <c:pt idx="1135">
                  <c:v>-0.10599999999999987</c:v>
                </c:pt>
                <c:pt idx="1136">
                  <c:v>-0.10020000000000007</c:v>
                </c:pt>
                <c:pt idx="1137">
                  <c:v>-8.73999999999997E-2</c:v>
                </c:pt>
                <c:pt idx="1138">
                  <c:v>2.4399999999999977E-2</c:v>
                </c:pt>
                <c:pt idx="1139">
                  <c:v>1.839999999999975E-2</c:v>
                </c:pt>
                <c:pt idx="1140">
                  <c:v>9.729999999999972E-2</c:v>
                </c:pt>
                <c:pt idx="1141">
                  <c:v>1.6499999999999737E-2</c:v>
                </c:pt>
                <c:pt idx="1142">
                  <c:v>6.0000000000037801E-4</c:v>
                </c:pt>
                <c:pt idx="1143">
                  <c:v>-1.1199999999999655E-2</c:v>
                </c:pt>
                <c:pt idx="1144">
                  <c:v>-8.4399999999999586E-2</c:v>
                </c:pt>
                <c:pt idx="1145">
                  <c:v>-8.6299999999999599E-2</c:v>
                </c:pt>
                <c:pt idx="1146">
                  <c:v>-0.1216999999999997</c:v>
                </c:pt>
                <c:pt idx="1147">
                  <c:v>-0.13349999999999973</c:v>
                </c:pt>
                <c:pt idx="1148">
                  <c:v>-0.11580000000000013</c:v>
                </c:pt>
                <c:pt idx="1149">
                  <c:v>-0.12570000000000014</c:v>
                </c:pt>
                <c:pt idx="1150">
                  <c:v>-7.43999999999998E-2</c:v>
                </c:pt>
                <c:pt idx="1151">
                  <c:v>-9.6099999999999852E-2</c:v>
                </c:pt>
                <c:pt idx="1152">
                  <c:v>-3.8699999999999513E-2</c:v>
                </c:pt>
                <c:pt idx="1153">
                  <c:v>-6.8000000000001393E-3</c:v>
                </c:pt>
                <c:pt idx="1154">
                  <c:v>-5.2500000000000213E-2</c:v>
                </c:pt>
                <c:pt idx="1155">
                  <c:v>-1.6700000000000159E-2</c:v>
                </c:pt>
                <c:pt idx="1156">
                  <c:v>-0.10789999999999988</c:v>
                </c:pt>
                <c:pt idx="1157">
                  <c:v>-9.0099999999999625E-2</c:v>
                </c:pt>
                <c:pt idx="1158">
                  <c:v>-9.6000000000000085E-2</c:v>
                </c:pt>
                <c:pt idx="1159">
                  <c:v>-0.12959999999999994</c:v>
                </c:pt>
                <c:pt idx="1160">
                  <c:v>-8.2099999999999618E-2</c:v>
                </c:pt>
                <c:pt idx="1161">
                  <c:v>-0.11570000000000036</c:v>
                </c:pt>
                <c:pt idx="1162">
                  <c:v>-0.11570000000000036</c:v>
                </c:pt>
                <c:pt idx="1163">
                  <c:v>-6.0200000000000031E-2</c:v>
                </c:pt>
                <c:pt idx="1164">
                  <c:v>-7.2099999999999831E-2</c:v>
                </c:pt>
                <c:pt idx="1165">
                  <c:v>-0.17680000000000007</c:v>
                </c:pt>
                <c:pt idx="1166">
                  <c:v>-0.17680000000000007</c:v>
                </c:pt>
                <c:pt idx="1167">
                  <c:v>-0.20040000000000013</c:v>
                </c:pt>
                <c:pt idx="1168">
                  <c:v>-0.19460000000000033</c:v>
                </c:pt>
                <c:pt idx="1169">
                  <c:v>-0.10379999999999967</c:v>
                </c:pt>
                <c:pt idx="1170">
                  <c:v>-8.9900000000000091E-2</c:v>
                </c:pt>
                <c:pt idx="1171">
                  <c:v>-8.5799999999999876E-2</c:v>
                </c:pt>
                <c:pt idx="1172">
                  <c:v>-8.5799999999999876E-2</c:v>
                </c:pt>
                <c:pt idx="1173">
                  <c:v>-9.9700000000000344E-2</c:v>
                </c:pt>
                <c:pt idx="1174">
                  <c:v>-1.7900000000000027E-2</c:v>
                </c:pt>
                <c:pt idx="1175">
                  <c:v>1.0200000000000209E-2</c:v>
                </c:pt>
                <c:pt idx="1176">
                  <c:v>-1.7900000000000027E-2</c:v>
                </c:pt>
                <c:pt idx="1177">
                  <c:v>-7.799999999999585E-3</c:v>
                </c:pt>
                <c:pt idx="1178">
                  <c:v>5.4700000000000415E-2</c:v>
                </c:pt>
                <c:pt idx="1179">
                  <c:v>2.0400000000000418E-2</c:v>
                </c:pt>
                <c:pt idx="1180">
                  <c:v>-2.1700000000000053E-2</c:v>
                </c:pt>
                <c:pt idx="1181">
                  <c:v>-1.5600000000000058E-2</c:v>
                </c:pt>
                <c:pt idx="1182">
                  <c:v>-2.1600000000000286E-2</c:v>
                </c:pt>
                <c:pt idx="1183">
                  <c:v>2.2700000000000387E-2</c:v>
                </c:pt>
                <c:pt idx="1184">
                  <c:v>5.909999999999993E-2</c:v>
                </c:pt>
                <c:pt idx="1185">
                  <c:v>8.5499999999999687E-2</c:v>
                </c:pt>
                <c:pt idx="1186">
                  <c:v>0.12420000000000009</c:v>
                </c:pt>
                <c:pt idx="1187">
                  <c:v>0.10810000000000031</c:v>
                </c:pt>
                <c:pt idx="1188">
                  <c:v>7.9699999999999882E-2</c:v>
                </c:pt>
                <c:pt idx="1189">
                  <c:v>3.7200000000000344E-2</c:v>
                </c:pt>
                <c:pt idx="1190">
                  <c:v>0.10829999999999984</c:v>
                </c:pt>
                <c:pt idx="1191">
                  <c:v>0.10430000000000028</c:v>
                </c:pt>
                <c:pt idx="1192">
                  <c:v>0.16570000000000018</c:v>
                </c:pt>
                <c:pt idx="1193">
                  <c:v>0.10650000000000048</c:v>
                </c:pt>
                <c:pt idx="1194">
                  <c:v>4.3599999999999639E-2</c:v>
                </c:pt>
                <c:pt idx="1195">
                  <c:v>4.3700000000000294E-2</c:v>
                </c:pt>
                <c:pt idx="1196">
                  <c:v>0.10880000000000045</c:v>
                </c:pt>
                <c:pt idx="1197">
                  <c:v>7.6400000000000468E-2</c:v>
                </c:pt>
                <c:pt idx="1198">
                  <c:v>0.13769999999999971</c:v>
                </c:pt>
                <c:pt idx="1199">
                  <c:v>0.11929999999999996</c:v>
                </c:pt>
                <c:pt idx="1200">
                  <c:v>0.12349999999999994</c:v>
                </c:pt>
                <c:pt idx="1201">
                  <c:v>7.3699999999999655E-2</c:v>
                </c:pt>
                <c:pt idx="1202">
                  <c:v>0.12319999999999975</c:v>
                </c:pt>
                <c:pt idx="1203">
                  <c:v>0.15289999999999981</c:v>
                </c:pt>
                <c:pt idx="1204">
                  <c:v>0.13510000000000044</c:v>
                </c:pt>
                <c:pt idx="1205">
                  <c:v>7.7600000000000335E-2</c:v>
                </c:pt>
                <c:pt idx="1206">
                  <c:v>0.13510000000000044</c:v>
                </c:pt>
                <c:pt idx="1207">
                  <c:v>0.16490000000000027</c:v>
                </c:pt>
                <c:pt idx="1208">
                  <c:v>0.12710000000000043</c:v>
                </c:pt>
                <c:pt idx="1209">
                  <c:v>5.9800000000000075E-2</c:v>
                </c:pt>
                <c:pt idx="1210">
                  <c:v>7.749999999999968E-2</c:v>
                </c:pt>
                <c:pt idx="1211">
                  <c:v>0.10719999999999974</c:v>
                </c:pt>
                <c:pt idx="1212">
                  <c:v>0.14900000000000002</c:v>
                </c:pt>
                <c:pt idx="1213">
                  <c:v>0.18100000000000005</c:v>
                </c:pt>
                <c:pt idx="1214">
                  <c:v>0.22909999999999986</c:v>
                </c:pt>
                <c:pt idx="1215">
                  <c:v>0.20899999999999963</c:v>
                </c:pt>
                <c:pt idx="1216">
                  <c:v>0.19899999999999984</c:v>
                </c:pt>
                <c:pt idx="1217">
                  <c:v>0.21309999999999985</c:v>
                </c:pt>
                <c:pt idx="1218">
                  <c:v>0.21309999999999985</c:v>
                </c:pt>
                <c:pt idx="1219">
                  <c:v>0.21919999999999984</c:v>
                </c:pt>
                <c:pt idx="1220">
                  <c:v>0.27160000000000029</c:v>
                </c:pt>
                <c:pt idx="1221">
                  <c:v>0.39360000000000017</c:v>
                </c:pt>
                <c:pt idx="1222">
                  <c:v>0.39789999999999992</c:v>
                </c:pt>
                <c:pt idx="1223">
                  <c:v>0.41849999999999987</c:v>
                </c:pt>
                <c:pt idx="1224">
                  <c:v>0.43290000000000006</c:v>
                </c:pt>
                <c:pt idx="1225">
                  <c:v>0.45350000000000001</c:v>
                </c:pt>
                <c:pt idx="1226">
                  <c:v>0.36139999999999972</c:v>
                </c:pt>
                <c:pt idx="1227">
                  <c:v>0.42710000000000026</c:v>
                </c:pt>
                <c:pt idx="1228">
                  <c:v>0.38199999999999967</c:v>
                </c:pt>
                <c:pt idx="1229">
                  <c:v>0.39229999999999965</c:v>
                </c:pt>
                <c:pt idx="1230">
                  <c:v>0.54520000000000035</c:v>
                </c:pt>
                <c:pt idx="1231">
                  <c:v>0.62880000000000003</c:v>
                </c:pt>
                <c:pt idx="1232">
                  <c:v>0.59140000000000015</c:v>
                </c:pt>
                <c:pt idx="1233">
                  <c:v>0.66710000000000047</c:v>
                </c:pt>
                <c:pt idx="1234">
                  <c:v>0.66720000000000024</c:v>
                </c:pt>
                <c:pt idx="1235">
                  <c:v>0.71590000000000042</c:v>
                </c:pt>
                <c:pt idx="1236">
                  <c:v>0.67170000000000041</c:v>
                </c:pt>
                <c:pt idx="1237">
                  <c:v>0.7016</c:v>
                </c:pt>
                <c:pt idx="1238">
                  <c:v>0.73559999999999981</c:v>
                </c:pt>
                <c:pt idx="1239">
                  <c:v>0.71030000000000015</c:v>
                </c:pt>
                <c:pt idx="1240">
                  <c:v>0.71469999999999967</c:v>
                </c:pt>
                <c:pt idx="1241">
                  <c:v>0.65779999999999994</c:v>
                </c:pt>
                <c:pt idx="1242">
                  <c:v>0.66880000000000006</c:v>
                </c:pt>
                <c:pt idx="1243">
                  <c:v>0.66880000000000006</c:v>
                </c:pt>
                <c:pt idx="1244">
                  <c:v>0.63940000000000019</c:v>
                </c:pt>
                <c:pt idx="1245">
                  <c:v>0.61639999999999961</c:v>
                </c:pt>
                <c:pt idx="1246">
                  <c:v>0.48899999999999988</c:v>
                </c:pt>
                <c:pt idx="1247">
                  <c:v>0.50380000000000003</c:v>
                </c:pt>
                <c:pt idx="1248">
                  <c:v>#N/A</c:v>
                </c:pt>
                <c:pt idx="1249">
                  <c:v>#N/A</c:v>
                </c:pt>
                <c:pt idx="1250">
                  <c:v>#N/A</c:v>
                </c:pt>
                <c:pt idx="1251">
                  <c:v>#N/A</c:v>
                </c:pt>
                <c:pt idx="1252">
                  <c:v>#N/A</c:v>
                </c:pt>
                <c:pt idx="1253">
                  <c:v>#N/A</c:v>
                </c:pt>
                <c:pt idx="1254">
                  <c:v>#N/A</c:v>
                </c:pt>
                <c:pt idx="1255">
                  <c:v>#N/A</c:v>
                </c:pt>
                <c:pt idx="1256">
                  <c:v>#N/A</c:v>
                </c:pt>
                <c:pt idx="1257">
                  <c:v>#N/A</c:v>
                </c:pt>
                <c:pt idx="1258">
                  <c:v>#N/A</c:v>
                </c:pt>
                <c:pt idx="1259">
                  <c:v>#N/A</c:v>
                </c:pt>
                <c:pt idx="1260">
                  <c:v>#N/A</c:v>
                </c:pt>
                <c:pt idx="1261">
                  <c:v>#N/A</c:v>
                </c:pt>
                <c:pt idx="1262">
                  <c:v>#N/A</c:v>
                </c:pt>
                <c:pt idx="1263">
                  <c:v>#N/A</c:v>
                </c:pt>
                <c:pt idx="1264">
                  <c:v>#N/A</c:v>
                </c:pt>
                <c:pt idx="1265">
                  <c:v>#N/A</c:v>
                </c:pt>
                <c:pt idx="1266">
                  <c:v>#N/A</c:v>
                </c:pt>
                <c:pt idx="1267">
                  <c:v>#N/A</c:v>
                </c:pt>
                <c:pt idx="1268">
                  <c:v>#N/A</c:v>
                </c:pt>
                <c:pt idx="1269">
                  <c:v>#N/A</c:v>
                </c:pt>
                <c:pt idx="1270">
                  <c:v>#N/A</c:v>
                </c:pt>
                <c:pt idx="1271">
                  <c:v>#N/A</c:v>
                </c:pt>
                <c:pt idx="1272">
                  <c:v>#N/A</c:v>
                </c:pt>
                <c:pt idx="1273">
                  <c:v>#N/A</c:v>
                </c:pt>
                <c:pt idx="1274">
                  <c:v>#N/A</c:v>
                </c:pt>
                <c:pt idx="1275">
                  <c:v>#N/A</c:v>
                </c:pt>
                <c:pt idx="1276">
                  <c:v>#N/A</c:v>
                </c:pt>
                <c:pt idx="1277">
                  <c:v>#N/A</c:v>
                </c:pt>
                <c:pt idx="1278">
                  <c:v>#N/A</c:v>
                </c:pt>
                <c:pt idx="1279">
                  <c:v>#N/A</c:v>
                </c:pt>
                <c:pt idx="1280">
                  <c:v>#N/A</c:v>
                </c:pt>
                <c:pt idx="1281">
                  <c:v>#N/A</c:v>
                </c:pt>
                <c:pt idx="1282">
                  <c:v>#N/A</c:v>
                </c:pt>
                <c:pt idx="1283">
                  <c:v>#N/A</c:v>
                </c:pt>
                <c:pt idx="1284">
                  <c:v>#N/A</c:v>
                </c:pt>
                <c:pt idx="1285">
                  <c:v>#N/A</c:v>
                </c:pt>
                <c:pt idx="1286">
                  <c:v>#N/A</c:v>
                </c:pt>
                <c:pt idx="1287">
                  <c:v>#N/A</c:v>
                </c:pt>
                <c:pt idx="1288">
                  <c:v>#N/A</c:v>
                </c:pt>
                <c:pt idx="1289">
                  <c:v>#N/A</c:v>
                </c:pt>
                <c:pt idx="1290">
                  <c:v>#N/A</c:v>
                </c:pt>
                <c:pt idx="1291">
                  <c:v>#N/A</c:v>
                </c:pt>
                <c:pt idx="1292">
                  <c:v>#N/A</c:v>
                </c:pt>
                <c:pt idx="1293">
                  <c:v>#N/A</c:v>
                </c:pt>
                <c:pt idx="1294">
                  <c:v>#N/A</c:v>
                </c:pt>
                <c:pt idx="1295">
                  <c:v>#N/A</c:v>
                </c:pt>
                <c:pt idx="1296">
                  <c:v>#N/A</c:v>
                </c:pt>
                <c:pt idx="1297">
                  <c:v>#N/A</c:v>
                </c:pt>
                <c:pt idx="1298">
                  <c:v>#N/A</c:v>
                </c:pt>
                <c:pt idx="1299">
                  <c:v>#N/A</c:v>
                </c:pt>
                <c:pt idx="1300">
                  <c:v>#N/A</c:v>
                </c:pt>
                <c:pt idx="1301">
                  <c:v>#N/A</c:v>
                </c:pt>
                <c:pt idx="1302">
                  <c:v>#N/A</c:v>
                </c:pt>
                <c:pt idx="1303">
                  <c:v>#N/A</c:v>
                </c:pt>
                <c:pt idx="1304">
                  <c:v>#N/A</c:v>
                </c:pt>
                <c:pt idx="1305">
                  <c:v>#N/A</c:v>
                </c:pt>
                <c:pt idx="1306">
                  <c:v>#N/A</c:v>
                </c:pt>
                <c:pt idx="1307">
                  <c:v>#N/A</c:v>
                </c:pt>
                <c:pt idx="1308">
                  <c:v>#N/A</c:v>
                </c:pt>
                <c:pt idx="1309">
                  <c:v>#N/A</c:v>
                </c:pt>
                <c:pt idx="1310">
                  <c:v>#N/A</c:v>
                </c:pt>
                <c:pt idx="1311">
                  <c:v>#N/A</c:v>
                </c:pt>
                <c:pt idx="1312">
                  <c:v>#N/A</c:v>
                </c:pt>
                <c:pt idx="1313">
                  <c:v>#N/A</c:v>
                </c:pt>
                <c:pt idx="1314">
                  <c:v>#N/A</c:v>
                </c:pt>
                <c:pt idx="1315">
                  <c:v>#N/A</c:v>
                </c:pt>
                <c:pt idx="1316">
                  <c:v>#N/A</c:v>
                </c:pt>
                <c:pt idx="1317">
                  <c:v>#N/A</c:v>
                </c:pt>
                <c:pt idx="1318">
                  <c:v>#N/A</c:v>
                </c:pt>
                <c:pt idx="1319">
                  <c:v>#N/A</c:v>
                </c:pt>
                <c:pt idx="1320">
                  <c:v>#N/A</c:v>
                </c:pt>
              </c:numCache>
            </c:numRef>
          </c:val>
          <c:smooth val="0"/>
          <c:extLst>
            <c:ext xmlns:c16="http://schemas.microsoft.com/office/drawing/2014/chart" uri="{C3380CC4-5D6E-409C-BE32-E72D297353CC}">
              <c16:uniqueId val="{00000003-8FD0-4083-B2AF-C14DB4137190}"/>
            </c:ext>
          </c:extLst>
        </c:ser>
        <c:dLbls>
          <c:showLegendKey val="0"/>
          <c:showVal val="0"/>
          <c:showCatName val="0"/>
          <c:showSerName val="0"/>
          <c:showPercent val="0"/>
          <c:showBubbleSize val="0"/>
        </c:dLbls>
        <c:marker val="1"/>
        <c:smooth val="0"/>
        <c:axId val="-1398614704"/>
        <c:axId val="-1398616336"/>
      </c:lineChart>
      <c:dateAx>
        <c:axId val="-1398613616"/>
        <c:scaling>
          <c:orientation val="minMax"/>
          <c:min val="45657"/>
        </c:scaling>
        <c:delete val="0"/>
        <c:axPos val="b"/>
        <c:numFmt formatCode="mmmyy" sourceLinked="0"/>
        <c:majorTickMark val="out"/>
        <c:minorTickMark val="none"/>
        <c:tickLblPos val="low"/>
        <c:txPr>
          <a:bodyPr/>
          <a:lstStyle/>
          <a:p>
            <a:pPr>
              <a:defRPr sz="700"/>
            </a:pPr>
            <a:endParaRPr lang="es-PE"/>
          </a:p>
        </c:txPr>
        <c:crossAx val="-1398619600"/>
        <c:crosses val="autoZero"/>
        <c:auto val="0"/>
        <c:lblOffset val="100"/>
        <c:baseTimeUnit val="days"/>
        <c:majorUnit val="1"/>
        <c:majorTimeUnit val="months"/>
      </c:dateAx>
      <c:valAx>
        <c:axId val="-1398619600"/>
        <c:scaling>
          <c:orientation val="minMax"/>
          <c:max val="2.2000000000000002"/>
          <c:min val="-1"/>
        </c:scaling>
        <c:delete val="0"/>
        <c:axPos val="l"/>
        <c:numFmt formatCode="#,##0.0" sourceLinked="0"/>
        <c:majorTickMark val="out"/>
        <c:minorTickMark val="none"/>
        <c:tickLblPos val="nextTo"/>
        <c:txPr>
          <a:bodyPr/>
          <a:lstStyle/>
          <a:p>
            <a:pPr>
              <a:defRPr sz="900"/>
            </a:pPr>
            <a:endParaRPr lang="es-PE"/>
          </a:p>
        </c:txPr>
        <c:crossAx val="-1398613616"/>
        <c:crosses val="autoZero"/>
        <c:crossBetween val="between"/>
        <c:majorUnit val="0.2"/>
      </c:valAx>
      <c:valAx>
        <c:axId val="-1398616336"/>
        <c:scaling>
          <c:orientation val="minMax"/>
          <c:max val="2"/>
          <c:min val="-1"/>
        </c:scaling>
        <c:delete val="0"/>
        <c:axPos val="r"/>
        <c:numFmt formatCode="0.0" sourceLinked="0"/>
        <c:majorTickMark val="out"/>
        <c:minorTickMark val="none"/>
        <c:tickLblPos val="nextTo"/>
        <c:txPr>
          <a:bodyPr/>
          <a:lstStyle/>
          <a:p>
            <a:pPr>
              <a:defRPr sz="900"/>
            </a:pPr>
            <a:endParaRPr lang="es-PE"/>
          </a:p>
        </c:txPr>
        <c:crossAx val="-1398614704"/>
        <c:crosses val="max"/>
        <c:crossBetween val="between"/>
        <c:majorUnit val="0.2"/>
      </c:valAx>
      <c:dateAx>
        <c:axId val="-1398614704"/>
        <c:scaling>
          <c:orientation val="minMax"/>
        </c:scaling>
        <c:delete val="1"/>
        <c:axPos val="b"/>
        <c:numFmt formatCode="m/d/yyyy" sourceLinked="1"/>
        <c:majorTickMark val="out"/>
        <c:minorTickMark val="none"/>
        <c:tickLblPos val="nextTo"/>
        <c:crossAx val="-1398616336"/>
        <c:crosses val="autoZero"/>
        <c:auto val="0"/>
        <c:lblOffset val="100"/>
        <c:baseTimeUnit val="days"/>
        <c:majorUnit val="1"/>
        <c:minorUnit val="1"/>
      </c:dateAx>
    </c:plotArea>
    <c:legend>
      <c:legendPos val="r"/>
      <c:layout>
        <c:manualLayout>
          <c:xMode val="edge"/>
          <c:yMode val="edge"/>
          <c:x val="0.10489843950237007"/>
          <c:y val="7.8657842894441027E-2"/>
          <c:w val="0.2526453115615272"/>
          <c:h val="0.19161728056958907"/>
        </c:manualLayout>
      </c:layout>
      <c:overlay val="1"/>
      <c:spPr>
        <a:solidFill>
          <a:schemeClr val="bg1"/>
        </a:solidFill>
        <a:ln>
          <a:solidFill>
            <a:sysClr val="window" lastClr="FFFFFF">
              <a:lumMod val="65000"/>
            </a:sysClr>
          </a:solidFill>
        </a:ln>
      </c:spPr>
      <c:txPr>
        <a:bodyPr/>
        <a:lstStyle/>
        <a:p>
          <a:pPr>
            <a:defRPr sz="900"/>
          </a:pPr>
          <a:endParaRPr lang="es-PE"/>
        </a:p>
      </c:txPr>
    </c:legend>
    <c:plotVisOnly val="1"/>
    <c:dispBlanksAs val="gap"/>
    <c:showDLblsOverMax val="0"/>
  </c:chart>
  <c:spPr>
    <a:noFill/>
    <a:ln>
      <a:noFill/>
    </a:ln>
  </c:spPr>
  <c:txPr>
    <a:bodyPr/>
    <a:lstStyle/>
    <a:p>
      <a:pPr>
        <a:defRPr b="1">
          <a:solidFill>
            <a:schemeClr val="tx2"/>
          </a:solidFill>
          <a:latin typeface="Trebuchet MS" panose="020B0603020202020204" pitchFamily="34" charset="0"/>
        </a:defRPr>
      </a:pPr>
      <a:endParaRPr lang="es-PE"/>
    </a:p>
  </c:txPr>
  <c:externalData r:id="rId2">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0"/>
    <c:plotArea>
      <c:layout>
        <c:manualLayout>
          <c:layoutTarget val="inner"/>
          <c:xMode val="edge"/>
          <c:yMode val="edge"/>
          <c:x val="7.4320363521686708E-2"/>
          <c:y val="1.8872469692048574E-2"/>
          <c:w val="0.86352090087978572"/>
          <c:h val="0.89091567452102627"/>
        </c:manualLayout>
      </c:layout>
      <c:lineChart>
        <c:grouping val="standard"/>
        <c:varyColors val="0"/>
        <c:ser>
          <c:idx val="1"/>
          <c:order val="1"/>
          <c:tx>
            <c:strRef>
              <c:f>FI_INDEX!$AT$7</c:f>
              <c:strCache>
                <c:ptCount val="1"/>
                <c:pt idx="0">
                  <c:v>MXNUSD</c:v>
                </c:pt>
              </c:strCache>
            </c:strRef>
          </c:tx>
          <c:spPr>
            <a:ln w="28575">
              <a:solidFill>
                <a:srgbClr val="00AECB"/>
              </a:solidFill>
            </a:ln>
          </c:spPr>
          <c:marker>
            <c:symbol val="none"/>
          </c:marker>
          <c:cat>
            <c:numRef>
              <c:f>FI_INDEX!$AC$795:$AC$4550</c:f>
              <c:numCache>
                <c:formatCode>m/d/yyyy</c:formatCode>
                <c:ptCount val="3756"/>
                <c:pt idx="0">
                  <c:v>44561</c:v>
                </c:pt>
                <c:pt idx="1">
                  <c:v>44564</c:v>
                </c:pt>
                <c:pt idx="2">
                  <c:v>44565</c:v>
                </c:pt>
                <c:pt idx="3">
                  <c:v>44566</c:v>
                </c:pt>
                <c:pt idx="4">
                  <c:v>44567</c:v>
                </c:pt>
                <c:pt idx="5">
                  <c:v>44568</c:v>
                </c:pt>
                <c:pt idx="6">
                  <c:v>44571</c:v>
                </c:pt>
                <c:pt idx="7">
                  <c:v>44572</c:v>
                </c:pt>
                <c:pt idx="8">
                  <c:v>44573</c:v>
                </c:pt>
                <c:pt idx="9">
                  <c:v>44574</c:v>
                </c:pt>
                <c:pt idx="10">
                  <c:v>44575</c:v>
                </c:pt>
                <c:pt idx="11">
                  <c:v>44578</c:v>
                </c:pt>
                <c:pt idx="12">
                  <c:v>44579</c:v>
                </c:pt>
                <c:pt idx="13">
                  <c:v>44580</c:v>
                </c:pt>
                <c:pt idx="14">
                  <c:v>44581</c:v>
                </c:pt>
                <c:pt idx="15">
                  <c:v>44582</c:v>
                </c:pt>
                <c:pt idx="16">
                  <c:v>44585</c:v>
                </c:pt>
                <c:pt idx="17">
                  <c:v>44586</c:v>
                </c:pt>
                <c:pt idx="18">
                  <c:v>44587</c:v>
                </c:pt>
                <c:pt idx="19">
                  <c:v>44588</c:v>
                </c:pt>
                <c:pt idx="20">
                  <c:v>44589</c:v>
                </c:pt>
                <c:pt idx="21">
                  <c:v>44592</c:v>
                </c:pt>
                <c:pt idx="22">
                  <c:v>44593</c:v>
                </c:pt>
                <c:pt idx="23">
                  <c:v>44594</c:v>
                </c:pt>
                <c:pt idx="24">
                  <c:v>44595</c:v>
                </c:pt>
                <c:pt idx="25">
                  <c:v>44596</c:v>
                </c:pt>
                <c:pt idx="26">
                  <c:v>44599</c:v>
                </c:pt>
                <c:pt idx="27">
                  <c:v>44600</c:v>
                </c:pt>
                <c:pt idx="28">
                  <c:v>44601</c:v>
                </c:pt>
                <c:pt idx="29">
                  <c:v>44602</c:v>
                </c:pt>
                <c:pt idx="30">
                  <c:v>44603</c:v>
                </c:pt>
                <c:pt idx="31">
                  <c:v>44606</c:v>
                </c:pt>
                <c:pt idx="32">
                  <c:v>44607</c:v>
                </c:pt>
                <c:pt idx="33">
                  <c:v>44608</c:v>
                </c:pt>
                <c:pt idx="34">
                  <c:v>44609</c:v>
                </c:pt>
                <c:pt idx="35">
                  <c:v>44610</c:v>
                </c:pt>
                <c:pt idx="36">
                  <c:v>44613</c:v>
                </c:pt>
                <c:pt idx="37">
                  <c:v>44614</c:v>
                </c:pt>
                <c:pt idx="38">
                  <c:v>44615</c:v>
                </c:pt>
                <c:pt idx="39">
                  <c:v>44616</c:v>
                </c:pt>
                <c:pt idx="40">
                  <c:v>44617</c:v>
                </c:pt>
                <c:pt idx="41">
                  <c:v>44620</c:v>
                </c:pt>
                <c:pt idx="42">
                  <c:v>44621</c:v>
                </c:pt>
                <c:pt idx="43">
                  <c:v>44622</c:v>
                </c:pt>
                <c:pt idx="44">
                  <c:v>44623</c:v>
                </c:pt>
                <c:pt idx="45">
                  <c:v>44624</c:v>
                </c:pt>
                <c:pt idx="46">
                  <c:v>44627</c:v>
                </c:pt>
                <c:pt idx="47">
                  <c:v>44628</c:v>
                </c:pt>
                <c:pt idx="48">
                  <c:v>44629</c:v>
                </c:pt>
                <c:pt idx="49">
                  <c:v>44630</c:v>
                </c:pt>
                <c:pt idx="50">
                  <c:v>44631</c:v>
                </c:pt>
                <c:pt idx="51">
                  <c:v>44634</c:v>
                </c:pt>
                <c:pt idx="52">
                  <c:v>44635</c:v>
                </c:pt>
                <c:pt idx="53">
                  <c:v>44636</c:v>
                </c:pt>
                <c:pt idx="54">
                  <c:v>44637</c:v>
                </c:pt>
                <c:pt idx="55">
                  <c:v>44638</c:v>
                </c:pt>
                <c:pt idx="56">
                  <c:v>44641</c:v>
                </c:pt>
                <c:pt idx="57">
                  <c:v>44642</c:v>
                </c:pt>
                <c:pt idx="58">
                  <c:v>44643</c:v>
                </c:pt>
                <c:pt idx="59">
                  <c:v>44644</c:v>
                </c:pt>
                <c:pt idx="60">
                  <c:v>44645</c:v>
                </c:pt>
                <c:pt idx="61">
                  <c:v>44648</c:v>
                </c:pt>
                <c:pt idx="62">
                  <c:v>44649</c:v>
                </c:pt>
                <c:pt idx="63">
                  <c:v>44650</c:v>
                </c:pt>
                <c:pt idx="64">
                  <c:v>44651</c:v>
                </c:pt>
                <c:pt idx="65">
                  <c:v>44652</c:v>
                </c:pt>
                <c:pt idx="66">
                  <c:v>44655</c:v>
                </c:pt>
                <c:pt idx="67">
                  <c:v>44656</c:v>
                </c:pt>
                <c:pt idx="68">
                  <c:v>44657</c:v>
                </c:pt>
                <c:pt idx="69">
                  <c:v>44658</c:v>
                </c:pt>
                <c:pt idx="70">
                  <c:v>44659</c:v>
                </c:pt>
                <c:pt idx="71">
                  <c:v>44662</c:v>
                </c:pt>
                <c:pt idx="72">
                  <c:v>44663</c:v>
                </c:pt>
                <c:pt idx="73">
                  <c:v>44664</c:v>
                </c:pt>
                <c:pt idx="74">
                  <c:v>44665</c:v>
                </c:pt>
                <c:pt idx="75">
                  <c:v>44666</c:v>
                </c:pt>
                <c:pt idx="76">
                  <c:v>44669</c:v>
                </c:pt>
                <c:pt idx="77">
                  <c:v>44670</c:v>
                </c:pt>
                <c:pt idx="78">
                  <c:v>44671</c:v>
                </c:pt>
                <c:pt idx="79">
                  <c:v>44672</c:v>
                </c:pt>
                <c:pt idx="80">
                  <c:v>44673</c:v>
                </c:pt>
                <c:pt idx="81">
                  <c:v>44676</c:v>
                </c:pt>
                <c:pt idx="82">
                  <c:v>44677</c:v>
                </c:pt>
                <c:pt idx="83">
                  <c:v>44678</c:v>
                </c:pt>
                <c:pt idx="84">
                  <c:v>44679</c:v>
                </c:pt>
                <c:pt idx="85">
                  <c:v>44680</c:v>
                </c:pt>
                <c:pt idx="86">
                  <c:v>44683</c:v>
                </c:pt>
                <c:pt idx="87">
                  <c:v>44684</c:v>
                </c:pt>
                <c:pt idx="88">
                  <c:v>44685</c:v>
                </c:pt>
                <c:pt idx="89">
                  <c:v>44686</c:v>
                </c:pt>
                <c:pt idx="90">
                  <c:v>44687</c:v>
                </c:pt>
                <c:pt idx="91">
                  <c:v>44690</c:v>
                </c:pt>
                <c:pt idx="92">
                  <c:v>44691</c:v>
                </c:pt>
                <c:pt idx="93">
                  <c:v>44692</c:v>
                </c:pt>
                <c:pt idx="94">
                  <c:v>44693</c:v>
                </c:pt>
                <c:pt idx="95">
                  <c:v>44694</c:v>
                </c:pt>
                <c:pt idx="96">
                  <c:v>44697</c:v>
                </c:pt>
                <c:pt idx="97">
                  <c:v>44698</c:v>
                </c:pt>
                <c:pt idx="98">
                  <c:v>44699</c:v>
                </c:pt>
                <c:pt idx="99">
                  <c:v>44700</c:v>
                </c:pt>
                <c:pt idx="100">
                  <c:v>44701</c:v>
                </c:pt>
                <c:pt idx="101">
                  <c:v>44704</c:v>
                </c:pt>
                <c:pt idx="102">
                  <c:v>44705</c:v>
                </c:pt>
                <c:pt idx="103">
                  <c:v>44706</c:v>
                </c:pt>
                <c:pt idx="104">
                  <c:v>44707</c:v>
                </c:pt>
                <c:pt idx="105">
                  <c:v>44708</c:v>
                </c:pt>
                <c:pt idx="106">
                  <c:v>44711</c:v>
                </c:pt>
                <c:pt idx="107">
                  <c:v>44712</c:v>
                </c:pt>
                <c:pt idx="108">
                  <c:v>44713</c:v>
                </c:pt>
                <c:pt idx="109">
                  <c:v>44714</c:v>
                </c:pt>
                <c:pt idx="110">
                  <c:v>44715</c:v>
                </c:pt>
                <c:pt idx="111">
                  <c:v>44718</c:v>
                </c:pt>
                <c:pt idx="112">
                  <c:v>44719</c:v>
                </c:pt>
                <c:pt idx="113">
                  <c:v>44720</c:v>
                </c:pt>
                <c:pt idx="114">
                  <c:v>44721</c:v>
                </c:pt>
                <c:pt idx="115">
                  <c:v>44722</c:v>
                </c:pt>
                <c:pt idx="116">
                  <c:v>44725</c:v>
                </c:pt>
                <c:pt idx="117">
                  <c:v>44726</c:v>
                </c:pt>
                <c:pt idx="118">
                  <c:v>44727</c:v>
                </c:pt>
                <c:pt idx="119">
                  <c:v>44728</c:v>
                </c:pt>
                <c:pt idx="120">
                  <c:v>44729</c:v>
                </c:pt>
                <c:pt idx="121">
                  <c:v>44732</c:v>
                </c:pt>
                <c:pt idx="122">
                  <c:v>44733</c:v>
                </c:pt>
                <c:pt idx="123">
                  <c:v>44734</c:v>
                </c:pt>
                <c:pt idx="124">
                  <c:v>44735</c:v>
                </c:pt>
                <c:pt idx="125">
                  <c:v>44736</c:v>
                </c:pt>
                <c:pt idx="126">
                  <c:v>44739</c:v>
                </c:pt>
                <c:pt idx="127">
                  <c:v>44740</c:v>
                </c:pt>
                <c:pt idx="128">
                  <c:v>44741</c:v>
                </c:pt>
                <c:pt idx="129">
                  <c:v>44742</c:v>
                </c:pt>
                <c:pt idx="130">
                  <c:v>44743</c:v>
                </c:pt>
                <c:pt idx="131">
                  <c:v>44746</c:v>
                </c:pt>
                <c:pt idx="132">
                  <c:v>44747</c:v>
                </c:pt>
                <c:pt idx="133">
                  <c:v>44748</c:v>
                </c:pt>
                <c:pt idx="134">
                  <c:v>44749</c:v>
                </c:pt>
                <c:pt idx="135">
                  <c:v>44750</c:v>
                </c:pt>
                <c:pt idx="136">
                  <c:v>44753</c:v>
                </c:pt>
                <c:pt idx="137">
                  <c:v>44754</c:v>
                </c:pt>
                <c:pt idx="138">
                  <c:v>44755</c:v>
                </c:pt>
                <c:pt idx="139">
                  <c:v>44756</c:v>
                </c:pt>
                <c:pt idx="140">
                  <c:v>44757</c:v>
                </c:pt>
                <c:pt idx="141">
                  <c:v>44760</c:v>
                </c:pt>
                <c:pt idx="142">
                  <c:v>44761</c:v>
                </c:pt>
                <c:pt idx="143">
                  <c:v>44762</c:v>
                </c:pt>
                <c:pt idx="144">
                  <c:v>44763</c:v>
                </c:pt>
                <c:pt idx="145">
                  <c:v>44764</c:v>
                </c:pt>
                <c:pt idx="146">
                  <c:v>44767</c:v>
                </c:pt>
                <c:pt idx="147">
                  <c:v>44768</c:v>
                </c:pt>
                <c:pt idx="148">
                  <c:v>44769</c:v>
                </c:pt>
                <c:pt idx="149">
                  <c:v>44770</c:v>
                </c:pt>
                <c:pt idx="150">
                  <c:v>44771</c:v>
                </c:pt>
                <c:pt idx="151">
                  <c:v>44774</c:v>
                </c:pt>
                <c:pt idx="152">
                  <c:v>44775</c:v>
                </c:pt>
                <c:pt idx="153">
                  <c:v>44776</c:v>
                </c:pt>
                <c:pt idx="154">
                  <c:v>44777</c:v>
                </c:pt>
                <c:pt idx="155">
                  <c:v>44778</c:v>
                </c:pt>
                <c:pt idx="156">
                  <c:v>44781</c:v>
                </c:pt>
                <c:pt idx="157">
                  <c:v>44782</c:v>
                </c:pt>
                <c:pt idx="158">
                  <c:v>44783</c:v>
                </c:pt>
                <c:pt idx="159">
                  <c:v>44784</c:v>
                </c:pt>
                <c:pt idx="160">
                  <c:v>44785</c:v>
                </c:pt>
                <c:pt idx="161">
                  <c:v>44788</c:v>
                </c:pt>
                <c:pt idx="162">
                  <c:v>44789</c:v>
                </c:pt>
                <c:pt idx="163">
                  <c:v>44790</c:v>
                </c:pt>
                <c:pt idx="164">
                  <c:v>44791</c:v>
                </c:pt>
                <c:pt idx="165">
                  <c:v>44792</c:v>
                </c:pt>
                <c:pt idx="166">
                  <c:v>44795</c:v>
                </c:pt>
                <c:pt idx="167">
                  <c:v>44796</c:v>
                </c:pt>
                <c:pt idx="168">
                  <c:v>44797</c:v>
                </c:pt>
                <c:pt idx="169">
                  <c:v>44798</c:v>
                </c:pt>
                <c:pt idx="170">
                  <c:v>44799</c:v>
                </c:pt>
                <c:pt idx="171">
                  <c:v>44802</c:v>
                </c:pt>
                <c:pt idx="172">
                  <c:v>44803</c:v>
                </c:pt>
                <c:pt idx="173">
                  <c:v>44804</c:v>
                </c:pt>
                <c:pt idx="174">
                  <c:v>44805</c:v>
                </c:pt>
                <c:pt idx="175">
                  <c:v>44806</c:v>
                </c:pt>
                <c:pt idx="176">
                  <c:v>44809</c:v>
                </c:pt>
                <c:pt idx="177">
                  <c:v>44810</c:v>
                </c:pt>
                <c:pt idx="178">
                  <c:v>44811</c:v>
                </c:pt>
                <c:pt idx="179">
                  <c:v>44812</c:v>
                </c:pt>
                <c:pt idx="180">
                  <c:v>44813</c:v>
                </c:pt>
                <c:pt idx="181">
                  <c:v>44816</c:v>
                </c:pt>
                <c:pt idx="182">
                  <c:v>44817</c:v>
                </c:pt>
                <c:pt idx="183">
                  <c:v>44818</c:v>
                </c:pt>
                <c:pt idx="184">
                  <c:v>44819</c:v>
                </c:pt>
                <c:pt idx="185">
                  <c:v>44820</c:v>
                </c:pt>
                <c:pt idx="186">
                  <c:v>44823</c:v>
                </c:pt>
                <c:pt idx="187">
                  <c:v>44824</c:v>
                </c:pt>
                <c:pt idx="188">
                  <c:v>44825</c:v>
                </c:pt>
                <c:pt idx="189">
                  <c:v>44826</c:v>
                </c:pt>
                <c:pt idx="190">
                  <c:v>44827</c:v>
                </c:pt>
                <c:pt idx="191">
                  <c:v>44830</c:v>
                </c:pt>
                <c:pt idx="192">
                  <c:v>44831</c:v>
                </c:pt>
                <c:pt idx="193">
                  <c:v>44832</c:v>
                </c:pt>
                <c:pt idx="194">
                  <c:v>44833</c:v>
                </c:pt>
                <c:pt idx="195">
                  <c:v>44834</c:v>
                </c:pt>
                <c:pt idx="196">
                  <c:v>44837</c:v>
                </c:pt>
                <c:pt idx="197">
                  <c:v>44838</c:v>
                </c:pt>
                <c:pt idx="198">
                  <c:v>44839</c:v>
                </c:pt>
                <c:pt idx="199">
                  <c:v>44840</c:v>
                </c:pt>
                <c:pt idx="200">
                  <c:v>44841</c:v>
                </c:pt>
                <c:pt idx="201">
                  <c:v>44844</c:v>
                </c:pt>
                <c:pt idx="202">
                  <c:v>44845</c:v>
                </c:pt>
                <c:pt idx="203">
                  <c:v>44846</c:v>
                </c:pt>
                <c:pt idx="204">
                  <c:v>44847</c:v>
                </c:pt>
                <c:pt idx="205">
                  <c:v>44848</c:v>
                </c:pt>
                <c:pt idx="206">
                  <c:v>44851</c:v>
                </c:pt>
                <c:pt idx="207">
                  <c:v>44852</c:v>
                </c:pt>
                <c:pt idx="208">
                  <c:v>44853</c:v>
                </c:pt>
                <c:pt idx="209">
                  <c:v>44854</c:v>
                </c:pt>
                <c:pt idx="210">
                  <c:v>44855</c:v>
                </c:pt>
                <c:pt idx="211">
                  <c:v>44858</c:v>
                </c:pt>
                <c:pt idx="212">
                  <c:v>44859</c:v>
                </c:pt>
                <c:pt idx="213">
                  <c:v>44860</c:v>
                </c:pt>
                <c:pt idx="214">
                  <c:v>44861</c:v>
                </c:pt>
                <c:pt idx="215">
                  <c:v>44862</c:v>
                </c:pt>
                <c:pt idx="216">
                  <c:v>44865</c:v>
                </c:pt>
                <c:pt idx="217">
                  <c:v>44866</c:v>
                </c:pt>
                <c:pt idx="218">
                  <c:v>44867</c:v>
                </c:pt>
                <c:pt idx="219">
                  <c:v>44868</c:v>
                </c:pt>
                <c:pt idx="220">
                  <c:v>44869</c:v>
                </c:pt>
                <c:pt idx="221">
                  <c:v>44872</c:v>
                </c:pt>
                <c:pt idx="222">
                  <c:v>44873</c:v>
                </c:pt>
                <c:pt idx="223">
                  <c:v>44874</c:v>
                </c:pt>
                <c:pt idx="224">
                  <c:v>44875</c:v>
                </c:pt>
                <c:pt idx="225">
                  <c:v>44876</c:v>
                </c:pt>
                <c:pt idx="226">
                  <c:v>44879</c:v>
                </c:pt>
                <c:pt idx="227">
                  <c:v>44880</c:v>
                </c:pt>
                <c:pt idx="228">
                  <c:v>44881</c:v>
                </c:pt>
                <c:pt idx="229">
                  <c:v>44882</c:v>
                </c:pt>
                <c:pt idx="230">
                  <c:v>44883</c:v>
                </c:pt>
                <c:pt idx="231">
                  <c:v>44886</c:v>
                </c:pt>
                <c:pt idx="232">
                  <c:v>44887</c:v>
                </c:pt>
                <c:pt idx="233">
                  <c:v>44888</c:v>
                </c:pt>
                <c:pt idx="234">
                  <c:v>44889</c:v>
                </c:pt>
                <c:pt idx="235">
                  <c:v>44890</c:v>
                </c:pt>
                <c:pt idx="236">
                  <c:v>44893</c:v>
                </c:pt>
                <c:pt idx="237">
                  <c:v>44894</c:v>
                </c:pt>
                <c:pt idx="238">
                  <c:v>44895</c:v>
                </c:pt>
                <c:pt idx="239">
                  <c:v>44896</c:v>
                </c:pt>
                <c:pt idx="240">
                  <c:v>44897</c:v>
                </c:pt>
                <c:pt idx="241">
                  <c:v>44900</c:v>
                </c:pt>
                <c:pt idx="242">
                  <c:v>44901</c:v>
                </c:pt>
                <c:pt idx="243">
                  <c:v>44902</c:v>
                </c:pt>
                <c:pt idx="244">
                  <c:v>44903</c:v>
                </c:pt>
                <c:pt idx="245">
                  <c:v>44904</c:v>
                </c:pt>
                <c:pt idx="246">
                  <c:v>44907</c:v>
                </c:pt>
                <c:pt idx="247">
                  <c:v>44908</c:v>
                </c:pt>
                <c:pt idx="248">
                  <c:v>44909</c:v>
                </c:pt>
                <c:pt idx="249">
                  <c:v>44910</c:v>
                </c:pt>
                <c:pt idx="250">
                  <c:v>44911</c:v>
                </c:pt>
                <c:pt idx="251">
                  <c:v>44914</c:v>
                </c:pt>
                <c:pt idx="252">
                  <c:v>44915</c:v>
                </c:pt>
                <c:pt idx="253">
                  <c:v>44916</c:v>
                </c:pt>
                <c:pt idx="254">
                  <c:v>44917</c:v>
                </c:pt>
                <c:pt idx="255">
                  <c:v>44918</c:v>
                </c:pt>
                <c:pt idx="256">
                  <c:v>44921</c:v>
                </c:pt>
                <c:pt idx="257">
                  <c:v>44922</c:v>
                </c:pt>
                <c:pt idx="258">
                  <c:v>44923</c:v>
                </c:pt>
                <c:pt idx="259">
                  <c:v>44924</c:v>
                </c:pt>
                <c:pt idx="260">
                  <c:v>44925</c:v>
                </c:pt>
                <c:pt idx="261">
                  <c:v>44928</c:v>
                </c:pt>
                <c:pt idx="262">
                  <c:v>44929</c:v>
                </c:pt>
                <c:pt idx="263">
                  <c:v>44930</c:v>
                </c:pt>
                <c:pt idx="264">
                  <c:v>44931</c:v>
                </c:pt>
                <c:pt idx="265">
                  <c:v>44932</c:v>
                </c:pt>
                <c:pt idx="266">
                  <c:v>44935</c:v>
                </c:pt>
                <c:pt idx="267">
                  <c:v>44936</c:v>
                </c:pt>
                <c:pt idx="268">
                  <c:v>44937</c:v>
                </c:pt>
                <c:pt idx="269">
                  <c:v>44938</c:v>
                </c:pt>
                <c:pt idx="270">
                  <c:v>44939</c:v>
                </c:pt>
                <c:pt idx="271">
                  <c:v>44942</c:v>
                </c:pt>
                <c:pt idx="272">
                  <c:v>44943</c:v>
                </c:pt>
                <c:pt idx="273">
                  <c:v>44944</c:v>
                </c:pt>
                <c:pt idx="274">
                  <c:v>44945</c:v>
                </c:pt>
                <c:pt idx="275">
                  <c:v>44946</c:v>
                </c:pt>
                <c:pt idx="276">
                  <c:v>44949</c:v>
                </c:pt>
                <c:pt idx="277">
                  <c:v>44950</c:v>
                </c:pt>
                <c:pt idx="278">
                  <c:v>44951</c:v>
                </c:pt>
                <c:pt idx="279">
                  <c:v>44952</c:v>
                </c:pt>
                <c:pt idx="280">
                  <c:v>44953</c:v>
                </c:pt>
                <c:pt idx="281">
                  <c:v>44956</c:v>
                </c:pt>
                <c:pt idx="282">
                  <c:v>44957</c:v>
                </c:pt>
                <c:pt idx="283">
                  <c:v>44958</c:v>
                </c:pt>
                <c:pt idx="284">
                  <c:v>44959</c:v>
                </c:pt>
                <c:pt idx="285">
                  <c:v>44960</c:v>
                </c:pt>
                <c:pt idx="286">
                  <c:v>44963</c:v>
                </c:pt>
                <c:pt idx="287">
                  <c:v>44964</c:v>
                </c:pt>
                <c:pt idx="288">
                  <c:v>44965</c:v>
                </c:pt>
                <c:pt idx="289">
                  <c:v>44966</c:v>
                </c:pt>
                <c:pt idx="290">
                  <c:v>44967</c:v>
                </c:pt>
                <c:pt idx="291">
                  <c:v>44970</c:v>
                </c:pt>
                <c:pt idx="292">
                  <c:v>44971</c:v>
                </c:pt>
                <c:pt idx="293">
                  <c:v>44972</c:v>
                </c:pt>
                <c:pt idx="294">
                  <c:v>44973</c:v>
                </c:pt>
                <c:pt idx="295">
                  <c:v>44974</c:v>
                </c:pt>
                <c:pt idx="296">
                  <c:v>44977</c:v>
                </c:pt>
                <c:pt idx="297">
                  <c:v>44978</c:v>
                </c:pt>
                <c:pt idx="298">
                  <c:v>44979</c:v>
                </c:pt>
                <c:pt idx="299">
                  <c:v>44980</c:v>
                </c:pt>
                <c:pt idx="300">
                  <c:v>44981</c:v>
                </c:pt>
                <c:pt idx="301">
                  <c:v>44984</c:v>
                </c:pt>
                <c:pt idx="302">
                  <c:v>44985</c:v>
                </c:pt>
                <c:pt idx="303">
                  <c:v>44986</c:v>
                </c:pt>
                <c:pt idx="304">
                  <c:v>44987</c:v>
                </c:pt>
                <c:pt idx="305">
                  <c:v>44988</c:v>
                </c:pt>
                <c:pt idx="306">
                  <c:v>44991</c:v>
                </c:pt>
                <c:pt idx="307">
                  <c:v>44992</c:v>
                </c:pt>
                <c:pt idx="308">
                  <c:v>44993</c:v>
                </c:pt>
                <c:pt idx="309">
                  <c:v>44994</c:v>
                </c:pt>
                <c:pt idx="310">
                  <c:v>44995</c:v>
                </c:pt>
                <c:pt idx="311">
                  <c:v>44998</c:v>
                </c:pt>
                <c:pt idx="312">
                  <c:v>44999</c:v>
                </c:pt>
                <c:pt idx="313">
                  <c:v>45000</c:v>
                </c:pt>
                <c:pt idx="314">
                  <c:v>45001</c:v>
                </c:pt>
                <c:pt idx="315">
                  <c:v>45002</c:v>
                </c:pt>
                <c:pt idx="316">
                  <c:v>45005</c:v>
                </c:pt>
                <c:pt idx="317">
                  <c:v>45006</c:v>
                </c:pt>
                <c:pt idx="318">
                  <c:v>45007</c:v>
                </c:pt>
                <c:pt idx="319">
                  <c:v>45008</c:v>
                </c:pt>
                <c:pt idx="320">
                  <c:v>45009</c:v>
                </c:pt>
                <c:pt idx="321">
                  <c:v>45012</c:v>
                </c:pt>
                <c:pt idx="322">
                  <c:v>45013</c:v>
                </c:pt>
                <c:pt idx="323">
                  <c:v>45014</c:v>
                </c:pt>
                <c:pt idx="324">
                  <c:v>45015</c:v>
                </c:pt>
                <c:pt idx="325">
                  <c:v>45016</c:v>
                </c:pt>
                <c:pt idx="326">
                  <c:v>45019</c:v>
                </c:pt>
                <c:pt idx="327">
                  <c:v>45020</c:v>
                </c:pt>
                <c:pt idx="328">
                  <c:v>45021</c:v>
                </c:pt>
                <c:pt idx="329">
                  <c:v>45022</c:v>
                </c:pt>
                <c:pt idx="330">
                  <c:v>45023</c:v>
                </c:pt>
                <c:pt idx="331">
                  <c:v>45026</c:v>
                </c:pt>
                <c:pt idx="332">
                  <c:v>45027</c:v>
                </c:pt>
                <c:pt idx="333">
                  <c:v>45028</c:v>
                </c:pt>
                <c:pt idx="334">
                  <c:v>45029</c:v>
                </c:pt>
                <c:pt idx="335">
                  <c:v>45030</c:v>
                </c:pt>
                <c:pt idx="336">
                  <c:v>45033</c:v>
                </c:pt>
                <c:pt idx="337">
                  <c:v>45034</c:v>
                </c:pt>
                <c:pt idx="338">
                  <c:v>45035</c:v>
                </c:pt>
                <c:pt idx="339">
                  <c:v>45036</c:v>
                </c:pt>
                <c:pt idx="340">
                  <c:v>45037</c:v>
                </c:pt>
                <c:pt idx="341">
                  <c:v>45040</c:v>
                </c:pt>
                <c:pt idx="342">
                  <c:v>45041</c:v>
                </c:pt>
                <c:pt idx="343">
                  <c:v>45042</c:v>
                </c:pt>
                <c:pt idx="344">
                  <c:v>45043</c:v>
                </c:pt>
                <c:pt idx="345">
                  <c:v>45044</c:v>
                </c:pt>
                <c:pt idx="346">
                  <c:v>45047</c:v>
                </c:pt>
                <c:pt idx="347">
                  <c:v>45048</c:v>
                </c:pt>
                <c:pt idx="348">
                  <c:v>45049</c:v>
                </c:pt>
                <c:pt idx="349">
                  <c:v>45050</c:v>
                </c:pt>
                <c:pt idx="350">
                  <c:v>45051</c:v>
                </c:pt>
                <c:pt idx="351">
                  <c:v>45054</c:v>
                </c:pt>
                <c:pt idx="352">
                  <c:v>45055</c:v>
                </c:pt>
                <c:pt idx="353">
                  <c:v>45056</c:v>
                </c:pt>
                <c:pt idx="354">
                  <c:v>45057</c:v>
                </c:pt>
                <c:pt idx="355">
                  <c:v>45058</c:v>
                </c:pt>
                <c:pt idx="356">
                  <c:v>45061</c:v>
                </c:pt>
                <c:pt idx="357">
                  <c:v>45062</c:v>
                </c:pt>
                <c:pt idx="358">
                  <c:v>45063</c:v>
                </c:pt>
                <c:pt idx="359">
                  <c:v>45064</c:v>
                </c:pt>
                <c:pt idx="360">
                  <c:v>45065</c:v>
                </c:pt>
                <c:pt idx="361">
                  <c:v>45068</c:v>
                </c:pt>
                <c:pt idx="362">
                  <c:v>45069</c:v>
                </c:pt>
                <c:pt idx="363">
                  <c:v>45070</c:v>
                </c:pt>
                <c:pt idx="364">
                  <c:v>45071</c:v>
                </c:pt>
                <c:pt idx="365">
                  <c:v>45072</c:v>
                </c:pt>
                <c:pt idx="366">
                  <c:v>45075</c:v>
                </c:pt>
                <c:pt idx="367">
                  <c:v>45076</c:v>
                </c:pt>
                <c:pt idx="368">
                  <c:v>45077</c:v>
                </c:pt>
                <c:pt idx="369">
                  <c:v>45078</c:v>
                </c:pt>
                <c:pt idx="370">
                  <c:v>45079</c:v>
                </c:pt>
                <c:pt idx="371">
                  <c:v>45082</c:v>
                </c:pt>
                <c:pt idx="372">
                  <c:v>45083</c:v>
                </c:pt>
                <c:pt idx="373">
                  <c:v>45084</c:v>
                </c:pt>
                <c:pt idx="374">
                  <c:v>45085</c:v>
                </c:pt>
                <c:pt idx="375">
                  <c:v>45086</c:v>
                </c:pt>
                <c:pt idx="376">
                  <c:v>45089</c:v>
                </c:pt>
                <c:pt idx="377">
                  <c:v>45090</c:v>
                </c:pt>
                <c:pt idx="378">
                  <c:v>45091</c:v>
                </c:pt>
                <c:pt idx="379">
                  <c:v>45092</c:v>
                </c:pt>
                <c:pt idx="380">
                  <c:v>45093</c:v>
                </c:pt>
                <c:pt idx="381">
                  <c:v>45096</c:v>
                </c:pt>
                <c:pt idx="382">
                  <c:v>45097</c:v>
                </c:pt>
                <c:pt idx="383">
                  <c:v>45098</c:v>
                </c:pt>
                <c:pt idx="384">
                  <c:v>45099</c:v>
                </c:pt>
                <c:pt idx="385">
                  <c:v>45100</c:v>
                </c:pt>
                <c:pt idx="386">
                  <c:v>45103</c:v>
                </c:pt>
                <c:pt idx="387">
                  <c:v>45104</c:v>
                </c:pt>
                <c:pt idx="388">
                  <c:v>45105</c:v>
                </c:pt>
                <c:pt idx="389">
                  <c:v>45106</c:v>
                </c:pt>
                <c:pt idx="390">
                  <c:v>45107</c:v>
                </c:pt>
                <c:pt idx="391">
                  <c:v>45110</c:v>
                </c:pt>
                <c:pt idx="392">
                  <c:v>45111</c:v>
                </c:pt>
                <c:pt idx="393">
                  <c:v>45112</c:v>
                </c:pt>
                <c:pt idx="394">
                  <c:v>45113</c:v>
                </c:pt>
                <c:pt idx="395">
                  <c:v>45114</c:v>
                </c:pt>
                <c:pt idx="396">
                  <c:v>45117</c:v>
                </c:pt>
                <c:pt idx="397">
                  <c:v>45118</c:v>
                </c:pt>
                <c:pt idx="398">
                  <c:v>45119</c:v>
                </c:pt>
                <c:pt idx="399">
                  <c:v>45120</c:v>
                </c:pt>
                <c:pt idx="400">
                  <c:v>45121</c:v>
                </c:pt>
                <c:pt idx="401">
                  <c:v>45124</c:v>
                </c:pt>
                <c:pt idx="402">
                  <c:v>45125</c:v>
                </c:pt>
                <c:pt idx="403">
                  <c:v>45126</c:v>
                </c:pt>
                <c:pt idx="404">
                  <c:v>45127</c:v>
                </c:pt>
                <c:pt idx="405">
                  <c:v>45128</c:v>
                </c:pt>
                <c:pt idx="406">
                  <c:v>45131</c:v>
                </c:pt>
                <c:pt idx="407">
                  <c:v>45132</c:v>
                </c:pt>
                <c:pt idx="408">
                  <c:v>45133</c:v>
                </c:pt>
                <c:pt idx="409">
                  <c:v>45134</c:v>
                </c:pt>
                <c:pt idx="410">
                  <c:v>45135</c:v>
                </c:pt>
                <c:pt idx="411">
                  <c:v>45138</c:v>
                </c:pt>
                <c:pt idx="412">
                  <c:v>45139</c:v>
                </c:pt>
                <c:pt idx="413">
                  <c:v>45140</c:v>
                </c:pt>
                <c:pt idx="414">
                  <c:v>45141</c:v>
                </c:pt>
                <c:pt idx="415">
                  <c:v>45142</c:v>
                </c:pt>
                <c:pt idx="416">
                  <c:v>45145</c:v>
                </c:pt>
                <c:pt idx="417">
                  <c:v>45146</c:v>
                </c:pt>
                <c:pt idx="418">
                  <c:v>45147</c:v>
                </c:pt>
                <c:pt idx="419">
                  <c:v>45148</c:v>
                </c:pt>
                <c:pt idx="420">
                  <c:v>45149</c:v>
                </c:pt>
                <c:pt idx="421">
                  <c:v>45152</c:v>
                </c:pt>
                <c:pt idx="422">
                  <c:v>45153</c:v>
                </c:pt>
                <c:pt idx="423">
                  <c:v>45154</c:v>
                </c:pt>
                <c:pt idx="424">
                  <c:v>45155</c:v>
                </c:pt>
                <c:pt idx="425">
                  <c:v>45156</c:v>
                </c:pt>
                <c:pt idx="426">
                  <c:v>45159</c:v>
                </c:pt>
                <c:pt idx="427">
                  <c:v>45160</c:v>
                </c:pt>
                <c:pt idx="428">
                  <c:v>45161</c:v>
                </c:pt>
                <c:pt idx="429">
                  <c:v>45162</c:v>
                </c:pt>
                <c:pt idx="430">
                  <c:v>45163</c:v>
                </c:pt>
                <c:pt idx="431">
                  <c:v>45166</c:v>
                </c:pt>
                <c:pt idx="432">
                  <c:v>45167</c:v>
                </c:pt>
                <c:pt idx="433">
                  <c:v>45168</c:v>
                </c:pt>
                <c:pt idx="434">
                  <c:v>45169</c:v>
                </c:pt>
                <c:pt idx="435">
                  <c:v>45170</c:v>
                </c:pt>
                <c:pt idx="436">
                  <c:v>45173</c:v>
                </c:pt>
                <c:pt idx="437">
                  <c:v>45174</c:v>
                </c:pt>
                <c:pt idx="438">
                  <c:v>45175</c:v>
                </c:pt>
                <c:pt idx="439">
                  <c:v>45176</c:v>
                </c:pt>
                <c:pt idx="440">
                  <c:v>45177</c:v>
                </c:pt>
                <c:pt idx="441">
                  <c:v>45180</c:v>
                </c:pt>
                <c:pt idx="442">
                  <c:v>45181</c:v>
                </c:pt>
                <c:pt idx="443">
                  <c:v>45182</c:v>
                </c:pt>
                <c:pt idx="444">
                  <c:v>45183</c:v>
                </c:pt>
                <c:pt idx="445">
                  <c:v>45184</c:v>
                </c:pt>
                <c:pt idx="446">
                  <c:v>45187</c:v>
                </c:pt>
                <c:pt idx="447">
                  <c:v>45188</c:v>
                </c:pt>
                <c:pt idx="448">
                  <c:v>45189</c:v>
                </c:pt>
                <c:pt idx="449">
                  <c:v>45190</c:v>
                </c:pt>
                <c:pt idx="450">
                  <c:v>45191</c:v>
                </c:pt>
                <c:pt idx="451">
                  <c:v>45194</c:v>
                </c:pt>
                <c:pt idx="452">
                  <c:v>45195</c:v>
                </c:pt>
                <c:pt idx="453">
                  <c:v>45196</c:v>
                </c:pt>
                <c:pt idx="454">
                  <c:v>45197</c:v>
                </c:pt>
                <c:pt idx="455">
                  <c:v>45198</c:v>
                </c:pt>
                <c:pt idx="456">
                  <c:v>45201</c:v>
                </c:pt>
                <c:pt idx="457">
                  <c:v>45202</c:v>
                </c:pt>
                <c:pt idx="458">
                  <c:v>45203</c:v>
                </c:pt>
                <c:pt idx="459">
                  <c:v>45204</c:v>
                </c:pt>
                <c:pt idx="460">
                  <c:v>45205</c:v>
                </c:pt>
                <c:pt idx="461">
                  <c:v>45208</c:v>
                </c:pt>
                <c:pt idx="462">
                  <c:v>45209</c:v>
                </c:pt>
                <c:pt idx="463">
                  <c:v>45210</c:v>
                </c:pt>
                <c:pt idx="464">
                  <c:v>45211</c:v>
                </c:pt>
                <c:pt idx="465">
                  <c:v>45212</c:v>
                </c:pt>
                <c:pt idx="466">
                  <c:v>45215</c:v>
                </c:pt>
                <c:pt idx="467">
                  <c:v>45216</c:v>
                </c:pt>
                <c:pt idx="468">
                  <c:v>45217</c:v>
                </c:pt>
                <c:pt idx="469">
                  <c:v>45218</c:v>
                </c:pt>
                <c:pt idx="470">
                  <c:v>45219</c:v>
                </c:pt>
                <c:pt idx="471">
                  <c:v>45222</c:v>
                </c:pt>
                <c:pt idx="472">
                  <c:v>45223</c:v>
                </c:pt>
                <c:pt idx="473">
                  <c:v>45224</c:v>
                </c:pt>
                <c:pt idx="474">
                  <c:v>45225</c:v>
                </c:pt>
                <c:pt idx="475">
                  <c:v>45226</c:v>
                </c:pt>
                <c:pt idx="476">
                  <c:v>45229</c:v>
                </c:pt>
                <c:pt idx="477">
                  <c:v>45230</c:v>
                </c:pt>
                <c:pt idx="478">
                  <c:v>45231</c:v>
                </c:pt>
                <c:pt idx="479">
                  <c:v>45232</c:v>
                </c:pt>
                <c:pt idx="480">
                  <c:v>45233</c:v>
                </c:pt>
                <c:pt idx="481">
                  <c:v>45236</c:v>
                </c:pt>
                <c:pt idx="482">
                  <c:v>45237</c:v>
                </c:pt>
                <c:pt idx="483">
                  <c:v>45238</c:v>
                </c:pt>
                <c:pt idx="484">
                  <c:v>45239</c:v>
                </c:pt>
                <c:pt idx="485">
                  <c:v>45240</c:v>
                </c:pt>
                <c:pt idx="486">
                  <c:v>45243</c:v>
                </c:pt>
                <c:pt idx="487">
                  <c:v>45244</c:v>
                </c:pt>
                <c:pt idx="488">
                  <c:v>45245</c:v>
                </c:pt>
                <c:pt idx="489">
                  <c:v>45246</c:v>
                </c:pt>
                <c:pt idx="490">
                  <c:v>45247</c:v>
                </c:pt>
                <c:pt idx="491">
                  <c:v>45250</c:v>
                </c:pt>
                <c:pt idx="492">
                  <c:v>45251</c:v>
                </c:pt>
                <c:pt idx="493">
                  <c:v>45252</c:v>
                </c:pt>
                <c:pt idx="494">
                  <c:v>45253</c:v>
                </c:pt>
                <c:pt idx="495">
                  <c:v>45254</c:v>
                </c:pt>
                <c:pt idx="496">
                  <c:v>45257</c:v>
                </c:pt>
                <c:pt idx="497">
                  <c:v>45258</c:v>
                </c:pt>
                <c:pt idx="498">
                  <c:v>45259</c:v>
                </c:pt>
                <c:pt idx="499">
                  <c:v>45260</c:v>
                </c:pt>
                <c:pt idx="500">
                  <c:v>45261</c:v>
                </c:pt>
                <c:pt idx="501">
                  <c:v>45264</c:v>
                </c:pt>
                <c:pt idx="502">
                  <c:v>45265</c:v>
                </c:pt>
                <c:pt idx="503">
                  <c:v>45266</c:v>
                </c:pt>
                <c:pt idx="504">
                  <c:v>45267</c:v>
                </c:pt>
                <c:pt idx="505">
                  <c:v>45268</c:v>
                </c:pt>
                <c:pt idx="506">
                  <c:v>45271</c:v>
                </c:pt>
                <c:pt idx="507">
                  <c:v>45272</c:v>
                </c:pt>
                <c:pt idx="508">
                  <c:v>45273</c:v>
                </c:pt>
                <c:pt idx="509">
                  <c:v>45274</c:v>
                </c:pt>
                <c:pt idx="510">
                  <c:v>45275</c:v>
                </c:pt>
                <c:pt idx="511">
                  <c:v>45278</c:v>
                </c:pt>
                <c:pt idx="512">
                  <c:v>45279</c:v>
                </c:pt>
                <c:pt idx="513">
                  <c:v>45280</c:v>
                </c:pt>
                <c:pt idx="514">
                  <c:v>45281</c:v>
                </c:pt>
                <c:pt idx="515">
                  <c:v>45282</c:v>
                </c:pt>
                <c:pt idx="516">
                  <c:v>45285</c:v>
                </c:pt>
                <c:pt idx="517">
                  <c:v>45286</c:v>
                </c:pt>
                <c:pt idx="518">
                  <c:v>45287</c:v>
                </c:pt>
                <c:pt idx="519">
                  <c:v>45288</c:v>
                </c:pt>
                <c:pt idx="520">
                  <c:v>45289</c:v>
                </c:pt>
                <c:pt idx="521">
                  <c:v>45292</c:v>
                </c:pt>
                <c:pt idx="522">
                  <c:v>45293</c:v>
                </c:pt>
                <c:pt idx="523">
                  <c:v>45294</c:v>
                </c:pt>
                <c:pt idx="524">
                  <c:v>45295</c:v>
                </c:pt>
                <c:pt idx="525">
                  <c:v>45296</c:v>
                </c:pt>
                <c:pt idx="526">
                  <c:v>45299</c:v>
                </c:pt>
                <c:pt idx="527">
                  <c:v>45300</c:v>
                </c:pt>
                <c:pt idx="528">
                  <c:v>45301</c:v>
                </c:pt>
                <c:pt idx="529">
                  <c:v>45302</c:v>
                </c:pt>
                <c:pt idx="530">
                  <c:v>45303</c:v>
                </c:pt>
                <c:pt idx="531">
                  <c:v>45306</c:v>
                </c:pt>
                <c:pt idx="532">
                  <c:v>45307</c:v>
                </c:pt>
                <c:pt idx="533">
                  <c:v>45308</c:v>
                </c:pt>
                <c:pt idx="534">
                  <c:v>45309</c:v>
                </c:pt>
                <c:pt idx="535">
                  <c:v>45310</c:v>
                </c:pt>
                <c:pt idx="536">
                  <c:v>45313</c:v>
                </c:pt>
                <c:pt idx="537">
                  <c:v>45314</c:v>
                </c:pt>
                <c:pt idx="538">
                  <c:v>45315</c:v>
                </c:pt>
                <c:pt idx="539">
                  <c:v>45316</c:v>
                </c:pt>
                <c:pt idx="540">
                  <c:v>45317</c:v>
                </c:pt>
                <c:pt idx="541">
                  <c:v>45320</c:v>
                </c:pt>
                <c:pt idx="542">
                  <c:v>45321</c:v>
                </c:pt>
                <c:pt idx="543">
                  <c:v>45322</c:v>
                </c:pt>
                <c:pt idx="544">
                  <c:v>45323</c:v>
                </c:pt>
                <c:pt idx="545">
                  <c:v>45324</c:v>
                </c:pt>
                <c:pt idx="546">
                  <c:v>45327</c:v>
                </c:pt>
                <c:pt idx="547">
                  <c:v>45328</c:v>
                </c:pt>
                <c:pt idx="548">
                  <c:v>45329</c:v>
                </c:pt>
                <c:pt idx="549">
                  <c:v>45330</c:v>
                </c:pt>
                <c:pt idx="550">
                  <c:v>45331</c:v>
                </c:pt>
                <c:pt idx="551">
                  <c:v>45334</c:v>
                </c:pt>
                <c:pt idx="552">
                  <c:v>45335</c:v>
                </c:pt>
                <c:pt idx="553">
                  <c:v>45336</c:v>
                </c:pt>
                <c:pt idx="554">
                  <c:v>45337</c:v>
                </c:pt>
                <c:pt idx="555">
                  <c:v>45338</c:v>
                </c:pt>
                <c:pt idx="556">
                  <c:v>45341</c:v>
                </c:pt>
                <c:pt idx="557">
                  <c:v>45342</c:v>
                </c:pt>
                <c:pt idx="558">
                  <c:v>45343</c:v>
                </c:pt>
                <c:pt idx="559">
                  <c:v>45344</c:v>
                </c:pt>
                <c:pt idx="560">
                  <c:v>45345</c:v>
                </c:pt>
                <c:pt idx="561">
                  <c:v>45348</c:v>
                </c:pt>
                <c:pt idx="562">
                  <c:v>45349</c:v>
                </c:pt>
                <c:pt idx="563">
                  <c:v>45350</c:v>
                </c:pt>
                <c:pt idx="564">
                  <c:v>45351</c:v>
                </c:pt>
                <c:pt idx="565">
                  <c:v>45352</c:v>
                </c:pt>
                <c:pt idx="566">
                  <c:v>45355</c:v>
                </c:pt>
                <c:pt idx="567">
                  <c:v>45356</c:v>
                </c:pt>
                <c:pt idx="568">
                  <c:v>45357</c:v>
                </c:pt>
                <c:pt idx="569">
                  <c:v>45358</c:v>
                </c:pt>
                <c:pt idx="570">
                  <c:v>45359</c:v>
                </c:pt>
                <c:pt idx="571">
                  <c:v>45362</c:v>
                </c:pt>
                <c:pt idx="572">
                  <c:v>45363</c:v>
                </c:pt>
                <c:pt idx="573">
                  <c:v>45364</c:v>
                </c:pt>
                <c:pt idx="574">
                  <c:v>45365</c:v>
                </c:pt>
                <c:pt idx="575">
                  <c:v>45366</c:v>
                </c:pt>
                <c:pt idx="576">
                  <c:v>45369</c:v>
                </c:pt>
                <c:pt idx="577">
                  <c:v>45370</c:v>
                </c:pt>
                <c:pt idx="578">
                  <c:v>45371</c:v>
                </c:pt>
                <c:pt idx="579">
                  <c:v>45372</c:v>
                </c:pt>
                <c:pt idx="580">
                  <c:v>45373</c:v>
                </c:pt>
                <c:pt idx="581">
                  <c:v>45376</c:v>
                </c:pt>
                <c:pt idx="582">
                  <c:v>45377</c:v>
                </c:pt>
                <c:pt idx="583">
                  <c:v>45378</c:v>
                </c:pt>
                <c:pt idx="584">
                  <c:v>45379</c:v>
                </c:pt>
                <c:pt idx="585">
                  <c:v>45380</c:v>
                </c:pt>
                <c:pt idx="586">
                  <c:v>45383</c:v>
                </c:pt>
                <c:pt idx="587">
                  <c:v>45384</c:v>
                </c:pt>
                <c:pt idx="588">
                  <c:v>45385</c:v>
                </c:pt>
                <c:pt idx="589">
                  <c:v>45386</c:v>
                </c:pt>
                <c:pt idx="590">
                  <c:v>45387</c:v>
                </c:pt>
                <c:pt idx="591">
                  <c:v>45390</c:v>
                </c:pt>
                <c:pt idx="592">
                  <c:v>45391</c:v>
                </c:pt>
                <c:pt idx="593">
                  <c:v>45392</c:v>
                </c:pt>
                <c:pt idx="594">
                  <c:v>45393</c:v>
                </c:pt>
                <c:pt idx="595">
                  <c:v>45394</c:v>
                </c:pt>
                <c:pt idx="596">
                  <c:v>45397</c:v>
                </c:pt>
                <c:pt idx="597">
                  <c:v>45398</c:v>
                </c:pt>
                <c:pt idx="598">
                  <c:v>45399</c:v>
                </c:pt>
                <c:pt idx="599">
                  <c:v>45400</c:v>
                </c:pt>
                <c:pt idx="600">
                  <c:v>45401</c:v>
                </c:pt>
                <c:pt idx="601">
                  <c:v>45404</c:v>
                </c:pt>
                <c:pt idx="602">
                  <c:v>45405</c:v>
                </c:pt>
                <c:pt idx="603">
                  <c:v>45406</c:v>
                </c:pt>
                <c:pt idx="604">
                  <c:v>45407</c:v>
                </c:pt>
                <c:pt idx="605">
                  <c:v>45408</c:v>
                </c:pt>
                <c:pt idx="606">
                  <c:v>45411</c:v>
                </c:pt>
                <c:pt idx="607">
                  <c:v>45412</c:v>
                </c:pt>
                <c:pt idx="608">
                  <c:v>45413</c:v>
                </c:pt>
                <c:pt idx="609">
                  <c:v>45414</c:v>
                </c:pt>
                <c:pt idx="610">
                  <c:v>45415</c:v>
                </c:pt>
                <c:pt idx="611">
                  <c:v>45418</c:v>
                </c:pt>
                <c:pt idx="612">
                  <c:v>45419</c:v>
                </c:pt>
                <c:pt idx="613">
                  <c:v>45420</c:v>
                </c:pt>
                <c:pt idx="614">
                  <c:v>45421</c:v>
                </c:pt>
                <c:pt idx="615">
                  <c:v>45422</c:v>
                </c:pt>
                <c:pt idx="616">
                  <c:v>45425</c:v>
                </c:pt>
                <c:pt idx="617">
                  <c:v>45426</c:v>
                </c:pt>
                <c:pt idx="618">
                  <c:v>45427</c:v>
                </c:pt>
                <c:pt idx="619">
                  <c:v>45428</c:v>
                </c:pt>
                <c:pt idx="620">
                  <c:v>45429</c:v>
                </c:pt>
                <c:pt idx="621">
                  <c:v>45432</c:v>
                </c:pt>
                <c:pt idx="622">
                  <c:v>45433</c:v>
                </c:pt>
                <c:pt idx="623">
                  <c:v>45434</c:v>
                </c:pt>
                <c:pt idx="624">
                  <c:v>45435</c:v>
                </c:pt>
                <c:pt idx="625">
                  <c:v>45436</c:v>
                </c:pt>
                <c:pt idx="626">
                  <c:v>45440</c:v>
                </c:pt>
                <c:pt idx="627">
                  <c:v>45441</c:v>
                </c:pt>
                <c:pt idx="628">
                  <c:v>45442</c:v>
                </c:pt>
                <c:pt idx="629">
                  <c:v>45443</c:v>
                </c:pt>
                <c:pt idx="630">
                  <c:v>45446</c:v>
                </c:pt>
                <c:pt idx="631">
                  <c:v>45447</c:v>
                </c:pt>
                <c:pt idx="632">
                  <c:v>45448</c:v>
                </c:pt>
                <c:pt idx="633">
                  <c:v>45449</c:v>
                </c:pt>
                <c:pt idx="634">
                  <c:v>45450</c:v>
                </c:pt>
                <c:pt idx="635">
                  <c:v>45453</c:v>
                </c:pt>
                <c:pt idx="636">
                  <c:v>45454</c:v>
                </c:pt>
                <c:pt idx="637">
                  <c:v>45455</c:v>
                </c:pt>
                <c:pt idx="638">
                  <c:v>45456</c:v>
                </c:pt>
                <c:pt idx="639">
                  <c:v>45457</c:v>
                </c:pt>
                <c:pt idx="640">
                  <c:v>45460</c:v>
                </c:pt>
                <c:pt idx="641">
                  <c:v>45461</c:v>
                </c:pt>
                <c:pt idx="642">
                  <c:v>45462</c:v>
                </c:pt>
                <c:pt idx="643">
                  <c:v>45463</c:v>
                </c:pt>
                <c:pt idx="644">
                  <c:v>45464</c:v>
                </c:pt>
                <c:pt idx="645">
                  <c:v>45467</c:v>
                </c:pt>
                <c:pt idx="646">
                  <c:v>45468</c:v>
                </c:pt>
                <c:pt idx="647">
                  <c:v>45469</c:v>
                </c:pt>
                <c:pt idx="648">
                  <c:v>45470</c:v>
                </c:pt>
                <c:pt idx="649">
                  <c:v>45471</c:v>
                </c:pt>
                <c:pt idx="650">
                  <c:v>45474</c:v>
                </c:pt>
                <c:pt idx="651">
                  <c:v>45475</c:v>
                </c:pt>
                <c:pt idx="652">
                  <c:v>45476</c:v>
                </c:pt>
                <c:pt idx="653">
                  <c:v>45477</c:v>
                </c:pt>
                <c:pt idx="654">
                  <c:v>45478</c:v>
                </c:pt>
                <c:pt idx="655">
                  <c:v>45481</c:v>
                </c:pt>
                <c:pt idx="656">
                  <c:v>45482</c:v>
                </c:pt>
                <c:pt idx="657">
                  <c:v>45483</c:v>
                </c:pt>
                <c:pt idx="658">
                  <c:v>45484</c:v>
                </c:pt>
                <c:pt idx="659">
                  <c:v>45485</c:v>
                </c:pt>
                <c:pt idx="660">
                  <c:v>45488</c:v>
                </c:pt>
                <c:pt idx="661">
                  <c:v>45489</c:v>
                </c:pt>
                <c:pt idx="662">
                  <c:v>45490</c:v>
                </c:pt>
                <c:pt idx="663">
                  <c:v>45491</c:v>
                </c:pt>
                <c:pt idx="664">
                  <c:v>45492</c:v>
                </c:pt>
                <c:pt idx="665">
                  <c:v>45495</c:v>
                </c:pt>
                <c:pt idx="666">
                  <c:v>45496</c:v>
                </c:pt>
                <c:pt idx="667">
                  <c:v>45497</c:v>
                </c:pt>
                <c:pt idx="668">
                  <c:v>45498</c:v>
                </c:pt>
                <c:pt idx="669">
                  <c:v>45499</c:v>
                </c:pt>
                <c:pt idx="670">
                  <c:v>45502</c:v>
                </c:pt>
                <c:pt idx="671">
                  <c:v>45503</c:v>
                </c:pt>
                <c:pt idx="672">
                  <c:v>45504</c:v>
                </c:pt>
                <c:pt idx="673">
                  <c:v>45505</c:v>
                </c:pt>
                <c:pt idx="674">
                  <c:v>45506</c:v>
                </c:pt>
                <c:pt idx="675">
                  <c:v>45509</c:v>
                </c:pt>
                <c:pt idx="676">
                  <c:v>45510</c:v>
                </c:pt>
                <c:pt idx="677">
                  <c:v>45511</c:v>
                </c:pt>
                <c:pt idx="678">
                  <c:v>45512</c:v>
                </c:pt>
                <c:pt idx="679">
                  <c:v>45513</c:v>
                </c:pt>
                <c:pt idx="680">
                  <c:v>45516</c:v>
                </c:pt>
                <c:pt idx="681">
                  <c:v>45517</c:v>
                </c:pt>
                <c:pt idx="682">
                  <c:v>45518</c:v>
                </c:pt>
                <c:pt idx="683">
                  <c:v>45519</c:v>
                </c:pt>
                <c:pt idx="684">
                  <c:v>45520</c:v>
                </c:pt>
                <c:pt idx="685">
                  <c:v>45523</c:v>
                </c:pt>
                <c:pt idx="686">
                  <c:v>45524</c:v>
                </c:pt>
                <c:pt idx="687">
                  <c:v>45525</c:v>
                </c:pt>
                <c:pt idx="688">
                  <c:v>45526</c:v>
                </c:pt>
                <c:pt idx="689">
                  <c:v>45527</c:v>
                </c:pt>
                <c:pt idx="690">
                  <c:v>45530</c:v>
                </c:pt>
                <c:pt idx="691">
                  <c:v>45531</c:v>
                </c:pt>
                <c:pt idx="692">
                  <c:v>45532</c:v>
                </c:pt>
                <c:pt idx="693">
                  <c:v>45533</c:v>
                </c:pt>
                <c:pt idx="694">
                  <c:v>45534</c:v>
                </c:pt>
                <c:pt idx="695">
                  <c:v>45537</c:v>
                </c:pt>
                <c:pt idx="696">
                  <c:v>45538</c:v>
                </c:pt>
                <c:pt idx="697">
                  <c:v>45539</c:v>
                </c:pt>
                <c:pt idx="698">
                  <c:v>45540</c:v>
                </c:pt>
                <c:pt idx="699">
                  <c:v>45541</c:v>
                </c:pt>
                <c:pt idx="700">
                  <c:v>45544</c:v>
                </c:pt>
                <c:pt idx="701">
                  <c:v>45545</c:v>
                </c:pt>
                <c:pt idx="702">
                  <c:v>45546</c:v>
                </c:pt>
                <c:pt idx="703">
                  <c:v>45547</c:v>
                </c:pt>
                <c:pt idx="704">
                  <c:v>45548</c:v>
                </c:pt>
                <c:pt idx="705">
                  <c:v>45551</c:v>
                </c:pt>
                <c:pt idx="706">
                  <c:v>45552</c:v>
                </c:pt>
                <c:pt idx="707">
                  <c:v>45553</c:v>
                </c:pt>
                <c:pt idx="708">
                  <c:v>45554</c:v>
                </c:pt>
                <c:pt idx="709">
                  <c:v>45555</c:v>
                </c:pt>
                <c:pt idx="710">
                  <c:v>45558</c:v>
                </c:pt>
                <c:pt idx="711">
                  <c:v>45559</c:v>
                </c:pt>
                <c:pt idx="712">
                  <c:v>45560</c:v>
                </c:pt>
                <c:pt idx="713">
                  <c:v>45561</c:v>
                </c:pt>
                <c:pt idx="714">
                  <c:v>45562</c:v>
                </c:pt>
                <c:pt idx="715">
                  <c:v>45565</c:v>
                </c:pt>
                <c:pt idx="716">
                  <c:v>45566</c:v>
                </c:pt>
                <c:pt idx="717">
                  <c:v>45567</c:v>
                </c:pt>
                <c:pt idx="718">
                  <c:v>45568</c:v>
                </c:pt>
                <c:pt idx="719">
                  <c:v>45569</c:v>
                </c:pt>
                <c:pt idx="720">
                  <c:v>45572</c:v>
                </c:pt>
                <c:pt idx="721">
                  <c:v>45573</c:v>
                </c:pt>
                <c:pt idx="722">
                  <c:v>45574</c:v>
                </c:pt>
                <c:pt idx="723">
                  <c:v>45575</c:v>
                </c:pt>
                <c:pt idx="724">
                  <c:v>45576</c:v>
                </c:pt>
                <c:pt idx="725">
                  <c:v>45579</c:v>
                </c:pt>
                <c:pt idx="726">
                  <c:v>45580</c:v>
                </c:pt>
                <c:pt idx="727">
                  <c:v>45581</c:v>
                </c:pt>
                <c:pt idx="728">
                  <c:v>45582</c:v>
                </c:pt>
                <c:pt idx="729">
                  <c:v>45583</c:v>
                </c:pt>
                <c:pt idx="730">
                  <c:v>45586</c:v>
                </c:pt>
                <c:pt idx="731">
                  <c:v>45587</c:v>
                </c:pt>
                <c:pt idx="732">
                  <c:v>45588</c:v>
                </c:pt>
                <c:pt idx="733">
                  <c:v>45589</c:v>
                </c:pt>
                <c:pt idx="734">
                  <c:v>45590</c:v>
                </c:pt>
                <c:pt idx="735">
                  <c:v>45593</c:v>
                </c:pt>
                <c:pt idx="736">
                  <c:v>45594</c:v>
                </c:pt>
                <c:pt idx="737">
                  <c:v>45595</c:v>
                </c:pt>
                <c:pt idx="738">
                  <c:v>45596</c:v>
                </c:pt>
                <c:pt idx="739">
                  <c:v>45597</c:v>
                </c:pt>
                <c:pt idx="740">
                  <c:v>45600</c:v>
                </c:pt>
                <c:pt idx="741">
                  <c:v>45601</c:v>
                </c:pt>
                <c:pt idx="742">
                  <c:v>45602</c:v>
                </c:pt>
                <c:pt idx="743">
                  <c:v>45603</c:v>
                </c:pt>
                <c:pt idx="744">
                  <c:v>45604</c:v>
                </c:pt>
                <c:pt idx="745">
                  <c:v>45607</c:v>
                </c:pt>
                <c:pt idx="746">
                  <c:v>45608</c:v>
                </c:pt>
                <c:pt idx="747">
                  <c:v>45609</c:v>
                </c:pt>
                <c:pt idx="748">
                  <c:v>45610</c:v>
                </c:pt>
                <c:pt idx="749">
                  <c:v>45611</c:v>
                </c:pt>
                <c:pt idx="750">
                  <c:v>45614</c:v>
                </c:pt>
                <c:pt idx="751">
                  <c:v>45615</c:v>
                </c:pt>
                <c:pt idx="752">
                  <c:v>45616</c:v>
                </c:pt>
                <c:pt idx="753">
                  <c:v>45617</c:v>
                </c:pt>
                <c:pt idx="754">
                  <c:v>45618</c:v>
                </c:pt>
                <c:pt idx="755">
                  <c:v>45621</c:v>
                </c:pt>
                <c:pt idx="756">
                  <c:v>45622</c:v>
                </c:pt>
                <c:pt idx="757">
                  <c:v>45623</c:v>
                </c:pt>
                <c:pt idx="758">
                  <c:v>45624</c:v>
                </c:pt>
                <c:pt idx="759">
                  <c:v>45625</c:v>
                </c:pt>
                <c:pt idx="760">
                  <c:v>45628</c:v>
                </c:pt>
                <c:pt idx="761">
                  <c:v>45629</c:v>
                </c:pt>
                <c:pt idx="762">
                  <c:v>45630</c:v>
                </c:pt>
                <c:pt idx="763">
                  <c:v>45631</c:v>
                </c:pt>
                <c:pt idx="764">
                  <c:v>45632</c:v>
                </c:pt>
                <c:pt idx="765">
                  <c:v>45635</c:v>
                </c:pt>
                <c:pt idx="766">
                  <c:v>45636</c:v>
                </c:pt>
                <c:pt idx="767">
                  <c:v>45637</c:v>
                </c:pt>
                <c:pt idx="768">
                  <c:v>45638</c:v>
                </c:pt>
                <c:pt idx="769">
                  <c:v>45639</c:v>
                </c:pt>
                <c:pt idx="770">
                  <c:v>45642</c:v>
                </c:pt>
                <c:pt idx="771">
                  <c:v>45643</c:v>
                </c:pt>
                <c:pt idx="772">
                  <c:v>45644</c:v>
                </c:pt>
                <c:pt idx="773">
                  <c:v>45645</c:v>
                </c:pt>
                <c:pt idx="774">
                  <c:v>45646</c:v>
                </c:pt>
                <c:pt idx="775">
                  <c:v>45649</c:v>
                </c:pt>
                <c:pt idx="776">
                  <c:v>45650</c:v>
                </c:pt>
                <c:pt idx="777">
                  <c:v>45651</c:v>
                </c:pt>
                <c:pt idx="778">
                  <c:v>45652</c:v>
                </c:pt>
                <c:pt idx="779">
                  <c:v>45653</c:v>
                </c:pt>
                <c:pt idx="780">
                  <c:v>45656</c:v>
                </c:pt>
                <c:pt idx="781">
                  <c:v>45657</c:v>
                </c:pt>
                <c:pt idx="782">
                  <c:v>45658</c:v>
                </c:pt>
                <c:pt idx="783">
                  <c:v>45659</c:v>
                </c:pt>
                <c:pt idx="784">
                  <c:v>45660</c:v>
                </c:pt>
                <c:pt idx="785">
                  <c:v>45663</c:v>
                </c:pt>
                <c:pt idx="786">
                  <c:v>45664</c:v>
                </c:pt>
                <c:pt idx="787">
                  <c:v>45665</c:v>
                </c:pt>
                <c:pt idx="788">
                  <c:v>45666</c:v>
                </c:pt>
                <c:pt idx="789">
                  <c:v>45667</c:v>
                </c:pt>
                <c:pt idx="790">
                  <c:v>45670</c:v>
                </c:pt>
                <c:pt idx="791">
                  <c:v>45671</c:v>
                </c:pt>
                <c:pt idx="792">
                  <c:v>45672</c:v>
                </c:pt>
                <c:pt idx="793">
                  <c:v>45673</c:v>
                </c:pt>
                <c:pt idx="794">
                  <c:v>45674</c:v>
                </c:pt>
                <c:pt idx="795">
                  <c:v>45677</c:v>
                </c:pt>
                <c:pt idx="796">
                  <c:v>45678</c:v>
                </c:pt>
                <c:pt idx="797">
                  <c:v>45679</c:v>
                </c:pt>
                <c:pt idx="798">
                  <c:v>45680</c:v>
                </c:pt>
                <c:pt idx="799">
                  <c:v>45681</c:v>
                </c:pt>
                <c:pt idx="800">
                  <c:v>45684</c:v>
                </c:pt>
                <c:pt idx="801">
                  <c:v>45685</c:v>
                </c:pt>
                <c:pt idx="802">
                  <c:v>45686</c:v>
                </c:pt>
                <c:pt idx="803">
                  <c:v>45687</c:v>
                </c:pt>
                <c:pt idx="804">
                  <c:v>45688</c:v>
                </c:pt>
                <c:pt idx="805">
                  <c:v>45691</c:v>
                </c:pt>
                <c:pt idx="806">
                  <c:v>45692</c:v>
                </c:pt>
                <c:pt idx="807">
                  <c:v>45693</c:v>
                </c:pt>
                <c:pt idx="808">
                  <c:v>45694</c:v>
                </c:pt>
                <c:pt idx="809">
                  <c:v>45695</c:v>
                </c:pt>
                <c:pt idx="810">
                  <c:v>45698</c:v>
                </c:pt>
                <c:pt idx="811">
                  <c:v>45699</c:v>
                </c:pt>
                <c:pt idx="812">
                  <c:v>45700</c:v>
                </c:pt>
                <c:pt idx="813">
                  <c:v>45701</c:v>
                </c:pt>
                <c:pt idx="814">
                  <c:v>45702</c:v>
                </c:pt>
                <c:pt idx="815">
                  <c:v>45705</c:v>
                </c:pt>
                <c:pt idx="816">
                  <c:v>45706</c:v>
                </c:pt>
                <c:pt idx="817">
                  <c:v>45707</c:v>
                </c:pt>
                <c:pt idx="818">
                  <c:v>45708</c:v>
                </c:pt>
                <c:pt idx="819">
                  <c:v>45709</c:v>
                </c:pt>
                <c:pt idx="820">
                  <c:v>45712</c:v>
                </c:pt>
                <c:pt idx="821">
                  <c:v>45713</c:v>
                </c:pt>
                <c:pt idx="822">
                  <c:v>45714</c:v>
                </c:pt>
                <c:pt idx="823">
                  <c:v>45715</c:v>
                </c:pt>
                <c:pt idx="824">
                  <c:v>45716</c:v>
                </c:pt>
                <c:pt idx="825">
                  <c:v>45719</c:v>
                </c:pt>
                <c:pt idx="826">
                  <c:v>45720</c:v>
                </c:pt>
                <c:pt idx="827">
                  <c:v>45721</c:v>
                </c:pt>
                <c:pt idx="828">
                  <c:v>45722</c:v>
                </c:pt>
                <c:pt idx="829">
                  <c:v>45723</c:v>
                </c:pt>
                <c:pt idx="830">
                  <c:v>45726</c:v>
                </c:pt>
                <c:pt idx="831">
                  <c:v>45727</c:v>
                </c:pt>
                <c:pt idx="832">
                  <c:v>45728</c:v>
                </c:pt>
                <c:pt idx="833">
                  <c:v>45729</c:v>
                </c:pt>
                <c:pt idx="834">
                  <c:v>45730</c:v>
                </c:pt>
                <c:pt idx="835">
                  <c:v>45733</c:v>
                </c:pt>
                <c:pt idx="836">
                  <c:v>45734</c:v>
                </c:pt>
                <c:pt idx="837">
                  <c:v>45735</c:v>
                </c:pt>
                <c:pt idx="838">
                  <c:v>45736</c:v>
                </c:pt>
                <c:pt idx="839">
                  <c:v>45737</c:v>
                </c:pt>
                <c:pt idx="840">
                  <c:v>45740</c:v>
                </c:pt>
                <c:pt idx="841">
                  <c:v>45741</c:v>
                </c:pt>
                <c:pt idx="842">
                  <c:v>45742</c:v>
                </c:pt>
                <c:pt idx="843">
                  <c:v>45743</c:v>
                </c:pt>
                <c:pt idx="844">
                  <c:v>45744</c:v>
                </c:pt>
                <c:pt idx="845">
                  <c:v>45747</c:v>
                </c:pt>
                <c:pt idx="846">
                  <c:v>45748</c:v>
                </c:pt>
                <c:pt idx="847">
                  <c:v>45749</c:v>
                </c:pt>
                <c:pt idx="848">
                  <c:v>45750</c:v>
                </c:pt>
                <c:pt idx="849">
                  <c:v>45751</c:v>
                </c:pt>
                <c:pt idx="850">
                  <c:v>45754</c:v>
                </c:pt>
                <c:pt idx="851">
                  <c:v>45755</c:v>
                </c:pt>
                <c:pt idx="852">
                  <c:v>45756</c:v>
                </c:pt>
                <c:pt idx="853">
                  <c:v>45757</c:v>
                </c:pt>
                <c:pt idx="854">
                  <c:v>45758</c:v>
                </c:pt>
                <c:pt idx="855">
                  <c:v>45761</c:v>
                </c:pt>
                <c:pt idx="856">
                  <c:v>45762</c:v>
                </c:pt>
                <c:pt idx="857">
                  <c:v>45763</c:v>
                </c:pt>
                <c:pt idx="858">
                  <c:v>45764</c:v>
                </c:pt>
                <c:pt idx="859">
                  <c:v>45765</c:v>
                </c:pt>
                <c:pt idx="860">
                  <c:v>45768</c:v>
                </c:pt>
                <c:pt idx="861">
                  <c:v>45769</c:v>
                </c:pt>
                <c:pt idx="862">
                  <c:v>45770</c:v>
                </c:pt>
                <c:pt idx="863">
                  <c:v>45771</c:v>
                </c:pt>
                <c:pt idx="864">
                  <c:v>45772</c:v>
                </c:pt>
                <c:pt idx="865">
                  <c:v>45775</c:v>
                </c:pt>
                <c:pt idx="866">
                  <c:v>45776</c:v>
                </c:pt>
                <c:pt idx="867">
                  <c:v>45777</c:v>
                </c:pt>
                <c:pt idx="868">
                  <c:v>45778</c:v>
                </c:pt>
                <c:pt idx="869">
                  <c:v>45779</c:v>
                </c:pt>
                <c:pt idx="870">
                  <c:v>45782</c:v>
                </c:pt>
                <c:pt idx="871">
                  <c:v>45783</c:v>
                </c:pt>
                <c:pt idx="872">
                  <c:v>45784</c:v>
                </c:pt>
                <c:pt idx="873">
                  <c:v>45785</c:v>
                </c:pt>
                <c:pt idx="874">
                  <c:v>45786</c:v>
                </c:pt>
                <c:pt idx="875">
                  <c:v>45789</c:v>
                </c:pt>
                <c:pt idx="876">
                  <c:v>45790</c:v>
                </c:pt>
                <c:pt idx="877">
                  <c:v>45791</c:v>
                </c:pt>
                <c:pt idx="878">
                  <c:v>45792</c:v>
                </c:pt>
                <c:pt idx="879">
                  <c:v>45793</c:v>
                </c:pt>
                <c:pt idx="880">
                  <c:v>45796</c:v>
                </c:pt>
                <c:pt idx="881">
                  <c:v>45797</c:v>
                </c:pt>
                <c:pt idx="882">
                  <c:v>45798</c:v>
                </c:pt>
                <c:pt idx="883">
                  <c:v>45799</c:v>
                </c:pt>
                <c:pt idx="884">
                  <c:v>45800</c:v>
                </c:pt>
                <c:pt idx="885">
                  <c:v>45804</c:v>
                </c:pt>
                <c:pt idx="886">
                  <c:v>45805</c:v>
                </c:pt>
                <c:pt idx="887">
                  <c:v>45806</c:v>
                </c:pt>
                <c:pt idx="888">
                  <c:v>45807</c:v>
                </c:pt>
                <c:pt idx="889">
                  <c:v>45810</c:v>
                </c:pt>
                <c:pt idx="890">
                  <c:v>45811</c:v>
                </c:pt>
                <c:pt idx="891">
                  <c:v>45812</c:v>
                </c:pt>
                <c:pt idx="892">
                  <c:v>45813</c:v>
                </c:pt>
                <c:pt idx="893">
                  <c:v>45814</c:v>
                </c:pt>
                <c:pt idx="894">
                  <c:v>45817</c:v>
                </c:pt>
                <c:pt idx="895">
                  <c:v>45818</c:v>
                </c:pt>
                <c:pt idx="896">
                  <c:v>45819</c:v>
                </c:pt>
                <c:pt idx="897">
                  <c:v>45820</c:v>
                </c:pt>
                <c:pt idx="898">
                  <c:v>45821</c:v>
                </c:pt>
                <c:pt idx="899">
                  <c:v>45824</c:v>
                </c:pt>
                <c:pt idx="900">
                  <c:v>45825</c:v>
                </c:pt>
                <c:pt idx="901">
                  <c:v>45826</c:v>
                </c:pt>
                <c:pt idx="902">
                  <c:v>45827</c:v>
                </c:pt>
                <c:pt idx="903">
                  <c:v>45828</c:v>
                </c:pt>
                <c:pt idx="904">
                  <c:v>45831</c:v>
                </c:pt>
                <c:pt idx="905">
                  <c:v>45832</c:v>
                </c:pt>
                <c:pt idx="906">
                  <c:v>45833</c:v>
                </c:pt>
                <c:pt idx="907">
                  <c:v>45834</c:v>
                </c:pt>
                <c:pt idx="908">
                  <c:v>45835</c:v>
                </c:pt>
                <c:pt idx="909">
                  <c:v>45838</c:v>
                </c:pt>
                <c:pt idx="910">
                  <c:v>45839</c:v>
                </c:pt>
                <c:pt idx="911">
                  <c:v>45840</c:v>
                </c:pt>
                <c:pt idx="912">
                  <c:v>45841</c:v>
                </c:pt>
                <c:pt idx="913">
                  <c:v>45842</c:v>
                </c:pt>
                <c:pt idx="914">
                  <c:v>45845</c:v>
                </c:pt>
                <c:pt idx="915">
                  <c:v>45846</c:v>
                </c:pt>
                <c:pt idx="916">
                  <c:v>45847</c:v>
                </c:pt>
                <c:pt idx="917">
                  <c:v>45848</c:v>
                </c:pt>
                <c:pt idx="918">
                  <c:v>45849</c:v>
                </c:pt>
                <c:pt idx="919">
                  <c:v>45852</c:v>
                </c:pt>
                <c:pt idx="920">
                  <c:v>45853</c:v>
                </c:pt>
                <c:pt idx="921">
                  <c:v>45854</c:v>
                </c:pt>
                <c:pt idx="922">
                  <c:v>45855</c:v>
                </c:pt>
                <c:pt idx="923">
                  <c:v>45856</c:v>
                </c:pt>
                <c:pt idx="924">
                  <c:v>45859</c:v>
                </c:pt>
                <c:pt idx="925">
                  <c:v>45860</c:v>
                </c:pt>
                <c:pt idx="926">
                  <c:v>45861</c:v>
                </c:pt>
                <c:pt idx="927">
                  <c:v>45862</c:v>
                </c:pt>
                <c:pt idx="928">
                  <c:v>45863</c:v>
                </c:pt>
                <c:pt idx="929">
                  <c:v>45866</c:v>
                </c:pt>
                <c:pt idx="930">
                  <c:v>45867</c:v>
                </c:pt>
                <c:pt idx="931">
                  <c:v>45868</c:v>
                </c:pt>
                <c:pt idx="932">
                  <c:v>45869</c:v>
                </c:pt>
                <c:pt idx="933">
                  <c:v>45870</c:v>
                </c:pt>
                <c:pt idx="934">
                  <c:v>45873</c:v>
                </c:pt>
                <c:pt idx="935">
                  <c:v>45874</c:v>
                </c:pt>
                <c:pt idx="936">
                  <c:v>45875</c:v>
                </c:pt>
                <c:pt idx="937">
                  <c:v>45876</c:v>
                </c:pt>
                <c:pt idx="938">
                  <c:v>45877</c:v>
                </c:pt>
                <c:pt idx="939">
                  <c:v>45880</c:v>
                </c:pt>
                <c:pt idx="940">
                  <c:v>45881</c:v>
                </c:pt>
                <c:pt idx="941">
                  <c:v>45882</c:v>
                </c:pt>
                <c:pt idx="942">
                  <c:v>45883</c:v>
                </c:pt>
                <c:pt idx="943">
                  <c:v>45884</c:v>
                </c:pt>
                <c:pt idx="944">
                  <c:v>45887</c:v>
                </c:pt>
                <c:pt idx="945">
                  <c:v>45888</c:v>
                </c:pt>
                <c:pt idx="946">
                  <c:v>45889</c:v>
                </c:pt>
                <c:pt idx="947">
                  <c:v>45890</c:v>
                </c:pt>
                <c:pt idx="948">
                  <c:v>45891</c:v>
                </c:pt>
                <c:pt idx="949">
                  <c:v>45894</c:v>
                </c:pt>
                <c:pt idx="950">
                  <c:v>45895</c:v>
                </c:pt>
                <c:pt idx="951">
                  <c:v>45896</c:v>
                </c:pt>
                <c:pt idx="952">
                  <c:v>45897</c:v>
                </c:pt>
                <c:pt idx="953">
                  <c:v>45898</c:v>
                </c:pt>
                <c:pt idx="954">
                  <c:v>45901</c:v>
                </c:pt>
                <c:pt idx="955">
                  <c:v>45902</c:v>
                </c:pt>
                <c:pt idx="956">
                  <c:v>45903</c:v>
                </c:pt>
                <c:pt idx="957">
                  <c:v>45904</c:v>
                </c:pt>
                <c:pt idx="958">
                  <c:v>45905</c:v>
                </c:pt>
                <c:pt idx="959">
                  <c:v>45908</c:v>
                </c:pt>
                <c:pt idx="960">
                  <c:v>45909</c:v>
                </c:pt>
                <c:pt idx="961">
                  <c:v>45910</c:v>
                </c:pt>
                <c:pt idx="962">
                  <c:v>45911</c:v>
                </c:pt>
                <c:pt idx="963">
                  <c:v>45912</c:v>
                </c:pt>
                <c:pt idx="964">
                  <c:v>45915</c:v>
                </c:pt>
                <c:pt idx="965">
                  <c:v>45916</c:v>
                </c:pt>
                <c:pt idx="966">
                  <c:v>45917</c:v>
                </c:pt>
                <c:pt idx="967">
                  <c:v>45918</c:v>
                </c:pt>
                <c:pt idx="968">
                  <c:v>45919</c:v>
                </c:pt>
                <c:pt idx="969">
                  <c:v>45922</c:v>
                </c:pt>
                <c:pt idx="970">
                  <c:v>45923</c:v>
                </c:pt>
                <c:pt idx="971">
                  <c:v>45924</c:v>
                </c:pt>
                <c:pt idx="972">
                  <c:v>45925</c:v>
                </c:pt>
                <c:pt idx="973">
                  <c:v>45926</c:v>
                </c:pt>
                <c:pt idx="974">
                  <c:v>45929</c:v>
                </c:pt>
                <c:pt idx="975">
                  <c:v>45930</c:v>
                </c:pt>
                <c:pt idx="976">
                  <c:v>45931</c:v>
                </c:pt>
                <c:pt idx="977">
                  <c:v>45932</c:v>
                </c:pt>
                <c:pt idx="978">
                  <c:v>45933</c:v>
                </c:pt>
                <c:pt idx="979">
                  <c:v>45936</c:v>
                </c:pt>
                <c:pt idx="980">
                  <c:v>45937</c:v>
                </c:pt>
                <c:pt idx="981">
                  <c:v>45938</c:v>
                </c:pt>
                <c:pt idx="982">
                  <c:v>45939</c:v>
                </c:pt>
                <c:pt idx="983">
                  <c:v>45940</c:v>
                </c:pt>
                <c:pt idx="984">
                  <c:v>45943</c:v>
                </c:pt>
                <c:pt idx="985">
                  <c:v>45944</c:v>
                </c:pt>
                <c:pt idx="986">
                  <c:v>45945</c:v>
                </c:pt>
                <c:pt idx="987">
                  <c:v>45946</c:v>
                </c:pt>
                <c:pt idx="988">
                  <c:v>45947</c:v>
                </c:pt>
                <c:pt idx="989">
                  <c:v>45950</c:v>
                </c:pt>
                <c:pt idx="990">
                  <c:v>45951</c:v>
                </c:pt>
                <c:pt idx="991">
                  <c:v>45952</c:v>
                </c:pt>
                <c:pt idx="992">
                  <c:v>45953</c:v>
                </c:pt>
                <c:pt idx="993">
                  <c:v>45954</c:v>
                </c:pt>
                <c:pt idx="994">
                  <c:v>45957</c:v>
                </c:pt>
                <c:pt idx="995">
                  <c:v>45958</c:v>
                </c:pt>
                <c:pt idx="996">
                  <c:v>45959</c:v>
                </c:pt>
                <c:pt idx="997">
                  <c:v>45960</c:v>
                </c:pt>
                <c:pt idx="998">
                  <c:v>45961</c:v>
                </c:pt>
                <c:pt idx="999">
                  <c:v>45964</c:v>
                </c:pt>
                <c:pt idx="1000">
                  <c:v>45965</c:v>
                </c:pt>
                <c:pt idx="1001">
                  <c:v>45966</c:v>
                </c:pt>
                <c:pt idx="1002">
                  <c:v>45967</c:v>
                </c:pt>
                <c:pt idx="1003">
                  <c:v>45968</c:v>
                </c:pt>
                <c:pt idx="1004">
                  <c:v>45971</c:v>
                </c:pt>
                <c:pt idx="1005">
                  <c:v>45972</c:v>
                </c:pt>
                <c:pt idx="1006">
                  <c:v>45973</c:v>
                </c:pt>
                <c:pt idx="1007">
                  <c:v>45974</c:v>
                </c:pt>
                <c:pt idx="1008">
                  <c:v>45975</c:v>
                </c:pt>
                <c:pt idx="1009">
                  <c:v>45978</c:v>
                </c:pt>
                <c:pt idx="1010">
                  <c:v>45979</c:v>
                </c:pt>
                <c:pt idx="1011">
                  <c:v>45980</c:v>
                </c:pt>
                <c:pt idx="1012">
                  <c:v>45981</c:v>
                </c:pt>
                <c:pt idx="1013">
                  <c:v>45982</c:v>
                </c:pt>
                <c:pt idx="1014">
                  <c:v>45985</c:v>
                </c:pt>
                <c:pt idx="1015">
                  <c:v>45986</c:v>
                </c:pt>
                <c:pt idx="1016">
                  <c:v>45987</c:v>
                </c:pt>
                <c:pt idx="1017">
                  <c:v>45988</c:v>
                </c:pt>
                <c:pt idx="1018">
                  <c:v>45989</c:v>
                </c:pt>
                <c:pt idx="1019">
                  <c:v>45992</c:v>
                </c:pt>
                <c:pt idx="1020">
                  <c:v>45993</c:v>
                </c:pt>
                <c:pt idx="1021">
                  <c:v>45994</c:v>
                </c:pt>
                <c:pt idx="1022">
                  <c:v>45995</c:v>
                </c:pt>
                <c:pt idx="1023">
                  <c:v>45996</c:v>
                </c:pt>
                <c:pt idx="1024">
                  <c:v>45999</c:v>
                </c:pt>
                <c:pt idx="1025">
                  <c:v>46000</c:v>
                </c:pt>
                <c:pt idx="1026">
                  <c:v>46001</c:v>
                </c:pt>
                <c:pt idx="1027">
                  <c:v>46002</c:v>
                </c:pt>
                <c:pt idx="1028">
                  <c:v>46003</c:v>
                </c:pt>
                <c:pt idx="1029">
                  <c:v>46006</c:v>
                </c:pt>
                <c:pt idx="1030">
                  <c:v>46007</c:v>
                </c:pt>
                <c:pt idx="1031">
                  <c:v>46008</c:v>
                </c:pt>
                <c:pt idx="1032">
                  <c:v>46009</c:v>
                </c:pt>
                <c:pt idx="1033">
                  <c:v>46010</c:v>
                </c:pt>
                <c:pt idx="1034">
                  <c:v>46013</c:v>
                </c:pt>
                <c:pt idx="1035">
                  <c:v>46014</c:v>
                </c:pt>
                <c:pt idx="1036">
                  <c:v>46015</c:v>
                </c:pt>
                <c:pt idx="1037">
                  <c:v>46016</c:v>
                </c:pt>
                <c:pt idx="1038">
                  <c:v>46017</c:v>
                </c:pt>
                <c:pt idx="1039">
                  <c:v>46020</c:v>
                </c:pt>
                <c:pt idx="1040">
                  <c:v>46021</c:v>
                </c:pt>
                <c:pt idx="1041">
                  <c:v>46022</c:v>
                </c:pt>
                <c:pt idx="1042">
                  <c:v>46023</c:v>
                </c:pt>
                <c:pt idx="1043">
                  <c:v>46024</c:v>
                </c:pt>
                <c:pt idx="1044">
                  <c:v>46027</c:v>
                </c:pt>
                <c:pt idx="1045">
                  <c:v>46028</c:v>
                </c:pt>
                <c:pt idx="1046">
                  <c:v>46029</c:v>
                </c:pt>
                <c:pt idx="1047">
                  <c:v>46030</c:v>
                </c:pt>
                <c:pt idx="1048">
                  <c:v>46031</c:v>
                </c:pt>
                <c:pt idx="1049">
                  <c:v>46034</c:v>
                </c:pt>
                <c:pt idx="1050">
                  <c:v>46035</c:v>
                </c:pt>
                <c:pt idx="1051">
                  <c:v>46036</c:v>
                </c:pt>
                <c:pt idx="1052">
                  <c:v>46037</c:v>
                </c:pt>
                <c:pt idx="1053">
                  <c:v>46038</c:v>
                </c:pt>
                <c:pt idx="1054">
                  <c:v>46041</c:v>
                </c:pt>
                <c:pt idx="1055">
                  <c:v>46042</c:v>
                </c:pt>
                <c:pt idx="1056">
                  <c:v>46043</c:v>
                </c:pt>
                <c:pt idx="1057">
                  <c:v>46044</c:v>
                </c:pt>
                <c:pt idx="1058">
                  <c:v>46045</c:v>
                </c:pt>
                <c:pt idx="1059">
                  <c:v>46048</c:v>
                </c:pt>
                <c:pt idx="1060">
                  <c:v>46049</c:v>
                </c:pt>
                <c:pt idx="1061">
                  <c:v>46050</c:v>
                </c:pt>
                <c:pt idx="1062">
                  <c:v>46051</c:v>
                </c:pt>
                <c:pt idx="1063">
                  <c:v>46052</c:v>
                </c:pt>
                <c:pt idx="1064">
                  <c:v>46055</c:v>
                </c:pt>
                <c:pt idx="1065">
                  <c:v>46056</c:v>
                </c:pt>
                <c:pt idx="1066">
                  <c:v>46057</c:v>
                </c:pt>
                <c:pt idx="1067">
                  <c:v>46058</c:v>
                </c:pt>
                <c:pt idx="1068">
                  <c:v>46059</c:v>
                </c:pt>
                <c:pt idx="1069">
                  <c:v>46062</c:v>
                </c:pt>
                <c:pt idx="1070">
                  <c:v>46063</c:v>
                </c:pt>
                <c:pt idx="1071">
                  <c:v>46064</c:v>
                </c:pt>
                <c:pt idx="1072">
                  <c:v>46065</c:v>
                </c:pt>
                <c:pt idx="1073">
                  <c:v>46066</c:v>
                </c:pt>
                <c:pt idx="1074">
                  <c:v>46069</c:v>
                </c:pt>
                <c:pt idx="1075">
                  <c:v>46070</c:v>
                </c:pt>
                <c:pt idx="1076">
                  <c:v>46071</c:v>
                </c:pt>
                <c:pt idx="1077">
                  <c:v>46072</c:v>
                </c:pt>
                <c:pt idx="1078">
                  <c:v>46073</c:v>
                </c:pt>
                <c:pt idx="1079">
                  <c:v>46076</c:v>
                </c:pt>
                <c:pt idx="1080">
                  <c:v>46077</c:v>
                </c:pt>
                <c:pt idx="1081">
                  <c:v>46078</c:v>
                </c:pt>
                <c:pt idx="1082">
                  <c:v>46079</c:v>
                </c:pt>
                <c:pt idx="1083">
                  <c:v>46080</c:v>
                </c:pt>
                <c:pt idx="1084">
                  <c:v>46083</c:v>
                </c:pt>
                <c:pt idx="1085">
                  <c:v>46084</c:v>
                </c:pt>
                <c:pt idx="1086">
                  <c:v>46085</c:v>
                </c:pt>
                <c:pt idx="1087">
                  <c:v>46086</c:v>
                </c:pt>
                <c:pt idx="1088">
                  <c:v>46087</c:v>
                </c:pt>
                <c:pt idx="1089">
                  <c:v>46090</c:v>
                </c:pt>
                <c:pt idx="1090">
                  <c:v>46091</c:v>
                </c:pt>
                <c:pt idx="1091">
                  <c:v>46092</c:v>
                </c:pt>
                <c:pt idx="1092">
                  <c:v>46093</c:v>
                </c:pt>
                <c:pt idx="1093">
                  <c:v>46094</c:v>
                </c:pt>
                <c:pt idx="1094">
                  <c:v>46097</c:v>
                </c:pt>
                <c:pt idx="1095">
                  <c:v>46098</c:v>
                </c:pt>
                <c:pt idx="1096">
                  <c:v>46099</c:v>
                </c:pt>
                <c:pt idx="1097">
                  <c:v>46100</c:v>
                </c:pt>
                <c:pt idx="1098">
                  <c:v>46101</c:v>
                </c:pt>
                <c:pt idx="1099">
                  <c:v>46104</c:v>
                </c:pt>
                <c:pt idx="1100">
                  <c:v>46105</c:v>
                </c:pt>
                <c:pt idx="1101">
                  <c:v>46106</c:v>
                </c:pt>
                <c:pt idx="1102">
                  <c:v>46107</c:v>
                </c:pt>
                <c:pt idx="1103">
                  <c:v>46108</c:v>
                </c:pt>
                <c:pt idx="1104">
                  <c:v>46111</c:v>
                </c:pt>
                <c:pt idx="1105">
                  <c:v>46112</c:v>
                </c:pt>
                <c:pt idx="1106">
                  <c:v>46113</c:v>
                </c:pt>
                <c:pt idx="1107">
                  <c:v>46114</c:v>
                </c:pt>
                <c:pt idx="1108">
                  <c:v>46115</c:v>
                </c:pt>
                <c:pt idx="1109">
                  <c:v>46118</c:v>
                </c:pt>
                <c:pt idx="1110">
                  <c:v>46119</c:v>
                </c:pt>
                <c:pt idx="1111">
                  <c:v>46120</c:v>
                </c:pt>
                <c:pt idx="1112">
                  <c:v>46121</c:v>
                </c:pt>
                <c:pt idx="1113">
                  <c:v>46122</c:v>
                </c:pt>
                <c:pt idx="1114">
                  <c:v>46125</c:v>
                </c:pt>
                <c:pt idx="1115">
                  <c:v>46126</c:v>
                </c:pt>
                <c:pt idx="1116">
                  <c:v>46127</c:v>
                </c:pt>
                <c:pt idx="1117">
                  <c:v>46128</c:v>
                </c:pt>
                <c:pt idx="1118">
                  <c:v>46129</c:v>
                </c:pt>
                <c:pt idx="1119">
                  <c:v>46132</c:v>
                </c:pt>
                <c:pt idx="1120">
                  <c:v>46133</c:v>
                </c:pt>
                <c:pt idx="1121">
                  <c:v>46134</c:v>
                </c:pt>
                <c:pt idx="1122">
                  <c:v>46135</c:v>
                </c:pt>
                <c:pt idx="1123">
                  <c:v>46136</c:v>
                </c:pt>
                <c:pt idx="1124">
                  <c:v>46139</c:v>
                </c:pt>
                <c:pt idx="1125">
                  <c:v>46140</c:v>
                </c:pt>
                <c:pt idx="1126">
                  <c:v>46141</c:v>
                </c:pt>
                <c:pt idx="1127">
                  <c:v>46142</c:v>
                </c:pt>
                <c:pt idx="1128">
                  <c:v>46143</c:v>
                </c:pt>
                <c:pt idx="1129">
                  <c:v>46146</c:v>
                </c:pt>
                <c:pt idx="1130">
                  <c:v>46147</c:v>
                </c:pt>
                <c:pt idx="1131">
                  <c:v>46148</c:v>
                </c:pt>
                <c:pt idx="1132">
                  <c:v>46149</c:v>
                </c:pt>
                <c:pt idx="1133">
                  <c:v>46150</c:v>
                </c:pt>
                <c:pt idx="1134">
                  <c:v>46153</c:v>
                </c:pt>
                <c:pt idx="1135">
                  <c:v>46154</c:v>
                </c:pt>
                <c:pt idx="1136">
                  <c:v>46155</c:v>
                </c:pt>
                <c:pt idx="1137">
                  <c:v>46156</c:v>
                </c:pt>
                <c:pt idx="1138">
                  <c:v>46157</c:v>
                </c:pt>
                <c:pt idx="1139">
                  <c:v>46160</c:v>
                </c:pt>
                <c:pt idx="1140">
                  <c:v>46161</c:v>
                </c:pt>
                <c:pt idx="1141">
                  <c:v>46162</c:v>
                </c:pt>
                <c:pt idx="1142">
                  <c:v>46163</c:v>
                </c:pt>
                <c:pt idx="1143">
                  <c:v>46164</c:v>
                </c:pt>
                <c:pt idx="1144">
                  <c:v>46168</c:v>
                </c:pt>
                <c:pt idx="1145">
                  <c:v>46169</c:v>
                </c:pt>
                <c:pt idx="1146">
                  <c:v>46170</c:v>
                </c:pt>
                <c:pt idx="1147">
                  <c:v>46171</c:v>
                </c:pt>
                <c:pt idx="1148">
                  <c:v>46174</c:v>
                </c:pt>
                <c:pt idx="1149">
                  <c:v>46175</c:v>
                </c:pt>
                <c:pt idx="1150">
                  <c:v>46176</c:v>
                </c:pt>
                <c:pt idx="1151">
                  <c:v>46177</c:v>
                </c:pt>
                <c:pt idx="1152">
                  <c:v>46178</c:v>
                </c:pt>
                <c:pt idx="1153">
                  <c:v>46181</c:v>
                </c:pt>
                <c:pt idx="1154">
                  <c:v>46182</c:v>
                </c:pt>
                <c:pt idx="1155">
                  <c:v>46183</c:v>
                </c:pt>
                <c:pt idx="1156">
                  <c:v>46184</c:v>
                </c:pt>
                <c:pt idx="1157">
                  <c:v>46185</c:v>
                </c:pt>
                <c:pt idx="1158">
                  <c:v>46188</c:v>
                </c:pt>
                <c:pt idx="1159">
                  <c:v>46189</c:v>
                </c:pt>
                <c:pt idx="1160">
                  <c:v>46190</c:v>
                </c:pt>
                <c:pt idx="1161">
                  <c:v>46191</c:v>
                </c:pt>
                <c:pt idx="1162">
                  <c:v>46192</c:v>
                </c:pt>
                <c:pt idx="1163">
                  <c:v>46195</c:v>
                </c:pt>
                <c:pt idx="1164">
                  <c:v>46196</c:v>
                </c:pt>
                <c:pt idx="1165">
                  <c:v>46197</c:v>
                </c:pt>
                <c:pt idx="1166">
                  <c:v>46198</c:v>
                </c:pt>
                <c:pt idx="1167">
                  <c:v>46199</c:v>
                </c:pt>
                <c:pt idx="1168">
                  <c:v>46202</c:v>
                </c:pt>
                <c:pt idx="1169">
                  <c:v>46203</c:v>
                </c:pt>
                <c:pt idx="1170">
                  <c:v>46204</c:v>
                </c:pt>
                <c:pt idx="1171">
                  <c:v>46205</c:v>
                </c:pt>
                <c:pt idx="1172">
                  <c:v>46206</c:v>
                </c:pt>
                <c:pt idx="1173">
                  <c:v>46209</c:v>
                </c:pt>
                <c:pt idx="1174">
                  <c:v>46210</c:v>
                </c:pt>
                <c:pt idx="1175">
                  <c:v>46211</c:v>
                </c:pt>
                <c:pt idx="1176">
                  <c:v>46212</c:v>
                </c:pt>
                <c:pt idx="1177">
                  <c:v>46213</c:v>
                </c:pt>
                <c:pt idx="1178">
                  <c:v>46216</c:v>
                </c:pt>
                <c:pt idx="1179">
                  <c:v>46217</c:v>
                </c:pt>
                <c:pt idx="1180">
                  <c:v>46218</c:v>
                </c:pt>
                <c:pt idx="1181">
                  <c:v>46219</c:v>
                </c:pt>
                <c:pt idx="1182">
                  <c:v>46220</c:v>
                </c:pt>
                <c:pt idx="1183">
                  <c:v>46223</c:v>
                </c:pt>
                <c:pt idx="1184">
                  <c:v>46224</c:v>
                </c:pt>
                <c:pt idx="1185">
                  <c:v>46225</c:v>
                </c:pt>
                <c:pt idx="1186">
                  <c:v>46226</c:v>
                </c:pt>
                <c:pt idx="1187">
                  <c:v>46227</c:v>
                </c:pt>
                <c:pt idx="1188">
                  <c:v>46230</c:v>
                </c:pt>
                <c:pt idx="1189">
                  <c:v>46231</c:v>
                </c:pt>
                <c:pt idx="1190">
                  <c:v>46232</c:v>
                </c:pt>
                <c:pt idx="1191">
                  <c:v>46233</c:v>
                </c:pt>
                <c:pt idx="1192">
                  <c:v>46234</c:v>
                </c:pt>
                <c:pt idx="1193">
                  <c:v>46237</c:v>
                </c:pt>
                <c:pt idx="1194">
                  <c:v>46238</c:v>
                </c:pt>
                <c:pt idx="1195">
                  <c:v>46239</c:v>
                </c:pt>
                <c:pt idx="1196">
                  <c:v>46240</c:v>
                </c:pt>
                <c:pt idx="1197">
                  <c:v>46241</c:v>
                </c:pt>
                <c:pt idx="1198">
                  <c:v>46244</c:v>
                </c:pt>
                <c:pt idx="1199">
                  <c:v>46245</c:v>
                </c:pt>
                <c:pt idx="1200">
                  <c:v>46246</c:v>
                </c:pt>
                <c:pt idx="1201">
                  <c:v>46247</c:v>
                </c:pt>
                <c:pt idx="1202">
                  <c:v>46248</c:v>
                </c:pt>
                <c:pt idx="1203">
                  <c:v>46251</c:v>
                </c:pt>
                <c:pt idx="1204">
                  <c:v>46252</c:v>
                </c:pt>
                <c:pt idx="1205">
                  <c:v>46253</c:v>
                </c:pt>
                <c:pt idx="1206">
                  <c:v>46254</c:v>
                </c:pt>
                <c:pt idx="1207">
                  <c:v>46255</c:v>
                </c:pt>
                <c:pt idx="1208">
                  <c:v>46258</c:v>
                </c:pt>
                <c:pt idx="1209">
                  <c:v>46259</c:v>
                </c:pt>
                <c:pt idx="1210">
                  <c:v>46260</c:v>
                </c:pt>
                <c:pt idx="1211">
                  <c:v>46261</c:v>
                </c:pt>
                <c:pt idx="1212">
                  <c:v>46262</c:v>
                </c:pt>
                <c:pt idx="1213">
                  <c:v>46265</c:v>
                </c:pt>
                <c:pt idx="1214">
                  <c:v>46266</c:v>
                </c:pt>
                <c:pt idx="1215">
                  <c:v>46267</c:v>
                </c:pt>
                <c:pt idx="1216">
                  <c:v>46268</c:v>
                </c:pt>
                <c:pt idx="1217">
                  <c:v>46269</c:v>
                </c:pt>
                <c:pt idx="1218">
                  <c:v>46272</c:v>
                </c:pt>
                <c:pt idx="1219">
                  <c:v>46273</c:v>
                </c:pt>
                <c:pt idx="1220">
                  <c:v>46274</c:v>
                </c:pt>
                <c:pt idx="1221">
                  <c:v>46275</c:v>
                </c:pt>
                <c:pt idx="1222">
                  <c:v>46276</c:v>
                </c:pt>
                <c:pt idx="1223">
                  <c:v>46279</c:v>
                </c:pt>
                <c:pt idx="1224">
                  <c:v>46280</c:v>
                </c:pt>
                <c:pt idx="1225">
                  <c:v>46281</c:v>
                </c:pt>
                <c:pt idx="1226">
                  <c:v>46282</c:v>
                </c:pt>
                <c:pt idx="1227">
                  <c:v>46283</c:v>
                </c:pt>
                <c:pt idx="1228">
                  <c:v>46286</c:v>
                </c:pt>
                <c:pt idx="1229">
                  <c:v>46287</c:v>
                </c:pt>
                <c:pt idx="1230">
                  <c:v>46288</c:v>
                </c:pt>
                <c:pt idx="1231">
                  <c:v>46289</c:v>
                </c:pt>
                <c:pt idx="1232">
                  <c:v>46290</c:v>
                </c:pt>
                <c:pt idx="1233">
                  <c:v>46293</c:v>
                </c:pt>
                <c:pt idx="1234">
                  <c:v>46294</c:v>
                </c:pt>
                <c:pt idx="1235">
                  <c:v>46295</c:v>
                </c:pt>
                <c:pt idx="1236">
                  <c:v>46296</c:v>
                </c:pt>
                <c:pt idx="1237">
                  <c:v>46297</c:v>
                </c:pt>
                <c:pt idx="1238">
                  <c:v>46300</c:v>
                </c:pt>
                <c:pt idx="1239">
                  <c:v>46301</c:v>
                </c:pt>
                <c:pt idx="1240">
                  <c:v>46302</c:v>
                </c:pt>
                <c:pt idx="1241">
                  <c:v>46303</c:v>
                </c:pt>
                <c:pt idx="1242">
                  <c:v>46304</c:v>
                </c:pt>
                <c:pt idx="1243">
                  <c:v>46307</c:v>
                </c:pt>
                <c:pt idx="1244">
                  <c:v>46308</c:v>
                </c:pt>
                <c:pt idx="1245">
                  <c:v>46309</c:v>
                </c:pt>
                <c:pt idx="1246">
                  <c:v>46310</c:v>
                </c:pt>
                <c:pt idx="1247">
                  <c:v>46311</c:v>
                </c:pt>
                <c:pt idx="1248">
                  <c:v>#N/A</c:v>
                </c:pt>
                <c:pt idx="1249">
                  <c:v>#N/A</c:v>
                </c:pt>
                <c:pt idx="1250">
                  <c:v>#N/A</c:v>
                </c:pt>
                <c:pt idx="1251">
                  <c:v>#N/A</c:v>
                </c:pt>
                <c:pt idx="1252">
                  <c:v>#N/A</c:v>
                </c:pt>
                <c:pt idx="1253">
                  <c:v>#N/A</c:v>
                </c:pt>
                <c:pt idx="1254">
                  <c:v>#N/A</c:v>
                </c:pt>
                <c:pt idx="1255">
                  <c:v>#N/A</c:v>
                </c:pt>
                <c:pt idx="1256">
                  <c:v>#N/A</c:v>
                </c:pt>
                <c:pt idx="1257">
                  <c:v>#N/A</c:v>
                </c:pt>
                <c:pt idx="1258">
                  <c:v>#N/A</c:v>
                </c:pt>
                <c:pt idx="1259">
                  <c:v>#N/A</c:v>
                </c:pt>
                <c:pt idx="1260">
                  <c:v>#N/A</c:v>
                </c:pt>
                <c:pt idx="1261">
                  <c:v>#N/A</c:v>
                </c:pt>
                <c:pt idx="1262">
                  <c:v>#N/A</c:v>
                </c:pt>
                <c:pt idx="1263">
                  <c:v>#N/A</c:v>
                </c:pt>
                <c:pt idx="1264">
                  <c:v>#N/A</c:v>
                </c:pt>
                <c:pt idx="1265">
                  <c:v>#N/A</c:v>
                </c:pt>
                <c:pt idx="1266">
                  <c:v>#N/A</c:v>
                </c:pt>
                <c:pt idx="1267">
                  <c:v>#N/A</c:v>
                </c:pt>
                <c:pt idx="1268">
                  <c:v>#N/A</c:v>
                </c:pt>
                <c:pt idx="1269">
                  <c:v>#N/A</c:v>
                </c:pt>
                <c:pt idx="1270">
                  <c:v>#N/A</c:v>
                </c:pt>
                <c:pt idx="1271">
                  <c:v>#N/A</c:v>
                </c:pt>
                <c:pt idx="1272">
                  <c:v>#N/A</c:v>
                </c:pt>
                <c:pt idx="1273">
                  <c:v>#N/A</c:v>
                </c:pt>
                <c:pt idx="1274">
                  <c:v>#N/A</c:v>
                </c:pt>
                <c:pt idx="1275">
                  <c:v>#N/A</c:v>
                </c:pt>
                <c:pt idx="1276">
                  <c:v>#N/A</c:v>
                </c:pt>
                <c:pt idx="1277">
                  <c:v>#N/A</c:v>
                </c:pt>
                <c:pt idx="1278">
                  <c:v>#N/A</c:v>
                </c:pt>
                <c:pt idx="1279">
                  <c:v>#N/A</c:v>
                </c:pt>
                <c:pt idx="1280">
                  <c:v>#N/A</c:v>
                </c:pt>
                <c:pt idx="1281">
                  <c:v>#N/A</c:v>
                </c:pt>
                <c:pt idx="1282">
                  <c:v>#N/A</c:v>
                </c:pt>
                <c:pt idx="1283">
                  <c:v>#N/A</c:v>
                </c:pt>
                <c:pt idx="1284">
                  <c:v>#N/A</c:v>
                </c:pt>
                <c:pt idx="1285">
                  <c:v>#N/A</c:v>
                </c:pt>
                <c:pt idx="1286">
                  <c:v>#N/A</c:v>
                </c:pt>
                <c:pt idx="1287">
                  <c:v>#N/A</c:v>
                </c:pt>
                <c:pt idx="1288">
                  <c:v>#N/A</c:v>
                </c:pt>
                <c:pt idx="1289">
                  <c:v>#N/A</c:v>
                </c:pt>
                <c:pt idx="1290">
                  <c:v>#N/A</c:v>
                </c:pt>
                <c:pt idx="1291">
                  <c:v>#N/A</c:v>
                </c:pt>
                <c:pt idx="1292">
                  <c:v>#N/A</c:v>
                </c:pt>
                <c:pt idx="1293">
                  <c:v>#N/A</c:v>
                </c:pt>
                <c:pt idx="1294">
                  <c:v>#N/A</c:v>
                </c:pt>
                <c:pt idx="1295">
                  <c:v>#N/A</c:v>
                </c:pt>
                <c:pt idx="1296">
                  <c:v>#N/A</c:v>
                </c:pt>
                <c:pt idx="1297">
                  <c:v>#N/A</c:v>
                </c:pt>
                <c:pt idx="1298">
                  <c:v>#N/A</c:v>
                </c:pt>
                <c:pt idx="1299">
                  <c:v>#N/A</c:v>
                </c:pt>
                <c:pt idx="1300">
                  <c:v>#N/A</c:v>
                </c:pt>
                <c:pt idx="1301">
                  <c:v>#N/A</c:v>
                </c:pt>
                <c:pt idx="1302">
                  <c:v>#N/A</c:v>
                </c:pt>
                <c:pt idx="1303">
                  <c:v>#N/A</c:v>
                </c:pt>
                <c:pt idx="1304">
                  <c:v>#N/A</c:v>
                </c:pt>
                <c:pt idx="1305">
                  <c:v>#N/A</c:v>
                </c:pt>
                <c:pt idx="1306">
                  <c:v>#N/A</c:v>
                </c:pt>
                <c:pt idx="1307">
                  <c:v>#N/A</c:v>
                </c:pt>
                <c:pt idx="1308">
                  <c:v>#N/A</c:v>
                </c:pt>
                <c:pt idx="1309">
                  <c:v>#N/A</c:v>
                </c:pt>
                <c:pt idx="1310">
                  <c:v>#N/A</c:v>
                </c:pt>
                <c:pt idx="1311">
                  <c:v>#N/A</c:v>
                </c:pt>
                <c:pt idx="1312">
                  <c:v>#N/A</c:v>
                </c:pt>
                <c:pt idx="1313">
                  <c:v>#N/A</c:v>
                </c:pt>
                <c:pt idx="1314">
                  <c:v>#N/A</c:v>
                </c:pt>
                <c:pt idx="1315">
                  <c:v>#N/A</c:v>
                </c:pt>
                <c:pt idx="1316">
                  <c:v>#N/A</c:v>
                </c:pt>
                <c:pt idx="1317">
                  <c:v>#N/A</c:v>
                </c:pt>
                <c:pt idx="1318">
                  <c:v>#N/A</c:v>
                </c:pt>
                <c:pt idx="1319">
                  <c:v>#N/A</c:v>
                </c:pt>
                <c:pt idx="1320">
                  <c:v>#N/A</c:v>
                </c:pt>
              </c:numCache>
            </c:numRef>
          </c:cat>
          <c:val>
            <c:numRef>
              <c:f>FI_INDEX!$AT$795:$AT$4550</c:f>
              <c:numCache>
                <c:formatCode>0.0</c:formatCode>
                <c:ptCount val="3756"/>
                <c:pt idx="0">
                  <c:v>100</c:v>
                </c:pt>
                <c:pt idx="1">
                  <c:v>100.02051702913421</c:v>
                </c:pt>
                <c:pt idx="2">
                  <c:v>99.979482970865845</c:v>
                </c:pt>
                <c:pt idx="3">
                  <c:v>99.753795650389833</c:v>
                </c:pt>
                <c:pt idx="4">
                  <c:v>100.08206811653675</c:v>
                </c:pt>
                <c:pt idx="5">
                  <c:v>100.63602790315964</c:v>
                </c:pt>
                <c:pt idx="6">
                  <c:v>100.75913007796473</c:v>
                </c:pt>
                <c:pt idx="7">
                  <c:v>100.65654493229381</c:v>
                </c:pt>
                <c:pt idx="8">
                  <c:v>100.84119819450144</c:v>
                </c:pt>
                <c:pt idx="9">
                  <c:v>100.84119819450144</c:v>
                </c:pt>
                <c:pt idx="10">
                  <c:v>101.04636848584329</c:v>
                </c:pt>
                <c:pt idx="11">
                  <c:v>101.08740254411163</c:v>
                </c:pt>
                <c:pt idx="12">
                  <c:v>100.5539597866229</c:v>
                </c:pt>
                <c:pt idx="13">
                  <c:v>100.0205170291342</c:v>
                </c:pt>
                <c:pt idx="14">
                  <c:v>99.876897825194931</c:v>
                </c:pt>
                <c:pt idx="15">
                  <c:v>100.20517029134184</c:v>
                </c:pt>
                <c:pt idx="16">
                  <c:v>99.712761592121481</c:v>
                </c:pt>
                <c:pt idx="17">
                  <c:v>99.548625359048046</c:v>
                </c:pt>
                <c:pt idx="18">
                  <c:v>98.892080426754234</c:v>
                </c:pt>
                <c:pt idx="19">
                  <c:v>98.76897825194915</c:v>
                </c:pt>
                <c:pt idx="20">
                  <c:v>98.625359048009884</c:v>
                </c:pt>
                <c:pt idx="21">
                  <c:v>99.425523184242948</c:v>
                </c:pt>
                <c:pt idx="22">
                  <c:v>99.876897825194931</c:v>
                </c:pt>
                <c:pt idx="23">
                  <c:v>99.733278621255664</c:v>
                </c:pt>
                <c:pt idx="24">
                  <c:v>99.815346737792396</c:v>
                </c:pt>
                <c:pt idx="25">
                  <c:v>99.199835863766964</c:v>
                </c:pt>
                <c:pt idx="26">
                  <c:v>99.630693475584749</c:v>
                </c:pt>
                <c:pt idx="27">
                  <c:v>99.507591300779652</c:v>
                </c:pt>
                <c:pt idx="28">
                  <c:v>100.16413623307346</c:v>
                </c:pt>
                <c:pt idx="29">
                  <c:v>99.774312679524016</c:v>
                </c:pt>
                <c:pt idx="30">
                  <c:v>99.897414854329099</c:v>
                </c:pt>
                <c:pt idx="31">
                  <c:v>100.49240869922038</c:v>
                </c:pt>
                <c:pt idx="32">
                  <c:v>100.59499384489126</c:v>
                </c:pt>
                <c:pt idx="33">
                  <c:v>101.18998768978255</c:v>
                </c:pt>
                <c:pt idx="34">
                  <c:v>101.06688551497746</c:v>
                </c:pt>
                <c:pt idx="35">
                  <c:v>101.10791957324579</c:v>
                </c:pt>
                <c:pt idx="36">
                  <c:v>101.02585145670908</c:v>
                </c:pt>
                <c:pt idx="37">
                  <c:v>101.06688551497743</c:v>
                </c:pt>
                <c:pt idx="38">
                  <c:v>101.4156750102585</c:v>
                </c:pt>
                <c:pt idx="39">
                  <c:v>99.835863766926536</c:v>
                </c:pt>
                <c:pt idx="40">
                  <c:v>100.8411981945014</c:v>
                </c:pt>
                <c:pt idx="41">
                  <c:v>100.22568732047596</c:v>
                </c:pt>
                <c:pt idx="42">
                  <c:v>99.302421009437808</c:v>
                </c:pt>
                <c:pt idx="43">
                  <c:v>99.466557242511257</c:v>
                </c:pt>
                <c:pt idx="44">
                  <c:v>99.425523184242891</c:v>
                </c:pt>
                <c:pt idx="45">
                  <c:v>97.927780057447649</c:v>
                </c:pt>
                <c:pt idx="46">
                  <c:v>96.245383668444788</c:v>
                </c:pt>
                <c:pt idx="47">
                  <c:v>95.978662289700452</c:v>
                </c:pt>
                <c:pt idx="48">
                  <c:v>98.132950348789493</c:v>
                </c:pt>
                <c:pt idx="49">
                  <c:v>97.98933114485024</c:v>
                </c:pt>
                <c:pt idx="50">
                  <c:v>98.091916290521127</c:v>
                </c:pt>
                <c:pt idx="51">
                  <c:v>98.091916290521127</c:v>
                </c:pt>
                <c:pt idx="52">
                  <c:v>98.522773902338912</c:v>
                </c:pt>
                <c:pt idx="53">
                  <c:v>99.405006155108737</c:v>
                </c:pt>
                <c:pt idx="54">
                  <c:v>99.979482970865831</c:v>
                </c:pt>
                <c:pt idx="55">
                  <c:v>100.75913007796473</c:v>
                </c:pt>
                <c:pt idx="56">
                  <c:v>100.69757899056219</c:v>
                </c:pt>
                <c:pt idx="57">
                  <c:v>101.16947066064837</c:v>
                </c:pt>
                <c:pt idx="58">
                  <c:v>101.45670906852689</c:v>
                </c:pt>
                <c:pt idx="59">
                  <c:v>102.13377102995487</c:v>
                </c:pt>
                <c:pt idx="60">
                  <c:v>102.4415264669676</c:v>
                </c:pt>
                <c:pt idx="61">
                  <c:v>101.96963479688142</c:v>
                </c:pt>
                <c:pt idx="62">
                  <c:v>102.70824784571192</c:v>
                </c:pt>
                <c:pt idx="63">
                  <c:v>103.24169060320062</c:v>
                </c:pt>
                <c:pt idx="64">
                  <c:v>103.26220763233484</c:v>
                </c:pt>
                <c:pt idx="65">
                  <c:v>103.30324169060317</c:v>
                </c:pt>
                <c:pt idx="66">
                  <c:v>103.56996306934752</c:v>
                </c:pt>
                <c:pt idx="67">
                  <c:v>102.58514567090684</c:v>
                </c:pt>
                <c:pt idx="68">
                  <c:v>101.76446450553958</c:v>
                </c:pt>
                <c:pt idx="69">
                  <c:v>101.88756668034465</c:v>
                </c:pt>
                <c:pt idx="70">
                  <c:v>102.35945835043081</c:v>
                </c:pt>
                <c:pt idx="71">
                  <c:v>102.89290110791954</c:v>
                </c:pt>
                <c:pt idx="72">
                  <c:v>103.61099712761587</c:v>
                </c:pt>
                <c:pt idx="73">
                  <c:v>103.71358227328678</c:v>
                </c:pt>
                <c:pt idx="74">
                  <c:v>102.74928190398026</c:v>
                </c:pt>
                <c:pt idx="75">
                  <c:v>102.7082478457119</c:v>
                </c:pt>
                <c:pt idx="76">
                  <c:v>103.44686089454244</c:v>
                </c:pt>
                <c:pt idx="77">
                  <c:v>102.44152646696756</c:v>
                </c:pt>
                <c:pt idx="78">
                  <c:v>102.64669675830936</c:v>
                </c:pt>
                <c:pt idx="79">
                  <c:v>101.70291341813703</c:v>
                </c:pt>
                <c:pt idx="80">
                  <c:v>101.39515798112431</c:v>
                </c:pt>
                <c:pt idx="81">
                  <c:v>101.51826015592944</c:v>
                </c:pt>
                <c:pt idx="82">
                  <c:v>100.41034058268363</c:v>
                </c:pt>
                <c:pt idx="83">
                  <c:v>100.6565449322938</c:v>
                </c:pt>
                <c:pt idx="84">
                  <c:v>100.32827246614688</c:v>
                </c:pt>
                <c:pt idx="85">
                  <c:v>100.49240869922035</c:v>
                </c:pt>
                <c:pt idx="86">
                  <c:v>100.16413623307344</c:v>
                </c:pt>
                <c:pt idx="87">
                  <c:v>101.0874025441116</c:v>
                </c:pt>
                <c:pt idx="88">
                  <c:v>102.46204349610173</c:v>
                </c:pt>
                <c:pt idx="89">
                  <c:v>101.37464095199013</c:v>
                </c:pt>
                <c:pt idx="90">
                  <c:v>101.82601559294208</c:v>
                </c:pt>
                <c:pt idx="91">
                  <c:v>100.55395978662284</c:v>
                </c:pt>
                <c:pt idx="92">
                  <c:v>100.61551087402538</c:v>
                </c:pt>
                <c:pt idx="93">
                  <c:v>101.00533442757481</c:v>
                </c:pt>
                <c:pt idx="94">
                  <c:v>101.33360689372171</c:v>
                </c:pt>
                <c:pt idx="95">
                  <c:v>102.05170291341807</c:v>
                </c:pt>
                <c:pt idx="96">
                  <c:v>102.4620434961017</c:v>
                </c:pt>
                <c:pt idx="97">
                  <c:v>102.89290110791949</c:v>
                </c:pt>
                <c:pt idx="98">
                  <c:v>102.35945835043077</c:v>
                </c:pt>
                <c:pt idx="99">
                  <c:v>102.87238407878529</c:v>
                </c:pt>
                <c:pt idx="100">
                  <c:v>103.34427574887144</c:v>
                </c:pt>
                <c:pt idx="101">
                  <c:v>103.26220763233471</c:v>
                </c:pt>
                <c:pt idx="102">
                  <c:v>103.38530980713978</c:v>
                </c:pt>
                <c:pt idx="103">
                  <c:v>103.44686089454231</c:v>
                </c:pt>
                <c:pt idx="104">
                  <c:v>103.79565038982339</c:v>
                </c:pt>
                <c:pt idx="105">
                  <c:v>104.78046778826412</c:v>
                </c:pt>
                <c:pt idx="106">
                  <c:v>104.92408699220337</c:v>
                </c:pt>
                <c:pt idx="107">
                  <c:v>104.37012720558047</c:v>
                </c:pt>
                <c:pt idx="108">
                  <c:v>104.14443988510448</c:v>
                </c:pt>
                <c:pt idx="109">
                  <c:v>105.02667213787427</c:v>
                </c:pt>
                <c:pt idx="110">
                  <c:v>104.90356996306917</c:v>
                </c:pt>
                <c:pt idx="111">
                  <c:v>104.82150184653246</c:v>
                </c:pt>
                <c:pt idx="112">
                  <c:v>104.71891670086154</c:v>
                </c:pt>
                <c:pt idx="113">
                  <c:v>104.78046778826405</c:v>
                </c:pt>
                <c:pt idx="114">
                  <c:v>104.3085761181779</c:v>
                </c:pt>
                <c:pt idx="115">
                  <c:v>102.72876487484594</c:v>
                </c:pt>
                <c:pt idx="116">
                  <c:v>100.28723840787833</c:v>
                </c:pt>
                <c:pt idx="117">
                  <c:v>99.671727533852874</c:v>
                </c:pt>
                <c:pt idx="118">
                  <c:v>101.27205580631902</c:v>
                </c:pt>
                <c:pt idx="119">
                  <c:v>100.51292572835432</c:v>
                </c:pt>
                <c:pt idx="120">
                  <c:v>100.8617152236354</c:v>
                </c:pt>
                <c:pt idx="121">
                  <c:v>101.12843660237975</c:v>
                </c:pt>
                <c:pt idx="122">
                  <c:v>101.94911776774703</c:v>
                </c:pt>
                <c:pt idx="123">
                  <c:v>102.33894132129647</c:v>
                </c:pt>
                <c:pt idx="124">
                  <c:v>102.50307755436992</c:v>
                </c:pt>
                <c:pt idx="125">
                  <c:v>103.26220763233462</c:v>
                </c:pt>
                <c:pt idx="126">
                  <c:v>102.99548625359026</c:v>
                </c:pt>
                <c:pt idx="127">
                  <c:v>101.88756668034448</c:v>
                </c:pt>
                <c:pt idx="128">
                  <c:v>101.92860073861284</c:v>
                </c:pt>
                <c:pt idx="129">
                  <c:v>102.05170291341796</c:v>
                </c:pt>
                <c:pt idx="130">
                  <c:v>101.27205580631906</c:v>
                </c:pt>
                <c:pt idx="131">
                  <c:v>101.14895363151398</c:v>
                </c:pt>
                <c:pt idx="132">
                  <c:v>99.979482970865661</c:v>
                </c:pt>
                <c:pt idx="133">
                  <c:v>99.322938038571849</c:v>
                </c:pt>
                <c:pt idx="134">
                  <c:v>99.999999999999829</c:v>
                </c:pt>
                <c:pt idx="135">
                  <c:v>100.26672137874418</c:v>
                </c:pt>
                <c:pt idx="136">
                  <c:v>98.912597455888232</c:v>
                </c:pt>
                <c:pt idx="137">
                  <c:v>98.35863766926532</c:v>
                </c:pt>
                <c:pt idx="138">
                  <c:v>98.974148543290767</c:v>
                </c:pt>
                <c:pt idx="139">
                  <c:v>98.604842018875502</c:v>
                </c:pt>
                <c:pt idx="140">
                  <c:v>99.897414854328943</c:v>
                </c:pt>
                <c:pt idx="141">
                  <c:v>100.26672137874421</c:v>
                </c:pt>
                <c:pt idx="142">
                  <c:v>99.979482970865689</c:v>
                </c:pt>
                <c:pt idx="143">
                  <c:v>99.794829708658057</c:v>
                </c:pt>
                <c:pt idx="144">
                  <c:v>99.446040213376946</c:v>
                </c:pt>
                <c:pt idx="145">
                  <c:v>99.938448912597323</c:v>
                </c:pt>
                <c:pt idx="146">
                  <c:v>100.24620434961003</c:v>
                </c:pt>
                <c:pt idx="147">
                  <c:v>100.28723840787836</c:v>
                </c:pt>
                <c:pt idx="148">
                  <c:v>100.53344275748853</c:v>
                </c:pt>
                <c:pt idx="149">
                  <c:v>101.14895363151396</c:v>
                </c:pt>
                <c:pt idx="150">
                  <c:v>100.73861304883032</c:v>
                </c:pt>
                <c:pt idx="151">
                  <c:v>100.75913007796454</c:v>
                </c:pt>
                <c:pt idx="152">
                  <c:v>98.686910135412234</c:v>
                </c:pt>
                <c:pt idx="153">
                  <c:v>100.24620434961003</c:v>
                </c:pt>
                <c:pt idx="154">
                  <c:v>100.84119819450127</c:v>
                </c:pt>
                <c:pt idx="155">
                  <c:v>100.55395978662271</c:v>
                </c:pt>
                <c:pt idx="156">
                  <c:v>101.31308986458743</c:v>
                </c:pt>
                <c:pt idx="157">
                  <c:v>101.39515798112413</c:v>
                </c:pt>
                <c:pt idx="158">
                  <c:v>102.44152646696739</c:v>
                </c:pt>
                <c:pt idx="159">
                  <c:v>102.87238407878517</c:v>
                </c:pt>
                <c:pt idx="160">
                  <c:v>103.36479277800557</c:v>
                </c:pt>
                <c:pt idx="161">
                  <c:v>103.44686089454227</c:v>
                </c:pt>
                <c:pt idx="162">
                  <c:v>103.05703734099282</c:v>
                </c:pt>
                <c:pt idx="163">
                  <c:v>102.66721378744339</c:v>
                </c:pt>
                <c:pt idx="164">
                  <c:v>101.96963479688122</c:v>
                </c:pt>
                <c:pt idx="165">
                  <c:v>101.70291341813686</c:v>
                </c:pt>
                <c:pt idx="166">
                  <c:v>101.86704965121032</c:v>
                </c:pt>
                <c:pt idx="167">
                  <c:v>102.6877308165776</c:v>
                </c:pt>
                <c:pt idx="168">
                  <c:v>103.11858842839543</c:v>
                </c:pt>
                <c:pt idx="169">
                  <c:v>102.95445219532198</c:v>
                </c:pt>
                <c:pt idx="170">
                  <c:v>102.3799753795649</c:v>
                </c:pt>
                <c:pt idx="171">
                  <c:v>102.48256052523578</c:v>
                </c:pt>
                <c:pt idx="172">
                  <c:v>101.80549856380777</c:v>
                </c:pt>
                <c:pt idx="173">
                  <c:v>101.88756668034449</c:v>
                </c:pt>
                <c:pt idx="174">
                  <c:v>101.57981124333176</c:v>
                </c:pt>
                <c:pt idx="175">
                  <c:v>102.8723840787852</c:v>
                </c:pt>
                <c:pt idx="176">
                  <c:v>102.66721378744339</c:v>
                </c:pt>
                <c:pt idx="177">
                  <c:v>101.86704965121029</c:v>
                </c:pt>
                <c:pt idx="178">
                  <c:v>102.68773081657757</c:v>
                </c:pt>
                <c:pt idx="179">
                  <c:v>102.76979893311432</c:v>
                </c:pt>
                <c:pt idx="180">
                  <c:v>103.11858842839537</c:v>
                </c:pt>
                <c:pt idx="181">
                  <c:v>103.4263438654081</c:v>
                </c:pt>
                <c:pt idx="182">
                  <c:v>102.19532211735719</c:v>
                </c:pt>
                <c:pt idx="183">
                  <c:v>102.85186704965103</c:v>
                </c:pt>
                <c:pt idx="184">
                  <c:v>102.2158391464914</c:v>
                </c:pt>
                <c:pt idx="185">
                  <c:v>102.40049240869907</c:v>
                </c:pt>
                <c:pt idx="186">
                  <c:v>102.99548625359031</c:v>
                </c:pt>
                <c:pt idx="187">
                  <c:v>102.58514567090668</c:v>
                </c:pt>
                <c:pt idx="188">
                  <c:v>102.48256052523578</c:v>
                </c:pt>
                <c:pt idx="189">
                  <c:v>102.85186704965105</c:v>
                </c:pt>
                <c:pt idx="190">
                  <c:v>101.53877718506344</c:v>
                </c:pt>
                <c:pt idx="191">
                  <c:v>100.73861304883036</c:v>
                </c:pt>
                <c:pt idx="192">
                  <c:v>100.65654493229363</c:v>
                </c:pt>
                <c:pt idx="193">
                  <c:v>101.94911776774705</c:v>
                </c:pt>
                <c:pt idx="194">
                  <c:v>101.74394747640524</c:v>
                </c:pt>
                <c:pt idx="195">
                  <c:v>101.88756668034453</c:v>
                </c:pt>
                <c:pt idx="196">
                  <c:v>102.44152646696743</c:v>
                </c:pt>
                <c:pt idx="197">
                  <c:v>102.74928190398016</c:v>
                </c:pt>
                <c:pt idx="198">
                  <c:v>102.23635617562563</c:v>
                </c:pt>
                <c:pt idx="199">
                  <c:v>101.9491177677471</c:v>
                </c:pt>
                <c:pt idx="200">
                  <c:v>102.37997537956491</c:v>
                </c:pt>
                <c:pt idx="201">
                  <c:v>102.74928190398015</c:v>
                </c:pt>
                <c:pt idx="202">
                  <c:v>102.17480508822305</c:v>
                </c:pt>
                <c:pt idx="203">
                  <c:v>102.62617972917504</c:v>
                </c:pt>
                <c:pt idx="204">
                  <c:v>102.64669675830919</c:v>
                </c:pt>
                <c:pt idx="205">
                  <c:v>102.17480508822301</c:v>
                </c:pt>
                <c:pt idx="206">
                  <c:v>102.60566270004081</c:v>
                </c:pt>
                <c:pt idx="207">
                  <c:v>102.44152646696737</c:v>
                </c:pt>
                <c:pt idx="208">
                  <c:v>102.03118588428376</c:v>
                </c:pt>
                <c:pt idx="209">
                  <c:v>102.37997537956483</c:v>
                </c:pt>
                <c:pt idx="210">
                  <c:v>102.93393516618772</c:v>
                </c:pt>
                <c:pt idx="211">
                  <c:v>102.91341813705354</c:v>
                </c:pt>
                <c:pt idx="212">
                  <c:v>103.20065654493209</c:v>
                </c:pt>
                <c:pt idx="213">
                  <c:v>102.89290110791936</c:v>
                </c:pt>
                <c:pt idx="214">
                  <c:v>103.44686089454224</c:v>
                </c:pt>
                <c:pt idx="215">
                  <c:v>103.63151415674989</c:v>
                </c:pt>
                <c:pt idx="216">
                  <c:v>103.56996306934734</c:v>
                </c:pt>
                <c:pt idx="217">
                  <c:v>103.89823553549424</c:v>
                </c:pt>
                <c:pt idx="218">
                  <c:v>104.28805908904367</c:v>
                </c:pt>
                <c:pt idx="219">
                  <c:v>104.43167829298291</c:v>
                </c:pt>
                <c:pt idx="220">
                  <c:v>105.08822322527668</c:v>
                </c:pt>
                <c:pt idx="221">
                  <c:v>105.41649569142361</c:v>
                </c:pt>
                <c:pt idx="222">
                  <c:v>105.06770619614252</c:v>
                </c:pt>
                <c:pt idx="223">
                  <c:v>104.80098481739816</c:v>
                </c:pt>
                <c:pt idx="224">
                  <c:v>106.21665982765663</c:v>
                </c:pt>
                <c:pt idx="225">
                  <c:v>105.19080837094756</c:v>
                </c:pt>
                <c:pt idx="226">
                  <c:v>106.03200656544902</c:v>
                </c:pt>
                <c:pt idx="227">
                  <c:v>105.90890439064394</c:v>
                </c:pt>
                <c:pt idx="228" formatCode="0.00">
                  <c:v>106.11407468198576</c:v>
                </c:pt>
                <c:pt idx="229" formatCode="0.00">
                  <c:v>105.64218301189959</c:v>
                </c:pt>
                <c:pt idx="230" formatCode="0.00">
                  <c:v>105.53959786622869</c:v>
                </c:pt>
                <c:pt idx="231" formatCode="0.00">
                  <c:v>104.98563807960579</c:v>
                </c:pt>
                <c:pt idx="232" formatCode="0.00">
                  <c:v>105.53959786622869</c:v>
                </c:pt>
                <c:pt idx="233" formatCode="0.00">
                  <c:v>105.97045547804649</c:v>
                </c:pt>
                <c:pt idx="234" formatCode="0.00">
                  <c:v>105.86787033237557</c:v>
                </c:pt>
                <c:pt idx="235" formatCode="0.00">
                  <c:v>106.11407468198576</c:v>
                </c:pt>
                <c:pt idx="236" formatCode="0.00">
                  <c:v>106.27821091505919</c:v>
                </c:pt>
                <c:pt idx="237" formatCode="0.00">
                  <c:v>106.66803446860865</c:v>
                </c:pt>
                <c:pt idx="238" formatCode="0.00">
                  <c:v>106.48338120640102</c:v>
                </c:pt>
                <c:pt idx="239" formatCode="0.00">
                  <c:v>107.13992613869482</c:v>
                </c:pt>
                <c:pt idx="240" formatCode="0.00">
                  <c:v>105.76528518670466</c:v>
                </c:pt>
                <c:pt idx="241" formatCode="0.00">
                  <c:v>103.8572014772258</c:v>
                </c:pt>
                <c:pt idx="242" formatCode="0.00">
                  <c:v>103.77513336068907</c:v>
                </c:pt>
                <c:pt idx="243" formatCode="0.00">
                  <c:v>104.26754205990942</c:v>
                </c:pt>
                <c:pt idx="244" formatCode="0.00">
                  <c:v>104.51374640951958</c:v>
                </c:pt>
                <c:pt idx="245" formatCode="0.00">
                  <c:v>103.79565038982324</c:v>
                </c:pt>
                <c:pt idx="246" formatCode="0.00">
                  <c:v>103.32375871973707</c:v>
                </c:pt>
                <c:pt idx="247" formatCode="0.00">
                  <c:v>105.06770619614248</c:v>
                </c:pt>
                <c:pt idx="248" formatCode="0.00">
                  <c:v>104.49322938038542</c:v>
                </c:pt>
                <c:pt idx="249" formatCode="0.00">
                  <c:v>103.83668444809162</c:v>
                </c:pt>
                <c:pt idx="250" formatCode="0.00">
                  <c:v>103.73409930242072</c:v>
                </c:pt>
                <c:pt idx="251" formatCode="0.00">
                  <c:v>103.65203118588398</c:v>
                </c:pt>
                <c:pt idx="252" formatCode="0.00">
                  <c:v>103.81616741895742</c:v>
                </c:pt>
                <c:pt idx="253" formatCode="0.00">
                  <c:v>104.41116126384868</c:v>
                </c:pt>
                <c:pt idx="254" formatCode="0.00">
                  <c:v>104.88305293393486</c:v>
                </c:pt>
                <c:pt idx="255" formatCode="0.00">
                  <c:v>105.90890439064393</c:v>
                </c:pt>
                <c:pt idx="256" formatCode="0.00">
                  <c:v>105.74476815757048</c:v>
                </c:pt>
                <c:pt idx="257" formatCode="0.00">
                  <c:v>105.29339351661848</c:v>
                </c:pt>
                <c:pt idx="258" formatCode="0.00">
                  <c:v>105.58063192449701</c:v>
                </c:pt>
                <c:pt idx="259" formatCode="0.00">
                  <c:v>105.37546163315521</c:v>
                </c:pt>
                <c:pt idx="260">
                  <c:v>100</c:v>
                </c:pt>
                <c:pt idx="261" formatCode="0.00">
                  <c:v>100.17550702028082</c:v>
                </c:pt>
                <c:pt idx="262" formatCode="0.00">
                  <c:v>100.48751950078002</c:v>
                </c:pt>
                <c:pt idx="263" formatCode="0.00">
                  <c:v>100.60452418096722</c:v>
                </c:pt>
                <c:pt idx="264" formatCode="0.00">
                  <c:v>100.89703588143524</c:v>
                </c:pt>
                <c:pt idx="265" formatCode="0.00">
                  <c:v>101.81357254290171</c:v>
                </c:pt>
                <c:pt idx="266" formatCode="0.00">
                  <c:v>101.81357254290171</c:v>
                </c:pt>
                <c:pt idx="267" formatCode="0.00">
                  <c:v>102.26209048361935</c:v>
                </c:pt>
                <c:pt idx="268" formatCode="0.00">
                  <c:v>103.0226209048362</c:v>
                </c:pt>
                <c:pt idx="269" formatCode="0.00">
                  <c:v>103.51014040561624</c:v>
                </c:pt>
                <c:pt idx="270" formatCode="0.00">
                  <c:v>103.91965678627146</c:v>
                </c:pt>
                <c:pt idx="271" formatCode="0.00">
                  <c:v>103.84165366614666</c:v>
                </c:pt>
                <c:pt idx="272" formatCode="0.00">
                  <c:v>104.50468018720751</c:v>
                </c:pt>
                <c:pt idx="273" formatCode="0.00">
                  <c:v>103.23712948517944</c:v>
                </c:pt>
                <c:pt idx="274" formatCode="0.00">
                  <c:v>102.67160686427459</c:v>
                </c:pt>
                <c:pt idx="275" formatCode="0.00">
                  <c:v>103.33463338533545</c:v>
                </c:pt>
                <c:pt idx="276" formatCode="0.00">
                  <c:v>103.62714508580346</c:v>
                </c:pt>
                <c:pt idx="277" formatCode="0.00">
                  <c:v>103.76365054602188</c:v>
                </c:pt>
                <c:pt idx="278" formatCode="0.00">
                  <c:v>103.80265210608428</c:v>
                </c:pt>
                <c:pt idx="279" formatCode="0.00">
                  <c:v>103.76365054602188</c:v>
                </c:pt>
                <c:pt idx="280" formatCode="0.00">
                  <c:v>103.91965678627149</c:v>
                </c:pt>
                <c:pt idx="281" formatCode="0.00">
                  <c:v>103.88065522620909</c:v>
                </c:pt>
                <c:pt idx="282" formatCode="0.00">
                  <c:v>103.51014040561627</c:v>
                </c:pt>
                <c:pt idx="283" formatCode="0.00">
                  <c:v>104.81669266770676</c:v>
                </c:pt>
                <c:pt idx="284" formatCode="0.00">
                  <c:v>104.44617784711394</c:v>
                </c:pt>
                <c:pt idx="285" formatCode="0.00">
                  <c:v>102.80811232449304</c:v>
                </c:pt>
                <c:pt idx="286" formatCode="0.00">
                  <c:v>101.73556942277696</c:v>
                </c:pt>
                <c:pt idx="287" formatCode="0.00">
                  <c:v>103.27613104524187</c:v>
                </c:pt>
                <c:pt idx="288" formatCode="0.00">
                  <c:v>102.96411856474265</c:v>
                </c:pt>
                <c:pt idx="289" formatCode="0.00">
                  <c:v>103.8806552262091</c:v>
                </c:pt>
                <c:pt idx="290" formatCode="0.00">
                  <c:v>104.44617784711396</c:v>
                </c:pt>
                <c:pt idx="291" formatCode="0.00">
                  <c:v>105.01170046801879</c:v>
                </c:pt>
                <c:pt idx="292" formatCode="0.00">
                  <c:v>105.2652106084244</c:v>
                </c:pt>
                <c:pt idx="293" formatCode="0.00">
                  <c:v>104.93369734789397</c:v>
                </c:pt>
                <c:pt idx="294" formatCode="0.00">
                  <c:v>105.26521060842438</c:v>
                </c:pt>
                <c:pt idx="295" formatCode="0.00">
                  <c:v>106.14274570982843</c:v>
                </c:pt>
                <c:pt idx="296" formatCode="0.00">
                  <c:v>106.10374414976603</c:v>
                </c:pt>
                <c:pt idx="297" formatCode="0.00">
                  <c:v>105.59672386895478</c:v>
                </c:pt>
                <c:pt idx="298" formatCode="0.00">
                  <c:v>106.24024960998443</c:v>
                </c:pt>
                <c:pt idx="299" formatCode="0.00">
                  <c:v>106.06474258970361</c:v>
                </c:pt>
                <c:pt idx="300" formatCode="0.00">
                  <c:v>105.8697347893916</c:v>
                </c:pt>
                <c:pt idx="301" formatCode="0.00">
                  <c:v>106.16224648985964</c:v>
                </c:pt>
                <c:pt idx="302" formatCode="0.00">
                  <c:v>106.53276131045247</c:v>
                </c:pt>
                <c:pt idx="303" formatCode="0.00">
                  <c:v>107.64430577223095</c:v>
                </c:pt>
                <c:pt idx="304" formatCode="0.00">
                  <c:v>107.58580343213734</c:v>
                </c:pt>
                <c:pt idx="305" formatCode="0.00">
                  <c:v>108.59984399375982</c:v>
                </c:pt>
                <c:pt idx="306" formatCode="0.00">
                  <c:v>108.30733229329179</c:v>
                </c:pt>
                <c:pt idx="307" formatCode="0.00">
                  <c:v>107.70280811232456</c:v>
                </c:pt>
                <c:pt idx="308" formatCode="0.00">
                  <c:v>108.46333853354142</c:v>
                </c:pt>
                <c:pt idx="309" formatCode="0.00">
                  <c:v>106.20124804992207</c:v>
                </c:pt>
                <c:pt idx="310" formatCode="0.00">
                  <c:v>105.3822152886116</c:v>
                </c:pt>
                <c:pt idx="311" formatCode="0.00">
                  <c:v>103.10062402496106</c:v>
                </c:pt>
                <c:pt idx="312" formatCode="0.00">
                  <c:v>104.85569422776918</c:v>
                </c:pt>
                <c:pt idx="313" formatCode="0.00">
                  <c:v>102.76911076443064</c:v>
                </c:pt>
                <c:pt idx="314" formatCode="0.00">
                  <c:v>104.13416536661474</c:v>
                </c:pt>
                <c:pt idx="315" formatCode="0.00">
                  <c:v>103.12012480499227</c:v>
                </c:pt>
                <c:pt idx="316" formatCode="0.00">
                  <c:v>103.52964118564749</c:v>
                </c:pt>
                <c:pt idx="317" formatCode="0.00">
                  <c:v>104.85569422776918</c:v>
                </c:pt>
                <c:pt idx="318" formatCode="0.00">
                  <c:v>104.79719188767558</c:v>
                </c:pt>
                <c:pt idx="319" formatCode="0.00">
                  <c:v>104.95319812792519</c:v>
                </c:pt>
                <c:pt idx="320" formatCode="0.00">
                  <c:v>105.73322932917323</c:v>
                </c:pt>
                <c:pt idx="321" formatCode="0.00">
                  <c:v>106.27925117004686</c:v>
                </c:pt>
                <c:pt idx="322" formatCode="0.00">
                  <c:v>106.94227769110771</c:v>
                </c:pt>
                <c:pt idx="323" formatCode="0.00">
                  <c:v>107.80031201248056</c:v>
                </c:pt>
                <c:pt idx="324" formatCode="0.00">
                  <c:v>107.78081123244935</c:v>
                </c:pt>
                <c:pt idx="325" formatCode="0.00">
                  <c:v>108.05382215288617</c:v>
                </c:pt>
                <c:pt idx="326" formatCode="0.00">
                  <c:v>107.95631825273017</c:v>
                </c:pt>
                <c:pt idx="327" formatCode="0.00">
                  <c:v>107.52730109204374</c:v>
                </c:pt>
                <c:pt idx="328" formatCode="0.00">
                  <c:v>106.51326053042128</c:v>
                </c:pt>
                <c:pt idx="329" formatCode="0.00">
                  <c:v>106.8642745709829</c:v>
                </c:pt>
                <c:pt idx="330" formatCode="0.00">
                  <c:v>107.50780031201253</c:v>
                </c:pt>
                <c:pt idx="331" formatCode="0.00">
                  <c:v>107.35179407176292</c:v>
                </c:pt>
                <c:pt idx="332" formatCode="0.00">
                  <c:v>107.25429017160691</c:v>
                </c:pt>
                <c:pt idx="333" formatCode="0.00">
                  <c:v>107.89781591263656</c:v>
                </c:pt>
                <c:pt idx="334" formatCode="0.00">
                  <c:v>108.2683307332294</c:v>
                </c:pt>
                <c:pt idx="335" formatCode="0.00">
                  <c:v>108.2488299531982</c:v>
                </c:pt>
                <c:pt idx="336" formatCode="0.00">
                  <c:v>108.20982839313579</c:v>
                </c:pt>
                <c:pt idx="337" formatCode="0.00">
                  <c:v>108.01482059282378</c:v>
                </c:pt>
                <c:pt idx="338" formatCode="0.00">
                  <c:v>108.05382215288618</c:v>
                </c:pt>
                <c:pt idx="339" formatCode="0.00">
                  <c:v>108.326833073323</c:v>
                </c:pt>
                <c:pt idx="340" formatCode="0.00">
                  <c:v>108.40483619344781</c:v>
                </c:pt>
                <c:pt idx="341" formatCode="0.00">
                  <c:v>108.44383775351019</c:v>
                </c:pt>
                <c:pt idx="342" formatCode="0.00">
                  <c:v>107.87831513260537</c:v>
                </c:pt>
                <c:pt idx="343" formatCode="0.00">
                  <c:v>107.44929797191894</c:v>
                </c:pt>
                <c:pt idx="344" formatCode="0.00">
                  <c:v>108.11232449297978</c:v>
                </c:pt>
                <c:pt idx="345" formatCode="0.00">
                  <c:v>108.32683307332299</c:v>
                </c:pt>
                <c:pt idx="346" formatCode="0.00">
                  <c:v>108.6973478939158</c:v>
                </c:pt>
                <c:pt idx="347" formatCode="0.00">
                  <c:v>108.4633385335414</c:v>
                </c:pt>
                <c:pt idx="348" formatCode="0.00">
                  <c:v>108.77535101404062</c:v>
                </c:pt>
                <c:pt idx="349" formatCode="0.00">
                  <c:v>108.85335413416543</c:v>
                </c:pt>
                <c:pt idx="350" formatCode="0.00">
                  <c:v>109.78939157566309</c:v>
                </c:pt>
                <c:pt idx="351" formatCode="0.00">
                  <c:v>109.57488299531985</c:v>
                </c:pt>
                <c:pt idx="352" formatCode="0.00">
                  <c:v>109.71138845553827</c:v>
                </c:pt>
                <c:pt idx="353" formatCode="0.00">
                  <c:v>111.11544461778479</c:v>
                </c:pt>
                <c:pt idx="354" formatCode="0.00">
                  <c:v>110.93993759750397</c:v>
                </c:pt>
                <c:pt idx="355" formatCode="0.00">
                  <c:v>110.84243369734796</c:v>
                </c:pt>
                <c:pt idx="356" formatCode="0.00">
                  <c:v>111.85647425897042</c:v>
                </c:pt>
                <c:pt idx="357" formatCode="0.00">
                  <c:v>111.42745709828399</c:v>
                </c:pt>
                <c:pt idx="358" formatCode="0.00">
                  <c:v>110.82293291731675</c:v>
                </c:pt>
                <c:pt idx="359" formatCode="0.00">
                  <c:v>110.06240249609989</c:v>
                </c:pt>
                <c:pt idx="360" formatCode="0.00">
                  <c:v>109.63338533541346</c:v>
                </c:pt>
                <c:pt idx="361" formatCode="0.00">
                  <c:v>108.95085803432143</c:v>
                </c:pt>
                <c:pt idx="362" formatCode="0.00">
                  <c:v>108.4828393135726</c:v>
                </c:pt>
                <c:pt idx="363" formatCode="0.00">
                  <c:v>109.53588143525745</c:v>
                </c:pt>
                <c:pt idx="364" formatCode="0.00">
                  <c:v>109.22386895475823</c:v>
                </c:pt>
                <c:pt idx="365" formatCode="0.00">
                  <c:v>110.62792511700474</c:v>
                </c:pt>
                <c:pt idx="366" formatCode="0.00">
                  <c:v>110.86193447737914</c:v>
                </c:pt>
                <c:pt idx="367" formatCode="0.00">
                  <c:v>110.43291731669271</c:v>
                </c:pt>
                <c:pt idx="368" formatCode="0.00">
                  <c:v>110.25741029641189</c:v>
                </c:pt>
                <c:pt idx="369" formatCode="0.00">
                  <c:v>111.11544461778475</c:v>
                </c:pt>
                <c:pt idx="370" formatCode="0.00">
                  <c:v>111.07644305772233</c:v>
                </c:pt>
                <c:pt idx="371" formatCode="0.00">
                  <c:v>111.62246489859596</c:v>
                </c:pt>
                <c:pt idx="372" formatCode="0.00">
                  <c:v>112.16848673946961</c:v>
                </c:pt>
                <c:pt idx="373" formatCode="0.00">
                  <c:v>112.30499219968802</c:v>
                </c:pt>
                <c:pt idx="374" formatCode="0.00">
                  <c:v>112.207488299532</c:v>
                </c:pt>
                <c:pt idx="375" formatCode="0.00">
                  <c:v>112.83151326053044</c:v>
                </c:pt>
                <c:pt idx="376" formatCode="0.00">
                  <c:v>112.83151326053044</c:v>
                </c:pt>
                <c:pt idx="377" formatCode="0.00">
                  <c:v>113.22152886115447</c:v>
                </c:pt>
                <c:pt idx="378" formatCode="0.00">
                  <c:v>113.98205928237131</c:v>
                </c:pt>
                <c:pt idx="379" formatCode="0.00">
                  <c:v>113.88455538221531</c:v>
                </c:pt>
                <c:pt idx="380" formatCode="0.00">
                  <c:v>114.11856474258974</c:v>
                </c:pt>
                <c:pt idx="381" formatCode="0.00">
                  <c:v>114.15756630265216</c:v>
                </c:pt>
                <c:pt idx="382" formatCode="0.00">
                  <c:v>113.28003120124809</c:v>
                </c:pt>
                <c:pt idx="383" formatCode="0.00">
                  <c:v>113.90405616224652</c:v>
                </c:pt>
                <c:pt idx="384" formatCode="0.00">
                  <c:v>113.51404056162249</c:v>
                </c:pt>
                <c:pt idx="385" formatCode="0.00">
                  <c:v>113.55304212168488</c:v>
                </c:pt>
                <c:pt idx="386" formatCode="0.00">
                  <c:v>113.7870514820593</c:v>
                </c:pt>
                <c:pt idx="387" formatCode="0.00">
                  <c:v>114.15756630265211</c:v>
                </c:pt>
                <c:pt idx="388" formatCode="0.00">
                  <c:v>114.0990639625585</c:v>
                </c:pt>
                <c:pt idx="389" formatCode="0.00">
                  <c:v>113.86505460218409</c:v>
                </c:pt>
                <c:pt idx="390" formatCode="0.00">
                  <c:v>113.88455538221528</c:v>
                </c:pt>
                <c:pt idx="391" formatCode="0.00">
                  <c:v>114.27457098283929</c:v>
                </c:pt>
                <c:pt idx="392" formatCode="0.00">
                  <c:v>114.3330733229329</c:v>
                </c:pt>
                <c:pt idx="393" formatCode="0.00">
                  <c:v>114.6645865834633</c:v>
                </c:pt>
                <c:pt idx="394" formatCode="0.00">
                  <c:v>113.10452418096722</c:v>
                </c:pt>
                <c:pt idx="395" formatCode="0.00">
                  <c:v>113.72854914196566</c:v>
                </c:pt>
                <c:pt idx="396" formatCode="0.00">
                  <c:v>114.3525741029641</c:v>
                </c:pt>
                <c:pt idx="397" formatCode="0.00">
                  <c:v>114.41107644305771</c:v>
                </c:pt>
                <c:pt idx="398" formatCode="0.00">
                  <c:v>115.38611544461777</c:v>
                </c:pt>
                <c:pt idx="399" formatCode="0.00">
                  <c:v>115.79563182527299</c:v>
                </c:pt>
                <c:pt idx="400" formatCode="0.00">
                  <c:v>116.40015600624022</c:v>
                </c:pt>
                <c:pt idx="401" formatCode="0.00">
                  <c:v>116.57566302652103</c:v>
                </c:pt>
                <c:pt idx="402" formatCode="0.00">
                  <c:v>116.41965678627143</c:v>
                </c:pt>
                <c:pt idx="403" formatCode="0.00">
                  <c:v>116.65366614664583</c:v>
                </c:pt>
                <c:pt idx="404" formatCode="0.00">
                  <c:v>115.50312012480495</c:v>
                </c:pt>
                <c:pt idx="405" formatCode="0.00">
                  <c:v>114.78159126365053</c:v>
                </c:pt>
                <c:pt idx="406" formatCode="0.00">
                  <c:v>115.83463338533539</c:v>
                </c:pt>
                <c:pt idx="407" formatCode="0.00">
                  <c:v>115.17160686427455</c:v>
                </c:pt>
                <c:pt idx="408" formatCode="0.00">
                  <c:v>115.79563182527299</c:v>
                </c:pt>
                <c:pt idx="409" formatCode="0.00">
                  <c:v>115.56162246489858</c:v>
                </c:pt>
                <c:pt idx="410" formatCode="0.00">
                  <c:v>116.86817472698904</c:v>
                </c:pt>
                <c:pt idx="411" formatCode="0.00">
                  <c:v>116.47815912636501</c:v>
                </c:pt>
                <c:pt idx="412" formatCode="0.00">
                  <c:v>115.52262090483616</c:v>
                </c:pt>
                <c:pt idx="413" formatCode="0.00">
                  <c:v>114.52808112324489</c:v>
                </c:pt>
                <c:pt idx="414" formatCode="0.00">
                  <c:v>112.53900156006236</c:v>
                </c:pt>
                <c:pt idx="415" formatCode="0.00">
                  <c:v>114.17706708268328</c:v>
                </c:pt>
                <c:pt idx="416" formatCode="0.00">
                  <c:v>114.27457098283929</c:v>
                </c:pt>
                <c:pt idx="417" formatCode="0.00">
                  <c:v>113.96255850234007</c:v>
                </c:pt>
                <c:pt idx="418" formatCode="0.00">
                  <c:v>114.31357254290171</c:v>
                </c:pt>
                <c:pt idx="419" formatCode="0.00">
                  <c:v>113.82605304212169</c:v>
                </c:pt>
                <c:pt idx="420" formatCode="0.00">
                  <c:v>114.66458658346333</c:v>
                </c:pt>
                <c:pt idx="421" formatCode="0.00">
                  <c:v>114.33307332293292</c:v>
                </c:pt>
                <c:pt idx="422" formatCode="0.00">
                  <c:v>113.72854914196567</c:v>
                </c:pt>
                <c:pt idx="423" formatCode="0.00">
                  <c:v>113.78705148205928</c:v>
                </c:pt>
                <c:pt idx="424" formatCode="0.00">
                  <c:v>114.00156006240249</c:v>
                </c:pt>
                <c:pt idx="425" formatCode="0.00">
                  <c:v>114.3330733229329</c:v>
                </c:pt>
                <c:pt idx="426" formatCode="0.00">
                  <c:v>114.56708268330732</c:v>
                </c:pt>
                <c:pt idx="427" formatCode="0.00">
                  <c:v>115.32761310452418</c:v>
                </c:pt>
                <c:pt idx="428" formatCode="0.00">
                  <c:v>116.14664586583464</c:v>
                </c:pt>
                <c:pt idx="429" formatCode="0.00">
                  <c:v>115.85413416536662</c:v>
                </c:pt>
                <c:pt idx="430" formatCode="0.00">
                  <c:v>116.43915756630264</c:v>
                </c:pt>
                <c:pt idx="431" formatCode="0.00">
                  <c:v>116.12714508580342</c:v>
                </c:pt>
                <c:pt idx="432" formatCode="0.00">
                  <c:v>116.10764430577223</c:v>
                </c:pt>
                <c:pt idx="433" formatCode="0.00">
                  <c:v>116.49765990639625</c:v>
                </c:pt>
                <c:pt idx="434" formatCode="0.00">
                  <c:v>114.45007800312011</c:v>
                </c:pt>
                <c:pt idx="435" formatCode="0.00">
                  <c:v>114.1185647425897</c:v>
                </c:pt>
                <c:pt idx="436" formatCode="0.00">
                  <c:v>113.49453978159126</c:v>
                </c:pt>
                <c:pt idx="437" formatCode="0.00">
                  <c:v>111.97347893915756</c:v>
                </c:pt>
                <c:pt idx="438" formatCode="0.00">
                  <c:v>110.9399375975039</c:v>
                </c:pt>
                <c:pt idx="439" formatCode="0.00">
                  <c:v>110.8034321372855</c:v>
                </c:pt>
                <c:pt idx="440" formatCode="0.00">
                  <c:v>110.84243369734789</c:v>
                </c:pt>
                <c:pt idx="441" formatCode="0.00">
                  <c:v>112.8705148205928</c:v>
                </c:pt>
                <c:pt idx="442" formatCode="0.00">
                  <c:v>113.22152886115441</c:v>
                </c:pt>
                <c:pt idx="443" formatCode="0.00">
                  <c:v>113.68954758190323</c:v>
                </c:pt>
                <c:pt idx="444" formatCode="0.00">
                  <c:v>113.96255850234004</c:v>
                </c:pt>
                <c:pt idx="445" formatCode="0.00">
                  <c:v>114.17706708268327</c:v>
                </c:pt>
                <c:pt idx="446" formatCode="0.00">
                  <c:v>113.80655226209045</c:v>
                </c:pt>
                <c:pt idx="447" formatCode="0.00">
                  <c:v>114.15756630265206</c:v>
                </c:pt>
                <c:pt idx="448" formatCode="0.00">
                  <c:v>114.07956318252725</c:v>
                </c:pt>
                <c:pt idx="449" formatCode="0.00">
                  <c:v>113.16302652106079</c:v>
                </c:pt>
                <c:pt idx="450" formatCode="0.00">
                  <c:v>113.3580343213728</c:v>
                </c:pt>
                <c:pt idx="451" formatCode="0.00">
                  <c:v>112.10998439937592</c:v>
                </c:pt>
                <c:pt idx="452" formatCode="0.00">
                  <c:v>111.13494539781586</c:v>
                </c:pt>
                <c:pt idx="453" formatCode="0.00">
                  <c:v>110.3549141965678</c:v>
                </c:pt>
                <c:pt idx="454" formatCode="0.00">
                  <c:v>111.17394695787824</c:v>
                </c:pt>
                <c:pt idx="455" formatCode="0.00">
                  <c:v>111.93447737909509</c:v>
                </c:pt>
                <c:pt idx="456" formatCode="0.00">
                  <c:v>110.33541341653658</c:v>
                </c:pt>
                <c:pt idx="457" formatCode="0.00">
                  <c:v>107.89781591263643</c:v>
                </c:pt>
                <c:pt idx="458" formatCode="0.00">
                  <c:v>108.59984399375969</c:v>
                </c:pt>
                <c:pt idx="459" formatCode="0.00">
                  <c:v>106.78627145085798</c:v>
                </c:pt>
                <c:pt idx="460" formatCode="0.00">
                  <c:v>107.3517940717628</c:v>
                </c:pt>
                <c:pt idx="461" formatCode="0.00">
                  <c:v>107.09828393135716</c:v>
                </c:pt>
                <c:pt idx="462" formatCode="0.00">
                  <c:v>108.67784711388447</c:v>
                </c:pt>
                <c:pt idx="463" formatCode="0.00">
                  <c:v>109.34087363494532</c:v>
                </c:pt>
                <c:pt idx="464" formatCode="0.00">
                  <c:v>108.44383775351007</c:v>
                </c:pt>
                <c:pt idx="465" formatCode="0.00">
                  <c:v>107.80031201248043</c:v>
                </c:pt>
                <c:pt idx="466" formatCode="0.00">
                  <c:v>109.02886115444612</c:v>
                </c:pt>
                <c:pt idx="467" formatCode="0.00">
                  <c:v>108.24882995319807</c:v>
                </c:pt>
                <c:pt idx="468" formatCode="0.00">
                  <c:v>106.8642745709828</c:v>
                </c:pt>
                <c:pt idx="469" formatCode="0.00">
                  <c:v>106.41575663026516</c:v>
                </c:pt>
                <c:pt idx="470" formatCode="0.00">
                  <c:v>106.9227769110764</c:v>
                </c:pt>
                <c:pt idx="471" formatCode="0.00">
                  <c:v>107.46879875195003</c:v>
                </c:pt>
                <c:pt idx="472" formatCode="0.00">
                  <c:v>106.8252730109204</c:v>
                </c:pt>
                <c:pt idx="473" formatCode="0.00">
                  <c:v>106.39625585023397</c:v>
                </c:pt>
                <c:pt idx="474" formatCode="0.00">
                  <c:v>107.41029641185644</c:v>
                </c:pt>
                <c:pt idx="475" formatCode="0.00">
                  <c:v>107.66380655226206</c:v>
                </c:pt>
                <c:pt idx="476" formatCode="0.00">
                  <c:v>108.03432137285488</c:v>
                </c:pt>
                <c:pt idx="477" formatCode="0.00">
                  <c:v>108.05382215288608</c:v>
                </c:pt>
                <c:pt idx="478" formatCode="0.00">
                  <c:v>109.75039001560059</c:v>
                </c:pt>
                <c:pt idx="479" formatCode="0.00">
                  <c:v>111.32995319812788</c:v>
                </c:pt>
                <c:pt idx="480" formatCode="0.00">
                  <c:v>111.6614664586583</c:v>
                </c:pt>
                <c:pt idx="481" formatCode="0.00">
                  <c:v>111.13494539781587</c:v>
                </c:pt>
                <c:pt idx="482" formatCode="0.00">
                  <c:v>111.58346333853349</c:v>
                </c:pt>
                <c:pt idx="483" formatCode="0.00">
                  <c:v>111.19344773790947</c:v>
                </c:pt>
                <c:pt idx="484" formatCode="0.00">
                  <c:v>109.43837753510135</c:v>
                </c:pt>
                <c:pt idx="485" formatCode="0.00">
                  <c:v>110.5109204368174</c:v>
                </c:pt>
                <c:pt idx="486" formatCode="0.00">
                  <c:v>110.74492979719183</c:v>
                </c:pt>
                <c:pt idx="487" formatCode="0.00">
                  <c:v>112.42199687987514</c:v>
                </c:pt>
                <c:pt idx="488" formatCode="0.00">
                  <c:v>112.73400936037436</c:v>
                </c:pt>
                <c:pt idx="489" formatCode="0.00">
                  <c:v>113.20202808112317</c:v>
                </c:pt>
                <c:pt idx="490" formatCode="0.00">
                  <c:v>113.16302652106077</c:v>
                </c:pt>
                <c:pt idx="491" formatCode="0.00">
                  <c:v>113.88455538221523</c:v>
                </c:pt>
                <c:pt idx="492" formatCode="0.00">
                  <c:v>113.41653666146641</c:v>
                </c:pt>
                <c:pt idx="493" formatCode="0.00">
                  <c:v>113.35803432137281</c:v>
                </c:pt>
                <c:pt idx="494" formatCode="0.00">
                  <c:v>113.45553822152883</c:v>
                </c:pt>
                <c:pt idx="495" formatCode="0.00">
                  <c:v>113.94305772230885</c:v>
                </c:pt>
                <c:pt idx="496" formatCode="0.00">
                  <c:v>113.61154446177842</c:v>
                </c:pt>
                <c:pt idx="497" formatCode="0.00">
                  <c:v>113.76755070202803</c:v>
                </c:pt>
                <c:pt idx="498" formatCode="0.00">
                  <c:v>112.83151326053036</c:v>
                </c:pt>
                <c:pt idx="499" formatCode="0.00">
                  <c:v>112.16848673946951</c:v>
                </c:pt>
                <c:pt idx="500" formatCode="0.00">
                  <c:v>113.45553822152881</c:v>
                </c:pt>
                <c:pt idx="501" formatCode="0.00">
                  <c:v>111.68096723868949</c:v>
                </c:pt>
                <c:pt idx="502" formatCode="0.00">
                  <c:v>112.18798751950071</c:v>
                </c:pt>
                <c:pt idx="503" formatCode="0.00">
                  <c:v>112.87051482059275</c:v>
                </c:pt>
                <c:pt idx="504" formatCode="0.00">
                  <c:v>111.60296411856467</c:v>
                </c:pt>
                <c:pt idx="505" formatCode="0.00">
                  <c:v>112.42199687987511</c:v>
                </c:pt>
                <c:pt idx="506" formatCode="0.00">
                  <c:v>112.18798751950068</c:v>
                </c:pt>
                <c:pt idx="507" formatCode="0.00">
                  <c:v>112.67550702028072</c:v>
                </c:pt>
                <c:pt idx="508" formatCode="0.00">
                  <c:v>113.10452418096715</c:v>
                </c:pt>
                <c:pt idx="509" formatCode="0.00">
                  <c:v>113.43603744149758</c:v>
                </c:pt>
                <c:pt idx="510" formatCode="0.00">
                  <c:v>113.33853354134156</c:v>
                </c:pt>
                <c:pt idx="511" formatCode="0.00">
                  <c:v>113.61154446177839</c:v>
                </c:pt>
                <c:pt idx="512" formatCode="0.00">
                  <c:v>114.23556942277683</c:v>
                </c:pt>
                <c:pt idx="513" formatCode="0.00">
                  <c:v>113.7285491419656</c:v>
                </c:pt>
                <c:pt idx="514" formatCode="0.00">
                  <c:v>114.48907956318246</c:v>
                </c:pt>
                <c:pt idx="515" formatCode="0.00">
                  <c:v>114.87909516380648</c:v>
                </c:pt>
                <c:pt idx="516" formatCode="0.00">
                  <c:v>114.62558502340087</c:v>
                </c:pt>
                <c:pt idx="517" formatCode="0.00">
                  <c:v>114.84009360374408</c:v>
                </c:pt>
                <c:pt idx="518" formatCode="0.00">
                  <c:v>115.24960998439931</c:v>
                </c:pt>
                <c:pt idx="519" formatCode="0.00">
                  <c:v>115.0156006240249</c:v>
                </c:pt>
                <c:pt idx="520">
                  <c:v>100</c:v>
                </c:pt>
                <c:pt idx="521" formatCode="0.00">
                  <c:v>100</c:v>
                </c:pt>
                <c:pt idx="522" formatCode="0.00">
                  <c:v>99.67752885268159</c:v>
                </c:pt>
                <c:pt idx="523" formatCode="0.00">
                  <c:v>99.745417515274937</c:v>
                </c:pt>
                <c:pt idx="524" formatCode="0.00">
                  <c:v>99.745417515274937</c:v>
                </c:pt>
                <c:pt idx="525" formatCode="0.00">
                  <c:v>100.54310930074675</c:v>
                </c:pt>
                <c:pt idx="526" formatCode="0.00">
                  <c:v>100.7976917854718</c:v>
                </c:pt>
                <c:pt idx="527" formatCode="0.00">
                  <c:v>100.03394433129664</c:v>
                </c:pt>
                <c:pt idx="528" formatCode="0.00">
                  <c:v>99.983027834351617</c:v>
                </c:pt>
                <c:pt idx="529" formatCode="0.00">
                  <c:v>100.33944331296669</c:v>
                </c:pt>
                <c:pt idx="530" formatCode="0.00">
                  <c:v>100.61099796334008</c:v>
                </c:pt>
                <c:pt idx="531" formatCode="0.00">
                  <c:v>100.52613713509839</c:v>
                </c:pt>
                <c:pt idx="532" formatCode="0.00">
                  <c:v>98.59131025118802</c:v>
                </c:pt>
                <c:pt idx="533" formatCode="0.00">
                  <c:v>98.693143245078048</c:v>
                </c:pt>
                <c:pt idx="534" formatCode="0.00">
                  <c:v>98.896809232858089</c:v>
                </c:pt>
                <c:pt idx="535" formatCode="0.00">
                  <c:v>99.338085539714839</c:v>
                </c:pt>
                <c:pt idx="536" formatCode="0.00">
                  <c:v>98.761031907671395</c:v>
                </c:pt>
                <c:pt idx="537" formatCode="0.00">
                  <c:v>98.065173116089582</c:v>
                </c:pt>
                <c:pt idx="538" formatCode="0.00">
                  <c:v>98.523421588594672</c:v>
                </c:pt>
                <c:pt idx="539" formatCode="0.00">
                  <c:v>98.659198913781367</c:v>
                </c:pt>
                <c:pt idx="540" formatCode="0.00">
                  <c:v>98.896809232858075</c:v>
                </c:pt>
                <c:pt idx="541" formatCode="0.00">
                  <c:v>98.523421588594658</c:v>
                </c:pt>
                <c:pt idx="542" formatCode="0.00">
                  <c:v>98.947725729803068</c:v>
                </c:pt>
                <c:pt idx="543" formatCode="0.00">
                  <c:v>98.591310251188006</c:v>
                </c:pt>
                <c:pt idx="544" formatCode="0.00">
                  <c:v>99.372029871011492</c:v>
                </c:pt>
                <c:pt idx="545" formatCode="0.00">
                  <c:v>98.998642226748089</c:v>
                </c:pt>
                <c:pt idx="546" formatCode="0.00">
                  <c:v>99.168363883231464</c:v>
                </c:pt>
                <c:pt idx="547" formatCode="0.00">
                  <c:v>99.6096401900882</c:v>
                </c:pt>
                <c:pt idx="548" formatCode="0.00">
                  <c:v>99.541751527494853</c:v>
                </c:pt>
                <c:pt idx="549" formatCode="0.00">
                  <c:v>98.981670061099734</c:v>
                </c:pt>
                <c:pt idx="550" formatCode="0.00">
                  <c:v>99.321113374066485</c:v>
                </c:pt>
                <c:pt idx="551" formatCode="0.00">
                  <c:v>99.422946367956499</c:v>
                </c:pt>
                <c:pt idx="552" formatCode="0.00">
                  <c:v>98.693143245078019</c:v>
                </c:pt>
                <c:pt idx="553" formatCode="0.00">
                  <c:v>99.321113374066485</c:v>
                </c:pt>
                <c:pt idx="554" formatCode="0.00">
                  <c:v>99.59266802443986</c:v>
                </c:pt>
                <c:pt idx="555" formatCode="0.00">
                  <c:v>99.507807196198172</c:v>
                </c:pt>
                <c:pt idx="556" formatCode="0.00">
                  <c:v>99.59266802443986</c:v>
                </c:pt>
                <c:pt idx="557" formatCode="0.00">
                  <c:v>99.473862864901506</c:v>
                </c:pt>
                <c:pt idx="558" formatCode="0.00">
                  <c:v>99.592668024439874</c:v>
                </c:pt>
                <c:pt idx="559" formatCode="0.00">
                  <c:v>99.202308214528117</c:v>
                </c:pt>
                <c:pt idx="560" formatCode="0.00">
                  <c:v>99.15139171758311</c:v>
                </c:pt>
                <c:pt idx="561" formatCode="0.00">
                  <c:v>99.253224711473138</c:v>
                </c:pt>
                <c:pt idx="562" formatCode="0.00">
                  <c:v>99.456890699253179</c:v>
                </c:pt>
                <c:pt idx="563" formatCode="0.00">
                  <c:v>99.287169042769818</c:v>
                </c:pt>
                <c:pt idx="564" formatCode="0.00">
                  <c:v>99.524779361846527</c:v>
                </c:pt>
                <c:pt idx="565" formatCode="0.00">
                  <c:v>99.745417515274909</c:v>
                </c:pt>
                <c:pt idx="566" formatCode="0.00">
                  <c:v>100.10183299388997</c:v>
                </c:pt>
                <c:pt idx="567" formatCode="0.00">
                  <c:v>100.15274949083499</c:v>
                </c:pt>
                <c:pt idx="568" formatCode="0.00">
                  <c:v>100.52613713509838</c:v>
                </c:pt>
                <c:pt idx="569" formatCode="0.00">
                  <c:v>100.57705363204339</c:v>
                </c:pt>
                <c:pt idx="570" formatCode="0.00">
                  <c:v>100.95044127630679</c:v>
                </c:pt>
                <c:pt idx="571" formatCode="0.00">
                  <c:v>101.03530210454848</c:v>
                </c:pt>
                <c:pt idx="572" formatCode="0.00">
                  <c:v>101.01832993890014</c:v>
                </c:pt>
                <c:pt idx="573" formatCode="0.00">
                  <c:v>101.8329938900203</c:v>
                </c:pt>
                <c:pt idx="574" formatCode="0.00">
                  <c:v>101.62932790224028</c:v>
                </c:pt>
                <c:pt idx="575" formatCode="0.00">
                  <c:v>101.54446707399859</c:v>
                </c:pt>
                <c:pt idx="576" formatCode="0.00">
                  <c:v>100.84860828241678</c:v>
                </c:pt>
                <c:pt idx="577" formatCode="0.00">
                  <c:v>100.98438560760346</c:v>
                </c:pt>
                <c:pt idx="578" formatCode="0.00">
                  <c:v>101.74813306177863</c:v>
                </c:pt>
                <c:pt idx="579" formatCode="0.00">
                  <c:v>101.39171758316355</c:v>
                </c:pt>
                <c:pt idx="580" formatCode="0.00">
                  <c:v>101.23896809232852</c:v>
                </c:pt>
                <c:pt idx="581" formatCode="0.00">
                  <c:v>101.78207739307531</c:v>
                </c:pt>
                <c:pt idx="582" formatCode="0.00">
                  <c:v>101.98574338085534</c:v>
                </c:pt>
                <c:pt idx="583" formatCode="0.00">
                  <c:v>102.59674134419545</c:v>
                </c:pt>
                <c:pt idx="584" formatCode="0.00">
                  <c:v>102.08757637474535</c:v>
                </c:pt>
                <c:pt idx="585" formatCode="0.00">
                  <c:v>102.49490835030544</c:v>
                </c:pt>
                <c:pt idx="586" formatCode="0.00">
                  <c:v>102.1554650373387</c:v>
                </c:pt>
                <c:pt idx="587" formatCode="0.00">
                  <c:v>102.5288526816021</c:v>
                </c:pt>
                <c:pt idx="588" formatCode="0.00">
                  <c:v>102.61371350984379</c:v>
                </c:pt>
                <c:pt idx="589" formatCode="0.00">
                  <c:v>102.30821452817372</c:v>
                </c:pt>
                <c:pt idx="590" formatCode="0.00">
                  <c:v>103.15682281059057</c:v>
                </c:pt>
                <c:pt idx="591" formatCode="0.00">
                  <c:v>104.0054310930074</c:v>
                </c:pt>
                <c:pt idx="592" formatCode="0.00">
                  <c:v>103.56415478615064</c:v>
                </c:pt>
                <c:pt idx="593" formatCode="0.00">
                  <c:v>103.2247114731839</c:v>
                </c:pt>
                <c:pt idx="594" formatCode="0.00">
                  <c:v>103.24168363883224</c:v>
                </c:pt>
                <c:pt idx="595" formatCode="0.00">
                  <c:v>101.96877121520698</c:v>
                </c:pt>
                <c:pt idx="596" formatCode="0.00">
                  <c:v>101.52749490835022</c:v>
                </c:pt>
                <c:pt idx="597" formatCode="0.00">
                  <c:v>99.40597420230813</c:v>
                </c:pt>
                <c:pt idx="598" formatCode="0.00">
                  <c:v>100.05091649694495</c:v>
                </c:pt>
                <c:pt idx="599" formatCode="0.00">
                  <c:v>99.439918533604839</c:v>
                </c:pt>
                <c:pt idx="600" formatCode="0.00">
                  <c:v>99.287169042769804</c:v>
                </c:pt>
                <c:pt idx="601" formatCode="0.00">
                  <c:v>99.032586558044741</c:v>
                </c:pt>
                <c:pt idx="602" formatCode="0.00">
                  <c:v>100.08486082824163</c:v>
                </c:pt>
                <c:pt idx="603" formatCode="0.00">
                  <c:v>99.405974202308144</c:v>
                </c:pt>
                <c:pt idx="604" formatCode="0.00">
                  <c:v>98.642226748132998</c:v>
                </c:pt>
                <c:pt idx="605" formatCode="0.00">
                  <c:v>98.896809232858047</c:v>
                </c:pt>
                <c:pt idx="606" formatCode="0.00">
                  <c:v>99.796334012219887</c:v>
                </c:pt>
                <c:pt idx="607" formatCode="0.00">
                  <c:v>99.015614392396401</c:v>
                </c:pt>
                <c:pt idx="608" formatCode="0.00">
                  <c:v>99.864222674813234</c:v>
                </c:pt>
                <c:pt idx="609" formatCode="0.00">
                  <c:v>99.932111337406567</c:v>
                </c:pt>
                <c:pt idx="610" formatCode="0.00">
                  <c:v>99.983027834351574</c:v>
                </c:pt>
                <c:pt idx="611" formatCode="0.00">
                  <c:v>100.54310930074671</c:v>
                </c:pt>
                <c:pt idx="612" formatCode="0.00">
                  <c:v>100.42430414120835</c:v>
                </c:pt>
                <c:pt idx="613" formatCode="0.00">
                  <c:v>100.42430414120835</c:v>
                </c:pt>
                <c:pt idx="614" formatCode="0.00">
                  <c:v>101.12016293279017</c:v>
                </c:pt>
                <c:pt idx="615" formatCode="0.00">
                  <c:v>101.15410726408685</c:v>
                </c:pt>
                <c:pt idx="616" formatCode="0.00">
                  <c:v>101.00135777325181</c:v>
                </c:pt>
                <c:pt idx="617" formatCode="0.00">
                  <c:v>100.71283095723008</c:v>
                </c:pt>
                <c:pt idx="618" formatCode="0.00">
                  <c:v>101.71418873048195</c:v>
                </c:pt>
                <c:pt idx="619" formatCode="0.00">
                  <c:v>101.69721656483362</c:v>
                </c:pt>
                <c:pt idx="620" formatCode="0.00">
                  <c:v>102.17243720298704</c:v>
                </c:pt>
                <c:pt idx="621" formatCode="0.00">
                  <c:v>102.49490835030545</c:v>
                </c:pt>
                <c:pt idx="622" formatCode="0.00">
                  <c:v>101.98574338085535</c:v>
                </c:pt>
                <c:pt idx="623" formatCode="0.00">
                  <c:v>101.88391038696534</c:v>
                </c:pt>
                <c:pt idx="624" formatCode="0.00">
                  <c:v>101.51052274270194</c:v>
                </c:pt>
                <c:pt idx="625" formatCode="0.00">
                  <c:v>101.66327223353697</c:v>
                </c:pt>
                <c:pt idx="626" formatCode="0.00">
                  <c:v>101.05227427019686</c:v>
                </c:pt>
                <c:pt idx="627" formatCode="0.00">
                  <c:v>99.932111337406624</c:v>
                </c:pt>
                <c:pt idx="628" formatCode="0.00">
                  <c:v>99.711473183978242</c:v>
                </c:pt>
                <c:pt idx="629" formatCode="0.00">
                  <c:v>99.762389680923249</c:v>
                </c:pt>
                <c:pt idx="630" formatCode="0.00">
                  <c:v>95.960624575695817</c:v>
                </c:pt>
                <c:pt idx="631" formatCode="0.00">
                  <c:v>95.027155465037296</c:v>
                </c:pt>
                <c:pt idx="632" formatCode="0.00">
                  <c:v>96.860149355057686</c:v>
                </c:pt>
                <c:pt idx="633" formatCode="0.00">
                  <c:v>94.365241004752178</c:v>
                </c:pt>
                <c:pt idx="634" formatCode="0.00">
                  <c:v>92.260692464358428</c:v>
                </c:pt>
                <c:pt idx="635" formatCode="0.00">
                  <c:v>93.024439918533574</c:v>
                </c:pt>
                <c:pt idx="636" formatCode="0.00">
                  <c:v>91.395112016293254</c:v>
                </c:pt>
                <c:pt idx="637" formatCode="0.00">
                  <c:v>90.52953156822808</c:v>
                </c:pt>
                <c:pt idx="638" formatCode="0.00">
                  <c:v>92.328581126951761</c:v>
                </c:pt>
                <c:pt idx="639" formatCode="0.00">
                  <c:v>91.938221317040018</c:v>
                </c:pt>
                <c:pt idx="640" formatCode="0.00">
                  <c:v>91.581805838424941</c:v>
                </c:pt>
                <c:pt idx="641" formatCode="0.00">
                  <c:v>92.175831636116712</c:v>
                </c:pt>
                <c:pt idx="642" formatCode="0.00">
                  <c:v>92.107942973523365</c:v>
                </c:pt>
                <c:pt idx="643" formatCode="0.00">
                  <c:v>92.379497623896754</c:v>
                </c:pt>
                <c:pt idx="644" formatCode="0.00">
                  <c:v>93.703326544467018</c:v>
                </c:pt>
                <c:pt idx="645" formatCode="0.00">
                  <c:v>94.534962661235511</c:v>
                </c:pt>
                <c:pt idx="646" formatCode="0.00">
                  <c:v>93.771215207060365</c:v>
                </c:pt>
                <c:pt idx="647" formatCode="0.00">
                  <c:v>92.566191446028455</c:v>
                </c:pt>
                <c:pt idx="648" formatCode="0.00">
                  <c:v>92.040054310930017</c:v>
                </c:pt>
                <c:pt idx="649" formatCode="0.00">
                  <c:v>92.651052274270128</c:v>
                </c:pt>
                <c:pt idx="650" formatCode="0.00">
                  <c:v>92.39646978954508</c:v>
                </c:pt>
                <c:pt idx="651" formatCode="0.00">
                  <c:v>92.939579090291858</c:v>
                </c:pt>
                <c:pt idx="652" formatCode="0.00">
                  <c:v>93.397827562796948</c:v>
                </c:pt>
                <c:pt idx="653" formatCode="0.00">
                  <c:v>93.75424304141201</c:v>
                </c:pt>
                <c:pt idx="654" formatCode="0.00">
                  <c:v>93.737270875763684</c:v>
                </c:pt>
                <c:pt idx="655" formatCode="0.00">
                  <c:v>94.229463679565455</c:v>
                </c:pt>
                <c:pt idx="656" formatCode="0.00">
                  <c:v>94.738628649015553</c:v>
                </c:pt>
                <c:pt idx="657" formatCode="0.00">
                  <c:v>95.145960624575622</c:v>
                </c:pt>
                <c:pt idx="658" formatCode="0.00">
                  <c:v>95.485403937542358</c:v>
                </c:pt>
                <c:pt idx="659" formatCode="0.00">
                  <c:v>96.334012219959206</c:v>
                </c:pt>
                <c:pt idx="660" formatCode="0.00">
                  <c:v>95.604209097080727</c:v>
                </c:pt>
                <c:pt idx="661" formatCode="0.00">
                  <c:v>96.062457569585831</c:v>
                </c:pt>
                <c:pt idx="662" formatCode="0.00">
                  <c:v>95.89273591310247</c:v>
                </c:pt>
                <c:pt idx="663" formatCode="0.00">
                  <c:v>94.484046164290518</c:v>
                </c:pt>
                <c:pt idx="664" formatCode="0.00">
                  <c:v>94.042769857433768</c:v>
                </c:pt>
                <c:pt idx="665" formatCode="0.00">
                  <c:v>94.585879158180546</c:v>
                </c:pt>
                <c:pt idx="666" formatCode="0.00">
                  <c:v>93.533604887983671</c:v>
                </c:pt>
                <c:pt idx="667" formatCode="0.00">
                  <c:v>92.413441955193449</c:v>
                </c:pt>
                <c:pt idx="668" formatCode="0.00">
                  <c:v>91.972165648336698</c:v>
                </c:pt>
                <c:pt idx="669" formatCode="0.00">
                  <c:v>91.938221317040018</c:v>
                </c:pt>
                <c:pt idx="670" formatCode="0.00">
                  <c:v>91.089613034623184</c:v>
                </c:pt>
                <c:pt idx="671" formatCode="0.00">
                  <c:v>90.444670739986378</c:v>
                </c:pt>
                <c:pt idx="672" formatCode="0.00">
                  <c:v>91.157501697216532</c:v>
                </c:pt>
                <c:pt idx="673" formatCode="0.00">
                  <c:v>89.986422267481302</c:v>
                </c:pt>
                <c:pt idx="674" formatCode="0.00">
                  <c:v>88.492871690427677</c:v>
                </c:pt>
                <c:pt idx="675" formatCode="0.00">
                  <c:v>87.67820773930751</c:v>
                </c:pt>
                <c:pt idx="676" formatCode="0.00">
                  <c:v>86.659877800407315</c:v>
                </c:pt>
                <c:pt idx="677" formatCode="0.00">
                  <c:v>88.00067888662592</c:v>
                </c:pt>
                <c:pt idx="678" formatCode="0.00">
                  <c:v>89.935505770536324</c:v>
                </c:pt>
                <c:pt idx="679" formatCode="0.00">
                  <c:v>90.122199592668025</c:v>
                </c:pt>
                <c:pt idx="680" formatCode="0.00">
                  <c:v>88.985064494229448</c:v>
                </c:pt>
                <c:pt idx="681" formatCode="0.00">
                  <c:v>89.20570264765783</c:v>
                </c:pt>
                <c:pt idx="682" formatCode="0.00">
                  <c:v>90.291921249151386</c:v>
                </c:pt>
                <c:pt idx="683" formatCode="0.00">
                  <c:v>91.021724372029865</c:v>
                </c:pt>
                <c:pt idx="684" formatCode="0.00">
                  <c:v>91.05566870332656</c:v>
                </c:pt>
                <c:pt idx="685" formatCode="0.00">
                  <c:v>90.885947046843185</c:v>
                </c:pt>
                <c:pt idx="686" formatCode="0.00">
                  <c:v>89.375424304141205</c:v>
                </c:pt>
                <c:pt idx="687" formatCode="0.00">
                  <c:v>88.051595383570941</c:v>
                </c:pt>
                <c:pt idx="688" formatCode="0.00">
                  <c:v>86.931432450780719</c:v>
                </c:pt>
                <c:pt idx="689" formatCode="0.00">
                  <c:v>88.815342837746101</c:v>
                </c:pt>
                <c:pt idx="690" formatCode="0.00">
                  <c:v>87.474541751527497</c:v>
                </c:pt>
                <c:pt idx="691" formatCode="0.00">
                  <c:v>85.896130346232184</c:v>
                </c:pt>
                <c:pt idx="692" formatCode="0.00">
                  <c:v>86.405295315682281</c:v>
                </c:pt>
                <c:pt idx="693" formatCode="0.00">
                  <c:v>85.505770536320441</c:v>
                </c:pt>
                <c:pt idx="694" formatCode="0.00">
                  <c:v>86.031907671418878</c:v>
                </c:pt>
                <c:pt idx="695" formatCode="0.00">
                  <c:v>85.607603530210469</c:v>
                </c:pt>
                <c:pt idx="696" formatCode="0.00">
                  <c:v>85.743380855397163</c:v>
                </c:pt>
                <c:pt idx="697" formatCode="0.00">
                  <c:v>85.115410726408697</c:v>
                </c:pt>
                <c:pt idx="698" formatCode="0.00">
                  <c:v>85.420909708078767</c:v>
                </c:pt>
                <c:pt idx="699" formatCode="0.00">
                  <c:v>84.945689069925336</c:v>
                </c:pt>
                <c:pt idx="700" formatCode="0.00">
                  <c:v>85.35302104548542</c:v>
                </c:pt>
                <c:pt idx="701" formatCode="0.00">
                  <c:v>84.436524100475239</c:v>
                </c:pt>
                <c:pt idx="702" formatCode="0.00">
                  <c:v>85.658520027155475</c:v>
                </c:pt>
                <c:pt idx="703" formatCode="0.00">
                  <c:v>86.897488119484066</c:v>
                </c:pt>
                <c:pt idx="704" formatCode="0.00">
                  <c:v>88.374066530889351</c:v>
                </c:pt>
                <c:pt idx="705" formatCode="0.00">
                  <c:v>88.272233536999337</c:v>
                </c:pt>
                <c:pt idx="706" formatCode="0.00">
                  <c:v>88.849287169042782</c:v>
                </c:pt>
                <c:pt idx="707" formatCode="0.00">
                  <c:v>88.000678886625948</c:v>
                </c:pt>
                <c:pt idx="708" formatCode="0.00">
                  <c:v>87.847929395790914</c:v>
                </c:pt>
                <c:pt idx="709" formatCode="0.00">
                  <c:v>87.42362525458249</c:v>
                </c:pt>
                <c:pt idx="710" formatCode="0.00">
                  <c:v>87.372708757637483</c:v>
                </c:pt>
                <c:pt idx="711" formatCode="0.00">
                  <c:v>87.797012898845907</c:v>
                </c:pt>
                <c:pt idx="712" formatCode="0.00">
                  <c:v>86.405295315682295</c:v>
                </c:pt>
                <c:pt idx="713" formatCode="0.00">
                  <c:v>86.439239646978976</c:v>
                </c:pt>
                <c:pt idx="714" formatCode="0.00">
                  <c:v>86.184657162253913</c:v>
                </c:pt>
                <c:pt idx="715" formatCode="0.00">
                  <c:v>86.184657162253913</c:v>
                </c:pt>
                <c:pt idx="716" formatCode="0.00">
                  <c:v>86.524100475220649</c:v>
                </c:pt>
                <c:pt idx="717" formatCode="0.00">
                  <c:v>87.423625254582504</c:v>
                </c:pt>
                <c:pt idx="718" formatCode="0.00">
                  <c:v>87.695179904955893</c:v>
                </c:pt>
                <c:pt idx="719" formatCode="0.00">
                  <c:v>88.017651052274289</c:v>
                </c:pt>
                <c:pt idx="720" formatCode="0.00">
                  <c:v>88.017651052274289</c:v>
                </c:pt>
                <c:pt idx="721" formatCode="0.00">
                  <c:v>87.695179904955879</c:v>
                </c:pt>
                <c:pt idx="722" formatCode="0.00">
                  <c:v>87.050237610319087</c:v>
                </c:pt>
                <c:pt idx="723" formatCode="0.00">
                  <c:v>87.219959266802448</c:v>
                </c:pt>
                <c:pt idx="724" formatCode="0.00">
                  <c:v>88.034623217922615</c:v>
                </c:pt>
                <c:pt idx="725" formatCode="0.00">
                  <c:v>87.576374745417525</c:v>
                </c:pt>
                <c:pt idx="726" formatCode="0.00">
                  <c:v>86.150712830957232</c:v>
                </c:pt>
                <c:pt idx="727" formatCode="0.00">
                  <c:v>85.353021045485406</c:v>
                </c:pt>
                <c:pt idx="728" formatCode="0.00">
                  <c:v>85.539714867617107</c:v>
                </c:pt>
                <c:pt idx="729" formatCode="0.00">
                  <c:v>85.386965376782072</c:v>
                </c:pt>
                <c:pt idx="730" formatCode="0.00">
                  <c:v>84.945689069925308</c:v>
                </c:pt>
                <c:pt idx="731" formatCode="0.00">
                  <c:v>85.064494229463662</c:v>
                </c:pt>
                <c:pt idx="732" formatCode="0.00">
                  <c:v>85.505770536320426</c:v>
                </c:pt>
                <c:pt idx="733" formatCode="0.00">
                  <c:v>85.675492192803802</c:v>
                </c:pt>
                <c:pt idx="734" formatCode="0.00">
                  <c:v>84.911744738628656</c:v>
                </c:pt>
                <c:pt idx="735" formatCode="0.00">
                  <c:v>84.674134419551933</c:v>
                </c:pt>
                <c:pt idx="736" formatCode="0.00">
                  <c:v>84.58927359131026</c:v>
                </c:pt>
                <c:pt idx="737" formatCode="0.00">
                  <c:v>84.215885947046843</c:v>
                </c:pt>
                <c:pt idx="738" formatCode="0.00">
                  <c:v>84.708078750848628</c:v>
                </c:pt>
                <c:pt idx="739" formatCode="0.00">
                  <c:v>83.672776646300079</c:v>
                </c:pt>
                <c:pt idx="740" formatCode="0.00">
                  <c:v>84.419551934826899</c:v>
                </c:pt>
                <c:pt idx="741" formatCode="0.00">
                  <c:v>84.385607603530232</c:v>
                </c:pt>
                <c:pt idx="742" formatCode="0.00">
                  <c:v>84.487440597420246</c:v>
                </c:pt>
                <c:pt idx="743" formatCode="0.00">
                  <c:v>85.709436524100511</c:v>
                </c:pt>
                <c:pt idx="744" formatCode="0.00">
                  <c:v>84.114052953156857</c:v>
                </c:pt>
                <c:pt idx="745" formatCode="0.00">
                  <c:v>83.435166327223385</c:v>
                </c:pt>
                <c:pt idx="746" formatCode="0.00">
                  <c:v>82.433808553971517</c:v>
                </c:pt>
                <c:pt idx="747" formatCode="0.00">
                  <c:v>82.739307535641586</c:v>
                </c:pt>
                <c:pt idx="748" formatCode="0.00">
                  <c:v>83.180583842498336</c:v>
                </c:pt>
                <c:pt idx="749" formatCode="0.00">
                  <c:v>83.401221995926733</c:v>
                </c:pt>
                <c:pt idx="750" formatCode="0.00">
                  <c:v>83.961303462321837</c:v>
                </c:pt>
                <c:pt idx="751" formatCode="0.00">
                  <c:v>84.402579769178587</c:v>
                </c:pt>
                <c:pt idx="752" formatCode="0.00">
                  <c:v>83.706720977596774</c:v>
                </c:pt>
                <c:pt idx="753" formatCode="0.00">
                  <c:v>83.129667345553329</c:v>
                </c:pt>
                <c:pt idx="754" formatCode="0.00">
                  <c:v>83.044806517311642</c:v>
                </c:pt>
                <c:pt idx="755" formatCode="0.00">
                  <c:v>83.58791581805842</c:v>
                </c:pt>
                <c:pt idx="756" formatCode="0.00">
                  <c:v>82.196198234894808</c:v>
                </c:pt>
                <c:pt idx="757" formatCode="0.00">
                  <c:v>82.41683638832319</c:v>
                </c:pt>
                <c:pt idx="758" formatCode="0.00">
                  <c:v>83.078750848608323</c:v>
                </c:pt>
                <c:pt idx="759" formatCode="0.00">
                  <c:v>83.29938900203669</c:v>
                </c:pt>
                <c:pt idx="760" formatCode="0.00">
                  <c:v>83.197556008146677</c:v>
                </c:pt>
                <c:pt idx="761" formatCode="0.00">
                  <c:v>83.536999321113413</c:v>
                </c:pt>
                <c:pt idx="762" formatCode="0.00">
                  <c:v>83.621860149355101</c:v>
                </c:pt>
                <c:pt idx="763" formatCode="0.00">
                  <c:v>84.046164290563524</c:v>
                </c:pt>
                <c:pt idx="764" formatCode="0.00">
                  <c:v>84.063136456211851</c:v>
                </c:pt>
                <c:pt idx="765" formatCode="0.00">
                  <c:v>83.842498302783483</c:v>
                </c:pt>
                <c:pt idx="766" formatCode="0.00">
                  <c:v>84.164969450101879</c:v>
                </c:pt>
                <c:pt idx="767" formatCode="0.00">
                  <c:v>84.266802443991892</c:v>
                </c:pt>
                <c:pt idx="768" formatCode="0.00">
                  <c:v>83.944331296673496</c:v>
                </c:pt>
                <c:pt idx="769" formatCode="0.00">
                  <c:v>84.33469110658524</c:v>
                </c:pt>
                <c:pt idx="770" formatCode="0.00">
                  <c:v>84.283774609640233</c:v>
                </c:pt>
                <c:pt idx="771" formatCode="0.00">
                  <c:v>84.114052953156857</c:v>
                </c:pt>
                <c:pt idx="772" formatCode="0.00">
                  <c:v>83.333333333333357</c:v>
                </c:pt>
                <c:pt idx="773" formatCode="0.00">
                  <c:v>83.553971486761753</c:v>
                </c:pt>
                <c:pt idx="774" formatCode="0.00">
                  <c:v>84.538357094365281</c:v>
                </c:pt>
                <c:pt idx="775" formatCode="0.00">
                  <c:v>84.131025118805212</c:v>
                </c:pt>
                <c:pt idx="776" formatCode="0.00">
                  <c:v>84.164969450101893</c:v>
                </c:pt>
                <c:pt idx="777" formatCode="0.00">
                  <c:v>84.164969450101893</c:v>
                </c:pt>
                <c:pt idx="778" formatCode="0.00">
                  <c:v>83.893414799728504</c:v>
                </c:pt>
                <c:pt idx="779" formatCode="0.00">
                  <c:v>83.48608282416842</c:v>
                </c:pt>
                <c:pt idx="780">
                  <c:v>100</c:v>
                </c:pt>
                <c:pt idx="781">
                  <c:v>100</c:v>
                </c:pt>
                <c:pt idx="782" formatCode="0.00">
                  <c:v>100.04165798791919</c:v>
                </c:pt>
                <c:pt idx="783" formatCode="0.00">
                  <c:v>101.08310768589878</c:v>
                </c:pt>
                <c:pt idx="784" formatCode="0.00">
                  <c:v>100.95813372214124</c:v>
                </c:pt>
                <c:pt idx="785" formatCode="0.00">
                  <c:v>102.52030826911063</c:v>
                </c:pt>
                <c:pt idx="786" formatCode="0.00">
                  <c:v>102.45782128723185</c:v>
                </c:pt>
                <c:pt idx="787" formatCode="0.00">
                  <c:v>102.1037283899188</c:v>
                </c:pt>
                <c:pt idx="788" formatCode="0.00">
                  <c:v>101.54134555300983</c:v>
                </c:pt>
                <c:pt idx="789" formatCode="0.00">
                  <c:v>100.54155384294943</c:v>
                </c:pt>
                <c:pt idx="790" formatCode="0.00">
                  <c:v>100.87481774630288</c:v>
                </c:pt>
                <c:pt idx="791" formatCode="0.00">
                  <c:v>101.54134555300982</c:v>
                </c:pt>
                <c:pt idx="792" formatCode="0.00">
                  <c:v>101.77046448656533</c:v>
                </c:pt>
                <c:pt idx="793" formatCode="0.00">
                  <c:v>99.937513018121265</c:v>
                </c:pt>
                <c:pt idx="794" formatCode="0.00">
                  <c:v>100.20828993959596</c:v>
                </c:pt>
                <c:pt idx="795" formatCode="0.00">
                  <c:v>101.58300354092903</c:v>
                </c:pt>
                <c:pt idx="796" formatCode="0.00">
                  <c:v>100.97896271610087</c:v>
                </c:pt>
                <c:pt idx="797" formatCode="0.00">
                  <c:v>101.62466152884819</c:v>
                </c:pt>
                <c:pt idx="798" formatCode="0.00">
                  <c:v>102.16621537179759</c:v>
                </c:pt>
                <c:pt idx="799" formatCode="0.00">
                  <c:v>102.77025619662574</c:v>
                </c:pt>
                <c:pt idx="800" formatCode="0.00">
                  <c:v>100.70818579462613</c:v>
                </c:pt>
                <c:pt idx="801" formatCode="0.00">
                  <c:v>101.33305561341389</c:v>
                </c:pt>
                <c:pt idx="802" formatCode="0.00">
                  <c:v>101.52051655905021</c:v>
                </c:pt>
                <c:pt idx="803" formatCode="0.00">
                  <c:v>100.45823786711104</c:v>
                </c:pt>
                <c:pt idx="804" formatCode="0.00">
                  <c:v>100.72901478858573</c:v>
                </c:pt>
                <c:pt idx="805" formatCode="0.00">
                  <c:v>102.27036034159551</c:v>
                </c:pt>
                <c:pt idx="806" formatCode="0.00">
                  <c:v>101.58300354092898</c:v>
                </c:pt>
                <c:pt idx="807" formatCode="0.00">
                  <c:v>101.18725265569674</c:v>
                </c:pt>
                <c:pt idx="808" formatCode="0.00">
                  <c:v>101.83295146844409</c:v>
                </c:pt>
                <c:pt idx="809" formatCode="0.00">
                  <c:v>101.2913976254947</c:v>
                </c:pt>
                <c:pt idx="810" formatCode="0.00">
                  <c:v>101.06227869193918</c:v>
                </c:pt>
                <c:pt idx="811" formatCode="0.00">
                  <c:v>101.31222661945431</c:v>
                </c:pt>
                <c:pt idx="812" formatCode="0.00">
                  <c:v>101.43720058321186</c:v>
                </c:pt>
                <c:pt idx="813" formatCode="0.00">
                  <c:v>102.08289939595919</c:v>
                </c:pt>
                <c:pt idx="814" formatCode="0.00">
                  <c:v>102.54113726307023</c:v>
                </c:pt>
                <c:pt idx="815" formatCode="0.00">
                  <c:v>102.66611122682778</c:v>
                </c:pt>
                <c:pt idx="816" formatCode="0.00">
                  <c:v>102.85357217246411</c:v>
                </c:pt>
                <c:pt idx="817" formatCode="0.00">
                  <c:v>101.8746094563633</c:v>
                </c:pt>
                <c:pt idx="818" formatCode="0.00">
                  <c:v>102.52030826911064</c:v>
                </c:pt>
                <c:pt idx="819" formatCode="0.00">
                  <c:v>101.97875442616125</c:v>
                </c:pt>
                <c:pt idx="820" formatCode="0.00">
                  <c:v>101.72880649864615</c:v>
                </c:pt>
                <c:pt idx="821" formatCode="0.00">
                  <c:v>101.74963549260575</c:v>
                </c:pt>
                <c:pt idx="822" formatCode="0.00">
                  <c:v>101.97875442616126</c:v>
                </c:pt>
                <c:pt idx="823" formatCode="0.00">
                  <c:v>101.66631951676739</c:v>
                </c:pt>
                <c:pt idx="824" formatCode="0.00">
                  <c:v>101.35388460737352</c:v>
                </c:pt>
                <c:pt idx="825" formatCode="0.00">
                  <c:v>100.68735680066658</c:v>
                </c:pt>
                <c:pt idx="826" formatCode="0.00">
                  <c:v>101.14559466777759</c:v>
                </c:pt>
                <c:pt idx="827" formatCode="0.00">
                  <c:v>102.04124140804004</c:v>
                </c:pt>
                <c:pt idx="828" formatCode="0.00">
                  <c:v>102.64528223286818</c:v>
                </c:pt>
                <c:pt idx="829" formatCode="0.00">
                  <c:v>102.83274317850451</c:v>
                </c:pt>
                <c:pt idx="830" formatCode="0.00">
                  <c:v>102.31201832951471</c:v>
                </c:pt>
                <c:pt idx="831" formatCode="0.00">
                  <c:v>102.77025619662575</c:v>
                </c:pt>
                <c:pt idx="832" formatCode="0.00">
                  <c:v>103.22849406373678</c:v>
                </c:pt>
                <c:pt idx="833" formatCode="0.00">
                  <c:v>103.7075609248074</c:v>
                </c:pt>
                <c:pt idx="834" formatCode="0.00">
                  <c:v>104.49906269527189</c:v>
                </c:pt>
                <c:pt idx="835" formatCode="0.00">
                  <c:v>104.39491772547393</c:v>
                </c:pt>
                <c:pt idx="836" formatCode="0.00">
                  <c:v>104.58237867111026</c:v>
                </c:pt>
                <c:pt idx="837" formatCode="0.00">
                  <c:v>103.81170589460538</c:v>
                </c:pt>
                <c:pt idx="838" formatCode="0.00">
                  <c:v>103.35346802749436</c:v>
                </c:pt>
                <c:pt idx="839" formatCode="0.00">
                  <c:v>102.91605915434293</c:v>
                </c:pt>
                <c:pt idx="840" formatCode="0.00">
                  <c:v>103.95750885232252</c:v>
                </c:pt>
                <c:pt idx="841" formatCode="0.00">
                  <c:v>103.89502187044374</c:v>
                </c:pt>
                <c:pt idx="842" formatCode="0.00">
                  <c:v>103.60341595500945</c:v>
                </c:pt>
                <c:pt idx="843" formatCode="0.00">
                  <c:v>102.60362424494905</c:v>
                </c:pt>
                <c:pt idx="844" formatCode="0.00">
                  <c:v>102.2287023536764</c:v>
                </c:pt>
                <c:pt idx="845" formatCode="0.00">
                  <c:v>101.74963549260578</c:v>
                </c:pt>
                <c:pt idx="846" formatCode="0.00">
                  <c:v>102.31201832951476</c:v>
                </c:pt>
                <c:pt idx="847" formatCode="0.00">
                  <c:v>103.14517808789843</c:v>
                </c:pt>
                <c:pt idx="848" formatCode="0.00">
                  <c:v>104.45740470735271</c:v>
                </c:pt>
                <c:pt idx="849" formatCode="0.00">
                  <c:v>101.87460945636333</c:v>
                </c:pt>
                <c:pt idx="850" formatCode="0.00">
                  <c:v>100.64569881274741</c:v>
                </c:pt>
                <c:pt idx="851" formatCode="0.00">
                  <c:v>99.916684024161697</c:v>
                </c:pt>
                <c:pt idx="852" formatCode="0.00">
                  <c:v>102.89523016038332</c:v>
                </c:pt>
                <c:pt idx="853" formatCode="0.00">
                  <c:v>101.74963549260576</c:v>
                </c:pt>
                <c:pt idx="854" formatCode="0.00">
                  <c:v>102.47865028119149</c:v>
                </c:pt>
                <c:pt idx="855" formatCode="0.00">
                  <c:v>103.7075609248074</c:v>
                </c:pt>
                <c:pt idx="856" formatCode="0.00">
                  <c:v>103.62424494896904</c:v>
                </c:pt>
                <c:pt idx="857" formatCode="0.00">
                  <c:v>104.51989168923147</c:v>
                </c:pt>
                <c:pt idx="858" formatCode="0.00">
                  <c:v>105.70714434492821</c:v>
                </c:pt>
                <c:pt idx="859" formatCode="0.00">
                  <c:v>105.62382836908984</c:v>
                </c:pt>
                <c:pt idx="860" formatCode="0.00">
                  <c:v>105.54051239325148</c:v>
                </c:pt>
                <c:pt idx="861" formatCode="0.00">
                  <c:v>106.18621120599883</c:v>
                </c:pt>
                <c:pt idx="862" formatCode="0.00">
                  <c:v>106.08206623620089</c:v>
                </c:pt>
                <c:pt idx="863" formatCode="0.00">
                  <c:v>106.33201416371598</c:v>
                </c:pt>
                <c:pt idx="864" formatCode="0.00">
                  <c:v>106.79025203082701</c:v>
                </c:pt>
                <c:pt idx="865" formatCode="0.00">
                  <c:v>106.33201416371597</c:v>
                </c:pt>
                <c:pt idx="866" formatCode="0.00">
                  <c:v>106.5194751093523</c:v>
                </c:pt>
                <c:pt idx="867" formatCode="0.00">
                  <c:v>106.18621120599883</c:v>
                </c:pt>
                <c:pt idx="868" formatCode="0.00">
                  <c:v>106.227869193918</c:v>
                </c:pt>
                <c:pt idx="869" formatCode="0.00">
                  <c:v>106.33201416371595</c:v>
                </c:pt>
                <c:pt idx="870" formatCode="0.00">
                  <c:v>105.76963132680699</c:v>
                </c:pt>
                <c:pt idx="871" formatCode="0.00">
                  <c:v>105.89460529056454</c:v>
                </c:pt>
                <c:pt idx="872" formatCode="0.00">
                  <c:v>106.31118516975637</c:v>
                </c:pt>
                <c:pt idx="873" formatCode="0.00">
                  <c:v>106.62362007915024</c:v>
                </c:pt>
                <c:pt idx="874" formatCode="0.00">
                  <c:v>107.10268694022086</c:v>
                </c:pt>
                <c:pt idx="875" formatCode="0.00">
                  <c:v>106.06123724224128</c:v>
                </c:pt>
                <c:pt idx="876" formatCode="0.00">
                  <c:v>107.248489897938</c:v>
                </c:pt>
                <c:pt idx="877" formatCode="0.00">
                  <c:v>107.45677983753392</c:v>
                </c:pt>
                <c:pt idx="878" formatCode="0.00">
                  <c:v>106.85273901270575</c:v>
                </c:pt>
                <c:pt idx="879" formatCode="0.00">
                  <c:v>106.97771297646331</c:v>
                </c:pt>
                <c:pt idx="880" formatCode="0.00">
                  <c:v>107.85253072276616</c:v>
                </c:pt>
                <c:pt idx="881" formatCode="0.00">
                  <c:v>108.10247865028126</c:v>
                </c:pt>
                <c:pt idx="882" formatCode="0.00">
                  <c:v>107.51926681941268</c:v>
                </c:pt>
                <c:pt idx="883" formatCode="0.00">
                  <c:v>107.83170172880655</c:v>
                </c:pt>
                <c:pt idx="884" formatCode="0.00">
                  <c:v>108.24828160799841</c:v>
                </c:pt>
                <c:pt idx="885" formatCode="0.00">
                  <c:v>108.08164965632166</c:v>
                </c:pt>
                <c:pt idx="886" formatCode="0.00">
                  <c:v>107.43595084357432</c:v>
                </c:pt>
                <c:pt idx="887" formatCode="0.00">
                  <c:v>107.79004374088737</c:v>
                </c:pt>
                <c:pt idx="888" formatCode="0.00">
                  <c:v>107.16517392209963</c:v>
                </c:pt>
                <c:pt idx="889" formatCode="0.00">
                  <c:v>108.39408456571554</c:v>
                </c:pt>
                <c:pt idx="890" formatCode="0.00">
                  <c:v>108.2274526140388</c:v>
                </c:pt>
                <c:pt idx="891" formatCode="0.00">
                  <c:v>108.4982295355135</c:v>
                </c:pt>
                <c:pt idx="892" formatCode="0.00">
                  <c:v>108.72734846906901</c:v>
                </c:pt>
                <c:pt idx="893" formatCode="0.00">
                  <c:v>108.97729639658411</c:v>
                </c:pt>
                <c:pt idx="894" formatCode="0.00">
                  <c:v>109.37304728181635</c:v>
                </c:pt>
                <c:pt idx="895" formatCode="0.00">
                  <c:v>109.2689023120184</c:v>
                </c:pt>
                <c:pt idx="896" formatCode="0.00">
                  <c:v>110.14372005832126</c:v>
                </c:pt>
                <c:pt idx="897" formatCode="0.00">
                  <c:v>110.310352009998</c:v>
                </c:pt>
                <c:pt idx="898" formatCode="0.00">
                  <c:v>109.87294313684657</c:v>
                </c:pt>
                <c:pt idx="899" formatCode="0.00">
                  <c:v>110.12289106436167</c:v>
                </c:pt>
                <c:pt idx="900" formatCode="0.00">
                  <c:v>109.56050822745269</c:v>
                </c:pt>
                <c:pt idx="901" formatCode="0.00">
                  <c:v>109.58133722141228</c:v>
                </c:pt>
                <c:pt idx="902" formatCode="0.00">
                  <c:v>109.41470526973555</c:v>
                </c:pt>
                <c:pt idx="903" formatCode="0.00">
                  <c:v>108.62320349927106</c:v>
                </c:pt>
                <c:pt idx="904" formatCode="0.00">
                  <c:v>108.91480941470533</c:v>
                </c:pt>
                <c:pt idx="905" formatCode="0.00">
                  <c:v>109.70631118516981</c:v>
                </c:pt>
                <c:pt idx="906" formatCode="0.00">
                  <c:v>110.03957508852329</c:v>
                </c:pt>
                <c:pt idx="907" formatCode="0.00">
                  <c:v>110.28952301603839</c:v>
                </c:pt>
                <c:pt idx="908" formatCode="0.00">
                  <c:v>110.64361591335145</c:v>
                </c:pt>
                <c:pt idx="909" formatCode="0.00">
                  <c:v>111.10185378046246</c:v>
                </c:pt>
                <c:pt idx="910" formatCode="0.00">
                  <c:v>111.14351176838164</c:v>
                </c:pt>
                <c:pt idx="911" formatCode="0.00">
                  <c:v>110.78941887106859</c:v>
                </c:pt>
                <c:pt idx="912" formatCode="0.00">
                  <c:v>111.68506561133104</c:v>
                </c:pt>
                <c:pt idx="913" formatCode="0.00">
                  <c:v>111.81003957508858</c:v>
                </c:pt>
                <c:pt idx="914" formatCode="0.00">
                  <c:v>111.58092064153307</c:v>
                </c:pt>
                <c:pt idx="915" formatCode="0.00">
                  <c:v>111.93501353884614</c:v>
                </c:pt>
                <c:pt idx="916" formatCode="0.00">
                  <c:v>111.789210581129</c:v>
                </c:pt>
                <c:pt idx="917" formatCode="0.00">
                  <c:v>111.95584253280573</c:v>
                </c:pt>
                <c:pt idx="918" formatCode="0.00">
                  <c:v>111.76838158716942</c:v>
                </c:pt>
                <c:pt idx="919" formatCode="0.00">
                  <c:v>111.16434076234125</c:v>
                </c:pt>
                <c:pt idx="920" formatCode="0.00">
                  <c:v>110.68527390127063</c:v>
                </c:pt>
                <c:pt idx="921" formatCode="0.00">
                  <c:v>111.28931472609879</c:v>
                </c:pt>
                <c:pt idx="922" formatCode="0.00">
                  <c:v>110.93522182878574</c:v>
                </c:pt>
                <c:pt idx="923" formatCode="0.00">
                  <c:v>111.10185378046248</c:v>
                </c:pt>
                <c:pt idx="924" formatCode="0.00">
                  <c:v>111.56009164757351</c:v>
                </c:pt>
                <c:pt idx="925" formatCode="0.00">
                  <c:v>111.70589460529065</c:v>
                </c:pt>
                <c:pt idx="926" formatCode="0.00">
                  <c:v>112.3307644240784</c:v>
                </c:pt>
                <c:pt idx="927" formatCode="0.00">
                  <c:v>112.30993543011881</c:v>
                </c:pt>
                <c:pt idx="928" formatCode="0.00">
                  <c:v>112.30993543011881</c:v>
                </c:pt>
                <c:pt idx="929" formatCode="0.00">
                  <c:v>110.97687981670494</c:v>
                </c:pt>
                <c:pt idx="930" formatCode="0.00">
                  <c:v>111.03936679858371</c:v>
                </c:pt>
                <c:pt idx="931" formatCode="0.00">
                  <c:v>110.3311810039576</c:v>
                </c:pt>
                <c:pt idx="932" formatCode="0.00">
                  <c:v>110.35200999791719</c:v>
                </c:pt>
                <c:pt idx="933" formatCode="0.00">
                  <c:v>110.43532597375555</c:v>
                </c:pt>
                <c:pt idx="934" formatCode="0.00">
                  <c:v>110.20620704020004</c:v>
                </c:pt>
                <c:pt idx="935" formatCode="0.00">
                  <c:v>111.14351176838167</c:v>
                </c:pt>
                <c:pt idx="936" formatCode="0.00">
                  <c:v>111.95584253280576</c:v>
                </c:pt>
                <c:pt idx="937" formatCode="0.00">
                  <c:v>111.91418454488658</c:v>
                </c:pt>
                <c:pt idx="938" formatCode="0.00">
                  <c:v>112.14330347844209</c:v>
                </c:pt>
                <c:pt idx="939" formatCode="0.00">
                  <c:v>111.58092064153311</c:v>
                </c:pt>
                <c:pt idx="940" formatCode="0.00">
                  <c:v>111.99750052072494</c:v>
                </c:pt>
                <c:pt idx="941" formatCode="0.00">
                  <c:v>111.81003957508862</c:v>
                </c:pt>
                <c:pt idx="942" formatCode="0.00">
                  <c:v>110.78941887106863</c:v>
                </c:pt>
                <c:pt idx="943" formatCode="0.00">
                  <c:v>111.01853780462415</c:v>
                </c:pt>
                <c:pt idx="944" formatCode="0.00">
                  <c:v>110.89356384086659</c:v>
                </c:pt>
                <c:pt idx="945" formatCode="0.00">
                  <c:v>110.68527390127066</c:v>
                </c:pt>
                <c:pt idx="946" formatCode="0.00">
                  <c:v>110.93522182878577</c:v>
                </c:pt>
                <c:pt idx="947" formatCode="0.00">
                  <c:v>111.03936679858373</c:v>
                </c:pt>
                <c:pt idx="948" formatCode="0.00">
                  <c:v>112.0808164965633</c:v>
                </c:pt>
                <c:pt idx="949" formatCode="0.00">
                  <c:v>111.49760466569474</c:v>
                </c:pt>
                <c:pt idx="950" formatCode="0.00">
                  <c:v>111.58092064153311</c:v>
                </c:pt>
                <c:pt idx="951" formatCode="0.00">
                  <c:v>111.62257862945229</c:v>
                </c:pt>
                <c:pt idx="952" formatCode="0.00">
                  <c:v>111.68506561133107</c:v>
                </c:pt>
                <c:pt idx="953" formatCode="0.00">
                  <c:v>111.64340762341189</c:v>
                </c:pt>
                <c:pt idx="954" formatCode="0.00">
                  <c:v>111.70589460529065</c:v>
                </c:pt>
                <c:pt idx="955" formatCode="0.00">
                  <c:v>111.26848573213924</c:v>
                </c:pt>
                <c:pt idx="956" formatCode="0.00">
                  <c:v>111.37263070193718</c:v>
                </c:pt>
                <c:pt idx="957" formatCode="0.00">
                  <c:v>111.14351176838167</c:v>
                </c:pt>
                <c:pt idx="958" formatCode="0.00">
                  <c:v>111.28931472609881</c:v>
                </c:pt>
                <c:pt idx="959" formatCode="0.00">
                  <c:v>111.62257862945229</c:v>
                </c:pt>
                <c:pt idx="960" formatCode="0.00">
                  <c:v>111.83086856904822</c:v>
                </c:pt>
                <c:pt idx="961" formatCode="0.00">
                  <c:v>111.97667152676537</c:v>
                </c:pt>
                <c:pt idx="962" formatCode="0.00">
                  <c:v>112.80983128514903</c:v>
                </c:pt>
                <c:pt idx="963" formatCode="0.00">
                  <c:v>112.95563424286618</c:v>
                </c:pt>
                <c:pt idx="964" formatCode="0.00">
                  <c:v>113.39304311601762</c:v>
                </c:pt>
                <c:pt idx="965" formatCode="0.00">
                  <c:v>113.89293897104781</c:v>
                </c:pt>
                <c:pt idx="966" formatCode="0.00">
                  <c:v>113.70547802541148</c:v>
                </c:pt>
                <c:pt idx="967" formatCode="0.00">
                  <c:v>113.45553009789639</c:v>
                </c:pt>
                <c:pt idx="968" formatCode="0.00">
                  <c:v>113.18475317642169</c:v>
                </c:pt>
                <c:pt idx="969" formatCode="0.00">
                  <c:v>113.4555300978964</c:v>
                </c:pt>
                <c:pt idx="970" formatCode="0.00">
                  <c:v>113.476359091856</c:v>
                </c:pt>
                <c:pt idx="971" formatCode="0.00">
                  <c:v>113.05977921266415</c:v>
                </c:pt>
                <c:pt idx="972" formatCode="0.00">
                  <c:v>112.74734430327027</c:v>
                </c:pt>
                <c:pt idx="973" formatCode="0.00">
                  <c:v>113.39304311601761</c:v>
                </c:pt>
                <c:pt idx="974" formatCode="0.00">
                  <c:v>113.41387210997721</c:v>
                </c:pt>
                <c:pt idx="975" formatCode="0.00">
                  <c:v>113.74713601333067</c:v>
                </c:pt>
                <c:pt idx="976" formatCode="0.00">
                  <c:v>113.33055613413885</c:v>
                </c:pt>
                <c:pt idx="977" formatCode="0.00">
                  <c:v>113.03895021870456</c:v>
                </c:pt>
                <c:pt idx="978" formatCode="0.00">
                  <c:v>113.20558217038129</c:v>
                </c:pt>
                <c:pt idx="979" formatCode="0.00">
                  <c:v>113.58050406165394</c:v>
                </c:pt>
                <c:pt idx="980" formatCode="0.00">
                  <c:v>113.24724015830047</c:v>
                </c:pt>
                <c:pt idx="981" formatCode="0.00">
                  <c:v>113.58050406165394</c:v>
                </c:pt>
                <c:pt idx="982" formatCode="0.00">
                  <c:v>113.24724015830047</c:v>
                </c:pt>
                <c:pt idx="983" formatCode="0.00">
                  <c:v>112.05998750260375</c:v>
                </c:pt>
                <c:pt idx="984" formatCode="0.00">
                  <c:v>112.76817329722988</c:v>
                </c:pt>
                <c:pt idx="985" formatCode="0.00">
                  <c:v>112.58071235159355</c:v>
                </c:pt>
                <c:pt idx="986" formatCode="0.00">
                  <c:v>112.85148927306825</c:v>
                </c:pt>
                <c:pt idx="987" formatCode="0.00">
                  <c:v>112.97646323682579</c:v>
                </c:pt>
                <c:pt idx="988" formatCode="0.00">
                  <c:v>113.39304311601764</c:v>
                </c:pt>
                <c:pt idx="989" formatCode="0.00">
                  <c:v>113.26806915226008</c:v>
                </c:pt>
                <c:pt idx="990" formatCode="0.00">
                  <c:v>112.97646323682579</c:v>
                </c:pt>
                <c:pt idx="991" formatCode="0.00">
                  <c:v>112.99729223078538</c:v>
                </c:pt>
                <c:pt idx="992" formatCode="0.00">
                  <c:v>113.18475317642171</c:v>
                </c:pt>
                <c:pt idx="993" formatCode="0.00">
                  <c:v>112.89314726098742</c:v>
                </c:pt>
                <c:pt idx="994" formatCode="0.00">
                  <c:v>113.18475317642171</c:v>
                </c:pt>
                <c:pt idx="995" formatCode="0.00">
                  <c:v>112.99729223078539</c:v>
                </c:pt>
                <c:pt idx="996" formatCode="0.00">
                  <c:v>112.68485732139152</c:v>
                </c:pt>
                <c:pt idx="997" formatCode="0.00">
                  <c:v>112.41408039991681</c:v>
                </c:pt>
                <c:pt idx="998" formatCode="0.00">
                  <c:v>112.28910643615926</c:v>
                </c:pt>
                <c:pt idx="999" formatCode="0.00">
                  <c:v>112.6848573213915</c:v>
                </c:pt>
                <c:pt idx="1000" formatCode="0.00">
                  <c:v>111.43511768381599</c:v>
                </c:pt>
                <c:pt idx="1001" formatCode="0.00">
                  <c:v>111.99750052072497</c:v>
                </c:pt>
                <c:pt idx="1002" formatCode="0.00">
                  <c:v>112.10164549052294</c:v>
                </c:pt>
                <c:pt idx="1003" formatCode="0.00">
                  <c:v>112.91397625494703</c:v>
                </c:pt>
                <c:pt idx="1004" formatCode="0.00">
                  <c:v>113.28889814621967</c:v>
                </c:pt>
                <c:pt idx="1005" formatCode="0.00">
                  <c:v>113.70547802541149</c:v>
                </c:pt>
                <c:pt idx="1006" formatCode="0.00">
                  <c:v>113.85128098312863</c:v>
                </c:pt>
                <c:pt idx="1007" formatCode="0.00">
                  <c:v>113.72630701937109</c:v>
                </c:pt>
                <c:pt idx="1008" formatCode="0.00">
                  <c:v>113.78879400124987</c:v>
                </c:pt>
                <c:pt idx="1009" formatCode="0.00">
                  <c:v>113.03895021870457</c:v>
                </c:pt>
                <c:pt idx="1010" formatCode="0.00">
                  <c:v>113.53884607373477</c:v>
                </c:pt>
                <c:pt idx="1011" formatCode="0.00">
                  <c:v>113.58050406165397</c:v>
                </c:pt>
                <c:pt idx="1012" formatCode="0.00">
                  <c:v>113.28889814621968</c:v>
                </c:pt>
                <c:pt idx="1013" formatCode="0.00">
                  <c:v>112.72651530931071</c:v>
                </c:pt>
                <c:pt idx="1014" formatCode="0.00">
                  <c:v>112.53905436367438</c:v>
                </c:pt>
                <c:pt idx="1015" formatCode="0.00">
                  <c:v>113.28889814621968</c:v>
                </c:pt>
                <c:pt idx="1016" formatCode="0.00">
                  <c:v>113.51801707977519</c:v>
                </c:pt>
                <c:pt idx="1017" formatCode="0.00">
                  <c:v>113.47635909185601</c:v>
                </c:pt>
                <c:pt idx="1018" formatCode="0.00">
                  <c:v>113.85128098312867</c:v>
                </c:pt>
                <c:pt idx="1019" formatCode="0.00">
                  <c:v>113.7887940012499</c:v>
                </c:pt>
                <c:pt idx="1020" formatCode="0.00">
                  <c:v>113.91376796500747</c:v>
                </c:pt>
                <c:pt idx="1021" formatCode="0.00">
                  <c:v>113.91376796500747</c:v>
                </c:pt>
                <c:pt idx="1022" formatCode="0.00">
                  <c:v>114.22620287440134</c:v>
                </c:pt>
                <c:pt idx="1023" formatCode="0.00">
                  <c:v>114.62195375963358</c:v>
                </c:pt>
                <c:pt idx="1024" formatCode="0.00">
                  <c:v>114.03874192876502</c:v>
                </c:pt>
                <c:pt idx="1025" formatCode="0.00">
                  <c:v>114.45532180795685</c:v>
                </c:pt>
                <c:pt idx="1026" formatCode="0.00">
                  <c:v>114.66361174755278</c:v>
                </c:pt>
                <c:pt idx="1027" formatCode="0.00">
                  <c:v>115.39262653613849</c:v>
                </c:pt>
                <c:pt idx="1028" formatCode="0.00">
                  <c:v>115.6425744636536</c:v>
                </c:pt>
                <c:pt idx="1029" formatCode="0.00">
                  <c:v>115.80920641533032</c:v>
                </c:pt>
                <c:pt idx="1030" formatCode="0.00">
                  <c:v>115.89252239116871</c:v>
                </c:pt>
                <c:pt idx="1031" formatCode="0.00">
                  <c:v>115.6634034576132</c:v>
                </c:pt>
                <c:pt idx="1032" formatCode="0.00">
                  <c:v>115.72589043949196</c:v>
                </c:pt>
                <c:pt idx="1033" formatCode="0.00">
                  <c:v>115.45511351801727</c:v>
                </c:pt>
                <c:pt idx="1034" formatCode="0.00">
                  <c:v>115.83003540928991</c:v>
                </c:pt>
                <c:pt idx="1035" formatCode="0.00">
                  <c:v>116.37158925223929</c:v>
                </c:pt>
                <c:pt idx="1036" formatCode="0.00">
                  <c:v>116.07998333680501</c:v>
                </c:pt>
                <c:pt idx="1037" formatCode="0.00">
                  <c:v>116.12164132472418</c:v>
                </c:pt>
                <c:pt idx="1038" formatCode="0.00">
                  <c:v>116.2882732764009</c:v>
                </c:pt>
                <c:pt idx="1039" formatCode="0.00">
                  <c:v>115.85086440324949</c:v>
                </c:pt>
                <c:pt idx="1040" formatCode="0.00">
                  <c:v>115.74671943345153</c:v>
                </c:pt>
                <c:pt idx="1041" formatCode="0.00">
                  <c:v>115.66340345761317</c:v>
                </c:pt>
                <c:pt idx="1042" formatCode="0.00">
                  <c:v>115.72589043949193</c:v>
                </c:pt>
                <c:pt idx="1043" formatCode="0.00">
                  <c:v>116.32993126432009</c:v>
                </c:pt>
                <c:pt idx="1044" formatCode="0.00">
                  <c:v>116.24661528848173</c:v>
                </c:pt>
                <c:pt idx="1045" formatCode="0.00">
                  <c:v>115.74671943345153</c:v>
                </c:pt>
                <c:pt idx="1046" formatCode="0.00">
                  <c:v>115.8508644032495</c:v>
                </c:pt>
                <c:pt idx="1047" formatCode="0.00">
                  <c:v>115.89252239116868</c:v>
                </c:pt>
                <c:pt idx="1048" formatCode="0.00">
                  <c:v>115.87169339720909</c:v>
                </c:pt>
                <c:pt idx="1049" formatCode="0.00">
                  <c:v>116.18412830660297</c:v>
                </c:pt>
                <c:pt idx="1050" formatCode="0.00">
                  <c:v>116.8089981253907</c:v>
                </c:pt>
                <c:pt idx="1051" formatCode="0.00">
                  <c:v>117.07977504686542</c:v>
                </c:pt>
                <c:pt idx="1052" formatCode="0.00">
                  <c:v>117.97542178712786</c:v>
                </c:pt>
                <c:pt idx="1053" formatCode="0.00">
                  <c:v>118.16288273276419</c:v>
                </c:pt>
                <c:pt idx="1054" formatCode="0.00">
                  <c:v>118.53780462403684</c:v>
                </c:pt>
                <c:pt idx="1055" formatCode="0.00">
                  <c:v>118.35034367840052</c:v>
                </c:pt>
                <c:pt idx="1056" formatCode="0.00">
                  <c:v>119.14184544886501</c:v>
                </c:pt>
                <c:pt idx="1057" formatCode="0.00">
                  <c:v>119.22516142470336</c:v>
                </c:pt>
                <c:pt idx="1058" formatCode="0.00">
                  <c:v>119.95417621328909</c:v>
                </c:pt>
                <c:pt idx="1059" formatCode="0.00">
                  <c:v>119.95417621328909</c:v>
                </c:pt>
                <c:pt idx="1060" formatCode="0.00">
                  <c:v>121.62049573005643</c:v>
                </c:pt>
                <c:pt idx="1061" formatCode="0.00">
                  <c:v>121.18308685690501</c:v>
                </c:pt>
                <c:pt idx="1062" formatCode="0.00">
                  <c:v>120.9331389293899</c:v>
                </c:pt>
                <c:pt idx="1063" formatCode="0.00">
                  <c:v>119.28764840658215</c:v>
                </c:pt>
                <c:pt idx="1064" formatCode="0.00">
                  <c:v>119.72505727973359</c:v>
                </c:pt>
                <c:pt idx="1065" formatCode="0.00">
                  <c:v>120.91230993543032</c:v>
                </c:pt>
                <c:pt idx="1066" formatCode="0.00">
                  <c:v>120.16246615288502</c:v>
                </c:pt>
                <c:pt idx="1067" formatCode="0.00">
                  <c:v>118.97521349718828</c:v>
                </c:pt>
                <c:pt idx="1068" formatCode="0.00">
                  <c:v>120.66236200791523</c:v>
                </c:pt>
                <c:pt idx="1069" formatCode="0.00">
                  <c:v>121.12059987502626</c:v>
                </c:pt>
                <c:pt idx="1070" formatCode="0.00">
                  <c:v>121.14142886898587</c:v>
                </c:pt>
                <c:pt idx="1071" formatCode="0.00">
                  <c:v>121.22474484482423</c:v>
                </c:pt>
                <c:pt idx="1072" formatCode="0.00">
                  <c:v>120.91230993543034</c:v>
                </c:pt>
                <c:pt idx="1073" formatCode="0.00">
                  <c:v>121.3080608206626</c:v>
                </c:pt>
                <c:pt idx="1074" formatCode="0.00">
                  <c:v>121.32888981462219</c:v>
                </c:pt>
                <c:pt idx="1075" formatCode="0.00">
                  <c:v>121.59966673609688</c:v>
                </c:pt>
                <c:pt idx="1076" formatCode="0.00">
                  <c:v>121.0372838991879</c:v>
                </c:pt>
                <c:pt idx="1077" formatCode="0.00">
                  <c:v>120.72484898979401</c:v>
                </c:pt>
                <c:pt idx="1078" formatCode="0.00">
                  <c:v>121.57883774213727</c:v>
                </c:pt>
                <c:pt idx="1079" formatCode="0.00">
                  <c:v>120.62070401999605</c:v>
                </c:pt>
                <c:pt idx="1080" formatCode="0.00">
                  <c:v>121.2664028327434</c:v>
                </c:pt>
                <c:pt idx="1081" formatCode="0.00">
                  <c:v>121.34971880858176</c:v>
                </c:pt>
                <c:pt idx="1082" formatCode="0.00">
                  <c:v>121.14142886898586</c:v>
                </c:pt>
                <c:pt idx="1083" formatCode="0.00">
                  <c:v>120.91230993543034</c:v>
                </c:pt>
                <c:pt idx="1084" formatCode="0.00">
                  <c:v>120.2874401166426</c:v>
                </c:pt>
                <c:pt idx="1085" formatCode="0.00">
                  <c:v>117.66298687773403</c:v>
                </c:pt>
                <c:pt idx="1086" formatCode="0.00">
                  <c:v>118.5169756300773</c:v>
                </c:pt>
                <c:pt idx="1087" formatCode="0.00">
                  <c:v>117.53801291397649</c:v>
                </c:pt>
                <c:pt idx="1088" formatCode="0.00">
                  <c:v>117.01728806498669</c:v>
                </c:pt>
                <c:pt idx="1089" formatCode="0.00">
                  <c:v>118.24619870860262</c:v>
                </c:pt>
                <c:pt idx="1090" formatCode="0.00">
                  <c:v>118.37117267236016</c:v>
                </c:pt>
                <c:pt idx="1091" formatCode="0.00">
                  <c:v>117.82961882941078</c:v>
                </c:pt>
                <c:pt idx="1092" formatCode="0.00">
                  <c:v>116.60070818579487</c:v>
                </c:pt>
                <c:pt idx="1093" formatCode="0.00">
                  <c:v>116.05915434284549</c:v>
                </c:pt>
                <c:pt idx="1094" formatCode="0.00">
                  <c:v>117.76713184753201</c:v>
                </c:pt>
                <c:pt idx="1095" formatCode="0.00">
                  <c:v>117.97542178712794</c:v>
                </c:pt>
                <c:pt idx="1096" formatCode="0.00">
                  <c:v>116.64236617371407</c:v>
                </c:pt>
                <c:pt idx="1097" formatCode="0.00">
                  <c:v>117.45469693813816</c:v>
                </c:pt>
                <c:pt idx="1098" formatCode="0.00">
                  <c:v>116.37158925223939</c:v>
                </c:pt>
                <c:pt idx="1099" formatCode="0.00">
                  <c:v>117.12143303478469</c:v>
                </c:pt>
                <c:pt idx="1100" formatCode="0.00">
                  <c:v>117.37138096229977</c:v>
                </c:pt>
                <c:pt idx="1101" formatCode="0.00">
                  <c:v>117.22557800458262</c:v>
                </c:pt>
                <c:pt idx="1102" formatCode="0.00">
                  <c:v>116.12164132472427</c:v>
                </c:pt>
                <c:pt idx="1103" formatCode="0.00">
                  <c:v>114.95521766298714</c:v>
                </c:pt>
                <c:pt idx="1104" formatCode="0.00">
                  <c:v>114.97604665694674</c:v>
                </c:pt>
                <c:pt idx="1105" formatCode="0.00">
                  <c:v>116.12164132472429</c:v>
                </c:pt>
                <c:pt idx="1106" formatCode="0.00">
                  <c:v>116.8923141012292</c:v>
                </c:pt>
                <c:pt idx="1107" formatCode="0.00">
                  <c:v>116.55905019787573</c:v>
                </c:pt>
                <c:pt idx="1108" formatCode="0.00">
                  <c:v>116.35076025827982</c:v>
                </c:pt>
                <c:pt idx="1109" formatCode="0.00">
                  <c:v>117.24640699854226</c:v>
                </c:pt>
                <c:pt idx="1110" formatCode="0.00">
                  <c:v>117.66298687773408</c:v>
                </c:pt>
                <c:pt idx="1111" formatCode="0.00">
                  <c:v>119.39179337638022</c:v>
                </c:pt>
                <c:pt idx="1112" formatCode="0.00">
                  <c:v>119.9541762132892</c:v>
                </c:pt>
                <c:pt idx="1113" formatCode="0.00">
                  <c:v>120.39158508644061</c:v>
                </c:pt>
                <c:pt idx="1114" formatCode="0.00">
                  <c:v>120.34992709852143</c:v>
                </c:pt>
                <c:pt idx="1115" formatCode="0.00">
                  <c:v>120.6831910018749</c:v>
                </c:pt>
                <c:pt idx="1116" formatCode="0.00">
                  <c:v>120.7248489897941</c:v>
                </c:pt>
                <c:pt idx="1117" formatCode="0.00">
                  <c:v>120.70401999583451</c:v>
                </c:pt>
                <c:pt idx="1118" formatCode="0.00">
                  <c:v>120.30826911060227</c:v>
                </c:pt>
                <c:pt idx="1119" formatCode="0.00">
                  <c:v>120.45407206831942</c:v>
                </c:pt>
                <c:pt idx="1120" formatCode="0.00">
                  <c:v>120.24578212872349</c:v>
                </c:pt>
                <c:pt idx="1121" formatCode="0.00">
                  <c:v>120.16246615288513</c:v>
                </c:pt>
                <c:pt idx="1122" formatCode="0.00">
                  <c:v>119.53759633409737</c:v>
                </c:pt>
                <c:pt idx="1123" formatCode="0.00">
                  <c:v>119.85003124349126</c:v>
                </c:pt>
                <c:pt idx="1124" formatCode="0.00">
                  <c:v>119.82920224953166</c:v>
                </c:pt>
                <c:pt idx="1125" formatCode="0.00">
                  <c:v>119.7667152676529</c:v>
                </c:pt>
                <c:pt idx="1126" formatCode="0.00">
                  <c:v>118.76692355759249</c:v>
                </c:pt>
                <c:pt idx="1127" formatCode="0.00">
                  <c:v>119.24599041866311</c:v>
                </c:pt>
                <c:pt idx="1128" formatCode="0.00">
                  <c:v>119.32930639450149</c:v>
                </c:pt>
                <c:pt idx="1129" formatCode="0.00">
                  <c:v>118.91272651530964</c:v>
                </c:pt>
                <c:pt idx="1130" formatCode="0.00">
                  <c:v>119.87086023745084</c:v>
                </c:pt>
                <c:pt idx="1131" formatCode="0.00">
                  <c:v>120.70401999583453</c:v>
                </c:pt>
                <c:pt idx="1132" formatCode="0.00">
                  <c:v>120.32909810456187</c:v>
                </c:pt>
                <c:pt idx="1133" formatCode="0.00">
                  <c:v>121.26640283274349</c:v>
                </c:pt>
                <c:pt idx="1134" formatCode="0.00">
                  <c:v>121.16225786294552</c:v>
                </c:pt>
                <c:pt idx="1135" formatCode="0.00">
                  <c:v>120.91230993543041</c:v>
                </c:pt>
                <c:pt idx="1136" formatCode="0.00">
                  <c:v>121.28723182670306</c:v>
                </c:pt>
                <c:pt idx="1137" formatCode="0.00">
                  <c:v>120.95396792334959</c:v>
                </c:pt>
                <c:pt idx="1138" formatCode="0.00">
                  <c:v>120.12080816496592</c:v>
                </c:pt>
                <c:pt idx="1139" formatCode="0.00">
                  <c:v>120.55821703811735</c:v>
                </c:pt>
                <c:pt idx="1140" formatCode="0.00">
                  <c:v>119.6417413038953</c:v>
                </c:pt>
                <c:pt idx="1141" formatCode="0.00">
                  <c:v>120.30826911060223</c:v>
                </c:pt>
                <c:pt idx="1142" formatCode="0.00">
                  <c:v>120.34992709852142</c:v>
                </c:pt>
                <c:pt idx="1143" formatCode="0.00">
                  <c:v>120.1416371589255</c:v>
                </c:pt>
                <c:pt idx="1144" formatCode="0.00">
                  <c:v>120.34992709852141</c:v>
                </c:pt>
                <c:pt idx="1145" formatCode="0.00">
                  <c:v>119.99583420120835</c:v>
                </c:pt>
                <c:pt idx="1146" formatCode="0.00">
                  <c:v>120.28744011664263</c:v>
                </c:pt>
                <c:pt idx="1147" formatCode="0.00">
                  <c:v>120.01666319516792</c:v>
                </c:pt>
                <c:pt idx="1148" formatCode="0.00">
                  <c:v>119.93334721932956</c:v>
                </c:pt>
                <c:pt idx="1149" formatCode="0.00">
                  <c:v>120.45407206831935</c:v>
                </c:pt>
                <c:pt idx="1150" formatCode="0.00">
                  <c:v>120.12080816496588</c:v>
                </c:pt>
                <c:pt idx="1151" formatCode="0.00">
                  <c:v>120.51655905019813</c:v>
                </c:pt>
                <c:pt idx="1152" formatCode="0.00">
                  <c:v>119.20433243074383</c:v>
                </c:pt>
                <c:pt idx="1153" formatCode="0.00">
                  <c:v>119.24599041866301</c:v>
                </c:pt>
                <c:pt idx="1154" formatCode="0.00">
                  <c:v>119.37096438242055</c:v>
                </c:pt>
                <c:pt idx="1155" formatCode="0.00">
                  <c:v>119.53759633409727</c:v>
                </c:pt>
                <c:pt idx="1156" formatCode="0.00">
                  <c:v>120.76650697771318</c:v>
                </c:pt>
                <c:pt idx="1157" formatCode="0.00">
                  <c:v>120.89148094147073</c:v>
                </c:pt>
                <c:pt idx="1158" formatCode="0.00">
                  <c:v>120.97479691730911</c:v>
                </c:pt>
                <c:pt idx="1159" formatCode="0.00">
                  <c:v>121.07894188710708</c:v>
                </c:pt>
                <c:pt idx="1160" formatCode="0.00">
                  <c:v>120.37075609248096</c:v>
                </c:pt>
                <c:pt idx="1161" formatCode="0.00">
                  <c:v>119.95417621328913</c:v>
                </c:pt>
                <c:pt idx="1162" formatCode="0.00">
                  <c:v>120.07915017704667</c:v>
                </c:pt>
                <c:pt idx="1163" formatCode="0.00">
                  <c:v>119.95417621328913</c:v>
                </c:pt>
                <c:pt idx="1164" formatCode="0.00">
                  <c:v>118.66277858779443</c:v>
                </c:pt>
                <c:pt idx="1165" formatCode="0.00">
                  <c:v>118.30868569048138</c:v>
                </c:pt>
                <c:pt idx="1166" formatCode="0.00">
                  <c:v>118.99604249114792</c:v>
                </c:pt>
                <c:pt idx="1167" formatCode="0.00">
                  <c:v>118.99604249114792</c:v>
                </c:pt>
                <c:pt idx="1168" formatCode="0.00">
                  <c:v>119.20433243074383</c:v>
                </c:pt>
                <c:pt idx="1169" formatCode="0.00">
                  <c:v>119.10018746094586</c:v>
                </c:pt>
                <c:pt idx="1170" formatCode="0.00">
                  <c:v>118.66277858779442</c:v>
                </c:pt>
                <c:pt idx="1171" formatCode="0.00">
                  <c:v>119.2668194126226</c:v>
                </c:pt>
                <c:pt idx="1172" formatCode="0.00">
                  <c:v>119.22516142470342</c:v>
                </c:pt>
                <c:pt idx="1173" formatCode="0.00">
                  <c:v>119.7875442616124</c:v>
                </c:pt>
                <c:pt idx="1174" formatCode="0.00">
                  <c:v>118.91272651530954</c:v>
                </c:pt>
                <c:pt idx="1175" formatCode="0.00">
                  <c:v>118.47531764215812</c:v>
                </c:pt>
                <c:pt idx="1176" formatCode="0.00">
                  <c:v>118.70443657571361</c:v>
                </c:pt>
                <c:pt idx="1177" formatCode="0.00">
                  <c:v>119.22516142470342</c:v>
                </c:pt>
                <c:pt idx="1178" formatCode="0.00">
                  <c:v>118.85023953343077</c:v>
                </c:pt>
                <c:pt idx="1179" formatCode="0.00">
                  <c:v>119.53759633409729</c:v>
                </c:pt>
                <c:pt idx="1180" formatCode="0.00">
                  <c:v>119.7875442616124</c:v>
                </c:pt>
                <c:pt idx="1181" formatCode="0.00">
                  <c:v>119.5584253280569</c:v>
                </c:pt>
                <c:pt idx="1182" formatCode="0.00">
                  <c:v>118.85023953343078</c:v>
                </c:pt>
                <c:pt idx="1183" formatCode="0.00">
                  <c:v>119.49593834617814</c:v>
                </c:pt>
                <c:pt idx="1184" formatCode="0.00">
                  <c:v>119.68339929181445</c:v>
                </c:pt>
                <c:pt idx="1185" formatCode="0.00">
                  <c:v>119.72505727973365</c:v>
                </c:pt>
                <c:pt idx="1186" formatCode="0.00">
                  <c:v>118.87106852739039</c:v>
                </c:pt>
                <c:pt idx="1187" formatCode="0.00">
                  <c:v>119.14184544886507</c:v>
                </c:pt>
                <c:pt idx="1188" formatCode="0.00">
                  <c:v>119.35013538846098</c:v>
                </c:pt>
                <c:pt idx="1189" formatCode="0.00">
                  <c:v>119.49593834617814</c:v>
                </c:pt>
                <c:pt idx="1190" formatCode="0.00">
                  <c:v>119.43345136429937</c:v>
                </c:pt>
                <c:pt idx="1191" formatCode="0.00">
                  <c:v>120.09997917100631</c:v>
                </c:pt>
                <c:pt idx="1192" formatCode="0.00">
                  <c:v>120.09997917100631</c:v>
                </c:pt>
                <c:pt idx="1193" formatCode="0.00">
                  <c:v>120.18329514684467</c:v>
                </c:pt>
                <c:pt idx="1194" formatCode="0.00">
                  <c:v>120.68319100187487</c:v>
                </c:pt>
                <c:pt idx="1195" formatCode="0.00">
                  <c:v>120.84982295355162</c:v>
                </c:pt>
                <c:pt idx="1196" formatCode="0.00">
                  <c:v>121.03728389918795</c:v>
                </c:pt>
                <c:pt idx="1197" formatCode="0.00">
                  <c:v>121.55800874817776</c:v>
                </c:pt>
                <c:pt idx="1198" formatCode="0.00">
                  <c:v>121.51635076025858</c:v>
                </c:pt>
                <c:pt idx="1199" formatCode="0.00">
                  <c:v>121.91210164549079</c:v>
                </c:pt>
                <c:pt idx="1200" formatCode="0.00">
                  <c:v>122.09956259112714</c:v>
                </c:pt>
                <c:pt idx="1201" formatCode="0.00">
                  <c:v>122.30785253072307</c:v>
                </c:pt>
                <c:pt idx="1202" formatCode="0.00">
                  <c:v>122.34951051864226</c:v>
                </c:pt>
                <c:pt idx="1203" formatCode="0.00">
                  <c:v>122.2453655488443</c:v>
                </c:pt>
                <c:pt idx="1204" formatCode="0.00">
                  <c:v>122.03707560924839</c:v>
                </c:pt>
                <c:pt idx="1205" formatCode="0.00">
                  <c:v>122.91189335555123</c:v>
                </c:pt>
                <c:pt idx="1206" formatCode="0.00">
                  <c:v>122.84940637367245</c:v>
                </c:pt>
                <c:pt idx="1207" formatCode="0.00">
                  <c:v>123.12018329514716</c:v>
                </c:pt>
                <c:pt idx="1208" formatCode="0.00">
                  <c:v>122.89106436159165</c:v>
                </c:pt>
                <c:pt idx="1209" formatCode="0.00">
                  <c:v>122.87023536763206</c:v>
                </c:pt>
                <c:pt idx="1210" formatCode="0.00">
                  <c:v>122.82857737971287</c:v>
                </c:pt>
                <c:pt idx="1211" formatCode="0.00">
                  <c:v>122.68277442199573</c:v>
                </c:pt>
                <c:pt idx="1212" formatCode="0.00">
                  <c:v>122.26619454280389</c:v>
                </c:pt>
                <c:pt idx="1213" formatCode="0.00">
                  <c:v>122.53697146427858</c:v>
                </c:pt>
                <c:pt idx="1214" formatCode="0.00">
                  <c:v>122.55780045823818</c:v>
                </c:pt>
                <c:pt idx="1215" formatCode="0.00">
                  <c:v>122.72443240991491</c:v>
                </c:pt>
                <c:pt idx="1216" formatCode="0.00">
                  <c:v>123.09935430118757</c:v>
                </c:pt>
                <c:pt idx="1217" formatCode="0.00">
                  <c:v>123.3493022287027</c:v>
                </c:pt>
                <c:pt idx="1218" formatCode="0.00">
                  <c:v>123.14101228910677</c:v>
                </c:pt>
                <c:pt idx="1219" formatCode="0.00">
                  <c:v>123.16184128306635</c:v>
                </c:pt>
                <c:pt idx="1220" formatCode="0.00">
                  <c:v>123.28681524682389</c:v>
                </c:pt>
                <c:pt idx="1221" formatCode="0.00">
                  <c:v>122.59945844615737</c:v>
                </c:pt>
                <c:pt idx="1222" formatCode="0.00">
                  <c:v>122.76609039783411</c:v>
                </c:pt>
                <c:pt idx="1223" formatCode="0.00">
                  <c:v>121.53717975421819</c:v>
                </c:pt>
                <c:pt idx="1224" formatCode="0.00">
                  <c:v>121.45386377837983</c:v>
                </c:pt>
                <c:pt idx="1225" formatCode="0.00">
                  <c:v>120.76650697771329</c:v>
                </c:pt>
                <c:pt idx="1226" formatCode="0.00">
                  <c:v>121.32888981462227</c:v>
                </c:pt>
                <c:pt idx="1227" formatCode="0.00">
                  <c:v>120.89148094147085</c:v>
                </c:pt>
                <c:pt idx="1228" formatCode="0.00">
                  <c:v>120.95396792334961</c:v>
                </c:pt>
                <c:pt idx="1229" formatCode="0.00">
                  <c:v>120.45407206831942</c:v>
                </c:pt>
                <c:pt idx="1230" formatCode="0.00">
                  <c:v>118.82941053947125</c:v>
                </c:pt>
                <c:pt idx="1231" formatCode="0.00">
                  <c:v>117.49635492605739</c:v>
                </c:pt>
                <c:pt idx="1232" formatCode="0.00">
                  <c:v>117.78796084149168</c:v>
                </c:pt>
                <c:pt idx="1233" formatCode="0.00">
                  <c:v>115.78837742137085</c:v>
                </c:pt>
                <c:pt idx="1234" formatCode="0.00">
                  <c:v>115.4134555300982</c:v>
                </c:pt>
                <c:pt idx="1235" formatCode="0.00">
                  <c:v>115.26765257238107</c:v>
                </c:pt>
                <c:pt idx="1236" formatCode="0.00">
                  <c:v>113.80962299520965</c:v>
                </c:pt>
                <c:pt idx="1237" formatCode="0.00">
                  <c:v>114.6844407415125</c:v>
                </c:pt>
                <c:pt idx="1238" formatCode="0.00">
                  <c:v>115.2051655905023</c:v>
                </c:pt>
                <c:pt idx="1239" formatCode="0.00">
                  <c:v>115.83003540929005</c:v>
                </c:pt>
                <c:pt idx="1240" formatCode="0.00">
                  <c:v>115.83003540929005</c:v>
                </c:pt>
                <c:pt idx="1241" formatCode="0.00">
                  <c:v>114.53863778379535</c:v>
                </c:pt>
                <c:pt idx="1242" formatCode="0.00">
                  <c:v>113.10143720058352</c:v>
                </c:pt>
                <c:pt idx="1243" formatCode="0.00">
                  <c:v>114.03874192876515</c:v>
                </c:pt>
                <c:pt idx="1244" formatCode="0.00">
                  <c:v>113.41387210997739</c:v>
                </c:pt>
                <c:pt idx="1245" formatCode="0.00">
                  <c:v>112.6223703395129</c:v>
                </c:pt>
                <c:pt idx="1246" formatCode="0.00">
                  <c:v>113.10143720058352</c:v>
                </c:pt>
                <c:pt idx="1247" formatCode="0.00">
                  <c:v>112.66402832743208</c:v>
                </c:pt>
                <c:pt idx="1248" formatCode="0.00">
                  <c:v>#N/A</c:v>
                </c:pt>
                <c:pt idx="1249" formatCode="0.00">
                  <c:v>#N/A</c:v>
                </c:pt>
                <c:pt idx="1250" formatCode="0.00">
                  <c:v>#N/A</c:v>
                </c:pt>
                <c:pt idx="1251" formatCode="0.00">
                  <c:v>#N/A</c:v>
                </c:pt>
                <c:pt idx="1252" formatCode="0.00">
                  <c:v>#N/A</c:v>
                </c:pt>
                <c:pt idx="1253" formatCode="0.00">
                  <c:v>#N/A</c:v>
                </c:pt>
                <c:pt idx="1254" formatCode="0.00">
                  <c:v>#N/A</c:v>
                </c:pt>
                <c:pt idx="1255" formatCode="0.00">
                  <c:v>#N/A</c:v>
                </c:pt>
                <c:pt idx="1256" formatCode="0.00">
                  <c:v>#N/A</c:v>
                </c:pt>
                <c:pt idx="1257" formatCode="0.00">
                  <c:v>#N/A</c:v>
                </c:pt>
                <c:pt idx="1258" formatCode="0.00">
                  <c:v>#N/A</c:v>
                </c:pt>
                <c:pt idx="1259" formatCode="0.00">
                  <c:v>#N/A</c:v>
                </c:pt>
                <c:pt idx="1260" formatCode="0.00">
                  <c:v>#N/A</c:v>
                </c:pt>
                <c:pt idx="1261" formatCode="0.00">
                  <c:v>#N/A</c:v>
                </c:pt>
                <c:pt idx="1262" formatCode="0.00">
                  <c:v>#N/A</c:v>
                </c:pt>
                <c:pt idx="1263" formatCode="0.00">
                  <c:v>#N/A</c:v>
                </c:pt>
                <c:pt idx="1264" formatCode="0.00">
                  <c:v>#N/A</c:v>
                </c:pt>
                <c:pt idx="1265" formatCode="0.00">
                  <c:v>#N/A</c:v>
                </c:pt>
                <c:pt idx="1266" formatCode="0.00">
                  <c:v>#N/A</c:v>
                </c:pt>
                <c:pt idx="1267" formatCode="0.00">
                  <c:v>#N/A</c:v>
                </c:pt>
                <c:pt idx="1268" formatCode="0.00">
                  <c:v>#N/A</c:v>
                </c:pt>
                <c:pt idx="1269" formatCode="0.00">
                  <c:v>#N/A</c:v>
                </c:pt>
                <c:pt idx="1270" formatCode="0.00">
                  <c:v>#N/A</c:v>
                </c:pt>
                <c:pt idx="1271" formatCode="0.00">
                  <c:v>#N/A</c:v>
                </c:pt>
                <c:pt idx="1272" formatCode="0.00">
                  <c:v>#N/A</c:v>
                </c:pt>
                <c:pt idx="1273" formatCode="0.00">
                  <c:v>#N/A</c:v>
                </c:pt>
                <c:pt idx="1274" formatCode="0.00">
                  <c:v>#N/A</c:v>
                </c:pt>
                <c:pt idx="1275" formatCode="0.00">
                  <c:v>#N/A</c:v>
                </c:pt>
                <c:pt idx="1276" formatCode="0.00">
                  <c:v>#N/A</c:v>
                </c:pt>
                <c:pt idx="1277" formatCode="0.00">
                  <c:v>#N/A</c:v>
                </c:pt>
                <c:pt idx="1278" formatCode="0.00">
                  <c:v>#N/A</c:v>
                </c:pt>
                <c:pt idx="1279" formatCode="0.00">
                  <c:v>#N/A</c:v>
                </c:pt>
                <c:pt idx="1280" formatCode="0.00">
                  <c:v>#N/A</c:v>
                </c:pt>
                <c:pt idx="1281" formatCode="0.00">
                  <c:v>#N/A</c:v>
                </c:pt>
                <c:pt idx="1282" formatCode="0.00">
                  <c:v>#N/A</c:v>
                </c:pt>
                <c:pt idx="1283" formatCode="0.00">
                  <c:v>#N/A</c:v>
                </c:pt>
                <c:pt idx="1284" formatCode="0.00">
                  <c:v>#N/A</c:v>
                </c:pt>
                <c:pt idx="1285" formatCode="0.00">
                  <c:v>#N/A</c:v>
                </c:pt>
                <c:pt idx="1286" formatCode="0.00">
                  <c:v>#N/A</c:v>
                </c:pt>
                <c:pt idx="1287" formatCode="0.00">
                  <c:v>#N/A</c:v>
                </c:pt>
                <c:pt idx="1288" formatCode="0.00">
                  <c:v>#N/A</c:v>
                </c:pt>
                <c:pt idx="1289" formatCode="0.00">
                  <c:v>#N/A</c:v>
                </c:pt>
                <c:pt idx="1290" formatCode="0.00">
                  <c:v>#N/A</c:v>
                </c:pt>
                <c:pt idx="1291" formatCode="0.00">
                  <c:v>#N/A</c:v>
                </c:pt>
                <c:pt idx="1292" formatCode="0.00">
                  <c:v>#N/A</c:v>
                </c:pt>
                <c:pt idx="1293" formatCode="0.00">
                  <c:v>#N/A</c:v>
                </c:pt>
                <c:pt idx="1294" formatCode="0.00">
                  <c:v>#N/A</c:v>
                </c:pt>
                <c:pt idx="1295" formatCode="0.00">
                  <c:v>#N/A</c:v>
                </c:pt>
                <c:pt idx="1296" formatCode="0.00">
                  <c:v>#N/A</c:v>
                </c:pt>
                <c:pt idx="1297" formatCode="0.00">
                  <c:v>#N/A</c:v>
                </c:pt>
                <c:pt idx="1298" formatCode="0.00">
                  <c:v>#N/A</c:v>
                </c:pt>
                <c:pt idx="1299" formatCode="0.00">
                  <c:v>#N/A</c:v>
                </c:pt>
                <c:pt idx="1300" formatCode="0.00">
                  <c:v>#N/A</c:v>
                </c:pt>
                <c:pt idx="1301" formatCode="0.00">
                  <c:v>#N/A</c:v>
                </c:pt>
                <c:pt idx="1302" formatCode="0.00">
                  <c:v>#N/A</c:v>
                </c:pt>
                <c:pt idx="1303" formatCode="0.00">
                  <c:v>#N/A</c:v>
                </c:pt>
                <c:pt idx="1304" formatCode="0.00">
                  <c:v>#N/A</c:v>
                </c:pt>
                <c:pt idx="1305" formatCode="0.00">
                  <c:v>#N/A</c:v>
                </c:pt>
                <c:pt idx="1306" formatCode="0.00">
                  <c:v>#N/A</c:v>
                </c:pt>
                <c:pt idx="1307" formatCode="0.00">
                  <c:v>#N/A</c:v>
                </c:pt>
                <c:pt idx="1308" formatCode="0.00">
                  <c:v>#N/A</c:v>
                </c:pt>
                <c:pt idx="1309" formatCode="0.00">
                  <c:v>#N/A</c:v>
                </c:pt>
                <c:pt idx="1310" formatCode="0.00">
                  <c:v>#N/A</c:v>
                </c:pt>
                <c:pt idx="1311" formatCode="0.00">
                  <c:v>#N/A</c:v>
                </c:pt>
                <c:pt idx="1312" formatCode="0.00">
                  <c:v>#N/A</c:v>
                </c:pt>
                <c:pt idx="1313" formatCode="0.00">
                  <c:v>#N/A</c:v>
                </c:pt>
                <c:pt idx="1314" formatCode="0.00">
                  <c:v>#N/A</c:v>
                </c:pt>
                <c:pt idx="1315" formatCode="0.00">
                  <c:v>#N/A</c:v>
                </c:pt>
                <c:pt idx="1316" formatCode="0.00">
                  <c:v>#N/A</c:v>
                </c:pt>
                <c:pt idx="1317" formatCode="0.00">
                  <c:v>#N/A</c:v>
                </c:pt>
                <c:pt idx="1318" formatCode="0.00">
                  <c:v>#N/A</c:v>
                </c:pt>
                <c:pt idx="1319" formatCode="0.00">
                  <c:v>#N/A</c:v>
                </c:pt>
                <c:pt idx="1320" formatCode="0.00">
                  <c:v>#N/A</c:v>
                </c:pt>
              </c:numCache>
            </c:numRef>
          </c:val>
          <c:smooth val="0"/>
          <c:extLst>
            <c:ext xmlns:c16="http://schemas.microsoft.com/office/drawing/2014/chart" uri="{C3380CC4-5D6E-409C-BE32-E72D297353CC}">
              <c16:uniqueId val="{00000000-C3B5-433F-9B50-C0E2EFC1814E}"/>
            </c:ext>
          </c:extLst>
        </c:ser>
        <c:ser>
          <c:idx val="2"/>
          <c:order val="2"/>
          <c:tx>
            <c:strRef>
              <c:f>FI_INDEX!$AV$7</c:f>
              <c:strCache>
                <c:ptCount val="1"/>
                <c:pt idx="0">
                  <c:v>COPUSD</c:v>
                </c:pt>
              </c:strCache>
            </c:strRef>
          </c:tx>
          <c:spPr>
            <a:ln w="28575">
              <a:solidFill>
                <a:sysClr val="window" lastClr="FFFFFF">
                  <a:lumMod val="75000"/>
                </a:sysClr>
              </a:solidFill>
            </a:ln>
          </c:spPr>
          <c:marker>
            <c:symbol val="none"/>
          </c:marker>
          <c:cat>
            <c:numRef>
              <c:f>FI_INDEX!$AC$795:$AC$4550</c:f>
              <c:numCache>
                <c:formatCode>m/d/yyyy</c:formatCode>
                <c:ptCount val="3756"/>
                <c:pt idx="0">
                  <c:v>44561</c:v>
                </c:pt>
                <c:pt idx="1">
                  <c:v>44564</c:v>
                </c:pt>
                <c:pt idx="2">
                  <c:v>44565</c:v>
                </c:pt>
                <c:pt idx="3">
                  <c:v>44566</c:v>
                </c:pt>
                <c:pt idx="4">
                  <c:v>44567</c:v>
                </c:pt>
                <c:pt idx="5">
                  <c:v>44568</c:v>
                </c:pt>
                <c:pt idx="6">
                  <c:v>44571</c:v>
                </c:pt>
                <c:pt idx="7">
                  <c:v>44572</c:v>
                </c:pt>
                <c:pt idx="8">
                  <c:v>44573</c:v>
                </c:pt>
                <c:pt idx="9">
                  <c:v>44574</c:v>
                </c:pt>
                <c:pt idx="10">
                  <c:v>44575</c:v>
                </c:pt>
                <c:pt idx="11">
                  <c:v>44578</c:v>
                </c:pt>
                <c:pt idx="12">
                  <c:v>44579</c:v>
                </c:pt>
                <c:pt idx="13">
                  <c:v>44580</c:v>
                </c:pt>
                <c:pt idx="14">
                  <c:v>44581</c:v>
                </c:pt>
                <c:pt idx="15">
                  <c:v>44582</c:v>
                </c:pt>
                <c:pt idx="16">
                  <c:v>44585</c:v>
                </c:pt>
                <c:pt idx="17">
                  <c:v>44586</c:v>
                </c:pt>
                <c:pt idx="18">
                  <c:v>44587</c:v>
                </c:pt>
                <c:pt idx="19">
                  <c:v>44588</c:v>
                </c:pt>
                <c:pt idx="20">
                  <c:v>44589</c:v>
                </c:pt>
                <c:pt idx="21">
                  <c:v>44592</c:v>
                </c:pt>
                <c:pt idx="22">
                  <c:v>44593</c:v>
                </c:pt>
                <c:pt idx="23">
                  <c:v>44594</c:v>
                </c:pt>
                <c:pt idx="24">
                  <c:v>44595</c:v>
                </c:pt>
                <c:pt idx="25">
                  <c:v>44596</c:v>
                </c:pt>
                <c:pt idx="26">
                  <c:v>44599</c:v>
                </c:pt>
                <c:pt idx="27">
                  <c:v>44600</c:v>
                </c:pt>
                <c:pt idx="28">
                  <c:v>44601</c:v>
                </c:pt>
                <c:pt idx="29">
                  <c:v>44602</c:v>
                </c:pt>
                <c:pt idx="30">
                  <c:v>44603</c:v>
                </c:pt>
                <c:pt idx="31">
                  <c:v>44606</c:v>
                </c:pt>
                <c:pt idx="32">
                  <c:v>44607</c:v>
                </c:pt>
                <c:pt idx="33">
                  <c:v>44608</c:v>
                </c:pt>
                <c:pt idx="34">
                  <c:v>44609</c:v>
                </c:pt>
                <c:pt idx="35">
                  <c:v>44610</c:v>
                </c:pt>
                <c:pt idx="36">
                  <c:v>44613</c:v>
                </c:pt>
                <c:pt idx="37">
                  <c:v>44614</c:v>
                </c:pt>
                <c:pt idx="38">
                  <c:v>44615</c:v>
                </c:pt>
                <c:pt idx="39">
                  <c:v>44616</c:v>
                </c:pt>
                <c:pt idx="40">
                  <c:v>44617</c:v>
                </c:pt>
                <c:pt idx="41">
                  <c:v>44620</c:v>
                </c:pt>
                <c:pt idx="42">
                  <c:v>44621</c:v>
                </c:pt>
                <c:pt idx="43">
                  <c:v>44622</c:v>
                </c:pt>
                <c:pt idx="44">
                  <c:v>44623</c:v>
                </c:pt>
                <c:pt idx="45">
                  <c:v>44624</c:v>
                </c:pt>
                <c:pt idx="46">
                  <c:v>44627</c:v>
                </c:pt>
                <c:pt idx="47">
                  <c:v>44628</c:v>
                </c:pt>
                <c:pt idx="48">
                  <c:v>44629</c:v>
                </c:pt>
                <c:pt idx="49">
                  <c:v>44630</c:v>
                </c:pt>
                <c:pt idx="50">
                  <c:v>44631</c:v>
                </c:pt>
                <c:pt idx="51">
                  <c:v>44634</c:v>
                </c:pt>
                <c:pt idx="52">
                  <c:v>44635</c:v>
                </c:pt>
                <c:pt idx="53">
                  <c:v>44636</c:v>
                </c:pt>
                <c:pt idx="54">
                  <c:v>44637</c:v>
                </c:pt>
                <c:pt idx="55">
                  <c:v>44638</c:v>
                </c:pt>
                <c:pt idx="56">
                  <c:v>44641</c:v>
                </c:pt>
                <c:pt idx="57">
                  <c:v>44642</c:v>
                </c:pt>
                <c:pt idx="58">
                  <c:v>44643</c:v>
                </c:pt>
                <c:pt idx="59">
                  <c:v>44644</c:v>
                </c:pt>
                <c:pt idx="60">
                  <c:v>44645</c:v>
                </c:pt>
                <c:pt idx="61">
                  <c:v>44648</c:v>
                </c:pt>
                <c:pt idx="62">
                  <c:v>44649</c:v>
                </c:pt>
                <c:pt idx="63">
                  <c:v>44650</c:v>
                </c:pt>
                <c:pt idx="64">
                  <c:v>44651</c:v>
                </c:pt>
                <c:pt idx="65">
                  <c:v>44652</c:v>
                </c:pt>
                <c:pt idx="66">
                  <c:v>44655</c:v>
                </c:pt>
                <c:pt idx="67">
                  <c:v>44656</c:v>
                </c:pt>
                <c:pt idx="68">
                  <c:v>44657</c:v>
                </c:pt>
                <c:pt idx="69">
                  <c:v>44658</c:v>
                </c:pt>
                <c:pt idx="70">
                  <c:v>44659</c:v>
                </c:pt>
                <c:pt idx="71">
                  <c:v>44662</c:v>
                </c:pt>
                <c:pt idx="72">
                  <c:v>44663</c:v>
                </c:pt>
                <c:pt idx="73">
                  <c:v>44664</c:v>
                </c:pt>
                <c:pt idx="74">
                  <c:v>44665</c:v>
                </c:pt>
                <c:pt idx="75">
                  <c:v>44666</c:v>
                </c:pt>
                <c:pt idx="76">
                  <c:v>44669</c:v>
                </c:pt>
                <c:pt idx="77">
                  <c:v>44670</c:v>
                </c:pt>
                <c:pt idx="78">
                  <c:v>44671</c:v>
                </c:pt>
                <c:pt idx="79">
                  <c:v>44672</c:v>
                </c:pt>
                <c:pt idx="80">
                  <c:v>44673</c:v>
                </c:pt>
                <c:pt idx="81">
                  <c:v>44676</c:v>
                </c:pt>
                <c:pt idx="82">
                  <c:v>44677</c:v>
                </c:pt>
                <c:pt idx="83">
                  <c:v>44678</c:v>
                </c:pt>
                <c:pt idx="84">
                  <c:v>44679</c:v>
                </c:pt>
                <c:pt idx="85">
                  <c:v>44680</c:v>
                </c:pt>
                <c:pt idx="86">
                  <c:v>44683</c:v>
                </c:pt>
                <c:pt idx="87">
                  <c:v>44684</c:v>
                </c:pt>
                <c:pt idx="88">
                  <c:v>44685</c:v>
                </c:pt>
                <c:pt idx="89">
                  <c:v>44686</c:v>
                </c:pt>
                <c:pt idx="90">
                  <c:v>44687</c:v>
                </c:pt>
                <c:pt idx="91">
                  <c:v>44690</c:v>
                </c:pt>
                <c:pt idx="92">
                  <c:v>44691</c:v>
                </c:pt>
                <c:pt idx="93">
                  <c:v>44692</c:v>
                </c:pt>
                <c:pt idx="94">
                  <c:v>44693</c:v>
                </c:pt>
                <c:pt idx="95">
                  <c:v>44694</c:v>
                </c:pt>
                <c:pt idx="96">
                  <c:v>44697</c:v>
                </c:pt>
                <c:pt idx="97">
                  <c:v>44698</c:v>
                </c:pt>
                <c:pt idx="98">
                  <c:v>44699</c:v>
                </c:pt>
                <c:pt idx="99">
                  <c:v>44700</c:v>
                </c:pt>
                <c:pt idx="100">
                  <c:v>44701</c:v>
                </c:pt>
                <c:pt idx="101">
                  <c:v>44704</c:v>
                </c:pt>
                <c:pt idx="102">
                  <c:v>44705</c:v>
                </c:pt>
                <c:pt idx="103">
                  <c:v>44706</c:v>
                </c:pt>
                <c:pt idx="104">
                  <c:v>44707</c:v>
                </c:pt>
                <c:pt idx="105">
                  <c:v>44708</c:v>
                </c:pt>
                <c:pt idx="106">
                  <c:v>44711</c:v>
                </c:pt>
                <c:pt idx="107">
                  <c:v>44712</c:v>
                </c:pt>
                <c:pt idx="108">
                  <c:v>44713</c:v>
                </c:pt>
                <c:pt idx="109">
                  <c:v>44714</c:v>
                </c:pt>
                <c:pt idx="110">
                  <c:v>44715</c:v>
                </c:pt>
                <c:pt idx="111">
                  <c:v>44718</c:v>
                </c:pt>
                <c:pt idx="112">
                  <c:v>44719</c:v>
                </c:pt>
                <c:pt idx="113">
                  <c:v>44720</c:v>
                </c:pt>
                <c:pt idx="114">
                  <c:v>44721</c:v>
                </c:pt>
                <c:pt idx="115">
                  <c:v>44722</c:v>
                </c:pt>
                <c:pt idx="116">
                  <c:v>44725</c:v>
                </c:pt>
                <c:pt idx="117">
                  <c:v>44726</c:v>
                </c:pt>
                <c:pt idx="118">
                  <c:v>44727</c:v>
                </c:pt>
                <c:pt idx="119">
                  <c:v>44728</c:v>
                </c:pt>
                <c:pt idx="120">
                  <c:v>44729</c:v>
                </c:pt>
                <c:pt idx="121">
                  <c:v>44732</c:v>
                </c:pt>
                <c:pt idx="122">
                  <c:v>44733</c:v>
                </c:pt>
                <c:pt idx="123">
                  <c:v>44734</c:v>
                </c:pt>
                <c:pt idx="124">
                  <c:v>44735</c:v>
                </c:pt>
                <c:pt idx="125">
                  <c:v>44736</c:v>
                </c:pt>
                <c:pt idx="126">
                  <c:v>44739</c:v>
                </c:pt>
                <c:pt idx="127">
                  <c:v>44740</c:v>
                </c:pt>
                <c:pt idx="128">
                  <c:v>44741</c:v>
                </c:pt>
                <c:pt idx="129">
                  <c:v>44742</c:v>
                </c:pt>
                <c:pt idx="130">
                  <c:v>44743</c:v>
                </c:pt>
                <c:pt idx="131">
                  <c:v>44746</c:v>
                </c:pt>
                <c:pt idx="132">
                  <c:v>44747</c:v>
                </c:pt>
                <c:pt idx="133">
                  <c:v>44748</c:v>
                </c:pt>
                <c:pt idx="134">
                  <c:v>44749</c:v>
                </c:pt>
                <c:pt idx="135">
                  <c:v>44750</c:v>
                </c:pt>
                <c:pt idx="136">
                  <c:v>44753</c:v>
                </c:pt>
                <c:pt idx="137">
                  <c:v>44754</c:v>
                </c:pt>
                <c:pt idx="138">
                  <c:v>44755</c:v>
                </c:pt>
                <c:pt idx="139">
                  <c:v>44756</c:v>
                </c:pt>
                <c:pt idx="140">
                  <c:v>44757</c:v>
                </c:pt>
                <c:pt idx="141">
                  <c:v>44760</c:v>
                </c:pt>
                <c:pt idx="142">
                  <c:v>44761</c:v>
                </c:pt>
                <c:pt idx="143">
                  <c:v>44762</c:v>
                </c:pt>
                <c:pt idx="144">
                  <c:v>44763</c:v>
                </c:pt>
                <c:pt idx="145">
                  <c:v>44764</c:v>
                </c:pt>
                <c:pt idx="146">
                  <c:v>44767</c:v>
                </c:pt>
                <c:pt idx="147">
                  <c:v>44768</c:v>
                </c:pt>
                <c:pt idx="148">
                  <c:v>44769</c:v>
                </c:pt>
                <c:pt idx="149">
                  <c:v>44770</c:v>
                </c:pt>
                <c:pt idx="150">
                  <c:v>44771</c:v>
                </c:pt>
                <c:pt idx="151">
                  <c:v>44774</c:v>
                </c:pt>
                <c:pt idx="152">
                  <c:v>44775</c:v>
                </c:pt>
                <c:pt idx="153">
                  <c:v>44776</c:v>
                </c:pt>
                <c:pt idx="154">
                  <c:v>44777</c:v>
                </c:pt>
                <c:pt idx="155">
                  <c:v>44778</c:v>
                </c:pt>
                <c:pt idx="156">
                  <c:v>44781</c:v>
                </c:pt>
                <c:pt idx="157">
                  <c:v>44782</c:v>
                </c:pt>
                <c:pt idx="158">
                  <c:v>44783</c:v>
                </c:pt>
                <c:pt idx="159">
                  <c:v>44784</c:v>
                </c:pt>
                <c:pt idx="160">
                  <c:v>44785</c:v>
                </c:pt>
                <c:pt idx="161">
                  <c:v>44788</c:v>
                </c:pt>
                <c:pt idx="162">
                  <c:v>44789</c:v>
                </c:pt>
                <c:pt idx="163">
                  <c:v>44790</c:v>
                </c:pt>
                <c:pt idx="164">
                  <c:v>44791</c:v>
                </c:pt>
                <c:pt idx="165">
                  <c:v>44792</c:v>
                </c:pt>
                <c:pt idx="166">
                  <c:v>44795</c:v>
                </c:pt>
                <c:pt idx="167">
                  <c:v>44796</c:v>
                </c:pt>
                <c:pt idx="168">
                  <c:v>44797</c:v>
                </c:pt>
                <c:pt idx="169">
                  <c:v>44798</c:v>
                </c:pt>
                <c:pt idx="170">
                  <c:v>44799</c:v>
                </c:pt>
                <c:pt idx="171">
                  <c:v>44802</c:v>
                </c:pt>
                <c:pt idx="172">
                  <c:v>44803</c:v>
                </c:pt>
                <c:pt idx="173">
                  <c:v>44804</c:v>
                </c:pt>
                <c:pt idx="174">
                  <c:v>44805</c:v>
                </c:pt>
                <c:pt idx="175">
                  <c:v>44806</c:v>
                </c:pt>
                <c:pt idx="176">
                  <c:v>44809</c:v>
                </c:pt>
                <c:pt idx="177">
                  <c:v>44810</c:v>
                </c:pt>
                <c:pt idx="178">
                  <c:v>44811</c:v>
                </c:pt>
                <c:pt idx="179">
                  <c:v>44812</c:v>
                </c:pt>
                <c:pt idx="180">
                  <c:v>44813</c:v>
                </c:pt>
                <c:pt idx="181">
                  <c:v>44816</c:v>
                </c:pt>
                <c:pt idx="182">
                  <c:v>44817</c:v>
                </c:pt>
                <c:pt idx="183">
                  <c:v>44818</c:v>
                </c:pt>
                <c:pt idx="184">
                  <c:v>44819</c:v>
                </c:pt>
                <c:pt idx="185">
                  <c:v>44820</c:v>
                </c:pt>
                <c:pt idx="186">
                  <c:v>44823</c:v>
                </c:pt>
                <c:pt idx="187">
                  <c:v>44824</c:v>
                </c:pt>
                <c:pt idx="188">
                  <c:v>44825</c:v>
                </c:pt>
                <c:pt idx="189">
                  <c:v>44826</c:v>
                </c:pt>
                <c:pt idx="190">
                  <c:v>44827</c:v>
                </c:pt>
                <c:pt idx="191">
                  <c:v>44830</c:v>
                </c:pt>
                <c:pt idx="192">
                  <c:v>44831</c:v>
                </c:pt>
                <c:pt idx="193">
                  <c:v>44832</c:v>
                </c:pt>
                <c:pt idx="194">
                  <c:v>44833</c:v>
                </c:pt>
                <c:pt idx="195">
                  <c:v>44834</c:v>
                </c:pt>
                <c:pt idx="196">
                  <c:v>44837</c:v>
                </c:pt>
                <c:pt idx="197">
                  <c:v>44838</c:v>
                </c:pt>
                <c:pt idx="198">
                  <c:v>44839</c:v>
                </c:pt>
                <c:pt idx="199">
                  <c:v>44840</c:v>
                </c:pt>
                <c:pt idx="200">
                  <c:v>44841</c:v>
                </c:pt>
                <c:pt idx="201">
                  <c:v>44844</c:v>
                </c:pt>
                <c:pt idx="202">
                  <c:v>44845</c:v>
                </c:pt>
                <c:pt idx="203">
                  <c:v>44846</c:v>
                </c:pt>
                <c:pt idx="204">
                  <c:v>44847</c:v>
                </c:pt>
                <c:pt idx="205">
                  <c:v>44848</c:v>
                </c:pt>
                <c:pt idx="206">
                  <c:v>44851</c:v>
                </c:pt>
                <c:pt idx="207">
                  <c:v>44852</c:v>
                </c:pt>
                <c:pt idx="208">
                  <c:v>44853</c:v>
                </c:pt>
                <c:pt idx="209">
                  <c:v>44854</c:v>
                </c:pt>
                <c:pt idx="210">
                  <c:v>44855</c:v>
                </c:pt>
                <c:pt idx="211">
                  <c:v>44858</c:v>
                </c:pt>
                <c:pt idx="212">
                  <c:v>44859</c:v>
                </c:pt>
                <c:pt idx="213">
                  <c:v>44860</c:v>
                </c:pt>
                <c:pt idx="214">
                  <c:v>44861</c:v>
                </c:pt>
                <c:pt idx="215">
                  <c:v>44862</c:v>
                </c:pt>
                <c:pt idx="216">
                  <c:v>44865</c:v>
                </c:pt>
                <c:pt idx="217">
                  <c:v>44866</c:v>
                </c:pt>
                <c:pt idx="218">
                  <c:v>44867</c:v>
                </c:pt>
                <c:pt idx="219">
                  <c:v>44868</c:v>
                </c:pt>
                <c:pt idx="220">
                  <c:v>44869</c:v>
                </c:pt>
                <c:pt idx="221">
                  <c:v>44872</c:v>
                </c:pt>
                <c:pt idx="222">
                  <c:v>44873</c:v>
                </c:pt>
                <c:pt idx="223">
                  <c:v>44874</c:v>
                </c:pt>
                <c:pt idx="224">
                  <c:v>44875</c:v>
                </c:pt>
                <c:pt idx="225">
                  <c:v>44876</c:v>
                </c:pt>
                <c:pt idx="226">
                  <c:v>44879</c:v>
                </c:pt>
                <c:pt idx="227">
                  <c:v>44880</c:v>
                </c:pt>
                <c:pt idx="228">
                  <c:v>44881</c:v>
                </c:pt>
                <c:pt idx="229">
                  <c:v>44882</c:v>
                </c:pt>
                <c:pt idx="230">
                  <c:v>44883</c:v>
                </c:pt>
                <c:pt idx="231">
                  <c:v>44886</c:v>
                </c:pt>
                <c:pt idx="232">
                  <c:v>44887</c:v>
                </c:pt>
                <c:pt idx="233">
                  <c:v>44888</c:v>
                </c:pt>
                <c:pt idx="234">
                  <c:v>44889</c:v>
                </c:pt>
                <c:pt idx="235">
                  <c:v>44890</c:v>
                </c:pt>
                <c:pt idx="236">
                  <c:v>44893</c:v>
                </c:pt>
                <c:pt idx="237">
                  <c:v>44894</c:v>
                </c:pt>
                <c:pt idx="238">
                  <c:v>44895</c:v>
                </c:pt>
                <c:pt idx="239">
                  <c:v>44896</c:v>
                </c:pt>
                <c:pt idx="240">
                  <c:v>44897</c:v>
                </c:pt>
                <c:pt idx="241">
                  <c:v>44900</c:v>
                </c:pt>
                <c:pt idx="242">
                  <c:v>44901</c:v>
                </c:pt>
                <c:pt idx="243">
                  <c:v>44902</c:v>
                </c:pt>
                <c:pt idx="244">
                  <c:v>44903</c:v>
                </c:pt>
                <c:pt idx="245">
                  <c:v>44904</c:v>
                </c:pt>
                <c:pt idx="246">
                  <c:v>44907</c:v>
                </c:pt>
                <c:pt idx="247">
                  <c:v>44908</c:v>
                </c:pt>
                <c:pt idx="248">
                  <c:v>44909</c:v>
                </c:pt>
                <c:pt idx="249">
                  <c:v>44910</c:v>
                </c:pt>
                <c:pt idx="250">
                  <c:v>44911</c:v>
                </c:pt>
                <c:pt idx="251">
                  <c:v>44914</c:v>
                </c:pt>
                <c:pt idx="252">
                  <c:v>44915</c:v>
                </c:pt>
                <c:pt idx="253">
                  <c:v>44916</c:v>
                </c:pt>
                <c:pt idx="254">
                  <c:v>44917</c:v>
                </c:pt>
                <c:pt idx="255">
                  <c:v>44918</c:v>
                </c:pt>
                <c:pt idx="256">
                  <c:v>44921</c:v>
                </c:pt>
                <c:pt idx="257">
                  <c:v>44922</c:v>
                </c:pt>
                <c:pt idx="258">
                  <c:v>44923</c:v>
                </c:pt>
                <c:pt idx="259">
                  <c:v>44924</c:v>
                </c:pt>
                <c:pt idx="260">
                  <c:v>44925</c:v>
                </c:pt>
                <c:pt idx="261">
                  <c:v>44928</c:v>
                </c:pt>
                <c:pt idx="262">
                  <c:v>44929</c:v>
                </c:pt>
                <c:pt idx="263">
                  <c:v>44930</c:v>
                </c:pt>
                <c:pt idx="264">
                  <c:v>44931</c:v>
                </c:pt>
                <c:pt idx="265">
                  <c:v>44932</c:v>
                </c:pt>
                <c:pt idx="266">
                  <c:v>44935</c:v>
                </c:pt>
                <c:pt idx="267">
                  <c:v>44936</c:v>
                </c:pt>
                <c:pt idx="268">
                  <c:v>44937</c:v>
                </c:pt>
                <c:pt idx="269">
                  <c:v>44938</c:v>
                </c:pt>
                <c:pt idx="270">
                  <c:v>44939</c:v>
                </c:pt>
                <c:pt idx="271">
                  <c:v>44942</c:v>
                </c:pt>
                <c:pt idx="272">
                  <c:v>44943</c:v>
                </c:pt>
                <c:pt idx="273">
                  <c:v>44944</c:v>
                </c:pt>
                <c:pt idx="274">
                  <c:v>44945</c:v>
                </c:pt>
                <c:pt idx="275">
                  <c:v>44946</c:v>
                </c:pt>
                <c:pt idx="276">
                  <c:v>44949</c:v>
                </c:pt>
                <c:pt idx="277">
                  <c:v>44950</c:v>
                </c:pt>
                <c:pt idx="278">
                  <c:v>44951</c:v>
                </c:pt>
                <c:pt idx="279">
                  <c:v>44952</c:v>
                </c:pt>
                <c:pt idx="280">
                  <c:v>44953</c:v>
                </c:pt>
                <c:pt idx="281">
                  <c:v>44956</c:v>
                </c:pt>
                <c:pt idx="282">
                  <c:v>44957</c:v>
                </c:pt>
                <c:pt idx="283">
                  <c:v>44958</c:v>
                </c:pt>
                <c:pt idx="284">
                  <c:v>44959</c:v>
                </c:pt>
                <c:pt idx="285">
                  <c:v>44960</c:v>
                </c:pt>
                <c:pt idx="286">
                  <c:v>44963</c:v>
                </c:pt>
                <c:pt idx="287">
                  <c:v>44964</c:v>
                </c:pt>
                <c:pt idx="288">
                  <c:v>44965</c:v>
                </c:pt>
                <c:pt idx="289">
                  <c:v>44966</c:v>
                </c:pt>
                <c:pt idx="290">
                  <c:v>44967</c:v>
                </c:pt>
                <c:pt idx="291">
                  <c:v>44970</c:v>
                </c:pt>
                <c:pt idx="292">
                  <c:v>44971</c:v>
                </c:pt>
                <c:pt idx="293">
                  <c:v>44972</c:v>
                </c:pt>
                <c:pt idx="294">
                  <c:v>44973</c:v>
                </c:pt>
                <c:pt idx="295">
                  <c:v>44974</c:v>
                </c:pt>
                <c:pt idx="296">
                  <c:v>44977</c:v>
                </c:pt>
                <c:pt idx="297">
                  <c:v>44978</c:v>
                </c:pt>
                <c:pt idx="298">
                  <c:v>44979</c:v>
                </c:pt>
                <c:pt idx="299">
                  <c:v>44980</c:v>
                </c:pt>
                <c:pt idx="300">
                  <c:v>44981</c:v>
                </c:pt>
                <c:pt idx="301">
                  <c:v>44984</c:v>
                </c:pt>
                <c:pt idx="302">
                  <c:v>44985</c:v>
                </c:pt>
                <c:pt idx="303">
                  <c:v>44986</c:v>
                </c:pt>
                <c:pt idx="304">
                  <c:v>44987</c:v>
                </c:pt>
                <c:pt idx="305">
                  <c:v>44988</c:v>
                </c:pt>
                <c:pt idx="306">
                  <c:v>44991</c:v>
                </c:pt>
                <c:pt idx="307">
                  <c:v>44992</c:v>
                </c:pt>
                <c:pt idx="308">
                  <c:v>44993</c:v>
                </c:pt>
                <c:pt idx="309">
                  <c:v>44994</c:v>
                </c:pt>
                <c:pt idx="310">
                  <c:v>44995</c:v>
                </c:pt>
                <c:pt idx="311">
                  <c:v>44998</c:v>
                </c:pt>
                <c:pt idx="312">
                  <c:v>44999</c:v>
                </c:pt>
                <c:pt idx="313">
                  <c:v>45000</c:v>
                </c:pt>
                <c:pt idx="314">
                  <c:v>45001</c:v>
                </c:pt>
                <c:pt idx="315">
                  <c:v>45002</c:v>
                </c:pt>
                <c:pt idx="316">
                  <c:v>45005</c:v>
                </c:pt>
                <c:pt idx="317">
                  <c:v>45006</c:v>
                </c:pt>
                <c:pt idx="318">
                  <c:v>45007</c:v>
                </c:pt>
                <c:pt idx="319">
                  <c:v>45008</c:v>
                </c:pt>
                <c:pt idx="320">
                  <c:v>45009</c:v>
                </c:pt>
                <c:pt idx="321">
                  <c:v>45012</c:v>
                </c:pt>
                <c:pt idx="322">
                  <c:v>45013</c:v>
                </c:pt>
                <c:pt idx="323">
                  <c:v>45014</c:v>
                </c:pt>
                <c:pt idx="324">
                  <c:v>45015</c:v>
                </c:pt>
                <c:pt idx="325">
                  <c:v>45016</c:v>
                </c:pt>
                <c:pt idx="326">
                  <c:v>45019</c:v>
                </c:pt>
                <c:pt idx="327">
                  <c:v>45020</c:v>
                </c:pt>
                <c:pt idx="328">
                  <c:v>45021</c:v>
                </c:pt>
                <c:pt idx="329">
                  <c:v>45022</c:v>
                </c:pt>
                <c:pt idx="330">
                  <c:v>45023</c:v>
                </c:pt>
                <c:pt idx="331">
                  <c:v>45026</c:v>
                </c:pt>
                <c:pt idx="332">
                  <c:v>45027</c:v>
                </c:pt>
                <c:pt idx="333">
                  <c:v>45028</c:v>
                </c:pt>
                <c:pt idx="334">
                  <c:v>45029</c:v>
                </c:pt>
                <c:pt idx="335">
                  <c:v>45030</c:v>
                </c:pt>
                <c:pt idx="336">
                  <c:v>45033</c:v>
                </c:pt>
                <c:pt idx="337">
                  <c:v>45034</c:v>
                </c:pt>
                <c:pt idx="338">
                  <c:v>45035</c:v>
                </c:pt>
                <c:pt idx="339">
                  <c:v>45036</c:v>
                </c:pt>
                <c:pt idx="340">
                  <c:v>45037</c:v>
                </c:pt>
                <c:pt idx="341">
                  <c:v>45040</c:v>
                </c:pt>
                <c:pt idx="342">
                  <c:v>45041</c:v>
                </c:pt>
                <c:pt idx="343">
                  <c:v>45042</c:v>
                </c:pt>
                <c:pt idx="344">
                  <c:v>45043</c:v>
                </c:pt>
                <c:pt idx="345">
                  <c:v>45044</c:v>
                </c:pt>
                <c:pt idx="346">
                  <c:v>45047</c:v>
                </c:pt>
                <c:pt idx="347">
                  <c:v>45048</c:v>
                </c:pt>
                <c:pt idx="348">
                  <c:v>45049</c:v>
                </c:pt>
                <c:pt idx="349">
                  <c:v>45050</c:v>
                </c:pt>
                <c:pt idx="350">
                  <c:v>45051</c:v>
                </c:pt>
                <c:pt idx="351">
                  <c:v>45054</c:v>
                </c:pt>
                <c:pt idx="352">
                  <c:v>45055</c:v>
                </c:pt>
                <c:pt idx="353">
                  <c:v>45056</c:v>
                </c:pt>
                <c:pt idx="354">
                  <c:v>45057</c:v>
                </c:pt>
                <c:pt idx="355">
                  <c:v>45058</c:v>
                </c:pt>
                <c:pt idx="356">
                  <c:v>45061</c:v>
                </c:pt>
                <c:pt idx="357">
                  <c:v>45062</c:v>
                </c:pt>
                <c:pt idx="358">
                  <c:v>45063</c:v>
                </c:pt>
                <c:pt idx="359">
                  <c:v>45064</c:v>
                </c:pt>
                <c:pt idx="360">
                  <c:v>45065</c:v>
                </c:pt>
                <c:pt idx="361">
                  <c:v>45068</c:v>
                </c:pt>
                <c:pt idx="362">
                  <c:v>45069</c:v>
                </c:pt>
                <c:pt idx="363">
                  <c:v>45070</c:v>
                </c:pt>
                <c:pt idx="364">
                  <c:v>45071</c:v>
                </c:pt>
                <c:pt idx="365">
                  <c:v>45072</c:v>
                </c:pt>
                <c:pt idx="366">
                  <c:v>45075</c:v>
                </c:pt>
                <c:pt idx="367">
                  <c:v>45076</c:v>
                </c:pt>
                <c:pt idx="368">
                  <c:v>45077</c:v>
                </c:pt>
                <c:pt idx="369">
                  <c:v>45078</c:v>
                </c:pt>
                <c:pt idx="370">
                  <c:v>45079</c:v>
                </c:pt>
                <c:pt idx="371">
                  <c:v>45082</c:v>
                </c:pt>
                <c:pt idx="372">
                  <c:v>45083</c:v>
                </c:pt>
                <c:pt idx="373">
                  <c:v>45084</c:v>
                </c:pt>
                <c:pt idx="374">
                  <c:v>45085</c:v>
                </c:pt>
                <c:pt idx="375">
                  <c:v>45086</c:v>
                </c:pt>
                <c:pt idx="376">
                  <c:v>45089</c:v>
                </c:pt>
                <c:pt idx="377">
                  <c:v>45090</c:v>
                </c:pt>
                <c:pt idx="378">
                  <c:v>45091</c:v>
                </c:pt>
                <c:pt idx="379">
                  <c:v>45092</c:v>
                </c:pt>
                <c:pt idx="380">
                  <c:v>45093</c:v>
                </c:pt>
                <c:pt idx="381">
                  <c:v>45096</c:v>
                </c:pt>
                <c:pt idx="382">
                  <c:v>45097</c:v>
                </c:pt>
                <c:pt idx="383">
                  <c:v>45098</c:v>
                </c:pt>
                <c:pt idx="384">
                  <c:v>45099</c:v>
                </c:pt>
                <c:pt idx="385">
                  <c:v>45100</c:v>
                </c:pt>
                <c:pt idx="386">
                  <c:v>45103</c:v>
                </c:pt>
                <c:pt idx="387">
                  <c:v>45104</c:v>
                </c:pt>
                <c:pt idx="388">
                  <c:v>45105</c:v>
                </c:pt>
                <c:pt idx="389">
                  <c:v>45106</c:v>
                </c:pt>
                <c:pt idx="390">
                  <c:v>45107</c:v>
                </c:pt>
                <c:pt idx="391">
                  <c:v>45110</c:v>
                </c:pt>
                <c:pt idx="392">
                  <c:v>45111</c:v>
                </c:pt>
                <c:pt idx="393">
                  <c:v>45112</c:v>
                </c:pt>
                <c:pt idx="394">
                  <c:v>45113</c:v>
                </c:pt>
                <c:pt idx="395">
                  <c:v>45114</c:v>
                </c:pt>
                <c:pt idx="396">
                  <c:v>45117</c:v>
                </c:pt>
                <c:pt idx="397">
                  <c:v>45118</c:v>
                </c:pt>
                <c:pt idx="398">
                  <c:v>45119</c:v>
                </c:pt>
                <c:pt idx="399">
                  <c:v>45120</c:v>
                </c:pt>
                <c:pt idx="400">
                  <c:v>45121</c:v>
                </c:pt>
                <c:pt idx="401">
                  <c:v>45124</c:v>
                </c:pt>
                <c:pt idx="402">
                  <c:v>45125</c:v>
                </c:pt>
                <c:pt idx="403">
                  <c:v>45126</c:v>
                </c:pt>
                <c:pt idx="404">
                  <c:v>45127</c:v>
                </c:pt>
                <c:pt idx="405">
                  <c:v>45128</c:v>
                </c:pt>
                <c:pt idx="406">
                  <c:v>45131</c:v>
                </c:pt>
                <c:pt idx="407">
                  <c:v>45132</c:v>
                </c:pt>
                <c:pt idx="408">
                  <c:v>45133</c:v>
                </c:pt>
                <c:pt idx="409">
                  <c:v>45134</c:v>
                </c:pt>
                <c:pt idx="410">
                  <c:v>45135</c:v>
                </c:pt>
                <c:pt idx="411">
                  <c:v>45138</c:v>
                </c:pt>
                <c:pt idx="412">
                  <c:v>45139</c:v>
                </c:pt>
                <c:pt idx="413">
                  <c:v>45140</c:v>
                </c:pt>
                <c:pt idx="414">
                  <c:v>45141</c:v>
                </c:pt>
                <c:pt idx="415">
                  <c:v>45142</c:v>
                </c:pt>
                <c:pt idx="416">
                  <c:v>45145</c:v>
                </c:pt>
                <c:pt idx="417">
                  <c:v>45146</c:v>
                </c:pt>
                <c:pt idx="418">
                  <c:v>45147</c:v>
                </c:pt>
                <c:pt idx="419">
                  <c:v>45148</c:v>
                </c:pt>
                <c:pt idx="420">
                  <c:v>45149</c:v>
                </c:pt>
                <c:pt idx="421">
                  <c:v>45152</c:v>
                </c:pt>
                <c:pt idx="422">
                  <c:v>45153</c:v>
                </c:pt>
                <c:pt idx="423">
                  <c:v>45154</c:v>
                </c:pt>
                <c:pt idx="424">
                  <c:v>45155</c:v>
                </c:pt>
                <c:pt idx="425">
                  <c:v>45156</c:v>
                </c:pt>
                <c:pt idx="426">
                  <c:v>45159</c:v>
                </c:pt>
                <c:pt idx="427">
                  <c:v>45160</c:v>
                </c:pt>
                <c:pt idx="428">
                  <c:v>45161</c:v>
                </c:pt>
                <c:pt idx="429">
                  <c:v>45162</c:v>
                </c:pt>
                <c:pt idx="430">
                  <c:v>45163</c:v>
                </c:pt>
                <c:pt idx="431">
                  <c:v>45166</c:v>
                </c:pt>
                <c:pt idx="432">
                  <c:v>45167</c:v>
                </c:pt>
                <c:pt idx="433">
                  <c:v>45168</c:v>
                </c:pt>
                <c:pt idx="434">
                  <c:v>45169</c:v>
                </c:pt>
                <c:pt idx="435">
                  <c:v>45170</c:v>
                </c:pt>
                <c:pt idx="436">
                  <c:v>45173</c:v>
                </c:pt>
                <c:pt idx="437">
                  <c:v>45174</c:v>
                </c:pt>
                <c:pt idx="438">
                  <c:v>45175</c:v>
                </c:pt>
                <c:pt idx="439">
                  <c:v>45176</c:v>
                </c:pt>
                <c:pt idx="440">
                  <c:v>45177</c:v>
                </c:pt>
                <c:pt idx="441">
                  <c:v>45180</c:v>
                </c:pt>
                <c:pt idx="442">
                  <c:v>45181</c:v>
                </c:pt>
                <c:pt idx="443">
                  <c:v>45182</c:v>
                </c:pt>
                <c:pt idx="444">
                  <c:v>45183</c:v>
                </c:pt>
                <c:pt idx="445">
                  <c:v>45184</c:v>
                </c:pt>
                <c:pt idx="446">
                  <c:v>45187</c:v>
                </c:pt>
                <c:pt idx="447">
                  <c:v>45188</c:v>
                </c:pt>
                <c:pt idx="448">
                  <c:v>45189</c:v>
                </c:pt>
                <c:pt idx="449">
                  <c:v>45190</c:v>
                </c:pt>
                <c:pt idx="450">
                  <c:v>45191</c:v>
                </c:pt>
                <c:pt idx="451">
                  <c:v>45194</c:v>
                </c:pt>
                <c:pt idx="452">
                  <c:v>45195</c:v>
                </c:pt>
                <c:pt idx="453">
                  <c:v>45196</c:v>
                </c:pt>
                <c:pt idx="454">
                  <c:v>45197</c:v>
                </c:pt>
                <c:pt idx="455">
                  <c:v>45198</c:v>
                </c:pt>
                <c:pt idx="456">
                  <c:v>45201</c:v>
                </c:pt>
                <c:pt idx="457">
                  <c:v>45202</c:v>
                </c:pt>
                <c:pt idx="458">
                  <c:v>45203</c:v>
                </c:pt>
                <c:pt idx="459">
                  <c:v>45204</c:v>
                </c:pt>
                <c:pt idx="460">
                  <c:v>45205</c:v>
                </c:pt>
                <c:pt idx="461">
                  <c:v>45208</c:v>
                </c:pt>
                <c:pt idx="462">
                  <c:v>45209</c:v>
                </c:pt>
                <c:pt idx="463">
                  <c:v>45210</c:v>
                </c:pt>
                <c:pt idx="464">
                  <c:v>45211</c:v>
                </c:pt>
                <c:pt idx="465">
                  <c:v>45212</c:v>
                </c:pt>
                <c:pt idx="466">
                  <c:v>45215</c:v>
                </c:pt>
                <c:pt idx="467">
                  <c:v>45216</c:v>
                </c:pt>
                <c:pt idx="468">
                  <c:v>45217</c:v>
                </c:pt>
                <c:pt idx="469">
                  <c:v>45218</c:v>
                </c:pt>
                <c:pt idx="470">
                  <c:v>45219</c:v>
                </c:pt>
                <c:pt idx="471">
                  <c:v>45222</c:v>
                </c:pt>
                <c:pt idx="472">
                  <c:v>45223</c:v>
                </c:pt>
                <c:pt idx="473">
                  <c:v>45224</c:v>
                </c:pt>
                <c:pt idx="474">
                  <c:v>45225</c:v>
                </c:pt>
                <c:pt idx="475">
                  <c:v>45226</c:v>
                </c:pt>
                <c:pt idx="476">
                  <c:v>45229</c:v>
                </c:pt>
                <c:pt idx="477">
                  <c:v>45230</c:v>
                </c:pt>
                <c:pt idx="478">
                  <c:v>45231</c:v>
                </c:pt>
                <c:pt idx="479">
                  <c:v>45232</c:v>
                </c:pt>
                <c:pt idx="480">
                  <c:v>45233</c:v>
                </c:pt>
                <c:pt idx="481">
                  <c:v>45236</c:v>
                </c:pt>
                <c:pt idx="482">
                  <c:v>45237</c:v>
                </c:pt>
                <c:pt idx="483">
                  <c:v>45238</c:v>
                </c:pt>
                <c:pt idx="484">
                  <c:v>45239</c:v>
                </c:pt>
                <c:pt idx="485">
                  <c:v>45240</c:v>
                </c:pt>
                <c:pt idx="486">
                  <c:v>45243</c:v>
                </c:pt>
                <c:pt idx="487">
                  <c:v>45244</c:v>
                </c:pt>
                <c:pt idx="488">
                  <c:v>45245</c:v>
                </c:pt>
                <c:pt idx="489">
                  <c:v>45246</c:v>
                </c:pt>
                <c:pt idx="490">
                  <c:v>45247</c:v>
                </c:pt>
                <c:pt idx="491">
                  <c:v>45250</c:v>
                </c:pt>
                <c:pt idx="492">
                  <c:v>45251</c:v>
                </c:pt>
                <c:pt idx="493">
                  <c:v>45252</c:v>
                </c:pt>
                <c:pt idx="494">
                  <c:v>45253</c:v>
                </c:pt>
                <c:pt idx="495">
                  <c:v>45254</c:v>
                </c:pt>
                <c:pt idx="496">
                  <c:v>45257</c:v>
                </c:pt>
                <c:pt idx="497">
                  <c:v>45258</c:v>
                </c:pt>
                <c:pt idx="498">
                  <c:v>45259</c:v>
                </c:pt>
                <c:pt idx="499">
                  <c:v>45260</c:v>
                </c:pt>
                <c:pt idx="500">
                  <c:v>45261</c:v>
                </c:pt>
                <c:pt idx="501">
                  <c:v>45264</c:v>
                </c:pt>
                <c:pt idx="502">
                  <c:v>45265</c:v>
                </c:pt>
                <c:pt idx="503">
                  <c:v>45266</c:v>
                </c:pt>
                <c:pt idx="504">
                  <c:v>45267</c:v>
                </c:pt>
                <c:pt idx="505">
                  <c:v>45268</c:v>
                </c:pt>
                <c:pt idx="506">
                  <c:v>45271</c:v>
                </c:pt>
                <c:pt idx="507">
                  <c:v>45272</c:v>
                </c:pt>
                <c:pt idx="508">
                  <c:v>45273</c:v>
                </c:pt>
                <c:pt idx="509">
                  <c:v>45274</c:v>
                </c:pt>
                <c:pt idx="510">
                  <c:v>45275</c:v>
                </c:pt>
                <c:pt idx="511">
                  <c:v>45278</c:v>
                </c:pt>
                <c:pt idx="512">
                  <c:v>45279</c:v>
                </c:pt>
                <c:pt idx="513">
                  <c:v>45280</c:v>
                </c:pt>
                <c:pt idx="514">
                  <c:v>45281</c:v>
                </c:pt>
                <c:pt idx="515">
                  <c:v>45282</c:v>
                </c:pt>
                <c:pt idx="516">
                  <c:v>45285</c:v>
                </c:pt>
                <c:pt idx="517">
                  <c:v>45286</c:v>
                </c:pt>
                <c:pt idx="518">
                  <c:v>45287</c:v>
                </c:pt>
                <c:pt idx="519">
                  <c:v>45288</c:v>
                </c:pt>
                <c:pt idx="520">
                  <c:v>45289</c:v>
                </c:pt>
                <c:pt idx="521">
                  <c:v>45292</c:v>
                </c:pt>
                <c:pt idx="522">
                  <c:v>45293</c:v>
                </c:pt>
                <c:pt idx="523">
                  <c:v>45294</c:v>
                </c:pt>
                <c:pt idx="524">
                  <c:v>45295</c:v>
                </c:pt>
                <c:pt idx="525">
                  <c:v>45296</c:v>
                </c:pt>
                <c:pt idx="526">
                  <c:v>45299</c:v>
                </c:pt>
                <c:pt idx="527">
                  <c:v>45300</c:v>
                </c:pt>
                <c:pt idx="528">
                  <c:v>45301</c:v>
                </c:pt>
                <c:pt idx="529">
                  <c:v>45302</c:v>
                </c:pt>
                <c:pt idx="530">
                  <c:v>45303</c:v>
                </c:pt>
                <c:pt idx="531">
                  <c:v>45306</c:v>
                </c:pt>
                <c:pt idx="532">
                  <c:v>45307</c:v>
                </c:pt>
                <c:pt idx="533">
                  <c:v>45308</c:v>
                </c:pt>
                <c:pt idx="534">
                  <c:v>45309</c:v>
                </c:pt>
                <c:pt idx="535">
                  <c:v>45310</c:v>
                </c:pt>
                <c:pt idx="536">
                  <c:v>45313</c:v>
                </c:pt>
                <c:pt idx="537">
                  <c:v>45314</c:v>
                </c:pt>
                <c:pt idx="538">
                  <c:v>45315</c:v>
                </c:pt>
                <c:pt idx="539">
                  <c:v>45316</c:v>
                </c:pt>
                <c:pt idx="540">
                  <c:v>45317</c:v>
                </c:pt>
                <c:pt idx="541">
                  <c:v>45320</c:v>
                </c:pt>
                <c:pt idx="542">
                  <c:v>45321</c:v>
                </c:pt>
                <c:pt idx="543">
                  <c:v>45322</c:v>
                </c:pt>
                <c:pt idx="544">
                  <c:v>45323</c:v>
                </c:pt>
                <c:pt idx="545">
                  <c:v>45324</c:v>
                </c:pt>
                <c:pt idx="546">
                  <c:v>45327</c:v>
                </c:pt>
                <c:pt idx="547">
                  <c:v>45328</c:v>
                </c:pt>
                <c:pt idx="548">
                  <c:v>45329</c:v>
                </c:pt>
                <c:pt idx="549">
                  <c:v>45330</c:v>
                </c:pt>
                <c:pt idx="550">
                  <c:v>45331</c:v>
                </c:pt>
                <c:pt idx="551">
                  <c:v>45334</c:v>
                </c:pt>
                <c:pt idx="552">
                  <c:v>45335</c:v>
                </c:pt>
                <c:pt idx="553">
                  <c:v>45336</c:v>
                </c:pt>
                <c:pt idx="554">
                  <c:v>45337</c:v>
                </c:pt>
                <c:pt idx="555">
                  <c:v>45338</c:v>
                </c:pt>
                <c:pt idx="556">
                  <c:v>45341</c:v>
                </c:pt>
                <c:pt idx="557">
                  <c:v>45342</c:v>
                </c:pt>
                <c:pt idx="558">
                  <c:v>45343</c:v>
                </c:pt>
                <c:pt idx="559">
                  <c:v>45344</c:v>
                </c:pt>
                <c:pt idx="560">
                  <c:v>45345</c:v>
                </c:pt>
                <c:pt idx="561">
                  <c:v>45348</c:v>
                </c:pt>
                <c:pt idx="562">
                  <c:v>45349</c:v>
                </c:pt>
                <c:pt idx="563">
                  <c:v>45350</c:v>
                </c:pt>
                <c:pt idx="564">
                  <c:v>45351</c:v>
                </c:pt>
                <c:pt idx="565">
                  <c:v>45352</c:v>
                </c:pt>
                <c:pt idx="566">
                  <c:v>45355</c:v>
                </c:pt>
                <c:pt idx="567">
                  <c:v>45356</c:v>
                </c:pt>
                <c:pt idx="568">
                  <c:v>45357</c:v>
                </c:pt>
                <c:pt idx="569">
                  <c:v>45358</c:v>
                </c:pt>
                <c:pt idx="570">
                  <c:v>45359</c:v>
                </c:pt>
                <c:pt idx="571">
                  <c:v>45362</c:v>
                </c:pt>
                <c:pt idx="572">
                  <c:v>45363</c:v>
                </c:pt>
                <c:pt idx="573">
                  <c:v>45364</c:v>
                </c:pt>
                <c:pt idx="574">
                  <c:v>45365</c:v>
                </c:pt>
                <c:pt idx="575">
                  <c:v>45366</c:v>
                </c:pt>
                <c:pt idx="576">
                  <c:v>45369</c:v>
                </c:pt>
                <c:pt idx="577">
                  <c:v>45370</c:v>
                </c:pt>
                <c:pt idx="578">
                  <c:v>45371</c:v>
                </c:pt>
                <c:pt idx="579">
                  <c:v>45372</c:v>
                </c:pt>
                <c:pt idx="580">
                  <c:v>45373</c:v>
                </c:pt>
                <c:pt idx="581">
                  <c:v>45376</c:v>
                </c:pt>
                <c:pt idx="582">
                  <c:v>45377</c:v>
                </c:pt>
                <c:pt idx="583">
                  <c:v>45378</c:v>
                </c:pt>
                <c:pt idx="584">
                  <c:v>45379</c:v>
                </c:pt>
                <c:pt idx="585">
                  <c:v>45380</c:v>
                </c:pt>
                <c:pt idx="586">
                  <c:v>45383</c:v>
                </c:pt>
                <c:pt idx="587">
                  <c:v>45384</c:v>
                </c:pt>
                <c:pt idx="588">
                  <c:v>45385</c:v>
                </c:pt>
                <c:pt idx="589">
                  <c:v>45386</c:v>
                </c:pt>
                <c:pt idx="590">
                  <c:v>45387</c:v>
                </c:pt>
                <c:pt idx="591">
                  <c:v>45390</c:v>
                </c:pt>
                <c:pt idx="592">
                  <c:v>45391</c:v>
                </c:pt>
                <c:pt idx="593">
                  <c:v>45392</c:v>
                </c:pt>
                <c:pt idx="594">
                  <c:v>45393</c:v>
                </c:pt>
                <c:pt idx="595">
                  <c:v>45394</c:v>
                </c:pt>
                <c:pt idx="596">
                  <c:v>45397</c:v>
                </c:pt>
                <c:pt idx="597">
                  <c:v>45398</c:v>
                </c:pt>
                <c:pt idx="598">
                  <c:v>45399</c:v>
                </c:pt>
                <c:pt idx="599">
                  <c:v>45400</c:v>
                </c:pt>
                <c:pt idx="600">
                  <c:v>45401</c:v>
                </c:pt>
                <c:pt idx="601">
                  <c:v>45404</c:v>
                </c:pt>
                <c:pt idx="602">
                  <c:v>45405</c:v>
                </c:pt>
                <c:pt idx="603">
                  <c:v>45406</c:v>
                </c:pt>
                <c:pt idx="604">
                  <c:v>45407</c:v>
                </c:pt>
                <c:pt idx="605">
                  <c:v>45408</c:v>
                </c:pt>
                <c:pt idx="606">
                  <c:v>45411</c:v>
                </c:pt>
                <c:pt idx="607">
                  <c:v>45412</c:v>
                </c:pt>
                <c:pt idx="608">
                  <c:v>45413</c:v>
                </c:pt>
                <c:pt idx="609">
                  <c:v>45414</c:v>
                </c:pt>
                <c:pt idx="610">
                  <c:v>45415</c:v>
                </c:pt>
                <c:pt idx="611">
                  <c:v>45418</c:v>
                </c:pt>
                <c:pt idx="612">
                  <c:v>45419</c:v>
                </c:pt>
                <c:pt idx="613">
                  <c:v>45420</c:v>
                </c:pt>
                <c:pt idx="614">
                  <c:v>45421</c:v>
                </c:pt>
                <c:pt idx="615">
                  <c:v>45422</c:v>
                </c:pt>
                <c:pt idx="616">
                  <c:v>45425</c:v>
                </c:pt>
                <c:pt idx="617">
                  <c:v>45426</c:v>
                </c:pt>
                <c:pt idx="618">
                  <c:v>45427</c:v>
                </c:pt>
                <c:pt idx="619">
                  <c:v>45428</c:v>
                </c:pt>
                <c:pt idx="620">
                  <c:v>45429</c:v>
                </c:pt>
                <c:pt idx="621">
                  <c:v>45432</c:v>
                </c:pt>
                <c:pt idx="622">
                  <c:v>45433</c:v>
                </c:pt>
                <c:pt idx="623">
                  <c:v>45434</c:v>
                </c:pt>
                <c:pt idx="624">
                  <c:v>45435</c:v>
                </c:pt>
                <c:pt idx="625">
                  <c:v>45436</c:v>
                </c:pt>
                <c:pt idx="626">
                  <c:v>45440</c:v>
                </c:pt>
                <c:pt idx="627">
                  <c:v>45441</c:v>
                </c:pt>
                <c:pt idx="628">
                  <c:v>45442</c:v>
                </c:pt>
                <c:pt idx="629">
                  <c:v>45443</c:v>
                </c:pt>
                <c:pt idx="630">
                  <c:v>45446</c:v>
                </c:pt>
                <c:pt idx="631">
                  <c:v>45447</c:v>
                </c:pt>
                <c:pt idx="632">
                  <c:v>45448</c:v>
                </c:pt>
                <c:pt idx="633">
                  <c:v>45449</c:v>
                </c:pt>
                <c:pt idx="634">
                  <c:v>45450</c:v>
                </c:pt>
                <c:pt idx="635">
                  <c:v>45453</c:v>
                </c:pt>
                <c:pt idx="636">
                  <c:v>45454</c:v>
                </c:pt>
                <c:pt idx="637">
                  <c:v>45455</c:v>
                </c:pt>
                <c:pt idx="638">
                  <c:v>45456</c:v>
                </c:pt>
                <c:pt idx="639">
                  <c:v>45457</c:v>
                </c:pt>
                <c:pt idx="640">
                  <c:v>45460</c:v>
                </c:pt>
                <c:pt idx="641">
                  <c:v>45461</c:v>
                </c:pt>
                <c:pt idx="642">
                  <c:v>45462</c:v>
                </c:pt>
                <c:pt idx="643">
                  <c:v>45463</c:v>
                </c:pt>
                <c:pt idx="644">
                  <c:v>45464</c:v>
                </c:pt>
                <c:pt idx="645">
                  <c:v>45467</c:v>
                </c:pt>
                <c:pt idx="646">
                  <c:v>45468</c:v>
                </c:pt>
                <c:pt idx="647">
                  <c:v>45469</c:v>
                </c:pt>
                <c:pt idx="648">
                  <c:v>45470</c:v>
                </c:pt>
                <c:pt idx="649">
                  <c:v>45471</c:v>
                </c:pt>
                <c:pt idx="650">
                  <c:v>45474</c:v>
                </c:pt>
                <c:pt idx="651">
                  <c:v>45475</c:v>
                </c:pt>
                <c:pt idx="652">
                  <c:v>45476</c:v>
                </c:pt>
                <c:pt idx="653">
                  <c:v>45477</c:v>
                </c:pt>
                <c:pt idx="654">
                  <c:v>45478</c:v>
                </c:pt>
                <c:pt idx="655">
                  <c:v>45481</c:v>
                </c:pt>
                <c:pt idx="656">
                  <c:v>45482</c:v>
                </c:pt>
                <c:pt idx="657">
                  <c:v>45483</c:v>
                </c:pt>
                <c:pt idx="658">
                  <c:v>45484</c:v>
                </c:pt>
                <c:pt idx="659">
                  <c:v>45485</c:v>
                </c:pt>
                <c:pt idx="660">
                  <c:v>45488</c:v>
                </c:pt>
                <c:pt idx="661">
                  <c:v>45489</c:v>
                </c:pt>
                <c:pt idx="662">
                  <c:v>45490</c:v>
                </c:pt>
                <c:pt idx="663">
                  <c:v>45491</c:v>
                </c:pt>
                <c:pt idx="664">
                  <c:v>45492</c:v>
                </c:pt>
                <c:pt idx="665">
                  <c:v>45495</c:v>
                </c:pt>
                <c:pt idx="666">
                  <c:v>45496</c:v>
                </c:pt>
                <c:pt idx="667">
                  <c:v>45497</c:v>
                </c:pt>
                <c:pt idx="668">
                  <c:v>45498</c:v>
                </c:pt>
                <c:pt idx="669">
                  <c:v>45499</c:v>
                </c:pt>
                <c:pt idx="670">
                  <c:v>45502</c:v>
                </c:pt>
                <c:pt idx="671">
                  <c:v>45503</c:v>
                </c:pt>
                <c:pt idx="672">
                  <c:v>45504</c:v>
                </c:pt>
                <c:pt idx="673">
                  <c:v>45505</c:v>
                </c:pt>
                <c:pt idx="674">
                  <c:v>45506</c:v>
                </c:pt>
                <c:pt idx="675">
                  <c:v>45509</c:v>
                </c:pt>
                <c:pt idx="676">
                  <c:v>45510</c:v>
                </c:pt>
                <c:pt idx="677">
                  <c:v>45511</c:v>
                </c:pt>
                <c:pt idx="678">
                  <c:v>45512</c:v>
                </c:pt>
                <c:pt idx="679">
                  <c:v>45513</c:v>
                </c:pt>
                <c:pt idx="680">
                  <c:v>45516</c:v>
                </c:pt>
                <c:pt idx="681">
                  <c:v>45517</c:v>
                </c:pt>
                <c:pt idx="682">
                  <c:v>45518</c:v>
                </c:pt>
                <c:pt idx="683">
                  <c:v>45519</c:v>
                </c:pt>
                <c:pt idx="684">
                  <c:v>45520</c:v>
                </c:pt>
                <c:pt idx="685">
                  <c:v>45523</c:v>
                </c:pt>
                <c:pt idx="686">
                  <c:v>45524</c:v>
                </c:pt>
                <c:pt idx="687">
                  <c:v>45525</c:v>
                </c:pt>
                <c:pt idx="688">
                  <c:v>45526</c:v>
                </c:pt>
                <c:pt idx="689">
                  <c:v>45527</c:v>
                </c:pt>
                <c:pt idx="690">
                  <c:v>45530</c:v>
                </c:pt>
                <c:pt idx="691">
                  <c:v>45531</c:v>
                </c:pt>
                <c:pt idx="692">
                  <c:v>45532</c:v>
                </c:pt>
                <c:pt idx="693">
                  <c:v>45533</c:v>
                </c:pt>
                <c:pt idx="694">
                  <c:v>45534</c:v>
                </c:pt>
                <c:pt idx="695">
                  <c:v>45537</c:v>
                </c:pt>
                <c:pt idx="696">
                  <c:v>45538</c:v>
                </c:pt>
                <c:pt idx="697">
                  <c:v>45539</c:v>
                </c:pt>
                <c:pt idx="698">
                  <c:v>45540</c:v>
                </c:pt>
                <c:pt idx="699">
                  <c:v>45541</c:v>
                </c:pt>
                <c:pt idx="700">
                  <c:v>45544</c:v>
                </c:pt>
                <c:pt idx="701">
                  <c:v>45545</c:v>
                </c:pt>
                <c:pt idx="702">
                  <c:v>45546</c:v>
                </c:pt>
                <c:pt idx="703">
                  <c:v>45547</c:v>
                </c:pt>
                <c:pt idx="704">
                  <c:v>45548</c:v>
                </c:pt>
                <c:pt idx="705">
                  <c:v>45551</c:v>
                </c:pt>
                <c:pt idx="706">
                  <c:v>45552</c:v>
                </c:pt>
                <c:pt idx="707">
                  <c:v>45553</c:v>
                </c:pt>
                <c:pt idx="708">
                  <c:v>45554</c:v>
                </c:pt>
                <c:pt idx="709">
                  <c:v>45555</c:v>
                </c:pt>
                <c:pt idx="710">
                  <c:v>45558</c:v>
                </c:pt>
                <c:pt idx="711">
                  <c:v>45559</c:v>
                </c:pt>
                <c:pt idx="712">
                  <c:v>45560</c:v>
                </c:pt>
                <c:pt idx="713">
                  <c:v>45561</c:v>
                </c:pt>
                <c:pt idx="714">
                  <c:v>45562</c:v>
                </c:pt>
                <c:pt idx="715">
                  <c:v>45565</c:v>
                </c:pt>
                <c:pt idx="716">
                  <c:v>45566</c:v>
                </c:pt>
                <c:pt idx="717">
                  <c:v>45567</c:v>
                </c:pt>
                <c:pt idx="718">
                  <c:v>45568</c:v>
                </c:pt>
                <c:pt idx="719">
                  <c:v>45569</c:v>
                </c:pt>
                <c:pt idx="720">
                  <c:v>45572</c:v>
                </c:pt>
                <c:pt idx="721">
                  <c:v>45573</c:v>
                </c:pt>
                <c:pt idx="722">
                  <c:v>45574</c:v>
                </c:pt>
                <c:pt idx="723">
                  <c:v>45575</c:v>
                </c:pt>
                <c:pt idx="724">
                  <c:v>45576</c:v>
                </c:pt>
                <c:pt idx="725">
                  <c:v>45579</c:v>
                </c:pt>
                <c:pt idx="726">
                  <c:v>45580</c:v>
                </c:pt>
                <c:pt idx="727">
                  <c:v>45581</c:v>
                </c:pt>
                <c:pt idx="728">
                  <c:v>45582</c:v>
                </c:pt>
                <c:pt idx="729">
                  <c:v>45583</c:v>
                </c:pt>
                <c:pt idx="730">
                  <c:v>45586</c:v>
                </c:pt>
                <c:pt idx="731">
                  <c:v>45587</c:v>
                </c:pt>
                <c:pt idx="732">
                  <c:v>45588</c:v>
                </c:pt>
                <c:pt idx="733">
                  <c:v>45589</c:v>
                </c:pt>
                <c:pt idx="734">
                  <c:v>45590</c:v>
                </c:pt>
                <c:pt idx="735">
                  <c:v>45593</c:v>
                </c:pt>
                <c:pt idx="736">
                  <c:v>45594</c:v>
                </c:pt>
                <c:pt idx="737">
                  <c:v>45595</c:v>
                </c:pt>
                <c:pt idx="738">
                  <c:v>45596</c:v>
                </c:pt>
                <c:pt idx="739">
                  <c:v>45597</c:v>
                </c:pt>
                <c:pt idx="740">
                  <c:v>45600</c:v>
                </c:pt>
                <c:pt idx="741">
                  <c:v>45601</c:v>
                </c:pt>
                <c:pt idx="742">
                  <c:v>45602</c:v>
                </c:pt>
                <c:pt idx="743">
                  <c:v>45603</c:v>
                </c:pt>
                <c:pt idx="744">
                  <c:v>45604</c:v>
                </c:pt>
                <c:pt idx="745">
                  <c:v>45607</c:v>
                </c:pt>
                <c:pt idx="746">
                  <c:v>45608</c:v>
                </c:pt>
                <c:pt idx="747">
                  <c:v>45609</c:v>
                </c:pt>
                <c:pt idx="748">
                  <c:v>45610</c:v>
                </c:pt>
                <c:pt idx="749">
                  <c:v>45611</c:v>
                </c:pt>
                <c:pt idx="750">
                  <c:v>45614</c:v>
                </c:pt>
                <c:pt idx="751">
                  <c:v>45615</c:v>
                </c:pt>
                <c:pt idx="752">
                  <c:v>45616</c:v>
                </c:pt>
                <c:pt idx="753">
                  <c:v>45617</c:v>
                </c:pt>
                <c:pt idx="754">
                  <c:v>45618</c:v>
                </c:pt>
                <c:pt idx="755">
                  <c:v>45621</c:v>
                </c:pt>
                <c:pt idx="756">
                  <c:v>45622</c:v>
                </c:pt>
                <c:pt idx="757">
                  <c:v>45623</c:v>
                </c:pt>
                <c:pt idx="758">
                  <c:v>45624</c:v>
                </c:pt>
                <c:pt idx="759">
                  <c:v>45625</c:v>
                </c:pt>
                <c:pt idx="760">
                  <c:v>45628</c:v>
                </c:pt>
                <c:pt idx="761">
                  <c:v>45629</c:v>
                </c:pt>
                <c:pt idx="762">
                  <c:v>45630</c:v>
                </c:pt>
                <c:pt idx="763">
                  <c:v>45631</c:v>
                </c:pt>
                <c:pt idx="764">
                  <c:v>45632</c:v>
                </c:pt>
                <c:pt idx="765">
                  <c:v>45635</c:v>
                </c:pt>
                <c:pt idx="766">
                  <c:v>45636</c:v>
                </c:pt>
                <c:pt idx="767">
                  <c:v>45637</c:v>
                </c:pt>
                <c:pt idx="768">
                  <c:v>45638</c:v>
                </c:pt>
                <c:pt idx="769">
                  <c:v>45639</c:v>
                </c:pt>
                <c:pt idx="770">
                  <c:v>45642</c:v>
                </c:pt>
                <c:pt idx="771">
                  <c:v>45643</c:v>
                </c:pt>
                <c:pt idx="772">
                  <c:v>45644</c:v>
                </c:pt>
                <c:pt idx="773">
                  <c:v>45645</c:v>
                </c:pt>
                <c:pt idx="774">
                  <c:v>45646</c:v>
                </c:pt>
                <c:pt idx="775">
                  <c:v>45649</c:v>
                </c:pt>
                <c:pt idx="776">
                  <c:v>45650</c:v>
                </c:pt>
                <c:pt idx="777">
                  <c:v>45651</c:v>
                </c:pt>
                <c:pt idx="778">
                  <c:v>45652</c:v>
                </c:pt>
                <c:pt idx="779">
                  <c:v>45653</c:v>
                </c:pt>
                <c:pt idx="780">
                  <c:v>45656</c:v>
                </c:pt>
                <c:pt idx="781">
                  <c:v>45657</c:v>
                </c:pt>
                <c:pt idx="782">
                  <c:v>45658</c:v>
                </c:pt>
                <c:pt idx="783">
                  <c:v>45659</c:v>
                </c:pt>
                <c:pt idx="784">
                  <c:v>45660</c:v>
                </c:pt>
                <c:pt idx="785">
                  <c:v>45663</c:v>
                </c:pt>
                <c:pt idx="786">
                  <c:v>45664</c:v>
                </c:pt>
                <c:pt idx="787">
                  <c:v>45665</c:v>
                </c:pt>
                <c:pt idx="788">
                  <c:v>45666</c:v>
                </c:pt>
                <c:pt idx="789">
                  <c:v>45667</c:v>
                </c:pt>
                <c:pt idx="790">
                  <c:v>45670</c:v>
                </c:pt>
                <c:pt idx="791">
                  <c:v>45671</c:v>
                </c:pt>
                <c:pt idx="792">
                  <c:v>45672</c:v>
                </c:pt>
                <c:pt idx="793">
                  <c:v>45673</c:v>
                </c:pt>
                <c:pt idx="794">
                  <c:v>45674</c:v>
                </c:pt>
                <c:pt idx="795">
                  <c:v>45677</c:v>
                </c:pt>
                <c:pt idx="796">
                  <c:v>45678</c:v>
                </c:pt>
                <c:pt idx="797">
                  <c:v>45679</c:v>
                </c:pt>
                <c:pt idx="798">
                  <c:v>45680</c:v>
                </c:pt>
                <c:pt idx="799">
                  <c:v>45681</c:v>
                </c:pt>
                <c:pt idx="800">
                  <c:v>45684</c:v>
                </c:pt>
                <c:pt idx="801">
                  <c:v>45685</c:v>
                </c:pt>
                <c:pt idx="802">
                  <c:v>45686</c:v>
                </c:pt>
                <c:pt idx="803">
                  <c:v>45687</c:v>
                </c:pt>
                <c:pt idx="804">
                  <c:v>45688</c:v>
                </c:pt>
                <c:pt idx="805">
                  <c:v>45691</c:v>
                </c:pt>
                <c:pt idx="806">
                  <c:v>45692</c:v>
                </c:pt>
                <c:pt idx="807">
                  <c:v>45693</c:v>
                </c:pt>
                <c:pt idx="808">
                  <c:v>45694</c:v>
                </c:pt>
                <c:pt idx="809">
                  <c:v>45695</c:v>
                </c:pt>
                <c:pt idx="810">
                  <c:v>45698</c:v>
                </c:pt>
                <c:pt idx="811">
                  <c:v>45699</c:v>
                </c:pt>
                <c:pt idx="812">
                  <c:v>45700</c:v>
                </c:pt>
                <c:pt idx="813">
                  <c:v>45701</c:v>
                </c:pt>
                <c:pt idx="814">
                  <c:v>45702</c:v>
                </c:pt>
                <c:pt idx="815">
                  <c:v>45705</c:v>
                </c:pt>
                <c:pt idx="816">
                  <c:v>45706</c:v>
                </c:pt>
                <c:pt idx="817">
                  <c:v>45707</c:v>
                </c:pt>
                <c:pt idx="818">
                  <c:v>45708</c:v>
                </c:pt>
                <c:pt idx="819">
                  <c:v>45709</c:v>
                </c:pt>
                <c:pt idx="820">
                  <c:v>45712</c:v>
                </c:pt>
                <c:pt idx="821">
                  <c:v>45713</c:v>
                </c:pt>
                <c:pt idx="822">
                  <c:v>45714</c:v>
                </c:pt>
                <c:pt idx="823">
                  <c:v>45715</c:v>
                </c:pt>
                <c:pt idx="824">
                  <c:v>45716</c:v>
                </c:pt>
                <c:pt idx="825">
                  <c:v>45719</c:v>
                </c:pt>
                <c:pt idx="826">
                  <c:v>45720</c:v>
                </c:pt>
                <c:pt idx="827">
                  <c:v>45721</c:v>
                </c:pt>
                <c:pt idx="828">
                  <c:v>45722</c:v>
                </c:pt>
                <c:pt idx="829">
                  <c:v>45723</c:v>
                </c:pt>
                <c:pt idx="830">
                  <c:v>45726</c:v>
                </c:pt>
                <c:pt idx="831">
                  <c:v>45727</c:v>
                </c:pt>
                <c:pt idx="832">
                  <c:v>45728</c:v>
                </c:pt>
                <c:pt idx="833">
                  <c:v>45729</c:v>
                </c:pt>
                <c:pt idx="834">
                  <c:v>45730</c:v>
                </c:pt>
                <c:pt idx="835">
                  <c:v>45733</c:v>
                </c:pt>
                <c:pt idx="836">
                  <c:v>45734</c:v>
                </c:pt>
                <c:pt idx="837">
                  <c:v>45735</c:v>
                </c:pt>
                <c:pt idx="838">
                  <c:v>45736</c:v>
                </c:pt>
                <c:pt idx="839">
                  <c:v>45737</c:v>
                </c:pt>
                <c:pt idx="840">
                  <c:v>45740</c:v>
                </c:pt>
                <c:pt idx="841">
                  <c:v>45741</c:v>
                </c:pt>
                <c:pt idx="842">
                  <c:v>45742</c:v>
                </c:pt>
                <c:pt idx="843">
                  <c:v>45743</c:v>
                </c:pt>
                <c:pt idx="844">
                  <c:v>45744</c:v>
                </c:pt>
                <c:pt idx="845">
                  <c:v>45747</c:v>
                </c:pt>
                <c:pt idx="846">
                  <c:v>45748</c:v>
                </c:pt>
                <c:pt idx="847">
                  <c:v>45749</c:v>
                </c:pt>
                <c:pt idx="848">
                  <c:v>45750</c:v>
                </c:pt>
                <c:pt idx="849">
                  <c:v>45751</c:v>
                </c:pt>
                <c:pt idx="850">
                  <c:v>45754</c:v>
                </c:pt>
                <c:pt idx="851">
                  <c:v>45755</c:v>
                </c:pt>
                <c:pt idx="852">
                  <c:v>45756</c:v>
                </c:pt>
                <c:pt idx="853">
                  <c:v>45757</c:v>
                </c:pt>
                <c:pt idx="854">
                  <c:v>45758</c:v>
                </c:pt>
                <c:pt idx="855">
                  <c:v>45761</c:v>
                </c:pt>
                <c:pt idx="856">
                  <c:v>45762</c:v>
                </c:pt>
                <c:pt idx="857">
                  <c:v>45763</c:v>
                </c:pt>
                <c:pt idx="858">
                  <c:v>45764</c:v>
                </c:pt>
                <c:pt idx="859">
                  <c:v>45765</c:v>
                </c:pt>
                <c:pt idx="860">
                  <c:v>45768</c:v>
                </c:pt>
                <c:pt idx="861">
                  <c:v>45769</c:v>
                </c:pt>
                <c:pt idx="862">
                  <c:v>45770</c:v>
                </c:pt>
                <c:pt idx="863">
                  <c:v>45771</c:v>
                </c:pt>
                <c:pt idx="864">
                  <c:v>45772</c:v>
                </c:pt>
                <c:pt idx="865">
                  <c:v>45775</c:v>
                </c:pt>
                <c:pt idx="866">
                  <c:v>45776</c:v>
                </c:pt>
                <c:pt idx="867">
                  <c:v>45777</c:v>
                </c:pt>
                <c:pt idx="868">
                  <c:v>45778</c:v>
                </c:pt>
                <c:pt idx="869">
                  <c:v>45779</c:v>
                </c:pt>
                <c:pt idx="870">
                  <c:v>45782</c:v>
                </c:pt>
                <c:pt idx="871">
                  <c:v>45783</c:v>
                </c:pt>
                <c:pt idx="872">
                  <c:v>45784</c:v>
                </c:pt>
                <c:pt idx="873">
                  <c:v>45785</c:v>
                </c:pt>
                <c:pt idx="874">
                  <c:v>45786</c:v>
                </c:pt>
                <c:pt idx="875">
                  <c:v>45789</c:v>
                </c:pt>
                <c:pt idx="876">
                  <c:v>45790</c:v>
                </c:pt>
                <c:pt idx="877">
                  <c:v>45791</c:v>
                </c:pt>
                <c:pt idx="878">
                  <c:v>45792</c:v>
                </c:pt>
                <c:pt idx="879">
                  <c:v>45793</c:v>
                </c:pt>
                <c:pt idx="880">
                  <c:v>45796</c:v>
                </c:pt>
                <c:pt idx="881">
                  <c:v>45797</c:v>
                </c:pt>
                <c:pt idx="882">
                  <c:v>45798</c:v>
                </c:pt>
                <c:pt idx="883">
                  <c:v>45799</c:v>
                </c:pt>
                <c:pt idx="884">
                  <c:v>45800</c:v>
                </c:pt>
                <c:pt idx="885">
                  <c:v>45804</c:v>
                </c:pt>
                <c:pt idx="886">
                  <c:v>45805</c:v>
                </c:pt>
                <c:pt idx="887">
                  <c:v>45806</c:v>
                </c:pt>
                <c:pt idx="888">
                  <c:v>45807</c:v>
                </c:pt>
                <c:pt idx="889">
                  <c:v>45810</c:v>
                </c:pt>
                <c:pt idx="890">
                  <c:v>45811</c:v>
                </c:pt>
                <c:pt idx="891">
                  <c:v>45812</c:v>
                </c:pt>
                <c:pt idx="892">
                  <c:v>45813</c:v>
                </c:pt>
                <c:pt idx="893">
                  <c:v>45814</c:v>
                </c:pt>
                <c:pt idx="894">
                  <c:v>45817</c:v>
                </c:pt>
                <c:pt idx="895">
                  <c:v>45818</c:v>
                </c:pt>
                <c:pt idx="896">
                  <c:v>45819</c:v>
                </c:pt>
                <c:pt idx="897">
                  <c:v>45820</c:v>
                </c:pt>
                <c:pt idx="898">
                  <c:v>45821</c:v>
                </c:pt>
                <c:pt idx="899">
                  <c:v>45824</c:v>
                </c:pt>
                <c:pt idx="900">
                  <c:v>45825</c:v>
                </c:pt>
                <c:pt idx="901">
                  <c:v>45826</c:v>
                </c:pt>
                <c:pt idx="902">
                  <c:v>45827</c:v>
                </c:pt>
                <c:pt idx="903">
                  <c:v>45828</c:v>
                </c:pt>
                <c:pt idx="904">
                  <c:v>45831</c:v>
                </c:pt>
                <c:pt idx="905">
                  <c:v>45832</c:v>
                </c:pt>
                <c:pt idx="906">
                  <c:v>45833</c:v>
                </c:pt>
                <c:pt idx="907">
                  <c:v>45834</c:v>
                </c:pt>
                <c:pt idx="908">
                  <c:v>45835</c:v>
                </c:pt>
                <c:pt idx="909">
                  <c:v>45838</c:v>
                </c:pt>
                <c:pt idx="910">
                  <c:v>45839</c:v>
                </c:pt>
                <c:pt idx="911">
                  <c:v>45840</c:v>
                </c:pt>
                <c:pt idx="912">
                  <c:v>45841</c:v>
                </c:pt>
                <c:pt idx="913">
                  <c:v>45842</c:v>
                </c:pt>
                <c:pt idx="914">
                  <c:v>45845</c:v>
                </c:pt>
                <c:pt idx="915">
                  <c:v>45846</c:v>
                </c:pt>
                <c:pt idx="916">
                  <c:v>45847</c:v>
                </c:pt>
                <c:pt idx="917">
                  <c:v>45848</c:v>
                </c:pt>
                <c:pt idx="918">
                  <c:v>45849</c:v>
                </c:pt>
                <c:pt idx="919">
                  <c:v>45852</c:v>
                </c:pt>
                <c:pt idx="920">
                  <c:v>45853</c:v>
                </c:pt>
                <c:pt idx="921">
                  <c:v>45854</c:v>
                </c:pt>
                <c:pt idx="922">
                  <c:v>45855</c:v>
                </c:pt>
                <c:pt idx="923">
                  <c:v>45856</c:v>
                </c:pt>
                <c:pt idx="924">
                  <c:v>45859</c:v>
                </c:pt>
                <c:pt idx="925">
                  <c:v>45860</c:v>
                </c:pt>
                <c:pt idx="926">
                  <c:v>45861</c:v>
                </c:pt>
                <c:pt idx="927">
                  <c:v>45862</c:v>
                </c:pt>
                <c:pt idx="928">
                  <c:v>45863</c:v>
                </c:pt>
                <c:pt idx="929">
                  <c:v>45866</c:v>
                </c:pt>
                <c:pt idx="930">
                  <c:v>45867</c:v>
                </c:pt>
                <c:pt idx="931">
                  <c:v>45868</c:v>
                </c:pt>
                <c:pt idx="932">
                  <c:v>45869</c:v>
                </c:pt>
                <c:pt idx="933">
                  <c:v>45870</c:v>
                </c:pt>
                <c:pt idx="934">
                  <c:v>45873</c:v>
                </c:pt>
                <c:pt idx="935">
                  <c:v>45874</c:v>
                </c:pt>
                <c:pt idx="936">
                  <c:v>45875</c:v>
                </c:pt>
                <c:pt idx="937">
                  <c:v>45876</c:v>
                </c:pt>
                <c:pt idx="938">
                  <c:v>45877</c:v>
                </c:pt>
                <c:pt idx="939">
                  <c:v>45880</c:v>
                </c:pt>
                <c:pt idx="940">
                  <c:v>45881</c:v>
                </c:pt>
                <c:pt idx="941">
                  <c:v>45882</c:v>
                </c:pt>
                <c:pt idx="942">
                  <c:v>45883</c:v>
                </c:pt>
                <c:pt idx="943">
                  <c:v>45884</c:v>
                </c:pt>
                <c:pt idx="944">
                  <c:v>45887</c:v>
                </c:pt>
                <c:pt idx="945">
                  <c:v>45888</c:v>
                </c:pt>
                <c:pt idx="946">
                  <c:v>45889</c:v>
                </c:pt>
                <c:pt idx="947">
                  <c:v>45890</c:v>
                </c:pt>
                <c:pt idx="948">
                  <c:v>45891</c:v>
                </c:pt>
                <c:pt idx="949">
                  <c:v>45894</c:v>
                </c:pt>
                <c:pt idx="950">
                  <c:v>45895</c:v>
                </c:pt>
                <c:pt idx="951">
                  <c:v>45896</c:v>
                </c:pt>
                <c:pt idx="952">
                  <c:v>45897</c:v>
                </c:pt>
                <c:pt idx="953">
                  <c:v>45898</c:v>
                </c:pt>
                <c:pt idx="954">
                  <c:v>45901</c:v>
                </c:pt>
                <c:pt idx="955">
                  <c:v>45902</c:v>
                </c:pt>
                <c:pt idx="956">
                  <c:v>45903</c:v>
                </c:pt>
                <c:pt idx="957">
                  <c:v>45904</c:v>
                </c:pt>
                <c:pt idx="958">
                  <c:v>45905</c:v>
                </c:pt>
                <c:pt idx="959">
                  <c:v>45908</c:v>
                </c:pt>
                <c:pt idx="960">
                  <c:v>45909</c:v>
                </c:pt>
                <c:pt idx="961">
                  <c:v>45910</c:v>
                </c:pt>
                <c:pt idx="962">
                  <c:v>45911</c:v>
                </c:pt>
                <c:pt idx="963">
                  <c:v>45912</c:v>
                </c:pt>
                <c:pt idx="964">
                  <c:v>45915</c:v>
                </c:pt>
                <c:pt idx="965">
                  <c:v>45916</c:v>
                </c:pt>
                <c:pt idx="966">
                  <c:v>45917</c:v>
                </c:pt>
                <c:pt idx="967">
                  <c:v>45918</c:v>
                </c:pt>
                <c:pt idx="968">
                  <c:v>45919</c:v>
                </c:pt>
                <c:pt idx="969">
                  <c:v>45922</c:v>
                </c:pt>
                <c:pt idx="970">
                  <c:v>45923</c:v>
                </c:pt>
                <c:pt idx="971">
                  <c:v>45924</c:v>
                </c:pt>
                <c:pt idx="972">
                  <c:v>45925</c:v>
                </c:pt>
                <c:pt idx="973">
                  <c:v>45926</c:v>
                </c:pt>
                <c:pt idx="974">
                  <c:v>45929</c:v>
                </c:pt>
                <c:pt idx="975">
                  <c:v>45930</c:v>
                </c:pt>
                <c:pt idx="976">
                  <c:v>45931</c:v>
                </c:pt>
                <c:pt idx="977">
                  <c:v>45932</c:v>
                </c:pt>
                <c:pt idx="978">
                  <c:v>45933</c:v>
                </c:pt>
                <c:pt idx="979">
                  <c:v>45936</c:v>
                </c:pt>
                <c:pt idx="980">
                  <c:v>45937</c:v>
                </c:pt>
                <c:pt idx="981">
                  <c:v>45938</c:v>
                </c:pt>
                <c:pt idx="982">
                  <c:v>45939</c:v>
                </c:pt>
                <c:pt idx="983">
                  <c:v>45940</c:v>
                </c:pt>
                <c:pt idx="984">
                  <c:v>45943</c:v>
                </c:pt>
                <c:pt idx="985">
                  <c:v>45944</c:v>
                </c:pt>
                <c:pt idx="986">
                  <c:v>45945</c:v>
                </c:pt>
                <c:pt idx="987">
                  <c:v>45946</c:v>
                </c:pt>
                <c:pt idx="988">
                  <c:v>45947</c:v>
                </c:pt>
                <c:pt idx="989">
                  <c:v>45950</c:v>
                </c:pt>
                <c:pt idx="990">
                  <c:v>45951</c:v>
                </c:pt>
                <c:pt idx="991">
                  <c:v>45952</c:v>
                </c:pt>
                <c:pt idx="992">
                  <c:v>45953</c:v>
                </c:pt>
                <c:pt idx="993">
                  <c:v>45954</c:v>
                </c:pt>
                <c:pt idx="994">
                  <c:v>45957</c:v>
                </c:pt>
                <c:pt idx="995">
                  <c:v>45958</c:v>
                </c:pt>
                <c:pt idx="996">
                  <c:v>45959</c:v>
                </c:pt>
                <c:pt idx="997">
                  <c:v>45960</c:v>
                </c:pt>
                <c:pt idx="998">
                  <c:v>45961</c:v>
                </c:pt>
                <c:pt idx="999">
                  <c:v>45964</c:v>
                </c:pt>
                <c:pt idx="1000">
                  <c:v>45965</c:v>
                </c:pt>
                <c:pt idx="1001">
                  <c:v>45966</c:v>
                </c:pt>
                <c:pt idx="1002">
                  <c:v>45967</c:v>
                </c:pt>
                <c:pt idx="1003">
                  <c:v>45968</c:v>
                </c:pt>
                <c:pt idx="1004">
                  <c:v>45971</c:v>
                </c:pt>
                <c:pt idx="1005">
                  <c:v>45972</c:v>
                </c:pt>
                <c:pt idx="1006">
                  <c:v>45973</c:v>
                </c:pt>
                <c:pt idx="1007">
                  <c:v>45974</c:v>
                </c:pt>
                <c:pt idx="1008">
                  <c:v>45975</c:v>
                </c:pt>
                <c:pt idx="1009">
                  <c:v>45978</c:v>
                </c:pt>
                <c:pt idx="1010">
                  <c:v>45979</c:v>
                </c:pt>
                <c:pt idx="1011">
                  <c:v>45980</c:v>
                </c:pt>
                <c:pt idx="1012">
                  <c:v>45981</c:v>
                </c:pt>
                <c:pt idx="1013">
                  <c:v>45982</c:v>
                </c:pt>
                <c:pt idx="1014">
                  <c:v>45985</c:v>
                </c:pt>
                <c:pt idx="1015">
                  <c:v>45986</c:v>
                </c:pt>
                <c:pt idx="1016">
                  <c:v>45987</c:v>
                </c:pt>
                <c:pt idx="1017">
                  <c:v>45988</c:v>
                </c:pt>
                <c:pt idx="1018">
                  <c:v>45989</c:v>
                </c:pt>
                <c:pt idx="1019">
                  <c:v>45992</c:v>
                </c:pt>
                <c:pt idx="1020">
                  <c:v>45993</c:v>
                </c:pt>
                <c:pt idx="1021">
                  <c:v>45994</c:v>
                </c:pt>
                <c:pt idx="1022">
                  <c:v>45995</c:v>
                </c:pt>
                <c:pt idx="1023">
                  <c:v>45996</c:v>
                </c:pt>
                <c:pt idx="1024">
                  <c:v>45999</c:v>
                </c:pt>
                <c:pt idx="1025">
                  <c:v>46000</c:v>
                </c:pt>
                <c:pt idx="1026">
                  <c:v>46001</c:v>
                </c:pt>
                <c:pt idx="1027">
                  <c:v>46002</c:v>
                </c:pt>
                <c:pt idx="1028">
                  <c:v>46003</c:v>
                </c:pt>
                <c:pt idx="1029">
                  <c:v>46006</c:v>
                </c:pt>
                <c:pt idx="1030">
                  <c:v>46007</c:v>
                </c:pt>
                <c:pt idx="1031">
                  <c:v>46008</c:v>
                </c:pt>
                <c:pt idx="1032">
                  <c:v>46009</c:v>
                </c:pt>
                <c:pt idx="1033">
                  <c:v>46010</c:v>
                </c:pt>
                <c:pt idx="1034">
                  <c:v>46013</c:v>
                </c:pt>
                <c:pt idx="1035">
                  <c:v>46014</c:v>
                </c:pt>
                <c:pt idx="1036">
                  <c:v>46015</c:v>
                </c:pt>
                <c:pt idx="1037">
                  <c:v>46016</c:v>
                </c:pt>
                <c:pt idx="1038">
                  <c:v>46017</c:v>
                </c:pt>
                <c:pt idx="1039">
                  <c:v>46020</c:v>
                </c:pt>
                <c:pt idx="1040">
                  <c:v>46021</c:v>
                </c:pt>
                <c:pt idx="1041">
                  <c:v>46022</c:v>
                </c:pt>
                <c:pt idx="1042">
                  <c:v>46023</c:v>
                </c:pt>
                <c:pt idx="1043">
                  <c:v>46024</c:v>
                </c:pt>
                <c:pt idx="1044">
                  <c:v>46027</c:v>
                </c:pt>
                <c:pt idx="1045">
                  <c:v>46028</c:v>
                </c:pt>
                <c:pt idx="1046">
                  <c:v>46029</c:v>
                </c:pt>
                <c:pt idx="1047">
                  <c:v>46030</c:v>
                </c:pt>
                <c:pt idx="1048">
                  <c:v>46031</c:v>
                </c:pt>
                <c:pt idx="1049">
                  <c:v>46034</c:v>
                </c:pt>
                <c:pt idx="1050">
                  <c:v>46035</c:v>
                </c:pt>
                <c:pt idx="1051">
                  <c:v>46036</c:v>
                </c:pt>
                <c:pt idx="1052">
                  <c:v>46037</c:v>
                </c:pt>
                <c:pt idx="1053">
                  <c:v>46038</c:v>
                </c:pt>
                <c:pt idx="1054">
                  <c:v>46041</c:v>
                </c:pt>
                <c:pt idx="1055">
                  <c:v>46042</c:v>
                </c:pt>
                <c:pt idx="1056">
                  <c:v>46043</c:v>
                </c:pt>
                <c:pt idx="1057">
                  <c:v>46044</c:v>
                </c:pt>
                <c:pt idx="1058">
                  <c:v>46045</c:v>
                </c:pt>
                <c:pt idx="1059">
                  <c:v>46048</c:v>
                </c:pt>
                <c:pt idx="1060">
                  <c:v>46049</c:v>
                </c:pt>
                <c:pt idx="1061">
                  <c:v>46050</c:v>
                </c:pt>
                <c:pt idx="1062">
                  <c:v>46051</c:v>
                </c:pt>
                <c:pt idx="1063">
                  <c:v>46052</c:v>
                </c:pt>
                <c:pt idx="1064">
                  <c:v>46055</c:v>
                </c:pt>
                <c:pt idx="1065">
                  <c:v>46056</c:v>
                </c:pt>
                <c:pt idx="1066">
                  <c:v>46057</c:v>
                </c:pt>
                <c:pt idx="1067">
                  <c:v>46058</c:v>
                </c:pt>
                <c:pt idx="1068">
                  <c:v>46059</c:v>
                </c:pt>
                <c:pt idx="1069">
                  <c:v>46062</c:v>
                </c:pt>
                <c:pt idx="1070">
                  <c:v>46063</c:v>
                </c:pt>
                <c:pt idx="1071">
                  <c:v>46064</c:v>
                </c:pt>
                <c:pt idx="1072">
                  <c:v>46065</c:v>
                </c:pt>
                <c:pt idx="1073">
                  <c:v>46066</c:v>
                </c:pt>
                <c:pt idx="1074">
                  <c:v>46069</c:v>
                </c:pt>
                <c:pt idx="1075">
                  <c:v>46070</c:v>
                </c:pt>
                <c:pt idx="1076">
                  <c:v>46071</c:v>
                </c:pt>
                <c:pt idx="1077">
                  <c:v>46072</c:v>
                </c:pt>
                <c:pt idx="1078">
                  <c:v>46073</c:v>
                </c:pt>
                <c:pt idx="1079">
                  <c:v>46076</c:v>
                </c:pt>
                <c:pt idx="1080">
                  <c:v>46077</c:v>
                </c:pt>
                <c:pt idx="1081">
                  <c:v>46078</c:v>
                </c:pt>
                <c:pt idx="1082">
                  <c:v>46079</c:v>
                </c:pt>
                <c:pt idx="1083">
                  <c:v>46080</c:v>
                </c:pt>
                <c:pt idx="1084">
                  <c:v>46083</c:v>
                </c:pt>
                <c:pt idx="1085">
                  <c:v>46084</c:v>
                </c:pt>
                <c:pt idx="1086">
                  <c:v>46085</c:v>
                </c:pt>
                <c:pt idx="1087">
                  <c:v>46086</c:v>
                </c:pt>
                <c:pt idx="1088">
                  <c:v>46087</c:v>
                </c:pt>
                <c:pt idx="1089">
                  <c:v>46090</c:v>
                </c:pt>
                <c:pt idx="1090">
                  <c:v>46091</c:v>
                </c:pt>
                <c:pt idx="1091">
                  <c:v>46092</c:v>
                </c:pt>
                <c:pt idx="1092">
                  <c:v>46093</c:v>
                </c:pt>
                <c:pt idx="1093">
                  <c:v>46094</c:v>
                </c:pt>
                <c:pt idx="1094">
                  <c:v>46097</c:v>
                </c:pt>
                <c:pt idx="1095">
                  <c:v>46098</c:v>
                </c:pt>
                <c:pt idx="1096">
                  <c:v>46099</c:v>
                </c:pt>
                <c:pt idx="1097">
                  <c:v>46100</c:v>
                </c:pt>
                <c:pt idx="1098">
                  <c:v>46101</c:v>
                </c:pt>
                <c:pt idx="1099">
                  <c:v>46104</c:v>
                </c:pt>
                <c:pt idx="1100">
                  <c:v>46105</c:v>
                </c:pt>
                <c:pt idx="1101">
                  <c:v>46106</c:v>
                </c:pt>
                <c:pt idx="1102">
                  <c:v>46107</c:v>
                </c:pt>
                <c:pt idx="1103">
                  <c:v>46108</c:v>
                </c:pt>
                <c:pt idx="1104">
                  <c:v>46111</c:v>
                </c:pt>
                <c:pt idx="1105">
                  <c:v>46112</c:v>
                </c:pt>
                <c:pt idx="1106">
                  <c:v>46113</c:v>
                </c:pt>
                <c:pt idx="1107">
                  <c:v>46114</c:v>
                </c:pt>
                <c:pt idx="1108">
                  <c:v>46115</c:v>
                </c:pt>
                <c:pt idx="1109">
                  <c:v>46118</c:v>
                </c:pt>
                <c:pt idx="1110">
                  <c:v>46119</c:v>
                </c:pt>
                <c:pt idx="1111">
                  <c:v>46120</c:v>
                </c:pt>
                <c:pt idx="1112">
                  <c:v>46121</c:v>
                </c:pt>
                <c:pt idx="1113">
                  <c:v>46122</c:v>
                </c:pt>
                <c:pt idx="1114">
                  <c:v>46125</c:v>
                </c:pt>
                <c:pt idx="1115">
                  <c:v>46126</c:v>
                </c:pt>
                <c:pt idx="1116">
                  <c:v>46127</c:v>
                </c:pt>
                <c:pt idx="1117">
                  <c:v>46128</c:v>
                </c:pt>
                <c:pt idx="1118">
                  <c:v>46129</c:v>
                </c:pt>
                <c:pt idx="1119">
                  <c:v>46132</c:v>
                </c:pt>
                <c:pt idx="1120">
                  <c:v>46133</c:v>
                </c:pt>
                <c:pt idx="1121">
                  <c:v>46134</c:v>
                </c:pt>
                <c:pt idx="1122">
                  <c:v>46135</c:v>
                </c:pt>
                <c:pt idx="1123">
                  <c:v>46136</c:v>
                </c:pt>
                <c:pt idx="1124">
                  <c:v>46139</c:v>
                </c:pt>
                <c:pt idx="1125">
                  <c:v>46140</c:v>
                </c:pt>
                <c:pt idx="1126">
                  <c:v>46141</c:v>
                </c:pt>
                <c:pt idx="1127">
                  <c:v>46142</c:v>
                </c:pt>
                <c:pt idx="1128">
                  <c:v>46143</c:v>
                </c:pt>
                <c:pt idx="1129">
                  <c:v>46146</c:v>
                </c:pt>
                <c:pt idx="1130">
                  <c:v>46147</c:v>
                </c:pt>
                <c:pt idx="1131">
                  <c:v>46148</c:v>
                </c:pt>
                <c:pt idx="1132">
                  <c:v>46149</c:v>
                </c:pt>
                <c:pt idx="1133">
                  <c:v>46150</c:v>
                </c:pt>
                <c:pt idx="1134">
                  <c:v>46153</c:v>
                </c:pt>
                <c:pt idx="1135">
                  <c:v>46154</c:v>
                </c:pt>
                <c:pt idx="1136">
                  <c:v>46155</c:v>
                </c:pt>
                <c:pt idx="1137">
                  <c:v>46156</c:v>
                </c:pt>
                <c:pt idx="1138">
                  <c:v>46157</c:v>
                </c:pt>
                <c:pt idx="1139">
                  <c:v>46160</c:v>
                </c:pt>
                <c:pt idx="1140">
                  <c:v>46161</c:v>
                </c:pt>
                <c:pt idx="1141">
                  <c:v>46162</c:v>
                </c:pt>
                <c:pt idx="1142">
                  <c:v>46163</c:v>
                </c:pt>
                <c:pt idx="1143">
                  <c:v>46164</c:v>
                </c:pt>
                <c:pt idx="1144">
                  <c:v>46168</c:v>
                </c:pt>
                <c:pt idx="1145">
                  <c:v>46169</c:v>
                </c:pt>
                <c:pt idx="1146">
                  <c:v>46170</c:v>
                </c:pt>
                <c:pt idx="1147">
                  <c:v>46171</c:v>
                </c:pt>
                <c:pt idx="1148">
                  <c:v>46174</c:v>
                </c:pt>
                <c:pt idx="1149">
                  <c:v>46175</c:v>
                </c:pt>
                <c:pt idx="1150">
                  <c:v>46176</c:v>
                </c:pt>
                <c:pt idx="1151">
                  <c:v>46177</c:v>
                </c:pt>
                <c:pt idx="1152">
                  <c:v>46178</c:v>
                </c:pt>
                <c:pt idx="1153">
                  <c:v>46181</c:v>
                </c:pt>
                <c:pt idx="1154">
                  <c:v>46182</c:v>
                </c:pt>
                <c:pt idx="1155">
                  <c:v>46183</c:v>
                </c:pt>
                <c:pt idx="1156">
                  <c:v>46184</c:v>
                </c:pt>
                <c:pt idx="1157">
                  <c:v>46185</c:v>
                </c:pt>
                <c:pt idx="1158">
                  <c:v>46188</c:v>
                </c:pt>
                <c:pt idx="1159">
                  <c:v>46189</c:v>
                </c:pt>
                <c:pt idx="1160">
                  <c:v>46190</c:v>
                </c:pt>
                <c:pt idx="1161">
                  <c:v>46191</c:v>
                </c:pt>
                <c:pt idx="1162">
                  <c:v>46192</c:v>
                </c:pt>
                <c:pt idx="1163">
                  <c:v>46195</c:v>
                </c:pt>
                <c:pt idx="1164">
                  <c:v>46196</c:v>
                </c:pt>
                <c:pt idx="1165">
                  <c:v>46197</c:v>
                </c:pt>
                <c:pt idx="1166">
                  <c:v>46198</c:v>
                </c:pt>
                <c:pt idx="1167">
                  <c:v>46199</c:v>
                </c:pt>
                <c:pt idx="1168">
                  <c:v>46202</c:v>
                </c:pt>
                <c:pt idx="1169">
                  <c:v>46203</c:v>
                </c:pt>
                <c:pt idx="1170">
                  <c:v>46204</c:v>
                </c:pt>
                <c:pt idx="1171">
                  <c:v>46205</c:v>
                </c:pt>
                <c:pt idx="1172">
                  <c:v>46206</c:v>
                </c:pt>
                <c:pt idx="1173">
                  <c:v>46209</c:v>
                </c:pt>
                <c:pt idx="1174">
                  <c:v>46210</c:v>
                </c:pt>
                <c:pt idx="1175">
                  <c:v>46211</c:v>
                </c:pt>
                <c:pt idx="1176">
                  <c:v>46212</c:v>
                </c:pt>
                <c:pt idx="1177">
                  <c:v>46213</c:v>
                </c:pt>
                <c:pt idx="1178">
                  <c:v>46216</c:v>
                </c:pt>
                <c:pt idx="1179">
                  <c:v>46217</c:v>
                </c:pt>
                <c:pt idx="1180">
                  <c:v>46218</c:v>
                </c:pt>
                <c:pt idx="1181">
                  <c:v>46219</c:v>
                </c:pt>
                <c:pt idx="1182">
                  <c:v>46220</c:v>
                </c:pt>
                <c:pt idx="1183">
                  <c:v>46223</c:v>
                </c:pt>
                <c:pt idx="1184">
                  <c:v>46224</c:v>
                </c:pt>
                <c:pt idx="1185">
                  <c:v>46225</c:v>
                </c:pt>
                <c:pt idx="1186">
                  <c:v>46226</c:v>
                </c:pt>
                <c:pt idx="1187">
                  <c:v>46227</c:v>
                </c:pt>
                <c:pt idx="1188">
                  <c:v>46230</c:v>
                </c:pt>
                <c:pt idx="1189">
                  <c:v>46231</c:v>
                </c:pt>
                <c:pt idx="1190">
                  <c:v>46232</c:v>
                </c:pt>
                <c:pt idx="1191">
                  <c:v>46233</c:v>
                </c:pt>
                <c:pt idx="1192">
                  <c:v>46234</c:v>
                </c:pt>
                <c:pt idx="1193">
                  <c:v>46237</c:v>
                </c:pt>
                <c:pt idx="1194">
                  <c:v>46238</c:v>
                </c:pt>
                <c:pt idx="1195">
                  <c:v>46239</c:v>
                </c:pt>
                <c:pt idx="1196">
                  <c:v>46240</c:v>
                </c:pt>
                <c:pt idx="1197">
                  <c:v>46241</c:v>
                </c:pt>
                <c:pt idx="1198">
                  <c:v>46244</c:v>
                </c:pt>
                <c:pt idx="1199">
                  <c:v>46245</c:v>
                </c:pt>
                <c:pt idx="1200">
                  <c:v>46246</c:v>
                </c:pt>
                <c:pt idx="1201">
                  <c:v>46247</c:v>
                </c:pt>
                <c:pt idx="1202">
                  <c:v>46248</c:v>
                </c:pt>
                <c:pt idx="1203">
                  <c:v>46251</c:v>
                </c:pt>
                <c:pt idx="1204">
                  <c:v>46252</c:v>
                </c:pt>
                <c:pt idx="1205">
                  <c:v>46253</c:v>
                </c:pt>
                <c:pt idx="1206">
                  <c:v>46254</c:v>
                </c:pt>
                <c:pt idx="1207">
                  <c:v>46255</c:v>
                </c:pt>
                <c:pt idx="1208">
                  <c:v>46258</c:v>
                </c:pt>
                <c:pt idx="1209">
                  <c:v>46259</c:v>
                </c:pt>
                <c:pt idx="1210">
                  <c:v>46260</c:v>
                </c:pt>
                <c:pt idx="1211">
                  <c:v>46261</c:v>
                </c:pt>
                <c:pt idx="1212">
                  <c:v>46262</c:v>
                </c:pt>
                <c:pt idx="1213">
                  <c:v>46265</c:v>
                </c:pt>
                <c:pt idx="1214">
                  <c:v>46266</c:v>
                </c:pt>
                <c:pt idx="1215">
                  <c:v>46267</c:v>
                </c:pt>
                <c:pt idx="1216">
                  <c:v>46268</c:v>
                </c:pt>
                <c:pt idx="1217">
                  <c:v>46269</c:v>
                </c:pt>
                <c:pt idx="1218">
                  <c:v>46272</c:v>
                </c:pt>
                <c:pt idx="1219">
                  <c:v>46273</c:v>
                </c:pt>
                <c:pt idx="1220">
                  <c:v>46274</c:v>
                </c:pt>
                <c:pt idx="1221">
                  <c:v>46275</c:v>
                </c:pt>
                <c:pt idx="1222">
                  <c:v>46276</c:v>
                </c:pt>
                <c:pt idx="1223">
                  <c:v>46279</c:v>
                </c:pt>
                <c:pt idx="1224">
                  <c:v>46280</c:v>
                </c:pt>
                <c:pt idx="1225">
                  <c:v>46281</c:v>
                </c:pt>
                <c:pt idx="1226">
                  <c:v>46282</c:v>
                </c:pt>
                <c:pt idx="1227">
                  <c:v>46283</c:v>
                </c:pt>
                <c:pt idx="1228">
                  <c:v>46286</c:v>
                </c:pt>
                <c:pt idx="1229">
                  <c:v>46287</c:v>
                </c:pt>
                <c:pt idx="1230">
                  <c:v>46288</c:v>
                </c:pt>
                <c:pt idx="1231">
                  <c:v>46289</c:v>
                </c:pt>
                <c:pt idx="1232">
                  <c:v>46290</c:v>
                </c:pt>
                <c:pt idx="1233">
                  <c:v>46293</c:v>
                </c:pt>
                <c:pt idx="1234">
                  <c:v>46294</c:v>
                </c:pt>
                <c:pt idx="1235">
                  <c:v>46295</c:v>
                </c:pt>
                <c:pt idx="1236">
                  <c:v>46296</c:v>
                </c:pt>
                <c:pt idx="1237">
                  <c:v>46297</c:v>
                </c:pt>
                <c:pt idx="1238">
                  <c:v>46300</c:v>
                </c:pt>
                <c:pt idx="1239">
                  <c:v>46301</c:v>
                </c:pt>
                <c:pt idx="1240">
                  <c:v>46302</c:v>
                </c:pt>
                <c:pt idx="1241">
                  <c:v>46303</c:v>
                </c:pt>
                <c:pt idx="1242">
                  <c:v>46304</c:v>
                </c:pt>
                <c:pt idx="1243">
                  <c:v>46307</c:v>
                </c:pt>
                <c:pt idx="1244">
                  <c:v>46308</c:v>
                </c:pt>
                <c:pt idx="1245">
                  <c:v>46309</c:v>
                </c:pt>
                <c:pt idx="1246">
                  <c:v>46310</c:v>
                </c:pt>
                <c:pt idx="1247">
                  <c:v>46311</c:v>
                </c:pt>
                <c:pt idx="1248">
                  <c:v>#N/A</c:v>
                </c:pt>
                <c:pt idx="1249">
                  <c:v>#N/A</c:v>
                </c:pt>
                <c:pt idx="1250">
                  <c:v>#N/A</c:v>
                </c:pt>
                <c:pt idx="1251">
                  <c:v>#N/A</c:v>
                </c:pt>
                <c:pt idx="1252">
                  <c:v>#N/A</c:v>
                </c:pt>
                <c:pt idx="1253">
                  <c:v>#N/A</c:v>
                </c:pt>
                <c:pt idx="1254">
                  <c:v>#N/A</c:v>
                </c:pt>
                <c:pt idx="1255">
                  <c:v>#N/A</c:v>
                </c:pt>
                <c:pt idx="1256">
                  <c:v>#N/A</c:v>
                </c:pt>
                <c:pt idx="1257">
                  <c:v>#N/A</c:v>
                </c:pt>
                <c:pt idx="1258">
                  <c:v>#N/A</c:v>
                </c:pt>
                <c:pt idx="1259">
                  <c:v>#N/A</c:v>
                </c:pt>
                <c:pt idx="1260">
                  <c:v>#N/A</c:v>
                </c:pt>
                <c:pt idx="1261">
                  <c:v>#N/A</c:v>
                </c:pt>
                <c:pt idx="1262">
                  <c:v>#N/A</c:v>
                </c:pt>
                <c:pt idx="1263">
                  <c:v>#N/A</c:v>
                </c:pt>
                <c:pt idx="1264">
                  <c:v>#N/A</c:v>
                </c:pt>
                <c:pt idx="1265">
                  <c:v>#N/A</c:v>
                </c:pt>
                <c:pt idx="1266">
                  <c:v>#N/A</c:v>
                </c:pt>
                <c:pt idx="1267">
                  <c:v>#N/A</c:v>
                </c:pt>
                <c:pt idx="1268">
                  <c:v>#N/A</c:v>
                </c:pt>
                <c:pt idx="1269">
                  <c:v>#N/A</c:v>
                </c:pt>
                <c:pt idx="1270">
                  <c:v>#N/A</c:v>
                </c:pt>
                <c:pt idx="1271">
                  <c:v>#N/A</c:v>
                </c:pt>
                <c:pt idx="1272">
                  <c:v>#N/A</c:v>
                </c:pt>
                <c:pt idx="1273">
                  <c:v>#N/A</c:v>
                </c:pt>
                <c:pt idx="1274">
                  <c:v>#N/A</c:v>
                </c:pt>
                <c:pt idx="1275">
                  <c:v>#N/A</c:v>
                </c:pt>
                <c:pt idx="1276">
                  <c:v>#N/A</c:v>
                </c:pt>
                <c:pt idx="1277">
                  <c:v>#N/A</c:v>
                </c:pt>
                <c:pt idx="1278">
                  <c:v>#N/A</c:v>
                </c:pt>
                <c:pt idx="1279">
                  <c:v>#N/A</c:v>
                </c:pt>
                <c:pt idx="1280">
                  <c:v>#N/A</c:v>
                </c:pt>
                <c:pt idx="1281">
                  <c:v>#N/A</c:v>
                </c:pt>
                <c:pt idx="1282">
                  <c:v>#N/A</c:v>
                </c:pt>
                <c:pt idx="1283">
                  <c:v>#N/A</c:v>
                </c:pt>
                <c:pt idx="1284">
                  <c:v>#N/A</c:v>
                </c:pt>
                <c:pt idx="1285">
                  <c:v>#N/A</c:v>
                </c:pt>
                <c:pt idx="1286">
                  <c:v>#N/A</c:v>
                </c:pt>
                <c:pt idx="1287">
                  <c:v>#N/A</c:v>
                </c:pt>
                <c:pt idx="1288">
                  <c:v>#N/A</c:v>
                </c:pt>
                <c:pt idx="1289">
                  <c:v>#N/A</c:v>
                </c:pt>
                <c:pt idx="1290">
                  <c:v>#N/A</c:v>
                </c:pt>
                <c:pt idx="1291">
                  <c:v>#N/A</c:v>
                </c:pt>
                <c:pt idx="1292">
                  <c:v>#N/A</c:v>
                </c:pt>
                <c:pt idx="1293">
                  <c:v>#N/A</c:v>
                </c:pt>
                <c:pt idx="1294">
                  <c:v>#N/A</c:v>
                </c:pt>
                <c:pt idx="1295">
                  <c:v>#N/A</c:v>
                </c:pt>
                <c:pt idx="1296">
                  <c:v>#N/A</c:v>
                </c:pt>
                <c:pt idx="1297">
                  <c:v>#N/A</c:v>
                </c:pt>
                <c:pt idx="1298">
                  <c:v>#N/A</c:v>
                </c:pt>
                <c:pt idx="1299">
                  <c:v>#N/A</c:v>
                </c:pt>
                <c:pt idx="1300">
                  <c:v>#N/A</c:v>
                </c:pt>
                <c:pt idx="1301">
                  <c:v>#N/A</c:v>
                </c:pt>
                <c:pt idx="1302">
                  <c:v>#N/A</c:v>
                </c:pt>
                <c:pt idx="1303">
                  <c:v>#N/A</c:v>
                </c:pt>
                <c:pt idx="1304">
                  <c:v>#N/A</c:v>
                </c:pt>
                <c:pt idx="1305">
                  <c:v>#N/A</c:v>
                </c:pt>
                <c:pt idx="1306">
                  <c:v>#N/A</c:v>
                </c:pt>
                <c:pt idx="1307">
                  <c:v>#N/A</c:v>
                </c:pt>
                <c:pt idx="1308">
                  <c:v>#N/A</c:v>
                </c:pt>
                <c:pt idx="1309">
                  <c:v>#N/A</c:v>
                </c:pt>
                <c:pt idx="1310">
                  <c:v>#N/A</c:v>
                </c:pt>
                <c:pt idx="1311">
                  <c:v>#N/A</c:v>
                </c:pt>
                <c:pt idx="1312">
                  <c:v>#N/A</c:v>
                </c:pt>
                <c:pt idx="1313">
                  <c:v>#N/A</c:v>
                </c:pt>
                <c:pt idx="1314">
                  <c:v>#N/A</c:v>
                </c:pt>
                <c:pt idx="1315">
                  <c:v>#N/A</c:v>
                </c:pt>
                <c:pt idx="1316">
                  <c:v>#N/A</c:v>
                </c:pt>
                <c:pt idx="1317">
                  <c:v>#N/A</c:v>
                </c:pt>
                <c:pt idx="1318">
                  <c:v>#N/A</c:v>
                </c:pt>
                <c:pt idx="1319">
                  <c:v>#N/A</c:v>
                </c:pt>
                <c:pt idx="1320">
                  <c:v>#N/A</c:v>
                </c:pt>
              </c:numCache>
            </c:numRef>
          </c:cat>
          <c:val>
            <c:numRef>
              <c:f>FI_INDEX!$AV$795:$AV$4550</c:f>
              <c:numCache>
                <c:formatCode>0.0</c:formatCode>
                <c:ptCount val="3756"/>
                <c:pt idx="0">
                  <c:v>100</c:v>
                </c:pt>
                <c:pt idx="1">
                  <c:v>101.46325378178966</c:v>
                </c:pt>
                <c:pt idx="2">
                  <c:v>100.96038910185067</c:v>
                </c:pt>
                <c:pt idx="3">
                  <c:v>101.69407691356493</c:v>
                </c:pt>
                <c:pt idx="4">
                  <c:v>102.21755080169815</c:v>
                </c:pt>
                <c:pt idx="5">
                  <c:v>101.69819875520378</c:v>
                </c:pt>
                <c:pt idx="6">
                  <c:v>100.58117967107698</c:v>
                </c:pt>
                <c:pt idx="7">
                  <c:v>103.58188038415558</c:v>
                </c:pt>
                <c:pt idx="8">
                  <c:v>103.80445983265318</c:v>
                </c:pt>
                <c:pt idx="9">
                  <c:v>103.8250690408474</c:v>
                </c:pt>
                <c:pt idx="10">
                  <c:v>102.88528914719093</c:v>
                </c:pt>
                <c:pt idx="11">
                  <c:v>101.36845142409625</c:v>
                </c:pt>
                <c:pt idx="12">
                  <c:v>102.29174395119732</c:v>
                </c:pt>
                <c:pt idx="13">
                  <c:v>103.1490870120769</c:v>
                </c:pt>
                <c:pt idx="14">
                  <c:v>103.07077202093886</c:v>
                </c:pt>
                <c:pt idx="15">
                  <c:v>104.06825769753915</c:v>
                </c:pt>
                <c:pt idx="16">
                  <c:v>103.98994270640114</c:v>
                </c:pt>
                <c:pt idx="17">
                  <c:v>104.02703928115075</c:v>
                </c:pt>
                <c:pt idx="18">
                  <c:v>104.39388318700786</c:v>
                </c:pt>
                <c:pt idx="19">
                  <c:v>104.00643007295652</c:v>
                </c:pt>
                <c:pt idx="20">
                  <c:v>104.35678661225829</c:v>
                </c:pt>
                <c:pt idx="21">
                  <c:v>104.41861423684095</c:v>
                </c:pt>
                <c:pt idx="22">
                  <c:v>105.24298256460982</c:v>
                </c:pt>
                <c:pt idx="23">
                  <c:v>104.8802605003915</c:v>
                </c:pt>
                <c:pt idx="24">
                  <c:v>104.30320267095333</c:v>
                </c:pt>
                <c:pt idx="25">
                  <c:v>104.24961872964835</c:v>
                </c:pt>
                <c:pt idx="26">
                  <c:v>104.2084003132599</c:v>
                </c:pt>
                <c:pt idx="27">
                  <c:v>104.52990396108977</c:v>
                </c:pt>
                <c:pt idx="28">
                  <c:v>104.53814764436746</c:v>
                </c:pt>
                <c:pt idx="29">
                  <c:v>104.74423972630969</c:v>
                </c:pt>
                <c:pt idx="30">
                  <c:v>104.31969003750874</c:v>
                </c:pt>
                <c:pt idx="31">
                  <c:v>104.34029924570295</c:v>
                </c:pt>
                <c:pt idx="32">
                  <c:v>104.38976134536907</c:v>
                </c:pt>
                <c:pt idx="33">
                  <c:v>104.11771979720535</c:v>
                </c:pt>
                <c:pt idx="34">
                  <c:v>104.81018919253117</c:v>
                </c:pt>
                <c:pt idx="35">
                  <c:v>104.95857549152957</c:v>
                </c:pt>
                <c:pt idx="36">
                  <c:v>105.9972795845183</c:v>
                </c:pt>
                <c:pt idx="37">
                  <c:v>104.87613865875267</c:v>
                </c:pt>
                <c:pt idx="38">
                  <c:v>105.33366308066439</c:v>
                </c:pt>
                <c:pt idx="39">
                  <c:v>104.97094101644608</c:v>
                </c:pt>
                <c:pt idx="40">
                  <c:v>105.40785623016356</c:v>
                </c:pt>
                <c:pt idx="41">
                  <c:v>104.7112649931989</c:v>
                </c:pt>
                <c:pt idx="42">
                  <c:v>106.1456658835167</c:v>
                </c:pt>
                <c:pt idx="43">
                  <c:v>107.44404599975263</c:v>
                </c:pt>
                <c:pt idx="44">
                  <c:v>109.80586125881038</c:v>
                </c:pt>
                <c:pt idx="45">
                  <c:v>107.74081859774944</c:v>
                </c:pt>
                <c:pt idx="46">
                  <c:v>107.9881290960801</c:v>
                </c:pt>
                <c:pt idx="47">
                  <c:v>109.17109764642839</c:v>
                </c:pt>
                <c:pt idx="48">
                  <c:v>110.04492807386336</c:v>
                </c:pt>
                <c:pt idx="49">
                  <c:v>108.27665801079918</c:v>
                </c:pt>
                <c:pt idx="50">
                  <c:v>107.85623016363706</c:v>
                </c:pt>
                <c:pt idx="51">
                  <c:v>108.51572482585216</c:v>
                </c:pt>
                <c:pt idx="52">
                  <c:v>107.567701248918</c:v>
                </c:pt>
                <c:pt idx="53">
                  <c:v>107.86035200527594</c:v>
                </c:pt>
                <c:pt idx="54">
                  <c:v>107.78203701413788</c:v>
                </c:pt>
                <c:pt idx="55">
                  <c:v>107.92630147149742</c:v>
                </c:pt>
                <c:pt idx="56">
                  <c:v>109.36482420345406</c:v>
                </c:pt>
                <c:pt idx="57">
                  <c:v>109.64098759325663</c:v>
                </c:pt>
                <c:pt idx="58">
                  <c:v>109.02271134743</c:v>
                </c:pt>
                <c:pt idx="59">
                  <c:v>108.67235480812823</c:v>
                </c:pt>
                <c:pt idx="60">
                  <c:v>108.70120769960013</c:v>
                </c:pt>
                <c:pt idx="61">
                  <c:v>108.83310663204317</c:v>
                </c:pt>
                <c:pt idx="62">
                  <c:v>109.86356704175427</c:v>
                </c:pt>
                <c:pt idx="63">
                  <c:v>109.76464284242201</c:v>
                </c:pt>
                <c:pt idx="64">
                  <c:v>109.20819422117802</c:v>
                </c:pt>
                <c:pt idx="65">
                  <c:v>109.93363834961458</c:v>
                </c:pt>
                <c:pt idx="66">
                  <c:v>111.29384609043319</c:v>
                </c:pt>
                <c:pt idx="67">
                  <c:v>109.97897860764188</c:v>
                </c:pt>
                <c:pt idx="68">
                  <c:v>109.82234862536579</c:v>
                </c:pt>
                <c:pt idx="69">
                  <c:v>109.45550471950864</c:v>
                </c:pt>
                <c:pt idx="70">
                  <c:v>110.20980173941716</c:v>
                </c:pt>
                <c:pt idx="71">
                  <c:v>110.22216726433372</c:v>
                </c:pt>
                <c:pt idx="72">
                  <c:v>111.05065743374139</c:v>
                </c:pt>
                <c:pt idx="73">
                  <c:v>111.19080004946208</c:v>
                </c:pt>
                <c:pt idx="74">
                  <c:v>109.08041713037385</c:v>
                </c:pt>
                <c:pt idx="75">
                  <c:v>110.13973043155684</c:v>
                </c:pt>
                <c:pt idx="76">
                  <c:v>110.40352829644286</c:v>
                </c:pt>
                <c:pt idx="77">
                  <c:v>109.90066361650388</c:v>
                </c:pt>
                <c:pt idx="78">
                  <c:v>109.59976917686824</c:v>
                </c:pt>
                <c:pt idx="79">
                  <c:v>109.42252998639795</c:v>
                </c:pt>
                <c:pt idx="80">
                  <c:v>106.68562713820538</c:v>
                </c:pt>
                <c:pt idx="81">
                  <c:v>104.97918469972386</c:v>
                </c:pt>
                <c:pt idx="82">
                  <c:v>104.24961872964843</c:v>
                </c:pt>
                <c:pt idx="83">
                  <c:v>103.95284613165167</c:v>
                </c:pt>
                <c:pt idx="84">
                  <c:v>103.76736325790368</c:v>
                </c:pt>
                <c:pt idx="85">
                  <c:v>103.65195169201604</c:v>
                </c:pt>
                <c:pt idx="86">
                  <c:v>102.67507522360998</c:v>
                </c:pt>
                <c:pt idx="87">
                  <c:v>102.31647500103054</c:v>
                </c:pt>
                <c:pt idx="88">
                  <c:v>101.33959853262445</c:v>
                </c:pt>
                <c:pt idx="89">
                  <c:v>100.55644862124404</c:v>
                </c:pt>
                <c:pt idx="90">
                  <c:v>101.65285849717662</c:v>
                </c:pt>
                <c:pt idx="91">
                  <c:v>100.76254070318626</c:v>
                </c:pt>
                <c:pt idx="92">
                  <c:v>101.15823750051533</c:v>
                </c:pt>
                <c:pt idx="93">
                  <c:v>100.849099377602</c:v>
                </c:pt>
                <c:pt idx="94">
                  <c:v>100.35447838094072</c:v>
                </c:pt>
                <c:pt idx="95">
                  <c:v>100.35860022257957</c:v>
                </c:pt>
                <c:pt idx="96">
                  <c:v>101.62400560570474</c:v>
                </c:pt>
                <c:pt idx="97">
                  <c:v>102.35357157578017</c:v>
                </c:pt>
                <c:pt idx="98">
                  <c:v>101.10465355921035</c:v>
                </c:pt>
                <c:pt idx="99">
                  <c:v>100.8284901694078</c:v>
                </c:pt>
                <c:pt idx="100">
                  <c:v>103.77148509954256</c:v>
                </c:pt>
                <c:pt idx="101">
                  <c:v>103.75911957462603</c:v>
                </c:pt>
                <c:pt idx="102">
                  <c:v>103.68904826676568</c:v>
                </c:pt>
                <c:pt idx="103">
                  <c:v>103.81682535756985</c:v>
                </c:pt>
                <c:pt idx="104">
                  <c:v>105.22649519805456</c:v>
                </c:pt>
                <c:pt idx="105">
                  <c:v>104.6247063187833</c:v>
                </c:pt>
                <c:pt idx="106">
                  <c:v>104.84316392564202</c:v>
                </c:pt>
                <c:pt idx="107">
                  <c:v>109.3029965788715</c:v>
                </c:pt>
                <c:pt idx="108">
                  <c:v>108.21483038621663</c:v>
                </c:pt>
                <c:pt idx="109">
                  <c:v>109.29887473723267</c:v>
                </c:pt>
                <c:pt idx="110">
                  <c:v>109.02271134743012</c:v>
                </c:pt>
                <c:pt idx="111">
                  <c:v>108.5651869255184</c:v>
                </c:pt>
                <c:pt idx="112">
                  <c:v>109.08866081365164</c:v>
                </c:pt>
                <c:pt idx="113">
                  <c:v>108.1447590783563</c:v>
                </c:pt>
                <c:pt idx="114">
                  <c:v>106.83813527884266</c:v>
                </c:pt>
                <c:pt idx="115">
                  <c:v>104.50517291125684</c:v>
                </c:pt>
                <c:pt idx="116">
                  <c:v>103.81682535756985</c:v>
                </c:pt>
                <c:pt idx="117">
                  <c:v>103.8745311405137</c:v>
                </c:pt>
                <c:pt idx="118">
                  <c:v>106.8257697539262</c:v>
                </c:pt>
                <c:pt idx="119">
                  <c:v>105.48617122130183</c:v>
                </c:pt>
                <c:pt idx="120">
                  <c:v>105.83652776060357</c:v>
                </c:pt>
                <c:pt idx="121">
                  <c:v>105.61394831210599</c:v>
                </c:pt>
                <c:pt idx="122">
                  <c:v>102.46898314166782</c:v>
                </c:pt>
                <c:pt idx="123">
                  <c:v>102.15572317711565</c:v>
                </c:pt>
                <c:pt idx="124">
                  <c:v>100.25967602324729</c:v>
                </c:pt>
                <c:pt idx="125">
                  <c:v>99.530110053171867</c:v>
                </c:pt>
                <c:pt idx="126">
                  <c:v>99.727958451836386</c:v>
                </c:pt>
                <c:pt idx="127">
                  <c:v>100.42042784716222</c:v>
                </c:pt>
                <c:pt idx="128">
                  <c:v>100.14014261572082</c:v>
                </c:pt>
                <c:pt idx="129">
                  <c:v>99.04373273978824</c:v>
                </c:pt>
                <c:pt idx="130">
                  <c:v>98.132805737603661</c:v>
                </c:pt>
                <c:pt idx="131">
                  <c:v>98.462553068711202</c:v>
                </c:pt>
                <c:pt idx="132">
                  <c:v>96.644820905980907</c:v>
                </c:pt>
                <c:pt idx="133">
                  <c:v>94.633362186224929</c:v>
                </c:pt>
                <c:pt idx="134">
                  <c:v>93.767775442067617</c:v>
                </c:pt>
                <c:pt idx="135">
                  <c:v>93.590536251597328</c:v>
                </c:pt>
                <c:pt idx="136">
                  <c:v>89.880878776637516</c:v>
                </c:pt>
                <c:pt idx="137">
                  <c:v>88.669057334817296</c:v>
                </c:pt>
                <c:pt idx="138">
                  <c:v>91.554346482008285</c:v>
                </c:pt>
                <c:pt idx="139">
                  <c:v>91.830509871810875</c:v>
                </c:pt>
                <c:pt idx="140">
                  <c:v>94.550925353448079</c:v>
                </c:pt>
                <c:pt idx="141">
                  <c:v>95.672066279213723</c:v>
                </c:pt>
                <c:pt idx="142">
                  <c:v>95.387659206133463</c:v>
                </c:pt>
                <c:pt idx="143">
                  <c:v>96.381023041094934</c:v>
                </c:pt>
                <c:pt idx="144">
                  <c:v>93.161864721157599</c:v>
                </c:pt>
                <c:pt idx="145">
                  <c:v>92.32100902683338</c:v>
                </c:pt>
                <c:pt idx="146">
                  <c:v>93.02996578871462</c:v>
                </c:pt>
                <c:pt idx="147">
                  <c:v>93.413297061127125</c:v>
                </c:pt>
                <c:pt idx="148">
                  <c:v>93.194839454268404</c:v>
                </c:pt>
                <c:pt idx="149">
                  <c:v>93.54931783520901</c:v>
                </c:pt>
                <c:pt idx="150">
                  <c:v>96.154321750958573</c:v>
                </c:pt>
                <c:pt idx="151">
                  <c:v>96.56650591484302</c:v>
                </c:pt>
                <c:pt idx="152">
                  <c:v>94.901281892749935</c:v>
                </c:pt>
                <c:pt idx="153">
                  <c:v>95.573142079881521</c:v>
                </c:pt>
                <c:pt idx="154">
                  <c:v>95.98532624376594</c:v>
                </c:pt>
                <c:pt idx="155">
                  <c:v>94.954865834054885</c:v>
                </c:pt>
                <c:pt idx="156">
                  <c:v>95.519558138576585</c:v>
                </c:pt>
                <c:pt idx="157">
                  <c:v>94.917769259305317</c:v>
                </c:pt>
                <c:pt idx="158">
                  <c:v>96.488190923704948</c:v>
                </c:pt>
                <c:pt idx="159">
                  <c:v>97.485676600305254</c:v>
                </c:pt>
                <c:pt idx="160">
                  <c:v>98.915955648984195</c:v>
                </c:pt>
                <c:pt idx="161">
                  <c:v>99.023123531594138</c:v>
                </c:pt>
                <c:pt idx="162">
                  <c:v>97.184782160669613</c:v>
                </c:pt>
                <c:pt idx="163">
                  <c:v>95.19393264910785</c:v>
                </c:pt>
                <c:pt idx="164">
                  <c:v>93.79662833353963</c:v>
                </c:pt>
                <c:pt idx="165">
                  <c:v>94.146984872841401</c:v>
                </c:pt>
                <c:pt idx="166">
                  <c:v>93.722435184040449</c:v>
                </c:pt>
                <c:pt idx="167">
                  <c:v>94.484975887226625</c:v>
                </c:pt>
                <c:pt idx="168">
                  <c:v>93.528708627014765</c:v>
                </c:pt>
                <c:pt idx="169">
                  <c:v>93.808993858456176</c:v>
                </c:pt>
                <c:pt idx="170">
                  <c:v>93.705947817485068</c:v>
                </c:pt>
                <c:pt idx="171">
                  <c:v>94.307736696756336</c:v>
                </c:pt>
                <c:pt idx="172">
                  <c:v>93.260788920489901</c:v>
                </c:pt>
                <c:pt idx="173">
                  <c:v>93.14537735460226</c:v>
                </c:pt>
                <c:pt idx="174">
                  <c:v>91.925312229504371</c:v>
                </c:pt>
                <c:pt idx="175">
                  <c:v>91.834631713449824</c:v>
                </c:pt>
                <c:pt idx="176">
                  <c:v>92.094307736697004</c:v>
                </c:pt>
                <c:pt idx="177">
                  <c:v>92.048967478669738</c:v>
                </c:pt>
                <c:pt idx="178">
                  <c:v>93.318494703433743</c:v>
                </c:pt>
                <c:pt idx="179">
                  <c:v>93.672973084374362</c:v>
                </c:pt>
                <c:pt idx="180">
                  <c:v>94.625118502947402</c:v>
                </c:pt>
                <c:pt idx="181">
                  <c:v>94.542681670170509</c:v>
                </c:pt>
                <c:pt idx="182">
                  <c:v>93.400931536210649</c:v>
                </c:pt>
                <c:pt idx="183">
                  <c:v>93.969745682371141</c:v>
                </c:pt>
                <c:pt idx="184">
                  <c:v>93.28139812868416</c:v>
                </c:pt>
                <c:pt idx="185">
                  <c:v>92.914554222827022</c:v>
                </c:pt>
                <c:pt idx="186">
                  <c:v>93.565805201764448</c:v>
                </c:pt>
                <c:pt idx="187">
                  <c:v>93.190717612629626</c:v>
                </c:pt>
                <c:pt idx="188">
                  <c:v>93.557561518486764</c:v>
                </c:pt>
                <c:pt idx="189">
                  <c:v>94.278883805284508</c:v>
                </c:pt>
                <c:pt idx="190">
                  <c:v>92.654878199579869</c:v>
                </c:pt>
                <c:pt idx="191">
                  <c:v>91.039116277152928</c:v>
                </c:pt>
                <c:pt idx="192">
                  <c:v>90.383743456576696</c:v>
                </c:pt>
                <c:pt idx="193">
                  <c:v>91.900581179671363</c:v>
                </c:pt>
                <c:pt idx="194">
                  <c:v>91.076212851902511</c:v>
                </c:pt>
                <c:pt idx="195">
                  <c:v>89.481060137669772</c:v>
                </c:pt>
                <c:pt idx="196">
                  <c:v>90.890729978154511</c:v>
                </c:pt>
                <c:pt idx="197">
                  <c:v>91.657392522979521</c:v>
                </c:pt>
                <c:pt idx="198">
                  <c:v>90.152920324801372</c:v>
                </c:pt>
                <c:pt idx="199">
                  <c:v>89.394501463254031</c:v>
                </c:pt>
                <c:pt idx="200">
                  <c:v>89.221384114422563</c:v>
                </c:pt>
                <c:pt idx="201">
                  <c:v>89.394501463253988</c:v>
                </c:pt>
                <c:pt idx="202">
                  <c:v>89.456329087836664</c:v>
                </c:pt>
                <c:pt idx="203">
                  <c:v>89.468694612753183</c:v>
                </c:pt>
                <c:pt idx="204">
                  <c:v>89.913853509748364</c:v>
                </c:pt>
                <c:pt idx="205">
                  <c:v>87.844689007048558</c:v>
                </c:pt>
                <c:pt idx="206">
                  <c:v>87.19343802811116</c:v>
                </c:pt>
                <c:pt idx="207">
                  <c:v>86.410288116730754</c:v>
                </c:pt>
                <c:pt idx="208">
                  <c:v>85.186101149994016</c:v>
                </c:pt>
                <c:pt idx="209">
                  <c:v>84.064960224228386</c:v>
                </c:pt>
                <c:pt idx="210">
                  <c:v>83.90008655867463</c:v>
                </c:pt>
                <c:pt idx="211">
                  <c:v>82.609950125716381</c:v>
                </c:pt>
                <c:pt idx="212">
                  <c:v>83.042743497795058</c:v>
                </c:pt>
                <c:pt idx="213">
                  <c:v>84.341123614031019</c:v>
                </c:pt>
                <c:pt idx="214">
                  <c:v>85.46638638143547</c:v>
                </c:pt>
                <c:pt idx="215">
                  <c:v>85.363340340464362</c:v>
                </c:pt>
                <c:pt idx="216">
                  <c:v>83.735212893120888</c:v>
                </c:pt>
                <c:pt idx="217">
                  <c:v>82.420345410329574</c:v>
                </c:pt>
                <c:pt idx="218">
                  <c:v>82.387370677218826</c:v>
                </c:pt>
                <c:pt idx="219">
                  <c:v>81.340422900952404</c:v>
                </c:pt>
                <c:pt idx="220">
                  <c:v>80.973578995095266</c:v>
                </c:pt>
                <c:pt idx="221">
                  <c:v>80.606735089238128</c:v>
                </c:pt>
                <c:pt idx="222">
                  <c:v>82.836651415852842</c:v>
                </c:pt>
                <c:pt idx="223">
                  <c:v>84.102056798977998</c:v>
                </c:pt>
                <c:pt idx="224">
                  <c:v>85.796133712542996</c:v>
                </c:pt>
                <c:pt idx="225">
                  <c:v>85.787890029265313</c:v>
                </c:pt>
                <c:pt idx="226">
                  <c:v>85.824986604014882</c:v>
                </c:pt>
                <c:pt idx="227">
                  <c:v>85.169613783438649</c:v>
                </c:pt>
                <c:pt idx="228" formatCode="0.00">
                  <c:v>83.541486336095176</c:v>
                </c:pt>
                <c:pt idx="229" formatCode="0.00">
                  <c:v>82.436832776884913</c:v>
                </c:pt>
                <c:pt idx="230" formatCode="0.00">
                  <c:v>82.609950125716367</c:v>
                </c:pt>
                <c:pt idx="231" formatCode="0.00">
                  <c:v>83.269444787931448</c:v>
                </c:pt>
                <c:pt idx="232" formatCode="0.00">
                  <c:v>84.015498124562257</c:v>
                </c:pt>
                <c:pt idx="233" formatCode="0.00">
                  <c:v>84.369976505502876</c:v>
                </c:pt>
                <c:pt idx="234" formatCode="0.00">
                  <c:v>83.953670499979609</c:v>
                </c:pt>
                <c:pt idx="235" formatCode="0.00">
                  <c:v>84.720333044804633</c:v>
                </c:pt>
                <c:pt idx="236" formatCode="0.00">
                  <c:v>85.235563249660174</c:v>
                </c:pt>
                <c:pt idx="237" formatCode="0.00">
                  <c:v>85.684843988294205</c:v>
                </c:pt>
                <c:pt idx="238" formatCode="0.00">
                  <c:v>85.313878240798218</c:v>
                </c:pt>
                <c:pt idx="239" formatCode="0.00">
                  <c:v>86.439141008202697</c:v>
                </c:pt>
                <c:pt idx="240" formatCode="0.00">
                  <c:v>86.340216808870437</c:v>
                </c:pt>
                <c:pt idx="241" formatCode="0.00">
                  <c:v>85.177857466716347</c:v>
                </c:pt>
                <c:pt idx="242" formatCode="0.00">
                  <c:v>85.272659824409772</c:v>
                </c:pt>
                <c:pt idx="243" formatCode="0.00">
                  <c:v>85.400436915213945</c:v>
                </c:pt>
                <c:pt idx="244" formatCode="0.00">
                  <c:v>85.437533489963542</c:v>
                </c:pt>
                <c:pt idx="245" formatCode="0.00">
                  <c:v>85.684843988294205</c:v>
                </c:pt>
                <c:pt idx="246" formatCode="0.00">
                  <c:v>84.980009068051828</c:v>
                </c:pt>
                <c:pt idx="247" formatCode="0.00">
                  <c:v>86.533943365896107</c:v>
                </c:pt>
                <c:pt idx="248" formatCode="0.00">
                  <c:v>86.212439718066264</c:v>
                </c:pt>
                <c:pt idx="249" formatCode="0.00">
                  <c:v>85.981616586290983</c:v>
                </c:pt>
                <c:pt idx="250" formatCode="0.00">
                  <c:v>86.018713161040566</c:v>
                </c:pt>
                <c:pt idx="251" formatCode="0.00">
                  <c:v>86.241292609538164</c:v>
                </c:pt>
                <c:pt idx="252" formatCode="0.00">
                  <c:v>86.443262849841531</c:v>
                </c:pt>
                <c:pt idx="253" formatCode="0.00">
                  <c:v>86.430897324924999</c:v>
                </c:pt>
                <c:pt idx="254" formatCode="0.00">
                  <c:v>86.616380198672985</c:v>
                </c:pt>
                <c:pt idx="255" formatCode="0.00">
                  <c:v>87.090391987140066</c:v>
                </c:pt>
                <c:pt idx="256" formatCode="0.00">
                  <c:v>87.090391987140066</c:v>
                </c:pt>
                <c:pt idx="257" formatCode="0.00">
                  <c:v>86.496846791146496</c:v>
                </c:pt>
                <c:pt idx="258" formatCode="0.00">
                  <c:v>86.319607600676193</c:v>
                </c:pt>
                <c:pt idx="259" formatCode="0.00">
                  <c:v>84.975887226412965</c:v>
                </c:pt>
                <c:pt idx="260">
                  <c:v>100</c:v>
                </c:pt>
                <c:pt idx="261" formatCode="0.00">
                  <c:v>100.05335661622041</c:v>
                </c:pt>
                <c:pt idx="262" formatCode="0.00">
                  <c:v>99.107489328676749</c:v>
                </c:pt>
                <c:pt idx="263" formatCode="0.00">
                  <c:v>98.365347303065576</c:v>
                </c:pt>
                <c:pt idx="264" formatCode="0.00">
                  <c:v>97.705665502522322</c:v>
                </c:pt>
                <c:pt idx="265" formatCode="0.00">
                  <c:v>99.757469926270872</c:v>
                </c:pt>
                <c:pt idx="266" formatCode="0.00">
                  <c:v>99.946643383779588</c:v>
                </c:pt>
                <c:pt idx="267" formatCode="0.00">
                  <c:v>101.29025999223906</c:v>
                </c:pt>
                <c:pt idx="268" formatCode="0.00">
                  <c:v>102.47380675203726</c:v>
                </c:pt>
                <c:pt idx="269" formatCode="0.00">
                  <c:v>103.40512223515718</c:v>
                </c:pt>
                <c:pt idx="270" formatCode="0.00">
                  <c:v>103.41967403958094</c:v>
                </c:pt>
                <c:pt idx="271" formatCode="0.00">
                  <c:v>103.86592937524257</c:v>
                </c:pt>
                <c:pt idx="272" formatCode="0.00">
                  <c:v>102.51261156383396</c:v>
                </c:pt>
                <c:pt idx="273" formatCode="0.00">
                  <c:v>103.22564998059764</c:v>
                </c:pt>
                <c:pt idx="274" formatCode="0.00">
                  <c:v>103.70585952658135</c:v>
                </c:pt>
                <c:pt idx="275" formatCode="0.00">
                  <c:v>105.03007372914246</c:v>
                </c:pt>
                <c:pt idx="276" formatCode="0.00">
                  <c:v>106.87330228948396</c:v>
                </c:pt>
                <c:pt idx="277" formatCode="0.00">
                  <c:v>107.27105161039975</c:v>
                </c:pt>
                <c:pt idx="278" formatCode="0.00">
                  <c:v>106.98971672487396</c:v>
                </c:pt>
                <c:pt idx="279" formatCode="0.00">
                  <c:v>107.31470702367102</c:v>
                </c:pt>
                <c:pt idx="280" formatCode="0.00">
                  <c:v>106.02929763290656</c:v>
                </c:pt>
                <c:pt idx="281" formatCode="0.00">
                  <c:v>104.18606907256509</c:v>
                </c:pt>
                <c:pt idx="282" formatCode="0.00">
                  <c:v>103.90473418703927</c:v>
                </c:pt>
                <c:pt idx="283" formatCode="0.00">
                  <c:v>104.85545207605752</c:v>
                </c:pt>
                <c:pt idx="284" formatCode="0.00">
                  <c:v>105.05917733798999</c:v>
                </c:pt>
                <c:pt idx="285" formatCode="0.00">
                  <c:v>103.21594877764851</c:v>
                </c:pt>
                <c:pt idx="286" formatCode="0.00">
                  <c:v>101.36786961583245</c:v>
                </c:pt>
                <c:pt idx="287" formatCode="0.00">
                  <c:v>102.57566938300356</c:v>
                </c:pt>
                <c:pt idx="288" formatCode="0.00">
                  <c:v>101.80927435001948</c:v>
                </c:pt>
                <c:pt idx="289" formatCode="0.00">
                  <c:v>102.41074893286773</c:v>
                </c:pt>
                <c:pt idx="290" formatCode="0.00">
                  <c:v>101.05743112145912</c:v>
                </c:pt>
                <c:pt idx="291" formatCode="0.00">
                  <c:v>101.26115638339161</c:v>
                </c:pt>
                <c:pt idx="292" formatCode="0.00">
                  <c:v>101.12533954210329</c:v>
                </c:pt>
                <c:pt idx="293" formatCode="0.00">
                  <c:v>98.583624369421884</c:v>
                </c:pt>
                <c:pt idx="294" formatCode="0.00">
                  <c:v>98.44780752813358</c:v>
                </c:pt>
                <c:pt idx="295" formatCode="0.00">
                  <c:v>98.889212262320598</c:v>
                </c:pt>
                <c:pt idx="296" formatCode="0.00">
                  <c:v>98.651532790066028</c:v>
                </c:pt>
                <c:pt idx="297" formatCode="0.00">
                  <c:v>97.763872720217364</c:v>
                </c:pt>
                <c:pt idx="298" formatCode="0.00">
                  <c:v>99.063833915405567</c:v>
                </c:pt>
                <c:pt idx="299" formatCode="0.00">
                  <c:v>99.844780752813406</c:v>
                </c:pt>
                <c:pt idx="300" formatCode="0.00">
                  <c:v>100.21827706635628</c:v>
                </c:pt>
                <c:pt idx="301" formatCode="0.00">
                  <c:v>101.8820333721382</c:v>
                </c:pt>
                <c:pt idx="302" formatCode="0.00">
                  <c:v>99.810826542491341</c:v>
                </c:pt>
                <c:pt idx="303" formatCode="0.00">
                  <c:v>100.42200232828877</c:v>
                </c:pt>
                <c:pt idx="304" formatCode="0.00">
                  <c:v>100.74699262708583</c:v>
                </c:pt>
                <c:pt idx="305" formatCode="0.00">
                  <c:v>101.36786961583243</c:v>
                </c:pt>
                <c:pt idx="306" formatCode="0.00">
                  <c:v>103.12863795110599</c:v>
                </c:pt>
                <c:pt idx="307" formatCode="0.00">
                  <c:v>101.77532013969737</c:v>
                </c:pt>
                <c:pt idx="308" formatCode="0.00">
                  <c:v>101.5424912689174</c:v>
                </c:pt>
                <c:pt idx="309" formatCode="0.00">
                  <c:v>102.20217306946066</c:v>
                </c:pt>
                <c:pt idx="310" formatCode="0.00">
                  <c:v>102.8715560729531</c:v>
                </c:pt>
                <c:pt idx="311" formatCode="0.00">
                  <c:v>101.66860690725655</c:v>
                </c:pt>
                <c:pt idx="312" formatCode="0.00">
                  <c:v>102.28463329452859</c:v>
                </c:pt>
                <c:pt idx="313" formatCode="0.00">
                  <c:v>99.582848273185931</c:v>
                </c:pt>
                <c:pt idx="314" formatCode="0.00">
                  <c:v>100.21827706635628</c:v>
                </c:pt>
                <c:pt idx="315" formatCode="0.00">
                  <c:v>100.16977105161045</c:v>
                </c:pt>
                <c:pt idx="316" formatCode="0.00">
                  <c:v>100.69848661233998</c:v>
                </c:pt>
                <c:pt idx="317" formatCode="0.00">
                  <c:v>101.02347691113702</c:v>
                </c:pt>
                <c:pt idx="318" formatCode="0.00">
                  <c:v>101.57159487776489</c:v>
                </c:pt>
                <c:pt idx="319" formatCode="0.00">
                  <c:v>102.25067908420651</c:v>
                </c:pt>
                <c:pt idx="320" formatCode="0.00">
                  <c:v>102.57566938300356</c:v>
                </c:pt>
                <c:pt idx="321" formatCode="0.00">
                  <c:v>103.7543655413272</c:v>
                </c:pt>
                <c:pt idx="322" formatCode="0.00">
                  <c:v>103.67675591773389</c:v>
                </c:pt>
                <c:pt idx="323" formatCode="0.00">
                  <c:v>105.13678696158333</c:v>
                </c:pt>
                <c:pt idx="324" formatCode="0.00">
                  <c:v>104.44800155219257</c:v>
                </c:pt>
                <c:pt idx="325" formatCode="0.00">
                  <c:v>104.01629802095471</c:v>
                </c:pt>
                <c:pt idx="326" formatCode="0.00">
                  <c:v>105.38416763678707</c:v>
                </c:pt>
                <c:pt idx="327" formatCode="0.00">
                  <c:v>105.82557237097411</c:v>
                </c:pt>
                <c:pt idx="328" formatCode="0.00">
                  <c:v>106.11660845944908</c:v>
                </c:pt>
                <c:pt idx="329" formatCode="0.00">
                  <c:v>106.11660845944908</c:v>
                </c:pt>
                <c:pt idx="330" formatCode="0.00">
                  <c:v>106.11660845944908</c:v>
                </c:pt>
                <c:pt idx="331" formatCode="0.00">
                  <c:v>106.43189755529696</c:v>
                </c:pt>
                <c:pt idx="332" formatCode="0.00">
                  <c:v>107.58634070624768</c:v>
                </c:pt>
                <c:pt idx="333" formatCode="0.00">
                  <c:v>108.94935972060547</c:v>
                </c:pt>
                <c:pt idx="334" formatCode="0.00">
                  <c:v>109.98738843616621</c:v>
                </c:pt>
                <c:pt idx="335" formatCode="0.00">
                  <c:v>109.88552580519998</c:v>
                </c:pt>
                <c:pt idx="336" formatCode="0.00">
                  <c:v>109.4247186651146</c:v>
                </c:pt>
                <c:pt idx="337" formatCode="0.00">
                  <c:v>108.02774544043474</c:v>
                </c:pt>
                <c:pt idx="338" formatCode="0.00">
                  <c:v>107.13523476911149</c:v>
                </c:pt>
                <c:pt idx="339" formatCode="0.00">
                  <c:v>107.15463717500982</c:v>
                </c:pt>
                <c:pt idx="340" formatCode="0.00">
                  <c:v>107.41656965463731</c:v>
                </c:pt>
                <c:pt idx="341" formatCode="0.00">
                  <c:v>108.58556461001177</c:v>
                </c:pt>
                <c:pt idx="342" formatCode="0.00">
                  <c:v>107.53783469150187</c:v>
                </c:pt>
                <c:pt idx="343" formatCode="0.00">
                  <c:v>107.13523476911149</c:v>
                </c:pt>
                <c:pt idx="344" formatCode="0.00">
                  <c:v>104.26852929763304</c:v>
                </c:pt>
                <c:pt idx="345" formatCode="0.00">
                  <c:v>103.27900659681812</c:v>
                </c:pt>
                <c:pt idx="346" formatCode="0.00">
                  <c:v>103.27900659681812</c:v>
                </c:pt>
                <c:pt idx="347" formatCode="0.00">
                  <c:v>103.31296080714021</c:v>
                </c:pt>
                <c:pt idx="348" formatCode="0.00">
                  <c:v>104.81179666278632</c:v>
                </c:pt>
                <c:pt idx="349" formatCode="0.00">
                  <c:v>105.21924718665129</c:v>
                </c:pt>
                <c:pt idx="350" formatCode="0.00">
                  <c:v>107.14493597206068</c:v>
                </c:pt>
                <c:pt idx="351" formatCode="0.00">
                  <c:v>107.6736515327902</c:v>
                </c:pt>
                <c:pt idx="352" formatCode="0.00">
                  <c:v>106.39309274350033</c:v>
                </c:pt>
                <c:pt idx="353" formatCode="0.00">
                  <c:v>106.5434613892124</c:v>
                </c:pt>
                <c:pt idx="354" formatCode="0.00">
                  <c:v>105.47147846332959</c:v>
                </c:pt>
                <c:pt idx="355" formatCode="0.00">
                  <c:v>106.40279394644951</c:v>
                </c:pt>
                <c:pt idx="356" formatCode="0.00">
                  <c:v>107.94528521536684</c:v>
                </c:pt>
                <c:pt idx="357" formatCode="0.00">
                  <c:v>107.15463717500982</c:v>
                </c:pt>
                <c:pt idx="358" formatCode="0.00">
                  <c:v>107.90648040357017</c:v>
                </c:pt>
                <c:pt idx="359" formatCode="0.00">
                  <c:v>107.04307334109444</c:v>
                </c:pt>
                <c:pt idx="360" formatCode="0.00">
                  <c:v>107.09157935584028</c:v>
                </c:pt>
                <c:pt idx="361" formatCode="0.00">
                  <c:v>107.12553356616236</c:v>
                </c:pt>
                <c:pt idx="362" formatCode="0.00">
                  <c:v>108.26057431121474</c:v>
                </c:pt>
                <c:pt idx="363" formatCode="0.00">
                  <c:v>109.09002716336842</c:v>
                </c:pt>
                <c:pt idx="364" formatCode="0.00">
                  <c:v>107.95983701979061</c:v>
                </c:pt>
                <c:pt idx="365" formatCode="0.00">
                  <c:v>109.07062475747009</c:v>
                </c:pt>
                <c:pt idx="366" formatCode="0.00">
                  <c:v>109.30345362825005</c:v>
                </c:pt>
                <c:pt idx="367" formatCode="0.00">
                  <c:v>110.43364377182787</c:v>
                </c:pt>
                <c:pt idx="368" formatCode="0.00">
                  <c:v>109.04637175009719</c:v>
                </c:pt>
                <c:pt idx="369" formatCode="0.00">
                  <c:v>110.32207993791248</c:v>
                </c:pt>
                <c:pt idx="370" formatCode="0.00">
                  <c:v>111.59778812572777</c:v>
                </c:pt>
                <c:pt idx="371" formatCode="0.00">
                  <c:v>113.22273961971305</c:v>
                </c:pt>
                <c:pt idx="372" formatCode="0.00">
                  <c:v>114.80403570042706</c:v>
                </c:pt>
                <c:pt idx="373" formatCode="0.00">
                  <c:v>115.21633682576659</c:v>
                </c:pt>
                <c:pt idx="374" formatCode="0.00">
                  <c:v>116.30287155607316</c:v>
                </c:pt>
                <c:pt idx="375" formatCode="0.00">
                  <c:v>115.8663174233607</c:v>
                </c:pt>
                <c:pt idx="376" formatCode="0.00">
                  <c:v>116.01668606907278</c:v>
                </c:pt>
                <c:pt idx="377" formatCode="0.00">
                  <c:v>116.16705471478487</c:v>
                </c:pt>
                <c:pt idx="378" formatCode="0.00">
                  <c:v>116.31257275902234</c:v>
                </c:pt>
                <c:pt idx="379" formatCode="0.00">
                  <c:v>116.88009313154852</c:v>
                </c:pt>
                <c:pt idx="380" formatCode="0.00">
                  <c:v>116.83643771827728</c:v>
                </c:pt>
                <c:pt idx="381" formatCode="0.00">
                  <c:v>116.44353899883608</c:v>
                </c:pt>
                <c:pt idx="382" formatCode="0.00">
                  <c:v>116.62301125339563</c:v>
                </c:pt>
                <c:pt idx="383" formatCode="0.00">
                  <c:v>116.97710516104017</c:v>
                </c:pt>
                <c:pt idx="384" formatCode="0.00">
                  <c:v>118.1363989134655</c:v>
                </c:pt>
                <c:pt idx="385" formatCode="0.00">
                  <c:v>116.01668606907278</c:v>
                </c:pt>
                <c:pt idx="386" formatCode="0.00">
                  <c:v>116.3804811796665</c:v>
                </c:pt>
                <c:pt idx="387" formatCode="0.00">
                  <c:v>116.38533178114108</c:v>
                </c:pt>
                <c:pt idx="388" formatCode="0.00">
                  <c:v>116.93830034924352</c:v>
                </c:pt>
                <c:pt idx="389" formatCode="0.00">
                  <c:v>115.97788125727611</c:v>
                </c:pt>
                <c:pt idx="390" formatCode="0.00">
                  <c:v>116.27376794722565</c:v>
                </c:pt>
                <c:pt idx="391" formatCode="0.00">
                  <c:v>116.44838960031065</c:v>
                </c:pt>
                <c:pt idx="392" formatCode="0.00">
                  <c:v>117.29724485836263</c:v>
                </c:pt>
                <c:pt idx="393" formatCode="0.00">
                  <c:v>117.38940628637972</c:v>
                </c:pt>
                <c:pt idx="394" formatCode="0.00">
                  <c:v>114.70217306946083</c:v>
                </c:pt>
                <c:pt idx="395" formatCode="0.00">
                  <c:v>116.47749320915815</c:v>
                </c:pt>
                <c:pt idx="396" formatCode="0.00">
                  <c:v>116.71032207993812</c:v>
                </c:pt>
                <c:pt idx="397" formatCode="0.00">
                  <c:v>115.90027163368279</c:v>
                </c:pt>
                <c:pt idx="398" formatCode="0.00">
                  <c:v>117.19053162592185</c:v>
                </c:pt>
                <c:pt idx="399" formatCode="0.00">
                  <c:v>118.29161816065213</c:v>
                </c:pt>
                <c:pt idx="400" formatCode="0.00">
                  <c:v>118.76697710516125</c:v>
                </c:pt>
                <c:pt idx="401" formatCode="0.00">
                  <c:v>120.09604190919694</c:v>
                </c:pt>
                <c:pt idx="402" formatCode="0.00">
                  <c:v>121.13407062475768</c:v>
                </c:pt>
                <c:pt idx="403" formatCode="0.00">
                  <c:v>121.9538222739622</c:v>
                </c:pt>
                <c:pt idx="404" formatCode="0.00">
                  <c:v>121.8956150562672</c:v>
                </c:pt>
                <c:pt idx="405" formatCode="0.00">
                  <c:v>122.17694994179301</c:v>
                </c:pt>
                <c:pt idx="406" formatCode="0.00">
                  <c:v>122.74447031431922</c:v>
                </c:pt>
                <c:pt idx="407" formatCode="0.00">
                  <c:v>122.15754753589469</c:v>
                </c:pt>
                <c:pt idx="408" formatCode="0.00">
                  <c:v>122.78812572759045</c:v>
                </c:pt>
                <c:pt idx="409" formatCode="0.00">
                  <c:v>123.00155219247209</c:v>
                </c:pt>
                <c:pt idx="410" formatCode="0.00">
                  <c:v>123.87951105937158</c:v>
                </c:pt>
                <c:pt idx="411" formatCode="0.00">
                  <c:v>123.59817617384579</c:v>
                </c:pt>
                <c:pt idx="412" formatCode="0.00">
                  <c:v>121.23593325572394</c:v>
                </c:pt>
                <c:pt idx="413" formatCode="0.00">
                  <c:v>119.62068296468784</c:v>
                </c:pt>
                <c:pt idx="414" formatCode="0.00">
                  <c:v>116.8024835079552</c:v>
                </c:pt>
                <c:pt idx="415" formatCode="0.00">
                  <c:v>119.57702755141659</c:v>
                </c:pt>
                <c:pt idx="416" formatCode="0.00">
                  <c:v>120.56169965075691</c:v>
                </c:pt>
                <c:pt idx="417" formatCode="0.00">
                  <c:v>118.99980597594123</c:v>
                </c:pt>
                <c:pt idx="418" formatCode="0.00">
                  <c:v>120.71691889794356</c:v>
                </c:pt>
                <c:pt idx="419" formatCode="0.00">
                  <c:v>122.76872332169211</c:v>
                </c:pt>
                <c:pt idx="420" formatCode="0.00">
                  <c:v>122.3758246022509</c:v>
                </c:pt>
                <c:pt idx="421" formatCode="0.00">
                  <c:v>120.21245634458694</c:v>
                </c:pt>
                <c:pt idx="422" formatCode="0.00">
                  <c:v>118.6942180830425</c:v>
                </c:pt>
                <c:pt idx="423" formatCode="0.00">
                  <c:v>117.58828094683761</c:v>
                </c:pt>
                <c:pt idx="424" formatCode="0.00">
                  <c:v>118.28676755917755</c:v>
                </c:pt>
                <c:pt idx="425" formatCode="0.00">
                  <c:v>117.71924718665134</c:v>
                </c:pt>
                <c:pt idx="426" formatCode="0.00">
                  <c:v>118.0733410942959</c:v>
                </c:pt>
                <c:pt idx="427" formatCode="0.00">
                  <c:v>117.7920062087701</c:v>
                </c:pt>
                <c:pt idx="428" formatCode="0.00">
                  <c:v>118.99495537446667</c:v>
                </c:pt>
                <c:pt idx="429" formatCode="0.00">
                  <c:v>118.56810244470337</c:v>
                </c:pt>
                <c:pt idx="430" formatCode="0.00">
                  <c:v>117.51552192471888</c:v>
                </c:pt>
                <c:pt idx="431" formatCode="0.00">
                  <c:v>117.96177726038052</c:v>
                </c:pt>
                <c:pt idx="432" formatCode="0.00">
                  <c:v>118.31102056655048</c:v>
                </c:pt>
                <c:pt idx="433" formatCode="0.00">
                  <c:v>118.4468374078388</c:v>
                </c:pt>
                <c:pt idx="434" formatCode="0.00">
                  <c:v>118.53414823438131</c:v>
                </c:pt>
                <c:pt idx="435" formatCode="0.00">
                  <c:v>119.56247574699289</c:v>
                </c:pt>
                <c:pt idx="436" formatCode="0.00">
                  <c:v>119.75649980597619</c:v>
                </c:pt>
                <c:pt idx="437" formatCode="0.00">
                  <c:v>118.81548311990711</c:v>
                </c:pt>
                <c:pt idx="438" formatCode="0.00">
                  <c:v>119.09196740395835</c:v>
                </c:pt>
                <c:pt idx="439" formatCode="0.00">
                  <c:v>120.55684904928238</c:v>
                </c:pt>
                <c:pt idx="440" formatCode="0.00">
                  <c:v>120.80908032596069</c:v>
                </c:pt>
                <c:pt idx="441" formatCode="0.00">
                  <c:v>121.6239813736906</c:v>
                </c:pt>
                <c:pt idx="442" formatCode="0.00">
                  <c:v>121.96837407838598</c:v>
                </c:pt>
                <c:pt idx="443" formatCode="0.00">
                  <c:v>122.85118354676004</c:v>
                </c:pt>
                <c:pt idx="444" formatCode="0.00">
                  <c:v>123.78734963135454</c:v>
                </c:pt>
                <c:pt idx="445" formatCode="0.00">
                  <c:v>123.4866123399304</c:v>
                </c:pt>
                <c:pt idx="446" formatCode="0.00">
                  <c:v>124.51979045401654</c:v>
                </c:pt>
                <c:pt idx="447" formatCode="0.00">
                  <c:v>123.92801707411743</c:v>
                </c:pt>
                <c:pt idx="448" formatCode="0.00">
                  <c:v>124.42277842452491</c:v>
                </c:pt>
                <c:pt idx="449" formatCode="0.00">
                  <c:v>123.21982925882834</c:v>
                </c:pt>
                <c:pt idx="450" formatCode="0.00">
                  <c:v>121.69188979433474</c:v>
                </c:pt>
                <c:pt idx="451" formatCode="0.00">
                  <c:v>119.7225455956541</c:v>
                </c:pt>
                <c:pt idx="452" formatCode="0.00">
                  <c:v>119.20838183934832</c:v>
                </c:pt>
                <c:pt idx="453" formatCode="0.00">
                  <c:v>118.17520372526216</c:v>
                </c:pt>
                <c:pt idx="454" formatCode="0.00">
                  <c:v>118.97070236709376</c:v>
                </c:pt>
                <c:pt idx="455" formatCode="0.00">
                  <c:v>118.95615056267002</c:v>
                </c:pt>
                <c:pt idx="456" formatCode="0.00">
                  <c:v>117.14202561117602</c:v>
                </c:pt>
                <c:pt idx="457" formatCode="0.00">
                  <c:v>115.01261156383414</c:v>
                </c:pt>
                <c:pt idx="458" formatCode="0.00">
                  <c:v>113.6107877376797</c:v>
                </c:pt>
                <c:pt idx="459" formatCode="0.00">
                  <c:v>111.48622429181242</c:v>
                </c:pt>
                <c:pt idx="460" formatCode="0.00">
                  <c:v>112.20896391152527</c:v>
                </c:pt>
                <c:pt idx="461" formatCode="0.00">
                  <c:v>112.28657353511858</c:v>
                </c:pt>
                <c:pt idx="462" formatCode="0.00">
                  <c:v>114.64881645324043</c:v>
                </c:pt>
                <c:pt idx="463" formatCode="0.00">
                  <c:v>114.63426464881668</c:v>
                </c:pt>
                <c:pt idx="464" formatCode="0.00">
                  <c:v>113.80966239813759</c:v>
                </c:pt>
                <c:pt idx="465" formatCode="0.00">
                  <c:v>114.38203337213837</c:v>
                </c:pt>
                <c:pt idx="466" formatCode="0.00">
                  <c:v>114.38203337213837</c:v>
                </c:pt>
                <c:pt idx="467" formatCode="0.00">
                  <c:v>115.560729530462</c:v>
                </c:pt>
                <c:pt idx="468" formatCode="0.00">
                  <c:v>114.03764066744297</c:v>
                </c:pt>
                <c:pt idx="469" formatCode="0.00">
                  <c:v>114.40143577803669</c:v>
                </c:pt>
                <c:pt idx="470" formatCode="0.00">
                  <c:v>114.77493209157956</c:v>
                </c:pt>
                <c:pt idx="471" formatCode="0.00">
                  <c:v>114.63426464881667</c:v>
                </c:pt>
                <c:pt idx="472" formatCode="0.00">
                  <c:v>115.04656577415621</c:v>
                </c:pt>
                <c:pt idx="473" formatCode="0.00">
                  <c:v>115.37640667442786</c:v>
                </c:pt>
                <c:pt idx="474" formatCode="0.00">
                  <c:v>117.51067132324431</c:v>
                </c:pt>
                <c:pt idx="475" formatCode="0.00">
                  <c:v>118.12669771051632</c:v>
                </c:pt>
                <c:pt idx="476" formatCode="0.00">
                  <c:v>119.22778424524664</c:v>
                </c:pt>
                <c:pt idx="477" formatCode="0.00">
                  <c:v>117.67074117190553</c:v>
                </c:pt>
                <c:pt idx="478" formatCode="0.00">
                  <c:v>118.05393868839758</c:v>
                </c:pt>
                <c:pt idx="479" formatCode="0.00">
                  <c:v>119.93597206053575</c:v>
                </c:pt>
                <c:pt idx="480" formatCode="0.00">
                  <c:v>121.93441986806387</c:v>
                </c:pt>
                <c:pt idx="481" formatCode="0.00">
                  <c:v>121.84710904152138</c:v>
                </c:pt>
                <c:pt idx="482" formatCode="0.00">
                  <c:v>120.88668994955397</c:v>
                </c:pt>
                <c:pt idx="483" formatCode="0.00">
                  <c:v>118.66511447419502</c:v>
                </c:pt>
                <c:pt idx="484" formatCode="0.00">
                  <c:v>120.73632130384189</c:v>
                </c:pt>
                <c:pt idx="485" formatCode="0.00">
                  <c:v>120.19305393868859</c:v>
                </c:pt>
                <c:pt idx="486" formatCode="0.00">
                  <c:v>120.50834303453648</c:v>
                </c:pt>
                <c:pt idx="487" formatCode="0.00">
                  <c:v>122.24000776096256</c:v>
                </c:pt>
                <c:pt idx="488" formatCode="0.00">
                  <c:v>120.57625145518064</c:v>
                </c:pt>
                <c:pt idx="489" formatCode="0.00">
                  <c:v>118.64571206829665</c:v>
                </c:pt>
                <c:pt idx="490" formatCode="0.00">
                  <c:v>118.51474582848292</c:v>
                </c:pt>
                <c:pt idx="491" formatCode="0.00">
                  <c:v>120.20275514163777</c:v>
                </c:pt>
                <c:pt idx="492" formatCode="0.00">
                  <c:v>119.03376018626329</c:v>
                </c:pt>
                <c:pt idx="493" formatCode="0.00">
                  <c:v>119.15987582460247</c:v>
                </c:pt>
                <c:pt idx="494" formatCode="0.00">
                  <c:v>119.22778424524662</c:v>
                </c:pt>
                <c:pt idx="495" formatCode="0.00">
                  <c:v>120.08634070624778</c:v>
                </c:pt>
                <c:pt idx="496" formatCode="0.00">
                  <c:v>122.14784633294549</c:v>
                </c:pt>
                <c:pt idx="497" formatCode="0.00">
                  <c:v>122.66201008925128</c:v>
                </c:pt>
                <c:pt idx="498" formatCode="0.00">
                  <c:v>121.5221187427243</c:v>
                </c:pt>
                <c:pt idx="499" formatCode="0.00">
                  <c:v>120.28521536670567</c:v>
                </c:pt>
                <c:pt idx="500" formatCode="0.00">
                  <c:v>122.37582460225089</c:v>
                </c:pt>
                <c:pt idx="501" formatCode="0.00">
                  <c:v>120.7023670935198</c:v>
                </c:pt>
                <c:pt idx="502" formatCode="0.00">
                  <c:v>121.21653084982557</c:v>
                </c:pt>
                <c:pt idx="503" formatCode="0.00">
                  <c:v>121.22138145130018</c:v>
                </c:pt>
                <c:pt idx="504" formatCode="0.00">
                  <c:v>121.62883197516514</c:v>
                </c:pt>
                <c:pt idx="505" formatCode="0.00">
                  <c:v>121.60457896779222</c:v>
                </c:pt>
                <c:pt idx="506" formatCode="0.00">
                  <c:v>121.75979821497889</c:v>
                </c:pt>
                <c:pt idx="507" formatCode="0.00">
                  <c:v>121.38630190143601</c:v>
                </c:pt>
                <c:pt idx="508" formatCode="0.00">
                  <c:v>121.36689949553769</c:v>
                </c:pt>
                <c:pt idx="509" formatCode="0.00">
                  <c:v>122.24970896391177</c:v>
                </c:pt>
                <c:pt idx="510" formatCode="0.00">
                  <c:v>123.14221963523504</c:v>
                </c:pt>
                <c:pt idx="511" formatCode="0.00">
                  <c:v>123.26348467209959</c:v>
                </c:pt>
                <c:pt idx="512" formatCode="0.00">
                  <c:v>123.2877376794725</c:v>
                </c:pt>
                <c:pt idx="513" formatCode="0.00">
                  <c:v>123.11796662786209</c:v>
                </c:pt>
                <c:pt idx="514" formatCode="0.00">
                  <c:v>122.8026775320142</c:v>
                </c:pt>
                <c:pt idx="515" formatCode="0.00">
                  <c:v>124.26270857586363</c:v>
                </c:pt>
                <c:pt idx="516" formatCode="0.00">
                  <c:v>124.26270857586363</c:v>
                </c:pt>
                <c:pt idx="517" formatCode="0.00">
                  <c:v>125.70333721381473</c:v>
                </c:pt>
                <c:pt idx="518" formatCode="0.00">
                  <c:v>126.98874660457916</c:v>
                </c:pt>
                <c:pt idx="519" formatCode="0.00">
                  <c:v>125.62572759022139</c:v>
                </c:pt>
                <c:pt idx="520">
                  <c:v>100</c:v>
                </c:pt>
                <c:pt idx="521" formatCode="0.00">
                  <c:v>100</c:v>
                </c:pt>
                <c:pt idx="522" formatCode="0.00">
                  <c:v>99.841109905441016</c:v>
                </c:pt>
                <c:pt idx="523" formatCode="0.00">
                  <c:v>98.868392497287232</c:v>
                </c:pt>
                <c:pt idx="524" formatCode="0.00">
                  <c:v>98.535110835529366</c:v>
                </c:pt>
                <c:pt idx="525" formatCode="0.00">
                  <c:v>99.9341187412804</c:v>
                </c:pt>
                <c:pt idx="526" formatCode="0.00">
                  <c:v>99.829483800961071</c:v>
                </c:pt>
                <c:pt idx="527" formatCode="0.00">
                  <c:v>98.356843900170489</c:v>
                </c:pt>
                <c:pt idx="528" formatCode="0.00">
                  <c:v>98.511858626569492</c:v>
                </c:pt>
                <c:pt idx="529" formatCode="0.00">
                  <c:v>98.666873352968494</c:v>
                </c:pt>
                <c:pt idx="530" formatCode="0.00">
                  <c:v>99.093163850565773</c:v>
                </c:pt>
                <c:pt idx="531" formatCode="0.00">
                  <c:v>99.232677104324878</c:v>
                </c:pt>
                <c:pt idx="532" formatCode="0.00">
                  <c:v>98.298713377770852</c:v>
                </c:pt>
                <c:pt idx="533" formatCode="0.00">
                  <c:v>97.767787939854259</c:v>
                </c:pt>
                <c:pt idx="534" formatCode="0.00">
                  <c:v>98.961401333126616</c:v>
                </c:pt>
                <c:pt idx="535" formatCode="0.00">
                  <c:v>99.081537746085857</c:v>
                </c:pt>
                <c:pt idx="536" formatCode="0.00">
                  <c:v>99.325685940164306</c:v>
                </c:pt>
                <c:pt idx="537" formatCode="0.00">
                  <c:v>97.918927298093323</c:v>
                </c:pt>
                <c:pt idx="538" formatCode="0.00">
                  <c:v>99.000155014726403</c:v>
                </c:pt>
                <c:pt idx="539" formatCode="0.00">
                  <c:v>98.325840954890708</c:v>
                </c:pt>
                <c:pt idx="540" formatCode="0.00">
                  <c:v>99.085413114245853</c:v>
                </c:pt>
                <c:pt idx="541" formatCode="0.00">
                  <c:v>98.647496512168644</c:v>
                </c:pt>
                <c:pt idx="542" formatCode="0.00">
                  <c:v>98.914896915206953</c:v>
                </c:pt>
                <c:pt idx="543" formatCode="0.00">
                  <c:v>98.961401333126659</c:v>
                </c:pt>
                <c:pt idx="544" formatCode="0.00">
                  <c:v>99.682219810882032</c:v>
                </c:pt>
                <c:pt idx="545" formatCode="0.00">
                  <c:v>98.496357153929623</c:v>
                </c:pt>
                <c:pt idx="546" formatCode="0.00">
                  <c:v>97.856921407533704</c:v>
                </c:pt>
                <c:pt idx="547" formatCode="0.00">
                  <c:v>97.91117656177336</c:v>
                </c:pt>
                <c:pt idx="548" formatCode="0.00">
                  <c:v>97.961556347853033</c:v>
                </c:pt>
                <c:pt idx="549" formatCode="0.00">
                  <c:v>98.143698651371878</c:v>
                </c:pt>
                <c:pt idx="550" formatCode="0.00">
                  <c:v>98.825763447527507</c:v>
                </c:pt>
                <c:pt idx="551" formatCode="0.00">
                  <c:v>98.996279646566435</c:v>
                </c:pt>
                <c:pt idx="552" formatCode="0.00">
                  <c:v>98.725003875368174</c:v>
                </c:pt>
                <c:pt idx="553" formatCode="0.00">
                  <c:v>98.969152069446622</c:v>
                </c:pt>
                <c:pt idx="554" formatCode="0.00">
                  <c:v>99.112540691365695</c:v>
                </c:pt>
                <c:pt idx="555" formatCode="0.00">
                  <c:v>99.159045109285401</c:v>
                </c:pt>
                <c:pt idx="556" formatCode="0.00">
                  <c:v>98.988528910246487</c:v>
                </c:pt>
                <c:pt idx="557" formatCode="0.00">
                  <c:v>98.779259029607829</c:v>
                </c:pt>
                <c:pt idx="558" formatCode="0.00">
                  <c:v>98.725003875368174</c:v>
                </c:pt>
                <c:pt idx="559" formatCode="0.00">
                  <c:v>98.639745775848709</c:v>
                </c:pt>
                <c:pt idx="560" formatCode="0.00">
                  <c:v>97.767787939854301</c:v>
                </c:pt>
                <c:pt idx="561" formatCode="0.00">
                  <c:v>97.880173616493579</c:v>
                </c:pt>
                <c:pt idx="562" formatCode="0.00">
                  <c:v>98.546736940009311</c:v>
                </c:pt>
                <c:pt idx="563" formatCode="0.00">
                  <c:v>98.70562703456828</c:v>
                </c:pt>
                <c:pt idx="564" formatCode="0.00">
                  <c:v>98.709502402728262</c:v>
                </c:pt>
                <c:pt idx="565" formatCode="0.00">
                  <c:v>98.15920012401179</c:v>
                </c:pt>
                <c:pt idx="566" formatCode="0.00">
                  <c:v>98.310339482250839</c:v>
                </c:pt>
                <c:pt idx="567" formatCode="0.00">
                  <c:v>98.225081382731389</c:v>
                </c:pt>
                <c:pt idx="568" formatCode="0.00">
                  <c:v>98.802511238567689</c:v>
                </c:pt>
                <c:pt idx="569" formatCode="0.00">
                  <c:v>98.926523019686911</c:v>
                </c:pt>
                <c:pt idx="570" formatCode="0.00">
                  <c:v>99.259804681444791</c:v>
                </c:pt>
                <c:pt idx="571" formatCode="0.00">
                  <c:v>99.000155014726445</c:v>
                </c:pt>
                <c:pt idx="572" formatCode="0.00">
                  <c:v>98.77538366144789</c:v>
                </c:pt>
                <c:pt idx="573" formatCode="0.00">
                  <c:v>99.279181522244656</c:v>
                </c:pt>
                <c:pt idx="574" formatCode="0.00">
                  <c:v>99.585335606882694</c:v>
                </c:pt>
                <c:pt idx="575" formatCode="0.00">
                  <c:v>99.825608432801161</c:v>
                </c:pt>
                <c:pt idx="576" formatCode="0.00">
                  <c:v>99.484576034723332</c:v>
                </c:pt>
                <c:pt idx="577" formatCode="0.00">
                  <c:v>99.972872422880215</c:v>
                </c:pt>
                <c:pt idx="578" formatCode="0.00">
                  <c:v>99.542706557122969</c:v>
                </c:pt>
                <c:pt idx="579" formatCode="0.00">
                  <c:v>99.325685940164362</c:v>
                </c:pt>
                <c:pt idx="580" formatCode="0.00">
                  <c:v>99.538831188962988</c:v>
                </c:pt>
                <c:pt idx="581" formatCode="0.00">
                  <c:v>99.352813517284176</c:v>
                </c:pt>
                <c:pt idx="582" formatCode="0.00">
                  <c:v>100.47667028367698</c:v>
                </c:pt>
                <c:pt idx="583" formatCode="0.00">
                  <c:v>100.55030227871653</c:v>
                </c:pt>
                <c:pt idx="584" formatCode="0.00">
                  <c:v>100.41466439311741</c:v>
                </c:pt>
                <c:pt idx="585" formatCode="0.00">
                  <c:v>100.41466439311741</c:v>
                </c:pt>
                <c:pt idx="586" formatCode="0.00">
                  <c:v>100.28677724383823</c:v>
                </c:pt>
                <c:pt idx="587" formatCode="0.00">
                  <c:v>101.1819872887925</c:v>
                </c:pt>
                <c:pt idx="588" formatCode="0.00">
                  <c:v>101.64315609982955</c:v>
                </c:pt>
                <c:pt idx="589" formatCode="0.00">
                  <c:v>102.86002170206176</c:v>
                </c:pt>
                <c:pt idx="590" formatCode="0.00">
                  <c:v>102.9026507518215</c:v>
                </c:pt>
                <c:pt idx="591" formatCode="0.00">
                  <c:v>102.75151139358246</c:v>
                </c:pt>
                <c:pt idx="592" formatCode="0.00">
                  <c:v>102.66237792590303</c:v>
                </c:pt>
                <c:pt idx="593" formatCode="0.00">
                  <c:v>101.70903735854914</c:v>
                </c:pt>
                <c:pt idx="594" formatCode="0.00">
                  <c:v>101.28274686095186</c:v>
                </c:pt>
                <c:pt idx="595" formatCode="0.00">
                  <c:v>100.50379786079685</c:v>
                </c:pt>
                <c:pt idx="596" formatCode="0.00">
                  <c:v>99.143543636645575</c:v>
                </c:pt>
                <c:pt idx="597" formatCode="0.00">
                  <c:v>98.930398387846921</c:v>
                </c:pt>
                <c:pt idx="598" formatCode="0.00">
                  <c:v>99.333436676484354</c:v>
                </c:pt>
                <c:pt idx="599" formatCode="0.00">
                  <c:v>98.333591691210771</c:v>
                </c:pt>
                <c:pt idx="600" formatCode="0.00">
                  <c:v>99.252053945124885</c:v>
                </c:pt>
                <c:pt idx="601" formatCode="0.00">
                  <c:v>99.027282591846316</c:v>
                </c:pt>
                <c:pt idx="602" formatCode="0.00">
                  <c:v>99.124166795845696</c:v>
                </c:pt>
                <c:pt idx="603" formatCode="0.00">
                  <c:v>98.39559758177036</c:v>
                </c:pt>
                <c:pt idx="604" formatCode="0.00">
                  <c:v>97.973182452333077</c:v>
                </c:pt>
                <c:pt idx="605" formatCode="0.00">
                  <c:v>99.314059835684503</c:v>
                </c:pt>
                <c:pt idx="606" formatCode="0.00">
                  <c:v>100.24414819407855</c:v>
                </c:pt>
                <c:pt idx="607" formatCode="0.00">
                  <c:v>98.818012711207672</c:v>
                </c:pt>
                <c:pt idx="608" formatCode="0.00">
                  <c:v>98.988528910246572</c:v>
                </c:pt>
                <c:pt idx="609" formatCode="0.00">
                  <c:v>99.286932258564661</c:v>
                </c:pt>
                <c:pt idx="610" formatCode="0.00">
                  <c:v>99.031157960006297</c:v>
                </c:pt>
                <c:pt idx="611" formatCode="0.00">
                  <c:v>99.45357308944358</c:v>
                </c:pt>
                <c:pt idx="612" formatCode="0.00">
                  <c:v>99.686095179042084</c:v>
                </c:pt>
                <c:pt idx="613" formatCode="0.00">
                  <c:v>99.410944039683855</c:v>
                </c:pt>
                <c:pt idx="614" formatCode="0.00">
                  <c:v>99.45357308944358</c:v>
                </c:pt>
                <c:pt idx="615" formatCode="0.00">
                  <c:v>99.620213920322513</c:v>
                </c:pt>
                <c:pt idx="616" formatCode="0.00">
                  <c:v>99.620213920322513</c:v>
                </c:pt>
                <c:pt idx="617" formatCode="0.00">
                  <c:v>100.71694310959549</c:v>
                </c:pt>
                <c:pt idx="618" formatCode="0.00">
                  <c:v>101.34862811967145</c:v>
                </c:pt>
                <c:pt idx="619" formatCode="0.00">
                  <c:v>101.18973802511245</c:v>
                </c:pt>
                <c:pt idx="620" formatCode="0.00">
                  <c:v>101.20136412959238</c:v>
                </c:pt>
                <c:pt idx="621" formatCode="0.00">
                  <c:v>101.51526895055038</c:v>
                </c:pt>
                <c:pt idx="622" formatCode="0.00">
                  <c:v>101.60052705006983</c:v>
                </c:pt>
                <c:pt idx="623" formatCode="0.00">
                  <c:v>101.259494651992</c:v>
                </c:pt>
                <c:pt idx="624" formatCode="0.00">
                  <c:v>100.2131452487987</c:v>
                </c:pt>
                <c:pt idx="625" formatCode="0.00">
                  <c:v>100.06200589055966</c:v>
                </c:pt>
                <c:pt idx="626" formatCode="0.00">
                  <c:v>100.75957215935519</c:v>
                </c:pt>
                <c:pt idx="627" formatCode="0.00">
                  <c:v>100.05425515423971</c:v>
                </c:pt>
                <c:pt idx="628" formatCode="0.00">
                  <c:v>100.23639745775854</c:v>
                </c:pt>
                <c:pt idx="629" formatCode="0.00">
                  <c:v>100.18601767167887</c:v>
                </c:pt>
                <c:pt idx="630" formatCode="0.00">
                  <c:v>100.3526585025578</c:v>
                </c:pt>
                <c:pt idx="631" formatCode="0.00">
                  <c:v>98.480855681289782</c:v>
                </c:pt>
                <c:pt idx="632" formatCode="0.00">
                  <c:v>98.445977367849991</c:v>
                </c:pt>
                <c:pt idx="633" formatCode="0.00">
                  <c:v>98.461478840489889</c:v>
                </c:pt>
                <c:pt idx="634" formatCode="0.00">
                  <c:v>98.542861571849357</c:v>
                </c:pt>
                <c:pt idx="635" formatCode="0.00">
                  <c:v>97.822043094093985</c:v>
                </c:pt>
                <c:pt idx="636" formatCode="0.00">
                  <c:v>97.120601457138463</c:v>
                </c:pt>
                <c:pt idx="637" formatCode="0.00">
                  <c:v>96.202139203224334</c:v>
                </c:pt>
                <c:pt idx="638" formatCode="0.00">
                  <c:v>93.470004650441837</c:v>
                </c:pt>
                <c:pt idx="639" formatCode="0.00">
                  <c:v>93.67152379476056</c:v>
                </c:pt>
                <c:pt idx="640" formatCode="0.00">
                  <c:v>93.838164625639479</c:v>
                </c:pt>
                <c:pt idx="641" formatCode="0.00">
                  <c:v>93.454503177801939</c:v>
                </c:pt>
                <c:pt idx="642" formatCode="0.00">
                  <c:v>93.113470779724111</c:v>
                </c:pt>
                <c:pt idx="643" formatCode="0.00">
                  <c:v>92.892574794605537</c:v>
                </c:pt>
                <c:pt idx="644" formatCode="0.00">
                  <c:v>93.501007595721617</c:v>
                </c:pt>
                <c:pt idx="645" formatCode="0.00">
                  <c:v>94.745000775073663</c:v>
                </c:pt>
                <c:pt idx="646" formatCode="0.00">
                  <c:v>94.551232367074903</c:v>
                </c:pt>
                <c:pt idx="647" formatCode="0.00">
                  <c:v>93.663773058440583</c:v>
                </c:pt>
                <c:pt idx="648" formatCode="0.00">
                  <c:v>93.032088048364628</c:v>
                </c:pt>
                <c:pt idx="649" formatCode="0.00">
                  <c:v>93.4118741280422</c:v>
                </c:pt>
                <c:pt idx="650" formatCode="0.00">
                  <c:v>93.435126337002046</c:v>
                </c:pt>
                <c:pt idx="651" formatCode="0.00">
                  <c:v>94.035808401798192</c:v>
                </c:pt>
                <c:pt idx="652" formatCode="0.00">
                  <c:v>94.477600372035383</c:v>
                </c:pt>
                <c:pt idx="653" formatCode="0.00">
                  <c:v>94.737250038753714</c:v>
                </c:pt>
                <c:pt idx="654" formatCode="0.00">
                  <c:v>94.896140133312684</c:v>
                </c:pt>
                <c:pt idx="655" formatCode="0.00">
                  <c:v>95.713842815067451</c:v>
                </c:pt>
                <c:pt idx="656" formatCode="0.00">
                  <c:v>96.508293287862358</c:v>
                </c:pt>
                <c:pt idx="657" formatCode="0.00">
                  <c:v>97.628274686095196</c:v>
                </c:pt>
                <c:pt idx="658" formatCode="0.00">
                  <c:v>97.349248178576985</c:v>
                </c:pt>
                <c:pt idx="659" formatCode="0.00">
                  <c:v>98.821888079367554</c:v>
                </c:pt>
                <c:pt idx="660" formatCode="0.00">
                  <c:v>98.318090218570788</c:v>
                </c:pt>
                <c:pt idx="661" formatCode="0.00">
                  <c:v>97.314369865137223</c:v>
                </c:pt>
                <c:pt idx="662" formatCode="0.00">
                  <c:v>96.981088203379358</c:v>
                </c:pt>
                <c:pt idx="663" formatCode="0.00">
                  <c:v>95.760347232987172</c:v>
                </c:pt>
                <c:pt idx="664" formatCode="0.00">
                  <c:v>95.981243218105774</c:v>
                </c:pt>
                <c:pt idx="665" formatCode="0.00">
                  <c:v>96.992714307859302</c:v>
                </c:pt>
                <c:pt idx="666" formatCode="0.00">
                  <c:v>96.605177491861767</c:v>
                </c:pt>
                <c:pt idx="667" formatCode="0.00">
                  <c:v>95.861106805146534</c:v>
                </c:pt>
                <c:pt idx="668" formatCode="0.00">
                  <c:v>96.175011626104521</c:v>
                </c:pt>
                <c:pt idx="669" formatCode="0.00">
                  <c:v>96.349403193303402</c:v>
                </c:pt>
                <c:pt idx="670" formatCode="0.00">
                  <c:v>95.299178421950117</c:v>
                </c:pt>
                <c:pt idx="671" formatCode="0.00">
                  <c:v>94.90001550147268</c:v>
                </c:pt>
                <c:pt idx="672" formatCode="0.00">
                  <c:v>95.345682839869824</c:v>
                </c:pt>
                <c:pt idx="673" formatCode="0.00">
                  <c:v>94.853511083552974</c:v>
                </c:pt>
                <c:pt idx="674" formatCode="0.00">
                  <c:v>93.702526740040341</c:v>
                </c:pt>
                <c:pt idx="675" formatCode="0.00">
                  <c:v>93.21810572004344</c:v>
                </c:pt>
                <c:pt idx="676" formatCode="0.00">
                  <c:v>93.656022322120648</c:v>
                </c:pt>
                <c:pt idx="677" formatCode="0.00">
                  <c:v>93.659897690280602</c:v>
                </c:pt>
                <c:pt idx="678" formatCode="0.00">
                  <c:v>95.303053790110084</c:v>
                </c:pt>
                <c:pt idx="679" formatCode="0.00">
                  <c:v>95.182917377150844</c:v>
                </c:pt>
                <c:pt idx="680" formatCode="0.00">
                  <c:v>95.620833979228053</c:v>
                </c:pt>
                <c:pt idx="681" formatCode="0.00">
                  <c:v>96.116881103704884</c:v>
                </c:pt>
                <c:pt idx="682" formatCode="0.00">
                  <c:v>96.438536660982834</c:v>
                </c:pt>
                <c:pt idx="683" formatCode="0.00">
                  <c:v>96.624554332661631</c:v>
                </c:pt>
                <c:pt idx="684" formatCode="0.00">
                  <c:v>96.163385521624576</c:v>
                </c:pt>
                <c:pt idx="685" formatCode="0.00">
                  <c:v>96.147884048984679</c:v>
                </c:pt>
                <c:pt idx="686" formatCode="0.00">
                  <c:v>96.601302123701799</c:v>
                </c:pt>
                <c:pt idx="687" formatCode="0.00">
                  <c:v>96.163385521624605</c:v>
                </c:pt>
                <c:pt idx="688" formatCode="0.00">
                  <c:v>95.380561153309614</c:v>
                </c:pt>
                <c:pt idx="689" formatCode="0.00">
                  <c:v>96.21764067586426</c:v>
                </c:pt>
                <c:pt idx="690" formatCode="0.00">
                  <c:v>96.268020461943934</c:v>
                </c:pt>
                <c:pt idx="691" formatCode="0.00">
                  <c:v>95.969617113625858</c:v>
                </c:pt>
                <c:pt idx="692" formatCode="0.00">
                  <c:v>94.624864362114465</c:v>
                </c:pt>
                <c:pt idx="693" formatCode="0.00">
                  <c:v>94.062935978918048</c:v>
                </c:pt>
                <c:pt idx="694" formatCode="0.00">
                  <c:v>92.768563013486343</c:v>
                </c:pt>
                <c:pt idx="695" formatCode="0.00">
                  <c:v>93.334366764842727</c:v>
                </c:pt>
                <c:pt idx="696" formatCode="0.00">
                  <c:v>92.617423655247308</c:v>
                </c:pt>
                <c:pt idx="697" formatCode="0.00">
                  <c:v>92.857696481165775</c:v>
                </c:pt>
                <c:pt idx="698" formatCode="0.00">
                  <c:v>93.163850565803827</c:v>
                </c:pt>
                <c:pt idx="699" formatCode="0.00">
                  <c:v>92.880948690125635</c:v>
                </c:pt>
                <c:pt idx="700" formatCode="0.00">
                  <c:v>91.334676794295518</c:v>
                </c:pt>
                <c:pt idx="701" formatCode="0.00">
                  <c:v>90.536350953340644</c:v>
                </c:pt>
                <c:pt idx="702" formatCode="0.00">
                  <c:v>90.737870097659354</c:v>
                </c:pt>
                <c:pt idx="703" formatCode="0.00">
                  <c:v>92.074872112850798</c:v>
                </c:pt>
                <c:pt idx="704" formatCode="0.00">
                  <c:v>92.648426600527145</c:v>
                </c:pt>
                <c:pt idx="705" formatCode="0.00">
                  <c:v>91.408308789335081</c:v>
                </c:pt>
                <c:pt idx="706" formatCode="0.00">
                  <c:v>92.043869167571017</c:v>
                </c:pt>
                <c:pt idx="707" formatCode="0.00">
                  <c:v>92.621299023407332</c:v>
                </c:pt>
                <c:pt idx="708" formatCode="0.00">
                  <c:v>93.140598356844009</c:v>
                </c:pt>
                <c:pt idx="709" formatCode="0.00">
                  <c:v>93.349868237482667</c:v>
                </c:pt>
                <c:pt idx="710" formatCode="0.00">
                  <c:v>93.190978142923697</c:v>
                </c:pt>
                <c:pt idx="711" formatCode="0.00">
                  <c:v>93.330491396682802</c:v>
                </c:pt>
                <c:pt idx="712" formatCode="0.00">
                  <c:v>92.295768097969415</c:v>
                </c:pt>
                <c:pt idx="713" formatCode="0.00">
                  <c:v>93.171601302123818</c:v>
                </c:pt>
                <c:pt idx="714" formatCode="0.00">
                  <c:v>92.764687645326418</c:v>
                </c:pt>
                <c:pt idx="715" formatCode="0.00">
                  <c:v>92.175631685010188</c:v>
                </c:pt>
                <c:pt idx="716" formatCode="0.00">
                  <c:v>91.77259339637277</c:v>
                </c:pt>
                <c:pt idx="717" formatCode="0.00">
                  <c:v>92.62904975972728</c:v>
                </c:pt>
                <c:pt idx="718" formatCode="0.00">
                  <c:v>92.547667028367798</c:v>
                </c:pt>
                <c:pt idx="719" formatCode="0.00">
                  <c:v>92.950705317005216</c:v>
                </c:pt>
                <c:pt idx="720" formatCode="0.00">
                  <c:v>91.954735699891586</c:v>
                </c:pt>
                <c:pt idx="721" formatCode="0.00">
                  <c:v>91.664083087893445</c:v>
                </c:pt>
                <c:pt idx="722" formatCode="0.00">
                  <c:v>91.540071306774237</c:v>
                </c:pt>
                <c:pt idx="723" formatCode="0.00">
                  <c:v>92.233762207409811</c:v>
                </c:pt>
                <c:pt idx="724" formatCode="0.00">
                  <c:v>92.047744535730985</c:v>
                </c:pt>
                <c:pt idx="725" formatCode="0.00">
                  <c:v>92.156254844210281</c:v>
                </c:pt>
                <c:pt idx="726" formatCode="0.00">
                  <c:v>91.253294062936064</c:v>
                </c:pt>
                <c:pt idx="727" formatCode="0.00">
                  <c:v>90.877383351418473</c:v>
                </c:pt>
                <c:pt idx="728" formatCode="0.00">
                  <c:v>91.059525654937318</c:v>
                </c:pt>
                <c:pt idx="729" formatCode="0.00">
                  <c:v>90.784374515579074</c:v>
                </c:pt>
                <c:pt idx="730" formatCode="0.00">
                  <c:v>90.555727794140537</c:v>
                </c:pt>
                <c:pt idx="731" formatCode="0.00">
                  <c:v>90.858006510618608</c:v>
                </c:pt>
                <c:pt idx="732" formatCode="0.00">
                  <c:v>89.652767012866306</c:v>
                </c:pt>
                <c:pt idx="733" formatCode="0.00">
                  <c:v>90.156564873663086</c:v>
                </c:pt>
                <c:pt idx="734" formatCode="0.00">
                  <c:v>89.44737250038763</c:v>
                </c:pt>
                <c:pt idx="735" formatCode="0.00">
                  <c:v>89.342737560068301</c:v>
                </c:pt>
                <c:pt idx="736" formatCode="0.00">
                  <c:v>88.187877848395686</c:v>
                </c:pt>
                <c:pt idx="737" formatCode="0.00">
                  <c:v>87.753836614478473</c:v>
                </c:pt>
                <c:pt idx="738" formatCode="0.00">
                  <c:v>87.552317470159764</c:v>
                </c:pt>
                <c:pt idx="739" formatCode="0.00">
                  <c:v>87.362424430320985</c:v>
                </c:pt>
                <c:pt idx="740" formatCode="0.00">
                  <c:v>87.67245388311899</c:v>
                </c:pt>
                <c:pt idx="741" formatCode="0.00">
                  <c:v>87.84297008215789</c:v>
                </c:pt>
                <c:pt idx="742" formatCode="0.00">
                  <c:v>87.84297008215789</c:v>
                </c:pt>
                <c:pt idx="743" formatCode="0.00">
                  <c:v>89.854286157185015</c:v>
                </c:pt>
                <c:pt idx="744" formatCode="0.00">
                  <c:v>88.854441171911418</c:v>
                </c:pt>
                <c:pt idx="745" formatCode="0.00">
                  <c:v>88.854441171911418</c:v>
                </c:pt>
                <c:pt idx="746" formatCode="0.00">
                  <c:v>87.067896450162849</c:v>
                </c:pt>
                <c:pt idx="747" formatCode="0.00">
                  <c:v>86.463339017206721</c:v>
                </c:pt>
                <c:pt idx="748" formatCode="0.00">
                  <c:v>86.412959231127033</c:v>
                </c:pt>
                <c:pt idx="749" formatCode="0.00">
                  <c:v>87.416679584560626</c:v>
                </c:pt>
                <c:pt idx="750" formatCode="0.00">
                  <c:v>88.005735544876856</c:v>
                </c:pt>
                <c:pt idx="751" formatCode="0.00">
                  <c:v>88.238257634475374</c:v>
                </c:pt>
                <c:pt idx="752" formatCode="0.00">
                  <c:v>88.025112385676749</c:v>
                </c:pt>
                <c:pt idx="753" formatCode="0.00">
                  <c:v>88.234382266315407</c:v>
                </c:pt>
                <c:pt idx="754" formatCode="0.00">
                  <c:v>87.738335141838576</c:v>
                </c:pt>
                <c:pt idx="755" formatCode="0.00">
                  <c:v>88.33514183847474</c:v>
                </c:pt>
                <c:pt idx="756" formatCode="0.00">
                  <c:v>88.017361649356772</c:v>
                </c:pt>
                <c:pt idx="757" formatCode="0.00">
                  <c:v>88.315764997674862</c:v>
                </c:pt>
                <c:pt idx="758" formatCode="0.00">
                  <c:v>87.749961246318492</c:v>
                </c:pt>
                <c:pt idx="759" formatCode="0.00">
                  <c:v>87.420554952720607</c:v>
                </c:pt>
                <c:pt idx="760" formatCode="0.00">
                  <c:v>86.912881723763846</c:v>
                </c:pt>
                <c:pt idx="761" formatCode="0.00">
                  <c:v>87.273290962641539</c:v>
                </c:pt>
                <c:pt idx="762" formatCode="0.00">
                  <c:v>87.730584405518613</c:v>
                </c:pt>
                <c:pt idx="763" formatCode="0.00">
                  <c:v>87.773213455278338</c:v>
                </c:pt>
                <c:pt idx="764" formatCode="0.00">
                  <c:v>87.912726709037443</c:v>
                </c:pt>
                <c:pt idx="765" formatCode="0.00">
                  <c:v>88.625794450472895</c:v>
                </c:pt>
                <c:pt idx="766" formatCode="0.00">
                  <c:v>88.629669818632877</c:v>
                </c:pt>
                <c:pt idx="767" formatCode="0.00">
                  <c:v>89.125716943109708</c:v>
                </c:pt>
                <c:pt idx="768" formatCode="0.00">
                  <c:v>89.145093783909573</c:v>
                </c:pt>
                <c:pt idx="769" formatCode="0.00">
                  <c:v>89.757401953185664</c:v>
                </c:pt>
                <c:pt idx="770" formatCode="0.00">
                  <c:v>89.62176406758654</c:v>
                </c:pt>
                <c:pt idx="771" formatCode="0.00">
                  <c:v>89.125716943109708</c:v>
                </c:pt>
                <c:pt idx="772" formatCode="0.00">
                  <c:v>88.618043714152947</c:v>
                </c:pt>
                <c:pt idx="773" formatCode="0.00">
                  <c:v>88.513408773833618</c:v>
                </c:pt>
                <c:pt idx="774" formatCode="0.00">
                  <c:v>88.296388156875011</c:v>
                </c:pt>
                <c:pt idx="775" formatCode="0.00">
                  <c:v>87.691830723918883</c:v>
                </c:pt>
                <c:pt idx="776" formatCode="0.00">
                  <c:v>88.583165400713185</c:v>
                </c:pt>
                <c:pt idx="777" formatCode="0.00">
                  <c:v>88.583165400713185</c:v>
                </c:pt>
                <c:pt idx="778" formatCode="0.00">
                  <c:v>88.238257634475403</c:v>
                </c:pt>
                <c:pt idx="779" formatCode="0.00">
                  <c:v>87.939854286157313</c:v>
                </c:pt>
                <c:pt idx="780">
                  <c:v>100</c:v>
                </c:pt>
                <c:pt idx="781">
                  <c:v>100</c:v>
                </c:pt>
                <c:pt idx="782" formatCode="0.00">
                  <c:v>100</c:v>
                </c:pt>
                <c:pt idx="783" formatCode="0.00">
                  <c:v>100.50665256850823</c:v>
                </c:pt>
                <c:pt idx="784" formatCode="0.00">
                  <c:v>101.37457044673538</c:v>
                </c:pt>
                <c:pt idx="785" formatCode="0.00">
                  <c:v>101.42303286633182</c:v>
                </c:pt>
                <c:pt idx="786" formatCode="0.00">
                  <c:v>101.52436338003348</c:v>
                </c:pt>
                <c:pt idx="787" formatCode="0.00">
                  <c:v>101.78429817605074</c:v>
                </c:pt>
                <c:pt idx="788" formatCode="0.00">
                  <c:v>101.70499603489294</c:v>
                </c:pt>
                <c:pt idx="789" formatCode="0.00">
                  <c:v>101.38338179575292</c:v>
                </c:pt>
                <c:pt idx="790" formatCode="0.00">
                  <c:v>102.26892237201514</c:v>
                </c:pt>
                <c:pt idx="791" formatCode="0.00">
                  <c:v>102.59053661115516</c:v>
                </c:pt>
                <c:pt idx="792" formatCode="0.00">
                  <c:v>102.37025288571678</c:v>
                </c:pt>
                <c:pt idx="793" formatCode="0.00">
                  <c:v>101.41862719182303</c:v>
                </c:pt>
                <c:pt idx="794" formatCode="0.00">
                  <c:v>101.61247687020879</c:v>
                </c:pt>
                <c:pt idx="795" formatCode="0.00">
                  <c:v>102.35703586219047</c:v>
                </c:pt>
                <c:pt idx="796" formatCode="0.00">
                  <c:v>102.3394131641554</c:v>
                </c:pt>
                <c:pt idx="797" formatCode="0.00">
                  <c:v>103.26460481099653</c:v>
                </c:pt>
                <c:pt idx="798" formatCode="0.00">
                  <c:v>104.11049431667983</c:v>
                </c:pt>
                <c:pt idx="799" formatCode="0.00">
                  <c:v>105.4498193673451</c:v>
                </c:pt>
                <c:pt idx="800" formatCode="0.00">
                  <c:v>104.94757247334562</c:v>
                </c:pt>
                <c:pt idx="801" formatCode="0.00">
                  <c:v>104.41448585778477</c:v>
                </c:pt>
                <c:pt idx="802" formatCode="0.00">
                  <c:v>105.67450876729222</c:v>
                </c:pt>
                <c:pt idx="803" formatCode="0.00">
                  <c:v>106.02255705348483</c:v>
                </c:pt>
                <c:pt idx="804" formatCode="0.00">
                  <c:v>104.68323200281958</c:v>
                </c:pt>
                <c:pt idx="805" formatCode="0.00">
                  <c:v>105.88598114371305</c:v>
                </c:pt>
                <c:pt idx="806" formatCode="0.00">
                  <c:v>105.89919816723935</c:v>
                </c:pt>
                <c:pt idx="807" formatCode="0.00">
                  <c:v>105.49828178694152</c:v>
                </c:pt>
                <c:pt idx="808" formatCode="0.00">
                  <c:v>106.4851528769054</c:v>
                </c:pt>
                <c:pt idx="809" formatCode="0.00">
                  <c:v>106.89047493171198</c:v>
                </c:pt>
                <c:pt idx="810" formatCode="0.00">
                  <c:v>106.47634152788785</c:v>
                </c:pt>
                <c:pt idx="811" formatCode="0.00">
                  <c:v>106.45431315534402</c:v>
                </c:pt>
                <c:pt idx="812" formatCode="0.00">
                  <c:v>105.71415983787112</c:v>
                </c:pt>
                <c:pt idx="813" formatCode="0.00">
                  <c:v>106.42347343378266</c:v>
                </c:pt>
                <c:pt idx="814" formatCode="0.00">
                  <c:v>106.78914441801035</c:v>
                </c:pt>
                <c:pt idx="815" formatCode="0.00">
                  <c:v>106.72746497488761</c:v>
                </c:pt>
                <c:pt idx="816" formatCode="0.00">
                  <c:v>107.66146797074627</c:v>
                </c:pt>
                <c:pt idx="817" formatCode="0.00">
                  <c:v>107.42356154727283</c:v>
                </c:pt>
                <c:pt idx="818" formatCode="0.00">
                  <c:v>108.08000704907917</c:v>
                </c:pt>
                <c:pt idx="819" formatCode="0.00">
                  <c:v>107.95664816283369</c:v>
                </c:pt>
                <c:pt idx="820" formatCode="0.00">
                  <c:v>106.98739977090489</c:v>
                </c:pt>
                <c:pt idx="821" formatCode="0.00">
                  <c:v>106.74068199841392</c:v>
                </c:pt>
                <c:pt idx="822" formatCode="0.00">
                  <c:v>107.33104238258873</c:v>
                </c:pt>
                <c:pt idx="823" formatCode="0.00">
                  <c:v>106.6349458102035</c:v>
                </c:pt>
                <c:pt idx="824" formatCode="0.00">
                  <c:v>106.06220812406376</c:v>
                </c:pt>
                <c:pt idx="825" formatCode="0.00">
                  <c:v>107.25174024143092</c:v>
                </c:pt>
                <c:pt idx="826" formatCode="0.00">
                  <c:v>105.91241519076566</c:v>
                </c:pt>
                <c:pt idx="827" formatCode="0.00">
                  <c:v>107.12397568067668</c:v>
                </c:pt>
                <c:pt idx="828" formatCode="0.00">
                  <c:v>107.35307075513256</c:v>
                </c:pt>
                <c:pt idx="829" formatCode="0.00">
                  <c:v>106.67019120627364</c:v>
                </c:pt>
                <c:pt idx="830" formatCode="0.00">
                  <c:v>105.37932857520481</c:v>
                </c:pt>
                <c:pt idx="831" formatCode="0.00">
                  <c:v>106.57326636708075</c:v>
                </c:pt>
                <c:pt idx="832" formatCode="0.00">
                  <c:v>107.25614591593967</c:v>
                </c:pt>
                <c:pt idx="833" formatCode="0.00">
                  <c:v>106.82438981408048</c:v>
                </c:pt>
                <c:pt idx="834" formatCode="0.00">
                  <c:v>107.42796722178159</c:v>
                </c:pt>
                <c:pt idx="835" formatCode="0.00">
                  <c:v>108.19455458630709</c:v>
                </c:pt>
                <c:pt idx="836" formatCode="0.00">
                  <c:v>106.97418274737856</c:v>
                </c:pt>
                <c:pt idx="837" formatCode="0.00">
                  <c:v>105.84633007313414</c:v>
                </c:pt>
                <c:pt idx="838" formatCode="0.00">
                  <c:v>105.59961230064317</c:v>
                </c:pt>
                <c:pt idx="839" formatCode="0.00">
                  <c:v>106.30011454753718</c:v>
                </c:pt>
                <c:pt idx="840" formatCode="0.00">
                  <c:v>106.02696272799361</c:v>
                </c:pt>
                <c:pt idx="841" formatCode="0.00">
                  <c:v>107.26936293946599</c:v>
                </c:pt>
                <c:pt idx="842" formatCode="0.00">
                  <c:v>106.66137985725609</c:v>
                </c:pt>
                <c:pt idx="843" formatCode="0.00">
                  <c:v>105.64807472023962</c:v>
                </c:pt>
                <c:pt idx="844" formatCode="0.00">
                  <c:v>104.82861926160889</c:v>
                </c:pt>
                <c:pt idx="845" formatCode="0.00">
                  <c:v>105.30883778306453</c:v>
                </c:pt>
                <c:pt idx="846" formatCode="0.00">
                  <c:v>106.25605780244949</c:v>
                </c:pt>
                <c:pt idx="847" formatCode="0.00">
                  <c:v>106.02696272799359</c:v>
                </c:pt>
                <c:pt idx="848" formatCode="0.00">
                  <c:v>106.01815137897606</c:v>
                </c:pt>
                <c:pt idx="849" formatCode="0.00">
                  <c:v>103.07075513261074</c:v>
                </c:pt>
                <c:pt idx="850" formatCode="0.00">
                  <c:v>100.44056745087667</c:v>
                </c:pt>
                <c:pt idx="851" formatCode="0.00">
                  <c:v>99.555026874614455</c:v>
                </c:pt>
                <c:pt idx="852" formatCode="0.00">
                  <c:v>101.9340911093488</c:v>
                </c:pt>
                <c:pt idx="853" formatCode="0.00">
                  <c:v>101.65212794078768</c:v>
                </c:pt>
                <c:pt idx="854" formatCode="0.00">
                  <c:v>102.99145299145295</c:v>
                </c:pt>
                <c:pt idx="855" formatCode="0.00">
                  <c:v>102.24248832496251</c:v>
                </c:pt>
                <c:pt idx="856" formatCode="0.00">
                  <c:v>101.17631509384083</c:v>
                </c:pt>
                <c:pt idx="857" formatCode="0.00">
                  <c:v>102.32179046612033</c:v>
                </c:pt>
                <c:pt idx="858" formatCode="0.00">
                  <c:v>102.22045995241869</c:v>
                </c:pt>
                <c:pt idx="859" formatCode="0.00">
                  <c:v>102.22045995241869</c:v>
                </c:pt>
                <c:pt idx="860" formatCode="0.00">
                  <c:v>102.90774517578639</c:v>
                </c:pt>
                <c:pt idx="861" formatCode="0.00">
                  <c:v>102.57731958762885</c:v>
                </c:pt>
                <c:pt idx="862" formatCode="0.00">
                  <c:v>102.31297911710281</c:v>
                </c:pt>
                <c:pt idx="863" formatCode="0.00">
                  <c:v>103.25138778747022</c:v>
                </c:pt>
                <c:pt idx="864" formatCode="0.00">
                  <c:v>104.45854260287246</c:v>
                </c:pt>
                <c:pt idx="865" formatCode="0.00">
                  <c:v>104.4409199048374</c:v>
                </c:pt>
                <c:pt idx="866" formatCode="0.00">
                  <c:v>105.19429024583658</c:v>
                </c:pt>
                <c:pt idx="867" formatCode="0.00">
                  <c:v>104.26028724997792</c:v>
                </c:pt>
                <c:pt idx="868" formatCode="0.00">
                  <c:v>104.26028724997792</c:v>
                </c:pt>
                <c:pt idx="869" formatCode="0.00">
                  <c:v>103.65670984227681</c:v>
                </c:pt>
                <c:pt idx="870" formatCode="0.00">
                  <c:v>102.4583663758921</c:v>
                </c:pt>
                <c:pt idx="871" formatCode="0.00">
                  <c:v>102.33500748964661</c:v>
                </c:pt>
                <c:pt idx="872" formatCode="0.00">
                  <c:v>102.76235791699703</c:v>
                </c:pt>
                <c:pt idx="873" formatCode="0.00">
                  <c:v>103.60824742268036</c:v>
                </c:pt>
                <c:pt idx="874" formatCode="0.00">
                  <c:v>104.28231562252175</c:v>
                </c:pt>
                <c:pt idx="875" formatCode="0.00">
                  <c:v>104.23825887743408</c:v>
                </c:pt>
                <c:pt idx="876" formatCode="0.00">
                  <c:v>104.4365142303286</c:v>
                </c:pt>
                <c:pt idx="877" formatCode="0.00">
                  <c:v>105.33086615560835</c:v>
                </c:pt>
                <c:pt idx="878" formatCode="0.00">
                  <c:v>104.88589303022285</c:v>
                </c:pt>
                <c:pt idx="879" formatCode="0.00">
                  <c:v>105.47625341439768</c:v>
                </c:pt>
                <c:pt idx="880" formatCode="0.00">
                  <c:v>105.57317825359056</c:v>
                </c:pt>
                <c:pt idx="881" formatCode="0.00">
                  <c:v>105.67010309278344</c:v>
                </c:pt>
                <c:pt idx="882" formatCode="0.00">
                  <c:v>105.4850647634152</c:v>
                </c:pt>
                <c:pt idx="883" formatCode="0.00">
                  <c:v>105.51590448497656</c:v>
                </c:pt>
                <c:pt idx="884" formatCode="0.00">
                  <c:v>106.09745352013384</c:v>
                </c:pt>
                <c:pt idx="885" formatCode="0.00">
                  <c:v>107.09313595911524</c:v>
                </c:pt>
                <c:pt idx="886" formatCode="0.00">
                  <c:v>106.78914441801031</c:v>
                </c:pt>
                <c:pt idx="887" formatCode="0.00">
                  <c:v>106.91690897876455</c:v>
                </c:pt>
                <c:pt idx="888" formatCode="0.00">
                  <c:v>105.92122653978315</c:v>
                </c:pt>
                <c:pt idx="889" formatCode="0.00">
                  <c:v>105.92122653978315</c:v>
                </c:pt>
                <c:pt idx="890" formatCode="0.00">
                  <c:v>107.20768349634319</c:v>
                </c:pt>
                <c:pt idx="891" formatCode="0.00">
                  <c:v>107.20768349634319</c:v>
                </c:pt>
                <c:pt idx="892" formatCode="0.00">
                  <c:v>107.22971186888702</c:v>
                </c:pt>
                <c:pt idx="893" formatCode="0.00">
                  <c:v>107.02705084148373</c:v>
                </c:pt>
                <c:pt idx="894" formatCode="0.00">
                  <c:v>106.30892589655465</c:v>
                </c:pt>
                <c:pt idx="895" formatCode="0.00">
                  <c:v>104.7140717243809</c:v>
                </c:pt>
                <c:pt idx="896" formatCode="0.00">
                  <c:v>105.35289452815216</c:v>
                </c:pt>
                <c:pt idx="897" formatCode="0.00">
                  <c:v>106.04017975151986</c:v>
                </c:pt>
                <c:pt idx="898" formatCode="0.00">
                  <c:v>106.57767204158947</c:v>
                </c:pt>
                <c:pt idx="899" formatCode="0.00">
                  <c:v>107.31782535906237</c:v>
                </c:pt>
                <c:pt idx="900" formatCode="0.00">
                  <c:v>107.41915587276402</c:v>
                </c:pt>
                <c:pt idx="901" formatCode="0.00">
                  <c:v>108.28266807648241</c:v>
                </c:pt>
                <c:pt idx="902" formatCode="0.00">
                  <c:v>107.8509119746232</c:v>
                </c:pt>
                <c:pt idx="903" formatCode="0.00">
                  <c:v>107.57335448057087</c:v>
                </c:pt>
                <c:pt idx="904" formatCode="0.00">
                  <c:v>107.67468499427252</c:v>
                </c:pt>
                <c:pt idx="905" formatCode="0.00">
                  <c:v>108.04476165300899</c:v>
                </c:pt>
                <c:pt idx="906" formatCode="0.00">
                  <c:v>108.46770640585065</c:v>
                </c:pt>
                <c:pt idx="907" formatCode="0.00">
                  <c:v>108.98757599788519</c:v>
                </c:pt>
                <c:pt idx="908" formatCode="0.00">
                  <c:v>107.50286368843061</c:v>
                </c:pt>
                <c:pt idx="909" formatCode="0.00">
                  <c:v>107.78042118248295</c:v>
                </c:pt>
                <c:pt idx="910" formatCode="0.00">
                  <c:v>109.36205833113043</c:v>
                </c:pt>
                <c:pt idx="911" formatCode="0.00">
                  <c:v>110.28284430346278</c:v>
                </c:pt>
                <c:pt idx="912" formatCode="0.00">
                  <c:v>110.54718477398882</c:v>
                </c:pt>
                <c:pt idx="913" formatCode="0.00">
                  <c:v>110.50312802890116</c:v>
                </c:pt>
                <c:pt idx="914" formatCode="0.00">
                  <c:v>108.95673627632384</c:v>
                </c:pt>
                <c:pt idx="915" formatCode="0.00">
                  <c:v>108.76288659793808</c:v>
                </c:pt>
                <c:pt idx="916" formatCode="0.00">
                  <c:v>109.9171733192351</c:v>
                </c:pt>
                <c:pt idx="917" formatCode="0.00">
                  <c:v>109.83346550356853</c:v>
                </c:pt>
                <c:pt idx="918" formatCode="0.00">
                  <c:v>110.11542867212962</c:v>
                </c:pt>
                <c:pt idx="919" formatCode="0.00">
                  <c:v>110.01409815842798</c:v>
                </c:pt>
                <c:pt idx="920" formatCode="0.00">
                  <c:v>109.23429377037618</c:v>
                </c:pt>
                <c:pt idx="921" formatCode="0.00">
                  <c:v>109.70570094281427</c:v>
                </c:pt>
                <c:pt idx="922" formatCode="0.00">
                  <c:v>109.54269098598989</c:v>
                </c:pt>
                <c:pt idx="923" formatCode="0.00">
                  <c:v>109.74535201339319</c:v>
                </c:pt>
                <c:pt idx="924" formatCode="0.00">
                  <c:v>108.92589655476246</c:v>
                </c:pt>
                <c:pt idx="925" formatCode="0.00">
                  <c:v>108.14168649220188</c:v>
                </c:pt>
                <c:pt idx="926" formatCode="0.00">
                  <c:v>108.95673627632385</c:v>
                </c:pt>
                <c:pt idx="927" formatCode="0.00">
                  <c:v>108.15930919023697</c:v>
                </c:pt>
                <c:pt idx="928" formatCode="0.00">
                  <c:v>106.33976561811608</c:v>
                </c:pt>
                <c:pt idx="929" formatCode="0.00">
                  <c:v>105.70975416336236</c:v>
                </c:pt>
                <c:pt idx="930" formatCode="0.00">
                  <c:v>106.39703938673007</c:v>
                </c:pt>
                <c:pt idx="931" formatCode="0.00">
                  <c:v>105.36170587716975</c:v>
                </c:pt>
                <c:pt idx="932" formatCode="0.00">
                  <c:v>105.22953564190675</c:v>
                </c:pt>
                <c:pt idx="933" formatCode="0.00">
                  <c:v>106.68781390430873</c:v>
                </c:pt>
                <c:pt idx="934" formatCode="0.00">
                  <c:v>107.47642964137806</c:v>
                </c:pt>
                <c:pt idx="935" formatCode="0.00">
                  <c:v>107.69230769230765</c:v>
                </c:pt>
                <c:pt idx="936" formatCode="0.00">
                  <c:v>108.87302846065728</c:v>
                </c:pt>
                <c:pt idx="937" formatCode="0.00">
                  <c:v>108.85540576262221</c:v>
                </c:pt>
                <c:pt idx="938" formatCode="0.00">
                  <c:v>108.75848092342933</c:v>
                </c:pt>
                <c:pt idx="939" formatCode="0.00">
                  <c:v>109.20785972332359</c:v>
                </c:pt>
                <c:pt idx="940" formatCode="0.00">
                  <c:v>109.62199312714772</c:v>
                </c:pt>
                <c:pt idx="941" formatCode="0.00">
                  <c:v>109.34884130760413</c:v>
                </c:pt>
                <c:pt idx="942" formatCode="0.00">
                  <c:v>108.69239580579782</c:v>
                </c:pt>
                <c:pt idx="943" formatCode="0.00">
                  <c:v>109.72332364084937</c:v>
                </c:pt>
                <c:pt idx="944" formatCode="0.00">
                  <c:v>109.3180015860428</c:v>
                </c:pt>
                <c:pt idx="945" formatCode="0.00">
                  <c:v>109.21226539783237</c:v>
                </c:pt>
                <c:pt idx="946" formatCode="0.00">
                  <c:v>109.58234205656882</c:v>
                </c:pt>
                <c:pt idx="947" formatCode="0.00">
                  <c:v>109.30037888800773</c:v>
                </c:pt>
                <c:pt idx="948" formatCode="0.00">
                  <c:v>109.83787117807732</c:v>
                </c:pt>
                <c:pt idx="949" formatCode="0.00">
                  <c:v>109.4105207507269</c:v>
                </c:pt>
                <c:pt idx="950" formatCode="0.00">
                  <c:v>108.65274473521893</c:v>
                </c:pt>
                <c:pt idx="951" formatCode="0.00">
                  <c:v>109.30919023702526</c:v>
                </c:pt>
                <c:pt idx="952" formatCode="0.00">
                  <c:v>109.39289805269183</c:v>
                </c:pt>
                <c:pt idx="953" formatCode="0.00">
                  <c:v>109.56912503304252</c:v>
                </c:pt>
                <c:pt idx="954" formatCode="0.00">
                  <c:v>109.68807824477923</c:v>
                </c:pt>
                <c:pt idx="955" formatCode="0.00">
                  <c:v>110.01850383293679</c:v>
                </c:pt>
                <c:pt idx="956" formatCode="0.00">
                  <c:v>109.97004141334034</c:v>
                </c:pt>
                <c:pt idx="957" formatCode="0.00">
                  <c:v>110.47669398184857</c:v>
                </c:pt>
                <c:pt idx="958" formatCode="0.00">
                  <c:v>111.25209269539161</c:v>
                </c:pt>
                <c:pt idx="959" formatCode="0.00">
                  <c:v>111.78958498546123</c:v>
                </c:pt>
                <c:pt idx="960" formatCode="0.00">
                  <c:v>112.30945457749577</c:v>
                </c:pt>
                <c:pt idx="961" formatCode="0.00">
                  <c:v>112.24336945986425</c:v>
                </c:pt>
                <c:pt idx="962" formatCode="0.00">
                  <c:v>113.10688166358264</c:v>
                </c:pt>
                <c:pt idx="963" formatCode="0.00">
                  <c:v>113.03198519693359</c:v>
                </c:pt>
                <c:pt idx="964" formatCode="0.00">
                  <c:v>112.78967309895137</c:v>
                </c:pt>
                <c:pt idx="965" formatCode="0.00">
                  <c:v>113.83381795752922</c:v>
                </c:pt>
                <c:pt idx="966" formatCode="0.00">
                  <c:v>113.56947748700317</c:v>
                </c:pt>
                <c:pt idx="967" formatCode="0.00">
                  <c:v>113.0936646400563</c:v>
                </c:pt>
                <c:pt idx="968" formatCode="0.00">
                  <c:v>113.97920521631853</c:v>
                </c:pt>
                <c:pt idx="969" formatCode="0.00">
                  <c:v>114.51669750638813</c:v>
                </c:pt>
                <c:pt idx="970" formatCode="0.00">
                  <c:v>114.22151731430073</c:v>
                </c:pt>
                <c:pt idx="971" formatCode="0.00">
                  <c:v>113.39325050665248</c:v>
                </c:pt>
                <c:pt idx="972" formatCode="0.00">
                  <c:v>112.80729579698642</c:v>
                </c:pt>
                <c:pt idx="973" formatCode="0.00">
                  <c:v>112.9174376597056</c:v>
                </c:pt>
                <c:pt idx="974" formatCode="0.00">
                  <c:v>112.40197374217983</c:v>
                </c:pt>
                <c:pt idx="975" formatCode="0.00">
                  <c:v>112.35351132258339</c:v>
                </c:pt>
                <c:pt idx="976" formatCode="0.00">
                  <c:v>113.52101506740672</c:v>
                </c:pt>
                <c:pt idx="977" formatCode="0.00">
                  <c:v>113.37562780861739</c:v>
                </c:pt>
                <c:pt idx="978" formatCode="0.00">
                  <c:v>113.8602520045818</c:v>
                </c:pt>
                <c:pt idx="979" formatCode="0.00">
                  <c:v>114.23032866331826</c:v>
                </c:pt>
                <c:pt idx="980" formatCode="0.00">
                  <c:v>113.64877962816098</c:v>
                </c:pt>
                <c:pt idx="981" formatCode="0.00">
                  <c:v>113.15534408317903</c:v>
                </c:pt>
                <c:pt idx="982" formatCode="0.00">
                  <c:v>113.36681645959987</c:v>
                </c:pt>
                <c:pt idx="983" formatCode="0.00">
                  <c:v>112.23455811084669</c:v>
                </c:pt>
                <c:pt idx="984" formatCode="0.00">
                  <c:v>112.33148295003956</c:v>
                </c:pt>
                <c:pt idx="985" formatCode="0.00">
                  <c:v>112.22574676182914</c:v>
                </c:pt>
                <c:pt idx="986" formatCode="0.00">
                  <c:v>113.10688166358263</c:v>
                </c:pt>
                <c:pt idx="987" formatCode="0.00">
                  <c:v>114.4285840162128</c:v>
                </c:pt>
                <c:pt idx="988" formatCode="0.00">
                  <c:v>114.99251035333501</c:v>
                </c:pt>
                <c:pt idx="989" formatCode="0.00">
                  <c:v>113.38003348312618</c:v>
                </c:pt>
                <c:pt idx="990" formatCode="0.00">
                  <c:v>113.14653273416151</c:v>
                </c:pt>
                <c:pt idx="991" formatCode="0.00">
                  <c:v>112.67071988721464</c:v>
                </c:pt>
                <c:pt idx="992" formatCode="0.00">
                  <c:v>113.47695832231905</c:v>
                </c:pt>
                <c:pt idx="993" formatCode="0.00">
                  <c:v>114.34928187505497</c:v>
                </c:pt>
                <c:pt idx="994" formatCode="0.00">
                  <c:v>114.46823508679171</c:v>
                </c:pt>
                <c:pt idx="995" formatCode="0.00">
                  <c:v>113.05401356947741</c:v>
                </c:pt>
                <c:pt idx="996" formatCode="0.00">
                  <c:v>113.71927042030127</c:v>
                </c:pt>
                <c:pt idx="997" formatCode="0.00">
                  <c:v>114.07172438100264</c:v>
                </c:pt>
                <c:pt idx="998" formatCode="0.00">
                  <c:v>114.25676271037088</c:v>
                </c:pt>
                <c:pt idx="999" formatCode="0.00">
                  <c:v>114.23914001233582</c:v>
                </c:pt>
                <c:pt idx="1000" formatCode="0.00">
                  <c:v>114.19948894175691</c:v>
                </c:pt>
                <c:pt idx="1001" formatCode="0.00">
                  <c:v>114.86915146708952</c:v>
                </c:pt>
                <c:pt idx="1002" formatCode="0.00">
                  <c:v>116.20407084324603</c:v>
                </c:pt>
                <c:pt idx="1003" formatCode="0.00">
                  <c:v>116.41554321966684</c:v>
                </c:pt>
                <c:pt idx="1004" formatCode="0.00">
                  <c:v>117.30548947043785</c:v>
                </c:pt>
                <c:pt idx="1005" formatCode="0.00">
                  <c:v>117.8253590624724</c:v>
                </c:pt>
                <c:pt idx="1006" formatCode="0.00">
                  <c:v>118.8078244779275</c:v>
                </c:pt>
                <c:pt idx="1007" formatCode="0.00">
                  <c:v>117.59626398801649</c:v>
                </c:pt>
                <c:pt idx="1008" formatCode="0.00">
                  <c:v>117.27464974887648</c:v>
                </c:pt>
                <c:pt idx="1009" formatCode="0.00">
                  <c:v>117.29227244691157</c:v>
                </c:pt>
                <c:pt idx="1010" formatCode="0.00">
                  <c:v>118.27473786236665</c:v>
                </c:pt>
                <c:pt idx="1011" formatCode="0.00">
                  <c:v>118.60956912503299</c:v>
                </c:pt>
                <c:pt idx="1012" formatCode="0.00">
                  <c:v>117.04996034892936</c:v>
                </c:pt>
                <c:pt idx="1013" formatCode="0.00">
                  <c:v>115.67979557670272</c:v>
                </c:pt>
                <c:pt idx="1014" formatCode="0.00">
                  <c:v>115.79874878843944</c:v>
                </c:pt>
                <c:pt idx="1015" formatCode="0.00">
                  <c:v>115.49035157282574</c:v>
                </c:pt>
                <c:pt idx="1016" formatCode="0.00">
                  <c:v>118.05885981143706</c:v>
                </c:pt>
                <c:pt idx="1017" formatCode="0.00">
                  <c:v>117.69759450171813</c:v>
                </c:pt>
                <c:pt idx="1018" formatCode="0.00">
                  <c:v>117.33632919199921</c:v>
                </c:pt>
                <c:pt idx="1019" formatCode="0.00">
                  <c:v>115.49035157282573</c:v>
                </c:pt>
                <c:pt idx="1020" formatCode="0.00">
                  <c:v>115.49035157282573</c:v>
                </c:pt>
                <c:pt idx="1021" formatCode="0.00">
                  <c:v>116.97946955678907</c:v>
                </c:pt>
                <c:pt idx="1022" formatCode="0.00">
                  <c:v>115.97057009428136</c:v>
                </c:pt>
                <c:pt idx="1023" formatCode="0.00">
                  <c:v>114.66208476517748</c:v>
                </c:pt>
                <c:pt idx="1024" formatCode="0.00">
                  <c:v>114.93964225922981</c:v>
                </c:pt>
                <c:pt idx="1025" formatCode="0.00">
                  <c:v>114.03647898493251</c:v>
                </c:pt>
                <c:pt idx="1026" formatCode="0.00">
                  <c:v>114.65327341615992</c:v>
                </c:pt>
                <c:pt idx="1027" formatCode="0.00">
                  <c:v>115.65776720415886</c:v>
                </c:pt>
                <c:pt idx="1028" formatCode="0.00">
                  <c:v>115.87805092959722</c:v>
                </c:pt>
                <c:pt idx="1029" formatCode="0.00">
                  <c:v>115.06740681998404</c:v>
                </c:pt>
                <c:pt idx="1030" formatCode="0.00">
                  <c:v>114.58718829852842</c:v>
                </c:pt>
                <c:pt idx="1031" formatCode="0.00">
                  <c:v>113.98801656533607</c:v>
                </c:pt>
                <c:pt idx="1032" formatCode="0.00">
                  <c:v>114.07172438100264</c:v>
                </c:pt>
                <c:pt idx="1033" formatCode="0.00">
                  <c:v>115.17754868270323</c:v>
                </c:pt>
                <c:pt idx="1034" formatCode="0.00">
                  <c:v>116.26575028636876</c:v>
                </c:pt>
                <c:pt idx="1035" formatCode="0.00">
                  <c:v>117.14247951361345</c:v>
                </c:pt>
                <c:pt idx="1036" formatCode="0.00">
                  <c:v>117.90906687813896</c:v>
                </c:pt>
                <c:pt idx="1037" formatCode="0.00">
                  <c:v>117.90906687813896</c:v>
                </c:pt>
                <c:pt idx="1038" formatCode="0.00">
                  <c:v>118.94440038769929</c:v>
                </c:pt>
                <c:pt idx="1039" formatCode="0.00">
                  <c:v>117.73283989778828</c:v>
                </c:pt>
                <c:pt idx="1040" formatCode="0.00">
                  <c:v>116.6931007137192</c:v>
                </c:pt>
                <c:pt idx="1041" formatCode="0.00">
                  <c:v>116.71512908626305</c:v>
                </c:pt>
                <c:pt idx="1042" formatCode="0.00">
                  <c:v>116.71512908626305</c:v>
                </c:pt>
                <c:pt idx="1043" formatCode="0.00">
                  <c:v>116.64463829412277</c:v>
                </c:pt>
                <c:pt idx="1044" formatCode="0.00">
                  <c:v>117.27024407436771</c:v>
                </c:pt>
                <c:pt idx="1045" formatCode="0.00">
                  <c:v>118.52586130936639</c:v>
                </c:pt>
                <c:pt idx="1046" formatCode="0.00">
                  <c:v>117.662349105648</c:v>
                </c:pt>
                <c:pt idx="1047" formatCode="0.00">
                  <c:v>118.17781302317378</c:v>
                </c:pt>
                <c:pt idx="1048" formatCode="0.00">
                  <c:v>118.59635210150667</c:v>
                </c:pt>
                <c:pt idx="1049" formatCode="0.00">
                  <c:v>118.59635210150667</c:v>
                </c:pt>
                <c:pt idx="1050" formatCode="0.00">
                  <c:v>120.79918935589033</c:v>
                </c:pt>
                <c:pt idx="1051" formatCode="0.00">
                  <c:v>119.61406291303193</c:v>
                </c:pt>
                <c:pt idx="1052" formatCode="0.00">
                  <c:v>119.57000616794427</c:v>
                </c:pt>
                <c:pt idx="1053" formatCode="0.00">
                  <c:v>119.18671248568151</c:v>
                </c:pt>
                <c:pt idx="1054" formatCode="0.00">
                  <c:v>119.87840338355798</c:v>
                </c:pt>
                <c:pt idx="1055" formatCode="0.00">
                  <c:v>119.57881751696179</c:v>
                </c:pt>
                <c:pt idx="1056" formatCode="0.00">
                  <c:v>119.89162040708428</c:v>
                </c:pt>
                <c:pt idx="1057" formatCode="0.00">
                  <c:v>122.1385144065556</c:v>
                </c:pt>
                <c:pt idx="1058" formatCode="0.00">
                  <c:v>120.7771609833465</c:v>
                </c:pt>
                <c:pt idx="1059" formatCode="0.00">
                  <c:v>119.70217640320728</c:v>
                </c:pt>
                <c:pt idx="1060" formatCode="0.00">
                  <c:v>120.7771609833465</c:v>
                </c:pt>
                <c:pt idx="1061" formatCode="0.00">
                  <c:v>119.84756366199662</c:v>
                </c:pt>
                <c:pt idx="1062" formatCode="0.00">
                  <c:v>120.56568860692569</c:v>
                </c:pt>
                <c:pt idx="1063" formatCode="0.00">
                  <c:v>119.17349546215522</c:v>
                </c:pt>
                <c:pt idx="1064" formatCode="0.00">
                  <c:v>121.62745616353858</c:v>
                </c:pt>
                <c:pt idx="1065" formatCode="0.00">
                  <c:v>120.92254824213582</c:v>
                </c:pt>
                <c:pt idx="1066" formatCode="0.00">
                  <c:v>120.77275530883773</c:v>
                </c:pt>
                <c:pt idx="1067" formatCode="0.00">
                  <c:v>118.75055070931353</c:v>
                </c:pt>
                <c:pt idx="1068" formatCode="0.00">
                  <c:v>119.66693100713714</c:v>
                </c:pt>
                <c:pt idx="1069" formatCode="0.00">
                  <c:v>119.95329985020702</c:v>
                </c:pt>
                <c:pt idx="1070" formatCode="0.00">
                  <c:v>120.05022468939988</c:v>
                </c:pt>
                <c:pt idx="1071" formatCode="0.00">
                  <c:v>120.08547008547002</c:v>
                </c:pt>
                <c:pt idx="1072" formatCode="0.00">
                  <c:v>120.17798925015413</c:v>
                </c:pt>
                <c:pt idx="1073" formatCode="0.00">
                  <c:v>120.29694246189084</c:v>
                </c:pt>
                <c:pt idx="1074" formatCode="0.00">
                  <c:v>120.30575381090837</c:v>
                </c:pt>
                <c:pt idx="1075" formatCode="0.00">
                  <c:v>120.48638646576782</c:v>
                </c:pt>
                <c:pt idx="1076" formatCode="0.00">
                  <c:v>119.6272799365582</c:v>
                </c:pt>
                <c:pt idx="1077" formatCode="0.00">
                  <c:v>119.10741034452366</c:v>
                </c:pt>
                <c:pt idx="1078" formatCode="0.00">
                  <c:v>118.87390959555898</c:v>
                </c:pt>
                <c:pt idx="1079" formatCode="0.00">
                  <c:v>119.41140188562861</c:v>
                </c:pt>
                <c:pt idx="1080" formatCode="0.00">
                  <c:v>118.8474755485064</c:v>
                </c:pt>
                <c:pt idx="1081" formatCode="0.00">
                  <c:v>119.195523834699</c:v>
                </c:pt>
                <c:pt idx="1082" formatCode="0.00">
                  <c:v>116.9882809058066</c:v>
                </c:pt>
                <c:pt idx="1083" formatCode="0.00">
                  <c:v>117.2702440743677</c:v>
                </c:pt>
                <c:pt idx="1084" formatCode="0.00">
                  <c:v>117.16450788615728</c:v>
                </c:pt>
                <c:pt idx="1085" formatCode="0.00">
                  <c:v>115.8692395805797</c:v>
                </c:pt>
                <c:pt idx="1086" formatCode="0.00">
                  <c:v>117.45087672922716</c:v>
                </c:pt>
                <c:pt idx="1087" formatCode="0.00">
                  <c:v>116.75918583135071</c:v>
                </c:pt>
                <c:pt idx="1088" formatCode="0.00">
                  <c:v>116.64023261961398</c:v>
                </c:pt>
                <c:pt idx="1089" formatCode="0.00">
                  <c:v>116.99268658031538</c:v>
                </c:pt>
                <c:pt idx="1090" formatCode="0.00">
                  <c:v>118.91356066613794</c:v>
                </c:pt>
                <c:pt idx="1091" formatCode="0.00">
                  <c:v>118.95761741122561</c:v>
                </c:pt>
                <c:pt idx="1092" formatCode="0.00">
                  <c:v>119.39818486210234</c:v>
                </c:pt>
                <c:pt idx="1093" formatCode="0.00">
                  <c:v>119.09419332099739</c:v>
                </c:pt>
                <c:pt idx="1094" formatCode="0.00">
                  <c:v>119.12943871706754</c:v>
                </c:pt>
                <c:pt idx="1095" formatCode="0.00">
                  <c:v>119.30126002290946</c:v>
                </c:pt>
                <c:pt idx="1096" formatCode="0.00">
                  <c:v>119.10300467001494</c:v>
                </c:pt>
                <c:pt idx="1097" formatCode="0.00">
                  <c:v>119.68455370517222</c:v>
                </c:pt>
                <c:pt idx="1098" formatCode="0.00">
                  <c:v>118.5831350779804</c:v>
                </c:pt>
                <c:pt idx="1099" formatCode="0.00">
                  <c:v>118.65803154462945</c:v>
                </c:pt>
                <c:pt idx="1100" formatCode="0.00">
                  <c:v>119.35412811701468</c:v>
                </c:pt>
                <c:pt idx="1101" formatCode="0.00">
                  <c:v>119.57881751696181</c:v>
                </c:pt>
                <c:pt idx="1102" formatCode="0.00">
                  <c:v>119.85637501101417</c:v>
                </c:pt>
                <c:pt idx="1103" formatCode="0.00">
                  <c:v>120.07225306194377</c:v>
                </c:pt>
                <c:pt idx="1104" formatCode="0.00">
                  <c:v>119.97092254824213</c:v>
                </c:pt>
                <c:pt idx="1105" formatCode="0.00">
                  <c:v>119.94008282668077</c:v>
                </c:pt>
                <c:pt idx="1106" formatCode="0.00">
                  <c:v>120.53484888536435</c:v>
                </c:pt>
                <c:pt idx="1107" formatCode="0.00">
                  <c:v>120.35862190501365</c:v>
                </c:pt>
                <c:pt idx="1108" formatCode="0.00">
                  <c:v>120.16036655211913</c:v>
                </c:pt>
                <c:pt idx="1109" formatCode="0.00">
                  <c:v>119.75063882280377</c:v>
                </c:pt>
                <c:pt idx="1110" formatCode="0.00">
                  <c:v>119.78147854436514</c:v>
                </c:pt>
                <c:pt idx="1111" formatCode="0.00">
                  <c:v>120.97541633624108</c:v>
                </c:pt>
                <c:pt idx="1112" formatCode="0.00">
                  <c:v>120.89611419508327</c:v>
                </c:pt>
                <c:pt idx="1113" formatCode="0.00">
                  <c:v>121.20891708520575</c:v>
                </c:pt>
                <c:pt idx="1114" formatCode="0.00">
                  <c:v>122.75530883778305</c:v>
                </c:pt>
                <c:pt idx="1115" formatCode="0.00">
                  <c:v>122.90950744558991</c:v>
                </c:pt>
                <c:pt idx="1116" formatCode="0.00">
                  <c:v>122.10326901048549</c:v>
                </c:pt>
                <c:pt idx="1117" formatCode="0.00">
                  <c:v>122.04158956736275</c:v>
                </c:pt>
                <c:pt idx="1118" formatCode="0.00">
                  <c:v>122.75971451229181</c:v>
                </c:pt>
                <c:pt idx="1119" formatCode="0.00">
                  <c:v>123.31042382588772</c:v>
                </c:pt>
                <c:pt idx="1120" formatCode="0.00">
                  <c:v>123.11216847299319</c:v>
                </c:pt>
                <c:pt idx="1121" formatCode="0.00">
                  <c:v>123.6100096924839</c:v>
                </c:pt>
                <c:pt idx="1122" formatCode="0.00">
                  <c:v>123.7862366728346</c:v>
                </c:pt>
                <c:pt idx="1123" formatCode="0.00">
                  <c:v>123.86553881399242</c:v>
                </c:pt>
                <c:pt idx="1124" formatCode="0.00">
                  <c:v>121.16045466560929</c:v>
                </c:pt>
                <c:pt idx="1125" formatCode="0.00">
                  <c:v>122.10326901048548</c:v>
                </c:pt>
                <c:pt idx="1126" formatCode="0.00">
                  <c:v>121.5745880694334</c:v>
                </c:pt>
                <c:pt idx="1127" formatCode="0.00">
                  <c:v>121.07674684994268</c:v>
                </c:pt>
                <c:pt idx="1128" formatCode="0.00">
                  <c:v>121.07674684994268</c:v>
                </c:pt>
                <c:pt idx="1129" formatCode="0.00">
                  <c:v>118.32320028196312</c:v>
                </c:pt>
                <c:pt idx="1130" formatCode="0.00">
                  <c:v>118.7725790818574</c:v>
                </c:pt>
                <c:pt idx="1131" formatCode="0.00">
                  <c:v>118.66243721913823</c:v>
                </c:pt>
                <c:pt idx="1132" formatCode="0.00">
                  <c:v>117.90025552912149</c:v>
                </c:pt>
                <c:pt idx="1133" formatCode="0.00">
                  <c:v>117.76808529385848</c:v>
                </c:pt>
                <c:pt idx="1134" formatCode="0.00">
                  <c:v>117.32751784298173</c:v>
                </c:pt>
                <c:pt idx="1135" formatCode="0.00">
                  <c:v>116.66666666666666</c:v>
                </c:pt>
                <c:pt idx="1136" formatCode="0.00">
                  <c:v>116.54330778042117</c:v>
                </c:pt>
                <c:pt idx="1137" formatCode="0.00">
                  <c:v>116.37589214908802</c:v>
                </c:pt>
                <c:pt idx="1138" formatCode="0.00">
                  <c:v>115.93091902370253</c:v>
                </c:pt>
                <c:pt idx="1139" formatCode="0.00">
                  <c:v>115.88686227861486</c:v>
                </c:pt>
                <c:pt idx="1140" formatCode="0.00">
                  <c:v>116.29659000793021</c:v>
                </c:pt>
                <c:pt idx="1141" formatCode="0.00">
                  <c:v>118.34963432901579</c:v>
                </c:pt>
                <c:pt idx="1142" formatCode="0.00">
                  <c:v>119.5039210503128</c:v>
                </c:pt>
                <c:pt idx="1143" formatCode="0.00">
                  <c:v>120.2440743677857</c:v>
                </c:pt>
                <c:pt idx="1144" formatCode="0.00">
                  <c:v>120.11630980703144</c:v>
                </c:pt>
                <c:pt idx="1145" formatCode="0.00">
                  <c:v>121.3763327165389</c:v>
                </c:pt>
                <c:pt idx="1146" formatCode="0.00">
                  <c:v>120.957793638206</c:v>
                </c:pt>
                <c:pt idx="1147" formatCode="0.00">
                  <c:v>119.40259053661114</c:v>
                </c:pt>
                <c:pt idx="1148" formatCode="0.00">
                  <c:v>123.75980262578199</c:v>
                </c:pt>
                <c:pt idx="1149" formatCode="0.00">
                  <c:v>123.10776279848442</c:v>
                </c:pt>
                <c:pt idx="1150" formatCode="0.00">
                  <c:v>123.39853731606307</c:v>
                </c:pt>
                <c:pt idx="1151" formatCode="0.00">
                  <c:v>123.66287778658912</c:v>
                </c:pt>
                <c:pt idx="1152" formatCode="0.00">
                  <c:v>122.61432725350251</c:v>
                </c:pt>
                <c:pt idx="1153" formatCode="0.00">
                  <c:v>122.64076130055511</c:v>
                </c:pt>
                <c:pt idx="1154" formatCode="0.00">
                  <c:v>123.27077275530884</c:v>
                </c:pt>
                <c:pt idx="1155" formatCode="0.00">
                  <c:v>124.04617146885188</c:v>
                </c:pt>
                <c:pt idx="1156" formatCode="0.00">
                  <c:v>126.05956471935853</c:v>
                </c:pt>
                <c:pt idx="1157" formatCode="0.00">
                  <c:v>126.6455194290246</c:v>
                </c:pt>
                <c:pt idx="1158" formatCode="0.00">
                  <c:v>127.07286985637505</c:v>
                </c:pt>
                <c:pt idx="1159" formatCode="0.00">
                  <c:v>128.72940347167153</c:v>
                </c:pt>
                <c:pt idx="1160" formatCode="0.00">
                  <c:v>127.91875936205835</c:v>
                </c:pt>
                <c:pt idx="1161" formatCode="0.00">
                  <c:v>127.83064587188301</c:v>
                </c:pt>
                <c:pt idx="1162" formatCode="0.00">
                  <c:v>127.36364437395369</c:v>
                </c:pt>
                <c:pt idx="1163" formatCode="0.00">
                  <c:v>128.35932681293511</c:v>
                </c:pt>
                <c:pt idx="1164" formatCode="0.00">
                  <c:v>128.8968191030047</c:v>
                </c:pt>
                <c:pt idx="1165" formatCode="0.00">
                  <c:v>128.42541193056661</c:v>
                </c:pt>
                <c:pt idx="1166" formatCode="0.00">
                  <c:v>128.22715657767208</c:v>
                </c:pt>
                <c:pt idx="1167" formatCode="0.00">
                  <c:v>127.59273944840959</c:v>
                </c:pt>
                <c:pt idx="1168" formatCode="0.00">
                  <c:v>127.60155079742712</c:v>
                </c:pt>
                <c:pt idx="1169" formatCode="0.00">
                  <c:v>128.46506300114552</c:v>
                </c:pt>
                <c:pt idx="1170" formatCode="0.00">
                  <c:v>130.4872676006697</c:v>
                </c:pt>
                <c:pt idx="1171" formatCode="0.00">
                  <c:v>131.0159485417218</c:v>
                </c:pt>
                <c:pt idx="1172" formatCode="0.00">
                  <c:v>132.09533879636979</c:v>
                </c:pt>
                <c:pt idx="1173" formatCode="0.00">
                  <c:v>131.48295003965112</c:v>
                </c:pt>
                <c:pt idx="1174" formatCode="0.00">
                  <c:v>132.32883954533443</c:v>
                </c:pt>
                <c:pt idx="1175" formatCode="0.00">
                  <c:v>131.8882720944577</c:v>
                </c:pt>
                <c:pt idx="1176" formatCode="0.00">
                  <c:v>133.69900431756105</c:v>
                </c:pt>
                <c:pt idx="1177" formatCode="0.00">
                  <c:v>135.69036919552389</c:v>
                </c:pt>
                <c:pt idx="1178" formatCode="0.00">
                  <c:v>135.79169970922553</c:v>
                </c:pt>
                <c:pt idx="1179" formatCode="0.00">
                  <c:v>135.51854788968194</c:v>
                </c:pt>
                <c:pt idx="1180" formatCode="0.00">
                  <c:v>136.52304167768088</c:v>
                </c:pt>
                <c:pt idx="1181" formatCode="0.00">
                  <c:v>136.39087144241785</c:v>
                </c:pt>
                <c:pt idx="1182" formatCode="0.00">
                  <c:v>135.27623579169972</c:v>
                </c:pt>
                <c:pt idx="1183" formatCode="0.00">
                  <c:v>135.25861309366465</c:v>
                </c:pt>
                <c:pt idx="1184" formatCode="0.00">
                  <c:v>136.64640056392633</c:v>
                </c:pt>
                <c:pt idx="1185" formatCode="0.00">
                  <c:v>137.23235527359239</c:v>
                </c:pt>
                <c:pt idx="1186" formatCode="0.00">
                  <c:v>137.45704467353951</c:v>
                </c:pt>
                <c:pt idx="1187" formatCode="0.00">
                  <c:v>136.78738214820689</c:v>
                </c:pt>
                <c:pt idx="1188" formatCode="0.00">
                  <c:v>137.66411137545157</c:v>
                </c:pt>
                <c:pt idx="1189" formatCode="0.00">
                  <c:v>137.70816812053923</c:v>
                </c:pt>
                <c:pt idx="1190" formatCode="0.00">
                  <c:v>137.57159221076745</c:v>
                </c:pt>
                <c:pt idx="1191" formatCode="0.00">
                  <c:v>141.36047228830734</c:v>
                </c:pt>
                <c:pt idx="1192" formatCode="0.00">
                  <c:v>139.74799541809847</c:v>
                </c:pt>
                <c:pt idx="1193" formatCode="0.00">
                  <c:v>136.27191823068108</c:v>
                </c:pt>
                <c:pt idx="1194" formatCode="0.00">
                  <c:v>137.84914970481978</c:v>
                </c:pt>
                <c:pt idx="1195" formatCode="0.00">
                  <c:v>138.72147325755572</c:v>
                </c:pt>
                <c:pt idx="1196" formatCode="0.00">
                  <c:v>139.44840955150232</c:v>
                </c:pt>
                <c:pt idx="1197" formatCode="0.00">
                  <c:v>139.43959820248477</c:v>
                </c:pt>
                <c:pt idx="1198" formatCode="0.00">
                  <c:v>140.35597850030837</c:v>
                </c:pt>
                <c:pt idx="1199" formatCode="0.00">
                  <c:v>140.66878139043084</c:v>
                </c:pt>
                <c:pt idx="1200" formatCode="0.00">
                  <c:v>140.14450612388751</c:v>
                </c:pt>
                <c:pt idx="1201" formatCode="0.00">
                  <c:v>141.15340558639522</c:v>
                </c:pt>
                <c:pt idx="1202" formatCode="0.00">
                  <c:v>140.52339413164151</c:v>
                </c:pt>
                <c:pt idx="1203" formatCode="0.00">
                  <c:v>140.50136575909767</c:v>
                </c:pt>
                <c:pt idx="1204" formatCode="0.00">
                  <c:v>142.07859723323634</c:v>
                </c:pt>
                <c:pt idx="1205" formatCode="0.00">
                  <c:v>144.50612388756713</c:v>
                </c:pt>
                <c:pt idx="1206" formatCode="0.00">
                  <c:v>143.35624284077886</c:v>
                </c:pt>
                <c:pt idx="1207" formatCode="0.00">
                  <c:v>144.86738919728606</c:v>
                </c:pt>
                <c:pt idx="1208" formatCode="0.00">
                  <c:v>144.03471671512904</c:v>
                </c:pt>
                <c:pt idx="1209" formatCode="0.00">
                  <c:v>142.57643845272707</c:v>
                </c:pt>
                <c:pt idx="1210" formatCode="0.00">
                  <c:v>140.75248920609741</c:v>
                </c:pt>
                <c:pt idx="1211" formatCode="0.00">
                  <c:v>139.5849854612741</c:v>
                </c:pt>
                <c:pt idx="1212" formatCode="0.00">
                  <c:v>137.4966957441184</c:v>
                </c:pt>
                <c:pt idx="1213" formatCode="0.00">
                  <c:v>136.65080623843505</c:v>
                </c:pt>
                <c:pt idx="1214" formatCode="0.00">
                  <c:v>139.08714424178336</c:v>
                </c:pt>
                <c:pt idx="1215" formatCode="0.00">
                  <c:v>139.43959820248475</c:v>
                </c:pt>
                <c:pt idx="1216" formatCode="0.00">
                  <c:v>140.1709401709401</c:v>
                </c:pt>
                <c:pt idx="1217" formatCode="0.00">
                  <c:v>140.90668781390426</c:v>
                </c:pt>
                <c:pt idx="1218" formatCode="0.00">
                  <c:v>140.88906511586919</c:v>
                </c:pt>
                <c:pt idx="1219" formatCode="0.00">
                  <c:v>141.47501982553524</c:v>
                </c:pt>
                <c:pt idx="1220" formatCode="0.00">
                  <c:v>141.96845537051718</c:v>
                </c:pt>
                <c:pt idx="1221" formatCode="0.00">
                  <c:v>142.55000440567446</c:v>
                </c:pt>
                <c:pt idx="1222" formatCode="0.00">
                  <c:v>142.79672217816542</c:v>
                </c:pt>
                <c:pt idx="1223" formatCode="0.00">
                  <c:v>141.86712485681551</c:v>
                </c:pt>
                <c:pt idx="1224" formatCode="0.00">
                  <c:v>141.43096308044753</c:v>
                </c:pt>
                <c:pt idx="1225" formatCode="0.00">
                  <c:v>140.93312186095682</c:v>
                </c:pt>
                <c:pt idx="1226" formatCode="0.00">
                  <c:v>139.26337122213403</c:v>
                </c:pt>
                <c:pt idx="1227" formatCode="0.00">
                  <c:v>138.56727464974881</c:v>
                </c:pt>
                <c:pt idx="1228" formatCode="0.00">
                  <c:v>137.74781919111811</c:v>
                </c:pt>
                <c:pt idx="1229" formatCode="0.00">
                  <c:v>137.49669574411837</c:v>
                </c:pt>
                <c:pt idx="1230" formatCode="0.00">
                  <c:v>134.46118600757771</c:v>
                </c:pt>
                <c:pt idx="1231" formatCode="0.00">
                  <c:v>131.57546920433512</c:v>
                </c:pt>
                <c:pt idx="1232" formatCode="0.00">
                  <c:v>133.10423825887739</c:v>
                </c:pt>
                <c:pt idx="1233" formatCode="0.00">
                  <c:v>131.09525068287951</c:v>
                </c:pt>
                <c:pt idx="1234" formatCode="0.00">
                  <c:v>132.0248480042294</c:v>
                </c:pt>
                <c:pt idx="1235" formatCode="0.00">
                  <c:v>132.97647369812313</c:v>
                </c:pt>
                <c:pt idx="1236" formatCode="0.00">
                  <c:v>132.91479425500037</c:v>
                </c:pt>
                <c:pt idx="1237" formatCode="0.00">
                  <c:v>134.89294210943689</c:v>
                </c:pt>
                <c:pt idx="1238" formatCode="0.00">
                  <c:v>137.46585602255698</c:v>
                </c:pt>
                <c:pt idx="1239" formatCode="0.00">
                  <c:v>136.00317208564624</c:v>
                </c:pt>
                <c:pt idx="1240" formatCode="0.00">
                  <c:v>136.064851528769</c:v>
                </c:pt>
                <c:pt idx="1241" formatCode="0.00">
                  <c:v>136.83584456780326</c:v>
                </c:pt>
                <c:pt idx="1242" formatCode="0.00">
                  <c:v>138.11349017534576</c:v>
                </c:pt>
                <c:pt idx="1243" formatCode="0.00">
                  <c:v>137.80509295973204</c:v>
                </c:pt>
                <c:pt idx="1244" formatCode="0.00">
                  <c:v>138.33817957529286</c:v>
                </c:pt>
                <c:pt idx="1245" formatCode="0.00">
                  <c:v>138.38223632038054</c:v>
                </c:pt>
                <c:pt idx="1246" formatCode="0.00">
                  <c:v>138.95937968102905</c:v>
                </c:pt>
                <c:pt idx="1247" formatCode="0.00">
                  <c:v>138.77434135166084</c:v>
                </c:pt>
                <c:pt idx="1248" formatCode="0.00">
                  <c:v>#N/A</c:v>
                </c:pt>
                <c:pt idx="1249" formatCode="0.00">
                  <c:v>#N/A</c:v>
                </c:pt>
                <c:pt idx="1250" formatCode="0.00">
                  <c:v>#N/A</c:v>
                </c:pt>
                <c:pt idx="1251" formatCode="0.00">
                  <c:v>#N/A</c:v>
                </c:pt>
                <c:pt idx="1252" formatCode="0.00">
                  <c:v>#N/A</c:v>
                </c:pt>
                <c:pt idx="1253" formatCode="0.00">
                  <c:v>#N/A</c:v>
                </c:pt>
                <c:pt idx="1254" formatCode="0.00">
                  <c:v>#N/A</c:v>
                </c:pt>
                <c:pt idx="1255" formatCode="0.00">
                  <c:v>#N/A</c:v>
                </c:pt>
                <c:pt idx="1256" formatCode="0.00">
                  <c:v>#N/A</c:v>
                </c:pt>
                <c:pt idx="1257" formatCode="0.00">
                  <c:v>#N/A</c:v>
                </c:pt>
                <c:pt idx="1258" formatCode="0.00">
                  <c:v>#N/A</c:v>
                </c:pt>
                <c:pt idx="1259" formatCode="0.00">
                  <c:v>#N/A</c:v>
                </c:pt>
                <c:pt idx="1260" formatCode="0.00">
                  <c:v>#N/A</c:v>
                </c:pt>
                <c:pt idx="1261" formatCode="0.00">
                  <c:v>#N/A</c:v>
                </c:pt>
                <c:pt idx="1262" formatCode="0.00">
                  <c:v>#N/A</c:v>
                </c:pt>
                <c:pt idx="1263" formatCode="0.00">
                  <c:v>#N/A</c:v>
                </c:pt>
                <c:pt idx="1264" formatCode="0.00">
                  <c:v>#N/A</c:v>
                </c:pt>
                <c:pt idx="1265" formatCode="0.00">
                  <c:v>#N/A</c:v>
                </c:pt>
                <c:pt idx="1266" formatCode="0.00">
                  <c:v>#N/A</c:v>
                </c:pt>
                <c:pt idx="1267" formatCode="0.00">
                  <c:v>#N/A</c:v>
                </c:pt>
                <c:pt idx="1268" formatCode="0.00">
                  <c:v>#N/A</c:v>
                </c:pt>
                <c:pt idx="1269" formatCode="0.00">
                  <c:v>#N/A</c:v>
                </c:pt>
                <c:pt idx="1270" formatCode="0.00">
                  <c:v>#N/A</c:v>
                </c:pt>
                <c:pt idx="1271" formatCode="0.00">
                  <c:v>#N/A</c:v>
                </c:pt>
                <c:pt idx="1272" formatCode="0.00">
                  <c:v>#N/A</c:v>
                </c:pt>
                <c:pt idx="1273" formatCode="0.00">
                  <c:v>#N/A</c:v>
                </c:pt>
                <c:pt idx="1274" formatCode="0.00">
                  <c:v>#N/A</c:v>
                </c:pt>
                <c:pt idx="1275" formatCode="0.00">
                  <c:v>#N/A</c:v>
                </c:pt>
                <c:pt idx="1276" formatCode="0.00">
                  <c:v>#N/A</c:v>
                </c:pt>
                <c:pt idx="1277" formatCode="0.00">
                  <c:v>#N/A</c:v>
                </c:pt>
                <c:pt idx="1278" formatCode="0.00">
                  <c:v>#N/A</c:v>
                </c:pt>
                <c:pt idx="1279" formatCode="0.00">
                  <c:v>#N/A</c:v>
                </c:pt>
                <c:pt idx="1280" formatCode="0.00">
                  <c:v>#N/A</c:v>
                </c:pt>
                <c:pt idx="1281" formatCode="0.00">
                  <c:v>#N/A</c:v>
                </c:pt>
                <c:pt idx="1282" formatCode="0.00">
                  <c:v>#N/A</c:v>
                </c:pt>
                <c:pt idx="1283" formatCode="0.00">
                  <c:v>#N/A</c:v>
                </c:pt>
                <c:pt idx="1284" formatCode="0.00">
                  <c:v>#N/A</c:v>
                </c:pt>
                <c:pt idx="1285" formatCode="0.00">
                  <c:v>#N/A</c:v>
                </c:pt>
                <c:pt idx="1286" formatCode="0.00">
                  <c:v>#N/A</c:v>
                </c:pt>
                <c:pt idx="1287" formatCode="0.00">
                  <c:v>#N/A</c:v>
                </c:pt>
                <c:pt idx="1288" formatCode="0.00">
                  <c:v>#N/A</c:v>
                </c:pt>
                <c:pt idx="1289" formatCode="0.00">
                  <c:v>#N/A</c:v>
                </c:pt>
                <c:pt idx="1290" formatCode="0.00">
                  <c:v>#N/A</c:v>
                </c:pt>
                <c:pt idx="1291" formatCode="0.00">
                  <c:v>#N/A</c:v>
                </c:pt>
                <c:pt idx="1292" formatCode="0.00">
                  <c:v>#N/A</c:v>
                </c:pt>
                <c:pt idx="1293" formatCode="0.00">
                  <c:v>#N/A</c:v>
                </c:pt>
                <c:pt idx="1294" formatCode="0.00">
                  <c:v>#N/A</c:v>
                </c:pt>
                <c:pt idx="1295" formatCode="0.00">
                  <c:v>#N/A</c:v>
                </c:pt>
                <c:pt idx="1296" formatCode="0.00">
                  <c:v>#N/A</c:v>
                </c:pt>
                <c:pt idx="1297" formatCode="0.00">
                  <c:v>#N/A</c:v>
                </c:pt>
                <c:pt idx="1298" formatCode="0.00">
                  <c:v>#N/A</c:v>
                </c:pt>
                <c:pt idx="1299" formatCode="0.00">
                  <c:v>#N/A</c:v>
                </c:pt>
                <c:pt idx="1300" formatCode="0.00">
                  <c:v>#N/A</c:v>
                </c:pt>
                <c:pt idx="1301" formatCode="0.00">
                  <c:v>#N/A</c:v>
                </c:pt>
                <c:pt idx="1302" formatCode="0.00">
                  <c:v>#N/A</c:v>
                </c:pt>
                <c:pt idx="1303" formatCode="0.00">
                  <c:v>#N/A</c:v>
                </c:pt>
                <c:pt idx="1304" formatCode="0.00">
                  <c:v>#N/A</c:v>
                </c:pt>
                <c:pt idx="1305" formatCode="0.00">
                  <c:v>#N/A</c:v>
                </c:pt>
                <c:pt idx="1306" formatCode="0.00">
                  <c:v>#N/A</c:v>
                </c:pt>
                <c:pt idx="1307" formatCode="0.00">
                  <c:v>#N/A</c:v>
                </c:pt>
                <c:pt idx="1308" formatCode="0.00">
                  <c:v>#N/A</c:v>
                </c:pt>
                <c:pt idx="1309" formatCode="0.00">
                  <c:v>#N/A</c:v>
                </c:pt>
                <c:pt idx="1310" formatCode="0.00">
                  <c:v>#N/A</c:v>
                </c:pt>
                <c:pt idx="1311" formatCode="0.00">
                  <c:v>#N/A</c:v>
                </c:pt>
                <c:pt idx="1312" formatCode="0.00">
                  <c:v>#N/A</c:v>
                </c:pt>
                <c:pt idx="1313" formatCode="0.00">
                  <c:v>#N/A</c:v>
                </c:pt>
                <c:pt idx="1314" formatCode="0.00">
                  <c:v>#N/A</c:v>
                </c:pt>
                <c:pt idx="1315" formatCode="0.00">
                  <c:v>#N/A</c:v>
                </c:pt>
                <c:pt idx="1316" formatCode="0.00">
                  <c:v>#N/A</c:v>
                </c:pt>
                <c:pt idx="1317" formatCode="0.00">
                  <c:v>#N/A</c:v>
                </c:pt>
                <c:pt idx="1318" formatCode="0.00">
                  <c:v>#N/A</c:v>
                </c:pt>
                <c:pt idx="1319" formatCode="0.00">
                  <c:v>#N/A</c:v>
                </c:pt>
                <c:pt idx="1320" formatCode="0.00">
                  <c:v>#N/A</c:v>
                </c:pt>
              </c:numCache>
            </c:numRef>
          </c:val>
          <c:smooth val="0"/>
          <c:extLst>
            <c:ext xmlns:c16="http://schemas.microsoft.com/office/drawing/2014/chart" uri="{C3380CC4-5D6E-409C-BE32-E72D297353CC}">
              <c16:uniqueId val="{00000001-C3B5-433F-9B50-C0E2EFC1814E}"/>
            </c:ext>
          </c:extLst>
        </c:ser>
        <c:dLbls>
          <c:showLegendKey val="0"/>
          <c:showVal val="0"/>
          <c:showCatName val="0"/>
          <c:showSerName val="0"/>
          <c:showPercent val="0"/>
          <c:showBubbleSize val="0"/>
        </c:dLbls>
        <c:marker val="1"/>
        <c:smooth val="0"/>
        <c:axId val="-1017535600"/>
        <c:axId val="-1017532880"/>
      </c:lineChart>
      <c:lineChart>
        <c:grouping val="standard"/>
        <c:varyColors val="0"/>
        <c:ser>
          <c:idx val="0"/>
          <c:order val="0"/>
          <c:tx>
            <c:strRef>
              <c:f>FI_INDEX!$AS$7</c:f>
              <c:strCache>
                <c:ptCount val="1"/>
                <c:pt idx="0">
                  <c:v>CNHUSD</c:v>
                </c:pt>
              </c:strCache>
            </c:strRef>
          </c:tx>
          <c:spPr>
            <a:ln w="28575">
              <a:solidFill>
                <a:srgbClr val="1E2E6E"/>
              </a:solidFill>
            </a:ln>
          </c:spPr>
          <c:marker>
            <c:symbol val="none"/>
          </c:marker>
          <c:cat>
            <c:numRef>
              <c:f>FI_INDEX!$AC$795:$AC$4550</c:f>
              <c:numCache>
                <c:formatCode>m/d/yyyy</c:formatCode>
                <c:ptCount val="3756"/>
                <c:pt idx="0">
                  <c:v>44561</c:v>
                </c:pt>
                <c:pt idx="1">
                  <c:v>44564</c:v>
                </c:pt>
                <c:pt idx="2">
                  <c:v>44565</c:v>
                </c:pt>
                <c:pt idx="3">
                  <c:v>44566</c:v>
                </c:pt>
                <c:pt idx="4">
                  <c:v>44567</c:v>
                </c:pt>
                <c:pt idx="5">
                  <c:v>44568</c:v>
                </c:pt>
                <c:pt idx="6">
                  <c:v>44571</c:v>
                </c:pt>
                <c:pt idx="7">
                  <c:v>44572</c:v>
                </c:pt>
                <c:pt idx="8">
                  <c:v>44573</c:v>
                </c:pt>
                <c:pt idx="9">
                  <c:v>44574</c:v>
                </c:pt>
                <c:pt idx="10">
                  <c:v>44575</c:v>
                </c:pt>
                <c:pt idx="11">
                  <c:v>44578</c:v>
                </c:pt>
                <c:pt idx="12">
                  <c:v>44579</c:v>
                </c:pt>
                <c:pt idx="13">
                  <c:v>44580</c:v>
                </c:pt>
                <c:pt idx="14">
                  <c:v>44581</c:v>
                </c:pt>
                <c:pt idx="15">
                  <c:v>44582</c:v>
                </c:pt>
                <c:pt idx="16">
                  <c:v>44585</c:v>
                </c:pt>
                <c:pt idx="17">
                  <c:v>44586</c:v>
                </c:pt>
                <c:pt idx="18">
                  <c:v>44587</c:v>
                </c:pt>
                <c:pt idx="19">
                  <c:v>44588</c:v>
                </c:pt>
                <c:pt idx="20">
                  <c:v>44589</c:v>
                </c:pt>
                <c:pt idx="21">
                  <c:v>44592</c:v>
                </c:pt>
                <c:pt idx="22">
                  <c:v>44593</c:v>
                </c:pt>
                <c:pt idx="23">
                  <c:v>44594</c:v>
                </c:pt>
                <c:pt idx="24">
                  <c:v>44595</c:v>
                </c:pt>
                <c:pt idx="25">
                  <c:v>44596</c:v>
                </c:pt>
                <c:pt idx="26">
                  <c:v>44599</c:v>
                </c:pt>
                <c:pt idx="27">
                  <c:v>44600</c:v>
                </c:pt>
                <c:pt idx="28">
                  <c:v>44601</c:v>
                </c:pt>
                <c:pt idx="29">
                  <c:v>44602</c:v>
                </c:pt>
                <c:pt idx="30">
                  <c:v>44603</c:v>
                </c:pt>
                <c:pt idx="31">
                  <c:v>44606</c:v>
                </c:pt>
                <c:pt idx="32">
                  <c:v>44607</c:v>
                </c:pt>
                <c:pt idx="33">
                  <c:v>44608</c:v>
                </c:pt>
                <c:pt idx="34">
                  <c:v>44609</c:v>
                </c:pt>
                <c:pt idx="35">
                  <c:v>44610</c:v>
                </c:pt>
                <c:pt idx="36">
                  <c:v>44613</c:v>
                </c:pt>
                <c:pt idx="37">
                  <c:v>44614</c:v>
                </c:pt>
                <c:pt idx="38">
                  <c:v>44615</c:v>
                </c:pt>
                <c:pt idx="39">
                  <c:v>44616</c:v>
                </c:pt>
                <c:pt idx="40">
                  <c:v>44617</c:v>
                </c:pt>
                <c:pt idx="41">
                  <c:v>44620</c:v>
                </c:pt>
                <c:pt idx="42">
                  <c:v>44621</c:v>
                </c:pt>
                <c:pt idx="43">
                  <c:v>44622</c:v>
                </c:pt>
                <c:pt idx="44">
                  <c:v>44623</c:v>
                </c:pt>
                <c:pt idx="45">
                  <c:v>44624</c:v>
                </c:pt>
                <c:pt idx="46">
                  <c:v>44627</c:v>
                </c:pt>
                <c:pt idx="47">
                  <c:v>44628</c:v>
                </c:pt>
                <c:pt idx="48">
                  <c:v>44629</c:v>
                </c:pt>
                <c:pt idx="49">
                  <c:v>44630</c:v>
                </c:pt>
                <c:pt idx="50">
                  <c:v>44631</c:v>
                </c:pt>
                <c:pt idx="51">
                  <c:v>44634</c:v>
                </c:pt>
                <c:pt idx="52">
                  <c:v>44635</c:v>
                </c:pt>
                <c:pt idx="53">
                  <c:v>44636</c:v>
                </c:pt>
                <c:pt idx="54">
                  <c:v>44637</c:v>
                </c:pt>
                <c:pt idx="55">
                  <c:v>44638</c:v>
                </c:pt>
                <c:pt idx="56">
                  <c:v>44641</c:v>
                </c:pt>
                <c:pt idx="57">
                  <c:v>44642</c:v>
                </c:pt>
                <c:pt idx="58">
                  <c:v>44643</c:v>
                </c:pt>
                <c:pt idx="59">
                  <c:v>44644</c:v>
                </c:pt>
                <c:pt idx="60">
                  <c:v>44645</c:v>
                </c:pt>
                <c:pt idx="61">
                  <c:v>44648</c:v>
                </c:pt>
                <c:pt idx="62">
                  <c:v>44649</c:v>
                </c:pt>
                <c:pt idx="63">
                  <c:v>44650</c:v>
                </c:pt>
                <c:pt idx="64">
                  <c:v>44651</c:v>
                </c:pt>
                <c:pt idx="65">
                  <c:v>44652</c:v>
                </c:pt>
                <c:pt idx="66">
                  <c:v>44655</c:v>
                </c:pt>
                <c:pt idx="67">
                  <c:v>44656</c:v>
                </c:pt>
                <c:pt idx="68">
                  <c:v>44657</c:v>
                </c:pt>
                <c:pt idx="69">
                  <c:v>44658</c:v>
                </c:pt>
                <c:pt idx="70">
                  <c:v>44659</c:v>
                </c:pt>
                <c:pt idx="71">
                  <c:v>44662</c:v>
                </c:pt>
                <c:pt idx="72">
                  <c:v>44663</c:v>
                </c:pt>
                <c:pt idx="73">
                  <c:v>44664</c:v>
                </c:pt>
                <c:pt idx="74">
                  <c:v>44665</c:v>
                </c:pt>
                <c:pt idx="75">
                  <c:v>44666</c:v>
                </c:pt>
                <c:pt idx="76">
                  <c:v>44669</c:v>
                </c:pt>
                <c:pt idx="77">
                  <c:v>44670</c:v>
                </c:pt>
                <c:pt idx="78">
                  <c:v>44671</c:v>
                </c:pt>
                <c:pt idx="79">
                  <c:v>44672</c:v>
                </c:pt>
                <c:pt idx="80">
                  <c:v>44673</c:v>
                </c:pt>
                <c:pt idx="81">
                  <c:v>44676</c:v>
                </c:pt>
                <c:pt idx="82">
                  <c:v>44677</c:v>
                </c:pt>
                <c:pt idx="83">
                  <c:v>44678</c:v>
                </c:pt>
                <c:pt idx="84">
                  <c:v>44679</c:v>
                </c:pt>
                <c:pt idx="85">
                  <c:v>44680</c:v>
                </c:pt>
                <c:pt idx="86">
                  <c:v>44683</c:v>
                </c:pt>
                <c:pt idx="87">
                  <c:v>44684</c:v>
                </c:pt>
                <c:pt idx="88">
                  <c:v>44685</c:v>
                </c:pt>
                <c:pt idx="89">
                  <c:v>44686</c:v>
                </c:pt>
                <c:pt idx="90">
                  <c:v>44687</c:v>
                </c:pt>
                <c:pt idx="91">
                  <c:v>44690</c:v>
                </c:pt>
                <c:pt idx="92">
                  <c:v>44691</c:v>
                </c:pt>
                <c:pt idx="93">
                  <c:v>44692</c:v>
                </c:pt>
                <c:pt idx="94">
                  <c:v>44693</c:v>
                </c:pt>
                <c:pt idx="95">
                  <c:v>44694</c:v>
                </c:pt>
                <c:pt idx="96">
                  <c:v>44697</c:v>
                </c:pt>
                <c:pt idx="97">
                  <c:v>44698</c:v>
                </c:pt>
                <c:pt idx="98">
                  <c:v>44699</c:v>
                </c:pt>
                <c:pt idx="99">
                  <c:v>44700</c:v>
                </c:pt>
                <c:pt idx="100">
                  <c:v>44701</c:v>
                </c:pt>
                <c:pt idx="101">
                  <c:v>44704</c:v>
                </c:pt>
                <c:pt idx="102">
                  <c:v>44705</c:v>
                </c:pt>
                <c:pt idx="103">
                  <c:v>44706</c:v>
                </c:pt>
                <c:pt idx="104">
                  <c:v>44707</c:v>
                </c:pt>
                <c:pt idx="105">
                  <c:v>44708</c:v>
                </c:pt>
                <c:pt idx="106">
                  <c:v>44711</c:v>
                </c:pt>
                <c:pt idx="107">
                  <c:v>44712</c:v>
                </c:pt>
                <c:pt idx="108">
                  <c:v>44713</c:v>
                </c:pt>
                <c:pt idx="109">
                  <c:v>44714</c:v>
                </c:pt>
                <c:pt idx="110">
                  <c:v>44715</c:v>
                </c:pt>
                <c:pt idx="111">
                  <c:v>44718</c:v>
                </c:pt>
                <c:pt idx="112">
                  <c:v>44719</c:v>
                </c:pt>
                <c:pt idx="113">
                  <c:v>44720</c:v>
                </c:pt>
                <c:pt idx="114">
                  <c:v>44721</c:v>
                </c:pt>
                <c:pt idx="115">
                  <c:v>44722</c:v>
                </c:pt>
                <c:pt idx="116">
                  <c:v>44725</c:v>
                </c:pt>
                <c:pt idx="117">
                  <c:v>44726</c:v>
                </c:pt>
                <c:pt idx="118">
                  <c:v>44727</c:v>
                </c:pt>
                <c:pt idx="119">
                  <c:v>44728</c:v>
                </c:pt>
                <c:pt idx="120">
                  <c:v>44729</c:v>
                </c:pt>
                <c:pt idx="121">
                  <c:v>44732</c:v>
                </c:pt>
                <c:pt idx="122">
                  <c:v>44733</c:v>
                </c:pt>
                <c:pt idx="123">
                  <c:v>44734</c:v>
                </c:pt>
                <c:pt idx="124">
                  <c:v>44735</c:v>
                </c:pt>
                <c:pt idx="125">
                  <c:v>44736</c:v>
                </c:pt>
                <c:pt idx="126">
                  <c:v>44739</c:v>
                </c:pt>
                <c:pt idx="127">
                  <c:v>44740</c:v>
                </c:pt>
                <c:pt idx="128">
                  <c:v>44741</c:v>
                </c:pt>
                <c:pt idx="129">
                  <c:v>44742</c:v>
                </c:pt>
                <c:pt idx="130">
                  <c:v>44743</c:v>
                </c:pt>
                <c:pt idx="131">
                  <c:v>44746</c:v>
                </c:pt>
                <c:pt idx="132">
                  <c:v>44747</c:v>
                </c:pt>
                <c:pt idx="133">
                  <c:v>44748</c:v>
                </c:pt>
                <c:pt idx="134">
                  <c:v>44749</c:v>
                </c:pt>
                <c:pt idx="135">
                  <c:v>44750</c:v>
                </c:pt>
                <c:pt idx="136">
                  <c:v>44753</c:v>
                </c:pt>
                <c:pt idx="137">
                  <c:v>44754</c:v>
                </c:pt>
                <c:pt idx="138">
                  <c:v>44755</c:v>
                </c:pt>
                <c:pt idx="139">
                  <c:v>44756</c:v>
                </c:pt>
                <c:pt idx="140">
                  <c:v>44757</c:v>
                </c:pt>
                <c:pt idx="141">
                  <c:v>44760</c:v>
                </c:pt>
                <c:pt idx="142">
                  <c:v>44761</c:v>
                </c:pt>
                <c:pt idx="143">
                  <c:v>44762</c:v>
                </c:pt>
                <c:pt idx="144">
                  <c:v>44763</c:v>
                </c:pt>
                <c:pt idx="145">
                  <c:v>44764</c:v>
                </c:pt>
                <c:pt idx="146">
                  <c:v>44767</c:v>
                </c:pt>
                <c:pt idx="147">
                  <c:v>44768</c:v>
                </c:pt>
                <c:pt idx="148">
                  <c:v>44769</c:v>
                </c:pt>
                <c:pt idx="149">
                  <c:v>44770</c:v>
                </c:pt>
                <c:pt idx="150">
                  <c:v>44771</c:v>
                </c:pt>
                <c:pt idx="151">
                  <c:v>44774</c:v>
                </c:pt>
                <c:pt idx="152">
                  <c:v>44775</c:v>
                </c:pt>
                <c:pt idx="153">
                  <c:v>44776</c:v>
                </c:pt>
                <c:pt idx="154">
                  <c:v>44777</c:v>
                </c:pt>
                <c:pt idx="155">
                  <c:v>44778</c:v>
                </c:pt>
                <c:pt idx="156">
                  <c:v>44781</c:v>
                </c:pt>
                <c:pt idx="157">
                  <c:v>44782</c:v>
                </c:pt>
                <c:pt idx="158">
                  <c:v>44783</c:v>
                </c:pt>
                <c:pt idx="159">
                  <c:v>44784</c:v>
                </c:pt>
                <c:pt idx="160">
                  <c:v>44785</c:v>
                </c:pt>
                <c:pt idx="161">
                  <c:v>44788</c:v>
                </c:pt>
                <c:pt idx="162">
                  <c:v>44789</c:v>
                </c:pt>
                <c:pt idx="163">
                  <c:v>44790</c:v>
                </c:pt>
                <c:pt idx="164">
                  <c:v>44791</c:v>
                </c:pt>
                <c:pt idx="165">
                  <c:v>44792</c:v>
                </c:pt>
                <c:pt idx="166">
                  <c:v>44795</c:v>
                </c:pt>
                <c:pt idx="167">
                  <c:v>44796</c:v>
                </c:pt>
                <c:pt idx="168">
                  <c:v>44797</c:v>
                </c:pt>
                <c:pt idx="169">
                  <c:v>44798</c:v>
                </c:pt>
                <c:pt idx="170">
                  <c:v>44799</c:v>
                </c:pt>
                <c:pt idx="171">
                  <c:v>44802</c:v>
                </c:pt>
                <c:pt idx="172">
                  <c:v>44803</c:v>
                </c:pt>
                <c:pt idx="173">
                  <c:v>44804</c:v>
                </c:pt>
                <c:pt idx="174">
                  <c:v>44805</c:v>
                </c:pt>
                <c:pt idx="175">
                  <c:v>44806</c:v>
                </c:pt>
                <c:pt idx="176">
                  <c:v>44809</c:v>
                </c:pt>
                <c:pt idx="177">
                  <c:v>44810</c:v>
                </c:pt>
                <c:pt idx="178">
                  <c:v>44811</c:v>
                </c:pt>
                <c:pt idx="179">
                  <c:v>44812</c:v>
                </c:pt>
                <c:pt idx="180">
                  <c:v>44813</c:v>
                </c:pt>
                <c:pt idx="181">
                  <c:v>44816</c:v>
                </c:pt>
                <c:pt idx="182">
                  <c:v>44817</c:v>
                </c:pt>
                <c:pt idx="183">
                  <c:v>44818</c:v>
                </c:pt>
                <c:pt idx="184">
                  <c:v>44819</c:v>
                </c:pt>
                <c:pt idx="185">
                  <c:v>44820</c:v>
                </c:pt>
                <c:pt idx="186">
                  <c:v>44823</c:v>
                </c:pt>
                <c:pt idx="187">
                  <c:v>44824</c:v>
                </c:pt>
                <c:pt idx="188">
                  <c:v>44825</c:v>
                </c:pt>
                <c:pt idx="189">
                  <c:v>44826</c:v>
                </c:pt>
                <c:pt idx="190">
                  <c:v>44827</c:v>
                </c:pt>
                <c:pt idx="191">
                  <c:v>44830</c:v>
                </c:pt>
                <c:pt idx="192">
                  <c:v>44831</c:v>
                </c:pt>
                <c:pt idx="193">
                  <c:v>44832</c:v>
                </c:pt>
                <c:pt idx="194">
                  <c:v>44833</c:v>
                </c:pt>
                <c:pt idx="195">
                  <c:v>44834</c:v>
                </c:pt>
                <c:pt idx="196">
                  <c:v>44837</c:v>
                </c:pt>
                <c:pt idx="197">
                  <c:v>44838</c:v>
                </c:pt>
                <c:pt idx="198">
                  <c:v>44839</c:v>
                </c:pt>
                <c:pt idx="199">
                  <c:v>44840</c:v>
                </c:pt>
                <c:pt idx="200">
                  <c:v>44841</c:v>
                </c:pt>
                <c:pt idx="201">
                  <c:v>44844</c:v>
                </c:pt>
                <c:pt idx="202">
                  <c:v>44845</c:v>
                </c:pt>
                <c:pt idx="203">
                  <c:v>44846</c:v>
                </c:pt>
                <c:pt idx="204">
                  <c:v>44847</c:v>
                </c:pt>
                <c:pt idx="205">
                  <c:v>44848</c:v>
                </c:pt>
                <c:pt idx="206">
                  <c:v>44851</c:v>
                </c:pt>
                <c:pt idx="207">
                  <c:v>44852</c:v>
                </c:pt>
                <c:pt idx="208">
                  <c:v>44853</c:v>
                </c:pt>
                <c:pt idx="209">
                  <c:v>44854</c:v>
                </c:pt>
                <c:pt idx="210">
                  <c:v>44855</c:v>
                </c:pt>
                <c:pt idx="211">
                  <c:v>44858</c:v>
                </c:pt>
                <c:pt idx="212">
                  <c:v>44859</c:v>
                </c:pt>
                <c:pt idx="213">
                  <c:v>44860</c:v>
                </c:pt>
                <c:pt idx="214">
                  <c:v>44861</c:v>
                </c:pt>
                <c:pt idx="215">
                  <c:v>44862</c:v>
                </c:pt>
                <c:pt idx="216">
                  <c:v>44865</c:v>
                </c:pt>
                <c:pt idx="217">
                  <c:v>44866</c:v>
                </c:pt>
                <c:pt idx="218">
                  <c:v>44867</c:v>
                </c:pt>
                <c:pt idx="219">
                  <c:v>44868</c:v>
                </c:pt>
                <c:pt idx="220">
                  <c:v>44869</c:v>
                </c:pt>
                <c:pt idx="221">
                  <c:v>44872</c:v>
                </c:pt>
                <c:pt idx="222">
                  <c:v>44873</c:v>
                </c:pt>
                <c:pt idx="223">
                  <c:v>44874</c:v>
                </c:pt>
                <c:pt idx="224">
                  <c:v>44875</c:v>
                </c:pt>
                <c:pt idx="225">
                  <c:v>44876</c:v>
                </c:pt>
                <c:pt idx="226">
                  <c:v>44879</c:v>
                </c:pt>
                <c:pt idx="227">
                  <c:v>44880</c:v>
                </c:pt>
                <c:pt idx="228">
                  <c:v>44881</c:v>
                </c:pt>
                <c:pt idx="229">
                  <c:v>44882</c:v>
                </c:pt>
                <c:pt idx="230">
                  <c:v>44883</c:v>
                </c:pt>
                <c:pt idx="231">
                  <c:v>44886</c:v>
                </c:pt>
                <c:pt idx="232">
                  <c:v>44887</c:v>
                </c:pt>
                <c:pt idx="233">
                  <c:v>44888</c:v>
                </c:pt>
                <c:pt idx="234">
                  <c:v>44889</c:v>
                </c:pt>
                <c:pt idx="235">
                  <c:v>44890</c:v>
                </c:pt>
                <c:pt idx="236">
                  <c:v>44893</c:v>
                </c:pt>
                <c:pt idx="237">
                  <c:v>44894</c:v>
                </c:pt>
                <c:pt idx="238">
                  <c:v>44895</c:v>
                </c:pt>
                <c:pt idx="239">
                  <c:v>44896</c:v>
                </c:pt>
                <c:pt idx="240">
                  <c:v>44897</c:v>
                </c:pt>
                <c:pt idx="241">
                  <c:v>44900</c:v>
                </c:pt>
                <c:pt idx="242">
                  <c:v>44901</c:v>
                </c:pt>
                <c:pt idx="243">
                  <c:v>44902</c:v>
                </c:pt>
                <c:pt idx="244">
                  <c:v>44903</c:v>
                </c:pt>
                <c:pt idx="245">
                  <c:v>44904</c:v>
                </c:pt>
                <c:pt idx="246">
                  <c:v>44907</c:v>
                </c:pt>
                <c:pt idx="247">
                  <c:v>44908</c:v>
                </c:pt>
                <c:pt idx="248">
                  <c:v>44909</c:v>
                </c:pt>
                <c:pt idx="249">
                  <c:v>44910</c:v>
                </c:pt>
                <c:pt idx="250">
                  <c:v>44911</c:v>
                </c:pt>
                <c:pt idx="251">
                  <c:v>44914</c:v>
                </c:pt>
                <c:pt idx="252">
                  <c:v>44915</c:v>
                </c:pt>
                <c:pt idx="253">
                  <c:v>44916</c:v>
                </c:pt>
                <c:pt idx="254">
                  <c:v>44917</c:v>
                </c:pt>
                <c:pt idx="255">
                  <c:v>44918</c:v>
                </c:pt>
                <c:pt idx="256">
                  <c:v>44921</c:v>
                </c:pt>
                <c:pt idx="257">
                  <c:v>44922</c:v>
                </c:pt>
                <c:pt idx="258">
                  <c:v>44923</c:v>
                </c:pt>
                <c:pt idx="259">
                  <c:v>44924</c:v>
                </c:pt>
                <c:pt idx="260">
                  <c:v>44925</c:v>
                </c:pt>
                <c:pt idx="261">
                  <c:v>44928</c:v>
                </c:pt>
                <c:pt idx="262">
                  <c:v>44929</c:v>
                </c:pt>
                <c:pt idx="263">
                  <c:v>44930</c:v>
                </c:pt>
                <c:pt idx="264">
                  <c:v>44931</c:v>
                </c:pt>
                <c:pt idx="265">
                  <c:v>44932</c:v>
                </c:pt>
                <c:pt idx="266">
                  <c:v>44935</c:v>
                </c:pt>
                <c:pt idx="267">
                  <c:v>44936</c:v>
                </c:pt>
                <c:pt idx="268">
                  <c:v>44937</c:v>
                </c:pt>
                <c:pt idx="269">
                  <c:v>44938</c:v>
                </c:pt>
                <c:pt idx="270">
                  <c:v>44939</c:v>
                </c:pt>
                <c:pt idx="271">
                  <c:v>44942</c:v>
                </c:pt>
                <c:pt idx="272">
                  <c:v>44943</c:v>
                </c:pt>
                <c:pt idx="273">
                  <c:v>44944</c:v>
                </c:pt>
                <c:pt idx="274">
                  <c:v>44945</c:v>
                </c:pt>
                <c:pt idx="275">
                  <c:v>44946</c:v>
                </c:pt>
                <c:pt idx="276">
                  <c:v>44949</c:v>
                </c:pt>
                <c:pt idx="277">
                  <c:v>44950</c:v>
                </c:pt>
                <c:pt idx="278">
                  <c:v>44951</c:v>
                </c:pt>
                <c:pt idx="279">
                  <c:v>44952</c:v>
                </c:pt>
                <c:pt idx="280">
                  <c:v>44953</c:v>
                </c:pt>
                <c:pt idx="281">
                  <c:v>44956</c:v>
                </c:pt>
                <c:pt idx="282">
                  <c:v>44957</c:v>
                </c:pt>
                <c:pt idx="283">
                  <c:v>44958</c:v>
                </c:pt>
                <c:pt idx="284">
                  <c:v>44959</c:v>
                </c:pt>
                <c:pt idx="285">
                  <c:v>44960</c:v>
                </c:pt>
                <c:pt idx="286">
                  <c:v>44963</c:v>
                </c:pt>
                <c:pt idx="287">
                  <c:v>44964</c:v>
                </c:pt>
                <c:pt idx="288">
                  <c:v>44965</c:v>
                </c:pt>
                <c:pt idx="289">
                  <c:v>44966</c:v>
                </c:pt>
                <c:pt idx="290">
                  <c:v>44967</c:v>
                </c:pt>
                <c:pt idx="291">
                  <c:v>44970</c:v>
                </c:pt>
                <c:pt idx="292">
                  <c:v>44971</c:v>
                </c:pt>
                <c:pt idx="293">
                  <c:v>44972</c:v>
                </c:pt>
                <c:pt idx="294">
                  <c:v>44973</c:v>
                </c:pt>
                <c:pt idx="295">
                  <c:v>44974</c:v>
                </c:pt>
                <c:pt idx="296">
                  <c:v>44977</c:v>
                </c:pt>
                <c:pt idx="297">
                  <c:v>44978</c:v>
                </c:pt>
                <c:pt idx="298">
                  <c:v>44979</c:v>
                </c:pt>
                <c:pt idx="299">
                  <c:v>44980</c:v>
                </c:pt>
                <c:pt idx="300">
                  <c:v>44981</c:v>
                </c:pt>
                <c:pt idx="301">
                  <c:v>44984</c:v>
                </c:pt>
                <c:pt idx="302">
                  <c:v>44985</c:v>
                </c:pt>
                <c:pt idx="303">
                  <c:v>44986</c:v>
                </c:pt>
                <c:pt idx="304">
                  <c:v>44987</c:v>
                </c:pt>
                <c:pt idx="305">
                  <c:v>44988</c:v>
                </c:pt>
                <c:pt idx="306">
                  <c:v>44991</c:v>
                </c:pt>
                <c:pt idx="307">
                  <c:v>44992</c:v>
                </c:pt>
                <c:pt idx="308">
                  <c:v>44993</c:v>
                </c:pt>
                <c:pt idx="309">
                  <c:v>44994</c:v>
                </c:pt>
                <c:pt idx="310">
                  <c:v>44995</c:v>
                </c:pt>
                <c:pt idx="311">
                  <c:v>44998</c:v>
                </c:pt>
                <c:pt idx="312">
                  <c:v>44999</c:v>
                </c:pt>
                <c:pt idx="313">
                  <c:v>45000</c:v>
                </c:pt>
                <c:pt idx="314">
                  <c:v>45001</c:v>
                </c:pt>
                <c:pt idx="315">
                  <c:v>45002</c:v>
                </c:pt>
                <c:pt idx="316">
                  <c:v>45005</c:v>
                </c:pt>
                <c:pt idx="317">
                  <c:v>45006</c:v>
                </c:pt>
                <c:pt idx="318">
                  <c:v>45007</c:v>
                </c:pt>
                <c:pt idx="319">
                  <c:v>45008</c:v>
                </c:pt>
                <c:pt idx="320">
                  <c:v>45009</c:v>
                </c:pt>
                <c:pt idx="321">
                  <c:v>45012</c:v>
                </c:pt>
                <c:pt idx="322">
                  <c:v>45013</c:v>
                </c:pt>
                <c:pt idx="323">
                  <c:v>45014</c:v>
                </c:pt>
                <c:pt idx="324">
                  <c:v>45015</c:v>
                </c:pt>
                <c:pt idx="325">
                  <c:v>45016</c:v>
                </c:pt>
                <c:pt idx="326">
                  <c:v>45019</c:v>
                </c:pt>
                <c:pt idx="327">
                  <c:v>45020</c:v>
                </c:pt>
                <c:pt idx="328">
                  <c:v>45021</c:v>
                </c:pt>
                <c:pt idx="329">
                  <c:v>45022</c:v>
                </c:pt>
                <c:pt idx="330">
                  <c:v>45023</c:v>
                </c:pt>
                <c:pt idx="331">
                  <c:v>45026</c:v>
                </c:pt>
                <c:pt idx="332">
                  <c:v>45027</c:v>
                </c:pt>
                <c:pt idx="333">
                  <c:v>45028</c:v>
                </c:pt>
                <c:pt idx="334">
                  <c:v>45029</c:v>
                </c:pt>
                <c:pt idx="335">
                  <c:v>45030</c:v>
                </c:pt>
                <c:pt idx="336">
                  <c:v>45033</c:v>
                </c:pt>
                <c:pt idx="337">
                  <c:v>45034</c:v>
                </c:pt>
                <c:pt idx="338">
                  <c:v>45035</c:v>
                </c:pt>
                <c:pt idx="339">
                  <c:v>45036</c:v>
                </c:pt>
                <c:pt idx="340">
                  <c:v>45037</c:v>
                </c:pt>
                <c:pt idx="341">
                  <c:v>45040</c:v>
                </c:pt>
                <c:pt idx="342">
                  <c:v>45041</c:v>
                </c:pt>
                <c:pt idx="343">
                  <c:v>45042</c:v>
                </c:pt>
                <c:pt idx="344">
                  <c:v>45043</c:v>
                </c:pt>
                <c:pt idx="345">
                  <c:v>45044</c:v>
                </c:pt>
                <c:pt idx="346">
                  <c:v>45047</c:v>
                </c:pt>
                <c:pt idx="347">
                  <c:v>45048</c:v>
                </c:pt>
                <c:pt idx="348">
                  <c:v>45049</c:v>
                </c:pt>
                <c:pt idx="349">
                  <c:v>45050</c:v>
                </c:pt>
                <c:pt idx="350">
                  <c:v>45051</c:v>
                </c:pt>
                <c:pt idx="351">
                  <c:v>45054</c:v>
                </c:pt>
                <c:pt idx="352">
                  <c:v>45055</c:v>
                </c:pt>
                <c:pt idx="353">
                  <c:v>45056</c:v>
                </c:pt>
                <c:pt idx="354">
                  <c:v>45057</c:v>
                </c:pt>
                <c:pt idx="355">
                  <c:v>45058</c:v>
                </c:pt>
                <c:pt idx="356">
                  <c:v>45061</c:v>
                </c:pt>
                <c:pt idx="357">
                  <c:v>45062</c:v>
                </c:pt>
                <c:pt idx="358">
                  <c:v>45063</c:v>
                </c:pt>
                <c:pt idx="359">
                  <c:v>45064</c:v>
                </c:pt>
                <c:pt idx="360">
                  <c:v>45065</c:v>
                </c:pt>
                <c:pt idx="361">
                  <c:v>45068</c:v>
                </c:pt>
                <c:pt idx="362">
                  <c:v>45069</c:v>
                </c:pt>
                <c:pt idx="363">
                  <c:v>45070</c:v>
                </c:pt>
                <c:pt idx="364">
                  <c:v>45071</c:v>
                </c:pt>
                <c:pt idx="365">
                  <c:v>45072</c:v>
                </c:pt>
                <c:pt idx="366">
                  <c:v>45075</c:v>
                </c:pt>
                <c:pt idx="367">
                  <c:v>45076</c:v>
                </c:pt>
                <c:pt idx="368">
                  <c:v>45077</c:v>
                </c:pt>
                <c:pt idx="369">
                  <c:v>45078</c:v>
                </c:pt>
                <c:pt idx="370">
                  <c:v>45079</c:v>
                </c:pt>
                <c:pt idx="371">
                  <c:v>45082</c:v>
                </c:pt>
                <c:pt idx="372">
                  <c:v>45083</c:v>
                </c:pt>
                <c:pt idx="373">
                  <c:v>45084</c:v>
                </c:pt>
                <c:pt idx="374">
                  <c:v>45085</c:v>
                </c:pt>
                <c:pt idx="375">
                  <c:v>45086</c:v>
                </c:pt>
                <c:pt idx="376">
                  <c:v>45089</c:v>
                </c:pt>
                <c:pt idx="377">
                  <c:v>45090</c:v>
                </c:pt>
                <c:pt idx="378">
                  <c:v>45091</c:v>
                </c:pt>
                <c:pt idx="379">
                  <c:v>45092</c:v>
                </c:pt>
                <c:pt idx="380">
                  <c:v>45093</c:v>
                </c:pt>
                <c:pt idx="381">
                  <c:v>45096</c:v>
                </c:pt>
                <c:pt idx="382">
                  <c:v>45097</c:v>
                </c:pt>
                <c:pt idx="383">
                  <c:v>45098</c:v>
                </c:pt>
                <c:pt idx="384">
                  <c:v>45099</c:v>
                </c:pt>
                <c:pt idx="385">
                  <c:v>45100</c:v>
                </c:pt>
                <c:pt idx="386">
                  <c:v>45103</c:v>
                </c:pt>
                <c:pt idx="387">
                  <c:v>45104</c:v>
                </c:pt>
                <c:pt idx="388">
                  <c:v>45105</c:v>
                </c:pt>
                <c:pt idx="389">
                  <c:v>45106</c:v>
                </c:pt>
                <c:pt idx="390">
                  <c:v>45107</c:v>
                </c:pt>
                <c:pt idx="391">
                  <c:v>45110</c:v>
                </c:pt>
                <c:pt idx="392">
                  <c:v>45111</c:v>
                </c:pt>
                <c:pt idx="393">
                  <c:v>45112</c:v>
                </c:pt>
                <c:pt idx="394">
                  <c:v>45113</c:v>
                </c:pt>
                <c:pt idx="395">
                  <c:v>45114</c:v>
                </c:pt>
                <c:pt idx="396">
                  <c:v>45117</c:v>
                </c:pt>
                <c:pt idx="397">
                  <c:v>45118</c:v>
                </c:pt>
                <c:pt idx="398">
                  <c:v>45119</c:v>
                </c:pt>
                <c:pt idx="399">
                  <c:v>45120</c:v>
                </c:pt>
                <c:pt idx="400">
                  <c:v>45121</c:v>
                </c:pt>
                <c:pt idx="401">
                  <c:v>45124</c:v>
                </c:pt>
                <c:pt idx="402">
                  <c:v>45125</c:v>
                </c:pt>
                <c:pt idx="403">
                  <c:v>45126</c:v>
                </c:pt>
                <c:pt idx="404">
                  <c:v>45127</c:v>
                </c:pt>
                <c:pt idx="405">
                  <c:v>45128</c:v>
                </c:pt>
                <c:pt idx="406">
                  <c:v>45131</c:v>
                </c:pt>
                <c:pt idx="407">
                  <c:v>45132</c:v>
                </c:pt>
                <c:pt idx="408">
                  <c:v>45133</c:v>
                </c:pt>
                <c:pt idx="409">
                  <c:v>45134</c:v>
                </c:pt>
                <c:pt idx="410">
                  <c:v>45135</c:v>
                </c:pt>
                <c:pt idx="411">
                  <c:v>45138</c:v>
                </c:pt>
                <c:pt idx="412">
                  <c:v>45139</c:v>
                </c:pt>
                <c:pt idx="413">
                  <c:v>45140</c:v>
                </c:pt>
                <c:pt idx="414">
                  <c:v>45141</c:v>
                </c:pt>
                <c:pt idx="415">
                  <c:v>45142</c:v>
                </c:pt>
                <c:pt idx="416">
                  <c:v>45145</c:v>
                </c:pt>
                <c:pt idx="417">
                  <c:v>45146</c:v>
                </c:pt>
                <c:pt idx="418">
                  <c:v>45147</c:v>
                </c:pt>
                <c:pt idx="419">
                  <c:v>45148</c:v>
                </c:pt>
                <c:pt idx="420">
                  <c:v>45149</c:v>
                </c:pt>
                <c:pt idx="421">
                  <c:v>45152</c:v>
                </c:pt>
                <c:pt idx="422">
                  <c:v>45153</c:v>
                </c:pt>
                <c:pt idx="423">
                  <c:v>45154</c:v>
                </c:pt>
                <c:pt idx="424">
                  <c:v>45155</c:v>
                </c:pt>
                <c:pt idx="425">
                  <c:v>45156</c:v>
                </c:pt>
                <c:pt idx="426">
                  <c:v>45159</c:v>
                </c:pt>
                <c:pt idx="427">
                  <c:v>45160</c:v>
                </c:pt>
                <c:pt idx="428">
                  <c:v>45161</c:v>
                </c:pt>
                <c:pt idx="429">
                  <c:v>45162</c:v>
                </c:pt>
                <c:pt idx="430">
                  <c:v>45163</c:v>
                </c:pt>
                <c:pt idx="431">
                  <c:v>45166</c:v>
                </c:pt>
                <c:pt idx="432">
                  <c:v>45167</c:v>
                </c:pt>
                <c:pt idx="433">
                  <c:v>45168</c:v>
                </c:pt>
                <c:pt idx="434">
                  <c:v>45169</c:v>
                </c:pt>
                <c:pt idx="435">
                  <c:v>45170</c:v>
                </c:pt>
                <c:pt idx="436">
                  <c:v>45173</c:v>
                </c:pt>
                <c:pt idx="437">
                  <c:v>45174</c:v>
                </c:pt>
                <c:pt idx="438">
                  <c:v>45175</c:v>
                </c:pt>
                <c:pt idx="439">
                  <c:v>45176</c:v>
                </c:pt>
                <c:pt idx="440">
                  <c:v>45177</c:v>
                </c:pt>
                <c:pt idx="441">
                  <c:v>45180</c:v>
                </c:pt>
                <c:pt idx="442">
                  <c:v>45181</c:v>
                </c:pt>
                <c:pt idx="443">
                  <c:v>45182</c:v>
                </c:pt>
                <c:pt idx="444">
                  <c:v>45183</c:v>
                </c:pt>
                <c:pt idx="445">
                  <c:v>45184</c:v>
                </c:pt>
                <c:pt idx="446">
                  <c:v>45187</c:v>
                </c:pt>
                <c:pt idx="447">
                  <c:v>45188</c:v>
                </c:pt>
                <c:pt idx="448">
                  <c:v>45189</c:v>
                </c:pt>
                <c:pt idx="449">
                  <c:v>45190</c:v>
                </c:pt>
                <c:pt idx="450">
                  <c:v>45191</c:v>
                </c:pt>
                <c:pt idx="451">
                  <c:v>45194</c:v>
                </c:pt>
                <c:pt idx="452">
                  <c:v>45195</c:v>
                </c:pt>
                <c:pt idx="453">
                  <c:v>45196</c:v>
                </c:pt>
                <c:pt idx="454">
                  <c:v>45197</c:v>
                </c:pt>
                <c:pt idx="455">
                  <c:v>45198</c:v>
                </c:pt>
                <c:pt idx="456">
                  <c:v>45201</c:v>
                </c:pt>
                <c:pt idx="457">
                  <c:v>45202</c:v>
                </c:pt>
                <c:pt idx="458">
                  <c:v>45203</c:v>
                </c:pt>
                <c:pt idx="459">
                  <c:v>45204</c:v>
                </c:pt>
                <c:pt idx="460">
                  <c:v>45205</c:v>
                </c:pt>
                <c:pt idx="461">
                  <c:v>45208</c:v>
                </c:pt>
                <c:pt idx="462">
                  <c:v>45209</c:v>
                </c:pt>
                <c:pt idx="463">
                  <c:v>45210</c:v>
                </c:pt>
                <c:pt idx="464">
                  <c:v>45211</c:v>
                </c:pt>
                <c:pt idx="465">
                  <c:v>45212</c:v>
                </c:pt>
                <c:pt idx="466">
                  <c:v>45215</c:v>
                </c:pt>
                <c:pt idx="467">
                  <c:v>45216</c:v>
                </c:pt>
                <c:pt idx="468">
                  <c:v>45217</c:v>
                </c:pt>
                <c:pt idx="469">
                  <c:v>45218</c:v>
                </c:pt>
                <c:pt idx="470">
                  <c:v>45219</c:v>
                </c:pt>
                <c:pt idx="471">
                  <c:v>45222</c:v>
                </c:pt>
                <c:pt idx="472">
                  <c:v>45223</c:v>
                </c:pt>
                <c:pt idx="473">
                  <c:v>45224</c:v>
                </c:pt>
                <c:pt idx="474">
                  <c:v>45225</c:v>
                </c:pt>
                <c:pt idx="475">
                  <c:v>45226</c:v>
                </c:pt>
                <c:pt idx="476">
                  <c:v>45229</c:v>
                </c:pt>
                <c:pt idx="477">
                  <c:v>45230</c:v>
                </c:pt>
                <c:pt idx="478">
                  <c:v>45231</c:v>
                </c:pt>
                <c:pt idx="479">
                  <c:v>45232</c:v>
                </c:pt>
                <c:pt idx="480">
                  <c:v>45233</c:v>
                </c:pt>
                <c:pt idx="481">
                  <c:v>45236</c:v>
                </c:pt>
                <c:pt idx="482">
                  <c:v>45237</c:v>
                </c:pt>
                <c:pt idx="483">
                  <c:v>45238</c:v>
                </c:pt>
                <c:pt idx="484">
                  <c:v>45239</c:v>
                </c:pt>
                <c:pt idx="485">
                  <c:v>45240</c:v>
                </c:pt>
                <c:pt idx="486">
                  <c:v>45243</c:v>
                </c:pt>
                <c:pt idx="487">
                  <c:v>45244</c:v>
                </c:pt>
                <c:pt idx="488">
                  <c:v>45245</c:v>
                </c:pt>
                <c:pt idx="489">
                  <c:v>45246</c:v>
                </c:pt>
                <c:pt idx="490">
                  <c:v>45247</c:v>
                </c:pt>
                <c:pt idx="491">
                  <c:v>45250</c:v>
                </c:pt>
                <c:pt idx="492">
                  <c:v>45251</c:v>
                </c:pt>
                <c:pt idx="493">
                  <c:v>45252</c:v>
                </c:pt>
                <c:pt idx="494">
                  <c:v>45253</c:v>
                </c:pt>
                <c:pt idx="495">
                  <c:v>45254</c:v>
                </c:pt>
                <c:pt idx="496">
                  <c:v>45257</c:v>
                </c:pt>
                <c:pt idx="497">
                  <c:v>45258</c:v>
                </c:pt>
                <c:pt idx="498">
                  <c:v>45259</c:v>
                </c:pt>
                <c:pt idx="499">
                  <c:v>45260</c:v>
                </c:pt>
                <c:pt idx="500">
                  <c:v>45261</c:v>
                </c:pt>
                <c:pt idx="501">
                  <c:v>45264</c:v>
                </c:pt>
                <c:pt idx="502">
                  <c:v>45265</c:v>
                </c:pt>
                <c:pt idx="503">
                  <c:v>45266</c:v>
                </c:pt>
                <c:pt idx="504">
                  <c:v>45267</c:v>
                </c:pt>
                <c:pt idx="505">
                  <c:v>45268</c:v>
                </c:pt>
                <c:pt idx="506">
                  <c:v>45271</c:v>
                </c:pt>
                <c:pt idx="507">
                  <c:v>45272</c:v>
                </c:pt>
                <c:pt idx="508">
                  <c:v>45273</c:v>
                </c:pt>
                <c:pt idx="509">
                  <c:v>45274</c:v>
                </c:pt>
                <c:pt idx="510">
                  <c:v>45275</c:v>
                </c:pt>
                <c:pt idx="511">
                  <c:v>45278</c:v>
                </c:pt>
                <c:pt idx="512">
                  <c:v>45279</c:v>
                </c:pt>
                <c:pt idx="513">
                  <c:v>45280</c:v>
                </c:pt>
                <c:pt idx="514">
                  <c:v>45281</c:v>
                </c:pt>
                <c:pt idx="515">
                  <c:v>45282</c:v>
                </c:pt>
                <c:pt idx="516">
                  <c:v>45285</c:v>
                </c:pt>
                <c:pt idx="517">
                  <c:v>45286</c:v>
                </c:pt>
                <c:pt idx="518">
                  <c:v>45287</c:v>
                </c:pt>
                <c:pt idx="519">
                  <c:v>45288</c:v>
                </c:pt>
                <c:pt idx="520">
                  <c:v>45289</c:v>
                </c:pt>
                <c:pt idx="521">
                  <c:v>45292</c:v>
                </c:pt>
                <c:pt idx="522">
                  <c:v>45293</c:v>
                </c:pt>
                <c:pt idx="523">
                  <c:v>45294</c:v>
                </c:pt>
                <c:pt idx="524">
                  <c:v>45295</c:v>
                </c:pt>
                <c:pt idx="525">
                  <c:v>45296</c:v>
                </c:pt>
                <c:pt idx="526">
                  <c:v>45299</c:v>
                </c:pt>
                <c:pt idx="527">
                  <c:v>45300</c:v>
                </c:pt>
                <c:pt idx="528">
                  <c:v>45301</c:v>
                </c:pt>
                <c:pt idx="529">
                  <c:v>45302</c:v>
                </c:pt>
                <c:pt idx="530">
                  <c:v>45303</c:v>
                </c:pt>
                <c:pt idx="531">
                  <c:v>45306</c:v>
                </c:pt>
                <c:pt idx="532">
                  <c:v>45307</c:v>
                </c:pt>
                <c:pt idx="533">
                  <c:v>45308</c:v>
                </c:pt>
                <c:pt idx="534">
                  <c:v>45309</c:v>
                </c:pt>
                <c:pt idx="535">
                  <c:v>45310</c:v>
                </c:pt>
                <c:pt idx="536">
                  <c:v>45313</c:v>
                </c:pt>
                <c:pt idx="537">
                  <c:v>45314</c:v>
                </c:pt>
                <c:pt idx="538">
                  <c:v>45315</c:v>
                </c:pt>
                <c:pt idx="539">
                  <c:v>45316</c:v>
                </c:pt>
                <c:pt idx="540">
                  <c:v>45317</c:v>
                </c:pt>
                <c:pt idx="541">
                  <c:v>45320</c:v>
                </c:pt>
                <c:pt idx="542">
                  <c:v>45321</c:v>
                </c:pt>
                <c:pt idx="543">
                  <c:v>45322</c:v>
                </c:pt>
                <c:pt idx="544">
                  <c:v>45323</c:v>
                </c:pt>
                <c:pt idx="545">
                  <c:v>45324</c:v>
                </c:pt>
                <c:pt idx="546">
                  <c:v>45327</c:v>
                </c:pt>
                <c:pt idx="547">
                  <c:v>45328</c:v>
                </c:pt>
                <c:pt idx="548">
                  <c:v>45329</c:v>
                </c:pt>
                <c:pt idx="549">
                  <c:v>45330</c:v>
                </c:pt>
                <c:pt idx="550">
                  <c:v>45331</c:v>
                </c:pt>
                <c:pt idx="551">
                  <c:v>45334</c:v>
                </c:pt>
                <c:pt idx="552">
                  <c:v>45335</c:v>
                </c:pt>
                <c:pt idx="553">
                  <c:v>45336</c:v>
                </c:pt>
                <c:pt idx="554">
                  <c:v>45337</c:v>
                </c:pt>
                <c:pt idx="555">
                  <c:v>45338</c:v>
                </c:pt>
                <c:pt idx="556">
                  <c:v>45341</c:v>
                </c:pt>
                <c:pt idx="557">
                  <c:v>45342</c:v>
                </c:pt>
                <c:pt idx="558">
                  <c:v>45343</c:v>
                </c:pt>
                <c:pt idx="559">
                  <c:v>45344</c:v>
                </c:pt>
                <c:pt idx="560">
                  <c:v>45345</c:v>
                </c:pt>
                <c:pt idx="561">
                  <c:v>45348</c:v>
                </c:pt>
                <c:pt idx="562">
                  <c:v>45349</c:v>
                </c:pt>
                <c:pt idx="563">
                  <c:v>45350</c:v>
                </c:pt>
                <c:pt idx="564">
                  <c:v>45351</c:v>
                </c:pt>
                <c:pt idx="565">
                  <c:v>45352</c:v>
                </c:pt>
                <c:pt idx="566">
                  <c:v>45355</c:v>
                </c:pt>
                <c:pt idx="567">
                  <c:v>45356</c:v>
                </c:pt>
                <c:pt idx="568">
                  <c:v>45357</c:v>
                </c:pt>
                <c:pt idx="569">
                  <c:v>45358</c:v>
                </c:pt>
                <c:pt idx="570">
                  <c:v>45359</c:v>
                </c:pt>
                <c:pt idx="571">
                  <c:v>45362</c:v>
                </c:pt>
                <c:pt idx="572">
                  <c:v>45363</c:v>
                </c:pt>
                <c:pt idx="573">
                  <c:v>45364</c:v>
                </c:pt>
                <c:pt idx="574">
                  <c:v>45365</c:v>
                </c:pt>
                <c:pt idx="575">
                  <c:v>45366</c:v>
                </c:pt>
                <c:pt idx="576">
                  <c:v>45369</c:v>
                </c:pt>
                <c:pt idx="577">
                  <c:v>45370</c:v>
                </c:pt>
                <c:pt idx="578">
                  <c:v>45371</c:v>
                </c:pt>
                <c:pt idx="579">
                  <c:v>45372</c:v>
                </c:pt>
                <c:pt idx="580">
                  <c:v>45373</c:v>
                </c:pt>
                <c:pt idx="581">
                  <c:v>45376</c:v>
                </c:pt>
                <c:pt idx="582">
                  <c:v>45377</c:v>
                </c:pt>
                <c:pt idx="583">
                  <c:v>45378</c:v>
                </c:pt>
                <c:pt idx="584">
                  <c:v>45379</c:v>
                </c:pt>
                <c:pt idx="585">
                  <c:v>45380</c:v>
                </c:pt>
                <c:pt idx="586">
                  <c:v>45383</c:v>
                </c:pt>
                <c:pt idx="587">
                  <c:v>45384</c:v>
                </c:pt>
                <c:pt idx="588">
                  <c:v>45385</c:v>
                </c:pt>
                <c:pt idx="589">
                  <c:v>45386</c:v>
                </c:pt>
                <c:pt idx="590">
                  <c:v>45387</c:v>
                </c:pt>
                <c:pt idx="591">
                  <c:v>45390</c:v>
                </c:pt>
                <c:pt idx="592">
                  <c:v>45391</c:v>
                </c:pt>
                <c:pt idx="593">
                  <c:v>45392</c:v>
                </c:pt>
                <c:pt idx="594">
                  <c:v>45393</c:v>
                </c:pt>
                <c:pt idx="595">
                  <c:v>45394</c:v>
                </c:pt>
                <c:pt idx="596">
                  <c:v>45397</c:v>
                </c:pt>
                <c:pt idx="597">
                  <c:v>45398</c:v>
                </c:pt>
                <c:pt idx="598">
                  <c:v>45399</c:v>
                </c:pt>
                <c:pt idx="599">
                  <c:v>45400</c:v>
                </c:pt>
                <c:pt idx="600">
                  <c:v>45401</c:v>
                </c:pt>
                <c:pt idx="601">
                  <c:v>45404</c:v>
                </c:pt>
                <c:pt idx="602">
                  <c:v>45405</c:v>
                </c:pt>
                <c:pt idx="603">
                  <c:v>45406</c:v>
                </c:pt>
                <c:pt idx="604">
                  <c:v>45407</c:v>
                </c:pt>
                <c:pt idx="605">
                  <c:v>45408</c:v>
                </c:pt>
                <c:pt idx="606">
                  <c:v>45411</c:v>
                </c:pt>
                <c:pt idx="607">
                  <c:v>45412</c:v>
                </c:pt>
                <c:pt idx="608">
                  <c:v>45413</c:v>
                </c:pt>
                <c:pt idx="609">
                  <c:v>45414</c:v>
                </c:pt>
                <c:pt idx="610">
                  <c:v>45415</c:v>
                </c:pt>
                <c:pt idx="611">
                  <c:v>45418</c:v>
                </c:pt>
                <c:pt idx="612">
                  <c:v>45419</c:v>
                </c:pt>
                <c:pt idx="613">
                  <c:v>45420</c:v>
                </c:pt>
                <c:pt idx="614">
                  <c:v>45421</c:v>
                </c:pt>
                <c:pt idx="615">
                  <c:v>45422</c:v>
                </c:pt>
                <c:pt idx="616">
                  <c:v>45425</c:v>
                </c:pt>
                <c:pt idx="617">
                  <c:v>45426</c:v>
                </c:pt>
                <c:pt idx="618">
                  <c:v>45427</c:v>
                </c:pt>
                <c:pt idx="619">
                  <c:v>45428</c:v>
                </c:pt>
                <c:pt idx="620">
                  <c:v>45429</c:v>
                </c:pt>
                <c:pt idx="621">
                  <c:v>45432</c:v>
                </c:pt>
                <c:pt idx="622">
                  <c:v>45433</c:v>
                </c:pt>
                <c:pt idx="623">
                  <c:v>45434</c:v>
                </c:pt>
                <c:pt idx="624">
                  <c:v>45435</c:v>
                </c:pt>
                <c:pt idx="625">
                  <c:v>45436</c:v>
                </c:pt>
                <c:pt idx="626">
                  <c:v>45440</c:v>
                </c:pt>
                <c:pt idx="627">
                  <c:v>45441</c:v>
                </c:pt>
                <c:pt idx="628">
                  <c:v>45442</c:v>
                </c:pt>
                <c:pt idx="629">
                  <c:v>45443</c:v>
                </c:pt>
                <c:pt idx="630">
                  <c:v>45446</c:v>
                </c:pt>
                <c:pt idx="631">
                  <c:v>45447</c:v>
                </c:pt>
                <c:pt idx="632">
                  <c:v>45448</c:v>
                </c:pt>
                <c:pt idx="633">
                  <c:v>45449</c:v>
                </c:pt>
                <c:pt idx="634">
                  <c:v>45450</c:v>
                </c:pt>
                <c:pt idx="635">
                  <c:v>45453</c:v>
                </c:pt>
                <c:pt idx="636">
                  <c:v>45454</c:v>
                </c:pt>
                <c:pt idx="637">
                  <c:v>45455</c:v>
                </c:pt>
                <c:pt idx="638">
                  <c:v>45456</c:v>
                </c:pt>
                <c:pt idx="639">
                  <c:v>45457</c:v>
                </c:pt>
                <c:pt idx="640">
                  <c:v>45460</c:v>
                </c:pt>
                <c:pt idx="641">
                  <c:v>45461</c:v>
                </c:pt>
                <c:pt idx="642">
                  <c:v>45462</c:v>
                </c:pt>
                <c:pt idx="643">
                  <c:v>45463</c:v>
                </c:pt>
                <c:pt idx="644">
                  <c:v>45464</c:v>
                </c:pt>
                <c:pt idx="645">
                  <c:v>45467</c:v>
                </c:pt>
                <c:pt idx="646">
                  <c:v>45468</c:v>
                </c:pt>
                <c:pt idx="647">
                  <c:v>45469</c:v>
                </c:pt>
                <c:pt idx="648">
                  <c:v>45470</c:v>
                </c:pt>
                <c:pt idx="649">
                  <c:v>45471</c:v>
                </c:pt>
                <c:pt idx="650">
                  <c:v>45474</c:v>
                </c:pt>
                <c:pt idx="651">
                  <c:v>45475</c:v>
                </c:pt>
                <c:pt idx="652">
                  <c:v>45476</c:v>
                </c:pt>
                <c:pt idx="653">
                  <c:v>45477</c:v>
                </c:pt>
                <c:pt idx="654">
                  <c:v>45478</c:v>
                </c:pt>
                <c:pt idx="655">
                  <c:v>45481</c:v>
                </c:pt>
                <c:pt idx="656">
                  <c:v>45482</c:v>
                </c:pt>
                <c:pt idx="657">
                  <c:v>45483</c:v>
                </c:pt>
                <c:pt idx="658">
                  <c:v>45484</c:v>
                </c:pt>
                <c:pt idx="659">
                  <c:v>45485</c:v>
                </c:pt>
                <c:pt idx="660">
                  <c:v>45488</c:v>
                </c:pt>
                <c:pt idx="661">
                  <c:v>45489</c:v>
                </c:pt>
                <c:pt idx="662">
                  <c:v>45490</c:v>
                </c:pt>
                <c:pt idx="663">
                  <c:v>45491</c:v>
                </c:pt>
                <c:pt idx="664">
                  <c:v>45492</c:v>
                </c:pt>
                <c:pt idx="665">
                  <c:v>45495</c:v>
                </c:pt>
                <c:pt idx="666">
                  <c:v>45496</c:v>
                </c:pt>
                <c:pt idx="667">
                  <c:v>45497</c:v>
                </c:pt>
                <c:pt idx="668">
                  <c:v>45498</c:v>
                </c:pt>
                <c:pt idx="669">
                  <c:v>45499</c:v>
                </c:pt>
                <c:pt idx="670">
                  <c:v>45502</c:v>
                </c:pt>
                <c:pt idx="671">
                  <c:v>45503</c:v>
                </c:pt>
                <c:pt idx="672">
                  <c:v>45504</c:v>
                </c:pt>
                <c:pt idx="673">
                  <c:v>45505</c:v>
                </c:pt>
                <c:pt idx="674">
                  <c:v>45506</c:v>
                </c:pt>
                <c:pt idx="675">
                  <c:v>45509</c:v>
                </c:pt>
                <c:pt idx="676">
                  <c:v>45510</c:v>
                </c:pt>
                <c:pt idx="677">
                  <c:v>45511</c:v>
                </c:pt>
                <c:pt idx="678">
                  <c:v>45512</c:v>
                </c:pt>
                <c:pt idx="679">
                  <c:v>45513</c:v>
                </c:pt>
                <c:pt idx="680">
                  <c:v>45516</c:v>
                </c:pt>
                <c:pt idx="681">
                  <c:v>45517</c:v>
                </c:pt>
                <c:pt idx="682">
                  <c:v>45518</c:v>
                </c:pt>
                <c:pt idx="683">
                  <c:v>45519</c:v>
                </c:pt>
                <c:pt idx="684">
                  <c:v>45520</c:v>
                </c:pt>
                <c:pt idx="685">
                  <c:v>45523</c:v>
                </c:pt>
                <c:pt idx="686">
                  <c:v>45524</c:v>
                </c:pt>
                <c:pt idx="687">
                  <c:v>45525</c:v>
                </c:pt>
                <c:pt idx="688">
                  <c:v>45526</c:v>
                </c:pt>
                <c:pt idx="689">
                  <c:v>45527</c:v>
                </c:pt>
                <c:pt idx="690">
                  <c:v>45530</c:v>
                </c:pt>
                <c:pt idx="691">
                  <c:v>45531</c:v>
                </c:pt>
                <c:pt idx="692">
                  <c:v>45532</c:v>
                </c:pt>
                <c:pt idx="693">
                  <c:v>45533</c:v>
                </c:pt>
                <c:pt idx="694">
                  <c:v>45534</c:v>
                </c:pt>
                <c:pt idx="695">
                  <c:v>45537</c:v>
                </c:pt>
                <c:pt idx="696">
                  <c:v>45538</c:v>
                </c:pt>
                <c:pt idx="697">
                  <c:v>45539</c:v>
                </c:pt>
                <c:pt idx="698">
                  <c:v>45540</c:v>
                </c:pt>
                <c:pt idx="699">
                  <c:v>45541</c:v>
                </c:pt>
                <c:pt idx="700">
                  <c:v>45544</c:v>
                </c:pt>
                <c:pt idx="701">
                  <c:v>45545</c:v>
                </c:pt>
                <c:pt idx="702">
                  <c:v>45546</c:v>
                </c:pt>
                <c:pt idx="703">
                  <c:v>45547</c:v>
                </c:pt>
                <c:pt idx="704">
                  <c:v>45548</c:v>
                </c:pt>
                <c:pt idx="705">
                  <c:v>45551</c:v>
                </c:pt>
                <c:pt idx="706">
                  <c:v>45552</c:v>
                </c:pt>
                <c:pt idx="707">
                  <c:v>45553</c:v>
                </c:pt>
                <c:pt idx="708">
                  <c:v>45554</c:v>
                </c:pt>
                <c:pt idx="709">
                  <c:v>45555</c:v>
                </c:pt>
                <c:pt idx="710">
                  <c:v>45558</c:v>
                </c:pt>
                <c:pt idx="711">
                  <c:v>45559</c:v>
                </c:pt>
                <c:pt idx="712">
                  <c:v>45560</c:v>
                </c:pt>
                <c:pt idx="713">
                  <c:v>45561</c:v>
                </c:pt>
                <c:pt idx="714">
                  <c:v>45562</c:v>
                </c:pt>
                <c:pt idx="715">
                  <c:v>45565</c:v>
                </c:pt>
                <c:pt idx="716">
                  <c:v>45566</c:v>
                </c:pt>
                <c:pt idx="717">
                  <c:v>45567</c:v>
                </c:pt>
                <c:pt idx="718">
                  <c:v>45568</c:v>
                </c:pt>
                <c:pt idx="719">
                  <c:v>45569</c:v>
                </c:pt>
                <c:pt idx="720">
                  <c:v>45572</c:v>
                </c:pt>
                <c:pt idx="721">
                  <c:v>45573</c:v>
                </c:pt>
                <c:pt idx="722">
                  <c:v>45574</c:v>
                </c:pt>
                <c:pt idx="723">
                  <c:v>45575</c:v>
                </c:pt>
                <c:pt idx="724">
                  <c:v>45576</c:v>
                </c:pt>
                <c:pt idx="725">
                  <c:v>45579</c:v>
                </c:pt>
                <c:pt idx="726">
                  <c:v>45580</c:v>
                </c:pt>
                <c:pt idx="727">
                  <c:v>45581</c:v>
                </c:pt>
                <c:pt idx="728">
                  <c:v>45582</c:v>
                </c:pt>
                <c:pt idx="729">
                  <c:v>45583</c:v>
                </c:pt>
                <c:pt idx="730">
                  <c:v>45586</c:v>
                </c:pt>
                <c:pt idx="731">
                  <c:v>45587</c:v>
                </c:pt>
                <c:pt idx="732">
                  <c:v>45588</c:v>
                </c:pt>
                <c:pt idx="733">
                  <c:v>45589</c:v>
                </c:pt>
                <c:pt idx="734">
                  <c:v>45590</c:v>
                </c:pt>
                <c:pt idx="735">
                  <c:v>45593</c:v>
                </c:pt>
                <c:pt idx="736">
                  <c:v>45594</c:v>
                </c:pt>
                <c:pt idx="737">
                  <c:v>45595</c:v>
                </c:pt>
                <c:pt idx="738">
                  <c:v>45596</c:v>
                </c:pt>
                <c:pt idx="739">
                  <c:v>45597</c:v>
                </c:pt>
                <c:pt idx="740">
                  <c:v>45600</c:v>
                </c:pt>
                <c:pt idx="741">
                  <c:v>45601</c:v>
                </c:pt>
                <c:pt idx="742">
                  <c:v>45602</c:v>
                </c:pt>
                <c:pt idx="743">
                  <c:v>45603</c:v>
                </c:pt>
                <c:pt idx="744">
                  <c:v>45604</c:v>
                </c:pt>
                <c:pt idx="745">
                  <c:v>45607</c:v>
                </c:pt>
                <c:pt idx="746">
                  <c:v>45608</c:v>
                </c:pt>
                <c:pt idx="747">
                  <c:v>45609</c:v>
                </c:pt>
                <c:pt idx="748">
                  <c:v>45610</c:v>
                </c:pt>
                <c:pt idx="749">
                  <c:v>45611</c:v>
                </c:pt>
                <c:pt idx="750">
                  <c:v>45614</c:v>
                </c:pt>
                <c:pt idx="751">
                  <c:v>45615</c:v>
                </c:pt>
                <c:pt idx="752">
                  <c:v>45616</c:v>
                </c:pt>
                <c:pt idx="753">
                  <c:v>45617</c:v>
                </c:pt>
                <c:pt idx="754">
                  <c:v>45618</c:v>
                </c:pt>
                <c:pt idx="755">
                  <c:v>45621</c:v>
                </c:pt>
                <c:pt idx="756">
                  <c:v>45622</c:v>
                </c:pt>
                <c:pt idx="757">
                  <c:v>45623</c:v>
                </c:pt>
                <c:pt idx="758">
                  <c:v>45624</c:v>
                </c:pt>
                <c:pt idx="759">
                  <c:v>45625</c:v>
                </c:pt>
                <c:pt idx="760">
                  <c:v>45628</c:v>
                </c:pt>
                <c:pt idx="761">
                  <c:v>45629</c:v>
                </c:pt>
                <c:pt idx="762">
                  <c:v>45630</c:v>
                </c:pt>
                <c:pt idx="763">
                  <c:v>45631</c:v>
                </c:pt>
                <c:pt idx="764">
                  <c:v>45632</c:v>
                </c:pt>
                <c:pt idx="765">
                  <c:v>45635</c:v>
                </c:pt>
                <c:pt idx="766">
                  <c:v>45636</c:v>
                </c:pt>
                <c:pt idx="767">
                  <c:v>45637</c:v>
                </c:pt>
                <c:pt idx="768">
                  <c:v>45638</c:v>
                </c:pt>
                <c:pt idx="769">
                  <c:v>45639</c:v>
                </c:pt>
                <c:pt idx="770">
                  <c:v>45642</c:v>
                </c:pt>
                <c:pt idx="771">
                  <c:v>45643</c:v>
                </c:pt>
                <c:pt idx="772">
                  <c:v>45644</c:v>
                </c:pt>
                <c:pt idx="773">
                  <c:v>45645</c:v>
                </c:pt>
                <c:pt idx="774">
                  <c:v>45646</c:v>
                </c:pt>
                <c:pt idx="775">
                  <c:v>45649</c:v>
                </c:pt>
                <c:pt idx="776">
                  <c:v>45650</c:v>
                </c:pt>
                <c:pt idx="777">
                  <c:v>45651</c:v>
                </c:pt>
                <c:pt idx="778">
                  <c:v>45652</c:v>
                </c:pt>
                <c:pt idx="779">
                  <c:v>45653</c:v>
                </c:pt>
                <c:pt idx="780">
                  <c:v>45656</c:v>
                </c:pt>
                <c:pt idx="781">
                  <c:v>45657</c:v>
                </c:pt>
                <c:pt idx="782">
                  <c:v>45658</c:v>
                </c:pt>
                <c:pt idx="783">
                  <c:v>45659</c:v>
                </c:pt>
                <c:pt idx="784">
                  <c:v>45660</c:v>
                </c:pt>
                <c:pt idx="785">
                  <c:v>45663</c:v>
                </c:pt>
                <c:pt idx="786">
                  <c:v>45664</c:v>
                </c:pt>
                <c:pt idx="787">
                  <c:v>45665</c:v>
                </c:pt>
                <c:pt idx="788">
                  <c:v>45666</c:v>
                </c:pt>
                <c:pt idx="789">
                  <c:v>45667</c:v>
                </c:pt>
                <c:pt idx="790">
                  <c:v>45670</c:v>
                </c:pt>
                <c:pt idx="791">
                  <c:v>45671</c:v>
                </c:pt>
                <c:pt idx="792">
                  <c:v>45672</c:v>
                </c:pt>
                <c:pt idx="793">
                  <c:v>45673</c:v>
                </c:pt>
                <c:pt idx="794">
                  <c:v>45674</c:v>
                </c:pt>
                <c:pt idx="795">
                  <c:v>45677</c:v>
                </c:pt>
                <c:pt idx="796">
                  <c:v>45678</c:v>
                </c:pt>
                <c:pt idx="797">
                  <c:v>45679</c:v>
                </c:pt>
                <c:pt idx="798">
                  <c:v>45680</c:v>
                </c:pt>
                <c:pt idx="799">
                  <c:v>45681</c:v>
                </c:pt>
                <c:pt idx="800">
                  <c:v>45684</c:v>
                </c:pt>
                <c:pt idx="801">
                  <c:v>45685</c:v>
                </c:pt>
                <c:pt idx="802">
                  <c:v>45686</c:v>
                </c:pt>
                <c:pt idx="803">
                  <c:v>45687</c:v>
                </c:pt>
                <c:pt idx="804">
                  <c:v>45688</c:v>
                </c:pt>
                <c:pt idx="805">
                  <c:v>45691</c:v>
                </c:pt>
                <c:pt idx="806">
                  <c:v>45692</c:v>
                </c:pt>
                <c:pt idx="807">
                  <c:v>45693</c:v>
                </c:pt>
                <c:pt idx="808">
                  <c:v>45694</c:v>
                </c:pt>
                <c:pt idx="809">
                  <c:v>45695</c:v>
                </c:pt>
                <c:pt idx="810">
                  <c:v>45698</c:v>
                </c:pt>
                <c:pt idx="811">
                  <c:v>45699</c:v>
                </c:pt>
                <c:pt idx="812">
                  <c:v>45700</c:v>
                </c:pt>
                <c:pt idx="813">
                  <c:v>45701</c:v>
                </c:pt>
                <c:pt idx="814">
                  <c:v>45702</c:v>
                </c:pt>
                <c:pt idx="815">
                  <c:v>45705</c:v>
                </c:pt>
                <c:pt idx="816">
                  <c:v>45706</c:v>
                </c:pt>
                <c:pt idx="817">
                  <c:v>45707</c:v>
                </c:pt>
                <c:pt idx="818">
                  <c:v>45708</c:v>
                </c:pt>
                <c:pt idx="819">
                  <c:v>45709</c:v>
                </c:pt>
                <c:pt idx="820">
                  <c:v>45712</c:v>
                </c:pt>
                <c:pt idx="821">
                  <c:v>45713</c:v>
                </c:pt>
                <c:pt idx="822">
                  <c:v>45714</c:v>
                </c:pt>
                <c:pt idx="823">
                  <c:v>45715</c:v>
                </c:pt>
                <c:pt idx="824">
                  <c:v>45716</c:v>
                </c:pt>
                <c:pt idx="825">
                  <c:v>45719</c:v>
                </c:pt>
                <c:pt idx="826">
                  <c:v>45720</c:v>
                </c:pt>
                <c:pt idx="827">
                  <c:v>45721</c:v>
                </c:pt>
                <c:pt idx="828">
                  <c:v>45722</c:v>
                </c:pt>
                <c:pt idx="829">
                  <c:v>45723</c:v>
                </c:pt>
                <c:pt idx="830">
                  <c:v>45726</c:v>
                </c:pt>
                <c:pt idx="831">
                  <c:v>45727</c:v>
                </c:pt>
                <c:pt idx="832">
                  <c:v>45728</c:v>
                </c:pt>
                <c:pt idx="833">
                  <c:v>45729</c:v>
                </c:pt>
                <c:pt idx="834">
                  <c:v>45730</c:v>
                </c:pt>
                <c:pt idx="835">
                  <c:v>45733</c:v>
                </c:pt>
                <c:pt idx="836">
                  <c:v>45734</c:v>
                </c:pt>
                <c:pt idx="837">
                  <c:v>45735</c:v>
                </c:pt>
                <c:pt idx="838">
                  <c:v>45736</c:v>
                </c:pt>
                <c:pt idx="839">
                  <c:v>45737</c:v>
                </c:pt>
                <c:pt idx="840">
                  <c:v>45740</c:v>
                </c:pt>
                <c:pt idx="841">
                  <c:v>45741</c:v>
                </c:pt>
                <c:pt idx="842">
                  <c:v>45742</c:v>
                </c:pt>
                <c:pt idx="843">
                  <c:v>45743</c:v>
                </c:pt>
                <c:pt idx="844">
                  <c:v>45744</c:v>
                </c:pt>
                <c:pt idx="845">
                  <c:v>45747</c:v>
                </c:pt>
                <c:pt idx="846">
                  <c:v>45748</c:v>
                </c:pt>
                <c:pt idx="847">
                  <c:v>45749</c:v>
                </c:pt>
                <c:pt idx="848">
                  <c:v>45750</c:v>
                </c:pt>
                <c:pt idx="849">
                  <c:v>45751</c:v>
                </c:pt>
                <c:pt idx="850">
                  <c:v>45754</c:v>
                </c:pt>
                <c:pt idx="851">
                  <c:v>45755</c:v>
                </c:pt>
                <c:pt idx="852">
                  <c:v>45756</c:v>
                </c:pt>
                <c:pt idx="853">
                  <c:v>45757</c:v>
                </c:pt>
                <c:pt idx="854">
                  <c:v>45758</c:v>
                </c:pt>
                <c:pt idx="855">
                  <c:v>45761</c:v>
                </c:pt>
                <c:pt idx="856">
                  <c:v>45762</c:v>
                </c:pt>
                <c:pt idx="857">
                  <c:v>45763</c:v>
                </c:pt>
                <c:pt idx="858">
                  <c:v>45764</c:v>
                </c:pt>
                <c:pt idx="859">
                  <c:v>45765</c:v>
                </c:pt>
                <c:pt idx="860">
                  <c:v>45768</c:v>
                </c:pt>
                <c:pt idx="861">
                  <c:v>45769</c:v>
                </c:pt>
                <c:pt idx="862">
                  <c:v>45770</c:v>
                </c:pt>
                <c:pt idx="863">
                  <c:v>45771</c:v>
                </c:pt>
                <c:pt idx="864">
                  <c:v>45772</c:v>
                </c:pt>
                <c:pt idx="865">
                  <c:v>45775</c:v>
                </c:pt>
                <c:pt idx="866">
                  <c:v>45776</c:v>
                </c:pt>
                <c:pt idx="867">
                  <c:v>45777</c:v>
                </c:pt>
                <c:pt idx="868">
                  <c:v>45778</c:v>
                </c:pt>
                <c:pt idx="869">
                  <c:v>45779</c:v>
                </c:pt>
                <c:pt idx="870">
                  <c:v>45782</c:v>
                </c:pt>
                <c:pt idx="871">
                  <c:v>45783</c:v>
                </c:pt>
                <c:pt idx="872">
                  <c:v>45784</c:v>
                </c:pt>
                <c:pt idx="873">
                  <c:v>45785</c:v>
                </c:pt>
                <c:pt idx="874">
                  <c:v>45786</c:v>
                </c:pt>
                <c:pt idx="875">
                  <c:v>45789</c:v>
                </c:pt>
                <c:pt idx="876">
                  <c:v>45790</c:v>
                </c:pt>
                <c:pt idx="877">
                  <c:v>45791</c:v>
                </c:pt>
                <c:pt idx="878">
                  <c:v>45792</c:v>
                </c:pt>
                <c:pt idx="879">
                  <c:v>45793</c:v>
                </c:pt>
                <c:pt idx="880">
                  <c:v>45796</c:v>
                </c:pt>
                <c:pt idx="881">
                  <c:v>45797</c:v>
                </c:pt>
                <c:pt idx="882">
                  <c:v>45798</c:v>
                </c:pt>
                <c:pt idx="883">
                  <c:v>45799</c:v>
                </c:pt>
                <c:pt idx="884">
                  <c:v>45800</c:v>
                </c:pt>
                <c:pt idx="885">
                  <c:v>45804</c:v>
                </c:pt>
                <c:pt idx="886">
                  <c:v>45805</c:v>
                </c:pt>
                <c:pt idx="887">
                  <c:v>45806</c:v>
                </c:pt>
                <c:pt idx="888">
                  <c:v>45807</c:v>
                </c:pt>
                <c:pt idx="889">
                  <c:v>45810</c:v>
                </c:pt>
                <c:pt idx="890">
                  <c:v>45811</c:v>
                </c:pt>
                <c:pt idx="891">
                  <c:v>45812</c:v>
                </c:pt>
                <c:pt idx="892">
                  <c:v>45813</c:v>
                </c:pt>
                <c:pt idx="893">
                  <c:v>45814</c:v>
                </c:pt>
                <c:pt idx="894">
                  <c:v>45817</c:v>
                </c:pt>
                <c:pt idx="895">
                  <c:v>45818</c:v>
                </c:pt>
                <c:pt idx="896">
                  <c:v>45819</c:v>
                </c:pt>
                <c:pt idx="897">
                  <c:v>45820</c:v>
                </c:pt>
                <c:pt idx="898">
                  <c:v>45821</c:v>
                </c:pt>
                <c:pt idx="899">
                  <c:v>45824</c:v>
                </c:pt>
                <c:pt idx="900">
                  <c:v>45825</c:v>
                </c:pt>
                <c:pt idx="901">
                  <c:v>45826</c:v>
                </c:pt>
                <c:pt idx="902">
                  <c:v>45827</c:v>
                </c:pt>
                <c:pt idx="903">
                  <c:v>45828</c:v>
                </c:pt>
                <c:pt idx="904">
                  <c:v>45831</c:v>
                </c:pt>
                <c:pt idx="905">
                  <c:v>45832</c:v>
                </c:pt>
                <c:pt idx="906">
                  <c:v>45833</c:v>
                </c:pt>
                <c:pt idx="907">
                  <c:v>45834</c:v>
                </c:pt>
                <c:pt idx="908">
                  <c:v>45835</c:v>
                </c:pt>
                <c:pt idx="909">
                  <c:v>45838</c:v>
                </c:pt>
                <c:pt idx="910">
                  <c:v>45839</c:v>
                </c:pt>
                <c:pt idx="911">
                  <c:v>45840</c:v>
                </c:pt>
                <c:pt idx="912">
                  <c:v>45841</c:v>
                </c:pt>
                <c:pt idx="913">
                  <c:v>45842</c:v>
                </c:pt>
                <c:pt idx="914">
                  <c:v>45845</c:v>
                </c:pt>
                <c:pt idx="915">
                  <c:v>45846</c:v>
                </c:pt>
                <c:pt idx="916">
                  <c:v>45847</c:v>
                </c:pt>
                <c:pt idx="917">
                  <c:v>45848</c:v>
                </c:pt>
                <c:pt idx="918">
                  <c:v>45849</c:v>
                </c:pt>
                <c:pt idx="919">
                  <c:v>45852</c:v>
                </c:pt>
                <c:pt idx="920">
                  <c:v>45853</c:v>
                </c:pt>
                <c:pt idx="921">
                  <c:v>45854</c:v>
                </c:pt>
                <c:pt idx="922">
                  <c:v>45855</c:v>
                </c:pt>
                <c:pt idx="923">
                  <c:v>45856</c:v>
                </c:pt>
                <c:pt idx="924">
                  <c:v>45859</c:v>
                </c:pt>
                <c:pt idx="925">
                  <c:v>45860</c:v>
                </c:pt>
                <c:pt idx="926">
                  <c:v>45861</c:v>
                </c:pt>
                <c:pt idx="927">
                  <c:v>45862</c:v>
                </c:pt>
                <c:pt idx="928">
                  <c:v>45863</c:v>
                </c:pt>
                <c:pt idx="929">
                  <c:v>45866</c:v>
                </c:pt>
                <c:pt idx="930">
                  <c:v>45867</c:v>
                </c:pt>
                <c:pt idx="931">
                  <c:v>45868</c:v>
                </c:pt>
                <c:pt idx="932">
                  <c:v>45869</c:v>
                </c:pt>
                <c:pt idx="933">
                  <c:v>45870</c:v>
                </c:pt>
                <c:pt idx="934">
                  <c:v>45873</c:v>
                </c:pt>
                <c:pt idx="935">
                  <c:v>45874</c:v>
                </c:pt>
                <c:pt idx="936">
                  <c:v>45875</c:v>
                </c:pt>
                <c:pt idx="937">
                  <c:v>45876</c:v>
                </c:pt>
                <c:pt idx="938">
                  <c:v>45877</c:v>
                </c:pt>
                <c:pt idx="939">
                  <c:v>45880</c:v>
                </c:pt>
                <c:pt idx="940">
                  <c:v>45881</c:v>
                </c:pt>
                <c:pt idx="941">
                  <c:v>45882</c:v>
                </c:pt>
                <c:pt idx="942">
                  <c:v>45883</c:v>
                </c:pt>
                <c:pt idx="943">
                  <c:v>45884</c:v>
                </c:pt>
                <c:pt idx="944">
                  <c:v>45887</c:v>
                </c:pt>
                <c:pt idx="945">
                  <c:v>45888</c:v>
                </c:pt>
                <c:pt idx="946">
                  <c:v>45889</c:v>
                </c:pt>
                <c:pt idx="947">
                  <c:v>45890</c:v>
                </c:pt>
                <c:pt idx="948">
                  <c:v>45891</c:v>
                </c:pt>
                <c:pt idx="949">
                  <c:v>45894</c:v>
                </c:pt>
                <c:pt idx="950">
                  <c:v>45895</c:v>
                </c:pt>
                <c:pt idx="951">
                  <c:v>45896</c:v>
                </c:pt>
                <c:pt idx="952">
                  <c:v>45897</c:v>
                </c:pt>
                <c:pt idx="953">
                  <c:v>45898</c:v>
                </c:pt>
                <c:pt idx="954">
                  <c:v>45901</c:v>
                </c:pt>
                <c:pt idx="955">
                  <c:v>45902</c:v>
                </c:pt>
                <c:pt idx="956">
                  <c:v>45903</c:v>
                </c:pt>
                <c:pt idx="957">
                  <c:v>45904</c:v>
                </c:pt>
                <c:pt idx="958">
                  <c:v>45905</c:v>
                </c:pt>
                <c:pt idx="959">
                  <c:v>45908</c:v>
                </c:pt>
                <c:pt idx="960">
                  <c:v>45909</c:v>
                </c:pt>
                <c:pt idx="961">
                  <c:v>45910</c:v>
                </c:pt>
                <c:pt idx="962">
                  <c:v>45911</c:v>
                </c:pt>
                <c:pt idx="963">
                  <c:v>45912</c:v>
                </c:pt>
                <c:pt idx="964">
                  <c:v>45915</c:v>
                </c:pt>
                <c:pt idx="965">
                  <c:v>45916</c:v>
                </c:pt>
                <c:pt idx="966">
                  <c:v>45917</c:v>
                </c:pt>
                <c:pt idx="967">
                  <c:v>45918</c:v>
                </c:pt>
                <c:pt idx="968">
                  <c:v>45919</c:v>
                </c:pt>
                <c:pt idx="969">
                  <c:v>45922</c:v>
                </c:pt>
                <c:pt idx="970">
                  <c:v>45923</c:v>
                </c:pt>
                <c:pt idx="971">
                  <c:v>45924</c:v>
                </c:pt>
                <c:pt idx="972">
                  <c:v>45925</c:v>
                </c:pt>
                <c:pt idx="973">
                  <c:v>45926</c:v>
                </c:pt>
                <c:pt idx="974">
                  <c:v>45929</c:v>
                </c:pt>
                <c:pt idx="975">
                  <c:v>45930</c:v>
                </c:pt>
                <c:pt idx="976">
                  <c:v>45931</c:v>
                </c:pt>
                <c:pt idx="977">
                  <c:v>45932</c:v>
                </c:pt>
                <c:pt idx="978">
                  <c:v>45933</c:v>
                </c:pt>
                <c:pt idx="979">
                  <c:v>45936</c:v>
                </c:pt>
                <c:pt idx="980">
                  <c:v>45937</c:v>
                </c:pt>
                <c:pt idx="981">
                  <c:v>45938</c:v>
                </c:pt>
                <c:pt idx="982">
                  <c:v>45939</c:v>
                </c:pt>
                <c:pt idx="983">
                  <c:v>45940</c:v>
                </c:pt>
                <c:pt idx="984">
                  <c:v>45943</c:v>
                </c:pt>
                <c:pt idx="985">
                  <c:v>45944</c:v>
                </c:pt>
                <c:pt idx="986">
                  <c:v>45945</c:v>
                </c:pt>
                <c:pt idx="987">
                  <c:v>45946</c:v>
                </c:pt>
                <c:pt idx="988">
                  <c:v>45947</c:v>
                </c:pt>
                <c:pt idx="989">
                  <c:v>45950</c:v>
                </c:pt>
                <c:pt idx="990">
                  <c:v>45951</c:v>
                </c:pt>
                <c:pt idx="991">
                  <c:v>45952</c:v>
                </c:pt>
                <c:pt idx="992">
                  <c:v>45953</c:v>
                </c:pt>
                <c:pt idx="993">
                  <c:v>45954</c:v>
                </c:pt>
                <c:pt idx="994">
                  <c:v>45957</c:v>
                </c:pt>
                <c:pt idx="995">
                  <c:v>45958</c:v>
                </c:pt>
                <c:pt idx="996">
                  <c:v>45959</c:v>
                </c:pt>
                <c:pt idx="997">
                  <c:v>45960</c:v>
                </c:pt>
                <c:pt idx="998">
                  <c:v>45961</c:v>
                </c:pt>
                <c:pt idx="999">
                  <c:v>45964</c:v>
                </c:pt>
                <c:pt idx="1000">
                  <c:v>45965</c:v>
                </c:pt>
                <c:pt idx="1001">
                  <c:v>45966</c:v>
                </c:pt>
                <c:pt idx="1002">
                  <c:v>45967</c:v>
                </c:pt>
                <c:pt idx="1003">
                  <c:v>45968</c:v>
                </c:pt>
                <c:pt idx="1004">
                  <c:v>45971</c:v>
                </c:pt>
                <c:pt idx="1005">
                  <c:v>45972</c:v>
                </c:pt>
                <c:pt idx="1006">
                  <c:v>45973</c:v>
                </c:pt>
                <c:pt idx="1007">
                  <c:v>45974</c:v>
                </c:pt>
                <c:pt idx="1008">
                  <c:v>45975</c:v>
                </c:pt>
                <c:pt idx="1009">
                  <c:v>45978</c:v>
                </c:pt>
                <c:pt idx="1010">
                  <c:v>45979</c:v>
                </c:pt>
                <c:pt idx="1011">
                  <c:v>45980</c:v>
                </c:pt>
                <c:pt idx="1012">
                  <c:v>45981</c:v>
                </c:pt>
                <c:pt idx="1013">
                  <c:v>45982</c:v>
                </c:pt>
                <c:pt idx="1014">
                  <c:v>45985</c:v>
                </c:pt>
                <c:pt idx="1015">
                  <c:v>45986</c:v>
                </c:pt>
                <c:pt idx="1016">
                  <c:v>45987</c:v>
                </c:pt>
                <c:pt idx="1017">
                  <c:v>45988</c:v>
                </c:pt>
                <c:pt idx="1018">
                  <c:v>45989</c:v>
                </c:pt>
                <c:pt idx="1019">
                  <c:v>45992</c:v>
                </c:pt>
                <c:pt idx="1020">
                  <c:v>45993</c:v>
                </c:pt>
                <c:pt idx="1021">
                  <c:v>45994</c:v>
                </c:pt>
                <c:pt idx="1022">
                  <c:v>45995</c:v>
                </c:pt>
                <c:pt idx="1023">
                  <c:v>45996</c:v>
                </c:pt>
                <c:pt idx="1024">
                  <c:v>45999</c:v>
                </c:pt>
                <c:pt idx="1025">
                  <c:v>46000</c:v>
                </c:pt>
                <c:pt idx="1026">
                  <c:v>46001</c:v>
                </c:pt>
                <c:pt idx="1027">
                  <c:v>46002</c:v>
                </c:pt>
                <c:pt idx="1028">
                  <c:v>46003</c:v>
                </c:pt>
                <c:pt idx="1029">
                  <c:v>46006</c:v>
                </c:pt>
                <c:pt idx="1030">
                  <c:v>46007</c:v>
                </c:pt>
                <c:pt idx="1031">
                  <c:v>46008</c:v>
                </c:pt>
                <c:pt idx="1032">
                  <c:v>46009</c:v>
                </c:pt>
                <c:pt idx="1033">
                  <c:v>46010</c:v>
                </c:pt>
                <c:pt idx="1034">
                  <c:v>46013</c:v>
                </c:pt>
                <c:pt idx="1035">
                  <c:v>46014</c:v>
                </c:pt>
                <c:pt idx="1036">
                  <c:v>46015</c:v>
                </c:pt>
                <c:pt idx="1037">
                  <c:v>46016</c:v>
                </c:pt>
                <c:pt idx="1038">
                  <c:v>46017</c:v>
                </c:pt>
                <c:pt idx="1039">
                  <c:v>46020</c:v>
                </c:pt>
                <c:pt idx="1040">
                  <c:v>46021</c:v>
                </c:pt>
                <c:pt idx="1041">
                  <c:v>46022</c:v>
                </c:pt>
                <c:pt idx="1042">
                  <c:v>46023</c:v>
                </c:pt>
                <c:pt idx="1043">
                  <c:v>46024</c:v>
                </c:pt>
                <c:pt idx="1044">
                  <c:v>46027</c:v>
                </c:pt>
                <c:pt idx="1045">
                  <c:v>46028</c:v>
                </c:pt>
                <c:pt idx="1046">
                  <c:v>46029</c:v>
                </c:pt>
                <c:pt idx="1047">
                  <c:v>46030</c:v>
                </c:pt>
                <c:pt idx="1048">
                  <c:v>46031</c:v>
                </c:pt>
                <c:pt idx="1049">
                  <c:v>46034</c:v>
                </c:pt>
                <c:pt idx="1050">
                  <c:v>46035</c:v>
                </c:pt>
                <c:pt idx="1051">
                  <c:v>46036</c:v>
                </c:pt>
                <c:pt idx="1052">
                  <c:v>46037</c:v>
                </c:pt>
                <c:pt idx="1053">
                  <c:v>46038</c:v>
                </c:pt>
                <c:pt idx="1054">
                  <c:v>46041</c:v>
                </c:pt>
                <c:pt idx="1055">
                  <c:v>46042</c:v>
                </c:pt>
                <c:pt idx="1056">
                  <c:v>46043</c:v>
                </c:pt>
                <c:pt idx="1057">
                  <c:v>46044</c:v>
                </c:pt>
                <c:pt idx="1058">
                  <c:v>46045</c:v>
                </c:pt>
                <c:pt idx="1059">
                  <c:v>46048</c:v>
                </c:pt>
                <c:pt idx="1060">
                  <c:v>46049</c:v>
                </c:pt>
                <c:pt idx="1061">
                  <c:v>46050</c:v>
                </c:pt>
                <c:pt idx="1062">
                  <c:v>46051</c:v>
                </c:pt>
                <c:pt idx="1063">
                  <c:v>46052</c:v>
                </c:pt>
                <c:pt idx="1064">
                  <c:v>46055</c:v>
                </c:pt>
                <c:pt idx="1065">
                  <c:v>46056</c:v>
                </c:pt>
                <c:pt idx="1066">
                  <c:v>46057</c:v>
                </c:pt>
                <c:pt idx="1067">
                  <c:v>46058</c:v>
                </c:pt>
                <c:pt idx="1068">
                  <c:v>46059</c:v>
                </c:pt>
                <c:pt idx="1069">
                  <c:v>46062</c:v>
                </c:pt>
                <c:pt idx="1070">
                  <c:v>46063</c:v>
                </c:pt>
                <c:pt idx="1071">
                  <c:v>46064</c:v>
                </c:pt>
                <c:pt idx="1072">
                  <c:v>46065</c:v>
                </c:pt>
                <c:pt idx="1073">
                  <c:v>46066</c:v>
                </c:pt>
                <c:pt idx="1074">
                  <c:v>46069</c:v>
                </c:pt>
                <c:pt idx="1075">
                  <c:v>46070</c:v>
                </c:pt>
                <c:pt idx="1076">
                  <c:v>46071</c:v>
                </c:pt>
                <c:pt idx="1077">
                  <c:v>46072</c:v>
                </c:pt>
                <c:pt idx="1078">
                  <c:v>46073</c:v>
                </c:pt>
                <c:pt idx="1079">
                  <c:v>46076</c:v>
                </c:pt>
                <c:pt idx="1080">
                  <c:v>46077</c:v>
                </c:pt>
                <c:pt idx="1081">
                  <c:v>46078</c:v>
                </c:pt>
                <c:pt idx="1082">
                  <c:v>46079</c:v>
                </c:pt>
                <c:pt idx="1083">
                  <c:v>46080</c:v>
                </c:pt>
                <c:pt idx="1084">
                  <c:v>46083</c:v>
                </c:pt>
                <c:pt idx="1085">
                  <c:v>46084</c:v>
                </c:pt>
                <c:pt idx="1086">
                  <c:v>46085</c:v>
                </c:pt>
                <c:pt idx="1087">
                  <c:v>46086</c:v>
                </c:pt>
                <c:pt idx="1088">
                  <c:v>46087</c:v>
                </c:pt>
                <c:pt idx="1089">
                  <c:v>46090</c:v>
                </c:pt>
                <c:pt idx="1090">
                  <c:v>46091</c:v>
                </c:pt>
                <c:pt idx="1091">
                  <c:v>46092</c:v>
                </c:pt>
                <c:pt idx="1092">
                  <c:v>46093</c:v>
                </c:pt>
                <c:pt idx="1093">
                  <c:v>46094</c:v>
                </c:pt>
                <c:pt idx="1094">
                  <c:v>46097</c:v>
                </c:pt>
                <c:pt idx="1095">
                  <c:v>46098</c:v>
                </c:pt>
                <c:pt idx="1096">
                  <c:v>46099</c:v>
                </c:pt>
                <c:pt idx="1097">
                  <c:v>46100</c:v>
                </c:pt>
                <c:pt idx="1098">
                  <c:v>46101</c:v>
                </c:pt>
                <c:pt idx="1099">
                  <c:v>46104</c:v>
                </c:pt>
                <c:pt idx="1100">
                  <c:v>46105</c:v>
                </c:pt>
                <c:pt idx="1101">
                  <c:v>46106</c:v>
                </c:pt>
                <c:pt idx="1102">
                  <c:v>46107</c:v>
                </c:pt>
                <c:pt idx="1103">
                  <c:v>46108</c:v>
                </c:pt>
                <c:pt idx="1104">
                  <c:v>46111</c:v>
                </c:pt>
                <c:pt idx="1105">
                  <c:v>46112</c:v>
                </c:pt>
                <c:pt idx="1106">
                  <c:v>46113</c:v>
                </c:pt>
                <c:pt idx="1107">
                  <c:v>46114</c:v>
                </c:pt>
                <c:pt idx="1108">
                  <c:v>46115</c:v>
                </c:pt>
                <c:pt idx="1109">
                  <c:v>46118</c:v>
                </c:pt>
                <c:pt idx="1110">
                  <c:v>46119</c:v>
                </c:pt>
                <c:pt idx="1111">
                  <c:v>46120</c:v>
                </c:pt>
                <c:pt idx="1112">
                  <c:v>46121</c:v>
                </c:pt>
                <c:pt idx="1113">
                  <c:v>46122</c:v>
                </c:pt>
                <c:pt idx="1114">
                  <c:v>46125</c:v>
                </c:pt>
                <c:pt idx="1115">
                  <c:v>46126</c:v>
                </c:pt>
                <c:pt idx="1116">
                  <c:v>46127</c:v>
                </c:pt>
                <c:pt idx="1117">
                  <c:v>46128</c:v>
                </c:pt>
                <c:pt idx="1118">
                  <c:v>46129</c:v>
                </c:pt>
                <c:pt idx="1119">
                  <c:v>46132</c:v>
                </c:pt>
                <c:pt idx="1120">
                  <c:v>46133</c:v>
                </c:pt>
                <c:pt idx="1121">
                  <c:v>46134</c:v>
                </c:pt>
                <c:pt idx="1122">
                  <c:v>46135</c:v>
                </c:pt>
                <c:pt idx="1123">
                  <c:v>46136</c:v>
                </c:pt>
                <c:pt idx="1124">
                  <c:v>46139</c:v>
                </c:pt>
                <c:pt idx="1125">
                  <c:v>46140</c:v>
                </c:pt>
                <c:pt idx="1126">
                  <c:v>46141</c:v>
                </c:pt>
                <c:pt idx="1127">
                  <c:v>46142</c:v>
                </c:pt>
                <c:pt idx="1128">
                  <c:v>46143</c:v>
                </c:pt>
                <c:pt idx="1129">
                  <c:v>46146</c:v>
                </c:pt>
                <c:pt idx="1130">
                  <c:v>46147</c:v>
                </c:pt>
                <c:pt idx="1131">
                  <c:v>46148</c:v>
                </c:pt>
                <c:pt idx="1132">
                  <c:v>46149</c:v>
                </c:pt>
                <c:pt idx="1133">
                  <c:v>46150</c:v>
                </c:pt>
                <c:pt idx="1134">
                  <c:v>46153</c:v>
                </c:pt>
                <c:pt idx="1135">
                  <c:v>46154</c:v>
                </c:pt>
                <c:pt idx="1136">
                  <c:v>46155</c:v>
                </c:pt>
                <c:pt idx="1137">
                  <c:v>46156</c:v>
                </c:pt>
                <c:pt idx="1138">
                  <c:v>46157</c:v>
                </c:pt>
                <c:pt idx="1139">
                  <c:v>46160</c:v>
                </c:pt>
                <c:pt idx="1140">
                  <c:v>46161</c:v>
                </c:pt>
                <c:pt idx="1141">
                  <c:v>46162</c:v>
                </c:pt>
                <c:pt idx="1142">
                  <c:v>46163</c:v>
                </c:pt>
                <c:pt idx="1143">
                  <c:v>46164</c:v>
                </c:pt>
                <c:pt idx="1144">
                  <c:v>46168</c:v>
                </c:pt>
                <c:pt idx="1145">
                  <c:v>46169</c:v>
                </c:pt>
                <c:pt idx="1146">
                  <c:v>46170</c:v>
                </c:pt>
                <c:pt idx="1147">
                  <c:v>46171</c:v>
                </c:pt>
                <c:pt idx="1148">
                  <c:v>46174</c:v>
                </c:pt>
                <c:pt idx="1149">
                  <c:v>46175</c:v>
                </c:pt>
                <c:pt idx="1150">
                  <c:v>46176</c:v>
                </c:pt>
                <c:pt idx="1151">
                  <c:v>46177</c:v>
                </c:pt>
                <c:pt idx="1152">
                  <c:v>46178</c:v>
                </c:pt>
                <c:pt idx="1153">
                  <c:v>46181</c:v>
                </c:pt>
                <c:pt idx="1154">
                  <c:v>46182</c:v>
                </c:pt>
                <c:pt idx="1155">
                  <c:v>46183</c:v>
                </c:pt>
                <c:pt idx="1156">
                  <c:v>46184</c:v>
                </c:pt>
                <c:pt idx="1157">
                  <c:v>46185</c:v>
                </c:pt>
                <c:pt idx="1158">
                  <c:v>46188</c:v>
                </c:pt>
                <c:pt idx="1159">
                  <c:v>46189</c:v>
                </c:pt>
                <c:pt idx="1160">
                  <c:v>46190</c:v>
                </c:pt>
                <c:pt idx="1161">
                  <c:v>46191</c:v>
                </c:pt>
                <c:pt idx="1162">
                  <c:v>46192</c:v>
                </c:pt>
                <c:pt idx="1163">
                  <c:v>46195</c:v>
                </c:pt>
                <c:pt idx="1164">
                  <c:v>46196</c:v>
                </c:pt>
                <c:pt idx="1165">
                  <c:v>46197</c:v>
                </c:pt>
                <c:pt idx="1166">
                  <c:v>46198</c:v>
                </c:pt>
                <c:pt idx="1167">
                  <c:v>46199</c:v>
                </c:pt>
                <c:pt idx="1168">
                  <c:v>46202</c:v>
                </c:pt>
                <c:pt idx="1169">
                  <c:v>46203</c:v>
                </c:pt>
                <c:pt idx="1170">
                  <c:v>46204</c:v>
                </c:pt>
                <c:pt idx="1171">
                  <c:v>46205</c:v>
                </c:pt>
                <c:pt idx="1172">
                  <c:v>46206</c:v>
                </c:pt>
                <c:pt idx="1173">
                  <c:v>46209</c:v>
                </c:pt>
                <c:pt idx="1174">
                  <c:v>46210</c:v>
                </c:pt>
                <c:pt idx="1175">
                  <c:v>46211</c:v>
                </c:pt>
                <c:pt idx="1176">
                  <c:v>46212</c:v>
                </c:pt>
                <c:pt idx="1177">
                  <c:v>46213</c:v>
                </c:pt>
                <c:pt idx="1178">
                  <c:v>46216</c:v>
                </c:pt>
                <c:pt idx="1179">
                  <c:v>46217</c:v>
                </c:pt>
                <c:pt idx="1180">
                  <c:v>46218</c:v>
                </c:pt>
                <c:pt idx="1181">
                  <c:v>46219</c:v>
                </c:pt>
                <c:pt idx="1182">
                  <c:v>46220</c:v>
                </c:pt>
                <c:pt idx="1183">
                  <c:v>46223</c:v>
                </c:pt>
                <c:pt idx="1184">
                  <c:v>46224</c:v>
                </c:pt>
                <c:pt idx="1185">
                  <c:v>46225</c:v>
                </c:pt>
                <c:pt idx="1186">
                  <c:v>46226</c:v>
                </c:pt>
                <c:pt idx="1187">
                  <c:v>46227</c:v>
                </c:pt>
                <c:pt idx="1188">
                  <c:v>46230</c:v>
                </c:pt>
                <c:pt idx="1189">
                  <c:v>46231</c:v>
                </c:pt>
                <c:pt idx="1190">
                  <c:v>46232</c:v>
                </c:pt>
                <c:pt idx="1191">
                  <c:v>46233</c:v>
                </c:pt>
                <c:pt idx="1192">
                  <c:v>46234</c:v>
                </c:pt>
                <c:pt idx="1193">
                  <c:v>46237</c:v>
                </c:pt>
                <c:pt idx="1194">
                  <c:v>46238</c:v>
                </c:pt>
                <c:pt idx="1195">
                  <c:v>46239</c:v>
                </c:pt>
                <c:pt idx="1196">
                  <c:v>46240</c:v>
                </c:pt>
                <c:pt idx="1197">
                  <c:v>46241</c:v>
                </c:pt>
                <c:pt idx="1198">
                  <c:v>46244</c:v>
                </c:pt>
                <c:pt idx="1199">
                  <c:v>46245</c:v>
                </c:pt>
                <c:pt idx="1200">
                  <c:v>46246</c:v>
                </c:pt>
                <c:pt idx="1201">
                  <c:v>46247</c:v>
                </c:pt>
                <c:pt idx="1202">
                  <c:v>46248</c:v>
                </c:pt>
                <c:pt idx="1203">
                  <c:v>46251</c:v>
                </c:pt>
                <c:pt idx="1204">
                  <c:v>46252</c:v>
                </c:pt>
                <c:pt idx="1205">
                  <c:v>46253</c:v>
                </c:pt>
                <c:pt idx="1206">
                  <c:v>46254</c:v>
                </c:pt>
                <c:pt idx="1207">
                  <c:v>46255</c:v>
                </c:pt>
                <c:pt idx="1208">
                  <c:v>46258</c:v>
                </c:pt>
                <c:pt idx="1209">
                  <c:v>46259</c:v>
                </c:pt>
                <c:pt idx="1210">
                  <c:v>46260</c:v>
                </c:pt>
                <c:pt idx="1211">
                  <c:v>46261</c:v>
                </c:pt>
                <c:pt idx="1212">
                  <c:v>46262</c:v>
                </c:pt>
                <c:pt idx="1213">
                  <c:v>46265</c:v>
                </c:pt>
                <c:pt idx="1214">
                  <c:v>46266</c:v>
                </c:pt>
                <c:pt idx="1215">
                  <c:v>46267</c:v>
                </c:pt>
                <c:pt idx="1216">
                  <c:v>46268</c:v>
                </c:pt>
                <c:pt idx="1217">
                  <c:v>46269</c:v>
                </c:pt>
                <c:pt idx="1218">
                  <c:v>46272</c:v>
                </c:pt>
                <c:pt idx="1219">
                  <c:v>46273</c:v>
                </c:pt>
                <c:pt idx="1220">
                  <c:v>46274</c:v>
                </c:pt>
                <c:pt idx="1221">
                  <c:v>46275</c:v>
                </c:pt>
                <c:pt idx="1222">
                  <c:v>46276</c:v>
                </c:pt>
                <c:pt idx="1223">
                  <c:v>46279</c:v>
                </c:pt>
                <c:pt idx="1224">
                  <c:v>46280</c:v>
                </c:pt>
                <c:pt idx="1225">
                  <c:v>46281</c:v>
                </c:pt>
                <c:pt idx="1226">
                  <c:v>46282</c:v>
                </c:pt>
                <c:pt idx="1227">
                  <c:v>46283</c:v>
                </c:pt>
                <c:pt idx="1228">
                  <c:v>46286</c:v>
                </c:pt>
                <c:pt idx="1229">
                  <c:v>46287</c:v>
                </c:pt>
                <c:pt idx="1230">
                  <c:v>46288</c:v>
                </c:pt>
                <c:pt idx="1231">
                  <c:v>46289</c:v>
                </c:pt>
                <c:pt idx="1232">
                  <c:v>46290</c:v>
                </c:pt>
                <c:pt idx="1233">
                  <c:v>46293</c:v>
                </c:pt>
                <c:pt idx="1234">
                  <c:v>46294</c:v>
                </c:pt>
                <c:pt idx="1235">
                  <c:v>46295</c:v>
                </c:pt>
                <c:pt idx="1236">
                  <c:v>46296</c:v>
                </c:pt>
                <c:pt idx="1237">
                  <c:v>46297</c:v>
                </c:pt>
                <c:pt idx="1238">
                  <c:v>46300</c:v>
                </c:pt>
                <c:pt idx="1239">
                  <c:v>46301</c:v>
                </c:pt>
                <c:pt idx="1240">
                  <c:v>46302</c:v>
                </c:pt>
                <c:pt idx="1241">
                  <c:v>46303</c:v>
                </c:pt>
                <c:pt idx="1242">
                  <c:v>46304</c:v>
                </c:pt>
                <c:pt idx="1243">
                  <c:v>46307</c:v>
                </c:pt>
                <c:pt idx="1244">
                  <c:v>46308</c:v>
                </c:pt>
                <c:pt idx="1245">
                  <c:v>46309</c:v>
                </c:pt>
                <c:pt idx="1246">
                  <c:v>46310</c:v>
                </c:pt>
                <c:pt idx="1247">
                  <c:v>46311</c:v>
                </c:pt>
                <c:pt idx="1248">
                  <c:v>#N/A</c:v>
                </c:pt>
                <c:pt idx="1249">
                  <c:v>#N/A</c:v>
                </c:pt>
                <c:pt idx="1250">
                  <c:v>#N/A</c:v>
                </c:pt>
                <c:pt idx="1251">
                  <c:v>#N/A</c:v>
                </c:pt>
                <c:pt idx="1252">
                  <c:v>#N/A</c:v>
                </c:pt>
                <c:pt idx="1253">
                  <c:v>#N/A</c:v>
                </c:pt>
                <c:pt idx="1254">
                  <c:v>#N/A</c:v>
                </c:pt>
                <c:pt idx="1255">
                  <c:v>#N/A</c:v>
                </c:pt>
                <c:pt idx="1256">
                  <c:v>#N/A</c:v>
                </c:pt>
                <c:pt idx="1257">
                  <c:v>#N/A</c:v>
                </c:pt>
                <c:pt idx="1258">
                  <c:v>#N/A</c:v>
                </c:pt>
                <c:pt idx="1259">
                  <c:v>#N/A</c:v>
                </c:pt>
                <c:pt idx="1260">
                  <c:v>#N/A</c:v>
                </c:pt>
                <c:pt idx="1261">
                  <c:v>#N/A</c:v>
                </c:pt>
                <c:pt idx="1262">
                  <c:v>#N/A</c:v>
                </c:pt>
                <c:pt idx="1263">
                  <c:v>#N/A</c:v>
                </c:pt>
                <c:pt idx="1264">
                  <c:v>#N/A</c:v>
                </c:pt>
                <c:pt idx="1265">
                  <c:v>#N/A</c:v>
                </c:pt>
                <c:pt idx="1266">
                  <c:v>#N/A</c:v>
                </c:pt>
                <c:pt idx="1267">
                  <c:v>#N/A</c:v>
                </c:pt>
                <c:pt idx="1268">
                  <c:v>#N/A</c:v>
                </c:pt>
                <c:pt idx="1269">
                  <c:v>#N/A</c:v>
                </c:pt>
                <c:pt idx="1270">
                  <c:v>#N/A</c:v>
                </c:pt>
                <c:pt idx="1271">
                  <c:v>#N/A</c:v>
                </c:pt>
                <c:pt idx="1272">
                  <c:v>#N/A</c:v>
                </c:pt>
                <c:pt idx="1273">
                  <c:v>#N/A</c:v>
                </c:pt>
                <c:pt idx="1274">
                  <c:v>#N/A</c:v>
                </c:pt>
                <c:pt idx="1275">
                  <c:v>#N/A</c:v>
                </c:pt>
                <c:pt idx="1276">
                  <c:v>#N/A</c:v>
                </c:pt>
                <c:pt idx="1277">
                  <c:v>#N/A</c:v>
                </c:pt>
                <c:pt idx="1278">
                  <c:v>#N/A</c:v>
                </c:pt>
                <c:pt idx="1279">
                  <c:v>#N/A</c:v>
                </c:pt>
                <c:pt idx="1280">
                  <c:v>#N/A</c:v>
                </c:pt>
                <c:pt idx="1281">
                  <c:v>#N/A</c:v>
                </c:pt>
                <c:pt idx="1282">
                  <c:v>#N/A</c:v>
                </c:pt>
                <c:pt idx="1283">
                  <c:v>#N/A</c:v>
                </c:pt>
                <c:pt idx="1284">
                  <c:v>#N/A</c:v>
                </c:pt>
                <c:pt idx="1285">
                  <c:v>#N/A</c:v>
                </c:pt>
                <c:pt idx="1286">
                  <c:v>#N/A</c:v>
                </c:pt>
                <c:pt idx="1287">
                  <c:v>#N/A</c:v>
                </c:pt>
                <c:pt idx="1288">
                  <c:v>#N/A</c:v>
                </c:pt>
                <c:pt idx="1289">
                  <c:v>#N/A</c:v>
                </c:pt>
                <c:pt idx="1290">
                  <c:v>#N/A</c:v>
                </c:pt>
                <c:pt idx="1291">
                  <c:v>#N/A</c:v>
                </c:pt>
                <c:pt idx="1292">
                  <c:v>#N/A</c:v>
                </c:pt>
                <c:pt idx="1293">
                  <c:v>#N/A</c:v>
                </c:pt>
                <c:pt idx="1294">
                  <c:v>#N/A</c:v>
                </c:pt>
                <c:pt idx="1295">
                  <c:v>#N/A</c:v>
                </c:pt>
                <c:pt idx="1296">
                  <c:v>#N/A</c:v>
                </c:pt>
                <c:pt idx="1297">
                  <c:v>#N/A</c:v>
                </c:pt>
                <c:pt idx="1298">
                  <c:v>#N/A</c:v>
                </c:pt>
                <c:pt idx="1299">
                  <c:v>#N/A</c:v>
                </c:pt>
                <c:pt idx="1300">
                  <c:v>#N/A</c:v>
                </c:pt>
                <c:pt idx="1301">
                  <c:v>#N/A</c:v>
                </c:pt>
                <c:pt idx="1302">
                  <c:v>#N/A</c:v>
                </c:pt>
                <c:pt idx="1303">
                  <c:v>#N/A</c:v>
                </c:pt>
                <c:pt idx="1304">
                  <c:v>#N/A</c:v>
                </c:pt>
                <c:pt idx="1305">
                  <c:v>#N/A</c:v>
                </c:pt>
                <c:pt idx="1306">
                  <c:v>#N/A</c:v>
                </c:pt>
                <c:pt idx="1307">
                  <c:v>#N/A</c:v>
                </c:pt>
                <c:pt idx="1308">
                  <c:v>#N/A</c:v>
                </c:pt>
                <c:pt idx="1309">
                  <c:v>#N/A</c:v>
                </c:pt>
                <c:pt idx="1310">
                  <c:v>#N/A</c:v>
                </c:pt>
                <c:pt idx="1311">
                  <c:v>#N/A</c:v>
                </c:pt>
                <c:pt idx="1312">
                  <c:v>#N/A</c:v>
                </c:pt>
                <c:pt idx="1313">
                  <c:v>#N/A</c:v>
                </c:pt>
                <c:pt idx="1314">
                  <c:v>#N/A</c:v>
                </c:pt>
                <c:pt idx="1315">
                  <c:v>#N/A</c:v>
                </c:pt>
                <c:pt idx="1316">
                  <c:v>#N/A</c:v>
                </c:pt>
                <c:pt idx="1317">
                  <c:v>#N/A</c:v>
                </c:pt>
                <c:pt idx="1318">
                  <c:v>#N/A</c:v>
                </c:pt>
                <c:pt idx="1319">
                  <c:v>#N/A</c:v>
                </c:pt>
                <c:pt idx="1320">
                  <c:v>#N/A</c:v>
                </c:pt>
              </c:numCache>
            </c:numRef>
          </c:cat>
          <c:val>
            <c:numRef>
              <c:f>FI_INDEX!$AS$795:$AS$4550</c:f>
              <c:numCache>
                <c:formatCode>0.0</c:formatCode>
                <c:ptCount val="3756"/>
                <c:pt idx="0">
                  <c:v>100</c:v>
                </c:pt>
                <c:pt idx="1">
                  <c:v>99.872692552514337</c:v>
                </c:pt>
                <c:pt idx="2">
                  <c:v>99.809038828771506</c:v>
                </c:pt>
                <c:pt idx="3">
                  <c:v>99.809038828771506</c:v>
                </c:pt>
                <c:pt idx="4">
                  <c:v>99.554423933800166</c:v>
                </c:pt>
                <c:pt idx="5">
                  <c:v>99.74538510502866</c:v>
                </c:pt>
                <c:pt idx="6">
                  <c:v>99.74538510502866</c:v>
                </c:pt>
                <c:pt idx="7">
                  <c:v>99.809038828771506</c:v>
                </c:pt>
                <c:pt idx="8">
                  <c:v>100.06365372374289</c:v>
                </c:pt>
                <c:pt idx="9">
                  <c:v>100.00000000000004</c:v>
                </c:pt>
                <c:pt idx="10">
                  <c:v>100.12730744748572</c:v>
                </c:pt>
                <c:pt idx="11">
                  <c:v>100.25461489497141</c:v>
                </c:pt>
                <c:pt idx="12">
                  <c:v>100.0636537237429</c:v>
                </c:pt>
                <c:pt idx="13">
                  <c:v>100.25461489497141</c:v>
                </c:pt>
                <c:pt idx="14">
                  <c:v>100.25461489497141</c:v>
                </c:pt>
                <c:pt idx="15">
                  <c:v>100.38192234245707</c:v>
                </c:pt>
                <c:pt idx="16">
                  <c:v>100.50922978994274</c:v>
                </c:pt>
                <c:pt idx="17">
                  <c:v>100.50922978994274</c:v>
                </c:pt>
                <c:pt idx="18">
                  <c:v>100.50922978994274</c:v>
                </c:pt>
                <c:pt idx="19">
                  <c:v>99.936346276257169</c:v>
                </c:pt>
                <c:pt idx="20">
                  <c:v>99.936346276257169</c:v>
                </c:pt>
                <c:pt idx="21">
                  <c:v>99.936346276257169</c:v>
                </c:pt>
                <c:pt idx="22">
                  <c:v>99.936346276257169</c:v>
                </c:pt>
                <c:pt idx="23">
                  <c:v>100.12730744748568</c:v>
                </c:pt>
                <c:pt idx="24">
                  <c:v>100.19096117122852</c:v>
                </c:pt>
                <c:pt idx="25">
                  <c:v>100.06365372374285</c:v>
                </c:pt>
                <c:pt idx="26">
                  <c:v>100.06365372374285</c:v>
                </c:pt>
                <c:pt idx="27">
                  <c:v>100</c:v>
                </c:pt>
                <c:pt idx="28">
                  <c:v>100.06365372374285</c:v>
                </c:pt>
                <c:pt idx="29">
                  <c:v>100</c:v>
                </c:pt>
                <c:pt idx="30">
                  <c:v>100</c:v>
                </c:pt>
                <c:pt idx="31">
                  <c:v>100.12730744748568</c:v>
                </c:pt>
                <c:pt idx="32">
                  <c:v>100.44557606619989</c:v>
                </c:pt>
                <c:pt idx="33">
                  <c:v>100.50922978994271</c:v>
                </c:pt>
                <c:pt idx="34">
                  <c:v>100.50922978994271</c:v>
                </c:pt>
                <c:pt idx="35">
                  <c:v>100.63653723742837</c:v>
                </c:pt>
                <c:pt idx="36">
                  <c:v>100.63653723742837</c:v>
                </c:pt>
                <c:pt idx="37">
                  <c:v>100.63653723742837</c:v>
                </c:pt>
                <c:pt idx="38">
                  <c:v>100.82749840865689</c:v>
                </c:pt>
                <c:pt idx="39">
                  <c:v>100.70019096117122</c:v>
                </c:pt>
                <c:pt idx="40">
                  <c:v>100.82749840865691</c:v>
                </c:pt>
                <c:pt idx="41">
                  <c:v>100.82749840865691</c:v>
                </c:pt>
                <c:pt idx="42">
                  <c:v>100.76384468491406</c:v>
                </c:pt>
                <c:pt idx="43">
                  <c:v>100.63653723742837</c:v>
                </c:pt>
                <c:pt idx="44">
                  <c:v>100.70019096117124</c:v>
                </c:pt>
                <c:pt idx="45">
                  <c:v>100.6365372374284</c:v>
                </c:pt>
                <c:pt idx="46">
                  <c:v>100.6365372374284</c:v>
                </c:pt>
                <c:pt idx="47">
                  <c:v>100.6365372374284</c:v>
                </c:pt>
                <c:pt idx="48">
                  <c:v>100.6365372374284</c:v>
                </c:pt>
                <c:pt idx="49">
                  <c:v>100.57288351368557</c:v>
                </c:pt>
                <c:pt idx="50">
                  <c:v>100.12730744748569</c:v>
                </c:pt>
                <c:pt idx="51">
                  <c:v>99.554423933800138</c:v>
                </c:pt>
                <c:pt idx="52">
                  <c:v>99.745385105028632</c:v>
                </c:pt>
                <c:pt idx="53">
                  <c:v>100.06365372374279</c:v>
                </c:pt>
                <c:pt idx="54">
                  <c:v>100.06365372374279</c:v>
                </c:pt>
                <c:pt idx="55">
                  <c:v>99.999999999999943</c:v>
                </c:pt>
                <c:pt idx="56">
                  <c:v>99.936346276257098</c:v>
                </c:pt>
                <c:pt idx="57">
                  <c:v>99.809038828771421</c:v>
                </c:pt>
                <c:pt idx="58">
                  <c:v>99.618077657542898</c:v>
                </c:pt>
                <c:pt idx="59">
                  <c:v>99.745385105028603</c:v>
                </c:pt>
                <c:pt idx="60">
                  <c:v>99.681731381285758</c:v>
                </c:pt>
                <c:pt idx="61">
                  <c:v>99.681731381285758</c:v>
                </c:pt>
                <c:pt idx="62">
                  <c:v>99.872692552514295</c:v>
                </c:pt>
                <c:pt idx="63">
                  <c:v>100.0636537237428</c:v>
                </c:pt>
                <c:pt idx="64">
                  <c:v>100.19096117122851</c:v>
                </c:pt>
                <c:pt idx="65">
                  <c:v>99.93634627625714</c:v>
                </c:pt>
                <c:pt idx="66">
                  <c:v>99.872692552514309</c:v>
                </c:pt>
                <c:pt idx="67">
                  <c:v>99.809038828771477</c:v>
                </c:pt>
                <c:pt idx="68">
                  <c:v>100.12730744748569</c:v>
                </c:pt>
                <c:pt idx="69">
                  <c:v>100</c:v>
                </c:pt>
                <c:pt idx="70">
                  <c:v>99.936346276257154</c:v>
                </c:pt>
                <c:pt idx="71">
                  <c:v>99.618077657542955</c:v>
                </c:pt>
                <c:pt idx="72">
                  <c:v>99.809038828771477</c:v>
                </c:pt>
                <c:pt idx="73">
                  <c:v>99.809038828771477</c:v>
                </c:pt>
                <c:pt idx="74">
                  <c:v>99.618077657542955</c:v>
                </c:pt>
                <c:pt idx="75">
                  <c:v>99.74538510502866</c:v>
                </c:pt>
                <c:pt idx="76">
                  <c:v>99.809038828771506</c:v>
                </c:pt>
                <c:pt idx="77">
                  <c:v>99.172501591343135</c:v>
                </c:pt>
                <c:pt idx="78">
                  <c:v>98.790579248886118</c:v>
                </c:pt>
                <c:pt idx="79">
                  <c:v>98.21769573520055</c:v>
                </c:pt>
                <c:pt idx="80">
                  <c:v>97.517504774029334</c:v>
                </c:pt>
                <c:pt idx="81">
                  <c:v>96.880967536600934</c:v>
                </c:pt>
                <c:pt idx="82">
                  <c:v>96.562698917886735</c:v>
                </c:pt>
                <c:pt idx="83">
                  <c:v>96.62635264162958</c:v>
                </c:pt>
                <c:pt idx="84">
                  <c:v>95.60789306174415</c:v>
                </c:pt>
                <c:pt idx="85">
                  <c:v>95.862507956715518</c:v>
                </c:pt>
                <c:pt idx="86">
                  <c:v>95.35327816677281</c:v>
                </c:pt>
                <c:pt idx="87">
                  <c:v>95.735200509229855</c:v>
                </c:pt>
                <c:pt idx="88">
                  <c:v>96.117122851686887</c:v>
                </c:pt>
                <c:pt idx="89">
                  <c:v>95.289624443029965</c:v>
                </c:pt>
                <c:pt idx="90">
                  <c:v>94.780394653087271</c:v>
                </c:pt>
                <c:pt idx="91">
                  <c:v>94.207511139401717</c:v>
                </c:pt>
                <c:pt idx="92">
                  <c:v>94.33481858688738</c:v>
                </c:pt>
                <c:pt idx="93">
                  <c:v>94.080203691916026</c:v>
                </c:pt>
                <c:pt idx="94">
                  <c:v>93.252705283259132</c:v>
                </c:pt>
                <c:pt idx="95">
                  <c:v>93.634627625716149</c:v>
                </c:pt>
                <c:pt idx="96">
                  <c:v>93.634627625716149</c:v>
                </c:pt>
                <c:pt idx="97">
                  <c:v>94.398472310630197</c:v>
                </c:pt>
                <c:pt idx="98">
                  <c:v>93.825588796944672</c:v>
                </c:pt>
                <c:pt idx="99">
                  <c:v>94.58943348185872</c:v>
                </c:pt>
                <c:pt idx="100">
                  <c:v>95.035009548058568</c:v>
                </c:pt>
                <c:pt idx="101">
                  <c:v>95.544239338001276</c:v>
                </c:pt>
                <c:pt idx="102">
                  <c:v>95.607893061744093</c:v>
                </c:pt>
                <c:pt idx="103">
                  <c:v>94.844048376830017</c:v>
                </c:pt>
                <c:pt idx="104">
                  <c:v>94.016549968173109</c:v>
                </c:pt>
                <c:pt idx="105">
                  <c:v>94.716740929344354</c:v>
                </c:pt>
                <c:pt idx="106">
                  <c:v>95.416931890515613</c:v>
                </c:pt>
                <c:pt idx="107">
                  <c:v>95.289624443029922</c:v>
                </c:pt>
                <c:pt idx="108">
                  <c:v>95.035009548058554</c:v>
                </c:pt>
                <c:pt idx="109">
                  <c:v>95.671546785486939</c:v>
                </c:pt>
                <c:pt idx="110">
                  <c:v>95.607893061744122</c:v>
                </c:pt>
                <c:pt idx="111">
                  <c:v>95.607893061744122</c:v>
                </c:pt>
                <c:pt idx="112">
                  <c:v>95.416931890515613</c:v>
                </c:pt>
                <c:pt idx="113">
                  <c:v>94.971355824315737</c:v>
                </c:pt>
                <c:pt idx="114">
                  <c:v>94.971355824315737</c:v>
                </c:pt>
                <c:pt idx="115">
                  <c:v>94.58943348185872</c:v>
                </c:pt>
                <c:pt idx="116">
                  <c:v>93.889242520687489</c:v>
                </c:pt>
                <c:pt idx="117">
                  <c:v>94.207511139401703</c:v>
                </c:pt>
                <c:pt idx="118">
                  <c:v>95.480585614258487</c:v>
                </c:pt>
                <c:pt idx="119">
                  <c:v>95.225970719287133</c:v>
                </c:pt>
                <c:pt idx="120">
                  <c:v>94.907702100572934</c:v>
                </c:pt>
                <c:pt idx="121">
                  <c:v>95.162316995544302</c:v>
                </c:pt>
                <c:pt idx="122">
                  <c:v>95.09866327180147</c:v>
                </c:pt>
                <c:pt idx="123">
                  <c:v>94.844048376830116</c:v>
                </c:pt>
                <c:pt idx="124">
                  <c:v>95.035009548058667</c:v>
                </c:pt>
                <c:pt idx="125">
                  <c:v>95.225970719287204</c:v>
                </c:pt>
                <c:pt idx="126">
                  <c:v>95.098663271801513</c:v>
                </c:pt>
                <c:pt idx="127">
                  <c:v>94.971355824315836</c:v>
                </c:pt>
                <c:pt idx="128">
                  <c:v>94.90770210057299</c:v>
                </c:pt>
                <c:pt idx="129">
                  <c:v>95.09866327180147</c:v>
                </c:pt>
                <c:pt idx="130">
                  <c:v>95.035009548058625</c:v>
                </c:pt>
                <c:pt idx="131">
                  <c:v>95.098663271801485</c:v>
                </c:pt>
                <c:pt idx="132">
                  <c:v>94.844048376830131</c:v>
                </c:pt>
                <c:pt idx="133">
                  <c:v>94.780394653087299</c:v>
                </c:pt>
                <c:pt idx="134">
                  <c:v>95.098663271801499</c:v>
                </c:pt>
                <c:pt idx="135">
                  <c:v>95.225970719287176</c:v>
                </c:pt>
                <c:pt idx="136">
                  <c:v>94.653087205601622</c:v>
                </c:pt>
                <c:pt idx="137">
                  <c:v>94.462126034373114</c:v>
                </c:pt>
                <c:pt idx="138">
                  <c:v>94.653087205601594</c:v>
                </c:pt>
                <c:pt idx="139">
                  <c:v>94.143857415658886</c:v>
                </c:pt>
                <c:pt idx="140">
                  <c:v>94.207511139401717</c:v>
                </c:pt>
                <c:pt idx="141">
                  <c:v>94.143857415658886</c:v>
                </c:pt>
                <c:pt idx="142">
                  <c:v>94.334818586887408</c:v>
                </c:pt>
                <c:pt idx="143">
                  <c:v>93.952896244430377</c:v>
                </c:pt>
                <c:pt idx="144">
                  <c:v>94.016549968173209</c:v>
                </c:pt>
                <c:pt idx="145">
                  <c:v>94.207511139401731</c:v>
                </c:pt>
                <c:pt idx="146">
                  <c:v>94.271164863144563</c:v>
                </c:pt>
                <c:pt idx="147">
                  <c:v>94.080203691916026</c:v>
                </c:pt>
                <c:pt idx="148">
                  <c:v>94.398472310630225</c:v>
                </c:pt>
                <c:pt idx="149">
                  <c:v>94.398472310630225</c:v>
                </c:pt>
                <c:pt idx="150">
                  <c:v>94.271164863144563</c:v>
                </c:pt>
                <c:pt idx="151">
                  <c:v>93.825588796944686</c:v>
                </c:pt>
                <c:pt idx="152">
                  <c:v>93.889242520687489</c:v>
                </c:pt>
                <c:pt idx="153">
                  <c:v>94.143857415658843</c:v>
                </c:pt>
                <c:pt idx="154">
                  <c:v>94.271164863144492</c:v>
                </c:pt>
                <c:pt idx="155">
                  <c:v>94.080203691915955</c:v>
                </c:pt>
                <c:pt idx="156">
                  <c:v>94.143857415658772</c:v>
                </c:pt>
                <c:pt idx="157">
                  <c:v>94.207511139401603</c:v>
                </c:pt>
                <c:pt idx="158">
                  <c:v>94.65308720560148</c:v>
                </c:pt>
                <c:pt idx="159">
                  <c:v>94.398472310630112</c:v>
                </c:pt>
                <c:pt idx="160">
                  <c:v>94.462126034372972</c:v>
                </c:pt>
                <c:pt idx="161">
                  <c:v>93.38001273074471</c:v>
                </c:pt>
                <c:pt idx="162">
                  <c:v>93.698281349458938</c:v>
                </c:pt>
                <c:pt idx="163">
                  <c:v>93.698281349458938</c:v>
                </c:pt>
                <c:pt idx="164">
                  <c:v>93.570973901973261</c:v>
                </c:pt>
                <c:pt idx="165">
                  <c:v>93.125397835773384</c:v>
                </c:pt>
                <c:pt idx="166">
                  <c:v>92.679821769573493</c:v>
                </c:pt>
                <c:pt idx="167">
                  <c:v>92.87078294080203</c:v>
                </c:pt>
                <c:pt idx="168">
                  <c:v>92.552514322087845</c:v>
                </c:pt>
                <c:pt idx="169">
                  <c:v>92.934436664544862</c:v>
                </c:pt>
                <c:pt idx="170">
                  <c:v>92.361553150859308</c:v>
                </c:pt>
                <c:pt idx="171">
                  <c:v>92.043284532145108</c:v>
                </c:pt>
                <c:pt idx="172">
                  <c:v>91.915977084659431</c:v>
                </c:pt>
                <c:pt idx="173">
                  <c:v>92.170591979630771</c:v>
                </c:pt>
                <c:pt idx="174">
                  <c:v>92.04328453214508</c:v>
                </c:pt>
                <c:pt idx="175">
                  <c:v>92.04328453214508</c:v>
                </c:pt>
                <c:pt idx="176">
                  <c:v>91.661362189688049</c:v>
                </c:pt>
                <c:pt idx="177">
                  <c:v>91.279439847231032</c:v>
                </c:pt>
                <c:pt idx="178">
                  <c:v>91.47040101845954</c:v>
                </c:pt>
                <c:pt idx="179">
                  <c:v>91.47040101845954</c:v>
                </c:pt>
                <c:pt idx="180">
                  <c:v>91.725015913430923</c:v>
                </c:pt>
                <c:pt idx="181">
                  <c:v>91.979630808402277</c:v>
                </c:pt>
                <c:pt idx="182">
                  <c:v>91.152132399745383</c:v>
                </c:pt>
                <c:pt idx="183">
                  <c:v>91.27943984723106</c:v>
                </c:pt>
                <c:pt idx="184">
                  <c:v>90.770210057288352</c:v>
                </c:pt>
                <c:pt idx="185">
                  <c:v>90.961171228516847</c:v>
                </c:pt>
                <c:pt idx="186">
                  <c:v>90.897517504774015</c:v>
                </c:pt>
                <c:pt idx="187">
                  <c:v>90.515595162316984</c:v>
                </c:pt>
                <c:pt idx="188">
                  <c:v>89.94271164863143</c:v>
                </c:pt>
                <c:pt idx="189">
                  <c:v>89.879057924888585</c:v>
                </c:pt>
                <c:pt idx="190">
                  <c:v>89.2425206874602</c:v>
                </c:pt>
                <c:pt idx="191">
                  <c:v>88.733290897517477</c:v>
                </c:pt>
                <c:pt idx="192">
                  <c:v>88.66963717377466</c:v>
                </c:pt>
                <c:pt idx="193">
                  <c:v>88.860598345003197</c:v>
                </c:pt>
                <c:pt idx="194">
                  <c:v>89.688096753660105</c:v>
                </c:pt>
                <c:pt idx="195">
                  <c:v>89.115213239974565</c:v>
                </c:pt>
                <c:pt idx="196">
                  <c:v>89.560789306174428</c:v>
                </c:pt>
                <c:pt idx="197">
                  <c:v>90.388287714831336</c:v>
                </c:pt>
                <c:pt idx="198">
                  <c:v>90.070019096117136</c:v>
                </c:pt>
                <c:pt idx="199">
                  <c:v>89.815404201145796</c:v>
                </c:pt>
                <c:pt idx="200">
                  <c:v>89.242520687460242</c:v>
                </c:pt>
                <c:pt idx="201">
                  <c:v>88.987905792488903</c:v>
                </c:pt>
                <c:pt idx="202">
                  <c:v>88.796944621260394</c:v>
                </c:pt>
                <c:pt idx="203">
                  <c:v>88.733290897517534</c:v>
                </c:pt>
                <c:pt idx="204">
                  <c:v>88.669637173774717</c:v>
                </c:pt>
                <c:pt idx="205">
                  <c:v>88.224061107574855</c:v>
                </c:pt>
                <c:pt idx="206">
                  <c:v>88.351368555060532</c:v>
                </c:pt>
                <c:pt idx="207">
                  <c:v>88.096753660089178</c:v>
                </c:pt>
                <c:pt idx="208">
                  <c:v>87.587523870146484</c:v>
                </c:pt>
                <c:pt idx="209">
                  <c:v>87.714831317632175</c:v>
                </c:pt>
                <c:pt idx="210">
                  <c:v>88.09675366008922</c:v>
                </c:pt>
                <c:pt idx="211">
                  <c:v>86.887332908975281</c:v>
                </c:pt>
                <c:pt idx="212">
                  <c:v>87.014640356460959</c:v>
                </c:pt>
                <c:pt idx="213">
                  <c:v>88.542329726289097</c:v>
                </c:pt>
                <c:pt idx="214">
                  <c:v>87.778485041375006</c:v>
                </c:pt>
                <c:pt idx="215">
                  <c:v>87.523870146403667</c:v>
                </c:pt>
                <c:pt idx="216">
                  <c:v>86.760025461489604</c:v>
                </c:pt>
                <c:pt idx="217">
                  <c:v>87.078294080203776</c:v>
                </c:pt>
                <c:pt idx="218">
                  <c:v>86.632718014003885</c:v>
                </c:pt>
                <c:pt idx="219">
                  <c:v>86.823679185232422</c:v>
                </c:pt>
                <c:pt idx="220">
                  <c:v>88.669637173774774</c:v>
                </c:pt>
                <c:pt idx="221">
                  <c:v>88.033099936346375</c:v>
                </c:pt>
                <c:pt idx="222">
                  <c:v>87.969446212603529</c:v>
                </c:pt>
                <c:pt idx="223">
                  <c:v>87.523870146403667</c:v>
                </c:pt>
                <c:pt idx="224">
                  <c:v>89.051559516231791</c:v>
                </c:pt>
                <c:pt idx="225">
                  <c:v>89.751750477403021</c:v>
                </c:pt>
                <c:pt idx="226">
                  <c:v>90.388287714831407</c:v>
                </c:pt>
                <c:pt idx="227">
                  <c:v>90.324633991088575</c:v>
                </c:pt>
                <c:pt idx="228" formatCode="0.00">
                  <c:v>89.560789306174499</c:v>
                </c:pt>
                <c:pt idx="229" formatCode="0.00">
                  <c:v>89.051559516231791</c:v>
                </c:pt>
                <c:pt idx="230" formatCode="0.00">
                  <c:v>89.36982813494599</c:v>
                </c:pt>
                <c:pt idx="231" formatCode="0.00">
                  <c:v>88.669637173774774</c:v>
                </c:pt>
                <c:pt idx="232" formatCode="0.00">
                  <c:v>89.178866963717496</c:v>
                </c:pt>
                <c:pt idx="233" formatCode="0.00">
                  <c:v>88.987905792488974</c:v>
                </c:pt>
                <c:pt idx="234" formatCode="0.00">
                  <c:v>88.796944621260465</c:v>
                </c:pt>
                <c:pt idx="235" formatCode="0.00">
                  <c:v>88.478676002546266</c:v>
                </c:pt>
                <c:pt idx="236" formatCode="0.00">
                  <c:v>87.84213876511788</c:v>
                </c:pt>
                <c:pt idx="237" formatCode="0.00">
                  <c:v>89.115213239974665</c:v>
                </c:pt>
                <c:pt idx="238" formatCode="0.00">
                  <c:v>90.324633991088604</c:v>
                </c:pt>
                <c:pt idx="239" formatCode="0.00">
                  <c:v>90.451941438574281</c:v>
                </c:pt>
                <c:pt idx="240" formatCode="0.00">
                  <c:v>90.706556333545635</c:v>
                </c:pt>
                <c:pt idx="241" formatCode="0.00">
                  <c:v>91.279439847231188</c:v>
                </c:pt>
                <c:pt idx="242" formatCode="0.00">
                  <c:v>91.152132399745511</c:v>
                </c:pt>
                <c:pt idx="243" formatCode="0.00">
                  <c:v>91.406747294716865</c:v>
                </c:pt>
                <c:pt idx="244" formatCode="0.00">
                  <c:v>91.470401018459697</c:v>
                </c:pt>
                <c:pt idx="245" formatCode="0.00">
                  <c:v>91.279439847231174</c:v>
                </c:pt>
                <c:pt idx="246" formatCode="0.00">
                  <c:v>91.088478676002666</c:v>
                </c:pt>
                <c:pt idx="247" formatCode="0.00">
                  <c:v>91.406747294716865</c:v>
                </c:pt>
                <c:pt idx="248" formatCode="0.00">
                  <c:v>91.661362189688219</c:v>
                </c:pt>
                <c:pt idx="249" formatCode="0.00">
                  <c:v>91.024824952259834</c:v>
                </c:pt>
                <c:pt idx="250" formatCode="0.00">
                  <c:v>91.215786123488357</c:v>
                </c:pt>
                <c:pt idx="251" formatCode="0.00">
                  <c:v>91.08847867600268</c:v>
                </c:pt>
                <c:pt idx="252" formatCode="0.00">
                  <c:v>91.470401018459697</c:v>
                </c:pt>
                <c:pt idx="253" formatCode="0.00">
                  <c:v>91.088478676002666</c:v>
                </c:pt>
                <c:pt idx="254" formatCode="0.00">
                  <c:v>90.770210057288466</c:v>
                </c:pt>
                <c:pt idx="255" formatCode="0.00">
                  <c:v>90.897517504774143</c:v>
                </c:pt>
                <c:pt idx="256" formatCode="0.00">
                  <c:v>91.279439847231174</c:v>
                </c:pt>
                <c:pt idx="257" formatCode="0.00">
                  <c:v>91.343093570974006</c:v>
                </c:pt>
                <c:pt idx="258" formatCode="0.00">
                  <c:v>90.961171228516989</c:v>
                </c:pt>
                <c:pt idx="259" formatCode="0.00">
                  <c:v>91.279439847231174</c:v>
                </c:pt>
                <c:pt idx="260">
                  <c:v>100</c:v>
                </c:pt>
                <c:pt idx="261" formatCode="0.00">
                  <c:v>100</c:v>
                </c:pt>
                <c:pt idx="262" formatCode="0.00">
                  <c:v>100</c:v>
                </c:pt>
                <c:pt idx="263" formatCode="0.00">
                  <c:v>100.34626038781163</c:v>
                </c:pt>
                <c:pt idx="264" formatCode="0.00">
                  <c:v>100.55401662049861</c:v>
                </c:pt>
                <c:pt idx="265" formatCode="0.00">
                  <c:v>101.38504155124653</c:v>
                </c:pt>
                <c:pt idx="266" formatCode="0.00">
                  <c:v>102.07756232686981</c:v>
                </c:pt>
                <c:pt idx="267" formatCode="0.00">
                  <c:v>102.07756232686981</c:v>
                </c:pt>
                <c:pt idx="268" formatCode="0.00">
                  <c:v>102.35457063711911</c:v>
                </c:pt>
                <c:pt idx="269" formatCode="0.00">
                  <c:v>102.97783933518006</c:v>
                </c:pt>
                <c:pt idx="270" formatCode="0.00">
                  <c:v>103.25484764542938</c:v>
                </c:pt>
                <c:pt idx="271" formatCode="0.00">
                  <c:v>102.70083102493075</c:v>
                </c:pt>
                <c:pt idx="272" formatCode="0.00">
                  <c:v>102.28531855955679</c:v>
                </c:pt>
                <c:pt idx="273" formatCode="0.00">
                  <c:v>102.28531855955679</c:v>
                </c:pt>
                <c:pt idx="274" formatCode="0.00">
                  <c:v>102.28531855955679</c:v>
                </c:pt>
                <c:pt idx="275" formatCode="0.00">
                  <c:v>102.07756232686981</c:v>
                </c:pt>
                <c:pt idx="276" formatCode="0.00">
                  <c:v>102.21606648199447</c:v>
                </c:pt>
                <c:pt idx="277" formatCode="0.00">
                  <c:v>102.07756232686981</c:v>
                </c:pt>
                <c:pt idx="278" formatCode="0.00">
                  <c:v>102.28531855955679</c:v>
                </c:pt>
                <c:pt idx="279" formatCode="0.00">
                  <c:v>102.8393351800554</c:v>
                </c:pt>
                <c:pt idx="280" formatCode="0.00">
                  <c:v>102.49307479224376</c:v>
                </c:pt>
                <c:pt idx="281" formatCode="0.00">
                  <c:v>102.49307479224376</c:v>
                </c:pt>
                <c:pt idx="282" formatCode="0.00">
                  <c:v>102.49307479224376</c:v>
                </c:pt>
                <c:pt idx="283" formatCode="0.00">
                  <c:v>103.04709141274238</c:v>
                </c:pt>
                <c:pt idx="284" formatCode="0.00">
                  <c:v>102.77008310249307</c:v>
                </c:pt>
                <c:pt idx="285" formatCode="0.00">
                  <c:v>101.73130193905817</c:v>
                </c:pt>
                <c:pt idx="286" formatCode="0.00">
                  <c:v>101.8005540166205</c:v>
                </c:pt>
                <c:pt idx="287" formatCode="0.00">
                  <c:v>102.07756232686982</c:v>
                </c:pt>
                <c:pt idx="288" formatCode="0.00">
                  <c:v>101.86980609418285</c:v>
                </c:pt>
                <c:pt idx="289" formatCode="0.00">
                  <c:v>101.93905817174516</c:v>
                </c:pt>
                <c:pt idx="290" formatCode="0.00">
                  <c:v>101.52354570637121</c:v>
                </c:pt>
                <c:pt idx="291" formatCode="0.00">
                  <c:v>101.45429362880887</c:v>
                </c:pt>
                <c:pt idx="292" formatCode="0.00">
                  <c:v>101.31578947368423</c:v>
                </c:pt>
                <c:pt idx="293" formatCode="0.00">
                  <c:v>100.90027700831027</c:v>
                </c:pt>
                <c:pt idx="294" formatCode="0.00">
                  <c:v>100.83102493074794</c:v>
                </c:pt>
                <c:pt idx="295" formatCode="0.00">
                  <c:v>100.7617728531856</c:v>
                </c:pt>
                <c:pt idx="296" formatCode="0.00">
                  <c:v>100.96952908587261</c:v>
                </c:pt>
                <c:pt idx="297" formatCode="0.00">
                  <c:v>100.48476454293632</c:v>
                </c:pt>
                <c:pt idx="298" formatCode="0.00">
                  <c:v>100.27700831024934</c:v>
                </c:pt>
                <c:pt idx="299" formatCode="0.00">
                  <c:v>100.13850415512468</c:v>
                </c:pt>
                <c:pt idx="300" formatCode="0.00">
                  <c:v>99.168975069252099</c:v>
                </c:pt>
                <c:pt idx="301" formatCode="0.00">
                  <c:v>99.515235457063739</c:v>
                </c:pt>
                <c:pt idx="302" formatCode="0.00">
                  <c:v>99.584487534626078</c:v>
                </c:pt>
                <c:pt idx="303" formatCode="0.00">
                  <c:v>100.69252077562331</c:v>
                </c:pt>
                <c:pt idx="304" formatCode="0.00">
                  <c:v>100.06925207756237</c:v>
                </c:pt>
                <c:pt idx="305" formatCode="0.00">
                  <c:v>100.41551246537401</c:v>
                </c:pt>
                <c:pt idx="306" formatCode="0.00">
                  <c:v>99.653739612188417</c:v>
                </c:pt>
                <c:pt idx="307" formatCode="0.00">
                  <c:v>99.030470914127463</c:v>
                </c:pt>
                <c:pt idx="308" formatCode="0.00">
                  <c:v>99.376731301939103</c:v>
                </c:pt>
                <c:pt idx="309" formatCode="0.00">
                  <c:v>99.238227146814467</c:v>
                </c:pt>
                <c:pt idx="310" formatCode="0.00">
                  <c:v>99.792243767313067</c:v>
                </c:pt>
                <c:pt idx="311" formatCode="0.00">
                  <c:v>101.03878116343495</c:v>
                </c:pt>
                <c:pt idx="312" formatCode="0.00">
                  <c:v>100.69252077562332</c:v>
                </c:pt>
                <c:pt idx="313" formatCode="0.00">
                  <c:v>100.48476454293635</c:v>
                </c:pt>
                <c:pt idx="314" formatCode="0.00">
                  <c:v>100.41551246537401</c:v>
                </c:pt>
                <c:pt idx="315" formatCode="0.00">
                  <c:v>100.55401662049867</c:v>
                </c:pt>
                <c:pt idx="316" formatCode="0.00">
                  <c:v>100.76177285318565</c:v>
                </c:pt>
                <c:pt idx="317" formatCode="0.00">
                  <c:v>100.69252077562334</c:v>
                </c:pt>
                <c:pt idx="318" formatCode="0.00">
                  <c:v>100.96952908587267</c:v>
                </c:pt>
                <c:pt idx="319" formatCode="0.00">
                  <c:v>101.38504155124662</c:v>
                </c:pt>
                <c:pt idx="320" formatCode="0.00">
                  <c:v>100.831024930748</c:v>
                </c:pt>
                <c:pt idx="321" formatCode="0.00">
                  <c:v>100.62326869806103</c:v>
                </c:pt>
                <c:pt idx="322" formatCode="0.00">
                  <c:v>100.69252077562334</c:v>
                </c:pt>
                <c:pt idx="323" formatCode="0.00">
                  <c:v>100.48476454293636</c:v>
                </c:pt>
                <c:pt idx="324" formatCode="0.00">
                  <c:v>100.76177285318565</c:v>
                </c:pt>
                <c:pt idx="325" formatCode="0.00">
                  <c:v>100.831024930748</c:v>
                </c:pt>
                <c:pt idx="326" formatCode="0.00">
                  <c:v>100.69252077562335</c:v>
                </c:pt>
                <c:pt idx="327" formatCode="0.00">
                  <c:v>100.69252077562335</c:v>
                </c:pt>
                <c:pt idx="328" formatCode="0.00">
                  <c:v>100.55401662049869</c:v>
                </c:pt>
                <c:pt idx="329" formatCode="0.00">
                  <c:v>100.62326869806104</c:v>
                </c:pt>
                <c:pt idx="330" formatCode="0.00">
                  <c:v>100.69252077562335</c:v>
                </c:pt>
                <c:pt idx="331" formatCode="0.00">
                  <c:v>100.48476454293638</c:v>
                </c:pt>
                <c:pt idx="332" formatCode="0.00">
                  <c:v>100.48476454293638</c:v>
                </c:pt>
                <c:pt idx="333" formatCode="0.00">
                  <c:v>100.62326869806103</c:v>
                </c:pt>
                <c:pt idx="334" formatCode="0.00">
                  <c:v>100.76177285318566</c:v>
                </c:pt>
                <c:pt idx="335" formatCode="0.00">
                  <c:v>100.76177285318566</c:v>
                </c:pt>
                <c:pt idx="336" formatCode="0.00">
                  <c:v>100.62326869806103</c:v>
                </c:pt>
                <c:pt idx="337" formatCode="0.00">
                  <c:v>100.62326869806103</c:v>
                </c:pt>
                <c:pt idx="338" formatCode="0.00">
                  <c:v>100.41551246537402</c:v>
                </c:pt>
                <c:pt idx="339" formatCode="0.00">
                  <c:v>100.62326869806101</c:v>
                </c:pt>
                <c:pt idx="340" formatCode="0.00">
                  <c:v>100.41551246537401</c:v>
                </c:pt>
                <c:pt idx="341" formatCode="0.00">
                  <c:v>100.34626038781168</c:v>
                </c:pt>
                <c:pt idx="342" formatCode="0.00">
                  <c:v>99.722991689750728</c:v>
                </c:pt>
                <c:pt idx="343" formatCode="0.00">
                  <c:v>99.792243767313067</c:v>
                </c:pt>
                <c:pt idx="344" formatCode="0.00">
                  <c:v>99.930747922437718</c:v>
                </c:pt>
                <c:pt idx="345" formatCode="0.00">
                  <c:v>100.00000000000003</c:v>
                </c:pt>
                <c:pt idx="346" formatCode="0.00">
                  <c:v>99.445983379501413</c:v>
                </c:pt>
                <c:pt idx="347" formatCode="0.00">
                  <c:v>99.861495844875364</c:v>
                </c:pt>
                <c:pt idx="348" formatCode="0.00">
                  <c:v>100.06925207756234</c:v>
                </c:pt>
                <c:pt idx="349" formatCode="0.00">
                  <c:v>100.13850415512466</c:v>
                </c:pt>
                <c:pt idx="350" formatCode="0.00">
                  <c:v>100.06925207756233</c:v>
                </c:pt>
                <c:pt idx="351" formatCode="0.00">
                  <c:v>100.06925207756233</c:v>
                </c:pt>
                <c:pt idx="352" formatCode="0.00">
                  <c:v>100.00000000000001</c:v>
                </c:pt>
                <c:pt idx="353" formatCode="0.00">
                  <c:v>99.792243767313039</c:v>
                </c:pt>
                <c:pt idx="354" formatCode="0.00">
                  <c:v>99.515235457063724</c:v>
                </c:pt>
                <c:pt idx="355" formatCode="0.00">
                  <c:v>99.307479224376749</c:v>
                </c:pt>
                <c:pt idx="356" formatCode="0.00">
                  <c:v>99.515235457063724</c:v>
                </c:pt>
                <c:pt idx="357" formatCode="0.00">
                  <c:v>98.961218836565109</c:v>
                </c:pt>
                <c:pt idx="358" formatCode="0.00">
                  <c:v>98.822714681440459</c:v>
                </c:pt>
                <c:pt idx="359" formatCode="0.00">
                  <c:v>98.268698060941844</c:v>
                </c:pt>
                <c:pt idx="360" formatCode="0.00">
                  <c:v>98.61495844875347</c:v>
                </c:pt>
                <c:pt idx="361" formatCode="0.00">
                  <c:v>98.26869806094183</c:v>
                </c:pt>
                <c:pt idx="362" formatCode="0.00">
                  <c:v>97.991689750692515</c:v>
                </c:pt>
                <c:pt idx="363" formatCode="0.00">
                  <c:v>97.991689750692515</c:v>
                </c:pt>
                <c:pt idx="364" formatCode="0.00">
                  <c:v>97.645429362880876</c:v>
                </c:pt>
                <c:pt idx="365" formatCode="0.00">
                  <c:v>97.92243767313019</c:v>
                </c:pt>
                <c:pt idx="366" formatCode="0.00">
                  <c:v>97.714681440443215</c:v>
                </c:pt>
                <c:pt idx="367" formatCode="0.00">
                  <c:v>97.645429362880876</c:v>
                </c:pt>
                <c:pt idx="368" formatCode="0.00">
                  <c:v>97.29916897506925</c:v>
                </c:pt>
                <c:pt idx="369" formatCode="0.00">
                  <c:v>97.506925207756225</c:v>
                </c:pt>
                <c:pt idx="370" formatCode="0.00">
                  <c:v>97.437673130193886</c:v>
                </c:pt>
                <c:pt idx="371" formatCode="0.00">
                  <c:v>97.29916897506925</c:v>
                </c:pt>
                <c:pt idx="372" formatCode="0.00">
                  <c:v>97.160664819944586</c:v>
                </c:pt>
                <c:pt idx="373" formatCode="0.00">
                  <c:v>96.883656509695271</c:v>
                </c:pt>
                <c:pt idx="374" formatCode="0.00">
                  <c:v>97.229916897506911</c:v>
                </c:pt>
                <c:pt idx="375" formatCode="0.00">
                  <c:v>96.952908587257625</c:v>
                </c:pt>
                <c:pt idx="376" formatCode="0.00">
                  <c:v>96.745152354570621</c:v>
                </c:pt>
                <c:pt idx="377" formatCode="0.00">
                  <c:v>96.537396121883646</c:v>
                </c:pt>
                <c:pt idx="378" formatCode="0.00">
                  <c:v>96.537396121883646</c:v>
                </c:pt>
                <c:pt idx="379" formatCode="0.00">
                  <c:v>97.229916897506911</c:v>
                </c:pt>
                <c:pt idx="380" formatCode="0.00">
                  <c:v>97.160664819944586</c:v>
                </c:pt>
                <c:pt idx="381" formatCode="0.00">
                  <c:v>96.675900277008296</c:v>
                </c:pt>
                <c:pt idx="382" formatCode="0.00">
                  <c:v>96.398891966758981</c:v>
                </c:pt>
                <c:pt idx="383" formatCode="0.00">
                  <c:v>96.468144044321321</c:v>
                </c:pt>
                <c:pt idx="384" formatCode="0.00">
                  <c:v>96.260387811634345</c:v>
                </c:pt>
                <c:pt idx="385" formatCode="0.00">
                  <c:v>95.983379501385031</c:v>
                </c:pt>
                <c:pt idx="386" formatCode="0.00">
                  <c:v>95.637119113573391</c:v>
                </c:pt>
                <c:pt idx="387" formatCode="0.00">
                  <c:v>95.844875346260366</c:v>
                </c:pt>
                <c:pt idx="388" formatCode="0.00">
                  <c:v>95.637119113573391</c:v>
                </c:pt>
                <c:pt idx="389" formatCode="0.00">
                  <c:v>95.290858725761765</c:v>
                </c:pt>
                <c:pt idx="390" formatCode="0.00">
                  <c:v>95.290858725761765</c:v>
                </c:pt>
                <c:pt idx="391" formatCode="0.00">
                  <c:v>95.498614958448741</c:v>
                </c:pt>
                <c:pt idx="392" formatCode="0.00">
                  <c:v>95.84487534626038</c:v>
                </c:pt>
                <c:pt idx="393" formatCode="0.00">
                  <c:v>95.360110803324091</c:v>
                </c:pt>
                <c:pt idx="394" formatCode="0.00">
                  <c:v>95.42936288088643</c:v>
                </c:pt>
                <c:pt idx="395" formatCode="0.00">
                  <c:v>95.77562326869807</c:v>
                </c:pt>
                <c:pt idx="396" formatCode="0.00">
                  <c:v>95.77562326869807</c:v>
                </c:pt>
                <c:pt idx="397" formatCode="0.00">
                  <c:v>96.05263157894737</c:v>
                </c:pt>
                <c:pt idx="398" formatCode="0.00">
                  <c:v>96.675900277008324</c:v>
                </c:pt>
                <c:pt idx="399" formatCode="0.00">
                  <c:v>96.8836565096953</c:v>
                </c:pt>
                <c:pt idx="400" formatCode="0.00">
                  <c:v>96.745152354570635</c:v>
                </c:pt>
                <c:pt idx="401" formatCode="0.00">
                  <c:v>96.468144044321335</c:v>
                </c:pt>
                <c:pt idx="402" formatCode="0.00">
                  <c:v>96.260387811634359</c:v>
                </c:pt>
                <c:pt idx="403" formatCode="0.00">
                  <c:v>95.77562326869807</c:v>
                </c:pt>
                <c:pt idx="404" formatCode="0.00">
                  <c:v>96.53739612188366</c:v>
                </c:pt>
                <c:pt idx="405" formatCode="0.00">
                  <c:v>96.329639889196685</c:v>
                </c:pt>
                <c:pt idx="406" formatCode="0.00">
                  <c:v>96.398891966758995</c:v>
                </c:pt>
                <c:pt idx="407" formatCode="0.00">
                  <c:v>97.02216066481995</c:v>
                </c:pt>
                <c:pt idx="408" formatCode="0.00">
                  <c:v>96.814404432132974</c:v>
                </c:pt>
                <c:pt idx="409" formatCode="0.00">
                  <c:v>96.606648199445999</c:v>
                </c:pt>
                <c:pt idx="410" formatCode="0.00">
                  <c:v>96.814404432132989</c:v>
                </c:pt>
                <c:pt idx="411" formatCode="0.00">
                  <c:v>96.883656509695314</c:v>
                </c:pt>
                <c:pt idx="412" formatCode="0.00">
                  <c:v>96.398891966759024</c:v>
                </c:pt>
                <c:pt idx="413" formatCode="0.00">
                  <c:v>96.191135734072049</c:v>
                </c:pt>
                <c:pt idx="414" formatCode="0.00">
                  <c:v>96.398891966759024</c:v>
                </c:pt>
                <c:pt idx="415" formatCode="0.00">
                  <c:v>96.329639889196713</c:v>
                </c:pt>
                <c:pt idx="416" formatCode="0.00">
                  <c:v>96.191135734072063</c:v>
                </c:pt>
                <c:pt idx="417" formatCode="0.00">
                  <c:v>95.706371191135773</c:v>
                </c:pt>
                <c:pt idx="418" formatCode="0.00">
                  <c:v>95.775623268698098</c:v>
                </c:pt>
                <c:pt idx="419" formatCode="0.00">
                  <c:v>95.637119113573434</c:v>
                </c:pt>
                <c:pt idx="420" formatCode="0.00">
                  <c:v>95.360110803324119</c:v>
                </c:pt>
                <c:pt idx="421" formatCode="0.00">
                  <c:v>95.152354570637144</c:v>
                </c:pt>
                <c:pt idx="422" formatCode="0.00">
                  <c:v>94.529085872576218</c:v>
                </c:pt>
                <c:pt idx="423" formatCode="0.00">
                  <c:v>94.390581717451568</c:v>
                </c:pt>
                <c:pt idx="424" formatCode="0.00">
                  <c:v>94.806094182825532</c:v>
                </c:pt>
                <c:pt idx="425" formatCode="0.00">
                  <c:v>94.806094182825532</c:v>
                </c:pt>
                <c:pt idx="426" formatCode="0.00">
                  <c:v>95.013850415512508</c:v>
                </c:pt>
                <c:pt idx="427" formatCode="0.00">
                  <c:v>94.806094182825532</c:v>
                </c:pt>
                <c:pt idx="428" formatCode="0.00">
                  <c:v>95.013850415512508</c:v>
                </c:pt>
                <c:pt idx="429" formatCode="0.00">
                  <c:v>95.083102493074833</c:v>
                </c:pt>
                <c:pt idx="430" formatCode="0.00">
                  <c:v>94.944598337950168</c:v>
                </c:pt>
                <c:pt idx="431" formatCode="0.00">
                  <c:v>94.944598337950168</c:v>
                </c:pt>
                <c:pt idx="432" formatCode="0.00">
                  <c:v>95.083102493074833</c:v>
                </c:pt>
                <c:pt idx="433" formatCode="0.00">
                  <c:v>94.806094182825518</c:v>
                </c:pt>
                <c:pt idx="434" formatCode="0.00">
                  <c:v>95.152354570637158</c:v>
                </c:pt>
                <c:pt idx="435" formatCode="0.00">
                  <c:v>95.221606648199497</c:v>
                </c:pt>
                <c:pt idx="436" formatCode="0.00">
                  <c:v>95.152354570637158</c:v>
                </c:pt>
                <c:pt idx="437" formatCode="0.00">
                  <c:v>94.806094182825518</c:v>
                </c:pt>
                <c:pt idx="438" formatCode="0.00">
                  <c:v>94.598337950138543</c:v>
                </c:pt>
                <c:pt idx="439" formatCode="0.00">
                  <c:v>94.321329639889228</c:v>
                </c:pt>
                <c:pt idx="440" formatCode="0.00">
                  <c:v>94.044321329639928</c:v>
                </c:pt>
                <c:pt idx="441" formatCode="0.00">
                  <c:v>94.806094182825518</c:v>
                </c:pt>
                <c:pt idx="442" formatCode="0.00">
                  <c:v>94.875346260387857</c:v>
                </c:pt>
                <c:pt idx="443" formatCode="0.00">
                  <c:v>95.221606648199483</c:v>
                </c:pt>
                <c:pt idx="444" formatCode="0.00">
                  <c:v>95.013850415512479</c:v>
                </c:pt>
                <c:pt idx="445" formatCode="0.00">
                  <c:v>95.083102493074804</c:v>
                </c:pt>
                <c:pt idx="446" formatCode="0.00">
                  <c:v>95.013850415512465</c:v>
                </c:pt>
                <c:pt idx="447" formatCode="0.00">
                  <c:v>94.80609418282549</c:v>
                </c:pt>
                <c:pt idx="448" formatCode="0.00">
                  <c:v>94.736842105263165</c:v>
                </c:pt>
                <c:pt idx="449" formatCode="0.00">
                  <c:v>94.667590027700825</c:v>
                </c:pt>
                <c:pt idx="450" formatCode="0.00">
                  <c:v>94.875346260387829</c:v>
                </c:pt>
                <c:pt idx="451" formatCode="0.00">
                  <c:v>94.66759002770084</c:v>
                </c:pt>
                <c:pt idx="452" formatCode="0.00">
                  <c:v>94.736842105263179</c:v>
                </c:pt>
                <c:pt idx="453" formatCode="0.00">
                  <c:v>94.529085872576204</c:v>
                </c:pt>
                <c:pt idx="454" formatCode="0.00">
                  <c:v>94.944598337950168</c:v>
                </c:pt>
                <c:pt idx="455" formatCode="0.00">
                  <c:v>94.944598337950168</c:v>
                </c:pt>
                <c:pt idx="456" formatCode="0.00">
                  <c:v>94.598337950138529</c:v>
                </c:pt>
                <c:pt idx="457" formatCode="0.00">
                  <c:v>94.598337950138529</c:v>
                </c:pt>
                <c:pt idx="458" formatCode="0.00">
                  <c:v>94.667590027700854</c:v>
                </c:pt>
                <c:pt idx="459" formatCode="0.00">
                  <c:v>94.806094182825518</c:v>
                </c:pt>
                <c:pt idx="460" formatCode="0.00">
                  <c:v>94.736842105263193</c:v>
                </c:pt>
                <c:pt idx="461" formatCode="0.00">
                  <c:v>94.944598337950183</c:v>
                </c:pt>
                <c:pt idx="462" formatCode="0.00">
                  <c:v>95.013850415512493</c:v>
                </c:pt>
                <c:pt idx="463" formatCode="0.00">
                  <c:v>94.875346260387857</c:v>
                </c:pt>
                <c:pt idx="464" formatCode="0.00">
                  <c:v>94.736842105263193</c:v>
                </c:pt>
                <c:pt idx="465" formatCode="0.00">
                  <c:v>94.667590027700854</c:v>
                </c:pt>
                <c:pt idx="466" formatCode="0.00">
                  <c:v>94.736842105263193</c:v>
                </c:pt>
                <c:pt idx="467" formatCode="0.00">
                  <c:v>94.529085872576218</c:v>
                </c:pt>
                <c:pt idx="468" formatCode="0.00">
                  <c:v>94.529085872576218</c:v>
                </c:pt>
                <c:pt idx="469" formatCode="0.00">
                  <c:v>94.390581717451568</c:v>
                </c:pt>
                <c:pt idx="470" formatCode="0.00">
                  <c:v>94.529085872576232</c:v>
                </c:pt>
                <c:pt idx="471" formatCode="0.00">
                  <c:v>94.736842105263207</c:v>
                </c:pt>
                <c:pt idx="472" formatCode="0.00">
                  <c:v>94.667590027700868</c:v>
                </c:pt>
                <c:pt idx="473" formatCode="0.00">
                  <c:v>94.459833795013893</c:v>
                </c:pt>
                <c:pt idx="474" formatCode="0.00">
                  <c:v>94.529085872576246</c:v>
                </c:pt>
                <c:pt idx="475" formatCode="0.00">
                  <c:v>94.459833795013907</c:v>
                </c:pt>
                <c:pt idx="476" formatCode="0.00">
                  <c:v>94.52908587257626</c:v>
                </c:pt>
                <c:pt idx="477" formatCode="0.00">
                  <c:v>94.321329639889257</c:v>
                </c:pt>
                <c:pt idx="478" formatCode="0.00">
                  <c:v>94.390581717451596</c:v>
                </c:pt>
                <c:pt idx="479" formatCode="0.00">
                  <c:v>94.52908587257626</c:v>
                </c:pt>
                <c:pt idx="480" formatCode="0.00">
                  <c:v>95.013850415512522</c:v>
                </c:pt>
                <c:pt idx="481" formatCode="0.00">
                  <c:v>95.083102493074847</c:v>
                </c:pt>
                <c:pt idx="482" formatCode="0.00">
                  <c:v>95.083102493074847</c:v>
                </c:pt>
                <c:pt idx="483" formatCode="0.00">
                  <c:v>95.013850415512508</c:v>
                </c:pt>
                <c:pt idx="484" formatCode="0.00">
                  <c:v>94.875346260387872</c:v>
                </c:pt>
                <c:pt idx="485" formatCode="0.00">
                  <c:v>94.806094182825532</c:v>
                </c:pt>
                <c:pt idx="486" formatCode="0.00">
                  <c:v>94.944598337950183</c:v>
                </c:pt>
                <c:pt idx="487" formatCode="0.00">
                  <c:v>95.498614958448798</c:v>
                </c:pt>
                <c:pt idx="488" formatCode="0.00">
                  <c:v>95.429362880886472</c:v>
                </c:pt>
                <c:pt idx="489" formatCode="0.00">
                  <c:v>95.567867036011123</c:v>
                </c:pt>
                <c:pt idx="490" formatCode="0.00">
                  <c:v>95.983379501385087</c:v>
                </c:pt>
                <c:pt idx="491" formatCode="0.00">
                  <c:v>96.606648199446042</c:v>
                </c:pt>
                <c:pt idx="492" formatCode="0.00">
                  <c:v>96.952908587257667</c:v>
                </c:pt>
                <c:pt idx="493" formatCode="0.00">
                  <c:v>96.675900277008353</c:v>
                </c:pt>
                <c:pt idx="494" formatCode="0.00">
                  <c:v>96.814404432133017</c:v>
                </c:pt>
                <c:pt idx="495" formatCode="0.00">
                  <c:v>96.883656509695342</c:v>
                </c:pt>
                <c:pt idx="496" formatCode="0.00">
                  <c:v>96.745152354570678</c:v>
                </c:pt>
                <c:pt idx="497" formatCode="0.00">
                  <c:v>97.091412742382303</c:v>
                </c:pt>
                <c:pt idx="498" formatCode="0.00">
                  <c:v>96.952908587257667</c:v>
                </c:pt>
                <c:pt idx="499" formatCode="0.00">
                  <c:v>96.883656509695328</c:v>
                </c:pt>
                <c:pt idx="500" formatCode="0.00">
                  <c:v>97.229916897506968</c:v>
                </c:pt>
                <c:pt idx="501" formatCode="0.00">
                  <c:v>96.883656509695328</c:v>
                </c:pt>
                <c:pt idx="502" formatCode="0.00">
                  <c:v>96.537396121883688</c:v>
                </c:pt>
                <c:pt idx="503" formatCode="0.00">
                  <c:v>96.537396121883688</c:v>
                </c:pt>
                <c:pt idx="504" formatCode="0.00">
                  <c:v>96.675900277008338</c:v>
                </c:pt>
                <c:pt idx="505" formatCode="0.00">
                  <c:v>96.329639889196699</c:v>
                </c:pt>
                <c:pt idx="506" formatCode="0.00">
                  <c:v>96.260387811634388</c:v>
                </c:pt>
                <c:pt idx="507" formatCode="0.00">
                  <c:v>96.260387811634388</c:v>
                </c:pt>
                <c:pt idx="508" formatCode="0.00">
                  <c:v>97.022160664819978</c:v>
                </c:pt>
                <c:pt idx="509" formatCode="0.00">
                  <c:v>97.229916897506953</c:v>
                </c:pt>
                <c:pt idx="510" formatCode="0.00">
                  <c:v>97.091412742382303</c:v>
                </c:pt>
                <c:pt idx="511" formatCode="0.00">
                  <c:v>96.952908587257667</c:v>
                </c:pt>
                <c:pt idx="512" formatCode="0.00">
                  <c:v>97.229916897506953</c:v>
                </c:pt>
                <c:pt idx="513" formatCode="0.00">
                  <c:v>96.814404432133003</c:v>
                </c:pt>
                <c:pt idx="514" formatCode="0.00">
                  <c:v>96.952908587257653</c:v>
                </c:pt>
                <c:pt idx="515" formatCode="0.00">
                  <c:v>96.814404432133003</c:v>
                </c:pt>
                <c:pt idx="516" formatCode="0.00">
                  <c:v>96.883656509695328</c:v>
                </c:pt>
                <c:pt idx="517" formatCode="0.00">
                  <c:v>96.952908587257653</c:v>
                </c:pt>
                <c:pt idx="518" formatCode="0.00">
                  <c:v>96.814404432133003</c:v>
                </c:pt>
                <c:pt idx="519" formatCode="0.00">
                  <c:v>97.299168975069293</c:v>
                </c:pt>
                <c:pt idx="520">
                  <c:v>100</c:v>
                </c:pt>
                <c:pt idx="521" formatCode="0.00">
                  <c:v>100.07127583749109</c:v>
                </c:pt>
                <c:pt idx="522" formatCode="0.00">
                  <c:v>99.714896650035627</c:v>
                </c:pt>
                <c:pt idx="523" formatCode="0.00">
                  <c:v>99.429793300071282</c:v>
                </c:pt>
                <c:pt idx="524" formatCode="0.00">
                  <c:v>99.358517462580181</c:v>
                </c:pt>
                <c:pt idx="525" formatCode="0.00">
                  <c:v>99.501069137562368</c:v>
                </c:pt>
                <c:pt idx="526" formatCode="0.00">
                  <c:v>99.501069137562368</c:v>
                </c:pt>
                <c:pt idx="527" formatCode="0.00">
                  <c:v>99.215965787597995</c:v>
                </c:pt>
                <c:pt idx="528" formatCode="0.00">
                  <c:v>99.215965787597995</c:v>
                </c:pt>
                <c:pt idx="529" formatCode="0.00">
                  <c:v>99.358517462580167</c:v>
                </c:pt>
                <c:pt idx="530" formatCode="0.00">
                  <c:v>99.144689950106908</c:v>
                </c:pt>
                <c:pt idx="531" formatCode="0.00">
                  <c:v>99.215965787597995</c:v>
                </c:pt>
                <c:pt idx="532" formatCode="0.00">
                  <c:v>98.717034925160377</c:v>
                </c:pt>
                <c:pt idx="533" formatCode="0.00">
                  <c:v>98.717034925160377</c:v>
                </c:pt>
                <c:pt idx="534" formatCode="0.00">
                  <c:v>98.788310762651463</c:v>
                </c:pt>
                <c:pt idx="535" formatCode="0.00">
                  <c:v>98.930862437633664</c:v>
                </c:pt>
                <c:pt idx="536" formatCode="0.00">
                  <c:v>99.073414112615865</c:v>
                </c:pt>
                <c:pt idx="537" formatCode="0.00">
                  <c:v>99.42979330007131</c:v>
                </c:pt>
                <c:pt idx="538" formatCode="0.00">
                  <c:v>99.501069137562396</c:v>
                </c:pt>
                <c:pt idx="539" formatCode="0.00">
                  <c:v>99.287241625089138</c:v>
                </c:pt>
                <c:pt idx="540" formatCode="0.00">
                  <c:v>99.144689950106951</c:v>
                </c:pt>
                <c:pt idx="541" formatCode="0.00">
                  <c:v>99.144689950106951</c:v>
                </c:pt>
                <c:pt idx="542" formatCode="0.00">
                  <c:v>99.144689950106951</c:v>
                </c:pt>
                <c:pt idx="543" formatCode="0.00">
                  <c:v>99.144689950106951</c:v>
                </c:pt>
                <c:pt idx="544" formatCode="0.00">
                  <c:v>99.144689950106951</c:v>
                </c:pt>
                <c:pt idx="545" formatCode="0.00">
                  <c:v>98.788310762651506</c:v>
                </c:pt>
                <c:pt idx="546" formatCode="0.00">
                  <c:v>98.717034925160419</c:v>
                </c:pt>
                <c:pt idx="547" formatCode="0.00">
                  <c:v>99.002138275124764</c:v>
                </c:pt>
                <c:pt idx="548" formatCode="0.00">
                  <c:v>98.788310762651491</c:v>
                </c:pt>
                <c:pt idx="549" formatCode="0.00">
                  <c:v>98.788310762651491</c:v>
                </c:pt>
                <c:pt idx="550" formatCode="0.00">
                  <c:v>98.717034925160405</c:v>
                </c:pt>
                <c:pt idx="551" formatCode="0.00">
                  <c:v>98.788310762651491</c:v>
                </c:pt>
                <c:pt idx="552" formatCode="0.00">
                  <c:v>98.574483250178218</c:v>
                </c:pt>
                <c:pt idx="553" formatCode="0.00">
                  <c:v>98.645759087669305</c:v>
                </c:pt>
                <c:pt idx="554" formatCode="0.00">
                  <c:v>98.788310762651477</c:v>
                </c:pt>
                <c:pt idx="555" formatCode="0.00">
                  <c:v>98.788310762651477</c:v>
                </c:pt>
                <c:pt idx="556" formatCode="0.00">
                  <c:v>98.859586600142563</c:v>
                </c:pt>
                <c:pt idx="557" formatCode="0.00">
                  <c:v>99.00213827512475</c:v>
                </c:pt>
                <c:pt idx="558" formatCode="0.00">
                  <c:v>99.00213827512475</c:v>
                </c:pt>
                <c:pt idx="559" formatCode="0.00">
                  <c:v>98.930862437633664</c:v>
                </c:pt>
                <c:pt idx="560" formatCode="0.00">
                  <c:v>98.930862437633664</c:v>
                </c:pt>
                <c:pt idx="561" formatCode="0.00">
                  <c:v>98.859586600142563</c:v>
                </c:pt>
                <c:pt idx="562" formatCode="0.00">
                  <c:v>98.788310762651477</c:v>
                </c:pt>
                <c:pt idx="563" formatCode="0.00">
                  <c:v>98.788310762651477</c:v>
                </c:pt>
                <c:pt idx="564" formatCode="0.00">
                  <c:v>98.859586600142563</c:v>
                </c:pt>
                <c:pt idx="565" formatCode="0.00">
                  <c:v>98.859586600142563</c:v>
                </c:pt>
                <c:pt idx="566" formatCode="0.00">
                  <c:v>98.859586600142563</c:v>
                </c:pt>
                <c:pt idx="567" formatCode="0.00">
                  <c:v>98.859586600142563</c:v>
                </c:pt>
                <c:pt idx="568" formatCode="0.00">
                  <c:v>98.859586600142563</c:v>
                </c:pt>
                <c:pt idx="569" formatCode="0.00">
                  <c:v>99.00213827512475</c:v>
                </c:pt>
                <c:pt idx="570" formatCode="0.00">
                  <c:v>99.00213827512475</c:v>
                </c:pt>
                <c:pt idx="571" formatCode="0.00">
                  <c:v>99.287241625089123</c:v>
                </c:pt>
                <c:pt idx="572" formatCode="0.00">
                  <c:v>99.144689950106937</c:v>
                </c:pt>
                <c:pt idx="573" formatCode="0.00">
                  <c:v>99.073414112615851</c:v>
                </c:pt>
                <c:pt idx="574" formatCode="0.00">
                  <c:v>98.930862437633664</c:v>
                </c:pt>
                <c:pt idx="575" formatCode="0.00">
                  <c:v>98.930862437633664</c:v>
                </c:pt>
                <c:pt idx="576" formatCode="0.00">
                  <c:v>98.930862437633664</c:v>
                </c:pt>
                <c:pt idx="577" formatCode="0.00">
                  <c:v>98.859586600142563</c:v>
                </c:pt>
                <c:pt idx="578" formatCode="0.00">
                  <c:v>98.859586600142563</c:v>
                </c:pt>
                <c:pt idx="579" formatCode="0.00">
                  <c:v>98.717034925160391</c:v>
                </c:pt>
                <c:pt idx="580" formatCode="0.00">
                  <c:v>97.933000712758385</c:v>
                </c:pt>
                <c:pt idx="581" formatCode="0.00">
                  <c:v>98.289379900213831</c:v>
                </c:pt>
                <c:pt idx="582" formatCode="0.00">
                  <c:v>98.360655737704946</c:v>
                </c:pt>
                <c:pt idx="583" formatCode="0.00">
                  <c:v>98.289379900213845</c:v>
                </c:pt>
                <c:pt idx="584" formatCode="0.00">
                  <c:v>98.146828225231658</c:v>
                </c:pt>
                <c:pt idx="585" formatCode="0.00">
                  <c:v>98.218104062722759</c:v>
                </c:pt>
                <c:pt idx="586" formatCode="0.00">
                  <c:v>98.218104062722759</c:v>
                </c:pt>
                <c:pt idx="587" formatCode="0.00">
                  <c:v>98.218104062722759</c:v>
                </c:pt>
                <c:pt idx="588" formatCode="0.00">
                  <c:v>98.360655737704931</c:v>
                </c:pt>
                <c:pt idx="589" formatCode="0.00">
                  <c:v>98.289379900213831</c:v>
                </c:pt>
                <c:pt idx="590" formatCode="0.00">
                  <c:v>98.360655737704946</c:v>
                </c:pt>
                <c:pt idx="591" formatCode="0.00">
                  <c:v>98.431931575196032</c:v>
                </c:pt>
                <c:pt idx="592" formatCode="0.00">
                  <c:v>98.503207412687118</c:v>
                </c:pt>
                <c:pt idx="593" formatCode="0.00">
                  <c:v>98.146828225231658</c:v>
                </c:pt>
                <c:pt idx="594" formatCode="0.00">
                  <c:v>98.218104062722759</c:v>
                </c:pt>
                <c:pt idx="595" formatCode="0.00">
                  <c:v>98.075552387740572</c:v>
                </c:pt>
                <c:pt idx="596" formatCode="0.00">
                  <c:v>98.218104062722759</c:v>
                </c:pt>
                <c:pt idx="597" formatCode="0.00">
                  <c:v>98.146828225231658</c:v>
                </c:pt>
                <c:pt idx="598" formatCode="0.00">
                  <c:v>98.360655737704946</c:v>
                </c:pt>
                <c:pt idx="599" formatCode="0.00">
                  <c:v>98.289379900213845</c:v>
                </c:pt>
                <c:pt idx="600" formatCode="0.00">
                  <c:v>98.289379900213845</c:v>
                </c:pt>
                <c:pt idx="601" formatCode="0.00">
                  <c:v>98.289379900213845</c:v>
                </c:pt>
                <c:pt idx="602" formatCode="0.00">
                  <c:v>98.146828225231658</c:v>
                </c:pt>
                <c:pt idx="603" formatCode="0.00">
                  <c:v>98.0042765502495</c:v>
                </c:pt>
                <c:pt idx="604" formatCode="0.00">
                  <c:v>98.218104062722759</c:v>
                </c:pt>
                <c:pt idx="605" formatCode="0.00">
                  <c:v>98.075552387740572</c:v>
                </c:pt>
                <c:pt idx="606" formatCode="0.00">
                  <c:v>98.360655737704931</c:v>
                </c:pt>
                <c:pt idx="607" formatCode="0.00">
                  <c:v>98.218104062722745</c:v>
                </c:pt>
                <c:pt idx="608" formatCode="0.00">
                  <c:v>98.503207412687104</c:v>
                </c:pt>
                <c:pt idx="609" formatCode="0.00">
                  <c:v>98.930862437633664</c:v>
                </c:pt>
                <c:pt idx="610" formatCode="0.00">
                  <c:v>99.073414112615865</c:v>
                </c:pt>
                <c:pt idx="611" formatCode="0.00">
                  <c:v>98.788310762651491</c:v>
                </c:pt>
                <c:pt idx="612" formatCode="0.00">
                  <c:v>98.645759087669305</c:v>
                </c:pt>
                <c:pt idx="613" formatCode="0.00">
                  <c:v>98.574483250178233</c:v>
                </c:pt>
                <c:pt idx="614" formatCode="0.00">
                  <c:v>98.717034925160419</c:v>
                </c:pt>
                <c:pt idx="615" formatCode="0.00">
                  <c:v>98.503207412687132</c:v>
                </c:pt>
                <c:pt idx="616" formatCode="0.00">
                  <c:v>98.431931575196046</c:v>
                </c:pt>
                <c:pt idx="617" formatCode="0.00">
                  <c:v>98.431931575196046</c:v>
                </c:pt>
                <c:pt idx="618" formatCode="0.00">
                  <c:v>98.717034925160419</c:v>
                </c:pt>
                <c:pt idx="619" formatCode="0.00">
                  <c:v>98.717034925160419</c:v>
                </c:pt>
                <c:pt idx="620" formatCode="0.00">
                  <c:v>98.503207412687132</c:v>
                </c:pt>
                <c:pt idx="621" formatCode="0.00">
                  <c:v>98.360655737704974</c:v>
                </c:pt>
                <c:pt idx="622" formatCode="0.00">
                  <c:v>98.360655737704974</c:v>
                </c:pt>
                <c:pt idx="623" formatCode="0.00">
                  <c:v>98.289379900213873</c:v>
                </c:pt>
                <c:pt idx="624" formatCode="0.00">
                  <c:v>98.218104062722787</c:v>
                </c:pt>
                <c:pt idx="625" formatCode="0.00">
                  <c:v>98.146828225231687</c:v>
                </c:pt>
                <c:pt idx="626" formatCode="0.00">
                  <c:v>98.146828225231687</c:v>
                </c:pt>
                <c:pt idx="627" formatCode="0.00">
                  <c:v>98.004276550249529</c:v>
                </c:pt>
                <c:pt idx="628" formatCode="0.00">
                  <c:v>98.289379900213873</c:v>
                </c:pt>
                <c:pt idx="629" formatCode="0.00">
                  <c:v>98.146828225231687</c:v>
                </c:pt>
                <c:pt idx="630" formatCode="0.00">
                  <c:v>98.289379900213873</c:v>
                </c:pt>
                <c:pt idx="631" formatCode="0.00">
                  <c:v>98.360655737704988</c:v>
                </c:pt>
                <c:pt idx="632" formatCode="0.00">
                  <c:v>98.218104062722801</c:v>
                </c:pt>
                <c:pt idx="633" formatCode="0.00">
                  <c:v>98.218104062722801</c:v>
                </c:pt>
                <c:pt idx="634" formatCode="0.00">
                  <c:v>98.146828225231701</c:v>
                </c:pt>
                <c:pt idx="635" formatCode="0.00">
                  <c:v>98.075552387740615</c:v>
                </c:pt>
                <c:pt idx="636" formatCode="0.00">
                  <c:v>98.004276550249529</c:v>
                </c:pt>
                <c:pt idx="637" formatCode="0.00">
                  <c:v>98.146828225231701</c:v>
                </c:pt>
                <c:pt idx="638" formatCode="0.00">
                  <c:v>98.004276550249543</c:v>
                </c:pt>
                <c:pt idx="639" formatCode="0.00">
                  <c:v>98.004276550249543</c:v>
                </c:pt>
                <c:pt idx="640" formatCode="0.00">
                  <c:v>98.004276550249543</c:v>
                </c:pt>
                <c:pt idx="641" formatCode="0.00">
                  <c:v>98.004276550249543</c:v>
                </c:pt>
                <c:pt idx="642" formatCode="0.00">
                  <c:v>97.861724875267356</c:v>
                </c:pt>
                <c:pt idx="643" formatCode="0.00">
                  <c:v>97.790449037776256</c:v>
                </c:pt>
                <c:pt idx="644" formatCode="0.00">
                  <c:v>97.790449037776256</c:v>
                </c:pt>
                <c:pt idx="645" formatCode="0.00">
                  <c:v>97.861724875267342</c:v>
                </c:pt>
                <c:pt idx="646" formatCode="0.00">
                  <c:v>97.790449037776241</c:v>
                </c:pt>
                <c:pt idx="647" formatCode="0.00">
                  <c:v>97.647897362794083</c:v>
                </c:pt>
                <c:pt idx="648" formatCode="0.00">
                  <c:v>97.576621525302983</c:v>
                </c:pt>
                <c:pt idx="649" formatCode="0.00">
                  <c:v>97.647897362794097</c:v>
                </c:pt>
                <c:pt idx="650" formatCode="0.00">
                  <c:v>97.576621525302997</c:v>
                </c:pt>
                <c:pt idx="651" formatCode="0.00">
                  <c:v>97.576621525302997</c:v>
                </c:pt>
                <c:pt idx="652" formatCode="0.00">
                  <c:v>97.576621525302997</c:v>
                </c:pt>
                <c:pt idx="653" formatCode="0.00">
                  <c:v>97.719173200285169</c:v>
                </c:pt>
                <c:pt idx="654" formatCode="0.00">
                  <c:v>97.790449037776241</c:v>
                </c:pt>
                <c:pt idx="655" formatCode="0.00">
                  <c:v>97.861724875267328</c:v>
                </c:pt>
                <c:pt idx="656" formatCode="0.00">
                  <c:v>97.790449037776227</c:v>
                </c:pt>
                <c:pt idx="657" formatCode="0.00">
                  <c:v>97.719173200285141</c:v>
                </c:pt>
                <c:pt idx="658" formatCode="0.00">
                  <c:v>98.075552387740601</c:v>
                </c:pt>
                <c:pt idx="659" formatCode="0.00">
                  <c:v>98.004276550249514</c:v>
                </c:pt>
                <c:pt idx="660" formatCode="0.00">
                  <c:v>98.004276550249514</c:v>
                </c:pt>
                <c:pt idx="661" formatCode="0.00">
                  <c:v>97.790449037776227</c:v>
                </c:pt>
                <c:pt idx="662" formatCode="0.00">
                  <c:v>98.0042765502495</c:v>
                </c:pt>
                <c:pt idx="663" formatCode="0.00">
                  <c:v>97.9330007127584</c:v>
                </c:pt>
                <c:pt idx="664" formatCode="0.00">
                  <c:v>97.861724875267313</c:v>
                </c:pt>
                <c:pt idx="665" formatCode="0.00">
                  <c:v>97.719173200285127</c:v>
                </c:pt>
                <c:pt idx="666" formatCode="0.00">
                  <c:v>97.790449037776199</c:v>
                </c:pt>
                <c:pt idx="667" formatCode="0.00">
                  <c:v>98.075552387740572</c:v>
                </c:pt>
                <c:pt idx="668" formatCode="0.00">
                  <c:v>98.431931575196032</c:v>
                </c:pt>
                <c:pt idx="669" formatCode="0.00">
                  <c:v>98.146828225231658</c:v>
                </c:pt>
                <c:pt idx="670" formatCode="0.00">
                  <c:v>98.0042765502495</c:v>
                </c:pt>
                <c:pt idx="671" formatCode="0.00">
                  <c:v>98.36065573770496</c:v>
                </c:pt>
                <c:pt idx="672" formatCode="0.00">
                  <c:v>98.645759087669305</c:v>
                </c:pt>
                <c:pt idx="673" formatCode="0.00">
                  <c:v>98.289379900213845</c:v>
                </c:pt>
                <c:pt idx="674" formatCode="0.00">
                  <c:v>99.501069137562396</c:v>
                </c:pt>
                <c:pt idx="675" formatCode="0.00">
                  <c:v>99.857448325017856</c:v>
                </c:pt>
                <c:pt idx="676" formatCode="0.00">
                  <c:v>99.572344975053483</c:v>
                </c:pt>
                <c:pt idx="677" formatCode="0.00">
                  <c:v>99.358517462580224</c:v>
                </c:pt>
                <c:pt idx="678" formatCode="0.00">
                  <c:v>99.215965787598037</c:v>
                </c:pt>
                <c:pt idx="679" formatCode="0.00">
                  <c:v>99.35851746258021</c:v>
                </c:pt>
                <c:pt idx="680" formatCode="0.00">
                  <c:v>99.287241625089123</c:v>
                </c:pt>
                <c:pt idx="681" formatCode="0.00">
                  <c:v>99.714896650035669</c:v>
                </c:pt>
                <c:pt idx="682" formatCode="0.00">
                  <c:v>99.714896650035669</c:v>
                </c:pt>
                <c:pt idx="683" formatCode="0.00">
                  <c:v>99.287241625089138</c:v>
                </c:pt>
                <c:pt idx="684" formatCode="0.00">
                  <c:v>99.501069137562411</c:v>
                </c:pt>
                <c:pt idx="685" formatCode="0.00">
                  <c:v>99.928724162508942</c:v>
                </c:pt>
                <c:pt idx="686" formatCode="0.00">
                  <c:v>100.14255167498223</c:v>
                </c:pt>
                <c:pt idx="687" formatCode="0.00">
                  <c:v>99.928724162508942</c:v>
                </c:pt>
                <c:pt idx="688" formatCode="0.00">
                  <c:v>99.714896650035669</c:v>
                </c:pt>
                <c:pt idx="689" formatCode="0.00">
                  <c:v>100.14255167498222</c:v>
                </c:pt>
                <c:pt idx="690" formatCode="0.00">
                  <c:v>100.07127583749111</c:v>
                </c:pt>
                <c:pt idx="691" formatCode="0.00">
                  <c:v>100.07127583749111</c:v>
                </c:pt>
                <c:pt idx="692" formatCode="0.00">
                  <c:v>99.928724162508928</c:v>
                </c:pt>
                <c:pt idx="693" formatCode="0.00">
                  <c:v>100.49893086243765</c:v>
                </c:pt>
                <c:pt idx="694" formatCode="0.00">
                  <c:v>100.49893086243765</c:v>
                </c:pt>
                <c:pt idx="695" formatCode="0.00">
                  <c:v>100.14255167498222</c:v>
                </c:pt>
                <c:pt idx="696" formatCode="0.00">
                  <c:v>100.07127583749111</c:v>
                </c:pt>
                <c:pt idx="697" formatCode="0.00">
                  <c:v>100.21382751247332</c:v>
                </c:pt>
                <c:pt idx="698" formatCode="0.00">
                  <c:v>100.49893086243767</c:v>
                </c:pt>
                <c:pt idx="699" formatCode="0.00">
                  <c:v>100.42765502494659</c:v>
                </c:pt>
                <c:pt idx="700" formatCode="0.00">
                  <c:v>100.07127583749113</c:v>
                </c:pt>
                <c:pt idx="701" formatCode="0.00">
                  <c:v>99.857448325017856</c:v>
                </c:pt>
                <c:pt idx="702" formatCode="0.00">
                  <c:v>100.00000000000004</c:v>
                </c:pt>
                <c:pt idx="703" formatCode="0.00">
                  <c:v>100.14255167498223</c:v>
                </c:pt>
                <c:pt idx="704" formatCode="0.00">
                  <c:v>100.3563791874555</c:v>
                </c:pt>
                <c:pt idx="705" formatCode="0.00">
                  <c:v>100.42765502494659</c:v>
                </c:pt>
                <c:pt idx="706" formatCode="0.00">
                  <c:v>100.21382751247332</c:v>
                </c:pt>
                <c:pt idx="707" formatCode="0.00">
                  <c:v>100.42765502494659</c:v>
                </c:pt>
                <c:pt idx="708" formatCode="0.00">
                  <c:v>100.78403421240203</c:v>
                </c:pt>
                <c:pt idx="709" formatCode="0.00">
                  <c:v>101.21168923734858</c:v>
                </c:pt>
                <c:pt idx="710" formatCode="0.00">
                  <c:v>100.92658588738423</c:v>
                </c:pt>
                <c:pt idx="711" formatCode="0.00">
                  <c:v>101.63934426229513</c:v>
                </c:pt>
                <c:pt idx="712" formatCode="0.00">
                  <c:v>101.35424091233075</c:v>
                </c:pt>
                <c:pt idx="713" formatCode="0.00">
                  <c:v>102.20955096222384</c:v>
                </c:pt>
                <c:pt idx="714" formatCode="0.00">
                  <c:v>102.06699928724166</c:v>
                </c:pt>
                <c:pt idx="715" formatCode="0.00">
                  <c:v>101.7106200997862</c:v>
                </c:pt>
                <c:pt idx="716" formatCode="0.00">
                  <c:v>101.35424091233075</c:v>
                </c:pt>
                <c:pt idx="717" formatCode="0.00">
                  <c:v>101.28296507483967</c:v>
                </c:pt>
                <c:pt idx="718" formatCode="0.00">
                  <c:v>101.06913756236641</c:v>
                </c:pt>
                <c:pt idx="719" formatCode="0.00">
                  <c:v>100.42765502494659</c:v>
                </c:pt>
                <c:pt idx="720" formatCode="0.00">
                  <c:v>100.78403421240203</c:v>
                </c:pt>
                <c:pt idx="721" formatCode="0.00">
                  <c:v>100.78403421240203</c:v>
                </c:pt>
                <c:pt idx="722" formatCode="0.00">
                  <c:v>100.49893086243766</c:v>
                </c:pt>
                <c:pt idx="723" formatCode="0.00">
                  <c:v>100.57020669992876</c:v>
                </c:pt>
                <c:pt idx="724" formatCode="0.00">
                  <c:v>100.78403421240202</c:v>
                </c:pt>
                <c:pt idx="725" formatCode="0.00">
                  <c:v>100.42765502494657</c:v>
                </c:pt>
                <c:pt idx="726" formatCode="0.00">
                  <c:v>99.857448325017856</c:v>
                </c:pt>
                <c:pt idx="727" formatCode="0.00">
                  <c:v>99.857448325017856</c:v>
                </c:pt>
                <c:pt idx="728" formatCode="0.00">
                  <c:v>99.857448325017856</c:v>
                </c:pt>
                <c:pt idx="729" formatCode="0.00">
                  <c:v>100.14255167498223</c:v>
                </c:pt>
                <c:pt idx="730" formatCode="0.00">
                  <c:v>99.857448325017856</c:v>
                </c:pt>
                <c:pt idx="731" formatCode="0.00">
                  <c:v>99.857448325017856</c:v>
                </c:pt>
                <c:pt idx="732" formatCode="0.00">
                  <c:v>99.857448325017856</c:v>
                </c:pt>
                <c:pt idx="733" formatCode="0.00">
                  <c:v>100.07127583749113</c:v>
                </c:pt>
                <c:pt idx="734" formatCode="0.00">
                  <c:v>99.928724162508942</c:v>
                </c:pt>
                <c:pt idx="735" formatCode="0.00">
                  <c:v>99.786172487526784</c:v>
                </c:pt>
                <c:pt idx="736" formatCode="0.00">
                  <c:v>99.786172487526784</c:v>
                </c:pt>
                <c:pt idx="737" formatCode="0.00">
                  <c:v>100.00000000000004</c:v>
                </c:pt>
                <c:pt idx="738" formatCode="0.00">
                  <c:v>100.07127583749113</c:v>
                </c:pt>
                <c:pt idx="739" formatCode="0.00">
                  <c:v>99.857448325017856</c:v>
                </c:pt>
                <c:pt idx="740" formatCode="0.00">
                  <c:v>100.21382751247332</c:v>
                </c:pt>
                <c:pt idx="741" formatCode="0.00">
                  <c:v>100.35637918745549</c:v>
                </c:pt>
                <c:pt idx="742" formatCode="0.00">
                  <c:v>98.930862437633678</c:v>
                </c:pt>
                <c:pt idx="743" formatCode="0.00">
                  <c:v>99.714896650035669</c:v>
                </c:pt>
                <c:pt idx="744" formatCode="0.00">
                  <c:v>99.002138275124764</c:v>
                </c:pt>
                <c:pt idx="745" formatCode="0.00">
                  <c:v>98.645759087669305</c:v>
                </c:pt>
                <c:pt idx="746" formatCode="0.00">
                  <c:v>98.431931575196046</c:v>
                </c:pt>
                <c:pt idx="747" formatCode="0.00">
                  <c:v>98.431931575196046</c:v>
                </c:pt>
                <c:pt idx="748" formatCode="0.00">
                  <c:v>98.289379900213859</c:v>
                </c:pt>
                <c:pt idx="749" formatCode="0.00">
                  <c:v>98.503207412687118</c:v>
                </c:pt>
                <c:pt idx="750" formatCode="0.00">
                  <c:v>98.645759087669305</c:v>
                </c:pt>
                <c:pt idx="751" formatCode="0.00">
                  <c:v>98.503207412687118</c:v>
                </c:pt>
                <c:pt idx="752" formatCode="0.00">
                  <c:v>98.289379900213845</c:v>
                </c:pt>
                <c:pt idx="753" formatCode="0.00">
                  <c:v>98.218104062722759</c:v>
                </c:pt>
                <c:pt idx="754" formatCode="0.00">
                  <c:v>98.146828225231658</c:v>
                </c:pt>
                <c:pt idx="755" formatCode="0.00">
                  <c:v>98.360655737704946</c:v>
                </c:pt>
                <c:pt idx="756" formatCode="0.00">
                  <c:v>98.218104062722759</c:v>
                </c:pt>
                <c:pt idx="757" formatCode="0.00">
                  <c:v>98.360655737704931</c:v>
                </c:pt>
                <c:pt idx="758" formatCode="0.00">
                  <c:v>98.289379900213831</c:v>
                </c:pt>
                <c:pt idx="759" formatCode="0.00">
                  <c:v>98.289379900213831</c:v>
                </c:pt>
                <c:pt idx="760" formatCode="0.00">
                  <c:v>97.790449037776199</c:v>
                </c:pt>
                <c:pt idx="761" formatCode="0.00">
                  <c:v>97.647897362794041</c:v>
                </c:pt>
                <c:pt idx="762" formatCode="0.00">
                  <c:v>97.933000712758385</c:v>
                </c:pt>
                <c:pt idx="763" formatCode="0.00">
                  <c:v>98.146828225231658</c:v>
                </c:pt>
                <c:pt idx="764" formatCode="0.00">
                  <c:v>97.861724875267299</c:v>
                </c:pt>
                <c:pt idx="765" formatCode="0.00">
                  <c:v>98.075552387740572</c:v>
                </c:pt>
                <c:pt idx="766" formatCode="0.00">
                  <c:v>98.218104062722759</c:v>
                </c:pt>
                <c:pt idx="767" formatCode="0.00">
                  <c:v>97.933000712758385</c:v>
                </c:pt>
                <c:pt idx="768" formatCode="0.00">
                  <c:v>97.933000712758385</c:v>
                </c:pt>
                <c:pt idx="769" formatCode="0.00">
                  <c:v>97.861724875267299</c:v>
                </c:pt>
                <c:pt idx="770" formatCode="0.00">
                  <c:v>97.719173200285113</c:v>
                </c:pt>
                <c:pt idx="771" formatCode="0.00">
                  <c:v>97.790449037776185</c:v>
                </c:pt>
                <c:pt idx="772" formatCode="0.00">
                  <c:v>97.291518175338567</c:v>
                </c:pt>
                <c:pt idx="773" formatCode="0.00">
                  <c:v>97.50534568781184</c:v>
                </c:pt>
                <c:pt idx="774" formatCode="0.00">
                  <c:v>97.719173200285113</c:v>
                </c:pt>
                <c:pt idx="775" formatCode="0.00">
                  <c:v>97.576621525302926</c:v>
                </c:pt>
                <c:pt idx="776" formatCode="0.00">
                  <c:v>97.576621525302926</c:v>
                </c:pt>
                <c:pt idx="777" formatCode="0.00">
                  <c:v>97.576621525302926</c:v>
                </c:pt>
                <c:pt idx="778" formatCode="0.00">
                  <c:v>97.576621525302926</c:v>
                </c:pt>
                <c:pt idx="779" formatCode="0.00">
                  <c:v>97.647897362794041</c:v>
                </c:pt>
                <c:pt idx="780">
                  <c:v>100</c:v>
                </c:pt>
                <c:pt idx="781">
                  <c:v>100</c:v>
                </c:pt>
                <c:pt idx="782" formatCode="0.00">
                  <c:v>100</c:v>
                </c:pt>
                <c:pt idx="783" formatCode="0.00">
                  <c:v>99.926632428466604</c:v>
                </c:pt>
                <c:pt idx="784" formatCode="0.00">
                  <c:v>99.706529713866473</c:v>
                </c:pt>
                <c:pt idx="785" formatCode="0.00">
                  <c:v>99.853264856933251</c:v>
                </c:pt>
                <c:pt idx="786" formatCode="0.00">
                  <c:v>99.926632428466618</c:v>
                </c:pt>
                <c:pt idx="787" formatCode="0.00">
                  <c:v>99.779897285399869</c:v>
                </c:pt>
                <c:pt idx="788" formatCode="0.00">
                  <c:v>99.706529713866473</c:v>
                </c:pt>
                <c:pt idx="789" formatCode="0.00">
                  <c:v>99.633162142333092</c:v>
                </c:pt>
                <c:pt idx="790" formatCode="0.00">
                  <c:v>99.853264856933237</c:v>
                </c:pt>
                <c:pt idx="791" formatCode="0.00">
                  <c:v>99.926632428466604</c:v>
                </c:pt>
                <c:pt idx="792" formatCode="0.00">
                  <c:v>99.853264856933237</c:v>
                </c:pt>
                <c:pt idx="793" formatCode="0.00">
                  <c:v>99.853264856933237</c:v>
                </c:pt>
                <c:pt idx="794" formatCode="0.00">
                  <c:v>99.926632428466604</c:v>
                </c:pt>
                <c:pt idx="795" formatCode="0.00">
                  <c:v>101.02714600146733</c:v>
                </c:pt>
                <c:pt idx="796" formatCode="0.00">
                  <c:v>100.95377842993396</c:v>
                </c:pt>
                <c:pt idx="797" formatCode="0.00">
                  <c:v>100.73367571533382</c:v>
                </c:pt>
                <c:pt idx="798" formatCode="0.00">
                  <c:v>100.66030814380042</c:v>
                </c:pt>
                <c:pt idx="799" formatCode="0.00">
                  <c:v>101.2472487160675</c:v>
                </c:pt>
                <c:pt idx="800" formatCode="0.00">
                  <c:v>101.17388114453411</c:v>
                </c:pt>
                <c:pt idx="801" formatCode="0.00">
                  <c:v>100.88041085840058</c:v>
                </c:pt>
                <c:pt idx="802" formatCode="0.00">
                  <c:v>100.95377842993396</c:v>
                </c:pt>
                <c:pt idx="803" formatCode="0.00">
                  <c:v>100.58694057226705</c:v>
                </c:pt>
                <c:pt idx="804" formatCode="0.00">
                  <c:v>100.22010271460015</c:v>
                </c:pt>
                <c:pt idx="805" formatCode="0.00">
                  <c:v>100.36683785766692</c:v>
                </c:pt>
                <c:pt idx="806" formatCode="0.00">
                  <c:v>100.66030814380044</c:v>
                </c:pt>
                <c:pt idx="807" formatCode="0.00">
                  <c:v>100.73367571533382</c:v>
                </c:pt>
                <c:pt idx="808" formatCode="0.00">
                  <c:v>100.66030814380042</c:v>
                </c:pt>
                <c:pt idx="809" formatCode="0.00">
                  <c:v>100.44020542920028</c:v>
                </c:pt>
                <c:pt idx="810" formatCode="0.00">
                  <c:v>100.36683785766689</c:v>
                </c:pt>
                <c:pt idx="811" formatCode="0.00">
                  <c:v>100.36683785766689</c:v>
                </c:pt>
                <c:pt idx="812" formatCode="0.00">
                  <c:v>100.36683785766689</c:v>
                </c:pt>
                <c:pt idx="813" formatCode="0.00">
                  <c:v>100.95377842993395</c:v>
                </c:pt>
                <c:pt idx="814" formatCode="0.00">
                  <c:v>101.10051357300073</c:v>
                </c:pt>
                <c:pt idx="815" formatCode="0.00">
                  <c:v>100.95377842993395</c:v>
                </c:pt>
                <c:pt idx="816" formatCode="0.00">
                  <c:v>100.80704328686718</c:v>
                </c:pt>
                <c:pt idx="817" formatCode="0.00">
                  <c:v>100.73367571533382</c:v>
                </c:pt>
                <c:pt idx="818" formatCode="0.00">
                  <c:v>101.39398385913424</c:v>
                </c:pt>
                <c:pt idx="819" formatCode="0.00">
                  <c:v>101.10051357300073</c:v>
                </c:pt>
                <c:pt idx="820" formatCode="0.00">
                  <c:v>101.17388114453409</c:v>
                </c:pt>
                <c:pt idx="821" formatCode="0.00">
                  <c:v>101.10051357300071</c:v>
                </c:pt>
                <c:pt idx="822" formatCode="0.00">
                  <c:v>100.95377842993393</c:v>
                </c:pt>
                <c:pt idx="823" formatCode="0.00">
                  <c:v>100.51357300073366</c:v>
                </c:pt>
                <c:pt idx="824" formatCode="0.00">
                  <c:v>100.58694057226703</c:v>
                </c:pt>
                <c:pt idx="825" formatCode="0.00">
                  <c:v>100.44020542920026</c:v>
                </c:pt>
                <c:pt idx="826" formatCode="0.00">
                  <c:v>101.17388114453408</c:v>
                </c:pt>
                <c:pt idx="827" formatCode="0.00">
                  <c:v>101.39398385913421</c:v>
                </c:pt>
                <c:pt idx="828" formatCode="0.00">
                  <c:v>101.24724871606746</c:v>
                </c:pt>
                <c:pt idx="829" formatCode="0.00">
                  <c:v>101.24724871606746</c:v>
                </c:pt>
                <c:pt idx="830" formatCode="0.00">
                  <c:v>101.02714600146729</c:v>
                </c:pt>
                <c:pt idx="831" formatCode="0.00">
                  <c:v>101.54071900220096</c:v>
                </c:pt>
                <c:pt idx="832" formatCode="0.00">
                  <c:v>101.32061628760081</c:v>
                </c:pt>
                <c:pt idx="833" formatCode="0.00">
                  <c:v>101.24724871606745</c:v>
                </c:pt>
                <c:pt idx="834" formatCode="0.00">
                  <c:v>101.3939838591342</c:v>
                </c:pt>
                <c:pt idx="835" formatCode="0.00">
                  <c:v>101.54071900220096</c:v>
                </c:pt>
                <c:pt idx="836" formatCode="0.00">
                  <c:v>101.54071900220096</c:v>
                </c:pt>
                <c:pt idx="837" formatCode="0.00">
                  <c:v>101.46735143066759</c:v>
                </c:pt>
                <c:pt idx="838" formatCode="0.00">
                  <c:v>101.17388114453405</c:v>
                </c:pt>
                <c:pt idx="839" formatCode="0.00">
                  <c:v>101.10051357300067</c:v>
                </c:pt>
                <c:pt idx="840" formatCode="0.00">
                  <c:v>101.02714600146727</c:v>
                </c:pt>
                <c:pt idx="841" formatCode="0.00">
                  <c:v>100.95377842993391</c:v>
                </c:pt>
                <c:pt idx="842" formatCode="0.00">
                  <c:v>100.80704328686714</c:v>
                </c:pt>
                <c:pt idx="843" formatCode="0.00">
                  <c:v>100.95377842993391</c:v>
                </c:pt>
                <c:pt idx="844" formatCode="0.00">
                  <c:v>100.88041085840052</c:v>
                </c:pt>
                <c:pt idx="845" formatCode="0.00">
                  <c:v>100.95377842993391</c:v>
                </c:pt>
                <c:pt idx="846" formatCode="0.00">
                  <c:v>100.73367571533376</c:v>
                </c:pt>
                <c:pt idx="847" formatCode="0.00">
                  <c:v>100.58694057226698</c:v>
                </c:pt>
                <c:pt idx="848" formatCode="0.00">
                  <c:v>100.80704328686713</c:v>
                </c:pt>
                <c:pt idx="849" formatCode="0.00">
                  <c:v>100.58694057226698</c:v>
                </c:pt>
                <c:pt idx="850" formatCode="0.00">
                  <c:v>99.853264856933166</c:v>
                </c:pt>
                <c:pt idx="851" formatCode="0.00">
                  <c:v>98.826118855465808</c:v>
                </c:pt>
                <c:pt idx="852" formatCode="0.00">
                  <c:v>99.853264856933166</c:v>
                </c:pt>
                <c:pt idx="853" formatCode="0.00">
                  <c:v>100.36683785766685</c:v>
                </c:pt>
                <c:pt idx="854" formatCode="0.00">
                  <c:v>100.66030814380036</c:v>
                </c:pt>
                <c:pt idx="855" formatCode="0.00">
                  <c:v>100.36683785766685</c:v>
                </c:pt>
                <c:pt idx="856" formatCode="0.00">
                  <c:v>100.14673514306671</c:v>
                </c:pt>
                <c:pt idx="857" formatCode="0.00">
                  <c:v>100.51357300073362</c:v>
                </c:pt>
                <c:pt idx="858" formatCode="0.00">
                  <c:v>100.51357300073362</c:v>
                </c:pt>
                <c:pt idx="859" formatCode="0.00">
                  <c:v>100.44020542920022</c:v>
                </c:pt>
                <c:pt idx="860" formatCode="0.00">
                  <c:v>100.58694057226698</c:v>
                </c:pt>
                <c:pt idx="861" formatCode="0.00">
                  <c:v>100.36683785766684</c:v>
                </c:pt>
                <c:pt idx="862" formatCode="0.00">
                  <c:v>100.73367571533376</c:v>
                </c:pt>
                <c:pt idx="863" formatCode="0.00">
                  <c:v>100.66030814380036</c:v>
                </c:pt>
                <c:pt idx="864" formatCode="0.00">
                  <c:v>100.66030814380036</c:v>
                </c:pt>
                <c:pt idx="865" formatCode="0.00">
                  <c:v>100.73367571533375</c:v>
                </c:pt>
                <c:pt idx="866" formatCode="0.00">
                  <c:v>100.95377842993389</c:v>
                </c:pt>
                <c:pt idx="867" formatCode="0.00">
                  <c:v>100.95377842993389</c:v>
                </c:pt>
                <c:pt idx="868" formatCode="0.00">
                  <c:v>100.80704328686713</c:v>
                </c:pt>
                <c:pt idx="869" formatCode="0.00">
                  <c:v>101.68745414526772</c:v>
                </c:pt>
                <c:pt idx="870" formatCode="0.00">
                  <c:v>101.90755685986785</c:v>
                </c:pt>
                <c:pt idx="871" formatCode="0.00">
                  <c:v>101.76082171680109</c:v>
                </c:pt>
                <c:pt idx="872" formatCode="0.00">
                  <c:v>101.46735143066758</c:v>
                </c:pt>
                <c:pt idx="873" formatCode="0.00">
                  <c:v>101.32061628760081</c:v>
                </c:pt>
                <c:pt idx="874" formatCode="0.00">
                  <c:v>101.32061628760081</c:v>
                </c:pt>
                <c:pt idx="875" formatCode="0.00">
                  <c:v>101.90755685986787</c:v>
                </c:pt>
                <c:pt idx="876" formatCode="0.00">
                  <c:v>101.90755685986787</c:v>
                </c:pt>
                <c:pt idx="877" formatCode="0.00">
                  <c:v>101.7608217168011</c:v>
                </c:pt>
                <c:pt idx="878" formatCode="0.00">
                  <c:v>101.8341892883345</c:v>
                </c:pt>
                <c:pt idx="879" formatCode="0.00">
                  <c:v>101.7608217168011</c:v>
                </c:pt>
                <c:pt idx="880" formatCode="0.00">
                  <c:v>101.68745414526772</c:v>
                </c:pt>
                <c:pt idx="881" formatCode="0.00">
                  <c:v>101.68745414526772</c:v>
                </c:pt>
                <c:pt idx="882" formatCode="0.00">
                  <c:v>101.8341892883345</c:v>
                </c:pt>
                <c:pt idx="883" formatCode="0.00">
                  <c:v>101.8341892883345</c:v>
                </c:pt>
                <c:pt idx="884" formatCode="0.00">
                  <c:v>102.27439471753479</c:v>
                </c:pt>
                <c:pt idx="885" formatCode="0.00">
                  <c:v>102.05429200293464</c:v>
                </c:pt>
                <c:pt idx="886" formatCode="0.00">
                  <c:v>101.98092443140128</c:v>
                </c:pt>
                <c:pt idx="887" formatCode="0.00">
                  <c:v>102.05429200293466</c:v>
                </c:pt>
                <c:pt idx="888" formatCode="0.00">
                  <c:v>101.83418928833451</c:v>
                </c:pt>
                <c:pt idx="889" formatCode="0.00">
                  <c:v>101.76082171680112</c:v>
                </c:pt>
                <c:pt idx="890" formatCode="0.00">
                  <c:v>101.98092443140128</c:v>
                </c:pt>
                <c:pt idx="891" formatCode="0.00">
                  <c:v>102.27439471753479</c:v>
                </c:pt>
                <c:pt idx="892" formatCode="0.00">
                  <c:v>102.27439471753479</c:v>
                </c:pt>
                <c:pt idx="893" formatCode="0.00">
                  <c:v>102.05429200293464</c:v>
                </c:pt>
                <c:pt idx="894" formatCode="0.00">
                  <c:v>102.12765957446801</c:v>
                </c:pt>
                <c:pt idx="895" formatCode="0.00">
                  <c:v>102.05429200293464</c:v>
                </c:pt>
                <c:pt idx="896" formatCode="0.00">
                  <c:v>101.90755685986788</c:v>
                </c:pt>
                <c:pt idx="897" formatCode="0.00">
                  <c:v>102.2743947175348</c:v>
                </c:pt>
                <c:pt idx="898" formatCode="0.00">
                  <c:v>102.05429200293466</c:v>
                </c:pt>
                <c:pt idx="899" formatCode="0.00">
                  <c:v>102.12765957446803</c:v>
                </c:pt>
                <c:pt idx="900" formatCode="0.00">
                  <c:v>101.98092443140128</c:v>
                </c:pt>
                <c:pt idx="901" formatCode="0.00">
                  <c:v>101.98092443140128</c:v>
                </c:pt>
                <c:pt idx="902" formatCode="0.00">
                  <c:v>102.12765957446803</c:v>
                </c:pt>
                <c:pt idx="903" formatCode="0.00">
                  <c:v>102.20102714600142</c:v>
                </c:pt>
                <c:pt idx="904" formatCode="0.00">
                  <c:v>102.27439471753479</c:v>
                </c:pt>
                <c:pt idx="905" formatCode="0.00">
                  <c:v>102.42112986060155</c:v>
                </c:pt>
                <c:pt idx="906" formatCode="0.00">
                  <c:v>102.27439471753479</c:v>
                </c:pt>
                <c:pt idx="907" formatCode="0.00">
                  <c:v>102.42112986060155</c:v>
                </c:pt>
                <c:pt idx="908" formatCode="0.00">
                  <c:v>102.27439471753479</c:v>
                </c:pt>
                <c:pt idx="909" formatCode="0.00">
                  <c:v>102.49449743213493</c:v>
                </c:pt>
                <c:pt idx="910" formatCode="0.00">
                  <c:v>102.42112986060155</c:v>
                </c:pt>
                <c:pt idx="911" formatCode="0.00">
                  <c:v>102.42112986060155</c:v>
                </c:pt>
                <c:pt idx="912" formatCode="0.00">
                  <c:v>102.34776228906817</c:v>
                </c:pt>
                <c:pt idx="913" formatCode="0.00">
                  <c:v>102.42112986060155</c:v>
                </c:pt>
                <c:pt idx="914" formatCode="0.00">
                  <c:v>102.20102714600141</c:v>
                </c:pt>
                <c:pt idx="915" formatCode="0.00">
                  <c:v>102.12765957446801</c:v>
                </c:pt>
                <c:pt idx="916" formatCode="0.00">
                  <c:v>102.12765957446801</c:v>
                </c:pt>
                <c:pt idx="917" formatCode="0.00">
                  <c:v>102.20102714600141</c:v>
                </c:pt>
                <c:pt idx="918" formatCode="0.00">
                  <c:v>102.27439471753478</c:v>
                </c:pt>
                <c:pt idx="919" formatCode="0.00">
                  <c:v>102.27439471753478</c:v>
                </c:pt>
                <c:pt idx="920" formatCode="0.00">
                  <c:v>102.12765957446801</c:v>
                </c:pt>
                <c:pt idx="921" formatCode="0.00">
                  <c:v>102.20102714600141</c:v>
                </c:pt>
                <c:pt idx="922" formatCode="0.00">
                  <c:v>102.12765957446801</c:v>
                </c:pt>
                <c:pt idx="923" formatCode="0.00">
                  <c:v>102.12765957446801</c:v>
                </c:pt>
                <c:pt idx="924" formatCode="0.00">
                  <c:v>102.34776228906819</c:v>
                </c:pt>
                <c:pt idx="925" formatCode="0.00">
                  <c:v>102.27439471753479</c:v>
                </c:pt>
                <c:pt idx="926" formatCode="0.00">
                  <c:v>102.56786500366833</c:v>
                </c:pt>
                <c:pt idx="927" formatCode="0.00">
                  <c:v>102.56786500366833</c:v>
                </c:pt>
                <c:pt idx="928" formatCode="0.00">
                  <c:v>102.34776228906819</c:v>
                </c:pt>
                <c:pt idx="929" formatCode="0.00">
                  <c:v>102.12765957446803</c:v>
                </c:pt>
                <c:pt idx="930" formatCode="0.00">
                  <c:v>102.20102714600142</c:v>
                </c:pt>
                <c:pt idx="931" formatCode="0.00">
                  <c:v>101.76082171680112</c:v>
                </c:pt>
                <c:pt idx="932" formatCode="0.00">
                  <c:v>101.76082171680112</c:v>
                </c:pt>
                <c:pt idx="933" formatCode="0.00">
                  <c:v>101.98092443140128</c:v>
                </c:pt>
                <c:pt idx="934" formatCode="0.00">
                  <c:v>102.12765957446803</c:v>
                </c:pt>
                <c:pt idx="935" formatCode="0.00">
                  <c:v>102.05429200293466</c:v>
                </c:pt>
                <c:pt idx="936" formatCode="0.00">
                  <c:v>102.12765957446803</c:v>
                </c:pt>
                <c:pt idx="937" formatCode="0.00">
                  <c:v>102.20102714600142</c:v>
                </c:pt>
                <c:pt idx="938" formatCode="0.00">
                  <c:v>102.05429200293464</c:v>
                </c:pt>
                <c:pt idx="939" formatCode="0.00">
                  <c:v>101.98092443140128</c:v>
                </c:pt>
                <c:pt idx="940" formatCode="0.00">
                  <c:v>102.12765957446803</c:v>
                </c:pt>
                <c:pt idx="941" formatCode="0.00">
                  <c:v>102.12765957446803</c:v>
                </c:pt>
                <c:pt idx="942" formatCode="0.00">
                  <c:v>102.12765957446803</c:v>
                </c:pt>
                <c:pt idx="943" formatCode="0.00">
                  <c:v>102.05429200293466</c:v>
                </c:pt>
                <c:pt idx="944" formatCode="0.00">
                  <c:v>102.05429200293466</c:v>
                </c:pt>
                <c:pt idx="945" formatCode="0.00">
                  <c:v>102.05429200293466</c:v>
                </c:pt>
                <c:pt idx="946" formatCode="0.00">
                  <c:v>102.12765957446803</c:v>
                </c:pt>
                <c:pt idx="947" formatCode="0.00">
                  <c:v>102.12765957446803</c:v>
                </c:pt>
                <c:pt idx="948" formatCode="0.00">
                  <c:v>102.27439471753479</c:v>
                </c:pt>
                <c:pt idx="949" formatCode="0.00">
                  <c:v>102.49449743213493</c:v>
                </c:pt>
                <c:pt idx="950" formatCode="0.00">
                  <c:v>102.56786500366833</c:v>
                </c:pt>
                <c:pt idx="951" formatCode="0.00">
                  <c:v>102.56786500366833</c:v>
                </c:pt>
                <c:pt idx="952" formatCode="0.00">
                  <c:v>103.00807043286861</c:v>
                </c:pt>
                <c:pt idx="953" formatCode="0.00">
                  <c:v>103.00807043286861</c:v>
                </c:pt>
                <c:pt idx="954" formatCode="0.00">
                  <c:v>102.86133528980184</c:v>
                </c:pt>
                <c:pt idx="955" formatCode="0.00">
                  <c:v>102.78796771826846</c:v>
                </c:pt>
                <c:pt idx="956" formatCode="0.00">
                  <c:v>102.78796771826846</c:v>
                </c:pt>
                <c:pt idx="957" formatCode="0.00">
                  <c:v>102.78796771826846</c:v>
                </c:pt>
                <c:pt idx="958" formatCode="0.00">
                  <c:v>102.93470286133524</c:v>
                </c:pt>
                <c:pt idx="959" formatCode="0.00">
                  <c:v>103.00807043286862</c:v>
                </c:pt>
                <c:pt idx="960" formatCode="0.00">
                  <c:v>103.00807043286862</c:v>
                </c:pt>
                <c:pt idx="961" formatCode="0.00">
                  <c:v>103.08143800440202</c:v>
                </c:pt>
                <c:pt idx="962" formatCode="0.00">
                  <c:v>103.1548055759354</c:v>
                </c:pt>
                <c:pt idx="963" formatCode="0.00">
                  <c:v>103.00807043286862</c:v>
                </c:pt>
                <c:pt idx="964" formatCode="0.00">
                  <c:v>103.08143800440202</c:v>
                </c:pt>
                <c:pt idx="965" formatCode="0.00">
                  <c:v>103.30154071900216</c:v>
                </c:pt>
                <c:pt idx="966" formatCode="0.00">
                  <c:v>103.30154071900216</c:v>
                </c:pt>
                <c:pt idx="967" formatCode="0.00">
                  <c:v>103.22817314746877</c:v>
                </c:pt>
                <c:pt idx="968" formatCode="0.00">
                  <c:v>103.08143800440202</c:v>
                </c:pt>
                <c:pt idx="969" formatCode="0.00">
                  <c:v>103.08143800440202</c:v>
                </c:pt>
                <c:pt idx="970" formatCode="0.00">
                  <c:v>103.1548055759354</c:v>
                </c:pt>
                <c:pt idx="971" formatCode="0.00">
                  <c:v>102.78796771826849</c:v>
                </c:pt>
                <c:pt idx="972" formatCode="0.00">
                  <c:v>102.71460014673511</c:v>
                </c:pt>
                <c:pt idx="973" formatCode="0.00">
                  <c:v>102.71460014673511</c:v>
                </c:pt>
                <c:pt idx="974" formatCode="0.00">
                  <c:v>102.93470286133524</c:v>
                </c:pt>
                <c:pt idx="975" formatCode="0.00">
                  <c:v>102.93470286133524</c:v>
                </c:pt>
                <c:pt idx="976" formatCode="0.00">
                  <c:v>102.93470286133524</c:v>
                </c:pt>
                <c:pt idx="977" formatCode="0.00">
                  <c:v>102.86133528980184</c:v>
                </c:pt>
                <c:pt idx="978" formatCode="0.00">
                  <c:v>102.78796771826846</c:v>
                </c:pt>
                <c:pt idx="979" formatCode="0.00">
                  <c:v>102.71460014673508</c:v>
                </c:pt>
                <c:pt idx="980" formatCode="0.00">
                  <c:v>102.6412325752017</c:v>
                </c:pt>
                <c:pt idx="981" formatCode="0.00">
                  <c:v>102.6412325752017</c:v>
                </c:pt>
                <c:pt idx="982" formatCode="0.00">
                  <c:v>102.78796771826848</c:v>
                </c:pt>
                <c:pt idx="983" formatCode="0.00">
                  <c:v>102.71460014673509</c:v>
                </c:pt>
                <c:pt idx="984" formatCode="0.00">
                  <c:v>102.78796771826848</c:v>
                </c:pt>
                <c:pt idx="985" formatCode="0.00">
                  <c:v>102.78796771826848</c:v>
                </c:pt>
                <c:pt idx="986" formatCode="0.00">
                  <c:v>102.93470286133525</c:v>
                </c:pt>
                <c:pt idx="987" formatCode="0.00">
                  <c:v>103.00807043286864</c:v>
                </c:pt>
                <c:pt idx="988" formatCode="0.00">
                  <c:v>102.93470286133525</c:v>
                </c:pt>
                <c:pt idx="989" formatCode="0.00">
                  <c:v>103.00807043286864</c:v>
                </c:pt>
                <c:pt idx="990" formatCode="0.00">
                  <c:v>102.93470286133525</c:v>
                </c:pt>
                <c:pt idx="991" formatCode="0.00">
                  <c:v>102.93470286133525</c:v>
                </c:pt>
                <c:pt idx="992" formatCode="0.00">
                  <c:v>102.93470286133525</c:v>
                </c:pt>
                <c:pt idx="993" formatCode="0.00">
                  <c:v>102.93470286133525</c:v>
                </c:pt>
                <c:pt idx="994" formatCode="0.00">
                  <c:v>103.22817314746877</c:v>
                </c:pt>
                <c:pt idx="995" formatCode="0.00">
                  <c:v>103.37490829053553</c:v>
                </c:pt>
                <c:pt idx="996" formatCode="0.00">
                  <c:v>103.37490829053553</c:v>
                </c:pt>
                <c:pt idx="997" formatCode="0.00">
                  <c:v>103.15480557593538</c:v>
                </c:pt>
                <c:pt idx="998" formatCode="0.00">
                  <c:v>103.00807043286861</c:v>
                </c:pt>
                <c:pt idx="999" formatCode="0.00">
                  <c:v>102.93470286133523</c:v>
                </c:pt>
                <c:pt idx="1000" formatCode="0.00">
                  <c:v>102.86133528980183</c:v>
                </c:pt>
                <c:pt idx="1001" formatCode="0.00">
                  <c:v>102.86133528980183</c:v>
                </c:pt>
                <c:pt idx="1002" formatCode="0.00">
                  <c:v>103.00807043286861</c:v>
                </c:pt>
                <c:pt idx="1003" formatCode="0.00">
                  <c:v>102.93470286133523</c:v>
                </c:pt>
                <c:pt idx="1004" formatCode="0.00">
                  <c:v>103.00807043286861</c:v>
                </c:pt>
                <c:pt idx="1005" formatCode="0.00">
                  <c:v>103.00807043286861</c:v>
                </c:pt>
                <c:pt idx="1006" formatCode="0.00">
                  <c:v>103.15480557593538</c:v>
                </c:pt>
                <c:pt idx="1007" formatCode="0.00">
                  <c:v>103.37490829053553</c:v>
                </c:pt>
                <c:pt idx="1008" formatCode="0.00">
                  <c:v>103.37490829053553</c:v>
                </c:pt>
                <c:pt idx="1009" formatCode="0.00">
                  <c:v>103.22817314746875</c:v>
                </c:pt>
                <c:pt idx="1010" formatCode="0.00">
                  <c:v>103.15480557593538</c:v>
                </c:pt>
                <c:pt idx="1011" formatCode="0.00">
                  <c:v>103.081438004402</c:v>
                </c:pt>
                <c:pt idx="1012" formatCode="0.00">
                  <c:v>103.081438004402</c:v>
                </c:pt>
                <c:pt idx="1013" formatCode="0.00">
                  <c:v>103.22817314746875</c:v>
                </c:pt>
                <c:pt idx="1014" formatCode="0.00">
                  <c:v>103.22817314746875</c:v>
                </c:pt>
                <c:pt idx="1015" formatCode="0.00">
                  <c:v>103.59501100513565</c:v>
                </c:pt>
                <c:pt idx="1016" formatCode="0.00">
                  <c:v>103.81511371973578</c:v>
                </c:pt>
                <c:pt idx="1017" formatCode="0.00">
                  <c:v>103.7417461482024</c:v>
                </c:pt>
                <c:pt idx="1018" formatCode="0.00">
                  <c:v>103.7417461482024</c:v>
                </c:pt>
                <c:pt idx="1019" formatCode="0.00">
                  <c:v>103.7417461482024</c:v>
                </c:pt>
                <c:pt idx="1020" formatCode="0.00">
                  <c:v>103.81511371973578</c:v>
                </c:pt>
                <c:pt idx="1021" formatCode="0.00">
                  <c:v>103.96184886280255</c:v>
                </c:pt>
                <c:pt idx="1022" formatCode="0.00">
                  <c:v>103.74174614820241</c:v>
                </c:pt>
                <c:pt idx="1023" formatCode="0.00">
                  <c:v>103.81511371973579</c:v>
                </c:pt>
                <c:pt idx="1024" formatCode="0.00">
                  <c:v>103.74174614820241</c:v>
                </c:pt>
                <c:pt idx="1025" formatCode="0.00">
                  <c:v>103.88848129126917</c:v>
                </c:pt>
                <c:pt idx="1026" formatCode="0.00">
                  <c:v>103.88848129126917</c:v>
                </c:pt>
                <c:pt idx="1027" formatCode="0.00">
                  <c:v>104.03521643433595</c:v>
                </c:pt>
                <c:pt idx="1028" formatCode="0.00">
                  <c:v>104.03521643433595</c:v>
                </c:pt>
                <c:pt idx="1029" formatCode="0.00">
                  <c:v>104.18195157740269</c:v>
                </c:pt>
                <c:pt idx="1030" formatCode="0.00">
                  <c:v>104.25531914893608</c:v>
                </c:pt>
                <c:pt idx="1031" formatCode="0.00">
                  <c:v>104.18195157740269</c:v>
                </c:pt>
                <c:pt idx="1032" formatCode="0.00">
                  <c:v>104.32868672046945</c:v>
                </c:pt>
                <c:pt idx="1033" formatCode="0.00">
                  <c:v>104.32868672046945</c:v>
                </c:pt>
                <c:pt idx="1034" formatCode="0.00">
                  <c:v>104.32868672046945</c:v>
                </c:pt>
                <c:pt idx="1035" formatCode="0.00">
                  <c:v>104.54878943506958</c:v>
                </c:pt>
                <c:pt idx="1036" formatCode="0.00">
                  <c:v>104.69552457813636</c:v>
                </c:pt>
                <c:pt idx="1037" formatCode="0.00">
                  <c:v>104.76889214966974</c:v>
                </c:pt>
                <c:pt idx="1038" formatCode="0.00">
                  <c:v>104.76889214966974</c:v>
                </c:pt>
                <c:pt idx="1039" formatCode="0.00">
                  <c:v>104.84225972120312</c:v>
                </c:pt>
                <c:pt idx="1040" formatCode="0.00">
                  <c:v>104.9156272927365</c:v>
                </c:pt>
                <c:pt idx="1041" formatCode="0.00">
                  <c:v>105.20909757887004</c:v>
                </c:pt>
                <c:pt idx="1042" formatCode="0.00">
                  <c:v>105.20909757887004</c:v>
                </c:pt>
                <c:pt idx="1043" formatCode="0.00">
                  <c:v>105.28246515040341</c:v>
                </c:pt>
                <c:pt idx="1044" formatCode="0.00">
                  <c:v>105.06236243580327</c:v>
                </c:pt>
                <c:pt idx="1045" formatCode="0.00">
                  <c:v>105.13573000733665</c:v>
                </c:pt>
                <c:pt idx="1046" formatCode="0.00">
                  <c:v>104.91562729273649</c:v>
                </c:pt>
                <c:pt idx="1047" formatCode="0.00">
                  <c:v>105.06236243580325</c:v>
                </c:pt>
                <c:pt idx="1048" formatCode="0.00">
                  <c:v>105.13573000733663</c:v>
                </c:pt>
                <c:pt idx="1049" formatCode="0.00">
                  <c:v>105.28246515040338</c:v>
                </c:pt>
                <c:pt idx="1050" formatCode="0.00">
                  <c:v>105.20909757887001</c:v>
                </c:pt>
                <c:pt idx="1051" formatCode="0.00">
                  <c:v>105.28246515040338</c:v>
                </c:pt>
                <c:pt idx="1052" formatCode="0.00">
                  <c:v>105.35583272193678</c:v>
                </c:pt>
                <c:pt idx="1053" formatCode="0.00">
                  <c:v>105.28246515040338</c:v>
                </c:pt>
                <c:pt idx="1054" formatCode="0.00">
                  <c:v>105.42920029347015</c:v>
                </c:pt>
                <c:pt idx="1055" formatCode="0.00">
                  <c:v>105.50256786500354</c:v>
                </c:pt>
                <c:pt idx="1056" formatCode="0.00">
                  <c:v>105.42920029347015</c:v>
                </c:pt>
                <c:pt idx="1057" formatCode="0.00">
                  <c:v>105.35583272193676</c:v>
                </c:pt>
                <c:pt idx="1058" formatCode="0.00">
                  <c:v>105.57593543653691</c:v>
                </c:pt>
                <c:pt idx="1059" formatCode="0.00">
                  <c:v>105.57593543653691</c:v>
                </c:pt>
                <c:pt idx="1060" formatCode="0.00">
                  <c:v>105.79603815113705</c:v>
                </c:pt>
                <c:pt idx="1061" formatCode="0.00">
                  <c:v>105.64930300807029</c:v>
                </c:pt>
                <c:pt idx="1062" formatCode="0.00">
                  <c:v>105.64930300807029</c:v>
                </c:pt>
                <c:pt idx="1063" formatCode="0.00">
                  <c:v>105.42920029347015</c:v>
                </c:pt>
                <c:pt idx="1064" formatCode="0.00">
                  <c:v>105.64930300807029</c:v>
                </c:pt>
                <c:pt idx="1065" formatCode="0.00">
                  <c:v>105.79603815113705</c:v>
                </c:pt>
                <c:pt idx="1066" formatCode="0.00">
                  <c:v>105.72267057960369</c:v>
                </c:pt>
                <c:pt idx="1067" formatCode="0.00">
                  <c:v>105.72267057960369</c:v>
                </c:pt>
                <c:pt idx="1068" formatCode="0.00">
                  <c:v>105.86940572267045</c:v>
                </c:pt>
                <c:pt idx="1069" formatCode="0.00">
                  <c:v>106.0895084372706</c:v>
                </c:pt>
                <c:pt idx="1070" formatCode="0.00">
                  <c:v>106.16287600880398</c:v>
                </c:pt>
                <c:pt idx="1071" formatCode="0.00">
                  <c:v>106.16287600880398</c:v>
                </c:pt>
                <c:pt idx="1072" formatCode="0.00">
                  <c:v>106.38297872340411</c:v>
                </c:pt>
                <c:pt idx="1073" formatCode="0.00">
                  <c:v>106.30961115187074</c:v>
                </c:pt>
                <c:pt idx="1074" formatCode="0.00">
                  <c:v>106.60308143800427</c:v>
                </c:pt>
                <c:pt idx="1075" formatCode="0.00">
                  <c:v>106.52971386647087</c:v>
                </c:pt>
                <c:pt idx="1076" formatCode="0.00">
                  <c:v>106.45634629493749</c:v>
                </c:pt>
                <c:pt idx="1077" formatCode="0.00">
                  <c:v>106.30961115187073</c:v>
                </c:pt>
                <c:pt idx="1078" formatCode="0.00">
                  <c:v>106.38297872340411</c:v>
                </c:pt>
                <c:pt idx="1079" formatCode="0.00">
                  <c:v>106.52971386647087</c:v>
                </c:pt>
                <c:pt idx="1080" formatCode="0.00">
                  <c:v>106.67644900953763</c:v>
                </c:pt>
                <c:pt idx="1081" formatCode="0.00">
                  <c:v>107.04328686720453</c:v>
                </c:pt>
                <c:pt idx="1082" formatCode="0.00">
                  <c:v>107.19002201027131</c:v>
                </c:pt>
                <c:pt idx="1083" formatCode="0.00">
                  <c:v>106.89655172413777</c:v>
                </c:pt>
                <c:pt idx="1084" formatCode="0.00">
                  <c:v>106.30961115187071</c:v>
                </c:pt>
                <c:pt idx="1085" formatCode="0.00">
                  <c:v>106.01614086573717</c:v>
                </c:pt>
                <c:pt idx="1086" formatCode="0.00">
                  <c:v>106.38297872340409</c:v>
                </c:pt>
                <c:pt idx="1087" formatCode="0.00">
                  <c:v>106.08950843727058</c:v>
                </c:pt>
                <c:pt idx="1088" formatCode="0.00">
                  <c:v>106.30961115187073</c:v>
                </c:pt>
                <c:pt idx="1089" formatCode="0.00">
                  <c:v>106.52971386647087</c:v>
                </c:pt>
                <c:pt idx="1090" formatCode="0.00">
                  <c:v>106.67644900953763</c:v>
                </c:pt>
                <c:pt idx="1091" formatCode="0.00">
                  <c:v>106.67644900953763</c:v>
                </c:pt>
                <c:pt idx="1092" formatCode="0.00">
                  <c:v>106.60308143800427</c:v>
                </c:pt>
                <c:pt idx="1093" formatCode="0.00">
                  <c:v>106.23624358033736</c:v>
                </c:pt>
                <c:pt idx="1094" formatCode="0.00">
                  <c:v>106.52971386647089</c:v>
                </c:pt>
                <c:pt idx="1095" formatCode="0.00">
                  <c:v>106.6030814380043</c:v>
                </c:pt>
                <c:pt idx="1096" formatCode="0.00">
                  <c:v>106.30961115187075</c:v>
                </c:pt>
                <c:pt idx="1097" formatCode="0.00">
                  <c:v>106.67644900953766</c:v>
                </c:pt>
                <c:pt idx="1098" formatCode="0.00">
                  <c:v>106.23624358033739</c:v>
                </c:pt>
                <c:pt idx="1099" formatCode="0.00">
                  <c:v>106.60308143800431</c:v>
                </c:pt>
                <c:pt idx="1100" formatCode="0.00">
                  <c:v>106.45634629493755</c:v>
                </c:pt>
                <c:pt idx="1101" formatCode="0.00">
                  <c:v>106.30961115187078</c:v>
                </c:pt>
                <c:pt idx="1102" formatCode="0.00">
                  <c:v>106.01614086573724</c:v>
                </c:pt>
                <c:pt idx="1103" formatCode="0.00">
                  <c:v>106.01614086573724</c:v>
                </c:pt>
                <c:pt idx="1104" formatCode="0.00">
                  <c:v>106.08950843727062</c:v>
                </c:pt>
                <c:pt idx="1105" formatCode="0.00">
                  <c:v>106.52971386647091</c:v>
                </c:pt>
                <c:pt idx="1106" formatCode="0.00">
                  <c:v>106.67644900953768</c:v>
                </c:pt>
                <c:pt idx="1107" formatCode="0.00">
                  <c:v>106.45634629493753</c:v>
                </c:pt>
                <c:pt idx="1108" formatCode="0.00">
                  <c:v>106.52971386647091</c:v>
                </c:pt>
                <c:pt idx="1109" formatCode="0.00">
                  <c:v>106.74981658107106</c:v>
                </c:pt>
                <c:pt idx="1110" formatCode="0.00">
                  <c:v>107.04328686720459</c:v>
                </c:pt>
                <c:pt idx="1111" formatCode="0.00">
                  <c:v>107.33675715333813</c:v>
                </c:pt>
                <c:pt idx="1112" formatCode="0.00">
                  <c:v>107.48349229640488</c:v>
                </c:pt>
                <c:pt idx="1113" formatCode="0.00">
                  <c:v>107.48349229640488</c:v>
                </c:pt>
                <c:pt idx="1114" formatCode="0.00">
                  <c:v>107.55685986793827</c:v>
                </c:pt>
                <c:pt idx="1115" formatCode="0.00">
                  <c:v>107.70359501100504</c:v>
                </c:pt>
                <c:pt idx="1116" formatCode="0.00">
                  <c:v>107.63022743947164</c:v>
                </c:pt>
                <c:pt idx="1117" formatCode="0.00">
                  <c:v>107.55685986793827</c:v>
                </c:pt>
                <c:pt idx="1118" formatCode="0.00">
                  <c:v>107.63022743947164</c:v>
                </c:pt>
                <c:pt idx="1119" formatCode="0.00">
                  <c:v>107.63022743947164</c:v>
                </c:pt>
                <c:pt idx="1120" formatCode="0.00">
                  <c:v>107.41012472487149</c:v>
                </c:pt>
                <c:pt idx="1121" formatCode="0.00">
                  <c:v>107.41012472487149</c:v>
                </c:pt>
                <c:pt idx="1122" formatCode="0.00">
                  <c:v>107.33675715333813</c:v>
                </c:pt>
                <c:pt idx="1123" formatCode="0.00">
                  <c:v>107.33675715333813</c:v>
                </c:pt>
                <c:pt idx="1124" formatCode="0.00">
                  <c:v>107.48349229640488</c:v>
                </c:pt>
                <c:pt idx="1125" formatCode="0.00">
                  <c:v>107.26338958180473</c:v>
                </c:pt>
                <c:pt idx="1126" formatCode="0.00">
                  <c:v>107.11665443873797</c:v>
                </c:pt>
                <c:pt idx="1127" formatCode="0.00">
                  <c:v>107.41012472487151</c:v>
                </c:pt>
                <c:pt idx="1128" formatCode="0.00">
                  <c:v>107.41012472487151</c:v>
                </c:pt>
                <c:pt idx="1129" formatCode="0.00">
                  <c:v>107.41012472487151</c:v>
                </c:pt>
                <c:pt idx="1130" formatCode="0.00">
                  <c:v>107.48349229640488</c:v>
                </c:pt>
                <c:pt idx="1131" formatCode="0.00">
                  <c:v>107.70359501100504</c:v>
                </c:pt>
                <c:pt idx="1132" formatCode="0.00">
                  <c:v>107.7769625825384</c:v>
                </c:pt>
                <c:pt idx="1133" formatCode="0.00">
                  <c:v>107.92369772560518</c:v>
                </c:pt>
                <c:pt idx="1134" formatCode="0.00">
                  <c:v>107.99706529713855</c:v>
                </c:pt>
                <c:pt idx="1135" formatCode="0.00">
                  <c:v>108.07043286867193</c:v>
                </c:pt>
                <c:pt idx="1136" formatCode="0.00">
                  <c:v>108.07043286867193</c:v>
                </c:pt>
                <c:pt idx="1137" formatCode="0.00">
                  <c:v>108.07043286867193</c:v>
                </c:pt>
                <c:pt idx="1138" formatCode="0.00">
                  <c:v>107.70359501100504</c:v>
                </c:pt>
                <c:pt idx="1139" formatCode="0.00">
                  <c:v>107.92369772560518</c:v>
                </c:pt>
                <c:pt idx="1140" formatCode="0.00">
                  <c:v>107.63022743947165</c:v>
                </c:pt>
                <c:pt idx="1141" formatCode="0.00">
                  <c:v>107.85033015407181</c:v>
                </c:pt>
                <c:pt idx="1142" formatCode="0.00">
                  <c:v>107.92369772560521</c:v>
                </c:pt>
                <c:pt idx="1143" formatCode="0.00">
                  <c:v>107.92369772560521</c:v>
                </c:pt>
                <c:pt idx="1144" formatCode="0.00">
                  <c:v>108.14380044020537</c:v>
                </c:pt>
                <c:pt idx="1145" formatCode="0.00">
                  <c:v>108.21716801173874</c:v>
                </c:pt>
                <c:pt idx="1146" formatCode="0.00">
                  <c:v>108.29053558327215</c:v>
                </c:pt>
                <c:pt idx="1147" formatCode="0.00">
                  <c:v>108.51063829787229</c:v>
                </c:pt>
                <c:pt idx="1148" formatCode="0.00">
                  <c:v>108.43727072633889</c:v>
                </c:pt>
                <c:pt idx="1149" formatCode="0.00">
                  <c:v>108.51063829787228</c:v>
                </c:pt>
                <c:pt idx="1150" formatCode="0.00">
                  <c:v>108.21716801173874</c:v>
                </c:pt>
                <c:pt idx="1151" formatCode="0.00">
                  <c:v>108.29053558327215</c:v>
                </c:pt>
                <c:pt idx="1152" formatCode="0.00">
                  <c:v>108.07043286867199</c:v>
                </c:pt>
                <c:pt idx="1153" formatCode="0.00">
                  <c:v>108.14380044020537</c:v>
                </c:pt>
                <c:pt idx="1154" formatCode="0.00">
                  <c:v>108.21716801173874</c:v>
                </c:pt>
                <c:pt idx="1155" formatCode="0.00">
                  <c:v>108.14380044020537</c:v>
                </c:pt>
                <c:pt idx="1156" formatCode="0.00">
                  <c:v>108.51063829787228</c:v>
                </c:pt>
                <c:pt idx="1157" formatCode="0.00">
                  <c:v>108.43727072633888</c:v>
                </c:pt>
                <c:pt idx="1158" formatCode="0.00">
                  <c:v>108.51063829787226</c:v>
                </c:pt>
                <c:pt idx="1159" formatCode="0.00">
                  <c:v>108.58400586940563</c:v>
                </c:pt>
                <c:pt idx="1160" formatCode="0.00">
                  <c:v>108.29053558327212</c:v>
                </c:pt>
                <c:pt idx="1161" formatCode="0.00">
                  <c:v>108.21716801173872</c:v>
                </c:pt>
                <c:pt idx="1162" formatCode="0.00">
                  <c:v>108.14380044020535</c:v>
                </c:pt>
                <c:pt idx="1163" formatCode="0.00">
                  <c:v>108.21716801173872</c:v>
                </c:pt>
                <c:pt idx="1164" formatCode="0.00">
                  <c:v>107.99706529713858</c:v>
                </c:pt>
                <c:pt idx="1165" formatCode="0.00">
                  <c:v>107.70359501100506</c:v>
                </c:pt>
                <c:pt idx="1166" formatCode="0.00">
                  <c:v>107.85033015407181</c:v>
                </c:pt>
                <c:pt idx="1167" formatCode="0.00">
                  <c:v>107.85033015407181</c:v>
                </c:pt>
                <c:pt idx="1168" formatCode="0.00">
                  <c:v>107.85033015407181</c:v>
                </c:pt>
                <c:pt idx="1169" formatCode="0.00">
                  <c:v>107.99706529713859</c:v>
                </c:pt>
                <c:pt idx="1170" formatCode="0.00">
                  <c:v>107.99706529713859</c:v>
                </c:pt>
                <c:pt idx="1171" formatCode="0.00">
                  <c:v>108.07043286867197</c:v>
                </c:pt>
                <c:pt idx="1172" formatCode="0.00">
                  <c:v>108.14380044020535</c:v>
                </c:pt>
                <c:pt idx="1173" formatCode="0.00">
                  <c:v>107.99706529713859</c:v>
                </c:pt>
                <c:pt idx="1174" formatCode="0.00">
                  <c:v>107.85033015407183</c:v>
                </c:pt>
                <c:pt idx="1175" formatCode="0.00">
                  <c:v>107.77696258253845</c:v>
                </c:pt>
                <c:pt idx="1176" formatCode="0.00">
                  <c:v>107.92369772560522</c:v>
                </c:pt>
                <c:pt idx="1177" formatCode="0.00">
                  <c:v>108.14380044020538</c:v>
                </c:pt>
                <c:pt idx="1178" formatCode="0.00">
                  <c:v>108.14380044020538</c:v>
                </c:pt>
                <c:pt idx="1179" formatCode="0.00">
                  <c:v>108.29053558327216</c:v>
                </c:pt>
                <c:pt idx="1180" formatCode="0.00">
                  <c:v>108.36390315480554</c:v>
                </c:pt>
                <c:pt idx="1181" formatCode="0.00">
                  <c:v>108.29053558327217</c:v>
                </c:pt>
                <c:pt idx="1182" formatCode="0.00">
                  <c:v>108.21716801173878</c:v>
                </c:pt>
                <c:pt idx="1183" formatCode="0.00">
                  <c:v>108.36390315480554</c:v>
                </c:pt>
                <c:pt idx="1184" formatCode="0.00">
                  <c:v>108.36390315480554</c:v>
                </c:pt>
                <c:pt idx="1185" formatCode="0.00">
                  <c:v>108.29053558327217</c:v>
                </c:pt>
                <c:pt idx="1186" formatCode="0.00">
                  <c:v>108.21716801173878</c:v>
                </c:pt>
                <c:pt idx="1187" formatCode="0.00">
                  <c:v>108.36390315480554</c:v>
                </c:pt>
                <c:pt idx="1188" formatCode="0.00">
                  <c:v>108.43727072633892</c:v>
                </c:pt>
                <c:pt idx="1189" formatCode="0.00">
                  <c:v>108.36390315480554</c:v>
                </c:pt>
                <c:pt idx="1190" formatCode="0.00">
                  <c:v>108.5106382978723</c:v>
                </c:pt>
                <c:pt idx="1191" formatCode="0.00">
                  <c:v>108.73074101247246</c:v>
                </c:pt>
                <c:pt idx="1192" formatCode="0.00">
                  <c:v>108.65737344093908</c:v>
                </c:pt>
                <c:pt idx="1193" formatCode="0.00">
                  <c:v>108.58400586940569</c:v>
                </c:pt>
                <c:pt idx="1194" formatCode="0.00">
                  <c:v>108.73074101247246</c:v>
                </c:pt>
                <c:pt idx="1195" formatCode="0.00">
                  <c:v>108.73074101247246</c:v>
                </c:pt>
                <c:pt idx="1196" formatCode="0.00">
                  <c:v>108.73074101247246</c:v>
                </c:pt>
                <c:pt idx="1197" formatCode="0.00">
                  <c:v>108.80410858400585</c:v>
                </c:pt>
                <c:pt idx="1198" formatCode="0.00">
                  <c:v>108.73074101247246</c:v>
                </c:pt>
                <c:pt idx="1199" formatCode="0.00">
                  <c:v>108.73074101247246</c:v>
                </c:pt>
                <c:pt idx="1200" formatCode="0.00">
                  <c:v>108.73074101247246</c:v>
                </c:pt>
                <c:pt idx="1201" formatCode="0.00">
                  <c:v>108.80410858400585</c:v>
                </c:pt>
                <c:pt idx="1202" formatCode="0.00">
                  <c:v>108.80410858400585</c:v>
                </c:pt>
                <c:pt idx="1203" formatCode="0.00">
                  <c:v>108.80410858400585</c:v>
                </c:pt>
                <c:pt idx="1204" formatCode="0.00">
                  <c:v>108.73074101247246</c:v>
                </c:pt>
                <c:pt idx="1205" formatCode="0.00">
                  <c:v>109.02421129860599</c:v>
                </c:pt>
                <c:pt idx="1206" formatCode="0.00">
                  <c:v>109.09757887013937</c:v>
                </c:pt>
                <c:pt idx="1207" formatCode="0.00">
                  <c:v>109.17094644167274</c:v>
                </c:pt>
                <c:pt idx="1208" formatCode="0.00">
                  <c:v>109.17094644167274</c:v>
                </c:pt>
                <c:pt idx="1209" formatCode="0.00">
                  <c:v>109.24431401320612</c:v>
                </c:pt>
                <c:pt idx="1210" formatCode="0.00">
                  <c:v>109.17094644167273</c:v>
                </c:pt>
                <c:pt idx="1211" formatCode="0.00">
                  <c:v>109.17094644167273</c:v>
                </c:pt>
                <c:pt idx="1212" formatCode="0.00">
                  <c:v>109.02421129860598</c:v>
                </c:pt>
                <c:pt idx="1213" formatCode="0.00">
                  <c:v>109.24431401320611</c:v>
                </c:pt>
                <c:pt idx="1214" formatCode="0.00">
                  <c:v>109.17094644167271</c:v>
                </c:pt>
                <c:pt idx="1215" formatCode="0.00">
                  <c:v>109.24431401320609</c:v>
                </c:pt>
                <c:pt idx="1216" formatCode="0.00">
                  <c:v>109.24431401320609</c:v>
                </c:pt>
                <c:pt idx="1217" formatCode="0.00">
                  <c:v>109.39104915627286</c:v>
                </c:pt>
                <c:pt idx="1218" formatCode="0.00">
                  <c:v>109.31768158473946</c:v>
                </c:pt>
                <c:pt idx="1219" formatCode="0.00">
                  <c:v>109.39104915627286</c:v>
                </c:pt>
                <c:pt idx="1220" formatCode="0.00">
                  <c:v>109.39104915627286</c:v>
                </c:pt>
                <c:pt idx="1221" formatCode="0.00">
                  <c:v>109.24431401320608</c:v>
                </c:pt>
                <c:pt idx="1222" formatCode="0.00">
                  <c:v>109.39104915627284</c:v>
                </c:pt>
                <c:pt idx="1223" formatCode="0.00">
                  <c:v>109.31768158473945</c:v>
                </c:pt>
                <c:pt idx="1224" formatCode="0.00">
                  <c:v>109.31768158473945</c:v>
                </c:pt>
                <c:pt idx="1225" formatCode="0.00">
                  <c:v>109.31768158473945</c:v>
                </c:pt>
                <c:pt idx="1226" formatCode="0.00">
                  <c:v>109.46441672780621</c:v>
                </c:pt>
                <c:pt idx="1227" formatCode="0.00">
                  <c:v>109.61115187087299</c:v>
                </c:pt>
                <c:pt idx="1228" formatCode="0.00">
                  <c:v>109.61115187087299</c:v>
                </c:pt>
                <c:pt idx="1229" formatCode="0.00">
                  <c:v>109.53778429933959</c:v>
                </c:pt>
                <c:pt idx="1230" formatCode="0.00">
                  <c:v>109.31768158473945</c:v>
                </c:pt>
                <c:pt idx="1231" formatCode="0.00">
                  <c:v>109.24431401320608</c:v>
                </c:pt>
                <c:pt idx="1232" formatCode="0.00">
                  <c:v>109.09757887013932</c:v>
                </c:pt>
                <c:pt idx="1233" formatCode="0.00">
                  <c:v>109.31768158473946</c:v>
                </c:pt>
                <c:pt idx="1234" formatCode="0.00">
                  <c:v>109.39104915627286</c:v>
                </c:pt>
                <c:pt idx="1235" formatCode="0.00">
                  <c:v>109.39104915627286</c:v>
                </c:pt>
                <c:pt idx="1236" formatCode="0.00">
                  <c:v>109.24431401320608</c:v>
                </c:pt>
                <c:pt idx="1237" formatCode="0.00">
                  <c:v>109.39104915627284</c:v>
                </c:pt>
                <c:pt idx="1238" formatCode="0.00">
                  <c:v>109.46441672780621</c:v>
                </c:pt>
                <c:pt idx="1239" formatCode="0.00">
                  <c:v>109.46441672780621</c:v>
                </c:pt>
                <c:pt idx="1240" formatCode="0.00">
                  <c:v>109.46441672780621</c:v>
                </c:pt>
                <c:pt idx="1241" formatCode="0.00">
                  <c:v>109.46441672780621</c:v>
                </c:pt>
                <c:pt idx="1242" formatCode="0.00">
                  <c:v>109.61115187087299</c:v>
                </c:pt>
                <c:pt idx="1243" formatCode="0.00">
                  <c:v>109.61115187087299</c:v>
                </c:pt>
                <c:pt idx="1244" formatCode="0.00">
                  <c:v>109.61115187087299</c:v>
                </c:pt>
                <c:pt idx="1245" formatCode="0.00">
                  <c:v>109.53778429933959</c:v>
                </c:pt>
                <c:pt idx="1246" formatCode="0.00">
                  <c:v>109.68451944240635</c:v>
                </c:pt>
                <c:pt idx="1247" formatCode="0.00">
                  <c:v>109.75788701393975</c:v>
                </c:pt>
                <c:pt idx="1248" formatCode="0.00">
                  <c:v>#N/A</c:v>
                </c:pt>
                <c:pt idx="1249" formatCode="0.00">
                  <c:v>#N/A</c:v>
                </c:pt>
                <c:pt idx="1250" formatCode="0.00">
                  <c:v>#N/A</c:v>
                </c:pt>
                <c:pt idx="1251" formatCode="0.00">
                  <c:v>#N/A</c:v>
                </c:pt>
                <c:pt idx="1252" formatCode="0.00">
                  <c:v>#N/A</c:v>
                </c:pt>
                <c:pt idx="1253" formatCode="0.00">
                  <c:v>#N/A</c:v>
                </c:pt>
                <c:pt idx="1254" formatCode="0.00">
                  <c:v>#N/A</c:v>
                </c:pt>
                <c:pt idx="1255" formatCode="0.00">
                  <c:v>#N/A</c:v>
                </c:pt>
                <c:pt idx="1256" formatCode="0.00">
                  <c:v>#N/A</c:v>
                </c:pt>
                <c:pt idx="1257" formatCode="0.00">
                  <c:v>#N/A</c:v>
                </c:pt>
                <c:pt idx="1258" formatCode="0.00">
                  <c:v>#N/A</c:v>
                </c:pt>
                <c:pt idx="1259" formatCode="0.00">
                  <c:v>#N/A</c:v>
                </c:pt>
                <c:pt idx="1260" formatCode="0.00">
                  <c:v>#N/A</c:v>
                </c:pt>
                <c:pt idx="1261" formatCode="0.00">
                  <c:v>#N/A</c:v>
                </c:pt>
                <c:pt idx="1262" formatCode="0.00">
                  <c:v>#N/A</c:v>
                </c:pt>
                <c:pt idx="1263" formatCode="0.00">
                  <c:v>#N/A</c:v>
                </c:pt>
                <c:pt idx="1264" formatCode="0.00">
                  <c:v>#N/A</c:v>
                </c:pt>
                <c:pt idx="1265" formatCode="0.00">
                  <c:v>#N/A</c:v>
                </c:pt>
                <c:pt idx="1266" formatCode="0.00">
                  <c:v>#N/A</c:v>
                </c:pt>
                <c:pt idx="1267" formatCode="0.00">
                  <c:v>#N/A</c:v>
                </c:pt>
                <c:pt idx="1268" formatCode="0.00">
                  <c:v>#N/A</c:v>
                </c:pt>
                <c:pt idx="1269" formatCode="0.00">
                  <c:v>#N/A</c:v>
                </c:pt>
                <c:pt idx="1270" formatCode="0.00">
                  <c:v>#N/A</c:v>
                </c:pt>
                <c:pt idx="1271" formatCode="0.00">
                  <c:v>#N/A</c:v>
                </c:pt>
                <c:pt idx="1272" formatCode="0.00">
                  <c:v>#N/A</c:v>
                </c:pt>
                <c:pt idx="1273" formatCode="0.00">
                  <c:v>#N/A</c:v>
                </c:pt>
                <c:pt idx="1274" formatCode="0.00">
                  <c:v>#N/A</c:v>
                </c:pt>
                <c:pt idx="1275" formatCode="0.00">
                  <c:v>#N/A</c:v>
                </c:pt>
                <c:pt idx="1276" formatCode="0.00">
                  <c:v>#N/A</c:v>
                </c:pt>
                <c:pt idx="1277" formatCode="0.00">
                  <c:v>#N/A</c:v>
                </c:pt>
                <c:pt idx="1278" formatCode="0.00">
                  <c:v>#N/A</c:v>
                </c:pt>
                <c:pt idx="1279" formatCode="0.00">
                  <c:v>#N/A</c:v>
                </c:pt>
                <c:pt idx="1280" formatCode="0.00">
                  <c:v>#N/A</c:v>
                </c:pt>
                <c:pt idx="1281" formatCode="0.00">
                  <c:v>#N/A</c:v>
                </c:pt>
                <c:pt idx="1282" formatCode="0.00">
                  <c:v>#N/A</c:v>
                </c:pt>
                <c:pt idx="1283" formatCode="0.00">
                  <c:v>#N/A</c:v>
                </c:pt>
                <c:pt idx="1284" formatCode="0.00">
                  <c:v>#N/A</c:v>
                </c:pt>
                <c:pt idx="1285" formatCode="0.00">
                  <c:v>#N/A</c:v>
                </c:pt>
                <c:pt idx="1286" formatCode="0.00">
                  <c:v>#N/A</c:v>
                </c:pt>
                <c:pt idx="1287" formatCode="0.00">
                  <c:v>#N/A</c:v>
                </c:pt>
                <c:pt idx="1288" formatCode="0.00">
                  <c:v>#N/A</c:v>
                </c:pt>
                <c:pt idx="1289" formatCode="0.00">
                  <c:v>#N/A</c:v>
                </c:pt>
                <c:pt idx="1290" formatCode="0.00">
                  <c:v>#N/A</c:v>
                </c:pt>
                <c:pt idx="1291" formatCode="0.00">
                  <c:v>#N/A</c:v>
                </c:pt>
                <c:pt idx="1292" formatCode="0.00">
                  <c:v>#N/A</c:v>
                </c:pt>
                <c:pt idx="1293" formatCode="0.00">
                  <c:v>#N/A</c:v>
                </c:pt>
                <c:pt idx="1294" formatCode="0.00">
                  <c:v>#N/A</c:v>
                </c:pt>
                <c:pt idx="1295" formatCode="0.00">
                  <c:v>#N/A</c:v>
                </c:pt>
                <c:pt idx="1296" formatCode="0.00">
                  <c:v>#N/A</c:v>
                </c:pt>
                <c:pt idx="1297" formatCode="0.00">
                  <c:v>#N/A</c:v>
                </c:pt>
                <c:pt idx="1298" formatCode="0.00">
                  <c:v>#N/A</c:v>
                </c:pt>
                <c:pt idx="1299" formatCode="0.00">
                  <c:v>#N/A</c:v>
                </c:pt>
                <c:pt idx="1300" formatCode="0.00">
                  <c:v>#N/A</c:v>
                </c:pt>
                <c:pt idx="1301" formatCode="0.00">
                  <c:v>#N/A</c:v>
                </c:pt>
                <c:pt idx="1302" formatCode="0.00">
                  <c:v>#N/A</c:v>
                </c:pt>
                <c:pt idx="1303" formatCode="0.00">
                  <c:v>#N/A</c:v>
                </c:pt>
                <c:pt idx="1304" formatCode="0.00">
                  <c:v>#N/A</c:v>
                </c:pt>
                <c:pt idx="1305" formatCode="0.00">
                  <c:v>#N/A</c:v>
                </c:pt>
                <c:pt idx="1306" formatCode="0.00">
                  <c:v>#N/A</c:v>
                </c:pt>
                <c:pt idx="1307" formatCode="0.00">
                  <c:v>#N/A</c:v>
                </c:pt>
                <c:pt idx="1308" formatCode="0.00">
                  <c:v>#N/A</c:v>
                </c:pt>
                <c:pt idx="1309" formatCode="0.00">
                  <c:v>#N/A</c:v>
                </c:pt>
                <c:pt idx="1310" formatCode="0.00">
                  <c:v>#N/A</c:v>
                </c:pt>
                <c:pt idx="1311" formatCode="0.00">
                  <c:v>#N/A</c:v>
                </c:pt>
                <c:pt idx="1312" formatCode="0.00">
                  <c:v>#N/A</c:v>
                </c:pt>
                <c:pt idx="1313" formatCode="0.00">
                  <c:v>#N/A</c:v>
                </c:pt>
                <c:pt idx="1314" formatCode="0.00">
                  <c:v>#N/A</c:v>
                </c:pt>
                <c:pt idx="1315" formatCode="0.00">
                  <c:v>#N/A</c:v>
                </c:pt>
                <c:pt idx="1316" formatCode="0.00">
                  <c:v>#N/A</c:v>
                </c:pt>
                <c:pt idx="1317" formatCode="0.00">
                  <c:v>#N/A</c:v>
                </c:pt>
                <c:pt idx="1318" formatCode="0.00">
                  <c:v>#N/A</c:v>
                </c:pt>
                <c:pt idx="1319" formatCode="0.00">
                  <c:v>#N/A</c:v>
                </c:pt>
                <c:pt idx="1320" formatCode="0.00">
                  <c:v>#N/A</c:v>
                </c:pt>
              </c:numCache>
            </c:numRef>
          </c:val>
          <c:smooth val="0"/>
          <c:extLst>
            <c:ext xmlns:c16="http://schemas.microsoft.com/office/drawing/2014/chart" uri="{C3380CC4-5D6E-409C-BE32-E72D297353CC}">
              <c16:uniqueId val="{00000002-C3B5-433F-9B50-C0E2EFC1814E}"/>
            </c:ext>
          </c:extLst>
        </c:ser>
        <c:ser>
          <c:idx val="3"/>
          <c:order val="3"/>
          <c:tx>
            <c:strRef>
              <c:f>FI_INDEX!$AR$7</c:f>
              <c:strCache>
                <c:ptCount val="1"/>
                <c:pt idx="0">
                  <c:v>JPM EM FX</c:v>
                </c:pt>
              </c:strCache>
            </c:strRef>
          </c:tx>
          <c:spPr>
            <a:ln w="28575">
              <a:solidFill>
                <a:sysClr val="window" lastClr="FFFFFF">
                  <a:lumMod val="50000"/>
                </a:sysClr>
              </a:solidFill>
            </a:ln>
          </c:spPr>
          <c:marker>
            <c:symbol val="none"/>
          </c:marker>
          <c:cat>
            <c:numRef>
              <c:f>FI_INDEX!$AC$795:$AC$4550</c:f>
              <c:numCache>
                <c:formatCode>m/d/yyyy</c:formatCode>
                <c:ptCount val="3756"/>
                <c:pt idx="0">
                  <c:v>44561</c:v>
                </c:pt>
                <c:pt idx="1">
                  <c:v>44564</c:v>
                </c:pt>
                <c:pt idx="2">
                  <c:v>44565</c:v>
                </c:pt>
                <c:pt idx="3">
                  <c:v>44566</c:v>
                </c:pt>
                <c:pt idx="4">
                  <c:v>44567</c:v>
                </c:pt>
                <c:pt idx="5">
                  <c:v>44568</c:v>
                </c:pt>
                <c:pt idx="6">
                  <c:v>44571</c:v>
                </c:pt>
                <c:pt idx="7">
                  <c:v>44572</c:v>
                </c:pt>
                <c:pt idx="8">
                  <c:v>44573</c:v>
                </c:pt>
                <c:pt idx="9">
                  <c:v>44574</c:v>
                </c:pt>
                <c:pt idx="10">
                  <c:v>44575</c:v>
                </c:pt>
                <c:pt idx="11">
                  <c:v>44578</c:v>
                </c:pt>
                <c:pt idx="12">
                  <c:v>44579</c:v>
                </c:pt>
                <c:pt idx="13">
                  <c:v>44580</c:v>
                </c:pt>
                <c:pt idx="14">
                  <c:v>44581</c:v>
                </c:pt>
                <c:pt idx="15">
                  <c:v>44582</c:v>
                </c:pt>
                <c:pt idx="16">
                  <c:v>44585</c:v>
                </c:pt>
                <c:pt idx="17">
                  <c:v>44586</c:v>
                </c:pt>
                <c:pt idx="18">
                  <c:v>44587</c:v>
                </c:pt>
                <c:pt idx="19">
                  <c:v>44588</c:v>
                </c:pt>
                <c:pt idx="20">
                  <c:v>44589</c:v>
                </c:pt>
                <c:pt idx="21">
                  <c:v>44592</c:v>
                </c:pt>
                <c:pt idx="22">
                  <c:v>44593</c:v>
                </c:pt>
                <c:pt idx="23">
                  <c:v>44594</c:v>
                </c:pt>
                <c:pt idx="24">
                  <c:v>44595</c:v>
                </c:pt>
                <c:pt idx="25">
                  <c:v>44596</c:v>
                </c:pt>
                <c:pt idx="26">
                  <c:v>44599</c:v>
                </c:pt>
                <c:pt idx="27">
                  <c:v>44600</c:v>
                </c:pt>
                <c:pt idx="28">
                  <c:v>44601</c:v>
                </c:pt>
                <c:pt idx="29">
                  <c:v>44602</c:v>
                </c:pt>
                <c:pt idx="30">
                  <c:v>44603</c:v>
                </c:pt>
                <c:pt idx="31">
                  <c:v>44606</c:v>
                </c:pt>
                <c:pt idx="32">
                  <c:v>44607</c:v>
                </c:pt>
                <c:pt idx="33">
                  <c:v>44608</c:v>
                </c:pt>
                <c:pt idx="34">
                  <c:v>44609</c:v>
                </c:pt>
                <c:pt idx="35">
                  <c:v>44610</c:v>
                </c:pt>
                <c:pt idx="36">
                  <c:v>44613</c:v>
                </c:pt>
                <c:pt idx="37">
                  <c:v>44614</c:v>
                </c:pt>
                <c:pt idx="38">
                  <c:v>44615</c:v>
                </c:pt>
                <c:pt idx="39">
                  <c:v>44616</c:v>
                </c:pt>
                <c:pt idx="40">
                  <c:v>44617</c:v>
                </c:pt>
                <c:pt idx="41">
                  <c:v>44620</c:v>
                </c:pt>
                <c:pt idx="42">
                  <c:v>44621</c:v>
                </c:pt>
                <c:pt idx="43">
                  <c:v>44622</c:v>
                </c:pt>
                <c:pt idx="44">
                  <c:v>44623</c:v>
                </c:pt>
                <c:pt idx="45">
                  <c:v>44624</c:v>
                </c:pt>
                <c:pt idx="46">
                  <c:v>44627</c:v>
                </c:pt>
                <c:pt idx="47">
                  <c:v>44628</c:v>
                </c:pt>
                <c:pt idx="48">
                  <c:v>44629</c:v>
                </c:pt>
                <c:pt idx="49">
                  <c:v>44630</c:v>
                </c:pt>
                <c:pt idx="50">
                  <c:v>44631</c:v>
                </c:pt>
                <c:pt idx="51">
                  <c:v>44634</c:v>
                </c:pt>
                <c:pt idx="52">
                  <c:v>44635</c:v>
                </c:pt>
                <c:pt idx="53">
                  <c:v>44636</c:v>
                </c:pt>
                <c:pt idx="54">
                  <c:v>44637</c:v>
                </c:pt>
                <c:pt idx="55">
                  <c:v>44638</c:v>
                </c:pt>
                <c:pt idx="56">
                  <c:v>44641</c:v>
                </c:pt>
                <c:pt idx="57">
                  <c:v>44642</c:v>
                </c:pt>
                <c:pt idx="58">
                  <c:v>44643</c:v>
                </c:pt>
                <c:pt idx="59">
                  <c:v>44644</c:v>
                </c:pt>
                <c:pt idx="60">
                  <c:v>44645</c:v>
                </c:pt>
                <c:pt idx="61">
                  <c:v>44648</c:v>
                </c:pt>
                <c:pt idx="62">
                  <c:v>44649</c:v>
                </c:pt>
                <c:pt idx="63">
                  <c:v>44650</c:v>
                </c:pt>
                <c:pt idx="64">
                  <c:v>44651</c:v>
                </c:pt>
                <c:pt idx="65">
                  <c:v>44652</c:v>
                </c:pt>
                <c:pt idx="66">
                  <c:v>44655</c:v>
                </c:pt>
                <c:pt idx="67">
                  <c:v>44656</c:v>
                </c:pt>
                <c:pt idx="68">
                  <c:v>44657</c:v>
                </c:pt>
                <c:pt idx="69">
                  <c:v>44658</c:v>
                </c:pt>
                <c:pt idx="70">
                  <c:v>44659</c:v>
                </c:pt>
                <c:pt idx="71">
                  <c:v>44662</c:v>
                </c:pt>
                <c:pt idx="72">
                  <c:v>44663</c:v>
                </c:pt>
                <c:pt idx="73">
                  <c:v>44664</c:v>
                </c:pt>
                <c:pt idx="74">
                  <c:v>44665</c:v>
                </c:pt>
                <c:pt idx="75">
                  <c:v>44666</c:v>
                </c:pt>
                <c:pt idx="76">
                  <c:v>44669</c:v>
                </c:pt>
                <c:pt idx="77">
                  <c:v>44670</c:v>
                </c:pt>
                <c:pt idx="78">
                  <c:v>44671</c:v>
                </c:pt>
                <c:pt idx="79">
                  <c:v>44672</c:v>
                </c:pt>
                <c:pt idx="80">
                  <c:v>44673</c:v>
                </c:pt>
                <c:pt idx="81">
                  <c:v>44676</c:v>
                </c:pt>
                <c:pt idx="82">
                  <c:v>44677</c:v>
                </c:pt>
                <c:pt idx="83">
                  <c:v>44678</c:v>
                </c:pt>
                <c:pt idx="84">
                  <c:v>44679</c:v>
                </c:pt>
                <c:pt idx="85">
                  <c:v>44680</c:v>
                </c:pt>
                <c:pt idx="86">
                  <c:v>44683</c:v>
                </c:pt>
                <c:pt idx="87">
                  <c:v>44684</c:v>
                </c:pt>
                <c:pt idx="88">
                  <c:v>44685</c:v>
                </c:pt>
                <c:pt idx="89">
                  <c:v>44686</c:v>
                </c:pt>
                <c:pt idx="90">
                  <c:v>44687</c:v>
                </c:pt>
                <c:pt idx="91">
                  <c:v>44690</c:v>
                </c:pt>
                <c:pt idx="92">
                  <c:v>44691</c:v>
                </c:pt>
                <c:pt idx="93">
                  <c:v>44692</c:v>
                </c:pt>
                <c:pt idx="94">
                  <c:v>44693</c:v>
                </c:pt>
                <c:pt idx="95">
                  <c:v>44694</c:v>
                </c:pt>
                <c:pt idx="96">
                  <c:v>44697</c:v>
                </c:pt>
                <c:pt idx="97">
                  <c:v>44698</c:v>
                </c:pt>
                <c:pt idx="98">
                  <c:v>44699</c:v>
                </c:pt>
                <c:pt idx="99">
                  <c:v>44700</c:v>
                </c:pt>
                <c:pt idx="100">
                  <c:v>44701</c:v>
                </c:pt>
                <c:pt idx="101">
                  <c:v>44704</c:v>
                </c:pt>
                <c:pt idx="102">
                  <c:v>44705</c:v>
                </c:pt>
                <c:pt idx="103">
                  <c:v>44706</c:v>
                </c:pt>
                <c:pt idx="104">
                  <c:v>44707</c:v>
                </c:pt>
                <c:pt idx="105">
                  <c:v>44708</c:v>
                </c:pt>
                <c:pt idx="106">
                  <c:v>44711</c:v>
                </c:pt>
                <c:pt idx="107">
                  <c:v>44712</c:v>
                </c:pt>
                <c:pt idx="108">
                  <c:v>44713</c:v>
                </c:pt>
                <c:pt idx="109">
                  <c:v>44714</c:v>
                </c:pt>
                <c:pt idx="110">
                  <c:v>44715</c:v>
                </c:pt>
                <c:pt idx="111">
                  <c:v>44718</c:v>
                </c:pt>
                <c:pt idx="112">
                  <c:v>44719</c:v>
                </c:pt>
                <c:pt idx="113">
                  <c:v>44720</c:v>
                </c:pt>
                <c:pt idx="114">
                  <c:v>44721</c:v>
                </c:pt>
                <c:pt idx="115">
                  <c:v>44722</c:v>
                </c:pt>
                <c:pt idx="116">
                  <c:v>44725</c:v>
                </c:pt>
                <c:pt idx="117">
                  <c:v>44726</c:v>
                </c:pt>
                <c:pt idx="118">
                  <c:v>44727</c:v>
                </c:pt>
                <c:pt idx="119">
                  <c:v>44728</c:v>
                </c:pt>
                <c:pt idx="120">
                  <c:v>44729</c:v>
                </c:pt>
                <c:pt idx="121">
                  <c:v>44732</c:v>
                </c:pt>
                <c:pt idx="122">
                  <c:v>44733</c:v>
                </c:pt>
                <c:pt idx="123">
                  <c:v>44734</c:v>
                </c:pt>
                <c:pt idx="124">
                  <c:v>44735</c:v>
                </c:pt>
                <c:pt idx="125">
                  <c:v>44736</c:v>
                </c:pt>
                <c:pt idx="126">
                  <c:v>44739</c:v>
                </c:pt>
                <c:pt idx="127">
                  <c:v>44740</c:v>
                </c:pt>
                <c:pt idx="128">
                  <c:v>44741</c:v>
                </c:pt>
                <c:pt idx="129">
                  <c:v>44742</c:v>
                </c:pt>
                <c:pt idx="130">
                  <c:v>44743</c:v>
                </c:pt>
                <c:pt idx="131">
                  <c:v>44746</c:v>
                </c:pt>
                <c:pt idx="132">
                  <c:v>44747</c:v>
                </c:pt>
                <c:pt idx="133">
                  <c:v>44748</c:v>
                </c:pt>
                <c:pt idx="134">
                  <c:v>44749</c:v>
                </c:pt>
                <c:pt idx="135">
                  <c:v>44750</c:v>
                </c:pt>
                <c:pt idx="136">
                  <c:v>44753</c:v>
                </c:pt>
                <c:pt idx="137">
                  <c:v>44754</c:v>
                </c:pt>
                <c:pt idx="138">
                  <c:v>44755</c:v>
                </c:pt>
                <c:pt idx="139">
                  <c:v>44756</c:v>
                </c:pt>
                <c:pt idx="140">
                  <c:v>44757</c:v>
                </c:pt>
                <c:pt idx="141">
                  <c:v>44760</c:v>
                </c:pt>
                <c:pt idx="142">
                  <c:v>44761</c:v>
                </c:pt>
                <c:pt idx="143">
                  <c:v>44762</c:v>
                </c:pt>
                <c:pt idx="144">
                  <c:v>44763</c:v>
                </c:pt>
                <c:pt idx="145">
                  <c:v>44764</c:v>
                </c:pt>
                <c:pt idx="146">
                  <c:v>44767</c:v>
                </c:pt>
                <c:pt idx="147">
                  <c:v>44768</c:v>
                </c:pt>
                <c:pt idx="148">
                  <c:v>44769</c:v>
                </c:pt>
                <c:pt idx="149">
                  <c:v>44770</c:v>
                </c:pt>
                <c:pt idx="150">
                  <c:v>44771</c:v>
                </c:pt>
                <c:pt idx="151">
                  <c:v>44774</c:v>
                </c:pt>
                <c:pt idx="152">
                  <c:v>44775</c:v>
                </c:pt>
                <c:pt idx="153">
                  <c:v>44776</c:v>
                </c:pt>
                <c:pt idx="154">
                  <c:v>44777</c:v>
                </c:pt>
                <c:pt idx="155">
                  <c:v>44778</c:v>
                </c:pt>
                <c:pt idx="156">
                  <c:v>44781</c:v>
                </c:pt>
                <c:pt idx="157">
                  <c:v>44782</c:v>
                </c:pt>
                <c:pt idx="158">
                  <c:v>44783</c:v>
                </c:pt>
                <c:pt idx="159">
                  <c:v>44784</c:v>
                </c:pt>
                <c:pt idx="160">
                  <c:v>44785</c:v>
                </c:pt>
                <c:pt idx="161">
                  <c:v>44788</c:v>
                </c:pt>
                <c:pt idx="162">
                  <c:v>44789</c:v>
                </c:pt>
                <c:pt idx="163">
                  <c:v>44790</c:v>
                </c:pt>
                <c:pt idx="164">
                  <c:v>44791</c:v>
                </c:pt>
                <c:pt idx="165">
                  <c:v>44792</c:v>
                </c:pt>
                <c:pt idx="166">
                  <c:v>44795</c:v>
                </c:pt>
                <c:pt idx="167">
                  <c:v>44796</c:v>
                </c:pt>
                <c:pt idx="168">
                  <c:v>44797</c:v>
                </c:pt>
                <c:pt idx="169">
                  <c:v>44798</c:v>
                </c:pt>
                <c:pt idx="170">
                  <c:v>44799</c:v>
                </c:pt>
                <c:pt idx="171">
                  <c:v>44802</c:v>
                </c:pt>
                <c:pt idx="172">
                  <c:v>44803</c:v>
                </c:pt>
                <c:pt idx="173">
                  <c:v>44804</c:v>
                </c:pt>
                <c:pt idx="174">
                  <c:v>44805</c:v>
                </c:pt>
                <c:pt idx="175">
                  <c:v>44806</c:v>
                </c:pt>
                <c:pt idx="176">
                  <c:v>44809</c:v>
                </c:pt>
                <c:pt idx="177">
                  <c:v>44810</c:v>
                </c:pt>
                <c:pt idx="178">
                  <c:v>44811</c:v>
                </c:pt>
                <c:pt idx="179">
                  <c:v>44812</c:v>
                </c:pt>
                <c:pt idx="180">
                  <c:v>44813</c:v>
                </c:pt>
                <c:pt idx="181">
                  <c:v>44816</c:v>
                </c:pt>
                <c:pt idx="182">
                  <c:v>44817</c:v>
                </c:pt>
                <c:pt idx="183">
                  <c:v>44818</c:v>
                </c:pt>
                <c:pt idx="184">
                  <c:v>44819</c:v>
                </c:pt>
                <c:pt idx="185">
                  <c:v>44820</c:v>
                </c:pt>
                <c:pt idx="186">
                  <c:v>44823</c:v>
                </c:pt>
                <c:pt idx="187">
                  <c:v>44824</c:v>
                </c:pt>
                <c:pt idx="188">
                  <c:v>44825</c:v>
                </c:pt>
                <c:pt idx="189">
                  <c:v>44826</c:v>
                </c:pt>
                <c:pt idx="190">
                  <c:v>44827</c:v>
                </c:pt>
                <c:pt idx="191">
                  <c:v>44830</c:v>
                </c:pt>
                <c:pt idx="192">
                  <c:v>44831</c:v>
                </c:pt>
                <c:pt idx="193">
                  <c:v>44832</c:v>
                </c:pt>
                <c:pt idx="194">
                  <c:v>44833</c:v>
                </c:pt>
                <c:pt idx="195">
                  <c:v>44834</c:v>
                </c:pt>
                <c:pt idx="196">
                  <c:v>44837</c:v>
                </c:pt>
                <c:pt idx="197">
                  <c:v>44838</c:v>
                </c:pt>
                <c:pt idx="198">
                  <c:v>44839</c:v>
                </c:pt>
                <c:pt idx="199">
                  <c:v>44840</c:v>
                </c:pt>
                <c:pt idx="200">
                  <c:v>44841</c:v>
                </c:pt>
                <c:pt idx="201">
                  <c:v>44844</c:v>
                </c:pt>
                <c:pt idx="202">
                  <c:v>44845</c:v>
                </c:pt>
                <c:pt idx="203">
                  <c:v>44846</c:v>
                </c:pt>
                <c:pt idx="204">
                  <c:v>44847</c:v>
                </c:pt>
                <c:pt idx="205">
                  <c:v>44848</c:v>
                </c:pt>
                <c:pt idx="206">
                  <c:v>44851</c:v>
                </c:pt>
                <c:pt idx="207">
                  <c:v>44852</c:v>
                </c:pt>
                <c:pt idx="208">
                  <c:v>44853</c:v>
                </c:pt>
                <c:pt idx="209">
                  <c:v>44854</c:v>
                </c:pt>
                <c:pt idx="210">
                  <c:v>44855</c:v>
                </c:pt>
                <c:pt idx="211">
                  <c:v>44858</c:v>
                </c:pt>
                <c:pt idx="212">
                  <c:v>44859</c:v>
                </c:pt>
                <c:pt idx="213">
                  <c:v>44860</c:v>
                </c:pt>
                <c:pt idx="214">
                  <c:v>44861</c:v>
                </c:pt>
                <c:pt idx="215">
                  <c:v>44862</c:v>
                </c:pt>
                <c:pt idx="216">
                  <c:v>44865</c:v>
                </c:pt>
                <c:pt idx="217">
                  <c:v>44866</c:v>
                </c:pt>
                <c:pt idx="218">
                  <c:v>44867</c:v>
                </c:pt>
                <c:pt idx="219">
                  <c:v>44868</c:v>
                </c:pt>
                <c:pt idx="220">
                  <c:v>44869</c:v>
                </c:pt>
                <c:pt idx="221">
                  <c:v>44872</c:v>
                </c:pt>
                <c:pt idx="222">
                  <c:v>44873</c:v>
                </c:pt>
                <c:pt idx="223">
                  <c:v>44874</c:v>
                </c:pt>
                <c:pt idx="224">
                  <c:v>44875</c:v>
                </c:pt>
                <c:pt idx="225">
                  <c:v>44876</c:v>
                </c:pt>
                <c:pt idx="226">
                  <c:v>44879</c:v>
                </c:pt>
                <c:pt idx="227">
                  <c:v>44880</c:v>
                </c:pt>
                <c:pt idx="228">
                  <c:v>44881</c:v>
                </c:pt>
                <c:pt idx="229">
                  <c:v>44882</c:v>
                </c:pt>
                <c:pt idx="230">
                  <c:v>44883</c:v>
                </c:pt>
                <c:pt idx="231">
                  <c:v>44886</c:v>
                </c:pt>
                <c:pt idx="232">
                  <c:v>44887</c:v>
                </c:pt>
                <c:pt idx="233">
                  <c:v>44888</c:v>
                </c:pt>
                <c:pt idx="234">
                  <c:v>44889</c:v>
                </c:pt>
                <c:pt idx="235">
                  <c:v>44890</c:v>
                </c:pt>
                <c:pt idx="236">
                  <c:v>44893</c:v>
                </c:pt>
                <c:pt idx="237">
                  <c:v>44894</c:v>
                </c:pt>
                <c:pt idx="238">
                  <c:v>44895</c:v>
                </c:pt>
                <c:pt idx="239">
                  <c:v>44896</c:v>
                </c:pt>
                <c:pt idx="240">
                  <c:v>44897</c:v>
                </c:pt>
                <c:pt idx="241">
                  <c:v>44900</c:v>
                </c:pt>
                <c:pt idx="242">
                  <c:v>44901</c:v>
                </c:pt>
                <c:pt idx="243">
                  <c:v>44902</c:v>
                </c:pt>
                <c:pt idx="244">
                  <c:v>44903</c:v>
                </c:pt>
                <c:pt idx="245">
                  <c:v>44904</c:v>
                </c:pt>
                <c:pt idx="246">
                  <c:v>44907</c:v>
                </c:pt>
                <c:pt idx="247">
                  <c:v>44908</c:v>
                </c:pt>
                <c:pt idx="248">
                  <c:v>44909</c:v>
                </c:pt>
                <c:pt idx="249">
                  <c:v>44910</c:v>
                </c:pt>
                <c:pt idx="250">
                  <c:v>44911</c:v>
                </c:pt>
                <c:pt idx="251">
                  <c:v>44914</c:v>
                </c:pt>
                <c:pt idx="252">
                  <c:v>44915</c:v>
                </c:pt>
                <c:pt idx="253">
                  <c:v>44916</c:v>
                </c:pt>
                <c:pt idx="254">
                  <c:v>44917</c:v>
                </c:pt>
                <c:pt idx="255">
                  <c:v>44918</c:v>
                </c:pt>
                <c:pt idx="256">
                  <c:v>44921</c:v>
                </c:pt>
                <c:pt idx="257">
                  <c:v>44922</c:v>
                </c:pt>
                <c:pt idx="258">
                  <c:v>44923</c:v>
                </c:pt>
                <c:pt idx="259">
                  <c:v>44924</c:v>
                </c:pt>
                <c:pt idx="260">
                  <c:v>44925</c:v>
                </c:pt>
                <c:pt idx="261">
                  <c:v>44928</c:v>
                </c:pt>
                <c:pt idx="262">
                  <c:v>44929</c:v>
                </c:pt>
                <c:pt idx="263">
                  <c:v>44930</c:v>
                </c:pt>
                <c:pt idx="264">
                  <c:v>44931</c:v>
                </c:pt>
                <c:pt idx="265">
                  <c:v>44932</c:v>
                </c:pt>
                <c:pt idx="266">
                  <c:v>44935</c:v>
                </c:pt>
                <c:pt idx="267">
                  <c:v>44936</c:v>
                </c:pt>
                <c:pt idx="268">
                  <c:v>44937</c:v>
                </c:pt>
                <c:pt idx="269">
                  <c:v>44938</c:v>
                </c:pt>
                <c:pt idx="270">
                  <c:v>44939</c:v>
                </c:pt>
                <c:pt idx="271">
                  <c:v>44942</c:v>
                </c:pt>
                <c:pt idx="272">
                  <c:v>44943</c:v>
                </c:pt>
                <c:pt idx="273">
                  <c:v>44944</c:v>
                </c:pt>
                <c:pt idx="274">
                  <c:v>44945</c:v>
                </c:pt>
                <c:pt idx="275">
                  <c:v>44946</c:v>
                </c:pt>
                <c:pt idx="276">
                  <c:v>44949</c:v>
                </c:pt>
                <c:pt idx="277">
                  <c:v>44950</c:v>
                </c:pt>
                <c:pt idx="278">
                  <c:v>44951</c:v>
                </c:pt>
                <c:pt idx="279">
                  <c:v>44952</c:v>
                </c:pt>
                <c:pt idx="280">
                  <c:v>44953</c:v>
                </c:pt>
                <c:pt idx="281">
                  <c:v>44956</c:v>
                </c:pt>
                <c:pt idx="282">
                  <c:v>44957</c:v>
                </c:pt>
                <c:pt idx="283">
                  <c:v>44958</c:v>
                </c:pt>
                <c:pt idx="284">
                  <c:v>44959</c:v>
                </c:pt>
                <c:pt idx="285">
                  <c:v>44960</c:v>
                </c:pt>
                <c:pt idx="286">
                  <c:v>44963</c:v>
                </c:pt>
                <c:pt idx="287">
                  <c:v>44964</c:v>
                </c:pt>
                <c:pt idx="288">
                  <c:v>44965</c:v>
                </c:pt>
                <c:pt idx="289">
                  <c:v>44966</c:v>
                </c:pt>
                <c:pt idx="290">
                  <c:v>44967</c:v>
                </c:pt>
                <c:pt idx="291">
                  <c:v>44970</c:v>
                </c:pt>
                <c:pt idx="292">
                  <c:v>44971</c:v>
                </c:pt>
                <c:pt idx="293">
                  <c:v>44972</c:v>
                </c:pt>
                <c:pt idx="294">
                  <c:v>44973</c:v>
                </c:pt>
                <c:pt idx="295">
                  <c:v>44974</c:v>
                </c:pt>
                <c:pt idx="296">
                  <c:v>44977</c:v>
                </c:pt>
                <c:pt idx="297">
                  <c:v>44978</c:v>
                </c:pt>
                <c:pt idx="298">
                  <c:v>44979</c:v>
                </c:pt>
                <c:pt idx="299">
                  <c:v>44980</c:v>
                </c:pt>
                <c:pt idx="300">
                  <c:v>44981</c:v>
                </c:pt>
                <c:pt idx="301">
                  <c:v>44984</c:v>
                </c:pt>
                <c:pt idx="302">
                  <c:v>44985</c:v>
                </c:pt>
                <c:pt idx="303">
                  <c:v>44986</c:v>
                </c:pt>
                <c:pt idx="304">
                  <c:v>44987</c:v>
                </c:pt>
                <c:pt idx="305">
                  <c:v>44988</c:v>
                </c:pt>
                <c:pt idx="306">
                  <c:v>44991</c:v>
                </c:pt>
                <c:pt idx="307">
                  <c:v>44992</c:v>
                </c:pt>
                <c:pt idx="308">
                  <c:v>44993</c:v>
                </c:pt>
                <c:pt idx="309">
                  <c:v>44994</c:v>
                </c:pt>
                <c:pt idx="310">
                  <c:v>44995</c:v>
                </c:pt>
                <c:pt idx="311">
                  <c:v>44998</c:v>
                </c:pt>
                <c:pt idx="312">
                  <c:v>44999</c:v>
                </c:pt>
                <c:pt idx="313">
                  <c:v>45000</c:v>
                </c:pt>
                <c:pt idx="314">
                  <c:v>45001</c:v>
                </c:pt>
                <c:pt idx="315">
                  <c:v>45002</c:v>
                </c:pt>
                <c:pt idx="316">
                  <c:v>45005</c:v>
                </c:pt>
                <c:pt idx="317">
                  <c:v>45006</c:v>
                </c:pt>
                <c:pt idx="318">
                  <c:v>45007</c:v>
                </c:pt>
                <c:pt idx="319">
                  <c:v>45008</c:v>
                </c:pt>
                <c:pt idx="320">
                  <c:v>45009</c:v>
                </c:pt>
                <c:pt idx="321">
                  <c:v>45012</c:v>
                </c:pt>
                <c:pt idx="322">
                  <c:v>45013</c:v>
                </c:pt>
                <c:pt idx="323">
                  <c:v>45014</c:v>
                </c:pt>
                <c:pt idx="324">
                  <c:v>45015</c:v>
                </c:pt>
                <c:pt idx="325">
                  <c:v>45016</c:v>
                </c:pt>
                <c:pt idx="326">
                  <c:v>45019</c:v>
                </c:pt>
                <c:pt idx="327">
                  <c:v>45020</c:v>
                </c:pt>
                <c:pt idx="328">
                  <c:v>45021</c:v>
                </c:pt>
                <c:pt idx="329">
                  <c:v>45022</c:v>
                </c:pt>
                <c:pt idx="330">
                  <c:v>45023</c:v>
                </c:pt>
                <c:pt idx="331">
                  <c:v>45026</c:v>
                </c:pt>
                <c:pt idx="332">
                  <c:v>45027</c:v>
                </c:pt>
                <c:pt idx="333">
                  <c:v>45028</c:v>
                </c:pt>
                <c:pt idx="334">
                  <c:v>45029</c:v>
                </c:pt>
                <c:pt idx="335">
                  <c:v>45030</c:v>
                </c:pt>
                <c:pt idx="336">
                  <c:v>45033</c:v>
                </c:pt>
                <c:pt idx="337">
                  <c:v>45034</c:v>
                </c:pt>
                <c:pt idx="338">
                  <c:v>45035</c:v>
                </c:pt>
                <c:pt idx="339">
                  <c:v>45036</c:v>
                </c:pt>
                <c:pt idx="340">
                  <c:v>45037</c:v>
                </c:pt>
                <c:pt idx="341">
                  <c:v>45040</c:v>
                </c:pt>
                <c:pt idx="342">
                  <c:v>45041</c:v>
                </c:pt>
                <c:pt idx="343">
                  <c:v>45042</c:v>
                </c:pt>
                <c:pt idx="344">
                  <c:v>45043</c:v>
                </c:pt>
                <c:pt idx="345">
                  <c:v>45044</c:v>
                </c:pt>
                <c:pt idx="346">
                  <c:v>45047</c:v>
                </c:pt>
                <c:pt idx="347">
                  <c:v>45048</c:v>
                </c:pt>
                <c:pt idx="348">
                  <c:v>45049</c:v>
                </c:pt>
                <c:pt idx="349">
                  <c:v>45050</c:v>
                </c:pt>
                <c:pt idx="350">
                  <c:v>45051</c:v>
                </c:pt>
                <c:pt idx="351">
                  <c:v>45054</c:v>
                </c:pt>
                <c:pt idx="352">
                  <c:v>45055</c:v>
                </c:pt>
                <c:pt idx="353">
                  <c:v>45056</c:v>
                </c:pt>
                <c:pt idx="354">
                  <c:v>45057</c:v>
                </c:pt>
                <c:pt idx="355">
                  <c:v>45058</c:v>
                </c:pt>
                <c:pt idx="356">
                  <c:v>45061</c:v>
                </c:pt>
                <c:pt idx="357">
                  <c:v>45062</c:v>
                </c:pt>
                <c:pt idx="358">
                  <c:v>45063</c:v>
                </c:pt>
                <c:pt idx="359">
                  <c:v>45064</c:v>
                </c:pt>
                <c:pt idx="360">
                  <c:v>45065</c:v>
                </c:pt>
                <c:pt idx="361">
                  <c:v>45068</c:v>
                </c:pt>
                <c:pt idx="362">
                  <c:v>45069</c:v>
                </c:pt>
                <c:pt idx="363">
                  <c:v>45070</c:v>
                </c:pt>
                <c:pt idx="364">
                  <c:v>45071</c:v>
                </c:pt>
                <c:pt idx="365">
                  <c:v>45072</c:v>
                </c:pt>
                <c:pt idx="366">
                  <c:v>45075</c:v>
                </c:pt>
                <c:pt idx="367">
                  <c:v>45076</c:v>
                </c:pt>
                <c:pt idx="368">
                  <c:v>45077</c:v>
                </c:pt>
                <c:pt idx="369">
                  <c:v>45078</c:v>
                </c:pt>
                <c:pt idx="370">
                  <c:v>45079</c:v>
                </c:pt>
                <c:pt idx="371">
                  <c:v>45082</c:v>
                </c:pt>
                <c:pt idx="372">
                  <c:v>45083</c:v>
                </c:pt>
                <c:pt idx="373">
                  <c:v>45084</c:v>
                </c:pt>
                <c:pt idx="374">
                  <c:v>45085</c:v>
                </c:pt>
                <c:pt idx="375">
                  <c:v>45086</c:v>
                </c:pt>
                <c:pt idx="376">
                  <c:v>45089</c:v>
                </c:pt>
                <c:pt idx="377">
                  <c:v>45090</c:v>
                </c:pt>
                <c:pt idx="378">
                  <c:v>45091</c:v>
                </c:pt>
                <c:pt idx="379">
                  <c:v>45092</c:v>
                </c:pt>
                <c:pt idx="380">
                  <c:v>45093</c:v>
                </c:pt>
                <c:pt idx="381">
                  <c:v>45096</c:v>
                </c:pt>
                <c:pt idx="382">
                  <c:v>45097</c:v>
                </c:pt>
                <c:pt idx="383">
                  <c:v>45098</c:v>
                </c:pt>
                <c:pt idx="384">
                  <c:v>45099</c:v>
                </c:pt>
                <c:pt idx="385">
                  <c:v>45100</c:v>
                </c:pt>
                <c:pt idx="386">
                  <c:v>45103</c:v>
                </c:pt>
                <c:pt idx="387">
                  <c:v>45104</c:v>
                </c:pt>
                <c:pt idx="388">
                  <c:v>45105</c:v>
                </c:pt>
                <c:pt idx="389">
                  <c:v>45106</c:v>
                </c:pt>
                <c:pt idx="390">
                  <c:v>45107</c:v>
                </c:pt>
                <c:pt idx="391">
                  <c:v>45110</c:v>
                </c:pt>
                <c:pt idx="392">
                  <c:v>45111</c:v>
                </c:pt>
                <c:pt idx="393">
                  <c:v>45112</c:v>
                </c:pt>
                <c:pt idx="394">
                  <c:v>45113</c:v>
                </c:pt>
                <c:pt idx="395">
                  <c:v>45114</c:v>
                </c:pt>
                <c:pt idx="396">
                  <c:v>45117</c:v>
                </c:pt>
                <c:pt idx="397">
                  <c:v>45118</c:v>
                </c:pt>
                <c:pt idx="398">
                  <c:v>45119</c:v>
                </c:pt>
                <c:pt idx="399">
                  <c:v>45120</c:v>
                </c:pt>
                <c:pt idx="400">
                  <c:v>45121</c:v>
                </c:pt>
                <c:pt idx="401">
                  <c:v>45124</c:v>
                </c:pt>
                <c:pt idx="402">
                  <c:v>45125</c:v>
                </c:pt>
                <c:pt idx="403">
                  <c:v>45126</c:v>
                </c:pt>
                <c:pt idx="404">
                  <c:v>45127</c:v>
                </c:pt>
                <c:pt idx="405">
                  <c:v>45128</c:v>
                </c:pt>
                <c:pt idx="406">
                  <c:v>45131</c:v>
                </c:pt>
                <c:pt idx="407">
                  <c:v>45132</c:v>
                </c:pt>
                <c:pt idx="408">
                  <c:v>45133</c:v>
                </c:pt>
                <c:pt idx="409">
                  <c:v>45134</c:v>
                </c:pt>
                <c:pt idx="410">
                  <c:v>45135</c:v>
                </c:pt>
                <c:pt idx="411">
                  <c:v>45138</c:v>
                </c:pt>
                <c:pt idx="412">
                  <c:v>45139</c:v>
                </c:pt>
                <c:pt idx="413">
                  <c:v>45140</c:v>
                </c:pt>
                <c:pt idx="414">
                  <c:v>45141</c:v>
                </c:pt>
                <c:pt idx="415">
                  <c:v>45142</c:v>
                </c:pt>
                <c:pt idx="416">
                  <c:v>45145</c:v>
                </c:pt>
                <c:pt idx="417">
                  <c:v>45146</c:v>
                </c:pt>
                <c:pt idx="418">
                  <c:v>45147</c:v>
                </c:pt>
                <c:pt idx="419">
                  <c:v>45148</c:v>
                </c:pt>
                <c:pt idx="420">
                  <c:v>45149</c:v>
                </c:pt>
                <c:pt idx="421">
                  <c:v>45152</c:v>
                </c:pt>
                <c:pt idx="422">
                  <c:v>45153</c:v>
                </c:pt>
                <c:pt idx="423">
                  <c:v>45154</c:v>
                </c:pt>
                <c:pt idx="424">
                  <c:v>45155</c:v>
                </c:pt>
                <c:pt idx="425">
                  <c:v>45156</c:v>
                </c:pt>
                <c:pt idx="426">
                  <c:v>45159</c:v>
                </c:pt>
                <c:pt idx="427">
                  <c:v>45160</c:v>
                </c:pt>
                <c:pt idx="428">
                  <c:v>45161</c:v>
                </c:pt>
                <c:pt idx="429">
                  <c:v>45162</c:v>
                </c:pt>
                <c:pt idx="430">
                  <c:v>45163</c:v>
                </c:pt>
                <c:pt idx="431">
                  <c:v>45166</c:v>
                </c:pt>
                <c:pt idx="432">
                  <c:v>45167</c:v>
                </c:pt>
                <c:pt idx="433">
                  <c:v>45168</c:v>
                </c:pt>
                <c:pt idx="434">
                  <c:v>45169</c:v>
                </c:pt>
                <c:pt idx="435">
                  <c:v>45170</c:v>
                </c:pt>
                <c:pt idx="436">
                  <c:v>45173</c:v>
                </c:pt>
                <c:pt idx="437">
                  <c:v>45174</c:v>
                </c:pt>
                <c:pt idx="438">
                  <c:v>45175</c:v>
                </c:pt>
                <c:pt idx="439">
                  <c:v>45176</c:v>
                </c:pt>
                <c:pt idx="440">
                  <c:v>45177</c:v>
                </c:pt>
                <c:pt idx="441">
                  <c:v>45180</c:v>
                </c:pt>
                <c:pt idx="442">
                  <c:v>45181</c:v>
                </c:pt>
                <c:pt idx="443">
                  <c:v>45182</c:v>
                </c:pt>
                <c:pt idx="444">
                  <c:v>45183</c:v>
                </c:pt>
                <c:pt idx="445">
                  <c:v>45184</c:v>
                </c:pt>
                <c:pt idx="446">
                  <c:v>45187</c:v>
                </c:pt>
                <c:pt idx="447">
                  <c:v>45188</c:v>
                </c:pt>
                <c:pt idx="448">
                  <c:v>45189</c:v>
                </c:pt>
                <c:pt idx="449">
                  <c:v>45190</c:v>
                </c:pt>
                <c:pt idx="450">
                  <c:v>45191</c:v>
                </c:pt>
                <c:pt idx="451">
                  <c:v>45194</c:v>
                </c:pt>
                <c:pt idx="452">
                  <c:v>45195</c:v>
                </c:pt>
                <c:pt idx="453">
                  <c:v>45196</c:v>
                </c:pt>
                <c:pt idx="454">
                  <c:v>45197</c:v>
                </c:pt>
                <c:pt idx="455">
                  <c:v>45198</c:v>
                </c:pt>
                <c:pt idx="456">
                  <c:v>45201</c:v>
                </c:pt>
                <c:pt idx="457">
                  <c:v>45202</c:v>
                </c:pt>
                <c:pt idx="458">
                  <c:v>45203</c:v>
                </c:pt>
                <c:pt idx="459">
                  <c:v>45204</c:v>
                </c:pt>
                <c:pt idx="460">
                  <c:v>45205</c:v>
                </c:pt>
                <c:pt idx="461">
                  <c:v>45208</c:v>
                </c:pt>
                <c:pt idx="462">
                  <c:v>45209</c:v>
                </c:pt>
                <c:pt idx="463">
                  <c:v>45210</c:v>
                </c:pt>
                <c:pt idx="464">
                  <c:v>45211</c:v>
                </c:pt>
                <c:pt idx="465">
                  <c:v>45212</c:v>
                </c:pt>
                <c:pt idx="466">
                  <c:v>45215</c:v>
                </c:pt>
                <c:pt idx="467">
                  <c:v>45216</c:v>
                </c:pt>
                <c:pt idx="468">
                  <c:v>45217</c:v>
                </c:pt>
                <c:pt idx="469">
                  <c:v>45218</c:v>
                </c:pt>
                <c:pt idx="470">
                  <c:v>45219</c:v>
                </c:pt>
                <c:pt idx="471">
                  <c:v>45222</c:v>
                </c:pt>
                <c:pt idx="472">
                  <c:v>45223</c:v>
                </c:pt>
                <c:pt idx="473">
                  <c:v>45224</c:v>
                </c:pt>
                <c:pt idx="474">
                  <c:v>45225</c:v>
                </c:pt>
                <c:pt idx="475">
                  <c:v>45226</c:v>
                </c:pt>
                <c:pt idx="476">
                  <c:v>45229</c:v>
                </c:pt>
                <c:pt idx="477">
                  <c:v>45230</c:v>
                </c:pt>
                <c:pt idx="478">
                  <c:v>45231</c:v>
                </c:pt>
                <c:pt idx="479">
                  <c:v>45232</c:v>
                </c:pt>
                <c:pt idx="480">
                  <c:v>45233</c:v>
                </c:pt>
                <c:pt idx="481">
                  <c:v>45236</c:v>
                </c:pt>
                <c:pt idx="482">
                  <c:v>45237</c:v>
                </c:pt>
                <c:pt idx="483">
                  <c:v>45238</c:v>
                </c:pt>
                <c:pt idx="484">
                  <c:v>45239</c:v>
                </c:pt>
                <c:pt idx="485">
                  <c:v>45240</c:v>
                </c:pt>
                <c:pt idx="486">
                  <c:v>45243</c:v>
                </c:pt>
                <c:pt idx="487">
                  <c:v>45244</c:v>
                </c:pt>
                <c:pt idx="488">
                  <c:v>45245</c:v>
                </c:pt>
                <c:pt idx="489">
                  <c:v>45246</c:v>
                </c:pt>
                <c:pt idx="490">
                  <c:v>45247</c:v>
                </c:pt>
                <c:pt idx="491">
                  <c:v>45250</c:v>
                </c:pt>
                <c:pt idx="492">
                  <c:v>45251</c:v>
                </c:pt>
                <c:pt idx="493">
                  <c:v>45252</c:v>
                </c:pt>
                <c:pt idx="494">
                  <c:v>45253</c:v>
                </c:pt>
                <c:pt idx="495">
                  <c:v>45254</c:v>
                </c:pt>
                <c:pt idx="496">
                  <c:v>45257</c:v>
                </c:pt>
                <c:pt idx="497">
                  <c:v>45258</c:v>
                </c:pt>
                <c:pt idx="498">
                  <c:v>45259</c:v>
                </c:pt>
                <c:pt idx="499">
                  <c:v>45260</c:v>
                </c:pt>
                <c:pt idx="500">
                  <c:v>45261</c:v>
                </c:pt>
                <c:pt idx="501">
                  <c:v>45264</c:v>
                </c:pt>
                <c:pt idx="502">
                  <c:v>45265</c:v>
                </c:pt>
                <c:pt idx="503">
                  <c:v>45266</c:v>
                </c:pt>
                <c:pt idx="504">
                  <c:v>45267</c:v>
                </c:pt>
                <c:pt idx="505">
                  <c:v>45268</c:v>
                </c:pt>
                <c:pt idx="506">
                  <c:v>45271</c:v>
                </c:pt>
                <c:pt idx="507">
                  <c:v>45272</c:v>
                </c:pt>
                <c:pt idx="508">
                  <c:v>45273</c:v>
                </c:pt>
                <c:pt idx="509">
                  <c:v>45274</c:v>
                </c:pt>
                <c:pt idx="510">
                  <c:v>45275</c:v>
                </c:pt>
                <c:pt idx="511">
                  <c:v>45278</c:v>
                </c:pt>
                <c:pt idx="512">
                  <c:v>45279</c:v>
                </c:pt>
                <c:pt idx="513">
                  <c:v>45280</c:v>
                </c:pt>
                <c:pt idx="514">
                  <c:v>45281</c:v>
                </c:pt>
                <c:pt idx="515">
                  <c:v>45282</c:v>
                </c:pt>
                <c:pt idx="516">
                  <c:v>45285</c:v>
                </c:pt>
                <c:pt idx="517">
                  <c:v>45286</c:v>
                </c:pt>
                <c:pt idx="518">
                  <c:v>45287</c:v>
                </c:pt>
                <c:pt idx="519">
                  <c:v>45288</c:v>
                </c:pt>
                <c:pt idx="520">
                  <c:v>45289</c:v>
                </c:pt>
                <c:pt idx="521">
                  <c:v>45292</c:v>
                </c:pt>
                <c:pt idx="522">
                  <c:v>45293</c:v>
                </c:pt>
                <c:pt idx="523">
                  <c:v>45294</c:v>
                </c:pt>
                <c:pt idx="524">
                  <c:v>45295</c:v>
                </c:pt>
                <c:pt idx="525">
                  <c:v>45296</c:v>
                </c:pt>
                <c:pt idx="526">
                  <c:v>45299</c:v>
                </c:pt>
                <c:pt idx="527">
                  <c:v>45300</c:v>
                </c:pt>
                <c:pt idx="528">
                  <c:v>45301</c:v>
                </c:pt>
                <c:pt idx="529">
                  <c:v>45302</c:v>
                </c:pt>
                <c:pt idx="530">
                  <c:v>45303</c:v>
                </c:pt>
                <c:pt idx="531">
                  <c:v>45306</c:v>
                </c:pt>
                <c:pt idx="532">
                  <c:v>45307</c:v>
                </c:pt>
                <c:pt idx="533">
                  <c:v>45308</c:v>
                </c:pt>
                <c:pt idx="534">
                  <c:v>45309</c:v>
                </c:pt>
                <c:pt idx="535">
                  <c:v>45310</c:v>
                </c:pt>
                <c:pt idx="536">
                  <c:v>45313</c:v>
                </c:pt>
                <c:pt idx="537">
                  <c:v>45314</c:v>
                </c:pt>
                <c:pt idx="538">
                  <c:v>45315</c:v>
                </c:pt>
                <c:pt idx="539">
                  <c:v>45316</c:v>
                </c:pt>
                <c:pt idx="540">
                  <c:v>45317</c:v>
                </c:pt>
                <c:pt idx="541">
                  <c:v>45320</c:v>
                </c:pt>
                <c:pt idx="542">
                  <c:v>45321</c:v>
                </c:pt>
                <c:pt idx="543">
                  <c:v>45322</c:v>
                </c:pt>
                <c:pt idx="544">
                  <c:v>45323</c:v>
                </c:pt>
                <c:pt idx="545">
                  <c:v>45324</c:v>
                </c:pt>
                <c:pt idx="546">
                  <c:v>45327</c:v>
                </c:pt>
                <c:pt idx="547">
                  <c:v>45328</c:v>
                </c:pt>
                <c:pt idx="548">
                  <c:v>45329</c:v>
                </c:pt>
                <c:pt idx="549">
                  <c:v>45330</c:v>
                </c:pt>
                <c:pt idx="550">
                  <c:v>45331</c:v>
                </c:pt>
                <c:pt idx="551">
                  <c:v>45334</c:v>
                </c:pt>
                <c:pt idx="552">
                  <c:v>45335</c:v>
                </c:pt>
                <c:pt idx="553">
                  <c:v>45336</c:v>
                </c:pt>
                <c:pt idx="554">
                  <c:v>45337</c:v>
                </c:pt>
                <c:pt idx="555">
                  <c:v>45338</c:v>
                </c:pt>
                <c:pt idx="556">
                  <c:v>45341</c:v>
                </c:pt>
                <c:pt idx="557">
                  <c:v>45342</c:v>
                </c:pt>
                <c:pt idx="558">
                  <c:v>45343</c:v>
                </c:pt>
                <c:pt idx="559">
                  <c:v>45344</c:v>
                </c:pt>
                <c:pt idx="560">
                  <c:v>45345</c:v>
                </c:pt>
                <c:pt idx="561">
                  <c:v>45348</c:v>
                </c:pt>
                <c:pt idx="562">
                  <c:v>45349</c:v>
                </c:pt>
                <c:pt idx="563">
                  <c:v>45350</c:v>
                </c:pt>
                <c:pt idx="564">
                  <c:v>45351</c:v>
                </c:pt>
                <c:pt idx="565">
                  <c:v>45352</c:v>
                </c:pt>
                <c:pt idx="566">
                  <c:v>45355</c:v>
                </c:pt>
                <c:pt idx="567">
                  <c:v>45356</c:v>
                </c:pt>
                <c:pt idx="568">
                  <c:v>45357</c:v>
                </c:pt>
                <c:pt idx="569">
                  <c:v>45358</c:v>
                </c:pt>
                <c:pt idx="570">
                  <c:v>45359</c:v>
                </c:pt>
                <c:pt idx="571">
                  <c:v>45362</c:v>
                </c:pt>
                <c:pt idx="572">
                  <c:v>45363</c:v>
                </c:pt>
                <c:pt idx="573">
                  <c:v>45364</c:v>
                </c:pt>
                <c:pt idx="574">
                  <c:v>45365</c:v>
                </c:pt>
                <c:pt idx="575">
                  <c:v>45366</c:v>
                </c:pt>
                <c:pt idx="576">
                  <c:v>45369</c:v>
                </c:pt>
                <c:pt idx="577">
                  <c:v>45370</c:v>
                </c:pt>
                <c:pt idx="578">
                  <c:v>45371</c:v>
                </c:pt>
                <c:pt idx="579">
                  <c:v>45372</c:v>
                </c:pt>
                <c:pt idx="580">
                  <c:v>45373</c:v>
                </c:pt>
                <c:pt idx="581">
                  <c:v>45376</c:v>
                </c:pt>
                <c:pt idx="582">
                  <c:v>45377</c:v>
                </c:pt>
                <c:pt idx="583">
                  <c:v>45378</c:v>
                </c:pt>
                <c:pt idx="584">
                  <c:v>45379</c:v>
                </c:pt>
                <c:pt idx="585">
                  <c:v>45380</c:v>
                </c:pt>
                <c:pt idx="586">
                  <c:v>45383</c:v>
                </c:pt>
                <c:pt idx="587">
                  <c:v>45384</c:v>
                </c:pt>
                <c:pt idx="588">
                  <c:v>45385</c:v>
                </c:pt>
                <c:pt idx="589">
                  <c:v>45386</c:v>
                </c:pt>
                <c:pt idx="590">
                  <c:v>45387</c:v>
                </c:pt>
                <c:pt idx="591">
                  <c:v>45390</c:v>
                </c:pt>
                <c:pt idx="592">
                  <c:v>45391</c:v>
                </c:pt>
                <c:pt idx="593">
                  <c:v>45392</c:v>
                </c:pt>
                <c:pt idx="594">
                  <c:v>45393</c:v>
                </c:pt>
                <c:pt idx="595">
                  <c:v>45394</c:v>
                </c:pt>
                <c:pt idx="596">
                  <c:v>45397</c:v>
                </c:pt>
                <c:pt idx="597">
                  <c:v>45398</c:v>
                </c:pt>
                <c:pt idx="598">
                  <c:v>45399</c:v>
                </c:pt>
                <c:pt idx="599">
                  <c:v>45400</c:v>
                </c:pt>
                <c:pt idx="600">
                  <c:v>45401</c:v>
                </c:pt>
                <c:pt idx="601">
                  <c:v>45404</c:v>
                </c:pt>
                <c:pt idx="602">
                  <c:v>45405</c:v>
                </c:pt>
                <c:pt idx="603">
                  <c:v>45406</c:v>
                </c:pt>
                <c:pt idx="604">
                  <c:v>45407</c:v>
                </c:pt>
                <c:pt idx="605">
                  <c:v>45408</c:v>
                </c:pt>
                <c:pt idx="606">
                  <c:v>45411</c:v>
                </c:pt>
                <c:pt idx="607">
                  <c:v>45412</c:v>
                </c:pt>
                <c:pt idx="608">
                  <c:v>45413</c:v>
                </c:pt>
                <c:pt idx="609">
                  <c:v>45414</c:v>
                </c:pt>
                <c:pt idx="610">
                  <c:v>45415</c:v>
                </c:pt>
                <c:pt idx="611">
                  <c:v>45418</c:v>
                </c:pt>
                <c:pt idx="612">
                  <c:v>45419</c:v>
                </c:pt>
                <c:pt idx="613">
                  <c:v>45420</c:v>
                </c:pt>
                <c:pt idx="614">
                  <c:v>45421</c:v>
                </c:pt>
                <c:pt idx="615">
                  <c:v>45422</c:v>
                </c:pt>
                <c:pt idx="616">
                  <c:v>45425</c:v>
                </c:pt>
                <c:pt idx="617">
                  <c:v>45426</c:v>
                </c:pt>
                <c:pt idx="618">
                  <c:v>45427</c:v>
                </c:pt>
                <c:pt idx="619">
                  <c:v>45428</c:v>
                </c:pt>
                <c:pt idx="620">
                  <c:v>45429</c:v>
                </c:pt>
                <c:pt idx="621">
                  <c:v>45432</c:v>
                </c:pt>
                <c:pt idx="622">
                  <c:v>45433</c:v>
                </c:pt>
                <c:pt idx="623">
                  <c:v>45434</c:v>
                </c:pt>
                <c:pt idx="624">
                  <c:v>45435</c:v>
                </c:pt>
                <c:pt idx="625">
                  <c:v>45436</c:v>
                </c:pt>
                <c:pt idx="626">
                  <c:v>45440</c:v>
                </c:pt>
                <c:pt idx="627">
                  <c:v>45441</c:v>
                </c:pt>
                <c:pt idx="628">
                  <c:v>45442</c:v>
                </c:pt>
                <c:pt idx="629">
                  <c:v>45443</c:v>
                </c:pt>
                <c:pt idx="630">
                  <c:v>45446</c:v>
                </c:pt>
                <c:pt idx="631">
                  <c:v>45447</c:v>
                </c:pt>
                <c:pt idx="632">
                  <c:v>45448</c:v>
                </c:pt>
                <c:pt idx="633">
                  <c:v>45449</c:v>
                </c:pt>
                <c:pt idx="634">
                  <c:v>45450</c:v>
                </c:pt>
                <c:pt idx="635">
                  <c:v>45453</c:v>
                </c:pt>
                <c:pt idx="636">
                  <c:v>45454</c:v>
                </c:pt>
                <c:pt idx="637">
                  <c:v>45455</c:v>
                </c:pt>
                <c:pt idx="638">
                  <c:v>45456</c:v>
                </c:pt>
                <c:pt idx="639">
                  <c:v>45457</c:v>
                </c:pt>
                <c:pt idx="640">
                  <c:v>45460</c:v>
                </c:pt>
                <c:pt idx="641">
                  <c:v>45461</c:v>
                </c:pt>
                <c:pt idx="642">
                  <c:v>45462</c:v>
                </c:pt>
                <c:pt idx="643">
                  <c:v>45463</c:v>
                </c:pt>
                <c:pt idx="644">
                  <c:v>45464</c:v>
                </c:pt>
                <c:pt idx="645">
                  <c:v>45467</c:v>
                </c:pt>
                <c:pt idx="646">
                  <c:v>45468</c:v>
                </c:pt>
                <c:pt idx="647">
                  <c:v>45469</c:v>
                </c:pt>
                <c:pt idx="648">
                  <c:v>45470</c:v>
                </c:pt>
                <c:pt idx="649">
                  <c:v>45471</c:v>
                </c:pt>
                <c:pt idx="650">
                  <c:v>45474</c:v>
                </c:pt>
                <c:pt idx="651">
                  <c:v>45475</c:v>
                </c:pt>
                <c:pt idx="652">
                  <c:v>45476</c:v>
                </c:pt>
                <c:pt idx="653">
                  <c:v>45477</c:v>
                </c:pt>
                <c:pt idx="654">
                  <c:v>45478</c:v>
                </c:pt>
                <c:pt idx="655">
                  <c:v>45481</c:v>
                </c:pt>
                <c:pt idx="656">
                  <c:v>45482</c:v>
                </c:pt>
                <c:pt idx="657">
                  <c:v>45483</c:v>
                </c:pt>
                <c:pt idx="658">
                  <c:v>45484</c:v>
                </c:pt>
                <c:pt idx="659">
                  <c:v>45485</c:v>
                </c:pt>
                <c:pt idx="660">
                  <c:v>45488</c:v>
                </c:pt>
                <c:pt idx="661">
                  <c:v>45489</c:v>
                </c:pt>
                <c:pt idx="662">
                  <c:v>45490</c:v>
                </c:pt>
                <c:pt idx="663">
                  <c:v>45491</c:v>
                </c:pt>
                <c:pt idx="664">
                  <c:v>45492</c:v>
                </c:pt>
                <c:pt idx="665">
                  <c:v>45495</c:v>
                </c:pt>
                <c:pt idx="666">
                  <c:v>45496</c:v>
                </c:pt>
                <c:pt idx="667">
                  <c:v>45497</c:v>
                </c:pt>
                <c:pt idx="668">
                  <c:v>45498</c:v>
                </c:pt>
                <c:pt idx="669">
                  <c:v>45499</c:v>
                </c:pt>
                <c:pt idx="670">
                  <c:v>45502</c:v>
                </c:pt>
                <c:pt idx="671">
                  <c:v>45503</c:v>
                </c:pt>
                <c:pt idx="672">
                  <c:v>45504</c:v>
                </c:pt>
                <c:pt idx="673">
                  <c:v>45505</c:v>
                </c:pt>
                <c:pt idx="674">
                  <c:v>45506</c:v>
                </c:pt>
                <c:pt idx="675">
                  <c:v>45509</c:v>
                </c:pt>
                <c:pt idx="676">
                  <c:v>45510</c:v>
                </c:pt>
                <c:pt idx="677">
                  <c:v>45511</c:v>
                </c:pt>
                <c:pt idx="678">
                  <c:v>45512</c:v>
                </c:pt>
                <c:pt idx="679">
                  <c:v>45513</c:v>
                </c:pt>
                <c:pt idx="680">
                  <c:v>45516</c:v>
                </c:pt>
                <c:pt idx="681">
                  <c:v>45517</c:v>
                </c:pt>
                <c:pt idx="682">
                  <c:v>45518</c:v>
                </c:pt>
                <c:pt idx="683">
                  <c:v>45519</c:v>
                </c:pt>
                <c:pt idx="684">
                  <c:v>45520</c:v>
                </c:pt>
                <c:pt idx="685">
                  <c:v>45523</c:v>
                </c:pt>
                <c:pt idx="686">
                  <c:v>45524</c:v>
                </c:pt>
                <c:pt idx="687">
                  <c:v>45525</c:v>
                </c:pt>
                <c:pt idx="688">
                  <c:v>45526</c:v>
                </c:pt>
                <c:pt idx="689">
                  <c:v>45527</c:v>
                </c:pt>
                <c:pt idx="690">
                  <c:v>45530</c:v>
                </c:pt>
                <c:pt idx="691">
                  <c:v>45531</c:v>
                </c:pt>
                <c:pt idx="692">
                  <c:v>45532</c:v>
                </c:pt>
                <c:pt idx="693">
                  <c:v>45533</c:v>
                </c:pt>
                <c:pt idx="694">
                  <c:v>45534</c:v>
                </c:pt>
                <c:pt idx="695">
                  <c:v>45537</c:v>
                </c:pt>
                <c:pt idx="696">
                  <c:v>45538</c:v>
                </c:pt>
                <c:pt idx="697">
                  <c:v>45539</c:v>
                </c:pt>
                <c:pt idx="698">
                  <c:v>45540</c:v>
                </c:pt>
                <c:pt idx="699">
                  <c:v>45541</c:v>
                </c:pt>
                <c:pt idx="700">
                  <c:v>45544</c:v>
                </c:pt>
                <c:pt idx="701">
                  <c:v>45545</c:v>
                </c:pt>
                <c:pt idx="702">
                  <c:v>45546</c:v>
                </c:pt>
                <c:pt idx="703">
                  <c:v>45547</c:v>
                </c:pt>
                <c:pt idx="704">
                  <c:v>45548</c:v>
                </c:pt>
                <c:pt idx="705">
                  <c:v>45551</c:v>
                </c:pt>
                <c:pt idx="706">
                  <c:v>45552</c:v>
                </c:pt>
                <c:pt idx="707">
                  <c:v>45553</c:v>
                </c:pt>
                <c:pt idx="708">
                  <c:v>45554</c:v>
                </c:pt>
                <c:pt idx="709">
                  <c:v>45555</c:v>
                </c:pt>
                <c:pt idx="710">
                  <c:v>45558</c:v>
                </c:pt>
                <c:pt idx="711">
                  <c:v>45559</c:v>
                </c:pt>
                <c:pt idx="712">
                  <c:v>45560</c:v>
                </c:pt>
                <c:pt idx="713">
                  <c:v>45561</c:v>
                </c:pt>
                <c:pt idx="714">
                  <c:v>45562</c:v>
                </c:pt>
                <c:pt idx="715">
                  <c:v>45565</c:v>
                </c:pt>
                <c:pt idx="716">
                  <c:v>45566</c:v>
                </c:pt>
                <c:pt idx="717">
                  <c:v>45567</c:v>
                </c:pt>
                <c:pt idx="718">
                  <c:v>45568</c:v>
                </c:pt>
                <c:pt idx="719">
                  <c:v>45569</c:v>
                </c:pt>
                <c:pt idx="720">
                  <c:v>45572</c:v>
                </c:pt>
                <c:pt idx="721">
                  <c:v>45573</c:v>
                </c:pt>
                <c:pt idx="722">
                  <c:v>45574</c:v>
                </c:pt>
                <c:pt idx="723">
                  <c:v>45575</c:v>
                </c:pt>
                <c:pt idx="724">
                  <c:v>45576</c:v>
                </c:pt>
                <c:pt idx="725">
                  <c:v>45579</c:v>
                </c:pt>
                <c:pt idx="726">
                  <c:v>45580</c:v>
                </c:pt>
                <c:pt idx="727">
                  <c:v>45581</c:v>
                </c:pt>
                <c:pt idx="728">
                  <c:v>45582</c:v>
                </c:pt>
                <c:pt idx="729">
                  <c:v>45583</c:v>
                </c:pt>
                <c:pt idx="730">
                  <c:v>45586</c:v>
                </c:pt>
                <c:pt idx="731">
                  <c:v>45587</c:v>
                </c:pt>
                <c:pt idx="732">
                  <c:v>45588</c:v>
                </c:pt>
                <c:pt idx="733">
                  <c:v>45589</c:v>
                </c:pt>
                <c:pt idx="734">
                  <c:v>45590</c:v>
                </c:pt>
                <c:pt idx="735">
                  <c:v>45593</c:v>
                </c:pt>
                <c:pt idx="736">
                  <c:v>45594</c:v>
                </c:pt>
                <c:pt idx="737">
                  <c:v>45595</c:v>
                </c:pt>
                <c:pt idx="738">
                  <c:v>45596</c:v>
                </c:pt>
                <c:pt idx="739">
                  <c:v>45597</c:v>
                </c:pt>
                <c:pt idx="740">
                  <c:v>45600</c:v>
                </c:pt>
                <c:pt idx="741">
                  <c:v>45601</c:v>
                </c:pt>
                <c:pt idx="742">
                  <c:v>45602</c:v>
                </c:pt>
                <c:pt idx="743">
                  <c:v>45603</c:v>
                </c:pt>
                <c:pt idx="744">
                  <c:v>45604</c:v>
                </c:pt>
                <c:pt idx="745">
                  <c:v>45607</c:v>
                </c:pt>
                <c:pt idx="746">
                  <c:v>45608</c:v>
                </c:pt>
                <c:pt idx="747">
                  <c:v>45609</c:v>
                </c:pt>
                <c:pt idx="748">
                  <c:v>45610</c:v>
                </c:pt>
                <c:pt idx="749">
                  <c:v>45611</c:v>
                </c:pt>
                <c:pt idx="750">
                  <c:v>45614</c:v>
                </c:pt>
                <c:pt idx="751">
                  <c:v>45615</c:v>
                </c:pt>
                <c:pt idx="752">
                  <c:v>45616</c:v>
                </c:pt>
                <c:pt idx="753">
                  <c:v>45617</c:v>
                </c:pt>
                <c:pt idx="754">
                  <c:v>45618</c:v>
                </c:pt>
                <c:pt idx="755">
                  <c:v>45621</c:v>
                </c:pt>
                <c:pt idx="756">
                  <c:v>45622</c:v>
                </c:pt>
                <c:pt idx="757">
                  <c:v>45623</c:v>
                </c:pt>
                <c:pt idx="758">
                  <c:v>45624</c:v>
                </c:pt>
                <c:pt idx="759">
                  <c:v>45625</c:v>
                </c:pt>
                <c:pt idx="760">
                  <c:v>45628</c:v>
                </c:pt>
                <c:pt idx="761">
                  <c:v>45629</c:v>
                </c:pt>
                <c:pt idx="762">
                  <c:v>45630</c:v>
                </c:pt>
                <c:pt idx="763">
                  <c:v>45631</c:v>
                </c:pt>
                <c:pt idx="764">
                  <c:v>45632</c:v>
                </c:pt>
                <c:pt idx="765">
                  <c:v>45635</c:v>
                </c:pt>
                <c:pt idx="766">
                  <c:v>45636</c:v>
                </c:pt>
                <c:pt idx="767">
                  <c:v>45637</c:v>
                </c:pt>
                <c:pt idx="768">
                  <c:v>45638</c:v>
                </c:pt>
                <c:pt idx="769">
                  <c:v>45639</c:v>
                </c:pt>
                <c:pt idx="770">
                  <c:v>45642</c:v>
                </c:pt>
                <c:pt idx="771">
                  <c:v>45643</c:v>
                </c:pt>
                <c:pt idx="772">
                  <c:v>45644</c:v>
                </c:pt>
                <c:pt idx="773">
                  <c:v>45645</c:v>
                </c:pt>
                <c:pt idx="774">
                  <c:v>45646</c:v>
                </c:pt>
                <c:pt idx="775">
                  <c:v>45649</c:v>
                </c:pt>
                <c:pt idx="776">
                  <c:v>45650</c:v>
                </c:pt>
                <c:pt idx="777">
                  <c:v>45651</c:v>
                </c:pt>
                <c:pt idx="778">
                  <c:v>45652</c:v>
                </c:pt>
                <c:pt idx="779">
                  <c:v>45653</c:v>
                </c:pt>
                <c:pt idx="780">
                  <c:v>45656</c:v>
                </c:pt>
                <c:pt idx="781">
                  <c:v>45657</c:v>
                </c:pt>
                <c:pt idx="782">
                  <c:v>45658</c:v>
                </c:pt>
                <c:pt idx="783">
                  <c:v>45659</c:v>
                </c:pt>
                <c:pt idx="784">
                  <c:v>45660</c:v>
                </c:pt>
                <c:pt idx="785">
                  <c:v>45663</c:v>
                </c:pt>
                <c:pt idx="786">
                  <c:v>45664</c:v>
                </c:pt>
                <c:pt idx="787">
                  <c:v>45665</c:v>
                </c:pt>
                <c:pt idx="788">
                  <c:v>45666</c:v>
                </c:pt>
                <c:pt idx="789">
                  <c:v>45667</c:v>
                </c:pt>
                <c:pt idx="790">
                  <c:v>45670</c:v>
                </c:pt>
                <c:pt idx="791">
                  <c:v>45671</c:v>
                </c:pt>
                <c:pt idx="792">
                  <c:v>45672</c:v>
                </c:pt>
                <c:pt idx="793">
                  <c:v>45673</c:v>
                </c:pt>
                <c:pt idx="794">
                  <c:v>45674</c:v>
                </c:pt>
                <c:pt idx="795">
                  <c:v>45677</c:v>
                </c:pt>
                <c:pt idx="796">
                  <c:v>45678</c:v>
                </c:pt>
                <c:pt idx="797">
                  <c:v>45679</c:v>
                </c:pt>
                <c:pt idx="798">
                  <c:v>45680</c:v>
                </c:pt>
                <c:pt idx="799">
                  <c:v>45681</c:v>
                </c:pt>
                <c:pt idx="800">
                  <c:v>45684</c:v>
                </c:pt>
                <c:pt idx="801">
                  <c:v>45685</c:v>
                </c:pt>
                <c:pt idx="802">
                  <c:v>45686</c:v>
                </c:pt>
                <c:pt idx="803">
                  <c:v>45687</c:v>
                </c:pt>
                <c:pt idx="804">
                  <c:v>45688</c:v>
                </c:pt>
                <c:pt idx="805">
                  <c:v>45691</c:v>
                </c:pt>
                <c:pt idx="806">
                  <c:v>45692</c:v>
                </c:pt>
                <c:pt idx="807">
                  <c:v>45693</c:v>
                </c:pt>
                <c:pt idx="808">
                  <c:v>45694</c:v>
                </c:pt>
                <c:pt idx="809">
                  <c:v>45695</c:v>
                </c:pt>
                <c:pt idx="810">
                  <c:v>45698</c:v>
                </c:pt>
                <c:pt idx="811">
                  <c:v>45699</c:v>
                </c:pt>
                <c:pt idx="812">
                  <c:v>45700</c:v>
                </c:pt>
                <c:pt idx="813">
                  <c:v>45701</c:v>
                </c:pt>
                <c:pt idx="814">
                  <c:v>45702</c:v>
                </c:pt>
                <c:pt idx="815">
                  <c:v>45705</c:v>
                </c:pt>
                <c:pt idx="816">
                  <c:v>45706</c:v>
                </c:pt>
                <c:pt idx="817">
                  <c:v>45707</c:v>
                </c:pt>
                <c:pt idx="818">
                  <c:v>45708</c:v>
                </c:pt>
                <c:pt idx="819">
                  <c:v>45709</c:v>
                </c:pt>
                <c:pt idx="820">
                  <c:v>45712</c:v>
                </c:pt>
                <c:pt idx="821">
                  <c:v>45713</c:v>
                </c:pt>
                <c:pt idx="822">
                  <c:v>45714</c:v>
                </c:pt>
                <c:pt idx="823">
                  <c:v>45715</c:v>
                </c:pt>
                <c:pt idx="824">
                  <c:v>45716</c:v>
                </c:pt>
                <c:pt idx="825">
                  <c:v>45719</c:v>
                </c:pt>
                <c:pt idx="826">
                  <c:v>45720</c:v>
                </c:pt>
                <c:pt idx="827">
                  <c:v>45721</c:v>
                </c:pt>
                <c:pt idx="828">
                  <c:v>45722</c:v>
                </c:pt>
                <c:pt idx="829">
                  <c:v>45723</c:v>
                </c:pt>
                <c:pt idx="830">
                  <c:v>45726</c:v>
                </c:pt>
                <c:pt idx="831">
                  <c:v>45727</c:v>
                </c:pt>
                <c:pt idx="832">
                  <c:v>45728</c:v>
                </c:pt>
                <c:pt idx="833">
                  <c:v>45729</c:v>
                </c:pt>
                <c:pt idx="834">
                  <c:v>45730</c:v>
                </c:pt>
                <c:pt idx="835">
                  <c:v>45733</c:v>
                </c:pt>
                <c:pt idx="836">
                  <c:v>45734</c:v>
                </c:pt>
                <c:pt idx="837">
                  <c:v>45735</c:v>
                </c:pt>
                <c:pt idx="838">
                  <c:v>45736</c:v>
                </c:pt>
                <c:pt idx="839">
                  <c:v>45737</c:v>
                </c:pt>
                <c:pt idx="840">
                  <c:v>45740</c:v>
                </c:pt>
                <c:pt idx="841">
                  <c:v>45741</c:v>
                </c:pt>
                <c:pt idx="842">
                  <c:v>45742</c:v>
                </c:pt>
                <c:pt idx="843">
                  <c:v>45743</c:v>
                </c:pt>
                <c:pt idx="844">
                  <c:v>45744</c:v>
                </c:pt>
                <c:pt idx="845">
                  <c:v>45747</c:v>
                </c:pt>
                <c:pt idx="846">
                  <c:v>45748</c:v>
                </c:pt>
                <c:pt idx="847">
                  <c:v>45749</c:v>
                </c:pt>
                <c:pt idx="848">
                  <c:v>45750</c:v>
                </c:pt>
                <c:pt idx="849">
                  <c:v>45751</c:v>
                </c:pt>
                <c:pt idx="850">
                  <c:v>45754</c:v>
                </c:pt>
                <c:pt idx="851">
                  <c:v>45755</c:v>
                </c:pt>
                <c:pt idx="852">
                  <c:v>45756</c:v>
                </c:pt>
                <c:pt idx="853">
                  <c:v>45757</c:v>
                </c:pt>
                <c:pt idx="854">
                  <c:v>45758</c:v>
                </c:pt>
                <c:pt idx="855">
                  <c:v>45761</c:v>
                </c:pt>
                <c:pt idx="856">
                  <c:v>45762</c:v>
                </c:pt>
                <c:pt idx="857">
                  <c:v>45763</c:v>
                </c:pt>
                <c:pt idx="858">
                  <c:v>45764</c:v>
                </c:pt>
                <c:pt idx="859">
                  <c:v>45765</c:v>
                </c:pt>
                <c:pt idx="860">
                  <c:v>45768</c:v>
                </c:pt>
                <c:pt idx="861">
                  <c:v>45769</c:v>
                </c:pt>
                <c:pt idx="862">
                  <c:v>45770</c:v>
                </c:pt>
                <c:pt idx="863">
                  <c:v>45771</c:v>
                </c:pt>
                <c:pt idx="864">
                  <c:v>45772</c:v>
                </c:pt>
                <c:pt idx="865">
                  <c:v>45775</c:v>
                </c:pt>
                <c:pt idx="866">
                  <c:v>45776</c:v>
                </c:pt>
                <c:pt idx="867">
                  <c:v>45777</c:v>
                </c:pt>
                <c:pt idx="868">
                  <c:v>45778</c:v>
                </c:pt>
                <c:pt idx="869">
                  <c:v>45779</c:v>
                </c:pt>
                <c:pt idx="870">
                  <c:v>45782</c:v>
                </c:pt>
                <c:pt idx="871">
                  <c:v>45783</c:v>
                </c:pt>
                <c:pt idx="872">
                  <c:v>45784</c:v>
                </c:pt>
                <c:pt idx="873">
                  <c:v>45785</c:v>
                </c:pt>
                <c:pt idx="874">
                  <c:v>45786</c:v>
                </c:pt>
                <c:pt idx="875">
                  <c:v>45789</c:v>
                </c:pt>
                <c:pt idx="876">
                  <c:v>45790</c:v>
                </c:pt>
                <c:pt idx="877">
                  <c:v>45791</c:v>
                </c:pt>
                <c:pt idx="878">
                  <c:v>45792</c:v>
                </c:pt>
                <c:pt idx="879">
                  <c:v>45793</c:v>
                </c:pt>
                <c:pt idx="880">
                  <c:v>45796</c:v>
                </c:pt>
                <c:pt idx="881">
                  <c:v>45797</c:v>
                </c:pt>
                <c:pt idx="882">
                  <c:v>45798</c:v>
                </c:pt>
                <c:pt idx="883">
                  <c:v>45799</c:v>
                </c:pt>
                <c:pt idx="884">
                  <c:v>45800</c:v>
                </c:pt>
                <c:pt idx="885">
                  <c:v>45804</c:v>
                </c:pt>
                <c:pt idx="886">
                  <c:v>45805</c:v>
                </c:pt>
                <c:pt idx="887">
                  <c:v>45806</c:v>
                </c:pt>
                <c:pt idx="888">
                  <c:v>45807</c:v>
                </c:pt>
                <c:pt idx="889">
                  <c:v>45810</c:v>
                </c:pt>
                <c:pt idx="890">
                  <c:v>45811</c:v>
                </c:pt>
                <c:pt idx="891">
                  <c:v>45812</c:v>
                </c:pt>
                <c:pt idx="892">
                  <c:v>45813</c:v>
                </c:pt>
                <c:pt idx="893">
                  <c:v>45814</c:v>
                </c:pt>
                <c:pt idx="894">
                  <c:v>45817</c:v>
                </c:pt>
                <c:pt idx="895">
                  <c:v>45818</c:v>
                </c:pt>
                <c:pt idx="896">
                  <c:v>45819</c:v>
                </c:pt>
                <c:pt idx="897">
                  <c:v>45820</c:v>
                </c:pt>
                <c:pt idx="898">
                  <c:v>45821</c:v>
                </c:pt>
                <c:pt idx="899">
                  <c:v>45824</c:v>
                </c:pt>
                <c:pt idx="900">
                  <c:v>45825</c:v>
                </c:pt>
                <c:pt idx="901">
                  <c:v>45826</c:v>
                </c:pt>
                <c:pt idx="902">
                  <c:v>45827</c:v>
                </c:pt>
                <c:pt idx="903">
                  <c:v>45828</c:v>
                </c:pt>
                <c:pt idx="904">
                  <c:v>45831</c:v>
                </c:pt>
                <c:pt idx="905">
                  <c:v>45832</c:v>
                </c:pt>
                <c:pt idx="906">
                  <c:v>45833</c:v>
                </c:pt>
                <c:pt idx="907">
                  <c:v>45834</c:v>
                </c:pt>
                <c:pt idx="908">
                  <c:v>45835</c:v>
                </c:pt>
                <c:pt idx="909">
                  <c:v>45838</c:v>
                </c:pt>
                <c:pt idx="910">
                  <c:v>45839</c:v>
                </c:pt>
                <c:pt idx="911">
                  <c:v>45840</c:v>
                </c:pt>
                <c:pt idx="912">
                  <c:v>45841</c:v>
                </c:pt>
                <c:pt idx="913">
                  <c:v>45842</c:v>
                </c:pt>
                <c:pt idx="914">
                  <c:v>45845</c:v>
                </c:pt>
                <c:pt idx="915">
                  <c:v>45846</c:v>
                </c:pt>
                <c:pt idx="916">
                  <c:v>45847</c:v>
                </c:pt>
                <c:pt idx="917">
                  <c:v>45848</c:v>
                </c:pt>
                <c:pt idx="918">
                  <c:v>45849</c:v>
                </c:pt>
                <c:pt idx="919">
                  <c:v>45852</c:v>
                </c:pt>
                <c:pt idx="920">
                  <c:v>45853</c:v>
                </c:pt>
                <c:pt idx="921">
                  <c:v>45854</c:v>
                </c:pt>
                <c:pt idx="922">
                  <c:v>45855</c:v>
                </c:pt>
                <c:pt idx="923">
                  <c:v>45856</c:v>
                </c:pt>
                <c:pt idx="924">
                  <c:v>45859</c:v>
                </c:pt>
                <c:pt idx="925">
                  <c:v>45860</c:v>
                </c:pt>
                <c:pt idx="926">
                  <c:v>45861</c:v>
                </c:pt>
                <c:pt idx="927">
                  <c:v>45862</c:v>
                </c:pt>
                <c:pt idx="928">
                  <c:v>45863</c:v>
                </c:pt>
                <c:pt idx="929">
                  <c:v>45866</c:v>
                </c:pt>
                <c:pt idx="930">
                  <c:v>45867</c:v>
                </c:pt>
                <c:pt idx="931">
                  <c:v>45868</c:v>
                </c:pt>
                <c:pt idx="932">
                  <c:v>45869</c:v>
                </c:pt>
                <c:pt idx="933">
                  <c:v>45870</c:v>
                </c:pt>
                <c:pt idx="934">
                  <c:v>45873</c:v>
                </c:pt>
                <c:pt idx="935">
                  <c:v>45874</c:v>
                </c:pt>
                <c:pt idx="936">
                  <c:v>45875</c:v>
                </c:pt>
                <c:pt idx="937">
                  <c:v>45876</c:v>
                </c:pt>
                <c:pt idx="938">
                  <c:v>45877</c:v>
                </c:pt>
                <c:pt idx="939">
                  <c:v>45880</c:v>
                </c:pt>
                <c:pt idx="940">
                  <c:v>45881</c:v>
                </c:pt>
                <c:pt idx="941">
                  <c:v>45882</c:v>
                </c:pt>
                <c:pt idx="942">
                  <c:v>45883</c:v>
                </c:pt>
                <c:pt idx="943">
                  <c:v>45884</c:v>
                </c:pt>
                <c:pt idx="944">
                  <c:v>45887</c:v>
                </c:pt>
                <c:pt idx="945">
                  <c:v>45888</c:v>
                </c:pt>
                <c:pt idx="946">
                  <c:v>45889</c:v>
                </c:pt>
                <c:pt idx="947">
                  <c:v>45890</c:v>
                </c:pt>
                <c:pt idx="948">
                  <c:v>45891</c:v>
                </c:pt>
                <c:pt idx="949">
                  <c:v>45894</c:v>
                </c:pt>
                <c:pt idx="950">
                  <c:v>45895</c:v>
                </c:pt>
                <c:pt idx="951">
                  <c:v>45896</c:v>
                </c:pt>
                <c:pt idx="952">
                  <c:v>45897</c:v>
                </c:pt>
                <c:pt idx="953">
                  <c:v>45898</c:v>
                </c:pt>
                <c:pt idx="954">
                  <c:v>45901</c:v>
                </c:pt>
                <c:pt idx="955">
                  <c:v>45902</c:v>
                </c:pt>
                <c:pt idx="956">
                  <c:v>45903</c:v>
                </c:pt>
                <c:pt idx="957">
                  <c:v>45904</c:v>
                </c:pt>
                <c:pt idx="958">
                  <c:v>45905</c:v>
                </c:pt>
                <c:pt idx="959">
                  <c:v>45908</c:v>
                </c:pt>
                <c:pt idx="960">
                  <c:v>45909</c:v>
                </c:pt>
                <c:pt idx="961">
                  <c:v>45910</c:v>
                </c:pt>
                <c:pt idx="962">
                  <c:v>45911</c:v>
                </c:pt>
                <c:pt idx="963">
                  <c:v>45912</c:v>
                </c:pt>
                <c:pt idx="964">
                  <c:v>45915</c:v>
                </c:pt>
                <c:pt idx="965">
                  <c:v>45916</c:v>
                </c:pt>
                <c:pt idx="966">
                  <c:v>45917</c:v>
                </c:pt>
                <c:pt idx="967">
                  <c:v>45918</c:v>
                </c:pt>
                <c:pt idx="968">
                  <c:v>45919</c:v>
                </c:pt>
                <c:pt idx="969">
                  <c:v>45922</c:v>
                </c:pt>
                <c:pt idx="970">
                  <c:v>45923</c:v>
                </c:pt>
                <c:pt idx="971">
                  <c:v>45924</c:v>
                </c:pt>
                <c:pt idx="972">
                  <c:v>45925</c:v>
                </c:pt>
                <c:pt idx="973">
                  <c:v>45926</c:v>
                </c:pt>
                <c:pt idx="974">
                  <c:v>45929</c:v>
                </c:pt>
                <c:pt idx="975">
                  <c:v>45930</c:v>
                </c:pt>
                <c:pt idx="976">
                  <c:v>45931</c:v>
                </c:pt>
                <c:pt idx="977">
                  <c:v>45932</c:v>
                </c:pt>
                <c:pt idx="978">
                  <c:v>45933</c:v>
                </c:pt>
                <c:pt idx="979">
                  <c:v>45936</c:v>
                </c:pt>
                <c:pt idx="980">
                  <c:v>45937</c:v>
                </c:pt>
                <c:pt idx="981">
                  <c:v>45938</c:v>
                </c:pt>
                <c:pt idx="982">
                  <c:v>45939</c:v>
                </c:pt>
                <c:pt idx="983">
                  <c:v>45940</c:v>
                </c:pt>
                <c:pt idx="984">
                  <c:v>45943</c:v>
                </c:pt>
                <c:pt idx="985">
                  <c:v>45944</c:v>
                </c:pt>
                <c:pt idx="986">
                  <c:v>45945</c:v>
                </c:pt>
                <c:pt idx="987">
                  <c:v>45946</c:v>
                </c:pt>
                <c:pt idx="988">
                  <c:v>45947</c:v>
                </c:pt>
                <c:pt idx="989">
                  <c:v>45950</c:v>
                </c:pt>
                <c:pt idx="990">
                  <c:v>45951</c:v>
                </c:pt>
                <c:pt idx="991">
                  <c:v>45952</c:v>
                </c:pt>
                <c:pt idx="992">
                  <c:v>45953</c:v>
                </c:pt>
                <c:pt idx="993">
                  <c:v>45954</c:v>
                </c:pt>
                <c:pt idx="994">
                  <c:v>45957</c:v>
                </c:pt>
                <c:pt idx="995">
                  <c:v>45958</c:v>
                </c:pt>
                <c:pt idx="996">
                  <c:v>45959</c:v>
                </c:pt>
                <c:pt idx="997">
                  <c:v>45960</c:v>
                </c:pt>
                <c:pt idx="998">
                  <c:v>45961</c:v>
                </c:pt>
                <c:pt idx="999">
                  <c:v>45964</c:v>
                </c:pt>
                <c:pt idx="1000">
                  <c:v>45965</c:v>
                </c:pt>
                <c:pt idx="1001">
                  <c:v>45966</c:v>
                </c:pt>
                <c:pt idx="1002">
                  <c:v>45967</c:v>
                </c:pt>
                <c:pt idx="1003">
                  <c:v>45968</c:v>
                </c:pt>
                <c:pt idx="1004">
                  <c:v>45971</c:v>
                </c:pt>
                <c:pt idx="1005">
                  <c:v>45972</c:v>
                </c:pt>
                <c:pt idx="1006">
                  <c:v>45973</c:v>
                </c:pt>
                <c:pt idx="1007">
                  <c:v>45974</c:v>
                </c:pt>
                <c:pt idx="1008">
                  <c:v>45975</c:v>
                </c:pt>
                <c:pt idx="1009">
                  <c:v>45978</c:v>
                </c:pt>
                <c:pt idx="1010">
                  <c:v>45979</c:v>
                </c:pt>
                <c:pt idx="1011">
                  <c:v>45980</c:v>
                </c:pt>
                <c:pt idx="1012">
                  <c:v>45981</c:v>
                </c:pt>
                <c:pt idx="1013">
                  <c:v>45982</c:v>
                </c:pt>
                <c:pt idx="1014">
                  <c:v>45985</c:v>
                </c:pt>
                <c:pt idx="1015">
                  <c:v>45986</c:v>
                </c:pt>
                <c:pt idx="1016">
                  <c:v>45987</c:v>
                </c:pt>
                <c:pt idx="1017">
                  <c:v>45988</c:v>
                </c:pt>
                <c:pt idx="1018">
                  <c:v>45989</c:v>
                </c:pt>
                <c:pt idx="1019">
                  <c:v>45992</c:v>
                </c:pt>
                <c:pt idx="1020">
                  <c:v>45993</c:v>
                </c:pt>
                <c:pt idx="1021">
                  <c:v>45994</c:v>
                </c:pt>
                <c:pt idx="1022">
                  <c:v>45995</c:v>
                </c:pt>
                <c:pt idx="1023">
                  <c:v>45996</c:v>
                </c:pt>
                <c:pt idx="1024">
                  <c:v>45999</c:v>
                </c:pt>
                <c:pt idx="1025">
                  <c:v>46000</c:v>
                </c:pt>
                <c:pt idx="1026">
                  <c:v>46001</c:v>
                </c:pt>
                <c:pt idx="1027">
                  <c:v>46002</c:v>
                </c:pt>
                <c:pt idx="1028">
                  <c:v>46003</c:v>
                </c:pt>
                <c:pt idx="1029">
                  <c:v>46006</c:v>
                </c:pt>
                <c:pt idx="1030">
                  <c:v>46007</c:v>
                </c:pt>
                <c:pt idx="1031">
                  <c:v>46008</c:v>
                </c:pt>
                <c:pt idx="1032">
                  <c:v>46009</c:v>
                </c:pt>
                <c:pt idx="1033">
                  <c:v>46010</c:v>
                </c:pt>
                <c:pt idx="1034">
                  <c:v>46013</c:v>
                </c:pt>
                <c:pt idx="1035">
                  <c:v>46014</c:v>
                </c:pt>
                <c:pt idx="1036">
                  <c:v>46015</c:v>
                </c:pt>
                <c:pt idx="1037">
                  <c:v>46016</c:v>
                </c:pt>
                <c:pt idx="1038">
                  <c:v>46017</c:v>
                </c:pt>
                <c:pt idx="1039">
                  <c:v>46020</c:v>
                </c:pt>
                <c:pt idx="1040">
                  <c:v>46021</c:v>
                </c:pt>
                <c:pt idx="1041">
                  <c:v>46022</c:v>
                </c:pt>
                <c:pt idx="1042">
                  <c:v>46023</c:v>
                </c:pt>
                <c:pt idx="1043">
                  <c:v>46024</c:v>
                </c:pt>
                <c:pt idx="1044">
                  <c:v>46027</c:v>
                </c:pt>
                <c:pt idx="1045">
                  <c:v>46028</c:v>
                </c:pt>
                <c:pt idx="1046">
                  <c:v>46029</c:v>
                </c:pt>
                <c:pt idx="1047">
                  <c:v>46030</c:v>
                </c:pt>
                <c:pt idx="1048">
                  <c:v>46031</c:v>
                </c:pt>
                <c:pt idx="1049">
                  <c:v>46034</c:v>
                </c:pt>
                <c:pt idx="1050">
                  <c:v>46035</c:v>
                </c:pt>
                <c:pt idx="1051">
                  <c:v>46036</c:v>
                </c:pt>
                <c:pt idx="1052">
                  <c:v>46037</c:v>
                </c:pt>
                <c:pt idx="1053">
                  <c:v>46038</c:v>
                </c:pt>
                <c:pt idx="1054">
                  <c:v>46041</c:v>
                </c:pt>
                <c:pt idx="1055">
                  <c:v>46042</c:v>
                </c:pt>
                <c:pt idx="1056">
                  <c:v>46043</c:v>
                </c:pt>
                <c:pt idx="1057">
                  <c:v>46044</c:v>
                </c:pt>
                <c:pt idx="1058">
                  <c:v>46045</c:v>
                </c:pt>
                <c:pt idx="1059">
                  <c:v>46048</c:v>
                </c:pt>
                <c:pt idx="1060">
                  <c:v>46049</c:v>
                </c:pt>
                <c:pt idx="1061">
                  <c:v>46050</c:v>
                </c:pt>
                <c:pt idx="1062">
                  <c:v>46051</c:v>
                </c:pt>
                <c:pt idx="1063">
                  <c:v>46052</c:v>
                </c:pt>
                <c:pt idx="1064">
                  <c:v>46055</c:v>
                </c:pt>
                <c:pt idx="1065">
                  <c:v>46056</c:v>
                </c:pt>
                <c:pt idx="1066">
                  <c:v>46057</c:v>
                </c:pt>
                <c:pt idx="1067">
                  <c:v>46058</c:v>
                </c:pt>
                <c:pt idx="1068">
                  <c:v>46059</c:v>
                </c:pt>
                <c:pt idx="1069">
                  <c:v>46062</c:v>
                </c:pt>
                <c:pt idx="1070">
                  <c:v>46063</c:v>
                </c:pt>
                <c:pt idx="1071">
                  <c:v>46064</c:v>
                </c:pt>
                <c:pt idx="1072">
                  <c:v>46065</c:v>
                </c:pt>
                <c:pt idx="1073">
                  <c:v>46066</c:v>
                </c:pt>
                <c:pt idx="1074">
                  <c:v>46069</c:v>
                </c:pt>
                <c:pt idx="1075">
                  <c:v>46070</c:v>
                </c:pt>
                <c:pt idx="1076">
                  <c:v>46071</c:v>
                </c:pt>
                <c:pt idx="1077">
                  <c:v>46072</c:v>
                </c:pt>
                <c:pt idx="1078">
                  <c:v>46073</c:v>
                </c:pt>
                <c:pt idx="1079">
                  <c:v>46076</c:v>
                </c:pt>
                <c:pt idx="1080">
                  <c:v>46077</c:v>
                </c:pt>
                <c:pt idx="1081">
                  <c:v>46078</c:v>
                </c:pt>
                <c:pt idx="1082">
                  <c:v>46079</c:v>
                </c:pt>
                <c:pt idx="1083">
                  <c:v>46080</c:v>
                </c:pt>
                <c:pt idx="1084">
                  <c:v>46083</c:v>
                </c:pt>
                <c:pt idx="1085">
                  <c:v>46084</c:v>
                </c:pt>
                <c:pt idx="1086">
                  <c:v>46085</c:v>
                </c:pt>
                <c:pt idx="1087">
                  <c:v>46086</c:v>
                </c:pt>
                <c:pt idx="1088">
                  <c:v>46087</c:v>
                </c:pt>
                <c:pt idx="1089">
                  <c:v>46090</c:v>
                </c:pt>
                <c:pt idx="1090">
                  <c:v>46091</c:v>
                </c:pt>
                <c:pt idx="1091">
                  <c:v>46092</c:v>
                </c:pt>
                <c:pt idx="1092">
                  <c:v>46093</c:v>
                </c:pt>
                <c:pt idx="1093">
                  <c:v>46094</c:v>
                </c:pt>
                <c:pt idx="1094">
                  <c:v>46097</c:v>
                </c:pt>
                <c:pt idx="1095">
                  <c:v>46098</c:v>
                </c:pt>
                <c:pt idx="1096">
                  <c:v>46099</c:v>
                </c:pt>
                <c:pt idx="1097">
                  <c:v>46100</c:v>
                </c:pt>
                <c:pt idx="1098">
                  <c:v>46101</c:v>
                </c:pt>
                <c:pt idx="1099">
                  <c:v>46104</c:v>
                </c:pt>
                <c:pt idx="1100">
                  <c:v>46105</c:v>
                </c:pt>
                <c:pt idx="1101">
                  <c:v>46106</c:v>
                </c:pt>
                <c:pt idx="1102">
                  <c:v>46107</c:v>
                </c:pt>
                <c:pt idx="1103">
                  <c:v>46108</c:v>
                </c:pt>
                <c:pt idx="1104">
                  <c:v>46111</c:v>
                </c:pt>
                <c:pt idx="1105">
                  <c:v>46112</c:v>
                </c:pt>
                <c:pt idx="1106">
                  <c:v>46113</c:v>
                </c:pt>
                <c:pt idx="1107">
                  <c:v>46114</c:v>
                </c:pt>
                <c:pt idx="1108">
                  <c:v>46115</c:v>
                </c:pt>
                <c:pt idx="1109">
                  <c:v>46118</c:v>
                </c:pt>
                <c:pt idx="1110">
                  <c:v>46119</c:v>
                </c:pt>
                <c:pt idx="1111">
                  <c:v>46120</c:v>
                </c:pt>
                <c:pt idx="1112">
                  <c:v>46121</c:v>
                </c:pt>
                <c:pt idx="1113">
                  <c:v>46122</c:v>
                </c:pt>
                <c:pt idx="1114">
                  <c:v>46125</c:v>
                </c:pt>
                <c:pt idx="1115">
                  <c:v>46126</c:v>
                </c:pt>
                <c:pt idx="1116">
                  <c:v>46127</c:v>
                </c:pt>
                <c:pt idx="1117">
                  <c:v>46128</c:v>
                </c:pt>
                <c:pt idx="1118">
                  <c:v>46129</c:v>
                </c:pt>
                <c:pt idx="1119">
                  <c:v>46132</c:v>
                </c:pt>
                <c:pt idx="1120">
                  <c:v>46133</c:v>
                </c:pt>
                <c:pt idx="1121">
                  <c:v>46134</c:v>
                </c:pt>
                <c:pt idx="1122">
                  <c:v>46135</c:v>
                </c:pt>
                <c:pt idx="1123">
                  <c:v>46136</c:v>
                </c:pt>
                <c:pt idx="1124">
                  <c:v>46139</c:v>
                </c:pt>
                <c:pt idx="1125">
                  <c:v>46140</c:v>
                </c:pt>
                <c:pt idx="1126">
                  <c:v>46141</c:v>
                </c:pt>
                <c:pt idx="1127">
                  <c:v>46142</c:v>
                </c:pt>
                <c:pt idx="1128">
                  <c:v>46143</c:v>
                </c:pt>
                <c:pt idx="1129">
                  <c:v>46146</c:v>
                </c:pt>
                <c:pt idx="1130">
                  <c:v>46147</c:v>
                </c:pt>
                <c:pt idx="1131">
                  <c:v>46148</c:v>
                </c:pt>
                <c:pt idx="1132">
                  <c:v>46149</c:v>
                </c:pt>
                <c:pt idx="1133">
                  <c:v>46150</c:v>
                </c:pt>
                <c:pt idx="1134">
                  <c:v>46153</c:v>
                </c:pt>
                <c:pt idx="1135">
                  <c:v>46154</c:v>
                </c:pt>
                <c:pt idx="1136">
                  <c:v>46155</c:v>
                </c:pt>
                <c:pt idx="1137">
                  <c:v>46156</c:v>
                </c:pt>
                <c:pt idx="1138">
                  <c:v>46157</c:v>
                </c:pt>
                <c:pt idx="1139">
                  <c:v>46160</c:v>
                </c:pt>
                <c:pt idx="1140">
                  <c:v>46161</c:v>
                </c:pt>
                <c:pt idx="1141">
                  <c:v>46162</c:v>
                </c:pt>
                <c:pt idx="1142">
                  <c:v>46163</c:v>
                </c:pt>
                <c:pt idx="1143">
                  <c:v>46164</c:v>
                </c:pt>
                <c:pt idx="1144">
                  <c:v>46168</c:v>
                </c:pt>
                <c:pt idx="1145">
                  <c:v>46169</c:v>
                </c:pt>
                <c:pt idx="1146">
                  <c:v>46170</c:v>
                </c:pt>
                <c:pt idx="1147">
                  <c:v>46171</c:v>
                </c:pt>
                <c:pt idx="1148">
                  <c:v>46174</c:v>
                </c:pt>
                <c:pt idx="1149">
                  <c:v>46175</c:v>
                </c:pt>
                <c:pt idx="1150">
                  <c:v>46176</c:v>
                </c:pt>
                <c:pt idx="1151">
                  <c:v>46177</c:v>
                </c:pt>
                <c:pt idx="1152">
                  <c:v>46178</c:v>
                </c:pt>
                <c:pt idx="1153">
                  <c:v>46181</c:v>
                </c:pt>
                <c:pt idx="1154">
                  <c:v>46182</c:v>
                </c:pt>
                <c:pt idx="1155">
                  <c:v>46183</c:v>
                </c:pt>
                <c:pt idx="1156">
                  <c:v>46184</c:v>
                </c:pt>
                <c:pt idx="1157">
                  <c:v>46185</c:v>
                </c:pt>
                <c:pt idx="1158">
                  <c:v>46188</c:v>
                </c:pt>
                <c:pt idx="1159">
                  <c:v>46189</c:v>
                </c:pt>
                <c:pt idx="1160">
                  <c:v>46190</c:v>
                </c:pt>
                <c:pt idx="1161">
                  <c:v>46191</c:v>
                </c:pt>
                <c:pt idx="1162">
                  <c:v>46192</c:v>
                </c:pt>
                <c:pt idx="1163">
                  <c:v>46195</c:v>
                </c:pt>
                <c:pt idx="1164">
                  <c:v>46196</c:v>
                </c:pt>
                <c:pt idx="1165">
                  <c:v>46197</c:v>
                </c:pt>
                <c:pt idx="1166">
                  <c:v>46198</c:v>
                </c:pt>
                <c:pt idx="1167">
                  <c:v>46199</c:v>
                </c:pt>
                <c:pt idx="1168">
                  <c:v>46202</c:v>
                </c:pt>
                <c:pt idx="1169">
                  <c:v>46203</c:v>
                </c:pt>
                <c:pt idx="1170">
                  <c:v>46204</c:v>
                </c:pt>
                <c:pt idx="1171">
                  <c:v>46205</c:v>
                </c:pt>
                <c:pt idx="1172">
                  <c:v>46206</c:v>
                </c:pt>
                <c:pt idx="1173">
                  <c:v>46209</c:v>
                </c:pt>
                <c:pt idx="1174">
                  <c:v>46210</c:v>
                </c:pt>
                <c:pt idx="1175">
                  <c:v>46211</c:v>
                </c:pt>
                <c:pt idx="1176">
                  <c:v>46212</c:v>
                </c:pt>
                <c:pt idx="1177">
                  <c:v>46213</c:v>
                </c:pt>
                <c:pt idx="1178">
                  <c:v>46216</c:v>
                </c:pt>
                <c:pt idx="1179">
                  <c:v>46217</c:v>
                </c:pt>
                <c:pt idx="1180">
                  <c:v>46218</c:v>
                </c:pt>
                <c:pt idx="1181">
                  <c:v>46219</c:v>
                </c:pt>
                <c:pt idx="1182">
                  <c:v>46220</c:v>
                </c:pt>
                <c:pt idx="1183">
                  <c:v>46223</c:v>
                </c:pt>
                <c:pt idx="1184">
                  <c:v>46224</c:v>
                </c:pt>
                <c:pt idx="1185">
                  <c:v>46225</c:v>
                </c:pt>
                <c:pt idx="1186">
                  <c:v>46226</c:v>
                </c:pt>
                <c:pt idx="1187">
                  <c:v>46227</c:v>
                </c:pt>
                <c:pt idx="1188">
                  <c:v>46230</c:v>
                </c:pt>
                <c:pt idx="1189">
                  <c:v>46231</c:v>
                </c:pt>
                <c:pt idx="1190">
                  <c:v>46232</c:v>
                </c:pt>
                <c:pt idx="1191">
                  <c:v>46233</c:v>
                </c:pt>
                <c:pt idx="1192">
                  <c:v>46234</c:v>
                </c:pt>
                <c:pt idx="1193">
                  <c:v>46237</c:v>
                </c:pt>
                <c:pt idx="1194">
                  <c:v>46238</c:v>
                </c:pt>
                <c:pt idx="1195">
                  <c:v>46239</c:v>
                </c:pt>
                <c:pt idx="1196">
                  <c:v>46240</c:v>
                </c:pt>
                <c:pt idx="1197">
                  <c:v>46241</c:v>
                </c:pt>
                <c:pt idx="1198">
                  <c:v>46244</c:v>
                </c:pt>
                <c:pt idx="1199">
                  <c:v>46245</c:v>
                </c:pt>
                <c:pt idx="1200">
                  <c:v>46246</c:v>
                </c:pt>
                <c:pt idx="1201">
                  <c:v>46247</c:v>
                </c:pt>
                <c:pt idx="1202">
                  <c:v>46248</c:v>
                </c:pt>
                <c:pt idx="1203">
                  <c:v>46251</c:v>
                </c:pt>
                <c:pt idx="1204">
                  <c:v>46252</c:v>
                </c:pt>
                <c:pt idx="1205">
                  <c:v>46253</c:v>
                </c:pt>
                <c:pt idx="1206">
                  <c:v>46254</c:v>
                </c:pt>
                <c:pt idx="1207">
                  <c:v>46255</c:v>
                </c:pt>
                <c:pt idx="1208">
                  <c:v>46258</c:v>
                </c:pt>
                <c:pt idx="1209">
                  <c:v>46259</c:v>
                </c:pt>
                <c:pt idx="1210">
                  <c:v>46260</c:v>
                </c:pt>
                <c:pt idx="1211">
                  <c:v>46261</c:v>
                </c:pt>
                <c:pt idx="1212">
                  <c:v>46262</c:v>
                </c:pt>
                <c:pt idx="1213">
                  <c:v>46265</c:v>
                </c:pt>
                <c:pt idx="1214">
                  <c:v>46266</c:v>
                </c:pt>
                <c:pt idx="1215">
                  <c:v>46267</c:v>
                </c:pt>
                <c:pt idx="1216">
                  <c:v>46268</c:v>
                </c:pt>
                <c:pt idx="1217">
                  <c:v>46269</c:v>
                </c:pt>
                <c:pt idx="1218">
                  <c:v>46272</c:v>
                </c:pt>
                <c:pt idx="1219">
                  <c:v>46273</c:v>
                </c:pt>
                <c:pt idx="1220">
                  <c:v>46274</c:v>
                </c:pt>
                <c:pt idx="1221">
                  <c:v>46275</c:v>
                </c:pt>
                <c:pt idx="1222">
                  <c:v>46276</c:v>
                </c:pt>
                <c:pt idx="1223">
                  <c:v>46279</c:v>
                </c:pt>
                <c:pt idx="1224">
                  <c:v>46280</c:v>
                </c:pt>
                <c:pt idx="1225">
                  <c:v>46281</c:v>
                </c:pt>
                <c:pt idx="1226">
                  <c:v>46282</c:v>
                </c:pt>
                <c:pt idx="1227">
                  <c:v>46283</c:v>
                </c:pt>
                <c:pt idx="1228">
                  <c:v>46286</c:v>
                </c:pt>
                <c:pt idx="1229">
                  <c:v>46287</c:v>
                </c:pt>
                <c:pt idx="1230">
                  <c:v>46288</c:v>
                </c:pt>
                <c:pt idx="1231">
                  <c:v>46289</c:v>
                </c:pt>
                <c:pt idx="1232">
                  <c:v>46290</c:v>
                </c:pt>
                <c:pt idx="1233">
                  <c:v>46293</c:v>
                </c:pt>
                <c:pt idx="1234">
                  <c:v>46294</c:v>
                </c:pt>
                <c:pt idx="1235">
                  <c:v>46295</c:v>
                </c:pt>
                <c:pt idx="1236">
                  <c:v>46296</c:v>
                </c:pt>
                <c:pt idx="1237">
                  <c:v>46297</c:v>
                </c:pt>
                <c:pt idx="1238">
                  <c:v>46300</c:v>
                </c:pt>
                <c:pt idx="1239">
                  <c:v>46301</c:v>
                </c:pt>
                <c:pt idx="1240">
                  <c:v>46302</c:v>
                </c:pt>
                <c:pt idx="1241">
                  <c:v>46303</c:v>
                </c:pt>
                <c:pt idx="1242">
                  <c:v>46304</c:v>
                </c:pt>
                <c:pt idx="1243">
                  <c:v>46307</c:v>
                </c:pt>
                <c:pt idx="1244">
                  <c:v>46308</c:v>
                </c:pt>
                <c:pt idx="1245">
                  <c:v>46309</c:v>
                </c:pt>
                <c:pt idx="1246">
                  <c:v>46310</c:v>
                </c:pt>
                <c:pt idx="1247">
                  <c:v>46311</c:v>
                </c:pt>
                <c:pt idx="1248">
                  <c:v>#N/A</c:v>
                </c:pt>
                <c:pt idx="1249">
                  <c:v>#N/A</c:v>
                </c:pt>
                <c:pt idx="1250">
                  <c:v>#N/A</c:v>
                </c:pt>
                <c:pt idx="1251">
                  <c:v>#N/A</c:v>
                </c:pt>
                <c:pt idx="1252">
                  <c:v>#N/A</c:v>
                </c:pt>
                <c:pt idx="1253">
                  <c:v>#N/A</c:v>
                </c:pt>
                <c:pt idx="1254">
                  <c:v>#N/A</c:v>
                </c:pt>
                <c:pt idx="1255">
                  <c:v>#N/A</c:v>
                </c:pt>
                <c:pt idx="1256">
                  <c:v>#N/A</c:v>
                </c:pt>
                <c:pt idx="1257">
                  <c:v>#N/A</c:v>
                </c:pt>
                <c:pt idx="1258">
                  <c:v>#N/A</c:v>
                </c:pt>
                <c:pt idx="1259">
                  <c:v>#N/A</c:v>
                </c:pt>
                <c:pt idx="1260">
                  <c:v>#N/A</c:v>
                </c:pt>
                <c:pt idx="1261">
                  <c:v>#N/A</c:v>
                </c:pt>
                <c:pt idx="1262">
                  <c:v>#N/A</c:v>
                </c:pt>
                <c:pt idx="1263">
                  <c:v>#N/A</c:v>
                </c:pt>
                <c:pt idx="1264">
                  <c:v>#N/A</c:v>
                </c:pt>
                <c:pt idx="1265">
                  <c:v>#N/A</c:v>
                </c:pt>
                <c:pt idx="1266">
                  <c:v>#N/A</c:v>
                </c:pt>
                <c:pt idx="1267">
                  <c:v>#N/A</c:v>
                </c:pt>
                <c:pt idx="1268">
                  <c:v>#N/A</c:v>
                </c:pt>
                <c:pt idx="1269">
                  <c:v>#N/A</c:v>
                </c:pt>
                <c:pt idx="1270">
                  <c:v>#N/A</c:v>
                </c:pt>
                <c:pt idx="1271">
                  <c:v>#N/A</c:v>
                </c:pt>
                <c:pt idx="1272">
                  <c:v>#N/A</c:v>
                </c:pt>
                <c:pt idx="1273">
                  <c:v>#N/A</c:v>
                </c:pt>
                <c:pt idx="1274">
                  <c:v>#N/A</c:v>
                </c:pt>
                <c:pt idx="1275">
                  <c:v>#N/A</c:v>
                </c:pt>
                <c:pt idx="1276">
                  <c:v>#N/A</c:v>
                </c:pt>
                <c:pt idx="1277">
                  <c:v>#N/A</c:v>
                </c:pt>
                <c:pt idx="1278">
                  <c:v>#N/A</c:v>
                </c:pt>
                <c:pt idx="1279">
                  <c:v>#N/A</c:v>
                </c:pt>
                <c:pt idx="1280">
                  <c:v>#N/A</c:v>
                </c:pt>
                <c:pt idx="1281">
                  <c:v>#N/A</c:v>
                </c:pt>
                <c:pt idx="1282">
                  <c:v>#N/A</c:v>
                </c:pt>
                <c:pt idx="1283">
                  <c:v>#N/A</c:v>
                </c:pt>
                <c:pt idx="1284">
                  <c:v>#N/A</c:v>
                </c:pt>
                <c:pt idx="1285">
                  <c:v>#N/A</c:v>
                </c:pt>
                <c:pt idx="1286">
                  <c:v>#N/A</c:v>
                </c:pt>
                <c:pt idx="1287">
                  <c:v>#N/A</c:v>
                </c:pt>
                <c:pt idx="1288">
                  <c:v>#N/A</c:v>
                </c:pt>
                <c:pt idx="1289">
                  <c:v>#N/A</c:v>
                </c:pt>
                <c:pt idx="1290">
                  <c:v>#N/A</c:v>
                </c:pt>
                <c:pt idx="1291">
                  <c:v>#N/A</c:v>
                </c:pt>
                <c:pt idx="1292">
                  <c:v>#N/A</c:v>
                </c:pt>
                <c:pt idx="1293">
                  <c:v>#N/A</c:v>
                </c:pt>
                <c:pt idx="1294">
                  <c:v>#N/A</c:v>
                </c:pt>
                <c:pt idx="1295">
                  <c:v>#N/A</c:v>
                </c:pt>
                <c:pt idx="1296">
                  <c:v>#N/A</c:v>
                </c:pt>
                <c:pt idx="1297">
                  <c:v>#N/A</c:v>
                </c:pt>
                <c:pt idx="1298">
                  <c:v>#N/A</c:v>
                </c:pt>
                <c:pt idx="1299">
                  <c:v>#N/A</c:v>
                </c:pt>
                <c:pt idx="1300">
                  <c:v>#N/A</c:v>
                </c:pt>
                <c:pt idx="1301">
                  <c:v>#N/A</c:v>
                </c:pt>
                <c:pt idx="1302">
                  <c:v>#N/A</c:v>
                </c:pt>
                <c:pt idx="1303">
                  <c:v>#N/A</c:v>
                </c:pt>
                <c:pt idx="1304">
                  <c:v>#N/A</c:v>
                </c:pt>
                <c:pt idx="1305">
                  <c:v>#N/A</c:v>
                </c:pt>
                <c:pt idx="1306">
                  <c:v>#N/A</c:v>
                </c:pt>
                <c:pt idx="1307">
                  <c:v>#N/A</c:v>
                </c:pt>
                <c:pt idx="1308">
                  <c:v>#N/A</c:v>
                </c:pt>
                <c:pt idx="1309">
                  <c:v>#N/A</c:v>
                </c:pt>
                <c:pt idx="1310">
                  <c:v>#N/A</c:v>
                </c:pt>
                <c:pt idx="1311">
                  <c:v>#N/A</c:v>
                </c:pt>
                <c:pt idx="1312">
                  <c:v>#N/A</c:v>
                </c:pt>
                <c:pt idx="1313">
                  <c:v>#N/A</c:v>
                </c:pt>
                <c:pt idx="1314">
                  <c:v>#N/A</c:v>
                </c:pt>
                <c:pt idx="1315">
                  <c:v>#N/A</c:v>
                </c:pt>
                <c:pt idx="1316">
                  <c:v>#N/A</c:v>
                </c:pt>
                <c:pt idx="1317">
                  <c:v>#N/A</c:v>
                </c:pt>
                <c:pt idx="1318">
                  <c:v>#N/A</c:v>
                </c:pt>
                <c:pt idx="1319">
                  <c:v>#N/A</c:v>
                </c:pt>
                <c:pt idx="1320">
                  <c:v>#N/A</c:v>
                </c:pt>
              </c:numCache>
            </c:numRef>
          </c:cat>
          <c:val>
            <c:numRef>
              <c:f>FI_INDEX!$AR$795:$AR$4550</c:f>
              <c:numCache>
                <c:formatCode>0.0</c:formatCode>
                <c:ptCount val="3756"/>
                <c:pt idx="0">
                  <c:v>100</c:v>
                </c:pt>
                <c:pt idx="1">
                  <c:v>100.03234029600883</c:v>
                </c:pt>
                <c:pt idx="2">
                  <c:v>99.661378077084052</c:v>
                </c:pt>
                <c:pt idx="3">
                  <c:v>99.438800745729182</c:v>
                </c:pt>
                <c:pt idx="4">
                  <c:v>99.745082372636304</c:v>
                </c:pt>
                <c:pt idx="5">
                  <c:v>100.22067496100142</c:v>
                </c:pt>
                <c:pt idx="6">
                  <c:v>100.19213940569951</c:v>
                </c:pt>
                <c:pt idx="7">
                  <c:v>100.76094814138418</c:v>
                </c:pt>
                <c:pt idx="8">
                  <c:v>101.43438724650919</c:v>
                </c:pt>
                <c:pt idx="9">
                  <c:v>101.23083361868893</c:v>
                </c:pt>
                <c:pt idx="10">
                  <c:v>101.05962028687749</c:v>
                </c:pt>
                <c:pt idx="11">
                  <c:v>101.06913213864482</c:v>
                </c:pt>
                <c:pt idx="12">
                  <c:v>100.61066088346087</c:v>
                </c:pt>
                <c:pt idx="13">
                  <c:v>101.34497583989662</c:v>
                </c:pt>
                <c:pt idx="14">
                  <c:v>101.45531332039732</c:v>
                </c:pt>
                <c:pt idx="15">
                  <c:v>101.38302324696583</c:v>
                </c:pt>
                <c:pt idx="16">
                  <c:v>100.74192443784968</c:v>
                </c:pt>
                <c:pt idx="17">
                  <c:v>101.08815584217948</c:v>
                </c:pt>
                <c:pt idx="18">
                  <c:v>100.45656888483062</c:v>
                </c:pt>
                <c:pt idx="19">
                  <c:v>100.58973480957286</c:v>
                </c:pt>
                <c:pt idx="20">
                  <c:v>100.42613095917525</c:v>
                </c:pt>
                <c:pt idx="21">
                  <c:v>101.49716546817348</c:v>
                </c:pt>
                <c:pt idx="22">
                  <c:v>101.63033139291574</c:v>
                </c:pt>
                <c:pt idx="23">
                  <c:v>101.42868013544891</c:v>
                </c:pt>
                <c:pt idx="24">
                  <c:v>101.55423657877733</c:v>
                </c:pt>
                <c:pt idx="25">
                  <c:v>101.17186013773178</c:v>
                </c:pt>
                <c:pt idx="26">
                  <c:v>101.36590191378474</c:v>
                </c:pt>
                <c:pt idx="27">
                  <c:v>101.52379865312194</c:v>
                </c:pt>
                <c:pt idx="28">
                  <c:v>101.9556367233575</c:v>
                </c:pt>
                <c:pt idx="29">
                  <c:v>101.76920442871838</c:v>
                </c:pt>
                <c:pt idx="30">
                  <c:v>101.354487691664</c:v>
                </c:pt>
                <c:pt idx="31">
                  <c:v>101.59228398584656</c:v>
                </c:pt>
                <c:pt idx="32">
                  <c:v>102.17060457329855</c:v>
                </c:pt>
                <c:pt idx="33">
                  <c:v>102.29806338698042</c:v>
                </c:pt>
                <c:pt idx="34">
                  <c:v>102.36654871970498</c:v>
                </c:pt>
                <c:pt idx="35">
                  <c:v>102.02031731537518</c:v>
                </c:pt>
                <c:pt idx="36">
                  <c:v>101.7311570216492</c:v>
                </c:pt>
                <c:pt idx="37">
                  <c:v>102.24099227637662</c:v>
                </c:pt>
                <c:pt idx="38">
                  <c:v>101.06342502758463</c:v>
                </c:pt>
                <c:pt idx="39">
                  <c:v>100.21306547958781</c:v>
                </c:pt>
                <c:pt idx="40">
                  <c:v>100.854164288704</c:v>
                </c:pt>
                <c:pt idx="41">
                  <c:v>98.584636457025709</c:v>
                </c:pt>
                <c:pt idx="42">
                  <c:v>97.701936613020067</c:v>
                </c:pt>
                <c:pt idx="43">
                  <c:v>98.474298976525006</c:v>
                </c:pt>
                <c:pt idx="44">
                  <c:v>97.770421945744644</c:v>
                </c:pt>
                <c:pt idx="45">
                  <c:v>96.231404329795168</c:v>
                </c:pt>
                <c:pt idx="46">
                  <c:v>95.029106266408178</c:v>
                </c:pt>
                <c:pt idx="47">
                  <c:v>95.259293079176871</c:v>
                </c:pt>
                <c:pt idx="48">
                  <c:v>95.664497964463919</c:v>
                </c:pt>
                <c:pt idx="49">
                  <c:v>95.533234410075153</c:v>
                </c:pt>
                <c:pt idx="50">
                  <c:v>95.362021078263709</c:v>
                </c:pt>
                <c:pt idx="51">
                  <c:v>96.090628923639031</c:v>
                </c:pt>
                <c:pt idx="52">
                  <c:v>97.022790396834623</c:v>
                </c:pt>
                <c:pt idx="53">
                  <c:v>98.788190084845908</c:v>
                </c:pt>
                <c:pt idx="54">
                  <c:v>98.314499866834268</c:v>
                </c:pt>
                <c:pt idx="55">
                  <c:v>98.215576608454342</c:v>
                </c:pt>
                <c:pt idx="56">
                  <c:v>98.183236312445516</c:v>
                </c:pt>
                <c:pt idx="57">
                  <c:v>98.573222234904904</c:v>
                </c:pt>
                <c:pt idx="58">
                  <c:v>99.244758969676454</c:v>
                </c:pt>
                <c:pt idx="59">
                  <c:v>99.279001636038771</c:v>
                </c:pt>
                <c:pt idx="60">
                  <c:v>99.665182817791234</c:v>
                </c:pt>
                <c:pt idx="61">
                  <c:v>99.994292888939867</c:v>
                </c:pt>
                <c:pt idx="62">
                  <c:v>101.31644028459483</c:v>
                </c:pt>
                <c:pt idx="63">
                  <c:v>101.7292546512957</c:v>
                </c:pt>
                <c:pt idx="64">
                  <c:v>101.76539968801147</c:v>
                </c:pt>
                <c:pt idx="65">
                  <c:v>101.59038161549313</c:v>
                </c:pt>
                <c:pt idx="66">
                  <c:v>102.00890309325443</c:v>
                </c:pt>
                <c:pt idx="67">
                  <c:v>101.31453791424138</c:v>
                </c:pt>
                <c:pt idx="68">
                  <c:v>101.01396339839464</c:v>
                </c:pt>
                <c:pt idx="69">
                  <c:v>101.03488947228271</c:v>
                </c:pt>
                <c:pt idx="70">
                  <c:v>101.069132138645</c:v>
                </c:pt>
                <c:pt idx="71">
                  <c:v>100.81421451128129</c:v>
                </c:pt>
                <c:pt idx="72">
                  <c:v>100.99113495415313</c:v>
                </c:pt>
                <c:pt idx="73">
                  <c:v>101.41346117262131</c:v>
                </c:pt>
                <c:pt idx="74">
                  <c:v>100.84845717764358</c:v>
                </c:pt>
                <c:pt idx="75">
                  <c:v>100.83323821481589</c:v>
                </c:pt>
                <c:pt idx="76">
                  <c:v>101.17376250808532</c:v>
                </c:pt>
                <c:pt idx="77">
                  <c:v>100.83894532587627</c:v>
                </c:pt>
                <c:pt idx="78">
                  <c:v>100.73051021572903</c:v>
                </c:pt>
                <c:pt idx="79">
                  <c:v>100.42232621846844</c:v>
                </c:pt>
                <c:pt idx="80">
                  <c:v>99.847810371723412</c:v>
                </c:pt>
                <c:pt idx="81">
                  <c:v>99.667085188144682</c:v>
                </c:pt>
                <c:pt idx="82">
                  <c:v>98.849065936156705</c:v>
                </c:pt>
                <c:pt idx="83">
                  <c:v>98.715900011414476</c:v>
                </c:pt>
                <c:pt idx="84">
                  <c:v>98.681657345052173</c:v>
                </c:pt>
                <c:pt idx="85">
                  <c:v>99.043107712209675</c:v>
                </c:pt>
                <c:pt idx="86">
                  <c:v>98.350644903550076</c:v>
                </c:pt>
                <c:pt idx="87">
                  <c:v>99.434996005022512</c:v>
                </c:pt>
                <c:pt idx="88">
                  <c:v>100.50032340296036</c:v>
                </c:pt>
                <c:pt idx="89">
                  <c:v>99.334170376289123</c:v>
                </c:pt>
                <c:pt idx="90">
                  <c:v>98.791994825552905</c:v>
                </c:pt>
                <c:pt idx="91">
                  <c:v>98.059582239470643</c:v>
                </c:pt>
                <c:pt idx="92">
                  <c:v>97.998706388159917</c:v>
                </c:pt>
                <c:pt idx="93">
                  <c:v>98.27455008941169</c:v>
                </c:pt>
                <c:pt idx="94">
                  <c:v>98.247916904463267</c:v>
                </c:pt>
                <c:pt idx="95">
                  <c:v>98.234600311989027</c:v>
                </c:pt>
                <c:pt idx="96">
                  <c:v>98.483810828292334</c:v>
                </c:pt>
                <c:pt idx="97">
                  <c:v>99.086862230339307</c:v>
                </c:pt>
                <c:pt idx="98">
                  <c:v>98.835749343682551</c:v>
                </c:pt>
                <c:pt idx="99">
                  <c:v>99.802153483240446</c:v>
                </c:pt>
                <c:pt idx="100">
                  <c:v>99.963854963284575</c:v>
                </c:pt>
                <c:pt idx="101">
                  <c:v>100.96830650991166</c:v>
                </c:pt>
                <c:pt idx="102">
                  <c:v>101.26127154434458</c:v>
                </c:pt>
                <c:pt idx="103">
                  <c:v>100.29486740478667</c:v>
                </c:pt>
                <c:pt idx="104">
                  <c:v>99.954343111517275</c:v>
                </c:pt>
                <c:pt idx="105">
                  <c:v>99.961952592931098</c:v>
                </c:pt>
                <c:pt idx="106">
                  <c:v>100.53837081002963</c:v>
                </c:pt>
                <c:pt idx="107">
                  <c:v>100.41471673705473</c:v>
                </c:pt>
                <c:pt idx="108">
                  <c:v>100.23589392382944</c:v>
                </c:pt>
                <c:pt idx="109">
                  <c:v>100.7970931781003</c:v>
                </c:pt>
                <c:pt idx="110">
                  <c:v>100.49842103260703</c:v>
                </c:pt>
                <c:pt idx="111">
                  <c:v>100.58212532815929</c:v>
                </c:pt>
                <c:pt idx="112">
                  <c:v>100.26442947913141</c:v>
                </c:pt>
                <c:pt idx="113">
                  <c:v>100.31198873796791</c:v>
                </c:pt>
                <c:pt idx="114">
                  <c:v>99.931514667275835</c:v>
                </c:pt>
                <c:pt idx="115">
                  <c:v>98.965110527717925</c:v>
                </c:pt>
                <c:pt idx="116">
                  <c:v>98.059582239470757</c:v>
                </c:pt>
                <c:pt idx="117">
                  <c:v>97.73808164973596</c:v>
                </c:pt>
                <c:pt idx="118">
                  <c:v>98.634098086215801</c:v>
                </c:pt>
                <c:pt idx="119">
                  <c:v>98.379180458852105</c:v>
                </c:pt>
                <c:pt idx="120">
                  <c:v>97.911197351900853</c:v>
                </c:pt>
                <c:pt idx="121">
                  <c:v>98.419130236274754</c:v>
                </c:pt>
                <c:pt idx="122">
                  <c:v>98.674047863638435</c:v>
                </c:pt>
                <c:pt idx="123">
                  <c:v>98.653121789750372</c:v>
                </c:pt>
                <c:pt idx="124">
                  <c:v>98.244112163756384</c:v>
                </c:pt>
                <c:pt idx="125">
                  <c:v>98.339230681429399</c:v>
                </c:pt>
                <c:pt idx="126">
                  <c:v>98.53137008712892</c:v>
                </c:pt>
                <c:pt idx="127">
                  <c:v>98.472396606171657</c:v>
                </c:pt>
                <c:pt idx="128">
                  <c:v>98.150896016436846</c:v>
                </c:pt>
                <c:pt idx="129">
                  <c:v>98.246014534109861</c:v>
                </c:pt>
                <c:pt idx="130">
                  <c:v>97.032302248602122</c:v>
                </c:pt>
                <c:pt idx="131">
                  <c:v>97.154053951223602</c:v>
                </c:pt>
                <c:pt idx="132">
                  <c:v>95.004375451813331</c:v>
                </c:pt>
                <c:pt idx="133">
                  <c:v>94.462199901077128</c:v>
                </c:pt>
                <c:pt idx="134">
                  <c:v>95.01008256287372</c:v>
                </c:pt>
                <c:pt idx="135">
                  <c:v>94.589658714758968</c:v>
                </c:pt>
                <c:pt idx="136">
                  <c:v>94.252939162196469</c:v>
                </c:pt>
                <c:pt idx="137">
                  <c:v>93.906707757866684</c:v>
                </c:pt>
                <c:pt idx="138">
                  <c:v>94.220598866187643</c:v>
                </c:pt>
                <c:pt idx="139">
                  <c:v>93.543355020355733</c:v>
                </c:pt>
                <c:pt idx="140">
                  <c:v>94.966328044744117</c:v>
                </c:pt>
                <c:pt idx="141">
                  <c:v>95.335387893315428</c:v>
                </c:pt>
                <c:pt idx="142">
                  <c:v>95.729178556481713</c:v>
                </c:pt>
                <c:pt idx="143">
                  <c:v>95.702545371533276</c:v>
                </c:pt>
                <c:pt idx="144">
                  <c:v>95.099493969486332</c:v>
                </c:pt>
                <c:pt idx="145">
                  <c:v>95.063348932770566</c:v>
                </c:pt>
                <c:pt idx="146">
                  <c:v>95.550355743256432</c:v>
                </c:pt>
                <c:pt idx="147">
                  <c:v>95.129931895141695</c:v>
                </c:pt>
                <c:pt idx="148">
                  <c:v>95.816687592740905</c:v>
                </c:pt>
                <c:pt idx="149">
                  <c:v>96.102043145759964</c:v>
                </c:pt>
                <c:pt idx="150">
                  <c:v>95.917513221474294</c:v>
                </c:pt>
                <c:pt idx="151">
                  <c:v>96.347448921356332</c:v>
                </c:pt>
                <c:pt idx="152">
                  <c:v>95.70064300117977</c:v>
                </c:pt>
                <c:pt idx="153">
                  <c:v>95.748202260016271</c:v>
                </c:pt>
                <c:pt idx="154">
                  <c:v>96.174333219191382</c:v>
                </c:pt>
                <c:pt idx="155">
                  <c:v>95.881368184758486</c:v>
                </c:pt>
                <c:pt idx="156">
                  <c:v>96.343644180649335</c:v>
                </c:pt>
                <c:pt idx="157">
                  <c:v>96.349351291709723</c:v>
                </c:pt>
                <c:pt idx="158">
                  <c:v>97.169272914051163</c:v>
                </c:pt>
                <c:pt idx="159">
                  <c:v>97.043716470722757</c:v>
                </c:pt>
                <c:pt idx="160">
                  <c:v>97.327169653388367</c:v>
                </c:pt>
                <c:pt idx="161">
                  <c:v>96.718411140281034</c:v>
                </c:pt>
                <c:pt idx="162">
                  <c:v>96.589049956245731</c:v>
                </c:pt>
                <c:pt idx="163">
                  <c:v>96.124871590001391</c:v>
                </c:pt>
                <c:pt idx="164">
                  <c:v>95.407677966746817</c:v>
                </c:pt>
                <c:pt idx="165">
                  <c:v>95.150857969029673</c:v>
                </c:pt>
                <c:pt idx="166">
                  <c:v>95.011984933227069</c:v>
                </c:pt>
                <c:pt idx="167">
                  <c:v>95.238367005288879</c:v>
                </c:pt>
                <c:pt idx="168">
                  <c:v>95.497089373359501</c:v>
                </c:pt>
                <c:pt idx="169">
                  <c:v>95.68352166799859</c:v>
                </c:pt>
                <c:pt idx="170">
                  <c:v>95.544648632195987</c:v>
                </c:pt>
                <c:pt idx="171">
                  <c:v>95.725373815774745</c:v>
                </c:pt>
                <c:pt idx="172">
                  <c:v>95.812882852033951</c:v>
                </c:pt>
                <c:pt idx="173">
                  <c:v>95.226952783168144</c:v>
                </c:pt>
                <c:pt idx="174">
                  <c:v>95.093786858425915</c:v>
                </c:pt>
                <c:pt idx="175">
                  <c:v>95.44572537381606</c:v>
                </c:pt>
                <c:pt idx="176">
                  <c:v>95.39816611497956</c:v>
                </c:pt>
                <c:pt idx="177">
                  <c:v>94.616291899707321</c:v>
                </c:pt>
                <c:pt idx="178">
                  <c:v>95.050032340296298</c:v>
                </c:pt>
                <c:pt idx="179">
                  <c:v>95.432408781341863</c:v>
                </c:pt>
                <c:pt idx="180">
                  <c:v>95.377240041091511</c:v>
                </c:pt>
                <c:pt idx="181">
                  <c:v>95.940341665715778</c:v>
                </c:pt>
                <c:pt idx="182">
                  <c:v>94.933987748735206</c:v>
                </c:pt>
                <c:pt idx="183">
                  <c:v>94.842673971769102</c:v>
                </c:pt>
                <c:pt idx="184">
                  <c:v>94.38420271658515</c:v>
                </c:pt>
                <c:pt idx="185">
                  <c:v>94.462199901077071</c:v>
                </c:pt>
                <c:pt idx="186">
                  <c:v>94.79511471293263</c:v>
                </c:pt>
                <c:pt idx="187">
                  <c:v>94.397519309059419</c:v>
                </c:pt>
                <c:pt idx="188">
                  <c:v>93.823003462314375</c:v>
                </c:pt>
                <c:pt idx="189">
                  <c:v>94.041776052962305</c:v>
                </c:pt>
                <c:pt idx="190">
                  <c:v>93.09820035764595</c:v>
                </c:pt>
                <c:pt idx="191">
                  <c:v>92.278278735304511</c:v>
                </c:pt>
                <c:pt idx="192">
                  <c:v>91.9758018491043</c:v>
                </c:pt>
                <c:pt idx="193">
                  <c:v>92.679678879884662</c:v>
                </c:pt>
                <c:pt idx="194">
                  <c:v>92.683483620591574</c:v>
                </c:pt>
                <c:pt idx="195">
                  <c:v>92.14130806985537</c:v>
                </c:pt>
                <c:pt idx="196">
                  <c:v>93.640375908382154</c:v>
                </c:pt>
                <c:pt idx="197">
                  <c:v>93.834417684435124</c:v>
                </c:pt>
                <c:pt idx="198">
                  <c:v>93.383555910665009</c:v>
                </c:pt>
                <c:pt idx="199">
                  <c:v>92.776699767911126</c:v>
                </c:pt>
                <c:pt idx="200">
                  <c:v>92.411444660046726</c:v>
                </c:pt>
                <c:pt idx="201">
                  <c:v>92.141308069855356</c:v>
                </c:pt>
                <c:pt idx="202">
                  <c:v>92.006239774759649</c:v>
                </c:pt>
                <c:pt idx="203">
                  <c:v>91.758931628809805</c:v>
                </c:pt>
                <c:pt idx="204">
                  <c:v>92.072822737130792</c:v>
                </c:pt>
                <c:pt idx="205">
                  <c:v>91.861659627896671</c:v>
                </c:pt>
                <c:pt idx="206">
                  <c:v>92.455199178176329</c:v>
                </c:pt>
                <c:pt idx="207">
                  <c:v>92.320130883080651</c:v>
                </c:pt>
                <c:pt idx="208">
                  <c:v>91.9472662938024</c:v>
                </c:pt>
                <c:pt idx="209">
                  <c:v>92.13179621808807</c:v>
                </c:pt>
                <c:pt idx="210">
                  <c:v>92.670167028117362</c:v>
                </c:pt>
                <c:pt idx="211">
                  <c:v>91.943461553095489</c:v>
                </c:pt>
                <c:pt idx="212">
                  <c:v>92.316326142373754</c:v>
                </c:pt>
                <c:pt idx="213">
                  <c:v>92.84518510063576</c:v>
                </c:pt>
                <c:pt idx="214">
                  <c:v>93.037324506335267</c:v>
                </c:pt>
                <c:pt idx="215">
                  <c:v>92.8489898413427</c:v>
                </c:pt>
                <c:pt idx="216">
                  <c:v>92.869915915230735</c:v>
                </c:pt>
                <c:pt idx="217">
                  <c:v>93.254194726629734</c:v>
                </c:pt>
                <c:pt idx="218">
                  <c:v>93.003081839972936</c:v>
                </c:pt>
                <c:pt idx="219">
                  <c:v>92.949815470076047</c:v>
                </c:pt>
                <c:pt idx="220">
                  <c:v>94.049385534376171</c:v>
                </c:pt>
                <c:pt idx="221">
                  <c:v>94.283377087851804</c:v>
                </c:pt>
                <c:pt idx="222">
                  <c:v>94.399421679412868</c:v>
                </c:pt>
                <c:pt idx="223">
                  <c:v>94.14640642240262</c:v>
                </c:pt>
                <c:pt idx="224">
                  <c:v>94.852185823536431</c:v>
                </c:pt>
                <c:pt idx="225">
                  <c:v>95.198417227866244</c:v>
                </c:pt>
                <c:pt idx="226">
                  <c:v>95.187003005745481</c:v>
                </c:pt>
                <c:pt idx="227">
                  <c:v>95.019594414640963</c:v>
                </c:pt>
                <c:pt idx="228" formatCode="0.00">
                  <c:v>94.625803751474649</c:v>
                </c:pt>
                <c:pt idx="229" formatCode="0.00">
                  <c:v>94.302400791386376</c:v>
                </c:pt>
                <c:pt idx="230" formatCode="0.00">
                  <c:v>94.266255754670624</c:v>
                </c:pt>
                <c:pt idx="231" formatCode="0.00">
                  <c:v>94.163527755583758</c:v>
                </c:pt>
                <c:pt idx="232" formatCode="0.00">
                  <c:v>94.391812197999016</c:v>
                </c:pt>
                <c:pt idx="233" formatCode="0.00">
                  <c:v>94.869307156717582</c:v>
                </c:pt>
                <c:pt idx="234" formatCode="0.00">
                  <c:v>94.907354563786797</c:v>
                </c:pt>
                <c:pt idx="235" formatCode="0.00">
                  <c:v>94.446980938249368</c:v>
                </c:pt>
                <c:pt idx="236" formatCode="0.00">
                  <c:v>94.78179812045839</c:v>
                </c:pt>
                <c:pt idx="237" formatCode="0.00">
                  <c:v>95.232659894228519</c:v>
                </c:pt>
                <c:pt idx="238" formatCode="0.00">
                  <c:v>95.653083742343256</c:v>
                </c:pt>
                <c:pt idx="239" formatCode="0.00">
                  <c:v>95.687326408705545</c:v>
                </c:pt>
                <c:pt idx="240" formatCode="0.00">
                  <c:v>95.394361374272648</c:v>
                </c:pt>
                <c:pt idx="241" formatCode="0.00">
                  <c:v>94.787505231518765</c:v>
                </c:pt>
                <c:pt idx="242" formatCode="0.00">
                  <c:v>94.96632804474406</c:v>
                </c:pt>
                <c:pt idx="243" formatCode="0.00">
                  <c:v>95.4114827074538</c:v>
                </c:pt>
                <c:pt idx="244" formatCode="0.00">
                  <c:v>95.565574706084078</c:v>
                </c:pt>
                <c:pt idx="245" formatCode="0.00">
                  <c:v>95.230757523875042</c:v>
                </c:pt>
                <c:pt idx="246" formatCode="0.00">
                  <c:v>94.821747897881053</c:v>
                </c:pt>
                <c:pt idx="247" formatCode="0.00">
                  <c:v>95.481870410531812</c:v>
                </c:pt>
                <c:pt idx="248" formatCode="0.00">
                  <c:v>95.225050412814653</c:v>
                </c:pt>
                <c:pt idx="249" formatCode="0.00">
                  <c:v>94.829357379294891</c:v>
                </c:pt>
                <c:pt idx="250" formatCode="0.00">
                  <c:v>94.576342122284657</c:v>
                </c:pt>
                <c:pt idx="251" formatCode="0.00">
                  <c:v>94.370886124110925</c:v>
                </c:pt>
                <c:pt idx="252" formatCode="0.00">
                  <c:v>94.524978122741217</c:v>
                </c:pt>
                <c:pt idx="253" formatCode="0.00">
                  <c:v>94.73994597268225</c:v>
                </c:pt>
                <c:pt idx="254" formatCode="0.00">
                  <c:v>94.850283453182954</c:v>
                </c:pt>
                <c:pt idx="255" formatCode="0.00">
                  <c:v>95.14324848761585</c:v>
                </c:pt>
                <c:pt idx="256" formatCode="0.00">
                  <c:v>95.192710116805827</c:v>
                </c:pt>
                <c:pt idx="257" formatCode="0.00">
                  <c:v>94.724727009854561</c:v>
                </c:pt>
                <c:pt idx="258" formatCode="0.00">
                  <c:v>94.81033367576029</c:v>
                </c:pt>
                <c:pt idx="259" formatCode="0.00">
                  <c:v>94.930183008028308</c:v>
                </c:pt>
                <c:pt idx="260">
                  <c:v>100</c:v>
                </c:pt>
                <c:pt idx="261" formatCode="0.00">
                  <c:v>100.22444889779561</c:v>
                </c:pt>
                <c:pt idx="262" formatCode="0.00">
                  <c:v>99.907815631262537</c:v>
                </c:pt>
                <c:pt idx="263" formatCode="0.00">
                  <c:v>99.879759519038089</c:v>
                </c:pt>
                <c:pt idx="264" formatCode="0.00">
                  <c:v>100.05410821643287</c:v>
                </c:pt>
                <c:pt idx="265" formatCode="0.00">
                  <c:v>100.78757515030061</c:v>
                </c:pt>
                <c:pt idx="266" formatCode="0.00">
                  <c:v>101.39679358717436</c:v>
                </c:pt>
                <c:pt idx="267" formatCode="0.00">
                  <c:v>101.59118236472946</c:v>
                </c:pt>
                <c:pt idx="268" formatCode="0.00">
                  <c:v>102.1442885771543</c:v>
                </c:pt>
                <c:pt idx="269" formatCode="0.00">
                  <c:v>102.81362725450902</c:v>
                </c:pt>
                <c:pt idx="270" formatCode="0.00">
                  <c:v>102.77955911823646</c:v>
                </c:pt>
                <c:pt idx="271" formatCode="0.00">
                  <c:v>102.26452905811622</c:v>
                </c:pt>
                <c:pt idx="272" formatCode="0.00">
                  <c:v>102.44689378757514</c:v>
                </c:pt>
                <c:pt idx="273" formatCode="0.00">
                  <c:v>102.1643286573146</c:v>
                </c:pt>
                <c:pt idx="274" formatCode="0.00">
                  <c:v>102.05410821643284</c:v>
                </c:pt>
                <c:pt idx="275" formatCode="0.00">
                  <c:v>102.38276553106211</c:v>
                </c:pt>
                <c:pt idx="276" formatCode="0.00">
                  <c:v>102.32064128256511</c:v>
                </c:pt>
                <c:pt idx="277" formatCode="0.00">
                  <c:v>102.76152304609217</c:v>
                </c:pt>
                <c:pt idx="278" formatCode="0.00">
                  <c:v>103.00200400801602</c:v>
                </c:pt>
                <c:pt idx="279" formatCode="0.00">
                  <c:v>102.9018036072144</c:v>
                </c:pt>
                <c:pt idx="280" formatCode="0.00">
                  <c:v>102.71342685370739</c:v>
                </c:pt>
                <c:pt idx="281" formatCode="0.00">
                  <c:v>102.41282565130258</c:v>
                </c:pt>
                <c:pt idx="282" formatCode="0.00">
                  <c:v>102.6693386773547</c:v>
                </c:pt>
                <c:pt idx="283" formatCode="0.00">
                  <c:v>103.46292585170339</c:v>
                </c:pt>
                <c:pt idx="284" formatCode="0.00">
                  <c:v>103.33266533066131</c:v>
                </c:pt>
                <c:pt idx="285" formatCode="0.00">
                  <c:v>102.07414829659318</c:v>
                </c:pt>
                <c:pt idx="286" formatCode="0.00">
                  <c:v>101.43887775551102</c:v>
                </c:pt>
                <c:pt idx="287" formatCode="0.00">
                  <c:v>101.6633266533066</c:v>
                </c:pt>
                <c:pt idx="288" formatCode="0.00">
                  <c:v>101.49498997995991</c:v>
                </c:pt>
                <c:pt idx="289" formatCode="0.00">
                  <c:v>101.27254509018034</c:v>
                </c:pt>
                <c:pt idx="290" formatCode="0.00">
                  <c:v>101.3567134268537</c:v>
                </c:pt>
                <c:pt idx="291" formatCode="0.00">
                  <c:v>101.70941883767536</c:v>
                </c:pt>
                <c:pt idx="292" formatCode="0.00">
                  <c:v>101.70140280561122</c:v>
                </c:pt>
                <c:pt idx="293" formatCode="0.00">
                  <c:v>101.40881763527054</c:v>
                </c:pt>
                <c:pt idx="294" formatCode="0.00">
                  <c:v>101.03006012024048</c:v>
                </c:pt>
                <c:pt idx="295" formatCode="0.00">
                  <c:v>101.64128256513025</c:v>
                </c:pt>
                <c:pt idx="296" formatCode="0.00">
                  <c:v>101.28657314629258</c:v>
                </c:pt>
                <c:pt idx="297" formatCode="0.00">
                  <c:v>101.05010020040079</c:v>
                </c:pt>
                <c:pt idx="298" formatCode="0.00">
                  <c:v>101.2064128256513</c:v>
                </c:pt>
                <c:pt idx="299" formatCode="0.00">
                  <c:v>100.96192384769539</c:v>
                </c:pt>
                <c:pt idx="300" formatCode="0.00">
                  <c:v>100.24649298597194</c:v>
                </c:pt>
                <c:pt idx="301" formatCode="0.00">
                  <c:v>100.52304609218436</c:v>
                </c:pt>
                <c:pt idx="302" formatCode="0.00">
                  <c:v>100.64128256513025</c:v>
                </c:pt>
                <c:pt idx="303" formatCode="0.00">
                  <c:v>101.26052104208416</c:v>
                </c:pt>
                <c:pt idx="304" formatCode="0.00">
                  <c:v>101.12424849699397</c:v>
                </c:pt>
                <c:pt idx="305" formatCode="0.00">
                  <c:v>101.48496993987975</c:v>
                </c:pt>
                <c:pt idx="306" formatCode="0.00">
                  <c:v>101.52905811623245</c:v>
                </c:pt>
                <c:pt idx="307" formatCode="0.00">
                  <c:v>100.70941883767533</c:v>
                </c:pt>
                <c:pt idx="308" formatCode="0.00">
                  <c:v>100.9759519038076</c:v>
                </c:pt>
                <c:pt idx="309" formatCode="0.00">
                  <c:v>100.78957915831661</c:v>
                </c:pt>
                <c:pt idx="310" formatCode="0.00">
                  <c:v>100.70741482965931</c:v>
                </c:pt>
                <c:pt idx="311" formatCode="0.00">
                  <c:v>100.29058116232464</c:v>
                </c:pt>
                <c:pt idx="312" formatCode="0.00">
                  <c:v>100.73747494989981</c:v>
                </c:pt>
                <c:pt idx="313" formatCode="0.00">
                  <c:v>99.537074148296597</c:v>
                </c:pt>
                <c:pt idx="314" formatCode="0.00">
                  <c:v>99.965931863727477</c:v>
                </c:pt>
                <c:pt idx="315" formatCode="0.00">
                  <c:v>99.599198396793611</c:v>
                </c:pt>
                <c:pt idx="316" formatCode="0.00">
                  <c:v>99.697394789579178</c:v>
                </c:pt>
                <c:pt idx="317" formatCode="0.00">
                  <c:v>100.10020040080163</c:v>
                </c:pt>
                <c:pt idx="318" formatCode="0.00">
                  <c:v>100.93587174348698</c:v>
                </c:pt>
                <c:pt idx="319" formatCode="0.00">
                  <c:v>100.86372745490985</c:v>
                </c:pt>
                <c:pt idx="320" formatCode="0.00">
                  <c:v>100.68537074148298</c:v>
                </c:pt>
                <c:pt idx="321" formatCode="0.00">
                  <c:v>100.97795591182367</c:v>
                </c:pt>
                <c:pt idx="322" formatCode="0.00">
                  <c:v>101.30861723446895</c:v>
                </c:pt>
                <c:pt idx="323" formatCode="0.00">
                  <c:v>101.42084168336676</c:v>
                </c:pt>
                <c:pt idx="324" formatCode="0.00">
                  <c:v>101.95190380761525</c:v>
                </c:pt>
                <c:pt idx="325" formatCode="0.00">
                  <c:v>101.85170340681364</c:v>
                </c:pt>
                <c:pt idx="326" formatCode="0.00">
                  <c:v>101.47895791583167</c:v>
                </c:pt>
                <c:pt idx="327" formatCode="0.00">
                  <c:v>101.46693386773548</c:v>
                </c:pt>
                <c:pt idx="328" formatCode="0.00">
                  <c:v>101.08416833667336</c:v>
                </c:pt>
                <c:pt idx="329" formatCode="0.00">
                  <c:v>100.9739478957916</c:v>
                </c:pt>
                <c:pt idx="330" formatCode="0.00">
                  <c:v>101.03406813627255</c:v>
                </c:pt>
                <c:pt idx="331" formatCode="0.00">
                  <c:v>100.74348697394791</c:v>
                </c:pt>
                <c:pt idx="332" formatCode="0.00">
                  <c:v>101.07014028056113</c:v>
                </c:pt>
                <c:pt idx="333" formatCode="0.00">
                  <c:v>101.48897795591184</c:v>
                </c:pt>
                <c:pt idx="334" formatCode="0.00">
                  <c:v>102.01402805611224</c:v>
                </c:pt>
                <c:pt idx="335" formatCode="0.00">
                  <c:v>101.83366733466934</c:v>
                </c:pt>
                <c:pt idx="336" formatCode="0.00">
                  <c:v>101.59118236472948</c:v>
                </c:pt>
                <c:pt idx="337" formatCode="0.00">
                  <c:v>101.56913827655312</c:v>
                </c:pt>
                <c:pt idx="338" formatCode="0.00">
                  <c:v>101.11623246492988</c:v>
                </c:pt>
                <c:pt idx="339" formatCode="0.00">
                  <c:v>101.41482965931867</c:v>
                </c:pt>
                <c:pt idx="340" formatCode="0.00">
                  <c:v>101.30460921843691</c:v>
                </c:pt>
                <c:pt idx="341" formatCode="0.00">
                  <c:v>101.18036072144291</c:v>
                </c:pt>
                <c:pt idx="342" formatCode="0.00">
                  <c:v>100.75751503006015</c:v>
                </c:pt>
                <c:pt idx="343" formatCode="0.00">
                  <c:v>101.03206412825655</c:v>
                </c:pt>
                <c:pt idx="344" formatCode="0.00">
                  <c:v>101.32064128256516</c:v>
                </c:pt>
                <c:pt idx="345" formatCode="0.00">
                  <c:v>101.496993987976</c:v>
                </c:pt>
                <c:pt idx="346" formatCode="0.00">
                  <c:v>101.32464929859724</c:v>
                </c:pt>
                <c:pt idx="347" formatCode="0.00">
                  <c:v>101.22645290581166</c:v>
                </c:pt>
                <c:pt idx="348" formatCode="0.00">
                  <c:v>101.78356713426858</c:v>
                </c:pt>
                <c:pt idx="349" formatCode="0.00">
                  <c:v>101.99398797595197</c:v>
                </c:pt>
                <c:pt idx="350" formatCode="0.00">
                  <c:v>102.23246492985977</c:v>
                </c:pt>
                <c:pt idx="351" formatCode="0.00">
                  <c:v>101.96192384769543</c:v>
                </c:pt>
                <c:pt idx="352" formatCode="0.00">
                  <c:v>102.03006012024053</c:v>
                </c:pt>
                <c:pt idx="353" formatCode="0.00">
                  <c:v>102.28857715430867</c:v>
                </c:pt>
                <c:pt idx="354" formatCode="0.00">
                  <c:v>101.82965931863733</c:v>
                </c:pt>
                <c:pt idx="355" formatCode="0.00">
                  <c:v>101.68136272545094</c:v>
                </c:pt>
                <c:pt idx="356" formatCode="0.00">
                  <c:v>101.83166332665334</c:v>
                </c:pt>
                <c:pt idx="357" formatCode="0.00">
                  <c:v>101.22244488977958</c:v>
                </c:pt>
                <c:pt idx="358" formatCode="0.00">
                  <c:v>101.13226452905815</c:v>
                </c:pt>
                <c:pt idx="359" formatCode="0.00">
                  <c:v>100.50100200400803</c:v>
                </c:pt>
                <c:pt idx="360" formatCode="0.00">
                  <c:v>100.41082164328658</c:v>
                </c:pt>
                <c:pt idx="361" formatCode="0.00">
                  <c:v>100.52505010020042</c:v>
                </c:pt>
                <c:pt idx="362" formatCode="0.00">
                  <c:v>100.29458917835673</c:v>
                </c:pt>
                <c:pt idx="363" formatCode="0.00">
                  <c:v>100.248496993988</c:v>
                </c:pt>
                <c:pt idx="364" formatCode="0.00">
                  <c:v>99.813627254509043</c:v>
                </c:pt>
                <c:pt idx="365" formatCode="0.00">
                  <c:v>100.41482965931866</c:v>
                </c:pt>
                <c:pt idx="366" formatCode="0.00">
                  <c:v>99.975951903807626</c:v>
                </c:pt>
                <c:pt idx="367" formatCode="0.00">
                  <c:v>100.19839679358719</c:v>
                </c:pt>
                <c:pt idx="368" formatCode="0.00">
                  <c:v>99.438877755511029</c:v>
                </c:pt>
                <c:pt idx="369" formatCode="0.00">
                  <c:v>99.933867735470955</c:v>
                </c:pt>
                <c:pt idx="370" formatCode="0.00">
                  <c:v>99.943887775551119</c:v>
                </c:pt>
                <c:pt idx="371" formatCode="0.00">
                  <c:v>100.0801603206413</c:v>
                </c:pt>
                <c:pt idx="372" formatCode="0.00">
                  <c:v>99.851703406813655</c:v>
                </c:pt>
                <c:pt idx="373" formatCode="0.00">
                  <c:v>99.462925851703432</c:v>
                </c:pt>
                <c:pt idx="374" formatCode="0.00">
                  <c:v>99.605210420841715</c:v>
                </c:pt>
                <c:pt idx="375" formatCode="0.00">
                  <c:v>99.813627254509043</c:v>
                </c:pt>
                <c:pt idx="376" formatCode="0.00">
                  <c:v>99.627254509018059</c:v>
                </c:pt>
                <c:pt idx="377" formatCode="0.00">
                  <c:v>99.476953907815655</c:v>
                </c:pt>
                <c:pt idx="378" formatCode="0.00">
                  <c:v>99.719438877755522</c:v>
                </c:pt>
                <c:pt idx="379" formatCode="0.00">
                  <c:v>100.21042084168339</c:v>
                </c:pt>
                <c:pt idx="380" formatCode="0.00">
                  <c:v>100.20641282565131</c:v>
                </c:pt>
                <c:pt idx="381" formatCode="0.00">
                  <c:v>100.13627254509019</c:v>
                </c:pt>
                <c:pt idx="382" formatCode="0.00">
                  <c:v>99.803607214428865</c:v>
                </c:pt>
                <c:pt idx="383" formatCode="0.00">
                  <c:v>100.15831663326654</c:v>
                </c:pt>
                <c:pt idx="384" formatCode="0.00">
                  <c:v>99.218436873747493</c:v>
                </c:pt>
                <c:pt idx="385" formatCode="0.00">
                  <c:v>99.056112224448896</c:v>
                </c:pt>
                <c:pt idx="386" formatCode="0.00">
                  <c:v>98.907815631262508</c:v>
                </c:pt>
                <c:pt idx="387" formatCode="0.00">
                  <c:v>98.859719438877747</c:v>
                </c:pt>
                <c:pt idx="388" formatCode="0.00">
                  <c:v>98.440881763527045</c:v>
                </c:pt>
                <c:pt idx="389" formatCode="0.00">
                  <c:v>98.222444889779538</c:v>
                </c:pt>
                <c:pt idx="390" formatCode="0.00">
                  <c:v>98.356713426853673</c:v>
                </c:pt>
                <c:pt idx="391" formatCode="0.00">
                  <c:v>98.366733466933837</c:v>
                </c:pt>
                <c:pt idx="392" formatCode="0.00">
                  <c:v>98.20440881763524</c:v>
                </c:pt>
                <c:pt idx="393" formatCode="0.00">
                  <c:v>97.779559118236449</c:v>
                </c:pt>
                <c:pt idx="394" formatCode="0.00">
                  <c:v>97.134268537074121</c:v>
                </c:pt>
                <c:pt idx="395" formatCode="0.00">
                  <c:v>97.494989979959882</c:v>
                </c:pt>
                <c:pt idx="396" formatCode="0.00">
                  <c:v>97.763527054108181</c:v>
                </c:pt>
                <c:pt idx="397" formatCode="0.00">
                  <c:v>98.130260521042047</c:v>
                </c:pt>
                <c:pt idx="398" formatCode="0.00">
                  <c:v>98.771543086172315</c:v>
                </c:pt>
                <c:pt idx="399" formatCode="0.00">
                  <c:v>99.290581162324628</c:v>
                </c:pt>
                <c:pt idx="400" formatCode="0.00">
                  <c:v>99.058116232464911</c:v>
                </c:pt>
                <c:pt idx="401" formatCode="0.00">
                  <c:v>98.94589178356712</c:v>
                </c:pt>
                <c:pt idx="402" formatCode="0.00">
                  <c:v>98.687374749498971</c:v>
                </c:pt>
                <c:pt idx="403" formatCode="0.00">
                  <c:v>98.825651302605195</c:v>
                </c:pt>
                <c:pt idx="404" formatCode="0.00">
                  <c:v>98.525050100200389</c:v>
                </c:pt>
                <c:pt idx="405" formatCode="0.00">
                  <c:v>98.25450901803606</c:v>
                </c:pt>
                <c:pt idx="406" formatCode="0.00">
                  <c:v>98.725450901803612</c:v>
                </c:pt>
                <c:pt idx="407" formatCode="0.00">
                  <c:v>98.561122244488971</c:v>
                </c:pt>
                <c:pt idx="408" formatCode="0.00">
                  <c:v>98.843687374749479</c:v>
                </c:pt>
                <c:pt idx="409" formatCode="0.00">
                  <c:v>98.2705410821643</c:v>
                </c:pt>
                <c:pt idx="410" formatCode="0.00">
                  <c:v>98.380761523046061</c:v>
                </c:pt>
                <c:pt idx="411" formatCode="0.00">
                  <c:v>97.993987975951882</c:v>
                </c:pt>
                <c:pt idx="412" formatCode="0.00">
                  <c:v>97.340681362725419</c:v>
                </c:pt>
                <c:pt idx="413" formatCode="0.00">
                  <c:v>96.817635270541047</c:v>
                </c:pt>
                <c:pt idx="414" formatCode="0.00">
                  <c:v>96.142284569138255</c:v>
                </c:pt>
                <c:pt idx="415" formatCode="0.00">
                  <c:v>96.496993987975941</c:v>
                </c:pt>
                <c:pt idx="416" formatCode="0.00">
                  <c:v>96.100200400801597</c:v>
                </c:pt>
                <c:pt idx="417" formatCode="0.00">
                  <c:v>95.847695390781567</c:v>
                </c:pt>
                <c:pt idx="418" formatCode="0.00">
                  <c:v>95.889779559118239</c:v>
                </c:pt>
                <c:pt idx="419" formatCode="0.00">
                  <c:v>96.156312625250507</c:v>
                </c:pt>
                <c:pt idx="420" formatCode="0.00">
                  <c:v>95.767535070140283</c:v>
                </c:pt>
                <c:pt idx="421" formatCode="0.00">
                  <c:v>95.505010020040089</c:v>
                </c:pt>
                <c:pt idx="422" formatCode="0.00">
                  <c:v>95.216432865731477</c:v>
                </c:pt>
                <c:pt idx="423" formatCode="0.00">
                  <c:v>95.036072144288596</c:v>
                </c:pt>
                <c:pt idx="424" formatCode="0.00">
                  <c:v>95.565130260521059</c:v>
                </c:pt>
                <c:pt idx="425" formatCode="0.00">
                  <c:v>95.635270541082178</c:v>
                </c:pt>
                <c:pt idx="426" formatCode="0.00">
                  <c:v>95.773547094188373</c:v>
                </c:pt>
                <c:pt idx="427" formatCode="0.00">
                  <c:v>95.899799599198388</c:v>
                </c:pt>
                <c:pt idx="428" formatCode="0.00">
                  <c:v>96.581162324649284</c:v>
                </c:pt>
                <c:pt idx="429" formatCode="0.00">
                  <c:v>96.669338677354688</c:v>
                </c:pt>
                <c:pt idx="430" formatCode="0.00">
                  <c:v>96.651302605210404</c:v>
                </c:pt>
                <c:pt idx="431" formatCode="0.00">
                  <c:v>96.679358717434852</c:v>
                </c:pt>
                <c:pt idx="432" formatCode="0.00">
                  <c:v>96.619238476953896</c:v>
                </c:pt>
                <c:pt idx="433" formatCode="0.00">
                  <c:v>96.545090180360702</c:v>
                </c:pt>
                <c:pt idx="434" formatCode="0.00">
                  <c:v>96.140280561122211</c:v>
                </c:pt>
                <c:pt idx="435" formatCode="0.00">
                  <c:v>95.921843687374718</c:v>
                </c:pt>
                <c:pt idx="436" formatCode="0.00">
                  <c:v>95.557114228456882</c:v>
                </c:pt>
                <c:pt idx="437" formatCode="0.00">
                  <c:v>94.851703406813598</c:v>
                </c:pt>
                <c:pt idx="438" formatCode="0.00">
                  <c:v>94.64729458917833</c:v>
                </c:pt>
                <c:pt idx="439" formatCode="0.00">
                  <c:v>94.531062124248464</c:v>
                </c:pt>
                <c:pt idx="440" formatCode="0.00">
                  <c:v>94.382765531062091</c:v>
                </c:pt>
                <c:pt idx="441" formatCode="0.00">
                  <c:v>95.248496993987956</c:v>
                </c:pt>
                <c:pt idx="442" formatCode="0.00">
                  <c:v>95.176352705410807</c:v>
                </c:pt>
                <c:pt idx="443" formatCode="0.00">
                  <c:v>95.488977955911793</c:v>
                </c:pt>
                <c:pt idx="444" formatCode="0.00">
                  <c:v>95.236472945891762</c:v>
                </c:pt>
                <c:pt idx="445" formatCode="0.00">
                  <c:v>95.32865731462924</c:v>
                </c:pt>
                <c:pt idx="446" formatCode="0.00">
                  <c:v>95.2705410821643</c:v>
                </c:pt>
                <c:pt idx="447" formatCode="0.00">
                  <c:v>95.326653306613181</c:v>
                </c:pt>
                <c:pt idx="448" formatCode="0.00">
                  <c:v>95.224448897795554</c:v>
                </c:pt>
                <c:pt idx="449" formatCode="0.00">
                  <c:v>95.036072144288539</c:v>
                </c:pt>
                <c:pt idx="450" formatCode="0.00">
                  <c:v>94.861723446893748</c:v>
                </c:pt>
                <c:pt idx="451" formatCode="0.00">
                  <c:v>94.394789579158285</c:v>
                </c:pt>
                <c:pt idx="452" formatCode="0.00">
                  <c:v>94.124248496993957</c:v>
                </c:pt>
                <c:pt idx="453" formatCode="0.00">
                  <c:v>93.691382765531031</c:v>
                </c:pt>
                <c:pt idx="454" formatCode="0.00">
                  <c:v>94.062124248496957</c:v>
                </c:pt>
                <c:pt idx="455" formatCode="0.00">
                  <c:v>94.252505010020002</c:v>
                </c:pt>
                <c:pt idx="456" formatCode="0.00">
                  <c:v>93.400801603206375</c:v>
                </c:pt>
                <c:pt idx="457" formatCode="0.00">
                  <c:v>92.735470941883719</c:v>
                </c:pt>
                <c:pt idx="458" formatCode="0.00">
                  <c:v>93.052104208416779</c:v>
                </c:pt>
                <c:pt idx="459" formatCode="0.00">
                  <c:v>92.707414829659271</c:v>
                </c:pt>
                <c:pt idx="460" formatCode="0.00">
                  <c:v>92.789579158316585</c:v>
                </c:pt>
                <c:pt idx="461" formatCode="0.00">
                  <c:v>92.955911823647241</c:v>
                </c:pt>
                <c:pt idx="462" formatCode="0.00">
                  <c:v>93.238476953907778</c:v>
                </c:pt>
                <c:pt idx="463" formatCode="0.00">
                  <c:v>93.462925851703361</c:v>
                </c:pt>
                <c:pt idx="464" formatCode="0.00">
                  <c:v>93.140280561122196</c:v>
                </c:pt>
                <c:pt idx="465" formatCode="0.00">
                  <c:v>92.979959919839644</c:v>
                </c:pt>
                <c:pt idx="466" formatCode="0.00">
                  <c:v>93.262525050100166</c:v>
                </c:pt>
                <c:pt idx="467" formatCode="0.00">
                  <c:v>93.386773547094165</c:v>
                </c:pt>
                <c:pt idx="468" formatCode="0.00">
                  <c:v>92.859719438877733</c:v>
                </c:pt>
                <c:pt idx="469" formatCode="0.00">
                  <c:v>93.010020040080121</c:v>
                </c:pt>
                <c:pt idx="470" formatCode="0.00">
                  <c:v>93.254509018036032</c:v>
                </c:pt>
                <c:pt idx="471" formatCode="0.00">
                  <c:v>93.743486973947853</c:v>
                </c:pt>
                <c:pt idx="472" formatCode="0.00">
                  <c:v>93.675350701402763</c:v>
                </c:pt>
                <c:pt idx="473" formatCode="0.00">
                  <c:v>93.378757515030003</c:v>
                </c:pt>
                <c:pt idx="474" formatCode="0.00">
                  <c:v>93.623246492985928</c:v>
                </c:pt>
                <c:pt idx="475" formatCode="0.00">
                  <c:v>93.835671342685302</c:v>
                </c:pt>
                <c:pt idx="476" formatCode="0.00">
                  <c:v>93.92384769539072</c:v>
                </c:pt>
                <c:pt idx="477" formatCode="0.00">
                  <c:v>94.086172344689302</c:v>
                </c:pt>
                <c:pt idx="478" formatCode="0.00">
                  <c:v>94.659318637274467</c:v>
                </c:pt>
                <c:pt idx="479" formatCode="0.00">
                  <c:v>94.897795591182273</c:v>
                </c:pt>
                <c:pt idx="480" formatCode="0.00">
                  <c:v>95.529058116232363</c:v>
                </c:pt>
                <c:pt idx="481" formatCode="0.00">
                  <c:v>95.360721442885676</c:v>
                </c:pt>
                <c:pt idx="482" formatCode="0.00">
                  <c:v>95.422845691382676</c:v>
                </c:pt>
                <c:pt idx="483" formatCode="0.00">
                  <c:v>95.088176352705318</c:v>
                </c:pt>
                <c:pt idx="484" formatCode="0.00">
                  <c:v>94.515030060120139</c:v>
                </c:pt>
                <c:pt idx="485" formatCode="0.00">
                  <c:v>94.695390781563034</c:v>
                </c:pt>
                <c:pt idx="486" formatCode="0.00">
                  <c:v>94.619238476953825</c:v>
                </c:pt>
                <c:pt idx="487" formatCode="0.00">
                  <c:v>95.961923847695289</c:v>
                </c:pt>
                <c:pt idx="488" formatCode="0.00">
                  <c:v>95.979959919839573</c:v>
                </c:pt>
                <c:pt idx="489" formatCode="0.00">
                  <c:v>96.090180360721334</c:v>
                </c:pt>
                <c:pt idx="490" formatCode="0.00">
                  <c:v>95.963927855711319</c:v>
                </c:pt>
                <c:pt idx="491" formatCode="0.00">
                  <c:v>96.675350701402692</c:v>
                </c:pt>
                <c:pt idx="492" formatCode="0.00">
                  <c:v>96.38076152304599</c:v>
                </c:pt>
                <c:pt idx="493" formatCode="0.00">
                  <c:v>96.096192384769438</c:v>
                </c:pt>
                <c:pt idx="494" formatCode="0.00">
                  <c:v>96.102204408817528</c:v>
                </c:pt>
                <c:pt idx="495" formatCode="0.00">
                  <c:v>96.174348697394677</c:v>
                </c:pt>
                <c:pt idx="496" formatCode="0.00">
                  <c:v>96.31863727454899</c:v>
                </c:pt>
                <c:pt idx="497" formatCode="0.00">
                  <c:v>96.649298597194289</c:v>
                </c:pt>
                <c:pt idx="498" formatCode="0.00">
                  <c:v>96.360721442885676</c:v>
                </c:pt>
                <c:pt idx="499" formatCode="0.00">
                  <c:v>96.00400801603196</c:v>
                </c:pt>
                <c:pt idx="500" formatCode="0.00">
                  <c:v>96.406813627254408</c:v>
                </c:pt>
                <c:pt idx="501" formatCode="0.00">
                  <c:v>95.613226452905721</c:v>
                </c:pt>
                <c:pt idx="502" formatCode="0.00">
                  <c:v>95.394789579158228</c:v>
                </c:pt>
                <c:pt idx="503" formatCode="0.00">
                  <c:v>95.436873747494914</c:v>
                </c:pt>
                <c:pt idx="504" formatCode="0.00">
                  <c:v>95.503006012023988</c:v>
                </c:pt>
                <c:pt idx="505" formatCode="0.00">
                  <c:v>95.348697394789525</c:v>
                </c:pt>
                <c:pt idx="506" formatCode="0.00">
                  <c:v>95.278557114228391</c:v>
                </c:pt>
                <c:pt idx="507" formatCode="0.00">
                  <c:v>95.392785571142227</c:v>
                </c:pt>
                <c:pt idx="508" formatCode="0.00">
                  <c:v>96.146292585170286</c:v>
                </c:pt>
                <c:pt idx="509" formatCode="0.00">
                  <c:v>96.494989979959882</c:v>
                </c:pt>
                <c:pt idx="510" formatCode="0.00">
                  <c:v>96.146292585170286</c:v>
                </c:pt>
                <c:pt idx="511" formatCode="0.00">
                  <c:v>96.110220440881719</c:v>
                </c:pt>
                <c:pt idx="512" formatCode="0.00">
                  <c:v>96.547094188376704</c:v>
                </c:pt>
                <c:pt idx="513" formatCode="0.00">
                  <c:v>96.236472945891734</c:v>
                </c:pt>
                <c:pt idx="514" formatCode="0.00">
                  <c:v>96.132264529058077</c:v>
                </c:pt>
                <c:pt idx="515" formatCode="0.00">
                  <c:v>96.100200400801569</c:v>
                </c:pt>
                <c:pt idx="516" formatCode="0.00">
                  <c:v>96.190380761523016</c:v>
                </c:pt>
                <c:pt idx="517" formatCode="0.00">
                  <c:v>96.098196392785539</c:v>
                </c:pt>
                <c:pt idx="518" formatCode="0.00">
                  <c:v>96.505010020040032</c:v>
                </c:pt>
                <c:pt idx="519" formatCode="0.00">
                  <c:v>96.346693386773495</c:v>
                </c:pt>
                <c:pt idx="520">
                  <c:v>100</c:v>
                </c:pt>
                <c:pt idx="521" formatCode="0.00">
                  <c:v>99.995845364465396</c:v>
                </c:pt>
                <c:pt idx="522" formatCode="0.00">
                  <c:v>99.320717090093268</c:v>
                </c:pt>
                <c:pt idx="523" formatCode="0.00">
                  <c:v>99.200232659589929</c:v>
                </c:pt>
                <c:pt idx="524" formatCode="0.00">
                  <c:v>99.208541930659138</c:v>
                </c:pt>
                <c:pt idx="525" formatCode="0.00">
                  <c:v>99.439124202829305</c:v>
                </c:pt>
                <c:pt idx="526" formatCode="0.00">
                  <c:v>99.337335632231657</c:v>
                </c:pt>
                <c:pt idx="527" formatCode="0.00">
                  <c:v>98.953031845281359</c:v>
                </c:pt>
                <c:pt idx="528" formatCode="0.00">
                  <c:v>99.18776875298613</c:v>
                </c:pt>
                <c:pt idx="529" formatCode="0.00">
                  <c:v>99.378881987577628</c:v>
                </c:pt>
                <c:pt idx="530" formatCode="0.00">
                  <c:v>99.395500529716017</c:v>
                </c:pt>
                <c:pt idx="531" formatCode="0.00">
                  <c:v>99.227237790564814</c:v>
                </c:pt>
                <c:pt idx="532" formatCode="0.00">
                  <c:v>98.421238496852837</c:v>
                </c:pt>
                <c:pt idx="533" formatCode="0.00">
                  <c:v>98.321527244022505</c:v>
                </c:pt>
                <c:pt idx="534" formatCode="0.00">
                  <c:v>98.460707534431521</c:v>
                </c:pt>
                <c:pt idx="535" formatCode="0.00">
                  <c:v>98.666361993394091</c:v>
                </c:pt>
                <c:pt idx="536" formatCode="0.00">
                  <c:v>98.498099254242874</c:v>
                </c:pt>
                <c:pt idx="537" formatCode="0.00">
                  <c:v>98.36515091713575</c:v>
                </c:pt>
                <c:pt idx="538" formatCode="0.00">
                  <c:v>98.485635347639089</c:v>
                </c:pt>
                <c:pt idx="539" formatCode="0.00">
                  <c:v>98.506408525312096</c:v>
                </c:pt>
                <c:pt idx="540" formatCode="0.00">
                  <c:v>98.325681879557095</c:v>
                </c:pt>
                <c:pt idx="541" formatCode="0.00">
                  <c:v>98.076403747481237</c:v>
                </c:pt>
                <c:pt idx="542" formatCode="0.00">
                  <c:v>98.115872785059906</c:v>
                </c:pt>
                <c:pt idx="543" formatCode="0.00">
                  <c:v>98.194810860217274</c:v>
                </c:pt>
                <c:pt idx="544" formatCode="0.00">
                  <c:v>98.431625085689348</c:v>
                </c:pt>
                <c:pt idx="545" formatCode="0.00">
                  <c:v>97.690022642763651</c:v>
                </c:pt>
                <c:pt idx="546" formatCode="0.00">
                  <c:v>97.469826959429966</c:v>
                </c:pt>
                <c:pt idx="547" formatCode="0.00">
                  <c:v>97.70664118490204</c:v>
                </c:pt>
                <c:pt idx="548" formatCode="0.00">
                  <c:v>97.532146492448945</c:v>
                </c:pt>
                <c:pt idx="549" formatCode="0.00">
                  <c:v>97.22262614512141</c:v>
                </c:pt>
                <c:pt idx="550" formatCode="0.00">
                  <c:v>97.303641538046065</c:v>
                </c:pt>
                <c:pt idx="551" formatCode="0.00">
                  <c:v>97.301564220278777</c:v>
                </c:pt>
                <c:pt idx="552" formatCode="0.00">
                  <c:v>96.983734601882034</c:v>
                </c:pt>
                <c:pt idx="553" formatCode="0.00">
                  <c:v>97.201852967448431</c:v>
                </c:pt>
                <c:pt idx="554" formatCode="0.00">
                  <c:v>97.137456116662165</c:v>
                </c:pt>
                <c:pt idx="555" formatCode="0.00">
                  <c:v>97.137456116662165</c:v>
                </c:pt>
                <c:pt idx="556" formatCode="0.00">
                  <c:v>97.147842705498647</c:v>
                </c:pt>
                <c:pt idx="557" formatCode="0.00">
                  <c:v>97.457363052826196</c:v>
                </c:pt>
                <c:pt idx="558" formatCode="0.00">
                  <c:v>97.260017864932806</c:v>
                </c:pt>
                <c:pt idx="559" formatCode="0.00">
                  <c:v>96.911028480026587</c:v>
                </c:pt>
                <c:pt idx="560" formatCode="0.00">
                  <c:v>96.626435945906636</c:v>
                </c:pt>
                <c:pt idx="561" formatCode="0.00">
                  <c:v>96.759384283013759</c:v>
                </c:pt>
                <c:pt idx="562" formatCode="0.00">
                  <c:v>96.921415068863055</c:v>
                </c:pt>
                <c:pt idx="563" formatCode="0.00">
                  <c:v>96.884023349051688</c:v>
                </c:pt>
                <c:pt idx="564" formatCode="0.00">
                  <c:v>97.02943559276261</c:v>
                </c:pt>
                <c:pt idx="565" formatCode="0.00">
                  <c:v>97.068904630341279</c:v>
                </c:pt>
                <c:pt idx="566" formatCode="0.00">
                  <c:v>96.977502648580113</c:v>
                </c:pt>
                <c:pt idx="567" formatCode="0.00">
                  <c:v>97.027358274995294</c:v>
                </c:pt>
                <c:pt idx="568" formatCode="0.00">
                  <c:v>97.162383929869733</c:v>
                </c:pt>
                <c:pt idx="569" formatCode="0.00">
                  <c:v>97.328569351253634</c:v>
                </c:pt>
                <c:pt idx="570" formatCode="0.00">
                  <c:v>97.469826959429938</c:v>
                </c:pt>
                <c:pt idx="571" formatCode="0.00">
                  <c:v>97.438667192920448</c:v>
                </c:pt>
                <c:pt idx="572" formatCode="0.00">
                  <c:v>97.972537859116258</c:v>
                </c:pt>
                <c:pt idx="573" formatCode="0.00">
                  <c:v>97.675481418392536</c:v>
                </c:pt>
                <c:pt idx="574" formatCode="0.00">
                  <c:v>97.419971333014772</c:v>
                </c:pt>
                <c:pt idx="575" formatCode="0.00">
                  <c:v>97.430357921851268</c:v>
                </c:pt>
                <c:pt idx="576" formatCode="0.00">
                  <c:v>97.056440723737481</c:v>
                </c:pt>
                <c:pt idx="577" formatCode="0.00">
                  <c:v>96.790544049523234</c:v>
                </c:pt>
                <c:pt idx="578" formatCode="0.00">
                  <c:v>97.253785911630885</c:v>
                </c:pt>
                <c:pt idx="579" formatCode="0.00">
                  <c:v>96.763538918548349</c:v>
                </c:pt>
                <c:pt idx="580" formatCode="0.00">
                  <c:v>96.451941253453512</c:v>
                </c:pt>
                <c:pt idx="581" formatCode="0.00">
                  <c:v>96.680446207856392</c:v>
                </c:pt>
                <c:pt idx="582" formatCode="0.00">
                  <c:v>96.622281310372017</c:v>
                </c:pt>
                <c:pt idx="583" formatCode="0.00">
                  <c:v>96.719915245435075</c:v>
                </c:pt>
                <c:pt idx="584" formatCode="0.00">
                  <c:v>96.543343235214678</c:v>
                </c:pt>
                <c:pt idx="585" formatCode="0.00">
                  <c:v>96.624358628139348</c:v>
                </c:pt>
                <c:pt idx="586" formatCode="0.00">
                  <c:v>96.362616589459677</c:v>
                </c:pt>
                <c:pt idx="587" formatCode="0.00">
                  <c:v>96.676291572321816</c:v>
                </c:pt>
                <c:pt idx="588" formatCode="0.00">
                  <c:v>97.151997341033251</c:v>
                </c:pt>
                <c:pt idx="589" formatCode="0.00">
                  <c:v>97.174847836473546</c:v>
                </c:pt>
                <c:pt idx="590" formatCode="0.00">
                  <c:v>97.241322005027101</c:v>
                </c:pt>
                <c:pt idx="591" formatCode="0.00">
                  <c:v>97.498909408172167</c:v>
                </c:pt>
                <c:pt idx="592" formatCode="0.00">
                  <c:v>97.582002118864111</c:v>
                </c:pt>
                <c:pt idx="593" formatCode="0.00">
                  <c:v>96.888177984586278</c:v>
                </c:pt>
                <c:pt idx="594" formatCode="0.00">
                  <c:v>96.78223477845404</c:v>
                </c:pt>
                <c:pt idx="595" formatCode="0.00">
                  <c:v>96.227590934585237</c:v>
                </c:pt>
                <c:pt idx="596" formatCode="0.00">
                  <c:v>95.648019277508851</c:v>
                </c:pt>
                <c:pt idx="597" formatCode="0.00">
                  <c:v>95.215937181910689</c:v>
                </c:pt>
                <c:pt idx="598" formatCode="0.00">
                  <c:v>95.594009015559081</c:v>
                </c:pt>
                <c:pt idx="599" formatCode="0.00">
                  <c:v>95.139076424520624</c:v>
                </c:pt>
                <c:pt idx="600" formatCode="0.00">
                  <c:v>95.783044932383277</c:v>
                </c:pt>
                <c:pt idx="601" formatCode="0.00">
                  <c:v>95.81212738112545</c:v>
                </c:pt>
                <c:pt idx="602" formatCode="0.00">
                  <c:v>96.080101373107013</c:v>
                </c:pt>
                <c:pt idx="603" formatCode="0.00">
                  <c:v>95.992854026880451</c:v>
                </c:pt>
                <c:pt idx="604" formatCode="0.00">
                  <c:v>96.042709653295631</c:v>
                </c:pt>
                <c:pt idx="605" formatCode="0.00">
                  <c:v>96.262905336629316</c:v>
                </c:pt>
                <c:pt idx="606" formatCode="0.00">
                  <c:v>96.422858804711325</c:v>
                </c:pt>
                <c:pt idx="607" formatCode="0.00">
                  <c:v>95.880678867446321</c:v>
                </c:pt>
                <c:pt idx="608" formatCode="0.00">
                  <c:v>96.217204345748726</c:v>
                </c:pt>
                <c:pt idx="609" formatCode="0.00">
                  <c:v>96.7988533205924</c:v>
                </c:pt>
                <c:pt idx="610" formatCode="0.00">
                  <c:v>97.122914892291021</c:v>
                </c:pt>
                <c:pt idx="611" formatCode="0.00">
                  <c:v>97.266249818234641</c:v>
                </c:pt>
                <c:pt idx="612" formatCode="0.00">
                  <c:v>97.052286088202862</c:v>
                </c:pt>
                <c:pt idx="613" formatCode="0.00">
                  <c:v>96.989966555183898</c:v>
                </c:pt>
                <c:pt idx="614" formatCode="0.00">
                  <c:v>97.102141714618043</c:v>
                </c:pt>
                <c:pt idx="615" formatCode="0.00">
                  <c:v>97.035667546064488</c:v>
                </c:pt>
                <c:pt idx="616" formatCode="0.00">
                  <c:v>97.243399322794374</c:v>
                </c:pt>
                <c:pt idx="617" formatCode="0.00">
                  <c:v>97.509295997008635</c:v>
                </c:pt>
                <c:pt idx="618" formatCode="0.00">
                  <c:v>97.924759550468409</c:v>
                </c:pt>
                <c:pt idx="619" formatCode="0.00">
                  <c:v>97.891522466191631</c:v>
                </c:pt>
                <c:pt idx="620" formatCode="0.00">
                  <c:v>98.221815991192145</c:v>
                </c:pt>
                <c:pt idx="621" formatCode="0.00">
                  <c:v>98.219738673424828</c:v>
                </c:pt>
                <c:pt idx="622" formatCode="0.00">
                  <c:v>98.273748935374613</c:v>
                </c:pt>
                <c:pt idx="623" formatCode="0.00">
                  <c:v>97.775192671222882</c:v>
                </c:pt>
                <c:pt idx="624" formatCode="0.00">
                  <c:v>97.538378445750823</c:v>
                </c:pt>
                <c:pt idx="625" formatCode="0.00">
                  <c:v>97.864517335216746</c:v>
                </c:pt>
                <c:pt idx="626" formatCode="0.00">
                  <c:v>98.001620307858474</c:v>
                </c:pt>
                <c:pt idx="627" formatCode="0.00">
                  <c:v>97.237167369492482</c:v>
                </c:pt>
                <c:pt idx="628" formatCode="0.00">
                  <c:v>97.027358274995294</c:v>
                </c:pt>
                <c:pt idx="629" formatCode="0.00">
                  <c:v>96.927647022164948</c:v>
                </c:pt>
                <c:pt idx="630" formatCode="0.00">
                  <c:v>97.021126321693416</c:v>
                </c:pt>
                <c:pt idx="631" formatCode="0.00">
                  <c:v>96.537111281912786</c:v>
                </c:pt>
                <c:pt idx="632" formatCode="0.00">
                  <c:v>96.732379152038874</c:v>
                </c:pt>
                <c:pt idx="633" formatCode="0.00">
                  <c:v>96.530879328610879</c:v>
                </c:pt>
                <c:pt idx="634" formatCode="0.00">
                  <c:v>95.807972745590874</c:v>
                </c:pt>
                <c:pt idx="635" formatCode="0.00">
                  <c:v>95.783044932383291</c:v>
                </c:pt>
                <c:pt idx="636" formatCode="0.00">
                  <c:v>95.604395604395592</c:v>
                </c:pt>
                <c:pt idx="637" formatCode="0.00">
                  <c:v>95.643864641974261</c:v>
                </c:pt>
                <c:pt idx="638" formatCode="0.00">
                  <c:v>95.870292278609838</c:v>
                </c:pt>
                <c:pt idx="639" formatCode="0.00">
                  <c:v>95.380045285527288</c:v>
                </c:pt>
                <c:pt idx="640" formatCode="0.00">
                  <c:v>95.42574627640785</c:v>
                </c:pt>
                <c:pt idx="641" formatCode="0.00">
                  <c:v>95.940921082697969</c:v>
                </c:pt>
                <c:pt idx="642" formatCode="0.00">
                  <c:v>96.248364112258187</c:v>
                </c:pt>
                <c:pt idx="643" formatCode="0.00">
                  <c:v>95.699952221691291</c:v>
                </c:pt>
                <c:pt idx="644" formatCode="0.00">
                  <c:v>95.598163651093657</c:v>
                </c:pt>
                <c:pt idx="645" formatCode="0.00">
                  <c:v>95.938843764930667</c:v>
                </c:pt>
                <c:pt idx="646" formatCode="0.00">
                  <c:v>95.596086333326355</c:v>
                </c:pt>
                <c:pt idx="647" formatCode="0.00">
                  <c:v>95.136999106753308</c:v>
                </c:pt>
                <c:pt idx="648" formatCode="0.00">
                  <c:v>95.020669311784559</c:v>
                </c:pt>
                <c:pt idx="649" formatCode="0.00">
                  <c:v>95.400818463200252</c:v>
                </c:pt>
                <c:pt idx="650" formatCode="0.00">
                  <c:v>94.991586863042386</c:v>
                </c:pt>
                <c:pt idx="651" formatCode="0.00">
                  <c:v>94.896030245746644</c:v>
                </c:pt>
                <c:pt idx="652" formatCode="0.00">
                  <c:v>95.359272107854295</c:v>
                </c:pt>
                <c:pt idx="653" formatCode="0.00">
                  <c:v>95.72695735266619</c:v>
                </c:pt>
                <c:pt idx="654" formatCode="0.00">
                  <c:v>95.861983007540601</c:v>
                </c:pt>
                <c:pt idx="655" formatCode="0.00">
                  <c:v>95.82043665219463</c:v>
                </c:pt>
                <c:pt idx="656" formatCode="0.00">
                  <c:v>96.084256008641574</c:v>
                </c:pt>
                <c:pt idx="657" formatCode="0.00">
                  <c:v>96.339766094019339</c:v>
                </c:pt>
                <c:pt idx="658" formatCode="0.00">
                  <c:v>96.462327842289966</c:v>
                </c:pt>
                <c:pt idx="659" formatCode="0.00">
                  <c:v>96.778080142919393</c:v>
                </c:pt>
                <c:pt idx="660" formatCode="0.00">
                  <c:v>96.412472215874786</c:v>
                </c:pt>
                <c:pt idx="661" formatCode="0.00">
                  <c:v>96.518415422007024</c:v>
                </c:pt>
                <c:pt idx="662" formatCode="0.00">
                  <c:v>96.206817756912201</c:v>
                </c:pt>
                <c:pt idx="663" formatCode="0.00">
                  <c:v>95.6397100064396</c:v>
                </c:pt>
                <c:pt idx="664" formatCode="0.00">
                  <c:v>95.49222044496139</c:v>
                </c:pt>
                <c:pt idx="665" formatCode="0.00">
                  <c:v>95.714493446062377</c:v>
                </c:pt>
                <c:pt idx="666" formatCode="0.00">
                  <c:v>95.458983360684613</c:v>
                </c:pt>
                <c:pt idx="667" formatCode="0.00">
                  <c:v>95.145308377822474</c:v>
                </c:pt>
                <c:pt idx="668" formatCode="0.00">
                  <c:v>95.38835455659644</c:v>
                </c:pt>
                <c:pt idx="669" formatCode="0.00">
                  <c:v>95.263715490558525</c:v>
                </c:pt>
                <c:pt idx="670" formatCode="0.00">
                  <c:v>94.981200274205875</c:v>
                </c:pt>
                <c:pt idx="671" formatCode="0.00">
                  <c:v>95.001973451878854</c:v>
                </c:pt>
                <c:pt idx="672" formatCode="0.00">
                  <c:v>95.272024761627719</c:v>
                </c:pt>
                <c:pt idx="673" formatCode="0.00">
                  <c:v>94.788009721847089</c:v>
                </c:pt>
                <c:pt idx="674" formatCode="0.00">
                  <c:v>94.923035376721515</c:v>
                </c:pt>
                <c:pt idx="675" formatCode="0.00">
                  <c:v>94.823324123891169</c:v>
                </c:pt>
                <c:pt idx="676" formatCode="0.00">
                  <c:v>94.81086021728737</c:v>
                </c:pt>
                <c:pt idx="677" formatCode="0.00">
                  <c:v>94.997818816344264</c:v>
                </c:pt>
                <c:pt idx="678" formatCode="0.00">
                  <c:v>95.450674089615418</c:v>
                </c:pt>
                <c:pt idx="679" formatCode="0.00">
                  <c:v>95.581545108955254</c:v>
                </c:pt>
                <c:pt idx="680" formatCode="0.00">
                  <c:v>95.172313508797373</c:v>
                </c:pt>
                <c:pt idx="681" formatCode="0.00">
                  <c:v>95.402895780967569</c:v>
                </c:pt>
                <c:pt idx="682" formatCode="0.00">
                  <c:v>95.596086333326355</c:v>
                </c:pt>
                <c:pt idx="683" formatCode="0.00">
                  <c:v>95.693720268389413</c:v>
                </c:pt>
                <c:pt idx="684" formatCode="0.00">
                  <c:v>95.799663474521637</c:v>
                </c:pt>
                <c:pt idx="685" formatCode="0.00">
                  <c:v>96.171503354868136</c:v>
                </c:pt>
                <c:pt idx="686" formatCode="0.00">
                  <c:v>95.78512225015055</c:v>
                </c:pt>
                <c:pt idx="687" formatCode="0.00">
                  <c:v>95.625168782068542</c:v>
                </c:pt>
                <c:pt idx="688" formatCode="0.00">
                  <c:v>95.116225929080315</c:v>
                </c:pt>
                <c:pt idx="689" formatCode="0.00">
                  <c:v>95.994931344647725</c:v>
                </c:pt>
                <c:pt idx="690" formatCode="0.00">
                  <c:v>95.726957352666176</c:v>
                </c:pt>
                <c:pt idx="691" formatCode="0.00">
                  <c:v>95.519225575936289</c:v>
                </c:pt>
                <c:pt idx="692" formatCode="0.00">
                  <c:v>95.344730883483194</c:v>
                </c:pt>
                <c:pt idx="693" formatCode="0.00">
                  <c:v>95.180622779866582</c:v>
                </c:pt>
                <c:pt idx="694" formatCode="0.00">
                  <c:v>95.274102079395021</c:v>
                </c:pt>
                <c:pt idx="695" formatCode="0.00">
                  <c:v>95.132844471218704</c:v>
                </c:pt>
                <c:pt idx="696" formatCode="0.00">
                  <c:v>95.074679573734343</c:v>
                </c:pt>
                <c:pt idx="697" formatCode="0.00">
                  <c:v>94.879411703608255</c:v>
                </c:pt>
                <c:pt idx="698" formatCode="0.00">
                  <c:v>95.195164004237697</c:v>
                </c:pt>
                <c:pt idx="699" formatCode="0.00">
                  <c:v>94.864870479237183</c:v>
                </c:pt>
                <c:pt idx="700" formatCode="0.00">
                  <c:v>94.709071646689765</c:v>
                </c:pt>
                <c:pt idx="701" formatCode="0.00">
                  <c:v>94.347618355179762</c:v>
                </c:pt>
                <c:pt idx="702" formatCode="0.00">
                  <c:v>94.59274185172103</c:v>
                </c:pt>
                <c:pt idx="703" formatCode="0.00">
                  <c:v>95.172313508797401</c:v>
                </c:pt>
                <c:pt idx="704" formatCode="0.00">
                  <c:v>95.627246099835844</c:v>
                </c:pt>
                <c:pt idx="705" formatCode="0.00">
                  <c:v>95.85782837200604</c:v>
                </c:pt>
                <c:pt idx="706" formatCode="0.00">
                  <c:v>95.799663474521651</c:v>
                </c:pt>
                <c:pt idx="707" formatCode="0.00">
                  <c:v>95.778890296848672</c:v>
                </c:pt>
                <c:pt idx="708" formatCode="0.00">
                  <c:v>95.953384989301782</c:v>
                </c:pt>
                <c:pt idx="709" formatCode="0.00">
                  <c:v>95.776812979081384</c:v>
                </c:pt>
                <c:pt idx="710" formatCode="0.00">
                  <c:v>95.743575894804607</c:v>
                </c:pt>
                <c:pt idx="711" formatCode="0.00">
                  <c:v>96.314838280811799</c:v>
                </c:pt>
                <c:pt idx="712" formatCode="0.00">
                  <c:v>96.055173559899444</c:v>
                </c:pt>
                <c:pt idx="713" formatCode="0.00">
                  <c:v>96.264982654396633</c:v>
                </c:pt>
                <c:pt idx="714" formatCode="0.00">
                  <c:v>96.206817756912272</c:v>
                </c:pt>
                <c:pt idx="715" formatCode="0.00">
                  <c:v>96.067637466503243</c:v>
                </c:pt>
                <c:pt idx="716" formatCode="0.00">
                  <c:v>95.768503708012204</c:v>
                </c:pt>
                <c:pt idx="717" formatCode="0.00">
                  <c:v>95.529612164772843</c:v>
                </c:pt>
                <c:pt idx="718" formatCode="0.00">
                  <c:v>95.346808201250539</c:v>
                </c:pt>
                <c:pt idx="719" formatCode="0.00">
                  <c:v>95.174390826564746</c:v>
                </c:pt>
                <c:pt idx="720" formatCode="0.00">
                  <c:v>95.041442489457609</c:v>
                </c:pt>
                <c:pt idx="721" formatCode="0.00">
                  <c:v>94.77762313301065</c:v>
                </c:pt>
                <c:pt idx="722" formatCode="0.00">
                  <c:v>94.54080890753859</c:v>
                </c:pt>
                <c:pt idx="723" formatCode="0.00">
                  <c:v>94.63428820706703</c:v>
                </c:pt>
                <c:pt idx="724" formatCode="0.00">
                  <c:v>94.794241675149053</c:v>
                </c:pt>
                <c:pt idx="725" formatCode="0.00">
                  <c:v>94.625978935997836</c:v>
                </c:pt>
                <c:pt idx="726" formatCode="0.00">
                  <c:v>94.019402147946565</c:v>
                </c:pt>
                <c:pt idx="727" formatCode="0.00">
                  <c:v>93.880221857537535</c:v>
                </c:pt>
                <c:pt idx="728" formatCode="0.00">
                  <c:v>93.792974511311002</c:v>
                </c:pt>
                <c:pt idx="729" formatCode="0.00">
                  <c:v>93.867757950933751</c:v>
                </c:pt>
                <c:pt idx="730" formatCode="0.00">
                  <c:v>93.618479818857892</c:v>
                </c:pt>
                <c:pt idx="731" formatCode="0.00">
                  <c:v>93.707804482851742</c:v>
                </c:pt>
                <c:pt idx="732" formatCode="0.00">
                  <c:v>93.606015912254094</c:v>
                </c:pt>
                <c:pt idx="733" formatCode="0.00">
                  <c:v>93.65171690313467</c:v>
                </c:pt>
                <c:pt idx="734" formatCode="0.00">
                  <c:v>93.425289266499092</c:v>
                </c:pt>
                <c:pt idx="735" formatCode="0.00">
                  <c:v>93.275722387253595</c:v>
                </c:pt>
                <c:pt idx="736" formatCode="0.00">
                  <c:v>93.080454517127507</c:v>
                </c:pt>
                <c:pt idx="737" formatCode="0.00">
                  <c:v>93.036830844014219</c:v>
                </c:pt>
                <c:pt idx="738" formatCode="0.00">
                  <c:v>93.084609152662111</c:v>
                </c:pt>
                <c:pt idx="739" formatCode="0.00">
                  <c:v>92.669145599202338</c:v>
                </c:pt>
                <c:pt idx="740" formatCode="0.00">
                  <c:v>93.059681339454542</c:v>
                </c:pt>
                <c:pt idx="741" formatCode="0.00">
                  <c:v>92.428176738195674</c:v>
                </c:pt>
                <c:pt idx="742" formatCode="0.00">
                  <c:v>92.97243399322798</c:v>
                </c:pt>
                <c:pt idx="743" formatCode="0.00">
                  <c:v>93.4876087995181</c:v>
                </c:pt>
                <c:pt idx="744" formatCode="0.00">
                  <c:v>92.746006356592403</c:v>
                </c:pt>
                <c:pt idx="745" formatCode="0.00">
                  <c:v>92.048027586779995</c:v>
                </c:pt>
                <c:pt idx="746" formatCode="0.00">
                  <c:v>91.834063856748216</c:v>
                </c:pt>
                <c:pt idx="747" formatCode="0.00">
                  <c:v>91.588940360206962</c:v>
                </c:pt>
                <c:pt idx="748" formatCode="0.00">
                  <c:v>91.713579426244891</c:v>
                </c:pt>
                <c:pt idx="749" formatCode="0.00">
                  <c:v>91.624254762251041</c:v>
                </c:pt>
                <c:pt idx="750" formatCode="0.00">
                  <c:v>92.050104904547311</c:v>
                </c:pt>
                <c:pt idx="751" formatCode="0.00">
                  <c:v>92.010635866968627</c:v>
                </c:pt>
                <c:pt idx="752" formatCode="0.00">
                  <c:v>91.72604333284869</c:v>
                </c:pt>
                <c:pt idx="753" formatCode="0.00">
                  <c:v>91.397827125615464</c:v>
                </c:pt>
                <c:pt idx="754" formatCode="0.00">
                  <c:v>91.007291385363288</c:v>
                </c:pt>
                <c:pt idx="755" formatCode="0.00">
                  <c:v>91.1568582646088</c:v>
                </c:pt>
                <c:pt idx="756" formatCode="0.00">
                  <c:v>90.791250337564207</c:v>
                </c:pt>
                <c:pt idx="757" formatCode="0.00">
                  <c:v>90.286462120110571</c:v>
                </c:pt>
                <c:pt idx="758" formatCode="0.00">
                  <c:v>90.575209289765112</c:v>
                </c:pt>
                <c:pt idx="759" formatCode="0.00">
                  <c:v>90.839028646212071</c:v>
                </c:pt>
                <c:pt idx="760" formatCode="0.00">
                  <c:v>90.359168241966032</c:v>
                </c:pt>
                <c:pt idx="761" formatCode="0.00">
                  <c:v>90.546126841022939</c:v>
                </c:pt>
                <c:pt idx="762" formatCode="0.00">
                  <c:v>90.647915411620588</c:v>
                </c:pt>
                <c:pt idx="763" formatCode="0.00">
                  <c:v>91.210868526558585</c:v>
                </c:pt>
                <c:pt idx="764" formatCode="0.00">
                  <c:v>91.088306778287944</c:v>
                </c:pt>
                <c:pt idx="765" formatCode="0.00">
                  <c:v>91.242028293068074</c:v>
                </c:pt>
                <c:pt idx="766" formatCode="0.00">
                  <c:v>91.131930451401217</c:v>
                </c:pt>
                <c:pt idx="767" formatCode="0.00">
                  <c:v>90.980286254388403</c:v>
                </c:pt>
                <c:pt idx="768" formatCode="0.00">
                  <c:v>90.874343048256165</c:v>
                </c:pt>
                <c:pt idx="769" formatCode="0.00">
                  <c:v>90.764245206589322</c:v>
                </c:pt>
                <c:pt idx="770" formatCode="0.00">
                  <c:v>90.537817569953759</c:v>
                </c:pt>
                <c:pt idx="771" formatCode="0.00">
                  <c:v>90.465111448098284</c:v>
                </c:pt>
                <c:pt idx="772" formatCode="0.00">
                  <c:v>89.63626165894604</c:v>
                </c:pt>
                <c:pt idx="773" formatCode="0.00">
                  <c:v>89.816988304701056</c:v>
                </c:pt>
                <c:pt idx="774" formatCode="0.00">
                  <c:v>90.317621886620088</c:v>
                </c:pt>
                <c:pt idx="775" formatCode="0.00">
                  <c:v>90.024720081430956</c:v>
                </c:pt>
                <c:pt idx="776" formatCode="0.00">
                  <c:v>90.126508652028591</c:v>
                </c:pt>
                <c:pt idx="777" formatCode="0.00">
                  <c:v>90.068343754544202</c:v>
                </c:pt>
                <c:pt idx="778" formatCode="0.00">
                  <c:v>89.985251043852244</c:v>
                </c:pt>
                <c:pt idx="779" formatCode="0.00">
                  <c:v>89.646648247782537</c:v>
                </c:pt>
                <c:pt idx="780">
                  <c:v>100</c:v>
                </c:pt>
                <c:pt idx="781">
                  <c:v>100</c:v>
                </c:pt>
                <c:pt idx="782" formatCode="0.00">
                  <c:v>99.927578553907253</c:v>
                </c:pt>
                <c:pt idx="783" formatCode="0.00">
                  <c:v>99.764046256278462</c:v>
                </c:pt>
                <c:pt idx="784" formatCode="0.00">
                  <c:v>99.500058404392007</c:v>
                </c:pt>
                <c:pt idx="785" formatCode="0.00">
                  <c:v>100.38780516294824</c:v>
                </c:pt>
                <c:pt idx="786" formatCode="0.00">
                  <c:v>100.33173694661838</c:v>
                </c:pt>
                <c:pt idx="787" formatCode="0.00">
                  <c:v>100.28501343301015</c:v>
                </c:pt>
                <c:pt idx="788" formatCode="0.00">
                  <c:v>100.48358836584509</c:v>
                </c:pt>
                <c:pt idx="789" formatCode="0.00">
                  <c:v>100.07242144609272</c:v>
                </c:pt>
                <c:pt idx="790" formatCode="0.00">
                  <c:v>100.15885994626794</c:v>
                </c:pt>
                <c:pt idx="791" formatCode="0.00">
                  <c:v>100.49059689288634</c:v>
                </c:pt>
                <c:pt idx="792" formatCode="0.00">
                  <c:v>100.54666510921622</c:v>
                </c:pt>
                <c:pt idx="793" formatCode="0.00">
                  <c:v>100.17754935171125</c:v>
                </c:pt>
                <c:pt idx="794" formatCode="0.00">
                  <c:v>100.30136666277303</c:v>
                </c:pt>
                <c:pt idx="795" formatCode="0.00">
                  <c:v>100.93213409648406</c:v>
                </c:pt>
                <c:pt idx="796" formatCode="0.00">
                  <c:v>101.15173461044272</c:v>
                </c:pt>
                <c:pt idx="797" formatCode="0.00">
                  <c:v>101.5862632869992</c:v>
                </c:pt>
                <c:pt idx="798" formatCode="0.00">
                  <c:v>101.90164700385469</c:v>
                </c:pt>
                <c:pt idx="799" formatCode="0.00">
                  <c:v>102.33150332905035</c:v>
                </c:pt>
                <c:pt idx="800" formatCode="0.00">
                  <c:v>101.61196121948372</c:v>
                </c:pt>
                <c:pt idx="801" formatCode="0.00">
                  <c:v>101.79418292255579</c:v>
                </c:pt>
                <c:pt idx="802" formatCode="0.00">
                  <c:v>101.78717439551455</c:v>
                </c:pt>
                <c:pt idx="803" formatCode="0.00">
                  <c:v>101.68671884125688</c:v>
                </c:pt>
                <c:pt idx="804" formatCode="0.00">
                  <c:v>101.62597827356618</c:v>
                </c:pt>
                <c:pt idx="805" formatCode="0.00">
                  <c:v>101.49982478682398</c:v>
                </c:pt>
                <c:pt idx="806" formatCode="0.00">
                  <c:v>101.92968111201962</c:v>
                </c:pt>
                <c:pt idx="807" formatCode="0.00">
                  <c:v>102.02780049059689</c:v>
                </c:pt>
                <c:pt idx="808" formatCode="0.00">
                  <c:v>102.43429505898843</c:v>
                </c:pt>
                <c:pt idx="809" formatCode="0.00">
                  <c:v>102.12124751781333</c:v>
                </c:pt>
                <c:pt idx="810" formatCode="0.00">
                  <c:v>102.21469454502976</c:v>
                </c:pt>
                <c:pt idx="811" formatCode="0.00">
                  <c:v>102.47401004555539</c:v>
                </c:pt>
                <c:pt idx="812" formatCode="0.00">
                  <c:v>102.95993458708092</c:v>
                </c:pt>
                <c:pt idx="813" formatCode="0.00">
                  <c:v>103.46922088541054</c:v>
                </c:pt>
                <c:pt idx="814" formatCode="0.00">
                  <c:v>103.75657049410111</c:v>
                </c:pt>
                <c:pt idx="815" formatCode="0.00">
                  <c:v>103.47856558813218</c:v>
                </c:pt>
                <c:pt idx="816" formatCode="0.00">
                  <c:v>103.57668496670945</c:v>
                </c:pt>
                <c:pt idx="817" formatCode="0.00">
                  <c:v>103.53229762878163</c:v>
                </c:pt>
                <c:pt idx="818" formatCode="0.00">
                  <c:v>104.08597126503908</c:v>
                </c:pt>
                <c:pt idx="819" formatCode="0.00">
                  <c:v>103.84768134563713</c:v>
                </c:pt>
                <c:pt idx="820" formatCode="0.00">
                  <c:v>103.80095783202891</c:v>
                </c:pt>
                <c:pt idx="821" formatCode="0.00">
                  <c:v>103.92243896741029</c:v>
                </c:pt>
                <c:pt idx="822" formatCode="0.00">
                  <c:v>103.73087256161656</c:v>
                </c:pt>
                <c:pt idx="823" formatCode="0.00">
                  <c:v>103.24027566873022</c:v>
                </c:pt>
                <c:pt idx="824" formatCode="0.00">
                  <c:v>102.69361055951401</c:v>
                </c:pt>
                <c:pt idx="825" formatCode="0.00">
                  <c:v>102.8781684382665</c:v>
                </c:pt>
                <c:pt idx="826" formatCode="0.00">
                  <c:v>103.37110150683326</c:v>
                </c:pt>
                <c:pt idx="827" formatCode="0.00">
                  <c:v>104.31024413035854</c:v>
                </c:pt>
                <c:pt idx="828" formatCode="0.00">
                  <c:v>104.39668263053375</c:v>
                </c:pt>
                <c:pt idx="829" formatCode="0.00">
                  <c:v>104.29622707627607</c:v>
                </c:pt>
                <c:pt idx="830" formatCode="0.00">
                  <c:v>104.01354981894633</c:v>
                </c:pt>
                <c:pt idx="831" formatCode="0.00">
                  <c:v>104.57189580656458</c:v>
                </c:pt>
                <c:pt idx="832" formatCode="0.00">
                  <c:v>104.45508702254403</c:v>
                </c:pt>
                <c:pt idx="833" formatCode="0.00">
                  <c:v>104.5368531713584</c:v>
                </c:pt>
                <c:pt idx="834" formatCode="0.00">
                  <c:v>105.06950122649215</c:v>
                </c:pt>
                <c:pt idx="835" formatCode="0.00">
                  <c:v>105.56944282210013</c:v>
                </c:pt>
                <c:pt idx="836" formatCode="0.00">
                  <c:v>105.88482653895562</c:v>
                </c:pt>
                <c:pt idx="837" formatCode="0.00">
                  <c:v>105.3989019974301</c:v>
                </c:pt>
                <c:pt idx="838" formatCode="0.00">
                  <c:v>104.82887513140979</c:v>
                </c:pt>
                <c:pt idx="839" formatCode="0.00">
                  <c:v>104.82420278004896</c:v>
                </c:pt>
                <c:pt idx="840" formatCode="0.00">
                  <c:v>104.79149632052321</c:v>
                </c:pt>
                <c:pt idx="841" formatCode="0.00">
                  <c:v>104.90596892886336</c:v>
                </c:pt>
                <c:pt idx="842" formatCode="0.00">
                  <c:v>104.71907487443048</c:v>
                </c:pt>
                <c:pt idx="843" formatCode="0.00">
                  <c:v>104.46443172526565</c:v>
                </c:pt>
                <c:pt idx="844" formatCode="0.00">
                  <c:v>104.10699684616274</c:v>
                </c:pt>
                <c:pt idx="845" formatCode="0.00">
                  <c:v>104.23315033290493</c:v>
                </c:pt>
                <c:pt idx="846" formatCode="0.00">
                  <c:v>104.24950356266781</c:v>
                </c:pt>
                <c:pt idx="847" formatCode="0.00">
                  <c:v>104.22614180586369</c:v>
                </c:pt>
                <c:pt idx="848" formatCode="0.00">
                  <c:v>104.91764980726539</c:v>
                </c:pt>
                <c:pt idx="849" formatCode="0.00">
                  <c:v>103.07207101974058</c:v>
                </c:pt>
                <c:pt idx="850" formatCode="0.00">
                  <c:v>102.33851185609147</c:v>
                </c:pt>
                <c:pt idx="851" formatCode="0.00">
                  <c:v>101.62597827356606</c:v>
                </c:pt>
                <c:pt idx="852" formatCode="0.00">
                  <c:v>102.95526223572001</c:v>
                </c:pt>
                <c:pt idx="853" formatCode="0.00">
                  <c:v>103.17252657399823</c:v>
                </c:pt>
                <c:pt idx="854" formatCode="0.00">
                  <c:v>103.87104310244118</c:v>
                </c:pt>
                <c:pt idx="855" formatCode="0.00">
                  <c:v>104.30790795467804</c:v>
                </c:pt>
                <c:pt idx="856" formatCode="0.00">
                  <c:v>103.98084335942048</c:v>
                </c:pt>
                <c:pt idx="857" formatCode="0.00">
                  <c:v>104.36397617100792</c:v>
                </c:pt>
                <c:pt idx="858" formatCode="0.00">
                  <c:v>104.82186660436849</c:v>
                </c:pt>
                <c:pt idx="859" formatCode="0.00">
                  <c:v>104.85457306389425</c:v>
                </c:pt>
                <c:pt idx="860" formatCode="0.00">
                  <c:v>105.21200794299716</c:v>
                </c:pt>
                <c:pt idx="861" formatCode="0.00">
                  <c:v>105.44095315967745</c:v>
                </c:pt>
                <c:pt idx="862" formatCode="0.00">
                  <c:v>105.15827590234768</c:v>
                </c:pt>
                <c:pt idx="863" formatCode="0.00">
                  <c:v>105.37554024062594</c:v>
                </c:pt>
                <c:pt idx="864" formatCode="0.00">
                  <c:v>105.49001284896607</c:v>
                </c:pt>
                <c:pt idx="865" formatCode="0.00">
                  <c:v>105.61149398434745</c:v>
                </c:pt>
                <c:pt idx="866" formatCode="0.00">
                  <c:v>105.7703539306154</c:v>
                </c:pt>
                <c:pt idx="867" formatCode="0.00">
                  <c:v>105.55776194369798</c:v>
                </c:pt>
                <c:pt idx="868" formatCode="0.00">
                  <c:v>105.83343067398651</c:v>
                </c:pt>
                <c:pt idx="869" formatCode="0.00">
                  <c:v>105.83343067398651</c:v>
                </c:pt>
                <c:pt idx="870" formatCode="0.00">
                  <c:v>106.13012498539875</c:v>
                </c:pt>
                <c:pt idx="871" formatCode="0.00">
                  <c:v>106.09274617451216</c:v>
                </c:pt>
                <c:pt idx="872" formatCode="0.00">
                  <c:v>105.96659268776997</c:v>
                </c:pt>
                <c:pt idx="873" formatCode="0.00">
                  <c:v>105.74932834949173</c:v>
                </c:pt>
                <c:pt idx="874" formatCode="0.00">
                  <c:v>105.9736012148112</c:v>
                </c:pt>
                <c:pt idx="875" formatCode="0.00">
                  <c:v>105.82875832262569</c:v>
                </c:pt>
                <c:pt idx="876" formatCode="0.00">
                  <c:v>106.19553790445023</c:v>
                </c:pt>
                <c:pt idx="877" formatCode="0.00">
                  <c:v>106.15815909356365</c:v>
                </c:pt>
                <c:pt idx="878" formatCode="0.00">
                  <c:v>106.20955495853269</c:v>
                </c:pt>
                <c:pt idx="879" formatCode="0.00">
                  <c:v>106.0039714986565</c:v>
                </c:pt>
                <c:pt idx="880" formatCode="0.00">
                  <c:v>106.41513841840886</c:v>
                </c:pt>
                <c:pt idx="881" formatCode="0.00">
                  <c:v>106.45718958065626</c:v>
                </c:pt>
                <c:pt idx="882" formatCode="0.00">
                  <c:v>106.5109216213057</c:v>
                </c:pt>
                <c:pt idx="883" formatCode="0.00">
                  <c:v>106.33103609391405</c:v>
                </c:pt>
                <c:pt idx="884" formatCode="0.00">
                  <c:v>106.86835650040861</c:v>
                </c:pt>
                <c:pt idx="885" formatCode="0.00">
                  <c:v>106.53895572947063</c:v>
                </c:pt>
                <c:pt idx="886" formatCode="0.00">
                  <c:v>106.27964022894498</c:v>
                </c:pt>
                <c:pt idx="887" formatCode="0.00">
                  <c:v>106.76089241910967</c:v>
                </c:pt>
                <c:pt idx="888" formatCode="0.00">
                  <c:v>106.44083635089333</c:v>
                </c:pt>
                <c:pt idx="889" formatCode="0.00">
                  <c:v>106.76790094615089</c:v>
                </c:pt>
                <c:pt idx="890" formatCode="0.00">
                  <c:v>106.71416890550144</c:v>
                </c:pt>
                <c:pt idx="891" formatCode="0.00">
                  <c:v>106.79359887863541</c:v>
                </c:pt>
                <c:pt idx="892" formatCode="0.00">
                  <c:v>107.25382548767639</c:v>
                </c:pt>
                <c:pt idx="893" formatCode="0.00">
                  <c:v>107.1276720009342</c:v>
                </c:pt>
                <c:pt idx="894" formatCode="0.00">
                  <c:v>107.22111902815064</c:v>
                </c:pt>
                <c:pt idx="895" formatCode="0.00">
                  <c:v>107.28419577152174</c:v>
                </c:pt>
                <c:pt idx="896" formatCode="0.00">
                  <c:v>107.59490713701642</c:v>
                </c:pt>
                <c:pt idx="897" formatCode="0.00">
                  <c:v>107.19308491998571</c:v>
                </c:pt>
                <c:pt idx="898" formatCode="0.00">
                  <c:v>107.14636140637748</c:v>
                </c:pt>
                <c:pt idx="899" formatCode="0.00">
                  <c:v>107.55285597476902</c:v>
                </c:pt>
                <c:pt idx="900" formatCode="0.00">
                  <c:v>107.08094848732597</c:v>
                </c:pt>
                <c:pt idx="901" formatCode="0.00">
                  <c:v>107.01319939259405</c:v>
                </c:pt>
                <c:pt idx="902" formatCode="0.00">
                  <c:v>107.1743955145424</c:v>
                </c:pt>
                <c:pt idx="903" formatCode="0.00">
                  <c:v>106.96180352762498</c:v>
                </c:pt>
                <c:pt idx="904" formatCode="0.00">
                  <c:v>107.27485106880009</c:v>
                </c:pt>
                <c:pt idx="905" formatCode="0.00">
                  <c:v>107.58789860997517</c:v>
                </c:pt>
                <c:pt idx="906" formatCode="0.00">
                  <c:v>107.68835416423285</c:v>
                </c:pt>
                <c:pt idx="907" formatCode="0.00">
                  <c:v>107.83786940777915</c:v>
                </c:pt>
                <c:pt idx="908" formatCode="0.00">
                  <c:v>107.81217147529463</c:v>
                </c:pt>
                <c:pt idx="909" formatCode="0.00">
                  <c:v>108.2887513140985</c:v>
                </c:pt>
                <c:pt idx="910" formatCode="0.00">
                  <c:v>108.26071720593357</c:v>
                </c:pt>
                <c:pt idx="911" formatCode="0.00">
                  <c:v>108.2443639761707</c:v>
                </c:pt>
                <c:pt idx="912" formatCode="0.00">
                  <c:v>108.3892068683562</c:v>
                </c:pt>
                <c:pt idx="913" formatCode="0.00">
                  <c:v>108.34949188178921</c:v>
                </c:pt>
                <c:pt idx="914" formatCode="0.00">
                  <c:v>107.80749912393381</c:v>
                </c:pt>
                <c:pt idx="915" formatCode="0.00">
                  <c:v>107.8308608807379</c:v>
                </c:pt>
                <c:pt idx="916" formatCode="0.00">
                  <c:v>107.57855390725351</c:v>
                </c:pt>
                <c:pt idx="917" formatCode="0.00">
                  <c:v>107.66265623174831</c:v>
                </c:pt>
                <c:pt idx="918" formatCode="0.00">
                  <c:v>107.34260016353198</c:v>
                </c:pt>
                <c:pt idx="919" formatCode="0.00">
                  <c:v>107.07160378460428</c:v>
                </c:pt>
                <c:pt idx="920" formatCode="0.00">
                  <c:v>106.98282910874865</c:v>
                </c:pt>
                <c:pt idx="921" formatCode="0.00">
                  <c:v>107.05525055484141</c:v>
                </c:pt>
                <c:pt idx="922" formatCode="0.00">
                  <c:v>107.12299964957333</c:v>
                </c:pt>
                <c:pt idx="923" formatCode="0.00">
                  <c:v>107.04123350075895</c:v>
                </c:pt>
                <c:pt idx="924" formatCode="0.00">
                  <c:v>107.37764279873815</c:v>
                </c:pt>
                <c:pt idx="925" formatCode="0.00">
                  <c:v>107.51781333956284</c:v>
                </c:pt>
                <c:pt idx="926" formatCode="0.00">
                  <c:v>107.87057586730491</c:v>
                </c:pt>
                <c:pt idx="927" formatCode="0.00">
                  <c:v>107.50613246116077</c:v>
                </c:pt>
                <c:pt idx="928" formatCode="0.00">
                  <c:v>107.17439551454238</c:v>
                </c:pt>
                <c:pt idx="929" formatCode="0.00">
                  <c:v>106.42448312113041</c:v>
                </c:pt>
                <c:pt idx="930" formatCode="0.00">
                  <c:v>106.36140637775929</c:v>
                </c:pt>
                <c:pt idx="931" formatCode="0.00">
                  <c:v>105.78904333605857</c:v>
                </c:pt>
                <c:pt idx="932" formatCode="0.00">
                  <c:v>105.751664525172</c:v>
                </c:pt>
                <c:pt idx="933" formatCode="0.00">
                  <c:v>106.29599345870778</c:v>
                </c:pt>
                <c:pt idx="934" formatCode="0.00">
                  <c:v>106.46186193201699</c:v>
                </c:pt>
                <c:pt idx="935" formatCode="0.00">
                  <c:v>106.6300665810066</c:v>
                </c:pt>
                <c:pt idx="936" formatCode="0.00">
                  <c:v>106.84499474360443</c:v>
                </c:pt>
                <c:pt idx="937" formatCode="0.00">
                  <c:v>107.09730171708885</c:v>
                </c:pt>
                <c:pt idx="938" formatCode="0.00">
                  <c:v>107.06225908188269</c:v>
                </c:pt>
                <c:pt idx="939" formatCode="0.00">
                  <c:v>106.91741618969718</c:v>
                </c:pt>
                <c:pt idx="940" formatCode="0.00">
                  <c:v>107.4033407312227</c:v>
                </c:pt>
                <c:pt idx="941" formatCode="0.00">
                  <c:v>107.56453685317108</c:v>
                </c:pt>
                <c:pt idx="942" formatCode="0.00">
                  <c:v>107.09262936572803</c:v>
                </c:pt>
                <c:pt idx="943" formatCode="0.00">
                  <c:v>107.15804228477954</c:v>
                </c:pt>
                <c:pt idx="944" formatCode="0.00">
                  <c:v>106.99450998715076</c:v>
                </c:pt>
                <c:pt idx="945" formatCode="0.00">
                  <c:v>106.79827122999623</c:v>
                </c:pt>
                <c:pt idx="946" formatCode="0.00">
                  <c:v>106.90339913561472</c:v>
                </c:pt>
                <c:pt idx="947" formatCode="0.00">
                  <c:v>106.65342833781072</c:v>
                </c:pt>
                <c:pt idx="948" formatCode="0.00">
                  <c:v>107.33559163649078</c:v>
                </c:pt>
                <c:pt idx="949" formatCode="0.00">
                  <c:v>106.99918233851157</c:v>
                </c:pt>
                <c:pt idx="950" formatCode="0.00">
                  <c:v>106.922088541058</c:v>
                </c:pt>
                <c:pt idx="951" formatCode="0.00">
                  <c:v>106.9664758789858</c:v>
                </c:pt>
                <c:pt idx="952" formatCode="0.00">
                  <c:v>106.97348440602703</c:v>
                </c:pt>
                <c:pt idx="953" formatCode="0.00">
                  <c:v>107.02721644667648</c:v>
                </c:pt>
                <c:pt idx="954" formatCode="0.00">
                  <c:v>106.90106295993428</c:v>
                </c:pt>
                <c:pt idx="955" formatCode="0.00">
                  <c:v>106.56932601331589</c:v>
                </c:pt>
                <c:pt idx="956" formatCode="0.00">
                  <c:v>106.74453918934674</c:v>
                </c:pt>
                <c:pt idx="957" formatCode="0.00">
                  <c:v>106.69781567573851</c:v>
                </c:pt>
                <c:pt idx="958" formatCode="0.00">
                  <c:v>107.0061908655528</c:v>
                </c:pt>
                <c:pt idx="959" formatCode="0.00">
                  <c:v>106.95946735194457</c:v>
                </c:pt>
                <c:pt idx="960" formatCode="0.00">
                  <c:v>106.76322859479005</c:v>
                </c:pt>
                <c:pt idx="961" formatCode="0.00">
                  <c:v>106.83798621656319</c:v>
                </c:pt>
                <c:pt idx="962" formatCode="0.00">
                  <c:v>107.13701670365582</c:v>
                </c:pt>
                <c:pt idx="963" formatCode="0.00">
                  <c:v>107.27017871743926</c:v>
                </c:pt>
                <c:pt idx="964" formatCode="0.00">
                  <c:v>107.71171592103698</c:v>
                </c:pt>
                <c:pt idx="965" formatCode="0.00">
                  <c:v>107.96168671884097</c:v>
                </c:pt>
                <c:pt idx="966" formatCode="0.00">
                  <c:v>107.6743371101504</c:v>
                </c:pt>
                <c:pt idx="967" formatCode="0.00">
                  <c:v>107.62527742086176</c:v>
                </c:pt>
                <c:pt idx="968" formatCode="0.00">
                  <c:v>107.46174512323297</c:v>
                </c:pt>
                <c:pt idx="969" formatCode="0.00">
                  <c:v>107.49912393411955</c:v>
                </c:pt>
                <c:pt idx="970" formatCode="0.00">
                  <c:v>107.67200093446998</c:v>
                </c:pt>
                <c:pt idx="971" formatCode="0.00">
                  <c:v>107.32391075808872</c:v>
                </c:pt>
                <c:pt idx="972" formatCode="0.00">
                  <c:v>106.87536502744976</c:v>
                </c:pt>
                <c:pt idx="973" formatCode="0.00">
                  <c:v>107.14402523069705</c:v>
                </c:pt>
                <c:pt idx="974" formatCode="0.00">
                  <c:v>107.20476579838774</c:v>
                </c:pt>
                <c:pt idx="975" formatCode="0.00">
                  <c:v>107.37997897441858</c:v>
                </c:pt>
                <c:pt idx="976" formatCode="0.00">
                  <c:v>107.53183039364531</c:v>
                </c:pt>
                <c:pt idx="977" formatCode="0.00">
                  <c:v>107.37297044737734</c:v>
                </c:pt>
                <c:pt idx="978" formatCode="0.00">
                  <c:v>107.30755752832583</c:v>
                </c:pt>
                <c:pt idx="979" formatCode="0.00">
                  <c:v>107.34727251489282</c:v>
                </c:pt>
                <c:pt idx="980" formatCode="0.00">
                  <c:v>107.06926760892389</c:v>
                </c:pt>
                <c:pt idx="981" formatCode="0.00">
                  <c:v>107.49678775843915</c:v>
                </c:pt>
                <c:pt idx="982" formatCode="0.00">
                  <c:v>107.26317019039804</c:v>
                </c:pt>
                <c:pt idx="983" formatCode="0.00">
                  <c:v>106.49690456722317</c:v>
                </c:pt>
                <c:pt idx="984" formatCode="0.00">
                  <c:v>106.92676089241883</c:v>
                </c:pt>
                <c:pt idx="985" formatCode="0.00">
                  <c:v>107.04356967643938</c:v>
                </c:pt>
                <c:pt idx="986" formatCode="0.00">
                  <c:v>107.42203013666598</c:v>
                </c:pt>
                <c:pt idx="987" formatCode="0.00">
                  <c:v>107.35661721761447</c:v>
                </c:pt>
                <c:pt idx="988" formatCode="0.00">
                  <c:v>107.24915313631556</c:v>
                </c:pt>
                <c:pt idx="989" formatCode="0.00">
                  <c:v>107.50379628548039</c:v>
                </c:pt>
                <c:pt idx="990" formatCode="0.00">
                  <c:v>107.23980843359392</c:v>
                </c:pt>
                <c:pt idx="991" formatCode="0.00">
                  <c:v>107.12533582525376</c:v>
                </c:pt>
                <c:pt idx="992" formatCode="0.00">
                  <c:v>107.35428104193406</c:v>
                </c:pt>
                <c:pt idx="993" formatCode="0.00">
                  <c:v>107.56453685317105</c:v>
                </c:pt>
                <c:pt idx="994" formatCode="0.00">
                  <c:v>107.83786940777917</c:v>
                </c:pt>
                <c:pt idx="995" formatCode="0.00">
                  <c:v>107.85655881322246</c:v>
                </c:pt>
                <c:pt idx="996" formatCode="0.00">
                  <c:v>107.68134563719164</c:v>
                </c:pt>
                <c:pt idx="997" formatCode="0.00">
                  <c:v>107.39633220418146</c:v>
                </c:pt>
                <c:pt idx="998" formatCode="0.00">
                  <c:v>107.20476579838777</c:v>
                </c:pt>
                <c:pt idx="999" formatCode="0.00">
                  <c:v>107.28886812288256</c:v>
                </c:pt>
                <c:pt idx="1000" formatCode="0.00">
                  <c:v>106.80294358135704</c:v>
                </c:pt>
                <c:pt idx="1001" formatCode="0.00">
                  <c:v>107.07627613596516</c:v>
                </c:pt>
                <c:pt idx="1002" formatCode="0.00">
                  <c:v>107.14402523069708</c:v>
                </c:pt>
                <c:pt idx="1003" formatCode="0.00">
                  <c:v>107.39399602850108</c:v>
                </c:pt>
                <c:pt idx="1004" formatCode="0.00">
                  <c:v>107.67200093447001</c:v>
                </c:pt>
                <c:pt idx="1005" formatCode="0.00">
                  <c:v>107.81918000233591</c:v>
                </c:pt>
                <c:pt idx="1006" formatCode="0.00">
                  <c:v>107.92664408363483</c:v>
                </c:pt>
                <c:pt idx="1007" formatCode="0.00">
                  <c:v>108.05746992173785</c:v>
                </c:pt>
                <c:pt idx="1008" formatCode="0.00">
                  <c:v>108.08316785422238</c:v>
                </c:pt>
                <c:pt idx="1009" formatCode="0.00">
                  <c:v>107.71872444807825</c:v>
                </c:pt>
                <c:pt idx="1010" formatCode="0.00">
                  <c:v>107.75610325896481</c:v>
                </c:pt>
                <c:pt idx="1011" formatCode="0.00">
                  <c:v>107.6906903399133</c:v>
                </c:pt>
                <c:pt idx="1012" formatCode="0.00">
                  <c:v>107.73741385352153</c:v>
                </c:pt>
                <c:pt idx="1013" formatCode="0.00">
                  <c:v>107.27718724448054</c:v>
                </c:pt>
                <c:pt idx="1014" formatCode="0.00">
                  <c:v>107.53650274500616</c:v>
                </c:pt>
                <c:pt idx="1015" formatCode="0.00">
                  <c:v>107.81684382665551</c:v>
                </c:pt>
                <c:pt idx="1016" formatCode="0.00">
                  <c:v>108.19997663824293</c:v>
                </c:pt>
                <c:pt idx="1017" formatCode="0.00">
                  <c:v>108.05746992173785</c:v>
                </c:pt>
                <c:pt idx="1018" formatCode="0.00">
                  <c:v>108.30043219250061</c:v>
                </c:pt>
                <c:pt idx="1019" formatCode="0.00">
                  <c:v>108.19296811120169</c:v>
                </c:pt>
                <c:pt idx="1020" formatCode="0.00">
                  <c:v>108.37051746291294</c:v>
                </c:pt>
                <c:pt idx="1021" formatCode="0.00">
                  <c:v>108.45695596308815</c:v>
                </c:pt>
                <c:pt idx="1022" formatCode="0.00">
                  <c:v>108.70459058521173</c:v>
                </c:pt>
                <c:pt idx="1023" formatCode="0.00">
                  <c:v>108.3401471790676</c:v>
                </c:pt>
                <c:pt idx="1024" formatCode="0.00">
                  <c:v>108.18595958416046</c:v>
                </c:pt>
                <c:pt idx="1025" formatCode="0.00">
                  <c:v>108.16259782735635</c:v>
                </c:pt>
                <c:pt idx="1026" formatCode="0.00">
                  <c:v>107.98037612428428</c:v>
                </c:pt>
                <c:pt idx="1027" formatCode="0.00">
                  <c:v>108.38920686835624</c:v>
                </c:pt>
                <c:pt idx="1028" formatCode="0.00">
                  <c:v>108.27473426001609</c:v>
                </c:pt>
                <c:pt idx="1029" formatCode="0.00">
                  <c:v>108.3401471790676</c:v>
                </c:pt>
                <c:pt idx="1030" formatCode="0.00">
                  <c:v>108.16727017871717</c:v>
                </c:pt>
                <c:pt idx="1031" formatCode="0.00">
                  <c:v>107.89860997546988</c:v>
                </c:pt>
                <c:pt idx="1032" formatCode="0.00">
                  <c:v>108.11821048942855</c:v>
                </c:pt>
                <c:pt idx="1033" formatCode="0.00">
                  <c:v>108.06214227309867</c:v>
                </c:pt>
                <c:pt idx="1034" formatCode="0.00">
                  <c:v>108.34014717906761</c:v>
                </c:pt>
                <c:pt idx="1035" formatCode="0.00">
                  <c:v>108.63450531479943</c:v>
                </c:pt>
                <c:pt idx="1036" formatCode="0.00">
                  <c:v>108.6064712066345</c:v>
                </c:pt>
                <c:pt idx="1037" formatCode="0.00">
                  <c:v>108.56208386870669</c:v>
                </c:pt>
                <c:pt idx="1038" formatCode="0.00">
                  <c:v>108.63216913911903</c:v>
                </c:pt>
                <c:pt idx="1039" formatCode="0.00">
                  <c:v>108.42191332788201</c:v>
                </c:pt>
                <c:pt idx="1040" formatCode="0.00">
                  <c:v>108.67889265272726</c:v>
                </c:pt>
                <c:pt idx="1041" formatCode="0.00">
                  <c:v>108.81906319355193</c:v>
                </c:pt>
                <c:pt idx="1042" formatCode="0.00">
                  <c:v>108.83541642331483</c:v>
                </c:pt>
                <c:pt idx="1043" formatCode="0.00">
                  <c:v>108.79336526106742</c:v>
                </c:pt>
                <c:pt idx="1044" formatCode="0.00">
                  <c:v>108.91484639644881</c:v>
                </c:pt>
                <c:pt idx="1045" formatCode="0.00">
                  <c:v>109.03399135614977</c:v>
                </c:pt>
                <c:pt idx="1046" formatCode="0.00">
                  <c:v>108.91484639644881</c:v>
                </c:pt>
                <c:pt idx="1047" formatCode="0.00">
                  <c:v>108.74897792313961</c:v>
                </c:pt>
                <c:pt idx="1048" formatCode="0.00">
                  <c:v>109.00128489662403</c:v>
                </c:pt>
                <c:pt idx="1049" formatCode="0.00">
                  <c:v>109.26527274851048</c:v>
                </c:pt>
                <c:pt idx="1050" formatCode="0.00">
                  <c:v>109.28863450531459</c:v>
                </c:pt>
                <c:pt idx="1051" formatCode="0.00">
                  <c:v>109.25359187010842</c:v>
                </c:pt>
                <c:pt idx="1052" formatCode="0.00">
                  <c:v>109.45683915430421</c:v>
                </c:pt>
                <c:pt idx="1053" formatCode="0.00">
                  <c:v>109.37974535685063</c:v>
                </c:pt>
                <c:pt idx="1054" formatCode="0.00">
                  <c:v>109.47552855974749</c:v>
                </c:pt>
                <c:pt idx="1055" formatCode="0.00">
                  <c:v>109.48253708678872</c:v>
                </c:pt>
                <c:pt idx="1056" formatCode="0.00">
                  <c:v>110.01051279056166</c:v>
                </c:pt>
                <c:pt idx="1057" formatCode="0.00">
                  <c:v>110.51979908889128</c:v>
                </c:pt>
                <c:pt idx="1058" formatCode="0.00">
                  <c:v>110.74640812989117</c:v>
                </c:pt>
                <c:pt idx="1059" formatCode="0.00">
                  <c:v>110.83518280574677</c:v>
                </c:pt>
                <c:pt idx="1060" formatCode="0.00">
                  <c:v>111.62948253708657</c:v>
                </c:pt>
                <c:pt idx="1061" formatCode="0.00">
                  <c:v>111.58743137483917</c:v>
                </c:pt>
                <c:pt idx="1062" formatCode="0.00">
                  <c:v>111.4893119962619</c:v>
                </c:pt>
                <c:pt idx="1063" formatCode="0.00">
                  <c:v>110.58521200794279</c:v>
                </c:pt>
                <c:pt idx="1064" formatCode="0.00">
                  <c:v>111.03609391426217</c:v>
                </c:pt>
                <c:pt idx="1065" formatCode="0.00">
                  <c:v>111.23934119845792</c:v>
                </c:pt>
                <c:pt idx="1066" formatCode="0.00">
                  <c:v>110.99637892769516</c:v>
                </c:pt>
                <c:pt idx="1067" formatCode="0.00">
                  <c:v>110.73239107580871</c:v>
                </c:pt>
                <c:pt idx="1068" formatCode="0.00">
                  <c:v>111.2580306039012</c:v>
                </c:pt>
                <c:pt idx="1069" formatCode="0.00">
                  <c:v>111.64817194252984</c:v>
                </c:pt>
                <c:pt idx="1070" formatCode="0.00">
                  <c:v>111.56406961803505</c:v>
                </c:pt>
                <c:pt idx="1071" formatCode="0.00">
                  <c:v>111.65050811821025</c:v>
                </c:pt>
                <c:pt idx="1072" formatCode="0.00">
                  <c:v>111.41689055016914</c:v>
                </c:pt>
                <c:pt idx="1073" formatCode="0.00">
                  <c:v>111.46828641513819</c:v>
                </c:pt>
                <c:pt idx="1074" formatCode="0.00">
                  <c:v>111.39352879336505</c:v>
                </c:pt>
                <c:pt idx="1075" formatCode="0.00">
                  <c:v>111.38652026632381</c:v>
                </c:pt>
                <c:pt idx="1076" formatCode="0.00">
                  <c:v>111.08281742787037</c:v>
                </c:pt>
                <c:pt idx="1077" formatCode="0.00">
                  <c:v>110.95432776544776</c:v>
                </c:pt>
                <c:pt idx="1078" formatCode="0.00">
                  <c:v>111.2930732391074</c:v>
                </c:pt>
                <c:pt idx="1079" formatCode="0.00">
                  <c:v>111.16458357668479</c:v>
                </c:pt>
                <c:pt idx="1080" formatCode="0.00">
                  <c:v>111.60378460460208</c:v>
                </c:pt>
                <c:pt idx="1081" formatCode="0.00">
                  <c:v>111.8794533348906</c:v>
                </c:pt>
                <c:pt idx="1082" formatCode="0.00">
                  <c:v>111.58743137483921</c:v>
                </c:pt>
                <c:pt idx="1083" formatCode="0.00">
                  <c:v>111.35848615815893</c:v>
                </c:pt>
                <c:pt idx="1084" formatCode="0.00">
                  <c:v>110.49877350776761</c:v>
                </c:pt>
                <c:pt idx="1085" formatCode="0.00">
                  <c:v>108.91951874780966</c:v>
                </c:pt>
                <c:pt idx="1086" formatCode="0.00">
                  <c:v>109.58532881672684</c:v>
                </c:pt>
                <c:pt idx="1087" formatCode="0.00">
                  <c:v>108.87513140988185</c:v>
                </c:pt>
                <c:pt idx="1088" formatCode="0.00">
                  <c:v>108.7209438149747</c:v>
                </c:pt>
                <c:pt idx="1089" formatCode="0.00">
                  <c:v>109.2419109917064</c:v>
                </c:pt>
                <c:pt idx="1090" formatCode="0.00">
                  <c:v>109.91239341198441</c:v>
                </c:pt>
                <c:pt idx="1091" formatCode="0.00">
                  <c:v>109.12743838336627</c:v>
                </c:pt>
                <c:pt idx="1092" formatCode="0.00">
                  <c:v>108.30977689522236</c:v>
                </c:pt>
                <c:pt idx="1093" formatCode="0.00">
                  <c:v>107.67667328583093</c:v>
                </c:pt>
                <c:pt idx="1094" formatCode="0.00">
                  <c:v>108.38687069267591</c:v>
                </c:pt>
                <c:pt idx="1095" formatCode="0.00">
                  <c:v>108.53404976054181</c:v>
                </c:pt>
                <c:pt idx="1096" formatCode="0.00">
                  <c:v>107.48744305571761</c:v>
                </c:pt>
                <c:pt idx="1097" formatCode="0.00">
                  <c:v>107.69536269127418</c:v>
                </c:pt>
                <c:pt idx="1098" formatCode="0.00">
                  <c:v>107.20943814974866</c:v>
                </c:pt>
                <c:pt idx="1099" formatCode="0.00">
                  <c:v>107.93131643499574</c:v>
                </c:pt>
                <c:pt idx="1100" formatCode="0.00">
                  <c:v>108.0925125569441</c:v>
                </c:pt>
                <c:pt idx="1101" formatCode="0.00">
                  <c:v>107.95000584043902</c:v>
                </c:pt>
                <c:pt idx="1102" formatCode="0.00">
                  <c:v>107.49445158275884</c:v>
                </c:pt>
                <c:pt idx="1103" formatCode="0.00">
                  <c:v>107.20009344702704</c:v>
                </c:pt>
                <c:pt idx="1104" formatCode="0.00">
                  <c:v>107.22345520383116</c:v>
                </c:pt>
                <c:pt idx="1105" formatCode="0.00">
                  <c:v>107.97336759724317</c:v>
                </c:pt>
                <c:pt idx="1106" formatCode="0.00">
                  <c:v>108.16259782735646</c:v>
                </c:pt>
                <c:pt idx="1107" formatCode="0.00">
                  <c:v>108.32145777362442</c:v>
                </c:pt>
                <c:pt idx="1108" formatCode="0.00">
                  <c:v>108.27006190865538</c:v>
                </c:pt>
                <c:pt idx="1109" formatCode="0.00">
                  <c:v>108.60880738231499</c:v>
                </c:pt>
                <c:pt idx="1110" formatCode="0.00">
                  <c:v>109.64373320873713</c:v>
                </c:pt>
                <c:pt idx="1111" formatCode="0.00">
                  <c:v>110.00350426352047</c:v>
                </c:pt>
                <c:pt idx="1112" formatCode="0.00">
                  <c:v>110.40532648055118</c:v>
                </c:pt>
                <c:pt idx="1113" formatCode="0.00">
                  <c:v>110.54316084569544</c:v>
                </c:pt>
                <c:pt idx="1114" formatCode="0.00">
                  <c:v>111.04310244130343</c:v>
                </c:pt>
                <c:pt idx="1115" formatCode="0.00">
                  <c:v>111.370167036561</c:v>
                </c:pt>
                <c:pt idx="1116" formatCode="0.00">
                  <c:v>111.44726083401457</c:v>
                </c:pt>
                <c:pt idx="1117" formatCode="0.00">
                  <c:v>111.16224740100441</c:v>
                </c:pt>
                <c:pt idx="1118" formatCode="0.00">
                  <c:v>111.51500992874649</c:v>
                </c:pt>
                <c:pt idx="1119" formatCode="0.00">
                  <c:v>111.45426936105579</c:v>
                </c:pt>
                <c:pt idx="1120" formatCode="0.00">
                  <c:v>111.05478331970548</c:v>
                </c:pt>
                <c:pt idx="1121" formatCode="0.00">
                  <c:v>110.86088073823136</c:v>
                </c:pt>
                <c:pt idx="1122" formatCode="0.00">
                  <c:v>110.26982829108734</c:v>
                </c:pt>
                <c:pt idx="1123" formatCode="0.00">
                  <c:v>110.76276135965409</c:v>
                </c:pt>
                <c:pt idx="1124" formatCode="0.00">
                  <c:v>110.75341665693246</c:v>
                </c:pt>
                <c:pt idx="1125" formatCode="0.00">
                  <c:v>110.69968461628299</c:v>
                </c:pt>
                <c:pt idx="1126" formatCode="0.00">
                  <c:v>109.93341899310815</c:v>
                </c:pt>
                <c:pt idx="1127" formatCode="0.00">
                  <c:v>110.56185025113875</c:v>
                </c:pt>
                <c:pt idx="1128" formatCode="0.00">
                  <c:v>110.58287583226246</c:v>
                </c:pt>
                <c:pt idx="1129" formatCode="0.00">
                  <c:v>109.99649573647926</c:v>
                </c:pt>
                <c:pt idx="1130" formatCode="0.00">
                  <c:v>110.75341665693247</c:v>
                </c:pt>
                <c:pt idx="1131" formatCode="0.00">
                  <c:v>111.33045204999402</c:v>
                </c:pt>
                <c:pt idx="1132" formatCode="0.00">
                  <c:v>111.3257796986332</c:v>
                </c:pt>
                <c:pt idx="1133" formatCode="0.00">
                  <c:v>111.73928279406599</c:v>
                </c:pt>
                <c:pt idx="1134" formatCode="0.00">
                  <c:v>111.40053732040639</c:v>
                </c:pt>
                <c:pt idx="1135" formatCode="0.00">
                  <c:v>111.30475411750952</c:v>
                </c:pt>
                <c:pt idx="1136" formatCode="0.00">
                  <c:v>111.19962621189102</c:v>
                </c:pt>
                <c:pt idx="1137" formatCode="0.00">
                  <c:v>110.88424249503551</c:v>
                </c:pt>
                <c:pt idx="1138" formatCode="0.00">
                  <c:v>110.24413035860285</c:v>
                </c:pt>
                <c:pt idx="1139" formatCode="0.00">
                  <c:v>110.63660787291191</c:v>
                </c:pt>
                <c:pt idx="1140" formatCode="0.00">
                  <c:v>110.32356033173681</c:v>
                </c:pt>
                <c:pt idx="1141" formatCode="0.00">
                  <c:v>110.88190631935508</c:v>
                </c:pt>
                <c:pt idx="1142" formatCode="0.00">
                  <c:v>110.89358719775714</c:v>
                </c:pt>
                <c:pt idx="1143" formatCode="0.00">
                  <c:v>110.80714869758191</c:v>
                </c:pt>
                <c:pt idx="1144" formatCode="0.00">
                  <c:v>111.12019623875702</c:v>
                </c:pt>
                <c:pt idx="1145" formatCode="0.00">
                  <c:v>110.79546781917988</c:v>
                </c:pt>
                <c:pt idx="1146" formatCode="0.00">
                  <c:v>111.3047541175095</c:v>
                </c:pt>
                <c:pt idx="1147" formatCode="0.00">
                  <c:v>111.48931199626197</c:v>
                </c:pt>
                <c:pt idx="1148" formatCode="0.00">
                  <c:v>111.16691975236525</c:v>
                </c:pt>
                <c:pt idx="1149" formatCode="0.00">
                  <c:v>111.17159210372608</c:v>
                </c:pt>
                <c:pt idx="1150" formatCode="0.00">
                  <c:v>110.64128022427275</c:v>
                </c:pt>
                <c:pt idx="1151" formatCode="0.00">
                  <c:v>110.69968461628301</c:v>
                </c:pt>
                <c:pt idx="1152" formatCode="0.00">
                  <c:v>109.78390374956184</c:v>
                </c:pt>
                <c:pt idx="1153" formatCode="0.00">
                  <c:v>109.7745590468402</c:v>
                </c:pt>
                <c:pt idx="1154" formatCode="0.00">
                  <c:v>110.04789160144833</c:v>
                </c:pt>
                <c:pt idx="1155" formatCode="0.00">
                  <c:v>110.04789160144833</c:v>
                </c:pt>
                <c:pt idx="1156" formatCode="0.00">
                  <c:v>110.7954678191799</c:v>
                </c:pt>
                <c:pt idx="1157" formatCode="0.00">
                  <c:v>110.95432776544787</c:v>
                </c:pt>
                <c:pt idx="1158" formatCode="0.00">
                  <c:v>111.2767200093446</c:v>
                </c:pt>
                <c:pt idx="1159" formatCode="0.00">
                  <c:v>111.38652026632393</c:v>
                </c:pt>
                <c:pt idx="1160" formatCode="0.00">
                  <c:v>110.88424249503552</c:v>
                </c:pt>
                <c:pt idx="1161" formatCode="0.00">
                  <c:v>110.19039831795341</c:v>
                </c:pt>
                <c:pt idx="1162" formatCode="0.00">
                  <c:v>110.31187945333478</c:v>
                </c:pt>
                <c:pt idx="1163" formatCode="0.00">
                  <c:v>110.04088307440709</c:v>
                </c:pt>
                <c:pt idx="1164" formatCode="0.00">
                  <c:v>109.34937507300539</c:v>
                </c:pt>
                <c:pt idx="1165" formatCode="0.00">
                  <c:v>109.27928980259306</c:v>
                </c:pt>
                <c:pt idx="1166" formatCode="0.00">
                  <c:v>109.25592804578895</c:v>
                </c:pt>
                <c:pt idx="1167" formatCode="0.00">
                  <c:v>108.9732507884592</c:v>
                </c:pt>
                <c:pt idx="1168" formatCode="0.00">
                  <c:v>109.09940427520141</c:v>
                </c:pt>
                <c:pt idx="1169" formatCode="0.00">
                  <c:v>108.92185492349016</c:v>
                </c:pt>
                <c:pt idx="1170" formatCode="0.00">
                  <c:v>108.95222520733552</c:v>
                </c:pt>
                <c:pt idx="1171" formatCode="0.00">
                  <c:v>109.13911926176841</c:v>
                </c:pt>
                <c:pt idx="1172" formatCode="0.00">
                  <c:v>109.34937507300543</c:v>
                </c:pt>
                <c:pt idx="1173" formatCode="0.00">
                  <c:v>109.3423665459642</c:v>
                </c:pt>
                <c:pt idx="1174" formatCode="0.00">
                  <c:v>109.16948954561376</c:v>
                </c:pt>
                <c:pt idx="1175" formatCode="0.00">
                  <c:v>108.83775259899538</c:v>
                </c:pt>
                <c:pt idx="1176" formatCode="0.00">
                  <c:v>109.37507300548995</c:v>
                </c:pt>
                <c:pt idx="1177" formatCode="0.00">
                  <c:v>109.26293657283023</c:v>
                </c:pt>
                <c:pt idx="1178" formatCode="0.00">
                  <c:v>108.79336526106758</c:v>
                </c:pt>
                <c:pt idx="1179" formatCode="0.00">
                  <c:v>109.17182572129418</c:v>
                </c:pt>
                <c:pt idx="1180" formatCode="0.00">
                  <c:v>109.16715336993335</c:v>
                </c:pt>
                <c:pt idx="1181" formatCode="0.00">
                  <c:v>108.80738231515004</c:v>
                </c:pt>
                <c:pt idx="1182" formatCode="0.00">
                  <c:v>108.4873262469337</c:v>
                </c:pt>
                <c:pt idx="1183" formatCode="0.00">
                  <c:v>108.66721177432537</c:v>
                </c:pt>
                <c:pt idx="1184" formatCode="0.00">
                  <c:v>108.71159911225318</c:v>
                </c:pt>
                <c:pt idx="1185" formatCode="0.00">
                  <c:v>108.77467585562428</c:v>
                </c:pt>
                <c:pt idx="1186" formatCode="0.00">
                  <c:v>108.14390842191327</c:v>
                </c:pt>
                <c:pt idx="1187" formatCode="0.00">
                  <c:v>108.29108748977917</c:v>
                </c:pt>
                <c:pt idx="1188" formatCode="0.00">
                  <c:v>108.46630066581001</c:v>
                </c:pt>
                <c:pt idx="1189" formatCode="0.00">
                  <c:v>108.42424950356261</c:v>
                </c:pt>
                <c:pt idx="1190" formatCode="0.00">
                  <c:v>108.38453451699561</c:v>
                </c:pt>
                <c:pt idx="1191" formatCode="0.00">
                  <c:v>108.89148463964484</c:v>
                </c:pt>
                <c:pt idx="1192" formatCode="0.00">
                  <c:v>108.8587781801191</c:v>
                </c:pt>
                <c:pt idx="1193" formatCode="0.00">
                  <c:v>108.84242495035623</c:v>
                </c:pt>
                <c:pt idx="1194" formatCode="0.00">
                  <c:v>109.14145543744887</c:v>
                </c:pt>
                <c:pt idx="1195" formatCode="0.00">
                  <c:v>109.1064128022427</c:v>
                </c:pt>
                <c:pt idx="1196" formatCode="0.00">
                  <c:v>108.88447611260364</c:v>
                </c:pt>
                <c:pt idx="1197" formatCode="0.00">
                  <c:v>109.23490246466532</c:v>
                </c:pt>
                <c:pt idx="1198" formatCode="0.00">
                  <c:v>108.94054432893351</c:v>
                </c:pt>
                <c:pt idx="1199" formatCode="0.00">
                  <c:v>108.88213993692324</c:v>
                </c:pt>
                <c:pt idx="1200" formatCode="0.00">
                  <c:v>108.81672701787173</c:v>
                </c:pt>
                <c:pt idx="1201" formatCode="0.00">
                  <c:v>108.71860763929445</c:v>
                </c:pt>
                <c:pt idx="1202" formatCode="0.00">
                  <c:v>108.6274967877584</c:v>
                </c:pt>
                <c:pt idx="1203" formatCode="0.00">
                  <c:v>108.49667094965538</c:v>
                </c:pt>
                <c:pt idx="1204" formatCode="0.00">
                  <c:v>108.27940661137714</c:v>
                </c:pt>
                <c:pt idx="1205" formatCode="0.00">
                  <c:v>108.91718257212939</c:v>
                </c:pt>
                <c:pt idx="1206" formatCode="0.00">
                  <c:v>109.00595724798501</c:v>
                </c:pt>
                <c:pt idx="1207" formatCode="0.00">
                  <c:v>109.34236654596423</c:v>
                </c:pt>
                <c:pt idx="1208" formatCode="0.00">
                  <c:v>109.11809368064475</c:v>
                </c:pt>
                <c:pt idx="1209" formatCode="0.00">
                  <c:v>109.36339212708792</c:v>
                </c:pt>
                <c:pt idx="1210" formatCode="0.00">
                  <c:v>109.06202546431487</c:v>
                </c:pt>
                <c:pt idx="1211" formatCode="0.00">
                  <c:v>108.60880738231512</c:v>
                </c:pt>
                <c:pt idx="1212" formatCode="0.00">
                  <c:v>108.24670015185139</c:v>
                </c:pt>
                <c:pt idx="1213" formatCode="0.00">
                  <c:v>108.36584511155236</c:v>
                </c:pt>
                <c:pt idx="1214" formatCode="0.00">
                  <c:v>108.21165751664522</c:v>
                </c:pt>
                <c:pt idx="1215" formatCode="0.00">
                  <c:v>108.53872211190279</c:v>
                </c:pt>
                <c:pt idx="1216" formatCode="0.00">
                  <c:v>108.9195187478098</c:v>
                </c:pt>
                <c:pt idx="1217" formatCode="0.00">
                  <c:v>108.92419109917061</c:v>
                </c:pt>
                <c:pt idx="1218" formatCode="0.00">
                  <c:v>108.76299497722223</c:v>
                </c:pt>
                <c:pt idx="1219" formatCode="0.00">
                  <c:v>109.03399135614994</c:v>
                </c:pt>
                <c:pt idx="1220" formatCode="0.00">
                  <c:v>108.98493166686133</c:v>
                </c:pt>
                <c:pt idx="1221" formatCode="0.00">
                  <c:v>108.55273916598526</c:v>
                </c:pt>
                <c:pt idx="1222" formatCode="0.00">
                  <c:v>108.64151384184086</c:v>
                </c:pt>
                <c:pt idx="1223" formatCode="0.00">
                  <c:v>107.96402289452162</c:v>
                </c:pt>
                <c:pt idx="1224" formatCode="0.00">
                  <c:v>108.01074640812985</c:v>
                </c:pt>
                <c:pt idx="1225" formatCode="0.00">
                  <c:v>107.78413736712996</c:v>
                </c:pt>
                <c:pt idx="1226" formatCode="0.00">
                  <c:v>107.99672935404737</c:v>
                </c:pt>
                <c:pt idx="1227" formatCode="0.00">
                  <c:v>107.86123116458353</c:v>
                </c:pt>
                <c:pt idx="1228" formatCode="0.00">
                  <c:v>108.2326830977689</c:v>
                </c:pt>
                <c:pt idx="1229" formatCode="0.00">
                  <c:v>108.10419343534629</c:v>
                </c:pt>
                <c:pt idx="1230" formatCode="0.00">
                  <c:v>107.23279990655293</c:v>
                </c:pt>
                <c:pt idx="1231" formatCode="0.00">
                  <c:v>106.9361055951407</c:v>
                </c:pt>
                <c:pt idx="1232" formatCode="0.00">
                  <c:v>107.2491531363158</c:v>
                </c:pt>
                <c:pt idx="1233" formatCode="0.00">
                  <c:v>106.6207218782852</c:v>
                </c:pt>
                <c:pt idx="1234" formatCode="0.00">
                  <c:v>106.6908071486975</c:v>
                </c:pt>
                <c:pt idx="1235" formatCode="0.00">
                  <c:v>106.7492115407078</c:v>
                </c:pt>
                <c:pt idx="1236" formatCode="0.00">
                  <c:v>106.05069501226487</c:v>
                </c:pt>
                <c:pt idx="1237" formatCode="0.00">
                  <c:v>106.08807382315145</c:v>
                </c:pt>
                <c:pt idx="1238" formatCode="0.00">
                  <c:v>106.73519448662533</c:v>
                </c:pt>
                <c:pt idx="1239" formatCode="0.00">
                  <c:v>106.84032239224381</c:v>
                </c:pt>
                <c:pt idx="1240" formatCode="0.00">
                  <c:v>106.58334306739857</c:v>
                </c:pt>
                <c:pt idx="1241" formatCode="0.00">
                  <c:v>106.57867071603776</c:v>
                </c:pt>
                <c:pt idx="1242" formatCode="0.00">
                  <c:v>106.59502394580063</c:v>
                </c:pt>
                <c:pt idx="1243" formatCode="0.00">
                  <c:v>106.89171825721284</c:v>
                </c:pt>
                <c:pt idx="1244" formatCode="0.00">
                  <c:v>106.76322859479022</c:v>
                </c:pt>
                <c:pt idx="1245" formatCode="0.00">
                  <c:v>106.64641981076966</c:v>
                </c:pt>
                <c:pt idx="1246" formatCode="0.00">
                  <c:v>106.65109216213048</c:v>
                </c:pt>
                <c:pt idx="1247" formatCode="0.00">
                  <c:v>106.65342833781089</c:v>
                </c:pt>
                <c:pt idx="1248" formatCode="0.00">
                  <c:v>#N/A</c:v>
                </c:pt>
                <c:pt idx="1249" formatCode="0.00">
                  <c:v>#N/A</c:v>
                </c:pt>
                <c:pt idx="1250" formatCode="0.00">
                  <c:v>#N/A</c:v>
                </c:pt>
                <c:pt idx="1251" formatCode="0.00">
                  <c:v>#N/A</c:v>
                </c:pt>
                <c:pt idx="1252" formatCode="0.00">
                  <c:v>#N/A</c:v>
                </c:pt>
                <c:pt idx="1253" formatCode="0.00">
                  <c:v>#N/A</c:v>
                </c:pt>
                <c:pt idx="1254" formatCode="0.00">
                  <c:v>#N/A</c:v>
                </c:pt>
                <c:pt idx="1255" formatCode="0.00">
                  <c:v>#N/A</c:v>
                </c:pt>
                <c:pt idx="1256" formatCode="0.00">
                  <c:v>#N/A</c:v>
                </c:pt>
                <c:pt idx="1257" formatCode="0.00">
                  <c:v>#N/A</c:v>
                </c:pt>
                <c:pt idx="1258" formatCode="0.00">
                  <c:v>#N/A</c:v>
                </c:pt>
                <c:pt idx="1259" formatCode="0.00">
                  <c:v>#N/A</c:v>
                </c:pt>
                <c:pt idx="1260" formatCode="0.00">
                  <c:v>#N/A</c:v>
                </c:pt>
                <c:pt idx="1261" formatCode="0.00">
                  <c:v>#N/A</c:v>
                </c:pt>
                <c:pt idx="1262" formatCode="0.00">
                  <c:v>#N/A</c:v>
                </c:pt>
                <c:pt idx="1263" formatCode="0.00">
                  <c:v>#N/A</c:v>
                </c:pt>
                <c:pt idx="1264" formatCode="0.00">
                  <c:v>#N/A</c:v>
                </c:pt>
                <c:pt idx="1265" formatCode="0.00">
                  <c:v>#N/A</c:v>
                </c:pt>
                <c:pt idx="1266" formatCode="0.00">
                  <c:v>#N/A</c:v>
                </c:pt>
                <c:pt idx="1267" formatCode="0.00">
                  <c:v>#N/A</c:v>
                </c:pt>
                <c:pt idx="1268" formatCode="0.00">
                  <c:v>#N/A</c:v>
                </c:pt>
                <c:pt idx="1269" formatCode="0.00">
                  <c:v>#N/A</c:v>
                </c:pt>
                <c:pt idx="1270" formatCode="0.00">
                  <c:v>#N/A</c:v>
                </c:pt>
                <c:pt idx="1271" formatCode="0.00">
                  <c:v>#N/A</c:v>
                </c:pt>
                <c:pt idx="1272" formatCode="0.00">
                  <c:v>#N/A</c:v>
                </c:pt>
                <c:pt idx="1273" formatCode="0.00">
                  <c:v>#N/A</c:v>
                </c:pt>
                <c:pt idx="1274" formatCode="0.00">
                  <c:v>#N/A</c:v>
                </c:pt>
                <c:pt idx="1275" formatCode="0.00">
                  <c:v>#N/A</c:v>
                </c:pt>
                <c:pt idx="1276" formatCode="0.00">
                  <c:v>#N/A</c:v>
                </c:pt>
                <c:pt idx="1277" formatCode="0.00">
                  <c:v>#N/A</c:v>
                </c:pt>
                <c:pt idx="1278" formatCode="0.00">
                  <c:v>#N/A</c:v>
                </c:pt>
                <c:pt idx="1279" formatCode="0.00">
                  <c:v>#N/A</c:v>
                </c:pt>
                <c:pt idx="1280" formatCode="0.00">
                  <c:v>#N/A</c:v>
                </c:pt>
                <c:pt idx="1281" formatCode="0.00">
                  <c:v>#N/A</c:v>
                </c:pt>
                <c:pt idx="1282" formatCode="0.00">
                  <c:v>#N/A</c:v>
                </c:pt>
                <c:pt idx="1283" formatCode="0.00">
                  <c:v>#N/A</c:v>
                </c:pt>
                <c:pt idx="1284" formatCode="0.00">
                  <c:v>#N/A</c:v>
                </c:pt>
                <c:pt idx="1285" formatCode="0.00">
                  <c:v>#N/A</c:v>
                </c:pt>
                <c:pt idx="1286" formatCode="0.00">
                  <c:v>#N/A</c:v>
                </c:pt>
                <c:pt idx="1287" formatCode="0.00">
                  <c:v>#N/A</c:v>
                </c:pt>
                <c:pt idx="1288" formatCode="0.00">
                  <c:v>#N/A</c:v>
                </c:pt>
                <c:pt idx="1289" formatCode="0.00">
                  <c:v>#N/A</c:v>
                </c:pt>
                <c:pt idx="1290" formatCode="0.00">
                  <c:v>#N/A</c:v>
                </c:pt>
                <c:pt idx="1291" formatCode="0.00">
                  <c:v>#N/A</c:v>
                </c:pt>
                <c:pt idx="1292" formatCode="0.00">
                  <c:v>#N/A</c:v>
                </c:pt>
                <c:pt idx="1293" formatCode="0.00">
                  <c:v>#N/A</c:v>
                </c:pt>
                <c:pt idx="1294" formatCode="0.00">
                  <c:v>#N/A</c:v>
                </c:pt>
                <c:pt idx="1295" formatCode="0.00">
                  <c:v>#N/A</c:v>
                </c:pt>
                <c:pt idx="1296" formatCode="0.00">
                  <c:v>#N/A</c:v>
                </c:pt>
                <c:pt idx="1297" formatCode="0.00">
                  <c:v>#N/A</c:v>
                </c:pt>
                <c:pt idx="1298" formatCode="0.00">
                  <c:v>#N/A</c:v>
                </c:pt>
                <c:pt idx="1299" formatCode="0.00">
                  <c:v>#N/A</c:v>
                </c:pt>
                <c:pt idx="1300" formatCode="0.00">
                  <c:v>#N/A</c:v>
                </c:pt>
                <c:pt idx="1301" formatCode="0.00">
                  <c:v>#N/A</c:v>
                </c:pt>
                <c:pt idx="1302" formatCode="0.00">
                  <c:v>#N/A</c:v>
                </c:pt>
                <c:pt idx="1303" formatCode="0.00">
                  <c:v>#N/A</c:v>
                </c:pt>
                <c:pt idx="1304" formatCode="0.00">
                  <c:v>#N/A</c:v>
                </c:pt>
                <c:pt idx="1305" formatCode="0.00">
                  <c:v>#N/A</c:v>
                </c:pt>
                <c:pt idx="1306" formatCode="0.00">
                  <c:v>#N/A</c:v>
                </c:pt>
                <c:pt idx="1307" formatCode="0.00">
                  <c:v>#N/A</c:v>
                </c:pt>
                <c:pt idx="1308" formatCode="0.00">
                  <c:v>#N/A</c:v>
                </c:pt>
                <c:pt idx="1309" formatCode="0.00">
                  <c:v>#N/A</c:v>
                </c:pt>
                <c:pt idx="1310" formatCode="0.00">
                  <c:v>#N/A</c:v>
                </c:pt>
                <c:pt idx="1311" formatCode="0.00">
                  <c:v>#N/A</c:v>
                </c:pt>
                <c:pt idx="1312" formatCode="0.00">
                  <c:v>#N/A</c:v>
                </c:pt>
                <c:pt idx="1313" formatCode="0.00">
                  <c:v>#N/A</c:v>
                </c:pt>
                <c:pt idx="1314" formatCode="0.00">
                  <c:v>#N/A</c:v>
                </c:pt>
                <c:pt idx="1315" formatCode="0.00">
                  <c:v>#N/A</c:v>
                </c:pt>
                <c:pt idx="1316" formatCode="0.00">
                  <c:v>#N/A</c:v>
                </c:pt>
                <c:pt idx="1317" formatCode="0.00">
                  <c:v>#N/A</c:v>
                </c:pt>
                <c:pt idx="1318" formatCode="0.00">
                  <c:v>#N/A</c:v>
                </c:pt>
                <c:pt idx="1319" formatCode="0.00">
                  <c:v>#N/A</c:v>
                </c:pt>
                <c:pt idx="1320" formatCode="0.00">
                  <c:v>#N/A</c:v>
                </c:pt>
              </c:numCache>
            </c:numRef>
          </c:val>
          <c:smooth val="0"/>
          <c:extLst>
            <c:ext xmlns:c16="http://schemas.microsoft.com/office/drawing/2014/chart" uri="{C3380CC4-5D6E-409C-BE32-E72D297353CC}">
              <c16:uniqueId val="{00000003-C3B5-433F-9B50-C0E2EFC1814E}"/>
            </c:ext>
          </c:extLst>
        </c:ser>
        <c:ser>
          <c:idx val="4"/>
          <c:order val="4"/>
          <c:tx>
            <c:strRef>
              <c:f>FI_INDEX!$AW$7</c:f>
              <c:strCache>
                <c:ptCount val="1"/>
                <c:pt idx="0">
                  <c:v>BRLUSD</c:v>
                </c:pt>
              </c:strCache>
            </c:strRef>
          </c:tx>
          <c:spPr>
            <a:ln w="28575">
              <a:solidFill>
                <a:srgbClr val="5757C9"/>
              </a:solidFill>
            </a:ln>
          </c:spPr>
          <c:marker>
            <c:symbol val="none"/>
          </c:marker>
          <c:cat>
            <c:numRef>
              <c:f>FI_INDEX!$AC$795:$AC$4550</c:f>
              <c:numCache>
                <c:formatCode>m/d/yyyy</c:formatCode>
                <c:ptCount val="3756"/>
                <c:pt idx="0">
                  <c:v>44561</c:v>
                </c:pt>
                <c:pt idx="1">
                  <c:v>44564</c:v>
                </c:pt>
                <c:pt idx="2">
                  <c:v>44565</c:v>
                </c:pt>
                <c:pt idx="3">
                  <c:v>44566</c:v>
                </c:pt>
                <c:pt idx="4">
                  <c:v>44567</c:v>
                </c:pt>
                <c:pt idx="5">
                  <c:v>44568</c:v>
                </c:pt>
                <c:pt idx="6">
                  <c:v>44571</c:v>
                </c:pt>
                <c:pt idx="7">
                  <c:v>44572</c:v>
                </c:pt>
                <c:pt idx="8">
                  <c:v>44573</c:v>
                </c:pt>
                <c:pt idx="9">
                  <c:v>44574</c:v>
                </c:pt>
                <c:pt idx="10">
                  <c:v>44575</c:v>
                </c:pt>
                <c:pt idx="11">
                  <c:v>44578</c:v>
                </c:pt>
                <c:pt idx="12">
                  <c:v>44579</c:v>
                </c:pt>
                <c:pt idx="13">
                  <c:v>44580</c:v>
                </c:pt>
                <c:pt idx="14">
                  <c:v>44581</c:v>
                </c:pt>
                <c:pt idx="15">
                  <c:v>44582</c:v>
                </c:pt>
                <c:pt idx="16">
                  <c:v>44585</c:v>
                </c:pt>
                <c:pt idx="17">
                  <c:v>44586</c:v>
                </c:pt>
                <c:pt idx="18">
                  <c:v>44587</c:v>
                </c:pt>
                <c:pt idx="19">
                  <c:v>44588</c:v>
                </c:pt>
                <c:pt idx="20">
                  <c:v>44589</c:v>
                </c:pt>
                <c:pt idx="21">
                  <c:v>44592</c:v>
                </c:pt>
                <c:pt idx="22">
                  <c:v>44593</c:v>
                </c:pt>
                <c:pt idx="23">
                  <c:v>44594</c:v>
                </c:pt>
                <c:pt idx="24">
                  <c:v>44595</c:v>
                </c:pt>
                <c:pt idx="25">
                  <c:v>44596</c:v>
                </c:pt>
                <c:pt idx="26">
                  <c:v>44599</c:v>
                </c:pt>
                <c:pt idx="27">
                  <c:v>44600</c:v>
                </c:pt>
                <c:pt idx="28">
                  <c:v>44601</c:v>
                </c:pt>
                <c:pt idx="29">
                  <c:v>44602</c:v>
                </c:pt>
                <c:pt idx="30">
                  <c:v>44603</c:v>
                </c:pt>
                <c:pt idx="31">
                  <c:v>44606</c:v>
                </c:pt>
                <c:pt idx="32">
                  <c:v>44607</c:v>
                </c:pt>
                <c:pt idx="33">
                  <c:v>44608</c:v>
                </c:pt>
                <c:pt idx="34">
                  <c:v>44609</c:v>
                </c:pt>
                <c:pt idx="35">
                  <c:v>44610</c:v>
                </c:pt>
                <c:pt idx="36">
                  <c:v>44613</c:v>
                </c:pt>
                <c:pt idx="37">
                  <c:v>44614</c:v>
                </c:pt>
                <c:pt idx="38">
                  <c:v>44615</c:v>
                </c:pt>
                <c:pt idx="39">
                  <c:v>44616</c:v>
                </c:pt>
                <c:pt idx="40">
                  <c:v>44617</c:v>
                </c:pt>
                <c:pt idx="41">
                  <c:v>44620</c:v>
                </c:pt>
                <c:pt idx="42">
                  <c:v>44621</c:v>
                </c:pt>
                <c:pt idx="43">
                  <c:v>44622</c:v>
                </c:pt>
                <c:pt idx="44">
                  <c:v>44623</c:v>
                </c:pt>
                <c:pt idx="45">
                  <c:v>44624</c:v>
                </c:pt>
                <c:pt idx="46">
                  <c:v>44627</c:v>
                </c:pt>
                <c:pt idx="47">
                  <c:v>44628</c:v>
                </c:pt>
                <c:pt idx="48">
                  <c:v>44629</c:v>
                </c:pt>
                <c:pt idx="49">
                  <c:v>44630</c:v>
                </c:pt>
                <c:pt idx="50">
                  <c:v>44631</c:v>
                </c:pt>
                <c:pt idx="51">
                  <c:v>44634</c:v>
                </c:pt>
                <c:pt idx="52">
                  <c:v>44635</c:v>
                </c:pt>
                <c:pt idx="53">
                  <c:v>44636</c:v>
                </c:pt>
                <c:pt idx="54">
                  <c:v>44637</c:v>
                </c:pt>
                <c:pt idx="55">
                  <c:v>44638</c:v>
                </c:pt>
                <c:pt idx="56">
                  <c:v>44641</c:v>
                </c:pt>
                <c:pt idx="57">
                  <c:v>44642</c:v>
                </c:pt>
                <c:pt idx="58">
                  <c:v>44643</c:v>
                </c:pt>
                <c:pt idx="59">
                  <c:v>44644</c:v>
                </c:pt>
                <c:pt idx="60">
                  <c:v>44645</c:v>
                </c:pt>
                <c:pt idx="61">
                  <c:v>44648</c:v>
                </c:pt>
                <c:pt idx="62">
                  <c:v>44649</c:v>
                </c:pt>
                <c:pt idx="63">
                  <c:v>44650</c:v>
                </c:pt>
                <c:pt idx="64">
                  <c:v>44651</c:v>
                </c:pt>
                <c:pt idx="65">
                  <c:v>44652</c:v>
                </c:pt>
                <c:pt idx="66">
                  <c:v>44655</c:v>
                </c:pt>
                <c:pt idx="67">
                  <c:v>44656</c:v>
                </c:pt>
                <c:pt idx="68">
                  <c:v>44657</c:v>
                </c:pt>
                <c:pt idx="69">
                  <c:v>44658</c:v>
                </c:pt>
                <c:pt idx="70">
                  <c:v>44659</c:v>
                </c:pt>
                <c:pt idx="71">
                  <c:v>44662</c:v>
                </c:pt>
                <c:pt idx="72">
                  <c:v>44663</c:v>
                </c:pt>
                <c:pt idx="73">
                  <c:v>44664</c:v>
                </c:pt>
                <c:pt idx="74">
                  <c:v>44665</c:v>
                </c:pt>
                <c:pt idx="75">
                  <c:v>44666</c:v>
                </c:pt>
                <c:pt idx="76">
                  <c:v>44669</c:v>
                </c:pt>
                <c:pt idx="77">
                  <c:v>44670</c:v>
                </c:pt>
                <c:pt idx="78">
                  <c:v>44671</c:v>
                </c:pt>
                <c:pt idx="79">
                  <c:v>44672</c:v>
                </c:pt>
                <c:pt idx="80">
                  <c:v>44673</c:v>
                </c:pt>
                <c:pt idx="81">
                  <c:v>44676</c:v>
                </c:pt>
                <c:pt idx="82">
                  <c:v>44677</c:v>
                </c:pt>
                <c:pt idx="83">
                  <c:v>44678</c:v>
                </c:pt>
                <c:pt idx="84">
                  <c:v>44679</c:v>
                </c:pt>
                <c:pt idx="85">
                  <c:v>44680</c:v>
                </c:pt>
                <c:pt idx="86">
                  <c:v>44683</c:v>
                </c:pt>
                <c:pt idx="87">
                  <c:v>44684</c:v>
                </c:pt>
                <c:pt idx="88">
                  <c:v>44685</c:v>
                </c:pt>
                <c:pt idx="89">
                  <c:v>44686</c:v>
                </c:pt>
                <c:pt idx="90">
                  <c:v>44687</c:v>
                </c:pt>
                <c:pt idx="91">
                  <c:v>44690</c:v>
                </c:pt>
                <c:pt idx="92">
                  <c:v>44691</c:v>
                </c:pt>
                <c:pt idx="93">
                  <c:v>44692</c:v>
                </c:pt>
                <c:pt idx="94">
                  <c:v>44693</c:v>
                </c:pt>
                <c:pt idx="95">
                  <c:v>44694</c:v>
                </c:pt>
                <c:pt idx="96">
                  <c:v>44697</c:v>
                </c:pt>
                <c:pt idx="97">
                  <c:v>44698</c:v>
                </c:pt>
                <c:pt idx="98">
                  <c:v>44699</c:v>
                </c:pt>
                <c:pt idx="99">
                  <c:v>44700</c:v>
                </c:pt>
                <c:pt idx="100">
                  <c:v>44701</c:v>
                </c:pt>
                <c:pt idx="101">
                  <c:v>44704</c:v>
                </c:pt>
                <c:pt idx="102">
                  <c:v>44705</c:v>
                </c:pt>
                <c:pt idx="103">
                  <c:v>44706</c:v>
                </c:pt>
                <c:pt idx="104">
                  <c:v>44707</c:v>
                </c:pt>
                <c:pt idx="105">
                  <c:v>44708</c:v>
                </c:pt>
                <c:pt idx="106">
                  <c:v>44711</c:v>
                </c:pt>
                <c:pt idx="107">
                  <c:v>44712</c:v>
                </c:pt>
                <c:pt idx="108">
                  <c:v>44713</c:v>
                </c:pt>
                <c:pt idx="109">
                  <c:v>44714</c:v>
                </c:pt>
                <c:pt idx="110">
                  <c:v>44715</c:v>
                </c:pt>
                <c:pt idx="111">
                  <c:v>44718</c:v>
                </c:pt>
                <c:pt idx="112">
                  <c:v>44719</c:v>
                </c:pt>
                <c:pt idx="113">
                  <c:v>44720</c:v>
                </c:pt>
                <c:pt idx="114">
                  <c:v>44721</c:v>
                </c:pt>
                <c:pt idx="115">
                  <c:v>44722</c:v>
                </c:pt>
                <c:pt idx="116">
                  <c:v>44725</c:v>
                </c:pt>
                <c:pt idx="117">
                  <c:v>44726</c:v>
                </c:pt>
                <c:pt idx="118">
                  <c:v>44727</c:v>
                </c:pt>
                <c:pt idx="119">
                  <c:v>44728</c:v>
                </c:pt>
                <c:pt idx="120">
                  <c:v>44729</c:v>
                </c:pt>
                <c:pt idx="121">
                  <c:v>44732</c:v>
                </c:pt>
                <c:pt idx="122">
                  <c:v>44733</c:v>
                </c:pt>
                <c:pt idx="123">
                  <c:v>44734</c:v>
                </c:pt>
                <c:pt idx="124">
                  <c:v>44735</c:v>
                </c:pt>
                <c:pt idx="125">
                  <c:v>44736</c:v>
                </c:pt>
                <c:pt idx="126">
                  <c:v>44739</c:v>
                </c:pt>
                <c:pt idx="127">
                  <c:v>44740</c:v>
                </c:pt>
                <c:pt idx="128">
                  <c:v>44741</c:v>
                </c:pt>
                <c:pt idx="129">
                  <c:v>44742</c:v>
                </c:pt>
                <c:pt idx="130">
                  <c:v>44743</c:v>
                </c:pt>
                <c:pt idx="131">
                  <c:v>44746</c:v>
                </c:pt>
                <c:pt idx="132">
                  <c:v>44747</c:v>
                </c:pt>
                <c:pt idx="133">
                  <c:v>44748</c:v>
                </c:pt>
                <c:pt idx="134">
                  <c:v>44749</c:v>
                </c:pt>
                <c:pt idx="135">
                  <c:v>44750</c:v>
                </c:pt>
                <c:pt idx="136">
                  <c:v>44753</c:v>
                </c:pt>
                <c:pt idx="137">
                  <c:v>44754</c:v>
                </c:pt>
                <c:pt idx="138">
                  <c:v>44755</c:v>
                </c:pt>
                <c:pt idx="139">
                  <c:v>44756</c:v>
                </c:pt>
                <c:pt idx="140">
                  <c:v>44757</c:v>
                </c:pt>
                <c:pt idx="141">
                  <c:v>44760</c:v>
                </c:pt>
                <c:pt idx="142">
                  <c:v>44761</c:v>
                </c:pt>
                <c:pt idx="143">
                  <c:v>44762</c:v>
                </c:pt>
                <c:pt idx="144">
                  <c:v>44763</c:v>
                </c:pt>
                <c:pt idx="145">
                  <c:v>44764</c:v>
                </c:pt>
                <c:pt idx="146">
                  <c:v>44767</c:v>
                </c:pt>
                <c:pt idx="147">
                  <c:v>44768</c:v>
                </c:pt>
                <c:pt idx="148">
                  <c:v>44769</c:v>
                </c:pt>
                <c:pt idx="149">
                  <c:v>44770</c:v>
                </c:pt>
                <c:pt idx="150">
                  <c:v>44771</c:v>
                </c:pt>
                <c:pt idx="151">
                  <c:v>44774</c:v>
                </c:pt>
                <c:pt idx="152">
                  <c:v>44775</c:v>
                </c:pt>
                <c:pt idx="153">
                  <c:v>44776</c:v>
                </c:pt>
                <c:pt idx="154">
                  <c:v>44777</c:v>
                </c:pt>
                <c:pt idx="155">
                  <c:v>44778</c:v>
                </c:pt>
                <c:pt idx="156">
                  <c:v>44781</c:v>
                </c:pt>
                <c:pt idx="157">
                  <c:v>44782</c:v>
                </c:pt>
                <c:pt idx="158">
                  <c:v>44783</c:v>
                </c:pt>
                <c:pt idx="159">
                  <c:v>44784</c:v>
                </c:pt>
                <c:pt idx="160">
                  <c:v>44785</c:v>
                </c:pt>
                <c:pt idx="161">
                  <c:v>44788</c:v>
                </c:pt>
                <c:pt idx="162">
                  <c:v>44789</c:v>
                </c:pt>
                <c:pt idx="163">
                  <c:v>44790</c:v>
                </c:pt>
                <c:pt idx="164">
                  <c:v>44791</c:v>
                </c:pt>
                <c:pt idx="165">
                  <c:v>44792</c:v>
                </c:pt>
                <c:pt idx="166">
                  <c:v>44795</c:v>
                </c:pt>
                <c:pt idx="167">
                  <c:v>44796</c:v>
                </c:pt>
                <c:pt idx="168">
                  <c:v>44797</c:v>
                </c:pt>
                <c:pt idx="169">
                  <c:v>44798</c:v>
                </c:pt>
                <c:pt idx="170">
                  <c:v>44799</c:v>
                </c:pt>
                <c:pt idx="171">
                  <c:v>44802</c:v>
                </c:pt>
                <c:pt idx="172">
                  <c:v>44803</c:v>
                </c:pt>
                <c:pt idx="173">
                  <c:v>44804</c:v>
                </c:pt>
                <c:pt idx="174">
                  <c:v>44805</c:v>
                </c:pt>
                <c:pt idx="175">
                  <c:v>44806</c:v>
                </c:pt>
                <c:pt idx="176">
                  <c:v>44809</c:v>
                </c:pt>
                <c:pt idx="177">
                  <c:v>44810</c:v>
                </c:pt>
                <c:pt idx="178">
                  <c:v>44811</c:v>
                </c:pt>
                <c:pt idx="179">
                  <c:v>44812</c:v>
                </c:pt>
                <c:pt idx="180">
                  <c:v>44813</c:v>
                </c:pt>
                <c:pt idx="181">
                  <c:v>44816</c:v>
                </c:pt>
                <c:pt idx="182">
                  <c:v>44817</c:v>
                </c:pt>
                <c:pt idx="183">
                  <c:v>44818</c:v>
                </c:pt>
                <c:pt idx="184">
                  <c:v>44819</c:v>
                </c:pt>
                <c:pt idx="185">
                  <c:v>44820</c:v>
                </c:pt>
                <c:pt idx="186">
                  <c:v>44823</c:v>
                </c:pt>
                <c:pt idx="187">
                  <c:v>44824</c:v>
                </c:pt>
                <c:pt idx="188">
                  <c:v>44825</c:v>
                </c:pt>
                <c:pt idx="189">
                  <c:v>44826</c:v>
                </c:pt>
                <c:pt idx="190">
                  <c:v>44827</c:v>
                </c:pt>
                <c:pt idx="191">
                  <c:v>44830</c:v>
                </c:pt>
                <c:pt idx="192">
                  <c:v>44831</c:v>
                </c:pt>
                <c:pt idx="193">
                  <c:v>44832</c:v>
                </c:pt>
                <c:pt idx="194">
                  <c:v>44833</c:v>
                </c:pt>
                <c:pt idx="195">
                  <c:v>44834</c:v>
                </c:pt>
                <c:pt idx="196">
                  <c:v>44837</c:v>
                </c:pt>
                <c:pt idx="197">
                  <c:v>44838</c:v>
                </c:pt>
                <c:pt idx="198">
                  <c:v>44839</c:v>
                </c:pt>
                <c:pt idx="199">
                  <c:v>44840</c:v>
                </c:pt>
                <c:pt idx="200">
                  <c:v>44841</c:v>
                </c:pt>
                <c:pt idx="201">
                  <c:v>44844</c:v>
                </c:pt>
                <c:pt idx="202">
                  <c:v>44845</c:v>
                </c:pt>
                <c:pt idx="203">
                  <c:v>44846</c:v>
                </c:pt>
                <c:pt idx="204">
                  <c:v>44847</c:v>
                </c:pt>
                <c:pt idx="205">
                  <c:v>44848</c:v>
                </c:pt>
                <c:pt idx="206">
                  <c:v>44851</c:v>
                </c:pt>
                <c:pt idx="207">
                  <c:v>44852</c:v>
                </c:pt>
                <c:pt idx="208">
                  <c:v>44853</c:v>
                </c:pt>
                <c:pt idx="209">
                  <c:v>44854</c:v>
                </c:pt>
                <c:pt idx="210">
                  <c:v>44855</c:v>
                </c:pt>
                <c:pt idx="211">
                  <c:v>44858</c:v>
                </c:pt>
                <c:pt idx="212">
                  <c:v>44859</c:v>
                </c:pt>
                <c:pt idx="213">
                  <c:v>44860</c:v>
                </c:pt>
                <c:pt idx="214">
                  <c:v>44861</c:v>
                </c:pt>
                <c:pt idx="215">
                  <c:v>44862</c:v>
                </c:pt>
                <c:pt idx="216">
                  <c:v>44865</c:v>
                </c:pt>
                <c:pt idx="217">
                  <c:v>44866</c:v>
                </c:pt>
                <c:pt idx="218">
                  <c:v>44867</c:v>
                </c:pt>
                <c:pt idx="219">
                  <c:v>44868</c:v>
                </c:pt>
                <c:pt idx="220">
                  <c:v>44869</c:v>
                </c:pt>
                <c:pt idx="221">
                  <c:v>44872</c:v>
                </c:pt>
                <c:pt idx="222">
                  <c:v>44873</c:v>
                </c:pt>
                <c:pt idx="223">
                  <c:v>44874</c:v>
                </c:pt>
                <c:pt idx="224">
                  <c:v>44875</c:v>
                </c:pt>
                <c:pt idx="225">
                  <c:v>44876</c:v>
                </c:pt>
                <c:pt idx="226">
                  <c:v>44879</c:v>
                </c:pt>
                <c:pt idx="227">
                  <c:v>44880</c:v>
                </c:pt>
                <c:pt idx="228">
                  <c:v>44881</c:v>
                </c:pt>
                <c:pt idx="229">
                  <c:v>44882</c:v>
                </c:pt>
                <c:pt idx="230">
                  <c:v>44883</c:v>
                </c:pt>
                <c:pt idx="231">
                  <c:v>44886</c:v>
                </c:pt>
                <c:pt idx="232">
                  <c:v>44887</c:v>
                </c:pt>
                <c:pt idx="233">
                  <c:v>44888</c:v>
                </c:pt>
                <c:pt idx="234">
                  <c:v>44889</c:v>
                </c:pt>
                <c:pt idx="235">
                  <c:v>44890</c:v>
                </c:pt>
                <c:pt idx="236">
                  <c:v>44893</c:v>
                </c:pt>
                <c:pt idx="237">
                  <c:v>44894</c:v>
                </c:pt>
                <c:pt idx="238">
                  <c:v>44895</c:v>
                </c:pt>
                <c:pt idx="239">
                  <c:v>44896</c:v>
                </c:pt>
                <c:pt idx="240">
                  <c:v>44897</c:v>
                </c:pt>
                <c:pt idx="241">
                  <c:v>44900</c:v>
                </c:pt>
                <c:pt idx="242">
                  <c:v>44901</c:v>
                </c:pt>
                <c:pt idx="243">
                  <c:v>44902</c:v>
                </c:pt>
                <c:pt idx="244">
                  <c:v>44903</c:v>
                </c:pt>
                <c:pt idx="245">
                  <c:v>44904</c:v>
                </c:pt>
                <c:pt idx="246">
                  <c:v>44907</c:v>
                </c:pt>
                <c:pt idx="247">
                  <c:v>44908</c:v>
                </c:pt>
                <c:pt idx="248">
                  <c:v>44909</c:v>
                </c:pt>
                <c:pt idx="249">
                  <c:v>44910</c:v>
                </c:pt>
                <c:pt idx="250">
                  <c:v>44911</c:v>
                </c:pt>
                <c:pt idx="251">
                  <c:v>44914</c:v>
                </c:pt>
                <c:pt idx="252">
                  <c:v>44915</c:v>
                </c:pt>
                <c:pt idx="253">
                  <c:v>44916</c:v>
                </c:pt>
                <c:pt idx="254">
                  <c:v>44917</c:v>
                </c:pt>
                <c:pt idx="255">
                  <c:v>44918</c:v>
                </c:pt>
                <c:pt idx="256">
                  <c:v>44921</c:v>
                </c:pt>
                <c:pt idx="257">
                  <c:v>44922</c:v>
                </c:pt>
                <c:pt idx="258">
                  <c:v>44923</c:v>
                </c:pt>
                <c:pt idx="259">
                  <c:v>44924</c:v>
                </c:pt>
                <c:pt idx="260">
                  <c:v>44925</c:v>
                </c:pt>
                <c:pt idx="261">
                  <c:v>44928</c:v>
                </c:pt>
                <c:pt idx="262">
                  <c:v>44929</c:v>
                </c:pt>
                <c:pt idx="263">
                  <c:v>44930</c:v>
                </c:pt>
                <c:pt idx="264">
                  <c:v>44931</c:v>
                </c:pt>
                <c:pt idx="265">
                  <c:v>44932</c:v>
                </c:pt>
                <c:pt idx="266">
                  <c:v>44935</c:v>
                </c:pt>
                <c:pt idx="267">
                  <c:v>44936</c:v>
                </c:pt>
                <c:pt idx="268">
                  <c:v>44937</c:v>
                </c:pt>
                <c:pt idx="269">
                  <c:v>44938</c:v>
                </c:pt>
                <c:pt idx="270">
                  <c:v>44939</c:v>
                </c:pt>
                <c:pt idx="271">
                  <c:v>44942</c:v>
                </c:pt>
                <c:pt idx="272">
                  <c:v>44943</c:v>
                </c:pt>
                <c:pt idx="273">
                  <c:v>44944</c:v>
                </c:pt>
                <c:pt idx="274">
                  <c:v>44945</c:v>
                </c:pt>
                <c:pt idx="275">
                  <c:v>44946</c:v>
                </c:pt>
                <c:pt idx="276">
                  <c:v>44949</c:v>
                </c:pt>
                <c:pt idx="277">
                  <c:v>44950</c:v>
                </c:pt>
                <c:pt idx="278">
                  <c:v>44951</c:v>
                </c:pt>
                <c:pt idx="279">
                  <c:v>44952</c:v>
                </c:pt>
                <c:pt idx="280">
                  <c:v>44953</c:v>
                </c:pt>
                <c:pt idx="281">
                  <c:v>44956</c:v>
                </c:pt>
                <c:pt idx="282">
                  <c:v>44957</c:v>
                </c:pt>
                <c:pt idx="283">
                  <c:v>44958</c:v>
                </c:pt>
                <c:pt idx="284">
                  <c:v>44959</c:v>
                </c:pt>
                <c:pt idx="285">
                  <c:v>44960</c:v>
                </c:pt>
                <c:pt idx="286">
                  <c:v>44963</c:v>
                </c:pt>
                <c:pt idx="287">
                  <c:v>44964</c:v>
                </c:pt>
                <c:pt idx="288">
                  <c:v>44965</c:v>
                </c:pt>
                <c:pt idx="289">
                  <c:v>44966</c:v>
                </c:pt>
                <c:pt idx="290">
                  <c:v>44967</c:v>
                </c:pt>
                <c:pt idx="291">
                  <c:v>44970</c:v>
                </c:pt>
                <c:pt idx="292">
                  <c:v>44971</c:v>
                </c:pt>
                <c:pt idx="293">
                  <c:v>44972</c:v>
                </c:pt>
                <c:pt idx="294">
                  <c:v>44973</c:v>
                </c:pt>
                <c:pt idx="295">
                  <c:v>44974</c:v>
                </c:pt>
                <c:pt idx="296">
                  <c:v>44977</c:v>
                </c:pt>
                <c:pt idx="297">
                  <c:v>44978</c:v>
                </c:pt>
                <c:pt idx="298">
                  <c:v>44979</c:v>
                </c:pt>
                <c:pt idx="299">
                  <c:v>44980</c:v>
                </c:pt>
                <c:pt idx="300">
                  <c:v>44981</c:v>
                </c:pt>
                <c:pt idx="301">
                  <c:v>44984</c:v>
                </c:pt>
                <c:pt idx="302">
                  <c:v>44985</c:v>
                </c:pt>
                <c:pt idx="303">
                  <c:v>44986</c:v>
                </c:pt>
                <c:pt idx="304">
                  <c:v>44987</c:v>
                </c:pt>
                <c:pt idx="305">
                  <c:v>44988</c:v>
                </c:pt>
                <c:pt idx="306">
                  <c:v>44991</c:v>
                </c:pt>
                <c:pt idx="307">
                  <c:v>44992</c:v>
                </c:pt>
                <c:pt idx="308">
                  <c:v>44993</c:v>
                </c:pt>
                <c:pt idx="309">
                  <c:v>44994</c:v>
                </c:pt>
                <c:pt idx="310">
                  <c:v>44995</c:v>
                </c:pt>
                <c:pt idx="311">
                  <c:v>44998</c:v>
                </c:pt>
                <c:pt idx="312">
                  <c:v>44999</c:v>
                </c:pt>
                <c:pt idx="313">
                  <c:v>45000</c:v>
                </c:pt>
                <c:pt idx="314">
                  <c:v>45001</c:v>
                </c:pt>
                <c:pt idx="315">
                  <c:v>45002</c:v>
                </c:pt>
                <c:pt idx="316">
                  <c:v>45005</c:v>
                </c:pt>
                <c:pt idx="317">
                  <c:v>45006</c:v>
                </c:pt>
                <c:pt idx="318">
                  <c:v>45007</c:v>
                </c:pt>
                <c:pt idx="319">
                  <c:v>45008</c:v>
                </c:pt>
                <c:pt idx="320">
                  <c:v>45009</c:v>
                </c:pt>
                <c:pt idx="321">
                  <c:v>45012</c:v>
                </c:pt>
                <c:pt idx="322">
                  <c:v>45013</c:v>
                </c:pt>
                <c:pt idx="323">
                  <c:v>45014</c:v>
                </c:pt>
                <c:pt idx="324">
                  <c:v>45015</c:v>
                </c:pt>
                <c:pt idx="325">
                  <c:v>45016</c:v>
                </c:pt>
                <c:pt idx="326">
                  <c:v>45019</c:v>
                </c:pt>
                <c:pt idx="327">
                  <c:v>45020</c:v>
                </c:pt>
                <c:pt idx="328">
                  <c:v>45021</c:v>
                </c:pt>
                <c:pt idx="329">
                  <c:v>45022</c:v>
                </c:pt>
                <c:pt idx="330">
                  <c:v>45023</c:v>
                </c:pt>
                <c:pt idx="331">
                  <c:v>45026</c:v>
                </c:pt>
                <c:pt idx="332">
                  <c:v>45027</c:v>
                </c:pt>
                <c:pt idx="333">
                  <c:v>45028</c:v>
                </c:pt>
                <c:pt idx="334">
                  <c:v>45029</c:v>
                </c:pt>
                <c:pt idx="335">
                  <c:v>45030</c:v>
                </c:pt>
                <c:pt idx="336">
                  <c:v>45033</c:v>
                </c:pt>
                <c:pt idx="337">
                  <c:v>45034</c:v>
                </c:pt>
                <c:pt idx="338">
                  <c:v>45035</c:v>
                </c:pt>
                <c:pt idx="339">
                  <c:v>45036</c:v>
                </c:pt>
                <c:pt idx="340">
                  <c:v>45037</c:v>
                </c:pt>
                <c:pt idx="341">
                  <c:v>45040</c:v>
                </c:pt>
                <c:pt idx="342">
                  <c:v>45041</c:v>
                </c:pt>
                <c:pt idx="343">
                  <c:v>45042</c:v>
                </c:pt>
                <c:pt idx="344">
                  <c:v>45043</c:v>
                </c:pt>
                <c:pt idx="345">
                  <c:v>45044</c:v>
                </c:pt>
                <c:pt idx="346">
                  <c:v>45047</c:v>
                </c:pt>
                <c:pt idx="347">
                  <c:v>45048</c:v>
                </c:pt>
                <c:pt idx="348">
                  <c:v>45049</c:v>
                </c:pt>
                <c:pt idx="349">
                  <c:v>45050</c:v>
                </c:pt>
                <c:pt idx="350">
                  <c:v>45051</c:v>
                </c:pt>
                <c:pt idx="351">
                  <c:v>45054</c:v>
                </c:pt>
                <c:pt idx="352">
                  <c:v>45055</c:v>
                </c:pt>
                <c:pt idx="353">
                  <c:v>45056</c:v>
                </c:pt>
                <c:pt idx="354">
                  <c:v>45057</c:v>
                </c:pt>
                <c:pt idx="355">
                  <c:v>45058</c:v>
                </c:pt>
                <c:pt idx="356">
                  <c:v>45061</c:v>
                </c:pt>
                <c:pt idx="357">
                  <c:v>45062</c:v>
                </c:pt>
                <c:pt idx="358">
                  <c:v>45063</c:v>
                </c:pt>
                <c:pt idx="359">
                  <c:v>45064</c:v>
                </c:pt>
                <c:pt idx="360">
                  <c:v>45065</c:v>
                </c:pt>
                <c:pt idx="361">
                  <c:v>45068</c:v>
                </c:pt>
                <c:pt idx="362">
                  <c:v>45069</c:v>
                </c:pt>
                <c:pt idx="363">
                  <c:v>45070</c:v>
                </c:pt>
                <c:pt idx="364">
                  <c:v>45071</c:v>
                </c:pt>
                <c:pt idx="365">
                  <c:v>45072</c:v>
                </c:pt>
                <c:pt idx="366">
                  <c:v>45075</c:v>
                </c:pt>
                <c:pt idx="367">
                  <c:v>45076</c:v>
                </c:pt>
                <c:pt idx="368">
                  <c:v>45077</c:v>
                </c:pt>
                <c:pt idx="369">
                  <c:v>45078</c:v>
                </c:pt>
                <c:pt idx="370">
                  <c:v>45079</c:v>
                </c:pt>
                <c:pt idx="371">
                  <c:v>45082</c:v>
                </c:pt>
                <c:pt idx="372">
                  <c:v>45083</c:v>
                </c:pt>
                <c:pt idx="373">
                  <c:v>45084</c:v>
                </c:pt>
                <c:pt idx="374">
                  <c:v>45085</c:v>
                </c:pt>
                <c:pt idx="375">
                  <c:v>45086</c:v>
                </c:pt>
                <c:pt idx="376">
                  <c:v>45089</c:v>
                </c:pt>
                <c:pt idx="377">
                  <c:v>45090</c:v>
                </c:pt>
                <c:pt idx="378">
                  <c:v>45091</c:v>
                </c:pt>
                <c:pt idx="379">
                  <c:v>45092</c:v>
                </c:pt>
                <c:pt idx="380">
                  <c:v>45093</c:v>
                </c:pt>
                <c:pt idx="381">
                  <c:v>45096</c:v>
                </c:pt>
                <c:pt idx="382">
                  <c:v>45097</c:v>
                </c:pt>
                <c:pt idx="383">
                  <c:v>45098</c:v>
                </c:pt>
                <c:pt idx="384">
                  <c:v>45099</c:v>
                </c:pt>
                <c:pt idx="385">
                  <c:v>45100</c:v>
                </c:pt>
                <c:pt idx="386">
                  <c:v>45103</c:v>
                </c:pt>
                <c:pt idx="387">
                  <c:v>45104</c:v>
                </c:pt>
                <c:pt idx="388">
                  <c:v>45105</c:v>
                </c:pt>
                <c:pt idx="389">
                  <c:v>45106</c:v>
                </c:pt>
                <c:pt idx="390">
                  <c:v>45107</c:v>
                </c:pt>
                <c:pt idx="391">
                  <c:v>45110</c:v>
                </c:pt>
                <c:pt idx="392">
                  <c:v>45111</c:v>
                </c:pt>
                <c:pt idx="393">
                  <c:v>45112</c:v>
                </c:pt>
                <c:pt idx="394">
                  <c:v>45113</c:v>
                </c:pt>
                <c:pt idx="395">
                  <c:v>45114</c:v>
                </c:pt>
                <c:pt idx="396">
                  <c:v>45117</c:v>
                </c:pt>
                <c:pt idx="397">
                  <c:v>45118</c:v>
                </c:pt>
                <c:pt idx="398">
                  <c:v>45119</c:v>
                </c:pt>
                <c:pt idx="399">
                  <c:v>45120</c:v>
                </c:pt>
                <c:pt idx="400">
                  <c:v>45121</c:v>
                </c:pt>
                <c:pt idx="401">
                  <c:v>45124</c:v>
                </c:pt>
                <c:pt idx="402">
                  <c:v>45125</c:v>
                </c:pt>
                <c:pt idx="403">
                  <c:v>45126</c:v>
                </c:pt>
                <c:pt idx="404">
                  <c:v>45127</c:v>
                </c:pt>
                <c:pt idx="405">
                  <c:v>45128</c:v>
                </c:pt>
                <c:pt idx="406">
                  <c:v>45131</c:v>
                </c:pt>
                <c:pt idx="407">
                  <c:v>45132</c:v>
                </c:pt>
                <c:pt idx="408">
                  <c:v>45133</c:v>
                </c:pt>
                <c:pt idx="409">
                  <c:v>45134</c:v>
                </c:pt>
                <c:pt idx="410">
                  <c:v>45135</c:v>
                </c:pt>
                <c:pt idx="411">
                  <c:v>45138</c:v>
                </c:pt>
                <c:pt idx="412">
                  <c:v>45139</c:v>
                </c:pt>
                <c:pt idx="413">
                  <c:v>45140</c:v>
                </c:pt>
                <c:pt idx="414">
                  <c:v>45141</c:v>
                </c:pt>
                <c:pt idx="415">
                  <c:v>45142</c:v>
                </c:pt>
                <c:pt idx="416">
                  <c:v>45145</c:v>
                </c:pt>
                <c:pt idx="417">
                  <c:v>45146</c:v>
                </c:pt>
                <c:pt idx="418">
                  <c:v>45147</c:v>
                </c:pt>
                <c:pt idx="419">
                  <c:v>45148</c:v>
                </c:pt>
                <c:pt idx="420">
                  <c:v>45149</c:v>
                </c:pt>
                <c:pt idx="421">
                  <c:v>45152</c:v>
                </c:pt>
                <c:pt idx="422">
                  <c:v>45153</c:v>
                </c:pt>
                <c:pt idx="423">
                  <c:v>45154</c:v>
                </c:pt>
                <c:pt idx="424">
                  <c:v>45155</c:v>
                </c:pt>
                <c:pt idx="425">
                  <c:v>45156</c:v>
                </c:pt>
                <c:pt idx="426">
                  <c:v>45159</c:v>
                </c:pt>
                <c:pt idx="427">
                  <c:v>45160</c:v>
                </c:pt>
                <c:pt idx="428">
                  <c:v>45161</c:v>
                </c:pt>
                <c:pt idx="429">
                  <c:v>45162</c:v>
                </c:pt>
                <c:pt idx="430">
                  <c:v>45163</c:v>
                </c:pt>
                <c:pt idx="431">
                  <c:v>45166</c:v>
                </c:pt>
                <c:pt idx="432">
                  <c:v>45167</c:v>
                </c:pt>
                <c:pt idx="433">
                  <c:v>45168</c:v>
                </c:pt>
                <c:pt idx="434">
                  <c:v>45169</c:v>
                </c:pt>
                <c:pt idx="435">
                  <c:v>45170</c:v>
                </c:pt>
                <c:pt idx="436">
                  <c:v>45173</c:v>
                </c:pt>
                <c:pt idx="437">
                  <c:v>45174</c:v>
                </c:pt>
                <c:pt idx="438">
                  <c:v>45175</c:v>
                </c:pt>
                <c:pt idx="439">
                  <c:v>45176</c:v>
                </c:pt>
                <c:pt idx="440">
                  <c:v>45177</c:v>
                </c:pt>
                <c:pt idx="441">
                  <c:v>45180</c:v>
                </c:pt>
                <c:pt idx="442">
                  <c:v>45181</c:v>
                </c:pt>
                <c:pt idx="443">
                  <c:v>45182</c:v>
                </c:pt>
                <c:pt idx="444">
                  <c:v>45183</c:v>
                </c:pt>
                <c:pt idx="445">
                  <c:v>45184</c:v>
                </c:pt>
                <c:pt idx="446">
                  <c:v>45187</c:v>
                </c:pt>
                <c:pt idx="447">
                  <c:v>45188</c:v>
                </c:pt>
                <c:pt idx="448">
                  <c:v>45189</c:v>
                </c:pt>
                <c:pt idx="449">
                  <c:v>45190</c:v>
                </c:pt>
                <c:pt idx="450">
                  <c:v>45191</c:v>
                </c:pt>
                <c:pt idx="451">
                  <c:v>45194</c:v>
                </c:pt>
                <c:pt idx="452">
                  <c:v>45195</c:v>
                </c:pt>
                <c:pt idx="453">
                  <c:v>45196</c:v>
                </c:pt>
                <c:pt idx="454">
                  <c:v>45197</c:v>
                </c:pt>
                <c:pt idx="455">
                  <c:v>45198</c:v>
                </c:pt>
                <c:pt idx="456">
                  <c:v>45201</c:v>
                </c:pt>
                <c:pt idx="457">
                  <c:v>45202</c:v>
                </c:pt>
                <c:pt idx="458">
                  <c:v>45203</c:v>
                </c:pt>
                <c:pt idx="459">
                  <c:v>45204</c:v>
                </c:pt>
                <c:pt idx="460">
                  <c:v>45205</c:v>
                </c:pt>
                <c:pt idx="461">
                  <c:v>45208</c:v>
                </c:pt>
                <c:pt idx="462">
                  <c:v>45209</c:v>
                </c:pt>
                <c:pt idx="463">
                  <c:v>45210</c:v>
                </c:pt>
                <c:pt idx="464">
                  <c:v>45211</c:v>
                </c:pt>
                <c:pt idx="465">
                  <c:v>45212</c:v>
                </c:pt>
                <c:pt idx="466">
                  <c:v>45215</c:v>
                </c:pt>
                <c:pt idx="467">
                  <c:v>45216</c:v>
                </c:pt>
                <c:pt idx="468">
                  <c:v>45217</c:v>
                </c:pt>
                <c:pt idx="469">
                  <c:v>45218</c:v>
                </c:pt>
                <c:pt idx="470">
                  <c:v>45219</c:v>
                </c:pt>
                <c:pt idx="471">
                  <c:v>45222</c:v>
                </c:pt>
                <c:pt idx="472">
                  <c:v>45223</c:v>
                </c:pt>
                <c:pt idx="473">
                  <c:v>45224</c:v>
                </c:pt>
                <c:pt idx="474">
                  <c:v>45225</c:v>
                </c:pt>
                <c:pt idx="475">
                  <c:v>45226</c:v>
                </c:pt>
                <c:pt idx="476">
                  <c:v>45229</c:v>
                </c:pt>
                <c:pt idx="477">
                  <c:v>45230</c:v>
                </c:pt>
                <c:pt idx="478">
                  <c:v>45231</c:v>
                </c:pt>
                <c:pt idx="479">
                  <c:v>45232</c:v>
                </c:pt>
                <c:pt idx="480">
                  <c:v>45233</c:v>
                </c:pt>
                <c:pt idx="481">
                  <c:v>45236</c:v>
                </c:pt>
                <c:pt idx="482">
                  <c:v>45237</c:v>
                </c:pt>
                <c:pt idx="483">
                  <c:v>45238</c:v>
                </c:pt>
                <c:pt idx="484">
                  <c:v>45239</c:v>
                </c:pt>
                <c:pt idx="485">
                  <c:v>45240</c:v>
                </c:pt>
                <c:pt idx="486">
                  <c:v>45243</c:v>
                </c:pt>
                <c:pt idx="487">
                  <c:v>45244</c:v>
                </c:pt>
                <c:pt idx="488">
                  <c:v>45245</c:v>
                </c:pt>
                <c:pt idx="489">
                  <c:v>45246</c:v>
                </c:pt>
                <c:pt idx="490">
                  <c:v>45247</c:v>
                </c:pt>
                <c:pt idx="491">
                  <c:v>45250</c:v>
                </c:pt>
                <c:pt idx="492">
                  <c:v>45251</c:v>
                </c:pt>
                <c:pt idx="493">
                  <c:v>45252</c:v>
                </c:pt>
                <c:pt idx="494">
                  <c:v>45253</c:v>
                </c:pt>
                <c:pt idx="495">
                  <c:v>45254</c:v>
                </c:pt>
                <c:pt idx="496">
                  <c:v>45257</c:v>
                </c:pt>
                <c:pt idx="497">
                  <c:v>45258</c:v>
                </c:pt>
                <c:pt idx="498">
                  <c:v>45259</c:v>
                </c:pt>
                <c:pt idx="499">
                  <c:v>45260</c:v>
                </c:pt>
                <c:pt idx="500">
                  <c:v>45261</c:v>
                </c:pt>
                <c:pt idx="501">
                  <c:v>45264</c:v>
                </c:pt>
                <c:pt idx="502">
                  <c:v>45265</c:v>
                </c:pt>
                <c:pt idx="503">
                  <c:v>45266</c:v>
                </c:pt>
                <c:pt idx="504">
                  <c:v>45267</c:v>
                </c:pt>
                <c:pt idx="505">
                  <c:v>45268</c:v>
                </c:pt>
                <c:pt idx="506">
                  <c:v>45271</c:v>
                </c:pt>
                <c:pt idx="507">
                  <c:v>45272</c:v>
                </c:pt>
                <c:pt idx="508">
                  <c:v>45273</c:v>
                </c:pt>
                <c:pt idx="509">
                  <c:v>45274</c:v>
                </c:pt>
                <c:pt idx="510">
                  <c:v>45275</c:v>
                </c:pt>
                <c:pt idx="511">
                  <c:v>45278</c:v>
                </c:pt>
                <c:pt idx="512">
                  <c:v>45279</c:v>
                </c:pt>
                <c:pt idx="513">
                  <c:v>45280</c:v>
                </c:pt>
                <c:pt idx="514">
                  <c:v>45281</c:v>
                </c:pt>
                <c:pt idx="515">
                  <c:v>45282</c:v>
                </c:pt>
                <c:pt idx="516">
                  <c:v>45285</c:v>
                </c:pt>
                <c:pt idx="517">
                  <c:v>45286</c:v>
                </c:pt>
                <c:pt idx="518">
                  <c:v>45287</c:v>
                </c:pt>
                <c:pt idx="519">
                  <c:v>45288</c:v>
                </c:pt>
                <c:pt idx="520">
                  <c:v>45289</c:v>
                </c:pt>
                <c:pt idx="521">
                  <c:v>45292</c:v>
                </c:pt>
                <c:pt idx="522">
                  <c:v>45293</c:v>
                </c:pt>
                <c:pt idx="523">
                  <c:v>45294</c:v>
                </c:pt>
                <c:pt idx="524">
                  <c:v>45295</c:v>
                </c:pt>
                <c:pt idx="525">
                  <c:v>45296</c:v>
                </c:pt>
                <c:pt idx="526">
                  <c:v>45299</c:v>
                </c:pt>
                <c:pt idx="527">
                  <c:v>45300</c:v>
                </c:pt>
                <c:pt idx="528">
                  <c:v>45301</c:v>
                </c:pt>
                <c:pt idx="529">
                  <c:v>45302</c:v>
                </c:pt>
                <c:pt idx="530">
                  <c:v>45303</c:v>
                </c:pt>
                <c:pt idx="531">
                  <c:v>45306</c:v>
                </c:pt>
                <c:pt idx="532">
                  <c:v>45307</c:v>
                </c:pt>
                <c:pt idx="533">
                  <c:v>45308</c:v>
                </c:pt>
                <c:pt idx="534">
                  <c:v>45309</c:v>
                </c:pt>
                <c:pt idx="535">
                  <c:v>45310</c:v>
                </c:pt>
                <c:pt idx="536">
                  <c:v>45313</c:v>
                </c:pt>
                <c:pt idx="537">
                  <c:v>45314</c:v>
                </c:pt>
                <c:pt idx="538">
                  <c:v>45315</c:v>
                </c:pt>
                <c:pt idx="539">
                  <c:v>45316</c:v>
                </c:pt>
                <c:pt idx="540">
                  <c:v>45317</c:v>
                </c:pt>
                <c:pt idx="541">
                  <c:v>45320</c:v>
                </c:pt>
                <c:pt idx="542">
                  <c:v>45321</c:v>
                </c:pt>
                <c:pt idx="543">
                  <c:v>45322</c:v>
                </c:pt>
                <c:pt idx="544">
                  <c:v>45323</c:v>
                </c:pt>
                <c:pt idx="545">
                  <c:v>45324</c:v>
                </c:pt>
                <c:pt idx="546">
                  <c:v>45327</c:v>
                </c:pt>
                <c:pt idx="547">
                  <c:v>45328</c:v>
                </c:pt>
                <c:pt idx="548">
                  <c:v>45329</c:v>
                </c:pt>
                <c:pt idx="549">
                  <c:v>45330</c:v>
                </c:pt>
                <c:pt idx="550">
                  <c:v>45331</c:v>
                </c:pt>
                <c:pt idx="551">
                  <c:v>45334</c:v>
                </c:pt>
                <c:pt idx="552">
                  <c:v>45335</c:v>
                </c:pt>
                <c:pt idx="553">
                  <c:v>45336</c:v>
                </c:pt>
                <c:pt idx="554">
                  <c:v>45337</c:v>
                </c:pt>
                <c:pt idx="555">
                  <c:v>45338</c:v>
                </c:pt>
                <c:pt idx="556">
                  <c:v>45341</c:v>
                </c:pt>
                <c:pt idx="557">
                  <c:v>45342</c:v>
                </c:pt>
                <c:pt idx="558">
                  <c:v>45343</c:v>
                </c:pt>
                <c:pt idx="559">
                  <c:v>45344</c:v>
                </c:pt>
                <c:pt idx="560">
                  <c:v>45345</c:v>
                </c:pt>
                <c:pt idx="561">
                  <c:v>45348</c:v>
                </c:pt>
                <c:pt idx="562">
                  <c:v>45349</c:v>
                </c:pt>
                <c:pt idx="563">
                  <c:v>45350</c:v>
                </c:pt>
                <c:pt idx="564">
                  <c:v>45351</c:v>
                </c:pt>
                <c:pt idx="565">
                  <c:v>45352</c:v>
                </c:pt>
                <c:pt idx="566">
                  <c:v>45355</c:v>
                </c:pt>
                <c:pt idx="567">
                  <c:v>45356</c:v>
                </c:pt>
                <c:pt idx="568">
                  <c:v>45357</c:v>
                </c:pt>
                <c:pt idx="569">
                  <c:v>45358</c:v>
                </c:pt>
                <c:pt idx="570">
                  <c:v>45359</c:v>
                </c:pt>
                <c:pt idx="571">
                  <c:v>45362</c:v>
                </c:pt>
                <c:pt idx="572">
                  <c:v>45363</c:v>
                </c:pt>
                <c:pt idx="573">
                  <c:v>45364</c:v>
                </c:pt>
                <c:pt idx="574">
                  <c:v>45365</c:v>
                </c:pt>
                <c:pt idx="575">
                  <c:v>45366</c:v>
                </c:pt>
                <c:pt idx="576">
                  <c:v>45369</c:v>
                </c:pt>
                <c:pt idx="577">
                  <c:v>45370</c:v>
                </c:pt>
                <c:pt idx="578">
                  <c:v>45371</c:v>
                </c:pt>
                <c:pt idx="579">
                  <c:v>45372</c:v>
                </c:pt>
                <c:pt idx="580">
                  <c:v>45373</c:v>
                </c:pt>
                <c:pt idx="581">
                  <c:v>45376</c:v>
                </c:pt>
                <c:pt idx="582">
                  <c:v>45377</c:v>
                </c:pt>
                <c:pt idx="583">
                  <c:v>45378</c:v>
                </c:pt>
                <c:pt idx="584">
                  <c:v>45379</c:v>
                </c:pt>
                <c:pt idx="585">
                  <c:v>45380</c:v>
                </c:pt>
                <c:pt idx="586">
                  <c:v>45383</c:v>
                </c:pt>
                <c:pt idx="587">
                  <c:v>45384</c:v>
                </c:pt>
                <c:pt idx="588">
                  <c:v>45385</c:v>
                </c:pt>
                <c:pt idx="589">
                  <c:v>45386</c:v>
                </c:pt>
                <c:pt idx="590">
                  <c:v>45387</c:v>
                </c:pt>
                <c:pt idx="591">
                  <c:v>45390</c:v>
                </c:pt>
                <c:pt idx="592">
                  <c:v>45391</c:v>
                </c:pt>
                <c:pt idx="593">
                  <c:v>45392</c:v>
                </c:pt>
                <c:pt idx="594">
                  <c:v>45393</c:v>
                </c:pt>
                <c:pt idx="595">
                  <c:v>45394</c:v>
                </c:pt>
                <c:pt idx="596">
                  <c:v>45397</c:v>
                </c:pt>
                <c:pt idx="597">
                  <c:v>45398</c:v>
                </c:pt>
                <c:pt idx="598">
                  <c:v>45399</c:v>
                </c:pt>
                <c:pt idx="599">
                  <c:v>45400</c:v>
                </c:pt>
                <c:pt idx="600">
                  <c:v>45401</c:v>
                </c:pt>
                <c:pt idx="601">
                  <c:v>45404</c:v>
                </c:pt>
                <c:pt idx="602">
                  <c:v>45405</c:v>
                </c:pt>
                <c:pt idx="603">
                  <c:v>45406</c:v>
                </c:pt>
                <c:pt idx="604">
                  <c:v>45407</c:v>
                </c:pt>
                <c:pt idx="605">
                  <c:v>45408</c:v>
                </c:pt>
                <c:pt idx="606">
                  <c:v>45411</c:v>
                </c:pt>
                <c:pt idx="607">
                  <c:v>45412</c:v>
                </c:pt>
                <c:pt idx="608">
                  <c:v>45413</c:v>
                </c:pt>
                <c:pt idx="609">
                  <c:v>45414</c:v>
                </c:pt>
                <c:pt idx="610">
                  <c:v>45415</c:v>
                </c:pt>
                <c:pt idx="611">
                  <c:v>45418</c:v>
                </c:pt>
                <c:pt idx="612">
                  <c:v>45419</c:v>
                </c:pt>
                <c:pt idx="613">
                  <c:v>45420</c:v>
                </c:pt>
                <c:pt idx="614">
                  <c:v>45421</c:v>
                </c:pt>
                <c:pt idx="615">
                  <c:v>45422</c:v>
                </c:pt>
                <c:pt idx="616">
                  <c:v>45425</c:v>
                </c:pt>
                <c:pt idx="617">
                  <c:v>45426</c:v>
                </c:pt>
                <c:pt idx="618">
                  <c:v>45427</c:v>
                </c:pt>
                <c:pt idx="619">
                  <c:v>45428</c:v>
                </c:pt>
                <c:pt idx="620">
                  <c:v>45429</c:v>
                </c:pt>
                <c:pt idx="621">
                  <c:v>45432</c:v>
                </c:pt>
                <c:pt idx="622">
                  <c:v>45433</c:v>
                </c:pt>
                <c:pt idx="623">
                  <c:v>45434</c:v>
                </c:pt>
                <c:pt idx="624">
                  <c:v>45435</c:v>
                </c:pt>
                <c:pt idx="625">
                  <c:v>45436</c:v>
                </c:pt>
                <c:pt idx="626">
                  <c:v>45440</c:v>
                </c:pt>
                <c:pt idx="627">
                  <c:v>45441</c:v>
                </c:pt>
                <c:pt idx="628">
                  <c:v>45442</c:v>
                </c:pt>
                <c:pt idx="629">
                  <c:v>45443</c:v>
                </c:pt>
                <c:pt idx="630">
                  <c:v>45446</c:v>
                </c:pt>
                <c:pt idx="631">
                  <c:v>45447</c:v>
                </c:pt>
                <c:pt idx="632">
                  <c:v>45448</c:v>
                </c:pt>
                <c:pt idx="633">
                  <c:v>45449</c:v>
                </c:pt>
                <c:pt idx="634">
                  <c:v>45450</c:v>
                </c:pt>
                <c:pt idx="635">
                  <c:v>45453</c:v>
                </c:pt>
                <c:pt idx="636">
                  <c:v>45454</c:v>
                </c:pt>
                <c:pt idx="637">
                  <c:v>45455</c:v>
                </c:pt>
                <c:pt idx="638">
                  <c:v>45456</c:v>
                </c:pt>
                <c:pt idx="639">
                  <c:v>45457</c:v>
                </c:pt>
                <c:pt idx="640">
                  <c:v>45460</c:v>
                </c:pt>
                <c:pt idx="641">
                  <c:v>45461</c:v>
                </c:pt>
                <c:pt idx="642">
                  <c:v>45462</c:v>
                </c:pt>
                <c:pt idx="643">
                  <c:v>45463</c:v>
                </c:pt>
                <c:pt idx="644">
                  <c:v>45464</c:v>
                </c:pt>
                <c:pt idx="645">
                  <c:v>45467</c:v>
                </c:pt>
                <c:pt idx="646">
                  <c:v>45468</c:v>
                </c:pt>
                <c:pt idx="647">
                  <c:v>45469</c:v>
                </c:pt>
                <c:pt idx="648">
                  <c:v>45470</c:v>
                </c:pt>
                <c:pt idx="649">
                  <c:v>45471</c:v>
                </c:pt>
                <c:pt idx="650">
                  <c:v>45474</c:v>
                </c:pt>
                <c:pt idx="651">
                  <c:v>45475</c:v>
                </c:pt>
                <c:pt idx="652">
                  <c:v>45476</c:v>
                </c:pt>
                <c:pt idx="653">
                  <c:v>45477</c:v>
                </c:pt>
                <c:pt idx="654">
                  <c:v>45478</c:v>
                </c:pt>
                <c:pt idx="655">
                  <c:v>45481</c:v>
                </c:pt>
                <c:pt idx="656">
                  <c:v>45482</c:v>
                </c:pt>
                <c:pt idx="657">
                  <c:v>45483</c:v>
                </c:pt>
                <c:pt idx="658">
                  <c:v>45484</c:v>
                </c:pt>
                <c:pt idx="659">
                  <c:v>45485</c:v>
                </c:pt>
                <c:pt idx="660">
                  <c:v>45488</c:v>
                </c:pt>
                <c:pt idx="661">
                  <c:v>45489</c:v>
                </c:pt>
                <c:pt idx="662">
                  <c:v>45490</c:v>
                </c:pt>
                <c:pt idx="663">
                  <c:v>45491</c:v>
                </c:pt>
                <c:pt idx="664">
                  <c:v>45492</c:v>
                </c:pt>
                <c:pt idx="665">
                  <c:v>45495</c:v>
                </c:pt>
                <c:pt idx="666">
                  <c:v>45496</c:v>
                </c:pt>
                <c:pt idx="667">
                  <c:v>45497</c:v>
                </c:pt>
                <c:pt idx="668">
                  <c:v>45498</c:v>
                </c:pt>
                <c:pt idx="669">
                  <c:v>45499</c:v>
                </c:pt>
                <c:pt idx="670">
                  <c:v>45502</c:v>
                </c:pt>
                <c:pt idx="671">
                  <c:v>45503</c:v>
                </c:pt>
                <c:pt idx="672">
                  <c:v>45504</c:v>
                </c:pt>
                <c:pt idx="673">
                  <c:v>45505</c:v>
                </c:pt>
                <c:pt idx="674">
                  <c:v>45506</c:v>
                </c:pt>
                <c:pt idx="675">
                  <c:v>45509</c:v>
                </c:pt>
                <c:pt idx="676">
                  <c:v>45510</c:v>
                </c:pt>
                <c:pt idx="677">
                  <c:v>45511</c:v>
                </c:pt>
                <c:pt idx="678">
                  <c:v>45512</c:v>
                </c:pt>
                <c:pt idx="679">
                  <c:v>45513</c:v>
                </c:pt>
                <c:pt idx="680">
                  <c:v>45516</c:v>
                </c:pt>
                <c:pt idx="681">
                  <c:v>45517</c:v>
                </c:pt>
                <c:pt idx="682">
                  <c:v>45518</c:v>
                </c:pt>
                <c:pt idx="683">
                  <c:v>45519</c:v>
                </c:pt>
                <c:pt idx="684">
                  <c:v>45520</c:v>
                </c:pt>
                <c:pt idx="685">
                  <c:v>45523</c:v>
                </c:pt>
                <c:pt idx="686">
                  <c:v>45524</c:v>
                </c:pt>
                <c:pt idx="687">
                  <c:v>45525</c:v>
                </c:pt>
                <c:pt idx="688">
                  <c:v>45526</c:v>
                </c:pt>
                <c:pt idx="689">
                  <c:v>45527</c:v>
                </c:pt>
                <c:pt idx="690">
                  <c:v>45530</c:v>
                </c:pt>
                <c:pt idx="691">
                  <c:v>45531</c:v>
                </c:pt>
                <c:pt idx="692">
                  <c:v>45532</c:v>
                </c:pt>
                <c:pt idx="693">
                  <c:v>45533</c:v>
                </c:pt>
                <c:pt idx="694">
                  <c:v>45534</c:v>
                </c:pt>
                <c:pt idx="695">
                  <c:v>45537</c:v>
                </c:pt>
                <c:pt idx="696">
                  <c:v>45538</c:v>
                </c:pt>
                <c:pt idx="697">
                  <c:v>45539</c:v>
                </c:pt>
                <c:pt idx="698">
                  <c:v>45540</c:v>
                </c:pt>
                <c:pt idx="699">
                  <c:v>45541</c:v>
                </c:pt>
                <c:pt idx="700">
                  <c:v>45544</c:v>
                </c:pt>
                <c:pt idx="701">
                  <c:v>45545</c:v>
                </c:pt>
                <c:pt idx="702">
                  <c:v>45546</c:v>
                </c:pt>
                <c:pt idx="703">
                  <c:v>45547</c:v>
                </c:pt>
                <c:pt idx="704">
                  <c:v>45548</c:v>
                </c:pt>
                <c:pt idx="705">
                  <c:v>45551</c:v>
                </c:pt>
                <c:pt idx="706">
                  <c:v>45552</c:v>
                </c:pt>
                <c:pt idx="707">
                  <c:v>45553</c:v>
                </c:pt>
                <c:pt idx="708">
                  <c:v>45554</c:v>
                </c:pt>
                <c:pt idx="709">
                  <c:v>45555</c:v>
                </c:pt>
                <c:pt idx="710">
                  <c:v>45558</c:v>
                </c:pt>
                <c:pt idx="711">
                  <c:v>45559</c:v>
                </c:pt>
                <c:pt idx="712">
                  <c:v>45560</c:v>
                </c:pt>
                <c:pt idx="713">
                  <c:v>45561</c:v>
                </c:pt>
                <c:pt idx="714">
                  <c:v>45562</c:v>
                </c:pt>
                <c:pt idx="715">
                  <c:v>45565</c:v>
                </c:pt>
                <c:pt idx="716">
                  <c:v>45566</c:v>
                </c:pt>
                <c:pt idx="717">
                  <c:v>45567</c:v>
                </c:pt>
                <c:pt idx="718">
                  <c:v>45568</c:v>
                </c:pt>
                <c:pt idx="719">
                  <c:v>45569</c:v>
                </c:pt>
                <c:pt idx="720">
                  <c:v>45572</c:v>
                </c:pt>
                <c:pt idx="721">
                  <c:v>45573</c:v>
                </c:pt>
                <c:pt idx="722">
                  <c:v>45574</c:v>
                </c:pt>
                <c:pt idx="723">
                  <c:v>45575</c:v>
                </c:pt>
                <c:pt idx="724">
                  <c:v>45576</c:v>
                </c:pt>
                <c:pt idx="725">
                  <c:v>45579</c:v>
                </c:pt>
                <c:pt idx="726">
                  <c:v>45580</c:v>
                </c:pt>
                <c:pt idx="727">
                  <c:v>45581</c:v>
                </c:pt>
                <c:pt idx="728">
                  <c:v>45582</c:v>
                </c:pt>
                <c:pt idx="729">
                  <c:v>45583</c:v>
                </c:pt>
                <c:pt idx="730">
                  <c:v>45586</c:v>
                </c:pt>
                <c:pt idx="731">
                  <c:v>45587</c:v>
                </c:pt>
                <c:pt idx="732">
                  <c:v>45588</c:v>
                </c:pt>
                <c:pt idx="733">
                  <c:v>45589</c:v>
                </c:pt>
                <c:pt idx="734">
                  <c:v>45590</c:v>
                </c:pt>
                <c:pt idx="735">
                  <c:v>45593</c:v>
                </c:pt>
                <c:pt idx="736">
                  <c:v>45594</c:v>
                </c:pt>
                <c:pt idx="737">
                  <c:v>45595</c:v>
                </c:pt>
                <c:pt idx="738">
                  <c:v>45596</c:v>
                </c:pt>
                <c:pt idx="739">
                  <c:v>45597</c:v>
                </c:pt>
                <c:pt idx="740">
                  <c:v>45600</c:v>
                </c:pt>
                <c:pt idx="741">
                  <c:v>45601</c:v>
                </c:pt>
                <c:pt idx="742">
                  <c:v>45602</c:v>
                </c:pt>
                <c:pt idx="743">
                  <c:v>45603</c:v>
                </c:pt>
                <c:pt idx="744">
                  <c:v>45604</c:v>
                </c:pt>
                <c:pt idx="745">
                  <c:v>45607</c:v>
                </c:pt>
                <c:pt idx="746">
                  <c:v>45608</c:v>
                </c:pt>
                <c:pt idx="747">
                  <c:v>45609</c:v>
                </c:pt>
                <c:pt idx="748">
                  <c:v>45610</c:v>
                </c:pt>
                <c:pt idx="749">
                  <c:v>45611</c:v>
                </c:pt>
                <c:pt idx="750">
                  <c:v>45614</c:v>
                </c:pt>
                <c:pt idx="751">
                  <c:v>45615</c:v>
                </c:pt>
                <c:pt idx="752">
                  <c:v>45616</c:v>
                </c:pt>
                <c:pt idx="753">
                  <c:v>45617</c:v>
                </c:pt>
                <c:pt idx="754">
                  <c:v>45618</c:v>
                </c:pt>
                <c:pt idx="755">
                  <c:v>45621</c:v>
                </c:pt>
                <c:pt idx="756">
                  <c:v>45622</c:v>
                </c:pt>
                <c:pt idx="757">
                  <c:v>45623</c:v>
                </c:pt>
                <c:pt idx="758">
                  <c:v>45624</c:v>
                </c:pt>
                <c:pt idx="759">
                  <c:v>45625</c:v>
                </c:pt>
                <c:pt idx="760">
                  <c:v>45628</c:v>
                </c:pt>
                <c:pt idx="761">
                  <c:v>45629</c:v>
                </c:pt>
                <c:pt idx="762">
                  <c:v>45630</c:v>
                </c:pt>
                <c:pt idx="763">
                  <c:v>45631</c:v>
                </c:pt>
                <c:pt idx="764">
                  <c:v>45632</c:v>
                </c:pt>
                <c:pt idx="765">
                  <c:v>45635</c:v>
                </c:pt>
                <c:pt idx="766">
                  <c:v>45636</c:v>
                </c:pt>
                <c:pt idx="767">
                  <c:v>45637</c:v>
                </c:pt>
                <c:pt idx="768">
                  <c:v>45638</c:v>
                </c:pt>
                <c:pt idx="769">
                  <c:v>45639</c:v>
                </c:pt>
                <c:pt idx="770">
                  <c:v>45642</c:v>
                </c:pt>
                <c:pt idx="771">
                  <c:v>45643</c:v>
                </c:pt>
                <c:pt idx="772">
                  <c:v>45644</c:v>
                </c:pt>
                <c:pt idx="773">
                  <c:v>45645</c:v>
                </c:pt>
                <c:pt idx="774">
                  <c:v>45646</c:v>
                </c:pt>
                <c:pt idx="775">
                  <c:v>45649</c:v>
                </c:pt>
                <c:pt idx="776">
                  <c:v>45650</c:v>
                </c:pt>
                <c:pt idx="777">
                  <c:v>45651</c:v>
                </c:pt>
                <c:pt idx="778">
                  <c:v>45652</c:v>
                </c:pt>
                <c:pt idx="779">
                  <c:v>45653</c:v>
                </c:pt>
                <c:pt idx="780">
                  <c:v>45656</c:v>
                </c:pt>
                <c:pt idx="781">
                  <c:v>45657</c:v>
                </c:pt>
                <c:pt idx="782">
                  <c:v>45658</c:v>
                </c:pt>
                <c:pt idx="783">
                  <c:v>45659</c:v>
                </c:pt>
                <c:pt idx="784">
                  <c:v>45660</c:v>
                </c:pt>
                <c:pt idx="785">
                  <c:v>45663</c:v>
                </c:pt>
                <c:pt idx="786">
                  <c:v>45664</c:v>
                </c:pt>
                <c:pt idx="787">
                  <c:v>45665</c:v>
                </c:pt>
                <c:pt idx="788">
                  <c:v>45666</c:v>
                </c:pt>
                <c:pt idx="789">
                  <c:v>45667</c:v>
                </c:pt>
                <c:pt idx="790">
                  <c:v>45670</c:v>
                </c:pt>
                <c:pt idx="791">
                  <c:v>45671</c:v>
                </c:pt>
                <c:pt idx="792">
                  <c:v>45672</c:v>
                </c:pt>
                <c:pt idx="793">
                  <c:v>45673</c:v>
                </c:pt>
                <c:pt idx="794">
                  <c:v>45674</c:v>
                </c:pt>
                <c:pt idx="795">
                  <c:v>45677</c:v>
                </c:pt>
                <c:pt idx="796">
                  <c:v>45678</c:v>
                </c:pt>
                <c:pt idx="797">
                  <c:v>45679</c:v>
                </c:pt>
                <c:pt idx="798">
                  <c:v>45680</c:v>
                </c:pt>
                <c:pt idx="799">
                  <c:v>45681</c:v>
                </c:pt>
                <c:pt idx="800">
                  <c:v>45684</c:v>
                </c:pt>
                <c:pt idx="801">
                  <c:v>45685</c:v>
                </c:pt>
                <c:pt idx="802">
                  <c:v>45686</c:v>
                </c:pt>
                <c:pt idx="803">
                  <c:v>45687</c:v>
                </c:pt>
                <c:pt idx="804">
                  <c:v>45688</c:v>
                </c:pt>
                <c:pt idx="805">
                  <c:v>45691</c:v>
                </c:pt>
                <c:pt idx="806">
                  <c:v>45692</c:v>
                </c:pt>
                <c:pt idx="807">
                  <c:v>45693</c:v>
                </c:pt>
                <c:pt idx="808">
                  <c:v>45694</c:v>
                </c:pt>
                <c:pt idx="809">
                  <c:v>45695</c:v>
                </c:pt>
                <c:pt idx="810">
                  <c:v>45698</c:v>
                </c:pt>
                <c:pt idx="811">
                  <c:v>45699</c:v>
                </c:pt>
                <c:pt idx="812">
                  <c:v>45700</c:v>
                </c:pt>
                <c:pt idx="813">
                  <c:v>45701</c:v>
                </c:pt>
                <c:pt idx="814">
                  <c:v>45702</c:v>
                </c:pt>
                <c:pt idx="815">
                  <c:v>45705</c:v>
                </c:pt>
                <c:pt idx="816">
                  <c:v>45706</c:v>
                </c:pt>
                <c:pt idx="817">
                  <c:v>45707</c:v>
                </c:pt>
                <c:pt idx="818">
                  <c:v>45708</c:v>
                </c:pt>
                <c:pt idx="819">
                  <c:v>45709</c:v>
                </c:pt>
                <c:pt idx="820">
                  <c:v>45712</c:v>
                </c:pt>
                <c:pt idx="821">
                  <c:v>45713</c:v>
                </c:pt>
                <c:pt idx="822">
                  <c:v>45714</c:v>
                </c:pt>
                <c:pt idx="823">
                  <c:v>45715</c:v>
                </c:pt>
                <c:pt idx="824">
                  <c:v>45716</c:v>
                </c:pt>
                <c:pt idx="825">
                  <c:v>45719</c:v>
                </c:pt>
                <c:pt idx="826">
                  <c:v>45720</c:v>
                </c:pt>
                <c:pt idx="827">
                  <c:v>45721</c:v>
                </c:pt>
                <c:pt idx="828">
                  <c:v>45722</c:v>
                </c:pt>
                <c:pt idx="829">
                  <c:v>45723</c:v>
                </c:pt>
                <c:pt idx="830">
                  <c:v>45726</c:v>
                </c:pt>
                <c:pt idx="831">
                  <c:v>45727</c:v>
                </c:pt>
                <c:pt idx="832">
                  <c:v>45728</c:v>
                </c:pt>
                <c:pt idx="833">
                  <c:v>45729</c:v>
                </c:pt>
                <c:pt idx="834">
                  <c:v>45730</c:v>
                </c:pt>
                <c:pt idx="835">
                  <c:v>45733</c:v>
                </c:pt>
                <c:pt idx="836">
                  <c:v>45734</c:v>
                </c:pt>
                <c:pt idx="837">
                  <c:v>45735</c:v>
                </c:pt>
                <c:pt idx="838">
                  <c:v>45736</c:v>
                </c:pt>
                <c:pt idx="839">
                  <c:v>45737</c:v>
                </c:pt>
                <c:pt idx="840">
                  <c:v>45740</c:v>
                </c:pt>
                <c:pt idx="841">
                  <c:v>45741</c:v>
                </c:pt>
                <c:pt idx="842">
                  <c:v>45742</c:v>
                </c:pt>
                <c:pt idx="843">
                  <c:v>45743</c:v>
                </c:pt>
                <c:pt idx="844">
                  <c:v>45744</c:v>
                </c:pt>
                <c:pt idx="845">
                  <c:v>45747</c:v>
                </c:pt>
                <c:pt idx="846">
                  <c:v>45748</c:v>
                </c:pt>
                <c:pt idx="847">
                  <c:v>45749</c:v>
                </c:pt>
                <c:pt idx="848">
                  <c:v>45750</c:v>
                </c:pt>
                <c:pt idx="849">
                  <c:v>45751</c:v>
                </c:pt>
                <c:pt idx="850">
                  <c:v>45754</c:v>
                </c:pt>
                <c:pt idx="851">
                  <c:v>45755</c:v>
                </c:pt>
                <c:pt idx="852">
                  <c:v>45756</c:v>
                </c:pt>
                <c:pt idx="853">
                  <c:v>45757</c:v>
                </c:pt>
                <c:pt idx="854">
                  <c:v>45758</c:v>
                </c:pt>
                <c:pt idx="855">
                  <c:v>45761</c:v>
                </c:pt>
                <c:pt idx="856">
                  <c:v>45762</c:v>
                </c:pt>
                <c:pt idx="857">
                  <c:v>45763</c:v>
                </c:pt>
                <c:pt idx="858">
                  <c:v>45764</c:v>
                </c:pt>
                <c:pt idx="859">
                  <c:v>45765</c:v>
                </c:pt>
                <c:pt idx="860">
                  <c:v>45768</c:v>
                </c:pt>
                <c:pt idx="861">
                  <c:v>45769</c:v>
                </c:pt>
                <c:pt idx="862">
                  <c:v>45770</c:v>
                </c:pt>
                <c:pt idx="863">
                  <c:v>45771</c:v>
                </c:pt>
                <c:pt idx="864">
                  <c:v>45772</c:v>
                </c:pt>
                <c:pt idx="865">
                  <c:v>45775</c:v>
                </c:pt>
                <c:pt idx="866">
                  <c:v>45776</c:v>
                </c:pt>
                <c:pt idx="867">
                  <c:v>45777</c:v>
                </c:pt>
                <c:pt idx="868">
                  <c:v>45778</c:v>
                </c:pt>
                <c:pt idx="869">
                  <c:v>45779</c:v>
                </c:pt>
                <c:pt idx="870">
                  <c:v>45782</c:v>
                </c:pt>
                <c:pt idx="871">
                  <c:v>45783</c:v>
                </c:pt>
                <c:pt idx="872">
                  <c:v>45784</c:v>
                </c:pt>
                <c:pt idx="873">
                  <c:v>45785</c:v>
                </c:pt>
                <c:pt idx="874">
                  <c:v>45786</c:v>
                </c:pt>
                <c:pt idx="875">
                  <c:v>45789</c:v>
                </c:pt>
                <c:pt idx="876">
                  <c:v>45790</c:v>
                </c:pt>
                <c:pt idx="877">
                  <c:v>45791</c:v>
                </c:pt>
                <c:pt idx="878">
                  <c:v>45792</c:v>
                </c:pt>
                <c:pt idx="879">
                  <c:v>45793</c:v>
                </c:pt>
                <c:pt idx="880">
                  <c:v>45796</c:v>
                </c:pt>
                <c:pt idx="881">
                  <c:v>45797</c:v>
                </c:pt>
                <c:pt idx="882">
                  <c:v>45798</c:v>
                </c:pt>
                <c:pt idx="883">
                  <c:v>45799</c:v>
                </c:pt>
                <c:pt idx="884">
                  <c:v>45800</c:v>
                </c:pt>
                <c:pt idx="885">
                  <c:v>45804</c:v>
                </c:pt>
                <c:pt idx="886">
                  <c:v>45805</c:v>
                </c:pt>
                <c:pt idx="887">
                  <c:v>45806</c:v>
                </c:pt>
                <c:pt idx="888">
                  <c:v>45807</c:v>
                </c:pt>
                <c:pt idx="889">
                  <c:v>45810</c:v>
                </c:pt>
                <c:pt idx="890">
                  <c:v>45811</c:v>
                </c:pt>
                <c:pt idx="891">
                  <c:v>45812</c:v>
                </c:pt>
                <c:pt idx="892">
                  <c:v>45813</c:v>
                </c:pt>
                <c:pt idx="893">
                  <c:v>45814</c:v>
                </c:pt>
                <c:pt idx="894">
                  <c:v>45817</c:v>
                </c:pt>
                <c:pt idx="895">
                  <c:v>45818</c:v>
                </c:pt>
                <c:pt idx="896">
                  <c:v>45819</c:v>
                </c:pt>
                <c:pt idx="897">
                  <c:v>45820</c:v>
                </c:pt>
                <c:pt idx="898">
                  <c:v>45821</c:v>
                </c:pt>
                <c:pt idx="899">
                  <c:v>45824</c:v>
                </c:pt>
                <c:pt idx="900">
                  <c:v>45825</c:v>
                </c:pt>
                <c:pt idx="901">
                  <c:v>45826</c:v>
                </c:pt>
                <c:pt idx="902">
                  <c:v>45827</c:v>
                </c:pt>
                <c:pt idx="903">
                  <c:v>45828</c:v>
                </c:pt>
                <c:pt idx="904">
                  <c:v>45831</c:v>
                </c:pt>
                <c:pt idx="905">
                  <c:v>45832</c:v>
                </c:pt>
                <c:pt idx="906">
                  <c:v>45833</c:v>
                </c:pt>
                <c:pt idx="907">
                  <c:v>45834</c:v>
                </c:pt>
                <c:pt idx="908">
                  <c:v>45835</c:v>
                </c:pt>
                <c:pt idx="909">
                  <c:v>45838</c:v>
                </c:pt>
                <c:pt idx="910">
                  <c:v>45839</c:v>
                </c:pt>
                <c:pt idx="911">
                  <c:v>45840</c:v>
                </c:pt>
                <c:pt idx="912">
                  <c:v>45841</c:v>
                </c:pt>
                <c:pt idx="913">
                  <c:v>45842</c:v>
                </c:pt>
                <c:pt idx="914">
                  <c:v>45845</c:v>
                </c:pt>
                <c:pt idx="915">
                  <c:v>45846</c:v>
                </c:pt>
                <c:pt idx="916">
                  <c:v>45847</c:v>
                </c:pt>
                <c:pt idx="917">
                  <c:v>45848</c:v>
                </c:pt>
                <c:pt idx="918">
                  <c:v>45849</c:v>
                </c:pt>
                <c:pt idx="919">
                  <c:v>45852</c:v>
                </c:pt>
                <c:pt idx="920">
                  <c:v>45853</c:v>
                </c:pt>
                <c:pt idx="921">
                  <c:v>45854</c:v>
                </c:pt>
                <c:pt idx="922">
                  <c:v>45855</c:v>
                </c:pt>
                <c:pt idx="923">
                  <c:v>45856</c:v>
                </c:pt>
                <c:pt idx="924">
                  <c:v>45859</c:v>
                </c:pt>
                <c:pt idx="925">
                  <c:v>45860</c:v>
                </c:pt>
                <c:pt idx="926">
                  <c:v>45861</c:v>
                </c:pt>
                <c:pt idx="927">
                  <c:v>45862</c:v>
                </c:pt>
                <c:pt idx="928">
                  <c:v>45863</c:v>
                </c:pt>
                <c:pt idx="929">
                  <c:v>45866</c:v>
                </c:pt>
                <c:pt idx="930">
                  <c:v>45867</c:v>
                </c:pt>
                <c:pt idx="931">
                  <c:v>45868</c:v>
                </c:pt>
                <c:pt idx="932">
                  <c:v>45869</c:v>
                </c:pt>
                <c:pt idx="933">
                  <c:v>45870</c:v>
                </c:pt>
                <c:pt idx="934">
                  <c:v>45873</c:v>
                </c:pt>
                <c:pt idx="935">
                  <c:v>45874</c:v>
                </c:pt>
                <c:pt idx="936">
                  <c:v>45875</c:v>
                </c:pt>
                <c:pt idx="937">
                  <c:v>45876</c:v>
                </c:pt>
                <c:pt idx="938">
                  <c:v>45877</c:v>
                </c:pt>
                <c:pt idx="939">
                  <c:v>45880</c:v>
                </c:pt>
                <c:pt idx="940">
                  <c:v>45881</c:v>
                </c:pt>
                <c:pt idx="941">
                  <c:v>45882</c:v>
                </c:pt>
                <c:pt idx="942">
                  <c:v>45883</c:v>
                </c:pt>
                <c:pt idx="943">
                  <c:v>45884</c:v>
                </c:pt>
                <c:pt idx="944">
                  <c:v>45887</c:v>
                </c:pt>
                <c:pt idx="945">
                  <c:v>45888</c:v>
                </c:pt>
                <c:pt idx="946">
                  <c:v>45889</c:v>
                </c:pt>
                <c:pt idx="947">
                  <c:v>45890</c:v>
                </c:pt>
                <c:pt idx="948">
                  <c:v>45891</c:v>
                </c:pt>
                <c:pt idx="949">
                  <c:v>45894</c:v>
                </c:pt>
                <c:pt idx="950">
                  <c:v>45895</c:v>
                </c:pt>
                <c:pt idx="951">
                  <c:v>45896</c:v>
                </c:pt>
                <c:pt idx="952">
                  <c:v>45897</c:v>
                </c:pt>
                <c:pt idx="953">
                  <c:v>45898</c:v>
                </c:pt>
                <c:pt idx="954">
                  <c:v>45901</c:v>
                </c:pt>
                <c:pt idx="955">
                  <c:v>45902</c:v>
                </c:pt>
                <c:pt idx="956">
                  <c:v>45903</c:v>
                </c:pt>
                <c:pt idx="957">
                  <c:v>45904</c:v>
                </c:pt>
                <c:pt idx="958">
                  <c:v>45905</c:v>
                </c:pt>
                <c:pt idx="959">
                  <c:v>45908</c:v>
                </c:pt>
                <c:pt idx="960">
                  <c:v>45909</c:v>
                </c:pt>
                <c:pt idx="961">
                  <c:v>45910</c:v>
                </c:pt>
                <c:pt idx="962">
                  <c:v>45911</c:v>
                </c:pt>
                <c:pt idx="963">
                  <c:v>45912</c:v>
                </c:pt>
                <c:pt idx="964">
                  <c:v>45915</c:v>
                </c:pt>
                <c:pt idx="965">
                  <c:v>45916</c:v>
                </c:pt>
                <c:pt idx="966">
                  <c:v>45917</c:v>
                </c:pt>
                <c:pt idx="967">
                  <c:v>45918</c:v>
                </c:pt>
                <c:pt idx="968">
                  <c:v>45919</c:v>
                </c:pt>
                <c:pt idx="969">
                  <c:v>45922</c:v>
                </c:pt>
                <c:pt idx="970">
                  <c:v>45923</c:v>
                </c:pt>
                <c:pt idx="971">
                  <c:v>45924</c:v>
                </c:pt>
                <c:pt idx="972">
                  <c:v>45925</c:v>
                </c:pt>
                <c:pt idx="973">
                  <c:v>45926</c:v>
                </c:pt>
                <c:pt idx="974">
                  <c:v>45929</c:v>
                </c:pt>
                <c:pt idx="975">
                  <c:v>45930</c:v>
                </c:pt>
                <c:pt idx="976">
                  <c:v>45931</c:v>
                </c:pt>
                <c:pt idx="977">
                  <c:v>45932</c:v>
                </c:pt>
                <c:pt idx="978">
                  <c:v>45933</c:v>
                </c:pt>
                <c:pt idx="979">
                  <c:v>45936</c:v>
                </c:pt>
                <c:pt idx="980">
                  <c:v>45937</c:v>
                </c:pt>
                <c:pt idx="981">
                  <c:v>45938</c:v>
                </c:pt>
                <c:pt idx="982">
                  <c:v>45939</c:v>
                </c:pt>
                <c:pt idx="983">
                  <c:v>45940</c:v>
                </c:pt>
                <c:pt idx="984">
                  <c:v>45943</c:v>
                </c:pt>
                <c:pt idx="985">
                  <c:v>45944</c:v>
                </c:pt>
                <c:pt idx="986">
                  <c:v>45945</c:v>
                </c:pt>
                <c:pt idx="987">
                  <c:v>45946</c:v>
                </c:pt>
                <c:pt idx="988">
                  <c:v>45947</c:v>
                </c:pt>
                <c:pt idx="989">
                  <c:v>45950</c:v>
                </c:pt>
                <c:pt idx="990">
                  <c:v>45951</c:v>
                </c:pt>
                <c:pt idx="991">
                  <c:v>45952</c:v>
                </c:pt>
                <c:pt idx="992">
                  <c:v>45953</c:v>
                </c:pt>
                <c:pt idx="993">
                  <c:v>45954</c:v>
                </c:pt>
                <c:pt idx="994">
                  <c:v>45957</c:v>
                </c:pt>
                <c:pt idx="995">
                  <c:v>45958</c:v>
                </c:pt>
                <c:pt idx="996">
                  <c:v>45959</c:v>
                </c:pt>
                <c:pt idx="997">
                  <c:v>45960</c:v>
                </c:pt>
                <c:pt idx="998">
                  <c:v>45961</c:v>
                </c:pt>
                <c:pt idx="999">
                  <c:v>45964</c:v>
                </c:pt>
                <c:pt idx="1000">
                  <c:v>45965</c:v>
                </c:pt>
                <c:pt idx="1001">
                  <c:v>45966</c:v>
                </c:pt>
                <c:pt idx="1002">
                  <c:v>45967</c:v>
                </c:pt>
                <c:pt idx="1003">
                  <c:v>45968</c:v>
                </c:pt>
                <c:pt idx="1004">
                  <c:v>45971</c:v>
                </c:pt>
                <c:pt idx="1005">
                  <c:v>45972</c:v>
                </c:pt>
                <c:pt idx="1006">
                  <c:v>45973</c:v>
                </c:pt>
                <c:pt idx="1007">
                  <c:v>45974</c:v>
                </c:pt>
                <c:pt idx="1008">
                  <c:v>45975</c:v>
                </c:pt>
                <c:pt idx="1009">
                  <c:v>45978</c:v>
                </c:pt>
                <c:pt idx="1010">
                  <c:v>45979</c:v>
                </c:pt>
                <c:pt idx="1011">
                  <c:v>45980</c:v>
                </c:pt>
                <c:pt idx="1012">
                  <c:v>45981</c:v>
                </c:pt>
                <c:pt idx="1013">
                  <c:v>45982</c:v>
                </c:pt>
                <c:pt idx="1014">
                  <c:v>45985</c:v>
                </c:pt>
                <c:pt idx="1015">
                  <c:v>45986</c:v>
                </c:pt>
                <c:pt idx="1016">
                  <c:v>45987</c:v>
                </c:pt>
                <c:pt idx="1017">
                  <c:v>45988</c:v>
                </c:pt>
                <c:pt idx="1018">
                  <c:v>45989</c:v>
                </c:pt>
                <c:pt idx="1019">
                  <c:v>45992</c:v>
                </c:pt>
                <c:pt idx="1020">
                  <c:v>45993</c:v>
                </c:pt>
                <c:pt idx="1021">
                  <c:v>45994</c:v>
                </c:pt>
                <c:pt idx="1022">
                  <c:v>45995</c:v>
                </c:pt>
                <c:pt idx="1023">
                  <c:v>45996</c:v>
                </c:pt>
                <c:pt idx="1024">
                  <c:v>45999</c:v>
                </c:pt>
                <c:pt idx="1025">
                  <c:v>46000</c:v>
                </c:pt>
                <c:pt idx="1026">
                  <c:v>46001</c:v>
                </c:pt>
                <c:pt idx="1027">
                  <c:v>46002</c:v>
                </c:pt>
                <c:pt idx="1028">
                  <c:v>46003</c:v>
                </c:pt>
                <c:pt idx="1029">
                  <c:v>46006</c:v>
                </c:pt>
                <c:pt idx="1030">
                  <c:v>46007</c:v>
                </c:pt>
                <c:pt idx="1031">
                  <c:v>46008</c:v>
                </c:pt>
                <c:pt idx="1032">
                  <c:v>46009</c:v>
                </c:pt>
                <c:pt idx="1033">
                  <c:v>46010</c:v>
                </c:pt>
                <c:pt idx="1034">
                  <c:v>46013</c:v>
                </c:pt>
                <c:pt idx="1035">
                  <c:v>46014</c:v>
                </c:pt>
                <c:pt idx="1036">
                  <c:v>46015</c:v>
                </c:pt>
                <c:pt idx="1037">
                  <c:v>46016</c:v>
                </c:pt>
                <c:pt idx="1038">
                  <c:v>46017</c:v>
                </c:pt>
                <c:pt idx="1039">
                  <c:v>46020</c:v>
                </c:pt>
                <c:pt idx="1040">
                  <c:v>46021</c:v>
                </c:pt>
                <c:pt idx="1041">
                  <c:v>46022</c:v>
                </c:pt>
                <c:pt idx="1042">
                  <c:v>46023</c:v>
                </c:pt>
                <c:pt idx="1043">
                  <c:v>46024</c:v>
                </c:pt>
                <c:pt idx="1044">
                  <c:v>46027</c:v>
                </c:pt>
                <c:pt idx="1045">
                  <c:v>46028</c:v>
                </c:pt>
                <c:pt idx="1046">
                  <c:v>46029</c:v>
                </c:pt>
                <c:pt idx="1047">
                  <c:v>46030</c:v>
                </c:pt>
                <c:pt idx="1048">
                  <c:v>46031</c:v>
                </c:pt>
                <c:pt idx="1049">
                  <c:v>46034</c:v>
                </c:pt>
                <c:pt idx="1050">
                  <c:v>46035</c:v>
                </c:pt>
                <c:pt idx="1051">
                  <c:v>46036</c:v>
                </c:pt>
                <c:pt idx="1052">
                  <c:v>46037</c:v>
                </c:pt>
                <c:pt idx="1053">
                  <c:v>46038</c:v>
                </c:pt>
                <c:pt idx="1054">
                  <c:v>46041</c:v>
                </c:pt>
                <c:pt idx="1055">
                  <c:v>46042</c:v>
                </c:pt>
                <c:pt idx="1056">
                  <c:v>46043</c:v>
                </c:pt>
                <c:pt idx="1057">
                  <c:v>46044</c:v>
                </c:pt>
                <c:pt idx="1058">
                  <c:v>46045</c:v>
                </c:pt>
                <c:pt idx="1059">
                  <c:v>46048</c:v>
                </c:pt>
                <c:pt idx="1060">
                  <c:v>46049</c:v>
                </c:pt>
                <c:pt idx="1061">
                  <c:v>46050</c:v>
                </c:pt>
                <c:pt idx="1062">
                  <c:v>46051</c:v>
                </c:pt>
                <c:pt idx="1063">
                  <c:v>46052</c:v>
                </c:pt>
                <c:pt idx="1064">
                  <c:v>46055</c:v>
                </c:pt>
                <c:pt idx="1065">
                  <c:v>46056</c:v>
                </c:pt>
                <c:pt idx="1066">
                  <c:v>46057</c:v>
                </c:pt>
                <c:pt idx="1067">
                  <c:v>46058</c:v>
                </c:pt>
                <c:pt idx="1068">
                  <c:v>46059</c:v>
                </c:pt>
                <c:pt idx="1069">
                  <c:v>46062</c:v>
                </c:pt>
                <c:pt idx="1070">
                  <c:v>46063</c:v>
                </c:pt>
                <c:pt idx="1071">
                  <c:v>46064</c:v>
                </c:pt>
                <c:pt idx="1072">
                  <c:v>46065</c:v>
                </c:pt>
                <c:pt idx="1073">
                  <c:v>46066</c:v>
                </c:pt>
                <c:pt idx="1074">
                  <c:v>46069</c:v>
                </c:pt>
                <c:pt idx="1075">
                  <c:v>46070</c:v>
                </c:pt>
                <c:pt idx="1076">
                  <c:v>46071</c:v>
                </c:pt>
                <c:pt idx="1077">
                  <c:v>46072</c:v>
                </c:pt>
                <c:pt idx="1078">
                  <c:v>46073</c:v>
                </c:pt>
                <c:pt idx="1079">
                  <c:v>46076</c:v>
                </c:pt>
                <c:pt idx="1080">
                  <c:v>46077</c:v>
                </c:pt>
                <c:pt idx="1081">
                  <c:v>46078</c:v>
                </c:pt>
                <c:pt idx="1082">
                  <c:v>46079</c:v>
                </c:pt>
                <c:pt idx="1083">
                  <c:v>46080</c:v>
                </c:pt>
                <c:pt idx="1084">
                  <c:v>46083</c:v>
                </c:pt>
                <c:pt idx="1085">
                  <c:v>46084</c:v>
                </c:pt>
                <c:pt idx="1086">
                  <c:v>46085</c:v>
                </c:pt>
                <c:pt idx="1087">
                  <c:v>46086</c:v>
                </c:pt>
                <c:pt idx="1088">
                  <c:v>46087</c:v>
                </c:pt>
                <c:pt idx="1089">
                  <c:v>46090</c:v>
                </c:pt>
                <c:pt idx="1090">
                  <c:v>46091</c:v>
                </c:pt>
                <c:pt idx="1091">
                  <c:v>46092</c:v>
                </c:pt>
                <c:pt idx="1092">
                  <c:v>46093</c:v>
                </c:pt>
                <c:pt idx="1093">
                  <c:v>46094</c:v>
                </c:pt>
                <c:pt idx="1094">
                  <c:v>46097</c:v>
                </c:pt>
                <c:pt idx="1095">
                  <c:v>46098</c:v>
                </c:pt>
                <c:pt idx="1096">
                  <c:v>46099</c:v>
                </c:pt>
                <c:pt idx="1097">
                  <c:v>46100</c:v>
                </c:pt>
                <c:pt idx="1098">
                  <c:v>46101</c:v>
                </c:pt>
                <c:pt idx="1099">
                  <c:v>46104</c:v>
                </c:pt>
                <c:pt idx="1100">
                  <c:v>46105</c:v>
                </c:pt>
                <c:pt idx="1101">
                  <c:v>46106</c:v>
                </c:pt>
                <c:pt idx="1102">
                  <c:v>46107</c:v>
                </c:pt>
                <c:pt idx="1103">
                  <c:v>46108</c:v>
                </c:pt>
                <c:pt idx="1104">
                  <c:v>46111</c:v>
                </c:pt>
                <c:pt idx="1105">
                  <c:v>46112</c:v>
                </c:pt>
                <c:pt idx="1106">
                  <c:v>46113</c:v>
                </c:pt>
                <c:pt idx="1107">
                  <c:v>46114</c:v>
                </c:pt>
                <c:pt idx="1108">
                  <c:v>46115</c:v>
                </c:pt>
                <c:pt idx="1109">
                  <c:v>46118</c:v>
                </c:pt>
                <c:pt idx="1110">
                  <c:v>46119</c:v>
                </c:pt>
                <c:pt idx="1111">
                  <c:v>46120</c:v>
                </c:pt>
                <c:pt idx="1112">
                  <c:v>46121</c:v>
                </c:pt>
                <c:pt idx="1113">
                  <c:v>46122</c:v>
                </c:pt>
                <c:pt idx="1114">
                  <c:v>46125</c:v>
                </c:pt>
                <c:pt idx="1115">
                  <c:v>46126</c:v>
                </c:pt>
                <c:pt idx="1116">
                  <c:v>46127</c:v>
                </c:pt>
                <c:pt idx="1117">
                  <c:v>46128</c:v>
                </c:pt>
                <c:pt idx="1118">
                  <c:v>46129</c:v>
                </c:pt>
                <c:pt idx="1119">
                  <c:v>46132</c:v>
                </c:pt>
                <c:pt idx="1120">
                  <c:v>46133</c:v>
                </c:pt>
                <c:pt idx="1121">
                  <c:v>46134</c:v>
                </c:pt>
                <c:pt idx="1122">
                  <c:v>46135</c:v>
                </c:pt>
                <c:pt idx="1123">
                  <c:v>46136</c:v>
                </c:pt>
                <c:pt idx="1124">
                  <c:v>46139</c:v>
                </c:pt>
                <c:pt idx="1125">
                  <c:v>46140</c:v>
                </c:pt>
                <c:pt idx="1126">
                  <c:v>46141</c:v>
                </c:pt>
                <c:pt idx="1127">
                  <c:v>46142</c:v>
                </c:pt>
                <c:pt idx="1128">
                  <c:v>46143</c:v>
                </c:pt>
                <c:pt idx="1129">
                  <c:v>46146</c:v>
                </c:pt>
                <c:pt idx="1130">
                  <c:v>46147</c:v>
                </c:pt>
                <c:pt idx="1131">
                  <c:v>46148</c:v>
                </c:pt>
                <c:pt idx="1132">
                  <c:v>46149</c:v>
                </c:pt>
                <c:pt idx="1133">
                  <c:v>46150</c:v>
                </c:pt>
                <c:pt idx="1134">
                  <c:v>46153</c:v>
                </c:pt>
                <c:pt idx="1135">
                  <c:v>46154</c:v>
                </c:pt>
                <c:pt idx="1136">
                  <c:v>46155</c:v>
                </c:pt>
                <c:pt idx="1137">
                  <c:v>46156</c:v>
                </c:pt>
                <c:pt idx="1138">
                  <c:v>46157</c:v>
                </c:pt>
                <c:pt idx="1139">
                  <c:v>46160</c:v>
                </c:pt>
                <c:pt idx="1140">
                  <c:v>46161</c:v>
                </c:pt>
                <c:pt idx="1141">
                  <c:v>46162</c:v>
                </c:pt>
                <c:pt idx="1142">
                  <c:v>46163</c:v>
                </c:pt>
                <c:pt idx="1143">
                  <c:v>46164</c:v>
                </c:pt>
                <c:pt idx="1144">
                  <c:v>46168</c:v>
                </c:pt>
                <c:pt idx="1145">
                  <c:v>46169</c:v>
                </c:pt>
                <c:pt idx="1146">
                  <c:v>46170</c:v>
                </c:pt>
                <c:pt idx="1147">
                  <c:v>46171</c:v>
                </c:pt>
                <c:pt idx="1148">
                  <c:v>46174</c:v>
                </c:pt>
                <c:pt idx="1149">
                  <c:v>46175</c:v>
                </c:pt>
                <c:pt idx="1150">
                  <c:v>46176</c:v>
                </c:pt>
                <c:pt idx="1151">
                  <c:v>46177</c:v>
                </c:pt>
                <c:pt idx="1152">
                  <c:v>46178</c:v>
                </c:pt>
                <c:pt idx="1153">
                  <c:v>46181</c:v>
                </c:pt>
                <c:pt idx="1154">
                  <c:v>46182</c:v>
                </c:pt>
                <c:pt idx="1155">
                  <c:v>46183</c:v>
                </c:pt>
                <c:pt idx="1156">
                  <c:v>46184</c:v>
                </c:pt>
                <c:pt idx="1157">
                  <c:v>46185</c:v>
                </c:pt>
                <c:pt idx="1158">
                  <c:v>46188</c:v>
                </c:pt>
                <c:pt idx="1159">
                  <c:v>46189</c:v>
                </c:pt>
                <c:pt idx="1160">
                  <c:v>46190</c:v>
                </c:pt>
                <c:pt idx="1161">
                  <c:v>46191</c:v>
                </c:pt>
                <c:pt idx="1162">
                  <c:v>46192</c:v>
                </c:pt>
                <c:pt idx="1163">
                  <c:v>46195</c:v>
                </c:pt>
                <c:pt idx="1164">
                  <c:v>46196</c:v>
                </c:pt>
                <c:pt idx="1165">
                  <c:v>46197</c:v>
                </c:pt>
                <c:pt idx="1166">
                  <c:v>46198</c:v>
                </c:pt>
                <c:pt idx="1167">
                  <c:v>46199</c:v>
                </c:pt>
                <c:pt idx="1168">
                  <c:v>46202</c:v>
                </c:pt>
                <c:pt idx="1169">
                  <c:v>46203</c:v>
                </c:pt>
                <c:pt idx="1170">
                  <c:v>46204</c:v>
                </c:pt>
                <c:pt idx="1171">
                  <c:v>46205</c:v>
                </c:pt>
                <c:pt idx="1172">
                  <c:v>46206</c:v>
                </c:pt>
                <c:pt idx="1173">
                  <c:v>46209</c:v>
                </c:pt>
                <c:pt idx="1174">
                  <c:v>46210</c:v>
                </c:pt>
                <c:pt idx="1175">
                  <c:v>46211</c:v>
                </c:pt>
                <c:pt idx="1176">
                  <c:v>46212</c:v>
                </c:pt>
                <c:pt idx="1177">
                  <c:v>46213</c:v>
                </c:pt>
                <c:pt idx="1178">
                  <c:v>46216</c:v>
                </c:pt>
                <c:pt idx="1179">
                  <c:v>46217</c:v>
                </c:pt>
                <c:pt idx="1180">
                  <c:v>46218</c:v>
                </c:pt>
                <c:pt idx="1181">
                  <c:v>46219</c:v>
                </c:pt>
                <c:pt idx="1182">
                  <c:v>46220</c:v>
                </c:pt>
                <c:pt idx="1183">
                  <c:v>46223</c:v>
                </c:pt>
                <c:pt idx="1184">
                  <c:v>46224</c:v>
                </c:pt>
                <c:pt idx="1185">
                  <c:v>46225</c:v>
                </c:pt>
                <c:pt idx="1186">
                  <c:v>46226</c:v>
                </c:pt>
                <c:pt idx="1187">
                  <c:v>46227</c:v>
                </c:pt>
                <c:pt idx="1188">
                  <c:v>46230</c:v>
                </c:pt>
                <c:pt idx="1189">
                  <c:v>46231</c:v>
                </c:pt>
                <c:pt idx="1190">
                  <c:v>46232</c:v>
                </c:pt>
                <c:pt idx="1191">
                  <c:v>46233</c:v>
                </c:pt>
                <c:pt idx="1192">
                  <c:v>46234</c:v>
                </c:pt>
                <c:pt idx="1193">
                  <c:v>46237</c:v>
                </c:pt>
                <c:pt idx="1194">
                  <c:v>46238</c:v>
                </c:pt>
                <c:pt idx="1195">
                  <c:v>46239</c:v>
                </c:pt>
                <c:pt idx="1196">
                  <c:v>46240</c:v>
                </c:pt>
                <c:pt idx="1197">
                  <c:v>46241</c:v>
                </c:pt>
                <c:pt idx="1198">
                  <c:v>46244</c:v>
                </c:pt>
                <c:pt idx="1199">
                  <c:v>46245</c:v>
                </c:pt>
                <c:pt idx="1200">
                  <c:v>46246</c:v>
                </c:pt>
                <c:pt idx="1201">
                  <c:v>46247</c:v>
                </c:pt>
                <c:pt idx="1202">
                  <c:v>46248</c:v>
                </c:pt>
                <c:pt idx="1203">
                  <c:v>46251</c:v>
                </c:pt>
                <c:pt idx="1204">
                  <c:v>46252</c:v>
                </c:pt>
                <c:pt idx="1205">
                  <c:v>46253</c:v>
                </c:pt>
                <c:pt idx="1206">
                  <c:v>46254</c:v>
                </c:pt>
                <c:pt idx="1207">
                  <c:v>46255</c:v>
                </c:pt>
                <c:pt idx="1208">
                  <c:v>46258</c:v>
                </c:pt>
                <c:pt idx="1209">
                  <c:v>46259</c:v>
                </c:pt>
                <c:pt idx="1210">
                  <c:v>46260</c:v>
                </c:pt>
                <c:pt idx="1211">
                  <c:v>46261</c:v>
                </c:pt>
                <c:pt idx="1212">
                  <c:v>46262</c:v>
                </c:pt>
                <c:pt idx="1213">
                  <c:v>46265</c:v>
                </c:pt>
                <c:pt idx="1214">
                  <c:v>46266</c:v>
                </c:pt>
                <c:pt idx="1215">
                  <c:v>46267</c:v>
                </c:pt>
                <c:pt idx="1216">
                  <c:v>46268</c:v>
                </c:pt>
                <c:pt idx="1217">
                  <c:v>46269</c:v>
                </c:pt>
                <c:pt idx="1218">
                  <c:v>46272</c:v>
                </c:pt>
                <c:pt idx="1219">
                  <c:v>46273</c:v>
                </c:pt>
                <c:pt idx="1220">
                  <c:v>46274</c:v>
                </c:pt>
                <c:pt idx="1221">
                  <c:v>46275</c:v>
                </c:pt>
                <c:pt idx="1222">
                  <c:v>46276</c:v>
                </c:pt>
                <c:pt idx="1223">
                  <c:v>46279</c:v>
                </c:pt>
                <c:pt idx="1224">
                  <c:v>46280</c:v>
                </c:pt>
                <c:pt idx="1225">
                  <c:v>46281</c:v>
                </c:pt>
                <c:pt idx="1226">
                  <c:v>46282</c:v>
                </c:pt>
                <c:pt idx="1227">
                  <c:v>46283</c:v>
                </c:pt>
                <c:pt idx="1228">
                  <c:v>46286</c:v>
                </c:pt>
                <c:pt idx="1229">
                  <c:v>46287</c:v>
                </c:pt>
                <c:pt idx="1230">
                  <c:v>46288</c:v>
                </c:pt>
                <c:pt idx="1231">
                  <c:v>46289</c:v>
                </c:pt>
                <c:pt idx="1232">
                  <c:v>46290</c:v>
                </c:pt>
                <c:pt idx="1233">
                  <c:v>46293</c:v>
                </c:pt>
                <c:pt idx="1234">
                  <c:v>46294</c:v>
                </c:pt>
                <c:pt idx="1235">
                  <c:v>46295</c:v>
                </c:pt>
                <c:pt idx="1236">
                  <c:v>46296</c:v>
                </c:pt>
                <c:pt idx="1237">
                  <c:v>46297</c:v>
                </c:pt>
                <c:pt idx="1238">
                  <c:v>46300</c:v>
                </c:pt>
                <c:pt idx="1239">
                  <c:v>46301</c:v>
                </c:pt>
                <c:pt idx="1240">
                  <c:v>46302</c:v>
                </c:pt>
                <c:pt idx="1241">
                  <c:v>46303</c:v>
                </c:pt>
                <c:pt idx="1242">
                  <c:v>46304</c:v>
                </c:pt>
                <c:pt idx="1243">
                  <c:v>46307</c:v>
                </c:pt>
                <c:pt idx="1244">
                  <c:v>46308</c:v>
                </c:pt>
                <c:pt idx="1245">
                  <c:v>46309</c:v>
                </c:pt>
                <c:pt idx="1246">
                  <c:v>46310</c:v>
                </c:pt>
                <c:pt idx="1247">
                  <c:v>46311</c:v>
                </c:pt>
                <c:pt idx="1248">
                  <c:v>#N/A</c:v>
                </c:pt>
                <c:pt idx="1249">
                  <c:v>#N/A</c:v>
                </c:pt>
                <c:pt idx="1250">
                  <c:v>#N/A</c:v>
                </c:pt>
                <c:pt idx="1251">
                  <c:v>#N/A</c:v>
                </c:pt>
                <c:pt idx="1252">
                  <c:v>#N/A</c:v>
                </c:pt>
                <c:pt idx="1253">
                  <c:v>#N/A</c:v>
                </c:pt>
                <c:pt idx="1254">
                  <c:v>#N/A</c:v>
                </c:pt>
                <c:pt idx="1255">
                  <c:v>#N/A</c:v>
                </c:pt>
                <c:pt idx="1256">
                  <c:v>#N/A</c:v>
                </c:pt>
                <c:pt idx="1257">
                  <c:v>#N/A</c:v>
                </c:pt>
                <c:pt idx="1258">
                  <c:v>#N/A</c:v>
                </c:pt>
                <c:pt idx="1259">
                  <c:v>#N/A</c:v>
                </c:pt>
                <c:pt idx="1260">
                  <c:v>#N/A</c:v>
                </c:pt>
                <c:pt idx="1261">
                  <c:v>#N/A</c:v>
                </c:pt>
                <c:pt idx="1262">
                  <c:v>#N/A</c:v>
                </c:pt>
                <c:pt idx="1263">
                  <c:v>#N/A</c:v>
                </c:pt>
                <c:pt idx="1264">
                  <c:v>#N/A</c:v>
                </c:pt>
                <c:pt idx="1265">
                  <c:v>#N/A</c:v>
                </c:pt>
                <c:pt idx="1266">
                  <c:v>#N/A</c:v>
                </c:pt>
                <c:pt idx="1267">
                  <c:v>#N/A</c:v>
                </c:pt>
                <c:pt idx="1268">
                  <c:v>#N/A</c:v>
                </c:pt>
                <c:pt idx="1269">
                  <c:v>#N/A</c:v>
                </c:pt>
                <c:pt idx="1270">
                  <c:v>#N/A</c:v>
                </c:pt>
                <c:pt idx="1271">
                  <c:v>#N/A</c:v>
                </c:pt>
                <c:pt idx="1272">
                  <c:v>#N/A</c:v>
                </c:pt>
                <c:pt idx="1273">
                  <c:v>#N/A</c:v>
                </c:pt>
                <c:pt idx="1274">
                  <c:v>#N/A</c:v>
                </c:pt>
                <c:pt idx="1275">
                  <c:v>#N/A</c:v>
                </c:pt>
                <c:pt idx="1276">
                  <c:v>#N/A</c:v>
                </c:pt>
                <c:pt idx="1277">
                  <c:v>#N/A</c:v>
                </c:pt>
                <c:pt idx="1278">
                  <c:v>#N/A</c:v>
                </c:pt>
                <c:pt idx="1279">
                  <c:v>#N/A</c:v>
                </c:pt>
                <c:pt idx="1280">
                  <c:v>#N/A</c:v>
                </c:pt>
                <c:pt idx="1281">
                  <c:v>#N/A</c:v>
                </c:pt>
                <c:pt idx="1282">
                  <c:v>#N/A</c:v>
                </c:pt>
                <c:pt idx="1283">
                  <c:v>#N/A</c:v>
                </c:pt>
                <c:pt idx="1284">
                  <c:v>#N/A</c:v>
                </c:pt>
                <c:pt idx="1285">
                  <c:v>#N/A</c:v>
                </c:pt>
                <c:pt idx="1286">
                  <c:v>#N/A</c:v>
                </c:pt>
                <c:pt idx="1287">
                  <c:v>#N/A</c:v>
                </c:pt>
                <c:pt idx="1288">
                  <c:v>#N/A</c:v>
                </c:pt>
                <c:pt idx="1289">
                  <c:v>#N/A</c:v>
                </c:pt>
                <c:pt idx="1290">
                  <c:v>#N/A</c:v>
                </c:pt>
                <c:pt idx="1291">
                  <c:v>#N/A</c:v>
                </c:pt>
                <c:pt idx="1292">
                  <c:v>#N/A</c:v>
                </c:pt>
                <c:pt idx="1293">
                  <c:v>#N/A</c:v>
                </c:pt>
                <c:pt idx="1294">
                  <c:v>#N/A</c:v>
                </c:pt>
                <c:pt idx="1295">
                  <c:v>#N/A</c:v>
                </c:pt>
                <c:pt idx="1296">
                  <c:v>#N/A</c:v>
                </c:pt>
                <c:pt idx="1297">
                  <c:v>#N/A</c:v>
                </c:pt>
                <c:pt idx="1298">
                  <c:v>#N/A</c:v>
                </c:pt>
                <c:pt idx="1299">
                  <c:v>#N/A</c:v>
                </c:pt>
                <c:pt idx="1300">
                  <c:v>#N/A</c:v>
                </c:pt>
                <c:pt idx="1301">
                  <c:v>#N/A</c:v>
                </c:pt>
                <c:pt idx="1302">
                  <c:v>#N/A</c:v>
                </c:pt>
                <c:pt idx="1303">
                  <c:v>#N/A</c:v>
                </c:pt>
                <c:pt idx="1304">
                  <c:v>#N/A</c:v>
                </c:pt>
                <c:pt idx="1305">
                  <c:v>#N/A</c:v>
                </c:pt>
                <c:pt idx="1306">
                  <c:v>#N/A</c:v>
                </c:pt>
                <c:pt idx="1307">
                  <c:v>#N/A</c:v>
                </c:pt>
                <c:pt idx="1308">
                  <c:v>#N/A</c:v>
                </c:pt>
                <c:pt idx="1309">
                  <c:v>#N/A</c:v>
                </c:pt>
                <c:pt idx="1310">
                  <c:v>#N/A</c:v>
                </c:pt>
                <c:pt idx="1311">
                  <c:v>#N/A</c:v>
                </c:pt>
                <c:pt idx="1312">
                  <c:v>#N/A</c:v>
                </c:pt>
                <c:pt idx="1313">
                  <c:v>#N/A</c:v>
                </c:pt>
                <c:pt idx="1314">
                  <c:v>#N/A</c:v>
                </c:pt>
                <c:pt idx="1315">
                  <c:v>#N/A</c:v>
                </c:pt>
                <c:pt idx="1316">
                  <c:v>#N/A</c:v>
                </c:pt>
                <c:pt idx="1317">
                  <c:v>#N/A</c:v>
                </c:pt>
                <c:pt idx="1318">
                  <c:v>#N/A</c:v>
                </c:pt>
                <c:pt idx="1319">
                  <c:v>#N/A</c:v>
                </c:pt>
                <c:pt idx="1320">
                  <c:v>#N/A</c:v>
                </c:pt>
              </c:numCache>
            </c:numRef>
          </c:cat>
          <c:val>
            <c:numRef>
              <c:f>FI_INDEX!$AW$795:$AW$4550</c:f>
              <c:numCache>
                <c:formatCode>0.0</c:formatCode>
                <c:ptCount val="3756"/>
                <c:pt idx="0">
                  <c:v>100</c:v>
                </c:pt>
                <c:pt idx="1">
                  <c:v>98.050139275766</c:v>
                </c:pt>
                <c:pt idx="2">
                  <c:v>98.105849582172723</c:v>
                </c:pt>
                <c:pt idx="3">
                  <c:v>97.604456824512539</c:v>
                </c:pt>
                <c:pt idx="4">
                  <c:v>97.994428969359333</c:v>
                </c:pt>
                <c:pt idx="5">
                  <c:v>98.830083565459603</c:v>
                </c:pt>
                <c:pt idx="6">
                  <c:v>98.384401114206128</c:v>
                </c:pt>
                <c:pt idx="7">
                  <c:v>100.05571030640667</c:v>
                </c:pt>
                <c:pt idx="8">
                  <c:v>100.6685236768802</c:v>
                </c:pt>
                <c:pt idx="9">
                  <c:v>100.7799442896936</c:v>
                </c:pt>
                <c:pt idx="10">
                  <c:v>100.66852367688023</c:v>
                </c:pt>
                <c:pt idx="11">
                  <c:v>101.00278551532035</c:v>
                </c:pt>
                <c:pt idx="12">
                  <c:v>100.05571030640672</c:v>
                </c:pt>
                <c:pt idx="13">
                  <c:v>102.45125348189418</c:v>
                </c:pt>
                <c:pt idx="14">
                  <c:v>102.78551532033433</c:v>
                </c:pt>
                <c:pt idx="15">
                  <c:v>102.0612813370474</c:v>
                </c:pt>
                <c:pt idx="16">
                  <c:v>101.50417827298057</c:v>
                </c:pt>
                <c:pt idx="17">
                  <c:v>102.33983286908087</c:v>
                </c:pt>
                <c:pt idx="18">
                  <c:v>102.5626740947076</c:v>
                </c:pt>
                <c:pt idx="19">
                  <c:v>103.11977715877444</c:v>
                </c:pt>
                <c:pt idx="20">
                  <c:v>103.78830083565467</c:v>
                </c:pt>
                <c:pt idx="21">
                  <c:v>105.01392757660174</c:v>
                </c:pt>
                <c:pt idx="22">
                  <c:v>105.79387186629533</c:v>
                </c:pt>
                <c:pt idx="23">
                  <c:v>105.849582172702</c:v>
                </c:pt>
                <c:pt idx="24">
                  <c:v>105.40389972144852</c:v>
                </c:pt>
                <c:pt idx="25">
                  <c:v>104.56824512534824</c:v>
                </c:pt>
                <c:pt idx="26">
                  <c:v>105.84958217270201</c:v>
                </c:pt>
                <c:pt idx="27">
                  <c:v>105.90529247910868</c:v>
                </c:pt>
                <c:pt idx="28">
                  <c:v>106.40668523676885</c:v>
                </c:pt>
                <c:pt idx="29">
                  <c:v>106.12813370473542</c:v>
                </c:pt>
                <c:pt idx="30">
                  <c:v>106.07242339832875</c:v>
                </c:pt>
                <c:pt idx="31">
                  <c:v>106.79665738161563</c:v>
                </c:pt>
                <c:pt idx="32">
                  <c:v>107.96657381615601</c:v>
                </c:pt>
                <c:pt idx="33">
                  <c:v>108.46796657381618</c:v>
                </c:pt>
                <c:pt idx="34">
                  <c:v>107.68802228412258</c:v>
                </c:pt>
                <c:pt idx="35">
                  <c:v>108.41225626740952</c:v>
                </c:pt>
                <c:pt idx="36">
                  <c:v>109.13649025069644</c:v>
                </c:pt>
                <c:pt idx="37">
                  <c:v>110.13927576601681</c:v>
                </c:pt>
                <c:pt idx="38">
                  <c:v>111.19777158774387</c:v>
                </c:pt>
                <c:pt idx="39">
                  <c:v>108.74651810584973</c:v>
                </c:pt>
                <c:pt idx="40">
                  <c:v>107.91086350974946</c:v>
                </c:pt>
                <c:pt idx="41">
                  <c:v>107.91086350974946</c:v>
                </c:pt>
                <c:pt idx="42">
                  <c:v>107.91086350974946</c:v>
                </c:pt>
                <c:pt idx="43">
                  <c:v>109.24791086350989</c:v>
                </c:pt>
                <c:pt idx="44">
                  <c:v>110.69637883008367</c:v>
                </c:pt>
                <c:pt idx="45">
                  <c:v>110.02785515320348</c:v>
                </c:pt>
                <c:pt idx="46">
                  <c:v>108.96935933147644</c:v>
                </c:pt>
                <c:pt idx="47">
                  <c:v>110.08356545961016</c:v>
                </c:pt>
                <c:pt idx="48">
                  <c:v>111.14206128133718</c:v>
                </c:pt>
                <c:pt idx="49">
                  <c:v>111.14206128133718</c:v>
                </c:pt>
                <c:pt idx="50">
                  <c:v>109.74930362117003</c:v>
                </c:pt>
                <c:pt idx="51">
                  <c:v>108.85793871866305</c:v>
                </c:pt>
                <c:pt idx="52">
                  <c:v>107.85515320334272</c:v>
                </c:pt>
                <c:pt idx="53">
                  <c:v>109.74930362117004</c:v>
                </c:pt>
                <c:pt idx="54">
                  <c:v>110.52924791086362</c:v>
                </c:pt>
                <c:pt idx="55">
                  <c:v>110.97493036211709</c:v>
                </c:pt>
                <c:pt idx="56">
                  <c:v>112.81337047353776</c:v>
                </c:pt>
                <c:pt idx="57">
                  <c:v>113.42618384401131</c:v>
                </c:pt>
                <c:pt idx="58">
                  <c:v>115.37604456824532</c:v>
                </c:pt>
                <c:pt idx="59">
                  <c:v>115.43175487465201</c:v>
                </c:pt>
                <c:pt idx="60">
                  <c:v>117.49303621169936</c:v>
                </c:pt>
                <c:pt idx="61">
                  <c:v>116.9359331476325</c:v>
                </c:pt>
                <c:pt idx="62">
                  <c:v>117.10306406685251</c:v>
                </c:pt>
                <c:pt idx="63">
                  <c:v>116.76880222841241</c:v>
                </c:pt>
                <c:pt idx="64">
                  <c:v>117.43732590529258</c:v>
                </c:pt>
                <c:pt idx="65">
                  <c:v>119.55431754874662</c:v>
                </c:pt>
                <c:pt idx="66">
                  <c:v>121.28133704735387</c:v>
                </c:pt>
                <c:pt idx="67">
                  <c:v>119.77715877437335</c:v>
                </c:pt>
                <c:pt idx="68">
                  <c:v>118.16155988857948</c:v>
                </c:pt>
                <c:pt idx="69">
                  <c:v>117.27019498607251</c:v>
                </c:pt>
                <c:pt idx="70">
                  <c:v>118.55153203342626</c:v>
                </c:pt>
                <c:pt idx="71">
                  <c:v>118.66295264623963</c:v>
                </c:pt>
                <c:pt idx="72">
                  <c:v>119.16434540389977</c:v>
                </c:pt>
                <c:pt idx="73">
                  <c:v>118.77437325905296</c:v>
                </c:pt>
                <c:pt idx="74">
                  <c:v>118.49582172701952</c:v>
                </c:pt>
                <c:pt idx="75">
                  <c:v>118.49582172701952</c:v>
                </c:pt>
                <c:pt idx="76">
                  <c:v>119.7214484679666</c:v>
                </c:pt>
                <c:pt idx="77">
                  <c:v>119.38718662952647</c:v>
                </c:pt>
                <c:pt idx="78">
                  <c:v>120.50139275766017</c:v>
                </c:pt>
                <c:pt idx="79">
                  <c:v>120.55710306406684</c:v>
                </c:pt>
                <c:pt idx="80">
                  <c:v>116.15598885793869</c:v>
                </c:pt>
                <c:pt idx="81">
                  <c:v>114.20612813370472</c:v>
                </c:pt>
                <c:pt idx="82">
                  <c:v>111.42061281337045</c:v>
                </c:pt>
                <c:pt idx="83">
                  <c:v>112.14484679665736</c:v>
                </c:pt>
                <c:pt idx="84">
                  <c:v>112.75766016713092</c:v>
                </c:pt>
                <c:pt idx="85">
                  <c:v>112.03342618384401</c:v>
                </c:pt>
                <c:pt idx="86">
                  <c:v>109.52646239554318</c:v>
                </c:pt>
                <c:pt idx="87">
                  <c:v>112.25626740947075</c:v>
                </c:pt>
                <c:pt idx="88">
                  <c:v>113.25905292479109</c:v>
                </c:pt>
                <c:pt idx="89">
                  <c:v>110.80779944289694</c:v>
                </c:pt>
                <c:pt idx="90">
                  <c:v>109.63788300835655</c:v>
                </c:pt>
                <c:pt idx="91">
                  <c:v>107.966573816156</c:v>
                </c:pt>
                <c:pt idx="92">
                  <c:v>108.52367688022284</c:v>
                </c:pt>
                <c:pt idx="93">
                  <c:v>108.35654596100279</c:v>
                </c:pt>
                <c:pt idx="94">
                  <c:v>108.52367688022284</c:v>
                </c:pt>
                <c:pt idx="95">
                  <c:v>110.08356545961003</c:v>
                </c:pt>
                <c:pt idx="96">
                  <c:v>110.08356545961003</c:v>
                </c:pt>
                <c:pt idx="97">
                  <c:v>112.75766016713092</c:v>
                </c:pt>
                <c:pt idx="98">
                  <c:v>112.03342618384401</c:v>
                </c:pt>
                <c:pt idx="99">
                  <c:v>112.98050139275769</c:v>
                </c:pt>
                <c:pt idx="100">
                  <c:v>114.15041782729807</c:v>
                </c:pt>
                <c:pt idx="101">
                  <c:v>115.76601671309196</c:v>
                </c:pt>
                <c:pt idx="102">
                  <c:v>115.59888579387187</c:v>
                </c:pt>
                <c:pt idx="103">
                  <c:v>115.43175487465182</c:v>
                </c:pt>
                <c:pt idx="104">
                  <c:v>116.82451253481898</c:v>
                </c:pt>
                <c:pt idx="105">
                  <c:v>117.77158774373265</c:v>
                </c:pt>
                <c:pt idx="106">
                  <c:v>117.21448467966582</c:v>
                </c:pt>
                <c:pt idx="107">
                  <c:v>117.66016713091926</c:v>
                </c:pt>
                <c:pt idx="108">
                  <c:v>115.65459610027858</c:v>
                </c:pt>
                <c:pt idx="109">
                  <c:v>116.15598885793871</c:v>
                </c:pt>
                <c:pt idx="110">
                  <c:v>116.65738161559889</c:v>
                </c:pt>
                <c:pt idx="111">
                  <c:v>116.21169916434539</c:v>
                </c:pt>
                <c:pt idx="112">
                  <c:v>114.37325905292478</c:v>
                </c:pt>
                <c:pt idx="113">
                  <c:v>113.70473537604454</c:v>
                </c:pt>
                <c:pt idx="114">
                  <c:v>113.53760445682447</c:v>
                </c:pt>
                <c:pt idx="115">
                  <c:v>111.69916434540387</c:v>
                </c:pt>
                <c:pt idx="116">
                  <c:v>108.85793871866291</c:v>
                </c:pt>
                <c:pt idx="117">
                  <c:v>108.85793871866291</c:v>
                </c:pt>
                <c:pt idx="118">
                  <c:v>110.08356545961</c:v>
                </c:pt>
                <c:pt idx="119">
                  <c:v>110.19498607242336</c:v>
                </c:pt>
                <c:pt idx="120">
                  <c:v>108.07799442896933</c:v>
                </c:pt>
                <c:pt idx="121">
                  <c:v>107.29805013927574</c:v>
                </c:pt>
                <c:pt idx="122">
                  <c:v>108.63509749303618</c:v>
                </c:pt>
                <c:pt idx="123">
                  <c:v>107.24233983286906</c:v>
                </c:pt>
                <c:pt idx="124">
                  <c:v>106.29526462395542</c:v>
                </c:pt>
                <c:pt idx="125">
                  <c:v>106.23955431754874</c:v>
                </c:pt>
                <c:pt idx="126">
                  <c:v>106.35097493036211</c:v>
                </c:pt>
                <c:pt idx="127">
                  <c:v>105.73816155988857</c:v>
                </c:pt>
                <c:pt idx="128">
                  <c:v>107.52089136490247</c:v>
                </c:pt>
                <c:pt idx="129">
                  <c:v>105.96100278551528</c:v>
                </c:pt>
                <c:pt idx="130">
                  <c:v>104.45682451253478</c:v>
                </c:pt>
                <c:pt idx="131">
                  <c:v>104.51253481894146</c:v>
                </c:pt>
                <c:pt idx="132">
                  <c:v>103.39832869080776</c:v>
                </c:pt>
                <c:pt idx="133">
                  <c:v>102.61838440111417</c:v>
                </c:pt>
                <c:pt idx="134">
                  <c:v>104.28969359331472</c:v>
                </c:pt>
                <c:pt idx="135">
                  <c:v>105.96100278551528</c:v>
                </c:pt>
                <c:pt idx="136">
                  <c:v>103.62116991643448</c:v>
                </c:pt>
                <c:pt idx="137">
                  <c:v>102.4512534818941</c:v>
                </c:pt>
                <c:pt idx="138">
                  <c:v>103.2869080779944</c:v>
                </c:pt>
                <c:pt idx="139">
                  <c:v>102.67409470752085</c:v>
                </c:pt>
                <c:pt idx="140">
                  <c:v>103.00835654596098</c:v>
                </c:pt>
                <c:pt idx="141">
                  <c:v>102.45125348189413</c:v>
                </c:pt>
                <c:pt idx="142">
                  <c:v>102.95264623955428</c:v>
                </c:pt>
                <c:pt idx="143">
                  <c:v>101.83844011142058</c:v>
                </c:pt>
                <c:pt idx="144">
                  <c:v>101.33704735376043</c:v>
                </c:pt>
                <c:pt idx="145">
                  <c:v>101.33704735376043</c:v>
                </c:pt>
                <c:pt idx="146">
                  <c:v>103.9554317548746</c:v>
                </c:pt>
                <c:pt idx="147">
                  <c:v>104.12256267409468</c:v>
                </c:pt>
                <c:pt idx="148">
                  <c:v>106.23955431754871</c:v>
                </c:pt>
                <c:pt idx="149">
                  <c:v>107.52089136490244</c:v>
                </c:pt>
                <c:pt idx="150">
                  <c:v>107.68802228412251</c:v>
                </c:pt>
                <c:pt idx="151">
                  <c:v>107.40947075208909</c:v>
                </c:pt>
                <c:pt idx="152">
                  <c:v>105.5153203342618</c:v>
                </c:pt>
                <c:pt idx="153">
                  <c:v>105.45961002785509</c:v>
                </c:pt>
                <c:pt idx="154">
                  <c:v>106.79665738161555</c:v>
                </c:pt>
                <c:pt idx="155">
                  <c:v>107.91086350974925</c:v>
                </c:pt>
                <c:pt idx="156">
                  <c:v>108.96935933147623</c:v>
                </c:pt>
                <c:pt idx="157">
                  <c:v>108.69080779944279</c:v>
                </c:pt>
                <c:pt idx="158">
                  <c:v>109.41504178272969</c:v>
                </c:pt>
                <c:pt idx="159">
                  <c:v>108.02228412256255</c:v>
                </c:pt>
                <c:pt idx="160">
                  <c:v>109.7493036211698</c:v>
                </c:pt>
                <c:pt idx="161">
                  <c:v>109.30362116991634</c:v>
                </c:pt>
                <c:pt idx="162">
                  <c:v>108.24512534818932</c:v>
                </c:pt>
                <c:pt idx="163">
                  <c:v>107.85515320334251</c:v>
                </c:pt>
                <c:pt idx="164">
                  <c:v>107.79944289693582</c:v>
                </c:pt>
                <c:pt idx="165">
                  <c:v>107.74373259052912</c:v>
                </c:pt>
                <c:pt idx="166">
                  <c:v>108.02228412256252</c:v>
                </c:pt>
                <c:pt idx="167">
                  <c:v>109.08077994428955</c:v>
                </c:pt>
                <c:pt idx="168">
                  <c:v>109.02506963788288</c:v>
                </c:pt>
                <c:pt idx="169">
                  <c:v>109.02506963788288</c:v>
                </c:pt>
                <c:pt idx="170">
                  <c:v>110.02785515320321</c:v>
                </c:pt>
                <c:pt idx="171">
                  <c:v>110.80779944289678</c:v>
                </c:pt>
                <c:pt idx="172">
                  <c:v>108.74651810584943</c:v>
                </c:pt>
                <c:pt idx="173">
                  <c:v>107.46518105849566</c:v>
                </c:pt>
                <c:pt idx="174">
                  <c:v>106.2395543175486</c:v>
                </c:pt>
                <c:pt idx="175">
                  <c:v>107.68802228412244</c:v>
                </c:pt>
                <c:pt idx="176">
                  <c:v>108.07799442896923</c:v>
                </c:pt>
                <c:pt idx="177">
                  <c:v>106.07242339832858</c:v>
                </c:pt>
                <c:pt idx="178">
                  <c:v>106.07242339832858</c:v>
                </c:pt>
                <c:pt idx="179">
                  <c:v>106.79665738161546</c:v>
                </c:pt>
                <c:pt idx="180">
                  <c:v>108.1894150417826</c:v>
                </c:pt>
                <c:pt idx="181">
                  <c:v>109.35933147632299</c:v>
                </c:pt>
                <c:pt idx="182">
                  <c:v>107.24233983286895</c:v>
                </c:pt>
                <c:pt idx="183">
                  <c:v>107.85515320334245</c:v>
                </c:pt>
                <c:pt idx="184">
                  <c:v>106.1838440111419</c:v>
                </c:pt>
                <c:pt idx="185">
                  <c:v>106.07242339832855</c:v>
                </c:pt>
                <c:pt idx="186">
                  <c:v>107.79944289693582</c:v>
                </c:pt>
                <c:pt idx="187">
                  <c:v>108.30083565459594</c:v>
                </c:pt>
                <c:pt idx="188">
                  <c:v>107.74373259052909</c:v>
                </c:pt>
                <c:pt idx="189">
                  <c:v>108.91364902506946</c:v>
                </c:pt>
                <c:pt idx="190">
                  <c:v>105.84958217270176</c:v>
                </c:pt>
                <c:pt idx="191">
                  <c:v>103.28690807799424</c:v>
                </c:pt>
                <c:pt idx="192">
                  <c:v>103.56545961002769</c:v>
                </c:pt>
                <c:pt idx="193">
                  <c:v>103.67688022284104</c:v>
                </c:pt>
                <c:pt idx="194">
                  <c:v>103.17548746518088</c:v>
                </c:pt>
                <c:pt idx="195">
                  <c:v>102.95264623955413</c:v>
                </c:pt>
                <c:pt idx="196">
                  <c:v>107.68802228412237</c:v>
                </c:pt>
                <c:pt idx="197">
                  <c:v>107.6323119777157</c:v>
                </c:pt>
                <c:pt idx="198">
                  <c:v>107.18662952646221</c:v>
                </c:pt>
                <c:pt idx="199">
                  <c:v>106.68523676880206</c:v>
                </c:pt>
                <c:pt idx="200">
                  <c:v>107.01949860724218</c:v>
                </c:pt>
                <c:pt idx="201">
                  <c:v>107.3537604456823</c:v>
                </c:pt>
                <c:pt idx="202">
                  <c:v>105.06963788300818</c:v>
                </c:pt>
                <c:pt idx="203">
                  <c:v>105.06963788300818</c:v>
                </c:pt>
                <c:pt idx="204">
                  <c:v>105.73816155988844</c:v>
                </c:pt>
                <c:pt idx="205">
                  <c:v>104.56824512534806</c:v>
                </c:pt>
                <c:pt idx="206">
                  <c:v>105.5153203342617</c:v>
                </c:pt>
                <c:pt idx="207">
                  <c:v>106.29526462395528</c:v>
                </c:pt>
                <c:pt idx="208">
                  <c:v>105.68245125348176</c:v>
                </c:pt>
                <c:pt idx="209">
                  <c:v>106.85236768802216</c:v>
                </c:pt>
                <c:pt idx="210">
                  <c:v>107.91086350974916</c:v>
                </c:pt>
                <c:pt idx="211">
                  <c:v>105.01392757660153</c:v>
                </c:pt>
                <c:pt idx="212">
                  <c:v>104.79108635097479</c:v>
                </c:pt>
                <c:pt idx="213">
                  <c:v>103.50974930362105</c:v>
                </c:pt>
                <c:pt idx="214">
                  <c:v>104.23398328690794</c:v>
                </c:pt>
                <c:pt idx="215">
                  <c:v>105.18105849582159</c:v>
                </c:pt>
                <c:pt idx="216">
                  <c:v>107.57660167130905</c:v>
                </c:pt>
                <c:pt idx="217">
                  <c:v>108.24512534818925</c:v>
                </c:pt>
                <c:pt idx="218">
                  <c:v>108.24512534818925</c:v>
                </c:pt>
                <c:pt idx="219">
                  <c:v>108.91364902506949</c:v>
                </c:pt>
                <c:pt idx="220">
                  <c:v>110.08356545960986</c:v>
                </c:pt>
                <c:pt idx="221">
                  <c:v>107.91086350974915</c:v>
                </c:pt>
                <c:pt idx="222">
                  <c:v>108.1894150417826</c:v>
                </c:pt>
                <c:pt idx="223">
                  <c:v>107.18662952646224</c:v>
                </c:pt>
                <c:pt idx="224">
                  <c:v>103.50974930362102</c:v>
                </c:pt>
                <c:pt idx="225">
                  <c:v>104.62395543175474</c:v>
                </c:pt>
                <c:pt idx="226">
                  <c:v>104.56824512534806</c:v>
                </c:pt>
                <c:pt idx="227">
                  <c:v>104.56824512534806</c:v>
                </c:pt>
                <c:pt idx="228" formatCode="0.00">
                  <c:v>103.2869080779943</c:v>
                </c:pt>
                <c:pt idx="229" formatCode="0.00">
                  <c:v>103.06406685236755</c:v>
                </c:pt>
                <c:pt idx="230" formatCode="0.00">
                  <c:v>103.56545961002773</c:v>
                </c:pt>
                <c:pt idx="231" formatCode="0.00">
                  <c:v>104.95821727019487</c:v>
                </c:pt>
                <c:pt idx="232" formatCode="0.00">
                  <c:v>103.84401114206116</c:v>
                </c:pt>
                <c:pt idx="233" formatCode="0.00">
                  <c:v>104.0668523676879</c:v>
                </c:pt>
                <c:pt idx="234" formatCode="0.00">
                  <c:v>104.90250696378817</c:v>
                </c:pt>
                <c:pt idx="235" formatCode="0.00">
                  <c:v>103.23119777158762</c:v>
                </c:pt>
                <c:pt idx="236" formatCode="0.00">
                  <c:v>103.84401114206116</c:v>
                </c:pt>
                <c:pt idx="237" formatCode="0.00">
                  <c:v>105.45961002785502</c:v>
                </c:pt>
                <c:pt idx="238" formatCode="0.00">
                  <c:v>107.29805013927563</c:v>
                </c:pt>
                <c:pt idx="239" formatCode="0.00">
                  <c:v>107.29805013927563</c:v>
                </c:pt>
                <c:pt idx="240" formatCode="0.00">
                  <c:v>106.74094707520878</c:v>
                </c:pt>
                <c:pt idx="241" formatCode="0.00">
                  <c:v>105.40389972144834</c:v>
                </c:pt>
                <c:pt idx="242" formatCode="0.00">
                  <c:v>106.35097493036199</c:v>
                </c:pt>
                <c:pt idx="243" formatCode="0.00">
                  <c:v>106.79665738161547</c:v>
                </c:pt>
                <c:pt idx="244" formatCode="0.00">
                  <c:v>106.79665738161547</c:v>
                </c:pt>
                <c:pt idx="245" formatCode="0.00">
                  <c:v>106.18384401114193</c:v>
                </c:pt>
                <c:pt idx="246" formatCode="0.00">
                  <c:v>105.29247910863498</c:v>
                </c:pt>
                <c:pt idx="247" formatCode="0.00">
                  <c:v>105.01392757660155</c:v>
                </c:pt>
                <c:pt idx="248" formatCode="0.00">
                  <c:v>105.34818941504165</c:v>
                </c:pt>
                <c:pt idx="249" formatCode="0.00">
                  <c:v>104.84679665738149</c:v>
                </c:pt>
                <c:pt idx="250" formatCode="0.00">
                  <c:v>105.01392757660153</c:v>
                </c:pt>
                <c:pt idx="251" formatCode="0.00">
                  <c:v>105.18105849582157</c:v>
                </c:pt>
                <c:pt idx="252" formatCode="0.00">
                  <c:v>107.07520891364886</c:v>
                </c:pt>
                <c:pt idx="253" formatCode="0.00">
                  <c:v>107.13091922005553</c:v>
                </c:pt>
                <c:pt idx="254" formatCode="0.00">
                  <c:v>107.6880222841224</c:v>
                </c:pt>
                <c:pt idx="255" formatCode="0.00">
                  <c:v>107.96657381615582</c:v>
                </c:pt>
                <c:pt idx="256" formatCode="0.00">
                  <c:v>106.74094707520874</c:v>
                </c:pt>
                <c:pt idx="257" formatCode="0.00">
                  <c:v>105.23676880222826</c:v>
                </c:pt>
                <c:pt idx="258" formatCode="0.00">
                  <c:v>105.84958217270179</c:v>
                </c:pt>
                <c:pt idx="259" formatCode="0.00">
                  <c:v>105.51532033426169</c:v>
                </c:pt>
                <c:pt idx="260">
                  <c:v>100</c:v>
                </c:pt>
                <c:pt idx="261" formatCode="0.00">
                  <c:v>98.572938689217764</c:v>
                </c:pt>
                <c:pt idx="262" formatCode="0.00">
                  <c:v>96.775898520084581</c:v>
                </c:pt>
                <c:pt idx="263" formatCode="0.00">
                  <c:v>97.304439746300218</c:v>
                </c:pt>
                <c:pt idx="264" formatCode="0.00">
                  <c:v>98.731501057082454</c:v>
                </c:pt>
                <c:pt idx="265" formatCode="0.00">
                  <c:v>101.16279069767441</c:v>
                </c:pt>
                <c:pt idx="266" formatCode="0.00">
                  <c:v>100.52854122621565</c:v>
                </c:pt>
                <c:pt idx="267" formatCode="0.00">
                  <c:v>101.53276955602537</c:v>
                </c:pt>
                <c:pt idx="268" formatCode="0.00">
                  <c:v>102.32558139534883</c:v>
                </c:pt>
                <c:pt idx="269" formatCode="0.00">
                  <c:v>103.64693446088793</c:v>
                </c:pt>
                <c:pt idx="270" formatCode="0.00">
                  <c:v>103.54122621564481</c:v>
                </c:pt>
                <c:pt idx="271" formatCode="0.00">
                  <c:v>102.58985200845666</c:v>
                </c:pt>
                <c:pt idx="272" formatCode="0.00">
                  <c:v>103.54122621564483</c:v>
                </c:pt>
                <c:pt idx="273" formatCode="0.00">
                  <c:v>102.00845665961947</c:v>
                </c:pt>
                <c:pt idx="274" formatCode="0.00">
                  <c:v>102.06131078224102</c:v>
                </c:pt>
                <c:pt idx="275" formatCode="0.00">
                  <c:v>101.53276955602539</c:v>
                </c:pt>
                <c:pt idx="276" formatCode="0.00">
                  <c:v>101.74418604651164</c:v>
                </c:pt>
                <c:pt idx="277" formatCode="0.00">
                  <c:v>102.80126849894293</c:v>
                </c:pt>
                <c:pt idx="278" formatCode="0.00">
                  <c:v>104.12262156448205</c:v>
                </c:pt>
                <c:pt idx="279" formatCode="0.00">
                  <c:v>104.28118393234674</c:v>
                </c:pt>
                <c:pt idx="280" formatCode="0.00">
                  <c:v>103.43551797040172</c:v>
                </c:pt>
                <c:pt idx="281" formatCode="0.00">
                  <c:v>103.22410147991545</c:v>
                </c:pt>
                <c:pt idx="282" formatCode="0.00">
                  <c:v>104.12262156448206</c:v>
                </c:pt>
                <c:pt idx="283" formatCode="0.00">
                  <c:v>104.6511627906977</c:v>
                </c:pt>
                <c:pt idx="284" formatCode="0.00">
                  <c:v>104.80972515856239</c:v>
                </c:pt>
                <c:pt idx="285" formatCode="0.00">
                  <c:v>102.95983086680762</c:v>
                </c:pt>
                <c:pt idx="286" formatCode="0.00">
                  <c:v>102.58985200845667</c:v>
                </c:pt>
                <c:pt idx="287" formatCode="0.00">
                  <c:v>101.53276955602539</c:v>
                </c:pt>
                <c:pt idx="288" formatCode="0.00">
                  <c:v>101.58562367864695</c:v>
                </c:pt>
                <c:pt idx="289" formatCode="0.00">
                  <c:v>100.21141649048626</c:v>
                </c:pt>
                <c:pt idx="290" formatCode="0.00">
                  <c:v>101.3742071881607</c:v>
                </c:pt>
                <c:pt idx="291" formatCode="0.00">
                  <c:v>102.21987315010573</c:v>
                </c:pt>
                <c:pt idx="292" formatCode="0.00">
                  <c:v>101.84989429175478</c:v>
                </c:pt>
                <c:pt idx="293" formatCode="0.00">
                  <c:v>101.32135306553913</c:v>
                </c:pt>
                <c:pt idx="294" formatCode="0.00">
                  <c:v>101.26849894291756</c:v>
                </c:pt>
                <c:pt idx="295" formatCode="0.00">
                  <c:v>102.37843551797043</c:v>
                </c:pt>
                <c:pt idx="296" formatCode="0.00">
                  <c:v>102.37843551797043</c:v>
                </c:pt>
                <c:pt idx="297" formatCode="0.00">
                  <c:v>102.37843551797043</c:v>
                </c:pt>
                <c:pt idx="298" formatCode="0.00">
                  <c:v>102.431289640592</c:v>
                </c:pt>
                <c:pt idx="299" formatCode="0.00">
                  <c:v>103.0126849894292</c:v>
                </c:pt>
                <c:pt idx="300" formatCode="0.00">
                  <c:v>101.63847780126854</c:v>
                </c:pt>
                <c:pt idx="301" formatCode="0.00">
                  <c:v>101.63847780126854</c:v>
                </c:pt>
                <c:pt idx="302" formatCode="0.00">
                  <c:v>100.95137420718819</c:v>
                </c:pt>
                <c:pt idx="303" formatCode="0.00">
                  <c:v>102.00845665961947</c:v>
                </c:pt>
                <c:pt idx="304" formatCode="0.00">
                  <c:v>101.42706131078225</c:v>
                </c:pt>
                <c:pt idx="305" formatCode="0.00">
                  <c:v>101.69133192389008</c:v>
                </c:pt>
                <c:pt idx="306" formatCode="0.00">
                  <c:v>102.48414376321354</c:v>
                </c:pt>
                <c:pt idx="307" formatCode="0.00">
                  <c:v>101.79704016913321</c:v>
                </c:pt>
                <c:pt idx="308" formatCode="0.00">
                  <c:v>102.74841437632136</c:v>
                </c:pt>
                <c:pt idx="309" formatCode="0.00">
                  <c:v>102.32558139534885</c:v>
                </c:pt>
                <c:pt idx="310" formatCode="0.00">
                  <c:v>101.3742071881607</c:v>
                </c:pt>
                <c:pt idx="311" formatCode="0.00">
                  <c:v>100.73995771670192</c:v>
                </c:pt>
                <c:pt idx="312" formatCode="0.00">
                  <c:v>100.58139534883723</c:v>
                </c:pt>
                <c:pt idx="313" formatCode="0.00">
                  <c:v>99.94714587737846</c:v>
                </c:pt>
                <c:pt idx="314" formatCode="0.00">
                  <c:v>101.05708245243132</c:v>
                </c:pt>
                <c:pt idx="315" formatCode="0.00">
                  <c:v>100.10570824524315</c:v>
                </c:pt>
                <c:pt idx="316" formatCode="0.00">
                  <c:v>100.89852008456661</c:v>
                </c:pt>
                <c:pt idx="317" formatCode="0.00">
                  <c:v>100.79281183932349</c:v>
                </c:pt>
                <c:pt idx="318" formatCode="0.00">
                  <c:v>100.8985200845666</c:v>
                </c:pt>
                <c:pt idx="319" formatCode="0.00">
                  <c:v>99.735729386892189</c:v>
                </c:pt>
                <c:pt idx="320" formatCode="0.00">
                  <c:v>100.73995771670191</c:v>
                </c:pt>
                <c:pt idx="321" formatCode="0.00">
                  <c:v>101.69133192389006</c:v>
                </c:pt>
                <c:pt idx="322" formatCode="0.00">
                  <c:v>102.32558139534883</c:v>
                </c:pt>
                <c:pt idx="323" formatCode="0.00">
                  <c:v>102.90697674418605</c:v>
                </c:pt>
                <c:pt idx="324" formatCode="0.00">
                  <c:v>103.75264270613108</c:v>
                </c:pt>
                <c:pt idx="325" formatCode="0.00">
                  <c:v>104.38689217758986</c:v>
                </c:pt>
                <c:pt idx="326" formatCode="0.00">
                  <c:v>104.33403805496829</c:v>
                </c:pt>
                <c:pt idx="327" formatCode="0.00">
                  <c:v>104.1754756871036</c:v>
                </c:pt>
                <c:pt idx="328" formatCode="0.00">
                  <c:v>104.96828752642708</c:v>
                </c:pt>
                <c:pt idx="329" formatCode="0.00">
                  <c:v>104.54545454545456</c:v>
                </c:pt>
                <c:pt idx="330" formatCode="0.00">
                  <c:v>104.54545454545456</c:v>
                </c:pt>
                <c:pt idx="331" formatCode="0.00">
                  <c:v>104.3340380549683</c:v>
                </c:pt>
                <c:pt idx="332" formatCode="0.00">
                  <c:v>105.60253699788586</c:v>
                </c:pt>
                <c:pt idx="333" formatCode="0.00">
                  <c:v>107.45243128964061</c:v>
                </c:pt>
                <c:pt idx="334" formatCode="0.00">
                  <c:v>107.29386892177592</c:v>
                </c:pt>
                <c:pt idx="335" formatCode="0.00">
                  <c:v>107.66384778012687</c:v>
                </c:pt>
                <c:pt idx="336" formatCode="0.00">
                  <c:v>106.92389006342498</c:v>
                </c:pt>
                <c:pt idx="337" formatCode="0.00">
                  <c:v>106.02536997885838</c:v>
                </c:pt>
                <c:pt idx="338" formatCode="0.00">
                  <c:v>104.17547568710363</c:v>
                </c:pt>
                <c:pt idx="339" formatCode="0.00">
                  <c:v>104.65116279069773</c:v>
                </c:pt>
                <c:pt idx="340" formatCode="0.00">
                  <c:v>104.65116279069773</c:v>
                </c:pt>
                <c:pt idx="341" formatCode="0.00">
                  <c:v>104.91543340380555</c:v>
                </c:pt>
                <c:pt idx="342" formatCode="0.00">
                  <c:v>104.59830866807616</c:v>
                </c:pt>
                <c:pt idx="343" formatCode="0.00">
                  <c:v>104.75687103594085</c:v>
                </c:pt>
                <c:pt idx="344" formatCode="0.00">
                  <c:v>106.1839323467231</c:v>
                </c:pt>
                <c:pt idx="345" formatCode="0.00">
                  <c:v>105.97251585623685</c:v>
                </c:pt>
                <c:pt idx="346" formatCode="0.00">
                  <c:v>105.97251585623685</c:v>
                </c:pt>
                <c:pt idx="347" formatCode="0.00">
                  <c:v>104.91543340380557</c:v>
                </c:pt>
                <c:pt idx="348" formatCode="0.00">
                  <c:v>105.81395348837216</c:v>
                </c:pt>
                <c:pt idx="349" formatCode="0.00">
                  <c:v>106.07822410147999</c:v>
                </c:pt>
                <c:pt idx="350" formatCode="0.00">
                  <c:v>106.76532769556034</c:v>
                </c:pt>
                <c:pt idx="351" formatCode="0.00">
                  <c:v>105.4968287526428</c:v>
                </c:pt>
                <c:pt idx="352" formatCode="0.00">
                  <c:v>106.02536997885845</c:v>
                </c:pt>
                <c:pt idx="353" formatCode="0.00">
                  <c:v>106.92389006342505</c:v>
                </c:pt>
                <c:pt idx="354" formatCode="0.00">
                  <c:v>107.13530655391131</c:v>
                </c:pt>
                <c:pt idx="355" formatCode="0.00">
                  <c:v>107.39957716701913</c:v>
                </c:pt>
                <c:pt idx="356" formatCode="0.00">
                  <c:v>108.08668076109946</c:v>
                </c:pt>
                <c:pt idx="357" formatCode="0.00">
                  <c:v>106.97674418604662</c:v>
                </c:pt>
                <c:pt idx="358" formatCode="0.00">
                  <c:v>107.02959830866818</c:v>
                </c:pt>
                <c:pt idx="359" formatCode="0.00">
                  <c:v>106.44820295983097</c:v>
                </c:pt>
                <c:pt idx="360" formatCode="0.00">
                  <c:v>105.76109936575062</c:v>
                </c:pt>
                <c:pt idx="361" formatCode="0.00">
                  <c:v>106.3953488372094</c:v>
                </c:pt>
                <c:pt idx="362" formatCode="0.00">
                  <c:v>106.28964059196628</c:v>
                </c:pt>
                <c:pt idx="363" formatCode="0.00">
                  <c:v>106.5539112050741</c:v>
                </c:pt>
                <c:pt idx="364" formatCode="0.00">
                  <c:v>104.80972515856247</c:v>
                </c:pt>
                <c:pt idx="365" formatCode="0.00">
                  <c:v>105.81395348837218</c:v>
                </c:pt>
                <c:pt idx="366" formatCode="0.00">
                  <c:v>105.33826638477811</c:v>
                </c:pt>
                <c:pt idx="367" formatCode="0.00">
                  <c:v>104.91543340380559</c:v>
                </c:pt>
                <c:pt idx="368" formatCode="0.00">
                  <c:v>104.54545454545465</c:v>
                </c:pt>
                <c:pt idx="369" formatCode="0.00">
                  <c:v>105.44397463002126</c:v>
                </c:pt>
                <c:pt idx="370" formatCode="0.00">
                  <c:v>106.60676532769567</c:v>
                </c:pt>
                <c:pt idx="371" formatCode="0.00">
                  <c:v>107.13530655391132</c:v>
                </c:pt>
                <c:pt idx="372" formatCode="0.00">
                  <c:v>107.6109936575054</c:v>
                </c:pt>
                <c:pt idx="373" formatCode="0.00">
                  <c:v>107.29386892177602</c:v>
                </c:pt>
                <c:pt idx="374" formatCode="0.00">
                  <c:v>107.29386892177602</c:v>
                </c:pt>
                <c:pt idx="375" formatCode="0.00">
                  <c:v>108.29809725158573</c:v>
                </c:pt>
                <c:pt idx="376" formatCode="0.00">
                  <c:v>108.66807610993669</c:v>
                </c:pt>
                <c:pt idx="377" formatCode="0.00">
                  <c:v>108.66807610993669</c:v>
                </c:pt>
                <c:pt idx="378" formatCode="0.00">
                  <c:v>109.8308668076111</c:v>
                </c:pt>
                <c:pt idx="379" formatCode="0.00">
                  <c:v>109.8308668076111</c:v>
                </c:pt>
                <c:pt idx="380" formatCode="0.00">
                  <c:v>109.56659619450328</c:v>
                </c:pt>
                <c:pt idx="381" formatCode="0.00">
                  <c:v>110.62367864693456</c:v>
                </c:pt>
                <c:pt idx="382" formatCode="0.00">
                  <c:v>110.35940803382674</c:v>
                </c:pt>
                <c:pt idx="383" formatCode="0.00">
                  <c:v>110.94080338266394</c:v>
                </c:pt>
                <c:pt idx="384" formatCode="0.00">
                  <c:v>110.83509513742081</c:v>
                </c:pt>
                <c:pt idx="385" formatCode="0.00">
                  <c:v>110.46511627906986</c:v>
                </c:pt>
                <c:pt idx="386" formatCode="0.00">
                  <c:v>110.83509513742082</c:v>
                </c:pt>
                <c:pt idx="387" formatCode="0.00">
                  <c:v>109.8308668076111</c:v>
                </c:pt>
                <c:pt idx="388" formatCode="0.00">
                  <c:v>108.98520084566606</c:v>
                </c:pt>
                <c:pt idx="389" formatCode="0.00">
                  <c:v>108.82663847780137</c:v>
                </c:pt>
                <c:pt idx="390" formatCode="0.00">
                  <c:v>110.41226215644829</c:v>
                </c:pt>
                <c:pt idx="391" formatCode="0.00">
                  <c:v>109.88372093023266</c:v>
                </c:pt>
                <c:pt idx="392" formatCode="0.00">
                  <c:v>109.19661733615233</c:v>
                </c:pt>
                <c:pt idx="393" formatCode="0.00">
                  <c:v>108.98520084566606</c:v>
                </c:pt>
                <c:pt idx="394" formatCode="0.00">
                  <c:v>107.4524312896407</c:v>
                </c:pt>
                <c:pt idx="395" formatCode="0.00">
                  <c:v>108.50951374207199</c:v>
                </c:pt>
                <c:pt idx="396" formatCode="0.00">
                  <c:v>107.8752642706132</c:v>
                </c:pt>
                <c:pt idx="397" formatCode="0.00">
                  <c:v>108.87949260042294</c:v>
                </c:pt>
                <c:pt idx="398" formatCode="0.00">
                  <c:v>109.61945031712484</c:v>
                </c:pt>
                <c:pt idx="399" formatCode="0.00">
                  <c:v>110.09513742071893</c:v>
                </c:pt>
                <c:pt idx="400" formatCode="0.00">
                  <c:v>110.30655391120519</c:v>
                </c:pt>
                <c:pt idx="401" formatCode="0.00">
                  <c:v>109.93657505285422</c:v>
                </c:pt>
                <c:pt idx="402" formatCode="0.00">
                  <c:v>109.8308668076111</c:v>
                </c:pt>
                <c:pt idx="403" formatCode="0.00">
                  <c:v>110.30655391120517</c:v>
                </c:pt>
                <c:pt idx="404" formatCode="0.00">
                  <c:v>110.14799154334048</c:v>
                </c:pt>
                <c:pt idx="405" formatCode="0.00">
                  <c:v>110.57082452431298</c:v>
                </c:pt>
                <c:pt idx="406" formatCode="0.00">
                  <c:v>111.73361522198742</c:v>
                </c:pt>
                <c:pt idx="407" formatCode="0.00">
                  <c:v>111.20507399577178</c:v>
                </c:pt>
                <c:pt idx="408" formatCode="0.00">
                  <c:v>111.57505285412275</c:v>
                </c:pt>
                <c:pt idx="409" formatCode="0.00">
                  <c:v>111.41649048625804</c:v>
                </c:pt>
                <c:pt idx="410" formatCode="0.00">
                  <c:v>111.73361522198744</c:v>
                </c:pt>
                <c:pt idx="411" formatCode="0.00">
                  <c:v>111.83932346723056</c:v>
                </c:pt>
                <c:pt idx="412" formatCode="0.00">
                  <c:v>110.30655391120517</c:v>
                </c:pt>
                <c:pt idx="413" formatCode="0.00">
                  <c:v>109.88372093023266</c:v>
                </c:pt>
                <c:pt idx="414" formatCode="0.00">
                  <c:v>107.50528541226225</c:v>
                </c:pt>
                <c:pt idx="415" formatCode="0.00">
                  <c:v>108.40380549682885</c:v>
                </c:pt>
                <c:pt idx="416" formatCode="0.00">
                  <c:v>107.87526427061321</c:v>
                </c:pt>
                <c:pt idx="417" formatCode="0.00">
                  <c:v>107.92811839323477</c:v>
                </c:pt>
                <c:pt idx="418" formatCode="0.00">
                  <c:v>107.76955602537008</c:v>
                </c:pt>
                <c:pt idx="419" formatCode="0.00">
                  <c:v>108.0338266384779</c:v>
                </c:pt>
                <c:pt idx="420" formatCode="0.00">
                  <c:v>107.71670190274853</c:v>
                </c:pt>
                <c:pt idx="421" formatCode="0.00">
                  <c:v>106.50105708245255</c:v>
                </c:pt>
                <c:pt idx="422" formatCode="0.00">
                  <c:v>106.07822410148002</c:v>
                </c:pt>
                <c:pt idx="423" formatCode="0.00">
                  <c:v>105.91966173361533</c:v>
                </c:pt>
                <c:pt idx="424" formatCode="0.00">
                  <c:v>106.18393234672314</c:v>
                </c:pt>
                <c:pt idx="425" formatCode="0.00">
                  <c:v>106.34249471458784</c:v>
                </c:pt>
                <c:pt idx="426" formatCode="0.00">
                  <c:v>106.1310782241016</c:v>
                </c:pt>
                <c:pt idx="427" formatCode="0.00">
                  <c:v>107.08245243128977</c:v>
                </c:pt>
                <c:pt idx="428" formatCode="0.00">
                  <c:v>108.8266384778014</c:v>
                </c:pt>
                <c:pt idx="429" formatCode="0.00">
                  <c:v>108.24524312896419</c:v>
                </c:pt>
                <c:pt idx="430" formatCode="0.00">
                  <c:v>108.45665961945045</c:v>
                </c:pt>
                <c:pt idx="431" formatCode="0.00">
                  <c:v>108.45665961945045</c:v>
                </c:pt>
                <c:pt idx="432" formatCode="0.00">
                  <c:v>108.87949260042295</c:v>
                </c:pt>
                <c:pt idx="433" formatCode="0.00">
                  <c:v>108.13953488372105</c:v>
                </c:pt>
                <c:pt idx="434" formatCode="0.00">
                  <c:v>106.65961945031725</c:v>
                </c:pt>
                <c:pt idx="435" formatCode="0.00">
                  <c:v>106.81818181818193</c:v>
                </c:pt>
                <c:pt idx="436" formatCode="0.00">
                  <c:v>107.0295983086682</c:v>
                </c:pt>
                <c:pt idx="437" formatCode="0.00">
                  <c:v>106.34249471458784</c:v>
                </c:pt>
                <c:pt idx="438" formatCode="0.00">
                  <c:v>106.18393234672315</c:v>
                </c:pt>
                <c:pt idx="439" formatCode="0.00">
                  <c:v>106.18393234672315</c:v>
                </c:pt>
                <c:pt idx="440" formatCode="0.00">
                  <c:v>106.02536997885846</c:v>
                </c:pt>
                <c:pt idx="441" formatCode="0.00">
                  <c:v>107.18816067653289</c:v>
                </c:pt>
                <c:pt idx="442" formatCode="0.00">
                  <c:v>106.81818181818193</c:v>
                </c:pt>
                <c:pt idx="443" formatCode="0.00">
                  <c:v>107.50528541226227</c:v>
                </c:pt>
                <c:pt idx="444" formatCode="0.00">
                  <c:v>108.50951374207199</c:v>
                </c:pt>
                <c:pt idx="445" formatCode="0.00">
                  <c:v>108.66807610993669</c:v>
                </c:pt>
                <c:pt idx="446" formatCode="0.00">
                  <c:v>108.87949260042295</c:v>
                </c:pt>
                <c:pt idx="447" formatCode="0.00">
                  <c:v>108.56236786469357</c:v>
                </c:pt>
                <c:pt idx="448" formatCode="0.00">
                  <c:v>108.29809725158574</c:v>
                </c:pt>
                <c:pt idx="449" formatCode="0.00">
                  <c:v>107.08245243128975</c:v>
                </c:pt>
                <c:pt idx="450" formatCode="0.00">
                  <c:v>107.08245243128975</c:v>
                </c:pt>
                <c:pt idx="451" formatCode="0.00">
                  <c:v>106.50105708245255</c:v>
                </c:pt>
                <c:pt idx="452" formatCode="0.00">
                  <c:v>105.91966173361533</c:v>
                </c:pt>
                <c:pt idx="453" formatCode="0.00">
                  <c:v>104.7568710359409</c:v>
                </c:pt>
                <c:pt idx="454" formatCode="0.00">
                  <c:v>105.02114164904873</c:v>
                </c:pt>
                <c:pt idx="455" formatCode="0.00">
                  <c:v>105.02114164904873</c:v>
                </c:pt>
                <c:pt idx="456" formatCode="0.00">
                  <c:v>104.43974630021152</c:v>
                </c:pt>
                <c:pt idx="457" formatCode="0.00">
                  <c:v>102.27272727272738</c:v>
                </c:pt>
                <c:pt idx="458" formatCode="0.00">
                  <c:v>102.48414376321364</c:v>
                </c:pt>
                <c:pt idx="459" formatCode="0.00">
                  <c:v>102.27272727272738</c:v>
                </c:pt>
                <c:pt idx="460" formatCode="0.00">
                  <c:v>102.64270613107833</c:v>
                </c:pt>
                <c:pt idx="461" formatCode="0.00">
                  <c:v>102.90697674418615</c:v>
                </c:pt>
                <c:pt idx="462" formatCode="0.00">
                  <c:v>104.54545454545466</c:v>
                </c:pt>
                <c:pt idx="463" formatCode="0.00">
                  <c:v>104.65116279069778</c:v>
                </c:pt>
                <c:pt idx="464" formatCode="0.00">
                  <c:v>104.65116279069778</c:v>
                </c:pt>
                <c:pt idx="465" formatCode="0.00">
                  <c:v>104.06976744186056</c:v>
                </c:pt>
                <c:pt idx="466" formatCode="0.00">
                  <c:v>104.86257928118404</c:v>
                </c:pt>
                <c:pt idx="467" formatCode="0.00">
                  <c:v>104.91543340380561</c:v>
                </c:pt>
                <c:pt idx="468" formatCode="0.00">
                  <c:v>104.49260042283308</c:v>
                </c:pt>
                <c:pt idx="469" formatCode="0.00">
                  <c:v>104.38689217758997</c:v>
                </c:pt>
                <c:pt idx="470" formatCode="0.00">
                  <c:v>104.96828752642718</c:v>
                </c:pt>
                <c:pt idx="471" formatCode="0.00">
                  <c:v>105.44397463002127</c:v>
                </c:pt>
                <c:pt idx="472" formatCode="0.00">
                  <c:v>105.86680761099379</c:v>
                </c:pt>
                <c:pt idx="473" formatCode="0.00">
                  <c:v>105.81395348837222</c:v>
                </c:pt>
                <c:pt idx="474" formatCode="0.00">
                  <c:v>105.97251585623692</c:v>
                </c:pt>
                <c:pt idx="475" formatCode="0.00">
                  <c:v>105.39112050739971</c:v>
                </c:pt>
                <c:pt idx="476" formatCode="0.00">
                  <c:v>104.8097251585625</c:v>
                </c:pt>
                <c:pt idx="477" formatCode="0.00">
                  <c:v>104.91543340380564</c:v>
                </c:pt>
                <c:pt idx="478" formatCode="0.00">
                  <c:v>106.65961945031727</c:v>
                </c:pt>
                <c:pt idx="479" formatCode="0.00">
                  <c:v>106.65961945031727</c:v>
                </c:pt>
                <c:pt idx="480" formatCode="0.00">
                  <c:v>107.82241014799168</c:v>
                </c:pt>
                <c:pt idx="481" formatCode="0.00">
                  <c:v>108.13953488372105</c:v>
                </c:pt>
                <c:pt idx="482" formatCode="0.00">
                  <c:v>108.29809725158574</c:v>
                </c:pt>
                <c:pt idx="483" formatCode="0.00">
                  <c:v>107.66384778012697</c:v>
                </c:pt>
                <c:pt idx="484" formatCode="0.00">
                  <c:v>107.02959830866821</c:v>
                </c:pt>
                <c:pt idx="485" formatCode="0.00">
                  <c:v>107.66384778012699</c:v>
                </c:pt>
                <c:pt idx="486" formatCode="0.00">
                  <c:v>107.66384778012699</c:v>
                </c:pt>
                <c:pt idx="487" formatCode="0.00">
                  <c:v>108.66807610993671</c:v>
                </c:pt>
                <c:pt idx="488" formatCode="0.00">
                  <c:v>108.66807610993671</c:v>
                </c:pt>
                <c:pt idx="489" formatCode="0.00">
                  <c:v>108.56236786469358</c:v>
                </c:pt>
                <c:pt idx="490" formatCode="0.00">
                  <c:v>107.66384778012699</c:v>
                </c:pt>
                <c:pt idx="491" formatCode="0.00">
                  <c:v>108.87949260042296</c:v>
                </c:pt>
                <c:pt idx="492" formatCode="0.00">
                  <c:v>107.87526427061324</c:v>
                </c:pt>
                <c:pt idx="493" formatCode="0.00">
                  <c:v>107.71670190274855</c:v>
                </c:pt>
                <c:pt idx="494" formatCode="0.00">
                  <c:v>107.76955602537012</c:v>
                </c:pt>
                <c:pt idx="495" formatCode="0.00">
                  <c:v>107.82241014799169</c:v>
                </c:pt>
                <c:pt idx="496" formatCode="0.00">
                  <c:v>107.87526427061326</c:v>
                </c:pt>
                <c:pt idx="497" formatCode="0.00">
                  <c:v>108.50951374207203</c:v>
                </c:pt>
                <c:pt idx="498" formatCode="0.00">
                  <c:v>107.76955602537012</c:v>
                </c:pt>
                <c:pt idx="499" formatCode="0.00">
                  <c:v>107.45243128964074</c:v>
                </c:pt>
                <c:pt idx="500" formatCode="0.00">
                  <c:v>108.2452431289642</c:v>
                </c:pt>
                <c:pt idx="501" formatCode="0.00">
                  <c:v>106.87103594080351</c:v>
                </c:pt>
                <c:pt idx="502" formatCode="0.00">
                  <c:v>107.24101479915447</c:v>
                </c:pt>
                <c:pt idx="503" formatCode="0.00">
                  <c:v>107.82241014799168</c:v>
                </c:pt>
                <c:pt idx="504" formatCode="0.00">
                  <c:v>107.71670190274855</c:v>
                </c:pt>
                <c:pt idx="505" formatCode="0.00">
                  <c:v>107.1881606765329</c:v>
                </c:pt>
                <c:pt idx="506" formatCode="0.00">
                  <c:v>107.02959830866821</c:v>
                </c:pt>
                <c:pt idx="507" formatCode="0.00">
                  <c:v>106.44820295983099</c:v>
                </c:pt>
                <c:pt idx="508" formatCode="0.00">
                  <c:v>107.45243128964073</c:v>
                </c:pt>
                <c:pt idx="509" formatCode="0.00">
                  <c:v>107.61099365750542</c:v>
                </c:pt>
                <c:pt idx="510" formatCode="0.00">
                  <c:v>106.92389006342508</c:v>
                </c:pt>
                <c:pt idx="511" formatCode="0.00">
                  <c:v>107.76955602537009</c:v>
                </c:pt>
                <c:pt idx="512" formatCode="0.00">
                  <c:v>108.66807610993669</c:v>
                </c:pt>
                <c:pt idx="513" formatCode="0.00">
                  <c:v>107.55813953488382</c:v>
                </c:pt>
                <c:pt idx="514" formatCode="0.00">
                  <c:v>108.29809725158573</c:v>
                </c:pt>
                <c:pt idx="515" formatCode="0.00">
                  <c:v>108.72093023255825</c:v>
                </c:pt>
                <c:pt idx="516" formatCode="0.00">
                  <c:v>108.72093023255825</c:v>
                </c:pt>
                <c:pt idx="517" formatCode="0.00">
                  <c:v>109.61945031712484</c:v>
                </c:pt>
                <c:pt idx="518" formatCode="0.00">
                  <c:v>109.35517970401702</c:v>
                </c:pt>
                <c:pt idx="519" formatCode="0.00">
                  <c:v>108.82663847780137</c:v>
                </c:pt>
                <c:pt idx="520">
                  <c:v>100</c:v>
                </c:pt>
                <c:pt idx="521" formatCode="0.00">
                  <c:v>100</c:v>
                </c:pt>
                <c:pt idx="522" formatCode="0.00">
                  <c:v>98.689956331877724</c:v>
                </c:pt>
                <c:pt idx="523" formatCode="0.00">
                  <c:v>98.641436196021345</c:v>
                </c:pt>
                <c:pt idx="524" formatCode="0.00">
                  <c:v>99.029597282872373</c:v>
                </c:pt>
                <c:pt idx="525" formatCode="0.00">
                  <c:v>99.514798641436187</c:v>
                </c:pt>
                <c:pt idx="526" formatCode="0.00">
                  <c:v>99.514798641436187</c:v>
                </c:pt>
                <c:pt idx="527" formatCode="0.00">
                  <c:v>98.884036875303238</c:v>
                </c:pt>
                <c:pt idx="528" formatCode="0.00">
                  <c:v>99.175157690441523</c:v>
                </c:pt>
                <c:pt idx="529" formatCode="0.00">
                  <c:v>99.611838913148958</c:v>
                </c:pt>
                <c:pt idx="530" formatCode="0.00">
                  <c:v>99.951479864143607</c:v>
                </c:pt>
                <c:pt idx="531" formatCode="0.00">
                  <c:v>99.708879184861701</c:v>
                </c:pt>
                <c:pt idx="532" formatCode="0.00">
                  <c:v>98.49587578845221</c:v>
                </c:pt>
                <c:pt idx="533" formatCode="0.00">
                  <c:v>98.398835516739439</c:v>
                </c:pt>
                <c:pt idx="534" formatCode="0.00">
                  <c:v>98.398835516739439</c:v>
                </c:pt>
                <c:pt idx="535" formatCode="0.00">
                  <c:v>98.447355652595817</c:v>
                </c:pt>
                <c:pt idx="536" formatCode="0.00">
                  <c:v>97.331392527899069</c:v>
                </c:pt>
                <c:pt idx="537" formatCode="0.00">
                  <c:v>98.010674429888397</c:v>
                </c:pt>
                <c:pt idx="538" formatCode="0.00">
                  <c:v>98.398835516739439</c:v>
                </c:pt>
                <c:pt idx="539" formatCode="0.00">
                  <c:v>98.68995633187771</c:v>
                </c:pt>
                <c:pt idx="540" formatCode="0.00">
                  <c:v>98.786996603590467</c:v>
                </c:pt>
                <c:pt idx="541" formatCode="0.00">
                  <c:v>98.059194565744761</c:v>
                </c:pt>
                <c:pt idx="542" formatCode="0.00">
                  <c:v>98.010674429888383</c:v>
                </c:pt>
                <c:pt idx="543" formatCode="0.00">
                  <c:v>97.913634158175626</c:v>
                </c:pt>
                <c:pt idx="544" formatCode="0.00">
                  <c:v>98.786996603590481</c:v>
                </c:pt>
                <c:pt idx="545" formatCode="0.00">
                  <c:v>97.62251334303734</c:v>
                </c:pt>
                <c:pt idx="546" formatCode="0.00">
                  <c:v>97.379912663755434</c:v>
                </c:pt>
                <c:pt idx="547" formatCode="0.00">
                  <c:v>97.816593886462854</c:v>
                </c:pt>
                <c:pt idx="548" formatCode="0.00">
                  <c:v>97.622513343037326</c:v>
                </c:pt>
                <c:pt idx="549" formatCode="0.00">
                  <c:v>97.088791848617149</c:v>
                </c:pt>
                <c:pt idx="550" formatCode="0.00">
                  <c:v>97.913634158175626</c:v>
                </c:pt>
                <c:pt idx="551" formatCode="0.00">
                  <c:v>97.913634158175626</c:v>
                </c:pt>
                <c:pt idx="552" formatCode="0.00">
                  <c:v>97.913634158175626</c:v>
                </c:pt>
                <c:pt idx="553" formatCode="0.00">
                  <c:v>97.525473071324583</c:v>
                </c:pt>
                <c:pt idx="554" formatCode="0.00">
                  <c:v>97.525473071324583</c:v>
                </c:pt>
                <c:pt idx="555" formatCode="0.00">
                  <c:v>97.719553614750097</c:v>
                </c:pt>
                <c:pt idx="556" formatCode="0.00">
                  <c:v>97.816593886462854</c:v>
                </c:pt>
                <c:pt idx="557" formatCode="0.00">
                  <c:v>98.447355652595803</c:v>
                </c:pt>
                <c:pt idx="558" formatCode="0.00">
                  <c:v>98.253275109170289</c:v>
                </c:pt>
                <c:pt idx="559" formatCode="0.00">
                  <c:v>97.719553614750097</c:v>
                </c:pt>
                <c:pt idx="560" formatCode="0.00">
                  <c:v>97.137311984473527</c:v>
                </c:pt>
                <c:pt idx="561" formatCode="0.00">
                  <c:v>97.428432799611812</c:v>
                </c:pt>
                <c:pt idx="562" formatCode="0.00">
                  <c:v>98.350315380883032</c:v>
                </c:pt>
                <c:pt idx="563" formatCode="0.00">
                  <c:v>97.622513343037326</c:v>
                </c:pt>
                <c:pt idx="564" formatCode="0.00">
                  <c:v>97.622513343037326</c:v>
                </c:pt>
                <c:pt idx="565" formatCode="0.00">
                  <c:v>97.913634158175611</c:v>
                </c:pt>
                <c:pt idx="566" formatCode="0.00">
                  <c:v>98.059194565744733</c:v>
                </c:pt>
                <c:pt idx="567" formatCode="0.00">
                  <c:v>97.865114022319204</c:v>
                </c:pt>
                <c:pt idx="568" formatCode="0.00">
                  <c:v>98.107714701601111</c:v>
                </c:pt>
                <c:pt idx="569" formatCode="0.00">
                  <c:v>98.301795245026625</c:v>
                </c:pt>
                <c:pt idx="570" formatCode="0.00">
                  <c:v>97.379912663755391</c:v>
                </c:pt>
                <c:pt idx="571" formatCode="0.00">
                  <c:v>97.476952935468162</c:v>
                </c:pt>
                <c:pt idx="572" formatCode="0.00">
                  <c:v>97.573993207180933</c:v>
                </c:pt>
                <c:pt idx="573" formatCode="0.00">
                  <c:v>97.573993207180933</c:v>
                </c:pt>
                <c:pt idx="574" formatCode="0.00">
                  <c:v>97.23435225618627</c:v>
                </c:pt>
                <c:pt idx="575" formatCode="0.00">
                  <c:v>97.137311984473513</c:v>
                </c:pt>
                <c:pt idx="576" formatCode="0.00">
                  <c:v>96.555070354196957</c:v>
                </c:pt>
                <c:pt idx="577" formatCode="0.00">
                  <c:v>96.4580300824842</c:v>
                </c:pt>
                <c:pt idx="578" formatCode="0.00">
                  <c:v>97.671033478893705</c:v>
                </c:pt>
                <c:pt idx="579" formatCode="0.00">
                  <c:v>97.428432799611812</c:v>
                </c:pt>
                <c:pt idx="580" formatCode="0.00">
                  <c:v>97.04027171276077</c:v>
                </c:pt>
                <c:pt idx="581" formatCode="0.00">
                  <c:v>97.525473071324569</c:v>
                </c:pt>
                <c:pt idx="582" formatCode="0.00">
                  <c:v>97.37991266375542</c:v>
                </c:pt>
                <c:pt idx="583" formatCode="0.00">
                  <c:v>97.331392527899041</c:v>
                </c:pt>
                <c:pt idx="584" formatCode="0.00">
                  <c:v>96.749150897622471</c:v>
                </c:pt>
                <c:pt idx="585" formatCode="0.00">
                  <c:v>96.749150897622471</c:v>
                </c:pt>
                <c:pt idx="586" formatCode="0.00">
                  <c:v>95.972828723920387</c:v>
                </c:pt>
                <c:pt idx="587" formatCode="0.00">
                  <c:v>95.924308588063994</c:v>
                </c:pt>
                <c:pt idx="588" formatCode="0.00">
                  <c:v>96.31246967491505</c:v>
                </c:pt>
                <c:pt idx="589" formatCode="0.00">
                  <c:v>95.972828723920387</c:v>
                </c:pt>
                <c:pt idx="590" formatCode="0.00">
                  <c:v>95.778748180494858</c:v>
                </c:pt>
                <c:pt idx="591" formatCode="0.00">
                  <c:v>96.4580300824842</c:v>
                </c:pt>
                <c:pt idx="592" formatCode="0.00">
                  <c:v>96.846191169335242</c:v>
                </c:pt>
                <c:pt idx="593" formatCode="0.00">
                  <c:v>95.633187772925723</c:v>
                </c:pt>
                <c:pt idx="594" formatCode="0.00">
                  <c:v>95.293546821931059</c:v>
                </c:pt>
                <c:pt idx="595" formatCode="0.00">
                  <c:v>94.80834546336726</c:v>
                </c:pt>
                <c:pt idx="596" formatCode="0.00">
                  <c:v>93.595342066957755</c:v>
                </c:pt>
                <c:pt idx="597" formatCode="0.00">
                  <c:v>91.848617176128059</c:v>
                </c:pt>
                <c:pt idx="598" formatCode="0.00">
                  <c:v>92.576419213973764</c:v>
                </c:pt>
                <c:pt idx="599" formatCode="0.00">
                  <c:v>92.430858806404629</c:v>
                </c:pt>
                <c:pt idx="600" formatCode="0.00">
                  <c:v>93.255701115963092</c:v>
                </c:pt>
                <c:pt idx="601" formatCode="0.00">
                  <c:v>93.886462882096026</c:v>
                </c:pt>
                <c:pt idx="602" formatCode="0.00">
                  <c:v>94.662785055798096</c:v>
                </c:pt>
                <c:pt idx="603" formatCode="0.00">
                  <c:v>94.274623968947054</c:v>
                </c:pt>
                <c:pt idx="604" formatCode="0.00">
                  <c:v>94.032023289665148</c:v>
                </c:pt>
                <c:pt idx="605" formatCode="0.00">
                  <c:v>94.85686559922361</c:v>
                </c:pt>
                <c:pt idx="606" formatCode="0.00">
                  <c:v>94.759825327510839</c:v>
                </c:pt>
                <c:pt idx="607" formatCode="0.00">
                  <c:v>93.401261523532185</c:v>
                </c:pt>
                <c:pt idx="608" formatCode="0.00">
                  <c:v>93.401261523532185</c:v>
                </c:pt>
                <c:pt idx="609" formatCode="0.00">
                  <c:v>94.90538573507996</c:v>
                </c:pt>
                <c:pt idx="610" formatCode="0.00">
                  <c:v>95.633187772925666</c:v>
                </c:pt>
                <c:pt idx="611" formatCode="0.00">
                  <c:v>95.584667637069288</c:v>
                </c:pt>
                <c:pt idx="612" formatCode="0.00">
                  <c:v>95.68170790878203</c:v>
                </c:pt>
                <c:pt idx="613" formatCode="0.00">
                  <c:v>95.293546821930988</c:v>
                </c:pt>
                <c:pt idx="614" formatCode="0.00">
                  <c:v>94.371664240659769</c:v>
                </c:pt>
                <c:pt idx="615" formatCode="0.00">
                  <c:v>94.080543425521483</c:v>
                </c:pt>
                <c:pt idx="616" formatCode="0.00">
                  <c:v>94.177583697234255</c:v>
                </c:pt>
                <c:pt idx="617" formatCode="0.00">
                  <c:v>94.614264919941675</c:v>
                </c:pt>
                <c:pt idx="618" formatCode="0.00">
                  <c:v>94.46870451237254</c:v>
                </c:pt>
                <c:pt idx="619" formatCode="0.00">
                  <c:v>94.565744784085297</c:v>
                </c:pt>
                <c:pt idx="620" formatCode="0.00">
                  <c:v>95.050946142649096</c:v>
                </c:pt>
                <c:pt idx="621" formatCode="0.00">
                  <c:v>95.050946142649096</c:v>
                </c:pt>
                <c:pt idx="622" formatCode="0.00">
                  <c:v>94.711305191654446</c:v>
                </c:pt>
                <c:pt idx="623" formatCode="0.00">
                  <c:v>94.177583697234255</c:v>
                </c:pt>
                <c:pt idx="624" formatCode="0.00">
                  <c:v>94.323144104803404</c:v>
                </c:pt>
                <c:pt idx="625" formatCode="0.00">
                  <c:v>93.886462882095984</c:v>
                </c:pt>
                <c:pt idx="626" formatCode="0.00">
                  <c:v>94.032023289665119</c:v>
                </c:pt>
                <c:pt idx="627" formatCode="0.00">
                  <c:v>93.207180980106656</c:v>
                </c:pt>
                <c:pt idx="628" formatCode="0.00">
                  <c:v>93.207180980106656</c:v>
                </c:pt>
                <c:pt idx="629" formatCode="0.00">
                  <c:v>92.479378942260951</c:v>
                </c:pt>
                <c:pt idx="630" formatCode="0.00">
                  <c:v>92.527899078117343</c:v>
                </c:pt>
                <c:pt idx="631" formatCode="0.00">
                  <c:v>91.751576904415259</c:v>
                </c:pt>
                <c:pt idx="632" formatCode="0.00">
                  <c:v>91.557496360989745</c:v>
                </c:pt>
                <c:pt idx="633" formatCode="0.00">
                  <c:v>92.333818534691829</c:v>
                </c:pt>
                <c:pt idx="634" formatCode="0.00">
                  <c:v>90.781174187287647</c:v>
                </c:pt>
                <c:pt idx="635" formatCode="0.00">
                  <c:v>90.587093643862133</c:v>
                </c:pt>
                <c:pt idx="636" formatCode="0.00">
                  <c:v>90.441533236292997</c:v>
                </c:pt>
                <c:pt idx="637" formatCode="0.00">
                  <c:v>89.616690926734535</c:v>
                </c:pt>
                <c:pt idx="638" formatCode="0.00">
                  <c:v>90.441533236293012</c:v>
                </c:pt>
                <c:pt idx="639" formatCode="0.00">
                  <c:v>90.247452692867483</c:v>
                </c:pt>
                <c:pt idx="640" formatCode="0.00">
                  <c:v>89.519650655021778</c:v>
                </c:pt>
                <c:pt idx="641" formatCode="0.00">
                  <c:v>89.277049975739871</c:v>
                </c:pt>
                <c:pt idx="642" formatCode="0.00">
                  <c:v>89.277049975739871</c:v>
                </c:pt>
                <c:pt idx="643" formatCode="0.00">
                  <c:v>89.034449296457979</c:v>
                </c:pt>
                <c:pt idx="644" formatCode="0.00">
                  <c:v>89.325570111596264</c:v>
                </c:pt>
                <c:pt idx="645" formatCode="0.00">
                  <c:v>90.004852013585577</c:v>
                </c:pt>
                <c:pt idx="646" formatCode="0.00">
                  <c:v>88.985929160601586</c:v>
                </c:pt>
                <c:pt idx="647" formatCode="0.00">
                  <c:v>87.869966035904838</c:v>
                </c:pt>
                <c:pt idx="648" formatCode="0.00">
                  <c:v>88.209606986899487</c:v>
                </c:pt>
                <c:pt idx="649" formatCode="0.00">
                  <c:v>86.754002911208076</c:v>
                </c:pt>
                <c:pt idx="650" formatCode="0.00">
                  <c:v>85.735080058224099</c:v>
                </c:pt>
                <c:pt idx="651" formatCode="0.00">
                  <c:v>85.492479378942193</c:v>
                </c:pt>
                <c:pt idx="652" formatCode="0.00">
                  <c:v>87.384764677341039</c:v>
                </c:pt>
                <c:pt idx="653" formatCode="0.00">
                  <c:v>88.452207666181408</c:v>
                </c:pt>
                <c:pt idx="654" formatCode="0.00">
                  <c:v>88.840368753032465</c:v>
                </c:pt>
                <c:pt idx="655" formatCode="0.00">
                  <c:v>88.694808345463315</c:v>
                </c:pt>
                <c:pt idx="656" formatCode="0.00">
                  <c:v>89.519650655021792</c:v>
                </c:pt>
                <c:pt idx="657" formatCode="0.00">
                  <c:v>89.56817079087817</c:v>
                </c:pt>
                <c:pt idx="658" formatCode="0.00">
                  <c:v>89.180009704027128</c:v>
                </c:pt>
                <c:pt idx="659" formatCode="0.00">
                  <c:v>89.374090247452671</c:v>
                </c:pt>
                <c:pt idx="660" formatCode="0.00">
                  <c:v>89.131489568170764</c:v>
                </c:pt>
                <c:pt idx="661" formatCode="0.00">
                  <c:v>89.374090247452656</c:v>
                </c:pt>
                <c:pt idx="662" formatCode="0.00">
                  <c:v>88.500727802037815</c:v>
                </c:pt>
                <c:pt idx="663" formatCode="0.00">
                  <c:v>87.481804949053824</c:v>
                </c:pt>
                <c:pt idx="664" formatCode="0.00">
                  <c:v>86.656962639495362</c:v>
                </c:pt>
                <c:pt idx="665" formatCode="0.00">
                  <c:v>86.996603590490011</c:v>
                </c:pt>
                <c:pt idx="666" formatCode="0.00">
                  <c:v>86.851043182920876</c:v>
                </c:pt>
                <c:pt idx="667" formatCode="0.00">
                  <c:v>85.783600194080506</c:v>
                </c:pt>
                <c:pt idx="668" formatCode="0.00">
                  <c:v>85.97768073750602</c:v>
                </c:pt>
                <c:pt idx="669" formatCode="0.00">
                  <c:v>85.783600194080506</c:v>
                </c:pt>
                <c:pt idx="670" formatCode="0.00">
                  <c:v>86.414361960213455</c:v>
                </c:pt>
                <c:pt idx="671" formatCode="0.00">
                  <c:v>86.414361960213455</c:v>
                </c:pt>
                <c:pt idx="672" formatCode="0.00">
                  <c:v>85.880640465793263</c:v>
                </c:pt>
                <c:pt idx="673" formatCode="0.00">
                  <c:v>84.425036390101852</c:v>
                </c:pt>
                <c:pt idx="674" formatCode="0.00">
                  <c:v>84.716157205240137</c:v>
                </c:pt>
                <c:pt idx="675" formatCode="0.00">
                  <c:v>84.764677341096515</c:v>
                </c:pt>
                <c:pt idx="676" formatCode="0.00">
                  <c:v>85.686559922367749</c:v>
                </c:pt>
                <c:pt idx="677" formatCode="0.00">
                  <c:v>86.12324114507517</c:v>
                </c:pt>
                <c:pt idx="678" formatCode="0.00">
                  <c:v>87.481804949053824</c:v>
                </c:pt>
                <c:pt idx="679" formatCode="0.00">
                  <c:v>88.064046579330395</c:v>
                </c:pt>
                <c:pt idx="680" formatCode="0.00">
                  <c:v>88.258127122755923</c:v>
                </c:pt>
                <c:pt idx="681" formatCode="0.00">
                  <c:v>88.93740902474525</c:v>
                </c:pt>
                <c:pt idx="682" formatCode="0.00">
                  <c:v>88.646288209606979</c:v>
                </c:pt>
                <c:pt idx="683" formatCode="0.00">
                  <c:v>88.500727802037844</c:v>
                </c:pt>
                <c:pt idx="684" formatCode="0.00">
                  <c:v>88.646288209606993</c:v>
                </c:pt>
                <c:pt idx="685" formatCode="0.00">
                  <c:v>89.66521106259097</c:v>
                </c:pt>
                <c:pt idx="686" formatCode="0.00">
                  <c:v>88.597768073750615</c:v>
                </c:pt>
                <c:pt idx="687" formatCode="0.00">
                  <c:v>88.403687530325087</c:v>
                </c:pt>
                <c:pt idx="688" formatCode="0.00">
                  <c:v>86.899563318777297</c:v>
                </c:pt>
                <c:pt idx="689" formatCode="0.00">
                  <c:v>88.403687530325087</c:v>
                </c:pt>
                <c:pt idx="690" formatCode="0.00">
                  <c:v>88.306647258612315</c:v>
                </c:pt>
                <c:pt idx="691" formatCode="0.00">
                  <c:v>88.064046579330409</c:v>
                </c:pt>
                <c:pt idx="692" formatCode="0.00">
                  <c:v>87.142163998059189</c:v>
                </c:pt>
                <c:pt idx="693" formatCode="0.00">
                  <c:v>86.220281416787955</c:v>
                </c:pt>
                <c:pt idx="694" formatCode="0.00">
                  <c:v>86.511402231926226</c:v>
                </c:pt>
                <c:pt idx="695" formatCode="0.00">
                  <c:v>86.365841824357091</c:v>
                </c:pt>
                <c:pt idx="696" formatCode="0.00">
                  <c:v>85.977680737506049</c:v>
                </c:pt>
                <c:pt idx="697" formatCode="0.00">
                  <c:v>86.026200873362427</c:v>
                </c:pt>
                <c:pt idx="698" formatCode="0.00">
                  <c:v>87.045123726346418</c:v>
                </c:pt>
                <c:pt idx="699" formatCode="0.00">
                  <c:v>86.656962639495376</c:v>
                </c:pt>
                <c:pt idx="700" formatCode="0.00">
                  <c:v>86.899563318777282</c:v>
                </c:pt>
                <c:pt idx="701" formatCode="0.00">
                  <c:v>85.735080058224156</c:v>
                </c:pt>
                <c:pt idx="702" formatCode="0.00">
                  <c:v>85.686559922367792</c:v>
                </c:pt>
                <c:pt idx="703" formatCode="0.00">
                  <c:v>86.220281416787955</c:v>
                </c:pt>
                <c:pt idx="704" formatCode="0.00">
                  <c:v>87.190684133915553</c:v>
                </c:pt>
                <c:pt idx="705" formatCode="0.00">
                  <c:v>88.064046579330395</c:v>
                </c:pt>
                <c:pt idx="706" formatCode="0.00">
                  <c:v>88.500727802037829</c:v>
                </c:pt>
                <c:pt idx="707" formatCode="0.00">
                  <c:v>88.840368753032507</c:v>
                </c:pt>
                <c:pt idx="708" formatCode="0.00">
                  <c:v>89.422610383309049</c:v>
                </c:pt>
                <c:pt idx="709" formatCode="0.00">
                  <c:v>88.064046579330395</c:v>
                </c:pt>
                <c:pt idx="710" formatCode="0.00">
                  <c:v>87.627365356622974</c:v>
                </c:pt>
                <c:pt idx="711" formatCode="0.00">
                  <c:v>88.937409024745236</c:v>
                </c:pt>
                <c:pt idx="712" formatCode="0.00">
                  <c:v>88.646288209606965</c:v>
                </c:pt>
                <c:pt idx="713" formatCode="0.00">
                  <c:v>89.228529839883535</c:v>
                </c:pt>
                <c:pt idx="714" formatCode="0.00">
                  <c:v>89.277049975739914</c:v>
                </c:pt>
                <c:pt idx="715" formatCode="0.00">
                  <c:v>89.034449296458021</c:v>
                </c:pt>
                <c:pt idx="716" formatCode="0.00">
                  <c:v>89.180009704027157</c:v>
                </c:pt>
                <c:pt idx="717" formatCode="0.00">
                  <c:v>89.131489568170778</c:v>
                </c:pt>
                <c:pt idx="718" formatCode="0.00">
                  <c:v>88.597768073750601</c:v>
                </c:pt>
                <c:pt idx="719" formatCode="0.00">
                  <c:v>88.93740902474525</c:v>
                </c:pt>
                <c:pt idx="720" formatCode="0.00">
                  <c:v>88.403687530325072</c:v>
                </c:pt>
                <c:pt idx="721" formatCode="0.00">
                  <c:v>87.675885492479367</c:v>
                </c:pt>
                <c:pt idx="722" formatCode="0.00">
                  <c:v>86.754002911208133</c:v>
                </c:pt>
                <c:pt idx="723" formatCode="0.00">
                  <c:v>86.899563318777282</c:v>
                </c:pt>
                <c:pt idx="724" formatCode="0.00">
                  <c:v>86.462882096069862</c:v>
                </c:pt>
                <c:pt idx="725" formatCode="0.00">
                  <c:v>86.754002911208133</c:v>
                </c:pt>
                <c:pt idx="726" formatCode="0.00">
                  <c:v>85.832120329936913</c:v>
                </c:pt>
                <c:pt idx="727" formatCode="0.00">
                  <c:v>85.638039786511385</c:v>
                </c:pt>
                <c:pt idx="728" formatCode="0.00">
                  <c:v>85.783600194080549</c:v>
                </c:pt>
                <c:pt idx="729" formatCode="0.00">
                  <c:v>85.201358563803979</c:v>
                </c:pt>
                <c:pt idx="730" formatCode="0.00">
                  <c:v>85.201358563803979</c:v>
                </c:pt>
                <c:pt idx="731" formatCode="0.00">
                  <c:v>85.249878699660357</c:v>
                </c:pt>
                <c:pt idx="732" formatCode="0.00">
                  <c:v>85.29839883551675</c:v>
                </c:pt>
                <c:pt idx="733" formatCode="0.00">
                  <c:v>85.638039786511399</c:v>
                </c:pt>
                <c:pt idx="734" formatCode="0.00">
                  <c:v>85.00727802037845</c:v>
                </c:pt>
                <c:pt idx="735" formatCode="0.00">
                  <c:v>85.00727802037845</c:v>
                </c:pt>
                <c:pt idx="736" formatCode="0.00">
                  <c:v>84.230955846676366</c:v>
                </c:pt>
                <c:pt idx="737" formatCode="0.00">
                  <c:v>84.182435710819973</c:v>
                </c:pt>
                <c:pt idx="738" formatCode="0.00">
                  <c:v>83.842794759825324</c:v>
                </c:pt>
                <c:pt idx="739" formatCode="0.00">
                  <c:v>82.629791363415819</c:v>
                </c:pt>
                <c:pt idx="740" formatCode="0.00">
                  <c:v>83.891314895681717</c:v>
                </c:pt>
                <c:pt idx="741" formatCode="0.00">
                  <c:v>84.425036390101909</c:v>
                </c:pt>
                <c:pt idx="742" formatCode="0.00">
                  <c:v>85.443959243085899</c:v>
                </c:pt>
                <c:pt idx="743" formatCode="0.00">
                  <c:v>85.249878699660371</c:v>
                </c:pt>
                <c:pt idx="744" formatCode="0.00">
                  <c:v>84.619116933527437</c:v>
                </c:pt>
                <c:pt idx="745" formatCode="0.00">
                  <c:v>84.279475982532773</c:v>
                </c:pt>
                <c:pt idx="746" formatCode="0.00">
                  <c:v>84.279475982532773</c:v>
                </c:pt>
                <c:pt idx="747" formatCode="0.00">
                  <c:v>83.697234352256203</c:v>
                </c:pt>
                <c:pt idx="748" formatCode="0.00">
                  <c:v>83.697234352256203</c:v>
                </c:pt>
                <c:pt idx="749" formatCode="0.00">
                  <c:v>83.697234352256203</c:v>
                </c:pt>
                <c:pt idx="750" formatCode="0.00">
                  <c:v>84.327996118389166</c:v>
                </c:pt>
                <c:pt idx="751" formatCode="0.00">
                  <c:v>84.036875303250881</c:v>
                </c:pt>
                <c:pt idx="752" formatCode="0.00">
                  <c:v>84.036875303250881</c:v>
                </c:pt>
                <c:pt idx="753" formatCode="0.00">
                  <c:v>83.45463367297431</c:v>
                </c:pt>
                <c:pt idx="754" formatCode="0.00">
                  <c:v>83.551673944687082</c:v>
                </c:pt>
                <c:pt idx="755" formatCode="0.00">
                  <c:v>83.503153808830717</c:v>
                </c:pt>
                <c:pt idx="756" formatCode="0.00">
                  <c:v>83.503153808830717</c:v>
                </c:pt>
                <c:pt idx="757" formatCode="0.00">
                  <c:v>81.756428918001021</c:v>
                </c:pt>
                <c:pt idx="758" formatCode="0.00">
                  <c:v>80.737506065017016</c:v>
                </c:pt>
                <c:pt idx="759" formatCode="0.00">
                  <c:v>81.271227559437207</c:v>
                </c:pt>
                <c:pt idx="760" formatCode="0.00">
                  <c:v>79.961183891314931</c:v>
                </c:pt>
                <c:pt idx="761" formatCode="0.00">
                  <c:v>80.203784570596838</c:v>
                </c:pt>
                <c:pt idx="762" formatCode="0.00">
                  <c:v>80.349344978165973</c:v>
                </c:pt>
                <c:pt idx="763" formatCode="0.00">
                  <c:v>80.786026200873408</c:v>
                </c:pt>
                <c:pt idx="764" formatCode="0.00">
                  <c:v>79.718583212033039</c:v>
                </c:pt>
                <c:pt idx="765" formatCode="0.00">
                  <c:v>79.767103347889417</c:v>
                </c:pt>
                <c:pt idx="766" formatCode="0.00">
                  <c:v>80.203784570596838</c:v>
                </c:pt>
                <c:pt idx="767" formatCode="0.00">
                  <c:v>81.36826783114995</c:v>
                </c:pt>
                <c:pt idx="768" formatCode="0.00">
                  <c:v>80.883066472586151</c:v>
                </c:pt>
                <c:pt idx="769" formatCode="0.00">
                  <c:v>80.106744298884067</c:v>
                </c:pt>
                <c:pt idx="770" formatCode="0.00">
                  <c:v>79.08782144590009</c:v>
                </c:pt>
                <c:pt idx="771" formatCode="0.00">
                  <c:v>79.378942261038375</c:v>
                </c:pt>
                <c:pt idx="772" formatCode="0.00">
                  <c:v>77.098495875788501</c:v>
                </c:pt>
                <c:pt idx="773" formatCode="0.00">
                  <c:v>79.039301310043712</c:v>
                </c:pt>
                <c:pt idx="774" formatCode="0.00">
                  <c:v>79.767103347889432</c:v>
                </c:pt>
                <c:pt idx="775" formatCode="0.00">
                  <c:v>78.360019408054413</c:v>
                </c:pt>
                <c:pt idx="776" formatCode="0.00">
                  <c:v>78.360019408054413</c:v>
                </c:pt>
                <c:pt idx="777" formatCode="0.00">
                  <c:v>78.360019408054413</c:v>
                </c:pt>
                <c:pt idx="778" formatCode="0.00">
                  <c:v>78.505579815623548</c:v>
                </c:pt>
                <c:pt idx="779" formatCode="0.00">
                  <c:v>78.360019408054413</c:v>
                </c:pt>
                <c:pt idx="780">
                  <c:v>100</c:v>
                </c:pt>
                <c:pt idx="781">
                  <c:v>100</c:v>
                </c:pt>
                <c:pt idx="782" formatCode="0.00">
                  <c:v>100</c:v>
                </c:pt>
                <c:pt idx="783" formatCode="0.00">
                  <c:v>100.37037037037035</c:v>
                </c:pt>
                <c:pt idx="784" formatCode="0.00">
                  <c:v>99.81481481481481</c:v>
                </c:pt>
                <c:pt idx="785" formatCode="0.00">
                  <c:v>100.92592592592592</c:v>
                </c:pt>
                <c:pt idx="786" formatCode="0.00">
                  <c:v>101.17283950617283</c:v>
                </c:pt>
                <c:pt idx="787" formatCode="0.00">
                  <c:v>101.04938271604939</c:v>
                </c:pt>
                <c:pt idx="788" formatCode="0.00">
                  <c:v>102.28395061728395</c:v>
                </c:pt>
                <c:pt idx="789" formatCode="0.00">
                  <c:v>101.04938271604939</c:v>
                </c:pt>
                <c:pt idx="790" formatCode="0.00">
                  <c:v>101.23456790123457</c:v>
                </c:pt>
                <c:pt idx="791" formatCode="0.00">
                  <c:v>101.97530864197532</c:v>
                </c:pt>
                <c:pt idx="792" formatCode="0.00">
                  <c:v>102.65432098765433</c:v>
                </c:pt>
                <c:pt idx="793" formatCode="0.00">
                  <c:v>101.97530864197532</c:v>
                </c:pt>
                <c:pt idx="794" formatCode="0.00">
                  <c:v>101.54320987654322</c:v>
                </c:pt>
                <c:pt idx="795" formatCode="0.00">
                  <c:v>102.28395061728395</c:v>
                </c:pt>
                <c:pt idx="796" formatCode="0.00">
                  <c:v>102.46913580246914</c:v>
                </c:pt>
                <c:pt idx="797" formatCode="0.00">
                  <c:v>103.8888888888889</c:v>
                </c:pt>
                <c:pt idx="798" formatCode="0.00">
                  <c:v>104.19753086419756</c:v>
                </c:pt>
                <c:pt idx="799" formatCode="0.00">
                  <c:v>104.38271604938275</c:v>
                </c:pt>
                <c:pt idx="800" formatCode="0.00">
                  <c:v>104.56790123456793</c:v>
                </c:pt>
                <c:pt idx="801" formatCode="0.00">
                  <c:v>105.24691358024694</c:v>
                </c:pt>
                <c:pt idx="802" formatCode="0.00">
                  <c:v>105.24691358024694</c:v>
                </c:pt>
                <c:pt idx="803" formatCode="0.00">
                  <c:v>105.06172839506173</c:v>
                </c:pt>
                <c:pt idx="804" formatCode="0.00">
                  <c:v>105.61728395061729</c:v>
                </c:pt>
                <c:pt idx="805" formatCode="0.00">
                  <c:v>106.2962962962963</c:v>
                </c:pt>
                <c:pt idx="806" formatCode="0.00">
                  <c:v>107.22222222222223</c:v>
                </c:pt>
                <c:pt idx="807" formatCode="0.00">
                  <c:v>106.35802469135804</c:v>
                </c:pt>
                <c:pt idx="808" formatCode="0.00">
                  <c:v>107.09876543209876</c:v>
                </c:pt>
                <c:pt idx="809" formatCode="0.00">
                  <c:v>106.23456790123457</c:v>
                </c:pt>
                <c:pt idx="810" formatCode="0.00">
                  <c:v>106.66666666666667</c:v>
                </c:pt>
                <c:pt idx="811" formatCode="0.00">
                  <c:v>107.03703703703702</c:v>
                </c:pt>
                <c:pt idx="812" formatCode="0.00">
                  <c:v>107.16049382716048</c:v>
                </c:pt>
                <c:pt idx="813" formatCode="0.00">
                  <c:v>107.03703703703701</c:v>
                </c:pt>
                <c:pt idx="814" formatCode="0.00">
                  <c:v>108.33333333333329</c:v>
                </c:pt>
                <c:pt idx="815" formatCode="0.00">
                  <c:v>108.08641975308637</c:v>
                </c:pt>
                <c:pt idx="816" formatCode="0.00">
                  <c:v>108.58024691358018</c:v>
                </c:pt>
                <c:pt idx="817" formatCode="0.00">
                  <c:v>107.90123456790118</c:v>
                </c:pt>
                <c:pt idx="818" formatCode="0.00">
                  <c:v>108.20987654320982</c:v>
                </c:pt>
                <c:pt idx="819" formatCode="0.00">
                  <c:v>107.71604938271598</c:v>
                </c:pt>
                <c:pt idx="820" formatCode="0.00">
                  <c:v>106.91358024691351</c:v>
                </c:pt>
                <c:pt idx="821" formatCode="0.00">
                  <c:v>107.34567901234561</c:v>
                </c:pt>
                <c:pt idx="822" formatCode="0.00">
                  <c:v>106.17283950617278</c:v>
                </c:pt>
                <c:pt idx="823" formatCode="0.00">
                  <c:v>105.86419753086415</c:v>
                </c:pt>
                <c:pt idx="824" formatCode="0.00">
                  <c:v>104.87654320987647</c:v>
                </c:pt>
                <c:pt idx="825" formatCode="0.00">
                  <c:v>104.87654320987647</c:v>
                </c:pt>
                <c:pt idx="826" formatCode="0.00">
                  <c:v>104.87654320987647</c:v>
                </c:pt>
                <c:pt idx="827" formatCode="0.00">
                  <c:v>107.22222222222216</c:v>
                </c:pt>
                <c:pt idx="828" formatCode="0.00">
                  <c:v>107.0987654320987</c:v>
                </c:pt>
                <c:pt idx="829" formatCode="0.00">
                  <c:v>106.60493827160488</c:v>
                </c:pt>
                <c:pt idx="830" formatCode="0.00">
                  <c:v>105.43209876543204</c:v>
                </c:pt>
                <c:pt idx="831" formatCode="0.00">
                  <c:v>106.23456790123453</c:v>
                </c:pt>
                <c:pt idx="832" formatCode="0.00">
                  <c:v>106.41975308641972</c:v>
                </c:pt>
                <c:pt idx="833" formatCode="0.00">
                  <c:v>106.41975308641972</c:v>
                </c:pt>
                <c:pt idx="834" formatCode="0.00">
                  <c:v>107.4691358024691</c:v>
                </c:pt>
                <c:pt idx="835" formatCode="0.00">
                  <c:v>108.58024691358021</c:v>
                </c:pt>
                <c:pt idx="836" formatCode="0.00">
                  <c:v>108.82716049382714</c:v>
                </c:pt>
                <c:pt idx="837" formatCode="0.00">
                  <c:v>109.32098765432096</c:v>
                </c:pt>
                <c:pt idx="838" formatCode="0.00">
                  <c:v>108.70370370370367</c:v>
                </c:pt>
                <c:pt idx="839" formatCode="0.00">
                  <c:v>107.77777777777774</c:v>
                </c:pt>
                <c:pt idx="840" formatCode="0.00">
                  <c:v>107.09876543209872</c:v>
                </c:pt>
                <c:pt idx="841" formatCode="0.00">
                  <c:v>108.27160493827155</c:v>
                </c:pt>
                <c:pt idx="842" formatCode="0.00">
                  <c:v>107.65432098765427</c:v>
                </c:pt>
                <c:pt idx="843" formatCode="0.00">
                  <c:v>107.4691358024691</c:v>
                </c:pt>
                <c:pt idx="844" formatCode="0.00">
                  <c:v>107.16049382716045</c:v>
                </c:pt>
                <c:pt idx="845" formatCode="0.00">
                  <c:v>108.20987654320983</c:v>
                </c:pt>
                <c:pt idx="846" formatCode="0.00">
                  <c:v>108.64197530864192</c:v>
                </c:pt>
                <c:pt idx="847" formatCode="0.00">
                  <c:v>109.07407407407401</c:v>
                </c:pt>
                <c:pt idx="848" formatCode="0.00">
                  <c:v>109.62962962962958</c:v>
                </c:pt>
                <c:pt idx="849" formatCode="0.00">
                  <c:v>105.67901234567896</c:v>
                </c:pt>
                <c:pt idx="850" formatCode="0.00">
                  <c:v>104.38271604938267</c:v>
                </c:pt>
                <c:pt idx="851" formatCode="0.00">
                  <c:v>102.65432098765427</c:v>
                </c:pt>
                <c:pt idx="852" formatCode="0.00">
                  <c:v>105.9876543209876</c:v>
                </c:pt>
                <c:pt idx="853" formatCode="0.00">
                  <c:v>104.8765432098765</c:v>
                </c:pt>
                <c:pt idx="854" formatCode="0.00">
                  <c:v>105.18518518518515</c:v>
                </c:pt>
                <c:pt idx="855" formatCode="0.00">
                  <c:v>105.43209876543207</c:v>
                </c:pt>
                <c:pt idx="856" formatCode="0.00">
                  <c:v>104.87654320987652</c:v>
                </c:pt>
                <c:pt idx="857" formatCode="0.00">
                  <c:v>105.24691358024688</c:v>
                </c:pt>
                <c:pt idx="858" formatCode="0.00">
                  <c:v>106.29629629629625</c:v>
                </c:pt>
                <c:pt idx="859" formatCode="0.00">
                  <c:v>106.29629629629625</c:v>
                </c:pt>
                <c:pt idx="860" formatCode="0.00">
                  <c:v>106.29629629629625</c:v>
                </c:pt>
                <c:pt idx="861" formatCode="0.00">
                  <c:v>107.83950617283945</c:v>
                </c:pt>
                <c:pt idx="862" formatCode="0.00">
                  <c:v>108.14814814814808</c:v>
                </c:pt>
                <c:pt idx="863" formatCode="0.00">
                  <c:v>108.6419753086419</c:v>
                </c:pt>
                <c:pt idx="864" formatCode="0.00">
                  <c:v>108.58024691358018</c:v>
                </c:pt>
                <c:pt idx="865" formatCode="0.00">
                  <c:v>109.13580246913574</c:v>
                </c:pt>
                <c:pt idx="866" formatCode="0.00">
                  <c:v>109.81481481481475</c:v>
                </c:pt>
                <c:pt idx="867" formatCode="0.00">
                  <c:v>108.82716049382711</c:v>
                </c:pt>
                <c:pt idx="868" formatCode="0.00">
                  <c:v>108.82716049382711</c:v>
                </c:pt>
                <c:pt idx="869" formatCode="0.00">
                  <c:v>109.13580246913574</c:v>
                </c:pt>
                <c:pt idx="870" formatCode="0.00">
                  <c:v>108.51851851851846</c:v>
                </c:pt>
                <c:pt idx="871" formatCode="0.00">
                  <c:v>108.02469135802463</c:v>
                </c:pt>
                <c:pt idx="872" formatCode="0.00">
                  <c:v>107.46913580246908</c:v>
                </c:pt>
                <c:pt idx="873" formatCode="0.00">
                  <c:v>109.0123456790123</c:v>
                </c:pt>
                <c:pt idx="874" formatCode="0.00">
                  <c:v>109.19753086419747</c:v>
                </c:pt>
                <c:pt idx="875" formatCode="0.00">
                  <c:v>108.76543209876537</c:v>
                </c:pt>
                <c:pt idx="876" formatCode="0.00">
                  <c:v>110.06172839506165</c:v>
                </c:pt>
                <c:pt idx="877" formatCode="0.00">
                  <c:v>109.50617283950611</c:v>
                </c:pt>
                <c:pt idx="878" formatCode="0.00">
                  <c:v>108.6419753086419</c:v>
                </c:pt>
                <c:pt idx="879" formatCode="0.00">
                  <c:v>108.95061728395055</c:v>
                </c:pt>
                <c:pt idx="880" formatCode="0.00">
                  <c:v>109.19753086419747</c:v>
                </c:pt>
                <c:pt idx="881" formatCode="0.00">
                  <c:v>108.88888888888883</c:v>
                </c:pt>
                <c:pt idx="882" formatCode="0.00">
                  <c:v>109.32098765432093</c:v>
                </c:pt>
                <c:pt idx="883" formatCode="0.00">
                  <c:v>108.14814814814808</c:v>
                </c:pt>
                <c:pt idx="884" formatCode="0.00">
                  <c:v>109.32098765432093</c:v>
                </c:pt>
                <c:pt idx="885" formatCode="0.00">
                  <c:v>109.38271604938265</c:v>
                </c:pt>
                <c:pt idx="886" formatCode="0.00">
                  <c:v>108.51851851851846</c:v>
                </c:pt>
                <c:pt idx="887" formatCode="0.00">
                  <c:v>108.95061728395054</c:v>
                </c:pt>
                <c:pt idx="888" formatCode="0.00">
                  <c:v>107.83950617283944</c:v>
                </c:pt>
                <c:pt idx="889" formatCode="0.00">
                  <c:v>108.82716049382709</c:v>
                </c:pt>
                <c:pt idx="890" formatCode="0.00">
                  <c:v>109.44444444444437</c:v>
                </c:pt>
                <c:pt idx="891" formatCode="0.00">
                  <c:v>109.50617283950608</c:v>
                </c:pt>
                <c:pt idx="892" formatCode="0.00">
                  <c:v>110.49382716049372</c:v>
                </c:pt>
                <c:pt idx="893" formatCode="0.00">
                  <c:v>111.04938271604929</c:v>
                </c:pt>
                <c:pt idx="894" formatCode="0.00">
                  <c:v>111.04938271604929</c:v>
                </c:pt>
                <c:pt idx="895" formatCode="0.00">
                  <c:v>110.74074074074065</c:v>
                </c:pt>
                <c:pt idx="896" formatCode="0.00">
                  <c:v>111.48148148148138</c:v>
                </c:pt>
                <c:pt idx="897" formatCode="0.00">
                  <c:v>111.48148148148138</c:v>
                </c:pt>
                <c:pt idx="898" formatCode="0.00">
                  <c:v>111.35802469135791</c:v>
                </c:pt>
                <c:pt idx="899" formatCode="0.00">
                  <c:v>112.40740740740731</c:v>
                </c:pt>
                <c:pt idx="900" formatCode="0.00">
                  <c:v>112.22222222222211</c:v>
                </c:pt>
                <c:pt idx="901" formatCode="0.00">
                  <c:v>112.34567901234557</c:v>
                </c:pt>
                <c:pt idx="902" formatCode="0.00">
                  <c:v>112.34567901234557</c:v>
                </c:pt>
                <c:pt idx="903" formatCode="0.00">
                  <c:v>111.9753086419752</c:v>
                </c:pt>
                <c:pt idx="904" formatCode="0.00">
                  <c:v>112.28395061728385</c:v>
                </c:pt>
                <c:pt idx="905" formatCode="0.00">
                  <c:v>111.9753086419752</c:v>
                </c:pt>
                <c:pt idx="906" formatCode="0.00">
                  <c:v>110.92592592592582</c:v>
                </c:pt>
                <c:pt idx="907" formatCode="0.00">
                  <c:v>112.46913580246904</c:v>
                </c:pt>
                <c:pt idx="908" formatCode="0.00">
                  <c:v>112.53086419753078</c:v>
                </c:pt>
                <c:pt idx="909" formatCode="0.00">
                  <c:v>113.64197530864189</c:v>
                </c:pt>
                <c:pt idx="910" formatCode="0.00">
                  <c:v>113.08641975308633</c:v>
                </c:pt>
                <c:pt idx="911" formatCode="0.00">
                  <c:v>113.76543209876533</c:v>
                </c:pt>
                <c:pt idx="912" formatCode="0.00">
                  <c:v>114.13580246913571</c:v>
                </c:pt>
                <c:pt idx="913" formatCode="0.00">
                  <c:v>113.88888888888879</c:v>
                </c:pt>
                <c:pt idx="914" formatCode="0.00">
                  <c:v>112.53086419753076</c:v>
                </c:pt>
                <c:pt idx="915" formatCode="0.00">
                  <c:v>113.33333333333324</c:v>
                </c:pt>
                <c:pt idx="916" formatCode="0.00">
                  <c:v>110.74074074074065</c:v>
                </c:pt>
                <c:pt idx="917" formatCode="0.00">
                  <c:v>111.60493827160482</c:v>
                </c:pt>
                <c:pt idx="918" formatCode="0.00">
                  <c:v>111.04938271604928</c:v>
                </c:pt>
                <c:pt idx="919" formatCode="0.00">
                  <c:v>110.49382716049371</c:v>
                </c:pt>
                <c:pt idx="920" formatCode="0.00">
                  <c:v>111.111111111111</c:v>
                </c:pt>
                <c:pt idx="921" formatCode="0.00">
                  <c:v>110.8641975308641</c:v>
                </c:pt>
                <c:pt idx="922" formatCode="0.00">
                  <c:v>111.29629629629619</c:v>
                </c:pt>
                <c:pt idx="923" formatCode="0.00">
                  <c:v>110.61728395061718</c:v>
                </c:pt>
                <c:pt idx="924" formatCode="0.00">
                  <c:v>110.8641975308641</c:v>
                </c:pt>
                <c:pt idx="925" formatCode="0.00">
                  <c:v>110.92592592592582</c:v>
                </c:pt>
                <c:pt idx="926" formatCode="0.00">
                  <c:v>111.85185185185175</c:v>
                </c:pt>
                <c:pt idx="927" formatCode="0.00">
                  <c:v>111.79012345679003</c:v>
                </c:pt>
                <c:pt idx="928" formatCode="0.00">
                  <c:v>110.92592592592582</c:v>
                </c:pt>
                <c:pt idx="929" formatCode="0.00">
                  <c:v>110.432098765432</c:v>
                </c:pt>
                <c:pt idx="930" formatCode="0.00">
                  <c:v>110.74074074074063</c:v>
                </c:pt>
                <c:pt idx="931" formatCode="0.00">
                  <c:v>110.80246913580237</c:v>
                </c:pt>
                <c:pt idx="932" formatCode="0.00">
                  <c:v>110.24691358024683</c:v>
                </c:pt>
                <c:pt idx="933" formatCode="0.00">
                  <c:v>111.35802469135793</c:v>
                </c:pt>
                <c:pt idx="934" formatCode="0.00">
                  <c:v>112.28395061728385</c:v>
                </c:pt>
                <c:pt idx="935" formatCode="0.00">
                  <c:v>112.09876543209866</c:v>
                </c:pt>
                <c:pt idx="936" formatCode="0.00">
                  <c:v>112.96296296296285</c:v>
                </c:pt>
                <c:pt idx="937" formatCode="0.00">
                  <c:v>113.76543209876532</c:v>
                </c:pt>
                <c:pt idx="938" formatCode="0.00">
                  <c:v>113.58024691358014</c:v>
                </c:pt>
                <c:pt idx="939" formatCode="0.00">
                  <c:v>113.39506172839495</c:v>
                </c:pt>
                <c:pt idx="940" formatCode="0.00">
                  <c:v>114.56790123456777</c:v>
                </c:pt>
                <c:pt idx="941" formatCode="0.00">
                  <c:v>114.38271604938259</c:v>
                </c:pt>
                <c:pt idx="942" formatCode="0.00">
                  <c:v>113.95061728395049</c:v>
                </c:pt>
                <c:pt idx="943" formatCode="0.00">
                  <c:v>114.32098765432087</c:v>
                </c:pt>
                <c:pt idx="944" formatCode="0.00">
                  <c:v>113.51851851851841</c:v>
                </c:pt>
                <c:pt idx="945" formatCode="0.00">
                  <c:v>112.09876543209866</c:v>
                </c:pt>
                <c:pt idx="946" formatCode="0.00">
                  <c:v>112.5925925925925</c:v>
                </c:pt>
                <c:pt idx="947" formatCode="0.00">
                  <c:v>112.71604938271595</c:v>
                </c:pt>
                <c:pt idx="948" formatCode="0.00">
                  <c:v>113.76543209876533</c:v>
                </c:pt>
                <c:pt idx="949" formatCode="0.00">
                  <c:v>114.07407407407398</c:v>
                </c:pt>
                <c:pt idx="950" formatCode="0.00">
                  <c:v>113.64197530864189</c:v>
                </c:pt>
                <c:pt idx="951" formatCode="0.00">
                  <c:v>113.95061728395052</c:v>
                </c:pt>
                <c:pt idx="952" formatCode="0.00">
                  <c:v>114.01234567901227</c:v>
                </c:pt>
                <c:pt idx="953" formatCode="0.00">
                  <c:v>113.70370370370364</c:v>
                </c:pt>
                <c:pt idx="954" formatCode="0.00">
                  <c:v>113.45679012345671</c:v>
                </c:pt>
                <c:pt idx="955" formatCode="0.00">
                  <c:v>112.96296296296289</c:v>
                </c:pt>
                <c:pt idx="956" formatCode="0.00">
                  <c:v>113.20987654320982</c:v>
                </c:pt>
                <c:pt idx="957" formatCode="0.00">
                  <c:v>113.33333333333327</c:v>
                </c:pt>
                <c:pt idx="958" formatCode="0.00">
                  <c:v>114.07407407407401</c:v>
                </c:pt>
                <c:pt idx="959" formatCode="0.00">
                  <c:v>113.88888888888881</c:v>
                </c:pt>
                <c:pt idx="960" formatCode="0.00">
                  <c:v>113.51851851851845</c:v>
                </c:pt>
                <c:pt idx="961" formatCode="0.00">
                  <c:v>114.13580246913573</c:v>
                </c:pt>
                <c:pt idx="962" formatCode="0.00">
                  <c:v>114.56790123456781</c:v>
                </c:pt>
                <c:pt idx="963" formatCode="0.00">
                  <c:v>115.30864197530857</c:v>
                </c:pt>
                <c:pt idx="964" formatCode="0.00">
                  <c:v>116.11111111111104</c:v>
                </c:pt>
                <c:pt idx="965" formatCode="0.00">
                  <c:v>116.54320987654316</c:v>
                </c:pt>
                <c:pt idx="966" formatCode="0.00">
                  <c:v>116.35802469135798</c:v>
                </c:pt>
                <c:pt idx="967" formatCode="0.00">
                  <c:v>116.17283950617281</c:v>
                </c:pt>
                <c:pt idx="968" formatCode="0.00">
                  <c:v>115.92592592592588</c:v>
                </c:pt>
                <c:pt idx="969" formatCode="0.00">
                  <c:v>115.67901234567898</c:v>
                </c:pt>
                <c:pt idx="970" formatCode="0.00">
                  <c:v>116.85185185185182</c:v>
                </c:pt>
                <c:pt idx="971" formatCode="0.00">
                  <c:v>115.80246913580244</c:v>
                </c:pt>
                <c:pt idx="972" formatCode="0.00">
                  <c:v>115.06172839506171</c:v>
                </c:pt>
                <c:pt idx="973" formatCode="0.00">
                  <c:v>115.49382716049379</c:v>
                </c:pt>
                <c:pt idx="974" formatCode="0.00">
                  <c:v>115.98765432098764</c:v>
                </c:pt>
                <c:pt idx="975" formatCode="0.00">
                  <c:v>115.98765432098764</c:v>
                </c:pt>
                <c:pt idx="976" formatCode="0.00">
                  <c:v>115.80246913580244</c:v>
                </c:pt>
                <c:pt idx="977" formatCode="0.00">
                  <c:v>115.61728395061725</c:v>
                </c:pt>
                <c:pt idx="978" formatCode="0.00">
                  <c:v>115.679012345679</c:v>
                </c:pt>
                <c:pt idx="979" formatCode="0.00">
                  <c:v>116.23456790123454</c:v>
                </c:pt>
                <c:pt idx="980" formatCode="0.00">
                  <c:v>115.37037037037035</c:v>
                </c:pt>
                <c:pt idx="981" formatCode="0.00">
                  <c:v>115.49382716049379</c:v>
                </c:pt>
                <c:pt idx="982" formatCode="0.00">
                  <c:v>114.93827160493825</c:v>
                </c:pt>
                <c:pt idx="983" formatCode="0.00">
                  <c:v>111.79012345679011</c:v>
                </c:pt>
                <c:pt idx="984" formatCode="0.00">
                  <c:v>112.90123456790123</c:v>
                </c:pt>
                <c:pt idx="985" formatCode="0.00">
                  <c:v>112.5925925925926</c:v>
                </c:pt>
                <c:pt idx="986" formatCode="0.00">
                  <c:v>113.14814814814814</c:v>
                </c:pt>
                <c:pt idx="987" formatCode="0.00">
                  <c:v>113.39506172839506</c:v>
                </c:pt>
                <c:pt idx="988" formatCode="0.00">
                  <c:v>114.07407407407406</c:v>
                </c:pt>
                <c:pt idx="989" formatCode="0.00">
                  <c:v>114.87654320987652</c:v>
                </c:pt>
                <c:pt idx="990" formatCode="0.00">
                  <c:v>114.56790123456788</c:v>
                </c:pt>
                <c:pt idx="991" formatCode="0.00">
                  <c:v>114.32098765432097</c:v>
                </c:pt>
                <c:pt idx="992" formatCode="0.00">
                  <c:v>114.62962962962962</c:v>
                </c:pt>
                <c:pt idx="993" formatCode="0.00">
                  <c:v>114.56790123456788</c:v>
                </c:pt>
                <c:pt idx="994" formatCode="0.00">
                  <c:v>114.87654320987652</c:v>
                </c:pt>
                <c:pt idx="995" formatCode="0.00">
                  <c:v>115.18518518518516</c:v>
                </c:pt>
                <c:pt idx="996" formatCode="0.00">
                  <c:v>115.12345679012344</c:v>
                </c:pt>
                <c:pt idx="997" formatCode="0.00">
                  <c:v>114.69135802469134</c:v>
                </c:pt>
                <c:pt idx="998" formatCode="0.00">
                  <c:v>114.8148148148148</c:v>
                </c:pt>
                <c:pt idx="999" formatCode="0.00">
                  <c:v>115.18518518518516</c:v>
                </c:pt>
                <c:pt idx="1000" formatCode="0.00">
                  <c:v>114.32098765432097</c:v>
                </c:pt>
                <c:pt idx="1001" formatCode="0.00">
                  <c:v>115.24691358024688</c:v>
                </c:pt>
                <c:pt idx="1002" formatCode="0.00">
                  <c:v>115.30864197530862</c:v>
                </c:pt>
                <c:pt idx="1003" formatCode="0.00">
                  <c:v>115.74074074074073</c:v>
                </c:pt>
                <c:pt idx="1004" formatCode="0.00">
                  <c:v>116.41975308641975</c:v>
                </c:pt>
                <c:pt idx="1005" formatCode="0.00">
                  <c:v>117.03703703703704</c:v>
                </c:pt>
                <c:pt idx="1006" formatCode="0.00">
                  <c:v>116.66666666666669</c:v>
                </c:pt>
                <c:pt idx="1007" formatCode="0.00">
                  <c:v>116.4814814814815</c:v>
                </c:pt>
                <c:pt idx="1008" formatCode="0.00">
                  <c:v>116.54320987654322</c:v>
                </c:pt>
                <c:pt idx="1009" formatCode="0.00">
                  <c:v>115.8641975308642</c:v>
                </c:pt>
                <c:pt idx="1010" formatCode="0.00">
                  <c:v>115.92592592592592</c:v>
                </c:pt>
                <c:pt idx="1011" formatCode="0.00">
                  <c:v>115.74074074074075</c:v>
                </c:pt>
                <c:pt idx="1012" formatCode="0.00">
                  <c:v>115.74074074074075</c:v>
                </c:pt>
                <c:pt idx="1013" formatCode="0.00">
                  <c:v>114.25925925925927</c:v>
                </c:pt>
                <c:pt idx="1014" formatCode="0.00">
                  <c:v>114.50617283950619</c:v>
                </c:pt>
                <c:pt idx="1015" formatCode="0.00">
                  <c:v>114.62962962962966</c:v>
                </c:pt>
                <c:pt idx="1016" formatCode="0.00">
                  <c:v>115.74074074074076</c:v>
                </c:pt>
                <c:pt idx="1017" formatCode="0.00">
                  <c:v>115.30864197530866</c:v>
                </c:pt>
                <c:pt idx="1018" formatCode="0.00">
                  <c:v>115.67901234567903</c:v>
                </c:pt>
                <c:pt idx="1019" formatCode="0.00">
                  <c:v>115.24691358024693</c:v>
                </c:pt>
                <c:pt idx="1020" formatCode="0.00">
                  <c:v>115.8641975308642</c:v>
                </c:pt>
                <c:pt idx="1021" formatCode="0.00">
                  <c:v>116.23456790123456</c:v>
                </c:pt>
                <c:pt idx="1022" formatCode="0.00">
                  <c:v>116.17283950617283</c:v>
                </c:pt>
                <c:pt idx="1023" formatCode="0.00">
                  <c:v>113.27160493827159</c:v>
                </c:pt>
                <c:pt idx="1024" formatCode="0.00">
                  <c:v>113.64197530864197</c:v>
                </c:pt>
                <c:pt idx="1025" formatCode="0.00">
                  <c:v>113.45679012345678</c:v>
                </c:pt>
                <c:pt idx="1026" formatCode="0.00">
                  <c:v>112.83950617283951</c:v>
                </c:pt>
                <c:pt idx="1027" formatCode="0.00">
                  <c:v>114.19753086419753</c:v>
                </c:pt>
                <c:pt idx="1028" formatCode="0.00">
                  <c:v>113.95061728395061</c:v>
                </c:pt>
                <c:pt idx="1029" formatCode="0.00">
                  <c:v>113.88888888888889</c:v>
                </c:pt>
                <c:pt idx="1030" formatCode="0.00">
                  <c:v>112.90123456790124</c:v>
                </c:pt>
                <c:pt idx="1031" formatCode="0.00">
                  <c:v>111.91358024691357</c:v>
                </c:pt>
                <c:pt idx="1032" formatCode="0.00">
                  <c:v>111.79012345679013</c:v>
                </c:pt>
                <c:pt idx="1033" formatCode="0.00">
                  <c:v>111.35802469135803</c:v>
                </c:pt>
                <c:pt idx="1034" formatCode="0.00">
                  <c:v>110.37037037037035</c:v>
                </c:pt>
                <c:pt idx="1035" formatCode="0.00">
                  <c:v>111.66666666666667</c:v>
                </c:pt>
                <c:pt idx="1036" formatCode="0.00">
                  <c:v>111.79012345679013</c:v>
                </c:pt>
                <c:pt idx="1037" formatCode="0.00">
                  <c:v>111.79012345679013</c:v>
                </c:pt>
                <c:pt idx="1038" formatCode="0.00">
                  <c:v>111.35802469135803</c:v>
                </c:pt>
                <c:pt idx="1039" formatCode="0.00">
                  <c:v>110.80246913580247</c:v>
                </c:pt>
                <c:pt idx="1040" formatCode="0.00">
                  <c:v>112.71604938271606</c:v>
                </c:pt>
                <c:pt idx="1041" formatCode="0.00">
                  <c:v>112.34567901234568</c:v>
                </c:pt>
                <c:pt idx="1042" formatCode="0.00">
                  <c:v>112.34567901234568</c:v>
                </c:pt>
                <c:pt idx="1043" formatCode="0.00">
                  <c:v>113.76543209876543</c:v>
                </c:pt>
                <c:pt idx="1044" formatCode="0.00">
                  <c:v>114.13580246913581</c:v>
                </c:pt>
                <c:pt idx="1045" formatCode="0.00">
                  <c:v>114.81481481481482</c:v>
                </c:pt>
                <c:pt idx="1046" formatCode="0.00">
                  <c:v>114.5679012345679</c:v>
                </c:pt>
                <c:pt idx="1047" formatCode="0.00">
                  <c:v>114.62962962962965</c:v>
                </c:pt>
                <c:pt idx="1048" formatCode="0.00">
                  <c:v>115.06172839506175</c:v>
                </c:pt>
                <c:pt idx="1049" formatCode="0.00">
                  <c:v>114.87654320987654</c:v>
                </c:pt>
                <c:pt idx="1050" formatCode="0.00">
                  <c:v>114.87654320987654</c:v>
                </c:pt>
                <c:pt idx="1051" formatCode="0.00">
                  <c:v>114.44444444444446</c:v>
                </c:pt>
                <c:pt idx="1052" formatCode="0.00">
                  <c:v>114.93827160493827</c:v>
                </c:pt>
                <c:pt idx="1053" formatCode="0.00">
                  <c:v>114.93827160493827</c:v>
                </c:pt>
                <c:pt idx="1054" formatCode="0.00">
                  <c:v>115.06172839506173</c:v>
                </c:pt>
                <c:pt idx="1055" formatCode="0.00">
                  <c:v>114.81481481481481</c:v>
                </c:pt>
                <c:pt idx="1056" formatCode="0.00">
                  <c:v>116.1111111111111</c:v>
                </c:pt>
                <c:pt idx="1057" formatCode="0.00">
                  <c:v>116.72839506172838</c:v>
                </c:pt>
                <c:pt idx="1058" formatCode="0.00">
                  <c:v>116.79012345679011</c:v>
                </c:pt>
                <c:pt idx="1059" formatCode="0.00">
                  <c:v>116.85185185185182</c:v>
                </c:pt>
                <c:pt idx="1060" formatCode="0.00">
                  <c:v>119.07407407407403</c:v>
                </c:pt>
                <c:pt idx="1061" formatCode="0.00">
                  <c:v>118.76543209876539</c:v>
                </c:pt>
                <c:pt idx="1062" formatCode="0.00">
                  <c:v>118.95061728395059</c:v>
                </c:pt>
                <c:pt idx="1063" formatCode="0.00">
                  <c:v>117.28395061728392</c:v>
                </c:pt>
                <c:pt idx="1064" formatCode="0.00">
                  <c:v>117.40740740740738</c:v>
                </c:pt>
                <c:pt idx="1065" formatCode="0.00">
                  <c:v>117.83950617283948</c:v>
                </c:pt>
                <c:pt idx="1066" formatCode="0.00">
                  <c:v>117.65432098765429</c:v>
                </c:pt>
                <c:pt idx="1067" formatCode="0.00">
                  <c:v>117.09876543209873</c:v>
                </c:pt>
                <c:pt idx="1068" formatCode="0.00">
                  <c:v>118.27160493827157</c:v>
                </c:pt>
                <c:pt idx="1069" formatCode="0.00">
                  <c:v>118.88888888888884</c:v>
                </c:pt>
                <c:pt idx="1070" formatCode="0.00">
                  <c:v>118.76543209876537</c:v>
                </c:pt>
                <c:pt idx="1071" formatCode="0.00">
                  <c:v>119.07407407407401</c:v>
                </c:pt>
                <c:pt idx="1072" formatCode="0.00">
                  <c:v>118.45679012345671</c:v>
                </c:pt>
                <c:pt idx="1073" formatCode="0.00">
                  <c:v>118.2098765432098</c:v>
                </c:pt>
                <c:pt idx="1074" formatCode="0.00">
                  <c:v>118.2098765432098</c:v>
                </c:pt>
                <c:pt idx="1075" formatCode="0.00">
                  <c:v>118.2098765432098</c:v>
                </c:pt>
                <c:pt idx="1076" formatCode="0.00">
                  <c:v>117.90123456790116</c:v>
                </c:pt>
                <c:pt idx="1077" formatCode="0.00">
                  <c:v>118.39506172839496</c:v>
                </c:pt>
                <c:pt idx="1078" formatCode="0.00">
                  <c:v>119.25925925925917</c:v>
                </c:pt>
                <c:pt idx="1079" formatCode="0.00">
                  <c:v>119.50617283950606</c:v>
                </c:pt>
                <c:pt idx="1080" formatCode="0.00">
                  <c:v>119.75308641975299</c:v>
                </c:pt>
                <c:pt idx="1081" formatCode="0.00">
                  <c:v>120.432098765432</c:v>
                </c:pt>
                <c:pt idx="1082" formatCode="0.00">
                  <c:v>120.12345679012336</c:v>
                </c:pt>
                <c:pt idx="1083" formatCode="0.00">
                  <c:v>120.43209876543199</c:v>
                </c:pt>
                <c:pt idx="1084" formatCode="0.00">
                  <c:v>119.25925925925915</c:v>
                </c:pt>
                <c:pt idx="1085" formatCode="0.00">
                  <c:v>117.09876543209866</c:v>
                </c:pt>
                <c:pt idx="1086" formatCode="0.00">
                  <c:v>118.02469135802458</c:v>
                </c:pt>
                <c:pt idx="1087" formatCode="0.00">
                  <c:v>117.28395061728384</c:v>
                </c:pt>
                <c:pt idx="1088" formatCode="0.00">
                  <c:v>117.83950617283939</c:v>
                </c:pt>
                <c:pt idx="1089" formatCode="0.00">
                  <c:v>119.69135802469124</c:v>
                </c:pt>
                <c:pt idx="1090" formatCode="0.00">
                  <c:v>119.62962962962952</c:v>
                </c:pt>
                <c:pt idx="1091" formatCode="0.00">
                  <c:v>119.69135802469123</c:v>
                </c:pt>
                <c:pt idx="1092" formatCode="0.00">
                  <c:v>117.6543209876542</c:v>
                </c:pt>
                <c:pt idx="1093" formatCode="0.00">
                  <c:v>115.92592592592581</c:v>
                </c:pt>
                <c:pt idx="1094" formatCode="0.00">
                  <c:v>118.02469135802457</c:v>
                </c:pt>
                <c:pt idx="1095" formatCode="0.00">
                  <c:v>118.88888888888876</c:v>
                </c:pt>
                <c:pt idx="1096" formatCode="0.00">
                  <c:v>117.16049382716037</c:v>
                </c:pt>
                <c:pt idx="1097" formatCode="0.00">
                  <c:v>118.20987654320975</c:v>
                </c:pt>
                <c:pt idx="1098" formatCode="0.00">
                  <c:v>116.11111111111097</c:v>
                </c:pt>
                <c:pt idx="1099" formatCode="0.00">
                  <c:v>117.9012345679011</c:v>
                </c:pt>
                <c:pt idx="1100" formatCode="0.00">
                  <c:v>117.96296296296282</c:v>
                </c:pt>
                <c:pt idx="1101" formatCode="0.00">
                  <c:v>118.08641975308628</c:v>
                </c:pt>
                <c:pt idx="1102" formatCode="0.00">
                  <c:v>117.83950617283935</c:v>
                </c:pt>
                <c:pt idx="1103" formatCode="0.00">
                  <c:v>117.83950617283935</c:v>
                </c:pt>
                <c:pt idx="1104" formatCode="0.00">
                  <c:v>117.46913580246898</c:v>
                </c:pt>
                <c:pt idx="1105" formatCode="0.00">
                  <c:v>119.13580246913565</c:v>
                </c:pt>
                <c:pt idx="1106" formatCode="0.00">
                  <c:v>119.75308641975295</c:v>
                </c:pt>
                <c:pt idx="1107" formatCode="0.00">
                  <c:v>119.69135802469121</c:v>
                </c:pt>
                <c:pt idx="1108" formatCode="0.00">
                  <c:v>119.69135802469121</c:v>
                </c:pt>
                <c:pt idx="1109" formatCode="0.00">
                  <c:v>119.99999999999984</c:v>
                </c:pt>
                <c:pt idx="1110" formatCode="0.00">
                  <c:v>119.75308641975293</c:v>
                </c:pt>
                <c:pt idx="1111" formatCode="0.00">
                  <c:v>121.04938271604922</c:v>
                </c:pt>
                <c:pt idx="1112" formatCode="0.00">
                  <c:v>122.03703703703687</c:v>
                </c:pt>
                <c:pt idx="1113" formatCode="0.00">
                  <c:v>123.33333333333316</c:v>
                </c:pt>
                <c:pt idx="1114" formatCode="0.00">
                  <c:v>123.51851851851833</c:v>
                </c:pt>
                <c:pt idx="1115" formatCode="0.00">
                  <c:v>123.76543209876525</c:v>
                </c:pt>
                <c:pt idx="1116" formatCode="0.00">
                  <c:v>123.58024691358005</c:v>
                </c:pt>
                <c:pt idx="1117" formatCode="0.00">
                  <c:v>123.64197530864179</c:v>
                </c:pt>
                <c:pt idx="1118" formatCode="0.00">
                  <c:v>124.01234567901216</c:v>
                </c:pt>
                <c:pt idx="1119" formatCode="0.00">
                  <c:v>124.32098765432079</c:v>
                </c:pt>
                <c:pt idx="1120" formatCode="0.00">
                  <c:v>124.32098765432079</c:v>
                </c:pt>
                <c:pt idx="1121" formatCode="0.00">
                  <c:v>124.38271604938252</c:v>
                </c:pt>
                <c:pt idx="1122" formatCode="0.00">
                  <c:v>123.0246913580245</c:v>
                </c:pt>
                <c:pt idx="1123" formatCode="0.00">
                  <c:v>123.88888888888869</c:v>
                </c:pt>
                <c:pt idx="1124" formatCode="0.00">
                  <c:v>123.88888888888869</c:v>
                </c:pt>
                <c:pt idx="1125" formatCode="0.00">
                  <c:v>124.07407407407388</c:v>
                </c:pt>
                <c:pt idx="1126" formatCode="0.00">
                  <c:v>123.51851851851831</c:v>
                </c:pt>
                <c:pt idx="1127" formatCode="0.00">
                  <c:v>124.5679012345677</c:v>
                </c:pt>
                <c:pt idx="1128" formatCode="0.00">
                  <c:v>124.5679012345677</c:v>
                </c:pt>
                <c:pt idx="1129" formatCode="0.00">
                  <c:v>124.32098765432077</c:v>
                </c:pt>
                <c:pt idx="1130" formatCode="0.00">
                  <c:v>125.67901234567881</c:v>
                </c:pt>
                <c:pt idx="1131" formatCode="0.00">
                  <c:v>125.37037037037017</c:v>
                </c:pt>
                <c:pt idx="1132" formatCode="0.00">
                  <c:v>125.37037037037017</c:v>
                </c:pt>
                <c:pt idx="1133" formatCode="0.00">
                  <c:v>126.23456790123436</c:v>
                </c:pt>
                <c:pt idx="1134" formatCode="0.00">
                  <c:v>126.17283950617264</c:v>
                </c:pt>
                <c:pt idx="1135" formatCode="0.00">
                  <c:v>126.17283950617264</c:v>
                </c:pt>
                <c:pt idx="1136" formatCode="0.00">
                  <c:v>123.14814814814795</c:v>
                </c:pt>
                <c:pt idx="1137" formatCode="0.00">
                  <c:v>123.88888888888869</c:v>
                </c:pt>
                <c:pt idx="1138" formatCode="0.00">
                  <c:v>122.09876543209857</c:v>
                </c:pt>
                <c:pt idx="1139" formatCode="0.00">
                  <c:v>123.70370370370351</c:v>
                </c:pt>
                <c:pt idx="1140" formatCode="0.00">
                  <c:v>122.28395061728375</c:v>
                </c:pt>
                <c:pt idx="1141" formatCode="0.00">
                  <c:v>123.45679012345659</c:v>
                </c:pt>
                <c:pt idx="1142" formatCode="0.00">
                  <c:v>123.33333333333313</c:v>
                </c:pt>
                <c:pt idx="1143" formatCode="0.00">
                  <c:v>122.59259259259238</c:v>
                </c:pt>
                <c:pt idx="1144" formatCode="0.00">
                  <c:v>122.65432098765412</c:v>
                </c:pt>
                <c:pt idx="1145" formatCode="0.00">
                  <c:v>122.03703703703684</c:v>
                </c:pt>
                <c:pt idx="1146" formatCode="0.00">
                  <c:v>122.46913580246893</c:v>
                </c:pt>
                <c:pt idx="1147" formatCode="0.00">
                  <c:v>122.59259259259238</c:v>
                </c:pt>
                <c:pt idx="1148" formatCode="0.00">
                  <c:v>122.77777777777757</c:v>
                </c:pt>
                <c:pt idx="1149" formatCode="0.00">
                  <c:v>123.33333333333313</c:v>
                </c:pt>
                <c:pt idx="1150" formatCode="0.00">
                  <c:v>121.91358024691338</c:v>
                </c:pt>
                <c:pt idx="1151" formatCode="0.00">
                  <c:v>121.91358024691338</c:v>
                </c:pt>
                <c:pt idx="1152" formatCode="0.00">
                  <c:v>119.44444444444426</c:v>
                </c:pt>
                <c:pt idx="1153" formatCode="0.00">
                  <c:v>118.88888888888869</c:v>
                </c:pt>
                <c:pt idx="1154" formatCode="0.00">
                  <c:v>119.3209876543208</c:v>
                </c:pt>
                <c:pt idx="1155" formatCode="0.00">
                  <c:v>119.01234567901217</c:v>
                </c:pt>
                <c:pt idx="1156" formatCode="0.00">
                  <c:v>121.17283950617265</c:v>
                </c:pt>
                <c:pt idx="1157" formatCode="0.00">
                  <c:v>122.03703703703682</c:v>
                </c:pt>
                <c:pt idx="1158" formatCode="0.00">
                  <c:v>121.9753086419751</c:v>
                </c:pt>
                <c:pt idx="1159" formatCode="0.00">
                  <c:v>121.29629629629611</c:v>
                </c:pt>
                <c:pt idx="1160" formatCode="0.00">
                  <c:v>120.74074074074053</c:v>
                </c:pt>
                <c:pt idx="1161" formatCode="0.00">
                  <c:v>119.50617283950596</c:v>
                </c:pt>
                <c:pt idx="1162" formatCode="0.00">
                  <c:v>119.81481481481461</c:v>
                </c:pt>
                <c:pt idx="1163" formatCode="0.00">
                  <c:v>120.06172839506152</c:v>
                </c:pt>
                <c:pt idx="1164" formatCode="0.00">
                  <c:v>119.1358024691356</c:v>
                </c:pt>
                <c:pt idx="1165" formatCode="0.00">
                  <c:v>118.82716049382695</c:v>
                </c:pt>
                <c:pt idx="1166" formatCode="0.00">
                  <c:v>119.19753086419732</c:v>
                </c:pt>
                <c:pt idx="1167" formatCode="0.00">
                  <c:v>119.38271604938249</c:v>
                </c:pt>
                <c:pt idx="1168" formatCode="0.00">
                  <c:v>119.32098765432077</c:v>
                </c:pt>
                <c:pt idx="1169" formatCode="0.00">
                  <c:v>119.5679012345677</c:v>
                </c:pt>
                <c:pt idx="1170" formatCode="0.00">
                  <c:v>118.58024691358004</c:v>
                </c:pt>
                <c:pt idx="1171" formatCode="0.00">
                  <c:v>118.7037037037035</c:v>
                </c:pt>
                <c:pt idx="1172" formatCode="0.00">
                  <c:v>119.44444444444424</c:v>
                </c:pt>
                <c:pt idx="1173" formatCode="0.00">
                  <c:v>120.43209876543187</c:v>
                </c:pt>
                <c:pt idx="1174" formatCode="0.00">
                  <c:v>119.62962962962941</c:v>
                </c:pt>
                <c:pt idx="1175" formatCode="0.00">
                  <c:v>119.8148148148146</c:v>
                </c:pt>
                <c:pt idx="1176" formatCode="0.00">
                  <c:v>120.6790123456788</c:v>
                </c:pt>
                <c:pt idx="1177" formatCode="0.00">
                  <c:v>120.80246913580224</c:v>
                </c:pt>
                <c:pt idx="1178" formatCode="0.00">
                  <c:v>120.18518518518496</c:v>
                </c:pt>
                <c:pt idx="1179" formatCode="0.00">
                  <c:v>121.66666666666643</c:v>
                </c:pt>
                <c:pt idx="1180" formatCode="0.00">
                  <c:v>121.54320987654297</c:v>
                </c:pt>
                <c:pt idx="1181" formatCode="0.00">
                  <c:v>120.98765432098743</c:v>
                </c:pt>
                <c:pt idx="1182" formatCode="0.00">
                  <c:v>120.74074074074052</c:v>
                </c:pt>
                <c:pt idx="1183" formatCode="0.00">
                  <c:v>121.23456790123433</c:v>
                </c:pt>
                <c:pt idx="1184" formatCode="0.00">
                  <c:v>121.66666666666643</c:v>
                </c:pt>
                <c:pt idx="1185" formatCode="0.00">
                  <c:v>122.09876543209853</c:v>
                </c:pt>
                <c:pt idx="1186" formatCode="0.00">
                  <c:v>121.41975308641953</c:v>
                </c:pt>
                <c:pt idx="1187" formatCode="0.00">
                  <c:v>121.41975308641953</c:v>
                </c:pt>
                <c:pt idx="1188" formatCode="0.00">
                  <c:v>120.61728395061705</c:v>
                </c:pt>
                <c:pt idx="1189" formatCode="0.00">
                  <c:v>120.55555555555533</c:v>
                </c:pt>
                <c:pt idx="1190" formatCode="0.00">
                  <c:v>120.61728395061704</c:v>
                </c:pt>
                <c:pt idx="1191" formatCode="0.00">
                  <c:v>122.0370370370368</c:v>
                </c:pt>
                <c:pt idx="1192" formatCode="0.00">
                  <c:v>121.66666666666643</c:v>
                </c:pt>
                <c:pt idx="1193" formatCode="0.00">
                  <c:v>121.35802469135778</c:v>
                </c:pt>
                <c:pt idx="1194" formatCode="0.00">
                  <c:v>120.37037037037014</c:v>
                </c:pt>
                <c:pt idx="1195" formatCode="0.00">
                  <c:v>120.49382716049359</c:v>
                </c:pt>
                <c:pt idx="1196" formatCode="0.00">
                  <c:v>120.80246913580223</c:v>
                </c:pt>
                <c:pt idx="1197" formatCode="0.00">
                  <c:v>121.48148148148124</c:v>
                </c:pt>
                <c:pt idx="1198" formatCode="0.00">
                  <c:v>120.80246913580224</c:v>
                </c:pt>
                <c:pt idx="1199" formatCode="0.00">
                  <c:v>119.56790123456767</c:v>
                </c:pt>
                <c:pt idx="1200" formatCode="0.00">
                  <c:v>119.25925925925904</c:v>
                </c:pt>
                <c:pt idx="1201" formatCode="0.00">
                  <c:v>118.95061728395039</c:v>
                </c:pt>
                <c:pt idx="1202" formatCode="0.00">
                  <c:v>118.20987654320966</c:v>
                </c:pt>
                <c:pt idx="1203" formatCode="0.00">
                  <c:v>118.70370370370348</c:v>
                </c:pt>
                <c:pt idx="1204" formatCode="0.00">
                  <c:v>118.27160493827138</c:v>
                </c:pt>
                <c:pt idx="1205" formatCode="0.00">
                  <c:v>119.25925925925905</c:v>
                </c:pt>
                <c:pt idx="1206" formatCode="0.00">
                  <c:v>118.76543209876522</c:v>
                </c:pt>
                <c:pt idx="1207" formatCode="0.00">
                  <c:v>120.12345679012326</c:v>
                </c:pt>
                <c:pt idx="1208" formatCode="0.00">
                  <c:v>119.81481481481461</c:v>
                </c:pt>
                <c:pt idx="1209" formatCode="0.00">
                  <c:v>119.93827160493807</c:v>
                </c:pt>
                <c:pt idx="1210" formatCode="0.00">
                  <c:v>119.87654320987635</c:v>
                </c:pt>
                <c:pt idx="1211" formatCode="0.00">
                  <c:v>119.56790123456771</c:v>
                </c:pt>
                <c:pt idx="1212" formatCode="0.00">
                  <c:v>118.82716049382698</c:v>
                </c:pt>
                <c:pt idx="1213" formatCode="0.00">
                  <c:v>119.07407407407388</c:v>
                </c:pt>
                <c:pt idx="1214" formatCode="0.00">
                  <c:v>119.75308641975292</c:v>
                </c:pt>
                <c:pt idx="1215" formatCode="0.00">
                  <c:v>121.2345679012344</c:v>
                </c:pt>
                <c:pt idx="1216" formatCode="0.00">
                  <c:v>120.86419753086403</c:v>
                </c:pt>
                <c:pt idx="1217" formatCode="0.00">
                  <c:v>120.37037037037021</c:v>
                </c:pt>
                <c:pt idx="1218" formatCode="0.00">
                  <c:v>120.37037037037021</c:v>
                </c:pt>
                <c:pt idx="1219" formatCode="0.00">
                  <c:v>121.35802469135785</c:v>
                </c:pt>
                <c:pt idx="1220" formatCode="0.00">
                  <c:v>120.80246913580231</c:v>
                </c:pt>
                <c:pt idx="1221" formatCode="0.00">
                  <c:v>120.92592592592575</c:v>
                </c:pt>
                <c:pt idx="1222" formatCode="0.00">
                  <c:v>120.5555555555554</c:v>
                </c:pt>
                <c:pt idx="1223" formatCode="0.00">
                  <c:v>119.8765432098764</c:v>
                </c:pt>
                <c:pt idx="1224" formatCode="0.00">
                  <c:v>119.81481481481467</c:v>
                </c:pt>
                <c:pt idx="1225" formatCode="0.00">
                  <c:v>119.81481481481467</c:v>
                </c:pt>
                <c:pt idx="1226" formatCode="0.00">
                  <c:v>120.37037037037022</c:v>
                </c:pt>
                <c:pt idx="1227" formatCode="0.00">
                  <c:v>120.06172839506158</c:v>
                </c:pt>
                <c:pt idx="1228" formatCode="0.00">
                  <c:v>120.80246913580233</c:v>
                </c:pt>
                <c:pt idx="1229" formatCode="0.00">
                  <c:v>121.04938271604922</c:v>
                </c:pt>
                <c:pt idx="1230" formatCode="0.00">
                  <c:v>119.38271604938255</c:v>
                </c:pt>
                <c:pt idx="1231" formatCode="0.00">
                  <c:v>118.88888888888873</c:v>
                </c:pt>
                <c:pt idx="1232" formatCode="0.00">
                  <c:v>119.13580246913565</c:v>
                </c:pt>
                <c:pt idx="1233" formatCode="0.00">
                  <c:v>118.148148148148</c:v>
                </c:pt>
                <c:pt idx="1234" formatCode="0.00">
                  <c:v>118.58024691358011</c:v>
                </c:pt>
                <c:pt idx="1235" formatCode="0.00">
                  <c:v>119.32098765432085</c:v>
                </c:pt>
                <c:pt idx="1236" formatCode="0.00">
                  <c:v>118.3333333333332</c:v>
                </c:pt>
                <c:pt idx="1237" formatCode="0.00">
                  <c:v>118.45679012345664</c:v>
                </c:pt>
                <c:pt idx="1238" formatCode="0.00">
                  <c:v>123.64197530864183</c:v>
                </c:pt>
                <c:pt idx="1239" formatCode="0.00">
                  <c:v>123.88888888888873</c:v>
                </c:pt>
                <c:pt idx="1240" formatCode="0.00">
                  <c:v>123.08641975308626</c:v>
                </c:pt>
                <c:pt idx="1241" formatCode="0.00">
                  <c:v>122.90123456790107</c:v>
                </c:pt>
                <c:pt idx="1242" formatCode="0.00">
                  <c:v>123.76543209876526</c:v>
                </c:pt>
                <c:pt idx="1243" formatCode="0.00">
                  <c:v>123.76543209876526</c:v>
                </c:pt>
                <c:pt idx="1244" formatCode="0.00">
                  <c:v>122.7777777777776</c:v>
                </c:pt>
                <c:pt idx="1245" formatCode="0.00">
                  <c:v>122.7777777777776</c:v>
                </c:pt>
                <c:pt idx="1246" formatCode="0.00">
                  <c:v>121.11111111111094</c:v>
                </c:pt>
                <c:pt idx="1247" formatCode="0.00">
                  <c:v>121.91358024691341</c:v>
                </c:pt>
                <c:pt idx="1248" formatCode="0.00">
                  <c:v>#N/A</c:v>
                </c:pt>
                <c:pt idx="1249" formatCode="0.00">
                  <c:v>#N/A</c:v>
                </c:pt>
                <c:pt idx="1250" formatCode="0.00">
                  <c:v>#N/A</c:v>
                </c:pt>
                <c:pt idx="1251" formatCode="0.00">
                  <c:v>#N/A</c:v>
                </c:pt>
                <c:pt idx="1252" formatCode="0.00">
                  <c:v>#N/A</c:v>
                </c:pt>
                <c:pt idx="1253" formatCode="0.00">
                  <c:v>#N/A</c:v>
                </c:pt>
                <c:pt idx="1254" formatCode="0.00">
                  <c:v>#N/A</c:v>
                </c:pt>
                <c:pt idx="1255" formatCode="0.00">
                  <c:v>#N/A</c:v>
                </c:pt>
                <c:pt idx="1256" formatCode="0.00">
                  <c:v>#N/A</c:v>
                </c:pt>
                <c:pt idx="1257" formatCode="0.00">
                  <c:v>#N/A</c:v>
                </c:pt>
                <c:pt idx="1258" formatCode="0.00">
                  <c:v>#N/A</c:v>
                </c:pt>
                <c:pt idx="1259" formatCode="0.00">
                  <c:v>#N/A</c:v>
                </c:pt>
                <c:pt idx="1260" formatCode="0.00">
                  <c:v>#N/A</c:v>
                </c:pt>
                <c:pt idx="1261" formatCode="0.00">
                  <c:v>#N/A</c:v>
                </c:pt>
                <c:pt idx="1262" formatCode="0.00">
                  <c:v>#N/A</c:v>
                </c:pt>
                <c:pt idx="1263" formatCode="0.00">
                  <c:v>#N/A</c:v>
                </c:pt>
                <c:pt idx="1264" formatCode="0.00">
                  <c:v>#N/A</c:v>
                </c:pt>
                <c:pt idx="1265" formatCode="0.00">
                  <c:v>#N/A</c:v>
                </c:pt>
                <c:pt idx="1266" formatCode="0.00">
                  <c:v>#N/A</c:v>
                </c:pt>
                <c:pt idx="1267" formatCode="0.00">
                  <c:v>#N/A</c:v>
                </c:pt>
                <c:pt idx="1268" formatCode="0.00">
                  <c:v>#N/A</c:v>
                </c:pt>
                <c:pt idx="1269" formatCode="0.00">
                  <c:v>#N/A</c:v>
                </c:pt>
                <c:pt idx="1270" formatCode="0.00">
                  <c:v>#N/A</c:v>
                </c:pt>
                <c:pt idx="1271" formatCode="0.00">
                  <c:v>#N/A</c:v>
                </c:pt>
                <c:pt idx="1272" formatCode="0.00">
                  <c:v>#N/A</c:v>
                </c:pt>
                <c:pt idx="1273" formatCode="0.00">
                  <c:v>#N/A</c:v>
                </c:pt>
                <c:pt idx="1274" formatCode="0.00">
                  <c:v>#N/A</c:v>
                </c:pt>
                <c:pt idx="1275" formatCode="0.00">
                  <c:v>#N/A</c:v>
                </c:pt>
                <c:pt idx="1276" formatCode="0.00">
                  <c:v>#N/A</c:v>
                </c:pt>
                <c:pt idx="1277" formatCode="0.00">
                  <c:v>#N/A</c:v>
                </c:pt>
                <c:pt idx="1278" formatCode="0.00">
                  <c:v>#N/A</c:v>
                </c:pt>
                <c:pt idx="1279" formatCode="0.00">
                  <c:v>#N/A</c:v>
                </c:pt>
                <c:pt idx="1280" formatCode="0.00">
                  <c:v>#N/A</c:v>
                </c:pt>
                <c:pt idx="1281" formatCode="0.00">
                  <c:v>#N/A</c:v>
                </c:pt>
                <c:pt idx="1282" formatCode="0.00">
                  <c:v>#N/A</c:v>
                </c:pt>
                <c:pt idx="1283" formatCode="0.00">
                  <c:v>#N/A</c:v>
                </c:pt>
                <c:pt idx="1284" formatCode="0.00">
                  <c:v>#N/A</c:v>
                </c:pt>
                <c:pt idx="1285" formatCode="0.00">
                  <c:v>#N/A</c:v>
                </c:pt>
                <c:pt idx="1286" formatCode="0.00">
                  <c:v>#N/A</c:v>
                </c:pt>
                <c:pt idx="1287" formatCode="0.00">
                  <c:v>#N/A</c:v>
                </c:pt>
                <c:pt idx="1288" formatCode="0.00">
                  <c:v>#N/A</c:v>
                </c:pt>
                <c:pt idx="1289" formatCode="0.00">
                  <c:v>#N/A</c:v>
                </c:pt>
                <c:pt idx="1290" formatCode="0.00">
                  <c:v>#N/A</c:v>
                </c:pt>
                <c:pt idx="1291" formatCode="0.00">
                  <c:v>#N/A</c:v>
                </c:pt>
                <c:pt idx="1292" formatCode="0.00">
                  <c:v>#N/A</c:v>
                </c:pt>
                <c:pt idx="1293" formatCode="0.00">
                  <c:v>#N/A</c:v>
                </c:pt>
                <c:pt idx="1294" formatCode="0.00">
                  <c:v>#N/A</c:v>
                </c:pt>
                <c:pt idx="1295" formatCode="0.00">
                  <c:v>#N/A</c:v>
                </c:pt>
                <c:pt idx="1296" formatCode="0.00">
                  <c:v>#N/A</c:v>
                </c:pt>
                <c:pt idx="1297" formatCode="0.00">
                  <c:v>#N/A</c:v>
                </c:pt>
                <c:pt idx="1298" formatCode="0.00">
                  <c:v>#N/A</c:v>
                </c:pt>
                <c:pt idx="1299" formatCode="0.00">
                  <c:v>#N/A</c:v>
                </c:pt>
                <c:pt idx="1300" formatCode="0.00">
                  <c:v>#N/A</c:v>
                </c:pt>
                <c:pt idx="1301" formatCode="0.00">
                  <c:v>#N/A</c:v>
                </c:pt>
                <c:pt idx="1302" formatCode="0.00">
                  <c:v>#N/A</c:v>
                </c:pt>
                <c:pt idx="1303" formatCode="0.00">
                  <c:v>#N/A</c:v>
                </c:pt>
                <c:pt idx="1304" formatCode="0.00">
                  <c:v>#N/A</c:v>
                </c:pt>
                <c:pt idx="1305" formatCode="0.00">
                  <c:v>#N/A</c:v>
                </c:pt>
                <c:pt idx="1306" formatCode="0.00">
                  <c:v>#N/A</c:v>
                </c:pt>
                <c:pt idx="1307" formatCode="0.00">
                  <c:v>#N/A</c:v>
                </c:pt>
                <c:pt idx="1308" formatCode="0.00">
                  <c:v>#N/A</c:v>
                </c:pt>
                <c:pt idx="1309" formatCode="0.00">
                  <c:v>#N/A</c:v>
                </c:pt>
                <c:pt idx="1310" formatCode="0.00">
                  <c:v>#N/A</c:v>
                </c:pt>
                <c:pt idx="1311" formatCode="0.00">
                  <c:v>#N/A</c:v>
                </c:pt>
                <c:pt idx="1312" formatCode="0.00">
                  <c:v>#N/A</c:v>
                </c:pt>
                <c:pt idx="1313" formatCode="0.00">
                  <c:v>#N/A</c:v>
                </c:pt>
                <c:pt idx="1314" formatCode="0.00">
                  <c:v>#N/A</c:v>
                </c:pt>
                <c:pt idx="1315" formatCode="0.00">
                  <c:v>#N/A</c:v>
                </c:pt>
                <c:pt idx="1316" formatCode="0.00">
                  <c:v>#N/A</c:v>
                </c:pt>
                <c:pt idx="1317" formatCode="0.00">
                  <c:v>#N/A</c:v>
                </c:pt>
                <c:pt idx="1318" formatCode="0.00">
                  <c:v>#N/A</c:v>
                </c:pt>
                <c:pt idx="1319" formatCode="0.00">
                  <c:v>#N/A</c:v>
                </c:pt>
                <c:pt idx="1320" formatCode="0.00">
                  <c:v>#N/A</c:v>
                </c:pt>
              </c:numCache>
            </c:numRef>
          </c:val>
          <c:smooth val="0"/>
          <c:extLst>
            <c:ext xmlns:c16="http://schemas.microsoft.com/office/drawing/2014/chart" uri="{C3380CC4-5D6E-409C-BE32-E72D297353CC}">
              <c16:uniqueId val="{00000004-C3B5-433F-9B50-C0E2EFC1814E}"/>
            </c:ext>
          </c:extLst>
        </c:ser>
        <c:ser>
          <c:idx val="5"/>
          <c:order val="5"/>
          <c:tx>
            <c:strRef>
              <c:f>FI_INDEX!$AX$7</c:f>
              <c:strCache>
                <c:ptCount val="1"/>
                <c:pt idx="0">
                  <c:v>CLPUSD</c:v>
                </c:pt>
              </c:strCache>
            </c:strRef>
          </c:tx>
          <c:spPr>
            <a:ln w="28575">
              <a:solidFill>
                <a:srgbClr val="9BBB59"/>
              </a:solidFill>
            </a:ln>
          </c:spPr>
          <c:marker>
            <c:symbol val="none"/>
          </c:marker>
          <c:cat>
            <c:numRef>
              <c:f>FI_INDEX!$AC$795:$AC$4550</c:f>
              <c:numCache>
                <c:formatCode>m/d/yyyy</c:formatCode>
                <c:ptCount val="3756"/>
                <c:pt idx="0">
                  <c:v>44561</c:v>
                </c:pt>
                <c:pt idx="1">
                  <c:v>44564</c:v>
                </c:pt>
                <c:pt idx="2">
                  <c:v>44565</c:v>
                </c:pt>
                <c:pt idx="3">
                  <c:v>44566</c:v>
                </c:pt>
                <c:pt idx="4">
                  <c:v>44567</c:v>
                </c:pt>
                <c:pt idx="5">
                  <c:v>44568</c:v>
                </c:pt>
                <c:pt idx="6">
                  <c:v>44571</c:v>
                </c:pt>
                <c:pt idx="7">
                  <c:v>44572</c:v>
                </c:pt>
                <c:pt idx="8">
                  <c:v>44573</c:v>
                </c:pt>
                <c:pt idx="9">
                  <c:v>44574</c:v>
                </c:pt>
                <c:pt idx="10">
                  <c:v>44575</c:v>
                </c:pt>
                <c:pt idx="11">
                  <c:v>44578</c:v>
                </c:pt>
                <c:pt idx="12">
                  <c:v>44579</c:v>
                </c:pt>
                <c:pt idx="13">
                  <c:v>44580</c:v>
                </c:pt>
                <c:pt idx="14">
                  <c:v>44581</c:v>
                </c:pt>
                <c:pt idx="15">
                  <c:v>44582</c:v>
                </c:pt>
                <c:pt idx="16">
                  <c:v>44585</c:v>
                </c:pt>
                <c:pt idx="17">
                  <c:v>44586</c:v>
                </c:pt>
                <c:pt idx="18">
                  <c:v>44587</c:v>
                </c:pt>
                <c:pt idx="19">
                  <c:v>44588</c:v>
                </c:pt>
                <c:pt idx="20">
                  <c:v>44589</c:v>
                </c:pt>
                <c:pt idx="21">
                  <c:v>44592</c:v>
                </c:pt>
                <c:pt idx="22">
                  <c:v>44593</c:v>
                </c:pt>
                <c:pt idx="23">
                  <c:v>44594</c:v>
                </c:pt>
                <c:pt idx="24">
                  <c:v>44595</c:v>
                </c:pt>
                <c:pt idx="25">
                  <c:v>44596</c:v>
                </c:pt>
                <c:pt idx="26">
                  <c:v>44599</c:v>
                </c:pt>
                <c:pt idx="27">
                  <c:v>44600</c:v>
                </c:pt>
                <c:pt idx="28">
                  <c:v>44601</c:v>
                </c:pt>
                <c:pt idx="29">
                  <c:v>44602</c:v>
                </c:pt>
                <c:pt idx="30">
                  <c:v>44603</c:v>
                </c:pt>
                <c:pt idx="31">
                  <c:v>44606</c:v>
                </c:pt>
                <c:pt idx="32">
                  <c:v>44607</c:v>
                </c:pt>
                <c:pt idx="33">
                  <c:v>44608</c:v>
                </c:pt>
                <c:pt idx="34">
                  <c:v>44609</c:v>
                </c:pt>
                <c:pt idx="35">
                  <c:v>44610</c:v>
                </c:pt>
                <c:pt idx="36">
                  <c:v>44613</c:v>
                </c:pt>
                <c:pt idx="37">
                  <c:v>44614</c:v>
                </c:pt>
                <c:pt idx="38">
                  <c:v>44615</c:v>
                </c:pt>
                <c:pt idx="39">
                  <c:v>44616</c:v>
                </c:pt>
                <c:pt idx="40">
                  <c:v>44617</c:v>
                </c:pt>
                <c:pt idx="41">
                  <c:v>44620</c:v>
                </c:pt>
                <c:pt idx="42">
                  <c:v>44621</c:v>
                </c:pt>
                <c:pt idx="43">
                  <c:v>44622</c:v>
                </c:pt>
                <c:pt idx="44">
                  <c:v>44623</c:v>
                </c:pt>
                <c:pt idx="45">
                  <c:v>44624</c:v>
                </c:pt>
                <c:pt idx="46">
                  <c:v>44627</c:v>
                </c:pt>
                <c:pt idx="47">
                  <c:v>44628</c:v>
                </c:pt>
                <c:pt idx="48">
                  <c:v>44629</c:v>
                </c:pt>
                <c:pt idx="49">
                  <c:v>44630</c:v>
                </c:pt>
                <c:pt idx="50">
                  <c:v>44631</c:v>
                </c:pt>
                <c:pt idx="51">
                  <c:v>44634</c:v>
                </c:pt>
                <c:pt idx="52">
                  <c:v>44635</c:v>
                </c:pt>
                <c:pt idx="53">
                  <c:v>44636</c:v>
                </c:pt>
                <c:pt idx="54">
                  <c:v>44637</c:v>
                </c:pt>
                <c:pt idx="55">
                  <c:v>44638</c:v>
                </c:pt>
                <c:pt idx="56">
                  <c:v>44641</c:v>
                </c:pt>
                <c:pt idx="57">
                  <c:v>44642</c:v>
                </c:pt>
                <c:pt idx="58">
                  <c:v>44643</c:v>
                </c:pt>
                <c:pt idx="59">
                  <c:v>44644</c:v>
                </c:pt>
                <c:pt idx="60">
                  <c:v>44645</c:v>
                </c:pt>
                <c:pt idx="61">
                  <c:v>44648</c:v>
                </c:pt>
                <c:pt idx="62">
                  <c:v>44649</c:v>
                </c:pt>
                <c:pt idx="63">
                  <c:v>44650</c:v>
                </c:pt>
                <c:pt idx="64">
                  <c:v>44651</c:v>
                </c:pt>
                <c:pt idx="65">
                  <c:v>44652</c:v>
                </c:pt>
                <c:pt idx="66">
                  <c:v>44655</c:v>
                </c:pt>
                <c:pt idx="67">
                  <c:v>44656</c:v>
                </c:pt>
                <c:pt idx="68">
                  <c:v>44657</c:v>
                </c:pt>
                <c:pt idx="69">
                  <c:v>44658</c:v>
                </c:pt>
                <c:pt idx="70">
                  <c:v>44659</c:v>
                </c:pt>
                <c:pt idx="71">
                  <c:v>44662</c:v>
                </c:pt>
                <c:pt idx="72">
                  <c:v>44663</c:v>
                </c:pt>
                <c:pt idx="73">
                  <c:v>44664</c:v>
                </c:pt>
                <c:pt idx="74">
                  <c:v>44665</c:v>
                </c:pt>
                <c:pt idx="75">
                  <c:v>44666</c:v>
                </c:pt>
                <c:pt idx="76">
                  <c:v>44669</c:v>
                </c:pt>
                <c:pt idx="77">
                  <c:v>44670</c:v>
                </c:pt>
                <c:pt idx="78">
                  <c:v>44671</c:v>
                </c:pt>
                <c:pt idx="79">
                  <c:v>44672</c:v>
                </c:pt>
                <c:pt idx="80">
                  <c:v>44673</c:v>
                </c:pt>
                <c:pt idx="81">
                  <c:v>44676</c:v>
                </c:pt>
                <c:pt idx="82">
                  <c:v>44677</c:v>
                </c:pt>
                <c:pt idx="83">
                  <c:v>44678</c:v>
                </c:pt>
                <c:pt idx="84">
                  <c:v>44679</c:v>
                </c:pt>
                <c:pt idx="85">
                  <c:v>44680</c:v>
                </c:pt>
                <c:pt idx="86">
                  <c:v>44683</c:v>
                </c:pt>
                <c:pt idx="87">
                  <c:v>44684</c:v>
                </c:pt>
                <c:pt idx="88">
                  <c:v>44685</c:v>
                </c:pt>
                <c:pt idx="89">
                  <c:v>44686</c:v>
                </c:pt>
                <c:pt idx="90">
                  <c:v>44687</c:v>
                </c:pt>
                <c:pt idx="91">
                  <c:v>44690</c:v>
                </c:pt>
                <c:pt idx="92">
                  <c:v>44691</c:v>
                </c:pt>
                <c:pt idx="93">
                  <c:v>44692</c:v>
                </c:pt>
                <c:pt idx="94">
                  <c:v>44693</c:v>
                </c:pt>
                <c:pt idx="95">
                  <c:v>44694</c:v>
                </c:pt>
                <c:pt idx="96">
                  <c:v>44697</c:v>
                </c:pt>
                <c:pt idx="97">
                  <c:v>44698</c:v>
                </c:pt>
                <c:pt idx="98">
                  <c:v>44699</c:v>
                </c:pt>
                <c:pt idx="99">
                  <c:v>44700</c:v>
                </c:pt>
                <c:pt idx="100">
                  <c:v>44701</c:v>
                </c:pt>
                <c:pt idx="101">
                  <c:v>44704</c:v>
                </c:pt>
                <c:pt idx="102">
                  <c:v>44705</c:v>
                </c:pt>
                <c:pt idx="103">
                  <c:v>44706</c:v>
                </c:pt>
                <c:pt idx="104">
                  <c:v>44707</c:v>
                </c:pt>
                <c:pt idx="105">
                  <c:v>44708</c:v>
                </c:pt>
                <c:pt idx="106">
                  <c:v>44711</c:v>
                </c:pt>
                <c:pt idx="107">
                  <c:v>44712</c:v>
                </c:pt>
                <c:pt idx="108">
                  <c:v>44713</c:v>
                </c:pt>
                <c:pt idx="109">
                  <c:v>44714</c:v>
                </c:pt>
                <c:pt idx="110">
                  <c:v>44715</c:v>
                </c:pt>
                <c:pt idx="111">
                  <c:v>44718</c:v>
                </c:pt>
                <c:pt idx="112">
                  <c:v>44719</c:v>
                </c:pt>
                <c:pt idx="113">
                  <c:v>44720</c:v>
                </c:pt>
                <c:pt idx="114">
                  <c:v>44721</c:v>
                </c:pt>
                <c:pt idx="115">
                  <c:v>44722</c:v>
                </c:pt>
                <c:pt idx="116">
                  <c:v>44725</c:v>
                </c:pt>
                <c:pt idx="117">
                  <c:v>44726</c:v>
                </c:pt>
                <c:pt idx="118">
                  <c:v>44727</c:v>
                </c:pt>
                <c:pt idx="119">
                  <c:v>44728</c:v>
                </c:pt>
                <c:pt idx="120">
                  <c:v>44729</c:v>
                </c:pt>
                <c:pt idx="121">
                  <c:v>44732</c:v>
                </c:pt>
                <c:pt idx="122">
                  <c:v>44733</c:v>
                </c:pt>
                <c:pt idx="123">
                  <c:v>44734</c:v>
                </c:pt>
                <c:pt idx="124">
                  <c:v>44735</c:v>
                </c:pt>
                <c:pt idx="125">
                  <c:v>44736</c:v>
                </c:pt>
                <c:pt idx="126">
                  <c:v>44739</c:v>
                </c:pt>
                <c:pt idx="127">
                  <c:v>44740</c:v>
                </c:pt>
                <c:pt idx="128">
                  <c:v>44741</c:v>
                </c:pt>
                <c:pt idx="129">
                  <c:v>44742</c:v>
                </c:pt>
                <c:pt idx="130">
                  <c:v>44743</c:v>
                </c:pt>
                <c:pt idx="131">
                  <c:v>44746</c:v>
                </c:pt>
                <c:pt idx="132">
                  <c:v>44747</c:v>
                </c:pt>
                <c:pt idx="133">
                  <c:v>44748</c:v>
                </c:pt>
                <c:pt idx="134">
                  <c:v>44749</c:v>
                </c:pt>
                <c:pt idx="135">
                  <c:v>44750</c:v>
                </c:pt>
                <c:pt idx="136">
                  <c:v>44753</c:v>
                </c:pt>
                <c:pt idx="137">
                  <c:v>44754</c:v>
                </c:pt>
                <c:pt idx="138">
                  <c:v>44755</c:v>
                </c:pt>
                <c:pt idx="139">
                  <c:v>44756</c:v>
                </c:pt>
                <c:pt idx="140">
                  <c:v>44757</c:v>
                </c:pt>
                <c:pt idx="141">
                  <c:v>44760</c:v>
                </c:pt>
                <c:pt idx="142">
                  <c:v>44761</c:v>
                </c:pt>
                <c:pt idx="143">
                  <c:v>44762</c:v>
                </c:pt>
                <c:pt idx="144">
                  <c:v>44763</c:v>
                </c:pt>
                <c:pt idx="145">
                  <c:v>44764</c:v>
                </c:pt>
                <c:pt idx="146">
                  <c:v>44767</c:v>
                </c:pt>
                <c:pt idx="147">
                  <c:v>44768</c:v>
                </c:pt>
                <c:pt idx="148">
                  <c:v>44769</c:v>
                </c:pt>
                <c:pt idx="149">
                  <c:v>44770</c:v>
                </c:pt>
                <c:pt idx="150">
                  <c:v>44771</c:v>
                </c:pt>
                <c:pt idx="151">
                  <c:v>44774</c:v>
                </c:pt>
                <c:pt idx="152">
                  <c:v>44775</c:v>
                </c:pt>
                <c:pt idx="153">
                  <c:v>44776</c:v>
                </c:pt>
                <c:pt idx="154">
                  <c:v>44777</c:v>
                </c:pt>
                <c:pt idx="155">
                  <c:v>44778</c:v>
                </c:pt>
                <c:pt idx="156">
                  <c:v>44781</c:v>
                </c:pt>
                <c:pt idx="157">
                  <c:v>44782</c:v>
                </c:pt>
                <c:pt idx="158">
                  <c:v>44783</c:v>
                </c:pt>
                <c:pt idx="159">
                  <c:v>44784</c:v>
                </c:pt>
                <c:pt idx="160">
                  <c:v>44785</c:v>
                </c:pt>
                <c:pt idx="161">
                  <c:v>44788</c:v>
                </c:pt>
                <c:pt idx="162">
                  <c:v>44789</c:v>
                </c:pt>
                <c:pt idx="163">
                  <c:v>44790</c:v>
                </c:pt>
                <c:pt idx="164">
                  <c:v>44791</c:v>
                </c:pt>
                <c:pt idx="165">
                  <c:v>44792</c:v>
                </c:pt>
                <c:pt idx="166">
                  <c:v>44795</c:v>
                </c:pt>
                <c:pt idx="167">
                  <c:v>44796</c:v>
                </c:pt>
                <c:pt idx="168">
                  <c:v>44797</c:v>
                </c:pt>
                <c:pt idx="169">
                  <c:v>44798</c:v>
                </c:pt>
                <c:pt idx="170">
                  <c:v>44799</c:v>
                </c:pt>
                <c:pt idx="171">
                  <c:v>44802</c:v>
                </c:pt>
                <c:pt idx="172">
                  <c:v>44803</c:v>
                </c:pt>
                <c:pt idx="173">
                  <c:v>44804</c:v>
                </c:pt>
                <c:pt idx="174">
                  <c:v>44805</c:v>
                </c:pt>
                <c:pt idx="175">
                  <c:v>44806</c:v>
                </c:pt>
                <c:pt idx="176">
                  <c:v>44809</c:v>
                </c:pt>
                <c:pt idx="177">
                  <c:v>44810</c:v>
                </c:pt>
                <c:pt idx="178">
                  <c:v>44811</c:v>
                </c:pt>
                <c:pt idx="179">
                  <c:v>44812</c:v>
                </c:pt>
                <c:pt idx="180">
                  <c:v>44813</c:v>
                </c:pt>
                <c:pt idx="181">
                  <c:v>44816</c:v>
                </c:pt>
                <c:pt idx="182">
                  <c:v>44817</c:v>
                </c:pt>
                <c:pt idx="183">
                  <c:v>44818</c:v>
                </c:pt>
                <c:pt idx="184">
                  <c:v>44819</c:v>
                </c:pt>
                <c:pt idx="185">
                  <c:v>44820</c:v>
                </c:pt>
                <c:pt idx="186">
                  <c:v>44823</c:v>
                </c:pt>
                <c:pt idx="187">
                  <c:v>44824</c:v>
                </c:pt>
                <c:pt idx="188">
                  <c:v>44825</c:v>
                </c:pt>
                <c:pt idx="189">
                  <c:v>44826</c:v>
                </c:pt>
                <c:pt idx="190">
                  <c:v>44827</c:v>
                </c:pt>
                <c:pt idx="191">
                  <c:v>44830</c:v>
                </c:pt>
                <c:pt idx="192">
                  <c:v>44831</c:v>
                </c:pt>
                <c:pt idx="193">
                  <c:v>44832</c:v>
                </c:pt>
                <c:pt idx="194">
                  <c:v>44833</c:v>
                </c:pt>
                <c:pt idx="195">
                  <c:v>44834</c:v>
                </c:pt>
                <c:pt idx="196">
                  <c:v>44837</c:v>
                </c:pt>
                <c:pt idx="197">
                  <c:v>44838</c:v>
                </c:pt>
                <c:pt idx="198">
                  <c:v>44839</c:v>
                </c:pt>
                <c:pt idx="199">
                  <c:v>44840</c:v>
                </c:pt>
                <c:pt idx="200">
                  <c:v>44841</c:v>
                </c:pt>
                <c:pt idx="201">
                  <c:v>44844</c:v>
                </c:pt>
                <c:pt idx="202">
                  <c:v>44845</c:v>
                </c:pt>
                <c:pt idx="203">
                  <c:v>44846</c:v>
                </c:pt>
                <c:pt idx="204">
                  <c:v>44847</c:v>
                </c:pt>
                <c:pt idx="205">
                  <c:v>44848</c:v>
                </c:pt>
                <c:pt idx="206">
                  <c:v>44851</c:v>
                </c:pt>
                <c:pt idx="207">
                  <c:v>44852</c:v>
                </c:pt>
                <c:pt idx="208">
                  <c:v>44853</c:v>
                </c:pt>
                <c:pt idx="209">
                  <c:v>44854</c:v>
                </c:pt>
                <c:pt idx="210">
                  <c:v>44855</c:v>
                </c:pt>
                <c:pt idx="211">
                  <c:v>44858</c:v>
                </c:pt>
                <c:pt idx="212">
                  <c:v>44859</c:v>
                </c:pt>
                <c:pt idx="213">
                  <c:v>44860</c:v>
                </c:pt>
                <c:pt idx="214">
                  <c:v>44861</c:v>
                </c:pt>
                <c:pt idx="215">
                  <c:v>44862</c:v>
                </c:pt>
                <c:pt idx="216">
                  <c:v>44865</c:v>
                </c:pt>
                <c:pt idx="217">
                  <c:v>44866</c:v>
                </c:pt>
                <c:pt idx="218">
                  <c:v>44867</c:v>
                </c:pt>
                <c:pt idx="219">
                  <c:v>44868</c:v>
                </c:pt>
                <c:pt idx="220">
                  <c:v>44869</c:v>
                </c:pt>
                <c:pt idx="221">
                  <c:v>44872</c:v>
                </c:pt>
                <c:pt idx="222">
                  <c:v>44873</c:v>
                </c:pt>
                <c:pt idx="223">
                  <c:v>44874</c:v>
                </c:pt>
                <c:pt idx="224">
                  <c:v>44875</c:v>
                </c:pt>
                <c:pt idx="225">
                  <c:v>44876</c:v>
                </c:pt>
                <c:pt idx="226">
                  <c:v>44879</c:v>
                </c:pt>
                <c:pt idx="227">
                  <c:v>44880</c:v>
                </c:pt>
                <c:pt idx="228">
                  <c:v>44881</c:v>
                </c:pt>
                <c:pt idx="229">
                  <c:v>44882</c:v>
                </c:pt>
                <c:pt idx="230">
                  <c:v>44883</c:v>
                </c:pt>
                <c:pt idx="231">
                  <c:v>44886</c:v>
                </c:pt>
                <c:pt idx="232">
                  <c:v>44887</c:v>
                </c:pt>
                <c:pt idx="233">
                  <c:v>44888</c:v>
                </c:pt>
                <c:pt idx="234">
                  <c:v>44889</c:v>
                </c:pt>
                <c:pt idx="235">
                  <c:v>44890</c:v>
                </c:pt>
                <c:pt idx="236">
                  <c:v>44893</c:v>
                </c:pt>
                <c:pt idx="237">
                  <c:v>44894</c:v>
                </c:pt>
                <c:pt idx="238">
                  <c:v>44895</c:v>
                </c:pt>
                <c:pt idx="239">
                  <c:v>44896</c:v>
                </c:pt>
                <c:pt idx="240">
                  <c:v>44897</c:v>
                </c:pt>
                <c:pt idx="241">
                  <c:v>44900</c:v>
                </c:pt>
                <c:pt idx="242">
                  <c:v>44901</c:v>
                </c:pt>
                <c:pt idx="243">
                  <c:v>44902</c:v>
                </c:pt>
                <c:pt idx="244">
                  <c:v>44903</c:v>
                </c:pt>
                <c:pt idx="245">
                  <c:v>44904</c:v>
                </c:pt>
                <c:pt idx="246">
                  <c:v>44907</c:v>
                </c:pt>
                <c:pt idx="247">
                  <c:v>44908</c:v>
                </c:pt>
                <c:pt idx="248">
                  <c:v>44909</c:v>
                </c:pt>
                <c:pt idx="249">
                  <c:v>44910</c:v>
                </c:pt>
                <c:pt idx="250">
                  <c:v>44911</c:v>
                </c:pt>
                <c:pt idx="251">
                  <c:v>44914</c:v>
                </c:pt>
                <c:pt idx="252">
                  <c:v>44915</c:v>
                </c:pt>
                <c:pt idx="253">
                  <c:v>44916</c:v>
                </c:pt>
                <c:pt idx="254">
                  <c:v>44917</c:v>
                </c:pt>
                <c:pt idx="255">
                  <c:v>44918</c:v>
                </c:pt>
                <c:pt idx="256">
                  <c:v>44921</c:v>
                </c:pt>
                <c:pt idx="257">
                  <c:v>44922</c:v>
                </c:pt>
                <c:pt idx="258">
                  <c:v>44923</c:v>
                </c:pt>
                <c:pt idx="259">
                  <c:v>44924</c:v>
                </c:pt>
                <c:pt idx="260">
                  <c:v>44925</c:v>
                </c:pt>
                <c:pt idx="261">
                  <c:v>44928</c:v>
                </c:pt>
                <c:pt idx="262">
                  <c:v>44929</c:v>
                </c:pt>
                <c:pt idx="263">
                  <c:v>44930</c:v>
                </c:pt>
                <c:pt idx="264">
                  <c:v>44931</c:v>
                </c:pt>
                <c:pt idx="265">
                  <c:v>44932</c:v>
                </c:pt>
                <c:pt idx="266">
                  <c:v>44935</c:v>
                </c:pt>
                <c:pt idx="267">
                  <c:v>44936</c:v>
                </c:pt>
                <c:pt idx="268">
                  <c:v>44937</c:v>
                </c:pt>
                <c:pt idx="269">
                  <c:v>44938</c:v>
                </c:pt>
                <c:pt idx="270">
                  <c:v>44939</c:v>
                </c:pt>
                <c:pt idx="271">
                  <c:v>44942</c:v>
                </c:pt>
                <c:pt idx="272">
                  <c:v>44943</c:v>
                </c:pt>
                <c:pt idx="273">
                  <c:v>44944</c:v>
                </c:pt>
                <c:pt idx="274">
                  <c:v>44945</c:v>
                </c:pt>
                <c:pt idx="275">
                  <c:v>44946</c:v>
                </c:pt>
                <c:pt idx="276">
                  <c:v>44949</c:v>
                </c:pt>
                <c:pt idx="277">
                  <c:v>44950</c:v>
                </c:pt>
                <c:pt idx="278">
                  <c:v>44951</c:v>
                </c:pt>
                <c:pt idx="279">
                  <c:v>44952</c:v>
                </c:pt>
                <c:pt idx="280">
                  <c:v>44953</c:v>
                </c:pt>
                <c:pt idx="281">
                  <c:v>44956</c:v>
                </c:pt>
                <c:pt idx="282">
                  <c:v>44957</c:v>
                </c:pt>
                <c:pt idx="283">
                  <c:v>44958</c:v>
                </c:pt>
                <c:pt idx="284">
                  <c:v>44959</c:v>
                </c:pt>
                <c:pt idx="285">
                  <c:v>44960</c:v>
                </c:pt>
                <c:pt idx="286">
                  <c:v>44963</c:v>
                </c:pt>
                <c:pt idx="287">
                  <c:v>44964</c:v>
                </c:pt>
                <c:pt idx="288">
                  <c:v>44965</c:v>
                </c:pt>
                <c:pt idx="289">
                  <c:v>44966</c:v>
                </c:pt>
                <c:pt idx="290">
                  <c:v>44967</c:v>
                </c:pt>
                <c:pt idx="291">
                  <c:v>44970</c:v>
                </c:pt>
                <c:pt idx="292">
                  <c:v>44971</c:v>
                </c:pt>
                <c:pt idx="293">
                  <c:v>44972</c:v>
                </c:pt>
                <c:pt idx="294">
                  <c:v>44973</c:v>
                </c:pt>
                <c:pt idx="295">
                  <c:v>44974</c:v>
                </c:pt>
                <c:pt idx="296">
                  <c:v>44977</c:v>
                </c:pt>
                <c:pt idx="297">
                  <c:v>44978</c:v>
                </c:pt>
                <c:pt idx="298">
                  <c:v>44979</c:v>
                </c:pt>
                <c:pt idx="299">
                  <c:v>44980</c:v>
                </c:pt>
                <c:pt idx="300">
                  <c:v>44981</c:v>
                </c:pt>
                <c:pt idx="301">
                  <c:v>44984</c:v>
                </c:pt>
                <c:pt idx="302">
                  <c:v>44985</c:v>
                </c:pt>
                <c:pt idx="303">
                  <c:v>44986</c:v>
                </c:pt>
                <c:pt idx="304">
                  <c:v>44987</c:v>
                </c:pt>
                <c:pt idx="305">
                  <c:v>44988</c:v>
                </c:pt>
                <c:pt idx="306">
                  <c:v>44991</c:v>
                </c:pt>
                <c:pt idx="307">
                  <c:v>44992</c:v>
                </c:pt>
                <c:pt idx="308">
                  <c:v>44993</c:v>
                </c:pt>
                <c:pt idx="309">
                  <c:v>44994</c:v>
                </c:pt>
                <c:pt idx="310">
                  <c:v>44995</c:v>
                </c:pt>
                <c:pt idx="311">
                  <c:v>44998</c:v>
                </c:pt>
                <c:pt idx="312">
                  <c:v>44999</c:v>
                </c:pt>
                <c:pt idx="313">
                  <c:v>45000</c:v>
                </c:pt>
                <c:pt idx="314">
                  <c:v>45001</c:v>
                </c:pt>
                <c:pt idx="315">
                  <c:v>45002</c:v>
                </c:pt>
                <c:pt idx="316">
                  <c:v>45005</c:v>
                </c:pt>
                <c:pt idx="317">
                  <c:v>45006</c:v>
                </c:pt>
                <c:pt idx="318">
                  <c:v>45007</c:v>
                </c:pt>
                <c:pt idx="319">
                  <c:v>45008</c:v>
                </c:pt>
                <c:pt idx="320">
                  <c:v>45009</c:v>
                </c:pt>
                <c:pt idx="321">
                  <c:v>45012</c:v>
                </c:pt>
                <c:pt idx="322">
                  <c:v>45013</c:v>
                </c:pt>
                <c:pt idx="323">
                  <c:v>45014</c:v>
                </c:pt>
                <c:pt idx="324">
                  <c:v>45015</c:v>
                </c:pt>
                <c:pt idx="325">
                  <c:v>45016</c:v>
                </c:pt>
                <c:pt idx="326">
                  <c:v>45019</c:v>
                </c:pt>
                <c:pt idx="327">
                  <c:v>45020</c:v>
                </c:pt>
                <c:pt idx="328">
                  <c:v>45021</c:v>
                </c:pt>
                <c:pt idx="329">
                  <c:v>45022</c:v>
                </c:pt>
                <c:pt idx="330">
                  <c:v>45023</c:v>
                </c:pt>
                <c:pt idx="331">
                  <c:v>45026</c:v>
                </c:pt>
                <c:pt idx="332">
                  <c:v>45027</c:v>
                </c:pt>
                <c:pt idx="333">
                  <c:v>45028</c:v>
                </c:pt>
                <c:pt idx="334">
                  <c:v>45029</c:v>
                </c:pt>
                <c:pt idx="335">
                  <c:v>45030</c:v>
                </c:pt>
                <c:pt idx="336">
                  <c:v>45033</c:v>
                </c:pt>
                <c:pt idx="337">
                  <c:v>45034</c:v>
                </c:pt>
                <c:pt idx="338">
                  <c:v>45035</c:v>
                </c:pt>
                <c:pt idx="339">
                  <c:v>45036</c:v>
                </c:pt>
                <c:pt idx="340">
                  <c:v>45037</c:v>
                </c:pt>
                <c:pt idx="341">
                  <c:v>45040</c:v>
                </c:pt>
                <c:pt idx="342">
                  <c:v>45041</c:v>
                </c:pt>
                <c:pt idx="343">
                  <c:v>45042</c:v>
                </c:pt>
                <c:pt idx="344">
                  <c:v>45043</c:v>
                </c:pt>
                <c:pt idx="345">
                  <c:v>45044</c:v>
                </c:pt>
                <c:pt idx="346">
                  <c:v>45047</c:v>
                </c:pt>
                <c:pt idx="347">
                  <c:v>45048</c:v>
                </c:pt>
                <c:pt idx="348">
                  <c:v>45049</c:v>
                </c:pt>
                <c:pt idx="349">
                  <c:v>45050</c:v>
                </c:pt>
                <c:pt idx="350">
                  <c:v>45051</c:v>
                </c:pt>
                <c:pt idx="351">
                  <c:v>45054</c:v>
                </c:pt>
                <c:pt idx="352">
                  <c:v>45055</c:v>
                </c:pt>
                <c:pt idx="353">
                  <c:v>45056</c:v>
                </c:pt>
                <c:pt idx="354">
                  <c:v>45057</c:v>
                </c:pt>
                <c:pt idx="355">
                  <c:v>45058</c:v>
                </c:pt>
                <c:pt idx="356">
                  <c:v>45061</c:v>
                </c:pt>
                <c:pt idx="357">
                  <c:v>45062</c:v>
                </c:pt>
                <c:pt idx="358">
                  <c:v>45063</c:v>
                </c:pt>
                <c:pt idx="359">
                  <c:v>45064</c:v>
                </c:pt>
                <c:pt idx="360">
                  <c:v>45065</c:v>
                </c:pt>
                <c:pt idx="361">
                  <c:v>45068</c:v>
                </c:pt>
                <c:pt idx="362">
                  <c:v>45069</c:v>
                </c:pt>
                <c:pt idx="363">
                  <c:v>45070</c:v>
                </c:pt>
                <c:pt idx="364">
                  <c:v>45071</c:v>
                </c:pt>
                <c:pt idx="365">
                  <c:v>45072</c:v>
                </c:pt>
                <c:pt idx="366">
                  <c:v>45075</c:v>
                </c:pt>
                <c:pt idx="367">
                  <c:v>45076</c:v>
                </c:pt>
                <c:pt idx="368">
                  <c:v>45077</c:v>
                </c:pt>
                <c:pt idx="369">
                  <c:v>45078</c:v>
                </c:pt>
                <c:pt idx="370">
                  <c:v>45079</c:v>
                </c:pt>
                <c:pt idx="371">
                  <c:v>45082</c:v>
                </c:pt>
                <c:pt idx="372">
                  <c:v>45083</c:v>
                </c:pt>
                <c:pt idx="373">
                  <c:v>45084</c:v>
                </c:pt>
                <c:pt idx="374">
                  <c:v>45085</c:v>
                </c:pt>
                <c:pt idx="375">
                  <c:v>45086</c:v>
                </c:pt>
                <c:pt idx="376">
                  <c:v>45089</c:v>
                </c:pt>
                <c:pt idx="377">
                  <c:v>45090</c:v>
                </c:pt>
                <c:pt idx="378">
                  <c:v>45091</c:v>
                </c:pt>
                <c:pt idx="379">
                  <c:v>45092</c:v>
                </c:pt>
                <c:pt idx="380">
                  <c:v>45093</c:v>
                </c:pt>
                <c:pt idx="381">
                  <c:v>45096</c:v>
                </c:pt>
                <c:pt idx="382">
                  <c:v>45097</c:v>
                </c:pt>
                <c:pt idx="383">
                  <c:v>45098</c:v>
                </c:pt>
                <c:pt idx="384">
                  <c:v>45099</c:v>
                </c:pt>
                <c:pt idx="385">
                  <c:v>45100</c:v>
                </c:pt>
                <c:pt idx="386">
                  <c:v>45103</c:v>
                </c:pt>
                <c:pt idx="387">
                  <c:v>45104</c:v>
                </c:pt>
                <c:pt idx="388">
                  <c:v>45105</c:v>
                </c:pt>
                <c:pt idx="389">
                  <c:v>45106</c:v>
                </c:pt>
                <c:pt idx="390">
                  <c:v>45107</c:v>
                </c:pt>
                <c:pt idx="391">
                  <c:v>45110</c:v>
                </c:pt>
                <c:pt idx="392">
                  <c:v>45111</c:v>
                </c:pt>
                <c:pt idx="393">
                  <c:v>45112</c:v>
                </c:pt>
                <c:pt idx="394">
                  <c:v>45113</c:v>
                </c:pt>
                <c:pt idx="395">
                  <c:v>45114</c:v>
                </c:pt>
                <c:pt idx="396">
                  <c:v>45117</c:v>
                </c:pt>
                <c:pt idx="397">
                  <c:v>45118</c:v>
                </c:pt>
                <c:pt idx="398">
                  <c:v>45119</c:v>
                </c:pt>
                <c:pt idx="399">
                  <c:v>45120</c:v>
                </c:pt>
                <c:pt idx="400">
                  <c:v>45121</c:v>
                </c:pt>
                <c:pt idx="401">
                  <c:v>45124</c:v>
                </c:pt>
                <c:pt idx="402">
                  <c:v>45125</c:v>
                </c:pt>
                <c:pt idx="403">
                  <c:v>45126</c:v>
                </c:pt>
                <c:pt idx="404">
                  <c:v>45127</c:v>
                </c:pt>
                <c:pt idx="405">
                  <c:v>45128</c:v>
                </c:pt>
                <c:pt idx="406">
                  <c:v>45131</c:v>
                </c:pt>
                <c:pt idx="407">
                  <c:v>45132</c:v>
                </c:pt>
                <c:pt idx="408">
                  <c:v>45133</c:v>
                </c:pt>
                <c:pt idx="409">
                  <c:v>45134</c:v>
                </c:pt>
                <c:pt idx="410">
                  <c:v>45135</c:v>
                </c:pt>
                <c:pt idx="411">
                  <c:v>45138</c:v>
                </c:pt>
                <c:pt idx="412">
                  <c:v>45139</c:v>
                </c:pt>
                <c:pt idx="413">
                  <c:v>45140</c:v>
                </c:pt>
                <c:pt idx="414">
                  <c:v>45141</c:v>
                </c:pt>
                <c:pt idx="415">
                  <c:v>45142</c:v>
                </c:pt>
                <c:pt idx="416">
                  <c:v>45145</c:v>
                </c:pt>
                <c:pt idx="417">
                  <c:v>45146</c:v>
                </c:pt>
                <c:pt idx="418">
                  <c:v>45147</c:v>
                </c:pt>
                <c:pt idx="419">
                  <c:v>45148</c:v>
                </c:pt>
                <c:pt idx="420">
                  <c:v>45149</c:v>
                </c:pt>
                <c:pt idx="421">
                  <c:v>45152</c:v>
                </c:pt>
                <c:pt idx="422">
                  <c:v>45153</c:v>
                </c:pt>
                <c:pt idx="423">
                  <c:v>45154</c:v>
                </c:pt>
                <c:pt idx="424">
                  <c:v>45155</c:v>
                </c:pt>
                <c:pt idx="425">
                  <c:v>45156</c:v>
                </c:pt>
                <c:pt idx="426">
                  <c:v>45159</c:v>
                </c:pt>
                <c:pt idx="427">
                  <c:v>45160</c:v>
                </c:pt>
                <c:pt idx="428">
                  <c:v>45161</c:v>
                </c:pt>
                <c:pt idx="429">
                  <c:v>45162</c:v>
                </c:pt>
                <c:pt idx="430">
                  <c:v>45163</c:v>
                </c:pt>
                <c:pt idx="431">
                  <c:v>45166</c:v>
                </c:pt>
                <c:pt idx="432">
                  <c:v>45167</c:v>
                </c:pt>
                <c:pt idx="433">
                  <c:v>45168</c:v>
                </c:pt>
                <c:pt idx="434">
                  <c:v>45169</c:v>
                </c:pt>
                <c:pt idx="435">
                  <c:v>45170</c:v>
                </c:pt>
                <c:pt idx="436">
                  <c:v>45173</c:v>
                </c:pt>
                <c:pt idx="437">
                  <c:v>45174</c:v>
                </c:pt>
                <c:pt idx="438">
                  <c:v>45175</c:v>
                </c:pt>
                <c:pt idx="439">
                  <c:v>45176</c:v>
                </c:pt>
                <c:pt idx="440">
                  <c:v>45177</c:v>
                </c:pt>
                <c:pt idx="441">
                  <c:v>45180</c:v>
                </c:pt>
                <c:pt idx="442">
                  <c:v>45181</c:v>
                </c:pt>
                <c:pt idx="443">
                  <c:v>45182</c:v>
                </c:pt>
                <c:pt idx="444">
                  <c:v>45183</c:v>
                </c:pt>
                <c:pt idx="445">
                  <c:v>45184</c:v>
                </c:pt>
                <c:pt idx="446">
                  <c:v>45187</c:v>
                </c:pt>
                <c:pt idx="447">
                  <c:v>45188</c:v>
                </c:pt>
                <c:pt idx="448">
                  <c:v>45189</c:v>
                </c:pt>
                <c:pt idx="449">
                  <c:v>45190</c:v>
                </c:pt>
                <c:pt idx="450">
                  <c:v>45191</c:v>
                </c:pt>
                <c:pt idx="451">
                  <c:v>45194</c:v>
                </c:pt>
                <c:pt idx="452">
                  <c:v>45195</c:v>
                </c:pt>
                <c:pt idx="453">
                  <c:v>45196</c:v>
                </c:pt>
                <c:pt idx="454">
                  <c:v>45197</c:v>
                </c:pt>
                <c:pt idx="455">
                  <c:v>45198</c:v>
                </c:pt>
                <c:pt idx="456">
                  <c:v>45201</c:v>
                </c:pt>
                <c:pt idx="457">
                  <c:v>45202</c:v>
                </c:pt>
                <c:pt idx="458">
                  <c:v>45203</c:v>
                </c:pt>
                <c:pt idx="459">
                  <c:v>45204</c:v>
                </c:pt>
                <c:pt idx="460">
                  <c:v>45205</c:v>
                </c:pt>
                <c:pt idx="461">
                  <c:v>45208</c:v>
                </c:pt>
                <c:pt idx="462">
                  <c:v>45209</c:v>
                </c:pt>
                <c:pt idx="463">
                  <c:v>45210</c:v>
                </c:pt>
                <c:pt idx="464">
                  <c:v>45211</c:v>
                </c:pt>
                <c:pt idx="465">
                  <c:v>45212</c:v>
                </c:pt>
                <c:pt idx="466">
                  <c:v>45215</c:v>
                </c:pt>
                <c:pt idx="467">
                  <c:v>45216</c:v>
                </c:pt>
                <c:pt idx="468">
                  <c:v>45217</c:v>
                </c:pt>
                <c:pt idx="469">
                  <c:v>45218</c:v>
                </c:pt>
                <c:pt idx="470">
                  <c:v>45219</c:v>
                </c:pt>
                <c:pt idx="471">
                  <c:v>45222</c:v>
                </c:pt>
                <c:pt idx="472">
                  <c:v>45223</c:v>
                </c:pt>
                <c:pt idx="473">
                  <c:v>45224</c:v>
                </c:pt>
                <c:pt idx="474">
                  <c:v>45225</c:v>
                </c:pt>
                <c:pt idx="475">
                  <c:v>45226</c:v>
                </c:pt>
                <c:pt idx="476">
                  <c:v>45229</c:v>
                </c:pt>
                <c:pt idx="477">
                  <c:v>45230</c:v>
                </c:pt>
                <c:pt idx="478">
                  <c:v>45231</c:v>
                </c:pt>
                <c:pt idx="479">
                  <c:v>45232</c:v>
                </c:pt>
                <c:pt idx="480">
                  <c:v>45233</c:v>
                </c:pt>
                <c:pt idx="481">
                  <c:v>45236</c:v>
                </c:pt>
                <c:pt idx="482">
                  <c:v>45237</c:v>
                </c:pt>
                <c:pt idx="483">
                  <c:v>45238</c:v>
                </c:pt>
                <c:pt idx="484">
                  <c:v>45239</c:v>
                </c:pt>
                <c:pt idx="485">
                  <c:v>45240</c:v>
                </c:pt>
                <c:pt idx="486">
                  <c:v>45243</c:v>
                </c:pt>
                <c:pt idx="487">
                  <c:v>45244</c:v>
                </c:pt>
                <c:pt idx="488">
                  <c:v>45245</c:v>
                </c:pt>
                <c:pt idx="489">
                  <c:v>45246</c:v>
                </c:pt>
                <c:pt idx="490">
                  <c:v>45247</c:v>
                </c:pt>
                <c:pt idx="491">
                  <c:v>45250</c:v>
                </c:pt>
                <c:pt idx="492">
                  <c:v>45251</c:v>
                </c:pt>
                <c:pt idx="493">
                  <c:v>45252</c:v>
                </c:pt>
                <c:pt idx="494">
                  <c:v>45253</c:v>
                </c:pt>
                <c:pt idx="495">
                  <c:v>45254</c:v>
                </c:pt>
                <c:pt idx="496">
                  <c:v>45257</c:v>
                </c:pt>
                <c:pt idx="497">
                  <c:v>45258</c:v>
                </c:pt>
                <c:pt idx="498">
                  <c:v>45259</c:v>
                </c:pt>
                <c:pt idx="499">
                  <c:v>45260</c:v>
                </c:pt>
                <c:pt idx="500">
                  <c:v>45261</c:v>
                </c:pt>
                <c:pt idx="501">
                  <c:v>45264</c:v>
                </c:pt>
                <c:pt idx="502">
                  <c:v>45265</c:v>
                </c:pt>
                <c:pt idx="503">
                  <c:v>45266</c:v>
                </c:pt>
                <c:pt idx="504">
                  <c:v>45267</c:v>
                </c:pt>
                <c:pt idx="505">
                  <c:v>45268</c:v>
                </c:pt>
                <c:pt idx="506">
                  <c:v>45271</c:v>
                </c:pt>
                <c:pt idx="507">
                  <c:v>45272</c:v>
                </c:pt>
                <c:pt idx="508">
                  <c:v>45273</c:v>
                </c:pt>
                <c:pt idx="509">
                  <c:v>45274</c:v>
                </c:pt>
                <c:pt idx="510">
                  <c:v>45275</c:v>
                </c:pt>
                <c:pt idx="511">
                  <c:v>45278</c:v>
                </c:pt>
                <c:pt idx="512">
                  <c:v>45279</c:v>
                </c:pt>
                <c:pt idx="513">
                  <c:v>45280</c:v>
                </c:pt>
                <c:pt idx="514">
                  <c:v>45281</c:v>
                </c:pt>
                <c:pt idx="515">
                  <c:v>45282</c:v>
                </c:pt>
                <c:pt idx="516">
                  <c:v>45285</c:v>
                </c:pt>
                <c:pt idx="517">
                  <c:v>45286</c:v>
                </c:pt>
                <c:pt idx="518">
                  <c:v>45287</c:v>
                </c:pt>
                <c:pt idx="519">
                  <c:v>45288</c:v>
                </c:pt>
                <c:pt idx="520">
                  <c:v>45289</c:v>
                </c:pt>
                <c:pt idx="521">
                  <c:v>45292</c:v>
                </c:pt>
                <c:pt idx="522">
                  <c:v>45293</c:v>
                </c:pt>
                <c:pt idx="523">
                  <c:v>45294</c:v>
                </c:pt>
                <c:pt idx="524">
                  <c:v>45295</c:v>
                </c:pt>
                <c:pt idx="525">
                  <c:v>45296</c:v>
                </c:pt>
                <c:pt idx="526">
                  <c:v>45299</c:v>
                </c:pt>
                <c:pt idx="527">
                  <c:v>45300</c:v>
                </c:pt>
                <c:pt idx="528">
                  <c:v>45301</c:v>
                </c:pt>
                <c:pt idx="529">
                  <c:v>45302</c:v>
                </c:pt>
                <c:pt idx="530">
                  <c:v>45303</c:v>
                </c:pt>
                <c:pt idx="531">
                  <c:v>45306</c:v>
                </c:pt>
                <c:pt idx="532">
                  <c:v>45307</c:v>
                </c:pt>
                <c:pt idx="533">
                  <c:v>45308</c:v>
                </c:pt>
                <c:pt idx="534">
                  <c:v>45309</c:v>
                </c:pt>
                <c:pt idx="535">
                  <c:v>45310</c:v>
                </c:pt>
                <c:pt idx="536">
                  <c:v>45313</c:v>
                </c:pt>
                <c:pt idx="537">
                  <c:v>45314</c:v>
                </c:pt>
                <c:pt idx="538">
                  <c:v>45315</c:v>
                </c:pt>
                <c:pt idx="539">
                  <c:v>45316</c:v>
                </c:pt>
                <c:pt idx="540">
                  <c:v>45317</c:v>
                </c:pt>
                <c:pt idx="541">
                  <c:v>45320</c:v>
                </c:pt>
                <c:pt idx="542">
                  <c:v>45321</c:v>
                </c:pt>
                <c:pt idx="543">
                  <c:v>45322</c:v>
                </c:pt>
                <c:pt idx="544">
                  <c:v>45323</c:v>
                </c:pt>
                <c:pt idx="545">
                  <c:v>45324</c:v>
                </c:pt>
                <c:pt idx="546">
                  <c:v>45327</c:v>
                </c:pt>
                <c:pt idx="547">
                  <c:v>45328</c:v>
                </c:pt>
                <c:pt idx="548">
                  <c:v>45329</c:v>
                </c:pt>
                <c:pt idx="549">
                  <c:v>45330</c:v>
                </c:pt>
                <c:pt idx="550">
                  <c:v>45331</c:v>
                </c:pt>
                <c:pt idx="551">
                  <c:v>45334</c:v>
                </c:pt>
                <c:pt idx="552">
                  <c:v>45335</c:v>
                </c:pt>
                <c:pt idx="553">
                  <c:v>45336</c:v>
                </c:pt>
                <c:pt idx="554">
                  <c:v>45337</c:v>
                </c:pt>
                <c:pt idx="555">
                  <c:v>45338</c:v>
                </c:pt>
                <c:pt idx="556">
                  <c:v>45341</c:v>
                </c:pt>
                <c:pt idx="557">
                  <c:v>45342</c:v>
                </c:pt>
                <c:pt idx="558">
                  <c:v>45343</c:v>
                </c:pt>
                <c:pt idx="559">
                  <c:v>45344</c:v>
                </c:pt>
                <c:pt idx="560">
                  <c:v>45345</c:v>
                </c:pt>
                <c:pt idx="561">
                  <c:v>45348</c:v>
                </c:pt>
                <c:pt idx="562">
                  <c:v>45349</c:v>
                </c:pt>
                <c:pt idx="563">
                  <c:v>45350</c:v>
                </c:pt>
                <c:pt idx="564">
                  <c:v>45351</c:v>
                </c:pt>
                <c:pt idx="565">
                  <c:v>45352</c:v>
                </c:pt>
                <c:pt idx="566">
                  <c:v>45355</c:v>
                </c:pt>
                <c:pt idx="567">
                  <c:v>45356</c:v>
                </c:pt>
                <c:pt idx="568">
                  <c:v>45357</c:v>
                </c:pt>
                <c:pt idx="569">
                  <c:v>45358</c:v>
                </c:pt>
                <c:pt idx="570">
                  <c:v>45359</c:v>
                </c:pt>
                <c:pt idx="571">
                  <c:v>45362</c:v>
                </c:pt>
                <c:pt idx="572">
                  <c:v>45363</c:v>
                </c:pt>
                <c:pt idx="573">
                  <c:v>45364</c:v>
                </c:pt>
                <c:pt idx="574">
                  <c:v>45365</c:v>
                </c:pt>
                <c:pt idx="575">
                  <c:v>45366</c:v>
                </c:pt>
                <c:pt idx="576">
                  <c:v>45369</c:v>
                </c:pt>
                <c:pt idx="577">
                  <c:v>45370</c:v>
                </c:pt>
                <c:pt idx="578">
                  <c:v>45371</c:v>
                </c:pt>
                <c:pt idx="579">
                  <c:v>45372</c:v>
                </c:pt>
                <c:pt idx="580">
                  <c:v>45373</c:v>
                </c:pt>
                <c:pt idx="581">
                  <c:v>45376</c:v>
                </c:pt>
                <c:pt idx="582">
                  <c:v>45377</c:v>
                </c:pt>
                <c:pt idx="583">
                  <c:v>45378</c:v>
                </c:pt>
                <c:pt idx="584">
                  <c:v>45379</c:v>
                </c:pt>
                <c:pt idx="585">
                  <c:v>45380</c:v>
                </c:pt>
                <c:pt idx="586">
                  <c:v>45383</c:v>
                </c:pt>
                <c:pt idx="587">
                  <c:v>45384</c:v>
                </c:pt>
                <c:pt idx="588">
                  <c:v>45385</c:v>
                </c:pt>
                <c:pt idx="589">
                  <c:v>45386</c:v>
                </c:pt>
                <c:pt idx="590">
                  <c:v>45387</c:v>
                </c:pt>
                <c:pt idx="591">
                  <c:v>45390</c:v>
                </c:pt>
                <c:pt idx="592">
                  <c:v>45391</c:v>
                </c:pt>
                <c:pt idx="593">
                  <c:v>45392</c:v>
                </c:pt>
                <c:pt idx="594">
                  <c:v>45393</c:v>
                </c:pt>
                <c:pt idx="595">
                  <c:v>45394</c:v>
                </c:pt>
                <c:pt idx="596">
                  <c:v>45397</c:v>
                </c:pt>
                <c:pt idx="597">
                  <c:v>45398</c:v>
                </c:pt>
                <c:pt idx="598">
                  <c:v>45399</c:v>
                </c:pt>
                <c:pt idx="599">
                  <c:v>45400</c:v>
                </c:pt>
                <c:pt idx="600">
                  <c:v>45401</c:v>
                </c:pt>
                <c:pt idx="601">
                  <c:v>45404</c:v>
                </c:pt>
                <c:pt idx="602">
                  <c:v>45405</c:v>
                </c:pt>
                <c:pt idx="603">
                  <c:v>45406</c:v>
                </c:pt>
                <c:pt idx="604">
                  <c:v>45407</c:v>
                </c:pt>
                <c:pt idx="605">
                  <c:v>45408</c:v>
                </c:pt>
                <c:pt idx="606">
                  <c:v>45411</c:v>
                </c:pt>
                <c:pt idx="607">
                  <c:v>45412</c:v>
                </c:pt>
                <c:pt idx="608">
                  <c:v>45413</c:v>
                </c:pt>
                <c:pt idx="609">
                  <c:v>45414</c:v>
                </c:pt>
                <c:pt idx="610">
                  <c:v>45415</c:v>
                </c:pt>
                <c:pt idx="611">
                  <c:v>45418</c:v>
                </c:pt>
                <c:pt idx="612">
                  <c:v>45419</c:v>
                </c:pt>
                <c:pt idx="613">
                  <c:v>45420</c:v>
                </c:pt>
                <c:pt idx="614">
                  <c:v>45421</c:v>
                </c:pt>
                <c:pt idx="615">
                  <c:v>45422</c:v>
                </c:pt>
                <c:pt idx="616">
                  <c:v>45425</c:v>
                </c:pt>
                <c:pt idx="617">
                  <c:v>45426</c:v>
                </c:pt>
                <c:pt idx="618">
                  <c:v>45427</c:v>
                </c:pt>
                <c:pt idx="619">
                  <c:v>45428</c:v>
                </c:pt>
                <c:pt idx="620">
                  <c:v>45429</c:v>
                </c:pt>
                <c:pt idx="621">
                  <c:v>45432</c:v>
                </c:pt>
                <c:pt idx="622">
                  <c:v>45433</c:v>
                </c:pt>
                <c:pt idx="623">
                  <c:v>45434</c:v>
                </c:pt>
                <c:pt idx="624">
                  <c:v>45435</c:v>
                </c:pt>
                <c:pt idx="625">
                  <c:v>45436</c:v>
                </c:pt>
                <c:pt idx="626">
                  <c:v>45440</c:v>
                </c:pt>
                <c:pt idx="627">
                  <c:v>45441</c:v>
                </c:pt>
                <c:pt idx="628">
                  <c:v>45442</c:v>
                </c:pt>
                <c:pt idx="629">
                  <c:v>45443</c:v>
                </c:pt>
                <c:pt idx="630">
                  <c:v>45446</c:v>
                </c:pt>
                <c:pt idx="631">
                  <c:v>45447</c:v>
                </c:pt>
                <c:pt idx="632">
                  <c:v>45448</c:v>
                </c:pt>
                <c:pt idx="633">
                  <c:v>45449</c:v>
                </c:pt>
                <c:pt idx="634">
                  <c:v>45450</c:v>
                </c:pt>
                <c:pt idx="635">
                  <c:v>45453</c:v>
                </c:pt>
                <c:pt idx="636">
                  <c:v>45454</c:v>
                </c:pt>
                <c:pt idx="637">
                  <c:v>45455</c:v>
                </c:pt>
                <c:pt idx="638">
                  <c:v>45456</c:v>
                </c:pt>
                <c:pt idx="639">
                  <c:v>45457</c:v>
                </c:pt>
                <c:pt idx="640">
                  <c:v>45460</c:v>
                </c:pt>
                <c:pt idx="641">
                  <c:v>45461</c:v>
                </c:pt>
                <c:pt idx="642">
                  <c:v>45462</c:v>
                </c:pt>
                <c:pt idx="643">
                  <c:v>45463</c:v>
                </c:pt>
                <c:pt idx="644">
                  <c:v>45464</c:v>
                </c:pt>
                <c:pt idx="645">
                  <c:v>45467</c:v>
                </c:pt>
                <c:pt idx="646">
                  <c:v>45468</c:v>
                </c:pt>
                <c:pt idx="647">
                  <c:v>45469</c:v>
                </c:pt>
                <c:pt idx="648">
                  <c:v>45470</c:v>
                </c:pt>
                <c:pt idx="649">
                  <c:v>45471</c:v>
                </c:pt>
                <c:pt idx="650">
                  <c:v>45474</c:v>
                </c:pt>
                <c:pt idx="651">
                  <c:v>45475</c:v>
                </c:pt>
                <c:pt idx="652">
                  <c:v>45476</c:v>
                </c:pt>
                <c:pt idx="653">
                  <c:v>45477</c:v>
                </c:pt>
                <c:pt idx="654">
                  <c:v>45478</c:v>
                </c:pt>
                <c:pt idx="655">
                  <c:v>45481</c:v>
                </c:pt>
                <c:pt idx="656">
                  <c:v>45482</c:v>
                </c:pt>
                <c:pt idx="657">
                  <c:v>45483</c:v>
                </c:pt>
                <c:pt idx="658">
                  <c:v>45484</c:v>
                </c:pt>
                <c:pt idx="659">
                  <c:v>45485</c:v>
                </c:pt>
                <c:pt idx="660">
                  <c:v>45488</c:v>
                </c:pt>
                <c:pt idx="661">
                  <c:v>45489</c:v>
                </c:pt>
                <c:pt idx="662">
                  <c:v>45490</c:v>
                </c:pt>
                <c:pt idx="663">
                  <c:v>45491</c:v>
                </c:pt>
                <c:pt idx="664">
                  <c:v>45492</c:v>
                </c:pt>
                <c:pt idx="665">
                  <c:v>45495</c:v>
                </c:pt>
                <c:pt idx="666">
                  <c:v>45496</c:v>
                </c:pt>
                <c:pt idx="667">
                  <c:v>45497</c:v>
                </c:pt>
                <c:pt idx="668">
                  <c:v>45498</c:v>
                </c:pt>
                <c:pt idx="669">
                  <c:v>45499</c:v>
                </c:pt>
                <c:pt idx="670">
                  <c:v>45502</c:v>
                </c:pt>
                <c:pt idx="671">
                  <c:v>45503</c:v>
                </c:pt>
                <c:pt idx="672">
                  <c:v>45504</c:v>
                </c:pt>
                <c:pt idx="673">
                  <c:v>45505</c:v>
                </c:pt>
                <c:pt idx="674">
                  <c:v>45506</c:v>
                </c:pt>
                <c:pt idx="675">
                  <c:v>45509</c:v>
                </c:pt>
                <c:pt idx="676">
                  <c:v>45510</c:v>
                </c:pt>
                <c:pt idx="677">
                  <c:v>45511</c:v>
                </c:pt>
                <c:pt idx="678">
                  <c:v>45512</c:v>
                </c:pt>
                <c:pt idx="679">
                  <c:v>45513</c:v>
                </c:pt>
                <c:pt idx="680">
                  <c:v>45516</c:v>
                </c:pt>
                <c:pt idx="681">
                  <c:v>45517</c:v>
                </c:pt>
                <c:pt idx="682">
                  <c:v>45518</c:v>
                </c:pt>
                <c:pt idx="683">
                  <c:v>45519</c:v>
                </c:pt>
                <c:pt idx="684">
                  <c:v>45520</c:v>
                </c:pt>
                <c:pt idx="685">
                  <c:v>45523</c:v>
                </c:pt>
                <c:pt idx="686">
                  <c:v>45524</c:v>
                </c:pt>
                <c:pt idx="687">
                  <c:v>45525</c:v>
                </c:pt>
                <c:pt idx="688">
                  <c:v>45526</c:v>
                </c:pt>
                <c:pt idx="689">
                  <c:v>45527</c:v>
                </c:pt>
                <c:pt idx="690">
                  <c:v>45530</c:v>
                </c:pt>
                <c:pt idx="691">
                  <c:v>45531</c:v>
                </c:pt>
                <c:pt idx="692">
                  <c:v>45532</c:v>
                </c:pt>
                <c:pt idx="693">
                  <c:v>45533</c:v>
                </c:pt>
                <c:pt idx="694">
                  <c:v>45534</c:v>
                </c:pt>
                <c:pt idx="695">
                  <c:v>45537</c:v>
                </c:pt>
                <c:pt idx="696">
                  <c:v>45538</c:v>
                </c:pt>
                <c:pt idx="697">
                  <c:v>45539</c:v>
                </c:pt>
                <c:pt idx="698">
                  <c:v>45540</c:v>
                </c:pt>
                <c:pt idx="699">
                  <c:v>45541</c:v>
                </c:pt>
                <c:pt idx="700">
                  <c:v>45544</c:v>
                </c:pt>
                <c:pt idx="701">
                  <c:v>45545</c:v>
                </c:pt>
                <c:pt idx="702">
                  <c:v>45546</c:v>
                </c:pt>
                <c:pt idx="703">
                  <c:v>45547</c:v>
                </c:pt>
                <c:pt idx="704">
                  <c:v>45548</c:v>
                </c:pt>
                <c:pt idx="705">
                  <c:v>45551</c:v>
                </c:pt>
                <c:pt idx="706">
                  <c:v>45552</c:v>
                </c:pt>
                <c:pt idx="707">
                  <c:v>45553</c:v>
                </c:pt>
                <c:pt idx="708">
                  <c:v>45554</c:v>
                </c:pt>
                <c:pt idx="709">
                  <c:v>45555</c:v>
                </c:pt>
                <c:pt idx="710">
                  <c:v>45558</c:v>
                </c:pt>
                <c:pt idx="711">
                  <c:v>45559</c:v>
                </c:pt>
                <c:pt idx="712">
                  <c:v>45560</c:v>
                </c:pt>
                <c:pt idx="713">
                  <c:v>45561</c:v>
                </c:pt>
                <c:pt idx="714">
                  <c:v>45562</c:v>
                </c:pt>
                <c:pt idx="715">
                  <c:v>45565</c:v>
                </c:pt>
                <c:pt idx="716">
                  <c:v>45566</c:v>
                </c:pt>
                <c:pt idx="717">
                  <c:v>45567</c:v>
                </c:pt>
                <c:pt idx="718">
                  <c:v>45568</c:v>
                </c:pt>
                <c:pt idx="719">
                  <c:v>45569</c:v>
                </c:pt>
                <c:pt idx="720">
                  <c:v>45572</c:v>
                </c:pt>
                <c:pt idx="721">
                  <c:v>45573</c:v>
                </c:pt>
                <c:pt idx="722">
                  <c:v>45574</c:v>
                </c:pt>
                <c:pt idx="723">
                  <c:v>45575</c:v>
                </c:pt>
                <c:pt idx="724">
                  <c:v>45576</c:v>
                </c:pt>
                <c:pt idx="725">
                  <c:v>45579</c:v>
                </c:pt>
                <c:pt idx="726">
                  <c:v>45580</c:v>
                </c:pt>
                <c:pt idx="727">
                  <c:v>45581</c:v>
                </c:pt>
                <c:pt idx="728">
                  <c:v>45582</c:v>
                </c:pt>
                <c:pt idx="729">
                  <c:v>45583</c:v>
                </c:pt>
                <c:pt idx="730">
                  <c:v>45586</c:v>
                </c:pt>
                <c:pt idx="731">
                  <c:v>45587</c:v>
                </c:pt>
                <c:pt idx="732">
                  <c:v>45588</c:v>
                </c:pt>
                <c:pt idx="733">
                  <c:v>45589</c:v>
                </c:pt>
                <c:pt idx="734">
                  <c:v>45590</c:v>
                </c:pt>
                <c:pt idx="735">
                  <c:v>45593</c:v>
                </c:pt>
                <c:pt idx="736">
                  <c:v>45594</c:v>
                </c:pt>
                <c:pt idx="737">
                  <c:v>45595</c:v>
                </c:pt>
                <c:pt idx="738">
                  <c:v>45596</c:v>
                </c:pt>
                <c:pt idx="739">
                  <c:v>45597</c:v>
                </c:pt>
                <c:pt idx="740">
                  <c:v>45600</c:v>
                </c:pt>
                <c:pt idx="741">
                  <c:v>45601</c:v>
                </c:pt>
                <c:pt idx="742">
                  <c:v>45602</c:v>
                </c:pt>
                <c:pt idx="743">
                  <c:v>45603</c:v>
                </c:pt>
                <c:pt idx="744">
                  <c:v>45604</c:v>
                </c:pt>
                <c:pt idx="745">
                  <c:v>45607</c:v>
                </c:pt>
                <c:pt idx="746">
                  <c:v>45608</c:v>
                </c:pt>
                <c:pt idx="747">
                  <c:v>45609</c:v>
                </c:pt>
                <c:pt idx="748">
                  <c:v>45610</c:v>
                </c:pt>
                <c:pt idx="749">
                  <c:v>45611</c:v>
                </c:pt>
                <c:pt idx="750">
                  <c:v>45614</c:v>
                </c:pt>
                <c:pt idx="751">
                  <c:v>45615</c:v>
                </c:pt>
                <c:pt idx="752">
                  <c:v>45616</c:v>
                </c:pt>
                <c:pt idx="753">
                  <c:v>45617</c:v>
                </c:pt>
                <c:pt idx="754">
                  <c:v>45618</c:v>
                </c:pt>
                <c:pt idx="755">
                  <c:v>45621</c:v>
                </c:pt>
                <c:pt idx="756">
                  <c:v>45622</c:v>
                </c:pt>
                <c:pt idx="757">
                  <c:v>45623</c:v>
                </c:pt>
                <c:pt idx="758">
                  <c:v>45624</c:v>
                </c:pt>
                <c:pt idx="759">
                  <c:v>45625</c:v>
                </c:pt>
                <c:pt idx="760">
                  <c:v>45628</c:v>
                </c:pt>
                <c:pt idx="761">
                  <c:v>45629</c:v>
                </c:pt>
                <c:pt idx="762">
                  <c:v>45630</c:v>
                </c:pt>
                <c:pt idx="763">
                  <c:v>45631</c:v>
                </c:pt>
                <c:pt idx="764">
                  <c:v>45632</c:v>
                </c:pt>
                <c:pt idx="765">
                  <c:v>45635</c:v>
                </c:pt>
                <c:pt idx="766">
                  <c:v>45636</c:v>
                </c:pt>
                <c:pt idx="767">
                  <c:v>45637</c:v>
                </c:pt>
                <c:pt idx="768">
                  <c:v>45638</c:v>
                </c:pt>
                <c:pt idx="769">
                  <c:v>45639</c:v>
                </c:pt>
                <c:pt idx="770">
                  <c:v>45642</c:v>
                </c:pt>
                <c:pt idx="771">
                  <c:v>45643</c:v>
                </c:pt>
                <c:pt idx="772">
                  <c:v>45644</c:v>
                </c:pt>
                <c:pt idx="773">
                  <c:v>45645</c:v>
                </c:pt>
                <c:pt idx="774">
                  <c:v>45646</c:v>
                </c:pt>
                <c:pt idx="775">
                  <c:v>45649</c:v>
                </c:pt>
                <c:pt idx="776">
                  <c:v>45650</c:v>
                </c:pt>
                <c:pt idx="777">
                  <c:v>45651</c:v>
                </c:pt>
                <c:pt idx="778">
                  <c:v>45652</c:v>
                </c:pt>
                <c:pt idx="779">
                  <c:v>45653</c:v>
                </c:pt>
                <c:pt idx="780">
                  <c:v>45656</c:v>
                </c:pt>
                <c:pt idx="781">
                  <c:v>45657</c:v>
                </c:pt>
                <c:pt idx="782">
                  <c:v>45658</c:v>
                </c:pt>
                <c:pt idx="783">
                  <c:v>45659</c:v>
                </c:pt>
                <c:pt idx="784">
                  <c:v>45660</c:v>
                </c:pt>
                <c:pt idx="785">
                  <c:v>45663</c:v>
                </c:pt>
                <c:pt idx="786">
                  <c:v>45664</c:v>
                </c:pt>
                <c:pt idx="787">
                  <c:v>45665</c:v>
                </c:pt>
                <c:pt idx="788">
                  <c:v>45666</c:v>
                </c:pt>
                <c:pt idx="789">
                  <c:v>45667</c:v>
                </c:pt>
                <c:pt idx="790">
                  <c:v>45670</c:v>
                </c:pt>
                <c:pt idx="791">
                  <c:v>45671</c:v>
                </c:pt>
                <c:pt idx="792">
                  <c:v>45672</c:v>
                </c:pt>
                <c:pt idx="793">
                  <c:v>45673</c:v>
                </c:pt>
                <c:pt idx="794">
                  <c:v>45674</c:v>
                </c:pt>
                <c:pt idx="795">
                  <c:v>45677</c:v>
                </c:pt>
                <c:pt idx="796">
                  <c:v>45678</c:v>
                </c:pt>
                <c:pt idx="797">
                  <c:v>45679</c:v>
                </c:pt>
                <c:pt idx="798">
                  <c:v>45680</c:v>
                </c:pt>
                <c:pt idx="799">
                  <c:v>45681</c:v>
                </c:pt>
                <c:pt idx="800">
                  <c:v>45684</c:v>
                </c:pt>
                <c:pt idx="801">
                  <c:v>45685</c:v>
                </c:pt>
                <c:pt idx="802">
                  <c:v>45686</c:v>
                </c:pt>
                <c:pt idx="803">
                  <c:v>45687</c:v>
                </c:pt>
                <c:pt idx="804">
                  <c:v>45688</c:v>
                </c:pt>
                <c:pt idx="805">
                  <c:v>45691</c:v>
                </c:pt>
                <c:pt idx="806">
                  <c:v>45692</c:v>
                </c:pt>
                <c:pt idx="807">
                  <c:v>45693</c:v>
                </c:pt>
                <c:pt idx="808">
                  <c:v>45694</c:v>
                </c:pt>
                <c:pt idx="809">
                  <c:v>45695</c:v>
                </c:pt>
                <c:pt idx="810">
                  <c:v>45698</c:v>
                </c:pt>
                <c:pt idx="811">
                  <c:v>45699</c:v>
                </c:pt>
                <c:pt idx="812">
                  <c:v>45700</c:v>
                </c:pt>
                <c:pt idx="813">
                  <c:v>45701</c:v>
                </c:pt>
                <c:pt idx="814">
                  <c:v>45702</c:v>
                </c:pt>
                <c:pt idx="815">
                  <c:v>45705</c:v>
                </c:pt>
                <c:pt idx="816">
                  <c:v>45706</c:v>
                </c:pt>
                <c:pt idx="817">
                  <c:v>45707</c:v>
                </c:pt>
                <c:pt idx="818">
                  <c:v>45708</c:v>
                </c:pt>
                <c:pt idx="819">
                  <c:v>45709</c:v>
                </c:pt>
                <c:pt idx="820">
                  <c:v>45712</c:v>
                </c:pt>
                <c:pt idx="821">
                  <c:v>45713</c:v>
                </c:pt>
                <c:pt idx="822">
                  <c:v>45714</c:v>
                </c:pt>
                <c:pt idx="823">
                  <c:v>45715</c:v>
                </c:pt>
                <c:pt idx="824">
                  <c:v>45716</c:v>
                </c:pt>
                <c:pt idx="825">
                  <c:v>45719</c:v>
                </c:pt>
                <c:pt idx="826">
                  <c:v>45720</c:v>
                </c:pt>
                <c:pt idx="827">
                  <c:v>45721</c:v>
                </c:pt>
                <c:pt idx="828">
                  <c:v>45722</c:v>
                </c:pt>
                <c:pt idx="829">
                  <c:v>45723</c:v>
                </c:pt>
                <c:pt idx="830">
                  <c:v>45726</c:v>
                </c:pt>
                <c:pt idx="831">
                  <c:v>45727</c:v>
                </c:pt>
                <c:pt idx="832">
                  <c:v>45728</c:v>
                </c:pt>
                <c:pt idx="833">
                  <c:v>45729</c:v>
                </c:pt>
                <c:pt idx="834">
                  <c:v>45730</c:v>
                </c:pt>
                <c:pt idx="835">
                  <c:v>45733</c:v>
                </c:pt>
                <c:pt idx="836">
                  <c:v>45734</c:v>
                </c:pt>
                <c:pt idx="837">
                  <c:v>45735</c:v>
                </c:pt>
                <c:pt idx="838">
                  <c:v>45736</c:v>
                </c:pt>
                <c:pt idx="839">
                  <c:v>45737</c:v>
                </c:pt>
                <c:pt idx="840">
                  <c:v>45740</c:v>
                </c:pt>
                <c:pt idx="841">
                  <c:v>45741</c:v>
                </c:pt>
                <c:pt idx="842">
                  <c:v>45742</c:v>
                </c:pt>
                <c:pt idx="843">
                  <c:v>45743</c:v>
                </c:pt>
                <c:pt idx="844">
                  <c:v>45744</c:v>
                </c:pt>
                <c:pt idx="845">
                  <c:v>45747</c:v>
                </c:pt>
                <c:pt idx="846">
                  <c:v>45748</c:v>
                </c:pt>
                <c:pt idx="847">
                  <c:v>45749</c:v>
                </c:pt>
                <c:pt idx="848">
                  <c:v>45750</c:v>
                </c:pt>
                <c:pt idx="849">
                  <c:v>45751</c:v>
                </c:pt>
                <c:pt idx="850">
                  <c:v>45754</c:v>
                </c:pt>
                <c:pt idx="851">
                  <c:v>45755</c:v>
                </c:pt>
                <c:pt idx="852">
                  <c:v>45756</c:v>
                </c:pt>
                <c:pt idx="853">
                  <c:v>45757</c:v>
                </c:pt>
                <c:pt idx="854">
                  <c:v>45758</c:v>
                </c:pt>
                <c:pt idx="855">
                  <c:v>45761</c:v>
                </c:pt>
                <c:pt idx="856">
                  <c:v>45762</c:v>
                </c:pt>
                <c:pt idx="857">
                  <c:v>45763</c:v>
                </c:pt>
                <c:pt idx="858">
                  <c:v>45764</c:v>
                </c:pt>
                <c:pt idx="859">
                  <c:v>45765</c:v>
                </c:pt>
                <c:pt idx="860">
                  <c:v>45768</c:v>
                </c:pt>
                <c:pt idx="861">
                  <c:v>45769</c:v>
                </c:pt>
                <c:pt idx="862">
                  <c:v>45770</c:v>
                </c:pt>
                <c:pt idx="863">
                  <c:v>45771</c:v>
                </c:pt>
                <c:pt idx="864">
                  <c:v>45772</c:v>
                </c:pt>
                <c:pt idx="865">
                  <c:v>45775</c:v>
                </c:pt>
                <c:pt idx="866">
                  <c:v>45776</c:v>
                </c:pt>
                <c:pt idx="867">
                  <c:v>45777</c:v>
                </c:pt>
                <c:pt idx="868">
                  <c:v>45778</c:v>
                </c:pt>
                <c:pt idx="869">
                  <c:v>45779</c:v>
                </c:pt>
                <c:pt idx="870">
                  <c:v>45782</c:v>
                </c:pt>
                <c:pt idx="871">
                  <c:v>45783</c:v>
                </c:pt>
                <c:pt idx="872">
                  <c:v>45784</c:v>
                </c:pt>
                <c:pt idx="873">
                  <c:v>45785</c:v>
                </c:pt>
                <c:pt idx="874">
                  <c:v>45786</c:v>
                </c:pt>
                <c:pt idx="875">
                  <c:v>45789</c:v>
                </c:pt>
                <c:pt idx="876">
                  <c:v>45790</c:v>
                </c:pt>
                <c:pt idx="877">
                  <c:v>45791</c:v>
                </c:pt>
                <c:pt idx="878">
                  <c:v>45792</c:v>
                </c:pt>
                <c:pt idx="879">
                  <c:v>45793</c:v>
                </c:pt>
                <c:pt idx="880">
                  <c:v>45796</c:v>
                </c:pt>
                <c:pt idx="881">
                  <c:v>45797</c:v>
                </c:pt>
                <c:pt idx="882">
                  <c:v>45798</c:v>
                </c:pt>
                <c:pt idx="883">
                  <c:v>45799</c:v>
                </c:pt>
                <c:pt idx="884">
                  <c:v>45800</c:v>
                </c:pt>
                <c:pt idx="885">
                  <c:v>45804</c:v>
                </c:pt>
                <c:pt idx="886">
                  <c:v>45805</c:v>
                </c:pt>
                <c:pt idx="887">
                  <c:v>45806</c:v>
                </c:pt>
                <c:pt idx="888">
                  <c:v>45807</c:v>
                </c:pt>
                <c:pt idx="889">
                  <c:v>45810</c:v>
                </c:pt>
                <c:pt idx="890">
                  <c:v>45811</c:v>
                </c:pt>
                <c:pt idx="891">
                  <c:v>45812</c:v>
                </c:pt>
                <c:pt idx="892">
                  <c:v>45813</c:v>
                </c:pt>
                <c:pt idx="893">
                  <c:v>45814</c:v>
                </c:pt>
                <c:pt idx="894">
                  <c:v>45817</c:v>
                </c:pt>
                <c:pt idx="895">
                  <c:v>45818</c:v>
                </c:pt>
                <c:pt idx="896">
                  <c:v>45819</c:v>
                </c:pt>
                <c:pt idx="897">
                  <c:v>45820</c:v>
                </c:pt>
                <c:pt idx="898">
                  <c:v>45821</c:v>
                </c:pt>
                <c:pt idx="899">
                  <c:v>45824</c:v>
                </c:pt>
                <c:pt idx="900">
                  <c:v>45825</c:v>
                </c:pt>
                <c:pt idx="901">
                  <c:v>45826</c:v>
                </c:pt>
                <c:pt idx="902">
                  <c:v>45827</c:v>
                </c:pt>
                <c:pt idx="903">
                  <c:v>45828</c:v>
                </c:pt>
                <c:pt idx="904">
                  <c:v>45831</c:v>
                </c:pt>
                <c:pt idx="905">
                  <c:v>45832</c:v>
                </c:pt>
                <c:pt idx="906">
                  <c:v>45833</c:v>
                </c:pt>
                <c:pt idx="907">
                  <c:v>45834</c:v>
                </c:pt>
                <c:pt idx="908">
                  <c:v>45835</c:v>
                </c:pt>
                <c:pt idx="909">
                  <c:v>45838</c:v>
                </c:pt>
                <c:pt idx="910">
                  <c:v>45839</c:v>
                </c:pt>
                <c:pt idx="911">
                  <c:v>45840</c:v>
                </c:pt>
                <c:pt idx="912">
                  <c:v>45841</c:v>
                </c:pt>
                <c:pt idx="913">
                  <c:v>45842</c:v>
                </c:pt>
                <c:pt idx="914">
                  <c:v>45845</c:v>
                </c:pt>
                <c:pt idx="915">
                  <c:v>45846</c:v>
                </c:pt>
                <c:pt idx="916">
                  <c:v>45847</c:v>
                </c:pt>
                <c:pt idx="917">
                  <c:v>45848</c:v>
                </c:pt>
                <c:pt idx="918">
                  <c:v>45849</c:v>
                </c:pt>
                <c:pt idx="919">
                  <c:v>45852</c:v>
                </c:pt>
                <c:pt idx="920">
                  <c:v>45853</c:v>
                </c:pt>
                <c:pt idx="921">
                  <c:v>45854</c:v>
                </c:pt>
                <c:pt idx="922">
                  <c:v>45855</c:v>
                </c:pt>
                <c:pt idx="923">
                  <c:v>45856</c:v>
                </c:pt>
                <c:pt idx="924">
                  <c:v>45859</c:v>
                </c:pt>
                <c:pt idx="925">
                  <c:v>45860</c:v>
                </c:pt>
                <c:pt idx="926">
                  <c:v>45861</c:v>
                </c:pt>
                <c:pt idx="927">
                  <c:v>45862</c:v>
                </c:pt>
                <c:pt idx="928">
                  <c:v>45863</c:v>
                </c:pt>
                <c:pt idx="929">
                  <c:v>45866</c:v>
                </c:pt>
                <c:pt idx="930">
                  <c:v>45867</c:v>
                </c:pt>
                <c:pt idx="931">
                  <c:v>45868</c:v>
                </c:pt>
                <c:pt idx="932">
                  <c:v>45869</c:v>
                </c:pt>
                <c:pt idx="933">
                  <c:v>45870</c:v>
                </c:pt>
                <c:pt idx="934">
                  <c:v>45873</c:v>
                </c:pt>
                <c:pt idx="935">
                  <c:v>45874</c:v>
                </c:pt>
                <c:pt idx="936">
                  <c:v>45875</c:v>
                </c:pt>
                <c:pt idx="937">
                  <c:v>45876</c:v>
                </c:pt>
                <c:pt idx="938">
                  <c:v>45877</c:v>
                </c:pt>
                <c:pt idx="939">
                  <c:v>45880</c:v>
                </c:pt>
                <c:pt idx="940">
                  <c:v>45881</c:v>
                </c:pt>
                <c:pt idx="941">
                  <c:v>45882</c:v>
                </c:pt>
                <c:pt idx="942">
                  <c:v>45883</c:v>
                </c:pt>
                <c:pt idx="943">
                  <c:v>45884</c:v>
                </c:pt>
                <c:pt idx="944">
                  <c:v>45887</c:v>
                </c:pt>
                <c:pt idx="945">
                  <c:v>45888</c:v>
                </c:pt>
                <c:pt idx="946">
                  <c:v>45889</c:v>
                </c:pt>
                <c:pt idx="947">
                  <c:v>45890</c:v>
                </c:pt>
                <c:pt idx="948">
                  <c:v>45891</c:v>
                </c:pt>
                <c:pt idx="949">
                  <c:v>45894</c:v>
                </c:pt>
                <c:pt idx="950">
                  <c:v>45895</c:v>
                </c:pt>
                <c:pt idx="951">
                  <c:v>45896</c:v>
                </c:pt>
                <c:pt idx="952">
                  <c:v>45897</c:v>
                </c:pt>
                <c:pt idx="953">
                  <c:v>45898</c:v>
                </c:pt>
                <c:pt idx="954">
                  <c:v>45901</c:v>
                </c:pt>
                <c:pt idx="955">
                  <c:v>45902</c:v>
                </c:pt>
                <c:pt idx="956">
                  <c:v>45903</c:v>
                </c:pt>
                <c:pt idx="957">
                  <c:v>45904</c:v>
                </c:pt>
                <c:pt idx="958">
                  <c:v>45905</c:v>
                </c:pt>
                <c:pt idx="959">
                  <c:v>45908</c:v>
                </c:pt>
                <c:pt idx="960">
                  <c:v>45909</c:v>
                </c:pt>
                <c:pt idx="961">
                  <c:v>45910</c:v>
                </c:pt>
                <c:pt idx="962">
                  <c:v>45911</c:v>
                </c:pt>
                <c:pt idx="963">
                  <c:v>45912</c:v>
                </c:pt>
                <c:pt idx="964">
                  <c:v>45915</c:v>
                </c:pt>
                <c:pt idx="965">
                  <c:v>45916</c:v>
                </c:pt>
                <c:pt idx="966">
                  <c:v>45917</c:v>
                </c:pt>
                <c:pt idx="967">
                  <c:v>45918</c:v>
                </c:pt>
                <c:pt idx="968">
                  <c:v>45919</c:v>
                </c:pt>
                <c:pt idx="969">
                  <c:v>45922</c:v>
                </c:pt>
                <c:pt idx="970">
                  <c:v>45923</c:v>
                </c:pt>
                <c:pt idx="971">
                  <c:v>45924</c:v>
                </c:pt>
                <c:pt idx="972">
                  <c:v>45925</c:v>
                </c:pt>
                <c:pt idx="973">
                  <c:v>45926</c:v>
                </c:pt>
                <c:pt idx="974">
                  <c:v>45929</c:v>
                </c:pt>
                <c:pt idx="975">
                  <c:v>45930</c:v>
                </c:pt>
                <c:pt idx="976">
                  <c:v>45931</c:v>
                </c:pt>
                <c:pt idx="977">
                  <c:v>45932</c:v>
                </c:pt>
                <c:pt idx="978">
                  <c:v>45933</c:v>
                </c:pt>
                <c:pt idx="979">
                  <c:v>45936</c:v>
                </c:pt>
                <c:pt idx="980">
                  <c:v>45937</c:v>
                </c:pt>
                <c:pt idx="981">
                  <c:v>45938</c:v>
                </c:pt>
                <c:pt idx="982">
                  <c:v>45939</c:v>
                </c:pt>
                <c:pt idx="983">
                  <c:v>45940</c:v>
                </c:pt>
                <c:pt idx="984">
                  <c:v>45943</c:v>
                </c:pt>
                <c:pt idx="985">
                  <c:v>45944</c:v>
                </c:pt>
                <c:pt idx="986">
                  <c:v>45945</c:v>
                </c:pt>
                <c:pt idx="987">
                  <c:v>45946</c:v>
                </c:pt>
                <c:pt idx="988">
                  <c:v>45947</c:v>
                </c:pt>
                <c:pt idx="989">
                  <c:v>45950</c:v>
                </c:pt>
                <c:pt idx="990">
                  <c:v>45951</c:v>
                </c:pt>
                <c:pt idx="991">
                  <c:v>45952</c:v>
                </c:pt>
                <c:pt idx="992">
                  <c:v>45953</c:v>
                </c:pt>
                <c:pt idx="993">
                  <c:v>45954</c:v>
                </c:pt>
                <c:pt idx="994">
                  <c:v>45957</c:v>
                </c:pt>
                <c:pt idx="995">
                  <c:v>45958</c:v>
                </c:pt>
                <c:pt idx="996">
                  <c:v>45959</c:v>
                </c:pt>
                <c:pt idx="997">
                  <c:v>45960</c:v>
                </c:pt>
                <c:pt idx="998">
                  <c:v>45961</c:v>
                </c:pt>
                <c:pt idx="999">
                  <c:v>45964</c:v>
                </c:pt>
                <c:pt idx="1000">
                  <c:v>45965</c:v>
                </c:pt>
                <c:pt idx="1001">
                  <c:v>45966</c:v>
                </c:pt>
                <c:pt idx="1002">
                  <c:v>45967</c:v>
                </c:pt>
                <c:pt idx="1003">
                  <c:v>45968</c:v>
                </c:pt>
                <c:pt idx="1004">
                  <c:v>45971</c:v>
                </c:pt>
                <c:pt idx="1005">
                  <c:v>45972</c:v>
                </c:pt>
                <c:pt idx="1006">
                  <c:v>45973</c:v>
                </c:pt>
                <c:pt idx="1007">
                  <c:v>45974</c:v>
                </c:pt>
                <c:pt idx="1008">
                  <c:v>45975</c:v>
                </c:pt>
                <c:pt idx="1009">
                  <c:v>45978</c:v>
                </c:pt>
                <c:pt idx="1010">
                  <c:v>45979</c:v>
                </c:pt>
                <c:pt idx="1011">
                  <c:v>45980</c:v>
                </c:pt>
                <c:pt idx="1012">
                  <c:v>45981</c:v>
                </c:pt>
                <c:pt idx="1013">
                  <c:v>45982</c:v>
                </c:pt>
                <c:pt idx="1014">
                  <c:v>45985</c:v>
                </c:pt>
                <c:pt idx="1015">
                  <c:v>45986</c:v>
                </c:pt>
                <c:pt idx="1016">
                  <c:v>45987</c:v>
                </c:pt>
                <c:pt idx="1017">
                  <c:v>45988</c:v>
                </c:pt>
                <c:pt idx="1018">
                  <c:v>45989</c:v>
                </c:pt>
                <c:pt idx="1019">
                  <c:v>45992</c:v>
                </c:pt>
                <c:pt idx="1020">
                  <c:v>45993</c:v>
                </c:pt>
                <c:pt idx="1021">
                  <c:v>45994</c:v>
                </c:pt>
                <c:pt idx="1022">
                  <c:v>45995</c:v>
                </c:pt>
                <c:pt idx="1023">
                  <c:v>45996</c:v>
                </c:pt>
                <c:pt idx="1024">
                  <c:v>45999</c:v>
                </c:pt>
                <c:pt idx="1025">
                  <c:v>46000</c:v>
                </c:pt>
                <c:pt idx="1026">
                  <c:v>46001</c:v>
                </c:pt>
                <c:pt idx="1027">
                  <c:v>46002</c:v>
                </c:pt>
                <c:pt idx="1028">
                  <c:v>46003</c:v>
                </c:pt>
                <c:pt idx="1029">
                  <c:v>46006</c:v>
                </c:pt>
                <c:pt idx="1030">
                  <c:v>46007</c:v>
                </c:pt>
                <c:pt idx="1031">
                  <c:v>46008</c:v>
                </c:pt>
                <c:pt idx="1032">
                  <c:v>46009</c:v>
                </c:pt>
                <c:pt idx="1033">
                  <c:v>46010</c:v>
                </c:pt>
                <c:pt idx="1034">
                  <c:v>46013</c:v>
                </c:pt>
                <c:pt idx="1035">
                  <c:v>46014</c:v>
                </c:pt>
                <c:pt idx="1036">
                  <c:v>46015</c:v>
                </c:pt>
                <c:pt idx="1037">
                  <c:v>46016</c:v>
                </c:pt>
                <c:pt idx="1038">
                  <c:v>46017</c:v>
                </c:pt>
                <c:pt idx="1039">
                  <c:v>46020</c:v>
                </c:pt>
                <c:pt idx="1040">
                  <c:v>46021</c:v>
                </c:pt>
                <c:pt idx="1041">
                  <c:v>46022</c:v>
                </c:pt>
                <c:pt idx="1042">
                  <c:v>46023</c:v>
                </c:pt>
                <c:pt idx="1043">
                  <c:v>46024</c:v>
                </c:pt>
                <c:pt idx="1044">
                  <c:v>46027</c:v>
                </c:pt>
                <c:pt idx="1045">
                  <c:v>46028</c:v>
                </c:pt>
                <c:pt idx="1046">
                  <c:v>46029</c:v>
                </c:pt>
                <c:pt idx="1047">
                  <c:v>46030</c:v>
                </c:pt>
                <c:pt idx="1048">
                  <c:v>46031</c:v>
                </c:pt>
                <c:pt idx="1049">
                  <c:v>46034</c:v>
                </c:pt>
                <c:pt idx="1050">
                  <c:v>46035</c:v>
                </c:pt>
                <c:pt idx="1051">
                  <c:v>46036</c:v>
                </c:pt>
                <c:pt idx="1052">
                  <c:v>46037</c:v>
                </c:pt>
                <c:pt idx="1053">
                  <c:v>46038</c:v>
                </c:pt>
                <c:pt idx="1054">
                  <c:v>46041</c:v>
                </c:pt>
                <c:pt idx="1055">
                  <c:v>46042</c:v>
                </c:pt>
                <c:pt idx="1056">
                  <c:v>46043</c:v>
                </c:pt>
                <c:pt idx="1057">
                  <c:v>46044</c:v>
                </c:pt>
                <c:pt idx="1058">
                  <c:v>46045</c:v>
                </c:pt>
                <c:pt idx="1059">
                  <c:v>46048</c:v>
                </c:pt>
                <c:pt idx="1060">
                  <c:v>46049</c:v>
                </c:pt>
                <c:pt idx="1061">
                  <c:v>46050</c:v>
                </c:pt>
                <c:pt idx="1062">
                  <c:v>46051</c:v>
                </c:pt>
                <c:pt idx="1063">
                  <c:v>46052</c:v>
                </c:pt>
                <c:pt idx="1064">
                  <c:v>46055</c:v>
                </c:pt>
                <c:pt idx="1065">
                  <c:v>46056</c:v>
                </c:pt>
                <c:pt idx="1066">
                  <c:v>46057</c:v>
                </c:pt>
                <c:pt idx="1067">
                  <c:v>46058</c:v>
                </c:pt>
                <c:pt idx="1068">
                  <c:v>46059</c:v>
                </c:pt>
                <c:pt idx="1069">
                  <c:v>46062</c:v>
                </c:pt>
                <c:pt idx="1070">
                  <c:v>46063</c:v>
                </c:pt>
                <c:pt idx="1071">
                  <c:v>46064</c:v>
                </c:pt>
                <c:pt idx="1072">
                  <c:v>46065</c:v>
                </c:pt>
                <c:pt idx="1073">
                  <c:v>46066</c:v>
                </c:pt>
                <c:pt idx="1074">
                  <c:v>46069</c:v>
                </c:pt>
                <c:pt idx="1075">
                  <c:v>46070</c:v>
                </c:pt>
                <c:pt idx="1076">
                  <c:v>46071</c:v>
                </c:pt>
                <c:pt idx="1077">
                  <c:v>46072</c:v>
                </c:pt>
                <c:pt idx="1078">
                  <c:v>46073</c:v>
                </c:pt>
                <c:pt idx="1079">
                  <c:v>46076</c:v>
                </c:pt>
                <c:pt idx="1080">
                  <c:v>46077</c:v>
                </c:pt>
                <c:pt idx="1081">
                  <c:v>46078</c:v>
                </c:pt>
                <c:pt idx="1082">
                  <c:v>46079</c:v>
                </c:pt>
                <c:pt idx="1083">
                  <c:v>46080</c:v>
                </c:pt>
                <c:pt idx="1084">
                  <c:v>46083</c:v>
                </c:pt>
                <c:pt idx="1085">
                  <c:v>46084</c:v>
                </c:pt>
                <c:pt idx="1086">
                  <c:v>46085</c:v>
                </c:pt>
                <c:pt idx="1087">
                  <c:v>46086</c:v>
                </c:pt>
                <c:pt idx="1088">
                  <c:v>46087</c:v>
                </c:pt>
                <c:pt idx="1089">
                  <c:v>46090</c:v>
                </c:pt>
                <c:pt idx="1090">
                  <c:v>46091</c:v>
                </c:pt>
                <c:pt idx="1091">
                  <c:v>46092</c:v>
                </c:pt>
                <c:pt idx="1092">
                  <c:v>46093</c:v>
                </c:pt>
                <c:pt idx="1093">
                  <c:v>46094</c:v>
                </c:pt>
                <c:pt idx="1094">
                  <c:v>46097</c:v>
                </c:pt>
                <c:pt idx="1095">
                  <c:v>46098</c:v>
                </c:pt>
                <c:pt idx="1096">
                  <c:v>46099</c:v>
                </c:pt>
                <c:pt idx="1097">
                  <c:v>46100</c:v>
                </c:pt>
                <c:pt idx="1098">
                  <c:v>46101</c:v>
                </c:pt>
                <c:pt idx="1099">
                  <c:v>46104</c:v>
                </c:pt>
                <c:pt idx="1100">
                  <c:v>46105</c:v>
                </c:pt>
                <c:pt idx="1101">
                  <c:v>46106</c:v>
                </c:pt>
                <c:pt idx="1102">
                  <c:v>46107</c:v>
                </c:pt>
                <c:pt idx="1103">
                  <c:v>46108</c:v>
                </c:pt>
                <c:pt idx="1104">
                  <c:v>46111</c:v>
                </c:pt>
                <c:pt idx="1105">
                  <c:v>46112</c:v>
                </c:pt>
                <c:pt idx="1106">
                  <c:v>46113</c:v>
                </c:pt>
                <c:pt idx="1107">
                  <c:v>46114</c:v>
                </c:pt>
                <c:pt idx="1108">
                  <c:v>46115</c:v>
                </c:pt>
                <c:pt idx="1109">
                  <c:v>46118</c:v>
                </c:pt>
                <c:pt idx="1110">
                  <c:v>46119</c:v>
                </c:pt>
                <c:pt idx="1111">
                  <c:v>46120</c:v>
                </c:pt>
                <c:pt idx="1112">
                  <c:v>46121</c:v>
                </c:pt>
                <c:pt idx="1113">
                  <c:v>46122</c:v>
                </c:pt>
                <c:pt idx="1114">
                  <c:v>46125</c:v>
                </c:pt>
                <c:pt idx="1115">
                  <c:v>46126</c:v>
                </c:pt>
                <c:pt idx="1116">
                  <c:v>46127</c:v>
                </c:pt>
                <c:pt idx="1117">
                  <c:v>46128</c:v>
                </c:pt>
                <c:pt idx="1118">
                  <c:v>46129</c:v>
                </c:pt>
                <c:pt idx="1119">
                  <c:v>46132</c:v>
                </c:pt>
                <c:pt idx="1120">
                  <c:v>46133</c:v>
                </c:pt>
                <c:pt idx="1121">
                  <c:v>46134</c:v>
                </c:pt>
                <c:pt idx="1122">
                  <c:v>46135</c:v>
                </c:pt>
                <c:pt idx="1123">
                  <c:v>46136</c:v>
                </c:pt>
                <c:pt idx="1124">
                  <c:v>46139</c:v>
                </c:pt>
                <c:pt idx="1125">
                  <c:v>46140</c:v>
                </c:pt>
                <c:pt idx="1126">
                  <c:v>46141</c:v>
                </c:pt>
                <c:pt idx="1127">
                  <c:v>46142</c:v>
                </c:pt>
                <c:pt idx="1128">
                  <c:v>46143</c:v>
                </c:pt>
                <c:pt idx="1129">
                  <c:v>46146</c:v>
                </c:pt>
                <c:pt idx="1130">
                  <c:v>46147</c:v>
                </c:pt>
                <c:pt idx="1131">
                  <c:v>46148</c:v>
                </c:pt>
                <c:pt idx="1132">
                  <c:v>46149</c:v>
                </c:pt>
                <c:pt idx="1133">
                  <c:v>46150</c:v>
                </c:pt>
                <c:pt idx="1134">
                  <c:v>46153</c:v>
                </c:pt>
                <c:pt idx="1135">
                  <c:v>46154</c:v>
                </c:pt>
                <c:pt idx="1136">
                  <c:v>46155</c:v>
                </c:pt>
                <c:pt idx="1137">
                  <c:v>46156</c:v>
                </c:pt>
                <c:pt idx="1138">
                  <c:v>46157</c:v>
                </c:pt>
                <c:pt idx="1139">
                  <c:v>46160</c:v>
                </c:pt>
                <c:pt idx="1140">
                  <c:v>46161</c:v>
                </c:pt>
                <c:pt idx="1141">
                  <c:v>46162</c:v>
                </c:pt>
                <c:pt idx="1142">
                  <c:v>46163</c:v>
                </c:pt>
                <c:pt idx="1143">
                  <c:v>46164</c:v>
                </c:pt>
                <c:pt idx="1144">
                  <c:v>46168</c:v>
                </c:pt>
                <c:pt idx="1145">
                  <c:v>46169</c:v>
                </c:pt>
                <c:pt idx="1146">
                  <c:v>46170</c:v>
                </c:pt>
                <c:pt idx="1147">
                  <c:v>46171</c:v>
                </c:pt>
                <c:pt idx="1148">
                  <c:v>46174</c:v>
                </c:pt>
                <c:pt idx="1149">
                  <c:v>46175</c:v>
                </c:pt>
                <c:pt idx="1150">
                  <c:v>46176</c:v>
                </c:pt>
                <c:pt idx="1151">
                  <c:v>46177</c:v>
                </c:pt>
                <c:pt idx="1152">
                  <c:v>46178</c:v>
                </c:pt>
                <c:pt idx="1153">
                  <c:v>46181</c:v>
                </c:pt>
                <c:pt idx="1154">
                  <c:v>46182</c:v>
                </c:pt>
                <c:pt idx="1155">
                  <c:v>46183</c:v>
                </c:pt>
                <c:pt idx="1156">
                  <c:v>46184</c:v>
                </c:pt>
                <c:pt idx="1157">
                  <c:v>46185</c:v>
                </c:pt>
                <c:pt idx="1158">
                  <c:v>46188</c:v>
                </c:pt>
                <c:pt idx="1159">
                  <c:v>46189</c:v>
                </c:pt>
                <c:pt idx="1160">
                  <c:v>46190</c:v>
                </c:pt>
                <c:pt idx="1161">
                  <c:v>46191</c:v>
                </c:pt>
                <c:pt idx="1162">
                  <c:v>46192</c:v>
                </c:pt>
                <c:pt idx="1163">
                  <c:v>46195</c:v>
                </c:pt>
                <c:pt idx="1164">
                  <c:v>46196</c:v>
                </c:pt>
                <c:pt idx="1165">
                  <c:v>46197</c:v>
                </c:pt>
                <c:pt idx="1166">
                  <c:v>46198</c:v>
                </c:pt>
                <c:pt idx="1167">
                  <c:v>46199</c:v>
                </c:pt>
                <c:pt idx="1168">
                  <c:v>46202</c:v>
                </c:pt>
                <c:pt idx="1169">
                  <c:v>46203</c:v>
                </c:pt>
                <c:pt idx="1170">
                  <c:v>46204</c:v>
                </c:pt>
                <c:pt idx="1171">
                  <c:v>46205</c:v>
                </c:pt>
                <c:pt idx="1172">
                  <c:v>46206</c:v>
                </c:pt>
                <c:pt idx="1173">
                  <c:v>46209</c:v>
                </c:pt>
                <c:pt idx="1174">
                  <c:v>46210</c:v>
                </c:pt>
                <c:pt idx="1175">
                  <c:v>46211</c:v>
                </c:pt>
                <c:pt idx="1176">
                  <c:v>46212</c:v>
                </c:pt>
                <c:pt idx="1177">
                  <c:v>46213</c:v>
                </c:pt>
                <c:pt idx="1178">
                  <c:v>46216</c:v>
                </c:pt>
                <c:pt idx="1179">
                  <c:v>46217</c:v>
                </c:pt>
                <c:pt idx="1180">
                  <c:v>46218</c:v>
                </c:pt>
                <c:pt idx="1181">
                  <c:v>46219</c:v>
                </c:pt>
                <c:pt idx="1182">
                  <c:v>46220</c:v>
                </c:pt>
                <c:pt idx="1183">
                  <c:v>46223</c:v>
                </c:pt>
                <c:pt idx="1184">
                  <c:v>46224</c:v>
                </c:pt>
                <c:pt idx="1185">
                  <c:v>46225</c:v>
                </c:pt>
                <c:pt idx="1186">
                  <c:v>46226</c:v>
                </c:pt>
                <c:pt idx="1187">
                  <c:v>46227</c:v>
                </c:pt>
                <c:pt idx="1188">
                  <c:v>46230</c:v>
                </c:pt>
                <c:pt idx="1189">
                  <c:v>46231</c:v>
                </c:pt>
                <c:pt idx="1190">
                  <c:v>46232</c:v>
                </c:pt>
                <c:pt idx="1191">
                  <c:v>46233</c:v>
                </c:pt>
                <c:pt idx="1192">
                  <c:v>46234</c:v>
                </c:pt>
                <c:pt idx="1193">
                  <c:v>46237</c:v>
                </c:pt>
                <c:pt idx="1194">
                  <c:v>46238</c:v>
                </c:pt>
                <c:pt idx="1195">
                  <c:v>46239</c:v>
                </c:pt>
                <c:pt idx="1196">
                  <c:v>46240</c:v>
                </c:pt>
                <c:pt idx="1197">
                  <c:v>46241</c:v>
                </c:pt>
                <c:pt idx="1198">
                  <c:v>46244</c:v>
                </c:pt>
                <c:pt idx="1199">
                  <c:v>46245</c:v>
                </c:pt>
                <c:pt idx="1200">
                  <c:v>46246</c:v>
                </c:pt>
                <c:pt idx="1201">
                  <c:v>46247</c:v>
                </c:pt>
                <c:pt idx="1202">
                  <c:v>46248</c:v>
                </c:pt>
                <c:pt idx="1203">
                  <c:v>46251</c:v>
                </c:pt>
                <c:pt idx="1204">
                  <c:v>46252</c:v>
                </c:pt>
                <c:pt idx="1205">
                  <c:v>46253</c:v>
                </c:pt>
                <c:pt idx="1206">
                  <c:v>46254</c:v>
                </c:pt>
                <c:pt idx="1207">
                  <c:v>46255</c:v>
                </c:pt>
                <c:pt idx="1208">
                  <c:v>46258</c:v>
                </c:pt>
                <c:pt idx="1209">
                  <c:v>46259</c:v>
                </c:pt>
                <c:pt idx="1210">
                  <c:v>46260</c:v>
                </c:pt>
                <c:pt idx="1211">
                  <c:v>46261</c:v>
                </c:pt>
                <c:pt idx="1212">
                  <c:v>46262</c:v>
                </c:pt>
                <c:pt idx="1213">
                  <c:v>46265</c:v>
                </c:pt>
                <c:pt idx="1214">
                  <c:v>46266</c:v>
                </c:pt>
                <c:pt idx="1215">
                  <c:v>46267</c:v>
                </c:pt>
                <c:pt idx="1216">
                  <c:v>46268</c:v>
                </c:pt>
                <c:pt idx="1217">
                  <c:v>46269</c:v>
                </c:pt>
                <c:pt idx="1218">
                  <c:v>46272</c:v>
                </c:pt>
                <c:pt idx="1219">
                  <c:v>46273</c:v>
                </c:pt>
                <c:pt idx="1220">
                  <c:v>46274</c:v>
                </c:pt>
                <c:pt idx="1221">
                  <c:v>46275</c:v>
                </c:pt>
                <c:pt idx="1222">
                  <c:v>46276</c:v>
                </c:pt>
                <c:pt idx="1223">
                  <c:v>46279</c:v>
                </c:pt>
                <c:pt idx="1224">
                  <c:v>46280</c:v>
                </c:pt>
                <c:pt idx="1225">
                  <c:v>46281</c:v>
                </c:pt>
                <c:pt idx="1226">
                  <c:v>46282</c:v>
                </c:pt>
                <c:pt idx="1227">
                  <c:v>46283</c:v>
                </c:pt>
                <c:pt idx="1228">
                  <c:v>46286</c:v>
                </c:pt>
                <c:pt idx="1229">
                  <c:v>46287</c:v>
                </c:pt>
                <c:pt idx="1230">
                  <c:v>46288</c:v>
                </c:pt>
                <c:pt idx="1231">
                  <c:v>46289</c:v>
                </c:pt>
                <c:pt idx="1232">
                  <c:v>46290</c:v>
                </c:pt>
                <c:pt idx="1233">
                  <c:v>46293</c:v>
                </c:pt>
                <c:pt idx="1234">
                  <c:v>46294</c:v>
                </c:pt>
                <c:pt idx="1235">
                  <c:v>46295</c:v>
                </c:pt>
                <c:pt idx="1236">
                  <c:v>46296</c:v>
                </c:pt>
                <c:pt idx="1237">
                  <c:v>46297</c:v>
                </c:pt>
                <c:pt idx="1238">
                  <c:v>46300</c:v>
                </c:pt>
                <c:pt idx="1239">
                  <c:v>46301</c:v>
                </c:pt>
                <c:pt idx="1240">
                  <c:v>46302</c:v>
                </c:pt>
                <c:pt idx="1241">
                  <c:v>46303</c:v>
                </c:pt>
                <c:pt idx="1242">
                  <c:v>46304</c:v>
                </c:pt>
                <c:pt idx="1243">
                  <c:v>46307</c:v>
                </c:pt>
                <c:pt idx="1244">
                  <c:v>46308</c:v>
                </c:pt>
                <c:pt idx="1245">
                  <c:v>46309</c:v>
                </c:pt>
                <c:pt idx="1246">
                  <c:v>46310</c:v>
                </c:pt>
                <c:pt idx="1247">
                  <c:v>46311</c:v>
                </c:pt>
                <c:pt idx="1248">
                  <c:v>#N/A</c:v>
                </c:pt>
                <c:pt idx="1249">
                  <c:v>#N/A</c:v>
                </c:pt>
                <c:pt idx="1250">
                  <c:v>#N/A</c:v>
                </c:pt>
                <c:pt idx="1251">
                  <c:v>#N/A</c:v>
                </c:pt>
                <c:pt idx="1252">
                  <c:v>#N/A</c:v>
                </c:pt>
                <c:pt idx="1253">
                  <c:v>#N/A</c:v>
                </c:pt>
                <c:pt idx="1254">
                  <c:v>#N/A</c:v>
                </c:pt>
                <c:pt idx="1255">
                  <c:v>#N/A</c:v>
                </c:pt>
                <c:pt idx="1256">
                  <c:v>#N/A</c:v>
                </c:pt>
                <c:pt idx="1257">
                  <c:v>#N/A</c:v>
                </c:pt>
                <c:pt idx="1258">
                  <c:v>#N/A</c:v>
                </c:pt>
                <c:pt idx="1259">
                  <c:v>#N/A</c:v>
                </c:pt>
                <c:pt idx="1260">
                  <c:v>#N/A</c:v>
                </c:pt>
                <c:pt idx="1261">
                  <c:v>#N/A</c:v>
                </c:pt>
                <c:pt idx="1262">
                  <c:v>#N/A</c:v>
                </c:pt>
                <c:pt idx="1263">
                  <c:v>#N/A</c:v>
                </c:pt>
                <c:pt idx="1264">
                  <c:v>#N/A</c:v>
                </c:pt>
                <c:pt idx="1265">
                  <c:v>#N/A</c:v>
                </c:pt>
                <c:pt idx="1266">
                  <c:v>#N/A</c:v>
                </c:pt>
                <c:pt idx="1267">
                  <c:v>#N/A</c:v>
                </c:pt>
                <c:pt idx="1268">
                  <c:v>#N/A</c:v>
                </c:pt>
                <c:pt idx="1269">
                  <c:v>#N/A</c:v>
                </c:pt>
                <c:pt idx="1270">
                  <c:v>#N/A</c:v>
                </c:pt>
                <c:pt idx="1271">
                  <c:v>#N/A</c:v>
                </c:pt>
                <c:pt idx="1272">
                  <c:v>#N/A</c:v>
                </c:pt>
                <c:pt idx="1273">
                  <c:v>#N/A</c:v>
                </c:pt>
                <c:pt idx="1274">
                  <c:v>#N/A</c:v>
                </c:pt>
                <c:pt idx="1275">
                  <c:v>#N/A</c:v>
                </c:pt>
                <c:pt idx="1276">
                  <c:v>#N/A</c:v>
                </c:pt>
                <c:pt idx="1277">
                  <c:v>#N/A</c:v>
                </c:pt>
                <c:pt idx="1278">
                  <c:v>#N/A</c:v>
                </c:pt>
                <c:pt idx="1279">
                  <c:v>#N/A</c:v>
                </c:pt>
                <c:pt idx="1280">
                  <c:v>#N/A</c:v>
                </c:pt>
                <c:pt idx="1281">
                  <c:v>#N/A</c:v>
                </c:pt>
                <c:pt idx="1282">
                  <c:v>#N/A</c:v>
                </c:pt>
                <c:pt idx="1283">
                  <c:v>#N/A</c:v>
                </c:pt>
                <c:pt idx="1284">
                  <c:v>#N/A</c:v>
                </c:pt>
                <c:pt idx="1285">
                  <c:v>#N/A</c:v>
                </c:pt>
                <c:pt idx="1286">
                  <c:v>#N/A</c:v>
                </c:pt>
                <c:pt idx="1287">
                  <c:v>#N/A</c:v>
                </c:pt>
                <c:pt idx="1288">
                  <c:v>#N/A</c:v>
                </c:pt>
                <c:pt idx="1289">
                  <c:v>#N/A</c:v>
                </c:pt>
                <c:pt idx="1290">
                  <c:v>#N/A</c:v>
                </c:pt>
                <c:pt idx="1291">
                  <c:v>#N/A</c:v>
                </c:pt>
                <c:pt idx="1292">
                  <c:v>#N/A</c:v>
                </c:pt>
                <c:pt idx="1293">
                  <c:v>#N/A</c:v>
                </c:pt>
                <c:pt idx="1294">
                  <c:v>#N/A</c:v>
                </c:pt>
                <c:pt idx="1295">
                  <c:v>#N/A</c:v>
                </c:pt>
                <c:pt idx="1296">
                  <c:v>#N/A</c:v>
                </c:pt>
                <c:pt idx="1297">
                  <c:v>#N/A</c:v>
                </c:pt>
                <c:pt idx="1298">
                  <c:v>#N/A</c:v>
                </c:pt>
                <c:pt idx="1299">
                  <c:v>#N/A</c:v>
                </c:pt>
                <c:pt idx="1300">
                  <c:v>#N/A</c:v>
                </c:pt>
                <c:pt idx="1301">
                  <c:v>#N/A</c:v>
                </c:pt>
                <c:pt idx="1302">
                  <c:v>#N/A</c:v>
                </c:pt>
                <c:pt idx="1303">
                  <c:v>#N/A</c:v>
                </c:pt>
                <c:pt idx="1304">
                  <c:v>#N/A</c:v>
                </c:pt>
                <c:pt idx="1305">
                  <c:v>#N/A</c:v>
                </c:pt>
                <c:pt idx="1306">
                  <c:v>#N/A</c:v>
                </c:pt>
                <c:pt idx="1307">
                  <c:v>#N/A</c:v>
                </c:pt>
                <c:pt idx="1308">
                  <c:v>#N/A</c:v>
                </c:pt>
                <c:pt idx="1309">
                  <c:v>#N/A</c:v>
                </c:pt>
                <c:pt idx="1310">
                  <c:v>#N/A</c:v>
                </c:pt>
                <c:pt idx="1311">
                  <c:v>#N/A</c:v>
                </c:pt>
                <c:pt idx="1312">
                  <c:v>#N/A</c:v>
                </c:pt>
                <c:pt idx="1313">
                  <c:v>#N/A</c:v>
                </c:pt>
                <c:pt idx="1314">
                  <c:v>#N/A</c:v>
                </c:pt>
                <c:pt idx="1315">
                  <c:v>#N/A</c:v>
                </c:pt>
                <c:pt idx="1316">
                  <c:v>#N/A</c:v>
                </c:pt>
                <c:pt idx="1317">
                  <c:v>#N/A</c:v>
                </c:pt>
                <c:pt idx="1318">
                  <c:v>#N/A</c:v>
                </c:pt>
                <c:pt idx="1319">
                  <c:v>#N/A</c:v>
                </c:pt>
                <c:pt idx="1320">
                  <c:v>#N/A</c:v>
                </c:pt>
              </c:numCache>
            </c:numRef>
          </c:cat>
          <c:val>
            <c:numRef>
              <c:f>FI_INDEX!$AX$795:$AX$4550</c:f>
              <c:numCache>
                <c:formatCode>0.0</c:formatCode>
                <c:ptCount val="3756"/>
                <c:pt idx="0">
                  <c:v>100</c:v>
                </c:pt>
                <c:pt idx="1">
                  <c:v>100.06816051801994</c:v>
                </c:pt>
                <c:pt idx="2">
                  <c:v>100.53676407940701</c:v>
                </c:pt>
                <c:pt idx="3">
                  <c:v>101.67845275624097</c:v>
                </c:pt>
                <c:pt idx="4">
                  <c:v>101.7210530800034</c:v>
                </c:pt>
                <c:pt idx="5">
                  <c:v>102.86274175683735</c:v>
                </c:pt>
                <c:pt idx="6">
                  <c:v>101.95961489307319</c:v>
                </c:pt>
                <c:pt idx="7">
                  <c:v>102.87126182158988</c:v>
                </c:pt>
                <c:pt idx="8">
                  <c:v>103.46766635426435</c:v>
                </c:pt>
                <c:pt idx="9">
                  <c:v>104.32819289426604</c:v>
                </c:pt>
                <c:pt idx="10">
                  <c:v>103.94478998040388</c:v>
                </c:pt>
                <c:pt idx="11">
                  <c:v>103.58694726079922</c:v>
                </c:pt>
                <c:pt idx="12">
                  <c:v>104.1322314049587</c:v>
                </c:pt>
                <c:pt idx="13">
                  <c:v>105.3165204055551</c:v>
                </c:pt>
                <c:pt idx="14">
                  <c:v>106.1770469455568</c:v>
                </c:pt>
                <c:pt idx="15">
                  <c:v>106.63713044219134</c:v>
                </c:pt>
                <c:pt idx="16">
                  <c:v>105.48692170060491</c:v>
                </c:pt>
                <c:pt idx="17">
                  <c:v>106.50932947090396</c:v>
                </c:pt>
                <c:pt idx="18">
                  <c:v>106.10036636278434</c:v>
                </c:pt>
                <c:pt idx="19">
                  <c:v>105.81068416119962</c:v>
                </c:pt>
                <c:pt idx="20">
                  <c:v>104.74567606713809</c:v>
                </c:pt>
                <c:pt idx="21">
                  <c:v>106.40708869387406</c:v>
                </c:pt>
                <c:pt idx="22">
                  <c:v>106.12592655704182</c:v>
                </c:pt>
                <c:pt idx="23">
                  <c:v>105.08647865723779</c:v>
                </c:pt>
                <c:pt idx="24">
                  <c:v>104.08111101644371</c:v>
                </c:pt>
                <c:pt idx="25">
                  <c:v>102.83718156257987</c:v>
                </c:pt>
                <c:pt idx="26">
                  <c:v>103.31430518871943</c:v>
                </c:pt>
                <c:pt idx="27">
                  <c:v>102.95646246911474</c:v>
                </c:pt>
                <c:pt idx="28">
                  <c:v>104.81383658515803</c:v>
                </c:pt>
                <c:pt idx="29">
                  <c:v>105.71696344892219</c:v>
                </c:pt>
                <c:pt idx="30">
                  <c:v>105.18871943426767</c:v>
                </c:pt>
                <c:pt idx="31">
                  <c:v>104.75419613189058</c:v>
                </c:pt>
                <c:pt idx="32">
                  <c:v>106.3730084348641</c:v>
                </c:pt>
                <c:pt idx="33">
                  <c:v>106.73937121922125</c:v>
                </c:pt>
                <c:pt idx="34">
                  <c:v>107.10573400357839</c:v>
                </c:pt>
                <c:pt idx="35">
                  <c:v>106.33892817585411</c:v>
                </c:pt>
                <c:pt idx="36">
                  <c:v>106.6967708954588</c:v>
                </c:pt>
                <c:pt idx="37">
                  <c:v>107.5232171764505</c:v>
                </c:pt>
                <c:pt idx="38">
                  <c:v>107.66805827724285</c:v>
                </c:pt>
                <c:pt idx="39">
                  <c:v>104.31967282951345</c:v>
                </c:pt>
                <c:pt idx="40">
                  <c:v>106.23668739882417</c:v>
                </c:pt>
                <c:pt idx="41">
                  <c:v>106.63713044219134</c:v>
                </c:pt>
                <c:pt idx="42">
                  <c:v>105.6147226718923</c:v>
                </c:pt>
                <c:pt idx="43">
                  <c:v>105.86180454971453</c:v>
                </c:pt>
                <c:pt idx="44">
                  <c:v>107.02053335605343</c:v>
                </c:pt>
                <c:pt idx="45">
                  <c:v>105.55508221862478</c:v>
                </c:pt>
                <c:pt idx="46">
                  <c:v>104.85643690892043</c:v>
                </c:pt>
                <c:pt idx="47">
                  <c:v>105.19723949902014</c:v>
                </c:pt>
                <c:pt idx="48">
                  <c:v>105.90440487347698</c:v>
                </c:pt>
                <c:pt idx="49">
                  <c:v>106.23668739882417</c:v>
                </c:pt>
                <c:pt idx="50">
                  <c:v>105.71696344892216</c:v>
                </c:pt>
                <c:pt idx="51">
                  <c:v>104.73715600238556</c:v>
                </c:pt>
                <c:pt idx="52">
                  <c:v>105.25687995228758</c:v>
                </c:pt>
                <c:pt idx="53">
                  <c:v>106.74789128397371</c:v>
                </c:pt>
                <c:pt idx="54">
                  <c:v>106.59453011842885</c:v>
                </c:pt>
                <c:pt idx="55">
                  <c:v>106.04072590951685</c:v>
                </c:pt>
                <c:pt idx="56">
                  <c:v>107.3783760756581</c:v>
                </c:pt>
                <c:pt idx="57">
                  <c:v>107.4720967879355</c:v>
                </c:pt>
                <c:pt idx="58">
                  <c:v>107.49765698219298</c:v>
                </c:pt>
                <c:pt idx="59">
                  <c:v>107.97478060833254</c:v>
                </c:pt>
                <c:pt idx="60">
                  <c:v>109.5083922637811</c:v>
                </c:pt>
                <c:pt idx="61">
                  <c:v>109.43171168100868</c:v>
                </c:pt>
                <c:pt idx="62">
                  <c:v>109.2016699326914</c:v>
                </c:pt>
                <c:pt idx="63">
                  <c:v>107.96626054358002</c:v>
                </c:pt>
                <c:pt idx="64">
                  <c:v>108.34114339268969</c:v>
                </c:pt>
                <c:pt idx="65">
                  <c:v>108.80974695407676</c:v>
                </c:pt>
                <c:pt idx="66">
                  <c:v>109.37207122774126</c:v>
                </c:pt>
                <c:pt idx="67">
                  <c:v>108.20482235664984</c:v>
                </c:pt>
                <c:pt idx="68">
                  <c:v>106.50932947090392</c:v>
                </c:pt>
                <c:pt idx="69">
                  <c:v>105.69992331941717</c:v>
                </c:pt>
                <c:pt idx="70">
                  <c:v>104.54119451307824</c:v>
                </c:pt>
                <c:pt idx="71">
                  <c:v>104.2515123114935</c:v>
                </c:pt>
                <c:pt idx="72">
                  <c:v>105.60620260713975</c:v>
                </c:pt>
                <c:pt idx="73">
                  <c:v>105.69140325466469</c:v>
                </c:pt>
                <c:pt idx="74">
                  <c:v>104.49007412456331</c:v>
                </c:pt>
                <c:pt idx="75">
                  <c:v>104.3793132827809</c:v>
                </c:pt>
                <c:pt idx="76">
                  <c:v>104.26003237624603</c:v>
                </c:pt>
                <c:pt idx="77">
                  <c:v>103.93626991565132</c:v>
                </c:pt>
                <c:pt idx="78">
                  <c:v>104.6263951606032</c:v>
                </c:pt>
                <c:pt idx="79">
                  <c:v>103.28874499446194</c:v>
                </c:pt>
                <c:pt idx="80">
                  <c:v>101.76365340376583</c:v>
                </c:pt>
                <c:pt idx="81">
                  <c:v>100.86904660475415</c:v>
                </c:pt>
                <c:pt idx="82">
                  <c:v>100.53676407940696</c:v>
                </c:pt>
                <c:pt idx="83">
                  <c:v>100.5964045326744</c:v>
                </c:pt>
                <c:pt idx="84">
                  <c:v>99.301354690295597</c:v>
                </c:pt>
                <c:pt idx="85">
                  <c:v>100.05964045326739</c:v>
                </c:pt>
                <c:pt idx="86">
                  <c:v>99.037232682968337</c:v>
                </c:pt>
                <c:pt idx="87">
                  <c:v>99.565476697622856</c:v>
                </c:pt>
                <c:pt idx="88">
                  <c:v>99.863678963960083</c:v>
                </c:pt>
                <c:pt idx="89">
                  <c:v>98.798670869898572</c:v>
                </c:pt>
                <c:pt idx="90">
                  <c:v>99.275794496038159</c:v>
                </c:pt>
                <c:pt idx="91">
                  <c:v>98.100025560194268</c:v>
                </c:pt>
                <c:pt idx="92">
                  <c:v>98.295987049501576</c:v>
                </c:pt>
                <c:pt idx="93">
                  <c:v>98.824231064156081</c:v>
                </c:pt>
                <c:pt idx="94">
                  <c:v>98.423788020788962</c:v>
                </c:pt>
                <c:pt idx="95">
                  <c:v>99.028712618215877</c:v>
                </c:pt>
                <c:pt idx="96">
                  <c:v>99.378035273068051</c:v>
                </c:pt>
                <c:pt idx="97">
                  <c:v>100.11928090653487</c:v>
                </c:pt>
                <c:pt idx="98">
                  <c:v>99.684757604157767</c:v>
                </c:pt>
                <c:pt idx="99">
                  <c:v>101.73809320950839</c:v>
                </c:pt>
                <c:pt idx="100">
                  <c:v>101.8573741160433</c:v>
                </c:pt>
                <c:pt idx="101">
                  <c:v>102.5900996847576</c:v>
                </c:pt>
                <c:pt idx="102">
                  <c:v>102.5815796200051</c:v>
                </c:pt>
                <c:pt idx="103">
                  <c:v>102.39413819545027</c:v>
                </c:pt>
                <c:pt idx="104">
                  <c:v>103.35690551248186</c:v>
                </c:pt>
                <c:pt idx="105">
                  <c:v>103.08426344040211</c:v>
                </c:pt>
                <c:pt idx="106">
                  <c:v>102.59009968475758</c:v>
                </c:pt>
                <c:pt idx="107">
                  <c:v>103.36542557723436</c:v>
                </c:pt>
                <c:pt idx="108">
                  <c:v>103.36542557723436</c:v>
                </c:pt>
                <c:pt idx="109">
                  <c:v>104.66899548436564</c:v>
                </c:pt>
                <c:pt idx="110">
                  <c:v>104.95015762119787</c:v>
                </c:pt>
                <c:pt idx="111">
                  <c:v>103.56138706654167</c:v>
                </c:pt>
                <c:pt idx="112">
                  <c:v>103.27170486495694</c:v>
                </c:pt>
                <c:pt idx="113">
                  <c:v>103.59546732555162</c:v>
                </c:pt>
                <c:pt idx="114">
                  <c:v>103.13538382891707</c:v>
                </c:pt>
                <c:pt idx="115">
                  <c:v>100.53676407940698</c:v>
                </c:pt>
                <c:pt idx="116">
                  <c:v>98.730510351878664</c:v>
                </c:pt>
                <c:pt idx="117">
                  <c:v>98.04038510692682</c:v>
                </c:pt>
                <c:pt idx="118">
                  <c:v>99.47175598534551</c:v>
                </c:pt>
                <c:pt idx="119">
                  <c:v>98.261906790491622</c:v>
                </c:pt>
                <c:pt idx="120">
                  <c:v>97.409900315242396</c:v>
                </c:pt>
                <c:pt idx="121">
                  <c:v>96.42157280395331</c:v>
                </c:pt>
                <c:pt idx="122">
                  <c:v>97.486580898014807</c:v>
                </c:pt>
                <c:pt idx="123">
                  <c:v>95.705887364743973</c:v>
                </c:pt>
                <c:pt idx="124">
                  <c:v>94.248956292067803</c:v>
                </c:pt>
                <c:pt idx="125">
                  <c:v>92.826105478401615</c:v>
                </c:pt>
                <c:pt idx="126">
                  <c:v>92.553463406321882</c:v>
                </c:pt>
                <c:pt idx="127">
                  <c:v>93.456590270086039</c:v>
                </c:pt>
                <c:pt idx="128">
                  <c:v>91.905938485132481</c:v>
                </c:pt>
                <c:pt idx="129">
                  <c:v>92.936866320184023</c:v>
                </c:pt>
                <c:pt idx="130">
                  <c:v>91.360654340972999</c:v>
                </c:pt>
                <c:pt idx="131">
                  <c:v>91.76961744909265</c:v>
                </c:pt>
                <c:pt idx="132">
                  <c:v>89.375479253642354</c:v>
                </c:pt>
                <c:pt idx="133">
                  <c:v>87.833347533441284</c:v>
                </c:pt>
                <c:pt idx="134">
                  <c:v>89.486240095424762</c:v>
                </c:pt>
                <c:pt idx="135">
                  <c:v>88.429752066115739</c:v>
                </c:pt>
                <c:pt idx="136">
                  <c:v>85.694811280565773</c:v>
                </c:pt>
                <c:pt idx="137">
                  <c:v>83.556275027690248</c:v>
                </c:pt>
                <c:pt idx="138">
                  <c:v>84.416801567691962</c:v>
                </c:pt>
                <c:pt idx="139">
                  <c:v>81.068416119962563</c:v>
                </c:pt>
                <c:pt idx="140">
                  <c:v>87.449944619579171</c:v>
                </c:pt>
                <c:pt idx="141">
                  <c:v>90.406407088693939</c:v>
                </c:pt>
                <c:pt idx="142">
                  <c:v>91.991139132657494</c:v>
                </c:pt>
                <c:pt idx="143">
                  <c:v>91.905938485132566</c:v>
                </c:pt>
                <c:pt idx="144">
                  <c:v>91.863338161370109</c:v>
                </c:pt>
                <c:pt idx="145">
                  <c:v>89.392519383147388</c:v>
                </c:pt>
                <c:pt idx="146">
                  <c:v>91.062452074635843</c:v>
                </c:pt>
                <c:pt idx="147">
                  <c:v>92.118940103944837</c:v>
                </c:pt>
                <c:pt idx="148">
                  <c:v>93.644031694640901</c:v>
                </c:pt>
                <c:pt idx="149">
                  <c:v>93.737752406918332</c:v>
                </c:pt>
                <c:pt idx="150">
                  <c:v>94.55567862315759</c:v>
                </c:pt>
                <c:pt idx="151">
                  <c:v>95.544006134446704</c:v>
                </c:pt>
                <c:pt idx="152">
                  <c:v>93.618471500383478</c:v>
                </c:pt>
                <c:pt idx="153">
                  <c:v>93.439550140581133</c:v>
                </c:pt>
                <c:pt idx="154">
                  <c:v>94.436397716622679</c:v>
                </c:pt>
                <c:pt idx="155">
                  <c:v>92.894265996421609</c:v>
                </c:pt>
                <c:pt idx="156">
                  <c:v>94.087075061770506</c:v>
                </c:pt>
                <c:pt idx="157">
                  <c:v>94.248956292067831</c:v>
                </c:pt>
                <c:pt idx="158">
                  <c:v>95.978529436823734</c:v>
                </c:pt>
                <c:pt idx="159">
                  <c:v>96.302291897418442</c:v>
                </c:pt>
                <c:pt idx="160">
                  <c:v>97.230978955440079</c:v>
                </c:pt>
                <c:pt idx="161">
                  <c:v>96.745335264548032</c:v>
                </c:pt>
                <c:pt idx="162">
                  <c:v>96.728295135043069</c:v>
                </c:pt>
                <c:pt idx="163">
                  <c:v>94.89648121325726</c:v>
                </c:pt>
                <c:pt idx="164">
                  <c:v>91.71849706057769</c:v>
                </c:pt>
                <c:pt idx="165">
                  <c:v>90.346766635426448</c:v>
                </c:pt>
                <c:pt idx="166">
                  <c:v>90.670529096021141</c:v>
                </c:pt>
                <c:pt idx="167">
                  <c:v>92.783505154639187</c:v>
                </c:pt>
                <c:pt idx="168">
                  <c:v>92.476782823549485</c:v>
                </c:pt>
                <c:pt idx="169">
                  <c:v>94.828320695237281</c:v>
                </c:pt>
                <c:pt idx="170">
                  <c:v>95.390644968901796</c:v>
                </c:pt>
                <c:pt idx="171">
                  <c:v>96.225611314646031</c:v>
                </c:pt>
                <c:pt idx="172">
                  <c:v>96.131890602368614</c:v>
                </c:pt>
                <c:pt idx="173">
                  <c:v>95.032802249297134</c:v>
                </c:pt>
                <c:pt idx="174">
                  <c:v>94.981681860782174</c:v>
                </c:pt>
                <c:pt idx="175">
                  <c:v>97.171338502172674</c:v>
                </c:pt>
                <c:pt idx="176">
                  <c:v>96.685694811280626</c:v>
                </c:pt>
                <c:pt idx="177">
                  <c:v>95.458805486921776</c:v>
                </c:pt>
                <c:pt idx="178">
                  <c:v>96.217091249893556</c:v>
                </c:pt>
                <c:pt idx="179">
                  <c:v>96.770895458805541</c:v>
                </c:pt>
                <c:pt idx="180">
                  <c:v>93.678111953650912</c:v>
                </c:pt>
                <c:pt idx="181">
                  <c:v>94.819800630484821</c:v>
                </c:pt>
                <c:pt idx="182">
                  <c:v>92.851665672659152</c:v>
                </c:pt>
                <c:pt idx="183">
                  <c:v>92.68126437760931</c:v>
                </c:pt>
                <c:pt idx="184">
                  <c:v>92.272301269489688</c:v>
                </c:pt>
                <c:pt idx="185">
                  <c:v>92.366021981767133</c:v>
                </c:pt>
                <c:pt idx="186">
                  <c:v>92.331941722757151</c:v>
                </c:pt>
                <c:pt idx="187">
                  <c:v>91.301013887705594</c:v>
                </c:pt>
                <c:pt idx="188">
                  <c:v>91.122092527903249</c:v>
                </c:pt>
                <c:pt idx="189">
                  <c:v>90.116724887109172</c:v>
                </c:pt>
                <c:pt idx="190">
                  <c:v>87.748146885916356</c:v>
                </c:pt>
                <c:pt idx="191">
                  <c:v>85.805572122348138</c:v>
                </c:pt>
                <c:pt idx="192">
                  <c:v>86.308255942745163</c:v>
                </c:pt>
                <c:pt idx="193">
                  <c:v>89.111357246315066</c:v>
                </c:pt>
                <c:pt idx="194">
                  <c:v>88.301951094828325</c:v>
                </c:pt>
                <c:pt idx="195">
                  <c:v>88.020788957996089</c:v>
                </c:pt>
                <c:pt idx="196">
                  <c:v>90.815370196813518</c:v>
                </c:pt>
                <c:pt idx="197">
                  <c:v>91.428814858992951</c:v>
                </c:pt>
                <c:pt idx="198">
                  <c:v>90.687569225526147</c:v>
                </c:pt>
                <c:pt idx="199">
                  <c:v>90.287126182159</c:v>
                </c:pt>
                <c:pt idx="200">
                  <c:v>90.772769873051047</c:v>
                </c:pt>
                <c:pt idx="201">
                  <c:v>90.840930391070998</c:v>
                </c:pt>
                <c:pt idx="202">
                  <c:v>91.837777967112572</c:v>
                </c:pt>
                <c:pt idx="203">
                  <c:v>90.287126182159014</c:v>
                </c:pt>
                <c:pt idx="204">
                  <c:v>90.772769873051061</c:v>
                </c:pt>
                <c:pt idx="205">
                  <c:v>88.540512907898133</c:v>
                </c:pt>
                <c:pt idx="206">
                  <c:v>87.620345914628984</c:v>
                </c:pt>
                <c:pt idx="207">
                  <c:v>87.799267274431344</c:v>
                </c:pt>
                <c:pt idx="208">
                  <c:v>87.424384425321691</c:v>
                </c:pt>
                <c:pt idx="209">
                  <c:v>87.049501576212023</c:v>
                </c:pt>
                <c:pt idx="210">
                  <c:v>87.705546562153941</c:v>
                </c:pt>
                <c:pt idx="211">
                  <c:v>86.419016784527642</c:v>
                </c:pt>
                <c:pt idx="212">
                  <c:v>88.404191871858302</c:v>
                </c:pt>
                <c:pt idx="213">
                  <c:v>89.545880548692253</c:v>
                </c:pt>
                <c:pt idx="214">
                  <c:v>90.687569225526175</c:v>
                </c:pt>
                <c:pt idx="215">
                  <c:v>90.397887023941436</c:v>
                </c:pt>
                <c:pt idx="216">
                  <c:v>90.312686376416508</c:v>
                </c:pt>
                <c:pt idx="217">
                  <c:v>90.321206441168982</c:v>
                </c:pt>
                <c:pt idx="218">
                  <c:v>90.474567606713862</c:v>
                </c:pt>
                <c:pt idx="219">
                  <c:v>90.17636534037662</c:v>
                </c:pt>
                <c:pt idx="220">
                  <c:v>91.99965919740994</c:v>
                </c:pt>
                <c:pt idx="221">
                  <c:v>92.834625543154175</c:v>
                </c:pt>
                <c:pt idx="222">
                  <c:v>94.248956292067831</c:v>
                </c:pt>
                <c:pt idx="223">
                  <c:v>93.967794155235609</c:v>
                </c:pt>
                <c:pt idx="224">
                  <c:v>95.331004515634348</c:v>
                </c:pt>
                <c:pt idx="225">
                  <c:v>95.569566328704141</c:v>
                </c:pt>
                <c:pt idx="226">
                  <c:v>95.509925875436693</c:v>
                </c:pt>
                <c:pt idx="227">
                  <c:v>95.961489307318757</c:v>
                </c:pt>
                <c:pt idx="228" formatCode="0.00">
                  <c:v>93.592911306125956</c:v>
                </c:pt>
                <c:pt idx="229" formatCode="0.00">
                  <c:v>92.570503535826901</c:v>
                </c:pt>
                <c:pt idx="230" formatCode="0.00">
                  <c:v>90.457527477208856</c:v>
                </c:pt>
                <c:pt idx="231" formatCode="0.00">
                  <c:v>90.474567606713833</c:v>
                </c:pt>
                <c:pt idx="232" formatCode="0.00">
                  <c:v>91.914458549884998</c:v>
                </c:pt>
                <c:pt idx="233" formatCode="0.00">
                  <c:v>93.02206696770898</c:v>
                </c:pt>
                <c:pt idx="234" formatCode="0.00">
                  <c:v>93.575871176620964</c:v>
                </c:pt>
                <c:pt idx="235" formatCode="0.00">
                  <c:v>92.348981852262099</c:v>
                </c:pt>
                <c:pt idx="236" formatCode="0.00">
                  <c:v>93.269148845531248</c:v>
                </c:pt>
                <c:pt idx="237" formatCode="0.00">
                  <c:v>94.410837522365199</c:v>
                </c:pt>
                <c:pt idx="238" formatCode="0.00">
                  <c:v>95.373604839396805</c:v>
                </c:pt>
                <c:pt idx="239" formatCode="0.00">
                  <c:v>96.660134617023118</c:v>
                </c:pt>
                <c:pt idx="240" formatCode="0.00">
                  <c:v>96.43861293345833</c:v>
                </c:pt>
                <c:pt idx="241" formatCode="0.00">
                  <c:v>95.08392263781208</c:v>
                </c:pt>
                <c:pt idx="242" formatCode="0.00">
                  <c:v>96.949816818607843</c:v>
                </c:pt>
                <c:pt idx="243" formatCode="0.00">
                  <c:v>98.355627502769039</c:v>
                </c:pt>
                <c:pt idx="244" formatCode="0.00">
                  <c:v>98.611229445343795</c:v>
                </c:pt>
                <c:pt idx="245" formatCode="0.00">
                  <c:v>98.892391582176046</c:v>
                </c:pt>
                <c:pt idx="246" formatCode="0.00">
                  <c:v>98.219306466729165</c:v>
                </c:pt>
                <c:pt idx="247" formatCode="0.00">
                  <c:v>99.301354690295668</c:v>
                </c:pt>
                <c:pt idx="248" formatCode="0.00">
                  <c:v>98.040385106926834</c:v>
                </c:pt>
                <c:pt idx="249" formatCode="0.00">
                  <c:v>97.069097725142726</c:v>
                </c:pt>
                <c:pt idx="250" formatCode="0.00">
                  <c:v>96.080770213853626</c:v>
                </c:pt>
                <c:pt idx="251" formatCode="0.00">
                  <c:v>95.893328789298792</c:v>
                </c:pt>
                <c:pt idx="252" formatCode="0.00">
                  <c:v>96.123370537616083</c:v>
                </c:pt>
                <c:pt idx="253" formatCode="0.00">
                  <c:v>97.878503876629466</c:v>
                </c:pt>
                <c:pt idx="254" formatCode="0.00">
                  <c:v>97.537701286529781</c:v>
                </c:pt>
                <c:pt idx="255" formatCode="0.00">
                  <c:v>97.17985856692512</c:v>
                </c:pt>
                <c:pt idx="256" formatCode="0.00">
                  <c:v>97.009457271875277</c:v>
                </c:pt>
                <c:pt idx="257" formatCode="0.00">
                  <c:v>97.801823293857041</c:v>
                </c:pt>
                <c:pt idx="258" formatCode="0.00">
                  <c:v>98.739030416631181</c:v>
                </c:pt>
                <c:pt idx="259" formatCode="0.00">
                  <c:v>99.360995143563102</c:v>
                </c:pt>
                <c:pt idx="260">
                  <c:v>100</c:v>
                </c:pt>
                <c:pt idx="261" formatCode="0.00">
                  <c:v>100</c:v>
                </c:pt>
                <c:pt idx="262" formatCode="0.00">
                  <c:v>98.851650221163652</c:v>
                </c:pt>
                <c:pt idx="263" formatCode="0.00">
                  <c:v>99.421571963252802</c:v>
                </c:pt>
                <c:pt idx="264" formatCode="0.00">
                  <c:v>99.761823749574674</c:v>
                </c:pt>
                <c:pt idx="265" formatCode="0.00">
                  <c:v>101.1228308948622</c:v>
                </c:pt>
                <c:pt idx="266" formatCode="0.00">
                  <c:v>101.75229669955769</c:v>
                </c:pt>
                <c:pt idx="267" formatCode="0.00">
                  <c:v>102.68798911194284</c:v>
                </c:pt>
                <c:pt idx="268" formatCode="0.00">
                  <c:v>103.30044232732224</c:v>
                </c:pt>
                <c:pt idx="269" formatCode="0.00">
                  <c:v>103.79380741748896</c:v>
                </c:pt>
                <c:pt idx="270" formatCode="0.00">
                  <c:v>103.58115005103778</c:v>
                </c:pt>
                <c:pt idx="271" formatCode="0.00">
                  <c:v>103.48758080979925</c:v>
                </c:pt>
                <c:pt idx="272" formatCode="0.00">
                  <c:v>104.30418509697176</c:v>
                </c:pt>
                <c:pt idx="273" formatCode="0.00">
                  <c:v>103.31745491663831</c:v>
                </c:pt>
                <c:pt idx="274" formatCode="0.00">
                  <c:v>102.97720313031643</c:v>
                </c:pt>
                <c:pt idx="275" formatCode="0.00">
                  <c:v>104.28717250765564</c:v>
                </c:pt>
                <c:pt idx="276" formatCode="0.00">
                  <c:v>104.55086764205511</c:v>
                </c:pt>
                <c:pt idx="277" formatCode="0.00">
                  <c:v>106.11602585913575</c:v>
                </c:pt>
                <c:pt idx="278" formatCode="0.00">
                  <c:v>105.97141884994895</c:v>
                </c:pt>
                <c:pt idx="279" formatCode="0.00">
                  <c:v>106.03096291255527</c:v>
                </c:pt>
                <c:pt idx="280" formatCode="0.00">
                  <c:v>105.5461041170466</c:v>
                </c:pt>
                <c:pt idx="281" formatCode="0.00">
                  <c:v>105.25689009867301</c:v>
                </c:pt>
                <c:pt idx="282" formatCode="0.00">
                  <c:v>106.69445389588297</c:v>
                </c:pt>
                <c:pt idx="283" formatCode="0.00">
                  <c:v>107.55358965634571</c:v>
                </c:pt>
                <c:pt idx="284" formatCode="0.00">
                  <c:v>108.99965974821369</c:v>
                </c:pt>
                <c:pt idx="285" formatCode="0.00">
                  <c:v>106.89860496767608</c:v>
                </c:pt>
                <c:pt idx="286" formatCode="0.00">
                  <c:v>105.83531813542021</c:v>
                </c:pt>
                <c:pt idx="287" formatCode="0.00">
                  <c:v>106.85607349438585</c:v>
                </c:pt>
                <c:pt idx="288" formatCode="0.00">
                  <c:v>106.27764545763864</c:v>
                </c:pt>
                <c:pt idx="289" formatCode="0.00">
                  <c:v>106.03946920721333</c:v>
                </c:pt>
                <c:pt idx="290" formatCode="0.00">
                  <c:v>106.6859476012249</c:v>
                </c:pt>
                <c:pt idx="291" formatCode="0.00">
                  <c:v>107.23885675399792</c:v>
                </c:pt>
                <c:pt idx="292" formatCode="0.00">
                  <c:v>108.26811840762161</c:v>
                </c:pt>
                <c:pt idx="293" formatCode="0.00">
                  <c:v>107.20483157536574</c:v>
                </c:pt>
                <c:pt idx="294" formatCode="0.00">
                  <c:v>107.40047635250083</c:v>
                </c:pt>
                <c:pt idx="295" formatCode="0.00">
                  <c:v>107.80877849608707</c:v>
                </c:pt>
                <c:pt idx="296" formatCode="0.00">
                  <c:v>106.67744130656683</c:v>
                </c:pt>
                <c:pt idx="297" formatCode="0.00">
                  <c:v>105.98843143926504</c:v>
                </c:pt>
                <c:pt idx="298" formatCode="0.00">
                  <c:v>106.48179652943176</c:v>
                </c:pt>
                <c:pt idx="299" formatCode="0.00">
                  <c:v>105.35045933991151</c:v>
                </c:pt>
                <c:pt idx="300" formatCode="0.00">
                  <c:v>103.0112283089486</c:v>
                </c:pt>
                <c:pt idx="301" formatCode="0.00">
                  <c:v>102.15209254848587</c:v>
                </c:pt>
                <c:pt idx="302" formatCode="0.00">
                  <c:v>102.84110241578767</c:v>
                </c:pt>
                <c:pt idx="303" formatCode="0.00">
                  <c:v>104.92514460700919</c:v>
                </c:pt>
                <c:pt idx="304" formatCode="0.00">
                  <c:v>104.64443688329364</c:v>
                </c:pt>
                <c:pt idx="305" formatCode="0.00">
                  <c:v>105.82681184076216</c:v>
                </c:pt>
                <c:pt idx="306" formatCode="0.00">
                  <c:v>106.4307587614835</c:v>
                </c:pt>
                <c:pt idx="307" formatCode="0.00">
                  <c:v>105.86934331405239</c:v>
                </c:pt>
                <c:pt idx="308" formatCode="0.00">
                  <c:v>105.93739367131677</c:v>
                </c:pt>
                <c:pt idx="309" formatCode="0.00">
                  <c:v>106.88159237836001</c:v>
                </c:pt>
                <c:pt idx="310" formatCode="0.00">
                  <c:v>106.7880231371215</c:v>
                </c:pt>
                <c:pt idx="311" formatCode="0.00">
                  <c:v>105.7757740728139</c:v>
                </c:pt>
                <c:pt idx="312" formatCode="0.00">
                  <c:v>106.14154474310992</c:v>
                </c:pt>
                <c:pt idx="313" formatCode="0.00">
                  <c:v>103.2068730860837</c:v>
                </c:pt>
                <c:pt idx="314" formatCode="0.00">
                  <c:v>103.10479755018714</c:v>
                </c:pt>
                <c:pt idx="315" formatCode="0.00">
                  <c:v>102.54338210275606</c:v>
                </c:pt>
                <c:pt idx="316" formatCode="0.00">
                  <c:v>103.20687308608372</c:v>
                </c:pt>
                <c:pt idx="317" formatCode="0.00">
                  <c:v>103.43654304185098</c:v>
                </c:pt>
                <c:pt idx="318" formatCode="0.00">
                  <c:v>105.07825791085403</c:v>
                </c:pt>
                <c:pt idx="319" formatCode="0.00">
                  <c:v>105.46954746512419</c:v>
                </c:pt>
                <c:pt idx="320" formatCode="0.00">
                  <c:v>104.97618237495747</c:v>
                </c:pt>
                <c:pt idx="321" formatCode="0.00">
                  <c:v>105.56311670636271</c:v>
                </c:pt>
                <c:pt idx="322" formatCode="0.00">
                  <c:v>106.60088465464442</c:v>
                </c:pt>
                <c:pt idx="323" formatCode="0.00">
                  <c:v>107.15379380741749</c:v>
                </c:pt>
                <c:pt idx="324" formatCode="0.00">
                  <c:v>107.60462742429398</c:v>
                </c:pt>
                <c:pt idx="325" formatCode="0.00">
                  <c:v>107.00918679823069</c:v>
                </c:pt>
                <c:pt idx="326" formatCode="0.00">
                  <c:v>105.16332085743451</c:v>
                </c:pt>
                <c:pt idx="327" formatCode="0.00">
                  <c:v>105.24838380401499</c:v>
                </c:pt>
                <c:pt idx="328" formatCode="0.00">
                  <c:v>104.86560054440287</c:v>
                </c:pt>
                <c:pt idx="329" formatCode="0.00">
                  <c:v>103.87887036406943</c:v>
                </c:pt>
                <c:pt idx="330" formatCode="0.00">
                  <c:v>103.92140183735965</c:v>
                </c:pt>
                <c:pt idx="331" formatCode="0.00">
                  <c:v>103.83633889077917</c:v>
                </c:pt>
                <c:pt idx="332" formatCode="0.00">
                  <c:v>105.50357264375639</c:v>
                </c:pt>
                <c:pt idx="333" formatCode="0.00">
                  <c:v>105.86083701939435</c:v>
                </c:pt>
                <c:pt idx="334" formatCode="0.00">
                  <c:v>107.01769309288875</c:v>
                </c:pt>
                <c:pt idx="335" formatCode="0.00">
                  <c:v>106.72847907451515</c:v>
                </c:pt>
                <c:pt idx="336" formatCode="0.00">
                  <c:v>106.23511398434843</c:v>
                </c:pt>
                <c:pt idx="337" formatCode="0.00">
                  <c:v>106.99217420891462</c:v>
                </c:pt>
                <c:pt idx="338" formatCode="0.00">
                  <c:v>107.11976862878531</c:v>
                </c:pt>
                <c:pt idx="339" formatCode="0.00">
                  <c:v>107.27288193263016</c:v>
                </c:pt>
                <c:pt idx="340" formatCode="0.00">
                  <c:v>106.04797550187139</c:v>
                </c:pt>
                <c:pt idx="341" formatCode="0.00">
                  <c:v>104.61891799931949</c:v>
                </c:pt>
                <c:pt idx="342" formatCode="0.00">
                  <c:v>104.72099353521604</c:v>
                </c:pt>
                <c:pt idx="343" formatCode="0.00">
                  <c:v>105.60564817965292</c:v>
                </c:pt>
                <c:pt idx="344" formatCode="0.00">
                  <c:v>106.03946920721333</c:v>
                </c:pt>
                <c:pt idx="345" formatCode="0.00">
                  <c:v>105.37597822388567</c:v>
                </c:pt>
                <c:pt idx="346" formatCode="0.00">
                  <c:v>105.37597822388567</c:v>
                </c:pt>
                <c:pt idx="347" formatCode="0.00">
                  <c:v>105.01020755358965</c:v>
                </c:pt>
                <c:pt idx="348" formatCode="0.00">
                  <c:v>105.80979925144607</c:v>
                </c:pt>
                <c:pt idx="349" formatCode="0.00">
                  <c:v>106.54984688669616</c:v>
                </c:pt>
                <c:pt idx="350" formatCode="0.00">
                  <c:v>107.02619938754677</c:v>
                </c:pt>
                <c:pt idx="351" formatCode="0.00">
                  <c:v>106.69445389588296</c:v>
                </c:pt>
                <c:pt idx="352" formatCode="0.00">
                  <c:v>107.791765906771</c:v>
                </c:pt>
                <c:pt idx="353" formatCode="0.00">
                  <c:v>107.7577407281388</c:v>
                </c:pt>
                <c:pt idx="354" formatCode="0.00">
                  <c:v>107.11976862878527</c:v>
                </c:pt>
                <c:pt idx="355" formatCode="0.00">
                  <c:v>108.336168764886</c:v>
                </c:pt>
                <c:pt idx="356" formatCode="0.00">
                  <c:v>108.17454916638312</c:v>
                </c:pt>
                <c:pt idx="357" formatCode="0.00">
                  <c:v>106.45627764545763</c:v>
                </c:pt>
                <c:pt idx="358" formatCode="0.00">
                  <c:v>107.17080639673357</c:v>
                </c:pt>
                <c:pt idx="359" formatCode="0.00">
                  <c:v>106.89860496767608</c:v>
                </c:pt>
                <c:pt idx="360" formatCode="0.00">
                  <c:v>106.52432800272202</c:v>
                </c:pt>
                <c:pt idx="361" formatCode="0.00">
                  <c:v>106.83906090506974</c:v>
                </c:pt>
                <c:pt idx="362" formatCode="0.00">
                  <c:v>106.13303844845187</c:v>
                </c:pt>
                <c:pt idx="363" formatCode="0.00">
                  <c:v>105.35896563456959</c:v>
                </c:pt>
                <c:pt idx="364" formatCode="0.00">
                  <c:v>105.17182715209256</c:v>
                </c:pt>
                <c:pt idx="365" formatCode="0.00">
                  <c:v>106.43926505614155</c:v>
                </c:pt>
                <c:pt idx="366" formatCode="0.00">
                  <c:v>105.58863559033688</c:v>
                </c:pt>
                <c:pt idx="367" formatCode="0.00">
                  <c:v>105.68220483157539</c:v>
                </c:pt>
                <c:pt idx="368" formatCode="0.00">
                  <c:v>105.01871384824773</c:v>
                </c:pt>
                <c:pt idx="369" formatCode="0.00">
                  <c:v>105.87784960871046</c:v>
                </c:pt>
                <c:pt idx="370" formatCode="0.00">
                  <c:v>106.43075876148352</c:v>
                </c:pt>
                <c:pt idx="371" formatCode="0.00">
                  <c:v>106.38822728819326</c:v>
                </c:pt>
                <c:pt idx="372" formatCode="0.00">
                  <c:v>106.83906090506977</c:v>
                </c:pt>
                <c:pt idx="373" formatCode="0.00">
                  <c:v>107.41748894181697</c:v>
                </c:pt>
                <c:pt idx="374" formatCode="0.00">
                  <c:v>108.05546104117047</c:v>
                </c:pt>
                <c:pt idx="375" formatCode="0.00">
                  <c:v>107.85130996937735</c:v>
                </c:pt>
                <c:pt idx="376" formatCode="0.00">
                  <c:v>105.3419530452535</c:v>
                </c:pt>
                <c:pt idx="377" formatCode="0.00">
                  <c:v>105.87784960871046</c:v>
                </c:pt>
                <c:pt idx="378" formatCode="0.00">
                  <c:v>106.16706362708408</c:v>
                </c:pt>
                <c:pt idx="379" formatCode="0.00">
                  <c:v>107.14528751275945</c:v>
                </c:pt>
                <c:pt idx="380" formatCode="0.00">
                  <c:v>107.04321197686291</c:v>
                </c:pt>
                <c:pt idx="381" formatCode="0.00">
                  <c:v>106.96665532494048</c:v>
                </c:pt>
                <c:pt idx="382" formatCode="0.00">
                  <c:v>105.86934331405241</c:v>
                </c:pt>
                <c:pt idx="383" formatCode="0.00">
                  <c:v>105.86934331405241</c:v>
                </c:pt>
                <c:pt idx="384" formatCode="0.00">
                  <c:v>105.72473630486562</c:v>
                </c:pt>
                <c:pt idx="385" formatCode="0.00">
                  <c:v>105.54610411704664</c:v>
                </c:pt>
                <c:pt idx="386" formatCode="0.00">
                  <c:v>105.52909152773054</c:v>
                </c:pt>
                <c:pt idx="387" formatCode="0.00">
                  <c:v>106.6434161279347</c:v>
                </c:pt>
                <c:pt idx="388" formatCode="0.00">
                  <c:v>106.27764545763867</c:v>
                </c:pt>
                <c:pt idx="389" formatCode="0.00">
                  <c:v>105.88635590336851</c:v>
                </c:pt>
                <c:pt idx="390" formatCode="0.00">
                  <c:v>106.09050697516165</c:v>
                </c:pt>
                <c:pt idx="391" formatCode="0.00">
                  <c:v>106.54134059203813</c:v>
                </c:pt>
                <c:pt idx="392" formatCode="0.00">
                  <c:v>106.50731541340592</c:v>
                </c:pt>
                <c:pt idx="393" formatCode="0.00">
                  <c:v>106.69445389588297</c:v>
                </c:pt>
                <c:pt idx="394" formatCode="0.00">
                  <c:v>105.85233072473632</c:v>
                </c:pt>
                <c:pt idx="395" formatCode="0.00">
                  <c:v>105.24838380401499</c:v>
                </c:pt>
                <c:pt idx="396" formatCode="0.00">
                  <c:v>104.60190541000341</c:v>
                </c:pt>
                <c:pt idx="397" formatCode="0.00">
                  <c:v>104.25314732902349</c:v>
                </c:pt>
                <c:pt idx="398" formatCode="0.00">
                  <c:v>104.7975501871385</c:v>
                </c:pt>
                <c:pt idx="399" formatCode="0.00">
                  <c:v>104.95066349098335</c:v>
                </c:pt>
                <c:pt idx="400" formatCode="0.00">
                  <c:v>104.41476692752639</c:v>
                </c:pt>
                <c:pt idx="401" formatCode="0.00">
                  <c:v>104.00646478394015</c:v>
                </c:pt>
                <c:pt idx="402" formatCode="0.00">
                  <c:v>104.4147669275264</c:v>
                </c:pt>
                <c:pt idx="403" formatCode="0.00">
                  <c:v>105.34195304525353</c:v>
                </c:pt>
                <c:pt idx="404" formatCode="0.00">
                  <c:v>104.3211976862879</c:v>
                </c:pt>
                <c:pt idx="405" formatCode="0.00">
                  <c:v>103.36849268458664</c:v>
                </c:pt>
                <c:pt idx="406" formatCode="0.00">
                  <c:v>102.63695134399461</c:v>
                </c:pt>
                <c:pt idx="407" formatCode="0.00">
                  <c:v>102.66247022796874</c:v>
                </c:pt>
                <c:pt idx="408" formatCode="0.00">
                  <c:v>103.21537938074179</c:v>
                </c:pt>
                <c:pt idx="409" formatCode="0.00">
                  <c:v>102.52636951343999</c:v>
                </c:pt>
                <c:pt idx="410" formatCode="0.00">
                  <c:v>102.58591357604631</c:v>
                </c:pt>
                <c:pt idx="411" formatCode="0.00">
                  <c:v>101.39503232391974</c:v>
                </c:pt>
                <c:pt idx="412" formatCode="0.00">
                  <c:v>101.15685607349442</c:v>
                </c:pt>
                <c:pt idx="413" formatCode="0.00">
                  <c:v>100.2636951343995</c:v>
                </c:pt>
                <c:pt idx="414" formatCode="0.00">
                  <c:v>99.923443348077626</c:v>
                </c:pt>
                <c:pt idx="415" formatCode="0.00">
                  <c:v>99.821367812181052</c:v>
                </c:pt>
                <c:pt idx="416" formatCode="0.00">
                  <c:v>99.021776114324638</c:v>
                </c:pt>
                <c:pt idx="417" formatCode="0.00">
                  <c:v>98.732562095951053</c:v>
                </c:pt>
                <c:pt idx="418" formatCode="0.00">
                  <c:v>98.698536917318862</c:v>
                </c:pt>
                <c:pt idx="419" formatCode="0.00">
                  <c:v>100.52739026879897</c:v>
                </c:pt>
                <c:pt idx="420" formatCode="0.00">
                  <c:v>98.987750935692475</c:v>
                </c:pt>
                <c:pt idx="421" formatCode="0.00">
                  <c:v>99.149370534195356</c:v>
                </c:pt>
                <c:pt idx="422" formatCode="0.00">
                  <c:v>98.749574685267149</c:v>
                </c:pt>
                <c:pt idx="423" formatCode="0.00">
                  <c:v>97.839401156856127</c:v>
                </c:pt>
                <c:pt idx="424" formatCode="0.00">
                  <c:v>98.009527050017084</c:v>
                </c:pt>
                <c:pt idx="425" formatCode="0.00">
                  <c:v>97.898945219462476</c:v>
                </c:pt>
                <c:pt idx="426" formatCode="0.00">
                  <c:v>97.737325620959595</c:v>
                </c:pt>
                <c:pt idx="427" formatCode="0.00">
                  <c:v>97.796869683565916</c:v>
                </c:pt>
                <c:pt idx="428" formatCode="0.00">
                  <c:v>99.268458659408026</c:v>
                </c:pt>
                <c:pt idx="429" formatCode="0.00">
                  <c:v>100.74004763525015</c:v>
                </c:pt>
                <c:pt idx="430" formatCode="0.00">
                  <c:v>100.53589656345703</c:v>
                </c:pt>
                <c:pt idx="431" formatCode="0.00">
                  <c:v>99.379040489962648</c:v>
                </c:pt>
                <c:pt idx="432" formatCode="0.00">
                  <c:v>99.115345355563193</c:v>
                </c:pt>
                <c:pt idx="433" formatCode="0.00">
                  <c:v>99.829874106839156</c:v>
                </c:pt>
                <c:pt idx="434" formatCode="0.00">
                  <c:v>99.65124191902018</c:v>
                </c:pt>
                <c:pt idx="435" formatCode="0.00">
                  <c:v>99.821367812181109</c:v>
                </c:pt>
                <c:pt idx="436" formatCode="0.00">
                  <c:v>99.115345355563221</c:v>
                </c:pt>
                <c:pt idx="437" formatCode="0.00">
                  <c:v>97.24396053079289</c:v>
                </c:pt>
                <c:pt idx="438" formatCode="0.00">
                  <c:v>97.277985709425081</c:v>
                </c:pt>
                <c:pt idx="439" formatCode="0.00">
                  <c:v>96.10411704661459</c:v>
                </c:pt>
                <c:pt idx="440" formatCode="0.00">
                  <c:v>94.86219802653973</c:v>
                </c:pt>
                <c:pt idx="441" formatCode="0.00">
                  <c:v>95.287512759442066</c:v>
                </c:pt>
                <c:pt idx="442" formatCode="0.00">
                  <c:v>95.108880571623089</c:v>
                </c:pt>
                <c:pt idx="443" formatCode="0.00">
                  <c:v>95.891459680163393</c:v>
                </c:pt>
                <c:pt idx="444" formatCode="0.00">
                  <c:v>95.525689009867378</c:v>
                </c:pt>
                <c:pt idx="445" formatCode="0.00">
                  <c:v>96.078598162640418</c:v>
                </c:pt>
                <c:pt idx="446" formatCode="0.00">
                  <c:v>95.84042191221512</c:v>
                </c:pt>
                <c:pt idx="447" formatCode="0.00">
                  <c:v>95.84042191221512</c:v>
                </c:pt>
                <c:pt idx="448" formatCode="0.00">
                  <c:v>96.4358625382784</c:v>
                </c:pt>
                <c:pt idx="449" formatCode="0.00">
                  <c:v>95.602245661789809</c:v>
                </c:pt>
                <c:pt idx="450" formatCode="0.00">
                  <c:v>95.125893160939171</c:v>
                </c:pt>
                <c:pt idx="451" formatCode="0.00">
                  <c:v>94.27526369513447</c:v>
                </c:pt>
                <c:pt idx="452" formatCode="0.00">
                  <c:v>94.113644096631589</c:v>
                </c:pt>
                <c:pt idx="453" formatCode="0.00">
                  <c:v>93.37359646138151</c:v>
                </c:pt>
                <c:pt idx="454" formatCode="0.00">
                  <c:v>93.645797890438999</c:v>
                </c:pt>
                <c:pt idx="455" formatCode="0.00">
                  <c:v>95.279006464784018</c:v>
                </c:pt>
                <c:pt idx="456" formatCode="0.00">
                  <c:v>93.552228649200487</c:v>
                </c:pt>
                <c:pt idx="457" formatCode="0.00">
                  <c:v>92.744130656686025</c:v>
                </c:pt>
                <c:pt idx="458" formatCode="0.00">
                  <c:v>92.931269139163064</c:v>
                </c:pt>
                <c:pt idx="459" formatCode="0.00">
                  <c:v>93.084382443007911</c:v>
                </c:pt>
                <c:pt idx="460" formatCode="0.00">
                  <c:v>92.386866281048057</c:v>
                </c:pt>
                <c:pt idx="461" formatCode="0.00">
                  <c:v>92.386866281048057</c:v>
                </c:pt>
                <c:pt idx="462" formatCode="0.00">
                  <c:v>91.374617216740475</c:v>
                </c:pt>
                <c:pt idx="463" formatCode="0.00">
                  <c:v>91.425654984688762</c:v>
                </c:pt>
                <c:pt idx="464" formatCode="0.00">
                  <c:v>90.600544402858191</c:v>
                </c:pt>
                <c:pt idx="465" formatCode="0.00">
                  <c:v>90.549506634909918</c:v>
                </c:pt>
                <c:pt idx="466" formatCode="0.00">
                  <c:v>89.886015651582255</c:v>
                </c:pt>
                <c:pt idx="467" formatCode="0.00">
                  <c:v>90.719632528070846</c:v>
                </c:pt>
                <c:pt idx="468" formatCode="0.00">
                  <c:v>90.226267437904127</c:v>
                </c:pt>
                <c:pt idx="469" formatCode="0.00">
                  <c:v>90.506975161619664</c:v>
                </c:pt>
                <c:pt idx="470" formatCode="0.00">
                  <c:v>90.319836679142625</c:v>
                </c:pt>
                <c:pt idx="471" formatCode="0.00">
                  <c:v>91.0768969037088</c:v>
                </c:pt>
                <c:pt idx="472" formatCode="0.00">
                  <c:v>91.663831235114031</c:v>
                </c:pt>
                <c:pt idx="473" formatCode="0.00">
                  <c:v>91.919020074855453</c:v>
                </c:pt>
                <c:pt idx="474" formatCode="0.00">
                  <c:v>91.153453555631231</c:v>
                </c:pt>
                <c:pt idx="475" formatCode="0.00">
                  <c:v>93.305546104117099</c:v>
                </c:pt>
                <c:pt idx="476" formatCode="0.00">
                  <c:v>93.722354542361401</c:v>
                </c:pt>
                <c:pt idx="477" formatCode="0.00">
                  <c:v>94.794147669275304</c:v>
                </c:pt>
                <c:pt idx="478" formatCode="0.00">
                  <c:v>95.100374276964999</c:v>
                </c:pt>
                <c:pt idx="479" formatCode="0.00">
                  <c:v>95.738346376318518</c:v>
                </c:pt>
                <c:pt idx="480" formatCode="0.00">
                  <c:v>97.175910173528464</c:v>
                </c:pt>
                <c:pt idx="481" formatCode="0.00">
                  <c:v>96.461381422252529</c:v>
                </c:pt>
                <c:pt idx="482" formatCode="0.00">
                  <c:v>95.9510037427697</c:v>
                </c:pt>
                <c:pt idx="483" formatCode="0.00">
                  <c:v>94.275263695134441</c:v>
                </c:pt>
                <c:pt idx="484" formatCode="0.00">
                  <c:v>93.246002041510764</c:v>
                </c:pt>
                <c:pt idx="485" formatCode="0.00">
                  <c:v>93.143926505614203</c:v>
                </c:pt>
                <c:pt idx="486" formatCode="0.00">
                  <c:v>92.182715209254894</c:v>
                </c:pt>
                <c:pt idx="487" formatCode="0.00">
                  <c:v>95.415107179312741</c:v>
                </c:pt>
                <c:pt idx="488" formatCode="0.00">
                  <c:v>95.806396733582886</c:v>
                </c:pt>
                <c:pt idx="489" formatCode="0.00">
                  <c:v>96.554950663491027</c:v>
                </c:pt>
                <c:pt idx="490" formatCode="0.00">
                  <c:v>95.746852670976551</c:v>
                </c:pt>
                <c:pt idx="491" formatCode="0.00">
                  <c:v>97.107859816264067</c:v>
                </c:pt>
                <c:pt idx="492" formatCode="0.00">
                  <c:v>97.754338210275634</c:v>
                </c:pt>
                <c:pt idx="493" formatCode="0.00">
                  <c:v>97.354542361347427</c:v>
                </c:pt>
                <c:pt idx="494" formatCode="0.00">
                  <c:v>97.133378700238211</c:v>
                </c:pt>
                <c:pt idx="495" formatCode="0.00">
                  <c:v>97.881932630146338</c:v>
                </c:pt>
                <c:pt idx="496" formatCode="0.00">
                  <c:v>97.516161959850322</c:v>
                </c:pt>
                <c:pt idx="497" formatCode="0.00">
                  <c:v>97.830894862198065</c:v>
                </c:pt>
                <c:pt idx="498" formatCode="0.00">
                  <c:v>97.856413746172208</c:v>
                </c:pt>
                <c:pt idx="499" formatCode="0.00">
                  <c:v>97.805375978223921</c:v>
                </c:pt>
                <c:pt idx="500" formatCode="0.00">
                  <c:v>99.072813882272925</c:v>
                </c:pt>
                <c:pt idx="501" formatCode="0.00">
                  <c:v>97.779857094249778</c:v>
                </c:pt>
                <c:pt idx="502" formatCode="0.00">
                  <c:v>96.554950663491013</c:v>
                </c:pt>
                <c:pt idx="503" formatCode="0.00">
                  <c:v>97.499149370534212</c:v>
                </c:pt>
                <c:pt idx="504" formatCode="0.00">
                  <c:v>97.448111602585925</c:v>
                </c:pt>
                <c:pt idx="505" formatCode="0.00">
                  <c:v>97.448111602585925</c:v>
                </c:pt>
                <c:pt idx="506" formatCode="0.00">
                  <c:v>96.350799591697864</c:v>
                </c:pt>
                <c:pt idx="507" formatCode="0.00">
                  <c:v>96.971759101735302</c:v>
                </c:pt>
                <c:pt idx="508" formatCode="0.00">
                  <c:v>96.997277985709459</c:v>
                </c:pt>
                <c:pt idx="509" formatCode="0.00">
                  <c:v>98.19666553249408</c:v>
                </c:pt>
                <c:pt idx="510" formatCode="0.00">
                  <c:v>97.184416468186498</c:v>
                </c:pt>
                <c:pt idx="511" formatCode="0.00">
                  <c:v>97.550187138482514</c:v>
                </c:pt>
                <c:pt idx="512" formatCode="0.00">
                  <c:v>98.579448792106191</c:v>
                </c:pt>
                <c:pt idx="513" formatCode="0.00">
                  <c:v>97.601224906430772</c:v>
                </c:pt>
                <c:pt idx="514" formatCode="0.00">
                  <c:v>96.648519904729511</c:v>
                </c:pt>
                <c:pt idx="515" formatCode="0.00">
                  <c:v>95.287512759441995</c:v>
                </c:pt>
                <c:pt idx="516" formatCode="0.00">
                  <c:v>95.287512759441995</c:v>
                </c:pt>
                <c:pt idx="517" formatCode="0.00">
                  <c:v>95.261993875467866</c:v>
                </c:pt>
                <c:pt idx="518" formatCode="0.00">
                  <c:v>96.316774413065687</c:v>
                </c:pt>
                <c:pt idx="519" formatCode="0.00">
                  <c:v>96.146648519904744</c:v>
                </c:pt>
                <c:pt idx="520">
                  <c:v>100</c:v>
                </c:pt>
                <c:pt idx="521" formatCode="0.00">
                  <c:v>100</c:v>
                </c:pt>
                <c:pt idx="522" formatCode="0.00">
                  <c:v>99.559510175314941</c:v>
                </c:pt>
                <c:pt idx="523" formatCode="0.00">
                  <c:v>99.621178750770852</c:v>
                </c:pt>
                <c:pt idx="524" formatCode="0.00">
                  <c:v>99.0749713681614</c:v>
                </c:pt>
                <c:pt idx="525" formatCode="0.00">
                  <c:v>98.995683199718087</c:v>
                </c:pt>
                <c:pt idx="526" formatCode="0.00">
                  <c:v>97.321821865914899</c:v>
                </c:pt>
                <c:pt idx="527" formatCode="0.00">
                  <c:v>95.762487886529826</c:v>
                </c:pt>
                <c:pt idx="528" formatCode="0.00">
                  <c:v>96.044401374328274</c:v>
                </c:pt>
                <c:pt idx="529" formatCode="0.00">
                  <c:v>96.608228349925113</c:v>
                </c:pt>
                <c:pt idx="530" formatCode="0.00">
                  <c:v>96.854902651748745</c:v>
                </c:pt>
                <c:pt idx="531" formatCode="0.00">
                  <c:v>96.669896925381025</c:v>
                </c:pt>
                <c:pt idx="532" formatCode="0.00">
                  <c:v>95.216280503920359</c:v>
                </c:pt>
                <c:pt idx="533" formatCode="0.00">
                  <c:v>95.34842745132589</c:v>
                </c:pt>
                <c:pt idx="534" formatCode="0.00">
                  <c:v>95.771297683023533</c:v>
                </c:pt>
                <c:pt idx="535" formatCode="0.00">
                  <c:v>96.731565500836936</c:v>
                </c:pt>
                <c:pt idx="536" formatCode="0.00">
                  <c:v>96.846092855255066</c:v>
                </c:pt>
                <c:pt idx="537" formatCode="0.00">
                  <c:v>96.493700995507027</c:v>
                </c:pt>
                <c:pt idx="538" formatCode="0.00">
                  <c:v>96.793234076292848</c:v>
                </c:pt>
                <c:pt idx="539" formatCode="0.00">
                  <c:v>96.87252224473616</c:v>
                </c:pt>
                <c:pt idx="540" formatCode="0.00">
                  <c:v>95.410096026781787</c:v>
                </c:pt>
                <c:pt idx="541" formatCode="0.00">
                  <c:v>94.687692714298322</c:v>
                </c:pt>
                <c:pt idx="542" formatCode="0.00">
                  <c:v>94.564355563386513</c:v>
                </c:pt>
                <c:pt idx="543" formatCode="0.00">
                  <c:v>94.670073121310921</c:v>
                </c:pt>
                <c:pt idx="544" formatCode="0.00">
                  <c:v>94.467447801955799</c:v>
                </c:pt>
                <c:pt idx="545" formatCode="0.00">
                  <c:v>92.811206061140012</c:v>
                </c:pt>
                <c:pt idx="546" formatCode="0.00">
                  <c:v>92.097612545150227</c:v>
                </c:pt>
                <c:pt idx="547" formatCode="0.00">
                  <c:v>92.802396264646305</c:v>
                </c:pt>
                <c:pt idx="548" formatCode="0.00">
                  <c:v>92.353096643467552</c:v>
                </c:pt>
                <c:pt idx="549" formatCode="0.00">
                  <c:v>91.216632895780108</c:v>
                </c:pt>
                <c:pt idx="550" formatCode="0.00">
                  <c:v>90.784952867588771</c:v>
                </c:pt>
                <c:pt idx="551" formatCode="0.00">
                  <c:v>90.732094088626553</c:v>
                </c:pt>
                <c:pt idx="552" formatCode="0.00">
                  <c:v>90.802572460576158</c:v>
                </c:pt>
                <c:pt idx="553" formatCode="0.00">
                  <c:v>91.965465597744682</c:v>
                </c:pt>
                <c:pt idx="554" formatCode="0.00">
                  <c:v>91.005197779931279</c:v>
                </c:pt>
                <c:pt idx="555" formatCode="0.00">
                  <c:v>90.688045106158043</c:v>
                </c:pt>
                <c:pt idx="556" formatCode="0.00">
                  <c:v>91.172583913311598</c:v>
                </c:pt>
                <c:pt idx="557" formatCode="0.00">
                  <c:v>91.498546383578542</c:v>
                </c:pt>
                <c:pt idx="558" formatCode="0.00">
                  <c:v>90.758523478107662</c:v>
                </c:pt>
                <c:pt idx="559" formatCode="0.00">
                  <c:v>89.956831997180871</c:v>
                </c:pt>
                <c:pt idx="560" formatCode="0.00">
                  <c:v>89.851114439256449</c:v>
                </c:pt>
                <c:pt idx="561" formatCode="0.00">
                  <c:v>89.111091533785569</c:v>
                </c:pt>
                <c:pt idx="562" formatCode="0.00">
                  <c:v>89.657298916395035</c:v>
                </c:pt>
                <c:pt idx="563" formatCode="0.00">
                  <c:v>90.115408334067496</c:v>
                </c:pt>
                <c:pt idx="564" formatCode="0.00">
                  <c:v>91.128534930843102</c:v>
                </c:pt>
                <c:pt idx="565" formatCode="0.00">
                  <c:v>91.031627169412388</c:v>
                </c:pt>
                <c:pt idx="566" formatCode="0.00">
                  <c:v>90.335653246410018</c:v>
                </c:pt>
                <c:pt idx="567" formatCode="0.00">
                  <c:v>89.886353625231251</c:v>
                </c:pt>
                <c:pt idx="568" formatCode="0.00">
                  <c:v>89.445863800546206</c:v>
                </c:pt>
                <c:pt idx="569" formatCode="0.00">
                  <c:v>89.718967491850947</c:v>
                </c:pt>
                <c:pt idx="570" formatCode="0.00">
                  <c:v>91.613073737996658</c:v>
                </c:pt>
                <c:pt idx="571" formatCode="0.00">
                  <c:v>91.163774116817905</c:v>
                </c:pt>
                <c:pt idx="572" formatCode="0.00">
                  <c:v>91.754030481895867</c:v>
                </c:pt>
                <c:pt idx="573" formatCode="0.00">
                  <c:v>93.119548938419513</c:v>
                </c:pt>
                <c:pt idx="574" formatCode="0.00">
                  <c:v>93.656946524535272</c:v>
                </c:pt>
                <c:pt idx="575" formatCode="0.00">
                  <c:v>93.489560391154953</c:v>
                </c:pt>
                <c:pt idx="576" formatCode="0.00">
                  <c:v>92.881684433089575</c:v>
                </c:pt>
                <c:pt idx="577" formatCode="0.00">
                  <c:v>91.207823099286387</c:v>
                </c:pt>
                <c:pt idx="578" formatCode="0.00">
                  <c:v>91.040436965906068</c:v>
                </c:pt>
                <c:pt idx="579" formatCode="0.00">
                  <c:v>90.626376530702132</c:v>
                </c:pt>
                <c:pt idx="580" formatCode="0.00">
                  <c:v>89.648489119901313</c:v>
                </c:pt>
                <c:pt idx="581" formatCode="0.00">
                  <c:v>90.027310369130447</c:v>
                </c:pt>
                <c:pt idx="582" formatCode="0.00">
                  <c:v>89.807065456787925</c:v>
                </c:pt>
                <c:pt idx="583" formatCode="0.00">
                  <c:v>89.886353625231237</c:v>
                </c:pt>
                <c:pt idx="584" formatCode="0.00">
                  <c:v>89.886353625231237</c:v>
                </c:pt>
                <c:pt idx="585" formatCode="0.00">
                  <c:v>89.886353625231237</c:v>
                </c:pt>
                <c:pt idx="586" formatCode="0.00">
                  <c:v>89.428244207558791</c:v>
                </c:pt>
                <c:pt idx="587" formatCode="0.00">
                  <c:v>90.300414060435187</c:v>
                </c:pt>
                <c:pt idx="588" formatCode="0.00">
                  <c:v>92.229759492555701</c:v>
                </c:pt>
                <c:pt idx="589" formatCode="0.00">
                  <c:v>93.498370187648646</c:v>
                </c:pt>
                <c:pt idx="590" formatCode="0.00">
                  <c:v>92.811206061139956</c:v>
                </c:pt>
                <c:pt idx="591" formatCode="0.00">
                  <c:v>93.489560391154939</c:v>
                </c:pt>
                <c:pt idx="592" formatCode="0.00">
                  <c:v>93.55122896661085</c:v>
                </c:pt>
                <c:pt idx="593" formatCode="0.00">
                  <c:v>92.3266672539864</c:v>
                </c:pt>
                <c:pt idx="594" formatCode="0.00">
                  <c:v>92.203330103074578</c:v>
                </c:pt>
                <c:pt idx="595" formatCode="0.00">
                  <c:v>90.908290018500537</c:v>
                </c:pt>
                <c:pt idx="596" formatCode="0.00">
                  <c:v>89.974451590168229</c:v>
                </c:pt>
                <c:pt idx="597" formatCode="0.00">
                  <c:v>89.754206677825707</c:v>
                </c:pt>
                <c:pt idx="598" formatCode="0.00">
                  <c:v>90.097788741080052</c:v>
                </c:pt>
                <c:pt idx="599" formatCode="0.00">
                  <c:v>91.207823099286387</c:v>
                </c:pt>
                <c:pt idx="600" formatCode="0.00">
                  <c:v>92.115232138137586</c:v>
                </c:pt>
                <c:pt idx="601" formatCode="0.00">
                  <c:v>92.423575015417128</c:v>
                </c:pt>
                <c:pt idx="602" formatCode="0.00">
                  <c:v>92.30023786450532</c:v>
                </c:pt>
                <c:pt idx="603" formatCode="0.00">
                  <c:v>92.652629724253359</c:v>
                </c:pt>
                <c:pt idx="604" formatCode="0.00">
                  <c:v>92.820015857633678</c:v>
                </c:pt>
                <c:pt idx="605" formatCode="0.00">
                  <c:v>92.793586468152583</c:v>
                </c:pt>
                <c:pt idx="606" formatCode="0.00">
                  <c:v>93.542419170117171</c:v>
                </c:pt>
                <c:pt idx="607" formatCode="0.00">
                  <c:v>91.73641088890848</c:v>
                </c:pt>
                <c:pt idx="608" formatCode="0.00">
                  <c:v>91.73641088890848</c:v>
                </c:pt>
                <c:pt idx="609" formatCode="0.00">
                  <c:v>93.057880362963644</c:v>
                </c:pt>
                <c:pt idx="610" formatCode="0.00">
                  <c:v>93.833142454409327</c:v>
                </c:pt>
                <c:pt idx="611" formatCode="0.00">
                  <c:v>94.670073121310935</c:v>
                </c:pt>
                <c:pt idx="612" formatCode="0.00">
                  <c:v>94.053387366751849</c:v>
                </c:pt>
                <c:pt idx="613" formatCode="0.00">
                  <c:v>93.982908994802244</c:v>
                </c:pt>
                <c:pt idx="614" formatCode="0.00">
                  <c:v>95.20747070742668</c:v>
                </c:pt>
                <c:pt idx="615" formatCode="0.00">
                  <c:v>95.057704167033762</c:v>
                </c:pt>
                <c:pt idx="616" formatCode="0.00">
                  <c:v>95.374856840806999</c:v>
                </c:pt>
                <c:pt idx="617" formatCode="0.00">
                  <c:v>96.211787507708607</c:v>
                </c:pt>
                <c:pt idx="618" formatCode="0.00">
                  <c:v>97.339441458902343</c:v>
                </c:pt>
                <c:pt idx="619" formatCode="0.00">
                  <c:v>98.114703550348025</c:v>
                </c:pt>
                <c:pt idx="620" formatCode="0.00">
                  <c:v>98.881155845300015</c:v>
                </c:pt>
                <c:pt idx="621" formatCode="0.00">
                  <c:v>99.242357501541747</c:v>
                </c:pt>
                <c:pt idx="622" formatCode="0.00">
                  <c:v>99.163069333098434</c:v>
                </c:pt>
                <c:pt idx="623" formatCode="0.00">
                  <c:v>96.934190820192086</c:v>
                </c:pt>
                <c:pt idx="624" formatCode="0.00">
                  <c:v>96.854902651748759</c:v>
                </c:pt>
                <c:pt idx="625" formatCode="0.00">
                  <c:v>97.304202272927526</c:v>
                </c:pt>
                <c:pt idx="626" formatCode="0.00">
                  <c:v>98.211611311778711</c:v>
                </c:pt>
                <c:pt idx="627" formatCode="0.00">
                  <c:v>96.652277332393638</c:v>
                </c:pt>
                <c:pt idx="628" formatCode="0.00">
                  <c:v>96.000352391859749</c:v>
                </c:pt>
                <c:pt idx="629" formatCode="0.00">
                  <c:v>95.97392300237864</c:v>
                </c:pt>
                <c:pt idx="630" formatCode="0.00">
                  <c:v>97.471588406307802</c:v>
                </c:pt>
                <c:pt idx="631" formatCode="0.00">
                  <c:v>97.092767157078654</c:v>
                </c:pt>
                <c:pt idx="632" formatCode="0.00">
                  <c:v>96.898951634217227</c:v>
                </c:pt>
                <c:pt idx="633" formatCode="0.00">
                  <c:v>96.969430006166846</c:v>
                </c:pt>
                <c:pt idx="634" formatCode="0.00">
                  <c:v>95.92987401991013</c:v>
                </c:pt>
                <c:pt idx="635" formatCode="0.00">
                  <c:v>95.674389921592805</c:v>
                </c:pt>
                <c:pt idx="636" formatCode="0.00">
                  <c:v>95.454145009250283</c:v>
                </c:pt>
                <c:pt idx="637" formatCode="0.00">
                  <c:v>96.229407100695965</c:v>
                </c:pt>
                <c:pt idx="638" formatCode="0.00">
                  <c:v>95.956303409391239</c:v>
                </c:pt>
                <c:pt idx="639" formatCode="0.00">
                  <c:v>94.273632279094343</c:v>
                </c:pt>
                <c:pt idx="640" formatCode="0.00">
                  <c:v>94.141485331688841</c:v>
                </c:pt>
                <c:pt idx="641" formatCode="0.00">
                  <c:v>94.106246145714039</c:v>
                </c:pt>
                <c:pt idx="642" formatCode="0.00">
                  <c:v>94.53792617390539</c:v>
                </c:pt>
                <c:pt idx="643" formatCode="0.00">
                  <c:v>94.511496784424281</c:v>
                </c:pt>
                <c:pt idx="644" formatCode="0.00">
                  <c:v>93.692185710510088</c:v>
                </c:pt>
                <c:pt idx="645" formatCode="0.00">
                  <c:v>93.172407717381731</c:v>
                </c:pt>
                <c:pt idx="646" formatCode="0.00">
                  <c:v>93.560038763104572</c:v>
                </c:pt>
                <c:pt idx="647" formatCode="0.00">
                  <c:v>92.635010131265958</c:v>
                </c:pt>
                <c:pt idx="648" formatCode="0.00">
                  <c:v>92.247379085543116</c:v>
                </c:pt>
                <c:pt idx="649" formatCode="0.00">
                  <c:v>93.612897542066762</c:v>
                </c:pt>
                <c:pt idx="650" formatCode="0.00">
                  <c:v>93.181217513875424</c:v>
                </c:pt>
                <c:pt idx="651" formatCode="0.00">
                  <c:v>93.110739141925819</c:v>
                </c:pt>
                <c:pt idx="652" formatCode="0.00">
                  <c:v>93.560038763104572</c:v>
                </c:pt>
                <c:pt idx="653" formatCode="0.00">
                  <c:v>94.185534314157351</c:v>
                </c:pt>
                <c:pt idx="654" formatCode="0.00">
                  <c:v>94.044577570258127</c:v>
                </c:pt>
                <c:pt idx="655" formatCode="0.00">
                  <c:v>93.70980530349749</c:v>
                </c:pt>
                <c:pt idx="656" formatCode="0.00">
                  <c:v>94.54673597039907</c:v>
                </c:pt>
                <c:pt idx="657" formatCode="0.00">
                  <c:v>96.6258479429125</c:v>
                </c:pt>
                <c:pt idx="658" formatCode="0.00">
                  <c:v>96.361554048101468</c:v>
                </c:pt>
                <c:pt idx="659" formatCode="0.00">
                  <c:v>97.260153290458959</c:v>
                </c:pt>
                <c:pt idx="660" formatCode="0.00">
                  <c:v>96.846092855255009</c:v>
                </c:pt>
                <c:pt idx="661" formatCode="0.00">
                  <c:v>96.802043872786498</c:v>
                </c:pt>
                <c:pt idx="662" formatCode="0.00">
                  <c:v>95.242709893401411</c:v>
                </c:pt>
                <c:pt idx="663" formatCode="0.00">
                  <c:v>93.639326931547828</c:v>
                </c:pt>
                <c:pt idx="664" formatCode="0.00">
                  <c:v>93.295744868293497</c:v>
                </c:pt>
                <c:pt idx="665" formatCode="0.00">
                  <c:v>93.348603647255715</c:v>
                </c:pt>
                <c:pt idx="666" formatCode="0.00">
                  <c:v>93.057880362963587</c:v>
                </c:pt>
                <c:pt idx="667" formatCode="0.00">
                  <c:v>92.90811382257067</c:v>
                </c:pt>
                <c:pt idx="668" formatCode="0.00">
                  <c:v>92.643819927759637</c:v>
                </c:pt>
                <c:pt idx="669" formatCode="0.00">
                  <c:v>92.679059113734439</c:v>
                </c:pt>
                <c:pt idx="670" formatCode="0.00">
                  <c:v>92.088802748656462</c:v>
                </c:pt>
                <c:pt idx="671" formatCode="0.00">
                  <c:v>92.33547705048008</c:v>
                </c:pt>
                <c:pt idx="672" formatCode="0.00">
                  <c:v>93.507179984142311</c:v>
                </c:pt>
                <c:pt idx="673" formatCode="0.00">
                  <c:v>92.538102369835201</c:v>
                </c:pt>
                <c:pt idx="674" formatCode="0.00">
                  <c:v>92.529292573341507</c:v>
                </c:pt>
                <c:pt idx="675" formatCode="0.00">
                  <c:v>92.344286846973773</c:v>
                </c:pt>
                <c:pt idx="676" formatCode="0.00">
                  <c:v>93.251695885824986</c:v>
                </c:pt>
                <c:pt idx="677" formatCode="0.00">
                  <c:v>93.313364461280898</c:v>
                </c:pt>
                <c:pt idx="678" formatCode="0.00">
                  <c:v>94.106246145713982</c:v>
                </c:pt>
                <c:pt idx="679" formatCode="0.00">
                  <c:v>94.485067394943115</c:v>
                </c:pt>
                <c:pt idx="680" formatCode="0.00">
                  <c:v>94.379349837018708</c:v>
                </c:pt>
                <c:pt idx="681" formatCode="0.00">
                  <c:v>94.599594749361231</c:v>
                </c:pt>
                <c:pt idx="682" formatCode="0.00">
                  <c:v>94.344110651043906</c:v>
                </c:pt>
                <c:pt idx="683" formatCode="0.00">
                  <c:v>94.819839661703767</c:v>
                </c:pt>
                <c:pt idx="684" formatCode="0.00">
                  <c:v>93.850762047396657</c:v>
                </c:pt>
                <c:pt idx="685" formatCode="0.00">
                  <c:v>95.392476433794343</c:v>
                </c:pt>
                <c:pt idx="686" formatCode="0.00">
                  <c:v>95.321998061844738</c:v>
                </c:pt>
                <c:pt idx="687" formatCode="0.00">
                  <c:v>96.158928728746332</c:v>
                </c:pt>
                <c:pt idx="688" formatCode="0.00">
                  <c:v>95.771297683023491</c:v>
                </c:pt>
                <c:pt idx="689" formatCode="0.00">
                  <c:v>96.916571227204614</c:v>
                </c:pt>
                <c:pt idx="690" formatCode="0.00">
                  <c:v>97.27777288344636</c:v>
                </c:pt>
                <c:pt idx="691" formatCode="0.00">
                  <c:v>97.066337767597531</c:v>
                </c:pt>
                <c:pt idx="692" formatCode="0.00">
                  <c:v>96.511320588494357</c:v>
                </c:pt>
                <c:pt idx="693" formatCode="0.00">
                  <c:v>96.537749977975466</c:v>
                </c:pt>
                <c:pt idx="694" formatCode="0.00">
                  <c:v>96.740375297330587</c:v>
                </c:pt>
                <c:pt idx="695" formatCode="0.00">
                  <c:v>95.991542595365999</c:v>
                </c:pt>
                <c:pt idx="696" formatCode="0.00">
                  <c:v>94.793410272222673</c:v>
                </c:pt>
                <c:pt idx="697" formatCode="0.00">
                  <c:v>93.383842833230503</c:v>
                </c:pt>
                <c:pt idx="698" formatCode="0.00">
                  <c:v>93.507179984142311</c:v>
                </c:pt>
                <c:pt idx="699" formatCode="0.00">
                  <c:v>93.181217513875382</c:v>
                </c:pt>
                <c:pt idx="700" formatCode="0.00">
                  <c:v>93.260505682318694</c:v>
                </c:pt>
                <c:pt idx="701" formatCode="0.00">
                  <c:v>92.820015857633635</c:v>
                </c:pt>
                <c:pt idx="702" formatCode="0.00">
                  <c:v>93.454321205180094</c:v>
                </c:pt>
                <c:pt idx="703" formatCode="0.00">
                  <c:v>94.608404545854924</c:v>
                </c:pt>
                <c:pt idx="704" formatCode="0.00">
                  <c:v>95.198660910932901</c:v>
                </c:pt>
                <c:pt idx="705" formatCode="0.00">
                  <c:v>95.498193991718736</c:v>
                </c:pt>
                <c:pt idx="706" formatCode="0.00">
                  <c:v>94.749361289754162</c:v>
                </c:pt>
                <c:pt idx="707" formatCode="0.00">
                  <c:v>94.537926173905333</c:v>
                </c:pt>
                <c:pt idx="708" formatCode="0.00">
                  <c:v>94.564355563386442</c:v>
                </c:pt>
                <c:pt idx="709" formatCode="0.00">
                  <c:v>94.661263324817156</c:v>
                </c:pt>
                <c:pt idx="710" formatCode="0.00">
                  <c:v>95.524623381199845</c:v>
                </c:pt>
                <c:pt idx="711" formatCode="0.00">
                  <c:v>96.819663465773885</c:v>
                </c:pt>
                <c:pt idx="712" formatCode="0.00">
                  <c:v>96.423222623557351</c:v>
                </c:pt>
                <c:pt idx="713" formatCode="0.00">
                  <c:v>97.779931283587302</c:v>
                </c:pt>
                <c:pt idx="714" formatCode="0.00">
                  <c:v>97.894458638005403</c:v>
                </c:pt>
                <c:pt idx="715" formatCode="0.00">
                  <c:v>98.035415381904627</c:v>
                </c:pt>
                <c:pt idx="716" formatCode="0.00">
                  <c:v>97.365870848383338</c:v>
                </c:pt>
                <c:pt idx="717" formatCode="0.00">
                  <c:v>96.687516518368369</c:v>
                </c:pt>
                <c:pt idx="718" formatCode="0.00">
                  <c:v>95.788917276010864</c:v>
                </c:pt>
                <c:pt idx="719" formatCode="0.00">
                  <c:v>95.313188265351016</c:v>
                </c:pt>
                <c:pt idx="720" formatCode="0.00">
                  <c:v>95.145802131970697</c:v>
                </c:pt>
                <c:pt idx="721" formatCode="0.00">
                  <c:v>94.441018412474619</c:v>
                </c:pt>
                <c:pt idx="722" formatCode="0.00">
                  <c:v>94.458638005462007</c:v>
                </c:pt>
                <c:pt idx="723" formatCode="0.00">
                  <c:v>94.705312307285638</c:v>
                </c:pt>
                <c:pt idx="724" formatCode="0.00">
                  <c:v>95.066513963527385</c:v>
                </c:pt>
                <c:pt idx="725" formatCode="0.00">
                  <c:v>94.899127830147052</c:v>
                </c:pt>
                <c:pt idx="726" formatCode="0.00">
                  <c:v>93.410272222711583</c:v>
                </c:pt>
                <c:pt idx="727" formatCode="0.00">
                  <c:v>93.95647960532105</c:v>
                </c:pt>
                <c:pt idx="728" formatCode="0.00">
                  <c:v>93.084309752444668</c:v>
                </c:pt>
                <c:pt idx="729" formatCode="0.00">
                  <c:v>92.370716236454882</c:v>
                </c:pt>
                <c:pt idx="730" formatCode="0.00">
                  <c:v>92.5204827768478</c:v>
                </c:pt>
                <c:pt idx="731" formatCode="0.00">
                  <c:v>92.943353008545429</c:v>
                </c:pt>
                <c:pt idx="732" formatCode="0.00">
                  <c:v>93.093119548938347</c:v>
                </c:pt>
                <c:pt idx="733" formatCode="0.00">
                  <c:v>93.022641176988742</c:v>
                </c:pt>
                <c:pt idx="734" formatCode="0.00">
                  <c:v>92.899304026076933</c:v>
                </c:pt>
                <c:pt idx="735" formatCode="0.00">
                  <c:v>93.013831380495034</c:v>
                </c:pt>
                <c:pt idx="736" formatCode="0.00">
                  <c:v>92.238569289049352</c:v>
                </c:pt>
                <c:pt idx="737" formatCode="0.00">
                  <c:v>91.577834552021784</c:v>
                </c:pt>
                <c:pt idx="738" formatCode="0.00">
                  <c:v>91.630693330984002</c:v>
                </c:pt>
                <c:pt idx="739" formatCode="0.00">
                  <c:v>91.657122720465097</c:v>
                </c:pt>
                <c:pt idx="740" formatCode="0.00">
                  <c:v>92.300237864505277</c:v>
                </c:pt>
                <c:pt idx="741" formatCode="0.00">
                  <c:v>92.141661527618652</c:v>
                </c:pt>
                <c:pt idx="742" formatCode="0.00">
                  <c:v>91.7099814994273</c:v>
                </c:pt>
                <c:pt idx="743" formatCode="0.00">
                  <c:v>92.820015857633621</c:v>
                </c:pt>
                <c:pt idx="744" formatCode="0.00">
                  <c:v>90.776143071094992</c:v>
                </c:pt>
                <c:pt idx="745" formatCode="0.00">
                  <c:v>89.868734032243793</c:v>
                </c:pt>
                <c:pt idx="746" formatCode="0.00">
                  <c:v>89.384195225090238</c:v>
                </c:pt>
                <c:pt idx="747" formatCode="0.00">
                  <c:v>89.983261386661908</c:v>
                </c:pt>
                <c:pt idx="748" formatCode="0.00">
                  <c:v>90.309223856928853</c:v>
                </c:pt>
                <c:pt idx="749" formatCode="0.00">
                  <c:v>89.921592811205997</c:v>
                </c:pt>
                <c:pt idx="750" formatCode="0.00">
                  <c:v>90.547088362258762</c:v>
                </c:pt>
                <c:pt idx="751" formatCode="0.00">
                  <c:v>90.65280592018317</c:v>
                </c:pt>
                <c:pt idx="752" formatCode="0.00">
                  <c:v>90.538278565765054</c:v>
                </c:pt>
                <c:pt idx="753" formatCode="0.00">
                  <c:v>90.432561007840647</c:v>
                </c:pt>
                <c:pt idx="754" formatCode="0.00">
                  <c:v>89.348956039115407</c:v>
                </c:pt>
                <c:pt idx="755" formatCode="0.00">
                  <c:v>90.203506299004403</c:v>
                </c:pt>
                <c:pt idx="756" formatCode="0.00">
                  <c:v>90.080169148092594</c:v>
                </c:pt>
                <c:pt idx="757" formatCode="0.00">
                  <c:v>90.124218130561118</c:v>
                </c:pt>
                <c:pt idx="758" formatCode="0.00">
                  <c:v>90.115408334067425</c:v>
                </c:pt>
                <c:pt idx="759" formatCode="0.00">
                  <c:v>90.503039379790266</c:v>
                </c:pt>
                <c:pt idx="760" formatCode="0.00">
                  <c:v>90.062549555105207</c:v>
                </c:pt>
                <c:pt idx="761" formatCode="0.00">
                  <c:v>90.608756937714674</c:v>
                </c:pt>
                <c:pt idx="762" formatCode="0.00">
                  <c:v>90.362082635891042</c:v>
                </c:pt>
                <c:pt idx="763" formatCode="0.00">
                  <c:v>90.802572460576087</c:v>
                </c:pt>
                <c:pt idx="764" formatCode="0.00">
                  <c:v>90.344463042903641</c:v>
                </c:pt>
                <c:pt idx="765" formatCode="0.00">
                  <c:v>90.8818606290194</c:v>
                </c:pt>
                <c:pt idx="766" formatCode="0.00">
                  <c:v>90.335653246409947</c:v>
                </c:pt>
                <c:pt idx="767" formatCode="0.00">
                  <c:v>90.265174874460328</c:v>
                </c:pt>
                <c:pt idx="768" formatCode="0.00">
                  <c:v>89.992071183155602</c:v>
                </c:pt>
                <c:pt idx="769" formatCode="0.00">
                  <c:v>89.322526649634312</c:v>
                </c:pt>
                <c:pt idx="770" formatCode="0.00">
                  <c:v>88.908466214430376</c:v>
                </c:pt>
                <c:pt idx="771" formatCode="0.00">
                  <c:v>89.181569905735117</c:v>
                </c:pt>
                <c:pt idx="772" formatCode="0.00">
                  <c:v>88.952515196898887</c:v>
                </c:pt>
                <c:pt idx="773" formatCode="0.00">
                  <c:v>88.767509470531166</c:v>
                </c:pt>
                <c:pt idx="774" formatCode="0.00">
                  <c:v>88.943705400405193</c:v>
                </c:pt>
                <c:pt idx="775" formatCode="0.00">
                  <c:v>88.820368249493399</c:v>
                </c:pt>
                <c:pt idx="776" formatCode="0.00">
                  <c:v>89.331336446128049</c:v>
                </c:pt>
                <c:pt idx="777" formatCode="0.00">
                  <c:v>89.331336446128049</c:v>
                </c:pt>
                <c:pt idx="778" formatCode="0.00">
                  <c:v>89.058232754823308</c:v>
                </c:pt>
                <c:pt idx="779" formatCode="0.00">
                  <c:v>88.626552726631957</c:v>
                </c:pt>
                <c:pt idx="780">
                  <c:v>100</c:v>
                </c:pt>
                <c:pt idx="781">
                  <c:v>100</c:v>
                </c:pt>
                <c:pt idx="782" formatCode="0.00">
                  <c:v>100</c:v>
                </c:pt>
                <c:pt idx="783" formatCode="0.00">
                  <c:v>99.212755356253112</c:v>
                </c:pt>
                <c:pt idx="784" formatCode="0.00">
                  <c:v>98.046836073741915</c:v>
                </c:pt>
                <c:pt idx="785" formatCode="0.00">
                  <c:v>98.525161933233676</c:v>
                </c:pt>
                <c:pt idx="786" formatCode="0.00">
                  <c:v>99.192825112107613</c:v>
                </c:pt>
                <c:pt idx="787" formatCode="0.00">
                  <c:v>99.461883408071728</c:v>
                </c:pt>
                <c:pt idx="788" formatCode="0.00">
                  <c:v>98.943697060288983</c:v>
                </c:pt>
                <c:pt idx="789" formatCode="0.00">
                  <c:v>98.455406078724465</c:v>
                </c:pt>
                <c:pt idx="790" formatCode="0.00">
                  <c:v>98.913801694070756</c:v>
                </c:pt>
                <c:pt idx="791" formatCode="0.00">
                  <c:v>99.292476332835093</c:v>
                </c:pt>
                <c:pt idx="792" formatCode="0.00">
                  <c:v>99.043348281016449</c:v>
                </c:pt>
                <c:pt idx="793" formatCode="0.00">
                  <c:v>98.445440956651723</c:v>
                </c:pt>
                <c:pt idx="794" formatCode="0.00">
                  <c:v>99.043348281016449</c:v>
                </c:pt>
                <c:pt idx="795" formatCode="0.00">
                  <c:v>99.481813652217241</c:v>
                </c:pt>
                <c:pt idx="796" formatCode="0.00">
                  <c:v>99.272546088689595</c:v>
                </c:pt>
                <c:pt idx="797" formatCode="0.00">
                  <c:v>100.548081714001</c:v>
                </c:pt>
                <c:pt idx="798" formatCode="0.00">
                  <c:v>100.8570004982561</c:v>
                </c:pt>
                <c:pt idx="799" formatCode="0.00">
                  <c:v>101.46487294469357</c:v>
                </c:pt>
                <c:pt idx="800" formatCode="0.00">
                  <c:v>100.8769307424016</c:v>
                </c:pt>
                <c:pt idx="801" formatCode="0.00">
                  <c:v>100.26905829596413</c:v>
                </c:pt>
                <c:pt idx="802" formatCode="0.00">
                  <c:v>100.46836073741905</c:v>
                </c:pt>
                <c:pt idx="803" formatCode="0.00">
                  <c:v>101.21574489287495</c:v>
                </c:pt>
                <c:pt idx="804" formatCode="0.00">
                  <c:v>101.60438465371202</c:v>
                </c:pt>
                <c:pt idx="805" formatCode="0.00">
                  <c:v>100.86696562032887</c:v>
                </c:pt>
                <c:pt idx="806" formatCode="0.00">
                  <c:v>102.46138515196813</c:v>
                </c:pt>
                <c:pt idx="807" formatCode="0.00">
                  <c:v>102.59093173891382</c:v>
                </c:pt>
                <c:pt idx="808" formatCode="0.00">
                  <c:v>103.44793223716992</c:v>
                </c:pt>
                <c:pt idx="809" formatCode="0.00">
                  <c:v>103.35824613851521</c:v>
                </c:pt>
                <c:pt idx="810" formatCode="0.00">
                  <c:v>103.65719980069757</c:v>
                </c:pt>
                <c:pt idx="811" formatCode="0.00">
                  <c:v>103.64723467862483</c:v>
                </c:pt>
                <c:pt idx="812" formatCode="0.00">
                  <c:v>104.6337817638266</c:v>
                </c:pt>
                <c:pt idx="813" formatCode="0.00">
                  <c:v>105.35127055306428</c:v>
                </c:pt>
                <c:pt idx="814" formatCode="0.00">
                  <c:v>105.78973592426509</c:v>
                </c:pt>
                <c:pt idx="815" formatCode="0.00">
                  <c:v>105.0921773791729</c:v>
                </c:pt>
                <c:pt idx="816" formatCode="0.00">
                  <c:v>104.87294469357251</c:v>
                </c:pt>
                <c:pt idx="817" formatCode="0.00">
                  <c:v>104.8031888390633</c:v>
                </c:pt>
                <c:pt idx="818" formatCode="0.00">
                  <c:v>105.66018933731939</c:v>
                </c:pt>
                <c:pt idx="819" formatCode="0.00">
                  <c:v>105.26158445440957</c:v>
                </c:pt>
                <c:pt idx="820" formatCode="0.00">
                  <c:v>105.5705032386647</c:v>
                </c:pt>
                <c:pt idx="821" formatCode="0.00">
                  <c:v>105.78973592426509</c:v>
                </c:pt>
                <c:pt idx="822" formatCode="0.00">
                  <c:v>105.82959641255607</c:v>
                </c:pt>
                <c:pt idx="823" formatCode="0.00">
                  <c:v>104.58395615346291</c:v>
                </c:pt>
                <c:pt idx="824" formatCode="0.00">
                  <c:v>103.50772296960641</c:v>
                </c:pt>
                <c:pt idx="825" formatCode="0.00">
                  <c:v>104.83308420528154</c:v>
                </c:pt>
                <c:pt idx="826" formatCode="0.00">
                  <c:v>105.40109616342801</c:v>
                </c:pt>
                <c:pt idx="827" formatCode="0.00">
                  <c:v>107.10513203786746</c:v>
                </c:pt>
                <c:pt idx="828" formatCode="0.00">
                  <c:v>107.27453911310411</c:v>
                </c:pt>
                <c:pt idx="829" formatCode="0.00">
                  <c:v>107.20478325859489</c:v>
                </c:pt>
                <c:pt idx="830" formatCode="0.00">
                  <c:v>105.54060787244642</c:v>
                </c:pt>
                <c:pt idx="831" formatCode="0.00">
                  <c:v>106.62680617837566</c:v>
                </c:pt>
                <c:pt idx="832" formatCode="0.00">
                  <c:v>106.27802690582956</c:v>
                </c:pt>
                <c:pt idx="833" formatCode="0.00">
                  <c:v>106.4374688589935</c:v>
                </c:pt>
                <c:pt idx="834" formatCode="0.00">
                  <c:v>107.2944693572496</c:v>
                </c:pt>
                <c:pt idx="835" formatCode="0.00">
                  <c:v>108.33084205281511</c:v>
                </c:pt>
                <c:pt idx="836" formatCode="0.00">
                  <c:v>108.66965620328845</c:v>
                </c:pt>
                <c:pt idx="837" formatCode="0.00">
                  <c:v>108.64972595914297</c:v>
                </c:pt>
                <c:pt idx="838" formatCode="0.00">
                  <c:v>107.36422521175881</c:v>
                </c:pt>
                <c:pt idx="839" formatCode="0.00">
                  <c:v>107.51370204284997</c:v>
                </c:pt>
                <c:pt idx="840" formatCode="0.00">
                  <c:v>107.40408570004976</c:v>
                </c:pt>
                <c:pt idx="841" formatCode="0.00">
                  <c:v>108.24115595416038</c:v>
                </c:pt>
                <c:pt idx="842" formatCode="0.00">
                  <c:v>107.61335326357742</c:v>
                </c:pt>
                <c:pt idx="843" formatCode="0.00">
                  <c:v>106.74638764324858</c:v>
                </c:pt>
                <c:pt idx="844" formatCode="0.00">
                  <c:v>104.75336322869951</c:v>
                </c:pt>
                <c:pt idx="845" formatCode="0.00">
                  <c:v>104.83308420528148</c:v>
                </c:pt>
                <c:pt idx="846" formatCode="0.00">
                  <c:v>105.27154957648227</c:v>
                </c:pt>
                <c:pt idx="847" formatCode="0.00">
                  <c:v>104.35475834578969</c:v>
                </c:pt>
                <c:pt idx="848" formatCode="0.00">
                  <c:v>104.93273542600893</c:v>
                </c:pt>
                <c:pt idx="849" formatCode="0.00">
                  <c:v>101.83358246138512</c:v>
                </c:pt>
                <c:pt idx="850" formatCode="0.00">
                  <c:v>100.76731439960136</c:v>
                </c:pt>
                <c:pt idx="851" formatCode="0.00">
                  <c:v>99.651220727453889</c:v>
                </c:pt>
                <c:pt idx="852" formatCode="0.00">
                  <c:v>101.62431489785747</c:v>
                </c:pt>
                <c:pt idx="853" formatCode="0.00">
                  <c:v>100.98654708520176</c:v>
                </c:pt>
                <c:pt idx="854" formatCode="0.00">
                  <c:v>102.50124564025904</c:v>
                </c:pt>
                <c:pt idx="855" formatCode="0.00">
                  <c:v>102.98953662182358</c:v>
                </c:pt>
                <c:pt idx="856" formatCode="0.00">
                  <c:v>102.54110612855004</c:v>
                </c:pt>
                <c:pt idx="857" formatCode="0.00">
                  <c:v>102.83009466865965</c:v>
                </c:pt>
                <c:pt idx="858" formatCode="0.00">
                  <c:v>103.22869955156948</c:v>
                </c:pt>
                <c:pt idx="859" formatCode="0.00">
                  <c:v>103.08918784255104</c:v>
                </c:pt>
                <c:pt idx="860" formatCode="0.00">
                  <c:v>103.62730443447929</c:v>
                </c:pt>
                <c:pt idx="861" formatCode="0.00">
                  <c:v>105.72994519182856</c:v>
                </c:pt>
                <c:pt idx="862" formatCode="0.00">
                  <c:v>105.53064275037364</c:v>
                </c:pt>
                <c:pt idx="863" formatCode="0.00">
                  <c:v>106.64673642252114</c:v>
                </c:pt>
                <c:pt idx="864" formatCode="0.00">
                  <c:v>106.62680617837566</c:v>
                </c:pt>
                <c:pt idx="865" formatCode="0.00">
                  <c:v>105.5804683607374</c:v>
                </c:pt>
                <c:pt idx="866" formatCode="0.00">
                  <c:v>105.2516193323368</c:v>
                </c:pt>
                <c:pt idx="867" formatCode="0.00">
                  <c:v>105.07224713502738</c:v>
                </c:pt>
                <c:pt idx="868" formatCode="0.00">
                  <c:v>105.20179372197306</c:v>
                </c:pt>
                <c:pt idx="869" formatCode="0.00">
                  <c:v>105.08221225710012</c:v>
                </c:pt>
                <c:pt idx="870" formatCode="0.00">
                  <c:v>105.83956153462877</c:v>
                </c:pt>
                <c:pt idx="871" formatCode="0.00">
                  <c:v>105.96910812157446</c:v>
                </c:pt>
                <c:pt idx="872" formatCode="0.00">
                  <c:v>105.28151469855501</c:v>
                </c:pt>
                <c:pt idx="873" formatCode="0.00">
                  <c:v>106.42750373692074</c:v>
                </c:pt>
                <c:pt idx="874" formatCode="0.00">
                  <c:v>106.42750373692074</c:v>
                </c:pt>
                <c:pt idx="875" formatCode="0.00">
                  <c:v>105.281514698555</c:v>
                </c:pt>
                <c:pt idx="876" formatCode="0.00">
                  <c:v>105.98903836571994</c:v>
                </c:pt>
                <c:pt idx="877" formatCode="0.00">
                  <c:v>105.70004982561032</c:v>
                </c:pt>
                <c:pt idx="878" formatCode="0.00">
                  <c:v>106.11858495266563</c:v>
                </c:pt>
                <c:pt idx="879" formatCode="0.00">
                  <c:v>105.70004982561032</c:v>
                </c:pt>
                <c:pt idx="880" formatCode="0.00">
                  <c:v>106.26806178375681</c:v>
                </c:pt>
                <c:pt idx="881" formatCode="0.00">
                  <c:v>105.55057299451914</c:v>
                </c:pt>
                <c:pt idx="882" formatCode="0.00">
                  <c:v>105.59043348281013</c:v>
                </c:pt>
                <c:pt idx="883" formatCode="0.00">
                  <c:v>105.71998006975581</c:v>
                </c:pt>
                <c:pt idx="884" formatCode="0.00">
                  <c:v>106.12855007473836</c:v>
                </c:pt>
                <c:pt idx="885" formatCode="0.00">
                  <c:v>106.32785251619327</c:v>
                </c:pt>
                <c:pt idx="886" formatCode="0.00">
                  <c:v>105.90931738913795</c:v>
                </c:pt>
                <c:pt idx="887" formatCode="0.00">
                  <c:v>106.53712007972091</c:v>
                </c:pt>
                <c:pt idx="888" formatCode="0.00">
                  <c:v>105.3712007972097</c:v>
                </c:pt>
                <c:pt idx="889" formatCode="0.00">
                  <c:v>106.08868958644736</c:v>
                </c:pt>
                <c:pt idx="890" formatCode="0.00">
                  <c:v>105.88938714499244</c:v>
                </c:pt>
                <c:pt idx="891" formatCode="0.00">
                  <c:v>106.34778276033873</c:v>
                </c:pt>
                <c:pt idx="892" formatCode="0.00">
                  <c:v>107.05530642750365</c:v>
                </c:pt>
                <c:pt idx="893" formatCode="0.00">
                  <c:v>106.59691081215736</c:v>
                </c:pt>
                <c:pt idx="894" formatCode="0.00">
                  <c:v>106.37767812655697</c:v>
                </c:pt>
                <c:pt idx="895" formatCode="0.00">
                  <c:v>105.95914299950167</c:v>
                </c:pt>
                <c:pt idx="896" formatCode="0.00">
                  <c:v>106.63677130044834</c:v>
                </c:pt>
                <c:pt idx="897" formatCode="0.00">
                  <c:v>107.14499252615836</c:v>
                </c:pt>
                <c:pt idx="898" formatCode="0.00">
                  <c:v>105.98903836571989</c:v>
                </c:pt>
                <c:pt idx="899" formatCode="0.00">
                  <c:v>106.41753861484796</c:v>
                </c:pt>
                <c:pt idx="900" formatCode="0.00">
                  <c:v>105.43099152964616</c:v>
                </c:pt>
                <c:pt idx="901" formatCode="0.00">
                  <c:v>105.5505729945191</c:v>
                </c:pt>
                <c:pt idx="902" formatCode="0.00">
                  <c:v>105.96910812157442</c:v>
                </c:pt>
                <c:pt idx="903" formatCode="0.00">
                  <c:v>105.69008470353755</c:v>
                </c:pt>
                <c:pt idx="904" formatCode="0.00">
                  <c:v>105.15196811160931</c:v>
                </c:pt>
                <c:pt idx="905" formatCode="0.00">
                  <c:v>106.56701544593915</c:v>
                </c:pt>
                <c:pt idx="906" formatCode="0.00">
                  <c:v>106.28799202790229</c:v>
                </c:pt>
                <c:pt idx="907" formatCode="0.00">
                  <c:v>106.95565520677623</c:v>
                </c:pt>
                <c:pt idx="908" formatCode="0.00">
                  <c:v>105.93921275535619</c:v>
                </c:pt>
                <c:pt idx="909" formatCode="0.00">
                  <c:v>106.97558545092171</c:v>
                </c:pt>
                <c:pt idx="910" formatCode="0.00">
                  <c:v>107.23467862481309</c:v>
                </c:pt>
                <c:pt idx="911" formatCode="0.00">
                  <c:v>107.5236671649227</c:v>
                </c:pt>
                <c:pt idx="912" formatCode="0.00">
                  <c:v>107.12506228201289</c:v>
                </c:pt>
                <c:pt idx="913" formatCode="0.00">
                  <c:v>107.08520179372191</c:v>
                </c:pt>
                <c:pt idx="914" formatCode="0.00">
                  <c:v>105.65022421524657</c:v>
                </c:pt>
                <c:pt idx="915" formatCode="0.00">
                  <c:v>105.77977080219225</c:v>
                </c:pt>
                <c:pt idx="916" formatCode="0.00">
                  <c:v>104.9128051818634</c:v>
                </c:pt>
                <c:pt idx="917" formatCode="0.00">
                  <c:v>104.83308420528144</c:v>
                </c:pt>
                <c:pt idx="918" formatCode="0.00">
                  <c:v>103.95615346287984</c:v>
                </c:pt>
                <c:pt idx="919" formatCode="0.00">
                  <c:v>103.00946686596903</c:v>
                </c:pt>
                <c:pt idx="920" formatCode="0.00">
                  <c:v>103.10911808669648</c:v>
                </c:pt>
                <c:pt idx="921" formatCode="0.00">
                  <c:v>102.96960637767805</c:v>
                </c:pt>
                <c:pt idx="922" formatCode="0.00">
                  <c:v>103.48779272546079</c:v>
                </c:pt>
                <c:pt idx="923" formatCode="0.00">
                  <c:v>103.30842052815137</c:v>
                </c:pt>
                <c:pt idx="924" formatCode="0.00">
                  <c:v>104.4544095665171</c:v>
                </c:pt>
                <c:pt idx="925" formatCode="0.00">
                  <c:v>104.83308420528142</c:v>
                </c:pt>
                <c:pt idx="926" formatCode="0.00">
                  <c:v>104.99252615844534</c:v>
                </c:pt>
                <c:pt idx="927" formatCode="0.00">
                  <c:v>104.88290981564514</c:v>
                </c:pt>
                <c:pt idx="928" formatCode="0.00">
                  <c:v>103.42800199302431</c:v>
                </c:pt>
                <c:pt idx="929" formatCode="0.00">
                  <c:v>102.94967613353253</c:v>
                </c:pt>
                <c:pt idx="930" formatCode="0.00">
                  <c:v>102.60089686098644</c:v>
                </c:pt>
                <c:pt idx="931" formatCode="0.00">
                  <c:v>101.49476831091171</c:v>
                </c:pt>
                <c:pt idx="932" formatCode="0.00">
                  <c:v>102.461385151968</c:v>
                </c:pt>
                <c:pt idx="933" formatCode="0.00">
                  <c:v>102.80019930244134</c:v>
                </c:pt>
                <c:pt idx="934" formatCode="0.00">
                  <c:v>103.14897857498742</c:v>
                </c:pt>
                <c:pt idx="935" formatCode="0.00">
                  <c:v>103.15894369706017</c:v>
                </c:pt>
                <c:pt idx="936" formatCode="0.00">
                  <c:v>102.19232685600387</c:v>
                </c:pt>
                <c:pt idx="937" formatCode="0.00">
                  <c:v>102.79023418036859</c:v>
                </c:pt>
                <c:pt idx="938" formatCode="0.00">
                  <c:v>103.15894369706015</c:v>
                </c:pt>
                <c:pt idx="939" formatCode="0.00">
                  <c:v>102.76033881415034</c:v>
                </c:pt>
                <c:pt idx="940" formatCode="0.00">
                  <c:v>104.27503736920764</c:v>
                </c:pt>
                <c:pt idx="941" formatCode="0.00">
                  <c:v>104.50423517688078</c:v>
                </c:pt>
                <c:pt idx="942" formatCode="0.00">
                  <c:v>103.09915296462367</c:v>
                </c:pt>
                <c:pt idx="943" formatCode="0.00">
                  <c:v>103.3881415047333</c:v>
                </c:pt>
                <c:pt idx="944" formatCode="0.00">
                  <c:v>103.37817638266056</c:v>
                </c:pt>
                <c:pt idx="945" formatCode="0.00">
                  <c:v>103.41803687095152</c:v>
                </c:pt>
                <c:pt idx="946" formatCode="0.00">
                  <c:v>103.04932735425994</c:v>
                </c:pt>
                <c:pt idx="947" formatCode="0.00">
                  <c:v>102.64075734927738</c:v>
                </c:pt>
                <c:pt idx="948" formatCode="0.00">
                  <c:v>103.9162929745888</c:v>
                </c:pt>
                <c:pt idx="949" formatCode="0.00">
                  <c:v>103.27852516193309</c:v>
                </c:pt>
                <c:pt idx="950" formatCode="0.00">
                  <c:v>103.13901345291465</c:v>
                </c:pt>
                <c:pt idx="951" formatCode="0.00">
                  <c:v>102.90981564524152</c:v>
                </c:pt>
                <c:pt idx="952" formatCode="0.00">
                  <c:v>102.95964125560523</c:v>
                </c:pt>
                <c:pt idx="953" formatCode="0.00">
                  <c:v>103.06925759840543</c:v>
                </c:pt>
                <c:pt idx="954" formatCode="0.00">
                  <c:v>102.86995515695054</c:v>
                </c:pt>
                <c:pt idx="955" formatCode="0.00">
                  <c:v>102.37169905331326</c:v>
                </c:pt>
                <c:pt idx="956" formatCode="0.00">
                  <c:v>102.85002491280503</c:v>
                </c:pt>
                <c:pt idx="957" formatCode="0.00">
                  <c:v>102.49128051818619</c:v>
                </c:pt>
                <c:pt idx="958" formatCode="0.00">
                  <c:v>103.1489785749874</c:v>
                </c:pt>
                <c:pt idx="959" formatCode="0.00">
                  <c:v>102.69058295964111</c:v>
                </c:pt>
                <c:pt idx="960" formatCode="0.00">
                  <c:v>102.95964125560523</c:v>
                </c:pt>
                <c:pt idx="961" formatCode="0.00">
                  <c:v>103.50772296960625</c:v>
                </c:pt>
                <c:pt idx="962" formatCode="0.00">
                  <c:v>104.64374688589923</c:v>
                </c:pt>
                <c:pt idx="963" formatCode="0.00">
                  <c:v>104.41454907822609</c:v>
                </c:pt>
                <c:pt idx="964" formatCode="0.00">
                  <c:v>104.73343298455394</c:v>
                </c:pt>
                <c:pt idx="965" formatCode="0.00">
                  <c:v>105.13203786746375</c:v>
                </c:pt>
                <c:pt idx="966" formatCode="0.00">
                  <c:v>104.84304932735414</c:v>
                </c:pt>
                <c:pt idx="967" formatCode="0.00">
                  <c:v>104.44444444444433</c:v>
                </c:pt>
                <c:pt idx="968" formatCode="0.00">
                  <c:v>104.31489785749864</c:v>
                </c:pt>
                <c:pt idx="969" formatCode="0.00">
                  <c:v>104.25510712506217</c:v>
                </c:pt>
                <c:pt idx="970" formatCode="0.00">
                  <c:v>105.00249128051809</c:v>
                </c:pt>
                <c:pt idx="971" formatCode="0.00">
                  <c:v>104.58395615346278</c:v>
                </c:pt>
                <c:pt idx="972" formatCode="0.00">
                  <c:v>103.6671649227702</c:v>
                </c:pt>
                <c:pt idx="973" formatCode="0.00">
                  <c:v>103.80667663178865</c:v>
                </c:pt>
                <c:pt idx="974" formatCode="0.00">
                  <c:v>103.10911808669648</c:v>
                </c:pt>
                <c:pt idx="975" formatCode="0.00">
                  <c:v>103.53761833582455</c:v>
                </c:pt>
                <c:pt idx="976" formatCode="0.00">
                  <c:v>103.8166417538614</c:v>
                </c:pt>
                <c:pt idx="977" formatCode="0.00">
                  <c:v>103.59740906826102</c:v>
                </c:pt>
                <c:pt idx="978" formatCode="0.00">
                  <c:v>103.22869955156943</c:v>
                </c:pt>
                <c:pt idx="979" formatCode="0.00">
                  <c:v>103.55754857997003</c:v>
                </c:pt>
                <c:pt idx="980" formatCode="0.00">
                  <c:v>103.89636273044337</c:v>
                </c:pt>
                <c:pt idx="981" formatCode="0.00">
                  <c:v>104.78325859491771</c:v>
                </c:pt>
                <c:pt idx="982" formatCode="0.00">
                  <c:v>104.81315396113594</c:v>
                </c:pt>
                <c:pt idx="983" formatCode="0.00">
                  <c:v>103.80667663178866</c:v>
                </c:pt>
                <c:pt idx="984" formatCode="0.00">
                  <c:v>103.9262580966616</c:v>
                </c:pt>
                <c:pt idx="985" formatCode="0.00">
                  <c:v>103.67713004484297</c:v>
                </c:pt>
                <c:pt idx="986" formatCode="0.00">
                  <c:v>103.68709516691573</c:v>
                </c:pt>
                <c:pt idx="987" formatCode="0.00">
                  <c:v>104.24514200298947</c:v>
                </c:pt>
                <c:pt idx="988" formatCode="0.00">
                  <c:v>104.05580468360731</c:v>
                </c:pt>
                <c:pt idx="989" formatCode="0.00">
                  <c:v>104.76332835077223</c:v>
                </c:pt>
                <c:pt idx="990" formatCode="0.00">
                  <c:v>104.51420029895358</c:v>
                </c:pt>
                <c:pt idx="991" formatCode="0.00">
                  <c:v>104.85301444942691</c:v>
                </c:pt>
                <c:pt idx="992" formatCode="0.00">
                  <c:v>105.48081714000989</c:v>
                </c:pt>
                <c:pt idx="993" formatCode="0.00">
                  <c:v>105.83956153462871</c:v>
                </c:pt>
                <c:pt idx="994" formatCode="0.00">
                  <c:v>105.85949177877421</c:v>
                </c:pt>
                <c:pt idx="995" formatCode="0.00">
                  <c:v>105.63029397110107</c:v>
                </c:pt>
                <c:pt idx="996" formatCode="0.00">
                  <c:v>105.80966616841047</c:v>
                </c:pt>
                <c:pt idx="997" formatCode="0.00">
                  <c:v>105.749875435974</c:v>
                </c:pt>
                <c:pt idx="998" formatCode="0.00">
                  <c:v>105.71998006975576</c:v>
                </c:pt>
                <c:pt idx="999" formatCode="0.00">
                  <c:v>106.14848031888383</c:v>
                </c:pt>
                <c:pt idx="1000" formatCode="0.00">
                  <c:v>105.30144494270046</c:v>
                </c:pt>
                <c:pt idx="1001" formatCode="0.00">
                  <c:v>105.50074738415537</c:v>
                </c:pt>
                <c:pt idx="1002" formatCode="0.00">
                  <c:v>105.60039860488283</c:v>
                </c:pt>
                <c:pt idx="1003" formatCode="0.00">
                  <c:v>105.34130543099145</c:v>
                </c:pt>
                <c:pt idx="1004" formatCode="0.00">
                  <c:v>106.14848031888384</c:v>
                </c:pt>
                <c:pt idx="1005" formatCode="0.00">
                  <c:v>106.59691081215738</c:v>
                </c:pt>
                <c:pt idx="1006" formatCode="0.00">
                  <c:v>107.13502740408563</c:v>
                </c:pt>
                <c:pt idx="1007" formatCode="0.00">
                  <c:v>107.33432984554054</c:v>
                </c:pt>
                <c:pt idx="1008" formatCode="0.00">
                  <c:v>107.38415545590425</c:v>
                </c:pt>
                <c:pt idx="1009" formatCode="0.00">
                  <c:v>107.91230692575976</c:v>
                </c:pt>
                <c:pt idx="1010" formatCode="0.00">
                  <c:v>106.85600398604876</c:v>
                </c:pt>
                <c:pt idx="1011" formatCode="0.00">
                  <c:v>106.94569008470346</c:v>
                </c:pt>
                <c:pt idx="1012" formatCode="0.00">
                  <c:v>107.20478325859483</c:v>
                </c:pt>
                <c:pt idx="1013" formatCode="0.00">
                  <c:v>106.0787244643746</c:v>
                </c:pt>
                <c:pt idx="1014" formatCode="0.00">
                  <c:v>106.01893373193812</c:v>
                </c:pt>
                <c:pt idx="1015" formatCode="0.00">
                  <c:v>106.52715495764812</c:v>
                </c:pt>
                <c:pt idx="1016" formatCode="0.00">
                  <c:v>107.61335326357737</c:v>
                </c:pt>
                <c:pt idx="1017" formatCode="0.00">
                  <c:v>107.26457399103127</c:v>
                </c:pt>
                <c:pt idx="1018" formatCode="0.00">
                  <c:v>107.41405082212243</c:v>
                </c:pt>
                <c:pt idx="1019" formatCode="0.00">
                  <c:v>107.17488789237656</c:v>
                </c:pt>
                <c:pt idx="1020" formatCode="0.00">
                  <c:v>108.00199302441443</c:v>
                </c:pt>
                <c:pt idx="1021" formatCode="0.00">
                  <c:v>108.410563029397</c:v>
                </c:pt>
                <c:pt idx="1022" formatCode="0.00">
                  <c:v>108.53014449426995</c:v>
                </c:pt>
                <c:pt idx="1023" formatCode="0.00">
                  <c:v>107.94220229197796</c:v>
                </c:pt>
                <c:pt idx="1024" formatCode="0.00">
                  <c:v>107.83258594917777</c:v>
                </c:pt>
                <c:pt idx="1025" formatCode="0.00">
                  <c:v>107.66317887394109</c:v>
                </c:pt>
                <c:pt idx="1026" formatCode="0.00">
                  <c:v>107.92227204783248</c:v>
                </c:pt>
                <c:pt idx="1027" formatCode="0.00">
                  <c:v>108.97857498754348</c:v>
                </c:pt>
                <c:pt idx="1028" formatCode="0.00">
                  <c:v>109.75585450921761</c:v>
                </c:pt>
                <c:pt idx="1029" formatCode="0.00">
                  <c:v>108.90881913303426</c:v>
                </c:pt>
                <c:pt idx="1030" formatCode="0.00">
                  <c:v>109.00847035376172</c:v>
                </c:pt>
                <c:pt idx="1031" formatCode="0.00">
                  <c:v>108.57000498256093</c:v>
                </c:pt>
                <c:pt idx="1032" formatCode="0.00">
                  <c:v>109.41704035874427</c:v>
                </c:pt>
                <c:pt idx="1033" formatCode="0.00">
                  <c:v>109.39711011459879</c:v>
                </c:pt>
                <c:pt idx="1034" formatCode="0.00">
                  <c:v>109.59641255605369</c:v>
                </c:pt>
                <c:pt idx="1035" formatCode="0.00">
                  <c:v>109.78574987543587</c:v>
                </c:pt>
                <c:pt idx="1036" formatCode="0.00">
                  <c:v>110.18435475834568</c:v>
                </c:pt>
                <c:pt idx="1037" formatCode="0.00">
                  <c:v>110.18435475834568</c:v>
                </c:pt>
                <c:pt idx="1038" formatCode="0.00">
                  <c:v>109.86547085201782</c:v>
                </c:pt>
                <c:pt idx="1039" formatCode="0.00">
                  <c:v>108.87892376681603</c:v>
                </c:pt>
                <c:pt idx="1040" formatCode="0.00">
                  <c:v>110.73243647234668</c:v>
                </c:pt>
                <c:pt idx="1041" formatCode="0.00">
                  <c:v>110.65271549576472</c:v>
                </c:pt>
                <c:pt idx="1042" formatCode="0.00">
                  <c:v>110.65271549576472</c:v>
                </c:pt>
                <c:pt idx="1043" formatCode="0.00">
                  <c:v>109.92526158445432</c:v>
                </c:pt>
                <c:pt idx="1044" formatCode="0.00">
                  <c:v>110.2341803687094</c:v>
                </c:pt>
                <c:pt idx="1045" formatCode="0.00">
                  <c:v>111.42999501743886</c:v>
                </c:pt>
                <c:pt idx="1046" formatCode="0.00">
                  <c:v>111.26058794220219</c:v>
                </c:pt>
                <c:pt idx="1047" formatCode="0.00">
                  <c:v>111.06128550074727</c:v>
                </c:pt>
                <c:pt idx="1048" formatCode="0.00">
                  <c:v>111.4598903836571</c:v>
                </c:pt>
                <c:pt idx="1049" formatCode="0.00">
                  <c:v>112.61584454409557</c:v>
                </c:pt>
                <c:pt idx="1050" formatCode="0.00">
                  <c:v>112.45640259093165</c:v>
                </c:pt>
                <c:pt idx="1051" formatCode="0.00">
                  <c:v>112.95465869456891</c:v>
                </c:pt>
                <c:pt idx="1052" formatCode="0.00">
                  <c:v>112.85500747384145</c:v>
                </c:pt>
                <c:pt idx="1053" formatCode="0.00">
                  <c:v>112.40657698056791</c:v>
                </c:pt>
                <c:pt idx="1054" formatCode="0.00">
                  <c:v>112.10762331838555</c:v>
                </c:pt>
                <c:pt idx="1055" formatCode="0.00">
                  <c:v>112.57598405580458</c:v>
                </c:pt>
                <c:pt idx="1056" formatCode="0.00">
                  <c:v>113.90134529147973</c:v>
                </c:pt>
                <c:pt idx="1057" formatCode="0.00">
                  <c:v>114.59890383657192</c:v>
                </c:pt>
                <c:pt idx="1058" formatCode="0.00">
                  <c:v>115.00747384155449</c:v>
                </c:pt>
                <c:pt idx="1059" formatCode="0.00">
                  <c:v>115.24663677130037</c:v>
                </c:pt>
                <c:pt idx="1060" formatCode="0.00">
                  <c:v>115.94419531639255</c:v>
                </c:pt>
                <c:pt idx="1061" formatCode="0.00">
                  <c:v>115.21674140508215</c:v>
                </c:pt>
                <c:pt idx="1062" formatCode="0.00">
                  <c:v>115.99402092675629</c:v>
                </c:pt>
                <c:pt idx="1063" formatCode="0.00">
                  <c:v>114.08071748878918</c:v>
                </c:pt>
                <c:pt idx="1064" formatCode="0.00">
                  <c:v>115.23667164922766</c:v>
                </c:pt>
                <c:pt idx="1065" formatCode="0.00">
                  <c:v>115.86447433981061</c:v>
                </c:pt>
                <c:pt idx="1066" formatCode="0.00">
                  <c:v>115.56552067762826</c:v>
                </c:pt>
                <c:pt idx="1067" formatCode="0.00">
                  <c:v>115.01743896362724</c:v>
                </c:pt>
                <c:pt idx="1068" formatCode="0.00">
                  <c:v>116.41255605381158</c:v>
                </c:pt>
                <c:pt idx="1069" formatCode="0.00">
                  <c:v>116.88091679123065</c:v>
                </c:pt>
                <c:pt idx="1070" formatCode="0.00">
                  <c:v>116.25311410064768</c:v>
                </c:pt>
                <c:pt idx="1071" formatCode="0.00">
                  <c:v>116.64175386148476</c:v>
                </c:pt>
                <c:pt idx="1072" formatCode="0.00">
                  <c:v>116.18335824613847</c:v>
                </c:pt>
                <c:pt idx="1073" formatCode="0.00">
                  <c:v>115.63527653213748</c:v>
                </c:pt>
                <c:pt idx="1074" formatCode="0.00">
                  <c:v>115.38614848031884</c:v>
                </c:pt>
                <c:pt idx="1075" formatCode="0.00">
                  <c:v>115.07722969606372</c:v>
                </c:pt>
                <c:pt idx="1076" formatCode="0.00">
                  <c:v>115.47583457897355</c:v>
                </c:pt>
                <c:pt idx="1077" formatCode="0.00">
                  <c:v>115.11709018435472</c:v>
                </c:pt>
                <c:pt idx="1078" formatCode="0.00">
                  <c:v>115.00747384155453</c:v>
                </c:pt>
                <c:pt idx="1079" formatCode="0.00">
                  <c:v>115.02740408570001</c:v>
                </c:pt>
                <c:pt idx="1080" formatCode="0.00">
                  <c:v>115.74489287493768</c:v>
                </c:pt>
                <c:pt idx="1081" formatCode="0.00">
                  <c:v>116.30293971101142</c:v>
                </c:pt>
                <c:pt idx="1082" formatCode="0.00">
                  <c:v>115.0473343298455</c:v>
                </c:pt>
                <c:pt idx="1083" formatCode="0.00">
                  <c:v>114.14050822122567</c:v>
                </c:pt>
                <c:pt idx="1084" formatCode="0.00">
                  <c:v>113.06427503736919</c:v>
                </c:pt>
                <c:pt idx="1085" formatCode="0.00">
                  <c:v>110.05480817140007</c:v>
                </c:pt>
                <c:pt idx="1086" formatCode="0.00">
                  <c:v>111.12107623318383</c:v>
                </c:pt>
                <c:pt idx="1087" formatCode="0.00">
                  <c:v>109.06826108619828</c:v>
                </c:pt>
                <c:pt idx="1088" formatCode="0.00">
                  <c:v>109.31738913801692</c:v>
                </c:pt>
                <c:pt idx="1089" formatCode="0.00">
                  <c:v>108.94867962132533</c:v>
                </c:pt>
                <c:pt idx="1090" formatCode="0.00">
                  <c:v>111.89835575485796</c:v>
                </c:pt>
                <c:pt idx="1091" formatCode="0.00">
                  <c:v>111.12107623318381</c:v>
                </c:pt>
                <c:pt idx="1092" formatCode="0.00">
                  <c:v>108.68958644743394</c:v>
                </c:pt>
                <c:pt idx="1093" formatCode="0.00">
                  <c:v>108.33084205281511</c:v>
                </c:pt>
                <c:pt idx="1094" formatCode="0.00">
                  <c:v>109.65620328849025</c:v>
                </c:pt>
                <c:pt idx="1095" formatCode="0.00">
                  <c:v>109.83557548579967</c:v>
                </c:pt>
                <c:pt idx="1096" formatCode="0.00">
                  <c:v>108.64972595914297</c:v>
                </c:pt>
                <c:pt idx="1097" formatCode="0.00">
                  <c:v>109.08819133034375</c:v>
                </c:pt>
                <c:pt idx="1098" formatCode="0.00">
                  <c:v>106.7463876432486</c:v>
                </c:pt>
                <c:pt idx="1099" formatCode="0.00">
                  <c:v>109.49676133532633</c:v>
                </c:pt>
                <c:pt idx="1100" formatCode="0.00">
                  <c:v>108.8988540109616</c:v>
                </c:pt>
                <c:pt idx="1101" formatCode="0.00">
                  <c:v>108.58993522670649</c:v>
                </c:pt>
                <c:pt idx="1102" formatCode="0.00">
                  <c:v>107.16492277030389</c:v>
                </c:pt>
                <c:pt idx="1103" formatCode="0.00">
                  <c:v>107.97209765819626</c:v>
                </c:pt>
                <c:pt idx="1104" formatCode="0.00">
                  <c:v>106.80617837568505</c:v>
                </c:pt>
                <c:pt idx="1105" formatCode="0.00">
                  <c:v>107.5834578973592</c:v>
                </c:pt>
                <c:pt idx="1106" formatCode="0.00">
                  <c:v>109.02840059790726</c:v>
                </c:pt>
                <c:pt idx="1107" formatCode="0.00">
                  <c:v>108.37070254110608</c:v>
                </c:pt>
                <c:pt idx="1108" formatCode="0.00">
                  <c:v>108.37070254110608</c:v>
                </c:pt>
                <c:pt idx="1109" formatCode="0.00">
                  <c:v>108.48031888390629</c:v>
                </c:pt>
                <c:pt idx="1110" formatCode="0.00">
                  <c:v>108.70951669157945</c:v>
                </c:pt>
                <c:pt idx="1111" formatCode="0.00">
                  <c:v>111.00149476831088</c:v>
                </c:pt>
                <c:pt idx="1112" formatCode="0.00">
                  <c:v>111.52964623816639</c:v>
                </c:pt>
                <c:pt idx="1113" formatCode="0.00">
                  <c:v>111.1609367214748</c:v>
                </c:pt>
                <c:pt idx="1114" formatCode="0.00">
                  <c:v>111.56950672645736</c:v>
                </c:pt>
                <c:pt idx="1115" formatCode="0.00">
                  <c:v>112.40657698056798</c:v>
                </c:pt>
                <c:pt idx="1116" formatCode="0.00">
                  <c:v>112.52615844544093</c:v>
                </c:pt>
                <c:pt idx="1117" formatCode="0.00">
                  <c:v>112.31689088191327</c:v>
                </c:pt>
                <c:pt idx="1118" formatCode="0.00">
                  <c:v>113.60239162929743</c:v>
                </c:pt>
                <c:pt idx="1119" formatCode="0.00">
                  <c:v>112.92476332835075</c:v>
                </c:pt>
                <c:pt idx="1120" formatCode="0.00">
                  <c:v>111.41006477329344</c:v>
                </c:pt>
                <c:pt idx="1121" formatCode="0.00">
                  <c:v>112.05779770802189</c:v>
                </c:pt>
                <c:pt idx="1122" formatCode="0.00">
                  <c:v>110.97159940209265</c:v>
                </c:pt>
                <c:pt idx="1123" formatCode="0.00">
                  <c:v>111.29048330842049</c:v>
                </c:pt>
                <c:pt idx="1124" formatCode="0.00">
                  <c:v>111.33034379671146</c:v>
                </c:pt>
                <c:pt idx="1125" formatCode="0.00">
                  <c:v>112.07772795216736</c:v>
                </c:pt>
                <c:pt idx="1126" formatCode="0.00">
                  <c:v>109.72595914299944</c:v>
                </c:pt>
                <c:pt idx="1127" formatCode="0.00">
                  <c:v>110.71250622820124</c:v>
                </c:pt>
                <c:pt idx="1128" formatCode="0.00">
                  <c:v>110.71250622820124</c:v>
                </c:pt>
                <c:pt idx="1129" formatCode="0.00">
                  <c:v>109.28749377179864</c:v>
                </c:pt>
                <c:pt idx="1130" formatCode="0.00">
                  <c:v>110.01494768310904</c:v>
                </c:pt>
                <c:pt idx="1131" formatCode="0.00">
                  <c:v>111.82859990034869</c:v>
                </c:pt>
                <c:pt idx="1132" formatCode="0.00">
                  <c:v>111.40009965122064</c:v>
                </c:pt>
                <c:pt idx="1133" formatCode="0.00">
                  <c:v>111.94818136522163</c:v>
                </c:pt>
                <c:pt idx="1134" formatCode="0.00">
                  <c:v>111.05132037867455</c:v>
                </c:pt>
                <c:pt idx="1135" formatCode="0.00">
                  <c:v>111.11111111111103</c:v>
                </c:pt>
                <c:pt idx="1136" formatCode="0.00">
                  <c:v>112.247135027404</c:v>
                </c:pt>
                <c:pt idx="1137" formatCode="0.00">
                  <c:v>111.42999501743887</c:v>
                </c:pt>
                <c:pt idx="1138" formatCode="0.00">
                  <c:v>109.68609865470843</c:v>
                </c:pt>
                <c:pt idx="1139" formatCode="0.00">
                  <c:v>110.66268061783748</c:v>
                </c:pt>
                <c:pt idx="1140" formatCode="0.00">
                  <c:v>109.90533134030883</c:v>
                </c:pt>
                <c:pt idx="1141" formatCode="0.00">
                  <c:v>110.92177379172887</c:v>
                </c:pt>
                <c:pt idx="1142" formatCode="0.00">
                  <c:v>110.88191330343787</c:v>
                </c:pt>
                <c:pt idx="1143" formatCode="0.00">
                  <c:v>110.67264573991024</c:v>
                </c:pt>
                <c:pt idx="1144" formatCode="0.00">
                  <c:v>111.47982062780261</c:v>
                </c:pt>
                <c:pt idx="1145" formatCode="0.00">
                  <c:v>111.39013452914791</c:v>
                </c:pt>
                <c:pt idx="1146" formatCode="0.00">
                  <c:v>111.84853014449422</c:v>
                </c:pt>
                <c:pt idx="1147" formatCode="0.00">
                  <c:v>111.93821624314891</c:v>
                </c:pt>
                <c:pt idx="1148" formatCode="0.00">
                  <c:v>111.69905331340301</c:v>
                </c:pt>
                <c:pt idx="1149" formatCode="0.00">
                  <c:v>112.0478325859491</c:v>
                </c:pt>
                <c:pt idx="1150" formatCode="0.00">
                  <c:v>111.25062282012946</c:v>
                </c:pt>
                <c:pt idx="1151" formatCode="0.00">
                  <c:v>111.21076233183848</c:v>
                </c:pt>
                <c:pt idx="1152" formatCode="0.00">
                  <c:v>109.07822620827096</c:v>
                </c:pt>
                <c:pt idx="1153" formatCode="0.00">
                  <c:v>108.0119581464872</c:v>
                </c:pt>
                <c:pt idx="1154" formatCode="0.00">
                  <c:v>108.69955156950662</c:v>
                </c:pt>
                <c:pt idx="1155" formatCode="0.00">
                  <c:v>109.04833084205272</c:v>
                </c:pt>
                <c:pt idx="1156" formatCode="0.00">
                  <c:v>110.49327354260082</c:v>
                </c:pt>
                <c:pt idx="1157" formatCode="0.00">
                  <c:v>110.96163428001985</c:v>
                </c:pt>
                <c:pt idx="1158" formatCode="0.00">
                  <c:v>111.6093672147483</c:v>
                </c:pt>
                <c:pt idx="1159" formatCode="0.00">
                  <c:v>112.53612356751364</c:v>
                </c:pt>
                <c:pt idx="1160" formatCode="0.00">
                  <c:v>111.87842551071245</c:v>
                </c:pt>
                <c:pt idx="1161" formatCode="0.00">
                  <c:v>110.55306427503731</c:v>
                </c:pt>
                <c:pt idx="1162" formatCode="0.00">
                  <c:v>110.15445939212751</c:v>
                </c:pt>
                <c:pt idx="1163" formatCode="0.00">
                  <c:v>109.90533134030888</c:v>
                </c:pt>
                <c:pt idx="1164" formatCode="0.00">
                  <c:v>108.90881913303434</c:v>
                </c:pt>
                <c:pt idx="1165" formatCode="0.00">
                  <c:v>108.31091180866962</c:v>
                </c:pt>
                <c:pt idx="1166" formatCode="0.00">
                  <c:v>108.1514698555057</c:v>
                </c:pt>
                <c:pt idx="1167" formatCode="0.00">
                  <c:v>107.86248131539608</c:v>
                </c:pt>
                <c:pt idx="1168" formatCode="0.00">
                  <c:v>108.08171400099647</c:v>
                </c:pt>
                <c:pt idx="1169" formatCode="0.00">
                  <c:v>108.03188839063276</c:v>
                </c:pt>
                <c:pt idx="1170" formatCode="0.00">
                  <c:v>107.67314399601392</c:v>
                </c:pt>
                <c:pt idx="1171" formatCode="0.00">
                  <c:v>107.60338814150472</c:v>
                </c:pt>
                <c:pt idx="1172" formatCode="0.00">
                  <c:v>108.28101644245142</c:v>
                </c:pt>
                <c:pt idx="1173" formatCode="0.00">
                  <c:v>107.37419033383158</c:v>
                </c:pt>
                <c:pt idx="1174" formatCode="0.00">
                  <c:v>107.18485301444942</c:v>
                </c:pt>
                <c:pt idx="1175" formatCode="0.00">
                  <c:v>106.83607374190332</c:v>
                </c:pt>
                <c:pt idx="1176" formatCode="0.00">
                  <c:v>107.39412057797706</c:v>
                </c:pt>
                <c:pt idx="1177" formatCode="0.00">
                  <c:v>107.74289985052313</c:v>
                </c:pt>
                <c:pt idx="1178" formatCode="0.00">
                  <c:v>106.74638764324861</c:v>
                </c:pt>
                <c:pt idx="1179" formatCode="0.00">
                  <c:v>107.55356253114098</c:v>
                </c:pt>
                <c:pt idx="1180" formatCode="0.00">
                  <c:v>107.71300448430493</c:v>
                </c:pt>
                <c:pt idx="1181" formatCode="0.00">
                  <c:v>107.70303936223218</c:v>
                </c:pt>
                <c:pt idx="1182" formatCode="0.00">
                  <c:v>106.3677130044843</c:v>
                </c:pt>
                <c:pt idx="1183" formatCode="0.00">
                  <c:v>106.68659691081214</c:v>
                </c:pt>
                <c:pt idx="1184" formatCode="0.00">
                  <c:v>106.52715495764821</c:v>
                </c:pt>
                <c:pt idx="1185" formatCode="0.00">
                  <c:v>106.43746885899351</c:v>
                </c:pt>
                <c:pt idx="1186" formatCode="0.00">
                  <c:v>105.22172396611857</c:v>
                </c:pt>
                <c:pt idx="1187" formatCode="0.00">
                  <c:v>105.10214250124562</c:v>
                </c:pt>
                <c:pt idx="1188" formatCode="0.00">
                  <c:v>105.94917787742898</c:v>
                </c:pt>
                <c:pt idx="1189" formatCode="0.00">
                  <c:v>106.86596910812155</c:v>
                </c:pt>
                <c:pt idx="1190" formatCode="0.00">
                  <c:v>106.78624813153958</c:v>
                </c:pt>
                <c:pt idx="1191" formatCode="0.00">
                  <c:v>107.66317887394116</c:v>
                </c:pt>
                <c:pt idx="1192" formatCode="0.00">
                  <c:v>107.05530642750369</c:v>
                </c:pt>
                <c:pt idx="1193" formatCode="0.00">
                  <c:v>107.78276033881413</c:v>
                </c:pt>
                <c:pt idx="1194" formatCode="0.00">
                  <c:v>109.35724962630789</c:v>
                </c:pt>
                <c:pt idx="1195" formatCode="0.00">
                  <c:v>109.078226208271</c:v>
                </c:pt>
                <c:pt idx="1196" formatCode="0.00">
                  <c:v>108.80916791230686</c:v>
                </c:pt>
                <c:pt idx="1197" formatCode="0.00">
                  <c:v>109.10812157448922</c:v>
                </c:pt>
                <c:pt idx="1198" formatCode="0.00">
                  <c:v>108.65969108121567</c:v>
                </c:pt>
                <c:pt idx="1199" formatCode="0.00">
                  <c:v>108.99850523168902</c:v>
                </c:pt>
                <c:pt idx="1200" formatCode="0.00">
                  <c:v>108.93871449925254</c:v>
                </c:pt>
                <c:pt idx="1201" formatCode="0.00">
                  <c:v>108.97857498754352</c:v>
                </c:pt>
                <c:pt idx="1202" formatCode="0.00">
                  <c:v>108.89885401096157</c:v>
                </c:pt>
                <c:pt idx="1203" formatCode="0.00">
                  <c:v>108.83906327852509</c:v>
                </c:pt>
                <c:pt idx="1204" formatCode="0.00">
                  <c:v>107.44394618834073</c:v>
                </c:pt>
                <c:pt idx="1205" formatCode="0.00">
                  <c:v>108.13153961136017</c:v>
                </c:pt>
                <c:pt idx="1206" formatCode="0.00">
                  <c:v>108.11160936721468</c:v>
                </c:pt>
                <c:pt idx="1207" formatCode="0.00">
                  <c:v>108.85899352267059</c:v>
                </c:pt>
                <c:pt idx="1208" formatCode="0.00">
                  <c:v>109.16791230692567</c:v>
                </c:pt>
                <c:pt idx="1209" formatCode="0.00">
                  <c:v>109.00847035376175</c:v>
                </c:pt>
                <c:pt idx="1210" formatCode="0.00">
                  <c:v>108.14150473343291</c:v>
                </c:pt>
                <c:pt idx="1211" formatCode="0.00">
                  <c:v>107.59342301943191</c:v>
                </c:pt>
                <c:pt idx="1212" formatCode="0.00">
                  <c:v>106.98555057299444</c:v>
                </c:pt>
                <c:pt idx="1213" formatCode="0.00">
                  <c:v>106.69656203288483</c:v>
                </c:pt>
                <c:pt idx="1214" formatCode="0.00">
                  <c:v>106.37767812655697</c:v>
                </c:pt>
                <c:pt idx="1215" formatCode="0.00">
                  <c:v>106.17837568510207</c:v>
                </c:pt>
                <c:pt idx="1216" formatCode="0.00">
                  <c:v>107.00548081713993</c:v>
                </c:pt>
                <c:pt idx="1217" formatCode="0.00">
                  <c:v>106.74638764324855</c:v>
                </c:pt>
                <c:pt idx="1218" formatCode="0.00">
                  <c:v>106.62680617837559</c:v>
                </c:pt>
                <c:pt idx="1219" formatCode="0.00">
                  <c:v>107.75286497259582</c:v>
                </c:pt>
                <c:pt idx="1220" formatCode="0.00">
                  <c:v>107.4439461883407</c:v>
                </c:pt>
                <c:pt idx="1221" formatCode="0.00">
                  <c:v>105.86945690084694</c:v>
                </c:pt>
                <c:pt idx="1222" formatCode="0.00">
                  <c:v>105.749875435974</c:v>
                </c:pt>
                <c:pt idx="1223" formatCode="0.00">
                  <c:v>104.11559541604376</c:v>
                </c:pt>
                <c:pt idx="1224" formatCode="0.00">
                  <c:v>104.33482810164416</c:v>
                </c:pt>
                <c:pt idx="1225" formatCode="0.00">
                  <c:v>103.95615346287984</c:v>
                </c:pt>
                <c:pt idx="1226" formatCode="0.00">
                  <c:v>103.80667663178866</c:v>
                </c:pt>
                <c:pt idx="1227" formatCode="0.00">
                  <c:v>103.85650224215239</c:v>
                </c:pt>
                <c:pt idx="1228" formatCode="0.00">
                  <c:v>104.98256103637262</c:v>
                </c:pt>
                <c:pt idx="1229" formatCode="0.00">
                  <c:v>105.2217239661185</c:v>
                </c:pt>
                <c:pt idx="1230" formatCode="0.00">
                  <c:v>103.56751370204276</c:v>
                </c:pt>
                <c:pt idx="1231" formatCode="0.00">
                  <c:v>103.45789735924255</c:v>
                </c:pt>
                <c:pt idx="1232" formatCode="0.00">
                  <c:v>103.5774788241155</c:v>
                </c:pt>
                <c:pt idx="1233" formatCode="0.00">
                  <c:v>102.90981564524157</c:v>
                </c:pt>
                <c:pt idx="1234" formatCode="0.00">
                  <c:v>102.44145490782253</c:v>
                </c:pt>
                <c:pt idx="1235" formatCode="0.00">
                  <c:v>102.3019431988041</c:v>
                </c:pt>
                <c:pt idx="1236" formatCode="0.00">
                  <c:v>101.04633781763818</c:v>
                </c:pt>
                <c:pt idx="1237" formatCode="0.00">
                  <c:v>100.65769805680111</c:v>
                </c:pt>
                <c:pt idx="1238" formatCode="0.00">
                  <c:v>102.43148978574979</c:v>
                </c:pt>
                <c:pt idx="1239" formatCode="0.00">
                  <c:v>102.32187344294958</c:v>
                </c:pt>
                <c:pt idx="1240" formatCode="0.00">
                  <c:v>101.87344294967605</c:v>
                </c:pt>
                <c:pt idx="1241" formatCode="0.00">
                  <c:v>101.81365221723956</c:v>
                </c:pt>
                <c:pt idx="1242" formatCode="0.00">
                  <c:v>101.89337319382153</c:v>
                </c:pt>
                <c:pt idx="1243" formatCode="0.00">
                  <c:v>101.89337319382153</c:v>
                </c:pt>
                <c:pt idx="1244" formatCode="0.00">
                  <c:v>101.41504733432976</c:v>
                </c:pt>
                <c:pt idx="1245" formatCode="0.00">
                  <c:v>101.13602391629288</c:v>
                </c:pt>
                <c:pt idx="1246" formatCode="0.00">
                  <c:v>101.55455904334819</c:v>
                </c:pt>
                <c:pt idx="1247" formatCode="0.00">
                  <c:v>101.2057797708021</c:v>
                </c:pt>
                <c:pt idx="1248" formatCode="0.00">
                  <c:v>#N/A</c:v>
                </c:pt>
                <c:pt idx="1249" formatCode="0.00">
                  <c:v>#N/A</c:v>
                </c:pt>
                <c:pt idx="1250" formatCode="0.00">
                  <c:v>#N/A</c:v>
                </c:pt>
                <c:pt idx="1251" formatCode="0.00">
                  <c:v>#N/A</c:v>
                </c:pt>
                <c:pt idx="1252" formatCode="0.00">
                  <c:v>#N/A</c:v>
                </c:pt>
                <c:pt idx="1253" formatCode="0.00">
                  <c:v>#N/A</c:v>
                </c:pt>
                <c:pt idx="1254" formatCode="0.00">
                  <c:v>#N/A</c:v>
                </c:pt>
                <c:pt idx="1255" formatCode="0.00">
                  <c:v>#N/A</c:v>
                </c:pt>
                <c:pt idx="1256" formatCode="0.00">
                  <c:v>#N/A</c:v>
                </c:pt>
                <c:pt idx="1257" formatCode="0.00">
                  <c:v>#N/A</c:v>
                </c:pt>
                <c:pt idx="1258" formatCode="0.00">
                  <c:v>#N/A</c:v>
                </c:pt>
                <c:pt idx="1259" formatCode="0.00">
                  <c:v>#N/A</c:v>
                </c:pt>
                <c:pt idx="1260" formatCode="0.00">
                  <c:v>#N/A</c:v>
                </c:pt>
                <c:pt idx="1261" formatCode="0.00">
                  <c:v>#N/A</c:v>
                </c:pt>
                <c:pt idx="1262" formatCode="0.00">
                  <c:v>#N/A</c:v>
                </c:pt>
                <c:pt idx="1263" formatCode="0.00">
                  <c:v>#N/A</c:v>
                </c:pt>
                <c:pt idx="1264" formatCode="0.00">
                  <c:v>#N/A</c:v>
                </c:pt>
                <c:pt idx="1265" formatCode="0.00">
                  <c:v>#N/A</c:v>
                </c:pt>
                <c:pt idx="1266" formatCode="0.00">
                  <c:v>#N/A</c:v>
                </c:pt>
                <c:pt idx="1267" formatCode="0.00">
                  <c:v>#N/A</c:v>
                </c:pt>
                <c:pt idx="1268" formatCode="0.00">
                  <c:v>#N/A</c:v>
                </c:pt>
                <c:pt idx="1269" formatCode="0.00">
                  <c:v>#N/A</c:v>
                </c:pt>
                <c:pt idx="1270" formatCode="0.00">
                  <c:v>#N/A</c:v>
                </c:pt>
                <c:pt idx="1271" formatCode="0.00">
                  <c:v>#N/A</c:v>
                </c:pt>
                <c:pt idx="1272" formatCode="0.00">
                  <c:v>#N/A</c:v>
                </c:pt>
                <c:pt idx="1273" formatCode="0.00">
                  <c:v>#N/A</c:v>
                </c:pt>
                <c:pt idx="1274" formatCode="0.00">
                  <c:v>#N/A</c:v>
                </c:pt>
                <c:pt idx="1275" formatCode="0.00">
                  <c:v>#N/A</c:v>
                </c:pt>
                <c:pt idx="1276" formatCode="0.00">
                  <c:v>#N/A</c:v>
                </c:pt>
                <c:pt idx="1277" formatCode="0.00">
                  <c:v>#N/A</c:v>
                </c:pt>
                <c:pt idx="1278" formatCode="0.00">
                  <c:v>#N/A</c:v>
                </c:pt>
                <c:pt idx="1279" formatCode="0.00">
                  <c:v>#N/A</c:v>
                </c:pt>
                <c:pt idx="1280" formatCode="0.00">
                  <c:v>#N/A</c:v>
                </c:pt>
                <c:pt idx="1281" formatCode="0.00">
                  <c:v>#N/A</c:v>
                </c:pt>
                <c:pt idx="1282" formatCode="0.00">
                  <c:v>#N/A</c:v>
                </c:pt>
                <c:pt idx="1283" formatCode="0.00">
                  <c:v>#N/A</c:v>
                </c:pt>
                <c:pt idx="1284" formatCode="0.00">
                  <c:v>#N/A</c:v>
                </c:pt>
                <c:pt idx="1285" formatCode="0.00">
                  <c:v>#N/A</c:v>
                </c:pt>
                <c:pt idx="1286" formatCode="0.00">
                  <c:v>#N/A</c:v>
                </c:pt>
                <c:pt idx="1287" formatCode="0.00">
                  <c:v>#N/A</c:v>
                </c:pt>
                <c:pt idx="1288" formatCode="0.00">
                  <c:v>#N/A</c:v>
                </c:pt>
                <c:pt idx="1289" formatCode="0.00">
                  <c:v>#N/A</c:v>
                </c:pt>
                <c:pt idx="1290" formatCode="0.00">
                  <c:v>#N/A</c:v>
                </c:pt>
                <c:pt idx="1291" formatCode="0.00">
                  <c:v>#N/A</c:v>
                </c:pt>
                <c:pt idx="1292" formatCode="0.00">
                  <c:v>#N/A</c:v>
                </c:pt>
                <c:pt idx="1293" formatCode="0.00">
                  <c:v>#N/A</c:v>
                </c:pt>
                <c:pt idx="1294" formatCode="0.00">
                  <c:v>#N/A</c:v>
                </c:pt>
                <c:pt idx="1295" formatCode="0.00">
                  <c:v>#N/A</c:v>
                </c:pt>
                <c:pt idx="1296" formatCode="0.00">
                  <c:v>#N/A</c:v>
                </c:pt>
                <c:pt idx="1297" formatCode="0.00">
                  <c:v>#N/A</c:v>
                </c:pt>
                <c:pt idx="1298" formatCode="0.00">
                  <c:v>#N/A</c:v>
                </c:pt>
                <c:pt idx="1299" formatCode="0.00">
                  <c:v>#N/A</c:v>
                </c:pt>
                <c:pt idx="1300" formatCode="0.00">
                  <c:v>#N/A</c:v>
                </c:pt>
                <c:pt idx="1301" formatCode="0.00">
                  <c:v>#N/A</c:v>
                </c:pt>
                <c:pt idx="1302" formatCode="0.00">
                  <c:v>#N/A</c:v>
                </c:pt>
                <c:pt idx="1303" formatCode="0.00">
                  <c:v>#N/A</c:v>
                </c:pt>
                <c:pt idx="1304" formatCode="0.00">
                  <c:v>#N/A</c:v>
                </c:pt>
                <c:pt idx="1305" formatCode="0.00">
                  <c:v>#N/A</c:v>
                </c:pt>
                <c:pt idx="1306" formatCode="0.00">
                  <c:v>#N/A</c:v>
                </c:pt>
                <c:pt idx="1307" formatCode="0.00">
                  <c:v>#N/A</c:v>
                </c:pt>
                <c:pt idx="1308" formatCode="0.00">
                  <c:v>#N/A</c:v>
                </c:pt>
                <c:pt idx="1309" formatCode="0.00">
                  <c:v>#N/A</c:v>
                </c:pt>
                <c:pt idx="1310" formatCode="0.00">
                  <c:v>#N/A</c:v>
                </c:pt>
                <c:pt idx="1311" formatCode="0.00">
                  <c:v>#N/A</c:v>
                </c:pt>
                <c:pt idx="1312" formatCode="0.00">
                  <c:v>#N/A</c:v>
                </c:pt>
                <c:pt idx="1313" formatCode="0.00">
                  <c:v>#N/A</c:v>
                </c:pt>
                <c:pt idx="1314" formatCode="0.00">
                  <c:v>#N/A</c:v>
                </c:pt>
                <c:pt idx="1315" formatCode="0.00">
                  <c:v>#N/A</c:v>
                </c:pt>
                <c:pt idx="1316" formatCode="0.00">
                  <c:v>#N/A</c:v>
                </c:pt>
                <c:pt idx="1317" formatCode="0.00">
                  <c:v>#N/A</c:v>
                </c:pt>
                <c:pt idx="1318" formatCode="0.00">
                  <c:v>#N/A</c:v>
                </c:pt>
                <c:pt idx="1319" formatCode="0.00">
                  <c:v>#N/A</c:v>
                </c:pt>
                <c:pt idx="1320" formatCode="0.00">
                  <c:v>#N/A</c:v>
                </c:pt>
              </c:numCache>
            </c:numRef>
          </c:val>
          <c:smooth val="0"/>
          <c:extLst>
            <c:ext xmlns:c16="http://schemas.microsoft.com/office/drawing/2014/chart" uri="{C3380CC4-5D6E-409C-BE32-E72D297353CC}">
              <c16:uniqueId val="{00000005-C3B5-433F-9B50-C0E2EFC1814E}"/>
            </c:ext>
          </c:extLst>
        </c:ser>
        <c:dLbls>
          <c:showLegendKey val="0"/>
          <c:showVal val="0"/>
          <c:showCatName val="0"/>
          <c:showSerName val="0"/>
          <c:showPercent val="0"/>
          <c:showBubbleSize val="0"/>
        </c:dLbls>
        <c:marker val="1"/>
        <c:smooth val="0"/>
        <c:axId val="-1017534512"/>
        <c:axId val="-1017536688"/>
      </c:lineChart>
      <c:dateAx>
        <c:axId val="-1017535600"/>
        <c:scaling>
          <c:orientation val="minMax"/>
          <c:min val="45657"/>
        </c:scaling>
        <c:delete val="0"/>
        <c:axPos val="b"/>
        <c:numFmt formatCode="mmmyy" sourceLinked="0"/>
        <c:majorTickMark val="out"/>
        <c:minorTickMark val="none"/>
        <c:tickLblPos val="low"/>
        <c:txPr>
          <a:bodyPr/>
          <a:lstStyle/>
          <a:p>
            <a:pPr>
              <a:defRPr sz="700" b="1">
                <a:solidFill>
                  <a:srgbClr val="1E2E6E"/>
                </a:solidFill>
                <a:latin typeface="Trebuchet MS" pitchFamily="34" charset="0"/>
              </a:defRPr>
            </a:pPr>
            <a:endParaRPr lang="es-PE"/>
          </a:p>
        </c:txPr>
        <c:crossAx val="-1017532880"/>
        <c:crosses val="autoZero"/>
        <c:auto val="0"/>
        <c:lblOffset val="100"/>
        <c:baseTimeUnit val="days"/>
        <c:majorUnit val="1"/>
        <c:majorTimeUnit val="months"/>
      </c:dateAx>
      <c:valAx>
        <c:axId val="-1017532880"/>
        <c:scaling>
          <c:orientation val="minMax"/>
          <c:min val="90"/>
        </c:scaling>
        <c:delete val="0"/>
        <c:axPos val="l"/>
        <c:numFmt formatCode="#,##0" sourceLinked="0"/>
        <c:majorTickMark val="out"/>
        <c:minorTickMark val="none"/>
        <c:tickLblPos val="nextTo"/>
        <c:txPr>
          <a:bodyPr/>
          <a:lstStyle/>
          <a:p>
            <a:pPr>
              <a:defRPr sz="900" b="1">
                <a:solidFill>
                  <a:schemeClr val="tx2"/>
                </a:solidFill>
                <a:latin typeface="Trebuchet MS" panose="020B0603020202020204" pitchFamily="34" charset="0"/>
                <a:cs typeface="Tunga" pitchFamily="34" charset="0"/>
              </a:defRPr>
            </a:pPr>
            <a:endParaRPr lang="es-PE"/>
          </a:p>
        </c:txPr>
        <c:crossAx val="-1017535600"/>
        <c:crosses val="autoZero"/>
        <c:crossBetween val="between"/>
        <c:majorUnit val="10"/>
      </c:valAx>
      <c:valAx>
        <c:axId val="-1017536688"/>
        <c:scaling>
          <c:orientation val="minMax"/>
          <c:max val="140"/>
          <c:min val="90"/>
        </c:scaling>
        <c:delete val="0"/>
        <c:axPos val="r"/>
        <c:numFmt formatCode="0" sourceLinked="0"/>
        <c:majorTickMark val="out"/>
        <c:minorTickMark val="none"/>
        <c:tickLblPos val="nextTo"/>
        <c:txPr>
          <a:bodyPr/>
          <a:lstStyle/>
          <a:p>
            <a:pPr>
              <a:defRPr sz="900" b="1">
                <a:latin typeface="Trebuchet MS" panose="020B0603020202020204" pitchFamily="34" charset="0"/>
              </a:defRPr>
            </a:pPr>
            <a:endParaRPr lang="es-PE"/>
          </a:p>
        </c:txPr>
        <c:crossAx val="-1017534512"/>
        <c:crosses val="max"/>
        <c:crossBetween val="between"/>
        <c:majorUnit val="10"/>
      </c:valAx>
      <c:dateAx>
        <c:axId val="-1017534512"/>
        <c:scaling>
          <c:orientation val="minMax"/>
        </c:scaling>
        <c:delete val="1"/>
        <c:axPos val="b"/>
        <c:numFmt formatCode="m/d/yyyy" sourceLinked="1"/>
        <c:majorTickMark val="out"/>
        <c:minorTickMark val="none"/>
        <c:tickLblPos val="nextTo"/>
        <c:crossAx val="-1017536688"/>
        <c:crosses val="autoZero"/>
        <c:auto val="0"/>
        <c:lblOffset val="100"/>
        <c:baseTimeUnit val="days"/>
        <c:majorUnit val="1"/>
        <c:minorUnit val="1"/>
      </c:dateAx>
    </c:plotArea>
    <c:legend>
      <c:legendPos val="r"/>
      <c:layout>
        <c:manualLayout>
          <c:xMode val="edge"/>
          <c:yMode val="edge"/>
          <c:x val="8.7211892291682011E-2"/>
          <c:y val="4.533237923888974E-2"/>
          <c:w val="0.64558296558452499"/>
          <c:h val="8.9003815050536478E-2"/>
        </c:manualLayout>
      </c:layout>
      <c:overlay val="1"/>
      <c:spPr>
        <a:solidFill>
          <a:schemeClr val="bg1"/>
        </a:solidFill>
        <a:ln>
          <a:solidFill>
            <a:sysClr val="window" lastClr="FFFFFF">
              <a:lumMod val="65000"/>
            </a:sysClr>
          </a:solidFill>
        </a:ln>
      </c:spPr>
      <c:txPr>
        <a:bodyPr/>
        <a:lstStyle/>
        <a:p>
          <a:pPr>
            <a:defRPr sz="800" b="1">
              <a:solidFill>
                <a:srgbClr val="1E2E6E"/>
              </a:solidFill>
              <a:latin typeface="Trebuchet MS" pitchFamily="34" charset="0"/>
            </a:defRPr>
          </a:pPr>
          <a:endParaRPr lang="es-PE"/>
        </a:p>
      </c:txPr>
    </c:legend>
    <c:plotVisOnly val="1"/>
    <c:dispBlanksAs val="gap"/>
    <c:showDLblsOverMax val="0"/>
  </c:chart>
  <c:spPr>
    <a:noFill/>
    <a:ln>
      <a:noFill/>
    </a:ln>
  </c:spPr>
  <c:externalData r:id="rId2">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0"/>
    <c:plotArea>
      <c:layout>
        <c:manualLayout>
          <c:layoutTarget val="inner"/>
          <c:xMode val="edge"/>
          <c:yMode val="edge"/>
          <c:x val="8.1899531026879691E-2"/>
          <c:y val="1.7244831556289732E-2"/>
          <c:w val="0.86352090087978572"/>
          <c:h val="0.89091567452102627"/>
        </c:manualLayout>
      </c:layout>
      <c:lineChart>
        <c:grouping val="standard"/>
        <c:varyColors val="0"/>
        <c:ser>
          <c:idx val="1"/>
          <c:order val="1"/>
          <c:tx>
            <c:strRef>
              <c:f>FI_INDEX!$AP$7</c:f>
              <c:strCache>
                <c:ptCount val="1"/>
                <c:pt idx="0">
                  <c:v>JPYUSD</c:v>
                </c:pt>
              </c:strCache>
            </c:strRef>
          </c:tx>
          <c:spPr>
            <a:ln w="28575">
              <a:solidFill>
                <a:srgbClr val="00AECB"/>
              </a:solidFill>
            </a:ln>
          </c:spPr>
          <c:marker>
            <c:symbol val="none"/>
          </c:marker>
          <c:cat>
            <c:numRef>
              <c:f>FI_INDEX!$AC$795:$AC$4550</c:f>
              <c:numCache>
                <c:formatCode>m/d/yyyy</c:formatCode>
                <c:ptCount val="3756"/>
                <c:pt idx="0">
                  <c:v>44561</c:v>
                </c:pt>
                <c:pt idx="1">
                  <c:v>44564</c:v>
                </c:pt>
                <c:pt idx="2">
                  <c:v>44565</c:v>
                </c:pt>
                <c:pt idx="3">
                  <c:v>44566</c:v>
                </c:pt>
                <c:pt idx="4">
                  <c:v>44567</c:v>
                </c:pt>
                <c:pt idx="5">
                  <c:v>44568</c:v>
                </c:pt>
                <c:pt idx="6">
                  <c:v>44571</c:v>
                </c:pt>
                <c:pt idx="7">
                  <c:v>44572</c:v>
                </c:pt>
                <c:pt idx="8">
                  <c:v>44573</c:v>
                </c:pt>
                <c:pt idx="9">
                  <c:v>44574</c:v>
                </c:pt>
                <c:pt idx="10">
                  <c:v>44575</c:v>
                </c:pt>
                <c:pt idx="11">
                  <c:v>44578</c:v>
                </c:pt>
                <c:pt idx="12">
                  <c:v>44579</c:v>
                </c:pt>
                <c:pt idx="13">
                  <c:v>44580</c:v>
                </c:pt>
                <c:pt idx="14">
                  <c:v>44581</c:v>
                </c:pt>
                <c:pt idx="15">
                  <c:v>44582</c:v>
                </c:pt>
                <c:pt idx="16">
                  <c:v>44585</c:v>
                </c:pt>
                <c:pt idx="17">
                  <c:v>44586</c:v>
                </c:pt>
                <c:pt idx="18">
                  <c:v>44587</c:v>
                </c:pt>
                <c:pt idx="19">
                  <c:v>44588</c:v>
                </c:pt>
                <c:pt idx="20">
                  <c:v>44589</c:v>
                </c:pt>
                <c:pt idx="21">
                  <c:v>44592</c:v>
                </c:pt>
                <c:pt idx="22">
                  <c:v>44593</c:v>
                </c:pt>
                <c:pt idx="23">
                  <c:v>44594</c:v>
                </c:pt>
                <c:pt idx="24">
                  <c:v>44595</c:v>
                </c:pt>
                <c:pt idx="25">
                  <c:v>44596</c:v>
                </c:pt>
                <c:pt idx="26">
                  <c:v>44599</c:v>
                </c:pt>
                <c:pt idx="27">
                  <c:v>44600</c:v>
                </c:pt>
                <c:pt idx="28">
                  <c:v>44601</c:v>
                </c:pt>
                <c:pt idx="29">
                  <c:v>44602</c:v>
                </c:pt>
                <c:pt idx="30">
                  <c:v>44603</c:v>
                </c:pt>
                <c:pt idx="31">
                  <c:v>44606</c:v>
                </c:pt>
                <c:pt idx="32">
                  <c:v>44607</c:v>
                </c:pt>
                <c:pt idx="33">
                  <c:v>44608</c:v>
                </c:pt>
                <c:pt idx="34">
                  <c:v>44609</c:v>
                </c:pt>
                <c:pt idx="35">
                  <c:v>44610</c:v>
                </c:pt>
                <c:pt idx="36">
                  <c:v>44613</c:v>
                </c:pt>
                <c:pt idx="37">
                  <c:v>44614</c:v>
                </c:pt>
                <c:pt idx="38">
                  <c:v>44615</c:v>
                </c:pt>
                <c:pt idx="39">
                  <c:v>44616</c:v>
                </c:pt>
                <c:pt idx="40">
                  <c:v>44617</c:v>
                </c:pt>
                <c:pt idx="41">
                  <c:v>44620</c:v>
                </c:pt>
                <c:pt idx="42">
                  <c:v>44621</c:v>
                </c:pt>
                <c:pt idx="43">
                  <c:v>44622</c:v>
                </c:pt>
                <c:pt idx="44">
                  <c:v>44623</c:v>
                </c:pt>
                <c:pt idx="45">
                  <c:v>44624</c:v>
                </c:pt>
                <c:pt idx="46">
                  <c:v>44627</c:v>
                </c:pt>
                <c:pt idx="47">
                  <c:v>44628</c:v>
                </c:pt>
                <c:pt idx="48">
                  <c:v>44629</c:v>
                </c:pt>
                <c:pt idx="49">
                  <c:v>44630</c:v>
                </c:pt>
                <c:pt idx="50">
                  <c:v>44631</c:v>
                </c:pt>
                <c:pt idx="51">
                  <c:v>44634</c:v>
                </c:pt>
                <c:pt idx="52">
                  <c:v>44635</c:v>
                </c:pt>
                <c:pt idx="53">
                  <c:v>44636</c:v>
                </c:pt>
                <c:pt idx="54">
                  <c:v>44637</c:v>
                </c:pt>
                <c:pt idx="55">
                  <c:v>44638</c:v>
                </c:pt>
                <c:pt idx="56">
                  <c:v>44641</c:v>
                </c:pt>
                <c:pt idx="57">
                  <c:v>44642</c:v>
                </c:pt>
                <c:pt idx="58">
                  <c:v>44643</c:v>
                </c:pt>
                <c:pt idx="59">
                  <c:v>44644</c:v>
                </c:pt>
                <c:pt idx="60">
                  <c:v>44645</c:v>
                </c:pt>
                <c:pt idx="61">
                  <c:v>44648</c:v>
                </c:pt>
                <c:pt idx="62">
                  <c:v>44649</c:v>
                </c:pt>
                <c:pt idx="63">
                  <c:v>44650</c:v>
                </c:pt>
                <c:pt idx="64">
                  <c:v>44651</c:v>
                </c:pt>
                <c:pt idx="65">
                  <c:v>44652</c:v>
                </c:pt>
                <c:pt idx="66">
                  <c:v>44655</c:v>
                </c:pt>
                <c:pt idx="67">
                  <c:v>44656</c:v>
                </c:pt>
                <c:pt idx="68">
                  <c:v>44657</c:v>
                </c:pt>
                <c:pt idx="69">
                  <c:v>44658</c:v>
                </c:pt>
                <c:pt idx="70">
                  <c:v>44659</c:v>
                </c:pt>
                <c:pt idx="71">
                  <c:v>44662</c:v>
                </c:pt>
                <c:pt idx="72">
                  <c:v>44663</c:v>
                </c:pt>
                <c:pt idx="73">
                  <c:v>44664</c:v>
                </c:pt>
                <c:pt idx="74">
                  <c:v>44665</c:v>
                </c:pt>
                <c:pt idx="75">
                  <c:v>44666</c:v>
                </c:pt>
                <c:pt idx="76">
                  <c:v>44669</c:v>
                </c:pt>
                <c:pt idx="77">
                  <c:v>44670</c:v>
                </c:pt>
                <c:pt idx="78">
                  <c:v>44671</c:v>
                </c:pt>
                <c:pt idx="79">
                  <c:v>44672</c:v>
                </c:pt>
                <c:pt idx="80">
                  <c:v>44673</c:v>
                </c:pt>
                <c:pt idx="81">
                  <c:v>44676</c:v>
                </c:pt>
                <c:pt idx="82">
                  <c:v>44677</c:v>
                </c:pt>
                <c:pt idx="83">
                  <c:v>44678</c:v>
                </c:pt>
                <c:pt idx="84">
                  <c:v>44679</c:v>
                </c:pt>
                <c:pt idx="85">
                  <c:v>44680</c:v>
                </c:pt>
                <c:pt idx="86">
                  <c:v>44683</c:v>
                </c:pt>
                <c:pt idx="87">
                  <c:v>44684</c:v>
                </c:pt>
                <c:pt idx="88">
                  <c:v>44685</c:v>
                </c:pt>
                <c:pt idx="89">
                  <c:v>44686</c:v>
                </c:pt>
                <c:pt idx="90">
                  <c:v>44687</c:v>
                </c:pt>
                <c:pt idx="91">
                  <c:v>44690</c:v>
                </c:pt>
                <c:pt idx="92">
                  <c:v>44691</c:v>
                </c:pt>
                <c:pt idx="93">
                  <c:v>44692</c:v>
                </c:pt>
                <c:pt idx="94">
                  <c:v>44693</c:v>
                </c:pt>
                <c:pt idx="95">
                  <c:v>44694</c:v>
                </c:pt>
                <c:pt idx="96">
                  <c:v>44697</c:v>
                </c:pt>
                <c:pt idx="97">
                  <c:v>44698</c:v>
                </c:pt>
                <c:pt idx="98">
                  <c:v>44699</c:v>
                </c:pt>
                <c:pt idx="99">
                  <c:v>44700</c:v>
                </c:pt>
                <c:pt idx="100">
                  <c:v>44701</c:v>
                </c:pt>
                <c:pt idx="101">
                  <c:v>44704</c:v>
                </c:pt>
                <c:pt idx="102">
                  <c:v>44705</c:v>
                </c:pt>
                <c:pt idx="103">
                  <c:v>44706</c:v>
                </c:pt>
                <c:pt idx="104">
                  <c:v>44707</c:v>
                </c:pt>
                <c:pt idx="105">
                  <c:v>44708</c:v>
                </c:pt>
                <c:pt idx="106">
                  <c:v>44711</c:v>
                </c:pt>
                <c:pt idx="107">
                  <c:v>44712</c:v>
                </c:pt>
                <c:pt idx="108">
                  <c:v>44713</c:v>
                </c:pt>
                <c:pt idx="109">
                  <c:v>44714</c:v>
                </c:pt>
                <c:pt idx="110">
                  <c:v>44715</c:v>
                </c:pt>
                <c:pt idx="111">
                  <c:v>44718</c:v>
                </c:pt>
                <c:pt idx="112">
                  <c:v>44719</c:v>
                </c:pt>
                <c:pt idx="113">
                  <c:v>44720</c:v>
                </c:pt>
                <c:pt idx="114">
                  <c:v>44721</c:v>
                </c:pt>
                <c:pt idx="115">
                  <c:v>44722</c:v>
                </c:pt>
                <c:pt idx="116">
                  <c:v>44725</c:v>
                </c:pt>
                <c:pt idx="117">
                  <c:v>44726</c:v>
                </c:pt>
                <c:pt idx="118">
                  <c:v>44727</c:v>
                </c:pt>
                <c:pt idx="119">
                  <c:v>44728</c:v>
                </c:pt>
                <c:pt idx="120">
                  <c:v>44729</c:v>
                </c:pt>
                <c:pt idx="121">
                  <c:v>44732</c:v>
                </c:pt>
                <c:pt idx="122">
                  <c:v>44733</c:v>
                </c:pt>
                <c:pt idx="123">
                  <c:v>44734</c:v>
                </c:pt>
                <c:pt idx="124">
                  <c:v>44735</c:v>
                </c:pt>
                <c:pt idx="125">
                  <c:v>44736</c:v>
                </c:pt>
                <c:pt idx="126">
                  <c:v>44739</c:v>
                </c:pt>
                <c:pt idx="127">
                  <c:v>44740</c:v>
                </c:pt>
                <c:pt idx="128">
                  <c:v>44741</c:v>
                </c:pt>
                <c:pt idx="129">
                  <c:v>44742</c:v>
                </c:pt>
                <c:pt idx="130">
                  <c:v>44743</c:v>
                </c:pt>
                <c:pt idx="131">
                  <c:v>44746</c:v>
                </c:pt>
                <c:pt idx="132">
                  <c:v>44747</c:v>
                </c:pt>
                <c:pt idx="133">
                  <c:v>44748</c:v>
                </c:pt>
                <c:pt idx="134">
                  <c:v>44749</c:v>
                </c:pt>
                <c:pt idx="135">
                  <c:v>44750</c:v>
                </c:pt>
                <c:pt idx="136">
                  <c:v>44753</c:v>
                </c:pt>
                <c:pt idx="137">
                  <c:v>44754</c:v>
                </c:pt>
                <c:pt idx="138">
                  <c:v>44755</c:v>
                </c:pt>
                <c:pt idx="139">
                  <c:v>44756</c:v>
                </c:pt>
                <c:pt idx="140">
                  <c:v>44757</c:v>
                </c:pt>
                <c:pt idx="141">
                  <c:v>44760</c:v>
                </c:pt>
                <c:pt idx="142">
                  <c:v>44761</c:v>
                </c:pt>
                <c:pt idx="143">
                  <c:v>44762</c:v>
                </c:pt>
                <c:pt idx="144">
                  <c:v>44763</c:v>
                </c:pt>
                <c:pt idx="145">
                  <c:v>44764</c:v>
                </c:pt>
                <c:pt idx="146">
                  <c:v>44767</c:v>
                </c:pt>
                <c:pt idx="147">
                  <c:v>44768</c:v>
                </c:pt>
                <c:pt idx="148">
                  <c:v>44769</c:v>
                </c:pt>
                <c:pt idx="149">
                  <c:v>44770</c:v>
                </c:pt>
                <c:pt idx="150">
                  <c:v>44771</c:v>
                </c:pt>
                <c:pt idx="151">
                  <c:v>44774</c:v>
                </c:pt>
                <c:pt idx="152">
                  <c:v>44775</c:v>
                </c:pt>
                <c:pt idx="153">
                  <c:v>44776</c:v>
                </c:pt>
                <c:pt idx="154">
                  <c:v>44777</c:v>
                </c:pt>
                <c:pt idx="155">
                  <c:v>44778</c:v>
                </c:pt>
                <c:pt idx="156">
                  <c:v>44781</c:v>
                </c:pt>
                <c:pt idx="157">
                  <c:v>44782</c:v>
                </c:pt>
                <c:pt idx="158">
                  <c:v>44783</c:v>
                </c:pt>
                <c:pt idx="159">
                  <c:v>44784</c:v>
                </c:pt>
                <c:pt idx="160">
                  <c:v>44785</c:v>
                </c:pt>
                <c:pt idx="161">
                  <c:v>44788</c:v>
                </c:pt>
                <c:pt idx="162">
                  <c:v>44789</c:v>
                </c:pt>
                <c:pt idx="163">
                  <c:v>44790</c:v>
                </c:pt>
                <c:pt idx="164">
                  <c:v>44791</c:v>
                </c:pt>
                <c:pt idx="165">
                  <c:v>44792</c:v>
                </c:pt>
                <c:pt idx="166">
                  <c:v>44795</c:v>
                </c:pt>
                <c:pt idx="167">
                  <c:v>44796</c:v>
                </c:pt>
                <c:pt idx="168">
                  <c:v>44797</c:v>
                </c:pt>
                <c:pt idx="169">
                  <c:v>44798</c:v>
                </c:pt>
                <c:pt idx="170">
                  <c:v>44799</c:v>
                </c:pt>
                <c:pt idx="171">
                  <c:v>44802</c:v>
                </c:pt>
                <c:pt idx="172">
                  <c:v>44803</c:v>
                </c:pt>
                <c:pt idx="173">
                  <c:v>44804</c:v>
                </c:pt>
                <c:pt idx="174">
                  <c:v>44805</c:v>
                </c:pt>
                <c:pt idx="175">
                  <c:v>44806</c:v>
                </c:pt>
                <c:pt idx="176">
                  <c:v>44809</c:v>
                </c:pt>
                <c:pt idx="177">
                  <c:v>44810</c:v>
                </c:pt>
                <c:pt idx="178">
                  <c:v>44811</c:v>
                </c:pt>
                <c:pt idx="179">
                  <c:v>44812</c:v>
                </c:pt>
                <c:pt idx="180">
                  <c:v>44813</c:v>
                </c:pt>
                <c:pt idx="181">
                  <c:v>44816</c:v>
                </c:pt>
                <c:pt idx="182">
                  <c:v>44817</c:v>
                </c:pt>
                <c:pt idx="183">
                  <c:v>44818</c:v>
                </c:pt>
                <c:pt idx="184">
                  <c:v>44819</c:v>
                </c:pt>
                <c:pt idx="185">
                  <c:v>44820</c:v>
                </c:pt>
                <c:pt idx="186">
                  <c:v>44823</c:v>
                </c:pt>
                <c:pt idx="187">
                  <c:v>44824</c:v>
                </c:pt>
                <c:pt idx="188">
                  <c:v>44825</c:v>
                </c:pt>
                <c:pt idx="189">
                  <c:v>44826</c:v>
                </c:pt>
                <c:pt idx="190">
                  <c:v>44827</c:v>
                </c:pt>
                <c:pt idx="191">
                  <c:v>44830</c:v>
                </c:pt>
                <c:pt idx="192">
                  <c:v>44831</c:v>
                </c:pt>
                <c:pt idx="193">
                  <c:v>44832</c:v>
                </c:pt>
                <c:pt idx="194">
                  <c:v>44833</c:v>
                </c:pt>
                <c:pt idx="195">
                  <c:v>44834</c:v>
                </c:pt>
                <c:pt idx="196">
                  <c:v>44837</c:v>
                </c:pt>
                <c:pt idx="197">
                  <c:v>44838</c:v>
                </c:pt>
                <c:pt idx="198">
                  <c:v>44839</c:v>
                </c:pt>
                <c:pt idx="199">
                  <c:v>44840</c:v>
                </c:pt>
                <c:pt idx="200">
                  <c:v>44841</c:v>
                </c:pt>
                <c:pt idx="201">
                  <c:v>44844</c:v>
                </c:pt>
                <c:pt idx="202">
                  <c:v>44845</c:v>
                </c:pt>
                <c:pt idx="203">
                  <c:v>44846</c:v>
                </c:pt>
                <c:pt idx="204">
                  <c:v>44847</c:v>
                </c:pt>
                <c:pt idx="205">
                  <c:v>44848</c:v>
                </c:pt>
                <c:pt idx="206">
                  <c:v>44851</c:v>
                </c:pt>
                <c:pt idx="207">
                  <c:v>44852</c:v>
                </c:pt>
                <c:pt idx="208">
                  <c:v>44853</c:v>
                </c:pt>
                <c:pt idx="209">
                  <c:v>44854</c:v>
                </c:pt>
                <c:pt idx="210">
                  <c:v>44855</c:v>
                </c:pt>
                <c:pt idx="211">
                  <c:v>44858</c:v>
                </c:pt>
                <c:pt idx="212">
                  <c:v>44859</c:v>
                </c:pt>
                <c:pt idx="213">
                  <c:v>44860</c:v>
                </c:pt>
                <c:pt idx="214">
                  <c:v>44861</c:v>
                </c:pt>
                <c:pt idx="215">
                  <c:v>44862</c:v>
                </c:pt>
                <c:pt idx="216">
                  <c:v>44865</c:v>
                </c:pt>
                <c:pt idx="217">
                  <c:v>44866</c:v>
                </c:pt>
                <c:pt idx="218">
                  <c:v>44867</c:v>
                </c:pt>
                <c:pt idx="219">
                  <c:v>44868</c:v>
                </c:pt>
                <c:pt idx="220">
                  <c:v>44869</c:v>
                </c:pt>
                <c:pt idx="221">
                  <c:v>44872</c:v>
                </c:pt>
                <c:pt idx="222">
                  <c:v>44873</c:v>
                </c:pt>
                <c:pt idx="223">
                  <c:v>44874</c:v>
                </c:pt>
                <c:pt idx="224">
                  <c:v>44875</c:v>
                </c:pt>
                <c:pt idx="225">
                  <c:v>44876</c:v>
                </c:pt>
                <c:pt idx="226">
                  <c:v>44879</c:v>
                </c:pt>
                <c:pt idx="227">
                  <c:v>44880</c:v>
                </c:pt>
                <c:pt idx="228">
                  <c:v>44881</c:v>
                </c:pt>
                <c:pt idx="229">
                  <c:v>44882</c:v>
                </c:pt>
                <c:pt idx="230">
                  <c:v>44883</c:v>
                </c:pt>
                <c:pt idx="231">
                  <c:v>44886</c:v>
                </c:pt>
                <c:pt idx="232">
                  <c:v>44887</c:v>
                </c:pt>
                <c:pt idx="233">
                  <c:v>44888</c:v>
                </c:pt>
                <c:pt idx="234">
                  <c:v>44889</c:v>
                </c:pt>
                <c:pt idx="235">
                  <c:v>44890</c:v>
                </c:pt>
                <c:pt idx="236">
                  <c:v>44893</c:v>
                </c:pt>
                <c:pt idx="237">
                  <c:v>44894</c:v>
                </c:pt>
                <c:pt idx="238">
                  <c:v>44895</c:v>
                </c:pt>
                <c:pt idx="239">
                  <c:v>44896</c:v>
                </c:pt>
                <c:pt idx="240">
                  <c:v>44897</c:v>
                </c:pt>
                <c:pt idx="241">
                  <c:v>44900</c:v>
                </c:pt>
                <c:pt idx="242">
                  <c:v>44901</c:v>
                </c:pt>
                <c:pt idx="243">
                  <c:v>44902</c:v>
                </c:pt>
                <c:pt idx="244">
                  <c:v>44903</c:v>
                </c:pt>
                <c:pt idx="245">
                  <c:v>44904</c:v>
                </c:pt>
                <c:pt idx="246">
                  <c:v>44907</c:v>
                </c:pt>
                <c:pt idx="247">
                  <c:v>44908</c:v>
                </c:pt>
                <c:pt idx="248">
                  <c:v>44909</c:v>
                </c:pt>
                <c:pt idx="249">
                  <c:v>44910</c:v>
                </c:pt>
                <c:pt idx="250">
                  <c:v>44911</c:v>
                </c:pt>
                <c:pt idx="251">
                  <c:v>44914</c:v>
                </c:pt>
                <c:pt idx="252">
                  <c:v>44915</c:v>
                </c:pt>
                <c:pt idx="253">
                  <c:v>44916</c:v>
                </c:pt>
                <c:pt idx="254">
                  <c:v>44917</c:v>
                </c:pt>
                <c:pt idx="255">
                  <c:v>44918</c:v>
                </c:pt>
                <c:pt idx="256">
                  <c:v>44921</c:v>
                </c:pt>
                <c:pt idx="257">
                  <c:v>44922</c:v>
                </c:pt>
                <c:pt idx="258">
                  <c:v>44923</c:v>
                </c:pt>
                <c:pt idx="259">
                  <c:v>44924</c:v>
                </c:pt>
                <c:pt idx="260">
                  <c:v>44925</c:v>
                </c:pt>
                <c:pt idx="261">
                  <c:v>44928</c:v>
                </c:pt>
                <c:pt idx="262">
                  <c:v>44929</c:v>
                </c:pt>
                <c:pt idx="263">
                  <c:v>44930</c:v>
                </c:pt>
                <c:pt idx="264">
                  <c:v>44931</c:v>
                </c:pt>
                <c:pt idx="265">
                  <c:v>44932</c:v>
                </c:pt>
                <c:pt idx="266">
                  <c:v>44935</c:v>
                </c:pt>
                <c:pt idx="267">
                  <c:v>44936</c:v>
                </c:pt>
                <c:pt idx="268">
                  <c:v>44937</c:v>
                </c:pt>
                <c:pt idx="269">
                  <c:v>44938</c:v>
                </c:pt>
                <c:pt idx="270">
                  <c:v>44939</c:v>
                </c:pt>
                <c:pt idx="271">
                  <c:v>44942</c:v>
                </c:pt>
                <c:pt idx="272">
                  <c:v>44943</c:v>
                </c:pt>
                <c:pt idx="273">
                  <c:v>44944</c:v>
                </c:pt>
                <c:pt idx="274">
                  <c:v>44945</c:v>
                </c:pt>
                <c:pt idx="275">
                  <c:v>44946</c:v>
                </c:pt>
                <c:pt idx="276">
                  <c:v>44949</c:v>
                </c:pt>
                <c:pt idx="277">
                  <c:v>44950</c:v>
                </c:pt>
                <c:pt idx="278">
                  <c:v>44951</c:v>
                </c:pt>
                <c:pt idx="279">
                  <c:v>44952</c:v>
                </c:pt>
                <c:pt idx="280">
                  <c:v>44953</c:v>
                </c:pt>
                <c:pt idx="281">
                  <c:v>44956</c:v>
                </c:pt>
                <c:pt idx="282">
                  <c:v>44957</c:v>
                </c:pt>
                <c:pt idx="283">
                  <c:v>44958</c:v>
                </c:pt>
                <c:pt idx="284">
                  <c:v>44959</c:v>
                </c:pt>
                <c:pt idx="285">
                  <c:v>44960</c:v>
                </c:pt>
                <c:pt idx="286">
                  <c:v>44963</c:v>
                </c:pt>
                <c:pt idx="287">
                  <c:v>44964</c:v>
                </c:pt>
                <c:pt idx="288">
                  <c:v>44965</c:v>
                </c:pt>
                <c:pt idx="289">
                  <c:v>44966</c:v>
                </c:pt>
                <c:pt idx="290">
                  <c:v>44967</c:v>
                </c:pt>
                <c:pt idx="291">
                  <c:v>44970</c:v>
                </c:pt>
                <c:pt idx="292">
                  <c:v>44971</c:v>
                </c:pt>
                <c:pt idx="293">
                  <c:v>44972</c:v>
                </c:pt>
                <c:pt idx="294">
                  <c:v>44973</c:v>
                </c:pt>
                <c:pt idx="295">
                  <c:v>44974</c:v>
                </c:pt>
                <c:pt idx="296">
                  <c:v>44977</c:v>
                </c:pt>
                <c:pt idx="297">
                  <c:v>44978</c:v>
                </c:pt>
                <c:pt idx="298">
                  <c:v>44979</c:v>
                </c:pt>
                <c:pt idx="299">
                  <c:v>44980</c:v>
                </c:pt>
                <c:pt idx="300">
                  <c:v>44981</c:v>
                </c:pt>
                <c:pt idx="301">
                  <c:v>44984</c:v>
                </c:pt>
                <c:pt idx="302">
                  <c:v>44985</c:v>
                </c:pt>
                <c:pt idx="303">
                  <c:v>44986</c:v>
                </c:pt>
                <c:pt idx="304">
                  <c:v>44987</c:v>
                </c:pt>
                <c:pt idx="305">
                  <c:v>44988</c:v>
                </c:pt>
                <c:pt idx="306">
                  <c:v>44991</c:v>
                </c:pt>
                <c:pt idx="307">
                  <c:v>44992</c:v>
                </c:pt>
                <c:pt idx="308">
                  <c:v>44993</c:v>
                </c:pt>
                <c:pt idx="309">
                  <c:v>44994</c:v>
                </c:pt>
                <c:pt idx="310">
                  <c:v>44995</c:v>
                </c:pt>
                <c:pt idx="311">
                  <c:v>44998</c:v>
                </c:pt>
                <c:pt idx="312">
                  <c:v>44999</c:v>
                </c:pt>
                <c:pt idx="313">
                  <c:v>45000</c:v>
                </c:pt>
                <c:pt idx="314">
                  <c:v>45001</c:v>
                </c:pt>
                <c:pt idx="315">
                  <c:v>45002</c:v>
                </c:pt>
                <c:pt idx="316">
                  <c:v>45005</c:v>
                </c:pt>
                <c:pt idx="317">
                  <c:v>45006</c:v>
                </c:pt>
                <c:pt idx="318">
                  <c:v>45007</c:v>
                </c:pt>
                <c:pt idx="319">
                  <c:v>45008</c:v>
                </c:pt>
                <c:pt idx="320">
                  <c:v>45009</c:v>
                </c:pt>
                <c:pt idx="321">
                  <c:v>45012</c:v>
                </c:pt>
                <c:pt idx="322">
                  <c:v>45013</c:v>
                </c:pt>
                <c:pt idx="323">
                  <c:v>45014</c:v>
                </c:pt>
                <c:pt idx="324">
                  <c:v>45015</c:v>
                </c:pt>
                <c:pt idx="325">
                  <c:v>45016</c:v>
                </c:pt>
                <c:pt idx="326">
                  <c:v>45019</c:v>
                </c:pt>
                <c:pt idx="327">
                  <c:v>45020</c:v>
                </c:pt>
                <c:pt idx="328">
                  <c:v>45021</c:v>
                </c:pt>
                <c:pt idx="329">
                  <c:v>45022</c:v>
                </c:pt>
                <c:pt idx="330">
                  <c:v>45023</c:v>
                </c:pt>
                <c:pt idx="331">
                  <c:v>45026</c:v>
                </c:pt>
                <c:pt idx="332">
                  <c:v>45027</c:v>
                </c:pt>
                <c:pt idx="333">
                  <c:v>45028</c:v>
                </c:pt>
                <c:pt idx="334">
                  <c:v>45029</c:v>
                </c:pt>
                <c:pt idx="335">
                  <c:v>45030</c:v>
                </c:pt>
                <c:pt idx="336">
                  <c:v>45033</c:v>
                </c:pt>
                <c:pt idx="337">
                  <c:v>45034</c:v>
                </c:pt>
                <c:pt idx="338">
                  <c:v>45035</c:v>
                </c:pt>
                <c:pt idx="339">
                  <c:v>45036</c:v>
                </c:pt>
                <c:pt idx="340">
                  <c:v>45037</c:v>
                </c:pt>
                <c:pt idx="341">
                  <c:v>45040</c:v>
                </c:pt>
                <c:pt idx="342">
                  <c:v>45041</c:v>
                </c:pt>
                <c:pt idx="343">
                  <c:v>45042</c:v>
                </c:pt>
                <c:pt idx="344">
                  <c:v>45043</c:v>
                </c:pt>
                <c:pt idx="345">
                  <c:v>45044</c:v>
                </c:pt>
                <c:pt idx="346">
                  <c:v>45047</c:v>
                </c:pt>
                <c:pt idx="347">
                  <c:v>45048</c:v>
                </c:pt>
                <c:pt idx="348">
                  <c:v>45049</c:v>
                </c:pt>
                <c:pt idx="349">
                  <c:v>45050</c:v>
                </c:pt>
                <c:pt idx="350">
                  <c:v>45051</c:v>
                </c:pt>
                <c:pt idx="351">
                  <c:v>45054</c:v>
                </c:pt>
                <c:pt idx="352">
                  <c:v>45055</c:v>
                </c:pt>
                <c:pt idx="353">
                  <c:v>45056</c:v>
                </c:pt>
                <c:pt idx="354">
                  <c:v>45057</c:v>
                </c:pt>
                <c:pt idx="355">
                  <c:v>45058</c:v>
                </c:pt>
                <c:pt idx="356">
                  <c:v>45061</c:v>
                </c:pt>
                <c:pt idx="357">
                  <c:v>45062</c:v>
                </c:pt>
                <c:pt idx="358">
                  <c:v>45063</c:v>
                </c:pt>
                <c:pt idx="359">
                  <c:v>45064</c:v>
                </c:pt>
                <c:pt idx="360">
                  <c:v>45065</c:v>
                </c:pt>
                <c:pt idx="361">
                  <c:v>45068</c:v>
                </c:pt>
                <c:pt idx="362">
                  <c:v>45069</c:v>
                </c:pt>
                <c:pt idx="363">
                  <c:v>45070</c:v>
                </c:pt>
                <c:pt idx="364">
                  <c:v>45071</c:v>
                </c:pt>
                <c:pt idx="365">
                  <c:v>45072</c:v>
                </c:pt>
                <c:pt idx="366">
                  <c:v>45075</c:v>
                </c:pt>
                <c:pt idx="367">
                  <c:v>45076</c:v>
                </c:pt>
                <c:pt idx="368">
                  <c:v>45077</c:v>
                </c:pt>
                <c:pt idx="369">
                  <c:v>45078</c:v>
                </c:pt>
                <c:pt idx="370">
                  <c:v>45079</c:v>
                </c:pt>
                <c:pt idx="371">
                  <c:v>45082</c:v>
                </c:pt>
                <c:pt idx="372">
                  <c:v>45083</c:v>
                </c:pt>
                <c:pt idx="373">
                  <c:v>45084</c:v>
                </c:pt>
                <c:pt idx="374">
                  <c:v>45085</c:v>
                </c:pt>
                <c:pt idx="375">
                  <c:v>45086</c:v>
                </c:pt>
                <c:pt idx="376">
                  <c:v>45089</c:v>
                </c:pt>
                <c:pt idx="377">
                  <c:v>45090</c:v>
                </c:pt>
                <c:pt idx="378">
                  <c:v>45091</c:v>
                </c:pt>
                <c:pt idx="379">
                  <c:v>45092</c:v>
                </c:pt>
                <c:pt idx="380">
                  <c:v>45093</c:v>
                </c:pt>
                <c:pt idx="381">
                  <c:v>45096</c:v>
                </c:pt>
                <c:pt idx="382">
                  <c:v>45097</c:v>
                </c:pt>
                <c:pt idx="383">
                  <c:v>45098</c:v>
                </c:pt>
                <c:pt idx="384">
                  <c:v>45099</c:v>
                </c:pt>
                <c:pt idx="385">
                  <c:v>45100</c:v>
                </c:pt>
                <c:pt idx="386">
                  <c:v>45103</c:v>
                </c:pt>
                <c:pt idx="387">
                  <c:v>45104</c:v>
                </c:pt>
                <c:pt idx="388">
                  <c:v>45105</c:v>
                </c:pt>
                <c:pt idx="389">
                  <c:v>45106</c:v>
                </c:pt>
                <c:pt idx="390">
                  <c:v>45107</c:v>
                </c:pt>
                <c:pt idx="391">
                  <c:v>45110</c:v>
                </c:pt>
                <c:pt idx="392">
                  <c:v>45111</c:v>
                </c:pt>
                <c:pt idx="393">
                  <c:v>45112</c:v>
                </c:pt>
                <c:pt idx="394">
                  <c:v>45113</c:v>
                </c:pt>
                <c:pt idx="395">
                  <c:v>45114</c:v>
                </c:pt>
                <c:pt idx="396">
                  <c:v>45117</c:v>
                </c:pt>
                <c:pt idx="397">
                  <c:v>45118</c:v>
                </c:pt>
                <c:pt idx="398">
                  <c:v>45119</c:v>
                </c:pt>
                <c:pt idx="399">
                  <c:v>45120</c:v>
                </c:pt>
                <c:pt idx="400">
                  <c:v>45121</c:v>
                </c:pt>
                <c:pt idx="401">
                  <c:v>45124</c:v>
                </c:pt>
                <c:pt idx="402">
                  <c:v>45125</c:v>
                </c:pt>
                <c:pt idx="403">
                  <c:v>45126</c:v>
                </c:pt>
                <c:pt idx="404">
                  <c:v>45127</c:v>
                </c:pt>
                <c:pt idx="405">
                  <c:v>45128</c:v>
                </c:pt>
                <c:pt idx="406">
                  <c:v>45131</c:v>
                </c:pt>
                <c:pt idx="407">
                  <c:v>45132</c:v>
                </c:pt>
                <c:pt idx="408">
                  <c:v>45133</c:v>
                </c:pt>
                <c:pt idx="409">
                  <c:v>45134</c:v>
                </c:pt>
                <c:pt idx="410">
                  <c:v>45135</c:v>
                </c:pt>
                <c:pt idx="411">
                  <c:v>45138</c:v>
                </c:pt>
                <c:pt idx="412">
                  <c:v>45139</c:v>
                </c:pt>
                <c:pt idx="413">
                  <c:v>45140</c:v>
                </c:pt>
                <c:pt idx="414">
                  <c:v>45141</c:v>
                </c:pt>
                <c:pt idx="415">
                  <c:v>45142</c:v>
                </c:pt>
                <c:pt idx="416">
                  <c:v>45145</c:v>
                </c:pt>
                <c:pt idx="417">
                  <c:v>45146</c:v>
                </c:pt>
                <c:pt idx="418">
                  <c:v>45147</c:v>
                </c:pt>
                <c:pt idx="419">
                  <c:v>45148</c:v>
                </c:pt>
                <c:pt idx="420">
                  <c:v>45149</c:v>
                </c:pt>
                <c:pt idx="421">
                  <c:v>45152</c:v>
                </c:pt>
                <c:pt idx="422">
                  <c:v>45153</c:v>
                </c:pt>
                <c:pt idx="423">
                  <c:v>45154</c:v>
                </c:pt>
                <c:pt idx="424">
                  <c:v>45155</c:v>
                </c:pt>
                <c:pt idx="425">
                  <c:v>45156</c:v>
                </c:pt>
                <c:pt idx="426">
                  <c:v>45159</c:v>
                </c:pt>
                <c:pt idx="427">
                  <c:v>45160</c:v>
                </c:pt>
                <c:pt idx="428">
                  <c:v>45161</c:v>
                </c:pt>
                <c:pt idx="429">
                  <c:v>45162</c:v>
                </c:pt>
                <c:pt idx="430">
                  <c:v>45163</c:v>
                </c:pt>
                <c:pt idx="431">
                  <c:v>45166</c:v>
                </c:pt>
                <c:pt idx="432">
                  <c:v>45167</c:v>
                </c:pt>
                <c:pt idx="433">
                  <c:v>45168</c:v>
                </c:pt>
                <c:pt idx="434">
                  <c:v>45169</c:v>
                </c:pt>
                <c:pt idx="435">
                  <c:v>45170</c:v>
                </c:pt>
                <c:pt idx="436">
                  <c:v>45173</c:v>
                </c:pt>
                <c:pt idx="437">
                  <c:v>45174</c:v>
                </c:pt>
                <c:pt idx="438">
                  <c:v>45175</c:v>
                </c:pt>
                <c:pt idx="439">
                  <c:v>45176</c:v>
                </c:pt>
                <c:pt idx="440">
                  <c:v>45177</c:v>
                </c:pt>
                <c:pt idx="441">
                  <c:v>45180</c:v>
                </c:pt>
                <c:pt idx="442">
                  <c:v>45181</c:v>
                </c:pt>
                <c:pt idx="443">
                  <c:v>45182</c:v>
                </c:pt>
                <c:pt idx="444">
                  <c:v>45183</c:v>
                </c:pt>
                <c:pt idx="445">
                  <c:v>45184</c:v>
                </c:pt>
                <c:pt idx="446">
                  <c:v>45187</c:v>
                </c:pt>
                <c:pt idx="447">
                  <c:v>45188</c:v>
                </c:pt>
                <c:pt idx="448">
                  <c:v>45189</c:v>
                </c:pt>
                <c:pt idx="449">
                  <c:v>45190</c:v>
                </c:pt>
                <c:pt idx="450">
                  <c:v>45191</c:v>
                </c:pt>
                <c:pt idx="451">
                  <c:v>45194</c:v>
                </c:pt>
                <c:pt idx="452">
                  <c:v>45195</c:v>
                </c:pt>
                <c:pt idx="453">
                  <c:v>45196</c:v>
                </c:pt>
                <c:pt idx="454">
                  <c:v>45197</c:v>
                </c:pt>
                <c:pt idx="455">
                  <c:v>45198</c:v>
                </c:pt>
                <c:pt idx="456">
                  <c:v>45201</c:v>
                </c:pt>
                <c:pt idx="457">
                  <c:v>45202</c:v>
                </c:pt>
                <c:pt idx="458">
                  <c:v>45203</c:v>
                </c:pt>
                <c:pt idx="459">
                  <c:v>45204</c:v>
                </c:pt>
                <c:pt idx="460">
                  <c:v>45205</c:v>
                </c:pt>
                <c:pt idx="461">
                  <c:v>45208</c:v>
                </c:pt>
                <c:pt idx="462">
                  <c:v>45209</c:v>
                </c:pt>
                <c:pt idx="463">
                  <c:v>45210</c:v>
                </c:pt>
                <c:pt idx="464">
                  <c:v>45211</c:v>
                </c:pt>
                <c:pt idx="465">
                  <c:v>45212</c:v>
                </c:pt>
                <c:pt idx="466">
                  <c:v>45215</c:v>
                </c:pt>
                <c:pt idx="467">
                  <c:v>45216</c:v>
                </c:pt>
                <c:pt idx="468">
                  <c:v>45217</c:v>
                </c:pt>
                <c:pt idx="469">
                  <c:v>45218</c:v>
                </c:pt>
                <c:pt idx="470">
                  <c:v>45219</c:v>
                </c:pt>
                <c:pt idx="471">
                  <c:v>45222</c:v>
                </c:pt>
                <c:pt idx="472">
                  <c:v>45223</c:v>
                </c:pt>
                <c:pt idx="473">
                  <c:v>45224</c:v>
                </c:pt>
                <c:pt idx="474">
                  <c:v>45225</c:v>
                </c:pt>
                <c:pt idx="475">
                  <c:v>45226</c:v>
                </c:pt>
                <c:pt idx="476">
                  <c:v>45229</c:v>
                </c:pt>
                <c:pt idx="477">
                  <c:v>45230</c:v>
                </c:pt>
                <c:pt idx="478">
                  <c:v>45231</c:v>
                </c:pt>
                <c:pt idx="479">
                  <c:v>45232</c:v>
                </c:pt>
                <c:pt idx="480">
                  <c:v>45233</c:v>
                </c:pt>
                <c:pt idx="481">
                  <c:v>45236</c:v>
                </c:pt>
                <c:pt idx="482">
                  <c:v>45237</c:v>
                </c:pt>
                <c:pt idx="483">
                  <c:v>45238</c:v>
                </c:pt>
                <c:pt idx="484">
                  <c:v>45239</c:v>
                </c:pt>
                <c:pt idx="485">
                  <c:v>45240</c:v>
                </c:pt>
                <c:pt idx="486">
                  <c:v>45243</c:v>
                </c:pt>
                <c:pt idx="487">
                  <c:v>45244</c:v>
                </c:pt>
                <c:pt idx="488">
                  <c:v>45245</c:v>
                </c:pt>
                <c:pt idx="489">
                  <c:v>45246</c:v>
                </c:pt>
                <c:pt idx="490">
                  <c:v>45247</c:v>
                </c:pt>
                <c:pt idx="491">
                  <c:v>45250</c:v>
                </c:pt>
                <c:pt idx="492">
                  <c:v>45251</c:v>
                </c:pt>
                <c:pt idx="493">
                  <c:v>45252</c:v>
                </c:pt>
                <c:pt idx="494">
                  <c:v>45253</c:v>
                </c:pt>
                <c:pt idx="495">
                  <c:v>45254</c:v>
                </c:pt>
                <c:pt idx="496">
                  <c:v>45257</c:v>
                </c:pt>
                <c:pt idx="497">
                  <c:v>45258</c:v>
                </c:pt>
                <c:pt idx="498">
                  <c:v>45259</c:v>
                </c:pt>
                <c:pt idx="499">
                  <c:v>45260</c:v>
                </c:pt>
                <c:pt idx="500">
                  <c:v>45261</c:v>
                </c:pt>
                <c:pt idx="501">
                  <c:v>45264</c:v>
                </c:pt>
                <c:pt idx="502">
                  <c:v>45265</c:v>
                </c:pt>
                <c:pt idx="503">
                  <c:v>45266</c:v>
                </c:pt>
                <c:pt idx="504">
                  <c:v>45267</c:v>
                </c:pt>
                <c:pt idx="505">
                  <c:v>45268</c:v>
                </c:pt>
                <c:pt idx="506">
                  <c:v>45271</c:v>
                </c:pt>
                <c:pt idx="507">
                  <c:v>45272</c:v>
                </c:pt>
                <c:pt idx="508">
                  <c:v>45273</c:v>
                </c:pt>
                <c:pt idx="509">
                  <c:v>45274</c:v>
                </c:pt>
                <c:pt idx="510">
                  <c:v>45275</c:v>
                </c:pt>
                <c:pt idx="511">
                  <c:v>45278</c:v>
                </c:pt>
                <c:pt idx="512">
                  <c:v>45279</c:v>
                </c:pt>
                <c:pt idx="513">
                  <c:v>45280</c:v>
                </c:pt>
                <c:pt idx="514">
                  <c:v>45281</c:v>
                </c:pt>
                <c:pt idx="515">
                  <c:v>45282</c:v>
                </c:pt>
                <c:pt idx="516">
                  <c:v>45285</c:v>
                </c:pt>
                <c:pt idx="517">
                  <c:v>45286</c:v>
                </c:pt>
                <c:pt idx="518">
                  <c:v>45287</c:v>
                </c:pt>
                <c:pt idx="519">
                  <c:v>45288</c:v>
                </c:pt>
                <c:pt idx="520">
                  <c:v>45289</c:v>
                </c:pt>
                <c:pt idx="521">
                  <c:v>45292</c:v>
                </c:pt>
                <c:pt idx="522">
                  <c:v>45293</c:v>
                </c:pt>
                <c:pt idx="523">
                  <c:v>45294</c:v>
                </c:pt>
                <c:pt idx="524">
                  <c:v>45295</c:v>
                </c:pt>
                <c:pt idx="525">
                  <c:v>45296</c:v>
                </c:pt>
                <c:pt idx="526">
                  <c:v>45299</c:v>
                </c:pt>
                <c:pt idx="527">
                  <c:v>45300</c:v>
                </c:pt>
                <c:pt idx="528">
                  <c:v>45301</c:v>
                </c:pt>
                <c:pt idx="529">
                  <c:v>45302</c:v>
                </c:pt>
                <c:pt idx="530">
                  <c:v>45303</c:v>
                </c:pt>
                <c:pt idx="531">
                  <c:v>45306</c:v>
                </c:pt>
                <c:pt idx="532">
                  <c:v>45307</c:v>
                </c:pt>
                <c:pt idx="533">
                  <c:v>45308</c:v>
                </c:pt>
                <c:pt idx="534">
                  <c:v>45309</c:v>
                </c:pt>
                <c:pt idx="535">
                  <c:v>45310</c:v>
                </c:pt>
                <c:pt idx="536">
                  <c:v>45313</c:v>
                </c:pt>
                <c:pt idx="537">
                  <c:v>45314</c:v>
                </c:pt>
                <c:pt idx="538">
                  <c:v>45315</c:v>
                </c:pt>
                <c:pt idx="539">
                  <c:v>45316</c:v>
                </c:pt>
                <c:pt idx="540">
                  <c:v>45317</c:v>
                </c:pt>
                <c:pt idx="541">
                  <c:v>45320</c:v>
                </c:pt>
                <c:pt idx="542">
                  <c:v>45321</c:v>
                </c:pt>
                <c:pt idx="543">
                  <c:v>45322</c:v>
                </c:pt>
                <c:pt idx="544">
                  <c:v>45323</c:v>
                </c:pt>
                <c:pt idx="545">
                  <c:v>45324</c:v>
                </c:pt>
                <c:pt idx="546">
                  <c:v>45327</c:v>
                </c:pt>
                <c:pt idx="547">
                  <c:v>45328</c:v>
                </c:pt>
                <c:pt idx="548">
                  <c:v>45329</c:v>
                </c:pt>
                <c:pt idx="549">
                  <c:v>45330</c:v>
                </c:pt>
                <c:pt idx="550">
                  <c:v>45331</c:v>
                </c:pt>
                <c:pt idx="551">
                  <c:v>45334</c:v>
                </c:pt>
                <c:pt idx="552">
                  <c:v>45335</c:v>
                </c:pt>
                <c:pt idx="553">
                  <c:v>45336</c:v>
                </c:pt>
                <c:pt idx="554">
                  <c:v>45337</c:v>
                </c:pt>
                <c:pt idx="555">
                  <c:v>45338</c:v>
                </c:pt>
                <c:pt idx="556">
                  <c:v>45341</c:v>
                </c:pt>
                <c:pt idx="557">
                  <c:v>45342</c:v>
                </c:pt>
                <c:pt idx="558">
                  <c:v>45343</c:v>
                </c:pt>
                <c:pt idx="559">
                  <c:v>45344</c:v>
                </c:pt>
                <c:pt idx="560">
                  <c:v>45345</c:v>
                </c:pt>
                <c:pt idx="561">
                  <c:v>45348</c:v>
                </c:pt>
                <c:pt idx="562">
                  <c:v>45349</c:v>
                </c:pt>
                <c:pt idx="563">
                  <c:v>45350</c:v>
                </c:pt>
                <c:pt idx="564">
                  <c:v>45351</c:v>
                </c:pt>
                <c:pt idx="565">
                  <c:v>45352</c:v>
                </c:pt>
                <c:pt idx="566">
                  <c:v>45355</c:v>
                </c:pt>
                <c:pt idx="567">
                  <c:v>45356</c:v>
                </c:pt>
                <c:pt idx="568">
                  <c:v>45357</c:v>
                </c:pt>
                <c:pt idx="569">
                  <c:v>45358</c:v>
                </c:pt>
                <c:pt idx="570">
                  <c:v>45359</c:v>
                </c:pt>
                <c:pt idx="571">
                  <c:v>45362</c:v>
                </c:pt>
                <c:pt idx="572">
                  <c:v>45363</c:v>
                </c:pt>
                <c:pt idx="573">
                  <c:v>45364</c:v>
                </c:pt>
                <c:pt idx="574">
                  <c:v>45365</c:v>
                </c:pt>
                <c:pt idx="575">
                  <c:v>45366</c:v>
                </c:pt>
                <c:pt idx="576">
                  <c:v>45369</c:v>
                </c:pt>
                <c:pt idx="577">
                  <c:v>45370</c:v>
                </c:pt>
                <c:pt idx="578">
                  <c:v>45371</c:v>
                </c:pt>
                <c:pt idx="579">
                  <c:v>45372</c:v>
                </c:pt>
                <c:pt idx="580">
                  <c:v>45373</c:v>
                </c:pt>
                <c:pt idx="581">
                  <c:v>45376</c:v>
                </c:pt>
                <c:pt idx="582">
                  <c:v>45377</c:v>
                </c:pt>
                <c:pt idx="583">
                  <c:v>45378</c:v>
                </c:pt>
                <c:pt idx="584">
                  <c:v>45379</c:v>
                </c:pt>
                <c:pt idx="585">
                  <c:v>45380</c:v>
                </c:pt>
                <c:pt idx="586">
                  <c:v>45383</c:v>
                </c:pt>
                <c:pt idx="587">
                  <c:v>45384</c:v>
                </c:pt>
                <c:pt idx="588">
                  <c:v>45385</c:v>
                </c:pt>
                <c:pt idx="589">
                  <c:v>45386</c:v>
                </c:pt>
                <c:pt idx="590">
                  <c:v>45387</c:v>
                </c:pt>
                <c:pt idx="591">
                  <c:v>45390</c:v>
                </c:pt>
                <c:pt idx="592">
                  <c:v>45391</c:v>
                </c:pt>
                <c:pt idx="593">
                  <c:v>45392</c:v>
                </c:pt>
                <c:pt idx="594">
                  <c:v>45393</c:v>
                </c:pt>
                <c:pt idx="595">
                  <c:v>45394</c:v>
                </c:pt>
                <c:pt idx="596">
                  <c:v>45397</c:v>
                </c:pt>
                <c:pt idx="597">
                  <c:v>45398</c:v>
                </c:pt>
                <c:pt idx="598">
                  <c:v>45399</c:v>
                </c:pt>
                <c:pt idx="599">
                  <c:v>45400</c:v>
                </c:pt>
                <c:pt idx="600">
                  <c:v>45401</c:v>
                </c:pt>
                <c:pt idx="601">
                  <c:v>45404</c:v>
                </c:pt>
                <c:pt idx="602">
                  <c:v>45405</c:v>
                </c:pt>
                <c:pt idx="603">
                  <c:v>45406</c:v>
                </c:pt>
                <c:pt idx="604">
                  <c:v>45407</c:v>
                </c:pt>
                <c:pt idx="605">
                  <c:v>45408</c:v>
                </c:pt>
                <c:pt idx="606">
                  <c:v>45411</c:v>
                </c:pt>
                <c:pt idx="607">
                  <c:v>45412</c:v>
                </c:pt>
                <c:pt idx="608">
                  <c:v>45413</c:v>
                </c:pt>
                <c:pt idx="609">
                  <c:v>45414</c:v>
                </c:pt>
                <c:pt idx="610">
                  <c:v>45415</c:v>
                </c:pt>
                <c:pt idx="611">
                  <c:v>45418</c:v>
                </c:pt>
                <c:pt idx="612">
                  <c:v>45419</c:v>
                </c:pt>
                <c:pt idx="613">
                  <c:v>45420</c:v>
                </c:pt>
                <c:pt idx="614">
                  <c:v>45421</c:v>
                </c:pt>
                <c:pt idx="615">
                  <c:v>45422</c:v>
                </c:pt>
                <c:pt idx="616">
                  <c:v>45425</c:v>
                </c:pt>
                <c:pt idx="617">
                  <c:v>45426</c:v>
                </c:pt>
                <c:pt idx="618">
                  <c:v>45427</c:v>
                </c:pt>
                <c:pt idx="619">
                  <c:v>45428</c:v>
                </c:pt>
                <c:pt idx="620">
                  <c:v>45429</c:v>
                </c:pt>
                <c:pt idx="621">
                  <c:v>45432</c:v>
                </c:pt>
                <c:pt idx="622">
                  <c:v>45433</c:v>
                </c:pt>
                <c:pt idx="623">
                  <c:v>45434</c:v>
                </c:pt>
                <c:pt idx="624">
                  <c:v>45435</c:v>
                </c:pt>
                <c:pt idx="625">
                  <c:v>45436</c:v>
                </c:pt>
                <c:pt idx="626">
                  <c:v>45440</c:v>
                </c:pt>
                <c:pt idx="627">
                  <c:v>45441</c:v>
                </c:pt>
                <c:pt idx="628">
                  <c:v>45442</c:v>
                </c:pt>
                <c:pt idx="629">
                  <c:v>45443</c:v>
                </c:pt>
                <c:pt idx="630">
                  <c:v>45446</c:v>
                </c:pt>
                <c:pt idx="631">
                  <c:v>45447</c:v>
                </c:pt>
                <c:pt idx="632">
                  <c:v>45448</c:v>
                </c:pt>
                <c:pt idx="633">
                  <c:v>45449</c:v>
                </c:pt>
                <c:pt idx="634">
                  <c:v>45450</c:v>
                </c:pt>
                <c:pt idx="635">
                  <c:v>45453</c:v>
                </c:pt>
                <c:pt idx="636">
                  <c:v>45454</c:v>
                </c:pt>
                <c:pt idx="637">
                  <c:v>45455</c:v>
                </c:pt>
                <c:pt idx="638">
                  <c:v>45456</c:v>
                </c:pt>
                <c:pt idx="639">
                  <c:v>45457</c:v>
                </c:pt>
                <c:pt idx="640">
                  <c:v>45460</c:v>
                </c:pt>
                <c:pt idx="641">
                  <c:v>45461</c:v>
                </c:pt>
                <c:pt idx="642">
                  <c:v>45462</c:v>
                </c:pt>
                <c:pt idx="643">
                  <c:v>45463</c:v>
                </c:pt>
                <c:pt idx="644">
                  <c:v>45464</c:v>
                </c:pt>
                <c:pt idx="645">
                  <c:v>45467</c:v>
                </c:pt>
                <c:pt idx="646">
                  <c:v>45468</c:v>
                </c:pt>
                <c:pt idx="647">
                  <c:v>45469</c:v>
                </c:pt>
                <c:pt idx="648">
                  <c:v>45470</c:v>
                </c:pt>
                <c:pt idx="649">
                  <c:v>45471</c:v>
                </c:pt>
                <c:pt idx="650">
                  <c:v>45474</c:v>
                </c:pt>
                <c:pt idx="651">
                  <c:v>45475</c:v>
                </c:pt>
                <c:pt idx="652">
                  <c:v>45476</c:v>
                </c:pt>
                <c:pt idx="653">
                  <c:v>45477</c:v>
                </c:pt>
                <c:pt idx="654">
                  <c:v>45478</c:v>
                </c:pt>
                <c:pt idx="655">
                  <c:v>45481</c:v>
                </c:pt>
                <c:pt idx="656">
                  <c:v>45482</c:v>
                </c:pt>
                <c:pt idx="657">
                  <c:v>45483</c:v>
                </c:pt>
                <c:pt idx="658">
                  <c:v>45484</c:v>
                </c:pt>
                <c:pt idx="659">
                  <c:v>45485</c:v>
                </c:pt>
                <c:pt idx="660">
                  <c:v>45488</c:v>
                </c:pt>
                <c:pt idx="661">
                  <c:v>45489</c:v>
                </c:pt>
                <c:pt idx="662">
                  <c:v>45490</c:v>
                </c:pt>
                <c:pt idx="663">
                  <c:v>45491</c:v>
                </c:pt>
                <c:pt idx="664">
                  <c:v>45492</c:v>
                </c:pt>
                <c:pt idx="665">
                  <c:v>45495</c:v>
                </c:pt>
                <c:pt idx="666">
                  <c:v>45496</c:v>
                </c:pt>
                <c:pt idx="667">
                  <c:v>45497</c:v>
                </c:pt>
                <c:pt idx="668">
                  <c:v>45498</c:v>
                </c:pt>
                <c:pt idx="669">
                  <c:v>45499</c:v>
                </c:pt>
                <c:pt idx="670">
                  <c:v>45502</c:v>
                </c:pt>
                <c:pt idx="671">
                  <c:v>45503</c:v>
                </c:pt>
                <c:pt idx="672">
                  <c:v>45504</c:v>
                </c:pt>
                <c:pt idx="673">
                  <c:v>45505</c:v>
                </c:pt>
                <c:pt idx="674">
                  <c:v>45506</c:v>
                </c:pt>
                <c:pt idx="675">
                  <c:v>45509</c:v>
                </c:pt>
                <c:pt idx="676">
                  <c:v>45510</c:v>
                </c:pt>
                <c:pt idx="677">
                  <c:v>45511</c:v>
                </c:pt>
                <c:pt idx="678">
                  <c:v>45512</c:v>
                </c:pt>
                <c:pt idx="679">
                  <c:v>45513</c:v>
                </c:pt>
                <c:pt idx="680">
                  <c:v>45516</c:v>
                </c:pt>
                <c:pt idx="681">
                  <c:v>45517</c:v>
                </c:pt>
                <c:pt idx="682">
                  <c:v>45518</c:v>
                </c:pt>
                <c:pt idx="683">
                  <c:v>45519</c:v>
                </c:pt>
                <c:pt idx="684">
                  <c:v>45520</c:v>
                </c:pt>
                <c:pt idx="685">
                  <c:v>45523</c:v>
                </c:pt>
                <c:pt idx="686">
                  <c:v>45524</c:v>
                </c:pt>
                <c:pt idx="687">
                  <c:v>45525</c:v>
                </c:pt>
                <c:pt idx="688">
                  <c:v>45526</c:v>
                </c:pt>
                <c:pt idx="689">
                  <c:v>45527</c:v>
                </c:pt>
                <c:pt idx="690">
                  <c:v>45530</c:v>
                </c:pt>
                <c:pt idx="691">
                  <c:v>45531</c:v>
                </c:pt>
                <c:pt idx="692">
                  <c:v>45532</c:v>
                </c:pt>
                <c:pt idx="693">
                  <c:v>45533</c:v>
                </c:pt>
                <c:pt idx="694">
                  <c:v>45534</c:v>
                </c:pt>
                <c:pt idx="695">
                  <c:v>45537</c:v>
                </c:pt>
                <c:pt idx="696">
                  <c:v>45538</c:v>
                </c:pt>
                <c:pt idx="697">
                  <c:v>45539</c:v>
                </c:pt>
                <c:pt idx="698">
                  <c:v>45540</c:v>
                </c:pt>
                <c:pt idx="699">
                  <c:v>45541</c:v>
                </c:pt>
                <c:pt idx="700">
                  <c:v>45544</c:v>
                </c:pt>
                <c:pt idx="701">
                  <c:v>45545</c:v>
                </c:pt>
                <c:pt idx="702">
                  <c:v>45546</c:v>
                </c:pt>
                <c:pt idx="703">
                  <c:v>45547</c:v>
                </c:pt>
                <c:pt idx="704">
                  <c:v>45548</c:v>
                </c:pt>
                <c:pt idx="705">
                  <c:v>45551</c:v>
                </c:pt>
                <c:pt idx="706">
                  <c:v>45552</c:v>
                </c:pt>
                <c:pt idx="707">
                  <c:v>45553</c:v>
                </c:pt>
                <c:pt idx="708">
                  <c:v>45554</c:v>
                </c:pt>
                <c:pt idx="709">
                  <c:v>45555</c:v>
                </c:pt>
                <c:pt idx="710">
                  <c:v>45558</c:v>
                </c:pt>
                <c:pt idx="711">
                  <c:v>45559</c:v>
                </c:pt>
                <c:pt idx="712">
                  <c:v>45560</c:v>
                </c:pt>
                <c:pt idx="713">
                  <c:v>45561</c:v>
                </c:pt>
                <c:pt idx="714">
                  <c:v>45562</c:v>
                </c:pt>
                <c:pt idx="715">
                  <c:v>45565</c:v>
                </c:pt>
                <c:pt idx="716">
                  <c:v>45566</c:v>
                </c:pt>
                <c:pt idx="717">
                  <c:v>45567</c:v>
                </c:pt>
                <c:pt idx="718">
                  <c:v>45568</c:v>
                </c:pt>
                <c:pt idx="719">
                  <c:v>45569</c:v>
                </c:pt>
                <c:pt idx="720">
                  <c:v>45572</c:v>
                </c:pt>
                <c:pt idx="721">
                  <c:v>45573</c:v>
                </c:pt>
                <c:pt idx="722">
                  <c:v>45574</c:v>
                </c:pt>
                <c:pt idx="723">
                  <c:v>45575</c:v>
                </c:pt>
                <c:pt idx="724">
                  <c:v>45576</c:v>
                </c:pt>
                <c:pt idx="725">
                  <c:v>45579</c:v>
                </c:pt>
                <c:pt idx="726">
                  <c:v>45580</c:v>
                </c:pt>
                <c:pt idx="727">
                  <c:v>45581</c:v>
                </c:pt>
                <c:pt idx="728">
                  <c:v>45582</c:v>
                </c:pt>
                <c:pt idx="729">
                  <c:v>45583</c:v>
                </c:pt>
                <c:pt idx="730">
                  <c:v>45586</c:v>
                </c:pt>
                <c:pt idx="731">
                  <c:v>45587</c:v>
                </c:pt>
                <c:pt idx="732">
                  <c:v>45588</c:v>
                </c:pt>
                <c:pt idx="733">
                  <c:v>45589</c:v>
                </c:pt>
                <c:pt idx="734">
                  <c:v>45590</c:v>
                </c:pt>
                <c:pt idx="735">
                  <c:v>45593</c:v>
                </c:pt>
                <c:pt idx="736">
                  <c:v>45594</c:v>
                </c:pt>
                <c:pt idx="737">
                  <c:v>45595</c:v>
                </c:pt>
                <c:pt idx="738">
                  <c:v>45596</c:v>
                </c:pt>
                <c:pt idx="739">
                  <c:v>45597</c:v>
                </c:pt>
                <c:pt idx="740">
                  <c:v>45600</c:v>
                </c:pt>
                <c:pt idx="741">
                  <c:v>45601</c:v>
                </c:pt>
                <c:pt idx="742">
                  <c:v>45602</c:v>
                </c:pt>
                <c:pt idx="743">
                  <c:v>45603</c:v>
                </c:pt>
                <c:pt idx="744">
                  <c:v>45604</c:v>
                </c:pt>
                <c:pt idx="745">
                  <c:v>45607</c:v>
                </c:pt>
                <c:pt idx="746">
                  <c:v>45608</c:v>
                </c:pt>
                <c:pt idx="747">
                  <c:v>45609</c:v>
                </c:pt>
                <c:pt idx="748">
                  <c:v>45610</c:v>
                </c:pt>
                <c:pt idx="749">
                  <c:v>45611</c:v>
                </c:pt>
                <c:pt idx="750">
                  <c:v>45614</c:v>
                </c:pt>
                <c:pt idx="751">
                  <c:v>45615</c:v>
                </c:pt>
                <c:pt idx="752">
                  <c:v>45616</c:v>
                </c:pt>
                <c:pt idx="753">
                  <c:v>45617</c:v>
                </c:pt>
                <c:pt idx="754">
                  <c:v>45618</c:v>
                </c:pt>
                <c:pt idx="755">
                  <c:v>45621</c:v>
                </c:pt>
                <c:pt idx="756">
                  <c:v>45622</c:v>
                </c:pt>
                <c:pt idx="757">
                  <c:v>45623</c:v>
                </c:pt>
                <c:pt idx="758">
                  <c:v>45624</c:v>
                </c:pt>
                <c:pt idx="759">
                  <c:v>45625</c:v>
                </c:pt>
                <c:pt idx="760">
                  <c:v>45628</c:v>
                </c:pt>
                <c:pt idx="761">
                  <c:v>45629</c:v>
                </c:pt>
                <c:pt idx="762">
                  <c:v>45630</c:v>
                </c:pt>
                <c:pt idx="763">
                  <c:v>45631</c:v>
                </c:pt>
                <c:pt idx="764">
                  <c:v>45632</c:v>
                </c:pt>
                <c:pt idx="765">
                  <c:v>45635</c:v>
                </c:pt>
                <c:pt idx="766">
                  <c:v>45636</c:v>
                </c:pt>
                <c:pt idx="767">
                  <c:v>45637</c:v>
                </c:pt>
                <c:pt idx="768">
                  <c:v>45638</c:v>
                </c:pt>
                <c:pt idx="769">
                  <c:v>45639</c:v>
                </c:pt>
                <c:pt idx="770">
                  <c:v>45642</c:v>
                </c:pt>
                <c:pt idx="771">
                  <c:v>45643</c:v>
                </c:pt>
                <c:pt idx="772">
                  <c:v>45644</c:v>
                </c:pt>
                <c:pt idx="773">
                  <c:v>45645</c:v>
                </c:pt>
                <c:pt idx="774">
                  <c:v>45646</c:v>
                </c:pt>
                <c:pt idx="775">
                  <c:v>45649</c:v>
                </c:pt>
                <c:pt idx="776">
                  <c:v>45650</c:v>
                </c:pt>
                <c:pt idx="777">
                  <c:v>45651</c:v>
                </c:pt>
                <c:pt idx="778">
                  <c:v>45652</c:v>
                </c:pt>
                <c:pt idx="779">
                  <c:v>45653</c:v>
                </c:pt>
                <c:pt idx="780">
                  <c:v>45656</c:v>
                </c:pt>
                <c:pt idx="781">
                  <c:v>45657</c:v>
                </c:pt>
                <c:pt idx="782">
                  <c:v>45658</c:v>
                </c:pt>
                <c:pt idx="783">
                  <c:v>45659</c:v>
                </c:pt>
                <c:pt idx="784">
                  <c:v>45660</c:v>
                </c:pt>
                <c:pt idx="785">
                  <c:v>45663</c:v>
                </c:pt>
                <c:pt idx="786">
                  <c:v>45664</c:v>
                </c:pt>
                <c:pt idx="787">
                  <c:v>45665</c:v>
                </c:pt>
                <c:pt idx="788">
                  <c:v>45666</c:v>
                </c:pt>
                <c:pt idx="789">
                  <c:v>45667</c:v>
                </c:pt>
                <c:pt idx="790">
                  <c:v>45670</c:v>
                </c:pt>
                <c:pt idx="791">
                  <c:v>45671</c:v>
                </c:pt>
                <c:pt idx="792">
                  <c:v>45672</c:v>
                </c:pt>
                <c:pt idx="793">
                  <c:v>45673</c:v>
                </c:pt>
                <c:pt idx="794">
                  <c:v>45674</c:v>
                </c:pt>
                <c:pt idx="795">
                  <c:v>45677</c:v>
                </c:pt>
                <c:pt idx="796">
                  <c:v>45678</c:v>
                </c:pt>
                <c:pt idx="797">
                  <c:v>45679</c:v>
                </c:pt>
                <c:pt idx="798">
                  <c:v>45680</c:v>
                </c:pt>
                <c:pt idx="799">
                  <c:v>45681</c:v>
                </c:pt>
                <c:pt idx="800">
                  <c:v>45684</c:v>
                </c:pt>
                <c:pt idx="801">
                  <c:v>45685</c:v>
                </c:pt>
                <c:pt idx="802">
                  <c:v>45686</c:v>
                </c:pt>
                <c:pt idx="803">
                  <c:v>45687</c:v>
                </c:pt>
                <c:pt idx="804">
                  <c:v>45688</c:v>
                </c:pt>
                <c:pt idx="805">
                  <c:v>45691</c:v>
                </c:pt>
                <c:pt idx="806">
                  <c:v>45692</c:v>
                </c:pt>
                <c:pt idx="807">
                  <c:v>45693</c:v>
                </c:pt>
                <c:pt idx="808">
                  <c:v>45694</c:v>
                </c:pt>
                <c:pt idx="809">
                  <c:v>45695</c:v>
                </c:pt>
                <c:pt idx="810">
                  <c:v>45698</c:v>
                </c:pt>
                <c:pt idx="811">
                  <c:v>45699</c:v>
                </c:pt>
                <c:pt idx="812">
                  <c:v>45700</c:v>
                </c:pt>
                <c:pt idx="813">
                  <c:v>45701</c:v>
                </c:pt>
                <c:pt idx="814">
                  <c:v>45702</c:v>
                </c:pt>
                <c:pt idx="815">
                  <c:v>45705</c:v>
                </c:pt>
                <c:pt idx="816">
                  <c:v>45706</c:v>
                </c:pt>
                <c:pt idx="817">
                  <c:v>45707</c:v>
                </c:pt>
                <c:pt idx="818">
                  <c:v>45708</c:v>
                </c:pt>
                <c:pt idx="819">
                  <c:v>45709</c:v>
                </c:pt>
                <c:pt idx="820">
                  <c:v>45712</c:v>
                </c:pt>
                <c:pt idx="821">
                  <c:v>45713</c:v>
                </c:pt>
                <c:pt idx="822">
                  <c:v>45714</c:v>
                </c:pt>
                <c:pt idx="823">
                  <c:v>45715</c:v>
                </c:pt>
                <c:pt idx="824">
                  <c:v>45716</c:v>
                </c:pt>
                <c:pt idx="825">
                  <c:v>45719</c:v>
                </c:pt>
                <c:pt idx="826">
                  <c:v>45720</c:v>
                </c:pt>
                <c:pt idx="827">
                  <c:v>45721</c:v>
                </c:pt>
                <c:pt idx="828">
                  <c:v>45722</c:v>
                </c:pt>
                <c:pt idx="829">
                  <c:v>45723</c:v>
                </c:pt>
                <c:pt idx="830">
                  <c:v>45726</c:v>
                </c:pt>
                <c:pt idx="831">
                  <c:v>45727</c:v>
                </c:pt>
                <c:pt idx="832">
                  <c:v>45728</c:v>
                </c:pt>
                <c:pt idx="833">
                  <c:v>45729</c:v>
                </c:pt>
                <c:pt idx="834">
                  <c:v>45730</c:v>
                </c:pt>
                <c:pt idx="835">
                  <c:v>45733</c:v>
                </c:pt>
                <c:pt idx="836">
                  <c:v>45734</c:v>
                </c:pt>
                <c:pt idx="837">
                  <c:v>45735</c:v>
                </c:pt>
                <c:pt idx="838">
                  <c:v>45736</c:v>
                </c:pt>
                <c:pt idx="839">
                  <c:v>45737</c:v>
                </c:pt>
                <c:pt idx="840">
                  <c:v>45740</c:v>
                </c:pt>
                <c:pt idx="841">
                  <c:v>45741</c:v>
                </c:pt>
                <c:pt idx="842">
                  <c:v>45742</c:v>
                </c:pt>
                <c:pt idx="843">
                  <c:v>45743</c:v>
                </c:pt>
                <c:pt idx="844">
                  <c:v>45744</c:v>
                </c:pt>
                <c:pt idx="845">
                  <c:v>45747</c:v>
                </c:pt>
                <c:pt idx="846">
                  <c:v>45748</c:v>
                </c:pt>
                <c:pt idx="847">
                  <c:v>45749</c:v>
                </c:pt>
                <c:pt idx="848">
                  <c:v>45750</c:v>
                </c:pt>
                <c:pt idx="849">
                  <c:v>45751</c:v>
                </c:pt>
                <c:pt idx="850">
                  <c:v>45754</c:v>
                </c:pt>
                <c:pt idx="851">
                  <c:v>45755</c:v>
                </c:pt>
                <c:pt idx="852">
                  <c:v>45756</c:v>
                </c:pt>
                <c:pt idx="853">
                  <c:v>45757</c:v>
                </c:pt>
                <c:pt idx="854">
                  <c:v>45758</c:v>
                </c:pt>
                <c:pt idx="855">
                  <c:v>45761</c:v>
                </c:pt>
                <c:pt idx="856">
                  <c:v>45762</c:v>
                </c:pt>
                <c:pt idx="857">
                  <c:v>45763</c:v>
                </c:pt>
                <c:pt idx="858">
                  <c:v>45764</c:v>
                </c:pt>
                <c:pt idx="859">
                  <c:v>45765</c:v>
                </c:pt>
                <c:pt idx="860">
                  <c:v>45768</c:v>
                </c:pt>
                <c:pt idx="861">
                  <c:v>45769</c:v>
                </c:pt>
                <c:pt idx="862">
                  <c:v>45770</c:v>
                </c:pt>
                <c:pt idx="863">
                  <c:v>45771</c:v>
                </c:pt>
                <c:pt idx="864">
                  <c:v>45772</c:v>
                </c:pt>
                <c:pt idx="865">
                  <c:v>45775</c:v>
                </c:pt>
                <c:pt idx="866">
                  <c:v>45776</c:v>
                </c:pt>
                <c:pt idx="867">
                  <c:v>45777</c:v>
                </c:pt>
                <c:pt idx="868">
                  <c:v>45778</c:v>
                </c:pt>
                <c:pt idx="869">
                  <c:v>45779</c:v>
                </c:pt>
                <c:pt idx="870">
                  <c:v>45782</c:v>
                </c:pt>
                <c:pt idx="871">
                  <c:v>45783</c:v>
                </c:pt>
                <c:pt idx="872">
                  <c:v>45784</c:v>
                </c:pt>
                <c:pt idx="873">
                  <c:v>45785</c:v>
                </c:pt>
                <c:pt idx="874">
                  <c:v>45786</c:v>
                </c:pt>
                <c:pt idx="875">
                  <c:v>45789</c:v>
                </c:pt>
                <c:pt idx="876">
                  <c:v>45790</c:v>
                </c:pt>
                <c:pt idx="877">
                  <c:v>45791</c:v>
                </c:pt>
                <c:pt idx="878">
                  <c:v>45792</c:v>
                </c:pt>
                <c:pt idx="879">
                  <c:v>45793</c:v>
                </c:pt>
                <c:pt idx="880">
                  <c:v>45796</c:v>
                </c:pt>
                <c:pt idx="881">
                  <c:v>45797</c:v>
                </c:pt>
                <c:pt idx="882">
                  <c:v>45798</c:v>
                </c:pt>
                <c:pt idx="883">
                  <c:v>45799</c:v>
                </c:pt>
                <c:pt idx="884">
                  <c:v>45800</c:v>
                </c:pt>
                <c:pt idx="885">
                  <c:v>45804</c:v>
                </c:pt>
                <c:pt idx="886">
                  <c:v>45805</c:v>
                </c:pt>
                <c:pt idx="887">
                  <c:v>45806</c:v>
                </c:pt>
                <c:pt idx="888">
                  <c:v>45807</c:v>
                </c:pt>
                <c:pt idx="889">
                  <c:v>45810</c:v>
                </c:pt>
                <c:pt idx="890">
                  <c:v>45811</c:v>
                </c:pt>
                <c:pt idx="891">
                  <c:v>45812</c:v>
                </c:pt>
                <c:pt idx="892">
                  <c:v>45813</c:v>
                </c:pt>
                <c:pt idx="893">
                  <c:v>45814</c:v>
                </c:pt>
                <c:pt idx="894">
                  <c:v>45817</c:v>
                </c:pt>
                <c:pt idx="895">
                  <c:v>45818</c:v>
                </c:pt>
                <c:pt idx="896">
                  <c:v>45819</c:v>
                </c:pt>
                <c:pt idx="897">
                  <c:v>45820</c:v>
                </c:pt>
                <c:pt idx="898">
                  <c:v>45821</c:v>
                </c:pt>
                <c:pt idx="899">
                  <c:v>45824</c:v>
                </c:pt>
                <c:pt idx="900">
                  <c:v>45825</c:v>
                </c:pt>
                <c:pt idx="901">
                  <c:v>45826</c:v>
                </c:pt>
                <c:pt idx="902">
                  <c:v>45827</c:v>
                </c:pt>
                <c:pt idx="903">
                  <c:v>45828</c:v>
                </c:pt>
                <c:pt idx="904">
                  <c:v>45831</c:v>
                </c:pt>
                <c:pt idx="905">
                  <c:v>45832</c:v>
                </c:pt>
                <c:pt idx="906">
                  <c:v>45833</c:v>
                </c:pt>
                <c:pt idx="907">
                  <c:v>45834</c:v>
                </c:pt>
                <c:pt idx="908">
                  <c:v>45835</c:v>
                </c:pt>
                <c:pt idx="909">
                  <c:v>45838</c:v>
                </c:pt>
                <c:pt idx="910">
                  <c:v>45839</c:v>
                </c:pt>
                <c:pt idx="911">
                  <c:v>45840</c:v>
                </c:pt>
                <c:pt idx="912">
                  <c:v>45841</c:v>
                </c:pt>
                <c:pt idx="913">
                  <c:v>45842</c:v>
                </c:pt>
                <c:pt idx="914">
                  <c:v>45845</c:v>
                </c:pt>
                <c:pt idx="915">
                  <c:v>45846</c:v>
                </c:pt>
                <c:pt idx="916">
                  <c:v>45847</c:v>
                </c:pt>
                <c:pt idx="917">
                  <c:v>45848</c:v>
                </c:pt>
                <c:pt idx="918">
                  <c:v>45849</c:v>
                </c:pt>
                <c:pt idx="919">
                  <c:v>45852</c:v>
                </c:pt>
                <c:pt idx="920">
                  <c:v>45853</c:v>
                </c:pt>
                <c:pt idx="921">
                  <c:v>45854</c:v>
                </c:pt>
                <c:pt idx="922">
                  <c:v>45855</c:v>
                </c:pt>
                <c:pt idx="923">
                  <c:v>45856</c:v>
                </c:pt>
                <c:pt idx="924">
                  <c:v>45859</c:v>
                </c:pt>
                <c:pt idx="925">
                  <c:v>45860</c:v>
                </c:pt>
                <c:pt idx="926">
                  <c:v>45861</c:v>
                </c:pt>
                <c:pt idx="927">
                  <c:v>45862</c:v>
                </c:pt>
                <c:pt idx="928">
                  <c:v>45863</c:v>
                </c:pt>
                <c:pt idx="929">
                  <c:v>45866</c:v>
                </c:pt>
                <c:pt idx="930">
                  <c:v>45867</c:v>
                </c:pt>
                <c:pt idx="931">
                  <c:v>45868</c:v>
                </c:pt>
                <c:pt idx="932">
                  <c:v>45869</c:v>
                </c:pt>
                <c:pt idx="933">
                  <c:v>45870</c:v>
                </c:pt>
                <c:pt idx="934">
                  <c:v>45873</c:v>
                </c:pt>
                <c:pt idx="935">
                  <c:v>45874</c:v>
                </c:pt>
                <c:pt idx="936">
                  <c:v>45875</c:v>
                </c:pt>
                <c:pt idx="937">
                  <c:v>45876</c:v>
                </c:pt>
                <c:pt idx="938">
                  <c:v>45877</c:v>
                </c:pt>
                <c:pt idx="939">
                  <c:v>45880</c:v>
                </c:pt>
                <c:pt idx="940">
                  <c:v>45881</c:v>
                </c:pt>
                <c:pt idx="941">
                  <c:v>45882</c:v>
                </c:pt>
                <c:pt idx="942">
                  <c:v>45883</c:v>
                </c:pt>
                <c:pt idx="943">
                  <c:v>45884</c:v>
                </c:pt>
                <c:pt idx="944">
                  <c:v>45887</c:v>
                </c:pt>
                <c:pt idx="945">
                  <c:v>45888</c:v>
                </c:pt>
                <c:pt idx="946">
                  <c:v>45889</c:v>
                </c:pt>
                <c:pt idx="947">
                  <c:v>45890</c:v>
                </c:pt>
                <c:pt idx="948">
                  <c:v>45891</c:v>
                </c:pt>
                <c:pt idx="949">
                  <c:v>45894</c:v>
                </c:pt>
                <c:pt idx="950">
                  <c:v>45895</c:v>
                </c:pt>
                <c:pt idx="951">
                  <c:v>45896</c:v>
                </c:pt>
                <c:pt idx="952">
                  <c:v>45897</c:v>
                </c:pt>
                <c:pt idx="953">
                  <c:v>45898</c:v>
                </c:pt>
                <c:pt idx="954">
                  <c:v>45901</c:v>
                </c:pt>
                <c:pt idx="955">
                  <c:v>45902</c:v>
                </c:pt>
                <c:pt idx="956">
                  <c:v>45903</c:v>
                </c:pt>
                <c:pt idx="957">
                  <c:v>45904</c:v>
                </c:pt>
                <c:pt idx="958">
                  <c:v>45905</c:v>
                </c:pt>
                <c:pt idx="959">
                  <c:v>45908</c:v>
                </c:pt>
                <c:pt idx="960">
                  <c:v>45909</c:v>
                </c:pt>
                <c:pt idx="961">
                  <c:v>45910</c:v>
                </c:pt>
                <c:pt idx="962">
                  <c:v>45911</c:v>
                </c:pt>
                <c:pt idx="963">
                  <c:v>45912</c:v>
                </c:pt>
                <c:pt idx="964">
                  <c:v>45915</c:v>
                </c:pt>
                <c:pt idx="965">
                  <c:v>45916</c:v>
                </c:pt>
                <c:pt idx="966">
                  <c:v>45917</c:v>
                </c:pt>
                <c:pt idx="967">
                  <c:v>45918</c:v>
                </c:pt>
                <c:pt idx="968">
                  <c:v>45919</c:v>
                </c:pt>
                <c:pt idx="969">
                  <c:v>45922</c:v>
                </c:pt>
                <c:pt idx="970">
                  <c:v>45923</c:v>
                </c:pt>
                <c:pt idx="971">
                  <c:v>45924</c:v>
                </c:pt>
                <c:pt idx="972">
                  <c:v>45925</c:v>
                </c:pt>
                <c:pt idx="973">
                  <c:v>45926</c:v>
                </c:pt>
                <c:pt idx="974">
                  <c:v>45929</c:v>
                </c:pt>
                <c:pt idx="975">
                  <c:v>45930</c:v>
                </c:pt>
                <c:pt idx="976">
                  <c:v>45931</c:v>
                </c:pt>
                <c:pt idx="977">
                  <c:v>45932</c:v>
                </c:pt>
                <c:pt idx="978">
                  <c:v>45933</c:v>
                </c:pt>
                <c:pt idx="979">
                  <c:v>45936</c:v>
                </c:pt>
                <c:pt idx="980">
                  <c:v>45937</c:v>
                </c:pt>
                <c:pt idx="981">
                  <c:v>45938</c:v>
                </c:pt>
                <c:pt idx="982">
                  <c:v>45939</c:v>
                </c:pt>
                <c:pt idx="983">
                  <c:v>45940</c:v>
                </c:pt>
                <c:pt idx="984">
                  <c:v>45943</c:v>
                </c:pt>
                <c:pt idx="985">
                  <c:v>45944</c:v>
                </c:pt>
                <c:pt idx="986">
                  <c:v>45945</c:v>
                </c:pt>
                <c:pt idx="987">
                  <c:v>45946</c:v>
                </c:pt>
                <c:pt idx="988">
                  <c:v>45947</c:v>
                </c:pt>
                <c:pt idx="989">
                  <c:v>45950</c:v>
                </c:pt>
                <c:pt idx="990">
                  <c:v>45951</c:v>
                </c:pt>
                <c:pt idx="991">
                  <c:v>45952</c:v>
                </c:pt>
                <c:pt idx="992">
                  <c:v>45953</c:v>
                </c:pt>
                <c:pt idx="993">
                  <c:v>45954</c:v>
                </c:pt>
                <c:pt idx="994">
                  <c:v>45957</c:v>
                </c:pt>
                <c:pt idx="995">
                  <c:v>45958</c:v>
                </c:pt>
                <c:pt idx="996">
                  <c:v>45959</c:v>
                </c:pt>
                <c:pt idx="997">
                  <c:v>45960</c:v>
                </c:pt>
                <c:pt idx="998">
                  <c:v>45961</c:v>
                </c:pt>
                <c:pt idx="999">
                  <c:v>45964</c:v>
                </c:pt>
                <c:pt idx="1000">
                  <c:v>45965</c:v>
                </c:pt>
                <c:pt idx="1001">
                  <c:v>45966</c:v>
                </c:pt>
                <c:pt idx="1002">
                  <c:v>45967</c:v>
                </c:pt>
                <c:pt idx="1003">
                  <c:v>45968</c:v>
                </c:pt>
                <c:pt idx="1004">
                  <c:v>45971</c:v>
                </c:pt>
                <c:pt idx="1005">
                  <c:v>45972</c:v>
                </c:pt>
                <c:pt idx="1006">
                  <c:v>45973</c:v>
                </c:pt>
                <c:pt idx="1007">
                  <c:v>45974</c:v>
                </c:pt>
                <c:pt idx="1008">
                  <c:v>45975</c:v>
                </c:pt>
                <c:pt idx="1009">
                  <c:v>45978</c:v>
                </c:pt>
                <c:pt idx="1010">
                  <c:v>45979</c:v>
                </c:pt>
                <c:pt idx="1011">
                  <c:v>45980</c:v>
                </c:pt>
                <c:pt idx="1012">
                  <c:v>45981</c:v>
                </c:pt>
                <c:pt idx="1013">
                  <c:v>45982</c:v>
                </c:pt>
                <c:pt idx="1014">
                  <c:v>45985</c:v>
                </c:pt>
                <c:pt idx="1015">
                  <c:v>45986</c:v>
                </c:pt>
                <c:pt idx="1016">
                  <c:v>45987</c:v>
                </c:pt>
                <c:pt idx="1017">
                  <c:v>45988</c:v>
                </c:pt>
                <c:pt idx="1018">
                  <c:v>45989</c:v>
                </c:pt>
                <c:pt idx="1019">
                  <c:v>45992</c:v>
                </c:pt>
                <c:pt idx="1020">
                  <c:v>45993</c:v>
                </c:pt>
                <c:pt idx="1021">
                  <c:v>45994</c:v>
                </c:pt>
                <c:pt idx="1022">
                  <c:v>45995</c:v>
                </c:pt>
                <c:pt idx="1023">
                  <c:v>45996</c:v>
                </c:pt>
                <c:pt idx="1024">
                  <c:v>45999</c:v>
                </c:pt>
                <c:pt idx="1025">
                  <c:v>46000</c:v>
                </c:pt>
                <c:pt idx="1026">
                  <c:v>46001</c:v>
                </c:pt>
                <c:pt idx="1027">
                  <c:v>46002</c:v>
                </c:pt>
                <c:pt idx="1028">
                  <c:v>46003</c:v>
                </c:pt>
                <c:pt idx="1029">
                  <c:v>46006</c:v>
                </c:pt>
                <c:pt idx="1030">
                  <c:v>46007</c:v>
                </c:pt>
                <c:pt idx="1031">
                  <c:v>46008</c:v>
                </c:pt>
                <c:pt idx="1032">
                  <c:v>46009</c:v>
                </c:pt>
                <c:pt idx="1033">
                  <c:v>46010</c:v>
                </c:pt>
                <c:pt idx="1034">
                  <c:v>46013</c:v>
                </c:pt>
                <c:pt idx="1035">
                  <c:v>46014</c:v>
                </c:pt>
                <c:pt idx="1036">
                  <c:v>46015</c:v>
                </c:pt>
                <c:pt idx="1037">
                  <c:v>46016</c:v>
                </c:pt>
                <c:pt idx="1038">
                  <c:v>46017</c:v>
                </c:pt>
                <c:pt idx="1039">
                  <c:v>46020</c:v>
                </c:pt>
                <c:pt idx="1040">
                  <c:v>46021</c:v>
                </c:pt>
                <c:pt idx="1041">
                  <c:v>46022</c:v>
                </c:pt>
                <c:pt idx="1042">
                  <c:v>46023</c:v>
                </c:pt>
                <c:pt idx="1043">
                  <c:v>46024</c:v>
                </c:pt>
                <c:pt idx="1044">
                  <c:v>46027</c:v>
                </c:pt>
                <c:pt idx="1045">
                  <c:v>46028</c:v>
                </c:pt>
                <c:pt idx="1046">
                  <c:v>46029</c:v>
                </c:pt>
                <c:pt idx="1047">
                  <c:v>46030</c:v>
                </c:pt>
                <c:pt idx="1048">
                  <c:v>46031</c:v>
                </c:pt>
                <c:pt idx="1049">
                  <c:v>46034</c:v>
                </c:pt>
                <c:pt idx="1050">
                  <c:v>46035</c:v>
                </c:pt>
                <c:pt idx="1051">
                  <c:v>46036</c:v>
                </c:pt>
                <c:pt idx="1052">
                  <c:v>46037</c:v>
                </c:pt>
                <c:pt idx="1053">
                  <c:v>46038</c:v>
                </c:pt>
                <c:pt idx="1054">
                  <c:v>46041</c:v>
                </c:pt>
                <c:pt idx="1055">
                  <c:v>46042</c:v>
                </c:pt>
                <c:pt idx="1056">
                  <c:v>46043</c:v>
                </c:pt>
                <c:pt idx="1057">
                  <c:v>46044</c:v>
                </c:pt>
                <c:pt idx="1058">
                  <c:v>46045</c:v>
                </c:pt>
                <c:pt idx="1059">
                  <c:v>46048</c:v>
                </c:pt>
                <c:pt idx="1060">
                  <c:v>46049</c:v>
                </c:pt>
                <c:pt idx="1061">
                  <c:v>46050</c:v>
                </c:pt>
                <c:pt idx="1062">
                  <c:v>46051</c:v>
                </c:pt>
                <c:pt idx="1063">
                  <c:v>46052</c:v>
                </c:pt>
                <c:pt idx="1064">
                  <c:v>46055</c:v>
                </c:pt>
                <c:pt idx="1065">
                  <c:v>46056</c:v>
                </c:pt>
                <c:pt idx="1066">
                  <c:v>46057</c:v>
                </c:pt>
                <c:pt idx="1067">
                  <c:v>46058</c:v>
                </c:pt>
                <c:pt idx="1068">
                  <c:v>46059</c:v>
                </c:pt>
                <c:pt idx="1069">
                  <c:v>46062</c:v>
                </c:pt>
                <c:pt idx="1070">
                  <c:v>46063</c:v>
                </c:pt>
                <c:pt idx="1071">
                  <c:v>46064</c:v>
                </c:pt>
                <c:pt idx="1072">
                  <c:v>46065</c:v>
                </c:pt>
                <c:pt idx="1073">
                  <c:v>46066</c:v>
                </c:pt>
                <c:pt idx="1074">
                  <c:v>46069</c:v>
                </c:pt>
                <c:pt idx="1075">
                  <c:v>46070</c:v>
                </c:pt>
                <c:pt idx="1076">
                  <c:v>46071</c:v>
                </c:pt>
                <c:pt idx="1077">
                  <c:v>46072</c:v>
                </c:pt>
                <c:pt idx="1078">
                  <c:v>46073</c:v>
                </c:pt>
                <c:pt idx="1079">
                  <c:v>46076</c:v>
                </c:pt>
                <c:pt idx="1080">
                  <c:v>46077</c:v>
                </c:pt>
                <c:pt idx="1081">
                  <c:v>46078</c:v>
                </c:pt>
                <c:pt idx="1082">
                  <c:v>46079</c:v>
                </c:pt>
                <c:pt idx="1083">
                  <c:v>46080</c:v>
                </c:pt>
                <c:pt idx="1084">
                  <c:v>46083</c:v>
                </c:pt>
                <c:pt idx="1085">
                  <c:v>46084</c:v>
                </c:pt>
                <c:pt idx="1086">
                  <c:v>46085</c:v>
                </c:pt>
                <c:pt idx="1087">
                  <c:v>46086</c:v>
                </c:pt>
                <c:pt idx="1088">
                  <c:v>46087</c:v>
                </c:pt>
                <c:pt idx="1089">
                  <c:v>46090</c:v>
                </c:pt>
                <c:pt idx="1090">
                  <c:v>46091</c:v>
                </c:pt>
                <c:pt idx="1091">
                  <c:v>46092</c:v>
                </c:pt>
                <c:pt idx="1092">
                  <c:v>46093</c:v>
                </c:pt>
                <c:pt idx="1093">
                  <c:v>46094</c:v>
                </c:pt>
                <c:pt idx="1094">
                  <c:v>46097</c:v>
                </c:pt>
                <c:pt idx="1095">
                  <c:v>46098</c:v>
                </c:pt>
                <c:pt idx="1096">
                  <c:v>46099</c:v>
                </c:pt>
                <c:pt idx="1097">
                  <c:v>46100</c:v>
                </c:pt>
                <c:pt idx="1098">
                  <c:v>46101</c:v>
                </c:pt>
                <c:pt idx="1099">
                  <c:v>46104</c:v>
                </c:pt>
                <c:pt idx="1100">
                  <c:v>46105</c:v>
                </c:pt>
                <c:pt idx="1101">
                  <c:v>46106</c:v>
                </c:pt>
                <c:pt idx="1102">
                  <c:v>46107</c:v>
                </c:pt>
                <c:pt idx="1103">
                  <c:v>46108</c:v>
                </c:pt>
                <c:pt idx="1104">
                  <c:v>46111</c:v>
                </c:pt>
                <c:pt idx="1105">
                  <c:v>46112</c:v>
                </c:pt>
                <c:pt idx="1106">
                  <c:v>46113</c:v>
                </c:pt>
                <c:pt idx="1107">
                  <c:v>46114</c:v>
                </c:pt>
                <c:pt idx="1108">
                  <c:v>46115</c:v>
                </c:pt>
                <c:pt idx="1109">
                  <c:v>46118</c:v>
                </c:pt>
                <c:pt idx="1110">
                  <c:v>46119</c:v>
                </c:pt>
                <c:pt idx="1111">
                  <c:v>46120</c:v>
                </c:pt>
                <c:pt idx="1112">
                  <c:v>46121</c:v>
                </c:pt>
                <c:pt idx="1113">
                  <c:v>46122</c:v>
                </c:pt>
                <c:pt idx="1114">
                  <c:v>46125</c:v>
                </c:pt>
                <c:pt idx="1115">
                  <c:v>46126</c:v>
                </c:pt>
                <c:pt idx="1116">
                  <c:v>46127</c:v>
                </c:pt>
                <c:pt idx="1117">
                  <c:v>46128</c:v>
                </c:pt>
                <c:pt idx="1118">
                  <c:v>46129</c:v>
                </c:pt>
                <c:pt idx="1119">
                  <c:v>46132</c:v>
                </c:pt>
                <c:pt idx="1120">
                  <c:v>46133</c:v>
                </c:pt>
                <c:pt idx="1121">
                  <c:v>46134</c:v>
                </c:pt>
                <c:pt idx="1122">
                  <c:v>46135</c:v>
                </c:pt>
                <c:pt idx="1123">
                  <c:v>46136</c:v>
                </c:pt>
                <c:pt idx="1124">
                  <c:v>46139</c:v>
                </c:pt>
                <c:pt idx="1125">
                  <c:v>46140</c:v>
                </c:pt>
                <c:pt idx="1126">
                  <c:v>46141</c:v>
                </c:pt>
                <c:pt idx="1127">
                  <c:v>46142</c:v>
                </c:pt>
                <c:pt idx="1128">
                  <c:v>46143</c:v>
                </c:pt>
                <c:pt idx="1129">
                  <c:v>46146</c:v>
                </c:pt>
                <c:pt idx="1130">
                  <c:v>46147</c:v>
                </c:pt>
                <c:pt idx="1131">
                  <c:v>46148</c:v>
                </c:pt>
                <c:pt idx="1132">
                  <c:v>46149</c:v>
                </c:pt>
                <c:pt idx="1133">
                  <c:v>46150</c:v>
                </c:pt>
                <c:pt idx="1134">
                  <c:v>46153</c:v>
                </c:pt>
                <c:pt idx="1135">
                  <c:v>46154</c:v>
                </c:pt>
                <c:pt idx="1136">
                  <c:v>46155</c:v>
                </c:pt>
                <c:pt idx="1137">
                  <c:v>46156</c:v>
                </c:pt>
                <c:pt idx="1138">
                  <c:v>46157</c:v>
                </c:pt>
                <c:pt idx="1139">
                  <c:v>46160</c:v>
                </c:pt>
                <c:pt idx="1140">
                  <c:v>46161</c:v>
                </c:pt>
                <c:pt idx="1141">
                  <c:v>46162</c:v>
                </c:pt>
                <c:pt idx="1142">
                  <c:v>46163</c:v>
                </c:pt>
                <c:pt idx="1143">
                  <c:v>46164</c:v>
                </c:pt>
                <c:pt idx="1144">
                  <c:v>46168</c:v>
                </c:pt>
                <c:pt idx="1145">
                  <c:v>46169</c:v>
                </c:pt>
                <c:pt idx="1146">
                  <c:v>46170</c:v>
                </c:pt>
                <c:pt idx="1147">
                  <c:v>46171</c:v>
                </c:pt>
                <c:pt idx="1148">
                  <c:v>46174</c:v>
                </c:pt>
                <c:pt idx="1149">
                  <c:v>46175</c:v>
                </c:pt>
                <c:pt idx="1150">
                  <c:v>46176</c:v>
                </c:pt>
                <c:pt idx="1151">
                  <c:v>46177</c:v>
                </c:pt>
                <c:pt idx="1152">
                  <c:v>46178</c:v>
                </c:pt>
                <c:pt idx="1153">
                  <c:v>46181</c:v>
                </c:pt>
                <c:pt idx="1154">
                  <c:v>46182</c:v>
                </c:pt>
                <c:pt idx="1155">
                  <c:v>46183</c:v>
                </c:pt>
                <c:pt idx="1156">
                  <c:v>46184</c:v>
                </c:pt>
                <c:pt idx="1157">
                  <c:v>46185</c:v>
                </c:pt>
                <c:pt idx="1158">
                  <c:v>46188</c:v>
                </c:pt>
                <c:pt idx="1159">
                  <c:v>46189</c:v>
                </c:pt>
                <c:pt idx="1160">
                  <c:v>46190</c:v>
                </c:pt>
                <c:pt idx="1161">
                  <c:v>46191</c:v>
                </c:pt>
                <c:pt idx="1162">
                  <c:v>46192</c:v>
                </c:pt>
                <c:pt idx="1163">
                  <c:v>46195</c:v>
                </c:pt>
                <c:pt idx="1164">
                  <c:v>46196</c:v>
                </c:pt>
                <c:pt idx="1165">
                  <c:v>46197</c:v>
                </c:pt>
                <c:pt idx="1166">
                  <c:v>46198</c:v>
                </c:pt>
                <c:pt idx="1167">
                  <c:v>46199</c:v>
                </c:pt>
                <c:pt idx="1168">
                  <c:v>46202</c:v>
                </c:pt>
                <c:pt idx="1169">
                  <c:v>46203</c:v>
                </c:pt>
                <c:pt idx="1170">
                  <c:v>46204</c:v>
                </c:pt>
                <c:pt idx="1171">
                  <c:v>46205</c:v>
                </c:pt>
                <c:pt idx="1172">
                  <c:v>46206</c:v>
                </c:pt>
                <c:pt idx="1173">
                  <c:v>46209</c:v>
                </c:pt>
                <c:pt idx="1174">
                  <c:v>46210</c:v>
                </c:pt>
                <c:pt idx="1175">
                  <c:v>46211</c:v>
                </c:pt>
                <c:pt idx="1176">
                  <c:v>46212</c:v>
                </c:pt>
                <c:pt idx="1177">
                  <c:v>46213</c:v>
                </c:pt>
                <c:pt idx="1178">
                  <c:v>46216</c:v>
                </c:pt>
                <c:pt idx="1179">
                  <c:v>46217</c:v>
                </c:pt>
                <c:pt idx="1180">
                  <c:v>46218</c:v>
                </c:pt>
                <c:pt idx="1181">
                  <c:v>46219</c:v>
                </c:pt>
                <c:pt idx="1182">
                  <c:v>46220</c:v>
                </c:pt>
                <c:pt idx="1183">
                  <c:v>46223</c:v>
                </c:pt>
                <c:pt idx="1184">
                  <c:v>46224</c:v>
                </c:pt>
                <c:pt idx="1185">
                  <c:v>46225</c:v>
                </c:pt>
                <c:pt idx="1186">
                  <c:v>46226</c:v>
                </c:pt>
                <c:pt idx="1187">
                  <c:v>46227</c:v>
                </c:pt>
                <c:pt idx="1188">
                  <c:v>46230</c:v>
                </c:pt>
                <c:pt idx="1189">
                  <c:v>46231</c:v>
                </c:pt>
                <c:pt idx="1190">
                  <c:v>46232</c:v>
                </c:pt>
                <c:pt idx="1191">
                  <c:v>46233</c:v>
                </c:pt>
                <c:pt idx="1192">
                  <c:v>46234</c:v>
                </c:pt>
                <c:pt idx="1193">
                  <c:v>46237</c:v>
                </c:pt>
                <c:pt idx="1194">
                  <c:v>46238</c:v>
                </c:pt>
                <c:pt idx="1195">
                  <c:v>46239</c:v>
                </c:pt>
                <c:pt idx="1196">
                  <c:v>46240</c:v>
                </c:pt>
                <c:pt idx="1197">
                  <c:v>46241</c:v>
                </c:pt>
                <c:pt idx="1198">
                  <c:v>46244</c:v>
                </c:pt>
                <c:pt idx="1199">
                  <c:v>46245</c:v>
                </c:pt>
                <c:pt idx="1200">
                  <c:v>46246</c:v>
                </c:pt>
                <c:pt idx="1201">
                  <c:v>46247</c:v>
                </c:pt>
                <c:pt idx="1202">
                  <c:v>46248</c:v>
                </c:pt>
                <c:pt idx="1203">
                  <c:v>46251</c:v>
                </c:pt>
                <c:pt idx="1204">
                  <c:v>46252</c:v>
                </c:pt>
                <c:pt idx="1205">
                  <c:v>46253</c:v>
                </c:pt>
                <c:pt idx="1206">
                  <c:v>46254</c:v>
                </c:pt>
                <c:pt idx="1207">
                  <c:v>46255</c:v>
                </c:pt>
                <c:pt idx="1208">
                  <c:v>46258</c:v>
                </c:pt>
                <c:pt idx="1209">
                  <c:v>46259</c:v>
                </c:pt>
                <c:pt idx="1210">
                  <c:v>46260</c:v>
                </c:pt>
                <c:pt idx="1211">
                  <c:v>46261</c:v>
                </c:pt>
                <c:pt idx="1212">
                  <c:v>46262</c:v>
                </c:pt>
                <c:pt idx="1213">
                  <c:v>46265</c:v>
                </c:pt>
                <c:pt idx="1214">
                  <c:v>46266</c:v>
                </c:pt>
                <c:pt idx="1215">
                  <c:v>46267</c:v>
                </c:pt>
                <c:pt idx="1216">
                  <c:v>46268</c:v>
                </c:pt>
                <c:pt idx="1217">
                  <c:v>46269</c:v>
                </c:pt>
                <c:pt idx="1218">
                  <c:v>46272</c:v>
                </c:pt>
                <c:pt idx="1219">
                  <c:v>46273</c:v>
                </c:pt>
                <c:pt idx="1220">
                  <c:v>46274</c:v>
                </c:pt>
                <c:pt idx="1221">
                  <c:v>46275</c:v>
                </c:pt>
                <c:pt idx="1222">
                  <c:v>46276</c:v>
                </c:pt>
                <c:pt idx="1223">
                  <c:v>46279</c:v>
                </c:pt>
                <c:pt idx="1224">
                  <c:v>46280</c:v>
                </c:pt>
                <c:pt idx="1225">
                  <c:v>46281</c:v>
                </c:pt>
                <c:pt idx="1226">
                  <c:v>46282</c:v>
                </c:pt>
                <c:pt idx="1227">
                  <c:v>46283</c:v>
                </c:pt>
                <c:pt idx="1228">
                  <c:v>46286</c:v>
                </c:pt>
                <c:pt idx="1229">
                  <c:v>46287</c:v>
                </c:pt>
                <c:pt idx="1230">
                  <c:v>46288</c:v>
                </c:pt>
                <c:pt idx="1231">
                  <c:v>46289</c:v>
                </c:pt>
                <c:pt idx="1232">
                  <c:v>46290</c:v>
                </c:pt>
                <c:pt idx="1233">
                  <c:v>46293</c:v>
                </c:pt>
                <c:pt idx="1234">
                  <c:v>46294</c:v>
                </c:pt>
                <c:pt idx="1235">
                  <c:v>46295</c:v>
                </c:pt>
                <c:pt idx="1236">
                  <c:v>46296</c:v>
                </c:pt>
                <c:pt idx="1237">
                  <c:v>46297</c:v>
                </c:pt>
                <c:pt idx="1238">
                  <c:v>46300</c:v>
                </c:pt>
                <c:pt idx="1239">
                  <c:v>46301</c:v>
                </c:pt>
                <c:pt idx="1240">
                  <c:v>46302</c:v>
                </c:pt>
                <c:pt idx="1241">
                  <c:v>46303</c:v>
                </c:pt>
                <c:pt idx="1242">
                  <c:v>46304</c:v>
                </c:pt>
                <c:pt idx="1243">
                  <c:v>46307</c:v>
                </c:pt>
                <c:pt idx="1244">
                  <c:v>46308</c:v>
                </c:pt>
                <c:pt idx="1245">
                  <c:v>46309</c:v>
                </c:pt>
                <c:pt idx="1246">
                  <c:v>46310</c:v>
                </c:pt>
                <c:pt idx="1247">
                  <c:v>46311</c:v>
                </c:pt>
                <c:pt idx="1248">
                  <c:v>#N/A</c:v>
                </c:pt>
                <c:pt idx="1249">
                  <c:v>#N/A</c:v>
                </c:pt>
                <c:pt idx="1250">
                  <c:v>#N/A</c:v>
                </c:pt>
                <c:pt idx="1251">
                  <c:v>#N/A</c:v>
                </c:pt>
                <c:pt idx="1252">
                  <c:v>#N/A</c:v>
                </c:pt>
                <c:pt idx="1253">
                  <c:v>#N/A</c:v>
                </c:pt>
                <c:pt idx="1254">
                  <c:v>#N/A</c:v>
                </c:pt>
                <c:pt idx="1255">
                  <c:v>#N/A</c:v>
                </c:pt>
                <c:pt idx="1256">
                  <c:v>#N/A</c:v>
                </c:pt>
                <c:pt idx="1257">
                  <c:v>#N/A</c:v>
                </c:pt>
                <c:pt idx="1258">
                  <c:v>#N/A</c:v>
                </c:pt>
                <c:pt idx="1259">
                  <c:v>#N/A</c:v>
                </c:pt>
                <c:pt idx="1260">
                  <c:v>#N/A</c:v>
                </c:pt>
                <c:pt idx="1261">
                  <c:v>#N/A</c:v>
                </c:pt>
                <c:pt idx="1262">
                  <c:v>#N/A</c:v>
                </c:pt>
                <c:pt idx="1263">
                  <c:v>#N/A</c:v>
                </c:pt>
                <c:pt idx="1264">
                  <c:v>#N/A</c:v>
                </c:pt>
                <c:pt idx="1265">
                  <c:v>#N/A</c:v>
                </c:pt>
                <c:pt idx="1266">
                  <c:v>#N/A</c:v>
                </c:pt>
                <c:pt idx="1267">
                  <c:v>#N/A</c:v>
                </c:pt>
                <c:pt idx="1268">
                  <c:v>#N/A</c:v>
                </c:pt>
                <c:pt idx="1269">
                  <c:v>#N/A</c:v>
                </c:pt>
                <c:pt idx="1270">
                  <c:v>#N/A</c:v>
                </c:pt>
                <c:pt idx="1271">
                  <c:v>#N/A</c:v>
                </c:pt>
                <c:pt idx="1272">
                  <c:v>#N/A</c:v>
                </c:pt>
                <c:pt idx="1273">
                  <c:v>#N/A</c:v>
                </c:pt>
                <c:pt idx="1274">
                  <c:v>#N/A</c:v>
                </c:pt>
                <c:pt idx="1275">
                  <c:v>#N/A</c:v>
                </c:pt>
                <c:pt idx="1276">
                  <c:v>#N/A</c:v>
                </c:pt>
                <c:pt idx="1277">
                  <c:v>#N/A</c:v>
                </c:pt>
                <c:pt idx="1278">
                  <c:v>#N/A</c:v>
                </c:pt>
                <c:pt idx="1279">
                  <c:v>#N/A</c:v>
                </c:pt>
                <c:pt idx="1280">
                  <c:v>#N/A</c:v>
                </c:pt>
                <c:pt idx="1281">
                  <c:v>#N/A</c:v>
                </c:pt>
                <c:pt idx="1282">
                  <c:v>#N/A</c:v>
                </c:pt>
                <c:pt idx="1283">
                  <c:v>#N/A</c:v>
                </c:pt>
                <c:pt idx="1284">
                  <c:v>#N/A</c:v>
                </c:pt>
                <c:pt idx="1285">
                  <c:v>#N/A</c:v>
                </c:pt>
                <c:pt idx="1286">
                  <c:v>#N/A</c:v>
                </c:pt>
                <c:pt idx="1287">
                  <c:v>#N/A</c:v>
                </c:pt>
                <c:pt idx="1288">
                  <c:v>#N/A</c:v>
                </c:pt>
                <c:pt idx="1289">
                  <c:v>#N/A</c:v>
                </c:pt>
                <c:pt idx="1290">
                  <c:v>#N/A</c:v>
                </c:pt>
                <c:pt idx="1291">
                  <c:v>#N/A</c:v>
                </c:pt>
                <c:pt idx="1292">
                  <c:v>#N/A</c:v>
                </c:pt>
                <c:pt idx="1293">
                  <c:v>#N/A</c:v>
                </c:pt>
                <c:pt idx="1294">
                  <c:v>#N/A</c:v>
                </c:pt>
                <c:pt idx="1295">
                  <c:v>#N/A</c:v>
                </c:pt>
                <c:pt idx="1296">
                  <c:v>#N/A</c:v>
                </c:pt>
                <c:pt idx="1297">
                  <c:v>#N/A</c:v>
                </c:pt>
                <c:pt idx="1298">
                  <c:v>#N/A</c:v>
                </c:pt>
                <c:pt idx="1299">
                  <c:v>#N/A</c:v>
                </c:pt>
                <c:pt idx="1300">
                  <c:v>#N/A</c:v>
                </c:pt>
                <c:pt idx="1301">
                  <c:v>#N/A</c:v>
                </c:pt>
                <c:pt idx="1302">
                  <c:v>#N/A</c:v>
                </c:pt>
                <c:pt idx="1303">
                  <c:v>#N/A</c:v>
                </c:pt>
                <c:pt idx="1304">
                  <c:v>#N/A</c:v>
                </c:pt>
                <c:pt idx="1305">
                  <c:v>#N/A</c:v>
                </c:pt>
                <c:pt idx="1306">
                  <c:v>#N/A</c:v>
                </c:pt>
                <c:pt idx="1307">
                  <c:v>#N/A</c:v>
                </c:pt>
                <c:pt idx="1308">
                  <c:v>#N/A</c:v>
                </c:pt>
                <c:pt idx="1309">
                  <c:v>#N/A</c:v>
                </c:pt>
                <c:pt idx="1310">
                  <c:v>#N/A</c:v>
                </c:pt>
                <c:pt idx="1311">
                  <c:v>#N/A</c:v>
                </c:pt>
                <c:pt idx="1312">
                  <c:v>#N/A</c:v>
                </c:pt>
                <c:pt idx="1313">
                  <c:v>#N/A</c:v>
                </c:pt>
                <c:pt idx="1314">
                  <c:v>#N/A</c:v>
                </c:pt>
                <c:pt idx="1315">
                  <c:v>#N/A</c:v>
                </c:pt>
                <c:pt idx="1316">
                  <c:v>#N/A</c:v>
                </c:pt>
                <c:pt idx="1317">
                  <c:v>#N/A</c:v>
                </c:pt>
                <c:pt idx="1318">
                  <c:v>#N/A</c:v>
                </c:pt>
                <c:pt idx="1319">
                  <c:v>#N/A</c:v>
                </c:pt>
                <c:pt idx="1320">
                  <c:v>#N/A</c:v>
                </c:pt>
              </c:numCache>
            </c:numRef>
          </c:cat>
          <c:val>
            <c:numRef>
              <c:f>FI_INDEX!$AP$795:$AP$4550</c:f>
              <c:numCache>
                <c:formatCode>0.0</c:formatCode>
                <c:ptCount val="3756"/>
                <c:pt idx="0">
                  <c:v>100</c:v>
                </c:pt>
                <c:pt idx="1">
                  <c:v>99.815816737653961</c:v>
                </c:pt>
                <c:pt idx="2">
                  <c:v>99.125129503856343</c:v>
                </c:pt>
                <c:pt idx="3">
                  <c:v>99.136640957752945</c:v>
                </c:pt>
                <c:pt idx="4">
                  <c:v>99.366870035685494</c:v>
                </c:pt>
                <c:pt idx="5">
                  <c:v>99.643144929204524</c:v>
                </c:pt>
                <c:pt idx="6">
                  <c:v>99.9309312766202</c:v>
                </c:pt>
                <c:pt idx="7">
                  <c:v>99.838839645447194</c:v>
                </c:pt>
                <c:pt idx="8">
                  <c:v>100.41441234027853</c:v>
                </c:pt>
                <c:pt idx="9">
                  <c:v>100.8288246805571</c:v>
                </c:pt>
                <c:pt idx="10">
                  <c:v>100.80580177276386</c:v>
                </c:pt>
                <c:pt idx="11">
                  <c:v>100.43743524807181</c:v>
                </c:pt>
                <c:pt idx="12">
                  <c:v>100.46045815586504</c:v>
                </c:pt>
                <c:pt idx="13">
                  <c:v>100.67917577990096</c:v>
                </c:pt>
                <c:pt idx="14">
                  <c:v>100.89789340393685</c:v>
                </c:pt>
                <c:pt idx="15">
                  <c:v>101.26625992862888</c:v>
                </c:pt>
                <c:pt idx="16">
                  <c:v>100.98998503510983</c:v>
                </c:pt>
                <c:pt idx="17">
                  <c:v>101.09358812017948</c:v>
                </c:pt>
                <c:pt idx="18">
                  <c:v>100.37987797858861</c:v>
                </c:pt>
                <c:pt idx="19">
                  <c:v>99.781282375963997</c:v>
                </c:pt>
                <c:pt idx="20">
                  <c:v>99.896396914930278</c:v>
                </c:pt>
                <c:pt idx="21">
                  <c:v>99.976977092206681</c:v>
                </c:pt>
                <c:pt idx="22">
                  <c:v>100.37987797858862</c:v>
                </c:pt>
                <c:pt idx="23">
                  <c:v>100.58708414872793</c:v>
                </c:pt>
                <c:pt idx="24">
                  <c:v>100.11511453896621</c:v>
                </c:pt>
                <c:pt idx="25">
                  <c:v>99.930931276620157</c:v>
                </c:pt>
                <c:pt idx="26">
                  <c:v>100.01151145389656</c:v>
                </c:pt>
                <c:pt idx="27">
                  <c:v>99.631633475307865</c:v>
                </c:pt>
                <c:pt idx="28">
                  <c:v>99.631633475307865</c:v>
                </c:pt>
                <c:pt idx="29">
                  <c:v>99.228732588925908</c:v>
                </c:pt>
                <c:pt idx="30">
                  <c:v>99.712213652584225</c:v>
                </c:pt>
                <c:pt idx="31">
                  <c:v>99.631633475307837</c:v>
                </c:pt>
                <c:pt idx="32">
                  <c:v>99.585587659721341</c:v>
                </c:pt>
                <c:pt idx="33">
                  <c:v>99.700702198687594</c:v>
                </c:pt>
                <c:pt idx="34">
                  <c:v>100.16116035455265</c:v>
                </c:pt>
                <c:pt idx="35">
                  <c:v>100.05755726948301</c:v>
                </c:pt>
                <c:pt idx="36">
                  <c:v>100.33383216300206</c:v>
                </c:pt>
                <c:pt idx="37">
                  <c:v>100.03453436168974</c:v>
                </c:pt>
                <c:pt idx="38">
                  <c:v>100.08058017727627</c:v>
                </c:pt>
                <c:pt idx="39">
                  <c:v>99.631633475307808</c:v>
                </c:pt>
                <c:pt idx="40">
                  <c:v>99.65465638310107</c:v>
                </c:pt>
                <c:pt idx="41">
                  <c:v>100.11511453896614</c:v>
                </c:pt>
                <c:pt idx="42">
                  <c:v>100.17267180844928</c:v>
                </c:pt>
                <c:pt idx="43">
                  <c:v>99.654656383101056</c:v>
                </c:pt>
                <c:pt idx="44">
                  <c:v>99.700702198687594</c:v>
                </c:pt>
                <c:pt idx="45">
                  <c:v>100.25325198572568</c:v>
                </c:pt>
                <c:pt idx="46">
                  <c:v>99.815816737653861</c:v>
                </c:pt>
                <c:pt idx="47">
                  <c:v>99.528030390238172</c:v>
                </c:pt>
                <c:pt idx="48">
                  <c:v>99.355358581788778</c:v>
                </c:pt>
                <c:pt idx="49">
                  <c:v>99.113618049959598</c:v>
                </c:pt>
                <c:pt idx="50">
                  <c:v>98.123633014849659</c:v>
                </c:pt>
                <c:pt idx="51">
                  <c:v>97.398411419362134</c:v>
                </c:pt>
                <c:pt idx="52">
                  <c:v>97.317831242085731</c:v>
                </c:pt>
                <c:pt idx="53">
                  <c:v>96.937953263497036</c:v>
                </c:pt>
                <c:pt idx="54">
                  <c:v>97.064579256359949</c:v>
                </c:pt>
                <c:pt idx="55">
                  <c:v>96.615632554391468</c:v>
                </c:pt>
                <c:pt idx="56">
                  <c:v>96.350869114769068</c:v>
                </c:pt>
                <c:pt idx="57">
                  <c:v>95.291815356279372</c:v>
                </c:pt>
                <c:pt idx="58">
                  <c:v>95.015540462760313</c:v>
                </c:pt>
                <c:pt idx="59">
                  <c:v>94.060089789340282</c:v>
                </c:pt>
                <c:pt idx="60">
                  <c:v>94.290318867272831</c:v>
                </c:pt>
                <c:pt idx="61">
                  <c:v>92.897432945780949</c:v>
                </c:pt>
                <c:pt idx="62">
                  <c:v>93.668700356854941</c:v>
                </c:pt>
                <c:pt idx="63">
                  <c:v>94.486013583515444</c:v>
                </c:pt>
                <c:pt idx="64">
                  <c:v>94.589616668585094</c:v>
                </c:pt>
                <c:pt idx="65">
                  <c:v>93.944975250373972</c:v>
                </c:pt>
                <c:pt idx="66">
                  <c:v>93.760791988027933</c:v>
                </c:pt>
                <c:pt idx="67">
                  <c:v>93.139173477610058</c:v>
                </c:pt>
                <c:pt idx="68">
                  <c:v>92.989524576953912</c:v>
                </c:pt>
                <c:pt idx="69">
                  <c:v>92.851387130194382</c:v>
                </c:pt>
                <c:pt idx="70">
                  <c:v>92.621158052261833</c:v>
                </c:pt>
                <c:pt idx="71">
                  <c:v>91.803844825601303</c:v>
                </c:pt>
                <c:pt idx="72">
                  <c:v>91.803844825601303</c:v>
                </c:pt>
                <c:pt idx="73">
                  <c:v>91.608150109358633</c:v>
                </c:pt>
                <c:pt idx="74">
                  <c:v>91.435478300909224</c:v>
                </c:pt>
                <c:pt idx="75">
                  <c:v>91.032577414527267</c:v>
                </c:pt>
                <c:pt idx="76">
                  <c:v>90.641187982041956</c:v>
                </c:pt>
                <c:pt idx="77">
                  <c:v>89.305859330033186</c:v>
                </c:pt>
                <c:pt idx="78">
                  <c:v>90.008058017727421</c:v>
                </c:pt>
                <c:pt idx="79">
                  <c:v>89.662714400828619</c:v>
                </c:pt>
                <c:pt idx="80">
                  <c:v>89.5706227696556</c:v>
                </c:pt>
                <c:pt idx="81">
                  <c:v>89.835386209278028</c:v>
                </c:pt>
                <c:pt idx="82">
                  <c:v>90.480027627489164</c:v>
                </c:pt>
                <c:pt idx="83">
                  <c:v>89.639691493035372</c:v>
                </c:pt>
                <c:pt idx="84">
                  <c:v>87.982042131921077</c:v>
                </c:pt>
                <c:pt idx="85">
                  <c:v>88.707263727408602</c:v>
                </c:pt>
                <c:pt idx="86">
                  <c:v>88.419477379992912</c:v>
                </c:pt>
                <c:pt idx="87">
                  <c:v>88.454011741682763</c:v>
                </c:pt>
                <c:pt idx="88">
                  <c:v>89.179233337170245</c:v>
                </c:pt>
                <c:pt idx="89">
                  <c:v>88.442500287786103</c:v>
                </c:pt>
                <c:pt idx="90">
                  <c:v>88.189248302060307</c:v>
                </c:pt>
                <c:pt idx="91">
                  <c:v>88.338897202716467</c:v>
                </c:pt>
                <c:pt idx="92">
                  <c:v>88.246805571543447</c:v>
                </c:pt>
                <c:pt idx="93">
                  <c:v>88.580637734545604</c:v>
                </c:pt>
                <c:pt idx="94">
                  <c:v>89.70876021641503</c:v>
                </c:pt>
                <c:pt idx="95">
                  <c:v>89.075630252100538</c:v>
                </c:pt>
                <c:pt idx="96">
                  <c:v>89.156210429376912</c:v>
                </c:pt>
                <c:pt idx="97">
                  <c:v>88.983538620927504</c:v>
                </c:pt>
                <c:pt idx="98">
                  <c:v>89.777828939794816</c:v>
                </c:pt>
                <c:pt idx="99">
                  <c:v>90.054103833313846</c:v>
                </c:pt>
                <c:pt idx="100">
                  <c:v>90.019569471623953</c:v>
                </c:pt>
                <c:pt idx="101">
                  <c:v>90.008058017727322</c:v>
                </c:pt>
                <c:pt idx="102">
                  <c:v>90.756302521008095</c:v>
                </c:pt>
                <c:pt idx="103">
                  <c:v>90.422470358005896</c:v>
                </c:pt>
                <c:pt idx="104">
                  <c:v>90.583630712558673</c:v>
                </c:pt>
                <c:pt idx="105">
                  <c:v>90.572119258662056</c:v>
                </c:pt>
                <c:pt idx="106">
                  <c:v>90.22677564176324</c:v>
                </c:pt>
                <c:pt idx="107">
                  <c:v>89.443996776792602</c:v>
                </c:pt>
                <c:pt idx="108">
                  <c:v>88.442500287786046</c:v>
                </c:pt>
                <c:pt idx="109">
                  <c:v>88.61517209623544</c:v>
                </c:pt>
                <c:pt idx="110">
                  <c:v>87.99355358581758</c:v>
                </c:pt>
                <c:pt idx="111">
                  <c:v>87.268331990330068</c:v>
                </c:pt>
                <c:pt idx="112">
                  <c:v>86.807873834464971</c:v>
                </c:pt>
                <c:pt idx="113">
                  <c:v>85.74882007597526</c:v>
                </c:pt>
                <c:pt idx="114">
                  <c:v>85.668239898698857</c:v>
                </c:pt>
                <c:pt idx="115">
                  <c:v>85.633705537008979</c:v>
                </c:pt>
                <c:pt idx="116">
                  <c:v>85.622194083112348</c:v>
                </c:pt>
                <c:pt idx="117">
                  <c:v>84.977552664901211</c:v>
                </c:pt>
                <c:pt idx="118">
                  <c:v>86.025094969494305</c:v>
                </c:pt>
                <c:pt idx="119">
                  <c:v>87.084148727983987</c:v>
                </c:pt>
                <c:pt idx="120">
                  <c:v>85.276850466213546</c:v>
                </c:pt>
                <c:pt idx="121">
                  <c:v>85.207781742833788</c:v>
                </c:pt>
                <c:pt idx="122">
                  <c:v>84.240819615517125</c:v>
                </c:pt>
                <c:pt idx="123">
                  <c:v>84.494071601242908</c:v>
                </c:pt>
                <c:pt idx="124">
                  <c:v>85.288361920110162</c:v>
                </c:pt>
                <c:pt idx="125">
                  <c:v>85.138713019454016</c:v>
                </c:pt>
                <c:pt idx="126">
                  <c:v>84.966041211004622</c:v>
                </c:pt>
                <c:pt idx="127">
                  <c:v>84.551628870726049</c:v>
                </c:pt>
                <c:pt idx="128">
                  <c:v>84.275353977207004</c:v>
                </c:pt>
                <c:pt idx="129">
                  <c:v>84.804880856451859</c:v>
                </c:pt>
                <c:pt idx="130">
                  <c:v>85.115690111660783</c:v>
                </c:pt>
                <c:pt idx="131">
                  <c:v>84.827903764245107</c:v>
                </c:pt>
                <c:pt idx="132">
                  <c:v>84.71278922527884</c:v>
                </c:pt>
                <c:pt idx="133">
                  <c:v>84.678254863588947</c:v>
                </c:pt>
                <c:pt idx="134">
                  <c:v>84.643720501899068</c:v>
                </c:pt>
                <c:pt idx="135">
                  <c:v>84.597674686312558</c:v>
                </c:pt>
                <c:pt idx="136">
                  <c:v>83.768850005755397</c:v>
                </c:pt>
                <c:pt idx="137">
                  <c:v>84.102682168757596</c:v>
                </c:pt>
                <c:pt idx="138">
                  <c:v>83.757338551858794</c:v>
                </c:pt>
                <c:pt idx="139">
                  <c:v>82.847933694025272</c:v>
                </c:pt>
                <c:pt idx="140">
                  <c:v>83.112697133647671</c:v>
                </c:pt>
                <c:pt idx="141">
                  <c:v>83.342926211580192</c:v>
                </c:pt>
                <c:pt idx="142">
                  <c:v>83.296880395993696</c:v>
                </c:pt>
                <c:pt idx="143">
                  <c:v>83.285368942097065</c:v>
                </c:pt>
                <c:pt idx="144">
                  <c:v>83.803384367445275</c:v>
                </c:pt>
                <c:pt idx="145">
                  <c:v>84.563140324622665</c:v>
                </c:pt>
                <c:pt idx="146">
                  <c:v>84.217796707723835</c:v>
                </c:pt>
                <c:pt idx="147">
                  <c:v>84.07965926096432</c:v>
                </c:pt>
                <c:pt idx="148">
                  <c:v>84.286865431103607</c:v>
                </c:pt>
                <c:pt idx="149">
                  <c:v>85.737308622078615</c:v>
                </c:pt>
                <c:pt idx="150">
                  <c:v>86.370438586393107</c:v>
                </c:pt>
                <c:pt idx="151">
                  <c:v>87.464026706572682</c:v>
                </c:pt>
                <c:pt idx="152">
                  <c:v>86.439507309772878</c:v>
                </c:pt>
                <c:pt idx="153">
                  <c:v>86.002072061701057</c:v>
                </c:pt>
                <c:pt idx="154">
                  <c:v>86.623690572118917</c:v>
                </c:pt>
                <c:pt idx="155">
                  <c:v>85.265339012316915</c:v>
                </c:pt>
                <c:pt idx="156">
                  <c:v>85.299873374006779</c:v>
                </c:pt>
                <c:pt idx="157">
                  <c:v>85.242316104523653</c:v>
                </c:pt>
                <c:pt idx="158">
                  <c:v>86.623690572118917</c:v>
                </c:pt>
                <c:pt idx="159">
                  <c:v>86.531598940945898</c:v>
                </c:pt>
                <c:pt idx="160">
                  <c:v>86.278346955220101</c:v>
                </c:pt>
                <c:pt idx="161">
                  <c:v>86.347415678599873</c:v>
                </c:pt>
                <c:pt idx="162">
                  <c:v>85.771842983768522</c:v>
                </c:pt>
                <c:pt idx="163">
                  <c:v>85.242316104523681</c:v>
                </c:pt>
                <c:pt idx="164">
                  <c:v>84.712789225278826</c:v>
                </c:pt>
                <c:pt idx="165">
                  <c:v>84.045124899274441</c:v>
                </c:pt>
                <c:pt idx="166">
                  <c:v>83.734315644065518</c:v>
                </c:pt>
                <c:pt idx="167">
                  <c:v>84.160239438240737</c:v>
                </c:pt>
                <c:pt idx="168">
                  <c:v>83.95303326810145</c:v>
                </c:pt>
                <c:pt idx="169">
                  <c:v>84.332911246690145</c:v>
                </c:pt>
                <c:pt idx="170">
                  <c:v>83.630712558995896</c:v>
                </c:pt>
                <c:pt idx="171">
                  <c:v>82.986071140784787</c:v>
                </c:pt>
                <c:pt idx="172">
                  <c:v>82.940025325198263</c:v>
                </c:pt>
                <c:pt idx="173">
                  <c:v>82.836422240128627</c:v>
                </c:pt>
                <c:pt idx="174">
                  <c:v>82.099689190744499</c:v>
                </c:pt>
                <c:pt idx="175">
                  <c:v>82.099689190744499</c:v>
                </c:pt>
                <c:pt idx="176">
                  <c:v>81.86946011281195</c:v>
                </c:pt>
                <c:pt idx="177">
                  <c:v>80.614711638079584</c:v>
                </c:pt>
                <c:pt idx="178">
                  <c:v>80.085184758834743</c:v>
                </c:pt>
                <c:pt idx="179">
                  <c:v>79.877978588695456</c:v>
                </c:pt>
                <c:pt idx="180">
                  <c:v>80.798894900425651</c:v>
                </c:pt>
                <c:pt idx="181">
                  <c:v>80.591688730286364</c:v>
                </c:pt>
                <c:pt idx="182">
                  <c:v>79.613215149073056</c:v>
                </c:pt>
                <c:pt idx="183">
                  <c:v>80.453551283526835</c:v>
                </c:pt>
                <c:pt idx="184">
                  <c:v>80.200299297801024</c:v>
                </c:pt>
                <c:pt idx="185">
                  <c:v>80.545642914699812</c:v>
                </c:pt>
                <c:pt idx="186">
                  <c:v>80.384482560147035</c:v>
                </c:pt>
                <c:pt idx="187">
                  <c:v>80.085184758834728</c:v>
                </c:pt>
                <c:pt idx="188">
                  <c:v>79.901001496488703</c:v>
                </c:pt>
                <c:pt idx="189">
                  <c:v>80.844940716012118</c:v>
                </c:pt>
                <c:pt idx="190">
                  <c:v>80.326925290663894</c:v>
                </c:pt>
                <c:pt idx="191">
                  <c:v>79.521123517899994</c:v>
                </c:pt>
                <c:pt idx="192">
                  <c:v>79.498100610106746</c:v>
                </c:pt>
                <c:pt idx="193">
                  <c:v>79.854955680902179</c:v>
                </c:pt>
                <c:pt idx="194">
                  <c:v>79.682283872452771</c:v>
                </c:pt>
                <c:pt idx="195">
                  <c:v>79.532634971796625</c:v>
                </c:pt>
                <c:pt idx="196">
                  <c:v>79.636238056866262</c:v>
                </c:pt>
                <c:pt idx="197">
                  <c:v>79.86646713479881</c:v>
                </c:pt>
                <c:pt idx="198">
                  <c:v>79.590192241279752</c:v>
                </c:pt>
                <c:pt idx="199">
                  <c:v>79.313917347760693</c:v>
                </c:pt>
                <c:pt idx="200">
                  <c:v>79.256360078277552</c:v>
                </c:pt>
                <c:pt idx="201">
                  <c:v>79.00310809255177</c:v>
                </c:pt>
                <c:pt idx="202">
                  <c:v>78.922527915275381</c:v>
                </c:pt>
                <c:pt idx="203">
                  <c:v>78.358466674340647</c:v>
                </c:pt>
                <c:pt idx="204">
                  <c:v>78.24335213537438</c:v>
                </c:pt>
                <c:pt idx="205">
                  <c:v>77.437550362610494</c:v>
                </c:pt>
                <c:pt idx="206">
                  <c:v>77.241855646367839</c:v>
                </c:pt>
                <c:pt idx="207">
                  <c:v>77.126741107401585</c:v>
                </c:pt>
                <c:pt idx="208">
                  <c:v>76.7929089443994</c:v>
                </c:pt>
                <c:pt idx="209">
                  <c:v>76.666282951536488</c:v>
                </c:pt>
                <c:pt idx="210">
                  <c:v>77.96707724185535</c:v>
                </c:pt>
                <c:pt idx="211">
                  <c:v>77.299412915850979</c:v>
                </c:pt>
                <c:pt idx="212">
                  <c:v>77.817428341199189</c:v>
                </c:pt>
                <c:pt idx="213">
                  <c:v>78.646253021756351</c:v>
                </c:pt>
                <c:pt idx="214">
                  <c:v>78.692298837342861</c:v>
                </c:pt>
                <c:pt idx="215">
                  <c:v>77.990100149648597</c:v>
                </c:pt>
                <c:pt idx="216">
                  <c:v>77.403016000920616</c:v>
                </c:pt>
                <c:pt idx="217">
                  <c:v>77.633245078853136</c:v>
                </c:pt>
                <c:pt idx="218">
                  <c:v>77.828939795095764</c:v>
                </c:pt>
                <c:pt idx="219">
                  <c:v>77.644756532749753</c:v>
                </c:pt>
                <c:pt idx="220">
                  <c:v>78.508115574996765</c:v>
                </c:pt>
                <c:pt idx="221">
                  <c:v>78.508115574996765</c:v>
                </c:pt>
                <c:pt idx="222">
                  <c:v>79.014619546448387</c:v>
                </c:pt>
                <c:pt idx="223">
                  <c:v>78.588695752273182</c:v>
                </c:pt>
                <c:pt idx="224">
                  <c:v>81.650742488776004</c:v>
                </c:pt>
                <c:pt idx="225">
                  <c:v>82.928513871301618</c:v>
                </c:pt>
                <c:pt idx="226">
                  <c:v>82.283872453090495</c:v>
                </c:pt>
                <c:pt idx="227">
                  <c:v>82.652238977782559</c:v>
                </c:pt>
                <c:pt idx="228">
                  <c:v>82.525612984919675</c:v>
                </c:pt>
                <c:pt idx="229">
                  <c:v>82.099689190744471</c:v>
                </c:pt>
                <c:pt idx="230">
                  <c:v>82.007597559571451</c:v>
                </c:pt>
                <c:pt idx="231">
                  <c:v>80.994589616668264</c:v>
                </c:pt>
                <c:pt idx="232">
                  <c:v>81.501093588119844</c:v>
                </c:pt>
                <c:pt idx="233">
                  <c:v>82.456544261539861</c:v>
                </c:pt>
                <c:pt idx="234">
                  <c:v>83.089674225854353</c:v>
                </c:pt>
                <c:pt idx="235">
                  <c:v>82.698284793369041</c:v>
                </c:pt>
                <c:pt idx="236">
                  <c:v>82.847933694025215</c:v>
                </c:pt>
                <c:pt idx="237">
                  <c:v>83.032116956371226</c:v>
                </c:pt>
                <c:pt idx="238">
                  <c:v>83.377460573270042</c:v>
                </c:pt>
                <c:pt idx="239">
                  <c:v>85.069644296074244</c:v>
                </c:pt>
                <c:pt idx="240">
                  <c:v>85.702774260388722</c:v>
                </c:pt>
                <c:pt idx="241">
                  <c:v>84.183262346033942</c:v>
                </c:pt>
                <c:pt idx="242">
                  <c:v>84.022101991481165</c:v>
                </c:pt>
                <c:pt idx="243">
                  <c:v>84.252331069413714</c:v>
                </c:pt>
                <c:pt idx="244">
                  <c:v>84.229308161620466</c:v>
                </c:pt>
                <c:pt idx="245">
                  <c:v>84.298376885000224</c:v>
                </c:pt>
                <c:pt idx="246">
                  <c:v>83.619201105099236</c:v>
                </c:pt>
                <c:pt idx="247">
                  <c:v>84.896972487624822</c:v>
                </c:pt>
                <c:pt idx="248">
                  <c:v>84.966041211004594</c:v>
                </c:pt>
                <c:pt idx="249">
                  <c:v>83.55013238171945</c:v>
                </c:pt>
                <c:pt idx="250">
                  <c:v>84.275353977206962</c:v>
                </c:pt>
                <c:pt idx="251">
                  <c:v>84.079659260964291</c:v>
                </c:pt>
                <c:pt idx="252">
                  <c:v>87.383446529296279</c:v>
                </c:pt>
                <c:pt idx="253">
                  <c:v>86.911476919534564</c:v>
                </c:pt>
                <c:pt idx="254">
                  <c:v>86.980545642914322</c:v>
                </c:pt>
                <c:pt idx="255">
                  <c:v>86.612179118222272</c:v>
                </c:pt>
                <c:pt idx="256">
                  <c:v>86.63520202601552</c:v>
                </c:pt>
                <c:pt idx="257">
                  <c:v>86.232301139633577</c:v>
                </c:pt>
                <c:pt idx="258">
                  <c:v>85.599171175319086</c:v>
                </c:pt>
                <c:pt idx="259">
                  <c:v>86.531598940945898</c:v>
                </c:pt>
                <c:pt idx="260">
                  <c:v>100</c:v>
                </c:pt>
                <c:pt idx="261">
                  <c:v>100.23600367116821</c:v>
                </c:pt>
                <c:pt idx="262">
                  <c:v>100.07866789038938</c:v>
                </c:pt>
                <c:pt idx="263">
                  <c:v>98.859315589353599</c:v>
                </c:pt>
                <c:pt idx="264">
                  <c:v>98.282417726497954</c:v>
                </c:pt>
                <c:pt idx="265">
                  <c:v>99.265766356365518</c:v>
                </c:pt>
                <c:pt idx="266">
                  <c:v>99.40999082207945</c:v>
                </c:pt>
                <c:pt idx="267">
                  <c:v>99.134653205716532</c:v>
                </c:pt>
                <c:pt idx="268">
                  <c:v>98.990428740002628</c:v>
                </c:pt>
                <c:pt idx="269">
                  <c:v>101.44224465713913</c:v>
                </c:pt>
                <c:pt idx="270">
                  <c:v>102.54359512259082</c:v>
                </c:pt>
                <c:pt idx="271">
                  <c:v>101.97980857480006</c:v>
                </c:pt>
                <c:pt idx="272">
                  <c:v>102.33381408155239</c:v>
                </c:pt>
                <c:pt idx="273">
                  <c:v>101.71758227350203</c:v>
                </c:pt>
                <c:pt idx="274">
                  <c:v>102.08469909531928</c:v>
                </c:pt>
                <c:pt idx="275">
                  <c:v>101.1669070407762</c:v>
                </c:pt>
                <c:pt idx="276">
                  <c:v>100.34089419168744</c:v>
                </c:pt>
                <c:pt idx="277">
                  <c:v>100.72112232856956</c:v>
                </c:pt>
                <c:pt idx="278">
                  <c:v>101.16690704077622</c:v>
                </c:pt>
                <c:pt idx="279">
                  <c:v>100.68178838337488</c:v>
                </c:pt>
                <c:pt idx="280">
                  <c:v>100.94401468467288</c:v>
                </c:pt>
                <c:pt idx="281">
                  <c:v>100.55067523272585</c:v>
                </c:pt>
                <c:pt idx="282">
                  <c:v>100.78667890389407</c:v>
                </c:pt>
                <c:pt idx="283">
                  <c:v>101.65202569817752</c:v>
                </c:pt>
                <c:pt idx="284">
                  <c:v>101.88802936934574</c:v>
                </c:pt>
                <c:pt idx="285">
                  <c:v>99.947554739740383</c:v>
                </c:pt>
                <c:pt idx="286">
                  <c:v>98.833092959223791</c:v>
                </c:pt>
                <c:pt idx="287">
                  <c:v>100.03933394519467</c:v>
                </c:pt>
                <c:pt idx="288">
                  <c:v>99.79021895896156</c:v>
                </c:pt>
                <c:pt idx="289">
                  <c:v>99.645994493247656</c:v>
                </c:pt>
                <c:pt idx="290">
                  <c:v>99.816441589091355</c:v>
                </c:pt>
                <c:pt idx="291">
                  <c:v>99.016651370132394</c:v>
                </c:pt>
                <c:pt idx="292">
                  <c:v>98.465976137406557</c:v>
                </c:pt>
                <c:pt idx="293">
                  <c:v>97.731742493772089</c:v>
                </c:pt>
                <c:pt idx="294">
                  <c:v>97.889078274550911</c:v>
                </c:pt>
                <c:pt idx="295">
                  <c:v>97.731742493772103</c:v>
                </c:pt>
                <c:pt idx="296">
                  <c:v>97.666185918447596</c:v>
                </c:pt>
                <c:pt idx="297">
                  <c:v>97.115510685721773</c:v>
                </c:pt>
                <c:pt idx="298">
                  <c:v>97.233512521305855</c:v>
                </c:pt>
                <c:pt idx="299">
                  <c:v>97.338403041825089</c:v>
                </c:pt>
                <c:pt idx="300">
                  <c:v>96.066605480529702</c:v>
                </c:pt>
                <c:pt idx="301">
                  <c:v>96.276386521568099</c:v>
                </c:pt>
                <c:pt idx="302">
                  <c:v>96.289497836632975</c:v>
                </c:pt>
                <c:pt idx="303">
                  <c:v>96.276386521568085</c:v>
                </c:pt>
                <c:pt idx="304">
                  <c:v>95.856824439491263</c:v>
                </c:pt>
                <c:pt idx="305">
                  <c:v>96.499278877671415</c:v>
                </c:pt>
                <c:pt idx="306">
                  <c:v>96.459944932476716</c:v>
                </c:pt>
                <c:pt idx="307">
                  <c:v>95.594598138193248</c:v>
                </c:pt>
                <c:pt idx="308">
                  <c:v>95.45037367247933</c:v>
                </c:pt>
                <c:pt idx="309">
                  <c:v>96.302609151697865</c:v>
                </c:pt>
                <c:pt idx="310">
                  <c:v>97.10239937065684</c:v>
                </c:pt>
                <c:pt idx="311">
                  <c:v>98.426642192211844</c:v>
                </c:pt>
                <c:pt idx="312">
                  <c:v>97.679297233512486</c:v>
                </c:pt>
                <c:pt idx="313">
                  <c:v>98.269306411433035</c:v>
                </c:pt>
                <c:pt idx="314">
                  <c:v>98.03330274026483</c:v>
                </c:pt>
                <c:pt idx="315">
                  <c:v>99.449324767274149</c:v>
                </c:pt>
                <c:pt idx="316">
                  <c:v>99.842664219221206</c:v>
                </c:pt>
                <c:pt idx="317">
                  <c:v>98.951094794807929</c:v>
                </c:pt>
                <c:pt idx="318">
                  <c:v>99.75088501376689</c:v>
                </c:pt>
                <c:pt idx="319">
                  <c:v>100.20978104103841</c:v>
                </c:pt>
                <c:pt idx="320">
                  <c:v>100.30156024649273</c:v>
                </c:pt>
                <c:pt idx="321">
                  <c:v>99.659105808312603</c:v>
                </c:pt>
                <c:pt idx="322">
                  <c:v>100.17044709584373</c:v>
                </c:pt>
                <c:pt idx="323">
                  <c:v>98.688868493509915</c:v>
                </c:pt>
                <c:pt idx="324">
                  <c:v>98.806870329094011</c:v>
                </c:pt>
                <c:pt idx="325">
                  <c:v>98.688868493509901</c:v>
                </c:pt>
                <c:pt idx="326">
                  <c:v>98.977317424937752</c:v>
                </c:pt>
                <c:pt idx="327">
                  <c:v>99.541103972728479</c:v>
                </c:pt>
                <c:pt idx="328">
                  <c:v>99.842664219221234</c:v>
                </c:pt>
                <c:pt idx="329">
                  <c:v>99.488658712468919</c:v>
                </c:pt>
                <c:pt idx="330">
                  <c:v>99.213321096106</c:v>
                </c:pt>
                <c:pt idx="331">
                  <c:v>98.138193260784121</c:v>
                </c:pt>
                <c:pt idx="332">
                  <c:v>98.072636685459614</c:v>
                </c:pt>
                <c:pt idx="333">
                  <c:v>98.479087452471518</c:v>
                </c:pt>
                <c:pt idx="334">
                  <c:v>98.898649534548355</c:v>
                </c:pt>
                <c:pt idx="335">
                  <c:v>97.993968795070174</c:v>
                </c:pt>
                <c:pt idx="336">
                  <c:v>97.50885013766883</c:v>
                </c:pt>
                <c:pt idx="337">
                  <c:v>97.757965123901982</c:v>
                </c:pt>
                <c:pt idx="338">
                  <c:v>97.325291726760241</c:v>
                </c:pt>
                <c:pt idx="339">
                  <c:v>97.666185918447681</c:v>
                </c:pt>
                <c:pt idx="340">
                  <c:v>97.731742493772188</c:v>
                </c:pt>
                <c:pt idx="341">
                  <c:v>97.666185918447681</c:v>
                </c:pt>
                <c:pt idx="342">
                  <c:v>98.020191425200011</c:v>
                </c:pt>
                <c:pt idx="343">
                  <c:v>98.085748000524489</c:v>
                </c:pt>
                <c:pt idx="344">
                  <c:v>97.862855644421174</c:v>
                </c:pt>
                <c:pt idx="345">
                  <c:v>96.197718631178731</c:v>
                </c:pt>
                <c:pt idx="346">
                  <c:v>95.358594467025057</c:v>
                </c:pt>
                <c:pt idx="347">
                  <c:v>96.014160220270099</c:v>
                </c:pt>
                <c:pt idx="348">
                  <c:v>97.338403041825103</c:v>
                </c:pt>
                <c:pt idx="349">
                  <c:v>97.626851973252897</c:v>
                </c:pt>
                <c:pt idx="350">
                  <c:v>97.259735151435649</c:v>
                </c:pt>
                <c:pt idx="351">
                  <c:v>97.049954110397223</c:v>
                </c:pt>
                <c:pt idx="352">
                  <c:v>96.958174904942908</c:v>
                </c:pt>
                <c:pt idx="353">
                  <c:v>97.600629343123089</c:v>
                </c:pt>
                <c:pt idx="354">
                  <c:v>97.456404877409184</c:v>
                </c:pt>
                <c:pt idx="355">
                  <c:v>96.617280713255511</c:v>
                </c:pt>
                <c:pt idx="356">
                  <c:v>96.328831781827688</c:v>
                </c:pt>
                <c:pt idx="357">
                  <c:v>96.132162055854167</c:v>
                </c:pt>
                <c:pt idx="358">
                  <c:v>95.227481316376</c:v>
                </c:pt>
                <c:pt idx="359">
                  <c:v>94.519470302871341</c:v>
                </c:pt>
                <c:pt idx="360">
                  <c:v>95.017700275337575</c:v>
                </c:pt>
                <c:pt idx="361">
                  <c:v>94.598138193260752</c:v>
                </c:pt>
                <c:pt idx="362">
                  <c:v>94.611249508325628</c:v>
                </c:pt>
                <c:pt idx="363">
                  <c:v>94.008129015340188</c:v>
                </c:pt>
                <c:pt idx="364">
                  <c:v>93.61478956339316</c:v>
                </c:pt>
                <c:pt idx="365">
                  <c:v>93.24767274157594</c:v>
                </c:pt>
                <c:pt idx="366">
                  <c:v>93.352563262095117</c:v>
                </c:pt>
                <c:pt idx="367">
                  <c:v>93.78523665923683</c:v>
                </c:pt>
                <c:pt idx="368">
                  <c:v>94.099908220794447</c:v>
                </c:pt>
                <c:pt idx="369">
                  <c:v>94.467025042611667</c:v>
                </c:pt>
                <c:pt idx="370">
                  <c:v>93.706568768847404</c:v>
                </c:pt>
                <c:pt idx="371">
                  <c:v>93.92946112495072</c:v>
                </c:pt>
                <c:pt idx="372">
                  <c:v>93.903238494820926</c:v>
                </c:pt>
                <c:pt idx="373">
                  <c:v>93.562344303133486</c:v>
                </c:pt>
                <c:pt idx="374">
                  <c:v>94.375245837157337</c:v>
                </c:pt>
                <c:pt idx="375">
                  <c:v>94.060574275599706</c:v>
                </c:pt>
                <c:pt idx="376">
                  <c:v>93.916349809885787</c:v>
                </c:pt>
                <c:pt idx="377">
                  <c:v>93.509899042873855</c:v>
                </c:pt>
                <c:pt idx="378">
                  <c:v>93.58856693326328</c:v>
                </c:pt>
                <c:pt idx="379">
                  <c:v>93.457453782614266</c:v>
                </c:pt>
                <c:pt idx="380">
                  <c:v>92.447882522616894</c:v>
                </c:pt>
                <c:pt idx="381">
                  <c:v>92.342992002097688</c:v>
                </c:pt>
                <c:pt idx="382">
                  <c:v>92.683886193785142</c:v>
                </c:pt>
                <c:pt idx="383">
                  <c:v>92.408548577422224</c:v>
                </c:pt>
                <c:pt idx="384">
                  <c:v>91.608758358463263</c:v>
                </c:pt>
                <c:pt idx="385">
                  <c:v>91.241641536646028</c:v>
                </c:pt>
                <c:pt idx="386">
                  <c:v>91.359643372230124</c:v>
                </c:pt>
                <c:pt idx="387">
                  <c:v>91.005637865477794</c:v>
                </c:pt>
                <c:pt idx="388">
                  <c:v>90.74341156417978</c:v>
                </c:pt>
                <c:pt idx="389">
                  <c:v>90.572964468336053</c:v>
                </c:pt>
                <c:pt idx="390">
                  <c:v>90.86141339976389</c:v>
                </c:pt>
                <c:pt idx="391">
                  <c:v>90.625409728595656</c:v>
                </c:pt>
                <c:pt idx="392">
                  <c:v>90.756522879244685</c:v>
                </c:pt>
                <c:pt idx="393">
                  <c:v>90.63852104366056</c:v>
                </c:pt>
                <c:pt idx="394">
                  <c:v>91.005637865477809</c:v>
                </c:pt>
                <c:pt idx="395">
                  <c:v>92.198767536383798</c:v>
                </c:pt>
                <c:pt idx="396">
                  <c:v>92.775665399239429</c:v>
                </c:pt>
                <c:pt idx="397">
                  <c:v>93.405008522354692</c:v>
                </c:pt>
                <c:pt idx="398">
                  <c:v>94.663694768585216</c:v>
                </c:pt>
                <c:pt idx="399">
                  <c:v>94.978366330142848</c:v>
                </c:pt>
                <c:pt idx="400">
                  <c:v>94.467025042611724</c:v>
                </c:pt>
                <c:pt idx="401">
                  <c:v>94.519470302871341</c:v>
                </c:pt>
                <c:pt idx="402">
                  <c:v>94.440802412481943</c:v>
                </c:pt>
                <c:pt idx="403">
                  <c:v>93.890127179756078</c:v>
                </c:pt>
                <c:pt idx="404">
                  <c:v>93.601678248328255</c:v>
                </c:pt>
                <c:pt idx="405">
                  <c:v>92.513439097941472</c:v>
                </c:pt>
                <c:pt idx="406">
                  <c:v>92.670774878720295</c:v>
                </c:pt>
                <c:pt idx="407">
                  <c:v>93.051003015602447</c:v>
                </c:pt>
                <c:pt idx="408">
                  <c:v>93.496787727809064</c:v>
                </c:pt>
                <c:pt idx="409">
                  <c:v>94.008129015340216</c:v>
                </c:pt>
                <c:pt idx="410">
                  <c:v>92.880555919758734</c:v>
                </c:pt>
                <c:pt idx="411">
                  <c:v>92.14632227612428</c:v>
                </c:pt>
                <c:pt idx="412">
                  <c:v>91.477645207814334</c:v>
                </c:pt>
                <c:pt idx="413">
                  <c:v>91.477645207814334</c:v>
                </c:pt>
                <c:pt idx="414">
                  <c:v>91.962763865215678</c:v>
                </c:pt>
                <c:pt idx="415">
                  <c:v>92.487216467811749</c:v>
                </c:pt>
                <c:pt idx="416">
                  <c:v>92.002097810410405</c:v>
                </c:pt>
                <c:pt idx="417">
                  <c:v>91.438311262619663</c:v>
                </c:pt>
                <c:pt idx="418">
                  <c:v>91.228530221581238</c:v>
                </c:pt>
                <c:pt idx="419">
                  <c:v>90.586075783401085</c:v>
                </c:pt>
                <c:pt idx="420">
                  <c:v>90.441851317687181</c:v>
                </c:pt>
                <c:pt idx="421">
                  <c:v>90.074734495869961</c:v>
                </c:pt>
                <c:pt idx="422">
                  <c:v>90.061623180805071</c:v>
                </c:pt>
                <c:pt idx="423">
                  <c:v>89.589615838468632</c:v>
                </c:pt>
                <c:pt idx="424">
                  <c:v>89.904287400026234</c:v>
                </c:pt>
                <c:pt idx="425">
                  <c:v>90.179625016389167</c:v>
                </c:pt>
                <c:pt idx="426">
                  <c:v>89.668283728858015</c:v>
                </c:pt>
                <c:pt idx="427">
                  <c:v>89.878064769896469</c:v>
                </c:pt>
                <c:pt idx="428">
                  <c:v>90.520519208076621</c:v>
                </c:pt>
                <c:pt idx="429">
                  <c:v>89.904287400026263</c:v>
                </c:pt>
                <c:pt idx="430">
                  <c:v>89.537170578209029</c:v>
                </c:pt>
                <c:pt idx="431">
                  <c:v>89.471614002884536</c:v>
                </c:pt>
                <c:pt idx="432">
                  <c:v>89.878064769896469</c:v>
                </c:pt>
                <c:pt idx="433">
                  <c:v>89.655172413793153</c:v>
                </c:pt>
                <c:pt idx="434">
                  <c:v>90.087845810934894</c:v>
                </c:pt>
                <c:pt idx="435">
                  <c:v>89.668283728858057</c:v>
                </c:pt>
                <c:pt idx="436">
                  <c:v>89.510947948079234</c:v>
                </c:pt>
                <c:pt idx="437">
                  <c:v>88.750491674314986</c:v>
                </c:pt>
                <c:pt idx="438">
                  <c:v>88.789825619509699</c:v>
                </c:pt>
                <c:pt idx="439">
                  <c:v>89.012717975613015</c:v>
                </c:pt>
                <c:pt idx="440">
                  <c:v>88.684935098990493</c:v>
                </c:pt>
                <c:pt idx="441">
                  <c:v>89.44539137275477</c:v>
                </c:pt>
                <c:pt idx="442">
                  <c:v>89.143831126262043</c:v>
                </c:pt>
                <c:pt idx="443">
                  <c:v>88.907827455093809</c:v>
                </c:pt>
                <c:pt idx="444">
                  <c:v>88.907827455093809</c:v>
                </c:pt>
                <c:pt idx="445">
                  <c:v>88.684935098990493</c:v>
                </c:pt>
                <c:pt idx="446">
                  <c:v>88.829159564704369</c:v>
                </c:pt>
                <c:pt idx="447">
                  <c:v>88.671823783925561</c:v>
                </c:pt>
                <c:pt idx="448">
                  <c:v>88.383374852497738</c:v>
                </c:pt>
                <c:pt idx="449">
                  <c:v>88.842270879769259</c:v>
                </c:pt>
                <c:pt idx="450">
                  <c:v>88.37026353743282</c:v>
                </c:pt>
                <c:pt idx="451">
                  <c:v>88.068703290940093</c:v>
                </c:pt>
                <c:pt idx="452">
                  <c:v>87.950701455355983</c:v>
                </c:pt>
                <c:pt idx="453">
                  <c:v>87.622918578733447</c:v>
                </c:pt>
                <c:pt idx="454">
                  <c:v>87.819588304706983</c:v>
                </c:pt>
                <c:pt idx="455">
                  <c:v>87.780254359512284</c:v>
                </c:pt>
                <c:pt idx="456">
                  <c:v>87.491805428084461</c:v>
                </c:pt>
                <c:pt idx="457">
                  <c:v>87.976924085485777</c:v>
                </c:pt>
                <c:pt idx="458">
                  <c:v>87.924478825226174</c:v>
                </c:pt>
                <c:pt idx="459">
                  <c:v>88.291595647043394</c:v>
                </c:pt>
                <c:pt idx="460">
                  <c:v>87.806476989642064</c:v>
                </c:pt>
                <c:pt idx="461">
                  <c:v>88.291595647043437</c:v>
                </c:pt>
                <c:pt idx="462">
                  <c:v>88.160482496394408</c:v>
                </c:pt>
                <c:pt idx="463">
                  <c:v>87.898256195096394</c:v>
                </c:pt>
                <c:pt idx="464">
                  <c:v>87.518028058214256</c:v>
                </c:pt>
                <c:pt idx="465">
                  <c:v>87.662252523928146</c:v>
                </c:pt>
                <c:pt idx="466">
                  <c:v>87.688475154057926</c:v>
                </c:pt>
                <c:pt idx="467">
                  <c:v>87.518028058214213</c:v>
                </c:pt>
                <c:pt idx="468">
                  <c:v>87.452471482889706</c:v>
                </c:pt>
                <c:pt idx="469">
                  <c:v>87.531139373279103</c:v>
                </c:pt>
                <c:pt idx="470">
                  <c:v>87.491805428084405</c:v>
                </c:pt>
                <c:pt idx="471">
                  <c:v>87.570473318473788</c:v>
                </c:pt>
                <c:pt idx="472">
                  <c:v>87.465582797954596</c:v>
                </c:pt>
                <c:pt idx="473">
                  <c:v>87.268913071981075</c:v>
                </c:pt>
                <c:pt idx="474">
                  <c:v>87.177133866526788</c:v>
                </c:pt>
                <c:pt idx="475">
                  <c:v>87.6098072636685</c:v>
                </c:pt>
                <c:pt idx="476">
                  <c:v>87.937590140291022</c:v>
                </c:pt>
                <c:pt idx="477">
                  <c:v>86.442900222892305</c:v>
                </c:pt>
                <c:pt idx="478">
                  <c:v>86.862462304969114</c:v>
                </c:pt>
                <c:pt idx="479">
                  <c:v>87.150911236396922</c:v>
                </c:pt>
                <c:pt idx="480">
                  <c:v>87.767143044447295</c:v>
                </c:pt>
                <c:pt idx="481">
                  <c:v>87.360692277435348</c:v>
                </c:pt>
                <c:pt idx="482">
                  <c:v>87.190245181591621</c:v>
                </c:pt>
                <c:pt idx="483">
                  <c:v>86.84935098990421</c:v>
                </c:pt>
                <c:pt idx="484">
                  <c:v>86.626458633800894</c:v>
                </c:pt>
                <c:pt idx="485">
                  <c:v>86.534679428346578</c:v>
                </c:pt>
                <c:pt idx="486">
                  <c:v>86.416677592762468</c:v>
                </c:pt>
                <c:pt idx="487">
                  <c:v>87.190245181591607</c:v>
                </c:pt>
                <c:pt idx="488">
                  <c:v>86.62645863380088</c:v>
                </c:pt>
                <c:pt idx="489">
                  <c:v>86.993575455618114</c:v>
                </c:pt>
                <c:pt idx="490">
                  <c:v>87.622918578733376</c:v>
                </c:pt>
                <c:pt idx="491">
                  <c:v>88.357152222367844</c:v>
                </c:pt>
                <c:pt idx="492">
                  <c:v>88.357152222367844</c:v>
                </c:pt>
                <c:pt idx="493">
                  <c:v>87.675363838993007</c:v>
                </c:pt>
                <c:pt idx="494">
                  <c:v>87.662252523928103</c:v>
                </c:pt>
                <c:pt idx="495">
                  <c:v>87.727809099252596</c:v>
                </c:pt>
                <c:pt idx="496">
                  <c:v>88.173593811459241</c:v>
                </c:pt>
                <c:pt idx="497">
                  <c:v>88.907827455093695</c:v>
                </c:pt>
                <c:pt idx="498">
                  <c:v>89.038940605742681</c:v>
                </c:pt>
                <c:pt idx="499">
                  <c:v>88.47515405795194</c:v>
                </c:pt>
                <c:pt idx="500">
                  <c:v>89.301166907040695</c:v>
                </c:pt>
                <c:pt idx="501">
                  <c:v>89.06516323587249</c:v>
                </c:pt>
                <c:pt idx="502">
                  <c:v>89.104497181067202</c:v>
                </c:pt>
                <c:pt idx="503">
                  <c:v>88.999606660547983</c:v>
                </c:pt>
                <c:pt idx="504">
                  <c:v>90.966303920283124</c:v>
                </c:pt>
                <c:pt idx="505">
                  <c:v>90.454962632752</c:v>
                </c:pt>
                <c:pt idx="506">
                  <c:v>89.707617674052642</c:v>
                </c:pt>
                <c:pt idx="507">
                  <c:v>90.140291071194383</c:v>
                </c:pt>
                <c:pt idx="508">
                  <c:v>91.766094139242114</c:v>
                </c:pt>
                <c:pt idx="509">
                  <c:v>92.408548577422266</c:v>
                </c:pt>
                <c:pt idx="510">
                  <c:v>92.238101481578568</c:v>
                </c:pt>
                <c:pt idx="511">
                  <c:v>91.831650714566621</c:v>
                </c:pt>
                <c:pt idx="512">
                  <c:v>91.149862331191784</c:v>
                </c:pt>
                <c:pt idx="513">
                  <c:v>91.320309427035482</c:v>
                </c:pt>
                <c:pt idx="514">
                  <c:v>92.251212796643458</c:v>
                </c:pt>
                <c:pt idx="515">
                  <c:v>92.067654385734826</c:v>
                </c:pt>
                <c:pt idx="516">
                  <c:v>92.106988330929553</c:v>
                </c:pt>
                <c:pt idx="517">
                  <c:v>92.067654385734841</c:v>
                </c:pt>
                <c:pt idx="518">
                  <c:v>92.447882522616965</c:v>
                </c:pt>
                <c:pt idx="519">
                  <c:v>92.710108823914979</c:v>
                </c:pt>
                <c:pt idx="520">
                  <c:v>100</c:v>
                </c:pt>
                <c:pt idx="521">
                  <c:v>100.11283497884342</c:v>
                </c:pt>
                <c:pt idx="522">
                  <c:v>99.337094499294764</c:v>
                </c:pt>
                <c:pt idx="523">
                  <c:v>98.43441466854722</c:v>
                </c:pt>
                <c:pt idx="524">
                  <c:v>97.517630465444256</c:v>
                </c:pt>
                <c:pt idx="525">
                  <c:v>97.517630465444256</c:v>
                </c:pt>
                <c:pt idx="526">
                  <c:v>97.785613540197431</c:v>
                </c:pt>
                <c:pt idx="527">
                  <c:v>97.616361071932261</c:v>
                </c:pt>
                <c:pt idx="528">
                  <c:v>96.770098730606435</c:v>
                </c:pt>
                <c:pt idx="529">
                  <c:v>97.080394922425924</c:v>
                </c:pt>
                <c:pt idx="530">
                  <c:v>97.348377997179114</c:v>
                </c:pt>
                <c:pt idx="531">
                  <c:v>96.784203102961897</c:v>
                </c:pt>
                <c:pt idx="532">
                  <c:v>95.825105782792647</c:v>
                </c:pt>
                <c:pt idx="533">
                  <c:v>95.190409026798292</c:v>
                </c:pt>
                <c:pt idx="534">
                  <c:v>95.190409026798292</c:v>
                </c:pt>
                <c:pt idx="535">
                  <c:v>95.218617771509173</c:v>
                </c:pt>
                <c:pt idx="536">
                  <c:v>95.232722143864592</c:v>
                </c:pt>
                <c:pt idx="537">
                  <c:v>95.077574047954855</c:v>
                </c:pt>
                <c:pt idx="538">
                  <c:v>95.613540197461219</c:v>
                </c:pt>
                <c:pt idx="539">
                  <c:v>95.514809590973215</c:v>
                </c:pt>
                <c:pt idx="540">
                  <c:v>95.204513399153754</c:v>
                </c:pt>
                <c:pt idx="541">
                  <c:v>95.627644569816638</c:v>
                </c:pt>
                <c:pt idx="542">
                  <c:v>95.5571227080395</c:v>
                </c:pt>
                <c:pt idx="543">
                  <c:v>95.994358251057847</c:v>
                </c:pt>
                <c:pt idx="544">
                  <c:v>96.318758815232727</c:v>
                </c:pt>
                <c:pt idx="545">
                  <c:v>95.063469675599436</c:v>
                </c:pt>
                <c:pt idx="546">
                  <c:v>94.866008462623398</c:v>
                </c:pt>
                <c:pt idx="547">
                  <c:v>95.331452750352582</c:v>
                </c:pt>
                <c:pt idx="548">
                  <c:v>95.176304654442845</c:v>
                </c:pt>
                <c:pt idx="549">
                  <c:v>94.456981664315904</c:v>
                </c:pt>
                <c:pt idx="550">
                  <c:v>94.471086036671323</c:v>
                </c:pt>
                <c:pt idx="551">
                  <c:v>94.442877291960471</c:v>
                </c:pt>
                <c:pt idx="552">
                  <c:v>93.526093088857507</c:v>
                </c:pt>
                <c:pt idx="553">
                  <c:v>93.667136812411826</c:v>
                </c:pt>
                <c:pt idx="554">
                  <c:v>94.076163610719291</c:v>
                </c:pt>
                <c:pt idx="555">
                  <c:v>93.892806770098687</c:v>
                </c:pt>
                <c:pt idx="556">
                  <c:v>93.949224259520435</c:v>
                </c:pt>
                <c:pt idx="557">
                  <c:v>94.019746121297572</c:v>
                </c:pt>
                <c:pt idx="558">
                  <c:v>93.85049365303243</c:v>
                </c:pt>
                <c:pt idx="559">
                  <c:v>93.695345557122707</c:v>
                </c:pt>
                <c:pt idx="560">
                  <c:v>93.70944992947814</c:v>
                </c:pt>
                <c:pt idx="561">
                  <c:v>93.596614950634702</c:v>
                </c:pt>
                <c:pt idx="562">
                  <c:v>93.709449929478154</c:v>
                </c:pt>
                <c:pt idx="563">
                  <c:v>93.596614950634716</c:v>
                </c:pt>
                <c:pt idx="564">
                  <c:v>94.047954866008467</c:v>
                </c:pt>
                <c:pt idx="565">
                  <c:v>93.949224259520463</c:v>
                </c:pt>
                <c:pt idx="566">
                  <c:v>93.695345557122721</c:v>
                </c:pt>
                <c:pt idx="567">
                  <c:v>93.991537376586777</c:v>
                </c:pt>
                <c:pt idx="568">
                  <c:v>94.41466854724969</c:v>
                </c:pt>
                <c:pt idx="569">
                  <c:v>95.275035260930935</c:v>
                </c:pt>
                <c:pt idx="570">
                  <c:v>95.90973201692529</c:v>
                </c:pt>
                <c:pt idx="571">
                  <c:v>95.980253878702456</c:v>
                </c:pt>
                <c:pt idx="572">
                  <c:v>95.514809590973258</c:v>
                </c:pt>
                <c:pt idx="573">
                  <c:v>95.458392101551539</c:v>
                </c:pt>
                <c:pt idx="574">
                  <c:v>95.091678420310359</c:v>
                </c:pt>
                <c:pt idx="575">
                  <c:v>94.62623413258116</c:v>
                </c:pt>
                <c:pt idx="576">
                  <c:v>94.555712270804008</c:v>
                </c:pt>
                <c:pt idx="577">
                  <c:v>93.49788434414674</c:v>
                </c:pt>
                <c:pt idx="578">
                  <c:v>93.244005641748998</c:v>
                </c:pt>
                <c:pt idx="579">
                  <c:v>93.032440056417542</c:v>
                </c:pt>
                <c:pt idx="580">
                  <c:v>93.159379407616413</c:v>
                </c:pt>
                <c:pt idx="581">
                  <c:v>93.14527503526098</c:v>
                </c:pt>
                <c:pt idx="582">
                  <c:v>93.060648801128394</c:v>
                </c:pt>
                <c:pt idx="583">
                  <c:v>93.201692524682684</c:v>
                </c:pt>
                <c:pt idx="584">
                  <c:v>93.173483779971818</c:v>
                </c:pt>
                <c:pt idx="585">
                  <c:v>93.187588152327251</c:v>
                </c:pt>
                <c:pt idx="586">
                  <c:v>93.004231311706661</c:v>
                </c:pt>
                <c:pt idx="587">
                  <c:v>93.060648801128394</c:v>
                </c:pt>
                <c:pt idx="588">
                  <c:v>92.976022566995809</c:v>
                </c:pt>
                <c:pt idx="589">
                  <c:v>93.18758815232728</c:v>
                </c:pt>
                <c:pt idx="590">
                  <c:v>93.018335684062123</c:v>
                </c:pt>
                <c:pt idx="591">
                  <c:v>92.905500705218699</c:v>
                </c:pt>
                <c:pt idx="592">
                  <c:v>92.933709449929594</c:v>
                </c:pt>
                <c:pt idx="593">
                  <c:v>92.087447108603783</c:v>
                </c:pt>
                <c:pt idx="594">
                  <c:v>92.016925246826631</c:v>
                </c:pt>
                <c:pt idx="595">
                  <c:v>92.045133991537512</c:v>
                </c:pt>
                <c:pt idx="596">
                  <c:v>91.42454160789859</c:v>
                </c:pt>
                <c:pt idx="597">
                  <c:v>91.156558533145414</c:v>
                </c:pt>
                <c:pt idx="598">
                  <c:v>91.354019746121452</c:v>
                </c:pt>
                <c:pt idx="599">
                  <c:v>91.212976022567148</c:v>
                </c:pt>
                <c:pt idx="600">
                  <c:v>91.212976022567148</c:v>
                </c:pt>
                <c:pt idx="601">
                  <c:v>91.086036671368291</c:v>
                </c:pt>
                <c:pt idx="602">
                  <c:v>91.100141043723724</c:v>
                </c:pt>
                <c:pt idx="603">
                  <c:v>90.789844851904249</c:v>
                </c:pt>
                <c:pt idx="604">
                  <c:v>90.620592383639107</c:v>
                </c:pt>
                <c:pt idx="605">
                  <c:v>89.083215796897221</c:v>
                </c:pt>
                <c:pt idx="606">
                  <c:v>90.211565585331613</c:v>
                </c:pt>
                <c:pt idx="607">
                  <c:v>89.379407616361235</c:v>
                </c:pt>
                <c:pt idx="608">
                  <c:v>91.241184767278014</c:v>
                </c:pt>
                <c:pt idx="609">
                  <c:v>91.805359661495217</c:v>
                </c:pt>
                <c:pt idx="610">
                  <c:v>92.157968970380963</c:v>
                </c:pt>
                <c:pt idx="611">
                  <c:v>91.63610719323006</c:v>
                </c:pt>
                <c:pt idx="612">
                  <c:v>91.170662905500862</c:v>
                </c:pt>
                <c:pt idx="613">
                  <c:v>90.69111424541623</c:v>
                </c:pt>
                <c:pt idx="614">
                  <c:v>90.719322990127083</c:v>
                </c:pt>
                <c:pt idx="615">
                  <c:v>90.535966149506493</c:v>
                </c:pt>
                <c:pt idx="616">
                  <c:v>90.282087447108751</c:v>
                </c:pt>
                <c:pt idx="617">
                  <c:v>90.169252468265313</c:v>
                </c:pt>
                <c:pt idx="618">
                  <c:v>91.071932299012829</c:v>
                </c:pt>
                <c:pt idx="619">
                  <c:v>90.761636107193368</c:v>
                </c:pt>
                <c:pt idx="620">
                  <c:v>90.620592383639078</c:v>
                </c:pt>
                <c:pt idx="621">
                  <c:v>90.267983074753317</c:v>
                </c:pt>
                <c:pt idx="622">
                  <c:v>90.310296191819603</c:v>
                </c:pt>
                <c:pt idx="623">
                  <c:v>89.957686882933857</c:v>
                </c:pt>
                <c:pt idx="624">
                  <c:v>89.873060648801285</c:v>
                </c:pt>
                <c:pt idx="625">
                  <c:v>89.844851904090419</c:v>
                </c:pt>
                <c:pt idx="626">
                  <c:v>89.746121297602414</c:v>
                </c:pt>
                <c:pt idx="627">
                  <c:v>89.464033850493806</c:v>
                </c:pt>
                <c:pt idx="628">
                  <c:v>89.943582510578452</c:v>
                </c:pt>
                <c:pt idx="629">
                  <c:v>89.661495063469829</c:v>
                </c:pt>
                <c:pt idx="630">
                  <c:v>90.36671368124135</c:v>
                </c:pt>
                <c:pt idx="631">
                  <c:v>91.057827926657438</c:v>
                </c:pt>
                <c:pt idx="632">
                  <c:v>90.352609308885917</c:v>
                </c:pt>
                <c:pt idx="633">
                  <c:v>90.634696755994526</c:v>
                </c:pt>
                <c:pt idx="634">
                  <c:v>89.985895627644737</c:v>
                </c:pt>
                <c:pt idx="635">
                  <c:v>89.816643159379581</c:v>
                </c:pt>
                <c:pt idx="636">
                  <c:v>89.760225669957862</c:v>
                </c:pt>
                <c:pt idx="637">
                  <c:v>90.000000000000185</c:v>
                </c:pt>
                <c:pt idx="638">
                  <c:v>89.816643159379595</c:v>
                </c:pt>
                <c:pt idx="639">
                  <c:v>89.605077574048138</c:v>
                </c:pt>
                <c:pt idx="640">
                  <c:v>89.421720733427549</c:v>
                </c:pt>
                <c:pt idx="641">
                  <c:v>89.351198871650396</c:v>
                </c:pt>
                <c:pt idx="642">
                  <c:v>89.210155148096092</c:v>
                </c:pt>
                <c:pt idx="643">
                  <c:v>88.744710860366894</c:v>
                </c:pt>
                <c:pt idx="644">
                  <c:v>88.265162200282262</c:v>
                </c:pt>
                <c:pt idx="645">
                  <c:v>88.363892806770281</c:v>
                </c:pt>
                <c:pt idx="646">
                  <c:v>88.321579689703995</c:v>
                </c:pt>
                <c:pt idx="647">
                  <c:v>87.715091678420492</c:v>
                </c:pt>
                <c:pt idx="648">
                  <c:v>87.729196050775954</c:v>
                </c:pt>
                <c:pt idx="649">
                  <c:v>87.672778561354235</c:v>
                </c:pt>
                <c:pt idx="650">
                  <c:v>87.348377997179327</c:v>
                </c:pt>
                <c:pt idx="651">
                  <c:v>87.362482369534774</c:v>
                </c:pt>
                <c:pt idx="652">
                  <c:v>87.235543018335918</c:v>
                </c:pt>
                <c:pt idx="653">
                  <c:v>87.461212976022821</c:v>
                </c:pt>
                <c:pt idx="654">
                  <c:v>87.74330042313143</c:v>
                </c:pt>
                <c:pt idx="655">
                  <c:v>87.70098730606513</c:v>
                </c:pt>
                <c:pt idx="656">
                  <c:v>87.433004231311955</c:v>
                </c:pt>
                <c:pt idx="657">
                  <c:v>87.235543018335946</c:v>
                </c:pt>
                <c:pt idx="658">
                  <c:v>88.801128349788726</c:v>
                </c:pt>
                <c:pt idx="659">
                  <c:v>89.365303244005929</c:v>
                </c:pt>
                <c:pt idx="660">
                  <c:v>89.238363892807058</c:v>
                </c:pt>
                <c:pt idx="661">
                  <c:v>89.069111424541902</c:v>
                </c:pt>
                <c:pt idx="662">
                  <c:v>90.29619181946434</c:v>
                </c:pt>
                <c:pt idx="663">
                  <c:v>89.6191819464037</c:v>
                </c:pt>
                <c:pt idx="664">
                  <c:v>89.562764456981981</c:v>
                </c:pt>
                <c:pt idx="665">
                  <c:v>89.816643159379723</c:v>
                </c:pt>
                <c:pt idx="666">
                  <c:v>90.648801128350101</c:v>
                </c:pt>
                <c:pt idx="667">
                  <c:v>91.650211565585678</c:v>
                </c:pt>
                <c:pt idx="668">
                  <c:v>91.622002820874812</c:v>
                </c:pt>
                <c:pt idx="669">
                  <c:v>91.73483779971825</c:v>
                </c:pt>
                <c:pt idx="670">
                  <c:v>91.579689703808512</c:v>
                </c:pt>
                <c:pt idx="671">
                  <c:v>92.327221438646319</c:v>
                </c:pt>
                <c:pt idx="672">
                  <c:v>94.033850493653361</c:v>
                </c:pt>
                <c:pt idx="673">
                  <c:v>94.428772919605407</c:v>
                </c:pt>
                <c:pt idx="674">
                  <c:v>96.262341325811335</c:v>
                </c:pt>
                <c:pt idx="675">
                  <c:v>97.827926657264115</c:v>
                </c:pt>
                <c:pt idx="676">
                  <c:v>97.715091678420677</c:v>
                </c:pt>
                <c:pt idx="677">
                  <c:v>96.163610719323344</c:v>
                </c:pt>
                <c:pt idx="678">
                  <c:v>95.796897038082164</c:v>
                </c:pt>
                <c:pt idx="679">
                  <c:v>96.205923836389644</c:v>
                </c:pt>
                <c:pt idx="680">
                  <c:v>95.811001410437612</c:v>
                </c:pt>
                <c:pt idx="681">
                  <c:v>96.050775740479892</c:v>
                </c:pt>
                <c:pt idx="682">
                  <c:v>95.726375176304984</c:v>
                </c:pt>
                <c:pt idx="683">
                  <c:v>94.485190409027126</c:v>
                </c:pt>
                <c:pt idx="684">
                  <c:v>95.54301833568438</c:v>
                </c:pt>
                <c:pt idx="685">
                  <c:v>96.22002820874502</c:v>
                </c:pt>
                <c:pt idx="686">
                  <c:v>97.094499294781727</c:v>
                </c:pt>
                <c:pt idx="687">
                  <c:v>97.122708039492579</c:v>
                </c:pt>
                <c:pt idx="688">
                  <c:v>96.417489421721072</c:v>
                </c:pt>
                <c:pt idx="689">
                  <c:v>97.686882933709782</c:v>
                </c:pt>
                <c:pt idx="690">
                  <c:v>97.588152327221749</c:v>
                </c:pt>
                <c:pt idx="691">
                  <c:v>97.968970380818334</c:v>
                </c:pt>
                <c:pt idx="692">
                  <c:v>97.545839210155435</c:v>
                </c:pt>
                <c:pt idx="693">
                  <c:v>97.27785613540226</c:v>
                </c:pt>
                <c:pt idx="694">
                  <c:v>96.488011283498167</c:v>
                </c:pt>
                <c:pt idx="695">
                  <c:v>96.00846262341355</c:v>
                </c:pt>
                <c:pt idx="696">
                  <c:v>96.953455571227394</c:v>
                </c:pt>
                <c:pt idx="697">
                  <c:v>98.124118476728114</c:v>
                </c:pt>
                <c:pt idx="698">
                  <c:v>98.321579689704151</c:v>
                </c:pt>
                <c:pt idx="699">
                  <c:v>99.111424541608244</c:v>
                </c:pt>
                <c:pt idx="700">
                  <c:v>98.504936530324741</c:v>
                </c:pt>
                <c:pt idx="701">
                  <c:v>99.012693935120225</c:v>
                </c:pt>
                <c:pt idx="702">
                  <c:v>99.069111424541916</c:v>
                </c:pt>
                <c:pt idx="703">
                  <c:v>99.449929478138557</c:v>
                </c:pt>
                <c:pt idx="704">
                  <c:v>100.14104372355463</c:v>
                </c:pt>
                <c:pt idx="705">
                  <c:v>100.31029619181982</c:v>
                </c:pt>
                <c:pt idx="706">
                  <c:v>99.040902679831078</c:v>
                </c:pt>
                <c:pt idx="707">
                  <c:v>99.125528913963663</c:v>
                </c:pt>
                <c:pt idx="708">
                  <c:v>98.88575458392134</c:v>
                </c:pt>
                <c:pt idx="709">
                  <c:v>98.053596614950948</c:v>
                </c:pt>
                <c:pt idx="710">
                  <c:v>98.208744710860657</c:v>
                </c:pt>
                <c:pt idx="711">
                  <c:v>98.476727785613861</c:v>
                </c:pt>
                <c:pt idx="712">
                  <c:v>97.433004231312012</c:v>
                </c:pt>
                <c:pt idx="713">
                  <c:v>97.390691114245712</c:v>
                </c:pt>
                <c:pt idx="714">
                  <c:v>99.181946403385354</c:v>
                </c:pt>
                <c:pt idx="715">
                  <c:v>98.194640338505238</c:v>
                </c:pt>
                <c:pt idx="716">
                  <c:v>98.236953455571523</c:v>
                </c:pt>
                <c:pt idx="717">
                  <c:v>96.304654442877577</c:v>
                </c:pt>
                <c:pt idx="718">
                  <c:v>95.994358251058102</c:v>
                </c:pt>
                <c:pt idx="719">
                  <c:v>94.851904090268249</c:v>
                </c:pt>
                <c:pt idx="720">
                  <c:v>95.176304654443143</c:v>
                </c:pt>
                <c:pt idx="721">
                  <c:v>95.176304654443143</c:v>
                </c:pt>
                <c:pt idx="722">
                  <c:v>94.471086036671636</c:v>
                </c:pt>
                <c:pt idx="723">
                  <c:v>94.936530324400835</c:v>
                </c:pt>
                <c:pt idx="724">
                  <c:v>94.583921015515074</c:v>
                </c:pt>
                <c:pt idx="725">
                  <c:v>94.17489421720758</c:v>
                </c:pt>
                <c:pt idx="726">
                  <c:v>94.527503526093341</c:v>
                </c:pt>
                <c:pt idx="727">
                  <c:v>94.259520451340151</c:v>
                </c:pt>
                <c:pt idx="728">
                  <c:v>93.892806770098971</c:v>
                </c:pt>
                <c:pt idx="729">
                  <c:v>94.330042313117318</c:v>
                </c:pt>
                <c:pt idx="730">
                  <c:v>93.511988716502344</c:v>
                </c:pt>
                <c:pt idx="731">
                  <c:v>93.356840620592607</c:v>
                </c:pt>
                <c:pt idx="732">
                  <c:v>92.327221438646191</c:v>
                </c:pt>
                <c:pt idx="733">
                  <c:v>92.891396332863437</c:v>
                </c:pt>
                <c:pt idx="734">
                  <c:v>92.595204513399395</c:v>
                </c:pt>
                <c:pt idx="735">
                  <c:v>92.016925246826759</c:v>
                </c:pt>
                <c:pt idx="736">
                  <c:v>91.974612129760459</c:v>
                </c:pt>
                <c:pt idx="737">
                  <c:v>91.932299012694173</c:v>
                </c:pt>
                <c:pt idx="738">
                  <c:v>92.778561354019942</c:v>
                </c:pt>
                <c:pt idx="739">
                  <c:v>92.186177715091887</c:v>
                </c:pt>
                <c:pt idx="740">
                  <c:v>92.708039492242804</c:v>
                </c:pt>
                <c:pt idx="741">
                  <c:v>93.018335684062237</c:v>
                </c:pt>
                <c:pt idx="742">
                  <c:v>91.212976022567162</c:v>
                </c:pt>
                <c:pt idx="743">
                  <c:v>92.228490832158158</c:v>
                </c:pt>
                <c:pt idx="744">
                  <c:v>92.411847672778748</c:v>
                </c:pt>
                <c:pt idx="745">
                  <c:v>91.748942172073527</c:v>
                </c:pt>
                <c:pt idx="746">
                  <c:v>91.227080394922595</c:v>
                </c:pt>
                <c:pt idx="747">
                  <c:v>90.719322990127111</c:v>
                </c:pt>
                <c:pt idx="748">
                  <c:v>90.253878702397913</c:v>
                </c:pt>
                <c:pt idx="749">
                  <c:v>91.410437235543156</c:v>
                </c:pt>
                <c:pt idx="750">
                  <c:v>91.198871650211714</c:v>
                </c:pt>
                <c:pt idx="751">
                  <c:v>91.198871650211714</c:v>
                </c:pt>
                <c:pt idx="752">
                  <c:v>90.733427362482516</c:v>
                </c:pt>
                <c:pt idx="753">
                  <c:v>91.269393511988866</c:v>
                </c:pt>
                <c:pt idx="754">
                  <c:v>91.128349788434548</c:v>
                </c:pt>
                <c:pt idx="755">
                  <c:v>91.452750352609428</c:v>
                </c:pt>
                <c:pt idx="756">
                  <c:v>92.129760225670054</c:v>
                </c:pt>
                <c:pt idx="757">
                  <c:v>93.34273624823706</c:v>
                </c:pt>
                <c:pt idx="758">
                  <c:v>93.074753173483884</c:v>
                </c:pt>
                <c:pt idx="759">
                  <c:v>94.174894217207438</c:v>
                </c:pt>
                <c:pt idx="760">
                  <c:v>94.273624823695442</c:v>
                </c:pt>
                <c:pt idx="761">
                  <c:v>94.273624823695442</c:v>
                </c:pt>
                <c:pt idx="762">
                  <c:v>93.653032440056521</c:v>
                </c:pt>
                <c:pt idx="763">
                  <c:v>93.963328631875982</c:v>
                </c:pt>
                <c:pt idx="764">
                  <c:v>94.033850493653119</c:v>
                </c:pt>
                <c:pt idx="765">
                  <c:v>93.272214386459879</c:v>
                </c:pt>
                <c:pt idx="766">
                  <c:v>92.820874471086114</c:v>
                </c:pt>
                <c:pt idx="767">
                  <c:v>92.524682651622086</c:v>
                </c:pt>
                <c:pt idx="768">
                  <c:v>92.411847672778649</c:v>
                </c:pt>
                <c:pt idx="769">
                  <c:v>91.791255289139727</c:v>
                </c:pt>
                <c:pt idx="770">
                  <c:v>91.495063469675699</c:v>
                </c:pt>
                <c:pt idx="771">
                  <c:v>91.904090267983193</c:v>
                </c:pt>
                <c:pt idx="772">
                  <c:v>91.114245416079086</c:v>
                </c:pt>
                <c:pt idx="773">
                  <c:v>89.590973201692634</c:v>
                </c:pt>
                <c:pt idx="774">
                  <c:v>90.239774330042422</c:v>
                </c:pt>
                <c:pt idx="775">
                  <c:v>89.746121297602372</c:v>
                </c:pt>
                <c:pt idx="776">
                  <c:v>89.732016925246938</c:v>
                </c:pt>
                <c:pt idx="777">
                  <c:v>89.647390691114353</c:v>
                </c:pt>
                <c:pt idx="778">
                  <c:v>89.280677009873159</c:v>
                </c:pt>
                <c:pt idx="779">
                  <c:v>89.337094499294921</c:v>
                </c:pt>
                <c:pt idx="780">
                  <c:v>100</c:v>
                </c:pt>
                <c:pt idx="781">
                  <c:v>100</c:v>
                </c:pt>
                <c:pt idx="782">
                  <c:v>99.984279201383416</c:v>
                </c:pt>
                <c:pt idx="783">
                  <c:v>99.811350416601144</c:v>
                </c:pt>
                <c:pt idx="784">
                  <c:v>99.96855840276686</c:v>
                </c:pt>
                <c:pt idx="785">
                  <c:v>99.732746423518321</c:v>
                </c:pt>
                <c:pt idx="786">
                  <c:v>99.465492847036643</c:v>
                </c:pt>
                <c:pt idx="787">
                  <c:v>99.276843263637815</c:v>
                </c:pt>
                <c:pt idx="788">
                  <c:v>99.418330451186932</c:v>
                </c:pt>
                <c:pt idx="789">
                  <c:v>99.669863229052083</c:v>
                </c:pt>
                <c:pt idx="790">
                  <c:v>99.827071215217785</c:v>
                </c:pt>
                <c:pt idx="791">
                  <c:v>99.52837604150298</c:v>
                </c:pt>
                <c:pt idx="792">
                  <c:v>100.47162395849715</c:v>
                </c:pt>
                <c:pt idx="793">
                  <c:v>101.32054708379192</c:v>
                </c:pt>
                <c:pt idx="794">
                  <c:v>100.58166954881315</c:v>
                </c:pt>
                <c:pt idx="795">
                  <c:v>101.0218519100771</c:v>
                </c:pt>
                <c:pt idx="796">
                  <c:v>101.08473510454337</c:v>
                </c:pt>
                <c:pt idx="797">
                  <c:v>100.42446156264744</c:v>
                </c:pt>
                <c:pt idx="798">
                  <c:v>100.73887753497883</c:v>
                </c:pt>
                <c:pt idx="799">
                  <c:v>100.77031913221199</c:v>
                </c:pt>
                <c:pt idx="800">
                  <c:v>101.74500864643932</c:v>
                </c:pt>
                <c:pt idx="801">
                  <c:v>101.0690143059268</c:v>
                </c:pt>
                <c:pt idx="802">
                  <c:v>101.28910548655874</c:v>
                </c:pt>
                <c:pt idx="803">
                  <c:v>101.88649583398841</c:v>
                </c:pt>
                <c:pt idx="804">
                  <c:v>101.30482628517532</c:v>
                </c:pt>
                <c:pt idx="805">
                  <c:v>101.60352145889014</c:v>
                </c:pt>
                <c:pt idx="806">
                  <c:v>101.85505423675525</c:v>
                </c:pt>
                <c:pt idx="807">
                  <c:v>103.0183933343814</c:v>
                </c:pt>
                <c:pt idx="808">
                  <c:v>103.82015406382648</c:v>
                </c:pt>
                <c:pt idx="809">
                  <c:v>103.83587486244308</c:v>
                </c:pt>
                <c:pt idx="810">
                  <c:v>103.42713409841225</c:v>
                </c:pt>
                <c:pt idx="811">
                  <c:v>103.09699732746431</c:v>
                </c:pt>
                <c:pt idx="812">
                  <c:v>101.80789184090558</c:v>
                </c:pt>
                <c:pt idx="813">
                  <c:v>102.87690614683233</c:v>
                </c:pt>
                <c:pt idx="814">
                  <c:v>103.22276371639683</c:v>
                </c:pt>
                <c:pt idx="815">
                  <c:v>103.7572708693602</c:v>
                </c:pt>
                <c:pt idx="816">
                  <c:v>103.37997170256254</c:v>
                </c:pt>
                <c:pt idx="817">
                  <c:v>103.78871246659335</c:v>
                </c:pt>
                <c:pt idx="818">
                  <c:v>105.04637635591895</c:v>
                </c:pt>
                <c:pt idx="819">
                  <c:v>105.31362993240063</c:v>
                </c:pt>
                <c:pt idx="820">
                  <c:v>104.99921396006923</c:v>
                </c:pt>
                <c:pt idx="821">
                  <c:v>105.4865587171829</c:v>
                </c:pt>
                <c:pt idx="822">
                  <c:v>105.43939632133321</c:v>
                </c:pt>
                <c:pt idx="823">
                  <c:v>104.93633076560297</c:v>
                </c:pt>
                <c:pt idx="824">
                  <c:v>104.37038201540646</c:v>
                </c:pt>
                <c:pt idx="825">
                  <c:v>105.15642194623496</c:v>
                </c:pt>
                <c:pt idx="826">
                  <c:v>104.95205156421954</c:v>
                </c:pt>
                <c:pt idx="827">
                  <c:v>105.59660430749891</c:v>
                </c:pt>
                <c:pt idx="828">
                  <c:v>106.2411570507783</c:v>
                </c:pt>
                <c:pt idx="829">
                  <c:v>106.19399465492857</c:v>
                </c:pt>
                <c:pt idx="830">
                  <c:v>106.74422260650852</c:v>
                </c:pt>
                <c:pt idx="831">
                  <c:v>106.38264423832742</c:v>
                </c:pt>
                <c:pt idx="832">
                  <c:v>106.05250746737946</c:v>
                </c:pt>
                <c:pt idx="833">
                  <c:v>106.35120264109425</c:v>
                </c:pt>
                <c:pt idx="834">
                  <c:v>105.76953309228115</c:v>
                </c:pt>
                <c:pt idx="835">
                  <c:v>105.36079232825034</c:v>
                </c:pt>
                <c:pt idx="836">
                  <c:v>105.31362993240063</c:v>
                </c:pt>
                <c:pt idx="837">
                  <c:v>105.72237069643145</c:v>
                </c:pt>
                <c:pt idx="838">
                  <c:v>105.65948750196519</c:v>
                </c:pt>
                <c:pt idx="839">
                  <c:v>105.28218833516752</c:v>
                </c:pt>
                <c:pt idx="840">
                  <c:v>104.32321961955677</c:v>
                </c:pt>
                <c:pt idx="841">
                  <c:v>104.87344757113669</c:v>
                </c:pt>
                <c:pt idx="842">
                  <c:v>104.4018236126396</c:v>
                </c:pt>
                <c:pt idx="843">
                  <c:v>104.0874076403082</c:v>
                </c:pt>
                <c:pt idx="844">
                  <c:v>104.92060996698639</c:v>
                </c:pt>
                <c:pt idx="845">
                  <c:v>104.82628517528696</c:v>
                </c:pt>
                <c:pt idx="846">
                  <c:v>105.07781795315209</c:v>
                </c:pt>
                <c:pt idx="847">
                  <c:v>105.31362993240063</c:v>
                </c:pt>
                <c:pt idx="848">
                  <c:v>107.6245873290364</c:v>
                </c:pt>
                <c:pt idx="849">
                  <c:v>106.99575538437361</c:v>
                </c:pt>
                <c:pt idx="850">
                  <c:v>106.33548184247769</c:v>
                </c:pt>
                <c:pt idx="851">
                  <c:v>107.48310014148727</c:v>
                </c:pt>
                <c:pt idx="852">
                  <c:v>106.39836503694394</c:v>
                </c:pt>
                <c:pt idx="853">
                  <c:v>108.83508882251225</c:v>
                </c:pt>
                <c:pt idx="854">
                  <c:v>109.52680396164132</c:v>
                </c:pt>
                <c:pt idx="855">
                  <c:v>109.88838232982242</c:v>
                </c:pt>
                <c:pt idx="856">
                  <c:v>109.77833673950644</c:v>
                </c:pt>
                <c:pt idx="857">
                  <c:v>110.80018864958349</c:v>
                </c:pt>
                <c:pt idx="858">
                  <c:v>110.37572708693612</c:v>
                </c:pt>
                <c:pt idx="859">
                  <c:v>110.56437667033498</c:v>
                </c:pt>
                <c:pt idx="860">
                  <c:v>111.60194937902857</c:v>
                </c:pt>
                <c:pt idx="861">
                  <c:v>111.05172142744863</c:v>
                </c:pt>
                <c:pt idx="862">
                  <c:v>109.58968715610764</c:v>
                </c:pt>
                <c:pt idx="863">
                  <c:v>110.21851910077045</c:v>
                </c:pt>
                <c:pt idx="864">
                  <c:v>109.4167583713254</c:v>
                </c:pt>
                <c:pt idx="865">
                  <c:v>110.70586385788411</c:v>
                </c:pt>
                <c:pt idx="866">
                  <c:v>110.45433108001899</c:v>
                </c:pt>
                <c:pt idx="867">
                  <c:v>109.88838232982246</c:v>
                </c:pt>
                <c:pt idx="868">
                  <c:v>108.12765288476666</c:v>
                </c:pt>
                <c:pt idx="869">
                  <c:v>108.45778965571465</c:v>
                </c:pt>
                <c:pt idx="870">
                  <c:v>109.40103757270884</c:v>
                </c:pt>
                <c:pt idx="871">
                  <c:v>110.3600062883196</c:v>
                </c:pt>
                <c:pt idx="872">
                  <c:v>109.30671278100941</c:v>
                </c:pt>
                <c:pt idx="873">
                  <c:v>107.73463291935244</c:v>
                </c:pt>
                <c:pt idx="874">
                  <c:v>108.14337368338326</c:v>
                </c:pt>
                <c:pt idx="875">
                  <c:v>105.89529948121378</c:v>
                </c:pt>
                <c:pt idx="876">
                  <c:v>106.60273541895941</c:v>
                </c:pt>
                <c:pt idx="877">
                  <c:v>107.1215217733062</c:v>
                </c:pt>
                <c:pt idx="878">
                  <c:v>107.92328250275126</c:v>
                </c:pt>
                <c:pt idx="879">
                  <c:v>107.89184090551814</c:v>
                </c:pt>
                <c:pt idx="880">
                  <c:v>108.52067285018092</c:v>
                </c:pt>
                <c:pt idx="881">
                  <c:v>108.78792642666257</c:v>
                </c:pt>
                <c:pt idx="882">
                  <c:v>109.41675837132533</c:v>
                </c:pt>
                <c:pt idx="883">
                  <c:v>109.16522559346022</c:v>
                </c:pt>
                <c:pt idx="884">
                  <c:v>110.28140229523669</c:v>
                </c:pt>
                <c:pt idx="885">
                  <c:v>108.91369281559511</c:v>
                </c:pt>
                <c:pt idx="886">
                  <c:v>108.53639364879744</c:v>
                </c:pt>
                <c:pt idx="887">
                  <c:v>109.00801760729453</c:v>
                </c:pt>
                <c:pt idx="888">
                  <c:v>109.14950479484364</c:v>
                </c:pt>
                <c:pt idx="889">
                  <c:v>110.15563590630408</c:v>
                </c:pt>
                <c:pt idx="890">
                  <c:v>109.19666719069333</c:v>
                </c:pt>
                <c:pt idx="891">
                  <c:v>110.10847351045439</c:v>
                </c:pt>
                <c:pt idx="892">
                  <c:v>109.52680396164132</c:v>
                </c:pt>
                <c:pt idx="893">
                  <c:v>108.53639364879743</c:v>
                </c:pt>
                <c:pt idx="894">
                  <c:v>108.74076403081284</c:v>
                </c:pt>
                <c:pt idx="895">
                  <c:v>108.52067285018087</c:v>
                </c:pt>
                <c:pt idx="896">
                  <c:v>108.7564848294294</c:v>
                </c:pt>
                <c:pt idx="897">
                  <c:v>109.573966357491</c:v>
                </c:pt>
                <c:pt idx="898">
                  <c:v>109.11806319761051</c:v>
                </c:pt>
                <c:pt idx="899">
                  <c:v>108.61499764188029</c:v>
                </c:pt>
                <c:pt idx="900">
                  <c:v>108.20625687784947</c:v>
                </c:pt>
                <c:pt idx="901">
                  <c:v>108.31630246816547</c:v>
                </c:pt>
                <c:pt idx="902">
                  <c:v>108.08049048891692</c:v>
                </c:pt>
                <c:pt idx="903">
                  <c:v>107.60886653041983</c:v>
                </c:pt>
                <c:pt idx="904">
                  <c:v>107.56170413457012</c:v>
                </c:pt>
                <c:pt idx="905">
                  <c:v>108.47351045433119</c:v>
                </c:pt>
                <c:pt idx="906">
                  <c:v>108.23769847508265</c:v>
                </c:pt>
                <c:pt idx="907">
                  <c:v>108.8508096211289</c:v>
                </c:pt>
                <c:pt idx="908">
                  <c:v>108.67788083634663</c:v>
                </c:pt>
                <c:pt idx="909">
                  <c:v>109.14950479484374</c:v>
                </c:pt>
                <c:pt idx="910">
                  <c:v>109.60540795472423</c:v>
                </c:pt>
                <c:pt idx="911">
                  <c:v>109.43247916994197</c:v>
                </c:pt>
                <c:pt idx="912">
                  <c:v>108.47351045433122</c:v>
                </c:pt>
                <c:pt idx="913">
                  <c:v>108.81936802389575</c:v>
                </c:pt>
                <c:pt idx="914">
                  <c:v>107.640308127653</c:v>
                </c:pt>
                <c:pt idx="915">
                  <c:v>107.24728816223876</c:v>
                </c:pt>
                <c:pt idx="916">
                  <c:v>107.43593774563763</c:v>
                </c:pt>
                <c:pt idx="917">
                  <c:v>107.48310014148731</c:v>
                </c:pt>
                <c:pt idx="918">
                  <c:v>106.63417701619255</c:v>
                </c:pt>
                <c:pt idx="919">
                  <c:v>106.42980663417715</c:v>
                </c:pt>
                <c:pt idx="920">
                  <c:v>105.59660430749895</c:v>
                </c:pt>
                <c:pt idx="921">
                  <c:v>106.30404024524458</c:v>
                </c:pt>
                <c:pt idx="922">
                  <c:v>105.80097468951435</c:v>
                </c:pt>
                <c:pt idx="923">
                  <c:v>105.64376670334865</c:v>
                </c:pt>
                <c:pt idx="924">
                  <c:v>106.66561861342568</c:v>
                </c:pt>
                <c:pt idx="925">
                  <c:v>107.21584656500562</c:v>
                </c:pt>
                <c:pt idx="926">
                  <c:v>107.31017135670504</c:v>
                </c:pt>
                <c:pt idx="927">
                  <c:v>106.93287218990739</c:v>
                </c:pt>
                <c:pt idx="928">
                  <c:v>106.44552743279372</c:v>
                </c:pt>
                <c:pt idx="929">
                  <c:v>105.84813708536409</c:v>
                </c:pt>
                <c:pt idx="930">
                  <c:v>105.89529948121381</c:v>
                </c:pt>
                <c:pt idx="931">
                  <c:v>105.15642194623503</c:v>
                </c:pt>
                <c:pt idx="932">
                  <c:v>104.2917780223237</c:v>
                </c:pt>
                <c:pt idx="933">
                  <c:v>106.64989781480918</c:v>
                </c:pt>
                <c:pt idx="934">
                  <c:v>106.88570979405772</c:v>
                </c:pt>
                <c:pt idx="935">
                  <c:v>106.49268982864346</c:v>
                </c:pt>
                <c:pt idx="936">
                  <c:v>106.68133941204232</c:v>
                </c:pt>
                <c:pt idx="937">
                  <c:v>106.83854739820801</c:v>
                </c:pt>
                <c:pt idx="938">
                  <c:v>106.41408583556061</c:v>
                </c:pt>
                <c:pt idx="939">
                  <c:v>106.11539066184578</c:v>
                </c:pt>
                <c:pt idx="940">
                  <c:v>106.33548184247779</c:v>
                </c:pt>
                <c:pt idx="941">
                  <c:v>106.66561861342579</c:v>
                </c:pt>
                <c:pt idx="942">
                  <c:v>106.3983650369441</c:v>
                </c:pt>
                <c:pt idx="943">
                  <c:v>106.80710580097494</c:v>
                </c:pt>
                <c:pt idx="944">
                  <c:v>106.30404024524469</c:v>
                </c:pt>
                <c:pt idx="945">
                  <c:v>106.46124823141038</c:v>
                </c:pt>
                <c:pt idx="946">
                  <c:v>106.71278100927552</c:v>
                </c:pt>
                <c:pt idx="947">
                  <c:v>105.95818267568018</c:v>
                </c:pt>
                <c:pt idx="948">
                  <c:v>106.98003458575721</c:v>
                </c:pt>
                <c:pt idx="949">
                  <c:v>106.36692343971099</c:v>
                </c:pt>
                <c:pt idx="950">
                  <c:v>106.64989781480921</c:v>
                </c:pt>
                <c:pt idx="951">
                  <c:v>106.64989781480921</c:v>
                </c:pt>
                <c:pt idx="952">
                  <c:v>106.99575538437377</c:v>
                </c:pt>
                <c:pt idx="953">
                  <c:v>106.90143059267434</c:v>
                </c:pt>
                <c:pt idx="954">
                  <c:v>106.80710580097492</c:v>
                </c:pt>
                <c:pt idx="955">
                  <c:v>105.95818267568016</c:v>
                </c:pt>
                <c:pt idx="956">
                  <c:v>106.14683225907902</c:v>
                </c:pt>
                <c:pt idx="957">
                  <c:v>105.87957868259733</c:v>
                </c:pt>
                <c:pt idx="958">
                  <c:v>106.63417701619269</c:v>
                </c:pt>
                <c:pt idx="959">
                  <c:v>106.58701462034298</c:v>
                </c:pt>
                <c:pt idx="960">
                  <c:v>106.64989781480926</c:v>
                </c:pt>
                <c:pt idx="961">
                  <c:v>106.60273541895954</c:v>
                </c:pt>
                <c:pt idx="962">
                  <c:v>106.79138500235838</c:v>
                </c:pt>
                <c:pt idx="963">
                  <c:v>106.46124823141042</c:v>
                </c:pt>
                <c:pt idx="964">
                  <c:v>106.64989781480928</c:v>
                </c:pt>
                <c:pt idx="965">
                  <c:v>107.32589215532177</c:v>
                </c:pt>
                <c:pt idx="966">
                  <c:v>106.9485929885241</c:v>
                </c:pt>
                <c:pt idx="967">
                  <c:v>106.22543625216187</c:v>
                </c:pt>
                <c:pt idx="968">
                  <c:v>106.25687784939502</c:v>
                </c:pt>
                <c:pt idx="969">
                  <c:v>106.4298066341773</c:v>
                </c:pt>
                <c:pt idx="970">
                  <c:v>106.47696903002704</c:v>
                </c:pt>
                <c:pt idx="971">
                  <c:v>105.58088350888254</c:v>
                </c:pt>
                <c:pt idx="972">
                  <c:v>104.95205156421976</c:v>
                </c:pt>
                <c:pt idx="973">
                  <c:v>105.15642194623518</c:v>
                </c:pt>
                <c:pt idx="974">
                  <c:v>105.80097468951455</c:v>
                </c:pt>
                <c:pt idx="975">
                  <c:v>106.28831944662821</c:v>
                </c:pt>
                <c:pt idx="976">
                  <c:v>106.88570979405787</c:v>
                </c:pt>
                <c:pt idx="977">
                  <c:v>106.7599434051253</c:v>
                </c:pt>
                <c:pt idx="978">
                  <c:v>106.6027354189596</c:v>
                </c:pt>
                <c:pt idx="979">
                  <c:v>104.55903159880553</c:v>
                </c:pt>
                <c:pt idx="980">
                  <c:v>103.4900172928788</c:v>
                </c:pt>
                <c:pt idx="981">
                  <c:v>102.95551013991543</c:v>
                </c:pt>
                <c:pt idx="982">
                  <c:v>102.70397736205031</c:v>
                </c:pt>
                <c:pt idx="983">
                  <c:v>103.97736204999248</c:v>
                </c:pt>
                <c:pt idx="984">
                  <c:v>103.23848451501368</c:v>
                </c:pt>
                <c:pt idx="985">
                  <c:v>103.5371796887285</c:v>
                </c:pt>
                <c:pt idx="986">
                  <c:v>104.07168684169186</c:v>
                </c:pt>
                <c:pt idx="987">
                  <c:v>104.51186920295578</c:v>
                </c:pt>
                <c:pt idx="988">
                  <c:v>104.38610281402323</c:v>
                </c:pt>
                <c:pt idx="989">
                  <c:v>104.29177802232381</c:v>
                </c:pt>
                <c:pt idx="990">
                  <c:v>103.47429649426219</c:v>
                </c:pt>
                <c:pt idx="991">
                  <c:v>103.44285489702904</c:v>
                </c:pt>
                <c:pt idx="992">
                  <c:v>103.03411413299821</c:v>
                </c:pt>
                <c:pt idx="993">
                  <c:v>102.84546454959938</c:v>
                </c:pt>
                <c:pt idx="994">
                  <c:v>102.8297437509828</c:v>
                </c:pt>
                <c:pt idx="995">
                  <c:v>103.34853010532962</c:v>
                </c:pt>
                <c:pt idx="996">
                  <c:v>102.93978934129879</c:v>
                </c:pt>
                <c:pt idx="997">
                  <c:v>101.99654142430461</c:v>
                </c:pt>
                <c:pt idx="998">
                  <c:v>102.09086621600404</c:v>
                </c:pt>
                <c:pt idx="999">
                  <c:v>101.93365822983837</c:v>
                </c:pt>
                <c:pt idx="1000">
                  <c:v>102.31095739663606</c:v>
                </c:pt>
                <c:pt idx="1001">
                  <c:v>101.99654142430467</c:v>
                </c:pt>
                <c:pt idx="1002">
                  <c:v>102.7039773620503</c:v>
                </c:pt>
                <c:pt idx="1003">
                  <c:v>102.46816538280176</c:v>
                </c:pt>
                <c:pt idx="1004">
                  <c:v>101.9808206256881</c:v>
                </c:pt>
                <c:pt idx="1005">
                  <c:v>101.9808206256881</c:v>
                </c:pt>
                <c:pt idx="1006">
                  <c:v>101.55635906304072</c:v>
                </c:pt>
                <c:pt idx="1007">
                  <c:v>101.71356704920642</c:v>
                </c:pt>
                <c:pt idx="1008">
                  <c:v>101.71356704920642</c:v>
                </c:pt>
                <c:pt idx="1009">
                  <c:v>101.25766388932588</c:v>
                </c:pt>
                <c:pt idx="1010">
                  <c:v>101.08473510454363</c:v>
                </c:pt>
                <c:pt idx="1011">
                  <c:v>100.03144159723347</c:v>
                </c:pt>
                <c:pt idx="1012">
                  <c:v>99.827071215218069</c:v>
                </c:pt>
                <c:pt idx="1013">
                  <c:v>100.51878635434717</c:v>
                </c:pt>
                <c:pt idx="1014">
                  <c:v>100.20437038201575</c:v>
                </c:pt>
                <c:pt idx="1015">
                  <c:v>100.7388775349791</c:v>
                </c:pt>
                <c:pt idx="1016">
                  <c:v>100.47162395849742</c:v>
                </c:pt>
                <c:pt idx="1017">
                  <c:v>100.58166954881344</c:v>
                </c:pt>
                <c:pt idx="1018">
                  <c:v>100.66027354189629</c:v>
                </c:pt>
                <c:pt idx="1019">
                  <c:v>101.13189750039336</c:v>
                </c:pt>
                <c:pt idx="1020">
                  <c:v>100.84892312529509</c:v>
                </c:pt>
                <c:pt idx="1021">
                  <c:v>101.25766388932593</c:v>
                </c:pt>
                <c:pt idx="1022">
                  <c:v>101.35198868102533</c:v>
                </c:pt>
                <c:pt idx="1023">
                  <c:v>101.21050149347622</c:v>
                </c:pt>
                <c:pt idx="1024">
                  <c:v>100.81748152806198</c:v>
                </c:pt>
                <c:pt idx="1025">
                  <c:v>100.20437038201575</c:v>
                </c:pt>
                <c:pt idx="1026">
                  <c:v>100.77031913221228</c:v>
                </c:pt>
                <c:pt idx="1027">
                  <c:v>101.03757270869397</c:v>
                </c:pt>
                <c:pt idx="1028">
                  <c:v>100.89608552114484</c:v>
                </c:pt>
                <c:pt idx="1029">
                  <c:v>101.27338468794251</c:v>
                </c:pt>
                <c:pt idx="1030">
                  <c:v>101.6035214588905</c:v>
                </c:pt>
                <c:pt idx="1031">
                  <c:v>100.97468951422771</c:v>
                </c:pt>
                <c:pt idx="1032">
                  <c:v>101.06901430592713</c:v>
                </c:pt>
                <c:pt idx="1033">
                  <c:v>99.65414243043584</c:v>
                </c:pt>
                <c:pt idx="1034">
                  <c:v>100.09432479169976</c:v>
                </c:pt>
                <c:pt idx="1035">
                  <c:v>100.62883194466312</c:v>
                </c:pt>
                <c:pt idx="1036">
                  <c:v>100.81748152806195</c:v>
                </c:pt>
                <c:pt idx="1037">
                  <c:v>100.88036472252824</c:v>
                </c:pt>
                <c:pt idx="1038">
                  <c:v>100.40874076403114</c:v>
                </c:pt>
                <c:pt idx="1039">
                  <c:v>100.73887753497911</c:v>
                </c:pt>
                <c:pt idx="1040">
                  <c:v>100.51878635434716</c:v>
                </c:pt>
                <c:pt idx="1041">
                  <c:v>100.31441597233176</c:v>
                </c:pt>
                <c:pt idx="1042">
                  <c:v>100.29869517371519</c:v>
                </c:pt>
                <c:pt idx="1043">
                  <c:v>100.23581197924891</c:v>
                </c:pt>
                <c:pt idx="1044">
                  <c:v>100.53450715296376</c:v>
                </c:pt>
                <c:pt idx="1045">
                  <c:v>100.36157836818148</c:v>
                </c:pt>
                <c:pt idx="1046">
                  <c:v>100.28297437509865</c:v>
                </c:pt>
                <c:pt idx="1047">
                  <c:v>100.22009118063237</c:v>
                </c:pt>
                <c:pt idx="1048">
                  <c:v>99.575538437353018</c:v>
                </c:pt>
                <c:pt idx="1049">
                  <c:v>99.41833045118733</c:v>
                </c:pt>
                <c:pt idx="1050">
                  <c:v>98.789498506524538</c:v>
                </c:pt>
                <c:pt idx="1051">
                  <c:v>99.213960069171947</c:v>
                </c:pt>
                <c:pt idx="1052">
                  <c:v>99.10391447885597</c:v>
                </c:pt>
                <c:pt idx="1053">
                  <c:v>99.418330451187373</c:v>
                </c:pt>
                <c:pt idx="1054">
                  <c:v>99.434051249803929</c:v>
                </c:pt>
                <c:pt idx="1055">
                  <c:v>99.402609652570774</c:v>
                </c:pt>
                <c:pt idx="1056">
                  <c:v>99.308284860871353</c:v>
                </c:pt>
                <c:pt idx="1057">
                  <c:v>99.245401666405073</c:v>
                </c:pt>
                <c:pt idx="1058">
                  <c:v>100.97468951422775</c:v>
                </c:pt>
                <c:pt idx="1059">
                  <c:v>101.96509982707165</c:v>
                </c:pt>
                <c:pt idx="1060">
                  <c:v>103.28564691086352</c:v>
                </c:pt>
                <c:pt idx="1061">
                  <c:v>102.46816538280191</c:v>
                </c:pt>
                <c:pt idx="1062">
                  <c:v>102.67253576481728</c:v>
                </c:pt>
                <c:pt idx="1063">
                  <c:v>101.57207986165737</c:v>
                </c:pt>
                <c:pt idx="1064">
                  <c:v>101.02185191007743</c:v>
                </c:pt>
                <c:pt idx="1065">
                  <c:v>100.92752711837801</c:v>
                </c:pt>
                <c:pt idx="1066">
                  <c:v>100.22009118063235</c:v>
                </c:pt>
                <c:pt idx="1067">
                  <c:v>100.11004559031639</c:v>
                </c:pt>
                <c:pt idx="1068">
                  <c:v>99.984279201383828</c:v>
                </c:pt>
                <c:pt idx="1069">
                  <c:v>100.84892312529513</c:v>
                </c:pt>
                <c:pt idx="1070">
                  <c:v>101.82361263952247</c:v>
                </c:pt>
                <c:pt idx="1071">
                  <c:v>102.57821097311779</c:v>
                </c:pt>
                <c:pt idx="1072">
                  <c:v>102.92406854268231</c:v>
                </c:pt>
                <c:pt idx="1073">
                  <c:v>102.95551013991542</c:v>
                </c:pt>
                <c:pt idx="1074">
                  <c:v>102.4367237855686</c:v>
                </c:pt>
                <c:pt idx="1075">
                  <c:v>102.54676937588457</c:v>
                </c:pt>
                <c:pt idx="1076">
                  <c:v>101.5406382644241</c:v>
                </c:pt>
                <c:pt idx="1077">
                  <c:v>101.41487187549156</c:v>
                </c:pt>
                <c:pt idx="1078">
                  <c:v>101.38343027825842</c:v>
                </c:pt>
                <c:pt idx="1079">
                  <c:v>101.65068385474009</c:v>
                </c:pt>
                <c:pt idx="1080">
                  <c:v>100.8646439239116</c:v>
                </c:pt>
                <c:pt idx="1081">
                  <c:v>100.53450715296361</c:v>
                </c:pt>
                <c:pt idx="1082">
                  <c:v>100.69171513912934</c:v>
                </c:pt>
                <c:pt idx="1083">
                  <c:v>100.73887753497904</c:v>
                </c:pt>
                <c:pt idx="1084">
                  <c:v>99.874233611067709</c:v>
                </c:pt>
                <c:pt idx="1085">
                  <c:v>99.669863229052311</c:v>
                </c:pt>
                <c:pt idx="1086">
                  <c:v>100.09432479169971</c:v>
                </c:pt>
                <c:pt idx="1087">
                  <c:v>99.764188020751746</c:v>
                </c:pt>
                <c:pt idx="1088">
                  <c:v>99.63842163181917</c:v>
                </c:pt>
                <c:pt idx="1089">
                  <c:v>99.717025624901979</c:v>
                </c:pt>
                <c:pt idx="1090">
                  <c:v>99.46549284703687</c:v>
                </c:pt>
                <c:pt idx="1091">
                  <c:v>98.899544096840359</c:v>
                </c:pt>
                <c:pt idx="1092">
                  <c:v>98.66373211759182</c:v>
                </c:pt>
                <c:pt idx="1093">
                  <c:v>98.412199339726712</c:v>
                </c:pt>
                <c:pt idx="1094">
                  <c:v>98.820940103757522</c:v>
                </c:pt>
                <c:pt idx="1095">
                  <c:v>98.868102499607275</c:v>
                </c:pt>
                <c:pt idx="1096">
                  <c:v>98.333595346643889</c:v>
                </c:pt>
                <c:pt idx="1097">
                  <c:v>99.669863229052325</c:v>
                </c:pt>
                <c:pt idx="1098">
                  <c:v>98.726615312058144</c:v>
                </c:pt>
                <c:pt idx="1099">
                  <c:v>99.213960069171804</c:v>
                </c:pt>
                <c:pt idx="1100">
                  <c:v>99.056752083006117</c:v>
                </c:pt>
                <c:pt idx="1101">
                  <c:v>98.585128124509012</c:v>
                </c:pt>
                <c:pt idx="1102">
                  <c:v>98.365036943877058</c:v>
                </c:pt>
                <c:pt idx="1103">
                  <c:v>98.066341770162225</c:v>
                </c:pt>
                <c:pt idx="1104">
                  <c:v>98.427920138343325</c:v>
                </c:pt>
                <c:pt idx="1105">
                  <c:v>99.041031284389533</c:v>
                </c:pt>
                <c:pt idx="1106">
                  <c:v>98.978148089923266</c:v>
                </c:pt>
                <c:pt idx="1107">
                  <c:v>98.506524131426161</c:v>
                </c:pt>
                <c:pt idx="1108">
                  <c:v>98.459361735576451</c:v>
                </c:pt>
                <c:pt idx="1109">
                  <c:v>98.443640936959881</c:v>
                </c:pt>
                <c:pt idx="1110">
                  <c:v>98.490803332809605</c:v>
                </c:pt>
                <c:pt idx="1111">
                  <c:v>99.135356076088968</c:v>
                </c:pt>
                <c:pt idx="1112">
                  <c:v>98.899544096840415</c:v>
                </c:pt>
                <c:pt idx="1113">
                  <c:v>98.710894513441588</c:v>
                </c:pt>
                <c:pt idx="1114">
                  <c:v>98.585128124509041</c:v>
                </c:pt>
                <c:pt idx="1115">
                  <c:v>99.009589687156421</c:v>
                </c:pt>
                <c:pt idx="1116">
                  <c:v>98.868102499607303</c:v>
                </c:pt>
                <c:pt idx="1117">
                  <c:v>98.773777707907882</c:v>
                </c:pt>
                <c:pt idx="1118">
                  <c:v>99.0881936802393</c:v>
                </c:pt>
                <c:pt idx="1119">
                  <c:v>98.993868888539893</c:v>
                </c:pt>
                <c:pt idx="1120">
                  <c:v>98.648011318975378</c:v>
                </c:pt>
                <c:pt idx="1121">
                  <c:v>98.569407325892541</c:v>
                </c:pt>
                <c:pt idx="1122">
                  <c:v>98.42792013834341</c:v>
                </c:pt>
                <c:pt idx="1123">
                  <c:v>98.632290520358822</c:v>
                </c:pt>
                <c:pt idx="1124">
                  <c:v>98.616569721742238</c:v>
                </c:pt>
                <c:pt idx="1125">
                  <c:v>98.490803332809691</c:v>
                </c:pt>
                <c:pt idx="1126">
                  <c:v>98.00345857569603</c:v>
                </c:pt>
                <c:pt idx="1127">
                  <c:v>100.39301996541464</c:v>
                </c:pt>
                <c:pt idx="1128">
                  <c:v>100.12576638893296</c:v>
                </c:pt>
                <c:pt idx="1129">
                  <c:v>99.984279201383856</c:v>
                </c:pt>
                <c:pt idx="1130">
                  <c:v>99.575538437353046</c:v>
                </c:pt>
                <c:pt idx="1131">
                  <c:v>100.51878635434723</c:v>
                </c:pt>
                <c:pt idx="1132">
                  <c:v>100.17292878478267</c:v>
                </c:pt>
                <c:pt idx="1133">
                  <c:v>100.33013677094834</c:v>
                </c:pt>
                <c:pt idx="1134">
                  <c:v>100.01572079861693</c:v>
                </c:pt>
                <c:pt idx="1135">
                  <c:v>99.732746423518662</c:v>
                </c:pt>
                <c:pt idx="1136">
                  <c:v>99.591259235969531</c:v>
                </c:pt>
                <c:pt idx="1137">
                  <c:v>99.261122465021558</c:v>
                </c:pt>
                <c:pt idx="1138">
                  <c:v>99.025310485773005</c:v>
                </c:pt>
                <c:pt idx="1139">
                  <c:v>98.993868888539865</c:v>
                </c:pt>
                <c:pt idx="1140">
                  <c:v>98.820940103757579</c:v>
                </c:pt>
                <c:pt idx="1141">
                  <c:v>98.93098569407357</c:v>
                </c:pt>
                <c:pt idx="1142">
                  <c:v>98.883823298223874</c:v>
                </c:pt>
                <c:pt idx="1143">
                  <c:v>98.758056909291327</c:v>
                </c:pt>
                <c:pt idx="1144">
                  <c:v>98.679452916208461</c:v>
                </c:pt>
                <c:pt idx="1145">
                  <c:v>98.553686527275914</c:v>
                </c:pt>
                <c:pt idx="1146">
                  <c:v>98.7266153120582</c:v>
                </c:pt>
                <c:pt idx="1147">
                  <c:v>98.71089451344163</c:v>
                </c:pt>
                <c:pt idx="1148">
                  <c:v>98.459361735576522</c:v>
                </c:pt>
                <c:pt idx="1149">
                  <c:v>98.31787454802739</c:v>
                </c:pt>
                <c:pt idx="1150">
                  <c:v>98.207828957711399</c:v>
                </c:pt>
                <c:pt idx="1151">
                  <c:v>98.23927055494454</c:v>
                </c:pt>
                <c:pt idx="1152">
                  <c:v>98.082062568778852</c:v>
                </c:pt>
                <c:pt idx="1153">
                  <c:v>98.160666561861689</c:v>
                </c:pt>
                <c:pt idx="1154">
                  <c:v>98.034900172929127</c:v>
                </c:pt>
                <c:pt idx="1155">
                  <c:v>97.92485458261315</c:v>
                </c:pt>
                <c:pt idx="1156">
                  <c:v>98.302153749410792</c:v>
                </c:pt>
                <c:pt idx="1157">
                  <c:v>98.097783367395394</c:v>
                </c:pt>
                <c:pt idx="1158">
                  <c:v>98.050620971545698</c:v>
                </c:pt>
                <c:pt idx="1159">
                  <c:v>97.987737777079417</c:v>
                </c:pt>
                <c:pt idx="1160">
                  <c:v>97.86197138814687</c:v>
                </c:pt>
                <c:pt idx="1161">
                  <c:v>97.421789026882934</c:v>
                </c:pt>
                <c:pt idx="1162">
                  <c:v>97.45323062411606</c:v>
                </c:pt>
                <c:pt idx="1163">
                  <c:v>97.296022637950372</c:v>
                </c:pt>
                <c:pt idx="1164">
                  <c:v>97.311743436566928</c:v>
                </c:pt>
                <c:pt idx="1165">
                  <c:v>97.170256249017783</c:v>
                </c:pt>
                <c:pt idx="1166">
                  <c:v>97.170256249017783</c:v>
                </c:pt>
                <c:pt idx="1167">
                  <c:v>97.201697846250937</c:v>
                </c:pt>
                <c:pt idx="1168">
                  <c:v>97.075931457318376</c:v>
                </c:pt>
                <c:pt idx="1169">
                  <c:v>96.714353089137262</c:v>
                </c:pt>
                <c:pt idx="1170">
                  <c:v>96.698632290520706</c:v>
                </c:pt>
                <c:pt idx="1171">
                  <c:v>97.578997013048621</c:v>
                </c:pt>
                <c:pt idx="1172">
                  <c:v>97.43750982549949</c:v>
                </c:pt>
                <c:pt idx="1173">
                  <c:v>96.997327464235525</c:v>
                </c:pt>
                <c:pt idx="1174">
                  <c:v>96.981606665618955</c:v>
                </c:pt>
                <c:pt idx="1175">
                  <c:v>96.682911491904136</c:v>
                </c:pt>
                <c:pt idx="1176">
                  <c:v>96.808677880836669</c:v>
                </c:pt>
                <c:pt idx="1177">
                  <c:v>97.233139443484063</c:v>
                </c:pt>
                <c:pt idx="1178">
                  <c:v>96.792957082220113</c:v>
                </c:pt>
                <c:pt idx="1179">
                  <c:v>96.887281873919562</c:v>
                </c:pt>
                <c:pt idx="1180">
                  <c:v>96.934444269769273</c:v>
                </c:pt>
                <c:pt idx="1181">
                  <c:v>96.808677880836726</c:v>
                </c:pt>
                <c:pt idx="1182">
                  <c:v>96.808677880836726</c:v>
                </c:pt>
                <c:pt idx="1183">
                  <c:v>96.745794686370445</c:v>
                </c:pt>
                <c:pt idx="1184">
                  <c:v>96.337053922339621</c:v>
                </c:pt>
                <c:pt idx="1185">
                  <c:v>96.352774720956219</c:v>
                </c:pt>
                <c:pt idx="1186">
                  <c:v>95.944033956925409</c:v>
                </c:pt>
                <c:pt idx="1187">
                  <c:v>95.959754755541965</c:v>
                </c:pt>
                <c:pt idx="1188">
                  <c:v>96.006917151391676</c:v>
                </c:pt>
                <c:pt idx="1189">
                  <c:v>95.944033956925409</c:v>
                </c:pt>
                <c:pt idx="1190">
                  <c:v>96.211287533407088</c:v>
                </c:pt>
                <c:pt idx="1191">
                  <c:v>98.537965728659401</c:v>
                </c:pt>
                <c:pt idx="1192">
                  <c:v>99.874233611067837</c:v>
                </c:pt>
                <c:pt idx="1193">
                  <c:v>100.01572079861697</c:v>
                </c:pt>
                <c:pt idx="1194">
                  <c:v>99.654142430435883</c:v>
                </c:pt>
                <c:pt idx="1195">
                  <c:v>99.654142430435883</c:v>
                </c:pt>
                <c:pt idx="1196">
                  <c:v>99.229680867788502</c:v>
                </c:pt>
                <c:pt idx="1197">
                  <c:v>99.654142430435883</c:v>
                </c:pt>
                <c:pt idx="1198">
                  <c:v>98.695173714825131</c:v>
                </c:pt>
                <c:pt idx="1199">
                  <c:v>98.695173714825131</c:v>
                </c:pt>
                <c:pt idx="1200">
                  <c:v>98.61656972174228</c:v>
                </c:pt>
                <c:pt idx="1201">
                  <c:v>98.56940732589257</c:v>
                </c:pt>
                <c:pt idx="1202">
                  <c:v>98.679452916208547</c:v>
                </c:pt>
                <c:pt idx="1203">
                  <c:v>98.585128124509126</c:v>
                </c:pt>
                <c:pt idx="1204">
                  <c:v>98.490803332809705</c:v>
                </c:pt>
                <c:pt idx="1205">
                  <c:v>99.386888853954176</c:v>
                </c:pt>
                <c:pt idx="1206">
                  <c:v>98.836660902374234</c:v>
                </c:pt>
                <c:pt idx="1207">
                  <c:v>98.899544096840515</c:v>
                </c:pt>
                <c:pt idx="1208">
                  <c:v>98.805219305141094</c:v>
                </c:pt>
                <c:pt idx="1209">
                  <c:v>98.758056909291383</c:v>
                </c:pt>
                <c:pt idx="1210">
                  <c:v>98.679452916208518</c:v>
                </c:pt>
                <c:pt idx="1211">
                  <c:v>98.632290520358822</c:v>
                </c:pt>
                <c:pt idx="1212">
                  <c:v>98.207828957711442</c:v>
                </c:pt>
                <c:pt idx="1213">
                  <c:v>98.41219933972684</c:v>
                </c:pt>
                <c:pt idx="1214">
                  <c:v>98.144945763245161</c:v>
                </c:pt>
                <c:pt idx="1215">
                  <c:v>99.056752083006202</c:v>
                </c:pt>
                <c:pt idx="1216">
                  <c:v>100.89608552114485</c:v>
                </c:pt>
                <c:pt idx="1217">
                  <c:v>100.59739034743004</c:v>
                </c:pt>
                <c:pt idx="1218">
                  <c:v>101.83933343813905</c:v>
                </c:pt>
                <c:pt idx="1219">
                  <c:v>102.09086621600413</c:v>
                </c:pt>
                <c:pt idx="1220">
                  <c:v>102.37384059110238</c:v>
                </c:pt>
                <c:pt idx="1221">
                  <c:v>101.80789184090585</c:v>
                </c:pt>
                <c:pt idx="1222">
                  <c:v>102.34239899386925</c:v>
                </c:pt>
                <c:pt idx="1223">
                  <c:v>101.85505423675559</c:v>
                </c:pt>
                <c:pt idx="1224">
                  <c:v>101.35198868102535</c:v>
                </c:pt>
                <c:pt idx="1225">
                  <c:v>100.59739034743002</c:v>
                </c:pt>
                <c:pt idx="1226">
                  <c:v>100.78603993082886</c:v>
                </c:pt>
                <c:pt idx="1227">
                  <c:v>100.20437038201578</c:v>
                </c:pt>
                <c:pt idx="1228">
                  <c:v>99.905675208300977</c:v>
                </c:pt>
                <c:pt idx="1229">
                  <c:v>99.889954409684421</c:v>
                </c:pt>
                <c:pt idx="1230">
                  <c:v>99.292564062254755</c:v>
                </c:pt>
                <c:pt idx="1231">
                  <c:v>98.962427291306781</c:v>
                </c:pt>
                <c:pt idx="1232">
                  <c:v>99.952837604150659</c:v>
                </c:pt>
                <c:pt idx="1233">
                  <c:v>99.889954409684378</c:v>
                </c:pt>
                <c:pt idx="1234">
                  <c:v>99.952837604150659</c:v>
                </c:pt>
                <c:pt idx="1235">
                  <c:v>99.874233611067808</c:v>
                </c:pt>
                <c:pt idx="1236">
                  <c:v>99.449772048420428</c:v>
                </c:pt>
                <c:pt idx="1237">
                  <c:v>99.591259235969545</c:v>
                </c:pt>
                <c:pt idx="1238">
                  <c:v>99.559817638736419</c:v>
                </c:pt>
                <c:pt idx="1239">
                  <c:v>99.434051249803858</c:v>
                </c:pt>
                <c:pt idx="1240">
                  <c:v>99.449772048420442</c:v>
                </c:pt>
                <c:pt idx="1241">
                  <c:v>99.575538437352975</c:v>
                </c:pt>
                <c:pt idx="1242">
                  <c:v>99.308284860871296</c:v>
                </c:pt>
                <c:pt idx="1243">
                  <c:v>99.119635277472469</c:v>
                </c:pt>
                <c:pt idx="1244">
                  <c:v>99.292564062254741</c:v>
                </c:pt>
                <c:pt idx="1245">
                  <c:v>99.292564062254741</c:v>
                </c:pt>
                <c:pt idx="1246">
                  <c:v>99.49693444427011</c:v>
                </c:pt>
                <c:pt idx="1247">
                  <c:v>99.49693444427011</c:v>
                </c:pt>
                <c:pt idx="1248">
                  <c:v>#N/A</c:v>
                </c:pt>
                <c:pt idx="1249">
                  <c:v>#N/A</c:v>
                </c:pt>
                <c:pt idx="1250">
                  <c:v>#N/A</c:v>
                </c:pt>
                <c:pt idx="1251">
                  <c:v>#N/A</c:v>
                </c:pt>
                <c:pt idx="1252">
                  <c:v>#N/A</c:v>
                </c:pt>
                <c:pt idx="1253">
                  <c:v>#N/A</c:v>
                </c:pt>
                <c:pt idx="1254">
                  <c:v>#N/A</c:v>
                </c:pt>
                <c:pt idx="1255">
                  <c:v>#N/A</c:v>
                </c:pt>
                <c:pt idx="1256">
                  <c:v>#N/A</c:v>
                </c:pt>
                <c:pt idx="1257">
                  <c:v>#N/A</c:v>
                </c:pt>
                <c:pt idx="1258">
                  <c:v>#N/A</c:v>
                </c:pt>
                <c:pt idx="1259">
                  <c:v>#N/A</c:v>
                </c:pt>
                <c:pt idx="1260">
                  <c:v>#N/A</c:v>
                </c:pt>
                <c:pt idx="1261">
                  <c:v>#N/A</c:v>
                </c:pt>
                <c:pt idx="1262">
                  <c:v>#N/A</c:v>
                </c:pt>
                <c:pt idx="1263">
                  <c:v>#N/A</c:v>
                </c:pt>
                <c:pt idx="1264">
                  <c:v>#N/A</c:v>
                </c:pt>
                <c:pt idx="1265">
                  <c:v>#N/A</c:v>
                </c:pt>
                <c:pt idx="1266">
                  <c:v>#N/A</c:v>
                </c:pt>
                <c:pt idx="1267">
                  <c:v>#N/A</c:v>
                </c:pt>
                <c:pt idx="1268">
                  <c:v>#N/A</c:v>
                </c:pt>
                <c:pt idx="1269">
                  <c:v>#N/A</c:v>
                </c:pt>
                <c:pt idx="1270">
                  <c:v>#N/A</c:v>
                </c:pt>
                <c:pt idx="1271">
                  <c:v>#N/A</c:v>
                </c:pt>
                <c:pt idx="1272">
                  <c:v>#N/A</c:v>
                </c:pt>
                <c:pt idx="1273">
                  <c:v>#N/A</c:v>
                </c:pt>
                <c:pt idx="1274">
                  <c:v>#N/A</c:v>
                </c:pt>
                <c:pt idx="1275">
                  <c:v>#N/A</c:v>
                </c:pt>
                <c:pt idx="1276">
                  <c:v>#N/A</c:v>
                </c:pt>
                <c:pt idx="1277">
                  <c:v>#N/A</c:v>
                </c:pt>
                <c:pt idx="1278">
                  <c:v>#N/A</c:v>
                </c:pt>
                <c:pt idx="1279">
                  <c:v>#N/A</c:v>
                </c:pt>
                <c:pt idx="1280">
                  <c:v>#N/A</c:v>
                </c:pt>
                <c:pt idx="1281">
                  <c:v>#N/A</c:v>
                </c:pt>
                <c:pt idx="1282">
                  <c:v>#N/A</c:v>
                </c:pt>
                <c:pt idx="1283">
                  <c:v>#N/A</c:v>
                </c:pt>
                <c:pt idx="1284">
                  <c:v>#N/A</c:v>
                </c:pt>
                <c:pt idx="1285">
                  <c:v>#N/A</c:v>
                </c:pt>
                <c:pt idx="1286">
                  <c:v>#N/A</c:v>
                </c:pt>
                <c:pt idx="1287">
                  <c:v>#N/A</c:v>
                </c:pt>
                <c:pt idx="1288">
                  <c:v>#N/A</c:v>
                </c:pt>
                <c:pt idx="1289">
                  <c:v>#N/A</c:v>
                </c:pt>
                <c:pt idx="1290">
                  <c:v>#N/A</c:v>
                </c:pt>
                <c:pt idx="1291">
                  <c:v>#N/A</c:v>
                </c:pt>
                <c:pt idx="1292">
                  <c:v>#N/A</c:v>
                </c:pt>
                <c:pt idx="1293">
                  <c:v>#N/A</c:v>
                </c:pt>
                <c:pt idx="1294">
                  <c:v>#N/A</c:v>
                </c:pt>
                <c:pt idx="1295">
                  <c:v>#N/A</c:v>
                </c:pt>
                <c:pt idx="1296">
                  <c:v>#N/A</c:v>
                </c:pt>
                <c:pt idx="1297">
                  <c:v>#N/A</c:v>
                </c:pt>
                <c:pt idx="1298">
                  <c:v>#N/A</c:v>
                </c:pt>
                <c:pt idx="1299">
                  <c:v>#N/A</c:v>
                </c:pt>
                <c:pt idx="1300">
                  <c:v>#N/A</c:v>
                </c:pt>
                <c:pt idx="1301">
                  <c:v>#N/A</c:v>
                </c:pt>
                <c:pt idx="1302">
                  <c:v>#N/A</c:v>
                </c:pt>
                <c:pt idx="1303">
                  <c:v>#N/A</c:v>
                </c:pt>
                <c:pt idx="1304">
                  <c:v>#N/A</c:v>
                </c:pt>
                <c:pt idx="1305">
                  <c:v>#N/A</c:v>
                </c:pt>
                <c:pt idx="1306">
                  <c:v>#N/A</c:v>
                </c:pt>
                <c:pt idx="1307">
                  <c:v>#N/A</c:v>
                </c:pt>
                <c:pt idx="1308">
                  <c:v>#N/A</c:v>
                </c:pt>
                <c:pt idx="1309">
                  <c:v>#N/A</c:v>
                </c:pt>
                <c:pt idx="1310">
                  <c:v>#N/A</c:v>
                </c:pt>
                <c:pt idx="1311">
                  <c:v>#N/A</c:v>
                </c:pt>
                <c:pt idx="1312">
                  <c:v>#N/A</c:v>
                </c:pt>
                <c:pt idx="1313">
                  <c:v>#N/A</c:v>
                </c:pt>
                <c:pt idx="1314">
                  <c:v>#N/A</c:v>
                </c:pt>
                <c:pt idx="1315">
                  <c:v>#N/A</c:v>
                </c:pt>
                <c:pt idx="1316">
                  <c:v>#N/A</c:v>
                </c:pt>
                <c:pt idx="1317">
                  <c:v>#N/A</c:v>
                </c:pt>
                <c:pt idx="1318">
                  <c:v>#N/A</c:v>
                </c:pt>
                <c:pt idx="1319">
                  <c:v>#N/A</c:v>
                </c:pt>
                <c:pt idx="1320">
                  <c:v>#N/A</c:v>
                </c:pt>
              </c:numCache>
            </c:numRef>
          </c:val>
          <c:smooth val="0"/>
          <c:extLst>
            <c:ext xmlns:c16="http://schemas.microsoft.com/office/drawing/2014/chart" uri="{C3380CC4-5D6E-409C-BE32-E72D297353CC}">
              <c16:uniqueId val="{00000000-77A7-47B5-B7C8-67DACEB0DB19}"/>
            </c:ext>
          </c:extLst>
        </c:ser>
        <c:ser>
          <c:idx val="2"/>
          <c:order val="2"/>
          <c:tx>
            <c:strRef>
              <c:f>FI_INDEX!$AQ$7</c:f>
              <c:strCache>
                <c:ptCount val="1"/>
                <c:pt idx="0">
                  <c:v>DXY Index</c:v>
                </c:pt>
              </c:strCache>
            </c:strRef>
          </c:tx>
          <c:spPr>
            <a:ln w="28575">
              <a:solidFill>
                <a:sysClr val="window" lastClr="FFFFFF">
                  <a:lumMod val="75000"/>
                </a:sysClr>
              </a:solidFill>
            </a:ln>
          </c:spPr>
          <c:marker>
            <c:symbol val="none"/>
          </c:marker>
          <c:cat>
            <c:numRef>
              <c:f>FI_INDEX!$AC$795:$AC$4550</c:f>
              <c:numCache>
                <c:formatCode>m/d/yyyy</c:formatCode>
                <c:ptCount val="3756"/>
                <c:pt idx="0">
                  <c:v>44561</c:v>
                </c:pt>
                <c:pt idx="1">
                  <c:v>44564</c:v>
                </c:pt>
                <c:pt idx="2">
                  <c:v>44565</c:v>
                </c:pt>
                <c:pt idx="3">
                  <c:v>44566</c:v>
                </c:pt>
                <c:pt idx="4">
                  <c:v>44567</c:v>
                </c:pt>
                <c:pt idx="5">
                  <c:v>44568</c:v>
                </c:pt>
                <c:pt idx="6">
                  <c:v>44571</c:v>
                </c:pt>
                <c:pt idx="7">
                  <c:v>44572</c:v>
                </c:pt>
                <c:pt idx="8">
                  <c:v>44573</c:v>
                </c:pt>
                <c:pt idx="9">
                  <c:v>44574</c:v>
                </c:pt>
                <c:pt idx="10">
                  <c:v>44575</c:v>
                </c:pt>
                <c:pt idx="11">
                  <c:v>44578</c:v>
                </c:pt>
                <c:pt idx="12">
                  <c:v>44579</c:v>
                </c:pt>
                <c:pt idx="13">
                  <c:v>44580</c:v>
                </c:pt>
                <c:pt idx="14">
                  <c:v>44581</c:v>
                </c:pt>
                <c:pt idx="15">
                  <c:v>44582</c:v>
                </c:pt>
                <c:pt idx="16">
                  <c:v>44585</c:v>
                </c:pt>
                <c:pt idx="17">
                  <c:v>44586</c:v>
                </c:pt>
                <c:pt idx="18">
                  <c:v>44587</c:v>
                </c:pt>
                <c:pt idx="19">
                  <c:v>44588</c:v>
                </c:pt>
                <c:pt idx="20">
                  <c:v>44589</c:v>
                </c:pt>
                <c:pt idx="21">
                  <c:v>44592</c:v>
                </c:pt>
                <c:pt idx="22">
                  <c:v>44593</c:v>
                </c:pt>
                <c:pt idx="23">
                  <c:v>44594</c:v>
                </c:pt>
                <c:pt idx="24">
                  <c:v>44595</c:v>
                </c:pt>
                <c:pt idx="25">
                  <c:v>44596</c:v>
                </c:pt>
                <c:pt idx="26">
                  <c:v>44599</c:v>
                </c:pt>
                <c:pt idx="27">
                  <c:v>44600</c:v>
                </c:pt>
                <c:pt idx="28">
                  <c:v>44601</c:v>
                </c:pt>
                <c:pt idx="29">
                  <c:v>44602</c:v>
                </c:pt>
                <c:pt idx="30">
                  <c:v>44603</c:v>
                </c:pt>
                <c:pt idx="31">
                  <c:v>44606</c:v>
                </c:pt>
                <c:pt idx="32">
                  <c:v>44607</c:v>
                </c:pt>
                <c:pt idx="33">
                  <c:v>44608</c:v>
                </c:pt>
                <c:pt idx="34">
                  <c:v>44609</c:v>
                </c:pt>
                <c:pt idx="35">
                  <c:v>44610</c:v>
                </c:pt>
                <c:pt idx="36">
                  <c:v>44613</c:v>
                </c:pt>
                <c:pt idx="37">
                  <c:v>44614</c:v>
                </c:pt>
                <c:pt idx="38">
                  <c:v>44615</c:v>
                </c:pt>
                <c:pt idx="39">
                  <c:v>44616</c:v>
                </c:pt>
                <c:pt idx="40">
                  <c:v>44617</c:v>
                </c:pt>
                <c:pt idx="41">
                  <c:v>44620</c:v>
                </c:pt>
                <c:pt idx="42">
                  <c:v>44621</c:v>
                </c:pt>
                <c:pt idx="43">
                  <c:v>44622</c:v>
                </c:pt>
                <c:pt idx="44">
                  <c:v>44623</c:v>
                </c:pt>
                <c:pt idx="45">
                  <c:v>44624</c:v>
                </c:pt>
                <c:pt idx="46">
                  <c:v>44627</c:v>
                </c:pt>
                <c:pt idx="47">
                  <c:v>44628</c:v>
                </c:pt>
                <c:pt idx="48">
                  <c:v>44629</c:v>
                </c:pt>
                <c:pt idx="49">
                  <c:v>44630</c:v>
                </c:pt>
                <c:pt idx="50">
                  <c:v>44631</c:v>
                </c:pt>
                <c:pt idx="51">
                  <c:v>44634</c:v>
                </c:pt>
                <c:pt idx="52">
                  <c:v>44635</c:v>
                </c:pt>
                <c:pt idx="53">
                  <c:v>44636</c:v>
                </c:pt>
                <c:pt idx="54">
                  <c:v>44637</c:v>
                </c:pt>
                <c:pt idx="55">
                  <c:v>44638</c:v>
                </c:pt>
                <c:pt idx="56">
                  <c:v>44641</c:v>
                </c:pt>
                <c:pt idx="57">
                  <c:v>44642</c:v>
                </c:pt>
                <c:pt idx="58">
                  <c:v>44643</c:v>
                </c:pt>
                <c:pt idx="59">
                  <c:v>44644</c:v>
                </c:pt>
                <c:pt idx="60">
                  <c:v>44645</c:v>
                </c:pt>
                <c:pt idx="61">
                  <c:v>44648</c:v>
                </c:pt>
                <c:pt idx="62">
                  <c:v>44649</c:v>
                </c:pt>
                <c:pt idx="63">
                  <c:v>44650</c:v>
                </c:pt>
                <c:pt idx="64">
                  <c:v>44651</c:v>
                </c:pt>
                <c:pt idx="65">
                  <c:v>44652</c:v>
                </c:pt>
                <c:pt idx="66">
                  <c:v>44655</c:v>
                </c:pt>
                <c:pt idx="67">
                  <c:v>44656</c:v>
                </c:pt>
                <c:pt idx="68">
                  <c:v>44657</c:v>
                </c:pt>
                <c:pt idx="69">
                  <c:v>44658</c:v>
                </c:pt>
                <c:pt idx="70">
                  <c:v>44659</c:v>
                </c:pt>
                <c:pt idx="71">
                  <c:v>44662</c:v>
                </c:pt>
                <c:pt idx="72">
                  <c:v>44663</c:v>
                </c:pt>
                <c:pt idx="73">
                  <c:v>44664</c:v>
                </c:pt>
                <c:pt idx="74">
                  <c:v>44665</c:v>
                </c:pt>
                <c:pt idx="75">
                  <c:v>44666</c:v>
                </c:pt>
                <c:pt idx="76">
                  <c:v>44669</c:v>
                </c:pt>
                <c:pt idx="77">
                  <c:v>44670</c:v>
                </c:pt>
                <c:pt idx="78">
                  <c:v>44671</c:v>
                </c:pt>
                <c:pt idx="79">
                  <c:v>44672</c:v>
                </c:pt>
                <c:pt idx="80">
                  <c:v>44673</c:v>
                </c:pt>
                <c:pt idx="81">
                  <c:v>44676</c:v>
                </c:pt>
                <c:pt idx="82">
                  <c:v>44677</c:v>
                </c:pt>
                <c:pt idx="83">
                  <c:v>44678</c:v>
                </c:pt>
                <c:pt idx="84">
                  <c:v>44679</c:v>
                </c:pt>
                <c:pt idx="85">
                  <c:v>44680</c:v>
                </c:pt>
                <c:pt idx="86">
                  <c:v>44683</c:v>
                </c:pt>
                <c:pt idx="87">
                  <c:v>44684</c:v>
                </c:pt>
                <c:pt idx="88">
                  <c:v>44685</c:v>
                </c:pt>
                <c:pt idx="89">
                  <c:v>44686</c:v>
                </c:pt>
                <c:pt idx="90">
                  <c:v>44687</c:v>
                </c:pt>
                <c:pt idx="91">
                  <c:v>44690</c:v>
                </c:pt>
                <c:pt idx="92">
                  <c:v>44691</c:v>
                </c:pt>
                <c:pt idx="93">
                  <c:v>44692</c:v>
                </c:pt>
                <c:pt idx="94">
                  <c:v>44693</c:v>
                </c:pt>
                <c:pt idx="95">
                  <c:v>44694</c:v>
                </c:pt>
                <c:pt idx="96">
                  <c:v>44697</c:v>
                </c:pt>
                <c:pt idx="97">
                  <c:v>44698</c:v>
                </c:pt>
                <c:pt idx="98">
                  <c:v>44699</c:v>
                </c:pt>
                <c:pt idx="99">
                  <c:v>44700</c:v>
                </c:pt>
                <c:pt idx="100">
                  <c:v>44701</c:v>
                </c:pt>
                <c:pt idx="101">
                  <c:v>44704</c:v>
                </c:pt>
                <c:pt idx="102">
                  <c:v>44705</c:v>
                </c:pt>
                <c:pt idx="103">
                  <c:v>44706</c:v>
                </c:pt>
                <c:pt idx="104">
                  <c:v>44707</c:v>
                </c:pt>
                <c:pt idx="105">
                  <c:v>44708</c:v>
                </c:pt>
                <c:pt idx="106">
                  <c:v>44711</c:v>
                </c:pt>
                <c:pt idx="107">
                  <c:v>44712</c:v>
                </c:pt>
                <c:pt idx="108">
                  <c:v>44713</c:v>
                </c:pt>
                <c:pt idx="109">
                  <c:v>44714</c:v>
                </c:pt>
                <c:pt idx="110">
                  <c:v>44715</c:v>
                </c:pt>
                <c:pt idx="111">
                  <c:v>44718</c:v>
                </c:pt>
                <c:pt idx="112">
                  <c:v>44719</c:v>
                </c:pt>
                <c:pt idx="113">
                  <c:v>44720</c:v>
                </c:pt>
                <c:pt idx="114">
                  <c:v>44721</c:v>
                </c:pt>
                <c:pt idx="115">
                  <c:v>44722</c:v>
                </c:pt>
                <c:pt idx="116">
                  <c:v>44725</c:v>
                </c:pt>
                <c:pt idx="117">
                  <c:v>44726</c:v>
                </c:pt>
                <c:pt idx="118">
                  <c:v>44727</c:v>
                </c:pt>
                <c:pt idx="119">
                  <c:v>44728</c:v>
                </c:pt>
                <c:pt idx="120">
                  <c:v>44729</c:v>
                </c:pt>
                <c:pt idx="121">
                  <c:v>44732</c:v>
                </c:pt>
                <c:pt idx="122">
                  <c:v>44733</c:v>
                </c:pt>
                <c:pt idx="123">
                  <c:v>44734</c:v>
                </c:pt>
                <c:pt idx="124">
                  <c:v>44735</c:v>
                </c:pt>
                <c:pt idx="125">
                  <c:v>44736</c:v>
                </c:pt>
                <c:pt idx="126">
                  <c:v>44739</c:v>
                </c:pt>
                <c:pt idx="127">
                  <c:v>44740</c:v>
                </c:pt>
                <c:pt idx="128">
                  <c:v>44741</c:v>
                </c:pt>
                <c:pt idx="129">
                  <c:v>44742</c:v>
                </c:pt>
                <c:pt idx="130">
                  <c:v>44743</c:v>
                </c:pt>
                <c:pt idx="131">
                  <c:v>44746</c:v>
                </c:pt>
                <c:pt idx="132">
                  <c:v>44747</c:v>
                </c:pt>
                <c:pt idx="133">
                  <c:v>44748</c:v>
                </c:pt>
                <c:pt idx="134">
                  <c:v>44749</c:v>
                </c:pt>
                <c:pt idx="135">
                  <c:v>44750</c:v>
                </c:pt>
                <c:pt idx="136">
                  <c:v>44753</c:v>
                </c:pt>
                <c:pt idx="137">
                  <c:v>44754</c:v>
                </c:pt>
                <c:pt idx="138">
                  <c:v>44755</c:v>
                </c:pt>
                <c:pt idx="139">
                  <c:v>44756</c:v>
                </c:pt>
                <c:pt idx="140">
                  <c:v>44757</c:v>
                </c:pt>
                <c:pt idx="141">
                  <c:v>44760</c:v>
                </c:pt>
                <c:pt idx="142">
                  <c:v>44761</c:v>
                </c:pt>
                <c:pt idx="143">
                  <c:v>44762</c:v>
                </c:pt>
                <c:pt idx="144">
                  <c:v>44763</c:v>
                </c:pt>
                <c:pt idx="145">
                  <c:v>44764</c:v>
                </c:pt>
                <c:pt idx="146">
                  <c:v>44767</c:v>
                </c:pt>
                <c:pt idx="147">
                  <c:v>44768</c:v>
                </c:pt>
                <c:pt idx="148">
                  <c:v>44769</c:v>
                </c:pt>
                <c:pt idx="149">
                  <c:v>44770</c:v>
                </c:pt>
                <c:pt idx="150">
                  <c:v>44771</c:v>
                </c:pt>
                <c:pt idx="151">
                  <c:v>44774</c:v>
                </c:pt>
                <c:pt idx="152">
                  <c:v>44775</c:v>
                </c:pt>
                <c:pt idx="153">
                  <c:v>44776</c:v>
                </c:pt>
                <c:pt idx="154">
                  <c:v>44777</c:v>
                </c:pt>
                <c:pt idx="155">
                  <c:v>44778</c:v>
                </c:pt>
                <c:pt idx="156">
                  <c:v>44781</c:v>
                </c:pt>
                <c:pt idx="157">
                  <c:v>44782</c:v>
                </c:pt>
                <c:pt idx="158">
                  <c:v>44783</c:v>
                </c:pt>
                <c:pt idx="159">
                  <c:v>44784</c:v>
                </c:pt>
                <c:pt idx="160">
                  <c:v>44785</c:v>
                </c:pt>
                <c:pt idx="161">
                  <c:v>44788</c:v>
                </c:pt>
                <c:pt idx="162">
                  <c:v>44789</c:v>
                </c:pt>
                <c:pt idx="163">
                  <c:v>44790</c:v>
                </c:pt>
                <c:pt idx="164">
                  <c:v>44791</c:v>
                </c:pt>
                <c:pt idx="165">
                  <c:v>44792</c:v>
                </c:pt>
                <c:pt idx="166">
                  <c:v>44795</c:v>
                </c:pt>
                <c:pt idx="167">
                  <c:v>44796</c:v>
                </c:pt>
                <c:pt idx="168">
                  <c:v>44797</c:v>
                </c:pt>
                <c:pt idx="169">
                  <c:v>44798</c:v>
                </c:pt>
                <c:pt idx="170">
                  <c:v>44799</c:v>
                </c:pt>
                <c:pt idx="171">
                  <c:v>44802</c:v>
                </c:pt>
                <c:pt idx="172">
                  <c:v>44803</c:v>
                </c:pt>
                <c:pt idx="173">
                  <c:v>44804</c:v>
                </c:pt>
                <c:pt idx="174">
                  <c:v>44805</c:v>
                </c:pt>
                <c:pt idx="175">
                  <c:v>44806</c:v>
                </c:pt>
                <c:pt idx="176">
                  <c:v>44809</c:v>
                </c:pt>
                <c:pt idx="177">
                  <c:v>44810</c:v>
                </c:pt>
                <c:pt idx="178">
                  <c:v>44811</c:v>
                </c:pt>
                <c:pt idx="179">
                  <c:v>44812</c:v>
                </c:pt>
                <c:pt idx="180">
                  <c:v>44813</c:v>
                </c:pt>
                <c:pt idx="181">
                  <c:v>44816</c:v>
                </c:pt>
                <c:pt idx="182">
                  <c:v>44817</c:v>
                </c:pt>
                <c:pt idx="183">
                  <c:v>44818</c:v>
                </c:pt>
                <c:pt idx="184">
                  <c:v>44819</c:v>
                </c:pt>
                <c:pt idx="185">
                  <c:v>44820</c:v>
                </c:pt>
                <c:pt idx="186">
                  <c:v>44823</c:v>
                </c:pt>
                <c:pt idx="187">
                  <c:v>44824</c:v>
                </c:pt>
                <c:pt idx="188">
                  <c:v>44825</c:v>
                </c:pt>
                <c:pt idx="189">
                  <c:v>44826</c:v>
                </c:pt>
                <c:pt idx="190">
                  <c:v>44827</c:v>
                </c:pt>
                <c:pt idx="191">
                  <c:v>44830</c:v>
                </c:pt>
                <c:pt idx="192">
                  <c:v>44831</c:v>
                </c:pt>
                <c:pt idx="193">
                  <c:v>44832</c:v>
                </c:pt>
                <c:pt idx="194">
                  <c:v>44833</c:v>
                </c:pt>
                <c:pt idx="195">
                  <c:v>44834</c:v>
                </c:pt>
                <c:pt idx="196">
                  <c:v>44837</c:v>
                </c:pt>
                <c:pt idx="197">
                  <c:v>44838</c:v>
                </c:pt>
                <c:pt idx="198">
                  <c:v>44839</c:v>
                </c:pt>
                <c:pt idx="199">
                  <c:v>44840</c:v>
                </c:pt>
                <c:pt idx="200">
                  <c:v>44841</c:v>
                </c:pt>
                <c:pt idx="201">
                  <c:v>44844</c:v>
                </c:pt>
                <c:pt idx="202">
                  <c:v>44845</c:v>
                </c:pt>
                <c:pt idx="203">
                  <c:v>44846</c:v>
                </c:pt>
                <c:pt idx="204">
                  <c:v>44847</c:v>
                </c:pt>
                <c:pt idx="205">
                  <c:v>44848</c:v>
                </c:pt>
                <c:pt idx="206">
                  <c:v>44851</c:v>
                </c:pt>
                <c:pt idx="207">
                  <c:v>44852</c:v>
                </c:pt>
                <c:pt idx="208">
                  <c:v>44853</c:v>
                </c:pt>
                <c:pt idx="209">
                  <c:v>44854</c:v>
                </c:pt>
                <c:pt idx="210">
                  <c:v>44855</c:v>
                </c:pt>
                <c:pt idx="211">
                  <c:v>44858</c:v>
                </c:pt>
                <c:pt idx="212">
                  <c:v>44859</c:v>
                </c:pt>
                <c:pt idx="213">
                  <c:v>44860</c:v>
                </c:pt>
                <c:pt idx="214">
                  <c:v>44861</c:v>
                </c:pt>
                <c:pt idx="215">
                  <c:v>44862</c:v>
                </c:pt>
                <c:pt idx="216">
                  <c:v>44865</c:v>
                </c:pt>
                <c:pt idx="217">
                  <c:v>44866</c:v>
                </c:pt>
                <c:pt idx="218">
                  <c:v>44867</c:v>
                </c:pt>
                <c:pt idx="219">
                  <c:v>44868</c:v>
                </c:pt>
                <c:pt idx="220">
                  <c:v>44869</c:v>
                </c:pt>
                <c:pt idx="221">
                  <c:v>44872</c:v>
                </c:pt>
                <c:pt idx="222">
                  <c:v>44873</c:v>
                </c:pt>
                <c:pt idx="223">
                  <c:v>44874</c:v>
                </c:pt>
                <c:pt idx="224">
                  <c:v>44875</c:v>
                </c:pt>
                <c:pt idx="225">
                  <c:v>44876</c:v>
                </c:pt>
                <c:pt idx="226">
                  <c:v>44879</c:v>
                </c:pt>
                <c:pt idx="227">
                  <c:v>44880</c:v>
                </c:pt>
                <c:pt idx="228">
                  <c:v>44881</c:v>
                </c:pt>
                <c:pt idx="229">
                  <c:v>44882</c:v>
                </c:pt>
                <c:pt idx="230">
                  <c:v>44883</c:v>
                </c:pt>
                <c:pt idx="231">
                  <c:v>44886</c:v>
                </c:pt>
                <c:pt idx="232">
                  <c:v>44887</c:v>
                </c:pt>
                <c:pt idx="233">
                  <c:v>44888</c:v>
                </c:pt>
                <c:pt idx="234">
                  <c:v>44889</c:v>
                </c:pt>
                <c:pt idx="235">
                  <c:v>44890</c:v>
                </c:pt>
                <c:pt idx="236">
                  <c:v>44893</c:v>
                </c:pt>
                <c:pt idx="237">
                  <c:v>44894</c:v>
                </c:pt>
                <c:pt idx="238">
                  <c:v>44895</c:v>
                </c:pt>
                <c:pt idx="239">
                  <c:v>44896</c:v>
                </c:pt>
                <c:pt idx="240">
                  <c:v>44897</c:v>
                </c:pt>
                <c:pt idx="241">
                  <c:v>44900</c:v>
                </c:pt>
                <c:pt idx="242">
                  <c:v>44901</c:v>
                </c:pt>
                <c:pt idx="243">
                  <c:v>44902</c:v>
                </c:pt>
                <c:pt idx="244">
                  <c:v>44903</c:v>
                </c:pt>
                <c:pt idx="245">
                  <c:v>44904</c:v>
                </c:pt>
                <c:pt idx="246">
                  <c:v>44907</c:v>
                </c:pt>
                <c:pt idx="247">
                  <c:v>44908</c:v>
                </c:pt>
                <c:pt idx="248">
                  <c:v>44909</c:v>
                </c:pt>
                <c:pt idx="249">
                  <c:v>44910</c:v>
                </c:pt>
                <c:pt idx="250">
                  <c:v>44911</c:v>
                </c:pt>
                <c:pt idx="251">
                  <c:v>44914</c:v>
                </c:pt>
                <c:pt idx="252">
                  <c:v>44915</c:v>
                </c:pt>
                <c:pt idx="253">
                  <c:v>44916</c:v>
                </c:pt>
                <c:pt idx="254">
                  <c:v>44917</c:v>
                </c:pt>
                <c:pt idx="255">
                  <c:v>44918</c:v>
                </c:pt>
                <c:pt idx="256">
                  <c:v>44921</c:v>
                </c:pt>
                <c:pt idx="257">
                  <c:v>44922</c:v>
                </c:pt>
                <c:pt idx="258">
                  <c:v>44923</c:v>
                </c:pt>
                <c:pt idx="259">
                  <c:v>44924</c:v>
                </c:pt>
                <c:pt idx="260">
                  <c:v>44925</c:v>
                </c:pt>
                <c:pt idx="261">
                  <c:v>44928</c:v>
                </c:pt>
                <c:pt idx="262">
                  <c:v>44929</c:v>
                </c:pt>
                <c:pt idx="263">
                  <c:v>44930</c:v>
                </c:pt>
                <c:pt idx="264">
                  <c:v>44931</c:v>
                </c:pt>
                <c:pt idx="265">
                  <c:v>44932</c:v>
                </c:pt>
                <c:pt idx="266">
                  <c:v>44935</c:v>
                </c:pt>
                <c:pt idx="267">
                  <c:v>44936</c:v>
                </c:pt>
                <c:pt idx="268">
                  <c:v>44937</c:v>
                </c:pt>
                <c:pt idx="269">
                  <c:v>44938</c:v>
                </c:pt>
                <c:pt idx="270">
                  <c:v>44939</c:v>
                </c:pt>
                <c:pt idx="271">
                  <c:v>44942</c:v>
                </c:pt>
                <c:pt idx="272">
                  <c:v>44943</c:v>
                </c:pt>
                <c:pt idx="273">
                  <c:v>44944</c:v>
                </c:pt>
                <c:pt idx="274">
                  <c:v>44945</c:v>
                </c:pt>
                <c:pt idx="275">
                  <c:v>44946</c:v>
                </c:pt>
                <c:pt idx="276">
                  <c:v>44949</c:v>
                </c:pt>
                <c:pt idx="277">
                  <c:v>44950</c:v>
                </c:pt>
                <c:pt idx="278">
                  <c:v>44951</c:v>
                </c:pt>
                <c:pt idx="279">
                  <c:v>44952</c:v>
                </c:pt>
                <c:pt idx="280">
                  <c:v>44953</c:v>
                </c:pt>
                <c:pt idx="281">
                  <c:v>44956</c:v>
                </c:pt>
                <c:pt idx="282">
                  <c:v>44957</c:v>
                </c:pt>
                <c:pt idx="283">
                  <c:v>44958</c:v>
                </c:pt>
                <c:pt idx="284">
                  <c:v>44959</c:v>
                </c:pt>
                <c:pt idx="285">
                  <c:v>44960</c:v>
                </c:pt>
                <c:pt idx="286">
                  <c:v>44963</c:v>
                </c:pt>
                <c:pt idx="287">
                  <c:v>44964</c:v>
                </c:pt>
                <c:pt idx="288">
                  <c:v>44965</c:v>
                </c:pt>
                <c:pt idx="289">
                  <c:v>44966</c:v>
                </c:pt>
                <c:pt idx="290">
                  <c:v>44967</c:v>
                </c:pt>
                <c:pt idx="291">
                  <c:v>44970</c:v>
                </c:pt>
                <c:pt idx="292">
                  <c:v>44971</c:v>
                </c:pt>
                <c:pt idx="293">
                  <c:v>44972</c:v>
                </c:pt>
                <c:pt idx="294">
                  <c:v>44973</c:v>
                </c:pt>
                <c:pt idx="295">
                  <c:v>44974</c:v>
                </c:pt>
                <c:pt idx="296">
                  <c:v>44977</c:v>
                </c:pt>
                <c:pt idx="297">
                  <c:v>44978</c:v>
                </c:pt>
                <c:pt idx="298">
                  <c:v>44979</c:v>
                </c:pt>
                <c:pt idx="299">
                  <c:v>44980</c:v>
                </c:pt>
                <c:pt idx="300">
                  <c:v>44981</c:v>
                </c:pt>
                <c:pt idx="301">
                  <c:v>44984</c:v>
                </c:pt>
                <c:pt idx="302">
                  <c:v>44985</c:v>
                </c:pt>
                <c:pt idx="303">
                  <c:v>44986</c:v>
                </c:pt>
                <c:pt idx="304">
                  <c:v>44987</c:v>
                </c:pt>
                <c:pt idx="305">
                  <c:v>44988</c:v>
                </c:pt>
                <c:pt idx="306">
                  <c:v>44991</c:v>
                </c:pt>
                <c:pt idx="307">
                  <c:v>44992</c:v>
                </c:pt>
                <c:pt idx="308">
                  <c:v>44993</c:v>
                </c:pt>
                <c:pt idx="309">
                  <c:v>44994</c:v>
                </c:pt>
                <c:pt idx="310">
                  <c:v>44995</c:v>
                </c:pt>
                <c:pt idx="311">
                  <c:v>44998</c:v>
                </c:pt>
                <c:pt idx="312">
                  <c:v>44999</c:v>
                </c:pt>
                <c:pt idx="313">
                  <c:v>45000</c:v>
                </c:pt>
                <c:pt idx="314">
                  <c:v>45001</c:v>
                </c:pt>
                <c:pt idx="315">
                  <c:v>45002</c:v>
                </c:pt>
                <c:pt idx="316">
                  <c:v>45005</c:v>
                </c:pt>
                <c:pt idx="317">
                  <c:v>45006</c:v>
                </c:pt>
                <c:pt idx="318">
                  <c:v>45007</c:v>
                </c:pt>
                <c:pt idx="319">
                  <c:v>45008</c:v>
                </c:pt>
                <c:pt idx="320">
                  <c:v>45009</c:v>
                </c:pt>
                <c:pt idx="321">
                  <c:v>45012</c:v>
                </c:pt>
                <c:pt idx="322">
                  <c:v>45013</c:v>
                </c:pt>
                <c:pt idx="323">
                  <c:v>45014</c:v>
                </c:pt>
                <c:pt idx="324">
                  <c:v>45015</c:v>
                </c:pt>
                <c:pt idx="325">
                  <c:v>45016</c:v>
                </c:pt>
                <c:pt idx="326">
                  <c:v>45019</c:v>
                </c:pt>
                <c:pt idx="327">
                  <c:v>45020</c:v>
                </c:pt>
                <c:pt idx="328">
                  <c:v>45021</c:v>
                </c:pt>
                <c:pt idx="329">
                  <c:v>45022</c:v>
                </c:pt>
                <c:pt idx="330">
                  <c:v>45023</c:v>
                </c:pt>
                <c:pt idx="331">
                  <c:v>45026</c:v>
                </c:pt>
                <c:pt idx="332">
                  <c:v>45027</c:v>
                </c:pt>
                <c:pt idx="333">
                  <c:v>45028</c:v>
                </c:pt>
                <c:pt idx="334">
                  <c:v>45029</c:v>
                </c:pt>
                <c:pt idx="335">
                  <c:v>45030</c:v>
                </c:pt>
                <c:pt idx="336">
                  <c:v>45033</c:v>
                </c:pt>
                <c:pt idx="337">
                  <c:v>45034</c:v>
                </c:pt>
                <c:pt idx="338">
                  <c:v>45035</c:v>
                </c:pt>
                <c:pt idx="339">
                  <c:v>45036</c:v>
                </c:pt>
                <c:pt idx="340">
                  <c:v>45037</c:v>
                </c:pt>
                <c:pt idx="341">
                  <c:v>45040</c:v>
                </c:pt>
                <c:pt idx="342">
                  <c:v>45041</c:v>
                </c:pt>
                <c:pt idx="343">
                  <c:v>45042</c:v>
                </c:pt>
                <c:pt idx="344">
                  <c:v>45043</c:v>
                </c:pt>
                <c:pt idx="345">
                  <c:v>45044</c:v>
                </c:pt>
                <c:pt idx="346">
                  <c:v>45047</c:v>
                </c:pt>
                <c:pt idx="347">
                  <c:v>45048</c:v>
                </c:pt>
                <c:pt idx="348">
                  <c:v>45049</c:v>
                </c:pt>
                <c:pt idx="349">
                  <c:v>45050</c:v>
                </c:pt>
                <c:pt idx="350">
                  <c:v>45051</c:v>
                </c:pt>
                <c:pt idx="351">
                  <c:v>45054</c:v>
                </c:pt>
                <c:pt idx="352">
                  <c:v>45055</c:v>
                </c:pt>
                <c:pt idx="353">
                  <c:v>45056</c:v>
                </c:pt>
                <c:pt idx="354">
                  <c:v>45057</c:v>
                </c:pt>
                <c:pt idx="355">
                  <c:v>45058</c:v>
                </c:pt>
                <c:pt idx="356">
                  <c:v>45061</c:v>
                </c:pt>
                <c:pt idx="357">
                  <c:v>45062</c:v>
                </c:pt>
                <c:pt idx="358">
                  <c:v>45063</c:v>
                </c:pt>
                <c:pt idx="359">
                  <c:v>45064</c:v>
                </c:pt>
                <c:pt idx="360">
                  <c:v>45065</c:v>
                </c:pt>
                <c:pt idx="361">
                  <c:v>45068</c:v>
                </c:pt>
                <c:pt idx="362">
                  <c:v>45069</c:v>
                </c:pt>
                <c:pt idx="363">
                  <c:v>45070</c:v>
                </c:pt>
                <c:pt idx="364">
                  <c:v>45071</c:v>
                </c:pt>
                <c:pt idx="365">
                  <c:v>45072</c:v>
                </c:pt>
                <c:pt idx="366">
                  <c:v>45075</c:v>
                </c:pt>
                <c:pt idx="367">
                  <c:v>45076</c:v>
                </c:pt>
                <c:pt idx="368">
                  <c:v>45077</c:v>
                </c:pt>
                <c:pt idx="369">
                  <c:v>45078</c:v>
                </c:pt>
                <c:pt idx="370">
                  <c:v>45079</c:v>
                </c:pt>
                <c:pt idx="371">
                  <c:v>45082</c:v>
                </c:pt>
                <c:pt idx="372">
                  <c:v>45083</c:v>
                </c:pt>
                <c:pt idx="373">
                  <c:v>45084</c:v>
                </c:pt>
                <c:pt idx="374">
                  <c:v>45085</c:v>
                </c:pt>
                <c:pt idx="375">
                  <c:v>45086</c:v>
                </c:pt>
                <c:pt idx="376">
                  <c:v>45089</c:v>
                </c:pt>
                <c:pt idx="377">
                  <c:v>45090</c:v>
                </c:pt>
                <c:pt idx="378">
                  <c:v>45091</c:v>
                </c:pt>
                <c:pt idx="379">
                  <c:v>45092</c:v>
                </c:pt>
                <c:pt idx="380">
                  <c:v>45093</c:v>
                </c:pt>
                <c:pt idx="381">
                  <c:v>45096</c:v>
                </c:pt>
                <c:pt idx="382">
                  <c:v>45097</c:v>
                </c:pt>
                <c:pt idx="383">
                  <c:v>45098</c:v>
                </c:pt>
                <c:pt idx="384">
                  <c:v>45099</c:v>
                </c:pt>
                <c:pt idx="385">
                  <c:v>45100</c:v>
                </c:pt>
                <c:pt idx="386">
                  <c:v>45103</c:v>
                </c:pt>
                <c:pt idx="387">
                  <c:v>45104</c:v>
                </c:pt>
                <c:pt idx="388">
                  <c:v>45105</c:v>
                </c:pt>
                <c:pt idx="389">
                  <c:v>45106</c:v>
                </c:pt>
                <c:pt idx="390">
                  <c:v>45107</c:v>
                </c:pt>
                <c:pt idx="391">
                  <c:v>45110</c:v>
                </c:pt>
                <c:pt idx="392">
                  <c:v>45111</c:v>
                </c:pt>
                <c:pt idx="393">
                  <c:v>45112</c:v>
                </c:pt>
                <c:pt idx="394">
                  <c:v>45113</c:v>
                </c:pt>
                <c:pt idx="395">
                  <c:v>45114</c:v>
                </c:pt>
                <c:pt idx="396">
                  <c:v>45117</c:v>
                </c:pt>
                <c:pt idx="397">
                  <c:v>45118</c:v>
                </c:pt>
                <c:pt idx="398">
                  <c:v>45119</c:v>
                </c:pt>
                <c:pt idx="399">
                  <c:v>45120</c:v>
                </c:pt>
                <c:pt idx="400">
                  <c:v>45121</c:v>
                </c:pt>
                <c:pt idx="401">
                  <c:v>45124</c:v>
                </c:pt>
                <c:pt idx="402">
                  <c:v>45125</c:v>
                </c:pt>
                <c:pt idx="403">
                  <c:v>45126</c:v>
                </c:pt>
                <c:pt idx="404">
                  <c:v>45127</c:v>
                </c:pt>
                <c:pt idx="405">
                  <c:v>45128</c:v>
                </c:pt>
                <c:pt idx="406">
                  <c:v>45131</c:v>
                </c:pt>
                <c:pt idx="407">
                  <c:v>45132</c:v>
                </c:pt>
                <c:pt idx="408">
                  <c:v>45133</c:v>
                </c:pt>
                <c:pt idx="409">
                  <c:v>45134</c:v>
                </c:pt>
                <c:pt idx="410">
                  <c:v>45135</c:v>
                </c:pt>
                <c:pt idx="411">
                  <c:v>45138</c:v>
                </c:pt>
                <c:pt idx="412">
                  <c:v>45139</c:v>
                </c:pt>
                <c:pt idx="413">
                  <c:v>45140</c:v>
                </c:pt>
                <c:pt idx="414">
                  <c:v>45141</c:v>
                </c:pt>
                <c:pt idx="415">
                  <c:v>45142</c:v>
                </c:pt>
                <c:pt idx="416">
                  <c:v>45145</c:v>
                </c:pt>
                <c:pt idx="417">
                  <c:v>45146</c:v>
                </c:pt>
                <c:pt idx="418">
                  <c:v>45147</c:v>
                </c:pt>
                <c:pt idx="419">
                  <c:v>45148</c:v>
                </c:pt>
                <c:pt idx="420">
                  <c:v>45149</c:v>
                </c:pt>
                <c:pt idx="421">
                  <c:v>45152</c:v>
                </c:pt>
                <c:pt idx="422">
                  <c:v>45153</c:v>
                </c:pt>
                <c:pt idx="423">
                  <c:v>45154</c:v>
                </c:pt>
                <c:pt idx="424">
                  <c:v>45155</c:v>
                </c:pt>
                <c:pt idx="425">
                  <c:v>45156</c:v>
                </c:pt>
                <c:pt idx="426">
                  <c:v>45159</c:v>
                </c:pt>
                <c:pt idx="427">
                  <c:v>45160</c:v>
                </c:pt>
                <c:pt idx="428">
                  <c:v>45161</c:v>
                </c:pt>
                <c:pt idx="429">
                  <c:v>45162</c:v>
                </c:pt>
                <c:pt idx="430">
                  <c:v>45163</c:v>
                </c:pt>
                <c:pt idx="431">
                  <c:v>45166</c:v>
                </c:pt>
                <c:pt idx="432">
                  <c:v>45167</c:v>
                </c:pt>
                <c:pt idx="433">
                  <c:v>45168</c:v>
                </c:pt>
                <c:pt idx="434">
                  <c:v>45169</c:v>
                </c:pt>
                <c:pt idx="435">
                  <c:v>45170</c:v>
                </c:pt>
                <c:pt idx="436">
                  <c:v>45173</c:v>
                </c:pt>
                <c:pt idx="437">
                  <c:v>45174</c:v>
                </c:pt>
                <c:pt idx="438">
                  <c:v>45175</c:v>
                </c:pt>
                <c:pt idx="439">
                  <c:v>45176</c:v>
                </c:pt>
                <c:pt idx="440">
                  <c:v>45177</c:v>
                </c:pt>
                <c:pt idx="441">
                  <c:v>45180</c:v>
                </c:pt>
                <c:pt idx="442">
                  <c:v>45181</c:v>
                </c:pt>
                <c:pt idx="443">
                  <c:v>45182</c:v>
                </c:pt>
                <c:pt idx="444">
                  <c:v>45183</c:v>
                </c:pt>
                <c:pt idx="445">
                  <c:v>45184</c:v>
                </c:pt>
                <c:pt idx="446">
                  <c:v>45187</c:v>
                </c:pt>
                <c:pt idx="447">
                  <c:v>45188</c:v>
                </c:pt>
                <c:pt idx="448">
                  <c:v>45189</c:v>
                </c:pt>
                <c:pt idx="449">
                  <c:v>45190</c:v>
                </c:pt>
                <c:pt idx="450">
                  <c:v>45191</c:v>
                </c:pt>
                <c:pt idx="451">
                  <c:v>45194</c:v>
                </c:pt>
                <c:pt idx="452">
                  <c:v>45195</c:v>
                </c:pt>
                <c:pt idx="453">
                  <c:v>45196</c:v>
                </c:pt>
                <c:pt idx="454">
                  <c:v>45197</c:v>
                </c:pt>
                <c:pt idx="455">
                  <c:v>45198</c:v>
                </c:pt>
                <c:pt idx="456">
                  <c:v>45201</c:v>
                </c:pt>
                <c:pt idx="457">
                  <c:v>45202</c:v>
                </c:pt>
                <c:pt idx="458">
                  <c:v>45203</c:v>
                </c:pt>
                <c:pt idx="459">
                  <c:v>45204</c:v>
                </c:pt>
                <c:pt idx="460">
                  <c:v>45205</c:v>
                </c:pt>
                <c:pt idx="461">
                  <c:v>45208</c:v>
                </c:pt>
                <c:pt idx="462">
                  <c:v>45209</c:v>
                </c:pt>
                <c:pt idx="463">
                  <c:v>45210</c:v>
                </c:pt>
                <c:pt idx="464">
                  <c:v>45211</c:v>
                </c:pt>
                <c:pt idx="465">
                  <c:v>45212</c:v>
                </c:pt>
                <c:pt idx="466">
                  <c:v>45215</c:v>
                </c:pt>
                <c:pt idx="467">
                  <c:v>45216</c:v>
                </c:pt>
                <c:pt idx="468">
                  <c:v>45217</c:v>
                </c:pt>
                <c:pt idx="469">
                  <c:v>45218</c:v>
                </c:pt>
                <c:pt idx="470">
                  <c:v>45219</c:v>
                </c:pt>
                <c:pt idx="471">
                  <c:v>45222</c:v>
                </c:pt>
                <c:pt idx="472">
                  <c:v>45223</c:v>
                </c:pt>
                <c:pt idx="473">
                  <c:v>45224</c:v>
                </c:pt>
                <c:pt idx="474">
                  <c:v>45225</c:v>
                </c:pt>
                <c:pt idx="475">
                  <c:v>45226</c:v>
                </c:pt>
                <c:pt idx="476">
                  <c:v>45229</c:v>
                </c:pt>
                <c:pt idx="477">
                  <c:v>45230</c:v>
                </c:pt>
                <c:pt idx="478">
                  <c:v>45231</c:v>
                </c:pt>
                <c:pt idx="479">
                  <c:v>45232</c:v>
                </c:pt>
                <c:pt idx="480">
                  <c:v>45233</c:v>
                </c:pt>
                <c:pt idx="481">
                  <c:v>45236</c:v>
                </c:pt>
                <c:pt idx="482">
                  <c:v>45237</c:v>
                </c:pt>
                <c:pt idx="483">
                  <c:v>45238</c:v>
                </c:pt>
                <c:pt idx="484">
                  <c:v>45239</c:v>
                </c:pt>
                <c:pt idx="485">
                  <c:v>45240</c:v>
                </c:pt>
                <c:pt idx="486">
                  <c:v>45243</c:v>
                </c:pt>
                <c:pt idx="487">
                  <c:v>45244</c:v>
                </c:pt>
                <c:pt idx="488">
                  <c:v>45245</c:v>
                </c:pt>
                <c:pt idx="489">
                  <c:v>45246</c:v>
                </c:pt>
                <c:pt idx="490">
                  <c:v>45247</c:v>
                </c:pt>
                <c:pt idx="491">
                  <c:v>45250</c:v>
                </c:pt>
                <c:pt idx="492">
                  <c:v>45251</c:v>
                </c:pt>
                <c:pt idx="493">
                  <c:v>45252</c:v>
                </c:pt>
                <c:pt idx="494">
                  <c:v>45253</c:v>
                </c:pt>
                <c:pt idx="495">
                  <c:v>45254</c:v>
                </c:pt>
                <c:pt idx="496">
                  <c:v>45257</c:v>
                </c:pt>
                <c:pt idx="497">
                  <c:v>45258</c:v>
                </c:pt>
                <c:pt idx="498">
                  <c:v>45259</c:v>
                </c:pt>
                <c:pt idx="499">
                  <c:v>45260</c:v>
                </c:pt>
                <c:pt idx="500">
                  <c:v>45261</c:v>
                </c:pt>
                <c:pt idx="501">
                  <c:v>45264</c:v>
                </c:pt>
                <c:pt idx="502">
                  <c:v>45265</c:v>
                </c:pt>
                <c:pt idx="503">
                  <c:v>45266</c:v>
                </c:pt>
                <c:pt idx="504">
                  <c:v>45267</c:v>
                </c:pt>
                <c:pt idx="505">
                  <c:v>45268</c:v>
                </c:pt>
                <c:pt idx="506">
                  <c:v>45271</c:v>
                </c:pt>
                <c:pt idx="507">
                  <c:v>45272</c:v>
                </c:pt>
                <c:pt idx="508">
                  <c:v>45273</c:v>
                </c:pt>
                <c:pt idx="509">
                  <c:v>45274</c:v>
                </c:pt>
                <c:pt idx="510">
                  <c:v>45275</c:v>
                </c:pt>
                <c:pt idx="511">
                  <c:v>45278</c:v>
                </c:pt>
                <c:pt idx="512">
                  <c:v>45279</c:v>
                </c:pt>
                <c:pt idx="513">
                  <c:v>45280</c:v>
                </c:pt>
                <c:pt idx="514">
                  <c:v>45281</c:v>
                </c:pt>
                <c:pt idx="515">
                  <c:v>45282</c:v>
                </c:pt>
                <c:pt idx="516">
                  <c:v>45285</c:v>
                </c:pt>
                <c:pt idx="517">
                  <c:v>45286</c:v>
                </c:pt>
                <c:pt idx="518">
                  <c:v>45287</c:v>
                </c:pt>
                <c:pt idx="519">
                  <c:v>45288</c:v>
                </c:pt>
                <c:pt idx="520">
                  <c:v>45289</c:v>
                </c:pt>
                <c:pt idx="521">
                  <c:v>45292</c:v>
                </c:pt>
                <c:pt idx="522">
                  <c:v>45293</c:v>
                </c:pt>
                <c:pt idx="523">
                  <c:v>45294</c:v>
                </c:pt>
                <c:pt idx="524">
                  <c:v>45295</c:v>
                </c:pt>
                <c:pt idx="525">
                  <c:v>45296</c:v>
                </c:pt>
                <c:pt idx="526">
                  <c:v>45299</c:v>
                </c:pt>
                <c:pt idx="527">
                  <c:v>45300</c:v>
                </c:pt>
                <c:pt idx="528">
                  <c:v>45301</c:v>
                </c:pt>
                <c:pt idx="529">
                  <c:v>45302</c:v>
                </c:pt>
                <c:pt idx="530">
                  <c:v>45303</c:v>
                </c:pt>
                <c:pt idx="531">
                  <c:v>45306</c:v>
                </c:pt>
                <c:pt idx="532">
                  <c:v>45307</c:v>
                </c:pt>
                <c:pt idx="533">
                  <c:v>45308</c:v>
                </c:pt>
                <c:pt idx="534">
                  <c:v>45309</c:v>
                </c:pt>
                <c:pt idx="535">
                  <c:v>45310</c:v>
                </c:pt>
                <c:pt idx="536">
                  <c:v>45313</c:v>
                </c:pt>
                <c:pt idx="537">
                  <c:v>45314</c:v>
                </c:pt>
                <c:pt idx="538">
                  <c:v>45315</c:v>
                </c:pt>
                <c:pt idx="539">
                  <c:v>45316</c:v>
                </c:pt>
                <c:pt idx="540">
                  <c:v>45317</c:v>
                </c:pt>
                <c:pt idx="541">
                  <c:v>45320</c:v>
                </c:pt>
                <c:pt idx="542">
                  <c:v>45321</c:v>
                </c:pt>
                <c:pt idx="543">
                  <c:v>45322</c:v>
                </c:pt>
                <c:pt idx="544">
                  <c:v>45323</c:v>
                </c:pt>
                <c:pt idx="545">
                  <c:v>45324</c:v>
                </c:pt>
                <c:pt idx="546">
                  <c:v>45327</c:v>
                </c:pt>
                <c:pt idx="547">
                  <c:v>45328</c:v>
                </c:pt>
                <c:pt idx="548">
                  <c:v>45329</c:v>
                </c:pt>
                <c:pt idx="549">
                  <c:v>45330</c:v>
                </c:pt>
                <c:pt idx="550">
                  <c:v>45331</c:v>
                </c:pt>
                <c:pt idx="551">
                  <c:v>45334</c:v>
                </c:pt>
                <c:pt idx="552">
                  <c:v>45335</c:v>
                </c:pt>
                <c:pt idx="553">
                  <c:v>45336</c:v>
                </c:pt>
                <c:pt idx="554">
                  <c:v>45337</c:v>
                </c:pt>
                <c:pt idx="555">
                  <c:v>45338</c:v>
                </c:pt>
                <c:pt idx="556">
                  <c:v>45341</c:v>
                </c:pt>
                <c:pt idx="557">
                  <c:v>45342</c:v>
                </c:pt>
                <c:pt idx="558">
                  <c:v>45343</c:v>
                </c:pt>
                <c:pt idx="559">
                  <c:v>45344</c:v>
                </c:pt>
                <c:pt idx="560">
                  <c:v>45345</c:v>
                </c:pt>
                <c:pt idx="561">
                  <c:v>45348</c:v>
                </c:pt>
                <c:pt idx="562">
                  <c:v>45349</c:v>
                </c:pt>
                <c:pt idx="563">
                  <c:v>45350</c:v>
                </c:pt>
                <c:pt idx="564">
                  <c:v>45351</c:v>
                </c:pt>
                <c:pt idx="565">
                  <c:v>45352</c:v>
                </c:pt>
                <c:pt idx="566">
                  <c:v>45355</c:v>
                </c:pt>
                <c:pt idx="567">
                  <c:v>45356</c:v>
                </c:pt>
                <c:pt idx="568">
                  <c:v>45357</c:v>
                </c:pt>
                <c:pt idx="569">
                  <c:v>45358</c:v>
                </c:pt>
                <c:pt idx="570">
                  <c:v>45359</c:v>
                </c:pt>
                <c:pt idx="571">
                  <c:v>45362</c:v>
                </c:pt>
                <c:pt idx="572">
                  <c:v>45363</c:v>
                </c:pt>
                <c:pt idx="573">
                  <c:v>45364</c:v>
                </c:pt>
                <c:pt idx="574">
                  <c:v>45365</c:v>
                </c:pt>
                <c:pt idx="575">
                  <c:v>45366</c:v>
                </c:pt>
                <c:pt idx="576">
                  <c:v>45369</c:v>
                </c:pt>
                <c:pt idx="577">
                  <c:v>45370</c:v>
                </c:pt>
                <c:pt idx="578">
                  <c:v>45371</c:v>
                </c:pt>
                <c:pt idx="579">
                  <c:v>45372</c:v>
                </c:pt>
                <c:pt idx="580">
                  <c:v>45373</c:v>
                </c:pt>
                <c:pt idx="581">
                  <c:v>45376</c:v>
                </c:pt>
                <c:pt idx="582">
                  <c:v>45377</c:v>
                </c:pt>
                <c:pt idx="583">
                  <c:v>45378</c:v>
                </c:pt>
                <c:pt idx="584">
                  <c:v>45379</c:v>
                </c:pt>
                <c:pt idx="585">
                  <c:v>45380</c:v>
                </c:pt>
                <c:pt idx="586">
                  <c:v>45383</c:v>
                </c:pt>
                <c:pt idx="587">
                  <c:v>45384</c:v>
                </c:pt>
                <c:pt idx="588">
                  <c:v>45385</c:v>
                </c:pt>
                <c:pt idx="589">
                  <c:v>45386</c:v>
                </c:pt>
                <c:pt idx="590">
                  <c:v>45387</c:v>
                </c:pt>
                <c:pt idx="591">
                  <c:v>45390</c:v>
                </c:pt>
                <c:pt idx="592">
                  <c:v>45391</c:v>
                </c:pt>
                <c:pt idx="593">
                  <c:v>45392</c:v>
                </c:pt>
                <c:pt idx="594">
                  <c:v>45393</c:v>
                </c:pt>
                <c:pt idx="595">
                  <c:v>45394</c:v>
                </c:pt>
                <c:pt idx="596">
                  <c:v>45397</c:v>
                </c:pt>
                <c:pt idx="597">
                  <c:v>45398</c:v>
                </c:pt>
                <c:pt idx="598">
                  <c:v>45399</c:v>
                </c:pt>
                <c:pt idx="599">
                  <c:v>45400</c:v>
                </c:pt>
                <c:pt idx="600">
                  <c:v>45401</c:v>
                </c:pt>
                <c:pt idx="601">
                  <c:v>45404</c:v>
                </c:pt>
                <c:pt idx="602">
                  <c:v>45405</c:v>
                </c:pt>
                <c:pt idx="603">
                  <c:v>45406</c:v>
                </c:pt>
                <c:pt idx="604">
                  <c:v>45407</c:v>
                </c:pt>
                <c:pt idx="605">
                  <c:v>45408</c:v>
                </c:pt>
                <c:pt idx="606">
                  <c:v>45411</c:v>
                </c:pt>
                <c:pt idx="607">
                  <c:v>45412</c:v>
                </c:pt>
                <c:pt idx="608">
                  <c:v>45413</c:v>
                </c:pt>
                <c:pt idx="609">
                  <c:v>45414</c:v>
                </c:pt>
                <c:pt idx="610">
                  <c:v>45415</c:v>
                </c:pt>
                <c:pt idx="611">
                  <c:v>45418</c:v>
                </c:pt>
                <c:pt idx="612">
                  <c:v>45419</c:v>
                </c:pt>
                <c:pt idx="613">
                  <c:v>45420</c:v>
                </c:pt>
                <c:pt idx="614">
                  <c:v>45421</c:v>
                </c:pt>
                <c:pt idx="615">
                  <c:v>45422</c:v>
                </c:pt>
                <c:pt idx="616">
                  <c:v>45425</c:v>
                </c:pt>
                <c:pt idx="617">
                  <c:v>45426</c:v>
                </c:pt>
                <c:pt idx="618">
                  <c:v>45427</c:v>
                </c:pt>
                <c:pt idx="619">
                  <c:v>45428</c:v>
                </c:pt>
                <c:pt idx="620">
                  <c:v>45429</c:v>
                </c:pt>
                <c:pt idx="621">
                  <c:v>45432</c:v>
                </c:pt>
                <c:pt idx="622">
                  <c:v>45433</c:v>
                </c:pt>
                <c:pt idx="623">
                  <c:v>45434</c:v>
                </c:pt>
                <c:pt idx="624">
                  <c:v>45435</c:v>
                </c:pt>
                <c:pt idx="625">
                  <c:v>45436</c:v>
                </c:pt>
                <c:pt idx="626">
                  <c:v>45440</c:v>
                </c:pt>
                <c:pt idx="627">
                  <c:v>45441</c:v>
                </c:pt>
                <c:pt idx="628">
                  <c:v>45442</c:v>
                </c:pt>
                <c:pt idx="629">
                  <c:v>45443</c:v>
                </c:pt>
                <c:pt idx="630">
                  <c:v>45446</c:v>
                </c:pt>
                <c:pt idx="631">
                  <c:v>45447</c:v>
                </c:pt>
                <c:pt idx="632">
                  <c:v>45448</c:v>
                </c:pt>
                <c:pt idx="633">
                  <c:v>45449</c:v>
                </c:pt>
                <c:pt idx="634">
                  <c:v>45450</c:v>
                </c:pt>
                <c:pt idx="635">
                  <c:v>45453</c:v>
                </c:pt>
                <c:pt idx="636">
                  <c:v>45454</c:v>
                </c:pt>
                <c:pt idx="637">
                  <c:v>45455</c:v>
                </c:pt>
                <c:pt idx="638">
                  <c:v>45456</c:v>
                </c:pt>
                <c:pt idx="639">
                  <c:v>45457</c:v>
                </c:pt>
                <c:pt idx="640">
                  <c:v>45460</c:v>
                </c:pt>
                <c:pt idx="641">
                  <c:v>45461</c:v>
                </c:pt>
                <c:pt idx="642">
                  <c:v>45462</c:v>
                </c:pt>
                <c:pt idx="643">
                  <c:v>45463</c:v>
                </c:pt>
                <c:pt idx="644">
                  <c:v>45464</c:v>
                </c:pt>
                <c:pt idx="645">
                  <c:v>45467</c:v>
                </c:pt>
                <c:pt idx="646">
                  <c:v>45468</c:v>
                </c:pt>
                <c:pt idx="647">
                  <c:v>45469</c:v>
                </c:pt>
                <c:pt idx="648">
                  <c:v>45470</c:v>
                </c:pt>
                <c:pt idx="649">
                  <c:v>45471</c:v>
                </c:pt>
                <c:pt idx="650">
                  <c:v>45474</c:v>
                </c:pt>
                <c:pt idx="651">
                  <c:v>45475</c:v>
                </c:pt>
                <c:pt idx="652">
                  <c:v>45476</c:v>
                </c:pt>
                <c:pt idx="653">
                  <c:v>45477</c:v>
                </c:pt>
                <c:pt idx="654">
                  <c:v>45478</c:v>
                </c:pt>
                <c:pt idx="655">
                  <c:v>45481</c:v>
                </c:pt>
                <c:pt idx="656">
                  <c:v>45482</c:v>
                </c:pt>
                <c:pt idx="657">
                  <c:v>45483</c:v>
                </c:pt>
                <c:pt idx="658">
                  <c:v>45484</c:v>
                </c:pt>
                <c:pt idx="659">
                  <c:v>45485</c:v>
                </c:pt>
                <c:pt idx="660">
                  <c:v>45488</c:v>
                </c:pt>
                <c:pt idx="661">
                  <c:v>45489</c:v>
                </c:pt>
                <c:pt idx="662">
                  <c:v>45490</c:v>
                </c:pt>
                <c:pt idx="663">
                  <c:v>45491</c:v>
                </c:pt>
                <c:pt idx="664">
                  <c:v>45492</c:v>
                </c:pt>
                <c:pt idx="665">
                  <c:v>45495</c:v>
                </c:pt>
                <c:pt idx="666">
                  <c:v>45496</c:v>
                </c:pt>
                <c:pt idx="667">
                  <c:v>45497</c:v>
                </c:pt>
                <c:pt idx="668">
                  <c:v>45498</c:v>
                </c:pt>
                <c:pt idx="669">
                  <c:v>45499</c:v>
                </c:pt>
                <c:pt idx="670">
                  <c:v>45502</c:v>
                </c:pt>
                <c:pt idx="671">
                  <c:v>45503</c:v>
                </c:pt>
                <c:pt idx="672">
                  <c:v>45504</c:v>
                </c:pt>
                <c:pt idx="673">
                  <c:v>45505</c:v>
                </c:pt>
                <c:pt idx="674">
                  <c:v>45506</c:v>
                </c:pt>
                <c:pt idx="675">
                  <c:v>45509</c:v>
                </c:pt>
                <c:pt idx="676">
                  <c:v>45510</c:v>
                </c:pt>
                <c:pt idx="677">
                  <c:v>45511</c:v>
                </c:pt>
                <c:pt idx="678">
                  <c:v>45512</c:v>
                </c:pt>
                <c:pt idx="679">
                  <c:v>45513</c:v>
                </c:pt>
                <c:pt idx="680">
                  <c:v>45516</c:v>
                </c:pt>
                <c:pt idx="681">
                  <c:v>45517</c:v>
                </c:pt>
                <c:pt idx="682">
                  <c:v>45518</c:v>
                </c:pt>
                <c:pt idx="683">
                  <c:v>45519</c:v>
                </c:pt>
                <c:pt idx="684">
                  <c:v>45520</c:v>
                </c:pt>
                <c:pt idx="685">
                  <c:v>45523</c:v>
                </c:pt>
                <c:pt idx="686">
                  <c:v>45524</c:v>
                </c:pt>
                <c:pt idx="687">
                  <c:v>45525</c:v>
                </c:pt>
                <c:pt idx="688">
                  <c:v>45526</c:v>
                </c:pt>
                <c:pt idx="689">
                  <c:v>45527</c:v>
                </c:pt>
                <c:pt idx="690">
                  <c:v>45530</c:v>
                </c:pt>
                <c:pt idx="691">
                  <c:v>45531</c:v>
                </c:pt>
                <c:pt idx="692">
                  <c:v>45532</c:v>
                </c:pt>
                <c:pt idx="693">
                  <c:v>45533</c:v>
                </c:pt>
                <c:pt idx="694">
                  <c:v>45534</c:v>
                </c:pt>
                <c:pt idx="695">
                  <c:v>45537</c:v>
                </c:pt>
                <c:pt idx="696">
                  <c:v>45538</c:v>
                </c:pt>
                <c:pt idx="697">
                  <c:v>45539</c:v>
                </c:pt>
                <c:pt idx="698">
                  <c:v>45540</c:v>
                </c:pt>
                <c:pt idx="699">
                  <c:v>45541</c:v>
                </c:pt>
                <c:pt idx="700">
                  <c:v>45544</c:v>
                </c:pt>
                <c:pt idx="701">
                  <c:v>45545</c:v>
                </c:pt>
                <c:pt idx="702">
                  <c:v>45546</c:v>
                </c:pt>
                <c:pt idx="703">
                  <c:v>45547</c:v>
                </c:pt>
                <c:pt idx="704">
                  <c:v>45548</c:v>
                </c:pt>
                <c:pt idx="705">
                  <c:v>45551</c:v>
                </c:pt>
                <c:pt idx="706">
                  <c:v>45552</c:v>
                </c:pt>
                <c:pt idx="707">
                  <c:v>45553</c:v>
                </c:pt>
                <c:pt idx="708">
                  <c:v>45554</c:v>
                </c:pt>
                <c:pt idx="709">
                  <c:v>45555</c:v>
                </c:pt>
                <c:pt idx="710">
                  <c:v>45558</c:v>
                </c:pt>
                <c:pt idx="711">
                  <c:v>45559</c:v>
                </c:pt>
                <c:pt idx="712">
                  <c:v>45560</c:v>
                </c:pt>
                <c:pt idx="713">
                  <c:v>45561</c:v>
                </c:pt>
                <c:pt idx="714">
                  <c:v>45562</c:v>
                </c:pt>
                <c:pt idx="715">
                  <c:v>45565</c:v>
                </c:pt>
                <c:pt idx="716">
                  <c:v>45566</c:v>
                </c:pt>
                <c:pt idx="717">
                  <c:v>45567</c:v>
                </c:pt>
                <c:pt idx="718">
                  <c:v>45568</c:v>
                </c:pt>
                <c:pt idx="719">
                  <c:v>45569</c:v>
                </c:pt>
                <c:pt idx="720">
                  <c:v>45572</c:v>
                </c:pt>
                <c:pt idx="721">
                  <c:v>45573</c:v>
                </c:pt>
                <c:pt idx="722">
                  <c:v>45574</c:v>
                </c:pt>
                <c:pt idx="723">
                  <c:v>45575</c:v>
                </c:pt>
                <c:pt idx="724">
                  <c:v>45576</c:v>
                </c:pt>
                <c:pt idx="725">
                  <c:v>45579</c:v>
                </c:pt>
                <c:pt idx="726">
                  <c:v>45580</c:v>
                </c:pt>
                <c:pt idx="727">
                  <c:v>45581</c:v>
                </c:pt>
                <c:pt idx="728">
                  <c:v>45582</c:v>
                </c:pt>
                <c:pt idx="729">
                  <c:v>45583</c:v>
                </c:pt>
                <c:pt idx="730">
                  <c:v>45586</c:v>
                </c:pt>
                <c:pt idx="731">
                  <c:v>45587</c:v>
                </c:pt>
                <c:pt idx="732">
                  <c:v>45588</c:v>
                </c:pt>
                <c:pt idx="733">
                  <c:v>45589</c:v>
                </c:pt>
                <c:pt idx="734">
                  <c:v>45590</c:v>
                </c:pt>
                <c:pt idx="735">
                  <c:v>45593</c:v>
                </c:pt>
                <c:pt idx="736">
                  <c:v>45594</c:v>
                </c:pt>
                <c:pt idx="737">
                  <c:v>45595</c:v>
                </c:pt>
                <c:pt idx="738">
                  <c:v>45596</c:v>
                </c:pt>
                <c:pt idx="739">
                  <c:v>45597</c:v>
                </c:pt>
                <c:pt idx="740">
                  <c:v>45600</c:v>
                </c:pt>
                <c:pt idx="741">
                  <c:v>45601</c:v>
                </c:pt>
                <c:pt idx="742">
                  <c:v>45602</c:v>
                </c:pt>
                <c:pt idx="743">
                  <c:v>45603</c:v>
                </c:pt>
                <c:pt idx="744">
                  <c:v>45604</c:v>
                </c:pt>
                <c:pt idx="745">
                  <c:v>45607</c:v>
                </c:pt>
                <c:pt idx="746">
                  <c:v>45608</c:v>
                </c:pt>
                <c:pt idx="747">
                  <c:v>45609</c:v>
                </c:pt>
                <c:pt idx="748">
                  <c:v>45610</c:v>
                </c:pt>
                <c:pt idx="749">
                  <c:v>45611</c:v>
                </c:pt>
                <c:pt idx="750">
                  <c:v>45614</c:v>
                </c:pt>
                <c:pt idx="751">
                  <c:v>45615</c:v>
                </c:pt>
                <c:pt idx="752">
                  <c:v>45616</c:v>
                </c:pt>
                <c:pt idx="753">
                  <c:v>45617</c:v>
                </c:pt>
                <c:pt idx="754">
                  <c:v>45618</c:v>
                </c:pt>
                <c:pt idx="755">
                  <c:v>45621</c:v>
                </c:pt>
                <c:pt idx="756">
                  <c:v>45622</c:v>
                </c:pt>
                <c:pt idx="757">
                  <c:v>45623</c:v>
                </c:pt>
                <c:pt idx="758">
                  <c:v>45624</c:v>
                </c:pt>
                <c:pt idx="759">
                  <c:v>45625</c:v>
                </c:pt>
                <c:pt idx="760">
                  <c:v>45628</c:v>
                </c:pt>
                <c:pt idx="761">
                  <c:v>45629</c:v>
                </c:pt>
                <c:pt idx="762">
                  <c:v>45630</c:v>
                </c:pt>
                <c:pt idx="763">
                  <c:v>45631</c:v>
                </c:pt>
                <c:pt idx="764">
                  <c:v>45632</c:v>
                </c:pt>
                <c:pt idx="765">
                  <c:v>45635</c:v>
                </c:pt>
                <c:pt idx="766">
                  <c:v>45636</c:v>
                </c:pt>
                <c:pt idx="767">
                  <c:v>45637</c:v>
                </c:pt>
                <c:pt idx="768">
                  <c:v>45638</c:v>
                </c:pt>
                <c:pt idx="769">
                  <c:v>45639</c:v>
                </c:pt>
                <c:pt idx="770">
                  <c:v>45642</c:v>
                </c:pt>
                <c:pt idx="771">
                  <c:v>45643</c:v>
                </c:pt>
                <c:pt idx="772">
                  <c:v>45644</c:v>
                </c:pt>
                <c:pt idx="773">
                  <c:v>45645</c:v>
                </c:pt>
                <c:pt idx="774">
                  <c:v>45646</c:v>
                </c:pt>
                <c:pt idx="775">
                  <c:v>45649</c:v>
                </c:pt>
                <c:pt idx="776">
                  <c:v>45650</c:v>
                </c:pt>
                <c:pt idx="777">
                  <c:v>45651</c:v>
                </c:pt>
                <c:pt idx="778">
                  <c:v>45652</c:v>
                </c:pt>
                <c:pt idx="779">
                  <c:v>45653</c:v>
                </c:pt>
                <c:pt idx="780">
                  <c:v>45656</c:v>
                </c:pt>
                <c:pt idx="781">
                  <c:v>45657</c:v>
                </c:pt>
                <c:pt idx="782">
                  <c:v>45658</c:v>
                </c:pt>
                <c:pt idx="783">
                  <c:v>45659</c:v>
                </c:pt>
                <c:pt idx="784">
                  <c:v>45660</c:v>
                </c:pt>
                <c:pt idx="785">
                  <c:v>45663</c:v>
                </c:pt>
                <c:pt idx="786">
                  <c:v>45664</c:v>
                </c:pt>
                <c:pt idx="787">
                  <c:v>45665</c:v>
                </c:pt>
                <c:pt idx="788">
                  <c:v>45666</c:v>
                </c:pt>
                <c:pt idx="789">
                  <c:v>45667</c:v>
                </c:pt>
                <c:pt idx="790">
                  <c:v>45670</c:v>
                </c:pt>
                <c:pt idx="791">
                  <c:v>45671</c:v>
                </c:pt>
                <c:pt idx="792">
                  <c:v>45672</c:v>
                </c:pt>
                <c:pt idx="793">
                  <c:v>45673</c:v>
                </c:pt>
                <c:pt idx="794">
                  <c:v>45674</c:v>
                </c:pt>
                <c:pt idx="795">
                  <c:v>45677</c:v>
                </c:pt>
                <c:pt idx="796">
                  <c:v>45678</c:v>
                </c:pt>
                <c:pt idx="797">
                  <c:v>45679</c:v>
                </c:pt>
                <c:pt idx="798">
                  <c:v>45680</c:v>
                </c:pt>
                <c:pt idx="799">
                  <c:v>45681</c:v>
                </c:pt>
                <c:pt idx="800">
                  <c:v>45684</c:v>
                </c:pt>
                <c:pt idx="801">
                  <c:v>45685</c:v>
                </c:pt>
                <c:pt idx="802">
                  <c:v>45686</c:v>
                </c:pt>
                <c:pt idx="803">
                  <c:v>45687</c:v>
                </c:pt>
                <c:pt idx="804">
                  <c:v>45688</c:v>
                </c:pt>
                <c:pt idx="805">
                  <c:v>45691</c:v>
                </c:pt>
                <c:pt idx="806">
                  <c:v>45692</c:v>
                </c:pt>
                <c:pt idx="807">
                  <c:v>45693</c:v>
                </c:pt>
                <c:pt idx="808">
                  <c:v>45694</c:v>
                </c:pt>
                <c:pt idx="809">
                  <c:v>45695</c:v>
                </c:pt>
                <c:pt idx="810">
                  <c:v>45698</c:v>
                </c:pt>
                <c:pt idx="811">
                  <c:v>45699</c:v>
                </c:pt>
                <c:pt idx="812">
                  <c:v>45700</c:v>
                </c:pt>
                <c:pt idx="813">
                  <c:v>45701</c:v>
                </c:pt>
                <c:pt idx="814">
                  <c:v>45702</c:v>
                </c:pt>
                <c:pt idx="815">
                  <c:v>45705</c:v>
                </c:pt>
                <c:pt idx="816">
                  <c:v>45706</c:v>
                </c:pt>
                <c:pt idx="817">
                  <c:v>45707</c:v>
                </c:pt>
                <c:pt idx="818">
                  <c:v>45708</c:v>
                </c:pt>
                <c:pt idx="819">
                  <c:v>45709</c:v>
                </c:pt>
                <c:pt idx="820">
                  <c:v>45712</c:v>
                </c:pt>
                <c:pt idx="821">
                  <c:v>45713</c:v>
                </c:pt>
                <c:pt idx="822">
                  <c:v>45714</c:v>
                </c:pt>
                <c:pt idx="823">
                  <c:v>45715</c:v>
                </c:pt>
                <c:pt idx="824">
                  <c:v>45716</c:v>
                </c:pt>
                <c:pt idx="825">
                  <c:v>45719</c:v>
                </c:pt>
                <c:pt idx="826">
                  <c:v>45720</c:v>
                </c:pt>
                <c:pt idx="827">
                  <c:v>45721</c:v>
                </c:pt>
                <c:pt idx="828">
                  <c:v>45722</c:v>
                </c:pt>
                <c:pt idx="829">
                  <c:v>45723</c:v>
                </c:pt>
                <c:pt idx="830">
                  <c:v>45726</c:v>
                </c:pt>
                <c:pt idx="831">
                  <c:v>45727</c:v>
                </c:pt>
                <c:pt idx="832">
                  <c:v>45728</c:v>
                </c:pt>
                <c:pt idx="833">
                  <c:v>45729</c:v>
                </c:pt>
                <c:pt idx="834">
                  <c:v>45730</c:v>
                </c:pt>
                <c:pt idx="835">
                  <c:v>45733</c:v>
                </c:pt>
                <c:pt idx="836">
                  <c:v>45734</c:v>
                </c:pt>
                <c:pt idx="837">
                  <c:v>45735</c:v>
                </c:pt>
                <c:pt idx="838">
                  <c:v>45736</c:v>
                </c:pt>
                <c:pt idx="839">
                  <c:v>45737</c:v>
                </c:pt>
                <c:pt idx="840">
                  <c:v>45740</c:v>
                </c:pt>
                <c:pt idx="841">
                  <c:v>45741</c:v>
                </c:pt>
                <c:pt idx="842">
                  <c:v>45742</c:v>
                </c:pt>
                <c:pt idx="843">
                  <c:v>45743</c:v>
                </c:pt>
                <c:pt idx="844">
                  <c:v>45744</c:v>
                </c:pt>
                <c:pt idx="845">
                  <c:v>45747</c:v>
                </c:pt>
                <c:pt idx="846">
                  <c:v>45748</c:v>
                </c:pt>
                <c:pt idx="847">
                  <c:v>45749</c:v>
                </c:pt>
                <c:pt idx="848">
                  <c:v>45750</c:v>
                </c:pt>
                <c:pt idx="849">
                  <c:v>45751</c:v>
                </c:pt>
                <c:pt idx="850">
                  <c:v>45754</c:v>
                </c:pt>
                <c:pt idx="851">
                  <c:v>45755</c:v>
                </c:pt>
                <c:pt idx="852">
                  <c:v>45756</c:v>
                </c:pt>
                <c:pt idx="853">
                  <c:v>45757</c:v>
                </c:pt>
                <c:pt idx="854">
                  <c:v>45758</c:v>
                </c:pt>
                <c:pt idx="855">
                  <c:v>45761</c:v>
                </c:pt>
                <c:pt idx="856">
                  <c:v>45762</c:v>
                </c:pt>
                <c:pt idx="857">
                  <c:v>45763</c:v>
                </c:pt>
                <c:pt idx="858">
                  <c:v>45764</c:v>
                </c:pt>
                <c:pt idx="859">
                  <c:v>45765</c:v>
                </c:pt>
                <c:pt idx="860">
                  <c:v>45768</c:v>
                </c:pt>
                <c:pt idx="861">
                  <c:v>45769</c:v>
                </c:pt>
                <c:pt idx="862">
                  <c:v>45770</c:v>
                </c:pt>
                <c:pt idx="863">
                  <c:v>45771</c:v>
                </c:pt>
                <c:pt idx="864">
                  <c:v>45772</c:v>
                </c:pt>
                <c:pt idx="865">
                  <c:v>45775</c:v>
                </c:pt>
                <c:pt idx="866">
                  <c:v>45776</c:v>
                </c:pt>
                <c:pt idx="867">
                  <c:v>45777</c:v>
                </c:pt>
                <c:pt idx="868">
                  <c:v>45778</c:v>
                </c:pt>
                <c:pt idx="869">
                  <c:v>45779</c:v>
                </c:pt>
                <c:pt idx="870">
                  <c:v>45782</c:v>
                </c:pt>
                <c:pt idx="871">
                  <c:v>45783</c:v>
                </c:pt>
                <c:pt idx="872">
                  <c:v>45784</c:v>
                </c:pt>
                <c:pt idx="873">
                  <c:v>45785</c:v>
                </c:pt>
                <c:pt idx="874">
                  <c:v>45786</c:v>
                </c:pt>
                <c:pt idx="875">
                  <c:v>45789</c:v>
                </c:pt>
                <c:pt idx="876">
                  <c:v>45790</c:v>
                </c:pt>
                <c:pt idx="877">
                  <c:v>45791</c:v>
                </c:pt>
                <c:pt idx="878">
                  <c:v>45792</c:v>
                </c:pt>
                <c:pt idx="879">
                  <c:v>45793</c:v>
                </c:pt>
                <c:pt idx="880">
                  <c:v>45796</c:v>
                </c:pt>
                <c:pt idx="881">
                  <c:v>45797</c:v>
                </c:pt>
                <c:pt idx="882">
                  <c:v>45798</c:v>
                </c:pt>
                <c:pt idx="883">
                  <c:v>45799</c:v>
                </c:pt>
                <c:pt idx="884">
                  <c:v>45800</c:v>
                </c:pt>
                <c:pt idx="885">
                  <c:v>45804</c:v>
                </c:pt>
                <c:pt idx="886">
                  <c:v>45805</c:v>
                </c:pt>
                <c:pt idx="887">
                  <c:v>45806</c:v>
                </c:pt>
                <c:pt idx="888">
                  <c:v>45807</c:v>
                </c:pt>
                <c:pt idx="889">
                  <c:v>45810</c:v>
                </c:pt>
                <c:pt idx="890">
                  <c:v>45811</c:v>
                </c:pt>
                <c:pt idx="891">
                  <c:v>45812</c:v>
                </c:pt>
                <c:pt idx="892">
                  <c:v>45813</c:v>
                </c:pt>
                <c:pt idx="893">
                  <c:v>45814</c:v>
                </c:pt>
                <c:pt idx="894">
                  <c:v>45817</c:v>
                </c:pt>
                <c:pt idx="895">
                  <c:v>45818</c:v>
                </c:pt>
                <c:pt idx="896">
                  <c:v>45819</c:v>
                </c:pt>
                <c:pt idx="897">
                  <c:v>45820</c:v>
                </c:pt>
                <c:pt idx="898">
                  <c:v>45821</c:v>
                </c:pt>
                <c:pt idx="899">
                  <c:v>45824</c:v>
                </c:pt>
                <c:pt idx="900">
                  <c:v>45825</c:v>
                </c:pt>
                <c:pt idx="901">
                  <c:v>45826</c:v>
                </c:pt>
                <c:pt idx="902">
                  <c:v>45827</c:v>
                </c:pt>
                <c:pt idx="903">
                  <c:v>45828</c:v>
                </c:pt>
                <c:pt idx="904">
                  <c:v>45831</c:v>
                </c:pt>
                <c:pt idx="905">
                  <c:v>45832</c:v>
                </c:pt>
                <c:pt idx="906">
                  <c:v>45833</c:v>
                </c:pt>
                <c:pt idx="907">
                  <c:v>45834</c:v>
                </c:pt>
                <c:pt idx="908">
                  <c:v>45835</c:v>
                </c:pt>
                <c:pt idx="909">
                  <c:v>45838</c:v>
                </c:pt>
                <c:pt idx="910">
                  <c:v>45839</c:v>
                </c:pt>
                <c:pt idx="911">
                  <c:v>45840</c:v>
                </c:pt>
                <c:pt idx="912">
                  <c:v>45841</c:v>
                </c:pt>
                <c:pt idx="913">
                  <c:v>45842</c:v>
                </c:pt>
                <c:pt idx="914">
                  <c:v>45845</c:v>
                </c:pt>
                <c:pt idx="915">
                  <c:v>45846</c:v>
                </c:pt>
                <c:pt idx="916">
                  <c:v>45847</c:v>
                </c:pt>
                <c:pt idx="917">
                  <c:v>45848</c:v>
                </c:pt>
                <c:pt idx="918">
                  <c:v>45849</c:v>
                </c:pt>
                <c:pt idx="919">
                  <c:v>45852</c:v>
                </c:pt>
                <c:pt idx="920">
                  <c:v>45853</c:v>
                </c:pt>
                <c:pt idx="921">
                  <c:v>45854</c:v>
                </c:pt>
                <c:pt idx="922">
                  <c:v>45855</c:v>
                </c:pt>
                <c:pt idx="923">
                  <c:v>45856</c:v>
                </c:pt>
                <c:pt idx="924">
                  <c:v>45859</c:v>
                </c:pt>
                <c:pt idx="925">
                  <c:v>45860</c:v>
                </c:pt>
                <c:pt idx="926">
                  <c:v>45861</c:v>
                </c:pt>
                <c:pt idx="927">
                  <c:v>45862</c:v>
                </c:pt>
                <c:pt idx="928">
                  <c:v>45863</c:v>
                </c:pt>
                <c:pt idx="929">
                  <c:v>45866</c:v>
                </c:pt>
                <c:pt idx="930">
                  <c:v>45867</c:v>
                </c:pt>
                <c:pt idx="931">
                  <c:v>45868</c:v>
                </c:pt>
                <c:pt idx="932">
                  <c:v>45869</c:v>
                </c:pt>
                <c:pt idx="933">
                  <c:v>45870</c:v>
                </c:pt>
                <c:pt idx="934">
                  <c:v>45873</c:v>
                </c:pt>
                <c:pt idx="935">
                  <c:v>45874</c:v>
                </c:pt>
                <c:pt idx="936">
                  <c:v>45875</c:v>
                </c:pt>
                <c:pt idx="937">
                  <c:v>45876</c:v>
                </c:pt>
                <c:pt idx="938">
                  <c:v>45877</c:v>
                </c:pt>
                <c:pt idx="939">
                  <c:v>45880</c:v>
                </c:pt>
                <c:pt idx="940">
                  <c:v>45881</c:v>
                </c:pt>
                <c:pt idx="941">
                  <c:v>45882</c:v>
                </c:pt>
                <c:pt idx="942">
                  <c:v>45883</c:v>
                </c:pt>
                <c:pt idx="943">
                  <c:v>45884</c:v>
                </c:pt>
                <c:pt idx="944">
                  <c:v>45887</c:v>
                </c:pt>
                <c:pt idx="945">
                  <c:v>45888</c:v>
                </c:pt>
                <c:pt idx="946">
                  <c:v>45889</c:v>
                </c:pt>
                <c:pt idx="947">
                  <c:v>45890</c:v>
                </c:pt>
                <c:pt idx="948">
                  <c:v>45891</c:v>
                </c:pt>
                <c:pt idx="949">
                  <c:v>45894</c:v>
                </c:pt>
                <c:pt idx="950">
                  <c:v>45895</c:v>
                </c:pt>
                <c:pt idx="951">
                  <c:v>45896</c:v>
                </c:pt>
                <c:pt idx="952">
                  <c:v>45897</c:v>
                </c:pt>
                <c:pt idx="953">
                  <c:v>45898</c:v>
                </c:pt>
                <c:pt idx="954">
                  <c:v>45901</c:v>
                </c:pt>
                <c:pt idx="955">
                  <c:v>45902</c:v>
                </c:pt>
                <c:pt idx="956">
                  <c:v>45903</c:v>
                </c:pt>
                <c:pt idx="957">
                  <c:v>45904</c:v>
                </c:pt>
                <c:pt idx="958">
                  <c:v>45905</c:v>
                </c:pt>
                <c:pt idx="959">
                  <c:v>45908</c:v>
                </c:pt>
                <c:pt idx="960">
                  <c:v>45909</c:v>
                </c:pt>
                <c:pt idx="961">
                  <c:v>45910</c:v>
                </c:pt>
                <c:pt idx="962">
                  <c:v>45911</c:v>
                </c:pt>
                <c:pt idx="963">
                  <c:v>45912</c:v>
                </c:pt>
                <c:pt idx="964">
                  <c:v>45915</c:v>
                </c:pt>
                <c:pt idx="965">
                  <c:v>45916</c:v>
                </c:pt>
                <c:pt idx="966">
                  <c:v>45917</c:v>
                </c:pt>
                <c:pt idx="967">
                  <c:v>45918</c:v>
                </c:pt>
                <c:pt idx="968">
                  <c:v>45919</c:v>
                </c:pt>
                <c:pt idx="969">
                  <c:v>45922</c:v>
                </c:pt>
                <c:pt idx="970">
                  <c:v>45923</c:v>
                </c:pt>
                <c:pt idx="971">
                  <c:v>45924</c:v>
                </c:pt>
                <c:pt idx="972">
                  <c:v>45925</c:v>
                </c:pt>
                <c:pt idx="973">
                  <c:v>45926</c:v>
                </c:pt>
                <c:pt idx="974">
                  <c:v>45929</c:v>
                </c:pt>
                <c:pt idx="975">
                  <c:v>45930</c:v>
                </c:pt>
                <c:pt idx="976">
                  <c:v>45931</c:v>
                </c:pt>
                <c:pt idx="977">
                  <c:v>45932</c:v>
                </c:pt>
                <c:pt idx="978">
                  <c:v>45933</c:v>
                </c:pt>
                <c:pt idx="979">
                  <c:v>45936</c:v>
                </c:pt>
                <c:pt idx="980">
                  <c:v>45937</c:v>
                </c:pt>
                <c:pt idx="981">
                  <c:v>45938</c:v>
                </c:pt>
                <c:pt idx="982">
                  <c:v>45939</c:v>
                </c:pt>
                <c:pt idx="983">
                  <c:v>45940</c:v>
                </c:pt>
                <c:pt idx="984">
                  <c:v>45943</c:v>
                </c:pt>
                <c:pt idx="985">
                  <c:v>45944</c:v>
                </c:pt>
                <c:pt idx="986">
                  <c:v>45945</c:v>
                </c:pt>
                <c:pt idx="987">
                  <c:v>45946</c:v>
                </c:pt>
                <c:pt idx="988">
                  <c:v>45947</c:v>
                </c:pt>
                <c:pt idx="989">
                  <c:v>45950</c:v>
                </c:pt>
                <c:pt idx="990">
                  <c:v>45951</c:v>
                </c:pt>
                <c:pt idx="991">
                  <c:v>45952</c:v>
                </c:pt>
                <c:pt idx="992">
                  <c:v>45953</c:v>
                </c:pt>
                <c:pt idx="993">
                  <c:v>45954</c:v>
                </c:pt>
                <c:pt idx="994">
                  <c:v>45957</c:v>
                </c:pt>
                <c:pt idx="995">
                  <c:v>45958</c:v>
                </c:pt>
                <c:pt idx="996">
                  <c:v>45959</c:v>
                </c:pt>
                <c:pt idx="997">
                  <c:v>45960</c:v>
                </c:pt>
                <c:pt idx="998">
                  <c:v>45961</c:v>
                </c:pt>
                <c:pt idx="999">
                  <c:v>45964</c:v>
                </c:pt>
                <c:pt idx="1000">
                  <c:v>45965</c:v>
                </c:pt>
                <c:pt idx="1001">
                  <c:v>45966</c:v>
                </c:pt>
                <c:pt idx="1002">
                  <c:v>45967</c:v>
                </c:pt>
                <c:pt idx="1003">
                  <c:v>45968</c:v>
                </c:pt>
                <c:pt idx="1004">
                  <c:v>45971</c:v>
                </c:pt>
                <c:pt idx="1005">
                  <c:v>45972</c:v>
                </c:pt>
                <c:pt idx="1006">
                  <c:v>45973</c:v>
                </c:pt>
                <c:pt idx="1007">
                  <c:v>45974</c:v>
                </c:pt>
                <c:pt idx="1008">
                  <c:v>45975</c:v>
                </c:pt>
                <c:pt idx="1009">
                  <c:v>45978</c:v>
                </c:pt>
                <c:pt idx="1010">
                  <c:v>45979</c:v>
                </c:pt>
                <c:pt idx="1011">
                  <c:v>45980</c:v>
                </c:pt>
                <c:pt idx="1012">
                  <c:v>45981</c:v>
                </c:pt>
                <c:pt idx="1013">
                  <c:v>45982</c:v>
                </c:pt>
                <c:pt idx="1014">
                  <c:v>45985</c:v>
                </c:pt>
                <c:pt idx="1015">
                  <c:v>45986</c:v>
                </c:pt>
                <c:pt idx="1016">
                  <c:v>45987</c:v>
                </c:pt>
                <c:pt idx="1017">
                  <c:v>45988</c:v>
                </c:pt>
                <c:pt idx="1018">
                  <c:v>45989</c:v>
                </c:pt>
                <c:pt idx="1019">
                  <c:v>45992</c:v>
                </c:pt>
                <c:pt idx="1020">
                  <c:v>45993</c:v>
                </c:pt>
                <c:pt idx="1021">
                  <c:v>45994</c:v>
                </c:pt>
                <c:pt idx="1022">
                  <c:v>45995</c:v>
                </c:pt>
                <c:pt idx="1023">
                  <c:v>45996</c:v>
                </c:pt>
                <c:pt idx="1024">
                  <c:v>45999</c:v>
                </c:pt>
                <c:pt idx="1025">
                  <c:v>46000</c:v>
                </c:pt>
                <c:pt idx="1026">
                  <c:v>46001</c:v>
                </c:pt>
                <c:pt idx="1027">
                  <c:v>46002</c:v>
                </c:pt>
                <c:pt idx="1028">
                  <c:v>46003</c:v>
                </c:pt>
                <c:pt idx="1029">
                  <c:v>46006</c:v>
                </c:pt>
                <c:pt idx="1030">
                  <c:v>46007</c:v>
                </c:pt>
                <c:pt idx="1031">
                  <c:v>46008</c:v>
                </c:pt>
                <c:pt idx="1032">
                  <c:v>46009</c:v>
                </c:pt>
                <c:pt idx="1033">
                  <c:v>46010</c:v>
                </c:pt>
                <c:pt idx="1034">
                  <c:v>46013</c:v>
                </c:pt>
                <c:pt idx="1035">
                  <c:v>46014</c:v>
                </c:pt>
                <c:pt idx="1036">
                  <c:v>46015</c:v>
                </c:pt>
                <c:pt idx="1037">
                  <c:v>46016</c:v>
                </c:pt>
                <c:pt idx="1038">
                  <c:v>46017</c:v>
                </c:pt>
                <c:pt idx="1039">
                  <c:v>46020</c:v>
                </c:pt>
                <c:pt idx="1040">
                  <c:v>46021</c:v>
                </c:pt>
                <c:pt idx="1041">
                  <c:v>46022</c:v>
                </c:pt>
                <c:pt idx="1042">
                  <c:v>46023</c:v>
                </c:pt>
                <c:pt idx="1043">
                  <c:v>46024</c:v>
                </c:pt>
                <c:pt idx="1044">
                  <c:v>46027</c:v>
                </c:pt>
                <c:pt idx="1045">
                  <c:v>46028</c:v>
                </c:pt>
                <c:pt idx="1046">
                  <c:v>46029</c:v>
                </c:pt>
                <c:pt idx="1047">
                  <c:v>46030</c:v>
                </c:pt>
                <c:pt idx="1048">
                  <c:v>46031</c:v>
                </c:pt>
                <c:pt idx="1049">
                  <c:v>46034</c:v>
                </c:pt>
                <c:pt idx="1050">
                  <c:v>46035</c:v>
                </c:pt>
                <c:pt idx="1051">
                  <c:v>46036</c:v>
                </c:pt>
                <c:pt idx="1052">
                  <c:v>46037</c:v>
                </c:pt>
                <c:pt idx="1053">
                  <c:v>46038</c:v>
                </c:pt>
                <c:pt idx="1054">
                  <c:v>46041</c:v>
                </c:pt>
                <c:pt idx="1055">
                  <c:v>46042</c:v>
                </c:pt>
                <c:pt idx="1056">
                  <c:v>46043</c:v>
                </c:pt>
                <c:pt idx="1057">
                  <c:v>46044</c:v>
                </c:pt>
                <c:pt idx="1058">
                  <c:v>46045</c:v>
                </c:pt>
                <c:pt idx="1059">
                  <c:v>46048</c:v>
                </c:pt>
                <c:pt idx="1060">
                  <c:v>46049</c:v>
                </c:pt>
                <c:pt idx="1061">
                  <c:v>46050</c:v>
                </c:pt>
                <c:pt idx="1062">
                  <c:v>46051</c:v>
                </c:pt>
                <c:pt idx="1063">
                  <c:v>46052</c:v>
                </c:pt>
                <c:pt idx="1064">
                  <c:v>46055</c:v>
                </c:pt>
                <c:pt idx="1065">
                  <c:v>46056</c:v>
                </c:pt>
                <c:pt idx="1066">
                  <c:v>46057</c:v>
                </c:pt>
                <c:pt idx="1067">
                  <c:v>46058</c:v>
                </c:pt>
                <c:pt idx="1068">
                  <c:v>46059</c:v>
                </c:pt>
                <c:pt idx="1069">
                  <c:v>46062</c:v>
                </c:pt>
                <c:pt idx="1070">
                  <c:v>46063</c:v>
                </c:pt>
                <c:pt idx="1071">
                  <c:v>46064</c:v>
                </c:pt>
                <c:pt idx="1072">
                  <c:v>46065</c:v>
                </c:pt>
                <c:pt idx="1073">
                  <c:v>46066</c:v>
                </c:pt>
                <c:pt idx="1074">
                  <c:v>46069</c:v>
                </c:pt>
                <c:pt idx="1075">
                  <c:v>46070</c:v>
                </c:pt>
                <c:pt idx="1076">
                  <c:v>46071</c:v>
                </c:pt>
                <c:pt idx="1077">
                  <c:v>46072</c:v>
                </c:pt>
                <c:pt idx="1078">
                  <c:v>46073</c:v>
                </c:pt>
                <c:pt idx="1079">
                  <c:v>46076</c:v>
                </c:pt>
                <c:pt idx="1080">
                  <c:v>46077</c:v>
                </c:pt>
                <c:pt idx="1081">
                  <c:v>46078</c:v>
                </c:pt>
                <c:pt idx="1082">
                  <c:v>46079</c:v>
                </c:pt>
                <c:pt idx="1083">
                  <c:v>46080</c:v>
                </c:pt>
                <c:pt idx="1084">
                  <c:v>46083</c:v>
                </c:pt>
                <c:pt idx="1085">
                  <c:v>46084</c:v>
                </c:pt>
                <c:pt idx="1086">
                  <c:v>46085</c:v>
                </c:pt>
                <c:pt idx="1087">
                  <c:v>46086</c:v>
                </c:pt>
                <c:pt idx="1088">
                  <c:v>46087</c:v>
                </c:pt>
                <c:pt idx="1089">
                  <c:v>46090</c:v>
                </c:pt>
                <c:pt idx="1090">
                  <c:v>46091</c:v>
                </c:pt>
                <c:pt idx="1091">
                  <c:v>46092</c:v>
                </c:pt>
                <c:pt idx="1092">
                  <c:v>46093</c:v>
                </c:pt>
                <c:pt idx="1093">
                  <c:v>46094</c:v>
                </c:pt>
                <c:pt idx="1094">
                  <c:v>46097</c:v>
                </c:pt>
                <c:pt idx="1095">
                  <c:v>46098</c:v>
                </c:pt>
                <c:pt idx="1096">
                  <c:v>46099</c:v>
                </c:pt>
                <c:pt idx="1097">
                  <c:v>46100</c:v>
                </c:pt>
                <c:pt idx="1098">
                  <c:v>46101</c:v>
                </c:pt>
                <c:pt idx="1099">
                  <c:v>46104</c:v>
                </c:pt>
                <c:pt idx="1100">
                  <c:v>46105</c:v>
                </c:pt>
                <c:pt idx="1101">
                  <c:v>46106</c:v>
                </c:pt>
                <c:pt idx="1102">
                  <c:v>46107</c:v>
                </c:pt>
                <c:pt idx="1103">
                  <c:v>46108</c:v>
                </c:pt>
                <c:pt idx="1104">
                  <c:v>46111</c:v>
                </c:pt>
                <c:pt idx="1105">
                  <c:v>46112</c:v>
                </c:pt>
                <c:pt idx="1106">
                  <c:v>46113</c:v>
                </c:pt>
                <c:pt idx="1107">
                  <c:v>46114</c:v>
                </c:pt>
                <c:pt idx="1108">
                  <c:v>46115</c:v>
                </c:pt>
                <c:pt idx="1109">
                  <c:v>46118</c:v>
                </c:pt>
                <c:pt idx="1110">
                  <c:v>46119</c:v>
                </c:pt>
                <c:pt idx="1111">
                  <c:v>46120</c:v>
                </c:pt>
                <c:pt idx="1112">
                  <c:v>46121</c:v>
                </c:pt>
                <c:pt idx="1113">
                  <c:v>46122</c:v>
                </c:pt>
                <c:pt idx="1114">
                  <c:v>46125</c:v>
                </c:pt>
                <c:pt idx="1115">
                  <c:v>46126</c:v>
                </c:pt>
                <c:pt idx="1116">
                  <c:v>46127</c:v>
                </c:pt>
                <c:pt idx="1117">
                  <c:v>46128</c:v>
                </c:pt>
                <c:pt idx="1118">
                  <c:v>46129</c:v>
                </c:pt>
                <c:pt idx="1119">
                  <c:v>46132</c:v>
                </c:pt>
                <c:pt idx="1120">
                  <c:v>46133</c:v>
                </c:pt>
                <c:pt idx="1121">
                  <c:v>46134</c:v>
                </c:pt>
                <c:pt idx="1122">
                  <c:v>46135</c:v>
                </c:pt>
                <c:pt idx="1123">
                  <c:v>46136</c:v>
                </c:pt>
                <c:pt idx="1124">
                  <c:v>46139</c:v>
                </c:pt>
                <c:pt idx="1125">
                  <c:v>46140</c:v>
                </c:pt>
                <c:pt idx="1126">
                  <c:v>46141</c:v>
                </c:pt>
                <c:pt idx="1127">
                  <c:v>46142</c:v>
                </c:pt>
                <c:pt idx="1128">
                  <c:v>46143</c:v>
                </c:pt>
                <c:pt idx="1129">
                  <c:v>46146</c:v>
                </c:pt>
                <c:pt idx="1130">
                  <c:v>46147</c:v>
                </c:pt>
                <c:pt idx="1131">
                  <c:v>46148</c:v>
                </c:pt>
                <c:pt idx="1132">
                  <c:v>46149</c:v>
                </c:pt>
                <c:pt idx="1133">
                  <c:v>46150</c:v>
                </c:pt>
                <c:pt idx="1134">
                  <c:v>46153</c:v>
                </c:pt>
                <c:pt idx="1135">
                  <c:v>46154</c:v>
                </c:pt>
                <c:pt idx="1136">
                  <c:v>46155</c:v>
                </c:pt>
                <c:pt idx="1137">
                  <c:v>46156</c:v>
                </c:pt>
                <c:pt idx="1138">
                  <c:v>46157</c:v>
                </c:pt>
                <c:pt idx="1139">
                  <c:v>46160</c:v>
                </c:pt>
                <c:pt idx="1140">
                  <c:v>46161</c:v>
                </c:pt>
                <c:pt idx="1141">
                  <c:v>46162</c:v>
                </c:pt>
                <c:pt idx="1142">
                  <c:v>46163</c:v>
                </c:pt>
                <c:pt idx="1143">
                  <c:v>46164</c:v>
                </c:pt>
                <c:pt idx="1144">
                  <c:v>46168</c:v>
                </c:pt>
                <c:pt idx="1145">
                  <c:v>46169</c:v>
                </c:pt>
                <c:pt idx="1146">
                  <c:v>46170</c:v>
                </c:pt>
                <c:pt idx="1147">
                  <c:v>46171</c:v>
                </c:pt>
                <c:pt idx="1148">
                  <c:v>46174</c:v>
                </c:pt>
                <c:pt idx="1149">
                  <c:v>46175</c:v>
                </c:pt>
                <c:pt idx="1150">
                  <c:v>46176</c:v>
                </c:pt>
                <c:pt idx="1151">
                  <c:v>46177</c:v>
                </c:pt>
                <c:pt idx="1152">
                  <c:v>46178</c:v>
                </c:pt>
                <c:pt idx="1153">
                  <c:v>46181</c:v>
                </c:pt>
                <c:pt idx="1154">
                  <c:v>46182</c:v>
                </c:pt>
                <c:pt idx="1155">
                  <c:v>46183</c:v>
                </c:pt>
                <c:pt idx="1156">
                  <c:v>46184</c:v>
                </c:pt>
                <c:pt idx="1157">
                  <c:v>46185</c:v>
                </c:pt>
                <c:pt idx="1158">
                  <c:v>46188</c:v>
                </c:pt>
                <c:pt idx="1159">
                  <c:v>46189</c:v>
                </c:pt>
                <c:pt idx="1160">
                  <c:v>46190</c:v>
                </c:pt>
                <c:pt idx="1161">
                  <c:v>46191</c:v>
                </c:pt>
                <c:pt idx="1162">
                  <c:v>46192</c:v>
                </c:pt>
                <c:pt idx="1163">
                  <c:v>46195</c:v>
                </c:pt>
                <c:pt idx="1164">
                  <c:v>46196</c:v>
                </c:pt>
                <c:pt idx="1165">
                  <c:v>46197</c:v>
                </c:pt>
                <c:pt idx="1166">
                  <c:v>46198</c:v>
                </c:pt>
                <c:pt idx="1167">
                  <c:v>46199</c:v>
                </c:pt>
                <c:pt idx="1168">
                  <c:v>46202</c:v>
                </c:pt>
                <c:pt idx="1169">
                  <c:v>46203</c:v>
                </c:pt>
                <c:pt idx="1170">
                  <c:v>46204</c:v>
                </c:pt>
                <c:pt idx="1171">
                  <c:v>46205</c:v>
                </c:pt>
                <c:pt idx="1172">
                  <c:v>46206</c:v>
                </c:pt>
                <c:pt idx="1173">
                  <c:v>46209</c:v>
                </c:pt>
                <c:pt idx="1174">
                  <c:v>46210</c:v>
                </c:pt>
                <c:pt idx="1175">
                  <c:v>46211</c:v>
                </c:pt>
                <c:pt idx="1176">
                  <c:v>46212</c:v>
                </c:pt>
                <c:pt idx="1177">
                  <c:v>46213</c:v>
                </c:pt>
                <c:pt idx="1178">
                  <c:v>46216</c:v>
                </c:pt>
                <c:pt idx="1179">
                  <c:v>46217</c:v>
                </c:pt>
                <c:pt idx="1180">
                  <c:v>46218</c:v>
                </c:pt>
                <c:pt idx="1181">
                  <c:v>46219</c:v>
                </c:pt>
                <c:pt idx="1182">
                  <c:v>46220</c:v>
                </c:pt>
                <c:pt idx="1183">
                  <c:v>46223</c:v>
                </c:pt>
                <c:pt idx="1184">
                  <c:v>46224</c:v>
                </c:pt>
                <c:pt idx="1185">
                  <c:v>46225</c:v>
                </c:pt>
                <c:pt idx="1186">
                  <c:v>46226</c:v>
                </c:pt>
                <c:pt idx="1187">
                  <c:v>46227</c:v>
                </c:pt>
                <c:pt idx="1188">
                  <c:v>46230</c:v>
                </c:pt>
                <c:pt idx="1189">
                  <c:v>46231</c:v>
                </c:pt>
                <c:pt idx="1190">
                  <c:v>46232</c:v>
                </c:pt>
                <c:pt idx="1191">
                  <c:v>46233</c:v>
                </c:pt>
                <c:pt idx="1192">
                  <c:v>46234</c:v>
                </c:pt>
                <c:pt idx="1193">
                  <c:v>46237</c:v>
                </c:pt>
                <c:pt idx="1194">
                  <c:v>46238</c:v>
                </c:pt>
                <c:pt idx="1195">
                  <c:v>46239</c:v>
                </c:pt>
                <c:pt idx="1196">
                  <c:v>46240</c:v>
                </c:pt>
                <c:pt idx="1197">
                  <c:v>46241</c:v>
                </c:pt>
                <c:pt idx="1198">
                  <c:v>46244</c:v>
                </c:pt>
                <c:pt idx="1199">
                  <c:v>46245</c:v>
                </c:pt>
                <c:pt idx="1200">
                  <c:v>46246</c:v>
                </c:pt>
                <c:pt idx="1201">
                  <c:v>46247</c:v>
                </c:pt>
                <c:pt idx="1202">
                  <c:v>46248</c:v>
                </c:pt>
                <c:pt idx="1203">
                  <c:v>46251</c:v>
                </c:pt>
                <c:pt idx="1204">
                  <c:v>46252</c:v>
                </c:pt>
                <c:pt idx="1205">
                  <c:v>46253</c:v>
                </c:pt>
                <c:pt idx="1206">
                  <c:v>46254</c:v>
                </c:pt>
                <c:pt idx="1207">
                  <c:v>46255</c:v>
                </c:pt>
                <c:pt idx="1208">
                  <c:v>46258</c:v>
                </c:pt>
                <c:pt idx="1209">
                  <c:v>46259</c:v>
                </c:pt>
                <c:pt idx="1210">
                  <c:v>46260</c:v>
                </c:pt>
                <c:pt idx="1211">
                  <c:v>46261</c:v>
                </c:pt>
                <c:pt idx="1212">
                  <c:v>46262</c:v>
                </c:pt>
                <c:pt idx="1213">
                  <c:v>46265</c:v>
                </c:pt>
                <c:pt idx="1214">
                  <c:v>46266</c:v>
                </c:pt>
                <c:pt idx="1215">
                  <c:v>46267</c:v>
                </c:pt>
                <c:pt idx="1216">
                  <c:v>46268</c:v>
                </c:pt>
                <c:pt idx="1217">
                  <c:v>46269</c:v>
                </c:pt>
                <c:pt idx="1218">
                  <c:v>46272</c:v>
                </c:pt>
                <c:pt idx="1219">
                  <c:v>46273</c:v>
                </c:pt>
                <c:pt idx="1220">
                  <c:v>46274</c:v>
                </c:pt>
                <c:pt idx="1221">
                  <c:v>46275</c:v>
                </c:pt>
                <c:pt idx="1222">
                  <c:v>46276</c:v>
                </c:pt>
                <c:pt idx="1223">
                  <c:v>46279</c:v>
                </c:pt>
                <c:pt idx="1224">
                  <c:v>46280</c:v>
                </c:pt>
                <c:pt idx="1225">
                  <c:v>46281</c:v>
                </c:pt>
                <c:pt idx="1226">
                  <c:v>46282</c:v>
                </c:pt>
                <c:pt idx="1227">
                  <c:v>46283</c:v>
                </c:pt>
                <c:pt idx="1228">
                  <c:v>46286</c:v>
                </c:pt>
                <c:pt idx="1229">
                  <c:v>46287</c:v>
                </c:pt>
                <c:pt idx="1230">
                  <c:v>46288</c:v>
                </c:pt>
                <c:pt idx="1231">
                  <c:v>46289</c:v>
                </c:pt>
                <c:pt idx="1232">
                  <c:v>46290</c:v>
                </c:pt>
                <c:pt idx="1233">
                  <c:v>46293</c:v>
                </c:pt>
                <c:pt idx="1234">
                  <c:v>46294</c:v>
                </c:pt>
                <c:pt idx="1235">
                  <c:v>46295</c:v>
                </c:pt>
                <c:pt idx="1236">
                  <c:v>46296</c:v>
                </c:pt>
                <c:pt idx="1237">
                  <c:v>46297</c:v>
                </c:pt>
                <c:pt idx="1238">
                  <c:v>46300</c:v>
                </c:pt>
                <c:pt idx="1239">
                  <c:v>46301</c:v>
                </c:pt>
                <c:pt idx="1240">
                  <c:v>46302</c:v>
                </c:pt>
                <c:pt idx="1241">
                  <c:v>46303</c:v>
                </c:pt>
                <c:pt idx="1242">
                  <c:v>46304</c:v>
                </c:pt>
                <c:pt idx="1243">
                  <c:v>46307</c:v>
                </c:pt>
                <c:pt idx="1244">
                  <c:v>46308</c:v>
                </c:pt>
                <c:pt idx="1245">
                  <c:v>46309</c:v>
                </c:pt>
                <c:pt idx="1246">
                  <c:v>46310</c:v>
                </c:pt>
                <c:pt idx="1247">
                  <c:v>46311</c:v>
                </c:pt>
                <c:pt idx="1248">
                  <c:v>#N/A</c:v>
                </c:pt>
                <c:pt idx="1249">
                  <c:v>#N/A</c:v>
                </c:pt>
                <c:pt idx="1250">
                  <c:v>#N/A</c:v>
                </c:pt>
                <c:pt idx="1251">
                  <c:v>#N/A</c:v>
                </c:pt>
                <c:pt idx="1252">
                  <c:v>#N/A</c:v>
                </c:pt>
                <c:pt idx="1253">
                  <c:v>#N/A</c:v>
                </c:pt>
                <c:pt idx="1254">
                  <c:v>#N/A</c:v>
                </c:pt>
                <c:pt idx="1255">
                  <c:v>#N/A</c:v>
                </c:pt>
                <c:pt idx="1256">
                  <c:v>#N/A</c:v>
                </c:pt>
                <c:pt idx="1257">
                  <c:v>#N/A</c:v>
                </c:pt>
                <c:pt idx="1258">
                  <c:v>#N/A</c:v>
                </c:pt>
                <c:pt idx="1259">
                  <c:v>#N/A</c:v>
                </c:pt>
                <c:pt idx="1260">
                  <c:v>#N/A</c:v>
                </c:pt>
                <c:pt idx="1261">
                  <c:v>#N/A</c:v>
                </c:pt>
                <c:pt idx="1262">
                  <c:v>#N/A</c:v>
                </c:pt>
                <c:pt idx="1263">
                  <c:v>#N/A</c:v>
                </c:pt>
                <c:pt idx="1264">
                  <c:v>#N/A</c:v>
                </c:pt>
                <c:pt idx="1265">
                  <c:v>#N/A</c:v>
                </c:pt>
                <c:pt idx="1266">
                  <c:v>#N/A</c:v>
                </c:pt>
                <c:pt idx="1267">
                  <c:v>#N/A</c:v>
                </c:pt>
                <c:pt idx="1268">
                  <c:v>#N/A</c:v>
                </c:pt>
                <c:pt idx="1269">
                  <c:v>#N/A</c:v>
                </c:pt>
                <c:pt idx="1270">
                  <c:v>#N/A</c:v>
                </c:pt>
                <c:pt idx="1271">
                  <c:v>#N/A</c:v>
                </c:pt>
                <c:pt idx="1272">
                  <c:v>#N/A</c:v>
                </c:pt>
                <c:pt idx="1273">
                  <c:v>#N/A</c:v>
                </c:pt>
                <c:pt idx="1274">
                  <c:v>#N/A</c:v>
                </c:pt>
                <c:pt idx="1275">
                  <c:v>#N/A</c:v>
                </c:pt>
                <c:pt idx="1276">
                  <c:v>#N/A</c:v>
                </c:pt>
                <c:pt idx="1277">
                  <c:v>#N/A</c:v>
                </c:pt>
                <c:pt idx="1278">
                  <c:v>#N/A</c:v>
                </c:pt>
                <c:pt idx="1279">
                  <c:v>#N/A</c:v>
                </c:pt>
                <c:pt idx="1280">
                  <c:v>#N/A</c:v>
                </c:pt>
                <c:pt idx="1281">
                  <c:v>#N/A</c:v>
                </c:pt>
                <c:pt idx="1282">
                  <c:v>#N/A</c:v>
                </c:pt>
                <c:pt idx="1283">
                  <c:v>#N/A</c:v>
                </c:pt>
                <c:pt idx="1284">
                  <c:v>#N/A</c:v>
                </c:pt>
                <c:pt idx="1285">
                  <c:v>#N/A</c:v>
                </c:pt>
                <c:pt idx="1286">
                  <c:v>#N/A</c:v>
                </c:pt>
                <c:pt idx="1287">
                  <c:v>#N/A</c:v>
                </c:pt>
                <c:pt idx="1288">
                  <c:v>#N/A</c:v>
                </c:pt>
                <c:pt idx="1289">
                  <c:v>#N/A</c:v>
                </c:pt>
                <c:pt idx="1290">
                  <c:v>#N/A</c:v>
                </c:pt>
                <c:pt idx="1291">
                  <c:v>#N/A</c:v>
                </c:pt>
                <c:pt idx="1292">
                  <c:v>#N/A</c:v>
                </c:pt>
                <c:pt idx="1293">
                  <c:v>#N/A</c:v>
                </c:pt>
                <c:pt idx="1294">
                  <c:v>#N/A</c:v>
                </c:pt>
                <c:pt idx="1295">
                  <c:v>#N/A</c:v>
                </c:pt>
                <c:pt idx="1296">
                  <c:v>#N/A</c:v>
                </c:pt>
                <c:pt idx="1297">
                  <c:v>#N/A</c:v>
                </c:pt>
                <c:pt idx="1298">
                  <c:v>#N/A</c:v>
                </c:pt>
                <c:pt idx="1299">
                  <c:v>#N/A</c:v>
                </c:pt>
                <c:pt idx="1300">
                  <c:v>#N/A</c:v>
                </c:pt>
                <c:pt idx="1301">
                  <c:v>#N/A</c:v>
                </c:pt>
                <c:pt idx="1302">
                  <c:v>#N/A</c:v>
                </c:pt>
                <c:pt idx="1303">
                  <c:v>#N/A</c:v>
                </c:pt>
                <c:pt idx="1304">
                  <c:v>#N/A</c:v>
                </c:pt>
                <c:pt idx="1305">
                  <c:v>#N/A</c:v>
                </c:pt>
                <c:pt idx="1306">
                  <c:v>#N/A</c:v>
                </c:pt>
                <c:pt idx="1307">
                  <c:v>#N/A</c:v>
                </c:pt>
                <c:pt idx="1308">
                  <c:v>#N/A</c:v>
                </c:pt>
                <c:pt idx="1309">
                  <c:v>#N/A</c:v>
                </c:pt>
                <c:pt idx="1310">
                  <c:v>#N/A</c:v>
                </c:pt>
                <c:pt idx="1311">
                  <c:v>#N/A</c:v>
                </c:pt>
                <c:pt idx="1312">
                  <c:v>#N/A</c:v>
                </c:pt>
                <c:pt idx="1313">
                  <c:v>#N/A</c:v>
                </c:pt>
                <c:pt idx="1314">
                  <c:v>#N/A</c:v>
                </c:pt>
                <c:pt idx="1315">
                  <c:v>#N/A</c:v>
                </c:pt>
                <c:pt idx="1316">
                  <c:v>#N/A</c:v>
                </c:pt>
                <c:pt idx="1317">
                  <c:v>#N/A</c:v>
                </c:pt>
                <c:pt idx="1318">
                  <c:v>#N/A</c:v>
                </c:pt>
                <c:pt idx="1319">
                  <c:v>#N/A</c:v>
                </c:pt>
                <c:pt idx="1320">
                  <c:v>#N/A</c:v>
                </c:pt>
              </c:numCache>
            </c:numRef>
          </c:cat>
          <c:val>
            <c:numRef>
              <c:f>FI_INDEX!$AQ$795:$AQ$4550</c:f>
              <c:numCache>
                <c:formatCode>0.0</c:formatCode>
                <c:ptCount val="3756"/>
                <c:pt idx="0">
                  <c:v>100</c:v>
                </c:pt>
                <c:pt idx="1">
                  <c:v>100.56757604264659</c:v>
                </c:pt>
                <c:pt idx="2">
                  <c:v>100.61879377025191</c:v>
                </c:pt>
                <c:pt idx="3">
                  <c:v>100.52367513327063</c:v>
                </c:pt>
                <c:pt idx="4">
                  <c:v>100.67941883558065</c:v>
                </c:pt>
                <c:pt idx="5">
                  <c:v>100.05121772760532</c:v>
                </c:pt>
                <c:pt idx="6">
                  <c:v>100.33552837880214</c:v>
                </c:pt>
                <c:pt idx="7">
                  <c:v>99.951918051635843</c:v>
                </c:pt>
                <c:pt idx="8">
                  <c:v>99.210828890979442</c:v>
                </c:pt>
                <c:pt idx="9">
                  <c:v>99.080171422598568</c:v>
                </c:pt>
                <c:pt idx="10">
                  <c:v>99.472143827741263</c:v>
                </c:pt>
                <c:pt idx="11">
                  <c:v>99.569352984216621</c:v>
                </c:pt>
                <c:pt idx="12">
                  <c:v>100.06480610431699</c:v>
                </c:pt>
                <c:pt idx="13">
                  <c:v>99.832758440472531</c:v>
                </c:pt>
                <c:pt idx="14">
                  <c:v>100.06794188355813</c:v>
                </c:pt>
                <c:pt idx="15">
                  <c:v>99.970732727082748</c:v>
                </c:pt>
                <c:pt idx="16">
                  <c:v>100.25922441726777</c:v>
                </c:pt>
                <c:pt idx="17">
                  <c:v>100.29058220967914</c:v>
                </c:pt>
                <c:pt idx="18">
                  <c:v>100.84456987561411</c:v>
                </c:pt>
                <c:pt idx="19">
                  <c:v>101.65673669906971</c:v>
                </c:pt>
                <c:pt idx="20">
                  <c:v>101.67241559527542</c:v>
                </c:pt>
                <c:pt idx="21">
                  <c:v>100.909375979931</c:v>
                </c:pt>
                <c:pt idx="22">
                  <c:v>100.74736071913868</c:v>
                </c:pt>
                <c:pt idx="23">
                  <c:v>100.27803909271451</c:v>
                </c:pt>
                <c:pt idx="24">
                  <c:v>99.695829413609246</c:v>
                </c:pt>
                <c:pt idx="25">
                  <c:v>99.806626946796243</c:v>
                </c:pt>
                <c:pt idx="26">
                  <c:v>99.716734608550198</c:v>
                </c:pt>
                <c:pt idx="27">
                  <c:v>99.971777986829693</c:v>
                </c:pt>
                <c:pt idx="28">
                  <c:v>99.81603428451966</c:v>
                </c:pt>
                <c:pt idx="29">
                  <c:v>99.877704609595455</c:v>
                </c:pt>
                <c:pt idx="30">
                  <c:v>100.43064701578336</c:v>
                </c:pt>
                <c:pt idx="31">
                  <c:v>100.73586286192116</c:v>
                </c:pt>
                <c:pt idx="32">
                  <c:v>100.33343785930802</c:v>
                </c:pt>
                <c:pt idx="33">
                  <c:v>100.03240305215843</c:v>
                </c:pt>
                <c:pt idx="34">
                  <c:v>100.13588376711611</c:v>
                </c:pt>
                <c:pt idx="35">
                  <c:v>100.38988188564859</c:v>
                </c:pt>
                <c:pt idx="36">
                  <c:v>100.42646597679524</c:v>
                </c:pt>
                <c:pt idx="37">
                  <c:v>100.37106721020176</c:v>
                </c:pt>
                <c:pt idx="38">
                  <c:v>100.54353506846451</c:v>
                </c:pt>
                <c:pt idx="39">
                  <c:v>101.53339604891816</c:v>
                </c:pt>
                <c:pt idx="40">
                  <c:v>100.98777046095955</c:v>
                </c:pt>
                <c:pt idx="41">
                  <c:v>101.08393435768789</c:v>
                </c:pt>
                <c:pt idx="42">
                  <c:v>101.81770670011501</c:v>
                </c:pt>
                <c:pt idx="43">
                  <c:v>101.79262046618589</c:v>
                </c:pt>
                <c:pt idx="44">
                  <c:v>102.21072436500472</c:v>
                </c:pt>
                <c:pt idx="45">
                  <c:v>103.11278352670639</c:v>
                </c:pt>
                <c:pt idx="46">
                  <c:v>103.78697606355183</c:v>
                </c:pt>
                <c:pt idx="47">
                  <c:v>103.54552106198395</c:v>
                </c:pt>
                <c:pt idx="48">
                  <c:v>102.40200689871436</c:v>
                </c:pt>
                <c:pt idx="49">
                  <c:v>102.96540190237278</c:v>
                </c:pt>
                <c:pt idx="50">
                  <c:v>103.61032716630086</c:v>
                </c:pt>
                <c:pt idx="51">
                  <c:v>103.47966969791996</c:v>
                </c:pt>
                <c:pt idx="52">
                  <c:v>103.58210515313058</c:v>
                </c:pt>
                <c:pt idx="53">
                  <c:v>103.08142573429501</c:v>
                </c:pt>
                <c:pt idx="54">
                  <c:v>102.40827845719666</c:v>
                </c:pt>
                <c:pt idx="55">
                  <c:v>102.67900073168187</c:v>
                </c:pt>
                <c:pt idx="56">
                  <c:v>102.95599456464939</c:v>
                </c:pt>
                <c:pt idx="57">
                  <c:v>102.95076826591414</c:v>
                </c:pt>
                <c:pt idx="58">
                  <c:v>103.0856067732832</c:v>
                </c:pt>
                <c:pt idx="59">
                  <c:v>103.2601651510401</c:v>
                </c:pt>
                <c:pt idx="60">
                  <c:v>103.2601651510401</c:v>
                </c:pt>
                <c:pt idx="61">
                  <c:v>103.57583359464832</c:v>
                </c:pt>
                <c:pt idx="62">
                  <c:v>102.85774014842693</c:v>
                </c:pt>
                <c:pt idx="63">
                  <c:v>102.21804118323409</c:v>
                </c:pt>
                <c:pt idx="64">
                  <c:v>102.76157625169859</c:v>
                </c:pt>
                <c:pt idx="65">
                  <c:v>103.09605937075365</c:v>
                </c:pt>
                <c:pt idx="66">
                  <c:v>103.48071495766702</c:v>
                </c:pt>
                <c:pt idx="67">
                  <c:v>103.97407755827327</c:v>
                </c:pt>
                <c:pt idx="68">
                  <c:v>104.10682554614829</c:v>
                </c:pt>
                <c:pt idx="69">
                  <c:v>104.26570502769948</c:v>
                </c:pt>
                <c:pt idx="70">
                  <c:v>104.31274171631659</c:v>
                </c:pt>
                <c:pt idx="71">
                  <c:v>104.45489704191502</c:v>
                </c:pt>
                <c:pt idx="72">
                  <c:v>104.83119055085201</c:v>
                </c:pt>
                <c:pt idx="73">
                  <c:v>104.39531723633336</c:v>
                </c:pt>
                <c:pt idx="74">
                  <c:v>104.86150308351637</c:v>
                </c:pt>
                <c:pt idx="75">
                  <c:v>105.0486045782378</c:v>
                </c:pt>
                <c:pt idx="76">
                  <c:v>105.34232256715802</c:v>
                </c:pt>
                <c:pt idx="77">
                  <c:v>105.53046932162654</c:v>
                </c:pt>
                <c:pt idx="78">
                  <c:v>104.93362600606262</c:v>
                </c:pt>
                <c:pt idx="79">
                  <c:v>105.13013483850749</c:v>
                </c:pt>
                <c:pt idx="80">
                  <c:v>105.80119159611174</c:v>
                </c:pt>
                <c:pt idx="81">
                  <c:v>106.35726978154081</c:v>
                </c:pt>
                <c:pt idx="82">
                  <c:v>106.9332079021638</c:v>
                </c:pt>
                <c:pt idx="83">
                  <c:v>107.61367199749147</c:v>
                </c:pt>
                <c:pt idx="84">
                  <c:v>108.31295076826598</c:v>
                </c:pt>
                <c:pt idx="85">
                  <c:v>107.61889829622669</c:v>
                </c:pt>
                <c:pt idx="86">
                  <c:v>108.43942719765869</c:v>
                </c:pt>
                <c:pt idx="87">
                  <c:v>108.14779972823253</c:v>
                </c:pt>
                <c:pt idx="88">
                  <c:v>107.23006167032514</c:v>
                </c:pt>
                <c:pt idx="89">
                  <c:v>108.44778927563507</c:v>
                </c:pt>
                <c:pt idx="90">
                  <c:v>108.35162537890673</c:v>
                </c:pt>
                <c:pt idx="91">
                  <c:v>108.3422180411833</c:v>
                </c:pt>
                <c:pt idx="92">
                  <c:v>108.62339291313899</c:v>
                </c:pt>
                <c:pt idx="93">
                  <c:v>108.54604369185751</c:v>
                </c:pt>
                <c:pt idx="94">
                  <c:v>109.59652973763988</c:v>
                </c:pt>
                <c:pt idx="95">
                  <c:v>109.29549493049031</c:v>
                </c:pt>
                <c:pt idx="96">
                  <c:v>108.9024772656006</c:v>
                </c:pt>
                <c:pt idx="97">
                  <c:v>108.03804745479262</c:v>
                </c:pt>
                <c:pt idx="98">
                  <c:v>108.50841434096382</c:v>
                </c:pt>
                <c:pt idx="99">
                  <c:v>107.37326225567064</c:v>
                </c:pt>
                <c:pt idx="100">
                  <c:v>107.81854290791271</c:v>
                </c:pt>
                <c:pt idx="101">
                  <c:v>106.69593393958408</c:v>
                </c:pt>
                <c:pt idx="102">
                  <c:v>106.46702205498077</c:v>
                </c:pt>
                <c:pt idx="103">
                  <c:v>106.67502874464316</c:v>
                </c:pt>
                <c:pt idx="104">
                  <c:v>106.43775478206345</c:v>
                </c:pt>
                <c:pt idx="105">
                  <c:v>106.26946796278887</c:v>
                </c:pt>
                <c:pt idx="106">
                  <c:v>106.26946796278887</c:v>
                </c:pt>
                <c:pt idx="107">
                  <c:v>106.35726978154081</c:v>
                </c:pt>
                <c:pt idx="108">
                  <c:v>107.13703355283796</c:v>
                </c:pt>
                <c:pt idx="109">
                  <c:v>106.43252848332817</c:v>
                </c:pt>
                <c:pt idx="110">
                  <c:v>106.76283056339507</c:v>
                </c:pt>
                <c:pt idx="111">
                  <c:v>107.07327270826804</c:v>
                </c:pt>
                <c:pt idx="112">
                  <c:v>106.94888679836941</c:v>
                </c:pt>
                <c:pt idx="113">
                  <c:v>107.18302498170794</c:v>
                </c:pt>
                <c:pt idx="114">
                  <c:v>107.89484686944704</c:v>
                </c:pt>
                <c:pt idx="115">
                  <c:v>108.86171213546567</c:v>
                </c:pt>
                <c:pt idx="116">
                  <c:v>109.83380370021951</c:v>
                </c:pt>
                <c:pt idx="117">
                  <c:v>110.29371798892026</c:v>
                </c:pt>
                <c:pt idx="118">
                  <c:v>109.91742447998328</c:v>
                </c:pt>
                <c:pt idx="119">
                  <c:v>108.32131284624229</c:v>
                </c:pt>
                <c:pt idx="120">
                  <c:v>109.43869551583569</c:v>
                </c:pt>
                <c:pt idx="121">
                  <c:v>109.43869551583569</c:v>
                </c:pt>
                <c:pt idx="122">
                  <c:v>109.1617016828682</c:v>
                </c:pt>
                <c:pt idx="123">
                  <c:v>108.91292986307099</c:v>
                </c:pt>
                <c:pt idx="124">
                  <c:v>109.15752064388003</c:v>
                </c:pt>
                <c:pt idx="125">
                  <c:v>108.90038674610645</c:v>
                </c:pt>
                <c:pt idx="126">
                  <c:v>108.64325284833285</c:v>
                </c:pt>
                <c:pt idx="127">
                  <c:v>109.23591512490856</c:v>
                </c:pt>
                <c:pt idx="128">
                  <c:v>109.8630709731368</c:v>
                </c:pt>
                <c:pt idx="129">
                  <c:v>109.42301661962998</c:v>
                </c:pt>
                <c:pt idx="130">
                  <c:v>109.89651928504233</c:v>
                </c:pt>
                <c:pt idx="131">
                  <c:v>109.89651928504233</c:v>
                </c:pt>
                <c:pt idx="132">
                  <c:v>111.35674715166718</c:v>
                </c:pt>
                <c:pt idx="133">
                  <c:v>111.94313786976063</c:v>
                </c:pt>
                <c:pt idx="134">
                  <c:v>111.97867670116024</c:v>
                </c:pt>
                <c:pt idx="135">
                  <c:v>111.85010975227347</c:v>
                </c:pt>
                <c:pt idx="136">
                  <c:v>112.91000313577925</c:v>
                </c:pt>
                <c:pt idx="137">
                  <c:v>112.96331138287864</c:v>
                </c:pt>
                <c:pt idx="138">
                  <c:v>112.84310651196823</c:v>
                </c:pt>
                <c:pt idx="139">
                  <c:v>113.45667398348489</c:v>
                </c:pt>
                <c:pt idx="140">
                  <c:v>112.95390404515524</c:v>
                </c:pt>
                <c:pt idx="141">
                  <c:v>112.22535800146336</c:v>
                </c:pt>
                <c:pt idx="142">
                  <c:v>111.51040033448311</c:v>
                </c:pt>
                <c:pt idx="143">
                  <c:v>111.9222326748197</c:v>
                </c:pt>
                <c:pt idx="144">
                  <c:v>111.74871955680987</c:v>
                </c:pt>
                <c:pt idx="145">
                  <c:v>111.5605728023414</c:v>
                </c:pt>
                <c:pt idx="146">
                  <c:v>111.30239364482075</c:v>
                </c:pt>
                <c:pt idx="147">
                  <c:v>112.04034702623602</c:v>
                </c:pt>
                <c:pt idx="148">
                  <c:v>111.26999059266228</c:v>
                </c:pt>
                <c:pt idx="149">
                  <c:v>111.16441935821052</c:v>
                </c:pt>
                <c:pt idx="150">
                  <c:v>110.69614299153341</c:v>
                </c:pt>
                <c:pt idx="151">
                  <c:v>110.22264032612104</c:v>
                </c:pt>
                <c:pt idx="152">
                  <c:v>111.04944078603532</c:v>
                </c:pt>
                <c:pt idx="153">
                  <c:v>111.32643461900282</c:v>
                </c:pt>
                <c:pt idx="154">
                  <c:v>110.47663844465347</c:v>
                </c:pt>
                <c:pt idx="155">
                  <c:v>111.44663948991322</c:v>
                </c:pt>
                <c:pt idx="156">
                  <c:v>111.25222117696245</c:v>
                </c:pt>
                <c:pt idx="157">
                  <c:v>111.18846033239255</c:v>
                </c:pt>
                <c:pt idx="158">
                  <c:v>109.95714435037104</c:v>
                </c:pt>
                <c:pt idx="159">
                  <c:v>109.84634681718404</c:v>
                </c:pt>
                <c:pt idx="160">
                  <c:v>110.41183234033653</c:v>
                </c:pt>
                <c:pt idx="161">
                  <c:v>111.36824500888466</c:v>
                </c:pt>
                <c:pt idx="162">
                  <c:v>111.32016306052047</c:v>
                </c:pt>
                <c:pt idx="163">
                  <c:v>111.39751228180199</c:v>
                </c:pt>
                <c:pt idx="164">
                  <c:v>112.34869865161491</c:v>
                </c:pt>
                <c:pt idx="165">
                  <c:v>113.06470157834218</c:v>
                </c:pt>
                <c:pt idx="166">
                  <c:v>113.98139437650252</c:v>
                </c:pt>
                <c:pt idx="167">
                  <c:v>113.54029476324861</c:v>
                </c:pt>
                <c:pt idx="168">
                  <c:v>113.59569352984212</c:v>
                </c:pt>
                <c:pt idx="169">
                  <c:v>113.37932476220334</c:v>
                </c:pt>
                <c:pt idx="170">
                  <c:v>113.72739625797003</c:v>
                </c:pt>
                <c:pt idx="171">
                  <c:v>113.76084456987552</c:v>
                </c:pt>
                <c:pt idx="172">
                  <c:v>113.69603846555862</c:v>
                </c:pt>
                <c:pt idx="173">
                  <c:v>113.61973450402418</c:v>
                </c:pt>
                <c:pt idx="174">
                  <c:v>114.65558691334792</c:v>
                </c:pt>
                <c:pt idx="175">
                  <c:v>114.49148113306153</c:v>
                </c:pt>
                <c:pt idx="176">
                  <c:v>114.49148113306153</c:v>
                </c:pt>
                <c:pt idx="177">
                  <c:v>115.20225776105356</c:v>
                </c:pt>
                <c:pt idx="178">
                  <c:v>114.81133061565792</c:v>
                </c:pt>
                <c:pt idx="179">
                  <c:v>114.67231106930065</c:v>
                </c:pt>
                <c:pt idx="180">
                  <c:v>113.93644820737946</c:v>
                </c:pt>
                <c:pt idx="181">
                  <c:v>113.23298839761672</c:v>
                </c:pt>
                <c:pt idx="182">
                  <c:v>114.78519912198173</c:v>
                </c:pt>
                <c:pt idx="183">
                  <c:v>114.62109334169533</c:v>
                </c:pt>
                <c:pt idx="184">
                  <c:v>114.70575938120616</c:v>
                </c:pt>
                <c:pt idx="185">
                  <c:v>114.73189087488237</c:v>
                </c:pt>
                <c:pt idx="186">
                  <c:v>114.70366886171207</c:v>
                </c:pt>
                <c:pt idx="187">
                  <c:v>115.20330302080062</c:v>
                </c:pt>
                <c:pt idx="188">
                  <c:v>115.64962893278975</c:v>
                </c:pt>
                <c:pt idx="189">
                  <c:v>116.39280861294029</c:v>
                </c:pt>
                <c:pt idx="190">
                  <c:v>118.31504128775998</c:v>
                </c:pt>
                <c:pt idx="191">
                  <c:v>119.26727291731996</c:v>
                </c:pt>
                <c:pt idx="192">
                  <c:v>119.27040869656111</c:v>
                </c:pt>
                <c:pt idx="193">
                  <c:v>117.70042855649631</c:v>
                </c:pt>
                <c:pt idx="194">
                  <c:v>117.33458764502983</c:v>
                </c:pt>
                <c:pt idx="195">
                  <c:v>117.19138705968439</c:v>
                </c:pt>
                <c:pt idx="196">
                  <c:v>116.80255043378286</c:v>
                </c:pt>
                <c:pt idx="197">
                  <c:v>115.04651405874365</c:v>
                </c:pt>
                <c:pt idx="198">
                  <c:v>116.24124594961852</c:v>
                </c:pt>
                <c:pt idx="199">
                  <c:v>117.33876868401799</c:v>
                </c:pt>
                <c:pt idx="200">
                  <c:v>117.90007316818229</c:v>
                </c:pt>
                <c:pt idx="201">
                  <c:v>118.26486881990174</c:v>
                </c:pt>
                <c:pt idx="202">
                  <c:v>118.34535382042434</c:v>
                </c:pt>
                <c:pt idx="203">
                  <c:v>118.44883453538198</c:v>
                </c:pt>
                <c:pt idx="204">
                  <c:v>117.44852095745787</c:v>
                </c:pt>
                <c:pt idx="205">
                  <c:v>118.43942719765859</c:v>
                </c:pt>
                <c:pt idx="206">
                  <c:v>117.10985679941463</c:v>
                </c:pt>
                <c:pt idx="207">
                  <c:v>117.20497543639594</c:v>
                </c:pt>
                <c:pt idx="208">
                  <c:v>118.09762726037417</c:v>
                </c:pt>
                <c:pt idx="209">
                  <c:v>117.98996550642831</c:v>
                </c:pt>
                <c:pt idx="210">
                  <c:v>117.08163478624432</c:v>
                </c:pt>
                <c:pt idx="211">
                  <c:v>117.05759381206225</c:v>
                </c:pt>
                <c:pt idx="212">
                  <c:v>115.97156893488027</c:v>
                </c:pt>
                <c:pt idx="213">
                  <c:v>114.66499425107133</c:v>
                </c:pt>
                <c:pt idx="214">
                  <c:v>115.59213964670215</c:v>
                </c:pt>
                <c:pt idx="215">
                  <c:v>115.76460750496493</c:v>
                </c:pt>
                <c:pt idx="216">
                  <c:v>116.57468380892647</c:v>
                </c:pt>
                <c:pt idx="217">
                  <c:v>116.52660186056229</c:v>
                </c:pt>
                <c:pt idx="218">
                  <c:v>116.38444653496389</c:v>
                </c:pt>
                <c:pt idx="219">
                  <c:v>118.04118323403361</c:v>
                </c:pt>
                <c:pt idx="220">
                  <c:v>115.89526497334582</c:v>
                </c:pt>
                <c:pt idx="221">
                  <c:v>115.10400334483114</c:v>
                </c:pt>
                <c:pt idx="222">
                  <c:v>114.59809762726032</c:v>
                </c:pt>
                <c:pt idx="223">
                  <c:v>115.55241977631438</c:v>
                </c:pt>
                <c:pt idx="224">
                  <c:v>113.10337618898293</c:v>
                </c:pt>
                <c:pt idx="225">
                  <c:v>111.1027490331347</c:v>
                </c:pt>
                <c:pt idx="226">
                  <c:v>111.48740462004803</c:v>
                </c:pt>
                <c:pt idx="227">
                  <c:v>111.21981812480396</c:v>
                </c:pt>
                <c:pt idx="228">
                  <c:v>111.09125117591717</c:v>
                </c:pt>
                <c:pt idx="229">
                  <c:v>111.52294345144763</c:v>
                </c:pt>
                <c:pt idx="230">
                  <c:v>111.76962475175075</c:v>
                </c:pt>
                <c:pt idx="231">
                  <c:v>112.71558482282838</c:v>
                </c:pt>
                <c:pt idx="232">
                  <c:v>112.07484059788848</c:v>
                </c:pt>
                <c:pt idx="233">
                  <c:v>110.87697292777244</c:v>
                </c:pt>
                <c:pt idx="234">
                  <c:v>110.87697292777244</c:v>
                </c:pt>
                <c:pt idx="235">
                  <c:v>110.75467753736794</c:v>
                </c:pt>
                <c:pt idx="236">
                  <c:v>111.50935507473598</c:v>
                </c:pt>
                <c:pt idx="237">
                  <c:v>111.65673669906965</c:v>
                </c:pt>
                <c:pt idx="238">
                  <c:v>110.74527019964455</c:v>
                </c:pt>
                <c:pt idx="239">
                  <c:v>109.46796278875293</c:v>
                </c:pt>
                <c:pt idx="240">
                  <c:v>109.2766802550433</c:v>
                </c:pt>
                <c:pt idx="241">
                  <c:v>110.05435350684637</c:v>
                </c:pt>
                <c:pt idx="242">
                  <c:v>110.356433573743</c:v>
                </c:pt>
                <c:pt idx="243">
                  <c:v>109.85679941465446</c:v>
                </c:pt>
                <c:pt idx="244">
                  <c:v>109.5160447371171</c:v>
                </c:pt>
                <c:pt idx="245">
                  <c:v>109.55367408801082</c:v>
                </c:pt>
                <c:pt idx="246">
                  <c:v>109.88920246681293</c:v>
                </c:pt>
                <c:pt idx="247">
                  <c:v>108.68610849796168</c:v>
                </c:pt>
                <c:pt idx="248">
                  <c:v>108.46660395108178</c:v>
                </c:pt>
                <c:pt idx="249">
                  <c:v>109.29026863175494</c:v>
                </c:pt>
                <c:pt idx="250">
                  <c:v>109.43974077558264</c:v>
                </c:pt>
                <c:pt idx="251">
                  <c:v>109.46064597052356</c:v>
                </c:pt>
                <c:pt idx="252">
                  <c:v>108.67042960175591</c:v>
                </c:pt>
                <c:pt idx="253">
                  <c:v>108.87634577192421</c:v>
                </c:pt>
                <c:pt idx="254">
                  <c:v>109.15961116337397</c:v>
                </c:pt>
                <c:pt idx="255">
                  <c:v>109.03522525347533</c:v>
                </c:pt>
                <c:pt idx="256">
                  <c:v>109.03522525347533</c:v>
                </c:pt>
                <c:pt idx="257">
                  <c:v>108.894115187624</c:v>
                </c:pt>
                <c:pt idx="258">
                  <c:v>109.19096895578537</c:v>
                </c:pt>
                <c:pt idx="259">
                  <c:v>108.53559109438683</c:v>
                </c:pt>
                <c:pt idx="260">
                  <c:v>100</c:v>
                </c:pt>
                <c:pt idx="261">
                  <c:v>100</c:v>
                </c:pt>
                <c:pt idx="262">
                  <c:v>100.96211433318523</c:v>
                </c:pt>
                <c:pt idx="263">
                  <c:v>100.70130020671935</c:v>
                </c:pt>
                <c:pt idx="264">
                  <c:v>101.46828693417824</c:v>
                </c:pt>
                <c:pt idx="265">
                  <c:v>100.34485423388267</c:v>
                </c:pt>
                <c:pt idx="266">
                  <c:v>99.496725333745502</c:v>
                </c:pt>
                <c:pt idx="267">
                  <c:v>99.723730221595403</c:v>
                </c:pt>
                <c:pt idx="268">
                  <c:v>99.677363265779235</c:v>
                </c:pt>
                <c:pt idx="269">
                  <c:v>98.767411757887189</c:v>
                </c:pt>
                <c:pt idx="270">
                  <c:v>98.726840671548047</c:v>
                </c:pt>
                <c:pt idx="271">
                  <c:v>98.726840671548047</c:v>
                </c:pt>
                <c:pt idx="272">
                  <c:v>98.906512625335623</c:v>
                </c:pt>
                <c:pt idx="273">
                  <c:v>98.880431212689032</c:v>
                </c:pt>
                <c:pt idx="274">
                  <c:v>98.585807847607228</c:v>
                </c:pt>
                <c:pt idx="275">
                  <c:v>98.541372848283416</c:v>
                </c:pt>
                <c:pt idx="276">
                  <c:v>98.663086107300828</c:v>
                </c:pt>
                <c:pt idx="277">
                  <c:v>98.450570893143436</c:v>
                </c:pt>
                <c:pt idx="278">
                  <c:v>98.182994918954364</c:v>
                </c:pt>
                <c:pt idx="279">
                  <c:v>98.374258611695993</c:v>
                </c:pt>
                <c:pt idx="280">
                  <c:v>98.459264697358947</c:v>
                </c:pt>
                <c:pt idx="281">
                  <c:v>98.796391105272207</c:v>
                </c:pt>
                <c:pt idx="282">
                  <c:v>98.6234809992078</c:v>
                </c:pt>
                <c:pt idx="283">
                  <c:v>97.773420142578289</c:v>
                </c:pt>
                <c:pt idx="284">
                  <c:v>98.288286547786853</c:v>
                </c:pt>
                <c:pt idx="285">
                  <c:v>99.413651204574791</c:v>
                </c:pt>
                <c:pt idx="286">
                  <c:v>100.09563184637075</c:v>
                </c:pt>
                <c:pt idx="287">
                  <c:v>99.908232066613806</c:v>
                </c:pt>
                <c:pt idx="288">
                  <c:v>99.890844458182741</c:v>
                </c:pt>
                <c:pt idx="289">
                  <c:v>99.709240547902795</c:v>
                </c:pt>
                <c:pt idx="290">
                  <c:v>100.10432565058625</c:v>
                </c:pt>
                <c:pt idx="291">
                  <c:v>99.829021850427836</c:v>
                </c:pt>
                <c:pt idx="292">
                  <c:v>99.720832286856805</c:v>
                </c:pt>
                <c:pt idx="293">
                  <c:v>100.38735727671401</c:v>
                </c:pt>
                <c:pt idx="294">
                  <c:v>100.32263673422062</c:v>
                </c:pt>
                <c:pt idx="295">
                  <c:v>100.32843260369764</c:v>
                </c:pt>
                <c:pt idx="296">
                  <c:v>100.32843260369764</c:v>
                </c:pt>
                <c:pt idx="297">
                  <c:v>100.63174977299499</c:v>
                </c:pt>
                <c:pt idx="298">
                  <c:v>101.02683487567849</c:v>
                </c:pt>
                <c:pt idx="299">
                  <c:v>101.03939259287867</c:v>
                </c:pt>
                <c:pt idx="300">
                  <c:v>101.63443519251931</c:v>
                </c:pt>
                <c:pt idx="301">
                  <c:v>101.11184096134141</c:v>
                </c:pt>
                <c:pt idx="302">
                  <c:v>101.30117269759072</c:v>
                </c:pt>
                <c:pt idx="303">
                  <c:v>100.92830509456914</c:v>
                </c:pt>
                <c:pt idx="304">
                  <c:v>101.45379726048554</c:v>
                </c:pt>
                <c:pt idx="305">
                  <c:v>100.96501226792358</c:v>
                </c:pt>
                <c:pt idx="306">
                  <c:v>100.79982998782852</c:v>
                </c:pt>
                <c:pt idx="307">
                  <c:v>102.0217924692334</c:v>
                </c:pt>
                <c:pt idx="308">
                  <c:v>102.06332953381872</c:v>
                </c:pt>
                <c:pt idx="309">
                  <c:v>101.72620312590541</c:v>
                </c:pt>
                <c:pt idx="310">
                  <c:v>101.01814107146286</c:v>
                </c:pt>
                <c:pt idx="311">
                  <c:v>100.07051641197022</c:v>
                </c:pt>
                <c:pt idx="312">
                  <c:v>100.07244836846253</c:v>
                </c:pt>
                <c:pt idx="313">
                  <c:v>101.08575954869475</c:v>
                </c:pt>
                <c:pt idx="314">
                  <c:v>100.86551650856804</c:v>
                </c:pt>
                <c:pt idx="315">
                  <c:v>100.17967195378741</c:v>
                </c:pt>
                <c:pt idx="316">
                  <c:v>99.767199242672874</c:v>
                </c:pt>
                <c:pt idx="317">
                  <c:v>99.743049786518625</c:v>
                </c:pt>
                <c:pt idx="318">
                  <c:v>98.864009582504025</c:v>
                </c:pt>
                <c:pt idx="319">
                  <c:v>99.043681536291629</c:v>
                </c:pt>
                <c:pt idx="320">
                  <c:v>99.607812832054833</c:v>
                </c:pt>
                <c:pt idx="321">
                  <c:v>99.357624466296841</c:v>
                </c:pt>
                <c:pt idx="322">
                  <c:v>98.945151755182309</c:v>
                </c:pt>
                <c:pt idx="323">
                  <c:v>99.148007186877962</c:v>
                </c:pt>
                <c:pt idx="324">
                  <c:v>98.668881976777698</c:v>
                </c:pt>
                <c:pt idx="325">
                  <c:v>99.018566101891196</c:v>
                </c:pt>
                <c:pt idx="326">
                  <c:v>98.619617086223016</c:v>
                </c:pt>
                <c:pt idx="327">
                  <c:v>98.12986611541487</c:v>
                </c:pt>
                <c:pt idx="328">
                  <c:v>98.386816328896089</c:v>
                </c:pt>
                <c:pt idx="329">
                  <c:v>98.357836981510971</c:v>
                </c:pt>
                <c:pt idx="330">
                  <c:v>98.618651107976845</c:v>
                </c:pt>
                <c:pt idx="331">
                  <c:v>99.088116535615427</c:v>
                </c:pt>
                <c:pt idx="332">
                  <c:v>98.726840671547862</c:v>
                </c:pt>
                <c:pt idx="333">
                  <c:v>98.046791986244259</c:v>
                </c:pt>
                <c:pt idx="334">
                  <c:v>97.574428623867178</c:v>
                </c:pt>
                <c:pt idx="335">
                  <c:v>98.097022855045097</c:v>
                </c:pt>
                <c:pt idx="336">
                  <c:v>98.62927686868467</c:v>
                </c:pt>
                <c:pt idx="337">
                  <c:v>98.28345665655587</c:v>
                </c:pt>
                <c:pt idx="338">
                  <c:v>98.498869805451776</c:v>
                </c:pt>
                <c:pt idx="339">
                  <c:v>98.375224589942036</c:v>
                </c:pt>
                <c:pt idx="340">
                  <c:v>98.357836981510985</c:v>
                </c:pt>
                <c:pt idx="341">
                  <c:v>97.899963292826456</c:v>
                </c:pt>
                <c:pt idx="342">
                  <c:v>98.39744208960397</c:v>
                </c:pt>
                <c:pt idx="343">
                  <c:v>98.014914704120699</c:v>
                </c:pt>
                <c:pt idx="344">
                  <c:v>98.0496899209828</c:v>
                </c:pt>
                <c:pt idx="345">
                  <c:v>98.200382527385287</c:v>
                </c:pt>
                <c:pt idx="346">
                  <c:v>98.675643824500867</c:v>
                </c:pt>
                <c:pt idx="347">
                  <c:v>98.489210022990065</c:v>
                </c:pt>
                <c:pt idx="348">
                  <c:v>97.895133401595587</c:v>
                </c:pt>
                <c:pt idx="349">
                  <c:v>97.949228183381067</c:v>
                </c:pt>
                <c:pt idx="350">
                  <c:v>97.770522207839619</c:v>
                </c:pt>
                <c:pt idx="351">
                  <c:v>97.927976661965317</c:v>
                </c:pt>
                <c:pt idx="352">
                  <c:v>98.148219702092035</c:v>
                </c:pt>
                <c:pt idx="353">
                  <c:v>98.024574486582296</c:v>
                </c:pt>
                <c:pt idx="354">
                  <c:v>98.585807847607001</c:v>
                </c:pt>
                <c:pt idx="355">
                  <c:v>99.187612294970833</c:v>
                </c:pt>
                <c:pt idx="356">
                  <c:v>98.949015668166865</c:v>
                </c:pt>
                <c:pt idx="357">
                  <c:v>99.074592840168933</c:v>
                </c:pt>
                <c:pt idx="358">
                  <c:v>99.381773922450989</c:v>
                </c:pt>
                <c:pt idx="359">
                  <c:v>100.05989065126224</c:v>
                </c:pt>
                <c:pt idx="360">
                  <c:v>99.687023048240647</c:v>
                </c:pt>
                <c:pt idx="361">
                  <c:v>99.687023048240647</c:v>
                </c:pt>
                <c:pt idx="362">
                  <c:v>99.967156739629914</c:v>
                </c:pt>
                <c:pt idx="363">
                  <c:v>100.35258205985171</c:v>
                </c:pt>
                <c:pt idx="364">
                  <c:v>100.70419814145755</c:v>
                </c:pt>
                <c:pt idx="365">
                  <c:v>100.66072912037991</c:v>
                </c:pt>
                <c:pt idx="366">
                  <c:v>100.66072912037991</c:v>
                </c:pt>
                <c:pt idx="367">
                  <c:v>100.62112401228694</c:v>
                </c:pt>
                <c:pt idx="368">
                  <c:v>100.77664650992031</c:v>
                </c:pt>
                <c:pt idx="369">
                  <c:v>100.03670717335419</c:v>
                </c:pt>
                <c:pt idx="370">
                  <c:v>100.47622727536148</c:v>
                </c:pt>
                <c:pt idx="371">
                  <c:v>100.46366955816126</c:v>
                </c:pt>
                <c:pt idx="372">
                  <c:v>100.58248488244016</c:v>
                </c:pt>
                <c:pt idx="373">
                  <c:v>100.55736944803974</c:v>
                </c:pt>
                <c:pt idx="374">
                  <c:v>99.827089893935309</c:v>
                </c:pt>
                <c:pt idx="375">
                  <c:v>100.03380923861565</c:v>
                </c:pt>
                <c:pt idx="376">
                  <c:v>100.12750912849413</c:v>
                </c:pt>
                <c:pt idx="377">
                  <c:v>99.822260002704425</c:v>
                </c:pt>
                <c:pt idx="378">
                  <c:v>99.445528486698166</c:v>
                </c:pt>
                <c:pt idx="379">
                  <c:v>98.640868607638652</c:v>
                </c:pt>
                <c:pt idx="380">
                  <c:v>98.764513823148405</c:v>
                </c:pt>
                <c:pt idx="381">
                  <c:v>99.034021753829819</c:v>
                </c:pt>
                <c:pt idx="382">
                  <c:v>99.051409362260884</c:v>
                </c:pt>
                <c:pt idx="383">
                  <c:v>98.598365564807196</c:v>
                </c:pt>
                <c:pt idx="384">
                  <c:v>98.902648712350697</c:v>
                </c:pt>
                <c:pt idx="385">
                  <c:v>99.402059465620539</c:v>
                </c:pt>
                <c:pt idx="386">
                  <c:v>99.198238055678686</c:v>
                </c:pt>
                <c:pt idx="387">
                  <c:v>99.005042406444716</c:v>
                </c:pt>
                <c:pt idx="388">
                  <c:v>99.403991422112881</c:v>
                </c:pt>
                <c:pt idx="389">
                  <c:v>99.826123915689124</c:v>
                </c:pt>
                <c:pt idx="390">
                  <c:v>99.410753269836079</c:v>
                </c:pt>
                <c:pt idx="391">
                  <c:v>99.484167616544966</c:v>
                </c:pt>
                <c:pt idx="392">
                  <c:v>99.533432507099633</c:v>
                </c:pt>
                <c:pt idx="393">
                  <c:v>99.856069241320384</c:v>
                </c:pt>
                <c:pt idx="394">
                  <c:v>99.656111744363216</c:v>
                </c:pt>
                <c:pt idx="395">
                  <c:v>98.792527192287338</c:v>
                </c:pt>
                <c:pt idx="396">
                  <c:v>98.50273371843636</c:v>
                </c:pt>
                <c:pt idx="397">
                  <c:v>98.270898939355575</c:v>
                </c:pt>
                <c:pt idx="398">
                  <c:v>97.10109928324384</c:v>
                </c:pt>
                <c:pt idx="399">
                  <c:v>96.375649620370226</c:v>
                </c:pt>
                <c:pt idx="400">
                  <c:v>96.514750487818716</c:v>
                </c:pt>
                <c:pt idx="401">
                  <c:v>96.445200054094485</c:v>
                </c:pt>
                <c:pt idx="402">
                  <c:v>96.540831900465307</c:v>
                </c:pt>
                <c:pt idx="403">
                  <c:v>96.869264504163041</c:v>
                </c:pt>
                <c:pt idx="404">
                  <c:v>97.447885473618783</c:v>
                </c:pt>
                <c:pt idx="405">
                  <c:v>97.632387318637214</c:v>
                </c:pt>
                <c:pt idx="406">
                  <c:v>97.898031336333929</c:v>
                </c:pt>
                <c:pt idx="407">
                  <c:v>97.900929271072442</c:v>
                </c:pt>
                <c:pt idx="408">
                  <c:v>97.454647321341952</c:v>
                </c:pt>
                <c:pt idx="409">
                  <c:v>98.310504047448447</c:v>
                </c:pt>
                <c:pt idx="410">
                  <c:v>98.164641332276801</c:v>
                </c:pt>
                <c:pt idx="411">
                  <c:v>98.38971426363436</c:v>
                </c:pt>
                <c:pt idx="412">
                  <c:v>98.82247251791847</c:v>
                </c:pt>
                <c:pt idx="413">
                  <c:v>99.099708274569224</c:v>
                </c:pt>
                <c:pt idx="414">
                  <c:v>99.053341318753056</c:v>
                </c:pt>
                <c:pt idx="415">
                  <c:v>98.546202739513845</c:v>
                </c:pt>
                <c:pt idx="416">
                  <c:v>98.575182086898948</c:v>
                </c:pt>
                <c:pt idx="417">
                  <c:v>99.039817623306689</c:v>
                </c:pt>
                <c:pt idx="418">
                  <c:v>99.003110449952231</c:v>
                </c:pt>
                <c:pt idx="419">
                  <c:v>99.035953710322019</c:v>
                </c:pt>
                <c:pt idx="420">
                  <c:v>99.343134792604062</c:v>
                </c:pt>
                <c:pt idx="421">
                  <c:v>99.679295222271193</c:v>
                </c:pt>
                <c:pt idx="422">
                  <c:v>99.697648808948443</c:v>
                </c:pt>
                <c:pt idx="423">
                  <c:v>99.912095979598163</c:v>
                </c:pt>
                <c:pt idx="424">
                  <c:v>100.04829891230813</c:v>
                </c:pt>
                <c:pt idx="425">
                  <c:v>99.858001197812655</c:v>
                </c:pt>
                <c:pt idx="426">
                  <c:v>99.785552829349911</c:v>
                </c:pt>
                <c:pt idx="427">
                  <c:v>100.03960510809262</c:v>
                </c:pt>
                <c:pt idx="428">
                  <c:v>99.900504240644153</c:v>
                </c:pt>
                <c:pt idx="429">
                  <c:v>100.44434999323781</c:v>
                </c:pt>
                <c:pt idx="430">
                  <c:v>100.53611792662396</c:v>
                </c:pt>
                <c:pt idx="431">
                  <c:v>100.51776433994674</c:v>
                </c:pt>
                <c:pt idx="432">
                  <c:v>100.0086938042152</c:v>
                </c:pt>
                <c:pt idx="433">
                  <c:v>99.647417940147648</c:v>
                </c:pt>
                <c:pt idx="434">
                  <c:v>100.09369988987815</c:v>
                </c:pt>
                <c:pt idx="435">
                  <c:v>100.68970846776497</c:v>
                </c:pt>
                <c:pt idx="436">
                  <c:v>100.68970846776497</c:v>
                </c:pt>
                <c:pt idx="437">
                  <c:v>101.241282046328</c:v>
                </c:pt>
                <c:pt idx="438">
                  <c:v>101.29344487162115</c:v>
                </c:pt>
                <c:pt idx="439">
                  <c:v>101.48470856436278</c:v>
                </c:pt>
                <c:pt idx="440">
                  <c:v>101.51465388999405</c:v>
                </c:pt>
                <c:pt idx="441">
                  <c:v>101.01137922373954</c:v>
                </c:pt>
                <c:pt idx="442">
                  <c:v>101.14854813469569</c:v>
                </c:pt>
                <c:pt idx="443">
                  <c:v>101.20167693823504</c:v>
                </c:pt>
                <c:pt idx="444">
                  <c:v>101.81893703753759</c:v>
                </c:pt>
                <c:pt idx="445">
                  <c:v>101.7387608431055</c:v>
                </c:pt>
                <c:pt idx="446">
                  <c:v>101.6228434535651</c:v>
                </c:pt>
                <c:pt idx="447">
                  <c:v>101.55619095457936</c:v>
                </c:pt>
                <c:pt idx="448">
                  <c:v>101.74455671258252</c:v>
                </c:pt>
                <c:pt idx="449">
                  <c:v>101.77836595119845</c:v>
                </c:pt>
                <c:pt idx="450">
                  <c:v>101.99088116535582</c:v>
                </c:pt>
                <c:pt idx="451">
                  <c:v>102.39176213751631</c:v>
                </c:pt>
                <c:pt idx="452">
                  <c:v>102.6168350688739</c:v>
                </c:pt>
                <c:pt idx="453">
                  <c:v>103.0370356059578</c:v>
                </c:pt>
                <c:pt idx="454">
                  <c:v>102.61007322115073</c:v>
                </c:pt>
                <c:pt idx="455">
                  <c:v>102.56177430884225</c:v>
                </c:pt>
                <c:pt idx="456">
                  <c:v>103.26693842854628</c:v>
                </c:pt>
                <c:pt idx="457">
                  <c:v>103.35967234017861</c:v>
                </c:pt>
                <c:pt idx="458">
                  <c:v>103.16551071269845</c:v>
                </c:pt>
                <c:pt idx="459">
                  <c:v>102.71439887173709</c:v>
                </c:pt>
                <c:pt idx="460">
                  <c:v>102.43619713684015</c:v>
                </c:pt>
                <c:pt idx="461">
                  <c:v>102.47387028844078</c:v>
                </c:pt>
                <c:pt idx="462">
                  <c:v>102.22464790092894</c:v>
                </c:pt>
                <c:pt idx="463">
                  <c:v>102.21981800969809</c:v>
                </c:pt>
                <c:pt idx="464">
                  <c:v>102.97231506346444</c:v>
                </c:pt>
                <c:pt idx="465">
                  <c:v>103.01964799752675</c:v>
                </c:pt>
                <c:pt idx="466">
                  <c:v>102.62842680782794</c:v>
                </c:pt>
                <c:pt idx="467">
                  <c:v>102.63518865555112</c:v>
                </c:pt>
                <c:pt idx="468">
                  <c:v>102.93947180309463</c:v>
                </c:pt>
                <c:pt idx="469">
                  <c:v>102.63808659028962</c:v>
                </c:pt>
                <c:pt idx="470">
                  <c:v>102.55114854813432</c:v>
                </c:pt>
                <c:pt idx="471">
                  <c:v>101.94548018778582</c:v>
                </c:pt>
                <c:pt idx="472">
                  <c:v>102.65450822047451</c:v>
                </c:pt>
                <c:pt idx="473">
                  <c:v>102.90373060798638</c:v>
                </c:pt>
                <c:pt idx="474">
                  <c:v>102.97521299820293</c:v>
                </c:pt>
                <c:pt idx="475">
                  <c:v>102.93367593361762</c:v>
                </c:pt>
                <c:pt idx="476">
                  <c:v>102.50961148354905</c:v>
                </c:pt>
                <c:pt idx="477">
                  <c:v>103.03413767121931</c:v>
                </c:pt>
                <c:pt idx="478">
                  <c:v>103.24761886362285</c:v>
                </c:pt>
                <c:pt idx="479">
                  <c:v>102.51347539653371</c:v>
                </c:pt>
                <c:pt idx="480">
                  <c:v>101.44800139100832</c:v>
                </c:pt>
                <c:pt idx="481">
                  <c:v>101.63540117076528</c:v>
                </c:pt>
                <c:pt idx="482">
                  <c:v>101.95127605726282</c:v>
                </c:pt>
                <c:pt idx="483">
                  <c:v>102.00054094781746</c:v>
                </c:pt>
                <c:pt idx="484">
                  <c:v>102.30675605185328</c:v>
                </c:pt>
                <c:pt idx="485">
                  <c:v>102.25942311779094</c:v>
                </c:pt>
                <c:pt idx="486">
                  <c:v>102.03724812117187</c:v>
                </c:pt>
                <c:pt idx="487">
                  <c:v>100.51293444871578</c:v>
                </c:pt>
                <c:pt idx="488">
                  <c:v>100.84233303065972</c:v>
                </c:pt>
                <c:pt idx="489">
                  <c:v>100.79886400958208</c:v>
                </c:pt>
                <c:pt idx="490">
                  <c:v>100.38156140723667</c:v>
                </c:pt>
                <c:pt idx="491">
                  <c:v>99.918857827321304</c:v>
                </c:pt>
                <c:pt idx="492">
                  <c:v>100.0415370645849</c:v>
                </c:pt>
                <c:pt idx="493">
                  <c:v>100.38445934197523</c:v>
                </c:pt>
                <c:pt idx="494">
                  <c:v>100.38445934197523</c:v>
                </c:pt>
                <c:pt idx="495">
                  <c:v>99.885048588705402</c:v>
                </c:pt>
                <c:pt idx="496">
                  <c:v>99.687989026486747</c:v>
                </c:pt>
                <c:pt idx="497">
                  <c:v>99.250400880971796</c:v>
                </c:pt>
                <c:pt idx="498">
                  <c:v>99.26875446764906</c:v>
                </c:pt>
                <c:pt idx="499">
                  <c:v>99.975850543845425</c:v>
                </c:pt>
                <c:pt idx="500">
                  <c:v>99.754641525472508</c:v>
                </c:pt>
                <c:pt idx="501">
                  <c:v>100.18353586677193</c:v>
                </c:pt>
                <c:pt idx="502">
                  <c:v>100.51003651397735</c:v>
                </c:pt>
                <c:pt idx="503">
                  <c:v>100.60953227333287</c:v>
                </c:pt>
                <c:pt idx="504">
                  <c:v>100.01835358667689</c:v>
                </c:pt>
                <c:pt idx="505">
                  <c:v>100.4713973841306</c:v>
                </c:pt>
                <c:pt idx="506">
                  <c:v>100.55350553505505</c:v>
                </c:pt>
                <c:pt idx="507">
                  <c:v>100.33133053843595</c:v>
                </c:pt>
                <c:pt idx="508">
                  <c:v>99.369216205250751</c:v>
                </c:pt>
                <c:pt idx="509">
                  <c:v>98.487278066497637</c:v>
                </c:pt>
                <c:pt idx="510">
                  <c:v>99.061069144722552</c:v>
                </c:pt>
                <c:pt idx="511">
                  <c:v>99.071694905430434</c:v>
                </c:pt>
                <c:pt idx="512">
                  <c:v>98.69109947643949</c:v>
                </c:pt>
                <c:pt idx="513">
                  <c:v>98.923900233766432</c:v>
                </c:pt>
                <c:pt idx="514">
                  <c:v>98.378122524680435</c:v>
                </c:pt>
                <c:pt idx="515">
                  <c:v>98.238055678985802</c:v>
                </c:pt>
                <c:pt idx="516">
                  <c:v>98.238055678985802</c:v>
                </c:pt>
                <c:pt idx="517">
                  <c:v>98.013948725874386</c:v>
                </c:pt>
                <c:pt idx="518">
                  <c:v>97.550279167712858</c:v>
                </c:pt>
                <c:pt idx="519">
                  <c:v>97.785011881532114</c:v>
                </c:pt>
                <c:pt idx="520">
                  <c:v>100</c:v>
                </c:pt>
                <c:pt idx="521">
                  <c:v>100</c:v>
                </c:pt>
                <c:pt idx="522">
                  <c:v>100.85559491972012</c:v>
                </c:pt>
                <c:pt idx="523">
                  <c:v>101.14572745305082</c:v>
                </c:pt>
                <c:pt idx="524">
                  <c:v>101.07467458774535</c:v>
                </c:pt>
                <c:pt idx="525">
                  <c:v>101.06480613423069</c:v>
                </c:pt>
                <c:pt idx="526">
                  <c:v>100.86447652788328</c:v>
                </c:pt>
                <c:pt idx="527">
                  <c:v>101.22072769976211</c:v>
                </c:pt>
                <c:pt idx="528">
                  <c:v>101.0154638666574</c:v>
                </c:pt>
                <c:pt idx="529">
                  <c:v>100.9453978467034</c:v>
                </c:pt>
                <c:pt idx="530">
                  <c:v>101.05691137141895</c:v>
                </c:pt>
                <c:pt idx="531">
                  <c:v>101.05691137141895</c:v>
                </c:pt>
                <c:pt idx="532">
                  <c:v>101.99737499136506</c:v>
                </c:pt>
                <c:pt idx="533">
                  <c:v>102.08915160905131</c:v>
                </c:pt>
                <c:pt idx="534">
                  <c:v>102.17402030927731</c:v>
                </c:pt>
                <c:pt idx="535">
                  <c:v>101.92928266211401</c:v>
                </c:pt>
                <c:pt idx="536">
                  <c:v>101.97171701222699</c:v>
                </c:pt>
                <c:pt idx="537">
                  <c:v>102.25395478274598</c:v>
                </c:pt>
                <c:pt idx="538">
                  <c:v>101.87796670383783</c:v>
                </c:pt>
                <c:pt idx="539">
                  <c:v>102.21152043263299</c:v>
                </c:pt>
                <c:pt idx="540">
                  <c:v>102.07237523807643</c:v>
                </c:pt>
                <c:pt idx="541">
                  <c:v>102.24606001993425</c:v>
                </c:pt>
                <c:pt idx="542">
                  <c:v>102.03684880542369</c:v>
                </c:pt>
                <c:pt idx="543">
                  <c:v>101.91546682719348</c:v>
                </c:pt>
                <c:pt idx="544">
                  <c:v>101.69243977776242</c:v>
                </c:pt>
                <c:pt idx="545">
                  <c:v>102.5549426149428</c:v>
                </c:pt>
                <c:pt idx="546">
                  <c:v>103.07797065121926</c:v>
                </c:pt>
                <c:pt idx="547">
                  <c:v>102.84211461221913</c:v>
                </c:pt>
                <c:pt idx="548">
                  <c:v>102.6881667373906</c:v>
                </c:pt>
                <c:pt idx="549">
                  <c:v>102.79474603534884</c:v>
                </c:pt>
                <c:pt idx="550">
                  <c:v>102.74145638636971</c:v>
                </c:pt>
                <c:pt idx="551">
                  <c:v>102.79968026210615</c:v>
                </c:pt>
                <c:pt idx="552">
                  <c:v>103.57928808976345</c:v>
                </c:pt>
                <c:pt idx="553">
                  <c:v>103.34540574146627</c:v>
                </c:pt>
                <c:pt idx="554">
                  <c:v>102.92402277639074</c:v>
                </c:pt>
                <c:pt idx="555">
                  <c:v>102.90329902400997</c:v>
                </c:pt>
                <c:pt idx="556">
                  <c:v>102.91908854963341</c:v>
                </c:pt>
                <c:pt idx="557">
                  <c:v>102.70987733512284</c:v>
                </c:pt>
                <c:pt idx="558">
                  <c:v>102.6378376244659</c:v>
                </c:pt>
                <c:pt idx="559">
                  <c:v>102.58948220224411</c:v>
                </c:pt>
                <c:pt idx="560">
                  <c:v>102.56875844986335</c:v>
                </c:pt>
                <c:pt idx="561">
                  <c:v>102.46119230655366</c:v>
                </c:pt>
                <c:pt idx="562">
                  <c:v>102.46316599725661</c:v>
                </c:pt>
                <c:pt idx="563">
                  <c:v>102.60724541857051</c:v>
                </c:pt>
                <c:pt idx="564">
                  <c:v>102.78586442718567</c:v>
                </c:pt>
                <c:pt idx="565">
                  <c:v>102.4947450485035</c:v>
                </c:pt>
                <c:pt idx="566">
                  <c:v>102.46612653331103</c:v>
                </c:pt>
                <c:pt idx="567">
                  <c:v>102.43257379136122</c:v>
                </c:pt>
                <c:pt idx="568">
                  <c:v>102.00921713558274</c:v>
                </c:pt>
                <c:pt idx="569">
                  <c:v>101.47039957368285</c:v>
                </c:pt>
                <c:pt idx="570">
                  <c:v>101.36085973967023</c:v>
                </c:pt>
                <c:pt idx="571">
                  <c:v>101.51579445985024</c:v>
                </c:pt>
                <c:pt idx="572">
                  <c:v>101.60263685077913</c:v>
                </c:pt>
                <c:pt idx="573">
                  <c:v>101.43684683173304</c:v>
                </c:pt>
                <c:pt idx="574">
                  <c:v>102.00033552741954</c:v>
                </c:pt>
                <c:pt idx="575">
                  <c:v>102.07138839272504</c:v>
                </c:pt>
                <c:pt idx="576">
                  <c:v>102.21645465939039</c:v>
                </c:pt>
                <c:pt idx="577">
                  <c:v>102.45231069839055</c:v>
                </c:pt>
                <c:pt idx="578">
                  <c:v>102.02895404261209</c:v>
                </c:pt>
                <c:pt idx="579">
                  <c:v>102.63882446981742</c:v>
                </c:pt>
                <c:pt idx="580">
                  <c:v>103.05626005348708</c:v>
                </c:pt>
                <c:pt idx="581">
                  <c:v>102.85296991108531</c:v>
                </c:pt>
                <c:pt idx="582">
                  <c:v>102.92599646709374</c:v>
                </c:pt>
                <c:pt idx="583">
                  <c:v>102.97533873466698</c:v>
                </c:pt>
                <c:pt idx="584">
                  <c:v>103.17073411425706</c:v>
                </c:pt>
                <c:pt idx="585">
                  <c:v>103.11251023852061</c:v>
                </c:pt>
                <c:pt idx="586">
                  <c:v>103.63751196550001</c:v>
                </c:pt>
                <c:pt idx="587">
                  <c:v>103.43718235915262</c:v>
                </c:pt>
                <c:pt idx="588">
                  <c:v>102.87764104487196</c:v>
                </c:pt>
                <c:pt idx="589">
                  <c:v>102.75132483988445</c:v>
                </c:pt>
                <c:pt idx="590">
                  <c:v>102.92599646709373</c:v>
                </c:pt>
                <c:pt idx="591">
                  <c:v>102.77007490156225</c:v>
                </c:pt>
                <c:pt idx="592">
                  <c:v>102.777969664374</c:v>
                </c:pt>
                <c:pt idx="593">
                  <c:v>103.86053901493108</c:v>
                </c:pt>
                <c:pt idx="594">
                  <c:v>103.8970522929353</c:v>
                </c:pt>
                <c:pt idx="595">
                  <c:v>104.6431073786428</c:v>
                </c:pt>
                <c:pt idx="596">
                  <c:v>104.81087108839183</c:v>
                </c:pt>
                <c:pt idx="597">
                  <c:v>104.85922651061362</c:v>
                </c:pt>
                <c:pt idx="598">
                  <c:v>104.55725183306532</c:v>
                </c:pt>
                <c:pt idx="599">
                  <c:v>104.75462090335834</c:v>
                </c:pt>
                <c:pt idx="600">
                  <c:v>104.7575814394127</c:v>
                </c:pt>
                <c:pt idx="601">
                  <c:v>104.6815943473499</c:v>
                </c:pt>
                <c:pt idx="602">
                  <c:v>104.28488251606097</c:v>
                </c:pt>
                <c:pt idx="603">
                  <c:v>104.46448837002757</c:v>
                </c:pt>
                <c:pt idx="604">
                  <c:v>104.20889542399813</c:v>
                </c:pt>
                <c:pt idx="605">
                  <c:v>104.54442284349621</c:v>
                </c:pt>
                <c:pt idx="606">
                  <c:v>104.19014536232028</c:v>
                </c:pt>
                <c:pt idx="607">
                  <c:v>104.82370007796081</c:v>
                </c:pt>
                <c:pt idx="608">
                  <c:v>104.36383014417814</c:v>
                </c:pt>
                <c:pt idx="609">
                  <c:v>103.91382866391012</c:v>
                </c:pt>
                <c:pt idx="610">
                  <c:v>103.64836726436604</c:v>
                </c:pt>
                <c:pt idx="611">
                  <c:v>103.66909101674683</c:v>
                </c:pt>
                <c:pt idx="612">
                  <c:v>104.02534218862569</c:v>
                </c:pt>
                <c:pt idx="613">
                  <c:v>104.15757946572202</c:v>
                </c:pt>
                <c:pt idx="614">
                  <c:v>103.84277579860469</c:v>
                </c:pt>
                <c:pt idx="615">
                  <c:v>103.91580235461313</c:v>
                </c:pt>
                <c:pt idx="616">
                  <c:v>103.83389419044154</c:v>
                </c:pt>
                <c:pt idx="617">
                  <c:v>103.63159089339122</c:v>
                </c:pt>
                <c:pt idx="618">
                  <c:v>102.97237819861262</c:v>
                </c:pt>
                <c:pt idx="619">
                  <c:v>103.08783910473403</c:v>
                </c:pt>
                <c:pt idx="620">
                  <c:v>103.07106273375911</c:v>
                </c:pt>
                <c:pt idx="621">
                  <c:v>103.18948417593494</c:v>
                </c:pt>
                <c:pt idx="622">
                  <c:v>103.2842213296756</c:v>
                </c:pt>
                <c:pt idx="623">
                  <c:v>103.55264326527404</c:v>
                </c:pt>
                <c:pt idx="624">
                  <c:v>103.72534120178042</c:v>
                </c:pt>
                <c:pt idx="625">
                  <c:v>103.34639258681787</c:v>
                </c:pt>
                <c:pt idx="626">
                  <c:v>103.23783959815673</c:v>
                </c:pt>
                <c:pt idx="627">
                  <c:v>103.73915703670092</c:v>
                </c:pt>
                <c:pt idx="628">
                  <c:v>103.33849782400613</c:v>
                </c:pt>
                <c:pt idx="629">
                  <c:v>103.29408978319022</c:v>
                </c:pt>
                <c:pt idx="630">
                  <c:v>102.77007490156231</c:v>
                </c:pt>
                <c:pt idx="631">
                  <c:v>102.74046954101837</c:v>
                </c:pt>
                <c:pt idx="632">
                  <c:v>102.89639110654983</c:v>
                </c:pt>
                <c:pt idx="633">
                  <c:v>102.73257477820665</c:v>
                </c:pt>
                <c:pt idx="634">
                  <c:v>103.50527468840374</c:v>
                </c:pt>
                <c:pt idx="635">
                  <c:v>103.76678870654199</c:v>
                </c:pt>
                <c:pt idx="636">
                  <c:v>103.84573633465916</c:v>
                </c:pt>
                <c:pt idx="637">
                  <c:v>103.26843180405213</c:v>
                </c:pt>
                <c:pt idx="638">
                  <c:v>103.81218359270932</c:v>
                </c:pt>
                <c:pt idx="639">
                  <c:v>104.16152684712789</c:v>
                </c:pt>
                <c:pt idx="640">
                  <c:v>103.93455241629094</c:v>
                </c:pt>
                <c:pt idx="641">
                  <c:v>103.8713943137972</c:v>
                </c:pt>
                <c:pt idx="642">
                  <c:v>103.86942062309427</c:v>
                </c:pt>
                <c:pt idx="643">
                  <c:v>104.19902697048354</c:v>
                </c:pt>
                <c:pt idx="644">
                  <c:v>104.40429080358827</c:v>
                </c:pt>
                <c:pt idx="645">
                  <c:v>104.08553975506508</c:v>
                </c:pt>
                <c:pt idx="646">
                  <c:v>104.21777703216137</c:v>
                </c:pt>
                <c:pt idx="647">
                  <c:v>104.65692321356329</c:v>
                </c:pt>
                <c:pt idx="648">
                  <c:v>104.51284379224941</c:v>
                </c:pt>
                <c:pt idx="649">
                  <c:v>104.4733699781908</c:v>
                </c:pt>
                <c:pt idx="650">
                  <c:v>104.50790956549204</c:v>
                </c:pt>
                <c:pt idx="651">
                  <c:v>104.33126424757981</c:v>
                </c:pt>
                <c:pt idx="652">
                  <c:v>104.01646058046251</c:v>
                </c:pt>
                <c:pt idx="653">
                  <c:v>103.74705179951256</c:v>
                </c:pt>
                <c:pt idx="654">
                  <c:v>103.49540623488899</c:v>
                </c:pt>
                <c:pt idx="655">
                  <c:v>103.61876190382212</c:v>
                </c:pt>
                <c:pt idx="656">
                  <c:v>103.7460649541611</c:v>
                </c:pt>
                <c:pt idx="657">
                  <c:v>103.66613048069243</c:v>
                </c:pt>
                <c:pt idx="658">
                  <c:v>103.06612850700171</c:v>
                </c:pt>
                <c:pt idx="659">
                  <c:v>102.72369317004338</c:v>
                </c:pt>
                <c:pt idx="660">
                  <c:v>102.818430323784</c:v>
                </c:pt>
                <c:pt idx="661">
                  <c:v>102.89836479725267</c:v>
                </c:pt>
                <c:pt idx="662">
                  <c:v>102.38323152378797</c:v>
                </c:pt>
                <c:pt idx="663">
                  <c:v>102.80264079816055</c:v>
                </c:pt>
                <c:pt idx="664">
                  <c:v>103.02270731153726</c:v>
                </c:pt>
                <c:pt idx="665">
                  <c:v>102.94178599271713</c:v>
                </c:pt>
                <c:pt idx="666">
                  <c:v>103.07599696051639</c:v>
                </c:pt>
                <c:pt idx="667">
                  <c:v>103.01777308477996</c:v>
                </c:pt>
                <c:pt idx="668">
                  <c:v>102.98224665212723</c:v>
                </c:pt>
                <c:pt idx="669">
                  <c:v>102.94375968342008</c:v>
                </c:pt>
                <c:pt idx="670">
                  <c:v>103.1884973305834</c:v>
                </c:pt>
                <c:pt idx="671">
                  <c:v>103.17862887706875</c:v>
                </c:pt>
                <c:pt idx="672">
                  <c:v>102.72665370609779</c:v>
                </c:pt>
                <c:pt idx="673">
                  <c:v>103.04737844532391</c:v>
                </c:pt>
                <c:pt idx="674">
                  <c:v>101.8503350339969</c:v>
                </c:pt>
                <c:pt idx="675">
                  <c:v>101.33816229658657</c:v>
                </c:pt>
                <c:pt idx="676">
                  <c:v>101.61447899499676</c:v>
                </c:pt>
                <c:pt idx="677">
                  <c:v>101.83947973513077</c:v>
                </c:pt>
                <c:pt idx="678">
                  <c:v>101.85132187934838</c:v>
                </c:pt>
                <c:pt idx="679">
                  <c:v>101.77829532333998</c:v>
                </c:pt>
                <c:pt idx="680">
                  <c:v>101.78224270474585</c:v>
                </c:pt>
                <c:pt idx="681">
                  <c:v>101.20987240089617</c:v>
                </c:pt>
                <c:pt idx="682">
                  <c:v>101.21875400905937</c:v>
                </c:pt>
                <c:pt idx="683">
                  <c:v>101.62237375780852</c:v>
                </c:pt>
                <c:pt idx="684">
                  <c:v>101.11513524715551</c:v>
                </c:pt>
                <c:pt idx="685">
                  <c:v>100.54572547936023</c:v>
                </c:pt>
                <c:pt idx="686">
                  <c:v>100.10657929795833</c:v>
                </c:pt>
                <c:pt idx="687">
                  <c:v>99.709867466669394</c:v>
                </c:pt>
                <c:pt idx="688">
                  <c:v>100.17269793650647</c:v>
                </c:pt>
                <c:pt idx="689">
                  <c:v>99.393090108849151</c:v>
                </c:pt>
                <c:pt idx="690">
                  <c:v>99.524340540593982</c:v>
                </c:pt>
                <c:pt idx="691">
                  <c:v>99.229273780505963</c:v>
                </c:pt>
                <c:pt idx="692">
                  <c:v>99.764143961000002</c:v>
                </c:pt>
                <c:pt idx="693">
                  <c:v>100.00986845351478</c:v>
                </c:pt>
                <c:pt idx="694">
                  <c:v>100.36019855328482</c:v>
                </c:pt>
                <c:pt idx="695">
                  <c:v>100.31579051246892</c:v>
                </c:pt>
                <c:pt idx="696">
                  <c:v>100.48552791292093</c:v>
                </c:pt>
                <c:pt idx="697">
                  <c:v>100.02467113378677</c:v>
                </c:pt>
                <c:pt idx="698">
                  <c:v>99.776972950569046</c:v>
                </c:pt>
                <c:pt idx="699">
                  <c:v>99.846052125171624</c:v>
                </c:pt>
                <c:pt idx="700">
                  <c:v>100.21611913197098</c:v>
                </c:pt>
                <c:pt idx="701">
                  <c:v>100.29309306938525</c:v>
                </c:pt>
                <c:pt idx="702">
                  <c:v>100.34638271836438</c:v>
                </c:pt>
                <c:pt idx="703">
                  <c:v>100.03256589659853</c:v>
                </c:pt>
                <c:pt idx="704">
                  <c:v>99.783880868029357</c:v>
                </c:pt>
                <c:pt idx="705">
                  <c:v>99.43749814966516</c:v>
                </c:pt>
                <c:pt idx="706">
                  <c:v>99.566774890707066</c:v>
                </c:pt>
                <c:pt idx="707">
                  <c:v>99.272694975970495</c:v>
                </c:pt>
                <c:pt idx="708">
                  <c:v>99.290458192296867</c:v>
                </c:pt>
                <c:pt idx="709">
                  <c:v>99.39802433560655</c:v>
                </c:pt>
                <c:pt idx="710">
                  <c:v>99.524340540594068</c:v>
                </c:pt>
                <c:pt idx="711">
                  <c:v>99.144405080280052</c:v>
                </c:pt>
                <c:pt idx="712">
                  <c:v>99.584538107033424</c:v>
                </c:pt>
                <c:pt idx="713">
                  <c:v>99.23914223402069</c:v>
                </c:pt>
                <c:pt idx="714">
                  <c:v>99.060523225405547</c:v>
                </c:pt>
                <c:pt idx="715">
                  <c:v>99.453287675288635</c:v>
                </c:pt>
                <c:pt idx="716">
                  <c:v>99.862828496146591</c:v>
                </c:pt>
                <c:pt idx="717">
                  <c:v>100.33947480090417</c:v>
                </c:pt>
                <c:pt idx="718">
                  <c:v>100.64737055056123</c:v>
                </c:pt>
                <c:pt idx="719">
                  <c:v>101.17138543218913</c:v>
                </c:pt>
                <c:pt idx="720">
                  <c:v>101.18816180316405</c:v>
                </c:pt>
                <c:pt idx="721">
                  <c:v>101.20000394738165</c:v>
                </c:pt>
                <c:pt idx="722">
                  <c:v>101.57401833558687</c:v>
                </c:pt>
                <c:pt idx="723">
                  <c:v>101.63322905667478</c:v>
                </c:pt>
                <c:pt idx="724">
                  <c:v>101.5365182122312</c:v>
                </c:pt>
                <c:pt idx="725">
                  <c:v>101.93915111562889</c:v>
                </c:pt>
                <c:pt idx="726">
                  <c:v>101.90263783762468</c:v>
                </c:pt>
                <c:pt idx="727">
                  <c:v>102.22730995825665</c:v>
                </c:pt>
                <c:pt idx="728">
                  <c:v>102.4592186158509</c:v>
                </c:pt>
                <c:pt idx="729">
                  <c:v>102.13158595916452</c:v>
                </c:pt>
                <c:pt idx="730">
                  <c:v>102.64375869657486</c:v>
                </c:pt>
                <c:pt idx="731">
                  <c:v>102.70592995371713</c:v>
                </c:pt>
                <c:pt idx="732">
                  <c:v>103.05724689883868</c:v>
                </c:pt>
                <c:pt idx="733">
                  <c:v>102.68915358274226</c:v>
                </c:pt>
                <c:pt idx="734">
                  <c:v>102.88553580768379</c:v>
                </c:pt>
                <c:pt idx="735">
                  <c:v>102.94375968342023</c:v>
                </c:pt>
                <c:pt idx="736">
                  <c:v>102.94375968342023</c:v>
                </c:pt>
                <c:pt idx="737">
                  <c:v>102.62599548024851</c:v>
                </c:pt>
                <c:pt idx="738">
                  <c:v>102.60823226392213</c:v>
                </c:pt>
                <c:pt idx="739">
                  <c:v>102.91020694147039</c:v>
                </c:pt>
                <c:pt idx="740">
                  <c:v>102.51842933693881</c:v>
                </c:pt>
                <c:pt idx="741">
                  <c:v>102.06250678456199</c:v>
                </c:pt>
                <c:pt idx="742">
                  <c:v>103.70560429475117</c:v>
                </c:pt>
                <c:pt idx="743">
                  <c:v>103.13323399090149</c:v>
                </c:pt>
                <c:pt idx="744">
                  <c:v>103.61580136776787</c:v>
                </c:pt>
                <c:pt idx="745">
                  <c:v>104.15461892966778</c:v>
                </c:pt>
                <c:pt idx="746">
                  <c:v>104.62929154372242</c:v>
                </c:pt>
                <c:pt idx="747">
                  <c:v>105.08027986934192</c:v>
                </c:pt>
                <c:pt idx="748">
                  <c:v>105.26975417682323</c:v>
                </c:pt>
                <c:pt idx="749">
                  <c:v>105.28357001174372</c:v>
                </c:pt>
                <c:pt idx="750">
                  <c:v>104.87698972694014</c:v>
                </c:pt>
                <c:pt idx="751">
                  <c:v>104.80889739768907</c:v>
                </c:pt>
                <c:pt idx="752">
                  <c:v>105.27666209428347</c:v>
                </c:pt>
                <c:pt idx="753">
                  <c:v>105.56482093691125</c:v>
                </c:pt>
                <c:pt idx="754">
                  <c:v>106.13916493146387</c:v>
                </c:pt>
                <c:pt idx="755">
                  <c:v>105.41185990743418</c:v>
                </c:pt>
                <c:pt idx="756">
                  <c:v>105.60528159632133</c:v>
                </c:pt>
                <c:pt idx="757">
                  <c:v>104.68850226481038</c:v>
                </c:pt>
                <c:pt idx="758">
                  <c:v>104.65297583215764</c:v>
                </c:pt>
                <c:pt idx="759">
                  <c:v>104.34606692785202</c:v>
                </c:pt>
                <c:pt idx="760">
                  <c:v>105.04574028204068</c:v>
                </c:pt>
                <c:pt idx="761">
                  <c:v>104.965805808572</c:v>
                </c:pt>
                <c:pt idx="762">
                  <c:v>104.92238461310754</c:v>
                </c:pt>
                <c:pt idx="763">
                  <c:v>104.32336948476831</c:v>
                </c:pt>
                <c:pt idx="764">
                  <c:v>104.65988374961788</c:v>
                </c:pt>
                <c:pt idx="765">
                  <c:v>104.74869983124975</c:v>
                </c:pt>
                <c:pt idx="766">
                  <c:v>104.99935855052183</c:v>
                </c:pt>
                <c:pt idx="767">
                  <c:v>105.30626745482742</c:v>
                </c:pt>
                <c:pt idx="768">
                  <c:v>105.54903141128784</c:v>
                </c:pt>
                <c:pt idx="769">
                  <c:v>105.59541314280669</c:v>
                </c:pt>
                <c:pt idx="770">
                  <c:v>105.45232056684428</c:v>
                </c:pt>
                <c:pt idx="771">
                  <c:v>105.54903141128783</c:v>
                </c:pt>
                <c:pt idx="772">
                  <c:v>106.60594278270685</c:v>
                </c:pt>
                <c:pt idx="773">
                  <c:v>106.98193086161501</c:v>
                </c:pt>
                <c:pt idx="774">
                  <c:v>106.20528357001209</c:v>
                </c:pt>
                <c:pt idx="775">
                  <c:v>106.6158112362215</c:v>
                </c:pt>
                <c:pt idx="776">
                  <c:v>106.83291721354379</c:v>
                </c:pt>
                <c:pt idx="777">
                  <c:v>106.83291721354379</c:v>
                </c:pt>
                <c:pt idx="778">
                  <c:v>106.70660100855628</c:v>
                </c:pt>
                <c:pt idx="779">
                  <c:v>106.57732426751436</c:v>
                </c:pt>
                <c:pt idx="780">
                  <c:v>100</c:v>
                </c:pt>
                <c:pt idx="781">
                  <c:v>100</c:v>
                </c:pt>
                <c:pt idx="782">
                  <c:v>100</c:v>
                </c:pt>
                <c:pt idx="783">
                  <c:v>100.83604487173581</c:v>
                </c:pt>
                <c:pt idx="784">
                  <c:v>100.42862278429676</c:v>
                </c:pt>
                <c:pt idx="785">
                  <c:v>99.787993031423156</c:v>
                </c:pt>
                <c:pt idx="786">
                  <c:v>100.05069731857273</c:v>
                </c:pt>
                <c:pt idx="787">
                  <c:v>100.55582696544285</c:v>
                </c:pt>
                <c:pt idx="788">
                  <c:v>100.63786444458782</c:v>
                </c:pt>
                <c:pt idx="789">
                  <c:v>101.07201784545613</c:v>
                </c:pt>
                <c:pt idx="790">
                  <c:v>101.35407929060625</c:v>
                </c:pt>
                <c:pt idx="791">
                  <c:v>100.72451077087575</c:v>
                </c:pt>
                <c:pt idx="792">
                  <c:v>100.55582696544286</c:v>
                </c:pt>
                <c:pt idx="793">
                  <c:v>100.43323163143968</c:v>
                </c:pt>
                <c:pt idx="794">
                  <c:v>100.7927217085918</c:v>
                </c:pt>
                <c:pt idx="795">
                  <c:v>100.7927217085918</c:v>
                </c:pt>
                <c:pt idx="796">
                  <c:v>99.608247992847069</c:v>
                </c:pt>
                <c:pt idx="797">
                  <c:v>99.705033782849583</c:v>
                </c:pt>
                <c:pt idx="798">
                  <c:v>99.594421451418157</c:v>
                </c:pt>
                <c:pt idx="799">
                  <c:v>99.03767271654668</c:v>
                </c:pt>
                <c:pt idx="800">
                  <c:v>98.943652234829969</c:v>
                </c:pt>
                <c:pt idx="801">
                  <c:v>99.427581184842396</c:v>
                </c:pt>
                <c:pt idx="802">
                  <c:v>99.551098288274147</c:v>
                </c:pt>
                <c:pt idx="803">
                  <c:v>99.363979094269354</c:v>
                </c:pt>
                <c:pt idx="804">
                  <c:v>99.892152976854348</c:v>
                </c:pt>
                <c:pt idx="805">
                  <c:v>100.46365002258332</c:v>
                </c:pt>
                <c:pt idx="806">
                  <c:v>99.514227511130329</c:v>
                </c:pt>
                <c:pt idx="807">
                  <c:v>99.163033358835591</c:v>
                </c:pt>
                <c:pt idx="808">
                  <c:v>99.264427995981023</c:v>
                </c:pt>
                <c:pt idx="809">
                  <c:v>99.587969065417909</c:v>
                </c:pt>
                <c:pt idx="810">
                  <c:v>99.845142735995921</c:v>
                </c:pt>
                <c:pt idx="811">
                  <c:v>99.516992819416046</c:v>
                </c:pt>
                <c:pt idx="812">
                  <c:v>99.493948583701169</c:v>
                </c:pt>
                <c:pt idx="813">
                  <c:v>98.917842690829218</c:v>
                </c:pt>
                <c:pt idx="814">
                  <c:v>98.362015725386357</c:v>
                </c:pt>
                <c:pt idx="815">
                  <c:v>98.237576852526033</c:v>
                </c:pt>
                <c:pt idx="816">
                  <c:v>98.679104408823093</c:v>
                </c:pt>
                <c:pt idx="817">
                  <c:v>98.788794970825947</c:v>
                </c:pt>
                <c:pt idx="818">
                  <c:v>98.050457658521225</c:v>
                </c:pt>
                <c:pt idx="819">
                  <c:v>98.271682321384034</c:v>
                </c:pt>
                <c:pt idx="820">
                  <c:v>98.256934010526521</c:v>
                </c:pt>
                <c:pt idx="821">
                  <c:v>97.99146441509113</c:v>
                </c:pt>
                <c:pt idx="822">
                  <c:v>98.091015513379389</c:v>
                </c:pt>
                <c:pt idx="823">
                  <c:v>98.854240600256176</c:v>
                </c:pt>
                <c:pt idx="824">
                  <c:v>99.195295288836348</c:v>
                </c:pt>
                <c:pt idx="825">
                  <c:v>98.396121194244358</c:v>
                </c:pt>
                <c:pt idx="826">
                  <c:v>97.470664687934843</c:v>
                </c:pt>
                <c:pt idx="827">
                  <c:v>96.118428936185794</c:v>
                </c:pt>
                <c:pt idx="828">
                  <c:v>95.92117027846642</c:v>
                </c:pt>
                <c:pt idx="829">
                  <c:v>95.714693926461095</c:v>
                </c:pt>
                <c:pt idx="830">
                  <c:v>95.771843631033988</c:v>
                </c:pt>
                <c:pt idx="831">
                  <c:v>95.328472535879712</c:v>
                </c:pt>
                <c:pt idx="832">
                  <c:v>95.50637403559854</c:v>
                </c:pt>
                <c:pt idx="833">
                  <c:v>95.705476232175059</c:v>
                </c:pt>
                <c:pt idx="834">
                  <c:v>95.604081595029598</c:v>
                </c:pt>
                <c:pt idx="835">
                  <c:v>95.283305833878501</c:v>
                </c:pt>
                <c:pt idx="836">
                  <c:v>95.167162885875527</c:v>
                </c:pt>
                <c:pt idx="837">
                  <c:v>95.336768460737019</c:v>
                </c:pt>
                <c:pt idx="838">
                  <c:v>95.726676929032777</c:v>
                </c:pt>
                <c:pt idx="839">
                  <c:v>95.945136283609841</c:v>
                </c:pt>
                <c:pt idx="840">
                  <c:v>96.105524164185397</c:v>
                </c:pt>
                <c:pt idx="841">
                  <c:v>96.033626148754976</c:v>
                </c:pt>
                <c:pt idx="842">
                  <c:v>96.368228451335</c:v>
                </c:pt>
                <c:pt idx="843">
                  <c:v>96.172813332472828</c:v>
                </c:pt>
                <c:pt idx="844">
                  <c:v>95.904578428751662</c:v>
                </c:pt>
                <c:pt idx="845">
                  <c:v>96.057592153898455</c:v>
                </c:pt>
                <c:pt idx="846">
                  <c:v>96.103680625328195</c:v>
                </c:pt>
                <c:pt idx="847">
                  <c:v>95.686119074174584</c:v>
                </c:pt>
                <c:pt idx="848">
                  <c:v>94.086849115562032</c:v>
                </c:pt>
                <c:pt idx="849">
                  <c:v>94.96345184215599</c:v>
                </c:pt>
                <c:pt idx="850">
                  <c:v>95.17822411901868</c:v>
                </c:pt>
                <c:pt idx="851">
                  <c:v>94.900771521011535</c:v>
                </c:pt>
                <c:pt idx="852">
                  <c:v>94.850074202438805</c:v>
                </c:pt>
                <c:pt idx="853">
                  <c:v>92.97611695410491</c:v>
                </c:pt>
                <c:pt idx="854">
                  <c:v>92.270963341229631</c:v>
                </c:pt>
                <c:pt idx="855">
                  <c:v>91.845105865218684</c:v>
                </c:pt>
                <c:pt idx="856">
                  <c:v>92.37512328666088</c:v>
                </c:pt>
                <c:pt idx="857">
                  <c:v>91.60544581378393</c:v>
                </c:pt>
                <c:pt idx="858">
                  <c:v>91.601758736069556</c:v>
                </c:pt>
                <c:pt idx="859">
                  <c:v>91.46718039949468</c:v>
                </c:pt>
                <c:pt idx="860">
                  <c:v>90.589655903472121</c:v>
                </c:pt>
                <c:pt idx="861">
                  <c:v>91.179588337773012</c:v>
                </c:pt>
                <c:pt idx="862">
                  <c:v>92.033146828652121</c:v>
                </c:pt>
                <c:pt idx="863">
                  <c:v>91.602680505498199</c:v>
                </c:pt>
                <c:pt idx="864">
                  <c:v>91.689326831786175</c:v>
                </c:pt>
                <c:pt idx="865">
                  <c:v>91.264391125203815</c:v>
                </c:pt>
                <c:pt idx="866">
                  <c:v>91.473632785494914</c:v>
                </c:pt>
                <c:pt idx="867">
                  <c:v>91.686561523500401</c:v>
                </c:pt>
                <c:pt idx="868">
                  <c:v>92.405541677804592</c:v>
                </c:pt>
                <c:pt idx="869">
                  <c:v>92.204595942370858</c:v>
                </c:pt>
                <c:pt idx="870">
                  <c:v>92.021163826080439</c:v>
                </c:pt>
                <c:pt idx="871">
                  <c:v>91.474554554923515</c:v>
                </c:pt>
                <c:pt idx="872">
                  <c:v>91.821139860075306</c:v>
                </c:pt>
                <c:pt idx="873">
                  <c:v>92.766875293813911</c:v>
                </c:pt>
                <c:pt idx="874">
                  <c:v>92.489422695806766</c:v>
                </c:pt>
                <c:pt idx="875">
                  <c:v>93.825066597841086</c:v>
                </c:pt>
                <c:pt idx="876">
                  <c:v>93.101477596393906</c:v>
                </c:pt>
                <c:pt idx="877">
                  <c:v>93.134661295823321</c:v>
                </c:pt>
                <c:pt idx="878">
                  <c:v>92.987178187248105</c:v>
                </c:pt>
                <c:pt idx="879">
                  <c:v>93.183515075538892</c:v>
                </c:pt>
                <c:pt idx="880">
                  <c:v>92.569616636094551</c:v>
                </c:pt>
                <c:pt idx="881">
                  <c:v>92.285711652087258</c:v>
                </c:pt>
                <c:pt idx="882">
                  <c:v>91.770442541502575</c:v>
                </c:pt>
                <c:pt idx="883">
                  <c:v>92.140072082369244</c:v>
                </c:pt>
                <c:pt idx="884">
                  <c:v>91.358411606920569</c:v>
                </c:pt>
                <c:pt idx="885">
                  <c:v>91.735415303215973</c:v>
                </c:pt>
                <c:pt idx="886">
                  <c:v>92.06172168093866</c:v>
                </c:pt>
                <c:pt idx="887">
                  <c:v>91.511425332067361</c:v>
                </c:pt>
                <c:pt idx="888">
                  <c:v>91.558435572925703</c:v>
                </c:pt>
                <c:pt idx="889">
                  <c:v>90.984173218910954</c:v>
                </c:pt>
                <c:pt idx="890">
                  <c:v>91.464415091209034</c:v>
                </c:pt>
                <c:pt idx="891">
                  <c:v>91.058836542627176</c:v>
                </c:pt>
                <c:pt idx="892">
                  <c:v>91.016435148911796</c:v>
                </c:pt>
                <c:pt idx="893">
                  <c:v>91.430309622351032</c:v>
                </c:pt>
                <c:pt idx="894">
                  <c:v>91.198945495773657</c:v>
                </c:pt>
                <c:pt idx="895">
                  <c:v>91.345506834920286</c:v>
                </c:pt>
                <c:pt idx="896">
                  <c:v>90.915040511766364</c:v>
                </c:pt>
                <c:pt idx="897">
                  <c:v>90.260584217463816</c:v>
                </c:pt>
                <c:pt idx="898">
                  <c:v>90.503009577184301</c:v>
                </c:pt>
                <c:pt idx="899">
                  <c:v>90.331560463465621</c:v>
                </c:pt>
                <c:pt idx="900">
                  <c:v>91.089254933770803</c:v>
                </c:pt>
                <c:pt idx="901">
                  <c:v>91.167605335201387</c:v>
                </c:pt>
                <c:pt idx="902">
                  <c:v>91.167605335201387</c:v>
                </c:pt>
                <c:pt idx="903">
                  <c:v>90.98509498833954</c:v>
                </c:pt>
                <c:pt idx="904">
                  <c:v>90.716860084618375</c:v>
                </c:pt>
                <c:pt idx="905">
                  <c:v>90.202512743462293</c:v>
                </c:pt>
                <c:pt idx="906">
                  <c:v>90.037516015743748</c:v>
                </c:pt>
                <c:pt idx="907">
                  <c:v>89.54713467973113</c:v>
                </c:pt>
                <c:pt idx="908">
                  <c:v>89.781264114594308</c:v>
                </c:pt>
                <c:pt idx="909">
                  <c:v>89.296413395153252</c:v>
                </c:pt>
                <c:pt idx="910">
                  <c:v>89.244794307151935</c:v>
                </c:pt>
                <c:pt idx="911">
                  <c:v>89.205158221722328</c:v>
                </c:pt>
                <c:pt idx="912">
                  <c:v>89.577553070874785</c:v>
                </c:pt>
                <c:pt idx="913">
                  <c:v>89.577553070874785</c:v>
                </c:pt>
                <c:pt idx="914">
                  <c:v>89.854083899453315</c:v>
                </c:pt>
                <c:pt idx="915">
                  <c:v>89.887267598882744</c:v>
                </c:pt>
                <c:pt idx="916">
                  <c:v>89.923216606597961</c:v>
                </c:pt>
                <c:pt idx="917">
                  <c:v>90.012628241171683</c:v>
                </c:pt>
                <c:pt idx="918">
                  <c:v>90.197903896319289</c:v>
                </c:pt>
                <c:pt idx="919">
                  <c:v>90.408067326039003</c:v>
                </c:pt>
                <c:pt idx="920">
                  <c:v>90.901213970337395</c:v>
                </c:pt>
                <c:pt idx="921">
                  <c:v>90.694737618332084</c:v>
                </c:pt>
                <c:pt idx="922">
                  <c:v>91.009982762911619</c:v>
                </c:pt>
                <c:pt idx="923">
                  <c:v>90.777696866905643</c:v>
                </c:pt>
                <c:pt idx="924">
                  <c:v>90.197903896319289</c:v>
                </c:pt>
                <c:pt idx="925">
                  <c:v>89.772968189736929</c:v>
                </c:pt>
                <c:pt idx="926">
                  <c:v>89.608893231446999</c:v>
                </c:pt>
                <c:pt idx="927">
                  <c:v>89.759141648308002</c:v>
                </c:pt>
                <c:pt idx="928">
                  <c:v>90.006175855171492</c:v>
                </c:pt>
                <c:pt idx="929">
                  <c:v>90.917805820052095</c:v>
                </c:pt>
                <c:pt idx="930">
                  <c:v>91.150091716058085</c:v>
                </c:pt>
                <c:pt idx="931">
                  <c:v>92.006415515222955</c:v>
                </c:pt>
                <c:pt idx="932">
                  <c:v>92.147446237797993</c:v>
                </c:pt>
                <c:pt idx="933">
                  <c:v>91.385142920349821</c:v>
                </c:pt>
                <c:pt idx="934">
                  <c:v>91.05607123434136</c:v>
                </c:pt>
                <c:pt idx="935">
                  <c:v>91.054227695484158</c:v>
                </c:pt>
                <c:pt idx="936">
                  <c:v>90.49655719118411</c:v>
                </c:pt>
                <c:pt idx="937">
                  <c:v>90.702111773760819</c:v>
                </c:pt>
                <c:pt idx="938">
                  <c:v>90.499322499469898</c:v>
                </c:pt>
                <c:pt idx="939">
                  <c:v>90.812724105192217</c:v>
                </c:pt>
                <c:pt idx="940">
                  <c:v>90.422815636896473</c:v>
                </c:pt>
                <c:pt idx="941">
                  <c:v>90.185920893747522</c:v>
                </c:pt>
                <c:pt idx="942">
                  <c:v>90.567533437185915</c:v>
                </c:pt>
                <c:pt idx="943">
                  <c:v>90.196982126890674</c:v>
                </c:pt>
                <c:pt idx="944">
                  <c:v>90.487339496898144</c:v>
                </c:pt>
                <c:pt idx="945">
                  <c:v>90.577672900900438</c:v>
                </c:pt>
                <c:pt idx="946">
                  <c:v>90.534349737756457</c:v>
                </c:pt>
                <c:pt idx="947">
                  <c:v>90.903979278623126</c:v>
                </c:pt>
                <c:pt idx="948">
                  <c:v>90.071621484601721</c:v>
                </c:pt>
                <c:pt idx="949">
                  <c:v>90.729764856618672</c:v>
                </c:pt>
                <c:pt idx="950">
                  <c:v>90.540802123756663</c:v>
                </c:pt>
                <c:pt idx="951">
                  <c:v>90.547254509756812</c:v>
                </c:pt>
                <c:pt idx="952">
                  <c:v>90.161033119175471</c:v>
                </c:pt>
                <c:pt idx="953">
                  <c:v>90.12231880317448</c:v>
                </c:pt>
                <c:pt idx="954">
                  <c:v>90.12231880317448</c:v>
                </c:pt>
                <c:pt idx="955">
                  <c:v>90.699346465475017</c:v>
                </c:pt>
                <c:pt idx="956">
                  <c:v>90.464295261183253</c:v>
                </c:pt>
                <c:pt idx="957">
                  <c:v>90.653257994045262</c:v>
                </c:pt>
                <c:pt idx="958">
                  <c:v>90.119553494888692</c:v>
                </c:pt>
                <c:pt idx="959">
                  <c:v>89.830117894309808</c:v>
                </c:pt>
                <c:pt idx="960">
                  <c:v>90.137988883460579</c:v>
                </c:pt>
                <c:pt idx="961">
                  <c:v>90.130614728031816</c:v>
                </c:pt>
                <c:pt idx="962">
                  <c:v>89.901094140311642</c:v>
                </c:pt>
                <c:pt idx="963">
                  <c:v>89.918607759454957</c:v>
                </c:pt>
                <c:pt idx="964">
                  <c:v>89.69000894116337</c:v>
                </c:pt>
                <c:pt idx="965">
                  <c:v>89.073345193433212</c:v>
                </c:pt>
                <c:pt idx="966">
                  <c:v>89.29456985629605</c:v>
                </c:pt>
                <c:pt idx="967">
                  <c:v>89.732410334878736</c:v>
                </c:pt>
                <c:pt idx="968">
                  <c:v>90.005254085742905</c:v>
                </c:pt>
                <c:pt idx="969">
                  <c:v>89.725957948878587</c:v>
                </c:pt>
                <c:pt idx="970">
                  <c:v>89.654981702876782</c:v>
                </c:pt>
                <c:pt idx="971">
                  <c:v>90.216339284891205</c:v>
                </c:pt>
                <c:pt idx="972">
                  <c:v>90.843142496335886</c:v>
                </c:pt>
                <c:pt idx="973">
                  <c:v>90.473512955469246</c:v>
                </c:pt>
                <c:pt idx="974">
                  <c:v>90.246757676034832</c:v>
                </c:pt>
                <c:pt idx="975">
                  <c:v>90.126005880888854</c:v>
                </c:pt>
                <c:pt idx="976">
                  <c:v>90.062403790315798</c:v>
                </c:pt>
                <c:pt idx="977">
                  <c:v>90.191451510319126</c:v>
                </c:pt>
                <c:pt idx="978">
                  <c:v>90.078073870601926</c:v>
                </c:pt>
                <c:pt idx="979">
                  <c:v>90.432955100611068</c:v>
                </c:pt>
                <c:pt idx="980">
                  <c:v>90.866186732050778</c:v>
                </c:pt>
                <c:pt idx="981">
                  <c:v>91.176823029487338</c:v>
                </c:pt>
                <c:pt idx="982">
                  <c:v>91.751085383502087</c:v>
                </c:pt>
                <c:pt idx="983">
                  <c:v>91.234894503488817</c:v>
                </c:pt>
                <c:pt idx="984">
                  <c:v>91.503129407210011</c:v>
                </c:pt>
                <c:pt idx="985">
                  <c:v>91.298496594061874</c:v>
                </c:pt>
                <c:pt idx="986">
                  <c:v>91.064367159198724</c:v>
                </c:pt>
                <c:pt idx="987">
                  <c:v>90.643118530330739</c:v>
                </c:pt>
                <c:pt idx="988">
                  <c:v>90.732530164904475</c:v>
                </c:pt>
                <c:pt idx="989">
                  <c:v>90.873560887479499</c:v>
                </c:pt>
                <c:pt idx="990">
                  <c:v>91.194336648630596</c:v>
                </c:pt>
                <c:pt idx="991">
                  <c:v>91.160231179772566</c:v>
                </c:pt>
                <c:pt idx="992">
                  <c:v>91.196180187487741</c:v>
                </c:pt>
                <c:pt idx="993">
                  <c:v>91.210928498345282</c:v>
                </c:pt>
                <c:pt idx="994">
                  <c:v>91.055149464912702</c:v>
                </c:pt>
                <c:pt idx="995">
                  <c:v>90.948224211195679</c:v>
                </c:pt>
                <c:pt idx="996">
                  <c:v>91.457962705208772</c:v>
                </c:pt>
                <c:pt idx="997">
                  <c:v>91.740024150358892</c:v>
                </c:pt>
                <c:pt idx="998">
                  <c:v>91.996276051508374</c:v>
                </c:pt>
                <c:pt idx="999">
                  <c:v>92.059878142081459</c:v>
                </c:pt>
                <c:pt idx="1000">
                  <c:v>92.38341921151833</c:v>
                </c:pt>
                <c:pt idx="1001">
                  <c:v>92.364983822946414</c:v>
                </c:pt>
                <c:pt idx="1002">
                  <c:v>91.930830422078117</c:v>
                </c:pt>
                <c:pt idx="1003">
                  <c:v>91.811000396360754</c:v>
                </c:pt>
                <c:pt idx="1004">
                  <c:v>91.798095624360442</c:v>
                </c:pt>
                <c:pt idx="1005">
                  <c:v>91.663517287785552</c:v>
                </c:pt>
                <c:pt idx="1006">
                  <c:v>91.711449298072523</c:v>
                </c:pt>
                <c:pt idx="1007">
                  <c:v>91.398969461778776</c:v>
                </c:pt>
                <c:pt idx="1008">
                  <c:v>91.530782490067892</c:v>
                </c:pt>
                <c:pt idx="1009">
                  <c:v>91.79717385493187</c:v>
                </c:pt>
                <c:pt idx="1010">
                  <c:v>91.762146616645268</c:v>
                </c:pt>
                <c:pt idx="1011">
                  <c:v>92.38710628923279</c:v>
                </c:pt>
                <c:pt idx="1012">
                  <c:v>92.322582429231147</c:v>
                </c:pt>
                <c:pt idx="1013">
                  <c:v>92.342861356660237</c:v>
                </c:pt>
                <c:pt idx="1014">
                  <c:v>92.307834118373592</c:v>
                </c:pt>
                <c:pt idx="1015">
                  <c:v>91.867228331505117</c:v>
                </c:pt>
                <c:pt idx="1016">
                  <c:v>91.803626240932047</c:v>
                </c:pt>
                <c:pt idx="1017">
                  <c:v>91.749241844644928</c:v>
                </c:pt>
                <c:pt idx="1018">
                  <c:v>91.678265598643094</c:v>
                </c:pt>
                <c:pt idx="1019">
                  <c:v>91.636785974356314</c:v>
                </c:pt>
                <c:pt idx="1020">
                  <c:v>91.584245116926397</c:v>
                </c:pt>
                <c:pt idx="1021">
                  <c:v>91.120595094343031</c:v>
                </c:pt>
                <c:pt idx="1022">
                  <c:v>91.245033967203369</c:v>
                </c:pt>
                <c:pt idx="1023">
                  <c:v>91.247799275489129</c:v>
                </c:pt>
                <c:pt idx="1024">
                  <c:v>91.335367371205649</c:v>
                </c:pt>
                <c:pt idx="1025">
                  <c:v>91.457962705208772</c:v>
                </c:pt>
                <c:pt idx="1026">
                  <c:v>91.057914773198505</c:v>
                </c:pt>
                <c:pt idx="1027">
                  <c:v>90.652336224616647</c:v>
                </c:pt>
                <c:pt idx="1028">
                  <c:v>90.70119000433219</c:v>
                </c:pt>
                <c:pt idx="1029">
                  <c:v>90.618230755758631</c:v>
                </c:pt>
                <c:pt idx="1030">
                  <c:v>90.467982338897627</c:v>
                </c:pt>
                <c:pt idx="1031">
                  <c:v>90.672615152045736</c:v>
                </c:pt>
                <c:pt idx="1032">
                  <c:v>90.726999548332856</c:v>
                </c:pt>
                <c:pt idx="1033">
                  <c:v>90.88554389005121</c:v>
                </c:pt>
                <c:pt idx="1034">
                  <c:v>90.597030058900941</c:v>
                </c:pt>
                <c:pt idx="1035">
                  <c:v>90.279941375464219</c:v>
                </c:pt>
                <c:pt idx="1036">
                  <c:v>90.311281536036446</c:v>
                </c:pt>
                <c:pt idx="1037">
                  <c:v>90.311281536036446</c:v>
                </c:pt>
                <c:pt idx="1038">
                  <c:v>90.353682929751827</c:v>
                </c:pt>
                <c:pt idx="1039">
                  <c:v>90.367509471180739</c:v>
                </c:pt>
                <c:pt idx="1040">
                  <c:v>90.552785126328359</c:v>
                </c:pt>
                <c:pt idx="1041">
                  <c:v>90.630213758330356</c:v>
                </c:pt>
                <c:pt idx="1042">
                  <c:v>90.630213758330356</c:v>
                </c:pt>
                <c:pt idx="1043">
                  <c:v>90.724234240047068</c:v>
                </c:pt>
                <c:pt idx="1044">
                  <c:v>90.5822817480434</c:v>
                </c:pt>
                <c:pt idx="1045">
                  <c:v>90.868030270907894</c:v>
                </c:pt>
                <c:pt idx="1046">
                  <c:v>90.963894291481765</c:v>
                </c:pt>
                <c:pt idx="1047">
                  <c:v>91.194336648630568</c:v>
                </c:pt>
                <c:pt idx="1048">
                  <c:v>91.377768764921015</c:v>
                </c:pt>
                <c:pt idx="1049">
                  <c:v>91.127969249771724</c:v>
                </c:pt>
                <c:pt idx="1050">
                  <c:v>91.378690534349573</c:v>
                </c:pt>
                <c:pt idx="1051">
                  <c:v>91.305870749490552</c:v>
                </c:pt>
                <c:pt idx="1052">
                  <c:v>91.551061417496854</c:v>
                </c:pt>
                <c:pt idx="1053">
                  <c:v>91.617428816355684</c:v>
                </c:pt>
                <c:pt idx="1054">
                  <c:v>91.617428816355684</c:v>
                </c:pt>
                <c:pt idx="1055">
                  <c:v>90.924258206052158</c:v>
                </c:pt>
                <c:pt idx="1056">
                  <c:v>91.034870537483584</c:v>
                </c:pt>
                <c:pt idx="1057">
                  <c:v>90.664319227188358</c:v>
                </c:pt>
                <c:pt idx="1058">
                  <c:v>89.963774461456055</c:v>
                </c:pt>
                <c:pt idx="1059">
                  <c:v>89.448505350871372</c:v>
                </c:pt>
                <c:pt idx="1060">
                  <c:v>88.689889111137575</c:v>
                </c:pt>
                <c:pt idx="1061">
                  <c:v>88.900974310285847</c:v>
                </c:pt>
                <c:pt idx="1062">
                  <c:v>88.750725893424857</c:v>
                </c:pt>
                <c:pt idx="1063">
                  <c:v>89.403338648870189</c:v>
                </c:pt>
                <c:pt idx="1064">
                  <c:v>89.994192852599681</c:v>
                </c:pt>
                <c:pt idx="1065">
                  <c:v>89.814447814023637</c:v>
                </c:pt>
                <c:pt idx="1066">
                  <c:v>89.979444541742168</c:v>
                </c:pt>
                <c:pt idx="1067">
                  <c:v>90.171172582889966</c:v>
                </c:pt>
                <c:pt idx="1068">
                  <c:v>89.995114622028296</c:v>
                </c:pt>
                <c:pt idx="1069">
                  <c:v>89.242028998866061</c:v>
                </c:pt>
                <c:pt idx="1070">
                  <c:v>89.226358918579947</c:v>
                </c:pt>
                <c:pt idx="1071">
                  <c:v>89.258620848580762</c:v>
                </c:pt>
                <c:pt idx="1072">
                  <c:v>89.342501866582907</c:v>
                </c:pt>
                <c:pt idx="1073">
                  <c:v>89.333284172296985</c:v>
                </c:pt>
                <c:pt idx="1074">
                  <c:v>89.333284172296985</c:v>
                </c:pt>
                <c:pt idx="1075">
                  <c:v>89.554508835159822</c:v>
                </c:pt>
                <c:pt idx="1076">
                  <c:v>90.059638482029953</c:v>
                </c:pt>
                <c:pt idx="1077">
                  <c:v>90.264271295178062</c:v>
                </c:pt>
                <c:pt idx="1078">
                  <c:v>90.145363038889286</c:v>
                </c:pt>
                <c:pt idx="1079">
                  <c:v>90.062403790315713</c:v>
                </c:pt>
                <c:pt idx="1080">
                  <c:v>90.188686202033281</c:v>
                </c:pt>
                <c:pt idx="1081">
                  <c:v>90.056873173744194</c:v>
                </c:pt>
                <c:pt idx="1082">
                  <c:v>90.140754191746325</c:v>
                </c:pt>
                <c:pt idx="1083">
                  <c:v>89.972070386313433</c:v>
                </c:pt>
                <c:pt idx="1084">
                  <c:v>90.684598154617461</c:v>
                </c:pt>
                <c:pt idx="1085">
                  <c:v>91.303105441204792</c:v>
                </c:pt>
                <c:pt idx="1086">
                  <c:v>91.042244692912377</c:v>
                </c:pt>
                <c:pt idx="1087">
                  <c:v>91.547374339782493</c:v>
                </c:pt>
                <c:pt idx="1088">
                  <c:v>91.24226865891751</c:v>
                </c:pt>
                <c:pt idx="1089">
                  <c:v>91.416483080921992</c:v>
                </c:pt>
                <c:pt idx="1090">
                  <c:v>91.09478555034228</c:v>
                </c:pt>
                <c:pt idx="1091">
                  <c:v>91.468102168923309</c:v>
                </c:pt>
                <c:pt idx="1092">
                  <c:v>91.93636103864965</c:v>
                </c:pt>
                <c:pt idx="1093">
                  <c:v>92.510623392664428</c:v>
                </c:pt>
                <c:pt idx="1094">
                  <c:v>91.911473264077614</c:v>
                </c:pt>
                <c:pt idx="1095">
                  <c:v>91.785190852360074</c:v>
                </c:pt>
                <c:pt idx="1096">
                  <c:v>92.256215030372204</c:v>
                </c:pt>
                <c:pt idx="1097">
                  <c:v>91.469023938351967</c:v>
                </c:pt>
                <c:pt idx="1098">
                  <c:v>91.851558251218947</c:v>
                </c:pt>
                <c:pt idx="1099">
                  <c:v>91.209084959488138</c:v>
                </c:pt>
                <c:pt idx="1100">
                  <c:v>91.65522136292816</c:v>
                </c:pt>
                <c:pt idx="1101">
                  <c:v>91.807313318646365</c:v>
                </c:pt>
                <c:pt idx="1102">
                  <c:v>92.08476591665351</c:v>
                </c:pt>
                <c:pt idx="1103">
                  <c:v>92.316130043230913</c:v>
                </c:pt>
                <c:pt idx="1104">
                  <c:v>92.646123498667976</c:v>
                </c:pt>
                <c:pt idx="1105">
                  <c:v>92.14099385179783</c:v>
                </c:pt>
                <c:pt idx="1106">
                  <c:v>91.855245328933336</c:v>
                </c:pt>
                <c:pt idx="1107">
                  <c:v>92.202752403513699</c:v>
                </c:pt>
                <c:pt idx="1108">
                  <c:v>92.202752403513699</c:v>
                </c:pt>
                <c:pt idx="1109">
                  <c:v>92.159429240369718</c:v>
                </c:pt>
                <c:pt idx="1110">
                  <c:v>92.046051600652518</c:v>
                </c:pt>
                <c:pt idx="1111">
                  <c:v>91.377768764921029</c:v>
                </c:pt>
                <c:pt idx="1112">
                  <c:v>91.08833316434216</c:v>
                </c:pt>
                <c:pt idx="1113">
                  <c:v>90.93255413090958</c:v>
                </c:pt>
                <c:pt idx="1114">
                  <c:v>90.670771613188549</c:v>
                </c:pt>
                <c:pt idx="1115">
                  <c:v>90.447703411468538</c:v>
                </c:pt>
                <c:pt idx="1116">
                  <c:v>90.384101320895468</c:v>
                </c:pt>
                <c:pt idx="1117">
                  <c:v>90.531584429470669</c:v>
                </c:pt>
                <c:pt idx="1118">
                  <c:v>90.423737406325031</c:v>
                </c:pt>
                <c:pt idx="1119">
                  <c:v>90.422815636896431</c:v>
                </c:pt>
                <c:pt idx="1120">
                  <c:v>90.696581157189172</c:v>
                </c:pt>
                <c:pt idx="1121">
                  <c:v>90.877247965193817</c:v>
                </c:pt>
                <c:pt idx="1122">
                  <c:v>91.043166462340935</c:v>
                </c:pt>
                <c:pt idx="1123">
                  <c:v>90.824707107763899</c:v>
                </c:pt>
                <c:pt idx="1124">
                  <c:v>90.790601638905855</c:v>
                </c:pt>
                <c:pt idx="1125">
                  <c:v>90.923336436623558</c:v>
                </c:pt>
                <c:pt idx="1126">
                  <c:v>91.21922442320259</c:v>
                </c:pt>
                <c:pt idx="1127">
                  <c:v>90.385023090323998</c:v>
                </c:pt>
                <c:pt idx="1128">
                  <c:v>90.477200033183522</c:v>
                </c:pt>
                <c:pt idx="1129">
                  <c:v>90.678145768617242</c:v>
                </c:pt>
                <c:pt idx="1130">
                  <c:v>90.742669628618884</c:v>
                </c:pt>
                <c:pt idx="1131">
                  <c:v>90.354604699180328</c:v>
                </c:pt>
                <c:pt idx="1132">
                  <c:v>90.395162554038478</c:v>
                </c:pt>
                <c:pt idx="1133">
                  <c:v>90.2412270594631</c:v>
                </c:pt>
                <c:pt idx="1134">
                  <c:v>90.29192437803583</c:v>
                </c:pt>
                <c:pt idx="1135">
                  <c:v>90.608091292043994</c:v>
                </c:pt>
                <c:pt idx="1136">
                  <c:v>90.816411182906492</c:v>
                </c:pt>
                <c:pt idx="1137">
                  <c:v>91.08833316434206</c:v>
                </c:pt>
                <c:pt idx="1138">
                  <c:v>91.516955948638781</c:v>
                </c:pt>
                <c:pt idx="1139">
                  <c:v>91.433074930636622</c:v>
                </c:pt>
                <c:pt idx="1140">
                  <c:v>91.556592034068359</c:v>
                </c:pt>
                <c:pt idx="1141">
                  <c:v>91.339976218348511</c:v>
                </c:pt>
                <c:pt idx="1142">
                  <c:v>91.492068174066716</c:v>
                </c:pt>
                <c:pt idx="1143">
                  <c:v>91.475476324352002</c:v>
                </c:pt>
                <c:pt idx="1144">
                  <c:v>91.410952464350331</c:v>
                </c:pt>
                <c:pt idx="1145">
                  <c:v>91.445057933208332</c:v>
                </c:pt>
                <c:pt idx="1146">
                  <c:v>91.273608819489638</c:v>
                </c:pt>
                <c:pt idx="1147">
                  <c:v>91.201710804059203</c:v>
                </c:pt>
                <c:pt idx="1148">
                  <c:v>91.440449086065314</c:v>
                </c:pt>
                <c:pt idx="1149">
                  <c:v>91.457040935780029</c:v>
                </c:pt>
                <c:pt idx="1150">
                  <c:v>91.742789458644523</c:v>
                </c:pt>
                <c:pt idx="1151">
                  <c:v>91.635864204927501</c:v>
                </c:pt>
                <c:pt idx="1152">
                  <c:v>92.240544950085919</c:v>
                </c:pt>
                <c:pt idx="1153">
                  <c:v>92.218422483799642</c:v>
                </c:pt>
                <c:pt idx="1154">
                  <c:v>92.093061841510718</c:v>
                </c:pt>
                <c:pt idx="1155">
                  <c:v>92.12808907979732</c:v>
                </c:pt>
                <c:pt idx="1156">
                  <c:v>92.046051600652348</c:v>
                </c:pt>
                <c:pt idx="1157">
                  <c:v>91.9437351940783</c:v>
                </c:pt>
                <c:pt idx="1158">
                  <c:v>91.836809940361263</c:v>
                </c:pt>
                <c:pt idx="1159">
                  <c:v>91.752928922359104</c:v>
                </c:pt>
                <c:pt idx="1160">
                  <c:v>92.258980338657835</c:v>
                </c:pt>
                <c:pt idx="1161">
                  <c:v>92.959525104390138</c:v>
                </c:pt>
                <c:pt idx="1162">
                  <c:v>92.959525104390138</c:v>
                </c:pt>
                <c:pt idx="1163">
                  <c:v>93.117147676679878</c:v>
                </c:pt>
                <c:pt idx="1164">
                  <c:v>93.474794214974793</c:v>
                </c:pt>
                <c:pt idx="1165">
                  <c:v>93.660069870122413</c:v>
                </c:pt>
                <c:pt idx="1166">
                  <c:v>93.495994911832497</c:v>
                </c:pt>
                <c:pt idx="1167">
                  <c:v>93.427783974116466</c:v>
                </c:pt>
                <c:pt idx="1168">
                  <c:v>93.195498078110518</c:v>
                </c:pt>
                <c:pt idx="1169">
                  <c:v>93.271083171255313</c:v>
                </c:pt>
                <c:pt idx="1170">
                  <c:v>93.460045904117322</c:v>
                </c:pt>
                <c:pt idx="1171">
                  <c:v>92.966899259818931</c:v>
                </c:pt>
                <c:pt idx="1172">
                  <c:v>92.966899259818931</c:v>
                </c:pt>
                <c:pt idx="1173">
                  <c:v>92.963212182104556</c:v>
                </c:pt>
                <c:pt idx="1174">
                  <c:v>93.119912984965708</c:v>
                </c:pt>
                <c:pt idx="1175">
                  <c:v>93.090416363250668</c:v>
                </c:pt>
                <c:pt idx="1176">
                  <c:v>93.010222422962897</c:v>
                </c:pt>
                <c:pt idx="1177">
                  <c:v>93.054467355535479</c:v>
                </c:pt>
                <c:pt idx="1178">
                  <c:v>93.315328103827909</c:v>
                </c:pt>
                <c:pt idx="1179">
                  <c:v>93.024048964391866</c:v>
                </c:pt>
                <c:pt idx="1180">
                  <c:v>92.624001032381571</c:v>
                </c:pt>
                <c:pt idx="1181">
                  <c:v>92.880252933531025</c:v>
                </c:pt>
                <c:pt idx="1182">
                  <c:v>92.882096472388213</c:v>
                </c:pt>
                <c:pt idx="1183">
                  <c:v>93.051702047249719</c:v>
                </c:pt>
                <c:pt idx="1184">
                  <c:v>93.258178399255044</c:v>
                </c:pt>
                <c:pt idx="1185">
                  <c:v>93.213933466682491</c:v>
                </c:pt>
                <c:pt idx="1186">
                  <c:v>93.507977914404336</c:v>
                </c:pt>
                <c:pt idx="1187">
                  <c:v>93.530100380690627</c:v>
                </c:pt>
                <c:pt idx="1188">
                  <c:v>93.591858932406467</c:v>
                </c:pt>
                <c:pt idx="1189">
                  <c:v>93.483090139832242</c:v>
                </c:pt>
                <c:pt idx="1190">
                  <c:v>92.993630573248225</c:v>
                </c:pt>
                <c:pt idx="1191">
                  <c:v>92.051582217224009</c:v>
                </c:pt>
                <c:pt idx="1192">
                  <c:v>92.09767068865375</c:v>
                </c:pt>
                <c:pt idx="1193">
                  <c:v>92.082000608367636</c:v>
                </c:pt>
                <c:pt idx="1194">
                  <c:v>92.046051600652419</c:v>
                </c:pt>
                <c:pt idx="1195">
                  <c:v>91.878289564648099</c:v>
                </c:pt>
                <c:pt idx="1196">
                  <c:v>92.112418999511263</c:v>
                </c:pt>
                <c:pt idx="1197">
                  <c:v>91.75200715293056</c:v>
                </c:pt>
                <c:pt idx="1198">
                  <c:v>92.002728437508452</c:v>
                </c:pt>
                <c:pt idx="1199">
                  <c:v>92.018398517794566</c:v>
                </c:pt>
                <c:pt idx="1200">
                  <c:v>92.18984763151326</c:v>
                </c:pt>
                <c:pt idx="1201">
                  <c:v>92.143759160083519</c:v>
                </c:pt>
                <c:pt idx="1202">
                  <c:v>91.869993639790763</c:v>
                </c:pt>
                <c:pt idx="1203">
                  <c:v>91.842340556932896</c:v>
                </c:pt>
                <c:pt idx="1204">
                  <c:v>91.860775945504798</c:v>
                </c:pt>
                <c:pt idx="1205">
                  <c:v>91.101237936342415</c:v>
                </c:pt>
                <c:pt idx="1206">
                  <c:v>91.158387640915294</c:v>
                </c:pt>
                <c:pt idx="1207">
                  <c:v>91.070819545198759</c:v>
                </c:pt>
                <c:pt idx="1208">
                  <c:v>91.257016969774966</c:v>
                </c:pt>
                <c:pt idx="1209">
                  <c:v>91.176823029487196</c:v>
                </c:pt>
                <c:pt idx="1210">
                  <c:v>91.407265386635999</c:v>
                </c:pt>
                <c:pt idx="1211">
                  <c:v>91.401734770064422</c:v>
                </c:pt>
                <c:pt idx="1212">
                  <c:v>91.902255569791592</c:v>
                </c:pt>
                <c:pt idx="1213">
                  <c:v>91.649690746356526</c:v>
                </c:pt>
                <c:pt idx="1214">
                  <c:v>91.8792113340767</c:v>
                </c:pt>
                <c:pt idx="1215">
                  <c:v>91.804548010360492</c:v>
                </c:pt>
                <c:pt idx="1216">
                  <c:v>91.170370643487033</c:v>
                </c:pt>
                <c:pt idx="1217">
                  <c:v>91.417404850350522</c:v>
                </c:pt>
                <c:pt idx="1218">
                  <c:v>91.417404850350522</c:v>
                </c:pt>
                <c:pt idx="1219">
                  <c:v>91.05883654262702</c:v>
                </c:pt>
                <c:pt idx="1220">
                  <c:v>91.086489625484873</c:v>
                </c:pt>
                <c:pt idx="1221">
                  <c:v>91.299418363490346</c:v>
                </c:pt>
                <c:pt idx="1222">
                  <c:v>91.367629301206392</c:v>
                </c:pt>
                <c:pt idx="1223">
                  <c:v>91.615585277498468</c:v>
                </c:pt>
                <c:pt idx="1224">
                  <c:v>91.822061629503793</c:v>
                </c:pt>
                <c:pt idx="1225">
                  <c:v>92.40922875551891</c:v>
                </c:pt>
                <c:pt idx="1226">
                  <c:v>92.40554167780455</c:v>
                </c:pt>
                <c:pt idx="1227">
                  <c:v>92.381575672661072</c:v>
                </c:pt>
                <c:pt idx="1228">
                  <c:v>92.572381944380297</c:v>
                </c:pt>
                <c:pt idx="1229">
                  <c:v>92.730926286098651</c:v>
                </c:pt>
                <c:pt idx="1230">
                  <c:v>93.187202153253239</c:v>
                </c:pt>
                <c:pt idx="1231">
                  <c:v>93.361416575257735</c:v>
                </c:pt>
                <c:pt idx="1232">
                  <c:v>93.07198097467888</c:v>
                </c:pt>
                <c:pt idx="1233">
                  <c:v>93.280300865541392</c:v>
                </c:pt>
                <c:pt idx="1234">
                  <c:v>93.441610515545548</c:v>
                </c:pt>
                <c:pt idx="1235">
                  <c:v>93.514430300404555</c:v>
                </c:pt>
                <c:pt idx="1236">
                  <c:v>94.111736890134225</c:v>
                </c:pt>
                <c:pt idx="1237">
                  <c:v>93.957801395558832</c:v>
                </c:pt>
                <c:pt idx="1238">
                  <c:v>94.17441721127868</c:v>
                </c:pt>
                <c:pt idx="1239">
                  <c:v>93.866546222127909</c:v>
                </c:pt>
                <c:pt idx="1240">
                  <c:v>94.243549918423312</c:v>
                </c:pt>
                <c:pt idx="1241">
                  <c:v>94.147685897849414</c:v>
                </c:pt>
                <c:pt idx="1242">
                  <c:v>94.216818604994032</c:v>
                </c:pt>
                <c:pt idx="1243">
                  <c:v>94.56340391014578</c:v>
                </c:pt>
                <c:pt idx="1244">
                  <c:v>94.186400213850376</c:v>
                </c:pt>
                <c:pt idx="1245">
                  <c:v>94.530220210716337</c:v>
                </c:pt>
                <c:pt idx="1246">
                  <c:v>94.023247024989018</c:v>
                </c:pt>
                <c:pt idx="1247">
                  <c:v>93.870233299842212</c:v>
                </c:pt>
                <c:pt idx="1248">
                  <c:v>#N/A</c:v>
                </c:pt>
                <c:pt idx="1249">
                  <c:v>#N/A</c:v>
                </c:pt>
                <c:pt idx="1250">
                  <c:v>#N/A</c:v>
                </c:pt>
                <c:pt idx="1251">
                  <c:v>#N/A</c:v>
                </c:pt>
                <c:pt idx="1252">
                  <c:v>#N/A</c:v>
                </c:pt>
                <c:pt idx="1253">
                  <c:v>#N/A</c:v>
                </c:pt>
                <c:pt idx="1254">
                  <c:v>#N/A</c:v>
                </c:pt>
                <c:pt idx="1255">
                  <c:v>#N/A</c:v>
                </c:pt>
                <c:pt idx="1256">
                  <c:v>#N/A</c:v>
                </c:pt>
                <c:pt idx="1257">
                  <c:v>#N/A</c:v>
                </c:pt>
                <c:pt idx="1258">
                  <c:v>#N/A</c:v>
                </c:pt>
                <c:pt idx="1259">
                  <c:v>#N/A</c:v>
                </c:pt>
                <c:pt idx="1260">
                  <c:v>#N/A</c:v>
                </c:pt>
                <c:pt idx="1261">
                  <c:v>#N/A</c:v>
                </c:pt>
                <c:pt idx="1262">
                  <c:v>#N/A</c:v>
                </c:pt>
                <c:pt idx="1263">
                  <c:v>#N/A</c:v>
                </c:pt>
                <c:pt idx="1264">
                  <c:v>#N/A</c:v>
                </c:pt>
                <c:pt idx="1265">
                  <c:v>#N/A</c:v>
                </c:pt>
                <c:pt idx="1266">
                  <c:v>#N/A</c:v>
                </c:pt>
                <c:pt idx="1267">
                  <c:v>#N/A</c:v>
                </c:pt>
                <c:pt idx="1268">
                  <c:v>#N/A</c:v>
                </c:pt>
                <c:pt idx="1269">
                  <c:v>#N/A</c:v>
                </c:pt>
                <c:pt idx="1270">
                  <c:v>#N/A</c:v>
                </c:pt>
                <c:pt idx="1271">
                  <c:v>#N/A</c:v>
                </c:pt>
                <c:pt idx="1272">
                  <c:v>#N/A</c:v>
                </c:pt>
                <c:pt idx="1273">
                  <c:v>#N/A</c:v>
                </c:pt>
                <c:pt idx="1274">
                  <c:v>#N/A</c:v>
                </c:pt>
                <c:pt idx="1275">
                  <c:v>#N/A</c:v>
                </c:pt>
                <c:pt idx="1276">
                  <c:v>#N/A</c:v>
                </c:pt>
                <c:pt idx="1277">
                  <c:v>#N/A</c:v>
                </c:pt>
                <c:pt idx="1278">
                  <c:v>#N/A</c:v>
                </c:pt>
                <c:pt idx="1279">
                  <c:v>#N/A</c:v>
                </c:pt>
                <c:pt idx="1280">
                  <c:v>#N/A</c:v>
                </c:pt>
                <c:pt idx="1281">
                  <c:v>#N/A</c:v>
                </c:pt>
                <c:pt idx="1282">
                  <c:v>#N/A</c:v>
                </c:pt>
                <c:pt idx="1283">
                  <c:v>#N/A</c:v>
                </c:pt>
                <c:pt idx="1284">
                  <c:v>#N/A</c:v>
                </c:pt>
                <c:pt idx="1285">
                  <c:v>#N/A</c:v>
                </c:pt>
                <c:pt idx="1286">
                  <c:v>#N/A</c:v>
                </c:pt>
                <c:pt idx="1287">
                  <c:v>#N/A</c:v>
                </c:pt>
                <c:pt idx="1288">
                  <c:v>#N/A</c:v>
                </c:pt>
                <c:pt idx="1289">
                  <c:v>#N/A</c:v>
                </c:pt>
                <c:pt idx="1290">
                  <c:v>#N/A</c:v>
                </c:pt>
                <c:pt idx="1291">
                  <c:v>#N/A</c:v>
                </c:pt>
                <c:pt idx="1292">
                  <c:v>#N/A</c:v>
                </c:pt>
                <c:pt idx="1293">
                  <c:v>#N/A</c:v>
                </c:pt>
                <c:pt idx="1294">
                  <c:v>#N/A</c:v>
                </c:pt>
                <c:pt idx="1295">
                  <c:v>#N/A</c:v>
                </c:pt>
                <c:pt idx="1296">
                  <c:v>#N/A</c:v>
                </c:pt>
                <c:pt idx="1297">
                  <c:v>#N/A</c:v>
                </c:pt>
                <c:pt idx="1298">
                  <c:v>#N/A</c:v>
                </c:pt>
                <c:pt idx="1299">
                  <c:v>#N/A</c:v>
                </c:pt>
                <c:pt idx="1300">
                  <c:v>#N/A</c:v>
                </c:pt>
                <c:pt idx="1301">
                  <c:v>#N/A</c:v>
                </c:pt>
                <c:pt idx="1302">
                  <c:v>#N/A</c:v>
                </c:pt>
                <c:pt idx="1303">
                  <c:v>#N/A</c:v>
                </c:pt>
                <c:pt idx="1304">
                  <c:v>#N/A</c:v>
                </c:pt>
                <c:pt idx="1305">
                  <c:v>#N/A</c:v>
                </c:pt>
                <c:pt idx="1306">
                  <c:v>#N/A</c:v>
                </c:pt>
                <c:pt idx="1307">
                  <c:v>#N/A</c:v>
                </c:pt>
                <c:pt idx="1308">
                  <c:v>#N/A</c:v>
                </c:pt>
                <c:pt idx="1309">
                  <c:v>#N/A</c:v>
                </c:pt>
                <c:pt idx="1310">
                  <c:v>#N/A</c:v>
                </c:pt>
                <c:pt idx="1311">
                  <c:v>#N/A</c:v>
                </c:pt>
                <c:pt idx="1312">
                  <c:v>#N/A</c:v>
                </c:pt>
                <c:pt idx="1313">
                  <c:v>#N/A</c:v>
                </c:pt>
                <c:pt idx="1314">
                  <c:v>#N/A</c:v>
                </c:pt>
                <c:pt idx="1315">
                  <c:v>#N/A</c:v>
                </c:pt>
                <c:pt idx="1316">
                  <c:v>#N/A</c:v>
                </c:pt>
                <c:pt idx="1317">
                  <c:v>#N/A</c:v>
                </c:pt>
                <c:pt idx="1318">
                  <c:v>#N/A</c:v>
                </c:pt>
                <c:pt idx="1319">
                  <c:v>#N/A</c:v>
                </c:pt>
                <c:pt idx="1320">
                  <c:v>#N/A</c:v>
                </c:pt>
              </c:numCache>
            </c:numRef>
          </c:val>
          <c:smooth val="0"/>
          <c:extLst>
            <c:ext xmlns:c16="http://schemas.microsoft.com/office/drawing/2014/chart" uri="{C3380CC4-5D6E-409C-BE32-E72D297353CC}">
              <c16:uniqueId val="{00000001-77A7-47B5-B7C8-67DACEB0DB19}"/>
            </c:ext>
          </c:extLst>
        </c:ser>
        <c:dLbls>
          <c:showLegendKey val="0"/>
          <c:showVal val="0"/>
          <c:showCatName val="0"/>
          <c:showSerName val="0"/>
          <c:showPercent val="0"/>
          <c:showBubbleSize val="0"/>
        </c:dLbls>
        <c:marker val="1"/>
        <c:smooth val="0"/>
        <c:axId val="-1398615792"/>
        <c:axId val="-1328247744"/>
      </c:lineChart>
      <c:lineChart>
        <c:grouping val="standard"/>
        <c:varyColors val="0"/>
        <c:ser>
          <c:idx val="0"/>
          <c:order val="0"/>
          <c:tx>
            <c:strRef>
              <c:f>FI_INDEX!$AO$7</c:f>
              <c:strCache>
                <c:ptCount val="1"/>
                <c:pt idx="0">
                  <c:v>GBPUSD</c:v>
                </c:pt>
              </c:strCache>
            </c:strRef>
          </c:tx>
          <c:spPr>
            <a:ln w="28575">
              <a:solidFill>
                <a:srgbClr val="1E2E6E"/>
              </a:solidFill>
            </a:ln>
          </c:spPr>
          <c:marker>
            <c:symbol val="none"/>
          </c:marker>
          <c:cat>
            <c:numRef>
              <c:f>FI_INDEX!$AC$795:$AC$4550</c:f>
              <c:numCache>
                <c:formatCode>m/d/yyyy</c:formatCode>
                <c:ptCount val="3756"/>
                <c:pt idx="0">
                  <c:v>44561</c:v>
                </c:pt>
                <c:pt idx="1">
                  <c:v>44564</c:v>
                </c:pt>
                <c:pt idx="2">
                  <c:v>44565</c:v>
                </c:pt>
                <c:pt idx="3">
                  <c:v>44566</c:v>
                </c:pt>
                <c:pt idx="4">
                  <c:v>44567</c:v>
                </c:pt>
                <c:pt idx="5">
                  <c:v>44568</c:v>
                </c:pt>
                <c:pt idx="6">
                  <c:v>44571</c:v>
                </c:pt>
                <c:pt idx="7">
                  <c:v>44572</c:v>
                </c:pt>
                <c:pt idx="8">
                  <c:v>44573</c:v>
                </c:pt>
                <c:pt idx="9">
                  <c:v>44574</c:v>
                </c:pt>
                <c:pt idx="10">
                  <c:v>44575</c:v>
                </c:pt>
                <c:pt idx="11">
                  <c:v>44578</c:v>
                </c:pt>
                <c:pt idx="12">
                  <c:v>44579</c:v>
                </c:pt>
                <c:pt idx="13">
                  <c:v>44580</c:v>
                </c:pt>
                <c:pt idx="14">
                  <c:v>44581</c:v>
                </c:pt>
                <c:pt idx="15">
                  <c:v>44582</c:v>
                </c:pt>
                <c:pt idx="16">
                  <c:v>44585</c:v>
                </c:pt>
                <c:pt idx="17">
                  <c:v>44586</c:v>
                </c:pt>
                <c:pt idx="18">
                  <c:v>44587</c:v>
                </c:pt>
                <c:pt idx="19">
                  <c:v>44588</c:v>
                </c:pt>
                <c:pt idx="20">
                  <c:v>44589</c:v>
                </c:pt>
                <c:pt idx="21">
                  <c:v>44592</c:v>
                </c:pt>
                <c:pt idx="22">
                  <c:v>44593</c:v>
                </c:pt>
                <c:pt idx="23">
                  <c:v>44594</c:v>
                </c:pt>
                <c:pt idx="24">
                  <c:v>44595</c:v>
                </c:pt>
                <c:pt idx="25">
                  <c:v>44596</c:v>
                </c:pt>
                <c:pt idx="26">
                  <c:v>44599</c:v>
                </c:pt>
                <c:pt idx="27">
                  <c:v>44600</c:v>
                </c:pt>
                <c:pt idx="28">
                  <c:v>44601</c:v>
                </c:pt>
                <c:pt idx="29">
                  <c:v>44602</c:v>
                </c:pt>
                <c:pt idx="30">
                  <c:v>44603</c:v>
                </c:pt>
                <c:pt idx="31">
                  <c:v>44606</c:v>
                </c:pt>
                <c:pt idx="32">
                  <c:v>44607</c:v>
                </c:pt>
                <c:pt idx="33">
                  <c:v>44608</c:v>
                </c:pt>
                <c:pt idx="34">
                  <c:v>44609</c:v>
                </c:pt>
                <c:pt idx="35">
                  <c:v>44610</c:v>
                </c:pt>
                <c:pt idx="36">
                  <c:v>44613</c:v>
                </c:pt>
                <c:pt idx="37">
                  <c:v>44614</c:v>
                </c:pt>
                <c:pt idx="38">
                  <c:v>44615</c:v>
                </c:pt>
                <c:pt idx="39">
                  <c:v>44616</c:v>
                </c:pt>
                <c:pt idx="40">
                  <c:v>44617</c:v>
                </c:pt>
                <c:pt idx="41">
                  <c:v>44620</c:v>
                </c:pt>
                <c:pt idx="42">
                  <c:v>44621</c:v>
                </c:pt>
                <c:pt idx="43">
                  <c:v>44622</c:v>
                </c:pt>
                <c:pt idx="44">
                  <c:v>44623</c:v>
                </c:pt>
                <c:pt idx="45">
                  <c:v>44624</c:v>
                </c:pt>
                <c:pt idx="46">
                  <c:v>44627</c:v>
                </c:pt>
                <c:pt idx="47">
                  <c:v>44628</c:v>
                </c:pt>
                <c:pt idx="48">
                  <c:v>44629</c:v>
                </c:pt>
                <c:pt idx="49">
                  <c:v>44630</c:v>
                </c:pt>
                <c:pt idx="50">
                  <c:v>44631</c:v>
                </c:pt>
                <c:pt idx="51">
                  <c:v>44634</c:v>
                </c:pt>
                <c:pt idx="52">
                  <c:v>44635</c:v>
                </c:pt>
                <c:pt idx="53">
                  <c:v>44636</c:v>
                </c:pt>
                <c:pt idx="54">
                  <c:v>44637</c:v>
                </c:pt>
                <c:pt idx="55">
                  <c:v>44638</c:v>
                </c:pt>
                <c:pt idx="56">
                  <c:v>44641</c:v>
                </c:pt>
                <c:pt idx="57">
                  <c:v>44642</c:v>
                </c:pt>
                <c:pt idx="58">
                  <c:v>44643</c:v>
                </c:pt>
                <c:pt idx="59">
                  <c:v>44644</c:v>
                </c:pt>
                <c:pt idx="60">
                  <c:v>44645</c:v>
                </c:pt>
                <c:pt idx="61">
                  <c:v>44648</c:v>
                </c:pt>
                <c:pt idx="62">
                  <c:v>44649</c:v>
                </c:pt>
                <c:pt idx="63">
                  <c:v>44650</c:v>
                </c:pt>
                <c:pt idx="64">
                  <c:v>44651</c:v>
                </c:pt>
                <c:pt idx="65">
                  <c:v>44652</c:v>
                </c:pt>
                <c:pt idx="66">
                  <c:v>44655</c:v>
                </c:pt>
                <c:pt idx="67">
                  <c:v>44656</c:v>
                </c:pt>
                <c:pt idx="68">
                  <c:v>44657</c:v>
                </c:pt>
                <c:pt idx="69">
                  <c:v>44658</c:v>
                </c:pt>
                <c:pt idx="70">
                  <c:v>44659</c:v>
                </c:pt>
                <c:pt idx="71">
                  <c:v>44662</c:v>
                </c:pt>
                <c:pt idx="72">
                  <c:v>44663</c:v>
                </c:pt>
                <c:pt idx="73">
                  <c:v>44664</c:v>
                </c:pt>
                <c:pt idx="74">
                  <c:v>44665</c:v>
                </c:pt>
                <c:pt idx="75">
                  <c:v>44666</c:v>
                </c:pt>
                <c:pt idx="76">
                  <c:v>44669</c:v>
                </c:pt>
                <c:pt idx="77">
                  <c:v>44670</c:v>
                </c:pt>
                <c:pt idx="78">
                  <c:v>44671</c:v>
                </c:pt>
                <c:pt idx="79">
                  <c:v>44672</c:v>
                </c:pt>
                <c:pt idx="80">
                  <c:v>44673</c:v>
                </c:pt>
                <c:pt idx="81">
                  <c:v>44676</c:v>
                </c:pt>
                <c:pt idx="82">
                  <c:v>44677</c:v>
                </c:pt>
                <c:pt idx="83">
                  <c:v>44678</c:v>
                </c:pt>
                <c:pt idx="84">
                  <c:v>44679</c:v>
                </c:pt>
                <c:pt idx="85">
                  <c:v>44680</c:v>
                </c:pt>
                <c:pt idx="86">
                  <c:v>44683</c:v>
                </c:pt>
                <c:pt idx="87">
                  <c:v>44684</c:v>
                </c:pt>
                <c:pt idx="88">
                  <c:v>44685</c:v>
                </c:pt>
                <c:pt idx="89">
                  <c:v>44686</c:v>
                </c:pt>
                <c:pt idx="90">
                  <c:v>44687</c:v>
                </c:pt>
                <c:pt idx="91">
                  <c:v>44690</c:v>
                </c:pt>
                <c:pt idx="92">
                  <c:v>44691</c:v>
                </c:pt>
                <c:pt idx="93">
                  <c:v>44692</c:v>
                </c:pt>
                <c:pt idx="94">
                  <c:v>44693</c:v>
                </c:pt>
                <c:pt idx="95">
                  <c:v>44694</c:v>
                </c:pt>
                <c:pt idx="96">
                  <c:v>44697</c:v>
                </c:pt>
                <c:pt idx="97">
                  <c:v>44698</c:v>
                </c:pt>
                <c:pt idx="98">
                  <c:v>44699</c:v>
                </c:pt>
                <c:pt idx="99">
                  <c:v>44700</c:v>
                </c:pt>
                <c:pt idx="100">
                  <c:v>44701</c:v>
                </c:pt>
                <c:pt idx="101">
                  <c:v>44704</c:v>
                </c:pt>
                <c:pt idx="102">
                  <c:v>44705</c:v>
                </c:pt>
                <c:pt idx="103">
                  <c:v>44706</c:v>
                </c:pt>
                <c:pt idx="104">
                  <c:v>44707</c:v>
                </c:pt>
                <c:pt idx="105">
                  <c:v>44708</c:v>
                </c:pt>
                <c:pt idx="106">
                  <c:v>44711</c:v>
                </c:pt>
                <c:pt idx="107">
                  <c:v>44712</c:v>
                </c:pt>
                <c:pt idx="108">
                  <c:v>44713</c:v>
                </c:pt>
                <c:pt idx="109">
                  <c:v>44714</c:v>
                </c:pt>
                <c:pt idx="110">
                  <c:v>44715</c:v>
                </c:pt>
                <c:pt idx="111">
                  <c:v>44718</c:v>
                </c:pt>
                <c:pt idx="112">
                  <c:v>44719</c:v>
                </c:pt>
                <c:pt idx="113">
                  <c:v>44720</c:v>
                </c:pt>
                <c:pt idx="114">
                  <c:v>44721</c:v>
                </c:pt>
                <c:pt idx="115">
                  <c:v>44722</c:v>
                </c:pt>
                <c:pt idx="116">
                  <c:v>44725</c:v>
                </c:pt>
                <c:pt idx="117">
                  <c:v>44726</c:v>
                </c:pt>
                <c:pt idx="118">
                  <c:v>44727</c:v>
                </c:pt>
                <c:pt idx="119">
                  <c:v>44728</c:v>
                </c:pt>
                <c:pt idx="120">
                  <c:v>44729</c:v>
                </c:pt>
                <c:pt idx="121">
                  <c:v>44732</c:v>
                </c:pt>
                <c:pt idx="122">
                  <c:v>44733</c:v>
                </c:pt>
                <c:pt idx="123">
                  <c:v>44734</c:v>
                </c:pt>
                <c:pt idx="124">
                  <c:v>44735</c:v>
                </c:pt>
                <c:pt idx="125">
                  <c:v>44736</c:v>
                </c:pt>
                <c:pt idx="126">
                  <c:v>44739</c:v>
                </c:pt>
                <c:pt idx="127">
                  <c:v>44740</c:v>
                </c:pt>
                <c:pt idx="128">
                  <c:v>44741</c:v>
                </c:pt>
                <c:pt idx="129">
                  <c:v>44742</c:v>
                </c:pt>
                <c:pt idx="130">
                  <c:v>44743</c:v>
                </c:pt>
                <c:pt idx="131">
                  <c:v>44746</c:v>
                </c:pt>
                <c:pt idx="132">
                  <c:v>44747</c:v>
                </c:pt>
                <c:pt idx="133">
                  <c:v>44748</c:v>
                </c:pt>
                <c:pt idx="134">
                  <c:v>44749</c:v>
                </c:pt>
                <c:pt idx="135">
                  <c:v>44750</c:v>
                </c:pt>
                <c:pt idx="136">
                  <c:v>44753</c:v>
                </c:pt>
                <c:pt idx="137">
                  <c:v>44754</c:v>
                </c:pt>
                <c:pt idx="138">
                  <c:v>44755</c:v>
                </c:pt>
                <c:pt idx="139">
                  <c:v>44756</c:v>
                </c:pt>
                <c:pt idx="140">
                  <c:v>44757</c:v>
                </c:pt>
                <c:pt idx="141">
                  <c:v>44760</c:v>
                </c:pt>
                <c:pt idx="142">
                  <c:v>44761</c:v>
                </c:pt>
                <c:pt idx="143">
                  <c:v>44762</c:v>
                </c:pt>
                <c:pt idx="144">
                  <c:v>44763</c:v>
                </c:pt>
                <c:pt idx="145">
                  <c:v>44764</c:v>
                </c:pt>
                <c:pt idx="146">
                  <c:v>44767</c:v>
                </c:pt>
                <c:pt idx="147">
                  <c:v>44768</c:v>
                </c:pt>
                <c:pt idx="148">
                  <c:v>44769</c:v>
                </c:pt>
                <c:pt idx="149">
                  <c:v>44770</c:v>
                </c:pt>
                <c:pt idx="150">
                  <c:v>44771</c:v>
                </c:pt>
                <c:pt idx="151">
                  <c:v>44774</c:v>
                </c:pt>
                <c:pt idx="152">
                  <c:v>44775</c:v>
                </c:pt>
                <c:pt idx="153">
                  <c:v>44776</c:v>
                </c:pt>
                <c:pt idx="154">
                  <c:v>44777</c:v>
                </c:pt>
                <c:pt idx="155">
                  <c:v>44778</c:v>
                </c:pt>
                <c:pt idx="156">
                  <c:v>44781</c:v>
                </c:pt>
                <c:pt idx="157">
                  <c:v>44782</c:v>
                </c:pt>
                <c:pt idx="158">
                  <c:v>44783</c:v>
                </c:pt>
                <c:pt idx="159">
                  <c:v>44784</c:v>
                </c:pt>
                <c:pt idx="160">
                  <c:v>44785</c:v>
                </c:pt>
                <c:pt idx="161">
                  <c:v>44788</c:v>
                </c:pt>
                <c:pt idx="162">
                  <c:v>44789</c:v>
                </c:pt>
                <c:pt idx="163">
                  <c:v>44790</c:v>
                </c:pt>
                <c:pt idx="164">
                  <c:v>44791</c:v>
                </c:pt>
                <c:pt idx="165">
                  <c:v>44792</c:v>
                </c:pt>
                <c:pt idx="166">
                  <c:v>44795</c:v>
                </c:pt>
                <c:pt idx="167">
                  <c:v>44796</c:v>
                </c:pt>
                <c:pt idx="168">
                  <c:v>44797</c:v>
                </c:pt>
                <c:pt idx="169">
                  <c:v>44798</c:v>
                </c:pt>
                <c:pt idx="170">
                  <c:v>44799</c:v>
                </c:pt>
                <c:pt idx="171">
                  <c:v>44802</c:v>
                </c:pt>
                <c:pt idx="172">
                  <c:v>44803</c:v>
                </c:pt>
                <c:pt idx="173">
                  <c:v>44804</c:v>
                </c:pt>
                <c:pt idx="174">
                  <c:v>44805</c:v>
                </c:pt>
                <c:pt idx="175">
                  <c:v>44806</c:v>
                </c:pt>
                <c:pt idx="176">
                  <c:v>44809</c:v>
                </c:pt>
                <c:pt idx="177">
                  <c:v>44810</c:v>
                </c:pt>
                <c:pt idx="178">
                  <c:v>44811</c:v>
                </c:pt>
                <c:pt idx="179">
                  <c:v>44812</c:v>
                </c:pt>
                <c:pt idx="180">
                  <c:v>44813</c:v>
                </c:pt>
                <c:pt idx="181">
                  <c:v>44816</c:v>
                </c:pt>
                <c:pt idx="182">
                  <c:v>44817</c:v>
                </c:pt>
                <c:pt idx="183">
                  <c:v>44818</c:v>
                </c:pt>
                <c:pt idx="184">
                  <c:v>44819</c:v>
                </c:pt>
                <c:pt idx="185">
                  <c:v>44820</c:v>
                </c:pt>
                <c:pt idx="186">
                  <c:v>44823</c:v>
                </c:pt>
                <c:pt idx="187">
                  <c:v>44824</c:v>
                </c:pt>
                <c:pt idx="188">
                  <c:v>44825</c:v>
                </c:pt>
                <c:pt idx="189">
                  <c:v>44826</c:v>
                </c:pt>
                <c:pt idx="190">
                  <c:v>44827</c:v>
                </c:pt>
                <c:pt idx="191">
                  <c:v>44830</c:v>
                </c:pt>
                <c:pt idx="192">
                  <c:v>44831</c:v>
                </c:pt>
                <c:pt idx="193">
                  <c:v>44832</c:v>
                </c:pt>
                <c:pt idx="194">
                  <c:v>44833</c:v>
                </c:pt>
                <c:pt idx="195">
                  <c:v>44834</c:v>
                </c:pt>
                <c:pt idx="196">
                  <c:v>44837</c:v>
                </c:pt>
                <c:pt idx="197">
                  <c:v>44838</c:v>
                </c:pt>
                <c:pt idx="198">
                  <c:v>44839</c:v>
                </c:pt>
                <c:pt idx="199">
                  <c:v>44840</c:v>
                </c:pt>
                <c:pt idx="200">
                  <c:v>44841</c:v>
                </c:pt>
                <c:pt idx="201">
                  <c:v>44844</c:v>
                </c:pt>
                <c:pt idx="202">
                  <c:v>44845</c:v>
                </c:pt>
                <c:pt idx="203">
                  <c:v>44846</c:v>
                </c:pt>
                <c:pt idx="204">
                  <c:v>44847</c:v>
                </c:pt>
                <c:pt idx="205">
                  <c:v>44848</c:v>
                </c:pt>
                <c:pt idx="206">
                  <c:v>44851</c:v>
                </c:pt>
                <c:pt idx="207">
                  <c:v>44852</c:v>
                </c:pt>
                <c:pt idx="208">
                  <c:v>44853</c:v>
                </c:pt>
                <c:pt idx="209">
                  <c:v>44854</c:v>
                </c:pt>
                <c:pt idx="210">
                  <c:v>44855</c:v>
                </c:pt>
                <c:pt idx="211">
                  <c:v>44858</c:v>
                </c:pt>
                <c:pt idx="212">
                  <c:v>44859</c:v>
                </c:pt>
                <c:pt idx="213">
                  <c:v>44860</c:v>
                </c:pt>
                <c:pt idx="214">
                  <c:v>44861</c:v>
                </c:pt>
                <c:pt idx="215">
                  <c:v>44862</c:v>
                </c:pt>
                <c:pt idx="216">
                  <c:v>44865</c:v>
                </c:pt>
                <c:pt idx="217">
                  <c:v>44866</c:v>
                </c:pt>
                <c:pt idx="218">
                  <c:v>44867</c:v>
                </c:pt>
                <c:pt idx="219">
                  <c:v>44868</c:v>
                </c:pt>
                <c:pt idx="220">
                  <c:v>44869</c:v>
                </c:pt>
                <c:pt idx="221">
                  <c:v>44872</c:v>
                </c:pt>
                <c:pt idx="222">
                  <c:v>44873</c:v>
                </c:pt>
                <c:pt idx="223">
                  <c:v>44874</c:v>
                </c:pt>
                <c:pt idx="224">
                  <c:v>44875</c:v>
                </c:pt>
                <c:pt idx="225">
                  <c:v>44876</c:v>
                </c:pt>
                <c:pt idx="226">
                  <c:v>44879</c:v>
                </c:pt>
                <c:pt idx="227">
                  <c:v>44880</c:v>
                </c:pt>
                <c:pt idx="228">
                  <c:v>44881</c:v>
                </c:pt>
                <c:pt idx="229">
                  <c:v>44882</c:v>
                </c:pt>
                <c:pt idx="230">
                  <c:v>44883</c:v>
                </c:pt>
                <c:pt idx="231">
                  <c:v>44886</c:v>
                </c:pt>
                <c:pt idx="232">
                  <c:v>44887</c:v>
                </c:pt>
                <c:pt idx="233">
                  <c:v>44888</c:v>
                </c:pt>
                <c:pt idx="234">
                  <c:v>44889</c:v>
                </c:pt>
                <c:pt idx="235">
                  <c:v>44890</c:v>
                </c:pt>
                <c:pt idx="236">
                  <c:v>44893</c:v>
                </c:pt>
                <c:pt idx="237">
                  <c:v>44894</c:v>
                </c:pt>
                <c:pt idx="238">
                  <c:v>44895</c:v>
                </c:pt>
                <c:pt idx="239">
                  <c:v>44896</c:v>
                </c:pt>
                <c:pt idx="240">
                  <c:v>44897</c:v>
                </c:pt>
                <c:pt idx="241">
                  <c:v>44900</c:v>
                </c:pt>
                <c:pt idx="242">
                  <c:v>44901</c:v>
                </c:pt>
                <c:pt idx="243">
                  <c:v>44902</c:v>
                </c:pt>
                <c:pt idx="244">
                  <c:v>44903</c:v>
                </c:pt>
                <c:pt idx="245">
                  <c:v>44904</c:v>
                </c:pt>
                <c:pt idx="246">
                  <c:v>44907</c:v>
                </c:pt>
                <c:pt idx="247">
                  <c:v>44908</c:v>
                </c:pt>
                <c:pt idx="248">
                  <c:v>44909</c:v>
                </c:pt>
                <c:pt idx="249">
                  <c:v>44910</c:v>
                </c:pt>
                <c:pt idx="250">
                  <c:v>44911</c:v>
                </c:pt>
                <c:pt idx="251">
                  <c:v>44914</c:v>
                </c:pt>
                <c:pt idx="252">
                  <c:v>44915</c:v>
                </c:pt>
                <c:pt idx="253">
                  <c:v>44916</c:v>
                </c:pt>
                <c:pt idx="254">
                  <c:v>44917</c:v>
                </c:pt>
                <c:pt idx="255">
                  <c:v>44918</c:v>
                </c:pt>
                <c:pt idx="256">
                  <c:v>44921</c:v>
                </c:pt>
                <c:pt idx="257">
                  <c:v>44922</c:v>
                </c:pt>
                <c:pt idx="258">
                  <c:v>44923</c:v>
                </c:pt>
                <c:pt idx="259">
                  <c:v>44924</c:v>
                </c:pt>
                <c:pt idx="260">
                  <c:v>44925</c:v>
                </c:pt>
                <c:pt idx="261">
                  <c:v>44928</c:v>
                </c:pt>
                <c:pt idx="262">
                  <c:v>44929</c:v>
                </c:pt>
                <c:pt idx="263">
                  <c:v>44930</c:v>
                </c:pt>
                <c:pt idx="264">
                  <c:v>44931</c:v>
                </c:pt>
                <c:pt idx="265">
                  <c:v>44932</c:v>
                </c:pt>
                <c:pt idx="266">
                  <c:v>44935</c:v>
                </c:pt>
                <c:pt idx="267">
                  <c:v>44936</c:v>
                </c:pt>
                <c:pt idx="268">
                  <c:v>44937</c:v>
                </c:pt>
                <c:pt idx="269">
                  <c:v>44938</c:v>
                </c:pt>
                <c:pt idx="270">
                  <c:v>44939</c:v>
                </c:pt>
                <c:pt idx="271">
                  <c:v>44942</c:v>
                </c:pt>
                <c:pt idx="272">
                  <c:v>44943</c:v>
                </c:pt>
                <c:pt idx="273">
                  <c:v>44944</c:v>
                </c:pt>
                <c:pt idx="274">
                  <c:v>44945</c:v>
                </c:pt>
                <c:pt idx="275">
                  <c:v>44946</c:v>
                </c:pt>
                <c:pt idx="276">
                  <c:v>44949</c:v>
                </c:pt>
                <c:pt idx="277">
                  <c:v>44950</c:v>
                </c:pt>
                <c:pt idx="278">
                  <c:v>44951</c:v>
                </c:pt>
                <c:pt idx="279">
                  <c:v>44952</c:v>
                </c:pt>
                <c:pt idx="280">
                  <c:v>44953</c:v>
                </c:pt>
                <c:pt idx="281">
                  <c:v>44956</c:v>
                </c:pt>
                <c:pt idx="282">
                  <c:v>44957</c:v>
                </c:pt>
                <c:pt idx="283">
                  <c:v>44958</c:v>
                </c:pt>
                <c:pt idx="284">
                  <c:v>44959</c:v>
                </c:pt>
                <c:pt idx="285">
                  <c:v>44960</c:v>
                </c:pt>
                <c:pt idx="286">
                  <c:v>44963</c:v>
                </c:pt>
                <c:pt idx="287">
                  <c:v>44964</c:v>
                </c:pt>
                <c:pt idx="288">
                  <c:v>44965</c:v>
                </c:pt>
                <c:pt idx="289">
                  <c:v>44966</c:v>
                </c:pt>
                <c:pt idx="290">
                  <c:v>44967</c:v>
                </c:pt>
                <c:pt idx="291">
                  <c:v>44970</c:v>
                </c:pt>
                <c:pt idx="292">
                  <c:v>44971</c:v>
                </c:pt>
                <c:pt idx="293">
                  <c:v>44972</c:v>
                </c:pt>
                <c:pt idx="294">
                  <c:v>44973</c:v>
                </c:pt>
                <c:pt idx="295">
                  <c:v>44974</c:v>
                </c:pt>
                <c:pt idx="296">
                  <c:v>44977</c:v>
                </c:pt>
                <c:pt idx="297">
                  <c:v>44978</c:v>
                </c:pt>
                <c:pt idx="298">
                  <c:v>44979</c:v>
                </c:pt>
                <c:pt idx="299">
                  <c:v>44980</c:v>
                </c:pt>
                <c:pt idx="300">
                  <c:v>44981</c:v>
                </c:pt>
                <c:pt idx="301">
                  <c:v>44984</c:v>
                </c:pt>
                <c:pt idx="302">
                  <c:v>44985</c:v>
                </c:pt>
                <c:pt idx="303">
                  <c:v>44986</c:v>
                </c:pt>
                <c:pt idx="304">
                  <c:v>44987</c:v>
                </c:pt>
                <c:pt idx="305">
                  <c:v>44988</c:v>
                </c:pt>
                <c:pt idx="306">
                  <c:v>44991</c:v>
                </c:pt>
                <c:pt idx="307">
                  <c:v>44992</c:v>
                </c:pt>
                <c:pt idx="308">
                  <c:v>44993</c:v>
                </c:pt>
                <c:pt idx="309">
                  <c:v>44994</c:v>
                </c:pt>
                <c:pt idx="310">
                  <c:v>44995</c:v>
                </c:pt>
                <c:pt idx="311">
                  <c:v>44998</c:v>
                </c:pt>
                <c:pt idx="312">
                  <c:v>44999</c:v>
                </c:pt>
                <c:pt idx="313">
                  <c:v>45000</c:v>
                </c:pt>
                <c:pt idx="314">
                  <c:v>45001</c:v>
                </c:pt>
                <c:pt idx="315">
                  <c:v>45002</c:v>
                </c:pt>
                <c:pt idx="316">
                  <c:v>45005</c:v>
                </c:pt>
                <c:pt idx="317">
                  <c:v>45006</c:v>
                </c:pt>
                <c:pt idx="318">
                  <c:v>45007</c:v>
                </c:pt>
                <c:pt idx="319">
                  <c:v>45008</c:v>
                </c:pt>
                <c:pt idx="320">
                  <c:v>45009</c:v>
                </c:pt>
                <c:pt idx="321">
                  <c:v>45012</c:v>
                </c:pt>
                <c:pt idx="322">
                  <c:v>45013</c:v>
                </c:pt>
                <c:pt idx="323">
                  <c:v>45014</c:v>
                </c:pt>
                <c:pt idx="324">
                  <c:v>45015</c:v>
                </c:pt>
                <c:pt idx="325">
                  <c:v>45016</c:v>
                </c:pt>
                <c:pt idx="326">
                  <c:v>45019</c:v>
                </c:pt>
                <c:pt idx="327">
                  <c:v>45020</c:v>
                </c:pt>
                <c:pt idx="328">
                  <c:v>45021</c:v>
                </c:pt>
                <c:pt idx="329">
                  <c:v>45022</c:v>
                </c:pt>
                <c:pt idx="330">
                  <c:v>45023</c:v>
                </c:pt>
                <c:pt idx="331">
                  <c:v>45026</c:v>
                </c:pt>
                <c:pt idx="332">
                  <c:v>45027</c:v>
                </c:pt>
                <c:pt idx="333">
                  <c:v>45028</c:v>
                </c:pt>
                <c:pt idx="334">
                  <c:v>45029</c:v>
                </c:pt>
                <c:pt idx="335">
                  <c:v>45030</c:v>
                </c:pt>
                <c:pt idx="336">
                  <c:v>45033</c:v>
                </c:pt>
                <c:pt idx="337">
                  <c:v>45034</c:v>
                </c:pt>
                <c:pt idx="338">
                  <c:v>45035</c:v>
                </c:pt>
                <c:pt idx="339">
                  <c:v>45036</c:v>
                </c:pt>
                <c:pt idx="340">
                  <c:v>45037</c:v>
                </c:pt>
                <c:pt idx="341">
                  <c:v>45040</c:v>
                </c:pt>
                <c:pt idx="342">
                  <c:v>45041</c:v>
                </c:pt>
                <c:pt idx="343">
                  <c:v>45042</c:v>
                </c:pt>
                <c:pt idx="344">
                  <c:v>45043</c:v>
                </c:pt>
                <c:pt idx="345">
                  <c:v>45044</c:v>
                </c:pt>
                <c:pt idx="346">
                  <c:v>45047</c:v>
                </c:pt>
                <c:pt idx="347">
                  <c:v>45048</c:v>
                </c:pt>
                <c:pt idx="348">
                  <c:v>45049</c:v>
                </c:pt>
                <c:pt idx="349">
                  <c:v>45050</c:v>
                </c:pt>
                <c:pt idx="350">
                  <c:v>45051</c:v>
                </c:pt>
                <c:pt idx="351">
                  <c:v>45054</c:v>
                </c:pt>
                <c:pt idx="352">
                  <c:v>45055</c:v>
                </c:pt>
                <c:pt idx="353">
                  <c:v>45056</c:v>
                </c:pt>
                <c:pt idx="354">
                  <c:v>45057</c:v>
                </c:pt>
                <c:pt idx="355">
                  <c:v>45058</c:v>
                </c:pt>
                <c:pt idx="356">
                  <c:v>45061</c:v>
                </c:pt>
                <c:pt idx="357">
                  <c:v>45062</c:v>
                </c:pt>
                <c:pt idx="358">
                  <c:v>45063</c:v>
                </c:pt>
                <c:pt idx="359">
                  <c:v>45064</c:v>
                </c:pt>
                <c:pt idx="360">
                  <c:v>45065</c:v>
                </c:pt>
                <c:pt idx="361">
                  <c:v>45068</c:v>
                </c:pt>
                <c:pt idx="362">
                  <c:v>45069</c:v>
                </c:pt>
                <c:pt idx="363">
                  <c:v>45070</c:v>
                </c:pt>
                <c:pt idx="364">
                  <c:v>45071</c:v>
                </c:pt>
                <c:pt idx="365">
                  <c:v>45072</c:v>
                </c:pt>
                <c:pt idx="366">
                  <c:v>45075</c:v>
                </c:pt>
                <c:pt idx="367">
                  <c:v>45076</c:v>
                </c:pt>
                <c:pt idx="368">
                  <c:v>45077</c:v>
                </c:pt>
                <c:pt idx="369">
                  <c:v>45078</c:v>
                </c:pt>
                <c:pt idx="370">
                  <c:v>45079</c:v>
                </c:pt>
                <c:pt idx="371">
                  <c:v>45082</c:v>
                </c:pt>
                <c:pt idx="372">
                  <c:v>45083</c:v>
                </c:pt>
                <c:pt idx="373">
                  <c:v>45084</c:v>
                </c:pt>
                <c:pt idx="374">
                  <c:v>45085</c:v>
                </c:pt>
                <c:pt idx="375">
                  <c:v>45086</c:v>
                </c:pt>
                <c:pt idx="376">
                  <c:v>45089</c:v>
                </c:pt>
                <c:pt idx="377">
                  <c:v>45090</c:v>
                </c:pt>
                <c:pt idx="378">
                  <c:v>45091</c:v>
                </c:pt>
                <c:pt idx="379">
                  <c:v>45092</c:v>
                </c:pt>
                <c:pt idx="380">
                  <c:v>45093</c:v>
                </c:pt>
                <c:pt idx="381">
                  <c:v>45096</c:v>
                </c:pt>
                <c:pt idx="382">
                  <c:v>45097</c:v>
                </c:pt>
                <c:pt idx="383">
                  <c:v>45098</c:v>
                </c:pt>
                <c:pt idx="384">
                  <c:v>45099</c:v>
                </c:pt>
                <c:pt idx="385">
                  <c:v>45100</c:v>
                </c:pt>
                <c:pt idx="386">
                  <c:v>45103</c:v>
                </c:pt>
                <c:pt idx="387">
                  <c:v>45104</c:v>
                </c:pt>
                <c:pt idx="388">
                  <c:v>45105</c:v>
                </c:pt>
                <c:pt idx="389">
                  <c:v>45106</c:v>
                </c:pt>
                <c:pt idx="390">
                  <c:v>45107</c:v>
                </c:pt>
                <c:pt idx="391">
                  <c:v>45110</c:v>
                </c:pt>
                <c:pt idx="392">
                  <c:v>45111</c:v>
                </c:pt>
                <c:pt idx="393">
                  <c:v>45112</c:v>
                </c:pt>
                <c:pt idx="394">
                  <c:v>45113</c:v>
                </c:pt>
                <c:pt idx="395">
                  <c:v>45114</c:v>
                </c:pt>
                <c:pt idx="396">
                  <c:v>45117</c:v>
                </c:pt>
                <c:pt idx="397">
                  <c:v>45118</c:v>
                </c:pt>
                <c:pt idx="398">
                  <c:v>45119</c:v>
                </c:pt>
                <c:pt idx="399">
                  <c:v>45120</c:v>
                </c:pt>
                <c:pt idx="400">
                  <c:v>45121</c:v>
                </c:pt>
                <c:pt idx="401">
                  <c:v>45124</c:v>
                </c:pt>
                <c:pt idx="402">
                  <c:v>45125</c:v>
                </c:pt>
                <c:pt idx="403">
                  <c:v>45126</c:v>
                </c:pt>
                <c:pt idx="404">
                  <c:v>45127</c:v>
                </c:pt>
                <c:pt idx="405">
                  <c:v>45128</c:v>
                </c:pt>
                <c:pt idx="406">
                  <c:v>45131</c:v>
                </c:pt>
                <c:pt idx="407">
                  <c:v>45132</c:v>
                </c:pt>
                <c:pt idx="408">
                  <c:v>45133</c:v>
                </c:pt>
                <c:pt idx="409">
                  <c:v>45134</c:v>
                </c:pt>
                <c:pt idx="410">
                  <c:v>45135</c:v>
                </c:pt>
                <c:pt idx="411">
                  <c:v>45138</c:v>
                </c:pt>
                <c:pt idx="412">
                  <c:v>45139</c:v>
                </c:pt>
                <c:pt idx="413">
                  <c:v>45140</c:v>
                </c:pt>
                <c:pt idx="414">
                  <c:v>45141</c:v>
                </c:pt>
                <c:pt idx="415">
                  <c:v>45142</c:v>
                </c:pt>
                <c:pt idx="416">
                  <c:v>45145</c:v>
                </c:pt>
                <c:pt idx="417">
                  <c:v>45146</c:v>
                </c:pt>
                <c:pt idx="418">
                  <c:v>45147</c:v>
                </c:pt>
                <c:pt idx="419">
                  <c:v>45148</c:v>
                </c:pt>
                <c:pt idx="420">
                  <c:v>45149</c:v>
                </c:pt>
                <c:pt idx="421">
                  <c:v>45152</c:v>
                </c:pt>
                <c:pt idx="422">
                  <c:v>45153</c:v>
                </c:pt>
                <c:pt idx="423">
                  <c:v>45154</c:v>
                </c:pt>
                <c:pt idx="424">
                  <c:v>45155</c:v>
                </c:pt>
                <c:pt idx="425">
                  <c:v>45156</c:v>
                </c:pt>
                <c:pt idx="426">
                  <c:v>45159</c:v>
                </c:pt>
                <c:pt idx="427">
                  <c:v>45160</c:v>
                </c:pt>
                <c:pt idx="428">
                  <c:v>45161</c:v>
                </c:pt>
                <c:pt idx="429">
                  <c:v>45162</c:v>
                </c:pt>
                <c:pt idx="430">
                  <c:v>45163</c:v>
                </c:pt>
                <c:pt idx="431">
                  <c:v>45166</c:v>
                </c:pt>
                <c:pt idx="432">
                  <c:v>45167</c:v>
                </c:pt>
                <c:pt idx="433">
                  <c:v>45168</c:v>
                </c:pt>
                <c:pt idx="434">
                  <c:v>45169</c:v>
                </c:pt>
                <c:pt idx="435">
                  <c:v>45170</c:v>
                </c:pt>
                <c:pt idx="436">
                  <c:v>45173</c:v>
                </c:pt>
                <c:pt idx="437">
                  <c:v>45174</c:v>
                </c:pt>
                <c:pt idx="438">
                  <c:v>45175</c:v>
                </c:pt>
                <c:pt idx="439">
                  <c:v>45176</c:v>
                </c:pt>
                <c:pt idx="440">
                  <c:v>45177</c:v>
                </c:pt>
                <c:pt idx="441">
                  <c:v>45180</c:v>
                </c:pt>
                <c:pt idx="442">
                  <c:v>45181</c:v>
                </c:pt>
                <c:pt idx="443">
                  <c:v>45182</c:v>
                </c:pt>
                <c:pt idx="444">
                  <c:v>45183</c:v>
                </c:pt>
                <c:pt idx="445">
                  <c:v>45184</c:v>
                </c:pt>
                <c:pt idx="446">
                  <c:v>45187</c:v>
                </c:pt>
                <c:pt idx="447">
                  <c:v>45188</c:v>
                </c:pt>
                <c:pt idx="448">
                  <c:v>45189</c:v>
                </c:pt>
                <c:pt idx="449">
                  <c:v>45190</c:v>
                </c:pt>
                <c:pt idx="450">
                  <c:v>45191</c:v>
                </c:pt>
                <c:pt idx="451">
                  <c:v>45194</c:v>
                </c:pt>
                <c:pt idx="452">
                  <c:v>45195</c:v>
                </c:pt>
                <c:pt idx="453">
                  <c:v>45196</c:v>
                </c:pt>
                <c:pt idx="454">
                  <c:v>45197</c:v>
                </c:pt>
                <c:pt idx="455">
                  <c:v>45198</c:v>
                </c:pt>
                <c:pt idx="456">
                  <c:v>45201</c:v>
                </c:pt>
                <c:pt idx="457">
                  <c:v>45202</c:v>
                </c:pt>
                <c:pt idx="458">
                  <c:v>45203</c:v>
                </c:pt>
                <c:pt idx="459">
                  <c:v>45204</c:v>
                </c:pt>
                <c:pt idx="460">
                  <c:v>45205</c:v>
                </c:pt>
                <c:pt idx="461">
                  <c:v>45208</c:v>
                </c:pt>
                <c:pt idx="462">
                  <c:v>45209</c:v>
                </c:pt>
                <c:pt idx="463">
                  <c:v>45210</c:v>
                </c:pt>
                <c:pt idx="464">
                  <c:v>45211</c:v>
                </c:pt>
                <c:pt idx="465">
                  <c:v>45212</c:v>
                </c:pt>
                <c:pt idx="466">
                  <c:v>45215</c:v>
                </c:pt>
                <c:pt idx="467">
                  <c:v>45216</c:v>
                </c:pt>
                <c:pt idx="468">
                  <c:v>45217</c:v>
                </c:pt>
                <c:pt idx="469">
                  <c:v>45218</c:v>
                </c:pt>
                <c:pt idx="470">
                  <c:v>45219</c:v>
                </c:pt>
                <c:pt idx="471">
                  <c:v>45222</c:v>
                </c:pt>
                <c:pt idx="472">
                  <c:v>45223</c:v>
                </c:pt>
                <c:pt idx="473">
                  <c:v>45224</c:v>
                </c:pt>
                <c:pt idx="474">
                  <c:v>45225</c:v>
                </c:pt>
                <c:pt idx="475">
                  <c:v>45226</c:v>
                </c:pt>
                <c:pt idx="476">
                  <c:v>45229</c:v>
                </c:pt>
                <c:pt idx="477">
                  <c:v>45230</c:v>
                </c:pt>
                <c:pt idx="478">
                  <c:v>45231</c:v>
                </c:pt>
                <c:pt idx="479">
                  <c:v>45232</c:v>
                </c:pt>
                <c:pt idx="480">
                  <c:v>45233</c:v>
                </c:pt>
                <c:pt idx="481">
                  <c:v>45236</c:v>
                </c:pt>
                <c:pt idx="482">
                  <c:v>45237</c:v>
                </c:pt>
                <c:pt idx="483">
                  <c:v>45238</c:v>
                </c:pt>
                <c:pt idx="484">
                  <c:v>45239</c:v>
                </c:pt>
                <c:pt idx="485">
                  <c:v>45240</c:v>
                </c:pt>
                <c:pt idx="486">
                  <c:v>45243</c:v>
                </c:pt>
                <c:pt idx="487">
                  <c:v>45244</c:v>
                </c:pt>
                <c:pt idx="488">
                  <c:v>45245</c:v>
                </c:pt>
                <c:pt idx="489">
                  <c:v>45246</c:v>
                </c:pt>
                <c:pt idx="490">
                  <c:v>45247</c:v>
                </c:pt>
                <c:pt idx="491">
                  <c:v>45250</c:v>
                </c:pt>
                <c:pt idx="492">
                  <c:v>45251</c:v>
                </c:pt>
                <c:pt idx="493">
                  <c:v>45252</c:v>
                </c:pt>
                <c:pt idx="494">
                  <c:v>45253</c:v>
                </c:pt>
                <c:pt idx="495">
                  <c:v>45254</c:v>
                </c:pt>
                <c:pt idx="496">
                  <c:v>45257</c:v>
                </c:pt>
                <c:pt idx="497">
                  <c:v>45258</c:v>
                </c:pt>
                <c:pt idx="498">
                  <c:v>45259</c:v>
                </c:pt>
                <c:pt idx="499">
                  <c:v>45260</c:v>
                </c:pt>
                <c:pt idx="500">
                  <c:v>45261</c:v>
                </c:pt>
                <c:pt idx="501">
                  <c:v>45264</c:v>
                </c:pt>
                <c:pt idx="502">
                  <c:v>45265</c:v>
                </c:pt>
                <c:pt idx="503">
                  <c:v>45266</c:v>
                </c:pt>
                <c:pt idx="504">
                  <c:v>45267</c:v>
                </c:pt>
                <c:pt idx="505">
                  <c:v>45268</c:v>
                </c:pt>
                <c:pt idx="506">
                  <c:v>45271</c:v>
                </c:pt>
                <c:pt idx="507">
                  <c:v>45272</c:v>
                </c:pt>
                <c:pt idx="508">
                  <c:v>45273</c:v>
                </c:pt>
                <c:pt idx="509">
                  <c:v>45274</c:v>
                </c:pt>
                <c:pt idx="510">
                  <c:v>45275</c:v>
                </c:pt>
                <c:pt idx="511">
                  <c:v>45278</c:v>
                </c:pt>
                <c:pt idx="512">
                  <c:v>45279</c:v>
                </c:pt>
                <c:pt idx="513">
                  <c:v>45280</c:v>
                </c:pt>
                <c:pt idx="514">
                  <c:v>45281</c:v>
                </c:pt>
                <c:pt idx="515">
                  <c:v>45282</c:v>
                </c:pt>
                <c:pt idx="516">
                  <c:v>45285</c:v>
                </c:pt>
                <c:pt idx="517">
                  <c:v>45286</c:v>
                </c:pt>
                <c:pt idx="518">
                  <c:v>45287</c:v>
                </c:pt>
                <c:pt idx="519">
                  <c:v>45288</c:v>
                </c:pt>
                <c:pt idx="520">
                  <c:v>45289</c:v>
                </c:pt>
                <c:pt idx="521">
                  <c:v>45292</c:v>
                </c:pt>
                <c:pt idx="522">
                  <c:v>45293</c:v>
                </c:pt>
                <c:pt idx="523">
                  <c:v>45294</c:v>
                </c:pt>
                <c:pt idx="524">
                  <c:v>45295</c:v>
                </c:pt>
                <c:pt idx="525">
                  <c:v>45296</c:v>
                </c:pt>
                <c:pt idx="526">
                  <c:v>45299</c:v>
                </c:pt>
                <c:pt idx="527">
                  <c:v>45300</c:v>
                </c:pt>
                <c:pt idx="528">
                  <c:v>45301</c:v>
                </c:pt>
                <c:pt idx="529">
                  <c:v>45302</c:v>
                </c:pt>
                <c:pt idx="530">
                  <c:v>45303</c:v>
                </c:pt>
                <c:pt idx="531">
                  <c:v>45306</c:v>
                </c:pt>
                <c:pt idx="532">
                  <c:v>45307</c:v>
                </c:pt>
                <c:pt idx="533">
                  <c:v>45308</c:v>
                </c:pt>
                <c:pt idx="534">
                  <c:v>45309</c:v>
                </c:pt>
                <c:pt idx="535">
                  <c:v>45310</c:v>
                </c:pt>
                <c:pt idx="536">
                  <c:v>45313</c:v>
                </c:pt>
                <c:pt idx="537">
                  <c:v>45314</c:v>
                </c:pt>
                <c:pt idx="538">
                  <c:v>45315</c:v>
                </c:pt>
                <c:pt idx="539">
                  <c:v>45316</c:v>
                </c:pt>
                <c:pt idx="540">
                  <c:v>45317</c:v>
                </c:pt>
                <c:pt idx="541">
                  <c:v>45320</c:v>
                </c:pt>
                <c:pt idx="542">
                  <c:v>45321</c:v>
                </c:pt>
                <c:pt idx="543">
                  <c:v>45322</c:v>
                </c:pt>
                <c:pt idx="544">
                  <c:v>45323</c:v>
                </c:pt>
                <c:pt idx="545">
                  <c:v>45324</c:v>
                </c:pt>
                <c:pt idx="546">
                  <c:v>45327</c:v>
                </c:pt>
                <c:pt idx="547">
                  <c:v>45328</c:v>
                </c:pt>
                <c:pt idx="548">
                  <c:v>45329</c:v>
                </c:pt>
                <c:pt idx="549">
                  <c:v>45330</c:v>
                </c:pt>
                <c:pt idx="550">
                  <c:v>45331</c:v>
                </c:pt>
                <c:pt idx="551">
                  <c:v>45334</c:v>
                </c:pt>
                <c:pt idx="552">
                  <c:v>45335</c:v>
                </c:pt>
                <c:pt idx="553">
                  <c:v>45336</c:v>
                </c:pt>
                <c:pt idx="554">
                  <c:v>45337</c:v>
                </c:pt>
                <c:pt idx="555">
                  <c:v>45338</c:v>
                </c:pt>
                <c:pt idx="556">
                  <c:v>45341</c:v>
                </c:pt>
                <c:pt idx="557">
                  <c:v>45342</c:v>
                </c:pt>
                <c:pt idx="558">
                  <c:v>45343</c:v>
                </c:pt>
                <c:pt idx="559">
                  <c:v>45344</c:v>
                </c:pt>
                <c:pt idx="560">
                  <c:v>45345</c:v>
                </c:pt>
                <c:pt idx="561">
                  <c:v>45348</c:v>
                </c:pt>
                <c:pt idx="562">
                  <c:v>45349</c:v>
                </c:pt>
                <c:pt idx="563">
                  <c:v>45350</c:v>
                </c:pt>
                <c:pt idx="564">
                  <c:v>45351</c:v>
                </c:pt>
                <c:pt idx="565">
                  <c:v>45352</c:v>
                </c:pt>
                <c:pt idx="566">
                  <c:v>45355</c:v>
                </c:pt>
                <c:pt idx="567">
                  <c:v>45356</c:v>
                </c:pt>
                <c:pt idx="568">
                  <c:v>45357</c:v>
                </c:pt>
                <c:pt idx="569">
                  <c:v>45358</c:v>
                </c:pt>
                <c:pt idx="570">
                  <c:v>45359</c:v>
                </c:pt>
                <c:pt idx="571">
                  <c:v>45362</c:v>
                </c:pt>
                <c:pt idx="572">
                  <c:v>45363</c:v>
                </c:pt>
                <c:pt idx="573">
                  <c:v>45364</c:v>
                </c:pt>
                <c:pt idx="574">
                  <c:v>45365</c:v>
                </c:pt>
                <c:pt idx="575">
                  <c:v>45366</c:v>
                </c:pt>
                <c:pt idx="576">
                  <c:v>45369</c:v>
                </c:pt>
                <c:pt idx="577">
                  <c:v>45370</c:v>
                </c:pt>
                <c:pt idx="578">
                  <c:v>45371</c:v>
                </c:pt>
                <c:pt idx="579">
                  <c:v>45372</c:v>
                </c:pt>
                <c:pt idx="580">
                  <c:v>45373</c:v>
                </c:pt>
                <c:pt idx="581">
                  <c:v>45376</c:v>
                </c:pt>
                <c:pt idx="582">
                  <c:v>45377</c:v>
                </c:pt>
                <c:pt idx="583">
                  <c:v>45378</c:v>
                </c:pt>
                <c:pt idx="584">
                  <c:v>45379</c:v>
                </c:pt>
                <c:pt idx="585">
                  <c:v>45380</c:v>
                </c:pt>
                <c:pt idx="586">
                  <c:v>45383</c:v>
                </c:pt>
                <c:pt idx="587">
                  <c:v>45384</c:v>
                </c:pt>
                <c:pt idx="588">
                  <c:v>45385</c:v>
                </c:pt>
                <c:pt idx="589">
                  <c:v>45386</c:v>
                </c:pt>
                <c:pt idx="590">
                  <c:v>45387</c:v>
                </c:pt>
                <c:pt idx="591">
                  <c:v>45390</c:v>
                </c:pt>
                <c:pt idx="592">
                  <c:v>45391</c:v>
                </c:pt>
                <c:pt idx="593">
                  <c:v>45392</c:v>
                </c:pt>
                <c:pt idx="594">
                  <c:v>45393</c:v>
                </c:pt>
                <c:pt idx="595">
                  <c:v>45394</c:v>
                </c:pt>
                <c:pt idx="596">
                  <c:v>45397</c:v>
                </c:pt>
                <c:pt idx="597">
                  <c:v>45398</c:v>
                </c:pt>
                <c:pt idx="598">
                  <c:v>45399</c:v>
                </c:pt>
                <c:pt idx="599">
                  <c:v>45400</c:v>
                </c:pt>
                <c:pt idx="600">
                  <c:v>45401</c:v>
                </c:pt>
                <c:pt idx="601">
                  <c:v>45404</c:v>
                </c:pt>
                <c:pt idx="602">
                  <c:v>45405</c:v>
                </c:pt>
                <c:pt idx="603">
                  <c:v>45406</c:v>
                </c:pt>
                <c:pt idx="604">
                  <c:v>45407</c:v>
                </c:pt>
                <c:pt idx="605">
                  <c:v>45408</c:v>
                </c:pt>
                <c:pt idx="606">
                  <c:v>45411</c:v>
                </c:pt>
                <c:pt idx="607">
                  <c:v>45412</c:v>
                </c:pt>
                <c:pt idx="608">
                  <c:v>45413</c:v>
                </c:pt>
                <c:pt idx="609">
                  <c:v>45414</c:v>
                </c:pt>
                <c:pt idx="610">
                  <c:v>45415</c:v>
                </c:pt>
                <c:pt idx="611">
                  <c:v>45418</c:v>
                </c:pt>
                <c:pt idx="612">
                  <c:v>45419</c:v>
                </c:pt>
                <c:pt idx="613">
                  <c:v>45420</c:v>
                </c:pt>
                <c:pt idx="614">
                  <c:v>45421</c:v>
                </c:pt>
                <c:pt idx="615">
                  <c:v>45422</c:v>
                </c:pt>
                <c:pt idx="616">
                  <c:v>45425</c:v>
                </c:pt>
                <c:pt idx="617">
                  <c:v>45426</c:v>
                </c:pt>
                <c:pt idx="618">
                  <c:v>45427</c:v>
                </c:pt>
                <c:pt idx="619">
                  <c:v>45428</c:v>
                </c:pt>
                <c:pt idx="620">
                  <c:v>45429</c:v>
                </c:pt>
                <c:pt idx="621">
                  <c:v>45432</c:v>
                </c:pt>
                <c:pt idx="622">
                  <c:v>45433</c:v>
                </c:pt>
                <c:pt idx="623">
                  <c:v>45434</c:v>
                </c:pt>
                <c:pt idx="624">
                  <c:v>45435</c:v>
                </c:pt>
                <c:pt idx="625">
                  <c:v>45436</c:v>
                </c:pt>
                <c:pt idx="626">
                  <c:v>45440</c:v>
                </c:pt>
                <c:pt idx="627">
                  <c:v>45441</c:v>
                </c:pt>
                <c:pt idx="628">
                  <c:v>45442</c:v>
                </c:pt>
                <c:pt idx="629">
                  <c:v>45443</c:v>
                </c:pt>
                <c:pt idx="630">
                  <c:v>45446</c:v>
                </c:pt>
                <c:pt idx="631">
                  <c:v>45447</c:v>
                </c:pt>
                <c:pt idx="632">
                  <c:v>45448</c:v>
                </c:pt>
                <c:pt idx="633">
                  <c:v>45449</c:v>
                </c:pt>
                <c:pt idx="634">
                  <c:v>45450</c:v>
                </c:pt>
                <c:pt idx="635">
                  <c:v>45453</c:v>
                </c:pt>
                <c:pt idx="636">
                  <c:v>45454</c:v>
                </c:pt>
                <c:pt idx="637">
                  <c:v>45455</c:v>
                </c:pt>
                <c:pt idx="638">
                  <c:v>45456</c:v>
                </c:pt>
                <c:pt idx="639">
                  <c:v>45457</c:v>
                </c:pt>
                <c:pt idx="640">
                  <c:v>45460</c:v>
                </c:pt>
                <c:pt idx="641">
                  <c:v>45461</c:v>
                </c:pt>
                <c:pt idx="642">
                  <c:v>45462</c:v>
                </c:pt>
                <c:pt idx="643">
                  <c:v>45463</c:v>
                </c:pt>
                <c:pt idx="644">
                  <c:v>45464</c:v>
                </c:pt>
                <c:pt idx="645">
                  <c:v>45467</c:v>
                </c:pt>
                <c:pt idx="646">
                  <c:v>45468</c:v>
                </c:pt>
                <c:pt idx="647">
                  <c:v>45469</c:v>
                </c:pt>
                <c:pt idx="648">
                  <c:v>45470</c:v>
                </c:pt>
                <c:pt idx="649">
                  <c:v>45471</c:v>
                </c:pt>
                <c:pt idx="650">
                  <c:v>45474</c:v>
                </c:pt>
                <c:pt idx="651">
                  <c:v>45475</c:v>
                </c:pt>
                <c:pt idx="652">
                  <c:v>45476</c:v>
                </c:pt>
                <c:pt idx="653">
                  <c:v>45477</c:v>
                </c:pt>
                <c:pt idx="654">
                  <c:v>45478</c:v>
                </c:pt>
                <c:pt idx="655">
                  <c:v>45481</c:v>
                </c:pt>
                <c:pt idx="656">
                  <c:v>45482</c:v>
                </c:pt>
                <c:pt idx="657">
                  <c:v>45483</c:v>
                </c:pt>
                <c:pt idx="658">
                  <c:v>45484</c:v>
                </c:pt>
                <c:pt idx="659">
                  <c:v>45485</c:v>
                </c:pt>
                <c:pt idx="660">
                  <c:v>45488</c:v>
                </c:pt>
                <c:pt idx="661">
                  <c:v>45489</c:v>
                </c:pt>
                <c:pt idx="662">
                  <c:v>45490</c:v>
                </c:pt>
                <c:pt idx="663">
                  <c:v>45491</c:v>
                </c:pt>
                <c:pt idx="664">
                  <c:v>45492</c:v>
                </c:pt>
                <c:pt idx="665">
                  <c:v>45495</c:v>
                </c:pt>
                <c:pt idx="666">
                  <c:v>45496</c:v>
                </c:pt>
                <c:pt idx="667">
                  <c:v>45497</c:v>
                </c:pt>
                <c:pt idx="668">
                  <c:v>45498</c:v>
                </c:pt>
                <c:pt idx="669">
                  <c:v>45499</c:v>
                </c:pt>
                <c:pt idx="670">
                  <c:v>45502</c:v>
                </c:pt>
                <c:pt idx="671">
                  <c:v>45503</c:v>
                </c:pt>
                <c:pt idx="672">
                  <c:v>45504</c:v>
                </c:pt>
                <c:pt idx="673">
                  <c:v>45505</c:v>
                </c:pt>
                <c:pt idx="674">
                  <c:v>45506</c:v>
                </c:pt>
                <c:pt idx="675">
                  <c:v>45509</c:v>
                </c:pt>
                <c:pt idx="676">
                  <c:v>45510</c:v>
                </c:pt>
                <c:pt idx="677">
                  <c:v>45511</c:v>
                </c:pt>
                <c:pt idx="678">
                  <c:v>45512</c:v>
                </c:pt>
                <c:pt idx="679">
                  <c:v>45513</c:v>
                </c:pt>
                <c:pt idx="680">
                  <c:v>45516</c:v>
                </c:pt>
                <c:pt idx="681">
                  <c:v>45517</c:v>
                </c:pt>
                <c:pt idx="682">
                  <c:v>45518</c:v>
                </c:pt>
                <c:pt idx="683">
                  <c:v>45519</c:v>
                </c:pt>
                <c:pt idx="684">
                  <c:v>45520</c:v>
                </c:pt>
                <c:pt idx="685">
                  <c:v>45523</c:v>
                </c:pt>
                <c:pt idx="686">
                  <c:v>45524</c:v>
                </c:pt>
                <c:pt idx="687">
                  <c:v>45525</c:v>
                </c:pt>
                <c:pt idx="688">
                  <c:v>45526</c:v>
                </c:pt>
                <c:pt idx="689">
                  <c:v>45527</c:v>
                </c:pt>
                <c:pt idx="690">
                  <c:v>45530</c:v>
                </c:pt>
                <c:pt idx="691">
                  <c:v>45531</c:v>
                </c:pt>
                <c:pt idx="692">
                  <c:v>45532</c:v>
                </c:pt>
                <c:pt idx="693">
                  <c:v>45533</c:v>
                </c:pt>
                <c:pt idx="694">
                  <c:v>45534</c:v>
                </c:pt>
                <c:pt idx="695">
                  <c:v>45537</c:v>
                </c:pt>
                <c:pt idx="696">
                  <c:v>45538</c:v>
                </c:pt>
                <c:pt idx="697">
                  <c:v>45539</c:v>
                </c:pt>
                <c:pt idx="698">
                  <c:v>45540</c:v>
                </c:pt>
                <c:pt idx="699">
                  <c:v>45541</c:v>
                </c:pt>
                <c:pt idx="700">
                  <c:v>45544</c:v>
                </c:pt>
                <c:pt idx="701">
                  <c:v>45545</c:v>
                </c:pt>
                <c:pt idx="702">
                  <c:v>45546</c:v>
                </c:pt>
                <c:pt idx="703">
                  <c:v>45547</c:v>
                </c:pt>
                <c:pt idx="704">
                  <c:v>45548</c:v>
                </c:pt>
                <c:pt idx="705">
                  <c:v>45551</c:v>
                </c:pt>
                <c:pt idx="706">
                  <c:v>45552</c:v>
                </c:pt>
                <c:pt idx="707">
                  <c:v>45553</c:v>
                </c:pt>
                <c:pt idx="708">
                  <c:v>45554</c:v>
                </c:pt>
                <c:pt idx="709">
                  <c:v>45555</c:v>
                </c:pt>
                <c:pt idx="710">
                  <c:v>45558</c:v>
                </c:pt>
                <c:pt idx="711">
                  <c:v>45559</c:v>
                </c:pt>
                <c:pt idx="712">
                  <c:v>45560</c:v>
                </c:pt>
                <c:pt idx="713">
                  <c:v>45561</c:v>
                </c:pt>
                <c:pt idx="714">
                  <c:v>45562</c:v>
                </c:pt>
                <c:pt idx="715">
                  <c:v>45565</c:v>
                </c:pt>
                <c:pt idx="716">
                  <c:v>45566</c:v>
                </c:pt>
                <c:pt idx="717">
                  <c:v>45567</c:v>
                </c:pt>
                <c:pt idx="718">
                  <c:v>45568</c:v>
                </c:pt>
                <c:pt idx="719">
                  <c:v>45569</c:v>
                </c:pt>
                <c:pt idx="720">
                  <c:v>45572</c:v>
                </c:pt>
                <c:pt idx="721">
                  <c:v>45573</c:v>
                </c:pt>
                <c:pt idx="722">
                  <c:v>45574</c:v>
                </c:pt>
                <c:pt idx="723">
                  <c:v>45575</c:v>
                </c:pt>
                <c:pt idx="724">
                  <c:v>45576</c:v>
                </c:pt>
                <c:pt idx="725">
                  <c:v>45579</c:v>
                </c:pt>
                <c:pt idx="726">
                  <c:v>45580</c:v>
                </c:pt>
                <c:pt idx="727">
                  <c:v>45581</c:v>
                </c:pt>
                <c:pt idx="728">
                  <c:v>45582</c:v>
                </c:pt>
                <c:pt idx="729">
                  <c:v>45583</c:v>
                </c:pt>
                <c:pt idx="730">
                  <c:v>45586</c:v>
                </c:pt>
                <c:pt idx="731">
                  <c:v>45587</c:v>
                </c:pt>
                <c:pt idx="732">
                  <c:v>45588</c:v>
                </c:pt>
                <c:pt idx="733">
                  <c:v>45589</c:v>
                </c:pt>
                <c:pt idx="734">
                  <c:v>45590</c:v>
                </c:pt>
                <c:pt idx="735">
                  <c:v>45593</c:v>
                </c:pt>
                <c:pt idx="736">
                  <c:v>45594</c:v>
                </c:pt>
                <c:pt idx="737">
                  <c:v>45595</c:v>
                </c:pt>
                <c:pt idx="738">
                  <c:v>45596</c:v>
                </c:pt>
                <c:pt idx="739">
                  <c:v>45597</c:v>
                </c:pt>
                <c:pt idx="740">
                  <c:v>45600</c:v>
                </c:pt>
                <c:pt idx="741">
                  <c:v>45601</c:v>
                </c:pt>
                <c:pt idx="742">
                  <c:v>45602</c:v>
                </c:pt>
                <c:pt idx="743">
                  <c:v>45603</c:v>
                </c:pt>
                <c:pt idx="744">
                  <c:v>45604</c:v>
                </c:pt>
                <c:pt idx="745">
                  <c:v>45607</c:v>
                </c:pt>
                <c:pt idx="746">
                  <c:v>45608</c:v>
                </c:pt>
                <c:pt idx="747">
                  <c:v>45609</c:v>
                </c:pt>
                <c:pt idx="748">
                  <c:v>45610</c:v>
                </c:pt>
                <c:pt idx="749">
                  <c:v>45611</c:v>
                </c:pt>
                <c:pt idx="750">
                  <c:v>45614</c:v>
                </c:pt>
                <c:pt idx="751">
                  <c:v>45615</c:v>
                </c:pt>
                <c:pt idx="752">
                  <c:v>45616</c:v>
                </c:pt>
                <c:pt idx="753">
                  <c:v>45617</c:v>
                </c:pt>
                <c:pt idx="754">
                  <c:v>45618</c:v>
                </c:pt>
                <c:pt idx="755">
                  <c:v>45621</c:v>
                </c:pt>
                <c:pt idx="756">
                  <c:v>45622</c:v>
                </c:pt>
                <c:pt idx="757">
                  <c:v>45623</c:v>
                </c:pt>
                <c:pt idx="758">
                  <c:v>45624</c:v>
                </c:pt>
                <c:pt idx="759">
                  <c:v>45625</c:v>
                </c:pt>
                <c:pt idx="760">
                  <c:v>45628</c:v>
                </c:pt>
                <c:pt idx="761">
                  <c:v>45629</c:v>
                </c:pt>
                <c:pt idx="762">
                  <c:v>45630</c:v>
                </c:pt>
                <c:pt idx="763">
                  <c:v>45631</c:v>
                </c:pt>
                <c:pt idx="764">
                  <c:v>45632</c:v>
                </c:pt>
                <c:pt idx="765">
                  <c:v>45635</c:v>
                </c:pt>
                <c:pt idx="766">
                  <c:v>45636</c:v>
                </c:pt>
                <c:pt idx="767">
                  <c:v>45637</c:v>
                </c:pt>
                <c:pt idx="768">
                  <c:v>45638</c:v>
                </c:pt>
                <c:pt idx="769">
                  <c:v>45639</c:v>
                </c:pt>
                <c:pt idx="770">
                  <c:v>45642</c:v>
                </c:pt>
                <c:pt idx="771">
                  <c:v>45643</c:v>
                </c:pt>
                <c:pt idx="772">
                  <c:v>45644</c:v>
                </c:pt>
                <c:pt idx="773">
                  <c:v>45645</c:v>
                </c:pt>
                <c:pt idx="774">
                  <c:v>45646</c:v>
                </c:pt>
                <c:pt idx="775">
                  <c:v>45649</c:v>
                </c:pt>
                <c:pt idx="776">
                  <c:v>45650</c:v>
                </c:pt>
                <c:pt idx="777">
                  <c:v>45651</c:v>
                </c:pt>
                <c:pt idx="778">
                  <c:v>45652</c:v>
                </c:pt>
                <c:pt idx="779">
                  <c:v>45653</c:v>
                </c:pt>
                <c:pt idx="780">
                  <c:v>45656</c:v>
                </c:pt>
                <c:pt idx="781">
                  <c:v>45657</c:v>
                </c:pt>
                <c:pt idx="782">
                  <c:v>45658</c:v>
                </c:pt>
                <c:pt idx="783">
                  <c:v>45659</c:v>
                </c:pt>
                <c:pt idx="784">
                  <c:v>45660</c:v>
                </c:pt>
                <c:pt idx="785">
                  <c:v>45663</c:v>
                </c:pt>
                <c:pt idx="786">
                  <c:v>45664</c:v>
                </c:pt>
                <c:pt idx="787">
                  <c:v>45665</c:v>
                </c:pt>
                <c:pt idx="788">
                  <c:v>45666</c:v>
                </c:pt>
                <c:pt idx="789">
                  <c:v>45667</c:v>
                </c:pt>
                <c:pt idx="790">
                  <c:v>45670</c:v>
                </c:pt>
                <c:pt idx="791">
                  <c:v>45671</c:v>
                </c:pt>
                <c:pt idx="792">
                  <c:v>45672</c:v>
                </c:pt>
                <c:pt idx="793">
                  <c:v>45673</c:v>
                </c:pt>
                <c:pt idx="794">
                  <c:v>45674</c:v>
                </c:pt>
                <c:pt idx="795">
                  <c:v>45677</c:v>
                </c:pt>
                <c:pt idx="796">
                  <c:v>45678</c:v>
                </c:pt>
                <c:pt idx="797">
                  <c:v>45679</c:v>
                </c:pt>
                <c:pt idx="798">
                  <c:v>45680</c:v>
                </c:pt>
                <c:pt idx="799">
                  <c:v>45681</c:v>
                </c:pt>
                <c:pt idx="800">
                  <c:v>45684</c:v>
                </c:pt>
                <c:pt idx="801">
                  <c:v>45685</c:v>
                </c:pt>
                <c:pt idx="802">
                  <c:v>45686</c:v>
                </c:pt>
                <c:pt idx="803">
                  <c:v>45687</c:v>
                </c:pt>
                <c:pt idx="804">
                  <c:v>45688</c:v>
                </c:pt>
                <c:pt idx="805">
                  <c:v>45691</c:v>
                </c:pt>
                <c:pt idx="806">
                  <c:v>45692</c:v>
                </c:pt>
                <c:pt idx="807">
                  <c:v>45693</c:v>
                </c:pt>
                <c:pt idx="808">
                  <c:v>45694</c:v>
                </c:pt>
                <c:pt idx="809">
                  <c:v>45695</c:v>
                </c:pt>
                <c:pt idx="810">
                  <c:v>45698</c:v>
                </c:pt>
                <c:pt idx="811">
                  <c:v>45699</c:v>
                </c:pt>
                <c:pt idx="812">
                  <c:v>45700</c:v>
                </c:pt>
                <c:pt idx="813">
                  <c:v>45701</c:v>
                </c:pt>
                <c:pt idx="814">
                  <c:v>45702</c:v>
                </c:pt>
                <c:pt idx="815">
                  <c:v>45705</c:v>
                </c:pt>
                <c:pt idx="816">
                  <c:v>45706</c:v>
                </c:pt>
                <c:pt idx="817">
                  <c:v>45707</c:v>
                </c:pt>
                <c:pt idx="818">
                  <c:v>45708</c:v>
                </c:pt>
                <c:pt idx="819">
                  <c:v>45709</c:v>
                </c:pt>
                <c:pt idx="820">
                  <c:v>45712</c:v>
                </c:pt>
                <c:pt idx="821">
                  <c:v>45713</c:v>
                </c:pt>
                <c:pt idx="822">
                  <c:v>45714</c:v>
                </c:pt>
                <c:pt idx="823">
                  <c:v>45715</c:v>
                </c:pt>
                <c:pt idx="824">
                  <c:v>45716</c:v>
                </c:pt>
                <c:pt idx="825">
                  <c:v>45719</c:v>
                </c:pt>
                <c:pt idx="826">
                  <c:v>45720</c:v>
                </c:pt>
                <c:pt idx="827">
                  <c:v>45721</c:v>
                </c:pt>
                <c:pt idx="828">
                  <c:v>45722</c:v>
                </c:pt>
                <c:pt idx="829">
                  <c:v>45723</c:v>
                </c:pt>
                <c:pt idx="830">
                  <c:v>45726</c:v>
                </c:pt>
                <c:pt idx="831">
                  <c:v>45727</c:v>
                </c:pt>
                <c:pt idx="832">
                  <c:v>45728</c:v>
                </c:pt>
                <c:pt idx="833">
                  <c:v>45729</c:v>
                </c:pt>
                <c:pt idx="834">
                  <c:v>45730</c:v>
                </c:pt>
                <c:pt idx="835">
                  <c:v>45733</c:v>
                </c:pt>
                <c:pt idx="836">
                  <c:v>45734</c:v>
                </c:pt>
                <c:pt idx="837">
                  <c:v>45735</c:v>
                </c:pt>
                <c:pt idx="838">
                  <c:v>45736</c:v>
                </c:pt>
                <c:pt idx="839">
                  <c:v>45737</c:v>
                </c:pt>
                <c:pt idx="840">
                  <c:v>45740</c:v>
                </c:pt>
                <c:pt idx="841">
                  <c:v>45741</c:v>
                </c:pt>
                <c:pt idx="842">
                  <c:v>45742</c:v>
                </c:pt>
                <c:pt idx="843">
                  <c:v>45743</c:v>
                </c:pt>
                <c:pt idx="844">
                  <c:v>45744</c:v>
                </c:pt>
                <c:pt idx="845">
                  <c:v>45747</c:v>
                </c:pt>
                <c:pt idx="846">
                  <c:v>45748</c:v>
                </c:pt>
                <c:pt idx="847">
                  <c:v>45749</c:v>
                </c:pt>
                <c:pt idx="848">
                  <c:v>45750</c:v>
                </c:pt>
                <c:pt idx="849">
                  <c:v>45751</c:v>
                </c:pt>
                <c:pt idx="850">
                  <c:v>45754</c:v>
                </c:pt>
                <c:pt idx="851">
                  <c:v>45755</c:v>
                </c:pt>
                <c:pt idx="852">
                  <c:v>45756</c:v>
                </c:pt>
                <c:pt idx="853">
                  <c:v>45757</c:v>
                </c:pt>
                <c:pt idx="854">
                  <c:v>45758</c:v>
                </c:pt>
                <c:pt idx="855">
                  <c:v>45761</c:v>
                </c:pt>
                <c:pt idx="856">
                  <c:v>45762</c:v>
                </c:pt>
                <c:pt idx="857">
                  <c:v>45763</c:v>
                </c:pt>
                <c:pt idx="858">
                  <c:v>45764</c:v>
                </c:pt>
                <c:pt idx="859">
                  <c:v>45765</c:v>
                </c:pt>
                <c:pt idx="860">
                  <c:v>45768</c:v>
                </c:pt>
                <c:pt idx="861">
                  <c:v>45769</c:v>
                </c:pt>
                <c:pt idx="862">
                  <c:v>45770</c:v>
                </c:pt>
                <c:pt idx="863">
                  <c:v>45771</c:v>
                </c:pt>
                <c:pt idx="864">
                  <c:v>45772</c:v>
                </c:pt>
                <c:pt idx="865">
                  <c:v>45775</c:v>
                </c:pt>
                <c:pt idx="866">
                  <c:v>45776</c:v>
                </c:pt>
                <c:pt idx="867">
                  <c:v>45777</c:v>
                </c:pt>
                <c:pt idx="868">
                  <c:v>45778</c:v>
                </c:pt>
                <c:pt idx="869">
                  <c:v>45779</c:v>
                </c:pt>
                <c:pt idx="870">
                  <c:v>45782</c:v>
                </c:pt>
                <c:pt idx="871">
                  <c:v>45783</c:v>
                </c:pt>
                <c:pt idx="872">
                  <c:v>45784</c:v>
                </c:pt>
                <c:pt idx="873">
                  <c:v>45785</c:v>
                </c:pt>
                <c:pt idx="874">
                  <c:v>45786</c:v>
                </c:pt>
                <c:pt idx="875">
                  <c:v>45789</c:v>
                </c:pt>
                <c:pt idx="876">
                  <c:v>45790</c:v>
                </c:pt>
                <c:pt idx="877">
                  <c:v>45791</c:v>
                </c:pt>
                <c:pt idx="878">
                  <c:v>45792</c:v>
                </c:pt>
                <c:pt idx="879">
                  <c:v>45793</c:v>
                </c:pt>
                <c:pt idx="880">
                  <c:v>45796</c:v>
                </c:pt>
                <c:pt idx="881">
                  <c:v>45797</c:v>
                </c:pt>
                <c:pt idx="882">
                  <c:v>45798</c:v>
                </c:pt>
                <c:pt idx="883">
                  <c:v>45799</c:v>
                </c:pt>
                <c:pt idx="884">
                  <c:v>45800</c:v>
                </c:pt>
                <c:pt idx="885">
                  <c:v>45804</c:v>
                </c:pt>
                <c:pt idx="886">
                  <c:v>45805</c:v>
                </c:pt>
                <c:pt idx="887">
                  <c:v>45806</c:v>
                </c:pt>
                <c:pt idx="888">
                  <c:v>45807</c:v>
                </c:pt>
                <c:pt idx="889">
                  <c:v>45810</c:v>
                </c:pt>
                <c:pt idx="890">
                  <c:v>45811</c:v>
                </c:pt>
                <c:pt idx="891">
                  <c:v>45812</c:v>
                </c:pt>
                <c:pt idx="892">
                  <c:v>45813</c:v>
                </c:pt>
                <c:pt idx="893">
                  <c:v>45814</c:v>
                </c:pt>
                <c:pt idx="894">
                  <c:v>45817</c:v>
                </c:pt>
                <c:pt idx="895">
                  <c:v>45818</c:v>
                </c:pt>
                <c:pt idx="896">
                  <c:v>45819</c:v>
                </c:pt>
                <c:pt idx="897">
                  <c:v>45820</c:v>
                </c:pt>
                <c:pt idx="898">
                  <c:v>45821</c:v>
                </c:pt>
                <c:pt idx="899">
                  <c:v>45824</c:v>
                </c:pt>
                <c:pt idx="900">
                  <c:v>45825</c:v>
                </c:pt>
                <c:pt idx="901">
                  <c:v>45826</c:v>
                </c:pt>
                <c:pt idx="902">
                  <c:v>45827</c:v>
                </c:pt>
                <c:pt idx="903">
                  <c:v>45828</c:v>
                </c:pt>
                <c:pt idx="904">
                  <c:v>45831</c:v>
                </c:pt>
                <c:pt idx="905">
                  <c:v>45832</c:v>
                </c:pt>
                <c:pt idx="906">
                  <c:v>45833</c:v>
                </c:pt>
                <c:pt idx="907">
                  <c:v>45834</c:v>
                </c:pt>
                <c:pt idx="908">
                  <c:v>45835</c:v>
                </c:pt>
                <c:pt idx="909">
                  <c:v>45838</c:v>
                </c:pt>
                <c:pt idx="910">
                  <c:v>45839</c:v>
                </c:pt>
                <c:pt idx="911">
                  <c:v>45840</c:v>
                </c:pt>
                <c:pt idx="912">
                  <c:v>45841</c:v>
                </c:pt>
                <c:pt idx="913">
                  <c:v>45842</c:v>
                </c:pt>
                <c:pt idx="914">
                  <c:v>45845</c:v>
                </c:pt>
                <c:pt idx="915">
                  <c:v>45846</c:v>
                </c:pt>
                <c:pt idx="916">
                  <c:v>45847</c:v>
                </c:pt>
                <c:pt idx="917">
                  <c:v>45848</c:v>
                </c:pt>
                <c:pt idx="918">
                  <c:v>45849</c:v>
                </c:pt>
                <c:pt idx="919">
                  <c:v>45852</c:v>
                </c:pt>
                <c:pt idx="920">
                  <c:v>45853</c:v>
                </c:pt>
                <c:pt idx="921">
                  <c:v>45854</c:v>
                </c:pt>
                <c:pt idx="922">
                  <c:v>45855</c:v>
                </c:pt>
                <c:pt idx="923">
                  <c:v>45856</c:v>
                </c:pt>
                <c:pt idx="924">
                  <c:v>45859</c:v>
                </c:pt>
                <c:pt idx="925">
                  <c:v>45860</c:v>
                </c:pt>
                <c:pt idx="926">
                  <c:v>45861</c:v>
                </c:pt>
                <c:pt idx="927">
                  <c:v>45862</c:v>
                </c:pt>
                <c:pt idx="928">
                  <c:v>45863</c:v>
                </c:pt>
                <c:pt idx="929">
                  <c:v>45866</c:v>
                </c:pt>
                <c:pt idx="930">
                  <c:v>45867</c:v>
                </c:pt>
                <c:pt idx="931">
                  <c:v>45868</c:v>
                </c:pt>
                <c:pt idx="932">
                  <c:v>45869</c:v>
                </c:pt>
                <c:pt idx="933">
                  <c:v>45870</c:v>
                </c:pt>
                <c:pt idx="934">
                  <c:v>45873</c:v>
                </c:pt>
                <c:pt idx="935">
                  <c:v>45874</c:v>
                </c:pt>
                <c:pt idx="936">
                  <c:v>45875</c:v>
                </c:pt>
                <c:pt idx="937">
                  <c:v>45876</c:v>
                </c:pt>
                <c:pt idx="938">
                  <c:v>45877</c:v>
                </c:pt>
                <c:pt idx="939">
                  <c:v>45880</c:v>
                </c:pt>
                <c:pt idx="940">
                  <c:v>45881</c:v>
                </c:pt>
                <c:pt idx="941">
                  <c:v>45882</c:v>
                </c:pt>
                <c:pt idx="942">
                  <c:v>45883</c:v>
                </c:pt>
                <c:pt idx="943">
                  <c:v>45884</c:v>
                </c:pt>
                <c:pt idx="944">
                  <c:v>45887</c:v>
                </c:pt>
                <c:pt idx="945">
                  <c:v>45888</c:v>
                </c:pt>
                <c:pt idx="946">
                  <c:v>45889</c:v>
                </c:pt>
                <c:pt idx="947">
                  <c:v>45890</c:v>
                </c:pt>
                <c:pt idx="948">
                  <c:v>45891</c:v>
                </c:pt>
                <c:pt idx="949">
                  <c:v>45894</c:v>
                </c:pt>
                <c:pt idx="950">
                  <c:v>45895</c:v>
                </c:pt>
                <c:pt idx="951">
                  <c:v>45896</c:v>
                </c:pt>
                <c:pt idx="952">
                  <c:v>45897</c:v>
                </c:pt>
                <c:pt idx="953">
                  <c:v>45898</c:v>
                </c:pt>
                <c:pt idx="954">
                  <c:v>45901</c:v>
                </c:pt>
                <c:pt idx="955">
                  <c:v>45902</c:v>
                </c:pt>
                <c:pt idx="956">
                  <c:v>45903</c:v>
                </c:pt>
                <c:pt idx="957">
                  <c:v>45904</c:v>
                </c:pt>
                <c:pt idx="958">
                  <c:v>45905</c:v>
                </c:pt>
                <c:pt idx="959">
                  <c:v>45908</c:v>
                </c:pt>
                <c:pt idx="960">
                  <c:v>45909</c:v>
                </c:pt>
                <c:pt idx="961">
                  <c:v>45910</c:v>
                </c:pt>
                <c:pt idx="962">
                  <c:v>45911</c:v>
                </c:pt>
                <c:pt idx="963">
                  <c:v>45912</c:v>
                </c:pt>
                <c:pt idx="964">
                  <c:v>45915</c:v>
                </c:pt>
                <c:pt idx="965">
                  <c:v>45916</c:v>
                </c:pt>
                <c:pt idx="966">
                  <c:v>45917</c:v>
                </c:pt>
                <c:pt idx="967">
                  <c:v>45918</c:v>
                </c:pt>
                <c:pt idx="968">
                  <c:v>45919</c:v>
                </c:pt>
                <c:pt idx="969">
                  <c:v>45922</c:v>
                </c:pt>
                <c:pt idx="970">
                  <c:v>45923</c:v>
                </c:pt>
                <c:pt idx="971">
                  <c:v>45924</c:v>
                </c:pt>
                <c:pt idx="972">
                  <c:v>45925</c:v>
                </c:pt>
                <c:pt idx="973">
                  <c:v>45926</c:v>
                </c:pt>
                <c:pt idx="974">
                  <c:v>45929</c:v>
                </c:pt>
                <c:pt idx="975">
                  <c:v>45930</c:v>
                </c:pt>
                <c:pt idx="976">
                  <c:v>45931</c:v>
                </c:pt>
                <c:pt idx="977">
                  <c:v>45932</c:v>
                </c:pt>
                <c:pt idx="978">
                  <c:v>45933</c:v>
                </c:pt>
                <c:pt idx="979">
                  <c:v>45936</c:v>
                </c:pt>
                <c:pt idx="980">
                  <c:v>45937</c:v>
                </c:pt>
                <c:pt idx="981">
                  <c:v>45938</c:v>
                </c:pt>
                <c:pt idx="982">
                  <c:v>45939</c:v>
                </c:pt>
                <c:pt idx="983">
                  <c:v>45940</c:v>
                </c:pt>
                <c:pt idx="984">
                  <c:v>45943</c:v>
                </c:pt>
                <c:pt idx="985">
                  <c:v>45944</c:v>
                </c:pt>
                <c:pt idx="986">
                  <c:v>45945</c:v>
                </c:pt>
                <c:pt idx="987">
                  <c:v>45946</c:v>
                </c:pt>
                <c:pt idx="988">
                  <c:v>45947</c:v>
                </c:pt>
                <c:pt idx="989">
                  <c:v>45950</c:v>
                </c:pt>
                <c:pt idx="990">
                  <c:v>45951</c:v>
                </c:pt>
                <c:pt idx="991">
                  <c:v>45952</c:v>
                </c:pt>
                <c:pt idx="992">
                  <c:v>45953</c:v>
                </c:pt>
                <c:pt idx="993">
                  <c:v>45954</c:v>
                </c:pt>
                <c:pt idx="994">
                  <c:v>45957</c:v>
                </c:pt>
                <c:pt idx="995">
                  <c:v>45958</c:v>
                </c:pt>
                <c:pt idx="996">
                  <c:v>45959</c:v>
                </c:pt>
                <c:pt idx="997">
                  <c:v>45960</c:v>
                </c:pt>
                <c:pt idx="998">
                  <c:v>45961</c:v>
                </c:pt>
                <c:pt idx="999">
                  <c:v>45964</c:v>
                </c:pt>
                <c:pt idx="1000">
                  <c:v>45965</c:v>
                </c:pt>
                <c:pt idx="1001">
                  <c:v>45966</c:v>
                </c:pt>
                <c:pt idx="1002">
                  <c:v>45967</c:v>
                </c:pt>
                <c:pt idx="1003">
                  <c:v>45968</c:v>
                </c:pt>
                <c:pt idx="1004">
                  <c:v>45971</c:v>
                </c:pt>
                <c:pt idx="1005">
                  <c:v>45972</c:v>
                </c:pt>
                <c:pt idx="1006">
                  <c:v>45973</c:v>
                </c:pt>
                <c:pt idx="1007">
                  <c:v>45974</c:v>
                </c:pt>
                <c:pt idx="1008">
                  <c:v>45975</c:v>
                </c:pt>
                <c:pt idx="1009">
                  <c:v>45978</c:v>
                </c:pt>
                <c:pt idx="1010">
                  <c:v>45979</c:v>
                </c:pt>
                <c:pt idx="1011">
                  <c:v>45980</c:v>
                </c:pt>
                <c:pt idx="1012">
                  <c:v>45981</c:v>
                </c:pt>
                <c:pt idx="1013">
                  <c:v>45982</c:v>
                </c:pt>
                <c:pt idx="1014">
                  <c:v>45985</c:v>
                </c:pt>
                <c:pt idx="1015">
                  <c:v>45986</c:v>
                </c:pt>
                <c:pt idx="1016">
                  <c:v>45987</c:v>
                </c:pt>
                <c:pt idx="1017">
                  <c:v>45988</c:v>
                </c:pt>
                <c:pt idx="1018">
                  <c:v>45989</c:v>
                </c:pt>
                <c:pt idx="1019">
                  <c:v>45992</c:v>
                </c:pt>
                <c:pt idx="1020">
                  <c:v>45993</c:v>
                </c:pt>
                <c:pt idx="1021">
                  <c:v>45994</c:v>
                </c:pt>
                <c:pt idx="1022">
                  <c:v>45995</c:v>
                </c:pt>
                <c:pt idx="1023">
                  <c:v>45996</c:v>
                </c:pt>
                <c:pt idx="1024">
                  <c:v>45999</c:v>
                </c:pt>
                <c:pt idx="1025">
                  <c:v>46000</c:v>
                </c:pt>
                <c:pt idx="1026">
                  <c:v>46001</c:v>
                </c:pt>
                <c:pt idx="1027">
                  <c:v>46002</c:v>
                </c:pt>
                <c:pt idx="1028">
                  <c:v>46003</c:v>
                </c:pt>
                <c:pt idx="1029">
                  <c:v>46006</c:v>
                </c:pt>
                <c:pt idx="1030">
                  <c:v>46007</c:v>
                </c:pt>
                <c:pt idx="1031">
                  <c:v>46008</c:v>
                </c:pt>
                <c:pt idx="1032">
                  <c:v>46009</c:v>
                </c:pt>
                <c:pt idx="1033">
                  <c:v>46010</c:v>
                </c:pt>
                <c:pt idx="1034">
                  <c:v>46013</c:v>
                </c:pt>
                <c:pt idx="1035">
                  <c:v>46014</c:v>
                </c:pt>
                <c:pt idx="1036">
                  <c:v>46015</c:v>
                </c:pt>
                <c:pt idx="1037">
                  <c:v>46016</c:v>
                </c:pt>
                <c:pt idx="1038">
                  <c:v>46017</c:v>
                </c:pt>
                <c:pt idx="1039">
                  <c:v>46020</c:v>
                </c:pt>
                <c:pt idx="1040">
                  <c:v>46021</c:v>
                </c:pt>
                <c:pt idx="1041">
                  <c:v>46022</c:v>
                </c:pt>
                <c:pt idx="1042">
                  <c:v>46023</c:v>
                </c:pt>
                <c:pt idx="1043">
                  <c:v>46024</c:v>
                </c:pt>
                <c:pt idx="1044">
                  <c:v>46027</c:v>
                </c:pt>
                <c:pt idx="1045">
                  <c:v>46028</c:v>
                </c:pt>
                <c:pt idx="1046">
                  <c:v>46029</c:v>
                </c:pt>
                <c:pt idx="1047">
                  <c:v>46030</c:v>
                </c:pt>
                <c:pt idx="1048">
                  <c:v>46031</c:v>
                </c:pt>
                <c:pt idx="1049">
                  <c:v>46034</c:v>
                </c:pt>
                <c:pt idx="1050">
                  <c:v>46035</c:v>
                </c:pt>
                <c:pt idx="1051">
                  <c:v>46036</c:v>
                </c:pt>
                <c:pt idx="1052">
                  <c:v>46037</c:v>
                </c:pt>
                <c:pt idx="1053">
                  <c:v>46038</c:v>
                </c:pt>
                <c:pt idx="1054">
                  <c:v>46041</c:v>
                </c:pt>
                <c:pt idx="1055">
                  <c:v>46042</c:v>
                </c:pt>
                <c:pt idx="1056">
                  <c:v>46043</c:v>
                </c:pt>
                <c:pt idx="1057">
                  <c:v>46044</c:v>
                </c:pt>
                <c:pt idx="1058">
                  <c:v>46045</c:v>
                </c:pt>
                <c:pt idx="1059">
                  <c:v>46048</c:v>
                </c:pt>
                <c:pt idx="1060">
                  <c:v>46049</c:v>
                </c:pt>
                <c:pt idx="1061">
                  <c:v>46050</c:v>
                </c:pt>
                <c:pt idx="1062">
                  <c:v>46051</c:v>
                </c:pt>
                <c:pt idx="1063">
                  <c:v>46052</c:v>
                </c:pt>
                <c:pt idx="1064">
                  <c:v>46055</c:v>
                </c:pt>
                <c:pt idx="1065">
                  <c:v>46056</c:v>
                </c:pt>
                <c:pt idx="1066">
                  <c:v>46057</c:v>
                </c:pt>
                <c:pt idx="1067">
                  <c:v>46058</c:v>
                </c:pt>
                <c:pt idx="1068">
                  <c:v>46059</c:v>
                </c:pt>
                <c:pt idx="1069">
                  <c:v>46062</c:v>
                </c:pt>
                <c:pt idx="1070">
                  <c:v>46063</c:v>
                </c:pt>
                <c:pt idx="1071">
                  <c:v>46064</c:v>
                </c:pt>
                <c:pt idx="1072">
                  <c:v>46065</c:v>
                </c:pt>
                <c:pt idx="1073">
                  <c:v>46066</c:v>
                </c:pt>
                <c:pt idx="1074">
                  <c:v>46069</c:v>
                </c:pt>
                <c:pt idx="1075">
                  <c:v>46070</c:v>
                </c:pt>
                <c:pt idx="1076">
                  <c:v>46071</c:v>
                </c:pt>
                <c:pt idx="1077">
                  <c:v>46072</c:v>
                </c:pt>
                <c:pt idx="1078">
                  <c:v>46073</c:v>
                </c:pt>
                <c:pt idx="1079">
                  <c:v>46076</c:v>
                </c:pt>
                <c:pt idx="1080">
                  <c:v>46077</c:v>
                </c:pt>
                <c:pt idx="1081">
                  <c:v>46078</c:v>
                </c:pt>
                <c:pt idx="1082">
                  <c:v>46079</c:v>
                </c:pt>
                <c:pt idx="1083">
                  <c:v>46080</c:v>
                </c:pt>
                <c:pt idx="1084">
                  <c:v>46083</c:v>
                </c:pt>
                <c:pt idx="1085">
                  <c:v>46084</c:v>
                </c:pt>
                <c:pt idx="1086">
                  <c:v>46085</c:v>
                </c:pt>
                <c:pt idx="1087">
                  <c:v>46086</c:v>
                </c:pt>
                <c:pt idx="1088">
                  <c:v>46087</c:v>
                </c:pt>
                <c:pt idx="1089">
                  <c:v>46090</c:v>
                </c:pt>
                <c:pt idx="1090">
                  <c:v>46091</c:v>
                </c:pt>
                <c:pt idx="1091">
                  <c:v>46092</c:v>
                </c:pt>
                <c:pt idx="1092">
                  <c:v>46093</c:v>
                </c:pt>
                <c:pt idx="1093">
                  <c:v>46094</c:v>
                </c:pt>
                <c:pt idx="1094">
                  <c:v>46097</c:v>
                </c:pt>
                <c:pt idx="1095">
                  <c:v>46098</c:v>
                </c:pt>
                <c:pt idx="1096">
                  <c:v>46099</c:v>
                </c:pt>
                <c:pt idx="1097">
                  <c:v>46100</c:v>
                </c:pt>
                <c:pt idx="1098">
                  <c:v>46101</c:v>
                </c:pt>
                <c:pt idx="1099">
                  <c:v>46104</c:v>
                </c:pt>
                <c:pt idx="1100">
                  <c:v>46105</c:v>
                </c:pt>
                <c:pt idx="1101">
                  <c:v>46106</c:v>
                </c:pt>
                <c:pt idx="1102">
                  <c:v>46107</c:v>
                </c:pt>
                <c:pt idx="1103">
                  <c:v>46108</c:v>
                </c:pt>
                <c:pt idx="1104">
                  <c:v>46111</c:v>
                </c:pt>
                <c:pt idx="1105">
                  <c:v>46112</c:v>
                </c:pt>
                <c:pt idx="1106">
                  <c:v>46113</c:v>
                </c:pt>
                <c:pt idx="1107">
                  <c:v>46114</c:v>
                </c:pt>
                <c:pt idx="1108">
                  <c:v>46115</c:v>
                </c:pt>
                <c:pt idx="1109">
                  <c:v>46118</c:v>
                </c:pt>
                <c:pt idx="1110">
                  <c:v>46119</c:v>
                </c:pt>
                <c:pt idx="1111">
                  <c:v>46120</c:v>
                </c:pt>
                <c:pt idx="1112">
                  <c:v>46121</c:v>
                </c:pt>
                <c:pt idx="1113">
                  <c:v>46122</c:v>
                </c:pt>
                <c:pt idx="1114">
                  <c:v>46125</c:v>
                </c:pt>
                <c:pt idx="1115">
                  <c:v>46126</c:v>
                </c:pt>
                <c:pt idx="1116">
                  <c:v>46127</c:v>
                </c:pt>
                <c:pt idx="1117">
                  <c:v>46128</c:v>
                </c:pt>
                <c:pt idx="1118">
                  <c:v>46129</c:v>
                </c:pt>
                <c:pt idx="1119">
                  <c:v>46132</c:v>
                </c:pt>
                <c:pt idx="1120">
                  <c:v>46133</c:v>
                </c:pt>
                <c:pt idx="1121">
                  <c:v>46134</c:v>
                </c:pt>
                <c:pt idx="1122">
                  <c:v>46135</c:v>
                </c:pt>
                <c:pt idx="1123">
                  <c:v>46136</c:v>
                </c:pt>
                <c:pt idx="1124">
                  <c:v>46139</c:v>
                </c:pt>
                <c:pt idx="1125">
                  <c:v>46140</c:v>
                </c:pt>
                <c:pt idx="1126">
                  <c:v>46141</c:v>
                </c:pt>
                <c:pt idx="1127">
                  <c:v>46142</c:v>
                </c:pt>
                <c:pt idx="1128">
                  <c:v>46143</c:v>
                </c:pt>
                <c:pt idx="1129">
                  <c:v>46146</c:v>
                </c:pt>
                <c:pt idx="1130">
                  <c:v>46147</c:v>
                </c:pt>
                <c:pt idx="1131">
                  <c:v>46148</c:v>
                </c:pt>
                <c:pt idx="1132">
                  <c:v>46149</c:v>
                </c:pt>
                <c:pt idx="1133">
                  <c:v>46150</c:v>
                </c:pt>
                <c:pt idx="1134">
                  <c:v>46153</c:v>
                </c:pt>
                <c:pt idx="1135">
                  <c:v>46154</c:v>
                </c:pt>
                <c:pt idx="1136">
                  <c:v>46155</c:v>
                </c:pt>
                <c:pt idx="1137">
                  <c:v>46156</c:v>
                </c:pt>
                <c:pt idx="1138">
                  <c:v>46157</c:v>
                </c:pt>
                <c:pt idx="1139">
                  <c:v>46160</c:v>
                </c:pt>
                <c:pt idx="1140">
                  <c:v>46161</c:v>
                </c:pt>
                <c:pt idx="1141">
                  <c:v>46162</c:v>
                </c:pt>
                <c:pt idx="1142">
                  <c:v>46163</c:v>
                </c:pt>
                <c:pt idx="1143">
                  <c:v>46164</c:v>
                </c:pt>
                <c:pt idx="1144">
                  <c:v>46168</c:v>
                </c:pt>
                <c:pt idx="1145">
                  <c:v>46169</c:v>
                </c:pt>
                <c:pt idx="1146">
                  <c:v>46170</c:v>
                </c:pt>
                <c:pt idx="1147">
                  <c:v>46171</c:v>
                </c:pt>
                <c:pt idx="1148">
                  <c:v>46174</c:v>
                </c:pt>
                <c:pt idx="1149">
                  <c:v>46175</c:v>
                </c:pt>
                <c:pt idx="1150">
                  <c:v>46176</c:v>
                </c:pt>
                <c:pt idx="1151">
                  <c:v>46177</c:v>
                </c:pt>
                <c:pt idx="1152">
                  <c:v>46178</c:v>
                </c:pt>
                <c:pt idx="1153">
                  <c:v>46181</c:v>
                </c:pt>
                <c:pt idx="1154">
                  <c:v>46182</c:v>
                </c:pt>
                <c:pt idx="1155">
                  <c:v>46183</c:v>
                </c:pt>
                <c:pt idx="1156">
                  <c:v>46184</c:v>
                </c:pt>
                <c:pt idx="1157">
                  <c:v>46185</c:v>
                </c:pt>
                <c:pt idx="1158">
                  <c:v>46188</c:v>
                </c:pt>
                <c:pt idx="1159">
                  <c:v>46189</c:v>
                </c:pt>
                <c:pt idx="1160">
                  <c:v>46190</c:v>
                </c:pt>
                <c:pt idx="1161">
                  <c:v>46191</c:v>
                </c:pt>
                <c:pt idx="1162">
                  <c:v>46192</c:v>
                </c:pt>
                <c:pt idx="1163">
                  <c:v>46195</c:v>
                </c:pt>
                <c:pt idx="1164">
                  <c:v>46196</c:v>
                </c:pt>
                <c:pt idx="1165">
                  <c:v>46197</c:v>
                </c:pt>
                <c:pt idx="1166">
                  <c:v>46198</c:v>
                </c:pt>
                <c:pt idx="1167">
                  <c:v>46199</c:v>
                </c:pt>
                <c:pt idx="1168">
                  <c:v>46202</c:v>
                </c:pt>
                <c:pt idx="1169">
                  <c:v>46203</c:v>
                </c:pt>
                <c:pt idx="1170">
                  <c:v>46204</c:v>
                </c:pt>
                <c:pt idx="1171">
                  <c:v>46205</c:v>
                </c:pt>
                <c:pt idx="1172">
                  <c:v>46206</c:v>
                </c:pt>
                <c:pt idx="1173">
                  <c:v>46209</c:v>
                </c:pt>
                <c:pt idx="1174">
                  <c:v>46210</c:v>
                </c:pt>
                <c:pt idx="1175">
                  <c:v>46211</c:v>
                </c:pt>
                <c:pt idx="1176">
                  <c:v>46212</c:v>
                </c:pt>
                <c:pt idx="1177">
                  <c:v>46213</c:v>
                </c:pt>
                <c:pt idx="1178">
                  <c:v>46216</c:v>
                </c:pt>
                <c:pt idx="1179">
                  <c:v>46217</c:v>
                </c:pt>
                <c:pt idx="1180">
                  <c:v>46218</c:v>
                </c:pt>
                <c:pt idx="1181">
                  <c:v>46219</c:v>
                </c:pt>
                <c:pt idx="1182">
                  <c:v>46220</c:v>
                </c:pt>
                <c:pt idx="1183">
                  <c:v>46223</c:v>
                </c:pt>
                <c:pt idx="1184">
                  <c:v>46224</c:v>
                </c:pt>
                <c:pt idx="1185">
                  <c:v>46225</c:v>
                </c:pt>
                <c:pt idx="1186">
                  <c:v>46226</c:v>
                </c:pt>
                <c:pt idx="1187">
                  <c:v>46227</c:v>
                </c:pt>
                <c:pt idx="1188">
                  <c:v>46230</c:v>
                </c:pt>
                <c:pt idx="1189">
                  <c:v>46231</c:v>
                </c:pt>
                <c:pt idx="1190">
                  <c:v>46232</c:v>
                </c:pt>
                <c:pt idx="1191">
                  <c:v>46233</c:v>
                </c:pt>
                <c:pt idx="1192">
                  <c:v>46234</c:v>
                </c:pt>
                <c:pt idx="1193">
                  <c:v>46237</c:v>
                </c:pt>
                <c:pt idx="1194">
                  <c:v>46238</c:v>
                </c:pt>
                <c:pt idx="1195">
                  <c:v>46239</c:v>
                </c:pt>
                <c:pt idx="1196">
                  <c:v>46240</c:v>
                </c:pt>
                <c:pt idx="1197">
                  <c:v>46241</c:v>
                </c:pt>
                <c:pt idx="1198">
                  <c:v>46244</c:v>
                </c:pt>
                <c:pt idx="1199">
                  <c:v>46245</c:v>
                </c:pt>
                <c:pt idx="1200">
                  <c:v>46246</c:v>
                </c:pt>
                <c:pt idx="1201">
                  <c:v>46247</c:v>
                </c:pt>
                <c:pt idx="1202">
                  <c:v>46248</c:v>
                </c:pt>
                <c:pt idx="1203">
                  <c:v>46251</c:v>
                </c:pt>
                <c:pt idx="1204">
                  <c:v>46252</c:v>
                </c:pt>
                <c:pt idx="1205">
                  <c:v>46253</c:v>
                </c:pt>
                <c:pt idx="1206">
                  <c:v>46254</c:v>
                </c:pt>
                <c:pt idx="1207">
                  <c:v>46255</c:v>
                </c:pt>
                <c:pt idx="1208">
                  <c:v>46258</c:v>
                </c:pt>
                <c:pt idx="1209">
                  <c:v>46259</c:v>
                </c:pt>
                <c:pt idx="1210">
                  <c:v>46260</c:v>
                </c:pt>
                <c:pt idx="1211">
                  <c:v>46261</c:v>
                </c:pt>
                <c:pt idx="1212">
                  <c:v>46262</c:v>
                </c:pt>
                <c:pt idx="1213">
                  <c:v>46265</c:v>
                </c:pt>
                <c:pt idx="1214">
                  <c:v>46266</c:v>
                </c:pt>
                <c:pt idx="1215">
                  <c:v>46267</c:v>
                </c:pt>
                <c:pt idx="1216">
                  <c:v>46268</c:v>
                </c:pt>
                <c:pt idx="1217">
                  <c:v>46269</c:v>
                </c:pt>
                <c:pt idx="1218">
                  <c:v>46272</c:v>
                </c:pt>
                <c:pt idx="1219">
                  <c:v>46273</c:v>
                </c:pt>
                <c:pt idx="1220">
                  <c:v>46274</c:v>
                </c:pt>
                <c:pt idx="1221">
                  <c:v>46275</c:v>
                </c:pt>
                <c:pt idx="1222">
                  <c:v>46276</c:v>
                </c:pt>
                <c:pt idx="1223">
                  <c:v>46279</c:v>
                </c:pt>
                <c:pt idx="1224">
                  <c:v>46280</c:v>
                </c:pt>
                <c:pt idx="1225">
                  <c:v>46281</c:v>
                </c:pt>
                <c:pt idx="1226">
                  <c:v>46282</c:v>
                </c:pt>
                <c:pt idx="1227">
                  <c:v>46283</c:v>
                </c:pt>
                <c:pt idx="1228">
                  <c:v>46286</c:v>
                </c:pt>
                <c:pt idx="1229">
                  <c:v>46287</c:v>
                </c:pt>
                <c:pt idx="1230">
                  <c:v>46288</c:v>
                </c:pt>
                <c:pt idx="1231">
                  <c:v>46289</c:v>
                </c:pt>
                <c:pt idx="1232">
                  <c:v>46290</c:v>
                </c:pt>
                <c:pt idx="1233">
                  <c:v>46293</c:v>
                </c:pt>
                <c:pt idx="1234">
                  <c:v>46294</c:v>
                </c:pt>
                <c:pt idx="1235">
                  <c:v>46295</c:v>
                </c:pt>
                <c:pt idx="1236">
                  <c:v>46296</c:v>
                </c:pt>
                <c:pt idx="1237">
                  <c:v>46297</c:v>
                </c:pt>
                <c:pt idx="1238">
                  <c:v>46300</c:v>
                </c:pt>
                <c:pt idx="1239">
                  <c:v>46301</c:v>
                </c:pt>
                <c:pt idx="1240">
                  <c:v>46302</c:v>
                </c:pt>
                <c:pt idx="1241">
                  <c:v>46303</c:v>
                </c:pt>
                <c:pt idx="1242">
                  <c:v>46304</c:v>
                </c:pt>
                <c:pt idx="1243">
                  <c:v>46307</c:v>
                </c:pt>
                <c:pt idx="1244">
                  <c:v>46308</c:v>
                </c:pt>
                <c:pt idx="1245">
                  <c:v>46309</c:v>
                </c:pt>
                <c:pt idx="1246">
                  <c:v>46310</c:v>
                </c:pt>
                <c:pt idx="1247">
                  <c:v>46311</c:v>
                </c:pt>
                <c:pt idx="1248">
                  <c:v>#N/A</c:v>
                </c:pt>
                <c:pt idx="1249">
                  <c:v>#N/A</c:v>
                </c:pt>
                <c:pt idx="1250">
                  <c:v>#N/A</c:v>
                </c:pt>
                <c:pt idx="1251">
                  <c:v>#N/A</c:v>
                </c:pt>
                <c:pt idx="1252">
                  <c:v>#N/A</c:v>
                </c:pt>
                <c:pt idx="1253">
                  <c:v>#N/A</c:v>
                </c:pt>
                <c:pt idx="1254">
                  <c:v>#N/A</c:v>
                </c:pt>
                <c:pt idx="1255">
                  <c:v>#N/A</c:v>
                </c:pt>
                <c:pt idx="1256">
                  <c:v>#N/A</c:v>
                </c:pt>
                <c:pt idx="1257">
                  <c:v>#N/A</c:v>
                </c:pt>
                <c:pt idx="1258">
                  <c:v>#N/A</c:v>
                </c:pt>
                <c:pt idx="1259">
                  <c:v>#N/A</c:v>
                </c:pt>
                <c:pt idx="1260">
                  <c:v>#N/A</c:v>
                </c:pt>
                <c:pt idx="1261">
                  <c:v>#N/A</c:v>
                </c:pt>
                <c:pt idx="1262">
                  <c:v>#N/A</c:v>
                </c:pt>
                <c:pt idx="1263">
                  <c:v>#N/A</c:v>
                </c:pt>
                <c:pt idx="1264">
                  <c:v>#N/A</c:v>
                </c:pt>
                <c:pt idx="1265">
                  <c:v>#N/A</c:v>
                </c:pt>
                <c:pt idx="1266">
                  <c:v>#N/A</c:v>
                </c:pt>
                <c:pt idx="1267">
                  <c:v>#N/A</c:v>
                </c:pt>
                <c:pt idx="1268">
                  <c:v>#N/A</c:v>
                </c:pt>
                <c:pt idx="1269">
                  <c:v>#N/A</c:v>
                </c:pt>
                <c:pt idx="1270">
                  <c:v>#N/A</c:v>
                </c:pt>
                <c:pt idx="1271">
                  <c:v>#N/A</c:v>
                </c:pt>
                <c:pt idx="1272">
                  <c:v>#N/A</c:v>
                </c:pt>
                <c:pt idx="1273">
                  <c:v>#N/A</c:v>
                </c:pt>
                <c:pt idx="1274">
                  <c:v>#N/A</c:v>
                </c:pt>
                <c:pt idx="1275">
                  <c:v>#N/A</c:v>
                </c:pt>
                <c:pt idx="1276">
                  <c:v>#N/A</c:v>
                </c:pt>
                <c:pt idx="1277">
                  <c:v>#N/A</c:v>
                </c:pt>
                <c:pt idx="1278">
                  <c:v>#N/A</c:v>
                </c:pt>
                <c:pt idx="1279">
                  <c:v>#N/A</c:v>
                </c:pt>
                <c:pt idx="1280">
                  <c:v>#N/A</c:v>
                </c:pt>
                <c:pt idx="1281">
                  <c:v>#N/A</c:v>
                </c:pt>
                <c:pt idx="1282">
                  <c:v>#N/A</c:v>
                </c:pt>
                <c:pt idx="1283">
                  <c:v>#N/A</c:v>
                </c:pt>
                <c:pt idx="1284">
                  <c:v>#N/A</c:v>
                </c:pt>
                <c:pt idx="1285">
                  <c:v>#N/A</c:v>
                </c:pt>
                <c:pt idx="1286">
                  <c:v>#N/A</c:v>
                </c:pt>
                <c:pt idx="1287">
                  <c:v>#N/A</c:v>
                </c:pt>
                <c:pt idx="1288">
                  <c:v>#N/A</c:v>
                </c:pt>
                <c:pt idx="1289">
                  <c:v>#N/A</c:v>
                </c:pt>
                <c:pt idx="1290">
                  <c:v>#N/A</c:v>
                </c:pt>
                <c:pt idx="1291">
                  <c:v>#N/A</c:v>
                </c:pt>
                <c:pt idx="1292">
                  <c:v>#N/A</c:v>
                </c:pt>
                <c:pt idx="1293">
                  <c:v>#N/A</c:v>
                </c:pt>
                <c:pt idx="1294">
                  <c:v>#N/A</c:v>
                </c:pt>
                <c:pt idx="1295">
                  <c:v>#N/A</c:v>
                </c:pt>
                <c:pt idx="1296">
                  <c:v>#N/A</c:v>
                </c:pt>
                <c:pt idx="1297">
                  <c:v>#N/A</c:v>
                </c:pt>
                <c:pt idx="1298">
                  <c:v>#N/A</c:v>
                </c:pt>
                <c:pt idx="1299">
                  <c:v>#N/A</c:v>
                </c:pt>
                <c:pt idx="1300">
                  <c:v>#N/A</c:v>
                </c:pt>
                <c:pt idx="1301">
                  <c:v>#N/A</c:v>
                </c:pt>
                <c:pt idx="1302">
                  <c:v>#N/A</c:v>
                </c:pt>
                <c:pt idx="1303">
                  <c:v>#N/A</c:v>
                </c:pt>
                <c:pt idx="1304">
                  <c:v>#N/A</c:v>
                </c:pt>
                <c:pt idx="1305">
                  <c:v>#N/A</c:v>
                </c:pt>
                <c:pt idx="1306">
                  <c:v>#N/A</c:v>
                </c:pt>
                <c:pt idx="1307">
                  <c:v>#N/A</c:v>
                </c:pt>
                <c:pt idx="1308">
                  <c:v>#N/A</c:v>
                </c:pt>
                <c:pt idx="1309">
                  <c:v>#N/A</c:v>
                </c:pt>
                <c:pt idx="1310">
                  <c:v>#N/A</c:v>
                </c:pt>
                <c:pt idx="1311">
                  <c:v>#N/A</c:v>
                </c:pt>
                <c:pt idx="1312">
                  <c:v>#N/A</c:v>
                </c:pt>
                <c:pt idx="1313">
                  <c:v>#N/A</c:v>
                </c:pt>
                <c:pt idx="1314">
                  <c:v>#N/A</c:v>
                </c:pt>
                <c:pt idx="1315">
                  <c:v>#N/A</c:v>
                </c:pt>
                <c:pt idx="1316">
                  <c:v>#N/A</c:v>
                </c:pt>
                <c:pt idx="1317">
                  <c:v>#N/A</c:v>
                </c:pt>
                <c:pt idx="1318">
                  <c:v>#N/A</c:v>
                </c:pt>
                <c:pt idx="1319">
                  <c:v>#N/A</c:v>
                </c:pt>
                <c:pt idx="1320">
                  <c:v>#N/A</c:v>
                </c:pt>
              </c:numCache>
            </c:numRef>
          </c:cat>
          <c:val>
            <c:numRef>
              <c:f>FI_INDEX!$AO$795:$AO$4550</c:f>
              <c:numCache>
                <c:formatCode>0.0</c:formatCode>
                <c:ptCount val="3756"/>
                <c:pt idx="0">
                  <c:v>100</c:v>
                </c:pt>
                <c:pt idx="1">
                  <c:v>99.615725687259854</c:v>
                </c:pt>
                <c:pt idx="2">
                  <c:v>99.985220218740793</c:v>
                </c:pt>
                <c:pt idx="3">
                  <c:v>100.1847472657405</c:v>
                </c:pt>
                <c:pt idx="4">
                  <c:v>100.00000000000001</c:v>
                </c:pt>
                <c:pt idx="5">
                  <c:v>100.41383387525863</c:v>
                </c:pt>
                <c:pt idx="6">
                  <c:v>100.33254507833283</c:v>
                </c:pt>
                <c:pt idx="7">
                  <c:v>100.76115873485074</c:v>
                </c:pt>
                <c:pt idx="8">
                  <c:v>101.24150162577598</c:v>
                </c:pt>
                <c:pt idx="9">
                  <c:v>101.28584096955369</c:v>
                </c:pt>
                <c:pt idx="10">
                  <c:v>101.0567543600355</c:v>
                </c:pt>
                <c:pt idx="11">
                  <c:v>100.84983742240618</c:v>
                </c:pt>
                <c:pt idx="12">
                  <c:v>100.47295300029562</c:v>
                </c:pt>
                <c:pt idx="13">
                  <c:v>100.59119125036952</c:v>
                </c:pt>
                <c:pt idx="14">
                  <c:v>100.50251256281409</c:v>
                </c:pt>
                <c:pt idx="15">
                  <c:v>100.15518770322201</c:v>
                </c:pt>
                <c:pt idx="16">
                  <c:v>99.674844812296811</c:v>
                </c:pt>
                <c:pt idx="17">
                  <c:v>99.770913390481866</c:v>
                </c:pt>
                <c:pt idx="18">
                  <c:v>99.49009754655637</c:v>
                </c:pt>
                <c:pt idx="19">
                  <c:v>98.89890629618688</c:v>
                </c:pt>
                <c:pt idx="20">
                  <c:v>99.031924327520002</c:v>
                </c:pt>
                <c:pt idx="21">
                  <c:v>99.371859296482455</c:v>
                </c:pt>
                <c:pt idx="22">
                  <c:v>99.926101093703835</c:v>
                </c:pt>
                <c:pt idx="23">
                  <c:v>100.33254507833286</c:v>
                </c:pt>
                <c:pt idx="24">
                  <c:v>100.48773278155484</c:v>
                </c:pt>
                <c:pt idx="25">
                  <c:v>99.992610109370375</c:v>
                </c:pt>
                <c:pt idx="26">
                  <c:v>100.02955956251847</c:v>
                </c:pt>
                <c:pt idx="27">
                  <c:v>100.08128879692579</c:v>
                </c:pt>
                <c:pt idx="28">
                  <c:v>100.02216967188882</c:v>
                </c:pt>
                <c:pt idx="29">
                  <c:v>100.18474726574041</c:v>
                </c:pt>
                <c:pt idx="30">
                  <c:v>100.23647650014772</c:v>
                </c:pt>
                <c:pt idx="31">
                  <c:v>99.970440437481443</c:v>
                </c:pt>
                <c:pt idx="32">
                  <c:v>100.04433934377762</c:v>
                </c:pt>
                <c:pt idx="33">
                  <c:v>100.39905409399933</c:v>
                </c:pt>
                <c:pt idx="34">
                  <c:v>100.62075081288791</c:v>
                </c:pt>
                <c:pt idx="35">
                  <c:v>100.4212237658882</c:v>
                </c:pt>
                <c:pt idx="36">
                  <c:v>100.51729234407323</c:v>
                </c:pt>
                <c:pt idx="37">
                  <c:v>100.3916642033697</c:v>
                </c:pt>
                <c:pt idx="38">
                  <c:v>100.08867868755534</c:v>
                </c:pt>
                <c:pt idx="39">
                  <c:v>98.876736624297877</c:v>
                </c:pt>
                <c:pt idx="40">
                  <c:v>99.091043452556818</c:v>
                </c:pt>
                <c:pt idx="41">
                  <c:v>99.172332249482622</c:v>
                </c:pt>
                <c:pt idx="42">
                  <c:v>98.470292639668841</c:v>
                </c:pt>
                <c:pt idx="43">
                  <c:v>99.068873780667957</c:v>
                </c:pt>
                <c:pt idx="44">
                  <c:v>98.640260124150061</c:v>
                </c:pt>
                <c:pt idx="45">
                  <c:v>97.76825302985506</c:v>
                </c:pt>
                <c:pt idx="46">
                  <c:v>96.837126810523117</c:v>
                </c:pt>
                <c:pt idx="47">
                  <c:v>96.822347029263881</c:v>
                </c:pt>
                <c:pt idx="48">
                  <c:v>97.406148389003761</c:v>
                </c:pt>
                <c:pt idx="49">
                  <c:v>96.70410877918998</c:v>
                </c:pt>
                <c:pt idx="50">
                  <c:v>96.342004138338666</c:v>
                </c:pt>
                <c:pt idx="51">
                  <c:v>96.083357966302017</c:v>
                </c:pt>
                <c:pt idx="52">
                  <c:v>96.378953591486734</c:v>
                </c:pt>
                <c:pt idx="53">
                  <c:v>97.169671888855945</c:v>
                </c:pt>
                <c:pt idx="54">
                  <c:v>97.169671888855945</c:v>
                </c:pt>
                <c:pt idx="55">
                  <c:v>97.3839787171149</c:v>
                </c:pt>
                <c:pt idx="56">
                  <c:v>97.317469701448317</c:v>
                </c:pt>
                <c:pt idx="57">
                  <c:v>98.004729530002876</c:v>
                </c:pt>
                <c:pt idx="58">
                  <c:v>97.583505764114619</c:v>
                </c:pt>
                <c:pt idx="59">
                  <c:v>97.450487732781497</c:v>
                </c:pt>
                <c:pt idx="60">
                  <c:v>97.4135382796334</c:v>
                </c:pt>
                <c:pt idx="61">
                  <c:v>96.718888560449244</c:v>
                </c:pt>
                <c:pt idx="62">
                  <c:v>96.755838013597341</c:v>
                </c:pt>
                <c:pt idx="63">
                  <c:v>97.058823529411697</c:v>
                </c:pt>
                <c:pt idx="64">
                  <c:v>97.088383091930183</c:v>
                </c:pt>
                <c:pt idx="65">
                  <c:v>96.91102571681931</c:v>
                </c:pt>
                <c:pt idx="66">
                  <c:v>96.925805498078546</c:v>
                </c:pt>
                <c:pt idx="67">
                  <c:v>96.615430091634551</c:v>
                </c:pt>
                <c:pt idx="68">
                  <c:v>96.578480638486468</c:v>
                </c:pt>
                <c:pt idx="69">
                  <c:v>96.62281998226419</c:v>
                </c:pt>
                <c:pt idx="70">
                  <c:v>96.253325450783265</c:v>
                </c:pt>
                <c:pt idx="71">
                  <c:v>96.290274903931362</c:v>
                </c:pt>
                <c:pt idx="72">
                  <c:v>96.075968075672421</c:v>
                </c:pt>
                <c:pt idx="73">
                  <c:v>96.933195388708199</c:v>
                </c:pt>
                <c:pt idx="74">
                  <c:v>96.593260419745732</c:v>
                </c:pt>
                <c:pt idx="75">
                  <c:v>96.511971622819942</c:v>
                </c:pt>
                <c:pt idx="76">
                  <c:v>96.208986107005586</c:v>
                </c:pt>
                <c:pt idx="77">
                  <c:v>96.053798403783603</c:v>
                </c:pt>
                <c:pt idx="78">
                  <c:v>96.5710907478569</c:v>
                </c:pt>
                <c:pt idx="79">
                  <c:v>96.29027490393139</c:v>
                </c:pt>
                <c:pt idx="80">
                  <c:v>94.878805793674232</c:v>
                </c:pt>
                <c:pt idx="81">
                  <c:v>94.154596511971604</c:v>
                </c:pt>
                <c:pt idx="82">
                  <c:v>92.92048477682529</c:v>
                </c:pt>
                <c:pt idx="83">
                  <c:v>92.706177948566349</c:v>
                </c:pt>
                <c:pt idx="84">
                  <c:v>92.055867573159915</c:v>
                </c:pt>
                <c:pt idx="85">
                  <c:v>92.920484776825305</c:v>
                </c:pt>
                <c:pt idx="86">
                  <c:v>92.314513745196578</c:v>
                </c:pt>
                <c:pt idx="87">
                  <c:v>92.366242979603882</c:v>
                </c:pt>
                <c:pt idx="88">
                  <c:v>93.341708542713519</c:v>
                </c:pt>
                <c:pt idx="89">
                  <c:v>91.353827963346106</c:v>
                </c:pt>
                <c:pt idx="90">
                  <c:v>91.250369494531427</c:v>
                </c:pt>
                <c:pt idx="91">
                  <c:v>91.13213124445754</c:v>
                </c:pt>
                <c:pt idx="92">
                  <c:v>91.013892994383639</c:v>
                </c:pt>
                <c:pt idx="93">
                  <c:v>90.533550103458438</c:v>
                </c:pt>
                <c:pt idx="94">
                  <c:v>90.17144546260711</c:v>
                </c:pt>
                <c:pt idx="95">
                  <c:v>90.614838900384257</c:v>
                </c:pt>
                <c:pt idx="96">
                  <c:v>91.0360626662725</c:v>
                </c:pt>
                <c:pt idx="97">
                  <c:v>92.32190363582616</c:v>
                </c:pt>
                <c:pt idx="98">
                  <c:v>91.198640260124108</c:v>
                </c:pt>
                <c:pt idx="99">
                  <c:v>92.129766479456052</c:v>
                </c:pt>
                <c:pt idx="100">
                  <c:v>92.225835057641106</c:v>
                </c:pt>
                <c:pt idx="101">
                  <c:v>93.023943245639941</c:v>
                </c:pt>
                <c:pt idx="102">
                  <c:v>92.610109370381295</c:v>
                </c:pt>
                <c:pt idx="103">
                  <c:v>92.920484776825276</c:v>
                </c:pt>
                <c:pt idx="104">
                  <c:v>93.112621933195342</c:v>
                </c:pt>
                <c:pt idx="105">
                  <c:v>93.341708542713505</c:v>
                </c:pt>
                <c:pt idx="106">
                  <c:v>93.496896245935503</c:v>
                </c:pt>
                <c:pt idx="107">
                  <c:v>93.12740171445455</c:v>
                </c:pt>
                <c:pt idx="108">
                  <c:v>92.277564292048396</c:v>
                </c:pt>
                <c:pt idx="109">
                  <c:v>92.950044339343691</c:v>
                </c:pt>
                <c:pt idx="110">
                  <c:v>92.284954182677993</c:v>
                </c:pt>
                <c:pt idx="111">
                  <c:v>92.610109370381238</c:v>
                </c:pt>
                <c:pt idx="112">
                  <c:v>93.053502808158356</c:v>
                </c:pt>
                <c:pt idx="113">
                  <c:v>92.647058823529321</c:v>
                </c:pt>
                <c:pt idx="114">
                  <c:v>92.321903635826104</c:v>
                </c:pt>
                <c:pt idx="115">
                  <c:v>91.006503103753971</c:v>
                </c:pt>
                <c:pt idx="116">
                  <c:v>89.668932899792992</c:v>
                </c:pt>
                <c:pt idx="117">
                  <c:v>88.656517883535216</c:v>
                </c:pt>
                <c:pt idx="118">
                  <c:v>90.008867868755431</c:v>
                </c:pt>
                <c:pt idx="119">
                  <c:v>91.279929057049827</c:v>
                </c:pt>
                <c:pt idx="120">
                  <c:v>90.459651197162145</c:v>
                </c:pt>
                <c:pt idx="121">
                  <c:v>90.548329884717589</c:v>
                </c:pt>
                <c:pt idx="122">
                  <c:v>90.725687259828447</c:v>
                </c:pt>
                <c:pt idx="123">
                  <c:v>90.644398462902629</c:v>
                </c:pt>
                <c:pt idx="124">
                  <c:v>90.600059119124921</c:v>
                </c:pt>
                <c:pt idx="125">
                  <c:v>90.659178244161879</c:v>
                </c:pt>
                <c:pt idx="126">
                  <c:v>90.637008572273032</c:v>
                </c:pt>
                <c:pt idx="127">
                  <c:v>90.038427431273917</c:v>
                </c:pt>
                <c:pt idx="128">
                  <c:v>89.595033993496799</c:v>
                </c:pt>
                <c:pt idx="129">
                  <c:v>89.994088087496237</c:v>
                </c:pt>
                <c:pt idx="130">
                  <c:v>89.3807271652379</c:v>
                </c:pt>
                <c:pt idx="131">
                  <c:v>89.550694649719119</c:v>
                </c:pt>
                <c:pt idx="132">
                  <c:v>88.287023352054334</c:v>
                </c:pt>
                <c:pt idx="133">
                  <c:v>88.131835648832336</c:v>
                </c:pt>
                <c:pt idx="134">
                  <c:v>88.848655039905353</c:v>
                </c:pt>
                <c:pt idx="135">
                  <c:v>88.92255394620156</c:v>
                </c:pt>
                <c:pt idx="136">
                  <c:v>87.880579367425327</c:v>
                </c:pt>
                <c:pt idx="137">
                  <c:v>87.858409695536466</c:v>
                </c:pt>
                <c:pt idx="138">
                  <c:v>87.858409695536466</c:v>
                </c:pt>
                <c:pt idx="139">
                  <c:v>87.378066804611237</c:v>
                </c:pt>
                <c:pt idx="140">
                  <c:v>87.607153414129428</c:v>
                </c:pt>
                <c:pt idx="141">
                  <c:v>88.331362695832084</c:v>
                </c:pt>
                <c:pt idx="142">
                  <c:v>88.641738102276079</c:v>
                </c:pt>
                <c:pt idx="143">
                  <c:v>88.479160508424471</c:v>
                </c:pt>
                <c:pt idx="144">
                  <c:v>88.641738102276108</c:v>
                </c:pt>
                <c:pt idx="145">
                  <c:v>88.671297664794579</c:v>
                </c:pt>
                <c:pt idx="146">
                  <c:v>88.996452852497796</c:v>
                </c:pt>
                <c:pt idx="147">
                  <c:v>88.885604493053521</c:v>
                </c:pt>
                <c:pt idx="148">
                  <c:v>89.846290274903964</c:v>
                </c:pt>
                <c:pt idx="149">
                  <c:v>90.008867868755573</c:v>
                </c:pt>
                <c:pt idx="150">
                  <c:v>89.942358853089019</c:v>
                </c:pt>
                <c:pt idx="151">
                  <c:v>90.526160212828898</c:v>
                </c:pt>
                <c:pt idx="152">
                  <c:v>89.934968962459394</c:v>
                </c:pt>
                <c:pt idx="153">
                  <c:v>89.77978125923741</c:v>
                </c:pt>
                <c:pt idx="154">
                  <c:v>89.861070056163214</c:v>
                </c:pt>
                <c:pt idx="155">
                  <c:v>89.218149571386405</c:v>
                </c:pt>
                <c:pt idx="156">
                  <c:v>89.284658587052945</c:v>
                </c:pt>
                <c:pt idx="157">
                  <c:v>89.269878805793695</c:v>
                </c:pt>
                <c:pt idx="158">
                  <c:v>90.297073603310693</c:v>
                </c:pt>
                <c:pt idx="159">
                  <c:v>90.193615134496028</c:v>
                </c:pt>
                <c:pt idx="160">
                  <c:v>89.698492462311592</c:v>
                </c:pt>
                <c:pt idx="161">
                  <c:v>89.08513154005324</c:v>
                </c:pt>
                <c:pt idx="162">
                  <c:v>89.38811705586761</c:v>
                </c:pt>
                <c:pt idx="163">
                  <c:v>89.033402305645922</c:v>
                </c:pt>
                <c:pt idx="164">
                  <c:v>88.161395211350921</c:v>
                </c:pt>
                <c:pt idx="165">
                  <c:v>87.415016257759447</c:v>
                </c:pt>
                <c:pt idx="166">
                  <c:v>86.956843038723093</c:v>
                </c:pt>
                <c:pt idx="167">
                  <c:v>87.46674549216678</c:v>
                </c:pt>
                <c:pt idx="168">
                  <c:v>87.193319538870881</c:v>
                </c:pt>
                <c:pt idx="169">
                  <c:v>87.437185929648308</c:v>
                </c:pt>
                <c:pt idx="170">
                  <c:v>86.786875554241874</c:v>
                </c:pt>
                <c:pt idx="171">
                  <c:v>86.528229382205211</c:v>
                </c:pt>
                <c:pt idx="172">
                  <c:v>86.136565178835411</c:v>
                </c:pt>
                <c:pt idx="173">
                  <c:v>85.885308897428374</c:v>
                </c:pt>
                <c:pt idx="174">
                  <c:v>85.316287318947744</c:v>
                </c:pt>
                <c:pt idx="175">
                  <c:v>85.05025125628147</c:v>
                </c:pt>
                <c:pt idx="176">
                  <c:v>85.109370381318399</c:v>
                </c:pt>
                <c:pt idx="177">
                  <c:v>85.131540053207274</c:v>
                </c:pt>
                <c:pt idx="178">
                  <c:v>85.227608631392314</c:v>
                </c:pt>
                <c:pt idx="179">
                  <c:v>85.013301803133388</c:v>
                </c:pt>
                <c:pt idx="180">
                  <c:v>85.641442506650989</c:v>
                </c:pt>
                <c:pt idx="181">
                  <c:v>86.336092225835159</c:v>
                </c:pt>
                <c:pt idx="182">
                  <c:v>84.932013006207598</c:v>
                </c:pt>
                <c:pt idx="183">
                  <c:v>85.27194797517005</c:v>
                </c:pt>
                <c:pt idx="184">
                  <c:v>84.739875849837517</c:v>
                </c:pt>
                <c:pt idx="185">
                  <c:v>84.392550990245425</c:v>
                </c:pt>
                <c:pt idx="186">
                  <c:v>84.473839787171229</c:v>
                </c:pt>
                <c:pt idx="187">
                  <c:v>84.104345255690276</c:v>
                </c:pt>
                <c:pt idx="188">
                  <c:v>83.284067395802609</c:v>
                </c:pt>
                <c:pt idx="189">
                  <c:v>83.21755838013604</c:v>
                </c:pt>
                <c:pt idx="190">
                  <c:v>80.246822347029322</c:v>
                </c:pt>
                <c:pt idx="191">
                  <c:v>78.990540939994148</c:v>
                </c:pt>
                <c:pt idx="192">
                  <c:v>79.315696127697379</c:v>
                </c:pt>
                <c:pt idx="193">
                  <c:v>80.468519065917903</c:v>
                </c:pt>
                <c:pt idx="194">
                  <c:v>82.153414129470946</c:v>
                </c:pt>
                <c:pt idx="195">
                  <c:v>82.545078332840731</c:v>
                </c:pt>
                <c:pt idx="196">
                  <c:v>83.675731599172394</c:v>
                </c:pt>
                <c:pt idx="197">
                  <c:v>84.806384865504057</c:v>
                </c:pt>
                <c:pt idx="198">
                  <c:v>83.697901271061269</c:v>
                </c:pt>
                <c:pt idx="199">
                  <c:v>82.485959207803816</c:v>
                </c:pt>
                <c:pt idx="200">
                  <c:v>81.924327519952783</c:v>
                </c:pt>
                <c:pt idx="201">
                  <c:v>81.695240910434592</c:v>
                </c:pt>
                <c:pt idx="202">
                  <c:v>81.052320425657783</c:v>
                </c:pt>
                <c:pt idx="203">
                  <c:v>82.027785988767477</c:v>
                </c:pt>
                <c:pt idx="204">
                  <c:v>83.697901271061298</c:v>
                </c:pt>
                <c:pt idx="205">
                  <c:v>82.55985811410001</c:v>
                </c:pt>
                <c:pt idx="206">
                  <c:v>83.934377771209071</c:v>
                </c:pt>
                <c:pt idx="207">
                  <c:v>83.653561927283562</c:v>
                </c:pt>
                <c:pt idx="208">
                  <c:v>82.907182973692073</c:v>
                </c:pt>
                <c:pt idx="209">
                  <c:v>83.025421223765946</c:v>
                </c:pt>
                <c:pt idx="210">
                  <c:v>83.52793378658005</c:v>
                </c:pt>
                <c:pt idx="211">
                  <c:v>83.343186520839566</c:v>
                </c:pt>
                <c:pt idx="212">
                  <c:v>84.776825302985614</c:v>
                </c:pt>
                <c:pt idx="213">
                  <c:v>85.907478569317277</c:v>
                </c:pt>
                <c:pt idx="214">
                  <c:v>85.464085131540159</c:v>
                </c:pt>
                <c:pt idx="215">
                  <c:v>85.833579663021098</c:v>
                </c:pt>
                <c:pt idx="216">
                  <c:v>84.754655631096753</c:v>
                </c:pt>
                <c:pt idx="217">
                  <c:v>84.865503990541029</c:v>
                </c:pt>
                <c:pt idx="218">
                  <c:v>84.185634052616095</c:v>
                </c:pt>
                <c:pt idx="219">
                  <c:v>82.471179426544566</c:v>
                </c:pt>
                <c:pt idx="220">
                  <c:v>84.089565474431055</c:v>
                </c:pt>
                <c:pt idx="221">
                  <c:v>85.087200709429581</c:v>
                </c:pt>
                <c:pt idx="222">
                  <c:v>85.308897428318147</c:v>
                </c:pt>
                <c:pt idx="223">
                  <c:v>83.934377771209071</c:v>
                </c:pt>
                <c:pt idx="224">
                  <c:v>86.579958616612558</c:v>
                </c:pt>
                <c:pt idx="225">
                  <c:v>87.422406148389115</c:v>
                </c:pt>
                <c:pt idx="226">
                  <c:v>86.875554241797317</c:v>
                </c:pt>
                <c:pt idx="227">
                  <c:v>87.681052320425763</c:v>
                </c:pt>
                <c:pt idx="228">
                  <c:v>88.043156961277077</c:v>
                </c:pt>
                <c:pt idx="229">
                  <c:v>87.673662429796124</c:v>
                </c:pt>
                <c:pt idx="230">
                  <c:v>87.865799586166204</c:v>
                </c:pt>
                <c:pt idx="231">
                  <c:v>87.370676913981754</c:v>
                </c:pt>
                <c:pt idx="232">
                  <c:v>87.836240023647761</c:v>
                </c:pt>
                <c:pt idx="233">
                  <c:v>89.085131540053297</c:v>
                </c:pt>
                <c:pt idx="234">
                  <c:v>89.513745196571179</c:v>
                </c:pt>
                <c:pt idx="235">
                  <c:v>89.358557493349196</c:v>
                </c:pt>
                <c:pt idx="236">
                  <c:v>88.375702039609905</c:v>
                </c:pt>
                <c:pt idx="237">
                  <c:v>88.323972805202573</c:v>
                </c:pt>
                <c:pt idx="238">
                  <c:v>89.107301211942143</c:v>
                </c:pt>
                <c:pt idx="239">
                  <c:v>90.503990540940038</c:v>
                </c:pt>
                <c:pt idx="240">
                  <c:v>90.747856931717436</c:v>
                </c:pt>
                <c:pt idx="241">
                  <c:v>90.082766775051766</c:v>
                </c:pt>
                <c:pt idx="242">
                  <c:v>89.661543009163495</c:v>
                </c:pt>
                <c:pt idx="243">
                  <c:v>90.178835353236821</c:v>
                </c:pt>
                <c:pt idx="244">
                  <c:v>90.407921962754983</c:v>
                </c:pt>
                <c:pt idx="245">
                  <c:v>90.592669228495424</c:v>
                </c:pt>
                <c:pt idx="246">
                  <c:v>90.666568134791589</c:v>
                </c:pt>
                <c:pt idx="247">
                  <c:v>91.383387525864592</c:v>
                </c:pt>
                <c:pt idx="248">
                  <c:v>91.82678096364171</c:v>
                </c:pt>
                <c:pt idx="249">
                  <c:v>89.99408808749628</c:v>
                </c:pt>
                <c:pt idx="250">
                  <c:v>89.772391368607728</c:v>
                </c:pt>
                <c:pt idx="251">
                  <c:v>89.779781259237367</c:v>
                </c:pt>
                <c:pt idx="252">
                  <c:v>90.031037540644377</c:v>
                </c:pt>
                <c:pt idx="253">
                  <c:v>89.284658587052903</c:v>
                </c:pt>
                <c:pt idx="254">
                  <c:v>88.959503399349686</c:v>
                </c:pt>
                <c:pt idx="255">
                  <c:v>89.070351758793961</c:v>
                </c:pt>
                <c:pt idx="256">
                  <c:v>89.136860774460516</c:v>
                </c:pt>
                <c:pt idx="257">
                  <c:v>88.863434821164631</c:v>
                </c:pt>
                <c:pt idx="258">
                  <c:v>88.811705586757313</c:v>
                </c:pt>
                <c:pt idx="259">
                  <c:v>89.085131540053212</c:v>
                </c:pt>
                <c:pt idx="260">
                  <c:v>100</c:v>
                </c:pt>
                <c:pt idx="261">
                  <c:v>99.693784656128443</c:v>
                </c:pt>
                <c:pt idx="262">
                  <c:v>99.048249606885719</c:v>
                </c:pt>
                <c:pt idx="263">
                  <c:v>99.768269469502627</c:v>
                </c:pt>
                <c:pt idx="264">
                  <c:v>98.55168418439132</c:v>
                </c:pt>
                <c:pt idx="265">
                  <c:v>100.08276090374909</c:v>
                </c:pt>
                <c:pt idx="266">
                  <c:v>100.83588512786564</c:v>
                </c:pt>
                <c:pt idx="267">
                  <c:v>100.58760241661844</c:v>
                </c:pt>
                <c:pt idx="268">
                  <c:v>100.52139369361916</c:v>
                </c:pt>
                <c:pt idx="269">
                  <c:v>101.05106347761318</c:v>
                </c:pt>
                <c:pt idx="270">
                  <c:v>101.1917570139866</c:v>
                </c:pt>
                <c:pt idx="271">
                  <c:v>100.91864603161468</c:v>
                </c:pt>
                <c:pt idx="272">
                  <c:v>101.68004634610608</c:v>
                </c:pt>
                <c:pt idx="273">
                  <c:v>102.19316394935028</c:v>
                </c:pt>
                <c:pt idx="274">
                  <c:v>102.54903583547127</c:v>
                </c:pt>
                <c:pt idx="275">
                  <c:v>102.59869237772072</c:v>
                </c:pt>
                <c:pt idx="276">
                  <c:v>102.44972275097241</c:v>
                </c:pt>
                <c:pt idx="277">
                  <c:v>102.07729868410162</c:v>
                </c:pt>
                <c:pt idx="278">
                  <c:v>102.64834891997019</c:v>
                </c:pt>
                <c:pt idx="279">
                  <c:v>102.68972937184473</c:v>
                </c:pt>
                <c:pt idx="280">
                  <c:v>102.47455102209716</c:v>
                </c:pt>
                <c:pt idx="281">
                  <c:v>102.22626831084995</c:v>
                </c:pt>
                <c:pt idx="282">
                  <c:v>101.96143341885292</c:v>
                </c:pt>
                <c:pt idx="283">
                  <c:v>102.42489447984774</c:v>
                </c:pt>
                <c:pt idx="284">
                  <c:v>101.1752048332368</c:v>
                </c:pt>
                <c:pt idx="285">
                  <c:v>99.776545559877533</c:v>
                </c:pt>
                <c:pt idx="286">
                  <c:v>99.470330216005976</c:v>
                </c:pt>
                <c:pt idx="287">
                  <c:v>99.710336836878255</c:v>
                </c:pt>
                <c:pt idx="288">
                  <c:v>99.908963005876018</c:v>
                </c:pt>
                <c:pt idx="289">
                  <c:v>100.31449143424645</c:v>
                </c:pt>
                <c:pt idx="290">
                  <c:v>99.826202102126942</c:v>
                </c:pt>
                <c:pt idx="291">
                  <c:v>100.46346106099479</c:v>
                </c:pt>
                <c:pt idx="292">
                  <c:v>100.74484813374166</c:v>
                </c:pt>
                <c:pt idx="293">
                  <c:v>99.561367210129958</c:v>
                </c:pt>
                <c:pt idx="294">
                  <c:v>99.255151866258402</c:v>
                </c:pt>
                <c:pt idx="295">
                  <c:v>99.619299842754288</c:v>
                </c:pt>
                <c:pt idx="296">
                  <c:v>99.652404204253926</c:v>
                </c:pt>
                <c:pt idx="297">
                  <c:v>100.24000662087232</c:v>
                </c:pt>
                <c:pt idx="298">
                  <c:v>99.693784656128472</c:v>
                </c:pt>
                <c:pt idx="299">
                  <c:v>99.420673673756554</c:v>
                </c:pt>
                <c:pt idx="300">
                  <c:v>98.849623437887971</c:v>
                </c:pt>
                <c:pt idx="301">
                  <c:v>99.842754282876811</c:v>
                </c:pt>
                <c:pt idx="302">
                  <c:v>99.495158487130738</c:v>
                </c:pt>
                <c:pt idx="303">
                  <c:v>99.553091119755109</c:v>
                </c:pt>
                <c:pt idx="304">
                  <c:v>98.86617561863784</c:v>
                </c:pt>
                <c:pt idx="305">
                  <c:v>99.611023752379467</c:v>
                </c:pt>
                <c:pt idx="306">
                  <c:v>99.519986758255484</c:v>
                </c:pt>
                <c:pt idx="307">
                  <c:v>97.906149135148652</c:v>
                </c:pt>
                <c:pt idx="308">
                  <c:v>98.030290490772245</c:v>
                </c:pt>
                <c:pt idx="309">
                  <c:v>98.692377720764782</c:v>
                </c:pt>
                <c:pt idx="310">
                  <c:v>99.56136721013003</c:v>
                </c:pt>
                <c:pt idx="311">
                  <c:v>100.82760903749077</c:v>
                </c:pt>
                <c:pt idx="312">
                  <c:v>100.62070677811809</c:v>
                </c:pt>
                <c:pt idx="313">
                  <c:v>99.784821650252496</c:v>
                </c:pt>
                <c:pt idx="314">
                  <c:v>100.21517834974767</c:v>
                </c:pt>
                <c:pt idx="315">
                  <c:v>100.74484813374168</c:v>
                </c:pt>
                <c:pt idx="316">
                  <c:v>101.61383762310693</c:v>
                </c:pt>
                <c:pt idx="317">
                  <c:v>101.10899611023763</c:v>
                </c:pt>
                <c:pt idx="318">
                  <c:v>101.53107671935788</c:v>
                </c:pt>
                <c:pt idx="319">
                  <c:v>101.6883224364811</c:v>
                </c:pt>
                <c:pt idx="320">
                  <c:v>101.24141355623614</c:v>
                </c:pt>
                <c:pt idx="321">
                  <c:v>101.68832243648107</c:v>
                </c:pt>
                <c:pt idx="322">
                  <c:v>102.14350740710093</c:v>
                </c:pt>
                <c:pt idx="323">
                  <c:v>101.91177687660353</c:v>
                </c:pt>
                <c:pt idx="324">
                  <c:v>102.50765538359681</c:v>
                </c:pt>
                <c:pt idx="325">
                  <c:v>102.10212695522638</c:v>
                </c:pt>
                <c:pt idx="326">
                  <c:v>102.73938591409421</c:v>
                </c:pt>
                <c:pt idx="327">
                  <c:v>103.45940577671114</c:v>
                </c:pt>
                <c:pt idx="328">
                  <c:v>103.13663825208975</c:v>
                </c:pt>
                <c:pt idx="329">
                  <c:v>102.9545642638418</c:v>
                </c:pt>
                <c:pt idx="330">
                  <c:v>102.77249027559384</c:v>
                </c:pt>
                <c:pt idx="331">
                  <c:v>102.47455102209717</c:v>
                </c:pt>
                <c:pt idx="332">
                  <c:v>102.82214681784323</c:v>
                </c:pt>
                <c:pt idx="333">
                  <c:v>103.32698833071254</c:v>
                </c:pt>
                <c:pt idx="334">
                  <c:v>103.64147976495902</c:v>
                </c:pt>
                <c:pt idx="335">
                  <c:v>102.73110982371927</c:v>
                </c:pt>
                <c:pt idx="336">
                  <c:v>102.42489447984772</c:v>
                </c:pt>
                <c:pt idx="337">
                  <c:v>102.83042290821815</c:v>
                </c:pt>
                <c:pt idx="338">
                  <c:v>102.94628817346687</c:v>
                </c:pt>
                <c:pt idx="339">
                  <c:v>102.97939253496651</c:v>
                </c:pt>
                <c:pt idx="340">
                  <c:v>102.88835554084254</c:v>
                </c:pt>
                <c:pt idx="341">
                  <c:v>103.3352644210875</c:v>
                </c:pt>
                <c:pt idx="342">
                  <c:v>102.69800546221965</c:v>
                </c:pt>
                <c:pt idx="343">
                  <c:v>103.19457088471407</c:v>
                </c:pt>
                <c:pt idx="344">
                  <c:v>103.43457750558639</c:v>
                </c:pt>
                <c:pt idx="345">
                  <c:v>104.00562774145496</c:v>
                </c:pt>
                <c:pt idx="346">
                  <c:v>103.41802532483659</c:v>
                </c:pt>
                <c:pt idx="347">
                  <c:v>103.17801870396428</c:v>
                </c:pt>
                <c:pt idx="348">
                  <c:v>103.98079947033028</c:v>
                </c:pt>
                <c:pt idx="349">
                  <c:v>104.06356037407937</c:v>
                </c:pt>
                <c:pt idx="350">
                  <c:v>104.57667797732363</c:v>
                </c:pt>
                <c:pt idx="351">
                  <c:v>104.42770835057529</c:v>
                </c:pt>
                <c:pt idx="352">
                  <c:v>104.45253662169999</c:v>
                </c:pt>
                <c:pt idx="353">
                  <c:v>104.48564098319963</c:v>
                </c:pt>
                <c:pt idx="354">
                  <c:v>103.54216668046024</c:v>
                </c:pt>
                <c:pt idx="355">
                  <c:v>103.10353389059016</c:v>
                </c:pt>
                <c:pt idx="356">
                  <c:v>103.69113630720854</c:v>
                </c:pt>
                <c:pt idx="357">
                  <c:v>103.35181660183737</c:v>
                </c:pt>
                <c:pt idx="358">
                  <c:v>103.34354051146245</c:v>
                </c:pt>
                <c:pt idx="359">
                  <c:v>102.69800546221973</c:v>
                </c:pt>
                <c:pt idx="360">
                  <c:v>102.9959447157164</c:v>
                </c:pt>
                <c:pt idx="361">
                  <c:v>102.92973599271714</c:v>
                </c:pt>
                <c:pt idx="362">
                  <c:v>102.73110982371936</c:v>
                </c:pt>
                <c:pt idx="363">
                  <c:v>102.33385748572383</c:v>
                </c:pt>
                <c:pt idx="364">
                  <c:v>101.96970950922793</c:v>
                </c:pt>
                <c:pt idx="365">
                  <c:v>102.16005958785078</c:v>
                </c:pt>
                <c:pt idx="366">
                  <c:v>102.25109658197474</c:v>
                </c:pt>
                <c:pt idx="367">
                  <c:v>102.73938591409421</c:v>
                </c:pt>
                <c:pt idx="368">
                  <c:v>102.96284035421667</c:v>
                </c:pt>
                <c:pt idx="369">
                  <c:v>103.66630803608376</c:v>
                </c:pt>
                <c:pt idx="370">
                  <c:v>103.06215343871557</c:v>
                </c:pt>
                <c:pt idx="371">
                  <c:v>102.93801208309195</c:v>
                </c:pt>
                <c:pt idx="372">
                  <c:v>102.82214681784325</c:v>
                </c:pt>
                <c:pt idx="373">
                  <c:v>102.93801208309193</c:v>
                </c:pt>
                <c:pt idx="374">
                  <c:v>103.94769510883059</c:v>
                </c:pt>
                <c:pt idx="375">
                  <c:v>104.04700819332949</c:v>
                </c:pt>
                <c:pt idx="376">
                  <c:v>103.52561449971034</c:v>
                </c:pt>
                <c:pt idx="377">
                  <c:v>104.37805180832578</c:v>
                </c:pt>
                <c:pt idx="378">
                  <c:v>104.80840850782094</c:v>
                </c:pt>
                <c:pt idx="379">
                  <c:v>105.80153935280977</c:v>
                </c:pt>
                <c:pt idx="380">
                  <c:v>106.07465033518167</c:v>
                </c:pt>
                <c:pt idx="381">
                  <c:v>105.86774807580898</c:v>
                </c:pt>
                <c:pt idx="382">
                  <c:v>105.64429363568649</c:v>
                </c:pt>
                <c:pt idx="383">
                  <c:v>105.68567408756105</c:v>
                </c:pt>
                <c:pt idx="384">
                  <c:v>105.5036000993131</c:v>
                </c:pt>
                <c:pt idx="385">
                  <c:v>105.22221302656628</c:v>
                </c:pt>
                <c:pt idx="386">
                  <c:v>105.21393693619136</c:v>
                </c:pt>
                <c:pt idx="387">
                  <c:v>105.51187618968802</c:v>
                </c:pt>
                <c:pt idx="388">
                  <c:v>104.57667797732357</c:v>
                </c:pt>
                <c:pt idx="389">
                  <c:v>104.38632789870071</c:v>
                </c:pt>
                <c:pt idx="390">
                  <c:v>105.13117603244235</c:v>
                </c:pt>
                <c:pt idx="391">
                  <c:v>105.04841512869331</c:v>
                </c:pt>
                <c:pt idx="392">
                  <c:v>105.21393693619144</c:v>
                </c:pt>
                <c:pt idx="393">
                  <c:v>105.13945212281726</c:v>
                </c:pt>
                <c:pt idx="394">
                  <c:v>105.4373913763139</c:v>
                </c:pt>
                <c:pt idx="395">
                  <c:v>106.25672432342967</c:v>
                </c:pt>
                <c:pt idx="396">
                  <c:v>106.4387983116776</c:v>
                </c:pt>
                <c:pt idx="397">
                  <c:v>107.03467681867089</c:v>
                </c:pt>
                <c:pt idx="398">
                  <c:v>107.48986178929076</c:v>
                </c:pt>
                <c:pt idx="399">
                  <c:v>108.71472316477701</c:v>
                </c:pt>
                <c:pt idx="400">
                  <c:v>108.35885127865598</c:v>
                </c:pt>
                <c:pt idx="401">
                  <c:v>108.19332947115782</c:v>
                </c:pt>
                <c:pt idx="402">
                  <c:v>107.88711412728628</c:v>
                </c:pt>
                <c:pt idx="403">
                  <c:v>107.0926094512952</c:v>
                </c:pt>
                <c:pt idx="404">
                  <c:v>106.4967309443019</c:v>
                </c:pt>
                <c:pt idx="405">
                  <c:v>106.38086567905322</c:v>
                </c:pt>
                <c:pt idx="406">
                  <c:v>106.17396341968052</c:v>
                </c:pt>
                <c:pt idx="407">
                  <c:v>106.7781180170487</c:v>
                </c:pt>
                <c:pt idx="408">
                  <c:v>107.10088554167011</c:v>
                </c:pt>
                <c:pt idx="409">
                  <c:v>105.90085243730861</c:v>
                </c:pt>
                <c:pt idx="410">
                  <c:v>106.35603740792848</c:v>
                </c:pt>
                <c:pt idx="411">
                  <c:v>106.22361996193</c:v>
                </c:pt>
                <c:pt idx="412">
                  <c:v>105.74360672018541</c:v>
                </c:pt>
                <c:pt idx="413">
                  <c:v>105.19738475544155</c:v>
                </c:pt>
                <c:pt idx="414">
                  <c:v>105.18083257469175</c:v>
                </c:pt>
                <c:pt idx="415">
                  <c:v>105.51187618968802</c:v>
                </c:pt>
                <c:pt idx="416">
                  <c:v>105.80153935280975</c:v>
                </c:pt>
                <c:pt idx="417">
                  <c:v>105.5036000993131</c:v>
                </c:pt>
                <c:pt idx="418">
                  <c:v>105.2635934784408</c:v>
                </c:pt>
                <c:pt idx="419">
                  <c:v>104.90772159231982</c:v>
                </c:pt>
                <c:pt idx="420">
                  <c:v>105.07324339981797</c:v>
                </c:pt>
                <c:pt idx="421">
                  <c:v>104.96565422494417</c:v>
                </c:pt>
                <c:pt idx="422">
                  <c:v>105.14772821319212</c:v>
                </c:pt>
                <c:pt idx="423">
                  <c:v>105.37118265331459</c:v>
                </c:pt>
                <c:pt idx="424">
                  <c:v>105.49532400893821</c:v>
                </c:pt>
                <c:pt idx="425">
                  <c:v>105.38773483406443</c:v>
                </c:pt>
                <c:pt idx="426">
                  <c:v>105.56980882231238</c:v>
                </c:pt>
                <c:pt idx="427">
                  <c:v>105.37118265331462</c:v>
                </c:pt>
                <c:pt idx="428">
                  <c:v>105.32980220144006</c:v>
                </c:pt>
                <c:pt idx="429">
                  <c:v>104.29529090457669</c:v>
                </c:pt>
                <c:pt idx="430">
                  <c:v>104.09666473557894</c:v>
                </c:pt>
                <c:pt idx="431">
                  <c:v>104.29529090457672</c:v>
                </c:pt>
                <c:pt idx="432">
                  <c:v>104.64288670032282</c:v>
                </c:pt>
                <c:pt idx="433">
                  <c:v>105.28014565919068</c:v>
                </c:pt>
                <c:pt idx="434">
                  <c:v>104.88289332119514</c:v>
                </c:pt>
                <c:pt idx="435">
                  <c:v>104.19597782007784</c:v>
                </c:pt>
                <c:pt idx="436">
                  <c:v>104.48564098319959</c:v>
                </c:pt>
                <c:pt idx="437">
                  <c:v>103.98079947033027</c:v>
                </c:pt>
                <c:pt idx="438">
                  <c:v>103.50906231896057</c:v>
                </c:pt>
                <c:pt idx="439">
                  <c:v>103.21939915583886</c:v>
                </c:pt>
                <c:pt idx="440">
                  <c:v>103.18629479433922</c:v>
                </c:pt>
                <c:pt idx="441">
                  <c:v>103.52561449971037</c:v>
                </c:pt>
                <c:pt idx="442">
                  <c:v>103.36836878258714</c:v>
                </c:pt>
                <c:pt idx="443">
                  <c:v>103.36836878258714</c:v>
                </c:pt>
                <c:pt idx="444">
                  <c:v>102.69800546221967</c:v>
                </c:pt>
                <c:pt idx="445">
                  <c:v>102.48282711247208</c:v>
                </c:pt>
                <c:pt idx="446">
                  <c:v>102.48282711247208</c:v>
                </c:pt>
                <c:pt idx="447">
                  <c:v>102.55731192584622</c:v>
                </c:pt>
                <c:pt idx="448">
                  <c:v>102.16005958785068</c:v>
                </c:pt>
                <c:pt idx="449">
                  <c:v>101.77935943060497</c:v>
                </c:pt>
                <c:pt idx="450">
                  <c:v>101.30762227923529</c:v>
                </c:pt>
                <c:pt idx="451">
                  <c:v>101.05933956798809</c:v>
                </c:pt>
                <c:pt idx="452">
                  <c:v>100.62070677811803</c:v>
                </c:pt>
                <c:pt idx="453">
                  <c:v>100.43035669949518</c:v>
                </c:pt>
                <c:pt idx="454">
                  <c:v>100.99313084498883</c:v>
                </c:pt>
                <c:pt idx="455">
                  <c:v>100.96002648348922</c:v>
                </c:pt>
                <c:pt idx="456">
                  <c:v>100.03310436149964</c:v>
                </c:pt>
                <c:pt idx="457">
                  <c:v>99.950343457750549</c:v>
                </c:pt>
                <c:pt idx="458">
                  <c:v>100.43035669949515</c:v>
                </c:pt>
                <c:pt idx="459">
                  <c:v>100.90209385086486</c:v>
                </c:pt>
                <c:pt idx="460">
                  <c:v>101.27451791773568</c:v>
                </c:pt>
                <c:pt idx="461">
                  <c:v>101.28279400811056</c:v>
                </c:pt>
                <c:pt idx="462">
                  <c:v>101.688322436481</c:v>
                </c:pt>
                <c:pt idx="463">
                  <c:v>101.90350078622861</c:v>
                </c:pt>
                <c:pt idx="464">
                  <c:v>100.76140031449144</c:v>
                </c:pt>
                <c:pt idx="465">
                  <c:v>100.4965654224944</c:v>
                </c:pt>
                <c:pt idx="466">
                  <c:v>101.10899611023751</c:v>
                </c:pt>
                <c:pt idx="467">
                  <c:v>100.82760903749067</c:v>
                </c:pt>
                <c:pt idx="468">
                  <c:v>100.47173715136967</c:v>
                </c:pt>
                <c:pt idx="469">
                  <c:v>100.50484151286931</c:v>
                </c:pt>
                <c:pt idx="470">
                  <c:v>100.67036332036744</c:v>
                </c:pt>
                <c:pt idx="471">
                  <c:v>101.37383100223452</c:v>
                </c:pt>
                <c:pt idx="472">
                  <c:v>100.63725895886779</c:v>
                </c:pt>
                <c:pt idx="473">
                  <c:v>100.24000662087228</c:v>
                </c:pt>
                <c:pt idx="474">
                  <c:v>100.38070015724573</c:v>
                </c:pt>
                <c:pt idx="475">
                  <c:v>100.32276752462136</c:v>
                </c:pt>
                <c:pt idx="476">
                  <c:v>100.72001986261689</c:v>
                </c:pt>
                <c:pt idx="477">
                  <c:v>100.57932632624347</c:v>
                </c:pt>
                <c:pt idx="478">
                  <c:v>100.57105023586857</c:v>
                </c:pt>
                <c:pt idx="479">
                  <c:v>100.99313084498884</c:v>
                </c:pt>
                <c:pt idx="480">
                  <c:v>102.45799884134738</c:v>
                </c:pt>
                <c:pt idx="481">
                  <c:v>102.16005958785074</c:v>
                </c:pt>
                <c:pt idx="482">
                  <c:v>101.79591161135485</c:v>
                </c:pt>
                <c:pt idx="483">
                  <c:v>101.67177025573125</c:v>
                </c:pt>
                <c:pt idx="484">
                  <c:v>101.15865265248704</c:v>
                </c:pt>
                <c:pt idx="485">
                  <c:v>101.19175701398665</c:v>
                </c:pt>
                <c:pt idx="486">
                  <c:v>101.62211371348181</c:v>
                </c:pt>
                <c:pt idx="487">
                  <c:v>103.44285359596131</c:v>
                </c:pt>
                <c:pt idx="488">
                  <c:v>102.75593809484404</c:v>
                </c:pt>
                <c:pt idx="489">
                  <c:v>102.73938591409423</c:v>
                </c:pt>
                <c:pt idx="490">
                  <c:v>103.13663825208978</c:v>
                </c:pt>
                <c:pt idx="491">
                  <c:v>103.49251013821079</c:v>
                </c:pt>
                <c:pt idx="492">
                  <c:v>103.77389721095763</c:v>
                </c:pt>
                <c:pt idx="493">
                  <c:v>103.40147314408682</c:v>
                </c:pt>
                <c:pt idx="494">
                  <c:v>103.7325167590831</c:v>
                </c:pt>
                <c:pt idx="495">
                  <c:v>104.30356699495168</c:v>
                </c:pt>
                <c:pt idx="496">
                  <c:v>104.50219316394944</c:v>
                </c:pt>
                <c:pt idx="497">
                  <c:v>105.05669121906823</c:v>
                </c:pt>
                <c:pt idx="498">
                  <c:v>105.06496730944313</c:v>
                </c:pt>
                <c:pt idx="499">
                  <c:v>104.47736489282474</c:v>
                </c:pt>
                <c:pt idx="500">
                  <c:v>105.1891086650667</c:v>
                </c:pt>
                <c:pt idx="501">
                  <c:v>104.55184970619888</c:v>
                </c:pt>
                <c:pt idx="502">
                  <c:v>104.23735827195242</c:v>
                </c:pt>
                <c:pt idx="503">
                  <c:v>103.94769510883067</c:v>
                </c:pt>
                <c:pt idx="504">
                  <c:v>104.22908218157751</c:v>
                </c:pt>
                <c:pt idx="505">
                  <c:v>103.85665811470669</c:v>
                </c:pt>
                <c:pt idx="506">
                  <c:v>103.90631465695614</c:v>
                </c:pt>
                <c:pt idx="507">
                  <c:v>103.97252337995538</c:v>
                </c:pt>
                <c:pt idx="508">
                  <c:v>104.42770835057527</c:v>
                </c:pt>
                <c:pt idx="509">
                  <c:v>105.66084581643642</c:v>
                </c:pt>
                <c:pt idx="510">
                  <c:v>104.94910204419442</c:v>
                </c:pt>
                <c:pt idx="511">
                  <c:v>104.67599106182247</c:v>
                </c:pt>
                <c:pt idx="512">
                  <c:v>105.37118265331468</c:v>
                </c:pt>
                <c:pt idx="513">
                  <c:v>104.60150624844833</c:v>
                </c:pt>
                <c:pt idx="514">
                  <c:v>105.02358685756859</c:v>
                </c:pt>
                <c:pt idx="515">
                  <c:v>105.11462385169257</c:v>
                </c:pt>
                <c:pt idx="516">
                  <c:v>105.02358685756859</c:v>
                </c:pt>
                <c:pt idx="517">
                  <c:v>105.31325002069033</c:v>
                </c:pt>
                <c:pt idx="518">
                  <c:v>105.91740461805855</c:v>
                </c:pt>
                <c:pt idx="519">
                  <c:v>105.37945874368961</c:v>
                </c:pt>
                <c:pt idx="520">
                  <c:v>100</c:v>
                </c:pt>
                <c:pt idx="521">
                  <c:v>99.968580629958367</c:v>
                </c:pt>
                <c:pt idx="522">
                  <c:v>99.104547953813537</c:v>
                </c:pt>
                <c:pt idx="523">
                  <c:v>99.481580394313127</c:v>
                </c:pt>
                <c:pt idx="524">
                  <c:v>99.615112716990083</c:v>
                </c:pt>
                <c:pt idx="525">
                  <c:v>99.913596732385557</c:v>
                </c:pt>
                <c:pt idx="526">
                  <c:v>100.13353232267696</c:v>
                </c:pt>
                <c:pt idx="527">
                  <c:v>99.835048307281454</c:v>
                </c:pt>
                <c:pt idx="528">
                  <c:v>100.08640326761454</c:v>
                </c:pt>
                <c:pt idx="529">
                  <c:v>100.22779043280185</c:v>
                </c:pt>
                <c:pt idx="530">
                  <c:v>100.172806535229</c:v>
                </c:pt>
                <c:pt idx="531">
                  <c:v>99.968580629958396</c:v>
                </c:pt>
                <c:pt idx="532">
                  <c:v>99.261644804021714</c:v>
                </c:pt>
                <c:pt idx="533">
                  <c:v>99.567983661927599</c:v>
                </c:pt>
                <c:pt idx="534">
                  <c:v>99.803628937239807</c:v>
                </c:pt>
                <c:pt idx="535">
                  <c:v>99.780064409708601</c:v>
                </c:pt>
                <c:pt idx="536">
                  <c:v>99.827193464771042</c:v>
                </c:pt>
                <c:pt idx="537">
                  <c:v>99.654386929542071</c:v>
                </c:pt>
                <c:pt idx="538">
                  <c:v>99.960725787447942</c:v>
                </c:pt>
                <c:pt idx="539">
                  <c:v>99.819338622260616</c:v>
                </c:pt>
                <c:pt idx="540">
                  <c:v>99.780064409708601</c:v>
                </c:pt>
                <c:pt idx="541">
                  <c:v>99.827193464771042</c:v>
                </c:pt>
                <c:pt idx="542">
                  <c:v>99.756499882177366</c:v>
                </c:pt>
                <c:pt idx="543">
                  <c:v>99.662241772052454</c:v>
                </c:pt>
                <c:pt idx="544">
                  <c:v>100.10211295263528</c:v>
                </c:pt>
                <c:pt idx="545">
                  <c:v>99.214515748959201</c:v>
                </c:pt>
                <c:pt idx="546">
                  <c:v>98.468305710470503</c:v>
                </c:pt>
                <c:pt idx="547">
                  <c:v>98.955305946115814</c:v>
                </c:pt>
                <c:pt idx="548">
                  <c:v>99.175241536407185</c:v>
                </c:pt>
                <c:pt idx="549">
                  <c:v>99.104547953813523</c:v>
                </c:pt>
                <c:pt idx="550">
                  <c:v>99.190951221427994</c:v>
                </c:pt>
                <c:pt idx="551">
                  <c:v>99.198806063938406</c:v>
                </c:pt>
                <c:pt idx="552">
                  <c:v>98.908176891053344</c:v>
                </c:pt>
                <c:pt idx="553">
                  <c:v>98.70395098578274</c:v>
                </c:pt>
                <c:pt idx="554">
                  <c:v>98.971015631136623</c:v>
                </c:pt>
                <c:pt idx="555">
                  <c:v>98.986725316157447</c:v>
                </c:pt>
                <c:pt idx="556">
                  <c:v>98.923886576074196</c:v>
                </c:pt>
                <c:pt idx="557">
                  <c:v>99.151677008875993</c:v>
                </c:pt>
                <c:pt idx="558">
                  <c:v>99.269499646532111</c:v>
                </c:pt>
                <c:pt idx="559">
                  <c:v>99.44230618176104</c:v>
                </c:pt>
                <c:pt idx="560">
                  <c:v>99.536564291885938</c:v>
                </c:pt>
                <c:pt idx="561">
                  <c:v>99.638677244521219</c:v>
                </c:pt>
                <c:pt idx="562">
                  <c:v>99.638677244521219</c:v>
                </c:pt>
                <c:pt idx="563">
                  <c:v>99.458015866781849</c:v>
                </c:pt>
                <c:pt idx="564">
                  <c:v>99.167386693896759</c:v>
                </c:pt>
                <c:pt idx="565">
                  <c:v>99.403031969208996</c:v>
                </c:pt>
                <c:pt idx="566">
                  <c:v>99.693661142094058</c:v>
                </c:pt>
                <c:pt idx="567">
                  <c:v>99.795774094729339</c:v>
                </c:pt>
                <c:pt idx="568">
                  <c:v>99.999999999999901</c:v>
                </c:pt>
                <c:pt idx="569">
                  <c:v>100.6126777158117</c:v>
                </c:pt>
                <c:pt idx="570">
                  <c:v>100.99756499882169</c:v>
                </c:pt>
                <c:pt idx="571">
                  <c:v>100.65195192836377</c:v>
                </c:pt>
                <c:pt idx="572">
                  <c:v>100.48700023564521</c:v>
                </c:pt>
                <c:pt idx="573">
                  <c:v>100.51841960568684</c:v>
                </c:pt>
                <c:pt idx="574">
                  <c:v>100.17280653522891</c:v>
                </c:pt>
                <c:pt idx="575">
                  <c:v>100.03927421255197</c:v>
                </c:pt>
                <c:pt idx="576">
                  <c:v>99.984290314979091</c:v>
                </c:pt>
                <c:pt idx="577">
                  <c:v>99.929306417406238</c:v>
                </c:pt>
                <c:pt idx="578">
                  <c:v>100.42416149556192</c:v>
                </c:pt>
                <c:pt idx="579">
                  <c:v>99.42659649674016</c:v>
                </c:pt>
                <c:pt idx="580">
                  <c:v>98.978870473646936</c:v>
                </c:pt>
                <c:pt idx="581">
                  <c:v>99.253789961511174</c:v>
                </c:pt>
                <c:pt idx="582">
                  <c:v>99.190951221427909</c:v>
                </c:pt>
                <c:pt idx="583">
                  <c:v>99.285209331552778</c:v>
                </c:pt>
                <c:pt idx="584">
                  <c:v>99.159531851386248</c:v>
                </c:pt>
                <c:pt idx="585">
                  <c:v>99.151677008875836</c:v>
                </c:pt>
                <c:pt idx="586">
                  <c:v>98.593983190636905</c:v>
                </c:pt>
                <c:pt idx="587">
                  <c:v>98.798209095907509</c:v>
                </c:pt>
                <c:pt idx="588">
                  <c:v>99.37946744167769</c:v>
                </c:pt>
                <c:pt idx="589">
                  <c:v>99.300919016573602</c:v>
                </c:pt>
                <c:pt idx="590">
                  <c:v>99.269499646531983</c:v>
                </c:pt>
                <c:pt idx="591">
                  <c:v>99.403031969208897</c:v>
                </c:pt>
                <c:pt idx="592">
                  <c:v>99.58369334694828</c:v>
                </c:pt>
                <c:pt idx="593">
                  <c:v>98.499725080512022</c:v>
                </c:pt>
                <c:pt idx="594">
                  <c:v>98.601838033147303</c:v>
                </c:pt>
                <c:pt idx="595">
                  <c:v>97.808498939596134</c:v>
                </c:pt>
                <c:pt idx="596">
                  <c:v>97.761369884533678</c:v>
                </c:pt>
                <c:pt idx="597">
                  <c:v>97.604273034325516</c:v>
                </c:pt>
                <c:pt idx="598">
                  <c:v>97.824208624616944</c:v>
                </c:pt>
                <c:pt idx="599">
                  <c:v>97.682821459429604</c:v>
                </c:pt>
                <c:pt idx="600">
                  <c:v>97.164401853742689</c:v>
                </c:pt>
                <c:pt idx="601">
                  <c:v>97.007305003534526</c:v>
                </c:pt>
                <c:pt idx="602">
                  <c:v>97.784934412064885</c:v>
                </c:pt>
                <c:pt idx="603">
                  <c:v>97.902757049721004</c:v>
                </c:pt>
                <c:pt idx="604">
                  <c:v>98.295499175241375</c:v>
                </c:pt>
                <c:pt idx="605">
                  <c:v>98.1305474825228</c:v>
                </c:pt>
                <c:pt idx="606">
                  <c:v>98.680386458251348</c:v>
                </c:pt>
                <c:pt idx="607">
                  <c:v>98.122692640012403</c:v>
                </c:pt>
                <c:pt idx="608">
                  <c:v>98.397612127876627</c:v>
                </c:pt>
                <c:pt idx="609">
                  <c:v>98.452596025449481</c:v>
                </c:pt>
                <c:pt idx="610">
                  <c:v>98.554708978084747</c:v>
                </c:pt>
                <c:pt idx="611">
                  <c:v>98.672531615740894</c:v>
                </c:pt>
                <c:pt idx="612">
                  <c:v>98.256224962689274</c:v>
                </c:pt>
                <c:pt idx="613">
                  <c:v>98.169821695074788</c:v>
                </c:pt>
                <c:pt idx="614">
                  <c:v>98.374047600345378</c:v>
                </c:pt>
                <c:pt idx="615">
                  <c:v>98.381902442855804</c:v>
                </c:pt>
                <c:pt idx="616">
                  <c:v>98.648967088209659</c:v>
                </c:pt>
                <c:pt idx="617">
                  <c:v>98.908176891053131</c:v>
                </c:pt>
                <c:pt idx="618">
                  <c:v>99.638677244521048</c:v>
                </c:pt>
                <c:pt idx="619">
                  <c:v>99.520854606864916</c:v>
                </c:pt>
                <c:pt idx="620">
                  <c:v>99.764354724687578</c:v>
                </c:pt>
                <c:pt idx="621">
                  <c:v>99.803628937239623</c:v>
                </c:pt>
                <c:pt idx="622">
                  <c:v>99.827193464770829</c:v>
                </c:pt>
                <c:pt idx="623">
                  <c:v>99.89003220485408</c:v>
                </c:pt>
                <c:pt idx="624">
                  <c:v>99.748645039666727</c:v>
                </c:pt>
                <c:pt idx="625">
                  <c:v>100.04712905506224</c:v>
                </c:pt>
                <c:pt idx="626">
                  <c:v>100.24350011782241</c:v>
                </c:pt>
                <c:pt idx="627">
                  <c:v>99.76435472468755</c:v>
                </c:pt>
                <c:pt idx="628">
                  <c:v>100.00785484251021</c:v>
                </c:pt>
                <c:pt idx="629">
                  <c:v>100.08640326761429</c:v>
                </c:pt>
                <c:pt idx="630">
                  <c:v>100.60482287330122</c:v>
                </c:pt>
                <c:pt idx="631">
                  <c:v>100.30633885790573</c:v>
                </c:pt>
                <c:pt idx="632">
                  <c:v>100.43987118058267</c:v>
                </c:pt>
                <c:pt idx="633">
                  <c:v>100.4712905506243</c:v>
                </c:pt>
                <c:pt idx="634">
                  <c:v>99.905741889874946</c:v>
                </c:pt>
                <c:pt idx="635">
                  <c:v>99.999999999999858</c:v>
                </c:pt>
                <c:pt idx="636">
                  <c:v>100.07069358259353</c:v>
                </c:pt>
                <c:pt idx="637">
                  <c:v>100.52627444819716</c:v>
                </c:pt>
                <c:pt idx="638">
                  <c:v>100.24350011782246</c:v>
                </c:pt>
                <c:pt idx="639">
                  <c:v>99.654386929541886</c:v>
                </c:pt>
                <c:pt idx="640">
                  <c:v>99.795774094729225</c:v>
                </c:pt>
                <c:pt idx="641">
                  <c:v>99.827193464770858</c:v>
                </c:pt>
                <c:pt idx="642">
                  <c:v>99.913596732385344</c:v>
                </c:pt>
                <c:pt idx="643">
                  <c:v>99.418741654229663</c:v>
                </c:pt>
                <c:pt idx="644">
                  <c:v>99.324483544104751</c:v>
                </c:pt>
                <c:pt idx="645">
                  <c:v>99.64653208703146</c:v>
                </c:pt>
                <c:pt idx="646">
                  <c:v>99.64653208703146</c:v>
                </c:pt>
                <c:pt idx="647">
                  <c:v>99.143822166365368</c:v>
                </c:pt>
                <c:pt idx="648">
                  <c:v>99.277354489042281</c:v>
                </c:pt>
                <c:pt idx="649">
                  <c:v>99.324483544104723</c:v>
                </c:pt>
                <c:pt idx="650">
                  <c:v>99.363757756656781</c:v>
                </c:pt>
                <c:pt idx="651">
                  <c:v>99.63867724452102</c:v>
                </c:pt>
                <c:pt idx="652">
                  <c:v>100.08640326761427</c:v>
                </c:pt>
                <c:pt idx="653">
                  <c:v>100.22779043280158</c:v>
                </c:pt>
                <c:pt idx="654">
                  <c:v>100.65980677087401</c:v>
                </c:pt>
                <c:pt idx="655">
                  <c:v>100.59696803079073</c:v>
                </c:pt>
                <c:pt idx="656">
                  <c:v>100.43201633807216</c:v>
                </c:pt>
                <c:pt idx="657">
                  <c:v>100.92687141622785</c:v>
                </c:pt>
                <c:pt idx="658">
                  <c:v>101.44529102191476</c:v>
                </c:pt>
                <c:pt idx="659">
                  <c:v>102.0186945251745</c:v>
                </c:pt>
                <c:pt idx="660">
                  <c:v>101.86159767496633</c:v>
                </c:pt>
                <c:pt idx="661">
                  <c:v>101.90872673002876</c:v>
                </c:pt>
                <c:pt idx="662">
                  <c:v>102.18364621789298</c:v>
                </c:pt>
                <c:pt idx="663">
                  <c:v>101.6730814547165</c:v>
                </c:pt>
                <c:pt idx="664">
                  <c:v>101.43743617940429</c:v>
                </c:pt>
                <c:pt idx="665">
                  <c:v>101.586678187102</c:v>
                </c:pt>
                <c:pt idx="666">
                  <c:v>101.39030712434179</c:v>
                </c:pt>
                <c:pt idx="667">
                  <c:v>101.38245228183139</c:v>
                </c:pt>
                <c:pt idx="668">
                  <c:v>100.94258110124856</c:v>
                </c:pt>
                <c:pt idx="669">
                  <c:v>101.06825858141507</c:v>
                </c:pt>
                <c:pt idx="670">
                  <c:v>101.02898436886305</c:v>
                </c:pt>
                <c:pt idx="671">
                  <c:v>100.82475846359246</c:v>
                </c:pt>
                <c:pt idx="672">
                  <c:v>100.98185531380061</c:v>
                </c:pt>
                <c:pt idx="673">
                  <c:v>100.0628387400829</c:v>
                </c:pt>
                <c:pt idx="674">
                  <c:v>100.54983897572816</c:v>
                </c:pt>
                <c:pt idx="675">
                  <c:v>100.35346791296796</c:v>
                </c:pt>
                <c:pt idx="676">
                  <c:v>99.685806299583291</c:v>
                </c:pt>
                <c:pt idx="677">
                  <c:v>99.693661142093717</c:v>
                </c:pt>
                <c:pt idx="678">
                  <c:v>100.13353232267653</c:v>
                </c:pt>
                <c:pt idx="679">
                  <c:v>100.23564527531181</c:v>
                </c:pt>
                <c:pt idx="680">
                  <c:v>100.30633885790546</c:v>
                </c:pt>
                <c:pt idx="681">
                  <c:v>101.02898436886294</c:v>
                </c:pt>
                <c:pt idx="682">
                  <c:v>100.76977456601948</c:v>
                </c:pt>
                <c:pt idx="683">
                  <c:v>100.97400047129008</c:v>
                </c:pt>
                <c:pt idx="684">
                  <c:v>101.67308145471635</c:v>
                </c:pt>
                <c:pt idx="685">
                  <c:v>102.04225905270553</c:v>
                </c:pt>
                <c:pt idx="686">
                  <c:v>102.38001728065305</c:v>
                </c:pt>
                <c:pt idx="687">
                  <c:v>102.8277433037463</c:v>
                </c:pt>
                <c:pt idx="688">
                  <c:v>102.8277433037463</c:v>
                </c:pt>
                <c:pt idx="689">
                  <c:v>103.79388893252643</c:v>
                </c:pt>
                <c:pt idx="690">
                  <c:v>103.58966302725584</c:v>
                </c:pt>
                <c:pt idx="691">
                  <c:v>104.16306653051556</c:v>
                </c:pt>
                <c:pt idx="692">
                  <c:v>103.61322755478703</c:v>
                </c:pt>
                <c:pt idx="693">
                  <c:v>103.43256617704765</c:v>
                </c:pt>
                <c:pt idx="694">
                  <c:v>103.11051763412092</c:v>
                </c:pt>
                <c:pt idx="695">
                  <c:v>103.25975964181863</c:v>
                </c:pt>
                <c:pt idx="696">
                  <c:v>103.00840468148557</c:v>
                </c:pt>
                <c:pt idx="697">
                  <c:v>103.26761448432903</c:v>
                </c:pt>
                <c:pt idx="698">
                  <c:v>103.5268242871725</c:v>
                </c:pt>
                <c:pt idx="699">
                  <c:v>103.12622731914169</c:v>
                </c:pt>
                <c:pt idx="700">
                  <c:v>102.69421098106926</c:v>
                </c:pt>
                <c:pt idx="701">
                  <c:v>102.7413400361317</c:v>
                </c:pt>
                <c:pt idx="702">
                  <c:v>102.45071086324661</c:v>
                </c:pt>
                <c:pt idx="703">
                  <c:v>103.08695310658963</c:v>
                </c:pt>
                <c:pt idx="704">
                  <c:v>103.08695310658963</c:v>
                </c:pt>
                <c:pt idx="705">
                  <c:v>103.80959861754714</c:v>
                </c:pt>
                <c:pt idx="706">
                  <c:v>103.37758227947469</c:v>
                </c:pt>
                <c:pt idx="707">
                  <c:v>103.79388893252629</c:v>
                </c:pt>
                <c:pt idx="708">
                  <c:v>104.34372790825483</c:v>
                </c:pt>
                <c:pt idx="709">
                  <c:v>104.63435708113988</c:v>
                </c:pt>
                <c:pt idx="710">
                  <c:v>104.83858298641047</c:v>
                </c:pt>
                <c:pt idx="711">
                  <c:v>105.35700259209737</c:v>
                </c:pt>
                <c:pt idx="712">
                  <c:v>104.65792160867109</c:v>
                </c:pt>
                <c:pt idx="713">
                  <c:v>105.37271227711817</c:v>
                </c:pt>
                <c:pt idx="714">
                  <c:v>105.05066373419146</c:v>
                </c:pt>
                <c:pt idx="715">
                  <c:v>105.05851857670184</c:v>
                </c:pt>
                <c:pt idx="716">
                  <c:v>104.35943759327557</c:v>
                </c:pt>
                <c:pt idx="717">
                  <c:v>104.21805042808823</c:v>
                </c:pt>
                <c:pt idx="718">
                  <c:v>103.08695310658955</c:v>
                </c:pt>
                <c:pt idx="719">
                  <c:v>103.07124342156875</c:v>
                </c:pt>
                <c:pt idx="720">
                  <c:v>102.76490456366285</c:v>
                </c:pt>
                <c:pt idx="721">
                  <c:v>102.92985625638143</c:v>
                </c:pt>
                <c:pt idx="722">
                  <c:v>102.67064645353796</c:v>
                </c:pt>
                <c:pt idx="723">
                  <c:v>102.57638834341306</c:v>
                </c:pt>
                <c:pt idx="724">
                  <c:v>102.63922708349634</c:v>
                </c:pt>
                <c:pt idx="725">
                  <c:v>102.57638834341309</c:v>
                </c:pt>
                <c:pt idx="726">
                  <c:v>102.69421098106919</c:v>
                </c:pt>
                <c:pt idx="727">
                  <c:v>102.03440421019495</c:v>
                </c:pt>
                <c:pt idx="728">
                  <c:v>102.19935590291354</c:v>
                </c:pt>
                <c:pt idx="729">
                  <c:v>102.52140444584029</c:v>
                </c:pt>
                <c:pt idx="730">
                  <c:v>101.99512999764298</c:v>
                </c:pt>
                <c:pt idx="731">
                  <c:v>101.98727515513256</c:v>
                </c:pt>
                <c:pt idx="732">
                  <c:v>101.49242007697688</c:v>
                </c:pt>
                <c:pt idx="733">
                  <c:v>101.9165815725389</c:v>
                </c:pt>
                <c:pt idx="734">
                  <c:v>101.81446861990361</c:v>
                </c:pt>
                <c:pt idx="735">
                  <c:v>101.89301704500764</c:v>
                </c:pt>
                <c:pt idx="736">
                  <c:v>102.23077527295521</c:v>
                </c:pt>
                <c:pt idx="737">
                  <c:v>101.81446861990359</c:v>
                </c:pt>
                <c:pt idx="738">
                  <c:v>101.31961354174793</c:v>
                </c:pt>
                <c:pt idx="739">
                  <c:v>101.51598460450811</c:v>
                </c:pt>
                <c:pt idx="740">
                  <c:v>101.77519440735156</c:v>
                </c:pt>
                <c:pt idx="741">
                  <c:v>102.4428560207362</c:v>
                </c:pt>
                <c:pt idx="742">
                  <c:v>101.16251669153978</c:v>
                </c:pt>
                <c:pt idx="743">
                  <c:v>102.01083968266377</c:v>
                </c:pt>
                <c:pt idx="744">
                  <c:v>101.49242007697687</c:v>
                </c:pt>
                <c:pt idx="745">
                  <c:v>101.07611342392526</c:v>
                </c:pt>
                <c:pt idx="746">
                  <c:v>100.13353232267636</c:v>
                </c:pt>
                <c:pt idx="747">
                  <c:v>99.819338622260048</c:v>
                </c:pt>
                <c:pt idx="748">
                  <c:v>99.489435236822928</c:v>
                </c:pt>
                <c:pt idx="749">
                  <c:v>99.11240279632338</c:v>
                </c:pt>
                <c:pt idx="750">
                  <c:v>99.583693346947868</c:v>
                </c:pt>
                <c:pt idx="751">
                  <c:v>99.615112716989501</c:v>
                </c:pt>
                <c:pt idx="752">
                  <c:v>99.379467441677278</c:v>
                </c:pt>
                <c:pt idx="753">
                  <c:v>98.884612363521569</c:v>
                </c:pt>
                <c:pt idx="754">
                  <c:v>98.421176655407521</c:v>
                </c:pt>
                <c:pt idx="755">
                  <c:v>98.719660670803023</c:v>
                </c:pt>
                <c:pt idx="756">
                  <c:v>98.727515513313406</c:v>
                </c:pt>
                <c:pt idx="757">
                  <c:v>99.599403031968649</c:v>
                </c:pt>
                <c:pt idx="758">
                  <c:v>99.654386929541488</c:v>
                </c:pt>
                <c:pt idx="759">
                  <c:v>100.03141937004108</c:v>
                </c:pt>
                <c:pt idx="760">
                  <c:v>99.40303196920847</c:v>
                </c:pt>
                <c:pt idx="761">
                  <c:v>99.54441913439581</c:v>
                </c:pt>
                <c:pt idx="762">
                  <c:v>99.764354724687223</c:v>
                </c:pt>
                <c:pt idx="763">
                  <c:v>100.21993559029086</c:v>
                </c:pt>
                <c:pt idx="764">
                  <c:v>100.10211295263474</c:v>
                </c:pt>
                <c:pt idx="765">
                  <c:v>100.14924200769715</c:v>
                </c:pt>
                <c:pt idx="766">
                  <c:v>100.3141937004157</c:v>
                </c:pt>
                <c:pt idx="767">
                  <c:v>100.15709685020754</c:v>
                </c:pt>
                <c:pt idx="768">
                  <c:v>99.544419134395753</c:v>
                </c:pt>
                <c:pt idx="769">
                  <c:v>99.120257638833735</c:v>
                </c:pt>
                <c:pt idx="770">
                  <c:v>99.622967559499799</c:v>
                </c:pt>
                <c:pt idx="771">
                  <c:v>99.835048307280786</c:v>
                </c:pt>
                <c:pt idx="772">
                  <c:v>98.766789725865365</c:v>
                </c:pt>
                <c:pt idx="773">
                  <c:v>98.201241065116008</c:v>
                </c:pt>
                <c:pt idx="774">
                  <c:v>98.735370355823704</c:v>
                </c:pt>
                <c:pt idx="775">
                  <c:v>98.468305710469863</c:v>
                </c:pt>
                <c:pt idx="776">
                  <c:v>98.491870238001113</c:v>
                </c:pt>
                <c:pt idx="777">
                  <c:v>98.66467677323007</c:v>
                </c:pt>
                <c:pt idx="778">
                  <c:v>98.381902442855392</c:v>
                </c:pt>
                <c:pt idx="779">
                  <c:v>98.798209095907012</c:v>
                </c:pt>
                <c:pt idx="780">
                  <c:v>100</c:v>
                </c:pt>
                <c:pt idx="781">
                  <c:v>100</c:v>
                </c:pt>
                <c:pt idx="782">
                  <c:v>100.00798977309043</c:v>
                </c:pt>
                <c:pt idx="783">
                  <c:v>98.913390859699575</c:v>
                </c:pt>
                <c:pt idx="784">
                  <c:v>99.256951102588673</c:v>
                </c:pt>
                <c:pt idx="785">
                  <c:v>100.03195909236179</c:v>
                </c:pt>
                <c:pt idx="786">
                  <c:v>99.688398849472676</c:v>
                </c:pt>
                <c:pt idx="787">
                  <c:v>98.777564717162022</c:v>
                </c:pt>
                <c:pt idx="788">
                  <c:v>98.338127197187589</c:v>
                </c:pt>
                <c:pt idx="789">
                  <c:v>97.531160115052728</c:v>
                </c:pt>
                <c:pt idx="790">
                  <c:v>97.491211249600497</c:v>
                </c:pt>
                <c:pt idx="791">
                  <c:v>97.595078299776247</c:v>
                </c:pt>
                <c:pt idx="792">
                  <c:v>97.810802173218235</c:v>
                </c:pt>
                <c:pt idx="793">
                  <c:v>97.786832853946919</c:v>
                </c:pt>
                <c:pt idx="794">
                  <c:v>97.227548737615834</c:v>
                </c:pt>
                <c:pt idx="795">
                  <c:v>98.497922658996458</c:v>
                </c:pt>
                <c:pt idx="796">
                  <c:v>98.673697666986286</c:v>
                </c:pt>
                <c:pt idx="797">
                  <c:v>98.402045381911179</c:v>
                </c:pt>
                <c:pt idx="798">
                  <c:v>98.69766698625763</c:v>
                </c:pt>
                <c:pt idx="799">
                  <c:v>99.744327261105809</c:v>
                </c:pt>
                <c:pt idx="800">
                  <c:v>99.864173857462475</c:v>
                </c:pt>
                <c:pt idx="801">
                  <c:v>99.416746564397599</c:v>
                </c:pt>
                <c:pt idx="802">
                  <c:v>99.488654522211604</c:v>
                </c:pt>
                <c:pt idx="803">
                  <c:v>99.224992010226941</c:v>
                </c:pt>
                <c:pt idx="804">
                  <c:v>99.033237456056284</c:v>
                </c:pt>
                <c:pt idx="805">
                  <c:v>99.472674976030717</c:v>
                </c:pt>
                <c:pt idx="806">
                  <c:v>99.712368168744035</c:v>
                </c:pt>
                <c:pt idx="807">
                  <c:v>99.91211249600515</c:v>
                </c:pt>
                <c:pt idx="808">
                  <c:v>99.352828379674065</c:v>
                </c:pt>
                <c:pt idx="809">
                  <c:v>99.089165867689402</c:v>
                </c:pt>
                <c:pt idx="810">
                  <c:v>98.817513582614282</c:v>
                </c:pt>
                <c:pt idx="811">
                  <c:v>99.440715883668929</c:v>
                </c:pt>
                <c:pt idx="812">
                  <c:v>99.440715883668929</c:v>
                </c:pt>
                <c:pt idx="813">
                  <c:v>100.39948865452224</c:v>
                </c:pt>
                <c:pt idx="814">
                  <c:v>100.55928411633114</c:v>
                </c:pt>
                <c:pt idx="815">
                  <c:v>100.87088526685848</c:v>
                </c:pt>
                <c:pt idx="816">
                  <c:v>100.77500798977314</c:v>
                </c:pt>
                <c:pt idx="817">
                  <c:v>100.55928411633113</c:v>
                </c:pt>
                <c:pt idx="818">
                  <c:v>101.22243528283801</c:v>
                </c:pt>
                <c:pt idx="819">
                  <c:v>100.92681367849158</c:v>
                </c:pt>
                <c:pt idx="820">
                  <c:v>100.87088526685845</c:v>
                </c:pt>
                <c:pt idx="821">
                  <c:v>101.19846596356666</c:v>
                </c:pt>
                <c:pt idx="822">
                  <c:v>101.27836369447112</c:v>
                </c:pt>
                <c:pt idx="823">
                  <c:v>100.67913071268781</c:v>
                </c:pt>
                <c:pt idx="824">
                  <c:v>100.48737615851714</c:v>
                </c:pt>
                <c:pt idx="825">
                  <c:v>101.4781080217322</c:v>
                </c:pt>
                <c:pt idx="826">
                  <c:v>102.22914669223394</c:v>
                </c:pt>
                <c:pt idx="827">
                  <c:v>103.02812400127836</c:v>
                </c:pt>
                <c:pt idx="828">
                  <c:v>102.92425695110259</c:v>
                </c:pt>
                <c:pt idx="829">
                  <c:v>103.22786832853947</c:v>
                </c:pt>
                <c:pt idx="830">
                  <c:v>102.90028763183125</c:v>
                </c:pt>
                <c:pt idx="831">
                  <c:v>103.47555129434323</c:v>
                </c:pt>
                <c:pt idx="832">
                  <c:v>103.57142857142858</c:v>
                </c:pt>
                <c:pt idx="833">
                  <c:v>103.48354106743368</c:v>
                </c:pt>
                <c:pt idx="834">
                  <c:v>103.34771492489614</c:v>
                </c:pt>
                <c:pt idx="835">
                  <c:v>103.80313199105146</c:v>
                </c:pt>
                <c:pt idx="836">
                  <c:v>103.87503994886545</c:v>
                </c:pt>
                <c:pt idx="837">
                  <c:v>103.89101949504634</c:v>
                </c:pt>
                <c:pt idx="838">
                  <c:v>103.60338766379034</c:v>
                </c:pt>
                <c:pt idx="839">
                  <c:v>103.21987855544901</c:v>
                </c:pt>
                <c:pt idx="840">
                  <c:v>103.25183764781079</c:v>
                </c:pt>
                <c:pt idx="841">
                  <c:v>103.41962288271012</c:v>
                </c:pt>
                <c:pt idx="842">
                  <c:v>102.97219558964524</c:v>
                </c:pt>
                <c:pt idx="843">
                  <c:v>103.45957174816233</c:v>
                </c:pt>
                <c:pt idx="844">
                  <c:v>103.38766379034834</c:v>
                </c:pt>
                <c:pt idx="845">
                  <c:v>103.21188878235859</c:v>
                </c:pt>
                <c:pt idx="846">
                  <c:v>103.2518376478108</c:v>
                </c:pt>
                <c:pt idx="847">
                  <c:v>103.92297858740812</c:v>
                </c:pt>
                <c:pt idx="848">
                  <c:v>104.66602748481944</c:v>
                </c:pt>
                <c:pt idx="849">
                  <c:v>102.96420581655481</c:v>
                </c:pt>
                <c:pt idx="850">
                  <c:v>101.6618728028124</c:v>
                </c:pt>
                <c:pt idx="851">
                  <c:v>101.98945349952061</c:v>
                </c:pt>
                <c:pt idx="852">
                  <c:v>102.42889101949505</c:v>
                </c:pt>
                <c:pt idx="853">
                  <c:v>103.6273569830617</c:v>
                </c:pt>
                <c:pt idx="854">
                  <c:v>104.56216043464367</c:v>
                </c:pt>
                <c:pt idx="855">
                  <c:v>105.38510706295942</c:v>
                </c:pt>
                <c:pt idx="856">
                  <c:v>105.71268775966765</c:v>
                </c:pt>
                <c:pt idx="857">
                  <c:v>105.81655480984344</c:v>
                </c:pt>
                <c:pt idx="858">
                  <c:v>105.99232981783322</c:v>
                </c:pt>
                <c:pt idx="859">
                  <c:v>106.23202301054654</c:v>
                </c:pt>
                <c:pt idx="860">
                  <c:v>106.89517417705343</c:v>
                </c:pt>
                <c:pt idx="861">
                  <c:v>106.51965484180255</c:v>
                </c:pt>
                <c:pt idx="862">
                  <c:v>105.8964525407479</c:v>
                </c:pt>
                <c:pt idx="863">
                  <c:v>106.59955257270698</c:v>
                </c:pt>
                <c:pt idx="864">
                  <c:v>106.38382869926498</c:v>
                </c:pt>
                <c:pt idx="865">
                  <c:v>107.39054010866097</c:v>
                </c:pt>
                <c:pt idx="866">
                  <c:v>107.13486736976674</c:v>
                </c:pt>
                <c:pt idx="867">
                  <c:v>106.4956855225312</c:v>
                </c:pt>
                <c:pt idx="868">
                  <c:v>106.08820709491857</c:v>
                </c:pt>
                <c:pt idx="869">
                  <c:v>106.0402684563759</c:v>
                </c:pt>
                <c:pt idx="870">
                  <c:v>106.23202301054658</c:v>
                </c:pt>
                <c:pt idx="871">
                  <c:v>106.81527644614906</c:v>
                </c:pt>
                <c:pt idx="872">
                  <c:v>106.20006391818484</c:v>
                </c:pt>
                <c:pt idx="873">
                  <c:v>105.83253435602441</c:v>
                </c:pt>
                <c:pt idx="874">
                  <c:v>106.31192074145106</c:v>
                </c:pt>
                <c:pt idx="875">
                  <c:v>105.27325023969333</c:v>
                </c:pt>
                <c:pt idx="876">
                  <c:v>106.31192074145109</c:v>
                </c:pt>
                <c:pt idx="877">
                  <c:v>105.96836049856198</c:v>
                </c:pt>
                <c:pt idx="878">
                  <c:v>106.3039309683606</c:v>
                </c:pt>
                <c:pt idx="879">
                  <c:v>106.12815596037082</c:v>
                </c:pt>
                <c:pt idx="880">
                  <c:v>106.75135826142545</c:v>
                </c:pt>
                <c:pt idx="881">
                  <c:v>107.00703100031963</c:v>
                </c:pt>
                <c:pt idx="882">
                  <c:v>107.22275487376163</c:v>
                </c:pt>
                <c:pt idx="883">
                  <c:v>107.2147651006712</c:v>
                </c:pt>
                <c:pt idx="884">
                  <c:v>108.15755832534364</c:v>
                </c:pt>
                <c:pt idx="885">
                  <c:v>107.91786513263034</c:v>
                </c:pt>
                <c:pt idx="886">
                  <c:v>107.61425375519345</c:v>
                </c:pt>
                <c:pt idx="887">
                  <c:v>107.79801853627364</c:v>
                </c:pt>
                <c:pt idx="888">
                  <c:v>107.534356024289</c:v>
                </c:pt>
                <c:pt idx="889">
                  <c:v>108.21348673697678</c:v>
                </c:pt>
                <c:pt idx="890">
                  <c:v>107.99776286353476</c:v>
                </c:pt>
                <c:pt idx="891">
                  <c:v>108.29338446788118</c:v>
                </c:pt>
                <c:pt idx="892">
                  <c:v>108.42122083732831</c:v>
                </c:pt>
                <c:pt idx="893">
                  <c:v>108.08565036752964</c:v>
                </c:pt>
                <c:pt idx="894">
                  <c:v>108.26941514860985</c:v>
                </c:pt>
                <c:pt idx="895">
                  <c:v>107.86193672099721</c:v>
                </c:pt>
                <c:pt idx="896">
                  <c:v>108.23745605624805</c:v>
                </c:pt>
                <c:pt idx="897">
                  <c:v>108.76478108021736</c:v>
                </c:pt>
                <c:pt idx="898">
                  <c:v>108.42921061041872</c:v>
                </c:pt>
                <c:pt idx="899">
                  <c:v>108.48513902205183</c:v>
                </c:pt>
                <c:pt idx="900">
                  <c:v>107.29466283157564</c:v>
                </c:pt>
                <c:pt idx="901">
                  <c:v>107.23873441994255</c:v>
                </c:pt>
                <c:pt idx="902">
                  <c:v>107.58229466283164</c:v>
                </c:pt>
                <c:pt idx="903">
                  <c:v>107.47043783956542</c:v>
                </c:pt>
                <c:pt idx="904">
                  <c:v>108.05369127516784</c:v>
                </c:pt>
                <c:pt idx="905">
                  <c:v>108.78076062639823</c:v>
                </c:pt>
                <c:pt idx="906">
                  <c:v>109.17225950782999</c:v>
                </c:pt>
                <c:pt idx="907">
                  <c:v>109.68360498561843</c:v>
                </c:pt>
                <c:pt idx="908">
                  <c:v>109.58772770853311</c:v>
                </c:pt>
                <c:pt idx="909">
                  <c:v>109.71556407798025</c:v>
                </c:pt>
                <c:pt idx="910">
                  <c:v>109.8274209012465</c:v>
                </c:pt>
                <c:pt idx="911">
                  <c:v>108.94854586129762</c:v>
                </c:pt>
                <c:pt idx="912">
                  <c:v>109.10035155001607</c:v>
                </c:pt>
                <c:pt idx="913">
                  <c:v>109.06040268456385</c:v>
                </c:pt>
                <c:pt idx="914">
                  <c:v>108.67689357622253</c:v>
                </c:pt>
                <c:pt idx="915">
                  <c:v>108.59699584531808</c:v>
                </c:pt>
                <c:pt idx="916">
                  <c:v>108.5490572067754</c:v>
                </c:pt>
                <c:pt idx="917">
                  <c:v>108.4931287951423</c:v>
                </c:pt>
                <c:pt idx="918">
                  <c:v>107.80600830936407</c:v>
                </c:pt>
                <c:pt idx="919">
                  <c:v>107.27868328539475</c:v>
                </c:pt>
                <c:pt idx="920">
                  <c:v>106.93512304250565</c:v>
                </c:pt>
                <c:pt idx="921">
                  <c:v>107.23873441994257</c:v>
                </c:pt>
                <c:pt idx="922">
                  <c:v>107.19079578139988</c:v>
                </c:pt>
                <c:pt idx="923">
                  <c:v>107.19079578139988</c:v>
                </c:pt>
                <c:pt idx="924">
                  <c:v>107.80600830936409</c:v>
                </c:pt>
                <c:pt idx="925">
                  <c:v>108.12559923298187</c:v>
                </c:pt>
                <c:pt idx="926">
                  <c:v>108.51709811441366</c:v>
                </c:pt>
                <c:pt idx="927">
                  <c:v>107.94183445190168</c:v>
                </c:pt>
                <c:pt idx="928">
                  <c:v>107.3665707893897</c:v>
                </c:pt>
                <c:pt idx="929">
                  <c:v>106.71140939597323</c:v>
                </c:pt>
                <c:pt idx="930">
                  <c:v>106.67146053052102</c:v>
                </c:pt>
                <c:pt idx="931">
                  <c:v>105.76062639821038</c:v>
                </c:pt>
                <c:pt idx="932">
                  <c:v>105.52093320549704</c:v>
                </c:pt>
                <c:pt idx="933">
                  <c:v>106.09619686800903</c:v>
                </c:pt>
                <c:pt idx="934">
                  <c:v>106.14413550655168</c:v>
                </c:pt>
                <c:pt idx="935">
                  <c:v>106.2559923298179</c:v>
                </c:pt>
                <c:pt idx="936">
                  <c:v>106.71939916906365</c:v>
                </c:pt>
                <c:pt idx="937">
                  <c:v>107.41450942793232</c:v>
                </c:pt>
                <c:pt idx="938">
                  <c:v>107.47842761265588</c:v>
                </c:pt>
                <c:pt idx="939">
                  <c:v>107.31863215084699</c:v>
                </c:pt>
                <c:pt idx="940">
                  <c:v>107.86193672099719</c:v>
                </c:pt>
                <c:pt idx="941">
                  <c:v>108.46915947587091</c:v>
                </c:pt>
                <c:pt idx="942">
                  <c:v>108.11760945989137</c:v>
                </c:pt>
                <c:pt idx="943">
                  <c:v>108.29338446788111</c:v>
                </c:pt>
                <c:pt idx="944">
                  <c:v>107.89389581335891</c:v>
                </c:pt>
                <c:pt idx="945">
                  <c:v>107.79002876318312</c:v>
                </c:pt>
                <c:pt idx="946">
                  <c:v>107.518376478108</c:v>
                </c:pt>
                <c:pt idx="947">
                  <c:v>107.15883668903801</c:v>
                </c:pt>
                <c:pt idx="948">
                  <c:v>108.06168104825824</c:v>
                </c:pt>
                <c:pt idx="949">
                  <c:v>107.50239693192714</c:v>
                </c:pt>
                <c:pt idx="950">
                  <c:v>107.70214125918829</c:v>
                </c:pt>
                <c:pt idx="951">
                  <c:v>107.84595717481628</c:v>
                </c:pt>
                <c:pt idx="952">
                  <c:v>107.96580377117293</c:v>
                </c:pt>
                <c:pt idx="953">
                  <c:v>107.89389581335894</c:v>
                </c:pt>
                <c:pt idx="954">
                  <c:v>108.22147651006713</c:v>
                </c:pt>
                <c:pt idx="955">
                  <c:v>107.01502077341003</c:v>
                </c:pt>
                <c:pt idx="956">
                  <c:v>107.41450942793224</c:v>
                </c:pt>
                <c:pt idx="957">
                  <c:v>107.3346116970278</c:v>
                </c:pt>
                <c:pt idx="958">
                  <c:v>107.9338446788111</c:v>
                </c:pt>
                <c:pt idx="959">
                  <c:v>108.22147651006711</c:v>
                </c:pt>
                <c:pt idx="960">
                  <c:v>108.08565036752957</c:v>
                </c:pt>
                <c:pt idx="961">
                  <c:v>108.09364014062</c:v>
                </c:pt>
                <c:pt idx="962">
                  <c:v>108.45317992969001</c:v>
                </c:pt>
                <c:pt idx="963">
                  <c:v>108.30936401406201</c:v>
                </c:pt>
                <c:pt idx="964">
                  <c:v>108.65292425695115</c:v>
                </c:pt>
                <c:pt idx="965">
                  <c:v>109.0364333652925</c:v>
                </c:pt>
                <c:pt idx="966">
                  <c:v>108.86864813039317</c:v>
                </c:pt>
                <c:pt idx="967">
                  <c:v>108.30137424097161</c:v>
                </c:pt>
                <c:pt idx="968">
                  <c:v>107.63822307446475</c:v>
                </c:pt>
                <c:pt idx="969">
                  <c:v>107.9737935442634</c:v>
                </c:pt>
                <c:pt idx="970">
                  <c:v>108.06967082134877</c:v>
                </c:pt>
                <c:pt idx="971">
                  <c:v>107.43847874720365</c:v>
                </c:pt>
                <c:pt idx="972">
                  <c:v>106.62352189197833</c:v>
                </c:pt>
                <c:pt idx="973">
                  <c:v>107.07893895813368</c:v>
                </c:pt>
                <c:pt idx="974">
                  <c:v>107.29466283157568</c:v>
                </c:pt>
                <c:pt idx="975">
                  <c:v>107.43048897411323</c:v>
                </c:pt>
                <c:pt idx="976">
                  <c:v>107.68616171300746</c:v>
                </c:pt>
                <c:pt idx="977">
                  <c:v>107.38255033557057</c:v>
                </c:pt>
                <c:pt idx="978">
                  <c:v>107.70214125918837</c:v>
                </c:pt>
                <c:pt idx="979">
                  <c:v>107.74209012464058</c:v>
                </c:pt>
                <c:pt idx="980">
                  <c:v>107.27069351230436</c:v>
                </c:pt>
                <c:pt idx="981">
                  <c:v>107.09491850431458</c:v>
                </c:pt>
                <c:pt idx="982">
                  <c:v>106.29594119527015</c:v>
                </c:pt>
                <c:pt idx="983">
                  <c:v>106.74336848833507</c:v>
                </c:pt>
                <c:pt idx="984">
                  <c:v>106.52764461489306</c:v>
                </c:pt>
                <c:pt idx="985">
                  <c:v>106.4237775647173</c:v>
                </c:pt>
                <c:pt idx="986">
                  <c:v>107.08692873122416</c:v>
                </c:pt>
                <c:pt idx="987">
                  <c:v>107.33461169702795</c:v>
                </c:pt>
                <c:pt idx="988">
                  <c:v>107.27868328539483</c:v>
                </c:pt>
                <c:pt idx="989">
                  <c:v>107.10290827740508</c:v>
                </c:pt>
                <c:pt idx="990">
                  <c:v>106.83125599232997</c:v>
                </c:pt>
                <c:pt idx="991">
                  <c:v>106.71140939597329</c:v>
                </c:pt>
                <c:pt idx="992">
                  <c:v>106.47171620325996</c:v>
                </c:pt>
                <c:pt idx="993">
                  <c:v>106.35186960690329</c:v>
                </c:pt>
                <c:pt idx="994">
                  <c:v>106.55161393416439</c:v>
                </c:pt>
                <c:pt idx="995">
                  <c:v>106.04026845637597</c:v>
                </c:pt>
                <c:pt idx="996">
                  <c:v>105.41706615532132</c:v>
                </c:pt>
                <c:pt idx="997">
                  <c:v>105.07350591243221</c:v>
                </c:pt>
                <c:pt idx="998">
                  <c:v>105.08149568552263</c:v>
                </c:pt>
                <c:pt idx="999">
                  <c:v>104.98561840843732</c:v>
                </c:pt>
                <c:pt idx="1000">
                  <c:v>104.03483541067445</c:v>
                </c:pt>
                <c:pt idx="1001">
                  <c:v>104.26653883029732</c:v>
                </c:pt>
                <c:pt idx="1002">
                  <c:v>104.96164908916599</c:v>
                </c:pt>
                <c:pt idx="1003">
                  <c:v>105.16139341642709</c:v>
                </c:pt>
                <c:pt idx="1004">
                  <c:v>105.26526046660283</c:v>
                </c:pt>
                <c:pt idx="1005">
                  <c:v>105.06551613934171</c:v>
                </c:pt>
                <c:pt idx="1006">
                  <c:v>104.92968999680416</c:v>
                </c:pt>
                <c:pt idx="1007">
                  <c:v>105.40108660914036</c:v>
                </c:pt>
                <c:pt idx="1008">
                  <c:v>105.23330137424104</c:v>
                </c:pt>
                <c:pt idx="1009">
                  <c:v>105.11345477788439</c:v>
                </c:pt>
                <c:pt idx="1010">
                  <c:v>105.02556727388949</c:v>
                </c:pt>
                <c:pt idx="1011">
                  <c:v>104.3384467881113</c:v>
                </c:pt>
                <c:pt idx="1012">
                  <c:v>104.45030361137751</c:v>
                </c:pt>
                <c:pt idx="1013">
                  <c:v>104.65803771172908</c:v>
                </c:pt>
                <c:pt idx="1014">
                  <c:v>104.70597635027173</c:v>
                </c:pt>
                <c:pt idx="1015">
                  <c:v>105.19335250878885</c:v>
                </c:pt>
                <c:pt idx="1016">
                  <c:v>105.79258549057218</c:v>
                </c:pt>
                <c:pt idx="1017">
                  <c:v>105.78459571748175</c:v>
                </c:pt>
                <c:pt idx="1018">
                  <c:v>105.74464685202953</c:v>
                </c:pt>
                <c:pt idx="1019">
                  <c:v>105.56887184403976</c:v>
                </c:pt>
                <c:pt idx="1020">
                  <c:v>105.56887184403976</c:v>
                </c:pt>
                <c:pt idx="1021">
                  <c:v>106.68744007670199</c:v>
                </c:pt>
                <c:pt idx="1022">
                  <c:v>106.47970597635044</c:v>
                </c:pt>
                <c:pt idx="1023">
                  <c:v>106.48769574944092</c:v>
                </c:pt>
                <c:pt idx="1024">
                  <c:v>106.43975711089827</c:v>
                </c:pt>
                <c:pt idx="1025">
                  <c:v>106.24001278363717</c:v>
                </c:pt>
                <c:pt idx="1026">
                  <c:v>106.92713326941535</c:v>
                </c:pt>
                <c:pt idx="1027">
                  <c:v>106.96708213486755</c:v>
                </c:pt>
                <c:pt idx="1028">
                  <c:v>106.83125599232999</c:v>
                </c:pt>
                <c:pt idx="1029">
                  <c:v>106.87120485778222</c:v>
                </c:pt>
                <c:pt idx="1030">
                  <c:v>107.2467241930331</c:v>
                </c:pt>
                <c:pt idx="1031">
                  <c:v>106.8712048577822</c:v>
                </c:pt>
                <c:pt idx="1032">
                  <c:v>106.91115372323448</c:v>
                </c:pt>
                <c:pt idx="1033">
                  <c:v>106.89517417705359</c:v>
                </c:pt>
                <c:pt idx="1034">
                  <c:v>107.55033557047</c:v>
                </c:pt>
                <c:pt idx="1035">
                  <c:v>108.0057526366253</c:v>
                </c:pt>
                <c:pt idx="1036">
                  <c:v>107.90188558644952</c:v>
                </c:pt>
                <c:pt idx="1037">
                  <c:v>108.02972195589663</c:v>
                </c:pt>
                <c:pt idx="1038">
                  <c:v>107.83796740172596</c:v>
                </c:pt>
                <c:pt idx="1039">
                  <c:v>107.9578139980826</c:v>
                </c:pt>
                <c:pt idx="1040">
                  <c:v>107.60626398210306</c:v>
                </c:pt>
                <c:pt idx="1041">
                  <c:v>107.66219239373616</c:v>
                </c:pt>
                <c:pt idx="1042">
                  <c:v>107.50239693192728</c:v>
                </c:pt>
                <c:pt idx="1043">
                  <c:v>107.51038670501769</c:v>
                </c:pt>
                <c:pt idx="1044">
                  <c:v>108.19750719079587</c:v>
                </c:pt>
                <c:pt idx="1045">
                  <c:v>107.86992649408766</c:v>
                </c:pt>
                <c:pt idx="1046">
                  <c:v>107.52636625119855</c:v>
                </c:pt>
                <c:pt idx="1047">
                  <c:v>107.37456056248011</c:v>
                </c:pt>
                <c:pt idx="1048">
                  <c:v>107.09491850431455</c:v>
                </c:pt>
                <c:pt idx="1049">
                  <c:v>107.58229466283166</c:v>
                </c:pt>
                <c:pt idx="1050">
                  <c:v>107.23873441994256</c:v>
                </c:pt>
                <c:pt idx="1051">
                  <c:v>107.40651965484192</c:v>
                </c:pt>
                <c:pt idx="1052">
                  <c:v>106.91115372323438</c:v>
                </c:pt>
                <c:pt idx="1053">
                  <c:v>106.90316395014393</c:v>
                </c:pt>
                <c:pt idx="1054">
                  <c:v>107.26270373921392</c:v>
                </c:pt>
                <c:pt idx="1055">
                  <c:v>107.37456056248018</c:v>
                </c:pt>
                <c:pt idx="1056">
                  <c:v>107.29466283157574</c:v>
                </c:pt>
                <c:pt idx="1057">
                  <c:v>107.86992649408774</c:v>
                </c:pt>
                <c:pt idx="1058">
                  <c:v>109.00447427293084</c:v>
                </c:pt>
                <c:pt idx="1059">
                  <c:v>109.30009587727727</c:v>
                </c:pt>
                <c:pt idx="1060">
                  <c:v>110.65036752956232</c:v>
                </c:pt>
                <c:pt idx="1061">
                  <c:v>110.32278683285411</c:v>
                </c:pt>
                <c:pt idx="1062">
                  <c:v>110.33077660594452</c:v>
                </c:pt>
                <c:pt idx="1063">
                  <c:v>109.34803451581988</c:v>
                </c:pt>
                <c:pt idx="1064">
                  <c:v>109.18823905401099</c:v>
                </c:pt>
                <c:pt idx="1065">
                  <c:v>109.43592201981474</c:v>
                </c:pt>
                <c:pt idx="1066">
                  <c:v>109.09236177692563</c:v>
                </c:pt>
                <c:pt idx="1067">
                  <c:v>108.10961968680098</c:v>
                </c:pt>
                <c:pt idx="1068">
                  <c:v>108.74880153403653</c:v>
                </c:pt>
                <c:pt idx="1069">
                  <c:v>109.40396292745297</c:v>
                </c:pt>
                <c:pt idx="1070">
                  <c:v>109.00447427293075</c:v>
                </c:pt>
                <c:pt idx="1071">
                  <c:v>108.88462767657408</c:v>
                </c:pt>
                <c:pt idx="1072">
                  <c:v>108.83668903803141</c:v>
                </c:pt>
                <c:pt idx="1073">
                  <c:v>109.06839245765428</c:v>
                </c:pt>
                <c:pt idx="1074">
                  <c:v>108.89261744966451</c:v>
                </c:pt>
                <c:pt idx="1075">
                  <c:v>108.40524129114741</c:v>
                </c:pt>
                <c:pt idx="1076">
                  <c:v>107.82198785554498</c:v>
                </c:pt>
                <c:pt idx="1077">
                  <c:v>107.58229466283166</c:v>
                </c:pt>
                <c:pt idx="1078">
                  <c:v>107.70214125918832</c:v>
                </c:pt>
                <c:pt idx="1079">
                  <c:v>107.79801853627362</c:v>
                </c:pt>
                <c:pt idx="1080">
                  <c:v>107.77404921700229</c:v>
                </c:pt>
                <c:pt idx="1081">
                  <c:v>108.33333333333337</c:v>
                </c:pt>
                <c:pt idx="1082">
                  <c:v>107.71812080536915</c:v>
                </c:pt>
                <c:pt idx="1083">
                  <c:v>107.71812080536915</c:v>
                </c:pt>
                <c:pt idx="1084">
                  <c:v>107.11888782358584</c:v>
                </c:pt>
                <c:pt idx="1085">
                  <c:v>106.72738894215406</c:v>
                </c:pt>
                <c:pt idx="1086">
                  <c:v>106.86321508469162</c:v>
                </c:pt>
                <c:pt idx="1087">
                  <c:v>106.71939916906364</c:v>
                </c:pt>
                <c:pt idx="1088">
                  <c:v>107.1668264621285</c:v>
                </c:pt>
                <c:pt idx="1089">
                  <c:v>107.35858101629914</c:v>
                </c:pt>
                <c:pt idx="1090">
                  <c:v>107.20677532758071</c:v>
                </c:pt>
                <c:pt idx="1091">
                  <c:v>107.15883668903803</c:v>
                </c:pt>
                <c:pt idx="1092">
                  <c:v>106.60754234579737</c:v>
                </c:pt>
                <c:pt idx="1093">
                  <c:v>105.70469798657716</c:v>
                </c:pt>
                <c:pt idx="1094">
                  <c:v>106.42377756471717</c:v>
                </c:pt>
                <c:pt idx="1095">
                  <c:v>106.71140939597313</c:v>
                </c:pt>
                <c:pt idx="1096">
                  <c:v>105.92042186001916</c:v>
                </c:pt>
                <c:pt idx="1097">
                  <c:v>107.31064237775641</c:v>
                </c:pt>
                <c:pt idx="1098">
                  <c:v>106.59156279961643</c:v>
                </c:pt>
                <c:pt idx="1099">
                  <c:v>107.31064237775638</c:v>
                </c:pt>
                <c:pt idx="1100">
                  <c:v>107.15084691594751</c:v>
                </c:pt>
                <c:pt idx="1101">
                  <c:v>106.78331735378708</c:v>
                </c:pt>
                <c:pt idx="1102">
                  <c:v>106.50367529562152</c:v>
                </c:pt>
                <c:pt idx="1103">
                  <c:v>105.93640140620001</c:v>
                </c:pt>
                <c:pt idx="1104">
                  <c:v>105.35314797059756</c:v>
                </c:pt>
                <c:pt idx="1105">
                  <c:v>105.68072866730579</c:v>
                </c:pt>
                <c:pt idx="1106">
                  <c:v>106.30393096836045</c:v>
                </c:pt>
                <c:pt idx="1107">
                  <c:v>105.68072866730579</c:v>
                </c:pt>
                <c:pt idx="1108">
                  <c:v>105.4809843400447</c:v>
                </c:pt>
                <c:pt idx="1109">
                  <c:v>105.74464685202935</c:v>
                </c:pt>
                <c:pt idx="1110">
                  <c:v>106.19207414509421</c:v>
                </c:pt>
                <c:pt idx="1111">
                  <c:v>107.01502077340997</c:v>
                </c:pt>
                <c:pt idx="1112">
                  <c:v>107.35059124320863</c:v>
                </c:pt>
                <c:pt idx="1113">
                  <c:v>107.55832534356017</c:v>
                </c:pt>
                <c:pt idx="1114">
                  <c:v>107.9098753595397</c:v>
                </c:pt>
                <c:pt idx="1115">
                  <c:v>108.39725151805679</c:v>
                </c:pt>
                <c:pt idx="1116">
                  <c:v>108.34931287951412</c:v>
                </c:pt>
                <c:pt idx="1117">
                  <c:v>108.07766059443902</c:v>
                </c:pt>
                <c:pt idx="1118">
                  <c:v>107.98977309044413</c:v>
                </c:pt>
                <c:pt idx="1119">
                  <c:v>108.14157877916257</c:v>
                </c:pt>
                <c:pt idx="1120">
                  <c:v>107.9258549057206</c:v>
                </c:pt>
                <c:pt idx="1121">
                  <c:v>107.87791626717794</c:v>
                </c:pt>
                <c:pt idx="1122">
                  <c:v>107.5982742090124</c:v>
                </c:pt>
                <c:pt idx="1123">
                  <c:v>108.11760945989131</c:v>
                </c:pt>
                <c:pt idx="1124">
                  <c:v>108.14157877916266</c:v>
                </c:pt>
                <c:pt idx="1125">
                  <c:v>107.99776286353467</c:v>
                </c:pt>
                <c:pt idx="1126">
                  <c:v>107.66219239373602</c:v>
                </c:pt>
                <c:pt idx="1127">
                  <c:v>108.69287312240333</c:v>
                </c:pt>
                <c:pt idx="1128">
                  <c:v>108.525087887504</c:v>
                </c:pt>
                <c:pt idx="1129">
                  <c:v>108.11760945989136</c:v>
                </c:pt>
                <c:pt idx="1130">
                  <c:v>108.18951741770537</c:v>
                </c:pt>
                <c:pt idx="1131">
                  <c:v>108.60498561840849</c:v>
                </c:pt>
                <c:pt idx="1132">
                  <c:v>108.30137424097161</c:v>
                </c:pt>
                <c:pt idx="1133">
                  <c:v>108.90859699584539</c:v>
                </c:pt>
                <c:pt idx="1134">
                  <c:v>108.74081176094607</c:v>
                </c:pt>
                <c:pt idx="1135">
                  <c:v>108.18152764461499</c:v>
                </c:pt>
                <c:pt idx="1136">
                  <c:v>108.04570150207742</c:v>
                </c:pt>
                <c:pt idx="1137">
                  <c:v>107.08692873122411</c:v>
                </c:pt>
                <c:pt idx="1138">
                  <c:v>106.47171620325989</c:v>
                </c:pt>
                <c:pt idx="1139">
                  <c:v>107.33461169702785</c:v>
                </c:pt>
                <c:pt idx="1140">
                  <c:v>107.02301054650052</c:v>
                </c:pt>
                <c:pt idx="1141">
                  <c:v>107.34260147011828</c:v>
                </c:pt>
                <c:pt idx="1142">
                  <c:v>107.31064237775649</c:v>
                </c:pt>
                <c:pt idx="1143">
                  <c:v>107.32662192393738</c:v>
                </c:pt>
                <c:pt idx="1144">
                  <c:v>107.43048897411313</c:v>
                </c:pt>
                <c:pt idx="1145">
                  <c:v>107.27868328539469</c:v>
                </c:pt>
                <c:pt idx="1146">
                  <c:v>107.4224992010227</c:v>
                </c:pt>
                <c:pt idx="1147">
                  <c:v>107.51038670501757</c:v>
                </c:pt>
                <c:pt idx="1148">
                  <c:v>107.49440715883668</c:v>
                </c:pt>
                <c:pt idx="1149">
                  <c:v>107.59028443592204</c:v>
                </c:pt>
                <c:pt idx="1150">
                  <c:v>107.20677532758073</c:v>
                </c:pt>
                <c:pt idx="1151">
                  <c:v>107.25471396612339</c:v>
                </c:pt>
                <c:pt idx="1152">
                  <c:v>106.59955257270695</c:v>
                </c:pt>
                <c:pt idx="1153">
                  <c:v>106.58357302652607</c:v>
                </c:pt>
                <c:pt idx="1154">
                  <c:v>106.90316395014383</c:v>
                </c:pt>
                <c:pt idx="1155">
                  <c:v>106.8072866730585</c:v>
                </c:pt>
                <c:pt idx="1156">
                  <c:v>107.19878555449029</c:v>
                </c:pt>
                <c:pt idx="1157">
                  <c:v>107.11089805049539</c:v>
                </c:pt>
                <c:pt idx="1158">
                  <c:v>107.17481623521893</c:v>
                </c:pt>
                <c:pt idx="1159">
                  <c:v>107.27069351230429</c:v>
                </c:pt>
                <c:pt idx="1160">
                  <c:v>106.20805369127521</c:v>
                </c:pt>
                <c:pt idx="1161">
                  <c:v>105.51294343240656</c:v>
                </c:pt>
                <c:pt idx="1162">
                  <c:v>105.72067753275812</c:v>
                </c:pt>
                <c:pt idx="1163">
                  <c:v>105.87248322147653</c:v>
                </c:pt>
                <c:pt idx="1164">
                  <c:v>105.49696388622564</c:v>
                </c:pt>
                <c:pt idx="1165">
                  <c:v>105.20933205496965</c:v>
                </c:pt>
                <c:pt idx="1166">
                  <c:v>105.40108660914031</c:v>
                </c:pt>
                <c:pt idx="1167">
                  <c:v>105.46500479386386</c:v>
                </c:pt>
                <c:pt idx="1168">
                  <c:v>105.92841163310962</c:v>
                </c:pt>
                <c:pt idx="1169">
                  <c:v>105.96037072547141</c:v>
                </c:pt>
                <c:pt idx="1170">
                  <c:v>106.06423777564714</c:v>
                </c:pt>
                <c:pt idx="1171">
                  <c:v>106.63151166506873</c:v>
                </c:pt>
                <c:pt idx="1172">
                  <c:v>106.66347075743052</c:v>
                </c:pt>
                <c:pt idx="1173">
                  <c:v>106.99904122722918</c:v>
                </c:pt>
                <c:pt idx="1174">
                  <c:v>106.73537871524454</c:v>
                </c:pt>
                <c:pt idx="1175">
                  <c:v>106.97507190795788</c:v>
                </c:pt>
                <c:pt idx="1176">
                  <c:v>107.12687759667635</c:v>
                </c:pt>
                <c:pt idx="1177">
                  <c:v>107.09491850431459</c:v>
                </c:pt>
                <c:pt idx="1178">
                  <c:v>106.64749121124972</c:v>
                </c:pt>
                <c:pt idx="1179">
                  <c:v>106.98306168104835</c:v>
                </c:pt>
                <c:pt idx="1180">
                  <c:v>108.18152764461499</c:v>
                </c:pt>
                <c:pt idx="1181">
                  <c:v>107.68616171300744</c:v>
                </c:pt>
                <c:pt idx="1182">
                  <c:v>107.47842761265588</c:v>
                </c:pt>
                <c:pt idx="1183">
                  <c:v>107.31064237775655</c:v>
                </c:pt>
                <c:pt idx="1184">
                  <c:v>106.87120485778209</c:v>
                </c:pt>
                <c:pt idx="1185">
                  <c:v>106.86321508469165</c:v>
                </c:pt>
                <c:pt idx="1186">
                  <c:v>106.38382869926498</c:v>
                </c:pt>
                <c:pt idx="1187">
                  <c:v>106.46372643016943</c:v>
                </c:pt>
                <c:pt idx="1188">
                  <c:v>106.17609459891345</c:v>
                </c:pt>
                <c:pt idx="1189">
                  <c:v>106.17609459891345</c:v>
                </c:pt>
                <c:pt idx="1190">
                  <c:v>106.82326621923941</c:v>
                </c:pt>
                <c:pt idx="1191">
                  <c:v>107.59028443592204</c:v>
                </c:pt>
                <c:pt idx="1192">
                  <c:v>107.72611057845957</c:v>
                </c:pt>
                <c:pt idx="1193">
                  <c:v>107.32662192393735</c:v>
                </c:pt>
                <c:pt idx="1194">
                  <c:v>107.47842761265579</c:v>
                </c:pt>
                <c:pt idx="1195">
                  <c:v>107.60626398210292</c:v>
                </c:pt>
                <c:pt idx="1196">
                  <c:v>107.50239693192712</c:v>
                </c:pt>
                <c:pt idx="1197">
                  <c:v>107.79002876318313</c:v>
                </c:pt>
                <c:pt idx="1198">
                  <c:v>107.91786513263024</c:v>
                </c:pt>
                <c:pt idx="1199">
                  <c:v>107.91786513263024</c:v>
                </c:pt>
                <c:pt idx="1200">
                  <c:v>107.82198785554489</c:v>
                </c:pt>
                <c:pt idx="1201">
                  <c:v>107.75806967082134</c:v>
                </c:pt>
                <c:pt idx="1202">
                  <c:v>108.16554809843397</c:v>
                </c:pt>
                <c:pt idx="1203">
                  <c:v>108.21348673697665</c:v>
                </c:pt>
                <c:pt idx="1204">
                  <c:v>108.11760945989131</c:v>
                </c:pt>
                <c:pt idx="1205">
                  <c:v>108.70885266858419</c:v>
                </c:pt>
                <c:pt idx="1206">
                  <c:v>108.90859699584527</c:v>
                </c:pt>
                <c:pt idx="1207">
                  <c:v>109.01246404602107</c:v>
                </c:pt>
                <c:pt idx="1208">
                  <c:v>108.91658676893572</c:v>
                </c:pt>
                <c:pt idx="1209">
                  <c:v>109.05241291147327</c:v>
                </c:pt>
                <c:pt idx="1210">
                  <c:v>108.62096516458928</c:v>
                </c:pt>
                <c:pt idx="1211">
                  <c:v>108.60498561840841</c:v>
                </c:pt>
                <c:pt idx="1212">
                  <c:v>108.16554809843397</c:v>
                </c:pt>
                <c:pt idx="1213">
                  <c:v>108.25343560242888</c:v>
                </c:pt>
                <c:pt idx="1214">
                  <c:v>107.9897730904442</c:v>
                </c:pt>
                <c:pt idx="1215">
                  <c:v>107.75007989773088</c:v>
                </c:pt>
                <c:pt idx="1216">
                  <c:v>108.06168104825818</c:v>
                </c:pt>
                <c:pt idx="1217">
                  <c:v>108.0137424097155</c:v>
                </c:pt>
                <c:pt idx="1218">
                  <c:v>108.18951741770526</c:v>
                </c:pt>
                <c:pt idx="1219">
                  <c:v>108.18951741770526</c:v>
                </c:pt>
                <c:pt idx="1220">
                  <c:v>108.23745605624791</c:v>
                </c:pt>
                <c:pt idx="1221">
                  <c:v>107.95781399808234</c:v>
                </c:pt>
                <c:pt idx="1222">
                  <c:v>108.05369127516765</c:v>
                </c:pt>
                <c:pt idx="1223">
                  <c:v>107.85394694790655</c:v>
                </c:pt>
                <c:pt idx="1224">
                  <c:v>107.68616171300722</c:v>
                </c:pt>
                <c:pt idx="1225">
                  <c:v>106.91115372323412</c:v>
                </c:pt>
                <c:pt idx="1226">
                  <c:v>106.73537871524434</c:v>
                </c:pt>
                <c:pt idx="1227">
                  <c:v>107.02301054650034</c:v>
                </c:pt>
                <c:pt idx="1228">
                  <c:v>106.79929689996791</c:v>
                </c:pt>
                <c:pt idx="1229">
                  <c:v>106.63151166506859</c:v>
                </c:pt>
                <c:pt idx="1230">
                  <c:v>105.77660594439105</c:v>
                </c:pt>
                <c:pt idx="1231">
                  <c:v>105.61681048258217</c:v>
                </c:pt>
                <c:pt idx="1232">
                  <c:v>105.84052412911457</c:v>
                </c:pt>
                <c:pt idx="1233">
                  <c:v>105.90444231383813</c:v>
                </c:pt>
                <c:pt idx="1234">
                  <c:v>105.72067753275792</c:v>
                </c:pt>
                <c:pt idx="1235">
                  <c:v>105.98434004474261</c:v>
                </c:pt>
                <c:pt idx="1236">
                  <c:v>105.44103547459243</c:v>
                </c:pt>
                <c:pt idx="1237">
                  <c:v>105.79258549057195</c:v>
                </c:pt>
                <c:pt idx="1238">
                  <c:v>105.64077980185351</c:v>
                </c:pt>
                <c:pt idx="1239">
                  <c:v>106.0722275487375</c:v>
                </c:pt>
                <c:pt idx="1240">
                  <c:v>105.57686161712996</c:v>
                </c:pt>
                <c:pt idx="1241">
                  <c:v>105.68871844039619</c:v>
                </c:pt>
                <c:pt idx="1242">
                  <c:v>105.73665707893888</c:v>
                </c:pt>
                <c:pt idx="1243">
                  <c:v>105.52892297858733</c:v>
                </c:pt>
                <c:pt idx="1244">
                  <c:v>105.90444231383817</c:v>
                </c:pt>
                <c:pt idx="1245">
                  <c:v>105.40907638223065</c:v>
                </c:pt>
                <c:pt idx="1246">
                  <c:v>106.06423777564707</c:v>
                </c:pt>
                <c:pt idx="1247">
                  <c:v>106.47970597635017</c:v>
                </c:pt>
                <c:pt idx="1248">
                  <c:v>#N/A</c:v>
                </c:pt>
                <c:pt idx="1249">
                  <c:v>#N/A</c:v>
                </c:pt>
                <c:pt idx="1250">
                  <c:v>#N/A</c:v>
                </c:pt>
                <c:pt idx="1251">
                  <c:v>#N/A</c:v>
                </c:pt>
                <c:pt idx="1252">
                  <c:v>#N/A</c:v>
                </c:pt>
                <c:pt idx="1253">
                  <c:v>#N/A</c:v>
                </c:pt>
                <c:pt idx="1254">
                  <c:v>#N/A</c:v>
                </c:pt>
                <c:pt idx="1255">
                  <c:v>#N/A</c:v>
                </c:pt>
                <c:pt idx="1256">
                  <c:v>#N/A</c:v>
                </c:pt>
                <c:pt idx="1257">
                  <c:v>#N/A</c:v>
                </c:pt>
                <c:pt idx="1258">
                  <c:v>#N/A</c:v>
                </c:pt>
                <c:pt idx="1259">
                  <c:v>#N/A</c:v>
                </c:pt>
                <c:pt idx="1260">
                  <c:v>#N/A</c:v>
                </c:pt>
                <c:pt idx="1261">
                  <c:v>#N/A</c:v>
                </c:pt>
                <c:pt idx="1262">
                  <c:v>#N/A</c:v>
                </c:pt>
                <c:pt idx="1263">
                  <c:v>#N/A</c:v>
                </c:pt>
                <c:pt idx="1264">
                  <c:v>#N/A</c:v>
                </c:pt>
                <c:pt idx="1265">
                  <c:v>#N/A</c:v>
                </c:pt>
                <c:pt idx="1266">
                  <c:v>#N/A</c:v>
                </c:pt>
                <c:pt idx="1267">
                  <c:v>#N/A</c:v>
                </c:pt>
                <c:pt idx="1268">
                  <c:v>#N/A</c:v>
                </c:pt>
                <c:pt idx="1269">
                  <c:v>#N/A</c:v>
                </c:pt>
                <c:pt idx="1270">
                  <c:v>#N/A</c:v>
                </c:pt>
                <c:pt idx="1271">
                  <c:v>#N/A</c:v>
                </c:pt>
                <c:pt idx="1272">
                  <c:v>#N/A</c:v>
                </c:pt>
                <c:pt idx="1273">
                  <c:v>#N/A</c:v>
                </c:pt>
                <c:pt idx="1274">
                  <c:v>#N/A</c:v>
                </c:pt>
                <c:pt idx="1275">
                  <c:v>#N/A</c:v>
                </c:pt>
                <c:pt idx="1276">
                  <c:v>#N/A</c:v>
                </c:pt>
                <c:pt idx="1277">
                  <c:v>#N/A</c:v>
                </c:pt>
                <c:pt idx="1278">
                  <c:v>#N/A</c:v>
                </c:pt>
                <c:pt idx="1279">
                  <c:v>#N/A</c:v>
                </c:pt>
                <c:pt idx="1280">
                  <c:v>#N/A</c:v>
                </c:pt>
                <c:pt idx="1281">
                  <c:v>#N/A</c:v>
                </c:pt>
                <c:pt idx="1282">
                  <c:v>#N/A</c:v>
                </c:pt>
                <c:pt idx="1283">
                  <c:v>#N/A</c:v>
                </c:pt>
                <c:pt idx="1284">
                  <c:v>#N/A</c:v>
                </c:pt>
                <c:pt idx="1285">
                  <c:v>#N/A</c:v>
                </c:pt>
                <c:pt idx="1286">
                  <c:v>#N/A</c:v>
                </c:pt>
                <c:pt idx="1287">
                  <c:v>#N/A</c:v>
                </c:pt>
                <c:pt idx="1288">
                  <c:v>#N/A</c:v>
                </c:pt>
                <c:pt idx="1289">
                  <c:v>#N/A</c:v>
                </c:pt>
                <c:pt idx="1290">
                  <c:v>#N/A</c:v>
                </c:pt>
                <c:pt idx="1291">
                  <c:v>#N/A</c:v>
                </c:pt>
                <c:pt idx="1292">
                  <c:v>#N/A</c:v>
                </c:pt>
                <c:pt idx="1293">
                  <c:v>#N/A</c:v>
                </c:pt>
                <c:pt idx="1294">
                  <c:v>#N/A</c:v>
                </c:pt>
                <c:pt idx="1295">
                  <c:v>#N/A</c:v>
                </c:pt>
                <c:pt idx="1296">
                  <c:v>#N/A</c:v>
                </c:pt>
                <c:pt idx="1297">
                  <c:v>#N/A</c:v>
                </c:pt>
                <c:pt idx="1298">
                  <c:v>#N/A</c:v>
                </c:pt>
                <c:pt idx="1299">
                  <c:v>#N/A</c:v>
                </c:pt>
                <c:pt idx="1300">
                  <c:v>#N/A</c:v>
                </c:pt>
                <c:pt idx="1301">
                  <c:v>#N/A</c:v>
                </c:pt>
                <c:pt idx="1302">
                  <c:v>#N/A</c:v>
                </c:pt>
                <c:pt idx="1303">
                  <c:v>#N/A</c:v>
                </c:pt>
                <c:pt idx="1304">
                  <c:v>#N/A</c:v>
                </c:pt>
                <c:pt idx="1305">
                  <c:v>#N/A</c:v>
                </c:pt>
                <c:pt idx="1306">
                  <c:v>#N/A</c:v>
                </c:pt>
                <c:pt idx="1307">
                  <c:v>#N/A</c:v>
                </c:pt>
                <c:pt idx="1308">
                  <c:v>#N/A</c:v>
                </c:pt>
                <c:pt idx="1309">
                  <c:v>#N/A</c:v>
                </c:pt>
                <c:pt idx="1310">
                  <c:v>#N/A</c:v>
                </c:pt>
                <c:pt idx="1311">
                  <c:v>#N/A</c:v>
                </c:pt>
                <c:pt idx="1312">
                  <c:v>#N/A</c:v>
                </c:pt>
                <c:pt idx="1313">
                  <c:v>#N/A</c:v>
                </c:pt>
                <c:pt idx="1314">
                  <c:v>#N/A</c:v>
                </c:pt>
                <c:pt idx="1315">
                  <c:v>#N/A</c:v>
                </c:pt>
                <c:pt idx="1316">
                  <c:v>#N/A</c:v>
                </c:pt>
                <c:pt idx="1317">
                  <c:v>#N/A</c:v>
                </c:pt>
                <c:pt idx="1318">
                  <c:v>#N/A</c:v>
                </c:pt>
                <c:pt idx="1319">
                  <c:v>#N/A</c:v>
                </c:pt>
                <c:pt idx="1320">
                  <c:v>#N/A</c:v>
                </c:pt>
              </c:numCache>
            </c:numRef>
          </c:val>
          <c:smooth val="0"/>
          <c:extLst>
            <c:ext xmlns:c16="http://schemas.microsoft.com/office/drawing/2014/chart" uri="{C3380CC4-5D6E-409C-BE32-E72D297353CC}">
              <c16:uniqueId val="{00000002-77A7-47B5-B7C8-67DACEB0DB19}"/>
            </c:ext>
          </c:extLst>
        </c:ser>
        <c:ser>
          <c:idx val="3"/>
          <c:order val="3"/>
          <c:tx>
            <c:strRef>
              <c:f>FI_INDEX!$AN$7</c:f>
              <c:strCache>
                <c:ptCount val="1"/>
                <c:pt idx="0">
                  <c:v>EUR Curncy</c:v>
                </c:pt>
              </c:strCache>
            </c:strRef>
          </c:tx>
          <c:spPr>
            <a:ln w="28575">
              <a:solidFill>
                <a:sysClr val="window" lastClr="FFFFFF">
                  <a:lumMod val="50000"/>
                </a:sysClr>
              </a:solidFill>
            </a:ln>
          </c:spPr>
          <c:marker>
            <c:symbol val="none"/>
          </c:marker>
          <c:cat>
            <c:numRef>
              <c:f>FI_INDEX!$AC$795:$AC$4550</c:f>
              <c:numCache>
                <c:formatCode>m/d/yyyy</c:formatCode>
                <c:ptCount val="3756"/>
                <c:pt idx="0">
                  <c:v>44561</c:v>
                </c:pt>
                <c:pt idx="1">
                  <c:v>44564</c:v>
                </c:pt>
                <c:pt idx="2">
                  <c:v>44565</c:v>
                </c:pt>
                <c:pt idx="3">
                  <c:v>44566</c:v>
                </c:pt>
                <c:pt idx="4">
                  <c:v>44567</c:v>
                </c:pt>
                <c:pt idx="5">
                  <c:v>44568</c:v>
                </c:pt>
                <c:pt idx="6">
                  <c:v>44571</c:v>
                </c:pt>
                <c:pt idx="7">
                  <c:v>44572</c:v>
                </c:pt>
                <c:pt idx="8">
                  <c:v>44573</c:v>
                </c:pt>
                <c:pt idx="9">
                  <c:v>44574</c:v>
                </c:pt>
                <c:pt idx="10">
                  <c:v>44575</c:v>
                </c:pt>
                <c:pt idx="11">
                  <c:v>44578</c:v>
                </c:pt>
                <c:pt idx="12">
                  <c:v>44579</c:v>
                </c:pt>
                <c:pt idx="13">
                  <c:v>44580</c:v>
                </c:pt>
                <c:pt idx="14">
                  <c:v>44581</c:v>
                </c:pt>
                <c:pt idx="15">
                  <c:v>44582</c:v>
                </c:pt>
                <c:pt idx="16">
                  <c:v>44585</c:v>
                </c:pt>
                <c:pt idx="17">
                  <c:v>44586</c:v>
                </c:pt>
                <c:pt idx="18">
                  <c:v>44587</c:v>
                </c:pt>
                <c:pt idx="19">
                  <c:v>44588</c:v>
                </c:pt>
                <c:pt idx="20">
                  <c:v>44589</c:v>
                </c:pt>
                <c:pt idx="21">
                  <c:v>44592</c:v>
                </c:pt>
                <c:pt idx="22">
                  <c:v>44593</c:v>
                </c:pt>
                <c:pt idx="23">
                  <c:v>44594</c:v>
                </c:pt>
                <c:pt idx="24">
                  <c:v>44595</c:v>
                </c:pt>
                <c:pt idx="25">
                  <c:v>44596</c:v>
                </c:pt>
                <c:pt idx="26">
                  <c:v>44599</c:v>
                </c:pt>
                <c:pt idx="27">
                  <c:v>44600</c:v>
                </c:pt>
                <c:pt idx="28">
                  <c:v>44601</c:v>
                </c:pt>
                <c:pt idx="29">
                  <c:v>44602</c:v>
                </c:pt>
                <c:pt idx="30">
                  <c:v>44603</c:v>
                </c:pt>
                <c:pt idx="31">
                  <c:v>44606</c:v>
                </c:pt>
                <c:pt idx="32">
                  <c:v>44607</c:v>
                </c:pt>
                <c:pt idx="33">
                  <c:v>44608</c:v>
                </c:pt>
                <c:pt idx="34">
                  <c:v>44609</c:v>
                </c:pt>
                <c:pt idx="35">
                  <c:v>44610</c:v>
                </c:pt>
                <c:pt idx="36">
                  <c:v>44613</c:v>
                </c:pt>
                <c:pt idx="37">
                  <c:v>44614</c:v>
                </c:pt>
                <c:pt idx="38">
                  <c:v>44615</c:v>
                </c:pt>
                <c:pt idx="39">
                  <c:v>44616</c:v>
                </c:pt>
                <c:pt idx="40">
                  <c:v>44617</c:v>
                </c:pt>
                <c:pt idx="41">
                  <c:v>44620</c:v>
                </c:pt>
                <c:pt idx="42">
                  <c:v>44621</c:v>
                </c:pt>
                <c:pt idx="43">
                  <c:v>44622</c:v>
                </c:pt>
                <c:pt idx="44">
                  <c:v>44623</c:v>
                </c:pt>
                <c:pt idx="45">
                  <c:v>44624</c:v>
                </c:pt>
                <c:pt idx="46">
                  <c:v>44627</c:v>
                </c:pt>
                <c:pt idx="47">
                  <c:v>44628</c:v>
                </c:pt>
                <c:pt idx="48">
                  <c:v>44629</c:v>
                </c:pt>
                <c:pt idx="49">
                  <c:v>44630</c:v>
                </c:pt>
                <c:pt idx="50">
                  <c:v>44631</c:v>
                </c:pt>
                <c:pt idx="51">
                  <c:v>44634</c:v>
                </c:pt>
                <c:pt idx="52">
                  <c:v>44635</c:v>
                </c:pt>
                <c:pt idx="53">
                  <c:v>44636</c:v>
                </c:pt>
                <c:pt idx="54">
                  <c:v>44637</c:v>
                </c:pt>
                <c:pt idx="55">
                  <c:v>44638</c:v>
                </c:pt>
                <c:pt idx="56">
                  <c:v>44641</c:v>
                </c:pt>
                <c:pt idx="57">
                  <c:v>44642</c:v>
                </c:pt>
                <c:pt idx="58">
                  <c:v>44643</c:v>
                </c:pt>
                <c:pt idx="59">
                  <c:v>44644</c:v>
                </c:pt>
                <c:pt idx="60">
                  <c:v>44645</c:v>
                </c:pt>
                <c:pt idx="61">
                  <c:v>44648</c:v>
                </c:pt>
                <c:pt idx="62">
                  <c:v>44649</c:v>
                </c:pt>
                <c:pt idx="63">
                  <c:v>44650</c:v>
                </c:pt>
                <c:pt idx="64">
                  <c:v>44651</c:v>
                </c:pt>
                <c:pt idx="65">
                  <c:v>44652</c:v>
                </c:pt>
                <c:pt idx="66">
                  <c:v>44655</c:v>
                </c:pt>
                <c:pt idx="67">
                  <c:v>44656</c:v>
                </c:pt>
                <c:pt idx="68">
                  <c:v>44657</c:v>
                </c:pt>
                <c:pt idx="69">
                  <c:v>44658</c:v>
                </c:pt>
                <c:pt idx="70">
                  <c:v>44659</c:v>
                </c:pt>
                <c:pt idx="71">
                  <c:v>44662</c:v>
                </c:pt>
                <c:pt idx="72">
                  <c:v>44663</c:v>
                </c:pt>
                <c:pt idx="73">
                  <c:v>44664</c:v>
                </c:pt>
                <c:pt idx="74">
                  <c:v>44665</c:v>
                </c:pt>
                <c:pt idx="75">
                  <c:v>44666</c:v>
                </c:pt>
                <c:pt idx="76">
                  <c:v>44669</c:v>
                </c:pt>
                <c:pt idx="77">
                  <c:v>44670</c:v>
                </c:pt>
                <c:pt idx="78">
                  <c:v>44671</c:v>
                </c:pt>
                <c:pt idx="79">
                  <c:v>44672</c:v>
                </c:pt>
                <c:pt idx="80">
                  <c:v>44673</c:v>
                </c:pt>
                <c:pt idx="81">
                  <c:v>44676</c:v>
                </c:pt>
                <c:pt idx="82">
                  <c:v>44677</c:v>
                </c:pt>
                <c:pt idx="83">
                  <c:v>44678</c:v>
                </c:pt>
                <c:pt idx="84">
                  <c:v>44679</c:v>
                </c:pt>
                <c:pt idx="85">
                  <c:v>44680</c:v>
                </c:pt>
                <c:pt idx="86">
                  <c:v>44683</c:v>
                </c:pt>
                <c:pt idx="87">
                  <c:v>44684</c:v>
                </c:pt>
                <c:pt idx="88">
                  <c:v>44685</c:v>
                </c:pt>
                <c:pt idx="89">
                  <c:v>44686</c:v>
                </c:pt>
                <c:pt idx="90">
                  <c:v>44687</c:v>
                </c:pt>
                <c:pt idx="91">
                  <c:v>44690</c:v>
                </c:pt>
                <c:pt idx="92">
                  <c:v>44691</c:v>
                </c:pt>
                <c:pt idx="93">
                  <c:v>44692</c:v>
                </c:pt>
                <c:pt idx="94">
                  <c:v>44693</c:v>
                </c:pt>
                <c:pt idx="95">
                  <c:v>44694</c:v>
                </c:pt>
                <c:pt idx="96">
                  <c:v>44697</c:v>
                </c:pt>
                <c:pt idx="97">
                  <c:v>44698</c:v>
                </c:pt>
                <c:pt idx="98">
                  <c:v>44699</c:v>
                </c:pt>
                <c:pt idx="99">
                  <c:v>44700</c:v>
                </c:pt>
                <c:pt idx="100">
                  <c:v>44701</c:v>
                </c:pt>
                <c:pt idx="101">
                  <c:v>44704</c:v>
                </c:pt>
                <c:pt idx="102">
                  <c:v>44705</c:v>
                </c:pt>
                <c:pt idx="103">
                  <c:v>44706</c:v>
                </c:pt>
                <c:pt idx="104">
                  <c:v>44707</c:v>
                </c:pt>
                <c:pt idx="105">
                  <c:v>44708</c:v>
                </c:pt>
                <c:pt idx="106">
                  <c:v>44711</c:v>
                </c:pt>
                <c:pt idx="107">
                  <c:v>44712</c:v>
                </c:pt>
                <c:pt idx="108">
                  <c:v>44713</c:v>
                </c:pt>
                <c:pt idx="109">
                  <c:v>44714</c:v>
                </c:pt>
                <c:pt idx="110">
                  <c:v>44715</c:v>
                </c:pt>
                <c:pt idx="111">
                  <c:v>44718</c:v>
                </c:pt>
                <c:pt idx="112">
                  <c:v>44719</c:v>
                </c:pt>
                <c:pt idx="113">
                  <c:v>44720</c:v>
                </c:pt>
                <c:pt idx="114">
                  <c:v>44721</c:v>
                </c:pt>
                <c:pt idx="115">
                  <c:v>44722</c:v>
                </c:pt>
                <c:pt idx="116">
                  <c:v>44725</c:v>
                </c:pt>
                <c:pt idx="117">
                  <c:v>44726</c:v>
                </c:pt>
                <c:pt idx="118">
                  <c:v>44727</c:v>
                </c:pt>
                <c:pt idx="119">
                  <c:v>44728</c:v>
                </c:pt>
                <c:pt idx="120">
                  <c:v>44729</c:v>
                </c:pt>
                <c:pt idx="121">
                  <c:v>44732</c:v>
                </c:pt>
                <c:pt idx="122">
                  <c:v>44733</c:v>
                </c:pt>
                <c:pt idx="123">
                  <c:v>44734</c:v>
                </c:pt>
                <c:pt idx="124">
                  <c:v>44735</c:v>
                </c:pt>
                <c:pt idx="125">
                  <c:v>44736</c:v>
                </c:pt>
                <c:pt idx="126">
                  <c:v>44739</c:v>
                </c:pt>
                <c:pt idx="127">
                  <c:v>44740</c:v>
                </c:pt>
                <c:pt idx="128">
                  <c:v>44741</c:v>
                </c:pt>
                <c:pt idx="129">
                  <c:v>44742</c:v>
                </c:pt>
                <c:pt idx="130">
                  <c:v>44743</c:v>
                </c:pt>
                <c:pt idx="131">
                  <c:v>44746</c:v>
                </c:pt>
                <c:pt idx="132">
                  <c:v>44747</c:v>
                </c:pt>
                <c:pt idx="133">
                  <c:v>44748</c:v>
                </c:pt>
                <c:pt idx="134">
                  <c:v>44749</c:v>
                </c:pt>
                <c:pt idx="135">
                  <c:v>44750</c:v>
                </c:pt>
                <c:pt idx="136">
                  <c:v>44753</c:v>
                </c:pt>
                <c:pt idx="137">
                  <c:v>44754</c:v>
                </c:pt>
                <c:pt idx="138">
                  <c:v>44755</c:v>
                </c:pt>
                <c:pt idx="139">
                  <c:v>44756</c:v>
                </c:pt>
                <c:pt idx="140">
                  <c:v>44757</c:v>
                </c:pt>
                <c:pt idx="141">
                  <c:v>44760</c:v>
                </c:pt>
                <c:pt idx="142">
                  <c:v>44761</c:v>
                </c:pt>
                <c:pt idx="143">
                  <c:v>44762</c:v>
                </c:pt>
                <c:pt idx="144">
                  <c:v>44763</c:v>
                </c:pt>
                <c:pt idx="145">
                  <c:v>44764</c:v>
                </c:pt>
                <c:pt idx="146">
                  <c:v>44767</c:v>
                </c:pt>
                <c:pt idx="147">
                  <c:v>44768</c:v>
                </c:pt>
                <c:pt idx="148">
                  <c:v>44769</c:v>
                </c:pt>
                <c:pt idx="149">
                  <c:v>44770</c:v>
                </c:pt>
                <c:pt idx="150">
                  <c:v>44771</c:v>
                </c:pt>
                <c:pt idx="151">
                  <c:v>44774</c:v>
                </c:pt>
                <c:pt idx="152">
                  <c:v>44775</c:v>
                </c:pt>
                <c:pt idx="153">
                  <c:v>44776</c:v>
                </c:pt>
                <c:pt idx="154">
                  <c:v>44777</c:v>
                </c:pt>
                <c:pt idx="155">
                  <c:v>44778</c:v>
                </c:pt>
                <c:pt idx="156">
                  <c:v>44781</c:v>
                </c:pt>
                <c:pt idx="157">
                  <c:v>44782</c:v>
                </c:pt>
                <c:pt idx="158">
                  <c:v>44783</c:v>
                </c:pt>
                <c:pt idx="159">
                  <c:v>44784</c:v>
                </c:pt>
                <c:pt idx="160">
                  <c:v>44785</c:v>
                </c:pt>
                <c:pt idx="161">
                  <c:v>44788</c:v>
                </c:pt>
                <c:pt idx="162">
                  <c:v>44789</c:v>
                </c:pt>
                <c:pt idx="163">
                  <c:v>44790</c:v>
                </c:pt>
                <c:pt idx="164">
                  <c:v>44791</c:v>
                </c:pt>
                <c:pt idx="165">
                  <c:v>44792</c:v>
                </c:pt>
                <c:pt idx="166">
                  <c:v>44795</c:v>
                </c:pt>
                <c:pt idx="167">
                  <c:v>44796</c:v>
                </c:pt>
                <c:pt idx="168">
                  <c:v>44797</c:v>
                </c:pt>
                <c:pt idx="169">
                  <c:v>44798</c:v>
                </c:pt>
                <c:pt idx="170">
                  <c:v>44799</c:v>
                </c:pt>
                <c:pt idx="171">
                  <c:v>44802</c:v>
                </c:pt>
                <c:pt idx="172">
                  <c:v>44803</c:v>
                </c:pt>
                <c:pt idx="173">
                  <c:v>44804</c:v>
                </c:pt>
                <c:pt idx="174">
                  <c:v>44805</c:v>
                </c:pt>
                <c:pt idx="175">
                  <c:v>44806</c:v>
                </c:pt>
                <c:pt idx="176">
                  <c:v>44809</c:v>
                </c:pt>
                <c:pt idx="177">
                  <c:v>44810</c:v>
                </c:pt>
                <c:pt idx="178">
                  <c:v>44811</c:v>
                </c:pt>
                <c:pt idx="179">
                  <c:v>44812</c:v>
                </c:pt>
                <c:pt idx="180">
                  <c:v>44813</c:v>
                </c:pt>
                <c:pt idx="181">
                  <c:v>44816</c:v>
                </c:pt>
                <c:pt idx="182">
                  <c:v>44817</c:v>
                </c:pt>
                <c:pt idx="183">
                  <c:v>44818</c:v>
                </c:pt>
                <c:pt idx="184">
                  <c:v>44819</c:v>
                </c:pt>
                <c:pt idx="185">
                  <c:v>44820</c:v>
                </c:pt>
                <c:pt idx="186">
                  <c:v>44823</c:v>
                </c:pt>
                <c:pt idx="187">
                  <c:v>44824</c:v>
                </c:pt>
                <c:pt idx="188">
                  <c:v>44825</c:v>
                </c:pt>
                <c:pt idx="189">
                  <c:v>44826</c:v>
                </c:pt>
                <c:pt idx="190">
                  <c:v>44827</c:v>
                </c:pt>
                <c:pt idx="191">
                  <c:v>44830</c:v>
                </c:pt>
                <c:pt idx="192">
                  <c:v>44831</c:v>
                </c:pt>
                <c:pt idx="193">
                  <c:v>44832</c:v>
                </c:pt>
                <c:pt idx="194">
                  <c:v>44833</c:v>
                </c:pt>
                <c:pt idx="195">
                  <c:v>44834</c:v>
                </c:pt>
                <c:pt idx="196">
                  <c:v>44837</c:v>
                </c:pt>
                <c:pt idx="197">
                  <c:v>44838</c:v>
                </c:pt>
                <c:pt idx="198">
                  <c:v>44839</c:v>
                </c:pt>
                <c:pt idx="199">
                  <c:v>44840</c:v>
                </c:pt>
                <c:pt idx="200">
                  <c:v>44841</c:v>
                </c:pt>
                <c:pt idx="201">
                  <c:v>44844</c:v>
                </c:pt>
                <c:pt idx="202">
                  <c:v>44845</c:v>
                </c:pt>
                <c:pt idx="203">
                  <c:v>44846</c:v>
                </c:pt>
                <c:pt idx="204">
                  <c:v>44847</c:v>
                </c:pt>
                <c:pt idx="205">
                  <c:v>44848</c:v>
                </c:pt>
                <c:pt idx="206">
                  <c:v>44851</c:v>
                </c:pt>
                <c:pt idx="207">
                  <c:v>44852</c:v>
                </c:pt>
                <c:pt idx="208">
                  <c:v>44853</c:v>
                </c:pt>
                <c:pt idx="209">
                  <c:v>44854</c:v>
                </c:pt>
                <c:pt idx="210">
                  <c:v>44855</c:v>
                </c:pt>
                <c:pt idx="211">
                  <c:v>44858</c:v>
                </c:pt>
                <c:pt idx="212">
                  <c:v>44859</c:v>
                </c:pt>
                <c:pt idx="213">
                  <c:v>44860</c:v>
                </c:pt>
                <c:pt idx="214">
                  <c:v>44861</c:v>
                </c:pt>
                <c:pt idx="215">
                  <c:v>44862</c:v>
                </c:pt>
                <c:pt idx="216">
                  <c:v>44865</c:v>
                </c:pt>
                <c:pt idx="217">
                  <c:v>44866</c:v>
                </c:pt>
                <c:pt idx="218">
                  <c:v>44867</c:v>
                </c:pt>
                <c:pt idx="219">
                  <c:v>44868</c:v>
                </c:pt>
                <c:pt idx="220">
                  <c:v>44869</c:v>
                </c:pt>
                <c:pt idx="221">
                  <c:v>44872</c:v>
                </c:pt>
                <c:pt idx="222">
                  <c:v>44873</c:v>
                </c:pt>
                <c:pt idx="223">
                  <c:v>44874</c:v>
                </c:pt>
                <c:pt idx="224">
                  <c:v>44875</c:v>
                </c:pt>
                <c:pt idx="225">
                  <c:v>44876</c:v>
                </c:pt>
                <c:pt idx="226">
                  <c:v>44879</c:v>
                </c:pt>
                <c:pt idx="227">
                  <c:v>44880</c:v>
                </c:pt>
                <c:pt idx="228">
                  <c:v>44881</c:v>
                </c:pt>
                <c:pt idx="229">
                  <c:v>44882</c:v>
                </c:pt>
                <c:pt idx="230">
                  <c:v>44883</c:v>
                </c:pt>
                <c:pt idx="231">
                  <c:v>44886</c:v>
                </c:pt>
                <c:pt idx="232">
                  <c:v>44887</c:v>
                </c:pt>
                <c:pt idx="233">
                  <c:v>44888</c:v>
                </c:pt>
                <c:pt idx="234">
                  <c:v>44889</c:v>
                </c:pt>
                <c:pt idx="235">
                  <c:v>44890</c:v>
                </c:pt>
                <c:pt idx="236">
                  <c:v>44893</c:v>
                </c:pt>
                <c:pt idx="237">
                  <c:v>44894</c:v>
                </c:pt>
                <c:pt idx="238">
                  <c:v>44895</c:v>
                </c:pt>
                <c:pt idx="239">
                  <c:v>44896</c:v>
                </c:pt>
                <c:pt idx="240">
                  <c:v>44897</c:v>
                </c:pt>
                <c:pt idx="241">
                  <c:v>44900</c:v>
                </c:pt>
                <c:pt idx="242">
                  <c:v>44901</c:v>
                </c:pt>
                <c:pt idx="243">
                  <c:v>44902</c:v>
                </c:pt>
                <c:pt idx="244">
                  <c:v>44903</c:v>
                </c:pt>
                <c:pt idx="245">
                  <c:v>44904</c:v>
                </c:pt>
                <c:pt idx="246">
                  <c:v>44907</c:v>
                </c:pt>
                <c:pt idx="247">
                  <c:v>44908</c:v>
                </c:pt>
                <c:pt idx="248">
                  <c:v>44909</c:v>
                </c:pt>
                <c:pt idx="249">
                  <c:v>44910</c:v>
                </c:pt>
                <c:pt idx="250">
                  <c:v>44911</c:v>
                </c:pt>
                <c:pt idx="251">
                  <c:v>44914</c:v>
                </c:pt>
                <c:pt idx="252">
                  <c:v>44915</c:v>
                </c:pt>
                <c:pt idx="253">
                  <c:v>44916</c:v>
                </c:pt>
                <c:pt idx="254">
                  <c:v>44917</c:v>
                </c:pt>
                <c:pt idx="255">
                  <c:v>44918</c:v>
                </c:pt>
                <c:pt idx="256">
                  <c:v>44921</c:v>
                </c:pt>
                <c:pt idx="257">
                  <c:v>44922</c:v>
                </c:pt>
                <c:pt idx="258">
                  <c:v>44923</c:v>
                </c:pt>
                <c:pt idx="259">
                  <c:v>44924</c:v>
                </c:pt>
                <c:pt idx="260">
                  <c:v>44925</c:v>
                </c:pt>
                <c:pt idx="261">
                  <c:v>44928</c:v>
                </c:pt>
                <c:pt idx="262">
                  <c:v>44929</c:v>
                </c:pt>
                <c:pt idx="263">
                  <c:v>44930</c:v>
                </c:pt>
                <c:pt idx="264">
                  <c:v>44931</c:v>
                </c:pt>
                <c:pt idx="265">
                  <c:v>44932</c:v>
                </c:pt>
                <c:pt idx="266">
                  <c:v>44935</c:v>
                </c:pt>
                <c:pt idx="267">
                  <c:v>44936</c:v>
                </c:pt>
                <c:pt idx="268">
                  <c:v>44937</c:v>
                </c:pt>
                <c:pt idx="269">
                  <c:v>44938</c:v>
                </c:pt>
                <c:pt idx="270">
                  <c:v>44939</c:v>
                </c:pt>
                <c:pt idx="271">
                  <c:v>44942</c:v>
                </c:pt>
                <c:pt idx="272">
                  <c:v>44943</c:v>
                </c:pt>
                <c:pt idx="273">
                  <c:v>44944</c:v>
                </c:pt>
                <c:pt idx="274">
                  <c:v>44945</c:v>
                </c:pt>
                <c:pt idx="275">
                  <c:v>44946</c:v>
                </c:pt>
                <c:pt idx="276">
                  <c:v>44949</c:v>
                </c:pt>
                <c:pt idx="277">
                  <c:v>44950</c:v>
                </c:pt>
                <c:pt idx="278">
                  <c:v>44951</c:v>
                </c:pt>
                <c:pt idx="279">
                  <c:v>44952</c:v>
                </c:pt>
                <c:pt idx="280">
                  <c:v>44953</c:v>
                </c:pt>
                <c:pt idx="281">
                  <c:v>44956</c:v>
                </c:pt>
                <c:pt idx="282">
                  <c:v>44957</c:v>
                </c:pt>
                <c:pt idx="283">
                  <c:v>44958</c:v>
                </c:pt>
                <c:pt idx="284">
                  <c:v>44959</c:v>
                </c:pt>
                <c:pt idx="285">
                  <c:v>44960</c:v>
                </c:pt>
                <c:pt idx="286">
                  <c:v>44963</c:v>
                </c:pt>
                <c:pt idx="287">
                  <c:v>44964</c:v>
                </c:pt>
                <c:pt idx="288">
                  <c:v>44965</c:v>
                </c:pt>
                <c:pt idx="289">
                  <c:v>44966</c:v>
                </c:pt>
                <c:pt idx="290">
                  <c:v>44967</c:v>
                </c:pt>
                <c:pt idx="291">
                  <c:v>44970</c:v>
                </c:pt>
                <c:pt idx="292">
                  <c:v>44971</c:v>
                </c:pt>
                <c:pt idx="293">
                  <c:v>44972</c:v>
                </c:pt>
                <c:pt idx="294">
                  <c:v>44973</c:v>
                </c:pt>
                <c:pt idx="295">
                  <c:v>44974</c:v>
                </c:pt>
                <c:pt idx="296">
                  <c:v>44977</c:v>
                </c:pt>
                <c:pt idx="297">
                  <c:v>44978</c:v>
                </c:pt>
                <c:pt idx="298">
                  <c:v>44979</c:v>
                </c:pt>
                <c:pt idx="299">
                  <c:v>44980</c:v>
                </c:pt>
                <c:pt idx="300">
                  <c:v>44981</c:v>
                </c:pt>
                <c:pt idx="301">
                  <c:v>44984</c:v>
                </c:pt>
                <c:pt idx="302">
                  <c:v>44985</c:v>
                </c:pt>
                <c:pt idx="303">
                  <c:v>44986</c:v>
                </c:pt>
                <c:pt idx="304">
                  <c:v>44987</c:v>
                </c:pt>
                <c:pt idx="305">
                  <c:v>44988</c:v>
                </c:pt>
                <c:pt idx="306">
                  <c:v>44991</c:v>
                </c:pt>
                <c:pt idx="307">
                  <c:v>44992</c:v>
                </c:pt>
                <c:pt idx="308">
                  <c:v>44993</c:v>
                </c:pt>
                <c:pt idx="309">
                  <c:v>44994</c:v>
                </c:pt>
                <c:pt idx="310">
                  <c:v>44995</c:v>
                </c:pt>
                <c:pt idx="311">
                  <c:v>44998</c:v>
                </c:pt>
                <c:pt idx="312">
                  <c:v>44999</c:v>
                </c:pt>
                <c:pt idx="313">
                  <c:v>45000</c:v>
                </c:pt>
                <c:pt idx="314">
                  <c:v>45001</c:v>
                </c:pt>
                <c:pt idx="315">
                  <c:v>45002</c:v>
                </c:pt>
                <c:pt idx="316">
                  <c:v>45005</c:v>
                </c:pt>
                <c:pt idx="317">
                  <c:v>45006</c:v>
                </c:pt>
                <c:pt idx="318">
                  <c:v>45007</c:v>
                </c:pt>
                <c:pt idx="319">
                  <c:v>45008</c:v>
                </c:pt>
                <c:pt idx="320">
                  <c:v>45009</c:v>
                </c:pt>
                <c:pt idx="321">
                  <c:v>45012</c:v>
                </c:pt>
                <c:pt idx="322">
                  <c:v>45013</c:v>
                </c:pt>
                <c:pt idx="323">
                  <c:v>45014</c:v>
                </c:pt>
                <c:pt idx="324">
                  <c:v>45015</c:v>
                </c:pt>
                <c:pt idx="325">
                  <c:v>45016</c:v>
                </c:pt>
                <c:pt idx="326">
                  <c:v>45019</c:v>
                </c:pt>
                <c:pt idx="327">
                  <c:v>45020</c:v>
                </c:pt>
                <c:pt idx="328">
                  <c:v>45021</c:v>
                </c:pt>
                <c:pt idx="329">
                  <c:v>45022</c:v>
                </c:pt>
                <c:pt idx="330">
                  <c:v>45023</c:v>
                </c:pt>
                <c:pt idx="331">
                  <c:v>45026</c:v>
                </c:pt>
                <c:pt idx="332">
                  <c:v>45027</c:v>
                </c:pt>
                <c:pt idx="333">
                  <c:v>45028</c:v>
                </c:pt>
                <c:pt idx="334">
                  <c:v>45029</c:v>
                </c:pt>
                <c:pt idx="335">
                  <c:v>45030</c:v>
                </c:pt>
                <c:pt idx="336">
                  <c:v>45033</c:v>
                </c:pt>
                <c:pt idx="337">
                  <c:v>45034</c:v>
                </c:pt>
                <c:pt idx="338">
                  <c:v>45035</c:v>
                </c:pt>
                <c:pt idx="339">
                  <c:v>45036</c:v>
                </c:pt>
                <c:pt idx="340">
                  <c:v>45037</c:v>
                </c:pt>
                <c:pt idx="341">
                  <c:v>45040</c:v>
                </c:pt>
                <c:pt idx="342">
                  <c:v>45041</c:v>
                </c:pt>
                <c:pt idx="343">
                  <c:v>45042</c:v>
                </c:pt>
                <c:pt idx="344">
                  <c:v>45043</c:v>
                </c:pt>
                <c:pt idx="345">
                  <c:v>45044</c:v>
                </c:pt>
                <c:pt idx="346">
                  <c:v>45047</c:v>
                </c:pt>
                <c:pt idx="347">
                  <c:v>45048</c:v>
                </c:pt>
                <c:pt idx="348">
                  <c:v>45049</c:v>
                </c:pt>
                <c:pt idx="349">
                  <c:v>45050</c:v>
                </c:pt>
                <c:pt idx="350">
                  <c:v>45051</c:v>
                </c:pt>
                <c:pt idx="351">
                  <c:v>45054</c:v>
                </c:pt>
                <c:pt idx="352">
                  <c:v>45055</c:v>
                </c:pt>
                <c:pt idx="353">
                  <c:v>45056</c:v>
                </c:pt>
                <c:pt idx="354">
                  <c:v>45057</c:v>
                </c:pt>
                <c:pt idx="355">
                  <c:v>45058</c:v>
                </c:pt>
                <c:pt idx="356">
                  <c:v>45061</c:v>
                </c:pt>
                <c:pt idx="357">
                  <c:v>45062</c:v>
                </c:pt>
                <c:pt idx="358">
                  <c:v>45063</c:v>
                </c:pt>
                <c:pt idx="359">
                  <c:v>45064</c:v>
                </c:pt>
                <c:pt idx="360">
                  <c:v>45065</c:v>
                </c:pt>
                <c:pt idx="361">
                  <c:v>45068</c:v>
                </c:pt>
                <c:pt idx="362">
                  <c:v>45069</c:v>
                </c:pt>
                <c:pt idx="363">
                  <c:v>45070</c:v>
                </c:pt>
                <c:pt idx="364">
                  <c:v>45071</c:v>
                </c:pt>
                <c:pt idx="365">
                  <c:v>45072</c:v>
                </c:pt>
                <c:pt idx="366">
                  <c:v>45075</c:v>
                </c:pt>
                <c:pt idx="367">
                  <c:v>45076</c:v>
                </c:pt>
                <c:pt idx="368">
                  <c:v>45077</c:v>
                </c:pt>
                <c:pt idx="369">
                  <c:v>45078</c:v>
                </c:pt>
                <c:pt idx="370">
                  <c:v>45079</c:v>
                </c:pt>
                <c:pt idx="371">
                  <c:v>45082</c:v>
                </c:pt>
                <c:pt idx="372">
                  <c:v>45083</c:v>
                </c:pt>
                <c:pt idx="373">
                  <c:v>45084</c:v>
                </c:pt>
                <c:pt idx="374">
                  <c:v>45085</c:v>
                </c:pt>
                <c:pt idx="375">
                  <c:v>45086</c:v>
                </c:pt>
                <c:pt idx="376">
                  <c:v>45089</c:v>
                </c:pt>
                <c:pt idx="377">
                  <c:v>45090</c:v>
                </c:pt>
                <c:pt idx="378">
                  <c:v>45091</c:v>
                </c:pt>
                <c:pt idx="379">
                  <c:v>45092</c:v>
                </c:pt>
                <c:pt idx="380">
                  <c:v>45093</c:v>
                </c:pt>
                <c:pt idx="381">
                  <c:v>45096</c:v>
                </c:pt>
                <c:pt idx="382">
                  <c:v>45097</c:v>
                </c:pt>
                <c:pt idx="383">
                  <c:v>45098</c:v>
                </c:pt>
                <c:pt idx="384">
                  <c:v>45099</c:v>
                </c:pt>
                <c:pt idx="385">
                  <c:v>45100</c:v>
                </c:pt>
                <c:pt idx="386">
                  <c:v>45103</c:v>
                </c:pt>
                <c:pt idx="387">
                  <c:v>45104</c:v>
                </c:pt>
                <c:pt idx="388">
                  <c:v>45105</c:v>
                </c:pt>
                <c:pt idx="389">
                  <c:v>45106</c:v>
                </c:pt>
                <c:pt idx="390">
                  <c:v>45107</c:v>
                </c:pt>
                <c:pt idx="391">
                  <c:v>45110</c:v>
                </c:pt>
                <c:pt idx="392">
                  <c:v>45111</c:v>
                </c:pt>
                <c:pt idx="393">
                  <c:v>45112</c:v>
                </c:pt>
                <c:pt idx="394">
                  <c:v>45113</c:v>
                </c:pt>
                <c:pt idx="395">
                  <c:v>45114</c:v>
                </c:pt>
                <c:pt idx="396">
                  <c:v>45117</c:v>
                </c:pt>
                <c:pt idx="397">
                  <c:v>45118</c:v>
                </c:pt>
                <c:pt idx="398">
                  <c:v>45119</c:v>
                </c:pt>
                <c:pt idx="399">
                  <c:v>45120</c:v>
                </c:pt>
                <c:pt idx="400">
                  <c:v>45121</c:v>
                </c:pt>
                <c:pt idx="401">
                  <c:v>45124</c:v>
                </c:pt>
                <c:pt idx="402">
                  <c:v>45125</c:v>
                </c:pt>
                <c:pt idx="403">
                  <c:v>45126</c:v>
                </c:pt>
                <c:pt idx="404">
                  <c:v>45127</c:v>
                </c:pt>
                <c:pt idx="405">
                  <c:v>45128</c:v>
                </c:pt>
                <c:pt idx="406">
                  <c:v>45131</c:v>
                </c:pt>
                <c:pt idx="407">
                  <c:v>45132</c:v>
                </c:pt>
                <c:pt idx="408">
                  <c:v>45133</c:v>
                </c:pt>
                <c:pt idx="409">
                  <c:v>45134</c:v>
                </c:pt>
                <c:pt idx="410">
                  <c:v>45135</c:v>
                </c:pt>
                <c:pt idx="411">
                  <c:v>45138</c:v>
                </c:pt>
                <c:pt idx="412">
                  <c:v>45139</c:v>
                </c:pt>
                <c:pt idx="413">
                  <c:v>45140</c:v>
                </c:pt>
                <c:pt idx="414">
                  <c:v>45141</c:v>
                </c:pt>
                <c:pt idx="415">
                  <c:v>45142</c:v>
                </c:pt>
                <c:pt idx="416">
                  <c:v>45145</c:v>
                </c:pt>
                <c:pt idx="417">
                  <c:v>45146</c:v>
                </c:pt>
                <c:pt idx="418">
                  <c:v>45147</c:v>
                </c:pt>
                <c:pt idx="419">
                  <c:v>45148</c:v>
                </c:pt>
                <c:pt idx="420">
                  <c:v>45149</c:v>
                </c:pt>
                <c:pt idx="421">
                  <c:v>45152</c:v>
                </c:pt>
                <c:pt idx="422">
                  <c:v>45153</c:v>
                </c:pt>
                <c:pt idx="423">
                  <c:v>45154</c:v>
                </c:pt>
                <c:pt idx="424">
                  <c:v>45155</c:v>
                </c:pt>
                <c:pt idx="425">
                  <c:v>45156</c:v>
                </c:pt>
                <c:pt idx="426">
                  <c:v>45159</c:v>
                </c:pt>
                <c:pt idx="427">
                  <c:v>45160</c:v>
                </c:pt>
                <c:pt idx="428">
                  <c:v>45161</c:v>
                </c:pt>
                <c:pt idx="429">
                  <c:v>45162</c:v>
                </c:pt>
                <c:pt idx="430">
                  <c:v>45163</c:v>
                </c:pt>
                <c:pt idx="431">
                  <c:v>45166</c:v>
                </c:pt>
                <c:pt idx="432">
                  <c:v>45167</c:v>
                </c:pt>
                <c:pt idx="433">
                  <c:v>45168</c:v>
                </c:pt>
                <c:pt idx="434">
                  <c:v>45169</c:v>
                </c:pt>
                <c:pt idx="435">
                  <c:v>45170</c:v>
                </c:pt>
                <c:pt idx="436">
                  <c:v>45173</c:v>
                </c:pt>
                <c:pt idx="437">
                  <c:v>45174</c:v>
                </c:pt>
                <c:pt idx="438">
                  <c:v>45175</c:v>
                </c:pt>
                <c:pt idx="439">
                  <c:v>45176</c:v>
                </c:pt>
                <c:pt idx="440">
                  <c:v>45177</c:v>
                </c:pt>
                <c:pt idx="441">
                  <c:v>45180</c:v>
                </c:pt>
                <c:pt idx="442">
                  <c:v>45181</c:v>
                </c:pt>
                <c:pt idx="443">
                  <c:v>45182</c:v>
                </c:pt>
                <c:pt idx="444">
                  <c:v>45183</c:v>
                </c:pt>
                <c:pt idx="445">
                  <c:v>45184</c:v>
                </c:pt>
                <c:pt idx="446">
                  <c:v>45187</c:v>
                </c:pt>
                <c:pt idx="447">
                  <c:v>45188</c:v>
                </c:pt>
                <c:pt idx="448">
                  <c:v>45189</c:v>
                </c:pt>
                <c:pt idx="449">
                  <c:v>45190</c:v>
                </c:pt>
                <c:pt idx="450">
                  <c:v>45191</c:v>
                </c:pt>
                <c:pt idx="451">
                  <c:v>45194</c:v>
                </c:pt>
                <c:pt idx="452">
                  <c:v>45195</c:v>
                </c:pt>
                <c:pt idx="453">
                  <c:v>45196</c:v>
                </c:pt>
                <c:pt idx="454">
                  <c:v>45197</c:v>
                </c:pt>
                <c:pt idx="455">
                  <c:v>45198</c:v>
                </c:pt>
                <c:pt idx="456">
                  <c:v>45201</c:v>
                </c:pt>
                <c:pt idx="457">
                  <c:v>45202</c:v>
                </c:pt>
                <c:pt idx="458">
                  <c:v>45203</c:v>
                </c:pt>
                <c:pt idx="459">
                  <c:v>45204</c:v>
                </c:pt>
                <c:pt idx="460">
                  <c:v>45205</c:v>
                </c:pt>
                <c:pt idx="461">
                  <c:v>45208</c:v>
                </c:pt>
                <c:pt idx="462">
                  <c:v>45209</c:v>
                </c:pt>
                <c:pt idx="463">
                  <c:v>45210</c:v>
                </c:pt>
                <c:pt idx="464">
                  <c:v>45211</c:v>
                </c:pt>
                <c:pt idx="465">
                  <c:v>45212</c:v>
                </c:pt>
                <c:pt idx="466">
                  <c:v>45215</c:v>
                </c:pt>
                <c:pt idx="467">
                  <c:v>45216</c:v>
                </c:pt>
                <c:pt idx="468">
                  <c:v>45217</c:v>
                </c:pt>
                <c:pt idx="469">
                  <c:v>45218</c:v>
                </c:pt>
                <c:pt idx="470">
                  <c:v>45219</c:v>
                </c:pt>
                <c:pt idx="471">
                  <c:v>45222</c:v>
                </c:pt>
                <c:pt idx="472">
                  <c:v>45223</c:v>
                </c:pt>
                <c:pt idx="473">
                  <c:v>45224</c:v>
                </c:pt>
                <c:pt idx="474">
                  <c:v>45225</c:v>
                </c:pt>
                <c:pt idx="475">
                  <c:v>45226</c:v>
                </c:pt>
                <c:pt idx="476">
                  <c:v>45229</c:v>
                </c:pt>
                <c:pt idx="477">
                  <c:v>45230</c:v>
                </c:pt>
                <c:pt idx="478">
                  <c:v>45231</c:v>
                </c:pt>
                <c:pt idx="479">
                  <c:v>45232</c:v>
                </c:pt>
                <c:pt idx="480">
                  <c:v>45233</c:v>
                </c:pt>
                <c:pt idx="481">
                  <c:v>45236</c:v>
                </c:pt>
                <c:pt idx="482">
                  <c:v>45237</c:v>
                </c:pt>
                <c:pt idx="483">
                  <c:v>45238</c:v>
                </c:pt>
                <c:pt idx="484">
                  <c:v>45239</c:v>
                </c:pt>
                <c:pt idx="485">
                  <c:v>45240</c:v>
                </c:pt>
                <c:pt idx="486">
                  <c:v>45243</c:v>
                </c:pt>
                <c:pt idx="487">
                  <c:v>45244</c:v>
                </c:pt>
                <c:pt idx="488">
                  <c:v>45245</c:v>
                </c:pt>
                <c:pt idx="489">
                  <c:v>45246</c:v>
                </c:pt>
                <c:pt idx="490">
                  <c:v>45247</c:v>
                </c:pt>
                <c:pt idx="491">
                  <c:v>45250</c:v>
                </c:pt>
                <c:pt idx="492">
                  <c:v>45251</c:v>
                </c:pt>
                <c:pt idx="493">
                  <c:v>45252</c:v>
                </c:pt>
                <c:pt idx="494">
                  <c:v>45253</c:v>
                </c:pt>
                <c:pt idx="495">
                  <c:v>45254</c:v>
                </c:pt>
                <c:pt idx="496">
                  <c:v>45257</c:v>
                </c:pt>
                <c:pt idx="497">
                  <c:v>45258</c:v>
                </c:pt>
                <c:pt idx="498">
                  <c:v>45259</c:v>
                </c:pt>
                <c:pt idx="499">
                  <c:v>45260</c:v>
                </c:pt>
                <c:pt idx="500">
                  <c:v>45261</c:v>
                </c:pt>
                <c:pt idx="501">
                  <c:v>45264</c:v>
                </c:pt>
                <c:pt idx="502">
                  <c:v>45265</c:v>
                </c:pt>
                <c:pt idx="503">
                  <c:v>45266</c:v>
                </c:pt>
                <c:pt idx="504">
                  <c:v>45267</c:v>
                </c:pt>
                <c:pt idx="505">
                  <c:v>45268</c:v>
                </c:pt>
                <c:pt idx="506">
                  <c:v>45271</c:v>
                </c:pt>
                <c:pt idx="507">
                  <c:v>45272</c:v>
                </c:pt>
                <c:pt idx="508">
                  <c:v>45273</c:v>
                </c:pt>
                <c:pt idx="509">
                  <c:v>45274</c:v>
                </c:pt>
                <c:pt idx="510">
                  <c:v>45275</c:v>
                </c:pt>
                <c:pt idx="511">
                  <c:v>45278</c:v>
                </c:pt>
                <c:pt idx="512">
                  <c:v>45279</c:v>
                </c:pt>
                <c:pt idx="513">
                  <c:v>45280</c:v>
                </c:pt>
                <c:pt idx="514">
                  <c:v>45281</c:v>
                </c:pt>
                <c:pt idx="515">
                  <c:v>45282</c:v>
                </c:pt>
                <c:pt idx="516">
                  <c:v>45285</c:v>
                </c:pt>
                <c:pt idx="517">
                  <c:v>45286</c:v>
                </c:pt>
                <c:pt idx="518">
                  <c:v>45287</c:v>
                </c:pt>
                <c:pt idx="519">
                  <c:v>45288</c:v>
                </c:pt>
                <c:pt idx="520">
                  <c:v>45289</c:v>
                </c:pt>
                <c:pt idx="521">
                  <c:v>45292</c:v>
                </c:pt>
                <c:pt idx="522">
                  <c:v>45293</c:v>
                </c:pt>
                <c:pt idx="523">
                  <c:v>45294</c:v>
                </c:pt>
                <c:pt idx="524">
                  <c:v>45295</c:v>
                </c:pt>
                <c:pt idx="525">
                  <c:v>45296</c:v>
                </c:pt>
                <c:pt idx="526">
                  <c:v>45299</c:v>
                </c:pt>
                <c:pt idx="527">
                  <c:v>45300</c:v>
                </c:pt>
                <c:pt idx="528">
                  <c:v>45301</c:v>
                </c:pt>
                <c:pt idx="529">
                  <c:v>45302</c:v>
                </c:pt>
                <c:pt idx="530">
                  <c:v>45303</c:v>
                </c:pt>
                <c:pt idx="531">
                  <c:v>45306</c:v>
                </c:pt>
                <c:pt idx="532">
                  <c:v>45307</c:v>
                </c:pt>
                <c:pt idx="533">
                  <c:v>45308</c:v>
                </c:pt>
                <c:pt idx="534">
                  <c:v>45309</c:v>
                </c:pt>
                <c:pt idx="535">
                  <c:v>45310</c:v>
                </c:pt>
                <c:pt idx="536">
                  <c:v>45313</c:v>
                </c:pt>
                <c:pt idx="537">
                  <c:v>45314</c:v>
                </c:pt>
                <c:pt idx="538">
                  <c:v>45315</c:v>
                </c:pt>
                <c:pt idx="539">
                  <c:v>45316</c:v>
                </c:pt>
                <c:pt idx="540">
                  <c:v>45317</c:v>
                </c:pt>
                <c:pt idx="541">
                  <c:v>45320</c:v>
                </c:pt>
                <c:pt idx="542">
                  <c:v>45321</c:v>
                </c:pt>
                <c:pt idx="543">
                  <c:v>45322</c:v>
                </c:pt>
                <c:pt idx="544">
                  <c:v>45323</c:v>
                </c:pt>
                <c:pt idx="545">
                  <c:v>45324</c:v>
                </c:pt>
                <c:pt idx="546">
                  <c:v>45327</c:v>
                </c:pt>
                <c:pt idx="547">
                  <c:v>45328</c:v>
                </c:pt>
                <c:pt idx="548">
                  <c:v>45329</c:v>
                </c:pt>
                <c:pt idx="549">
                  <c:v>45330</c:v>
                </c:pt>
                <c:pt idx="550">
                  <c:v>45331</c:v>
                </c:pt>
                <c:pt idx="551">
                  <c:v>45334</c:v>
                </c:pt>
                <c:pt idx="552">
                  <c:v>45335</c:v>
                </c:pt>
                <c:pt idx="553">
                  <c:v>45336</c:v>
                </c:pt>
                <c:pt idx="554">
                  <c:v>45337</c:v>
                </c:pt>
                <c:pt idx="555">
                  <c:v>45338</c:v>
                </c:pt>
                <c:pt idx="556">
                  <c:v>45341</c:v>
                </c:pt>
                <c:pt idx="557">
                  <c:v>45342</c:v>
                </c:pt>
                <c:pt idx="558">
                  <c:v>45343</c:v>
                </c:pt>
                <c:pt idx="559">
                  <c:v>45344</c:v>
                </c:pt>
                <c:pt idx="560">
                  <c:v>45345</c:v>
                </c:pt>
                <c:pt idx="561">
                  <c:v>45348</c:v>
                </c:pt>
                <c:pt idx="562">
                  <c:v>45349</c:v>
                </c:pt>
                <c:pt idx="563">
                  <c:v>45350</c:v>
                </c:pt>
                <c:pt idx="564">
                  <c:v>45351</c:v>
                </c:pt>
                <c:pt idx="565">
                  <c:v>45352</c:v>
                </c:pt>
                <c:pt idx="566">
                  <c:v>45355</c:v>
                </c:pt>
                <c:pt idx="567">
                  <c:v>45356</c:v>
                </c:pt>
                <c:pt idx="568">
                  <c:v>45357</c:v>
                </c:pt>
                <c:pt idx="569">
                  <c:v>45358</c:v>
                </c:pt>
                <c:pt idx="570">
                  <c:v>45359</c:v>
                </c:pt>
                <c:pt idx="571">
                  <c:v>45362</c:v>
                </c:pt>
                <c:pt idx="572">
                  <c:v>45363</c:v>
                </c:pt>
                <c:pt idx="573">
                  <c:v>45364</c:v>
                </c:pt>
                <c:pt idx="574">
                  <c:v>45365</c:v>
                </c:pt>
                <c:pt idx="575">
                  <c:v>45366</c:v>
                </c:pt>
                <c:pt idx="576">
                  <c:v>45369</c:v>
                </c:pt>
                <c:pt idx="577">
                  <c:v>45370</c:v>
                </c:pt>
                <c:pt idx="578">
                  <c:v>45371</c:v>
                </c:pt>
                <c:pt idx="579">
                  <c:v>45372</c:v>
                </c:pt>
                <c:pt idx="580">
                  <c:v>45373</c:v>
                </c:pt>
                <c:pt idx="581">
                  <c:v>45376</c:v>
                </c:pt>
                <c:pt idx="582">
                  <c:v>45377</c:v>
                </c:pt>
                <c:pt idx="583">
                  <c:v>45378</c:v>
                </c:pt>
                <c:pt idx="584">
                  <c:v>45379</c:v>
                </c:pt>
                <c:pt idx="585">
                  <c:v>45380</c:v>
                </c:pt>
                <c:pt idx="586">
                  <c:v>45383</c:v>
                </c:pt>
                <c:pt idx="587">
                  <c:v>45384</c:v>
                </c:pt>
                <c:pt idx="588">
                  <c:v>45385</c:v>
                </c:pt>
                <c:pt idx="589">
                  <c:v>45386</c:v>
                </c:pt>
                <c:pt idx="590">
                  <c:v>45387</c:v>
                </c:pt>
                <c:pt idx="591">
                  <c:v>45390</c:v>
                </c:pt>
                <c:pt idx="592">
                  <c:v>45391</c:v>
                </c:pt>
                <c:pt idx="593">
                  <c:v>45392</c:v>
                </c:pt>
                <c:pt idx="594">
                  <c:v>45393</c:v>
                </c:pt>
                <c:pt idx="595">
                  <c:v>45394</c:v>
                </c:pt>
                <c:pt idx="596">
                  <c:v>45397</c:v>
                </c:pt>
                <c:pt idx="597">
                  <c:v>45398</c:v>
                </c:pt>
                <c:pt idx="598">
                  <c:v>45399</c:v>
                </c:pt>
                <c:pt idx="599">
                  <c:v>45400</c:v>
                </c:pt>
                <c:pt idx="600">
                  <c:v>45401</c:v>
                </c:pt>
                <c:pt idx="601">
                  <c:v>45404</c:v>
                </c:pt>
                <c:pt idx="602">
                  <c:v>45405</c:v>
                </c:pt>
                <c:pt idx="603">
                  <c:v>45406</c:v>
                </c:pt>
                <c:pt idx="604">
                  <c:v>45407</c:v>
                </c:pt>
                <c:pt idx="605">
                  <c:v>45408</c:v>
                </c:pt>
                <c:pt idx="606">
                  <c:v>45411</c:v>
                </c:pt>
                <c:pt idx="607">
                  <c:v>45412</c:v>
                </c:pt>
                <c:pt idx="608">
                  <c:v>45413</c:v>
                </c:pt>
                <c:pt idx="609">
                  <c:v>45414</c:v>
                </c:pt>
                <c:pt idx="610">
                  <c:v>45415</c:v>
                </c:pt>
                <c:pt idx="611">
                  <c:v>45418</c:v>
                </c:pt>
                <c:pt idx="612">
                  <c:v>45419</c:v>
                </c:pt>
                <c:pt idx="613">
                  <c:v>45420</c:v>
                </c:pt>
                <c:pt idx="614">
                  <c:v>45421</c:v>
                </c:pt>
                <c:pt idx="615">
                  <c:v>45422</c:v>
                </c:pt>
                <c:pt idx="616">
                  <c:v>45425</c:v>
                </c:pt>
                <c:pt idx="617">
                  <c:v>45426</c:v>
                </c:pt>
                <c:pt idx="618">
                  <c:v>45427</c:v>
                </c:pt>
                <c:pt idx="619">
                  <c:v>45428</c:v>
                </c:pt>
                <c:pt idx="620">
                  <c:v>45429</c:v>
                </c:pt>
                <c:pt idx="621">
                  <c:v>45432</c:v>
                </c:pt>
                <c:pt idx="622">
                  <c:v>45433</c:v>
                </c:pt>
                <c:pt idx="623">
                  <c:v>45434</c:v>
                </c:pt>
                <c:pt idx="624">
                  <c:v>45435</c:v>
                </c:pt>
                <c:pt idx="625">
                  <c:v>45436</c:v>
                </c:pt>
                <c:pt idx="626">
                  <c:v>45440</c:v>
                </c:pt>
                <c:pt idx="627">
                  <c:v>45441</c:v>
                </c:pt>
                <c:pt idx="628">
                  <c:v>45442</c:v>
                </c:pt>
                <c:pt idx="629">
                  <c:v>45443</c:v>
                </c:pt>
                <c:pt idx="630">
                  <c:v>45446</c:v>
                </c:pt>
                <c:pt idx="631">
                  <c:v>45447</c:v>
                </c:pt>
                <c:pt idx="632">
                  <c:v>45448</c:v>
                </c:pt>
                <c:pt idx="633">
                  <c:v>45449</c:v>
                </c:pt>
                <c:pt idx="634">
                  <c:v>45450</c:v>
                </c:pt>
                <c:pt idx="635">
                  <c:v>45453</c:v>
                </c:pt>
                <c:pt idx="636">
                  <c:v>45454</c:v>
                </c:pt>
                <c:pt idx="637">
                  <c:v>45455</c:v>
                </c:pt>
                <c:pt idx="638">
                  <c:v>45456</c:v>
                </c:pt>
                <c:pt idx="639">
                  <c:v>45457</c:v>
                </c:pt>
                <c:pt idx="640">
                  <c:v>45460</c:v>
                </c:pt>
                <c:pt idx="641">
                  <c:v>45461</c:v>
                </c:pt>
                <c:pt idx="642">
                  <c:v>45462</c:v>
                </c:pt>
                <c:pt idx="643">
                  <c:v>45463</c:v>
                </c:pt>
                <c:pt idx="644">
                  <c:v>45464</c:v>
                </c:pt>
                <c:pt idx="645">
                  <c:v>45467</c:v>
                </c:pt>
                <c:pt idx="646">
                  <c:v>45468</c:v>
                </c:pt>
                <c:pt idx="647">
                  <c:v>45469</c:v>
                </c:pt>
                <c:pt idx="648">
                  <c:v>45470</c:v>
                </c:pt>
                <c:pt idx="649">
                  <c:v>45471</c:v>
                </c:pt>
                <c:pt idx="650">
                  <c:v>45474</c:v>
                </c:pt>
                <c:pt idx="651">
                  <c:v>45475</c:v>
                </c:pt>
                <c:pt idx="652">
                  <c:v>45476</c:v>
                </c:pt>
                <c:pt idx="653">
                  <c:v>45477</c:v>
                </c:pt>
                <c:pt idx="654">
                  <c:v>45478</c:v>
                </c:pt>
                <c:pt idx="655">
                  <c:v>45481</c:v>
                </c:pt>
                <c:pt idx="656">
                  <c:v>45482</c:v>
                </c:pt>
                <c:pt idx="657">
                  <c:v>45483</c:v>
                </c:pt>
                <c:pt idx="658">
                  <c:v>45484</c:v>
                </c:pt>
                <c:pt idx="659">
                  <c:v>45485</c:v>
                </c:pt>
                <c:pt idx="660">
                  <c:v>45488</c:v>
                </c:pt>
                <c:pt idx="661">
                  <c:v>45489</c:v>
                </c:pt>
                <c:pt idx="662">
                  <c:v>45490</c:v>
                </c:pt>
                <c:pt idx="663">
                  <c:v>45491</c:v>
                </c:pt>
                <c:pt idx="664">
                  <c:v>45492</c:v>
                </c:pt>
                <c:pt idx="665">
                  <c:v>45495</c:v>
                </c:pt>
                <c:pt idx="666">
                  <c:v>45496</c:v>
                </c:pt>
                <c:pt idx="667">
                  <c:v>45497</c:v>
                </c:pt>
                <c:pt idx="668">
                  <c:v>45498</c:v>
                </c:pt>
                <c:pt idx="669">
                  <c:v>45499</c:v>
                </c:pt>
                <c:pt idx="670">
                  <c:v>45502</c:v>
                </c:pt>
                <c:pt idx="671">
                  <c:v>45503</c:v>
                </c:pt>
                <c:pt idx="672">
                  <c:v>45504</c:v>
                </c:pt>
                <c:pt idx="673">
                  <c:v>45505</c:v>
                </c:pt>
                <c:pt idx="674">
                  <c:v>45506</c:v>
                </c:pt>
                <c:pt idx="675">
                  <c:v>45509</c:v>
                </c:pt>
                <c:pt idx="676">
                  <c:v>45510</c:v>
                </c:pt>
                <c:pt idx="677">
                  <c:v>45511</c:v>
                </c:pt>
                <c:pt idx="678">
                  <c:v>45512</c:v>
                </c:pt>
                <c:pt idx="679">
                  <c:v>45513</c:v>
                </c:pt>
                <c:pt idx="680">
                  <c:v>45516</c:v>
                </c:pt>
                <c:pt idx="681">
                  <c:v>45517</c:v>
                </c:pt>
                <c:pt idx="682">
                  <c:v>45518</c:v>
                </c:pt>
                <c:pt idx="683">
                  <c:v>45519</c:v>
                </c:pt>
                <c:pt idx="684">
                  <c:v>45520</c:v>
                </c:pt>
                <c:pt idx="685">
                  <c:v>45523</c:v>
                </c:pt>
                <c:pt idx="686">
                  <c:v>45524</c:v>
                </c:pt>
                <c:pt idx="687">
                  <c:v>45525</c:v>
                </c:pt>
                <c:pt idx="688">
                  <c:v>45526</c:v>
                </c:pt>
                <c:pt idx="689">
                  <c:v>45527</c:v>
                </c:pt>
                <c:pt idx="690">
                  <c:v>45530</c:v>
                </c:pt>
                <c:pt idx="691">
                  <c:v>45531</c:v>
                </c:pt>
                <c:pt idx="692">
                  <c:v>45532</c:v>
                </c:pt>
                <c:pt idx="693">
                  <c:v>45533</c:v>
                </c:pt>
                <c:pt idx="694">
                  <c:v>45534</c:v>
                </c:pt>
                <c:pt idx="695">
                  <c:v>45537</c:v>
                </c:pt>
                <c:pt idx="696">
                  <c:v>45538</c:v>
                </c:pt>
                <c:pt idx="697">
                  <c:v>45539</c:v>
                </c:pt>
                <c:pt idx="698">
                  <c:v>45540</c:v>
                </c:pt>
                <c:pt idx="699">
                  <c:v>45541</c:v>
                </c:pt>
                <c:pt idx="700">
                  <c:v>45544</c:v>
                </c:pt>
                <c:pt idx="701">
                  <c:v>45545</c:v>
                </c:pt>
                <c:pt idx="702">
                  <c:v>45546</c:v>
                </c:pt>
                <c:pt idx="703">
                  <c:v>45547</c:v>
                </c:pt>
                <c:pt idx="704">
                  <c:v>45548</c:v>
                </c:pt>
                <c:pt idx="705">
                  <c:v>45551</c:v>
                </c:pt>
                <c:pt idx="706">
                  <c:v>45552</c:v>
                </c:pt>
                <c:pt idx="707">
                  <c:v>45553</c:v>
                </c:pt>
                <c:pt idx="708">
                  <c:v>45554</c:v>
                </c:pt>
                <c:pt idx="709">
                  <c:v>45555</c:v>
                </c:pt>
                <c:pt idx="710">
                  <c:v>45558</c:v>
                </c:pt>
                <c:pt idx="711">
                  <c:v>45559</c:v>
                </c:pt>
                <c:pt idx="712">
                  <c:v>45560</c:v>
                </c:pt>
                <c:pt idx="713">
                  <c:v>45561</c:v>
                </c:pt>
                <c:pt idx="714">
                  <c:v>45562</c:v>
                </c:pt>
                <c:pt idx="715">
                  <c:v>45565</c:v>
                </c:pt>
                <c:pt idx="716">
                  <c:v>45566</c:v>
                </c:pt>
                <c:pt idx="717">
                  <c:v>45567</c:v>
                </c:pt>
                <c:pt idx="718">
                  <c:v>45568</c:v>
                </c:pt>
                <c:pt idx="719">
                  <c:v>45569</c:v>
                </c:pt>
                <c:pt idx="720">
                  <c:v>45572</c:v>
                </c:pt>
                <c:pt idx="721">
                  <c:v>45573</c:v>
                </c:pt>
                <c:pt idx="722">
                  <c:v>45574</c:v>
                </c:pt>
                <c:pt idx="723">
                  <c:v>45575</c:v>
                </c:pt>
                <c:pt idx="724">
                  <c:v>45576</c:v>
                </c:pt>
                <c:pt idx="725">
                  <c:v>45579</c:v>
                </c:pt>
                <c:pt idx="726">
                  <c:v>45580</c:v>
                </c:pt>
                <c:pt idx="727">
                  <c:v>45581</c:v>
                </c:pt>
                <c:pt idx="728">
                  <c:v>45582</c:v>
                </c:pt>
                <c:pt idx="729">
                  <c:v>45583</c:v>
                </c:pt>
                <c:pt idx="730">
                  <c:v>45586</c:v>
                </c:pt>
                <c:pt idx="731">
                  <c:v>45587</c:v>
                </c:pt>
                <c:pt idx="732">
                  <c:v>45588</c:v>
                </c:pt>
                <c:pt idx="733">
                  <c:v>45589</c:v>
                </c:pt>
                <c:pt idx="734">
                  <c:v>45590</c:v>
                </c:pt>
                <c:pt idx="735">
                  <c:v>45593</c:v>
                </c:pt>
                <c:pt idx="736">
                  <c:v>45594</c:v>
                </c:pt>
                <c:pt idx="737">
                  <c:v>45595</c:v>
                </c:pt>
                <c:pt idx="738">
                  <c:v>45596</c:v>
                </c:pt>
                <c:pt idx="739">
                  <c:v>45597</c:v>
                </c:pt>
                <c:pt idx="740">
                  <c:v>45600</c:v>
                </c:pt>
                <c:pt idx="741">
                  <c:v>45601</c:v>
                </c:pt>
                <c:pt idx="742">
                  <c:v>45602</c:v>
                </c:pt>
                <c:pt idx="743">
                  <c:v>45603</c:v>
                </c:pt>
                <c:pt idx="744">
                  <c:v>45604</c:v>
                </c:pt>
                <c:pt idx="745">
                  <c:v>45607</c:v>
                </c:pt>
                <c:pt idx="746">
                  <c:v>45608</c:v>
                </c:pt>
                <c:pt idx="747">
                  <c:v>45609</c:v>
                </c:pt>
                <c:pt idx="748">
                  <c:v>45610</c:v>
                </c:pt>
                <c:pt idx="749">
                  <c:v>45611</c:v>
                </c:pt>
                <c:pt idx="750">
                  <c:v>45614</c:v>
                </c:pt>
                <c:pt idx="751">
                  <c:v>45615</c:v>
                </c:pt>
                <c:pt idx="752">
                  <c:v>45616</c:v>
                </c:pt>
                <c:pt idx="753">
                  <c:v>45617</c:v>
                </c:pt>
                <c:pt idx="754">
                  <c:v>45618</c:v>
                </c:pt>
                <c:pt idx="755">
                  <c:v>45621</c:v>
                </c:pt>
                <c:pt idx="756">
                  <c:v>45622</c:v>
                </c:pt>
                <c:pt idx="757">
                  <c:v>45623</c:v>
                </c:pt>
                <c:pt idx="758">
                  <c:v>45624</c:v>
                </c:pt>
                <c:pt idx="759">
                  <c:v>45625</c:v>
                </c:pt>
                <c:pt idx="760">
                  <c:v>45628</c:v>
                </c:pt>
                <c:pt idx="761">
                  <c:v>45629</c:v>
                </c:pt>
                <c:pt idx="762">
                  <c:v>45630</c:v>
                </c:pt>
                <c:pt idx="763">
                  <c:v>45631</c:v>
                </c:pt>
                <c:pt idx="764">
                  <c:v>45632</c:v>
                </c:pt>
                <c:pt idx="765">
                  <c:v>45635</c:v>
                </c:pt>
                <c:pt idx="766">
                  <c:v>45636</c:v>
                </c:pt>
                <c:pt idx="767">
                  <c:v>45637</c:v>
                </c:pt>
                <c:pt idx="768">
                  <c:v>45638</c:v>
                </c:pt>
                <c:pt idx="769">
                  <c:v>45639</c:v>
                </c:pt>
                <c:pt idx="770">
                  <c:v>45642</c:v>
                </c:pt>
                <c:pt idx="771">
                  <c:v>45643</c:v>
                </c:pt>
                <c:pt idx="772">
                  <c:v>45644</c:v>
                </c:pt>
                <c:pt idx="773">
                  <c:v>45645</c:v>
                </c:pt>
                <c:pt idx="774">
                  <c:v>45646</c:v>
                </c:pt>
                <c:pt idx="775">
                  <c:v>45649</c:v>
                </c:pt>
                <c:pt idx="776">
                  <c:v>45650</c:v>
                </c:pt>
                <c:pt idx="777">
                  <c:v>45651</c:v>
                </c:pt>
                <c:pt idx="778">
                  <c:v>45652</c:v>
                </c:pt>
                <c:pt idx="779">
                  <c:v>45653</c:v>
                </c:pt>
                <c:pt idx="780">
                  <c:v>45656</c:v>
                </c:pt>
                <c:pt idx="781">
                  <c:v>45657</c:v>
                </c:pt>
                <c:pt idx="782">
                  <c:v>45658</c:v>
                </c:pt>
                <c:pt idx="783">
                  <c:v>45659</c:v>
                </c:pt>
                <c:pt idx="784">
                  <c:v>45660</c:v>
                </c:pt>
                <c:pt idx="785">
                  <c:v>45663</c:v>
                </c:pt>
                <c:pt idx="786">
                  <c:v>45664</c:v>
                </c:pt>
                <c:pt idx="787">
                  <c:v>45665</c:v>
                </c:pt>
                <c:pt idx="788">
                  <c:v>45666</c:v>
                </c:pt>
                <c:pt idx="789">
                  <c:v>45667</c:v>
                </c:pt>
                <c:pt idx="790">
                  <c:v>45670</c:v>
                </c:pt>
                <c:pt idx="791">
                  <c:v>45671</c:v>
                </c:pt>
                <c:pt idx="792">
                  <c:v>45672</c:v>
                </c:pt>
                <c:pt idx="793">
                  <c:v>45673</c:v>
                </c:pt>
                <c:pt idx="794">
                  <c:v>45674</c:v>
                </c:pt>
                <c:pt idx="795">
                  <c:v>45677</c:v>
                </c:pt>
                <c:pt idx="796">
                  <c:v>45678</c:v>
                </c:pt>
                <c:pt idx="797">
                  <c:v>45679</c:v>
                </c:pt>
                <c:pt idx="798">
                  <c:v>45680</c:v>
                </c:pt>
                <c:pt idx="799">
                  <c:v>45681</c:v>
                </c:pt>
                <c:pt idx="800">
                  <c:v>45684</c:v>
                </c:pt>
                <c:pt idx="801">
                  <c:v>45685</c:v>
                </c:pt>
                <c:pt idx="802">
                  <c:v>45686</c:v>
                </c:pt>
                <c:pt idx="803">
                  <c:v>45687</c:v>
                </c:pt>
                <c:pt idx="804">
                  <c:v>45688</c:v>
                </c:pt>
                <c:pt idx="805">
                  <c:v>45691</c:v>
                </c:pt>
                <c:pt idx="806">
                  <c:v>45692</c:v>
                </c:pt>
                <c:pt idx="807">
                  <c:v>45693</c:v>
                </c:pt>
                <c:pt idx="808">
                  <c:v>45694</c:v>
                </c:pt>
                <c:pt idx="809">
                  <c:v>45695</c:v>
                </c:pt>
                <c:pt idx="810">
                  <c:v>45698</c:v>
                </c:pt>
                <c:pt idx="811">
                  <c:v>45699</c:v>
                </c:pt>
                <c:pt idx="812">
                  <c:v>45700</c:v>
                </c:pt>
                <c:pt idx="813">
                  <c:v>45701</c:v>
                </c:pt>
                <c:pt idx="814">
                  <c:v>45702</c:v>
                </c:pt>
                <c:pt idx="815">
                  <c:v>45705</c:v>
                </c:pt>
                <c:pt idx="816">
                  <c:v>45706</c:v>
                </c:pt>
                <c:pt idx="817">
                  <c:v>45707</c:v>
                </c:pt>
                <c:pt idx="818">
                  <c:v>45708</c:v>
                </c:pt>
                <c:pt idx="819">
                  <c:v>45709</c:v>
                </c:pt>
                <c:pt idx="820">
                  <c:v>45712</c:v>
                </c:pt>
                <c:pt idx="821">
                  <c:v>45713</c:v>
                </c:pt>
                <c:pt idx="822">
                  <c:v>45714</c:v>
                </c:pt>
                <c:pt idx="823">
                  <c:v>45715</c:v>
                </c:pt>
                <c:pt idx="824">
                  <c:v>45716</c:v>
                </c:pt>
                <c:pt idx="825">
                  <c:v>45719</c:v>
                </c:pt>
                <c:pt idx="826">
                  <c:v>45720</c:v>
                </c:pt>
                <c:pt idx="827">
                  <c:v>45721</c:v>
                </c:pt>
                <c:pt idx="828">
                  <c:v>45722</c:v>
                </c:pt>
                <c:pt idx="829">
                  <c:v>45723</c:v>
                </c:pt>
                <c:pt idx="830">
                  <c:v>45726</c:v>
                </c:pt>
                <c:pt idx="831">
                  <c:v>45727</c:v>
                </c:pt>
                <c:pt idx="832">
                  <c:v>45728</c:v>
                </c:pt>
                <c:pt idx="833">
                  <c:v>45729</c:v>
                </c:pt>
                <c:pt idx="834">
                  <c:v>45730</c:v>
                </c:pt>
                <c:pt idx="835">
                  <c:v>45733</c:v>
                </c:pt>
                <c:pt idx="836">
                  <c:v>45734</c:v>
                </c:pt>
                <c:pt idx="837">
                  <c:v>45735</c:v>
                </c:pt>
                <c:pt idx="838">
                  <c:v>45736</c:v>
                </c:pt>
                <c:pt idx="839">
                  <c:v>45737</c:v>
                </c:pt>
                <c:pt idx="840">
                  <c:v>45740</c:v>
                </c:pt>
                <c:pt idx="841">
                  <c:v>45741</c:v>
                </c:pt>
                <c:pt idx="842">
                  <c:v>45742</c:v>
                </c:pt>
                <c:pt idx="843">
                  <c:v>45743</c:v>
                </c:pt>
                <c:pt idx="844">
                  <c:v>45744</c:v>
                </c:pt>
                <c:pt idx="845">
                  <c:v>45747</c:v>
                </c:pt>
                <c:pt idx="846">
                  <c:v>45748</c:v>
                </c:pt>
                <c:pt idx="847">
                  <c:v>45749</c:v>
                </c:pt>
                <c:pt idx="848">
                  <c:v>45750</c:v>
                </c:pt>
                <c:pt idx="849">
                  <c:v>45751</c:v>
                </c:pt>
                <c:pt idx="850">
                  <c:v>45754</c:v>
                </c:pt>
                <c:pt idx="851">
                  <c:v>45755</c:v>
                </c:pt>
                <c:pt idx="852">
                  <c:v>45756</c:v>
                </c:pt>
                <c:pt idx="853">
                  <c:v>45757</c:v>
                </c:pt>
                <c:pt idx="854">
                  <c:v>45758</c:v>
                </c:pt>
                <c:pt idx="855">
                  <c:v>45761</c:v>
                </c:pt>
                <c:pt idx="856">
                  <c:v>45762</c:v>
                </c:pt>
                <c:pt idx="857">
                  <c:v>45763</c:v>
                </c:pt>
                <c:pt idx="858">
                  <c:v>45764</c:v>
                </c:pt>
                <c:pt idx="859">
                  <c:v>45765</c:v>
                </c:pt>
                <c:pt idx="860">
                  <c:v>45768</c:v>
                </c:pt>
                <c:pt idx="861">
                  <c:v>45769</c:v>
                </c:pt>
                <c:pt idx="862">
                  <c:v>45770</c:v>
                </c:pt>
                <c:pt idx="863">
                  <c:v>45771</c:v>
                </c:pt>
                <c:pt idx="864">
                  <c:v>45772</c:v>
                </c:pt>
                <c:pt idx="865">
                  <c:v>45775</c:v>
                </c:pt>
                <c:pt idx="866">
                  <c:v>45776</c:v>
                </c:pt>
                <c:pt idx="867">
                  <c:v>45777</c:v>
                </c:pt>
                <c:pt idx="868">
                  <c:v>45778</c:v>
                </c:pt>
                <c:pt idx="869">
                  <c:v>45779</c:v>
                </c:pt>
                <c:pt idx="870">
                  <c:v>45782</c:v>
                </c:pt>
                <c:pt idx="871">
                  <c:v>45783</c:v>
                </c:pt>
                <c:pt idx="872">
                  <c:v>45784</c:v>
                </c:pt>
                <c:pt idx="873">
                  <c:v>45785</c:v>
                </c:pt>
                <c:pt idx="874">
                  <c:v>45786</c:v>
                </c:pt>
                <c:pt idx="875">
                  <c:v>45789</c:v>
                </c:pt>
                <c:pt idx="876">
                  <c:v>45790</c:v>
                </c:pt>
                <c:pt idx="877">
                  <c:v>45791</c:v>
                </c:pt>
                <c:pt idx="878">
                  <c:v>45792</c:v>
                </c:pt>
                <c:pt idx="879">
                  <c:v>45793</c:v>
                </c:pt>
                <c:pt idx="880">
                  <c:v>45796</c:v>
                </c:pt>
                <c:pt idx="881">
                  <c:v>45797</c:v>
                </c:pt>
                <c:pt idx="882">
                  <c:v>45798</c:v>
                </c:pt>
                <c:pt idx="883">
                  <c:v>45799</c:v>
                </c:pt>
                <c:pt idx="884">
                  <c:v>45800</c:v>
                </c:pt>
                <c:pt idx="885">
                  <c:v>45804</c:v>
                </c:pt>
                <c:pt idx="886">
                  <c:v>45805</c:v>
                </c:pt>
                <c:pt idx="887">
                  <c:v>45806</c:v>
                </c:pt>
                <c:pt idx="888">
                  <c:v>45807</c:v>
                </c:pt>
                <c:pt idx="889">
                  <c:v>45810</c:v>
                </c:pt>
                <c:pt idx="890">
                  <c:v>45811</c:v>
                </c:pt>
                <c:pt idx="891">
                  <c:v>45812</c:v>
                </c:pt>
                <c:pt idx="892">
                  <c:v>45813</c:v>
                </c:pt>
                <c:pt idx="893">
                  <c:v>45814</c:v>
                </c:pt>
                <c:pt idx="894">
                  <c:v>45817</c:v>
                </c:pt>
                <c:pt idx="895">
                  <c:v>45818</c:v>
                </c:pt>
                <c:pt idx="896">
                  <c:v>45819</c:v>
                </c:pt>
                <c:pt idx="897">
                  <c:v>45820</c:v>
                </c:pt>
                <c:pt idx="898">
                  <c:v>45821</c:v>
                </c:pt>
                <c:pt idx="899">
                  <c:v>45824</c:v>
                </c:pt>
                <c:pt idx="900">
                  <c:v>45825</c:v>
                </c:pt>
                <c:pt idx="901">
                  <c:v>45826</c:v>
                </c:pt>
                <c:pt idx="902">
                  <c:v>45827</c:v>
                </c:pt>
                <c:pt idx="903">
                  <c:v>45828</c:v>
                </c:pt>
                <c:pt idx="904">
                  <c:v>45831</c:v>
                </c:pt>
                <c:pt idx="905">
                  <c:v>45832</c:v>
                </c:pt>
                <c:pt idx="906">
                  <c:v>45833</c:v>
                </c:pt>
                <c:pt idx="907">
                  <c:v>45834</c:v>
                </c:pt>
                <c:pt idx="908">
                  <c:v>45835</c:v>
                </c:pt>
                <c:pt idx="909">
                  <c:v>45838</c:v>
                </c:pt>
                <c:pt idx="910">
                  <c:v>45839</c:v>
                </c:pt>
                <c:pt idx="911">
                  <c:v>45840</c:v>
                </c:pt>
                <c:pt idx="912">
                  <c:v>45841</c:v>
                </c:pt>
                <c:pt idx="913">
                  <c:v>45842</c:v>
                </c:pt>
                <c:pt idx="914">
                  <c:v>45845</c:v>
                </c:pt>
                <c:pt idx="915">
                  <c:v>45846</c:v>
                </c:pt>
                <c:pt idx="916">
                  <c:v>45847</c:v>
                </c:pt>
                <c:pt idx="917">
                  <c:v>45848</c:v>
                </c:pt>
                <c:pt idx="918">
                  <c:v>45849</c:v>
                </c:pt>
                <c:pt idx="919">
                  <c:v>45852</c:v>
                </c:pt>
                <c:pt idx="920">
                  <c:v>45853</c:v>
                </c:pt>
                <c:pt idx="921">
                  <c:v>45854</c:v>
                </c:pt>
                <c:pt idx="922">
                  <c:v>45855</c:v>
                </c:pt>
                <c:pt idx="923">
                  <c:v>45856</c:v>
                </c:pt>
                <c:pt idx="924">
                  <c:v>45859</c:v>
                </c:pt>
                <c:pt idx="925">
                  <c:v>45860</c:v>
                </c:pt>
                <c:pt idx="926">
                  <c:v>45861</c:v>
                </c:pt>
                <c:pt idx="927">
                  <c:v>45862</c:v>
                </c:pt>
                <c:pt idx="928">
                  <c:v>45863</c:v>
                </c:pt>
                <c:pt idx="929">
                  <c:v>45866</c:v>
                </c:pt>
                <c:pt idx="930">
                  <c:v>45867</c:v>
                </c:pt>
                <c:pt idx="931">
                  <c:v>45868</c:v>
                </c:pt>
                <c:pt idx="932">
                  <c:v>45869</c:v>
                </c:pt>
                <c:pt idx="933">
                  <c:v>45870</c:v>
                </c:pt>
                <c:pt idx="934">
                  <c:v>45873</c:v>
                </c:pt>
                <c:pt idx="935">
                  <c:v>45874</c:v>
                </c:pt>
                <c:pt idx="936">
                  <c:v>45875</c:v>
                </c:pt>
                <c:pt idx="937">
                  <c:v>45876</c:v>
                </c:pt>
                <c:pt idx="938">
                  <c:v>45877</c:v>
                </c:pt>
                <c:pt idx="939">
                  <c:v>45880</c:v>
                </c:pt>
                <c:pt idx="940">
                  <c:v>45881</c:v>
                </c:pt>
                <c:pt idx="941">
                  <c:v>45882</c:v>
                </c:pt>
                <c:pt idx="942">
                  <c:v>45883</c:v>
                </c:pt>
                <c:pt idx="943">
                  <c:v>45884</c:v>
                </c:pt>
                <c:pt idx="944">
                  <c:v>45887</c:v>
                </c:pt>
                <c:pt idx="945">
                  <c:v>45888</c:v>
                </c:pt>
                <c:pt idx="946">
                  <c:v>45889</c:v>
                </c:pt>
                <c:pt idx="947">
                  <c:v>45890</c:v>
                </c:pt>
                <c:pt idx="948">
                  <c:v>45891</c:v>
                </c:pt>
                <c:pt idx="949">
                  <c:v>45894</c:v>
                </c:pt>
                <c:pt idx="950">
                  <c:v>45895</c:v>
                </c:pt>
                <c:pt idx="951">
                  <c:v>45896</c:v>
                </c:pt>
                <c:pt idx="952">
                  <c:v>45897</c:v>
                </c:pt>
                <c:pt idx="953">
                  <c:v>45898</c:v>
                </c:pt>
                <c:pt idx="954">
                  <c:v>45901</c:v>
                </c:pt>
                <c:pt idx="955">
                  <c:v>45902</c:v>
                </c:pt>
                <c:pt idx="956">
                  <c:v>45903</c:v>
                </c:pt>
                <c:pt idx="957">
                  <c:v>45904</c:v>
                </c:pt>
                <c:pt idx="958">
                  <c:v>45905</c:v>
                </c:pt>
                <c:pt idx="959">
                  <c:v>45908</c:v>
                </c:pt>
                <c:pt idx="960">
                  <c:v>45909</c:v>
                </c:pt>
                <c:pt idx="961">
                  <c:v>45910</c:v>
                </c:pt>
                <c:pt idx="962">
                  <c:v>45911</c:v>
                </c:pt>
                <c:pt idx="963">
                  <c:v>45912</c:v>
                </c:pt>
                <c:pt idx="964">
                  <c:v>45915</c:v>
                </c:pt>
                <c:pt idx="965">
                  <c:v>45916</c:v>
                </c:pt>
                <c:pt idx="966">
                  <c:v>45917</c:v>
                </c:pt>
                <c:pt idx="967">
                  <c:v>45918</c:v>
                </c:pt>
                <c:pt idx="968">
                  <c:v>45919</c:v>
                </c:pt>
                <c:pt idx="969">
                  <c:v>45922</c:v>
                </c:pt>
                <c:pt idx="970">
                  <c:v>45923</c:v>
                </c:pt>
                <c:pt idx="971">
                  <c:v>45924</c:v>
                </c:pt>
                <c:pt idx="972">
                  <c:v>45925</c:v>
                </c:pt>
                <c:pt idx="973">
                  <c:v>45926</c:v>
                </c:pt>
                <c:pt idx="974">
                  <c:v>45929</c:v>
                </c:pt>
                <c:pt idx="975">
                  <c:v>45930</c:v>
                </c:pt>
                <c:pt idx="976">
                  <c:v>45931</c:v>
                </c:pt>
                <c:pt idx="977">
                  <c:v>45932</c:v>
                </c:pt>
                <c:pt idx="978">
                  <c:v>45933</c:v>
                </c:pt>
                <c:pt idx="979">
                  <c:v>45936</c:v>
                </c:pt>
                <c:pt idx="980">
                  <c:v>45937</c:v>
                </c:pt>
                <c:pt idx="981">
                  <c:v>45938</c:v>
                </c:pt>
                <c:pt idx="982">
                  <c:v>45939</c:v>
                </c:pt>
                <c:pt idx="983">
                  <c:v>45940</c:v>
                </c:pt>
                <c:pt idx="984">
                  <c:v>45943</c:v>
                </c:pt>
                <c:pt idx="985">
                  <c:v>45944</c:v>
                </c:pt>
                <c:pt idx="986">
                  <c:v>45945</c:v>
                </c:pt>
                <c:pt idx="987">
                  <c:v>45946</c:v>
                </c:pt>
                <c:pt idx="988">
                  <c:v>45947</c:v>
                </c:pt>
                <c:pt idx="989">
                  <c:v>45950</c:v>
                </c:pt>
                <c:pt idx="990">
                  <c:v>45951</c:v>
                </c:pt>
                <c:pt idx="991">
                  <c:v>45952</c:v>
                </c:pt>
                <c:pt idx="992">
                  <c:v>45953</c:v>
                </c:pt>
                <c:pt idx="993">
                  <c:v>45954</c:v>
                </c:pt>
                <c:pt idx="994">
                  <c:v>45957</c:v>
                </c:pt>
                <c:pt idx="995">
                  <c:v>45958</c:v>
                </c:pt>
                <c:pt idx="996">
                  <c:v>45959</c:v>
                </c:pt>
                <c:pt idx="997">
                  <c:v>45960</c:v>
                </c:pt>
                <c:pt idx="998">
                  <c:v>45961</c:v>
                </c:pt>
                <c:pt idx="999">
                  <c:v>45964</c:v>
                </c:pt>
                <c:pt idx="1000">
                  <c:v>45965</c:v>
                </c:pt>
                <c:pt idx="1001">
                  <c:v>45966</c:v>
                </c:pt>
                <c:pt idx="1002">
                  <c:v>45967</c:v>
                </c:pt>
                <c:pt idx="1003">
                  <c:v>45968</c:v>
                </c:pt>
                <c:pt idx="1004">
                  <c:v>45971</c:v>
                </c:pt>
                <c:pt idx="1005">
                  <c:v>45972</c:v>
                </c:pt>
                <c:pt idx="1006">
                  <c:v>45973</c:v>
                </c:pt>
                <c:pt idx="1007">
                  <c:v>45974</c:v>
                </c:pt>
                <c:pt idx="1008">
                  <c:v>45975</c:v>
                </c:pt>
                <c:pt idx="1009">
                  <c:v>45978</c:v>
                </c:pt>
                <c:pt idx="1010">
                  <c:v>45979</c:v>
                </c:pt>
                <c:pt idx="1011">
                  <c:v>45980</c:v>
                </c:pt>
                <c:pt idx="1012">
                  <c:v>45981</c:v>
                </c:pt>
                <c:pt idx="1013">
                  <c:v>45982</c:v>
                </c:pt>
                <c:pt idx="1014">
                  <c:v>45985</c:v>
                </c:pt>
                <c:pt idx="1015">
                  <c:v>45986</c:v>
                </c:pt>
                <c:pt idx="1016">
                  <c:v>45987</c:v>
                </c:pt>
                <c:pt idx="1017">
                  <c:v>45988</c:v>
                </c:pt>
                <c:pt idx="1018">
                  <c:v>45989</c:v>
                </c:pt>
                <c:pt idx="1019">
                  <c:v>45992</c:v>
                </c:pt>
                <c:pt idx="1020">
                  <c:v>45993</c:v>
                </c:pt>
                <c:pt idx="1021">
                  <c:v>45994</c:v>
                </c:pt>
                <c:pt idx="1022">
                  <c:v>45995</c:v>
                </c:pt>
                <c:pt idx="1023">
                  <c:v>45996</c:v>
                </c:pt>
                <c:pt idx="1024">
                  <c:v>45999</c:v>
                </c:pt>
                <c:pt idx="1025">
                  <c:v>46000</c:v>
                </c:pt>
                <c:pt idx="1026">
                  <c:v>46001</c:v>
                </c:pt>
                <c:pt idx="1027">
                  <c:v>46002</c:v>
                </c:pt>
                <c:pt idx="1028">
                  <c:v>46003</c:v>
                </c:pt>
                <c:pt idx="1029">
                  <c:v>46006</c:v>
                </c:pt>
                <c:pt idx="1030">
                  <c:v>46007</c:v>
                </c:pt>
                <c:pt idx="1031">
                  <c:v>46008</c:v>
                </c:pt>
                <c:pt idx="1032">
                  <c:v>46009</c:v>
                </c:pt>
                <c:pt idx="1033">
                  <c:v>46010</c:v>
                </c:pt>
                <c:pt idx="1034">
                  <c:v>46013</c:v>
                </c:pt>
                <c:pt idx="1035">
                  <c:v>46014</c:v>
                </c:pt>
                <c:pt idx="1036">
                  <c:v>46015</c:v>
                </c:pt>
                <c:pt idx="1037">
                  <c:v>46016</c:v>
                </c:pt>
                <c:pt idx="1038">
                  <c:v>46017</c:v>
                </c:pt>
                <c:pt idx="1039">
                  <c:v>46020</c:v>
                </c:pt>
                <c:pt idx="1040">
                  <c:v>46021</c:v>
                </c:pt>
                <c:pt idx="1041">
                  <c:v>46022</c:v>
                </c:pt>
                <c:pt idx="1042">
                  <c:v>46023</c:v>
                </c:pt>
                <c:pt idx="1043">
                  <c:v>46024</c:v>
                </c:pt>
                <c:pt idx="1044">
                  <c:v>46027</c:v>
                </c:pt>
                <c:pt idx="1045">
                  <c:v>46028</c:v>
                </c:pt>
                <c:pt idx="1046">
                  <c:v>46029</c:v>
                </c:pt>
                <c:pt idx="1047">
                  <c:v>46030</c:v>
                </c:pt>
                <c:pt idx="1048">
                  <c:v>46031</c:v>
                </c:pt>
                <c:pt idx="1049">
                  <c:v>46034</c:v>
                </c:pt>
                <c:pt idx="1050">
                  <c:v>46035</c:v>
                </c:pt>
                <c:pt idx="1051">
                  <c:v>46036</c:v>
                </c:pt>
                <c:pt idx="1052">
                  <c:v>46037</c:v>
                </c:pt>
                <c:pt idx="1053">
                  <c:v>46038</c:v>
                </c:pt>
                <c:pt idx="1054">
                  <c:v>46041</c:v>
                </c:pt>
                <c:pt idx="1055">
                  <c:v>46042</c:v>
                </c:pt>
                <c:pt idx="1056">
                  <c:v>46043</c:v>
                </c:pt>
                <c:pt idx="1057">
                  <c:v>46044</c:v>
                </c:pt>
                <c:pt idx="1058">
                  <c:v>46045</c:v>
                </c:pt>
                <c:pt idx="1059">
                  <c:v>46048</c:v>
                </c:pt>
                <c:pt idx="1060">
                  <c:v>46049</c:v>
                </c:pt>
                <c:pt idx="1061">
                  <c:v>46050</c:v>
                </c:pt>
                <c:pt idx="1062">
                  <c:v>46051</c:v>
                </c:pt>
                <c:pt idx="1063">
                  <c:v>46052</c:v>
                </c:pt>
                <c:pt idx="1064">
                  <c:v>46055</c:v>
                </c:pt>
                <c:pt idx="1065">
                  <c:v>46056</c:v>
                </c:pt>
                <c:pt idx="1066">
                  <c:v>46057</c:v>
                </c:pt>
                <c:pt idx="1067">
                  <c:v>46058</c:v>
                </c:pt>
                <c:pt idx="1068">
                  <c:v>46059</c:v>
                </c:pt>
                <c:pt idx="1069">
                  <c:v>46062</c:v>
                </c:pt>
                <c:pt idx="1070">
                  <c:v>46063</c:v>
                </c:pt>
                <c:pt idx="1071">
                  <c:v>46064</c:v>
                </c:pt>
                <c:pt idx="1072">
                  <c:v>46065</c:v>
                </c:pt>
                <c:pt idx="1073">
                  <c:v>46066</c:v>
                </c:pt>
                <c:pt idx="1074">
                  <c:v>46069</c:v>
                </c:pt>
                <c:pt idx="1075">
                  <c:v>46070</c:v>
                </c:pt>
                <c:pt idx="1076">
                  <c:v>46071</c:v>
                </c:pt>
                <c:pt idx="1077">
                  <c:v>46072</c:v>
                </c:pt>
                <c:pt idx="1078">
                  <c:v>46073</c:v>
                </c:pt>
                <c:pt idx="1079">
                  <c:v>46076</c:v>
                </c:pt>
                <c:pt idx="1080">
                  <c:v>46077</c:v>
                </c:pt>
                <c:pt idx="1081">
                  <c:v>46078</c:v>
                </c:pt>
                <c:pt idx="1082">
                  <c:v>46079</c:v>
                </c:pt>
                <c:pt idx="1083">
                  <c:v>46080</c:v>
                </c:pt>
                <c:pt idx="1084">
                  <c:v>46083</c:v>
                </c:pt>
                <c:pt idx="1085">
                  <c:v>46084</c:v>
                </c:pt>
                <c:pt idx="1086">
                  <c:v>46085</c:v>
                </c:pt>
                <c:pt idx="1087">
                  <c:v>46086</c:v>
                </c:pt>
                <c:pt idx="1088">
                  <c:v>46087</c:v>
                </c:pt>
                <c:pt idx="1089">
                  <c:v>46090</c:v>
                </c:pt>
                <c:pt idx="1090">
                  <c:v>46091</c:v>
                </c:pt>
                <c:pt idx="1091">
                  <c:v>46092</c:v>
                </c:pt>
                <c:pt idx="1092">
                  <c:v>46093</c:v>
                </c:pt>
                <c:pt idx="1093">
                  <c:v>46094</c:v>
                </c:pt>
                <c:pt idx="1094">
                  <c:v>46097</c:v>
                </c:pt>
                <c:pt idx="1095">
                  <c:v>46098</c:v>
                </c:pt>
                <c:pt idx="1096">
                  <c:v>46099</c:v>
                </c:pt>
                <c:pt idx="1097">
                  <c:v>46100</c:v>
                </c:pt>
                <c:pt idx="1098">
                  <c:v>46101</c:v>
                </c:pt>
                <c:pt idx="1099">
                  <c:v>46104</c:v>
                </c:pt>
                <c:pt idx="1100">
                  <c:v>46105</c:v>
                </c:pt>
                <c:pt idx="1101">
                  <c:v>46106</c:v>
                </c:pt>
                <c:pt idx="1102">
                  <c:v>46107</c:v>
                </c:pt>
                <c:pt idx="1103">
                  <c:v>46108</c:v>
                </c:pt>
                <c:pt idx="1104">
                  <c:v>46111</c:v>
                </c:pt>
                <c:pt idx="1105">
                  <c:v>46112</c:v>
                </c:pt>
                <c:pt idx="1106">
                  <c:v>46113</c:v>
                </c:pt>
                <c:pt idx="1107">
                  <c:v>46114</c:v>
                </c:pt>
                <c:pt idx="1108">
                  <c:v>46115</c:v>
                </c:pt>
                <c:pt idx="1109">
                  <c:v>46118</c:v>
                </c:pt>
                <c:pt idx="1110">
                  <c:v>46119</c:v>
                </c:pt>
                <c:pt idx="1111">
                  <c:v>46120</c:v>
                </c:pt>
                <c:pt idx="1112">
                  <c:v>46121</c:v>
                </c:pt>
                <c:pt idx="1113">
                  <c:v>46122</c:v>
                </c:pt>
                <c:pt idx="1114">
                  <c:v>46125</c:v>
                </c:pt>
                <c:pt idx="1115">
                  <c:v>46126</c:v>
                </c:pt>
                <c:pt idx="1116">
                  <c:v>46127</c:v>
                </c:pt>
                <c:pt idx="1117">
                  <c:v>46128</c:v>
                </c:pt>
                <c:pt idx="1118">
                  <c:v>46129</c:v>
                </c:pt>
                <c:pt idx="1119">
                  <c:v>46132</c:v>
                </c:pt>
                <c:pt idx="1120">
                  <c:v>46133</c:v>
                </c:pt>
                <c:pt idx="1121">
                  <c:v>46134</c:v>
                </c:pt>
                <c:pt idx="1122">
                  <c:v>46135</c:v>
                </c:pt>
                <c:pt idx="1123">
                  <c:v>46136</c:v>
                </c:pt>
                <c:pt idx="1124">
                  <c:v>46139</c:v>
                </c:pt>
                <c:pt idx="1125">
                  <c:v>46140</c:v>
                </c:pt>
                <c:pt idx="1126">
                  <c:v>46141</c:v>
                </c:pt>
                <c:pt idx="1127">
                  <c:v>46142</c:v>
                </c:pt>
                <c:pt idx="1128">
                  <c:v>46143</c:v>
                </c:pt>
                <c:pt idx="1129">
                  <c:v>46146</c:v>
                </c:pt>
                <c:pt idx="1130">
                  <c:v>46147</c:v>
                </c:pt>
                <c:pt idx="1131">
                  <c:v>46148</c:v>
                </c:pt>
                <c:pt idx="1132">
                  <c:v>46149</c:v>
                </c:pt>
                <c:pt idx="1133">
                  <c:v>46150</c:v>
                </c:pt>
                <c:pt idx="1134">
                  <c:v>46153</c:v>
                </c:pt>
                <c:pt idx="1135">
                  <c:v>46154</c:v>
                </c:pt>
                <c:pt idx="1136">
                  <c:v>46155</c:v>
                </c:pt>
                <c:pt idx="1137">
                  <c:v>46156</c:v>
                </c:pt>
                <c:pt idx="1138">
                  <c:v>46157</c:v>
                </c:pt>
                <c:pt idx="1139">
                  <c:v>46160</c:v>
                </c:pt>
                <c:pt idx="1140">
                  <c:v>46161</c:v>
                </c:pt>
                <c:pt idx="1141">
                  <c:v>46162</c:v>
                </c:pt>
                <c:pt idx="1142">
                  <c:v>46163</c:v>
                </c:pt>
                <c:pt idx="1143">
                  <c:v>46164</c:v>
                </c:pt>
                <c:pt idx="1144">
                  <c:v>46168</c:v>
                </c:pt>
                <c:pt idx="1145">
                  <c:v>46169</c:v>
                </c:pt>
                <c:pt idx="1146">
                  <c:v>46170</c:v>
                </c:pt>
                <c:pt idx="1147">
                  <c:v>46171</c:v>
                </c:pt>
                <c:pt idx="1148">
                  <c:v>46174</c:v>
                </c:pt>
                <c:pt idx="1149">
                  <c:v>46175</c:v>
                </c:pt>
                <c:pt idx="1150">
                  <c:v>46176</c:v>
                </c:pt>
                <c:pt idx="1151">
                  <c:v>46177</c:v>
                </c:pt>
                <c:pt idx="1152">
                  <c:v>46178</c:v>
                </c:pt>
                <c:pt idx="1153">
                  <c:v>46181</c:v>
                </c:pt>
                <c:pt idx="1154">
                  <c:v>46182</c:v>
                </c:pt>
                <c:pt idx="1155">
                  <c:v>46183</c:v>
                </c:pt>
                <c:pt idx="1156">
                  <c:v>46184</c:v>
                </c:pt>
                <c:pt idx="1157">
                  <c:v>46185</c:v>
                </c:pt>
                <c:pt idx="1158">
                  <c:v>46188</c:v>
                </c:pt>
                <c:pt idx="1159">
                  <c:v>46189</c:v>
                </c:pt>
                <c:pt idx="1160">
                  <c:v>46190</c:v>
                </c:pt>
                <c:pt idx="1161">
                  <c:v>46191</c:v>
                </c:pt>
                <c:pt idx="1162">
                  <c:v>46192</c:v>
                </c:pt>
                <c:pt idx="1163">
                  <c:v>46195</c:v>
                </c:pt>
                <c:pt idx="1164">
                  <c:v>46196</c:v>
                </c:pt>
                <c:pt idx="1165">
                  <c:v>46197</c:v>
                </c:pt>
                <c:pt idx="1166">
                  <c:v>46198</c:v>
                </c:pt>
                <c:pt idx="1167">
                  <c:v>46199</c:v>
                </c:pt>
                <c:pt idx="1168">
                  <c:v>46202</c:v>
                </c:pt>
                <c:pt idx="1169">
                  <c:v>46203</c:v>
                </c:pt>
                <c:pt idx="1170">
                  <c:v>46204</c:v>
                </c:pt>
                <c:pt idx="1171">
                  <c:v>46205</c:v>
                </c:pt>
                <c:pt idx="1172">
                  <c:v>46206</c:v>
                </c:pt>
                <c:pt idx="1173">
                  <c:v>46209</c:v>
                </c:pt>
                <c:pt idx="1174">
                  <c:v>46210</c:v>
                </c:pt>
                <c:pt idx="1175">
                  <c:v>46211</c:v>
                </c:pt>
                <c:pt idx="1176">
                  <c:v>46212</c:v>
                </c:pt>
                <c:pt idx="1177">
                  <c:v>46213</c:v>
                </c:pt>
                <c:pt idx="1178">
                  <c:v>46216</c:v>
                </c:pt>
                <c:pt idx="1179">
                  <c:v>46217</c:v>
                </c:pt>
                <c:pt idx="1180">
                  <c:v>46218</c:v>
                </c:pt>
                <c:pt idx="1181">
                  <c:v>46219</c:v>
                </c:pt>
                <c:pt idx="1182">
                  <c:v>46220</c:v>
                </c:pt>
                <c:pt idx="1183">
                  <c:v>46223</c:v>
                </c:pt>
                <c:pt idx="1184">
                  <c:v>46224</c:v>
                </c:pt>
                <c:pt idx="1185">
                  <c:v>46225</c:v>
                </c:pt>
                <c:pt idx="1186">
                  <c:v>46226</c:v>
                </c:pt>
                <c:pt idx="1187">
                  <c:v>46227</c:v>
                </c:pt>
                <c:pt idx="1188">
                  <c:v>46230</c:v>
                </c:pt>
                <c:pt idx="1189">
                  <c:v>46231</c:v>
                </c:pt>
                <c:pt idx="1190">
                  <c:v>46232</c:v>
                </c:pt>
                <c:pt idx="1191">
                  <c:v>46233</c:v>
                </c:pt>
                <c:pt idx="1192">
                  <c:v>46234</c:v>
                </c:pt>
                <c:pt idx="1193">
                  <c:v>46237</c:v>
                </c:pt>
                <c:pt idx="1194">
                  <c:v>46238</c:v>
                </c:pt>
                <c:pt idx="1195">
                  <c:v>46239</c:v>
                </c:pt>
                <c:pt idx="1196">
                  <c:v>46240</c:v>
                </c:pt>
                <c:pt idx="1197">
                  <c:v>46241</c:v>
                </c:pt>
                <c:pt idx="1198">
                  <c:v>46244</c:v>
                </c:pt>
                <c:pt idx="1199">
                  <c:v>46245</c:v>
                </c:pt>
                <c:pt idx="1200">
                  <c:v>46246</c:v>
                </c:pt>
                <c:pt idx="1201">
                  <c:v>46247</c:v>
                </c:pt>
                <c:pt idx="1202">
                  <c:v>46248</c:v>
                </c:pt>
                <c:pt idx="1203">
                  <c:v>46251</c:v>
                </c:pt>
                <c:pt idx="1204">
                  <c:v>46252</c:v>
                </c:pt>
                <c:pt idx="1205">
                  <c:v>46253</c:v>
                </c:pt>
                <c:pt idx="1206">
                  <c:v>46254</c:v>
                </c:pt>
                <c:pt idx="1207">
                  <c:v>46255</c:v>
                </c:pt>
                <c:pt idx="1208">
                  <c:v>46258</c:v>
                </c:pt>
                <c:pt idx="1209">
                  <c:v>46259</c:v>
                </c:pt>
                <c:pt idx="1210">
                  <c:v>46260</c:v>
                </c:pt>
                <c:pt idx="1211">
                  <c:v>46261</c:v>
                </c:pt>
                <c:pt idx="1212">
                  <c:v>46262</c:v>
                </c:pt>
                <c:pt idx="1213">
                  <c:v>46265</c:v>
                </c:pt>
                <c:pt idx="1214">
                  <c:v>46266</c:v>
                </c:pt>
                <c:pt idx="1215">
                  <c:v>46267</c:v>
                </c:pt>
                <c:pt idx="1216">
                  <c:v>46268</c:v>
                </c:pt>
                <c:pt idx="1217">
                  <c:v>46269</c:v>
                </c:pt>
                <c:pt idx="1218">
                  <c:v>46272</c:v>
                </c:pt>
                <c:pt idx="1219">
                  <c:v>46273</c:v>
                </c:pt>
                <c:pt idx="1220">
                  <c:v>46274</c:v>
                </c:pt>
                <c:pt idx="1221">
                  <c:v>46275</c:v>
                </c:pt>
                <c:pt idx="1222">
                  <c:v>46276</c:v>
                </c:pt>
                <c:pt idx="1223">
                  <c:v>46279</c:v>
                </c:pt>
                <c:pt idx="1224">
                  <c:v>46280</c:v>
                </c:pt>
                <c:pt idx="1225">
                  <c:v>46281</c:v>
                </c:pt>
                <c:pt idx="1226">
                  <c:v>46282</c:v>
                </c:pt>
                <c:pt idx="1227">
                  <c:v>46283</c:v>
                </c:pt>
                <c:pt idx="1228">
                  <c:v>46286</c:v>
                </c:pt>
                <c:pt idx="1229">
                  <c:v>46287</c:v>
                </c:pt>
                <c:pt idx="1230">
                  <c:v>46288</c:v>
                </c:pt>
                <c:pt idx="1231">
                  <c:v>46289</c:v>
                </c:pt>
                <c:pt idx="1232">
                  <c:v>46290</c:v>
                </c:pt>
                <c:pt idx="1233">
                  <c:v>46293</c:v>
                </c:pt>
                <c:pt idx="1234">
                  <c:v>46294</c:v>
                </c:pt>
                <c:pt idx="1235">
                  <c:v>46295</c:v>
                </c:pt>
                <c:pt idx="1236">
                  <c:v>46296</c:v>
                </c:pt>
                <c:pt idx="1237">
                  <c:v>46297</c:v>
                </c:pt>
                <c:pt idx="1238">
                  <c:v>46300</c:v>
                </c:pt>
                <c:pt idx="1239">
                  <c:v>46301</c:v>
                </c:pt>
                <c:pt idx="1240">
                  <c:v>46302</c:v>
                </c:pt>
                <c:pt idx="1241">
                  <c:v>46303</c:v>
                </c:pt>
                <c:pt idx="1242">
                  <c:v>46304</c:v>
                </c:pt>
                <c:pt idx="1243">
                  <c:v>46307</c:v>
                </c:pt>
                <c:pt idx="1244">
                  <c:v>46308</c:v>
                </c:pt>
                <c:pt idx="1245">
                  <c:v>46309</c:v>
                </c:pt>
                <c:pt idx="1246">
                  <c:v>46310</c:v>
                </c:pt>
                <c:pt idx="1247">
                  <c:v>46311</c:v>
                </c:pt>
                <c:pt idx="1248">
                  <c:v>#N/A</c:v>
                </c:pt>
                <c:pt idx="1249">
                  <c:v>#N/A</c:v>
                </c:pt>
                <c:pt idx="1250">
                  <c:v>#N/A</c:v>
                </c:pt>
                <c:pt idx="1251">
                  <c:v>#N/A</c:v>
                </c:pt>
                <c:pt idx="1252">
                  <c:v>#N/A</c:v>
                </c:pt>
                <c:pt idx="1253">
                  <c:v>#N/A</c:v>
                </c:pt>
                <c:pt idx="1254">
                  <c:v>#N/A</c:v>
                </c:pt>
                <c:pt idx="1255">
                  <c:v>#N/A</c:v>
                </c:pt>
                <c:pt idx="1256">
                  <c:v>#N/A</c:v>
                </c:pt>
                <c:pt idx="1257">
                  <c:v>#N/A</c:v>
                </c:pt>
                <c:pt idx="1258">
                  <c:v>#N/A</c:v>
                </c:pt>
                <c:pt idx="1259">
                  <c:v>#N/A</c:v>
                </c:pt>
                <c:pt idx="1260">
                  <c:v>#N/A</c:v>
                </c:pt>
                <c:pt idx="1261">
                  <c:v>#N/A</c:v>
                </c:pt>
                <c:pt idx="1262">
                  <c:v>#N/A</c:v>
                </c:pt>
                <c:pt idx="1263">
                  <c:v>#N/A</c:v>
                </c:pt>
                <c:pt idx="1264">
                  <c:v>#N/A</c:v>
                </c:pt>
                <c:pt idx="1265">
                  <c:v>#N/A</c:v>
                </c:pt>
                <c:pt idx="1266">
                  <c:v>#N/A</c:v>
                </c:pt>
                <c:pt idx="1267">
                  <c:v>#N/A</c:v>
                </c:pt>
                <c:pt idx="1268">
                  <c:v>#N/A</c:v>
                </c:pt>
                <c:pt idx="1269">
                  <c:v>#N/A</c:v>
                </c:pt>
                <c:pt idx="1270">
                  <c:v>#N/A</c:v>
                </c:pt>
                <c:pt idx="1271">
                  <c:v>#N/A</c:v>
                </c:pt>
                <c:pt idx="1272">
                  <c:v>#N/A</c:v>
                </c:pt>
                <c:pt idx="1273">
                  <c:v>#N/A</c:v>
                </c:pt>
                <c:pt idx="1274">
                  <c:v>#N/A</c:v>
                </c:pt>
                <c:pt idx="1275">
                  <c:v>#N/A</c:v>
                </c:pt>
                <c:pt idx="1276">
                  <c:v>#N/A</c:v>
                </c:pt>
                <c:pt idx="1277">
                  <c:v>#N/A</c:v>
                </c:pt>
                <c:pt idx="1278">
                  <c:v>#N/A</c:v>
                </c:pt>
                <c:pt idx="1279">
                  <c:v>#N/A</c:v>
                </c:pt>
                <c:pt idx="1280">
                  <c:v>#N/A</c:v>
                </c:pt>
                <c:pt idx="1281">
                  <c:v>#N/A</c:v>
                </c:pt>
                <c:pt idx="1282">
                  <c:v>#N/A</c:v>
                </c:pt>
                <c:pt idx="1283">
                  <c:v>#N/A</c:v>
                </c:pt>
                <c:pt idx="1284">
                  <c:v>#N/A</c:v>
                </c:pt>
                <c:pt idx="1285">
                  <c:v>#N/A</c:v>
                </c:pt>
                <c:pt idx="1286">
                  <c:v>#N/A</c:v>
                </c:pt>
                <c:pt idx="1287">
                  <c:v>#N/A</c:v>
                </c:pt>
                <c:pt idx="1288">
                  <c:v>#N/A</c:v>
                </c:pt>
                <c:pt idx="1289">
                  <c:v>#N/A</c:v>
                </c:pt>
                <c:pt idx="1290">
                  <c:v>#N/A</c:v>
                </c:pt>
                <c:pt idx="1291">
                  <c:v>#N/A</c:v>
                </c:pt>
                <c:pt idx="1292">
                  <c:v>#N/A</c:v>
                </c:pt>
                <c:pt idx="1293">
                  <c:v>#N/A</c:v>
                </c:pt>
                <c:pt idx="1294">
                  <c:v>#N/A</c:v>
                </c:pt>
                <c:pt idx="1295">
                  <c:v>#N/A</c:v>
                </c:pt>
                <c:pt idx="1296">
                  <c:v>#N/A</c:v>
                </c:pt>
                <c:pt idx="1297">
                  <c:v>#N/A</c:v>
                </c:pt>
                <c:pt idx="1298">
                  <c:v>#N/A</c:v>
                </c:pt>
                <c:pt idx="1299">
                  <c:v>#N/A</c:v>
                </c:pt>
                <c:pt idx="1300">
                  <c:v>#N/A</c:v>
                </c:pt>
                <c:pt idx="1301">
                  <c:v>#N/A</c:v>
                </c:pt>
                <c:pt idx="1302">
                  <c:v>#N/A</c:v>
                </c:pt>
                <c:pt idx="1303">
                  <c:v>#N/A</c:v>
                </c:pt>
                <c:pt idx="1304">
                  <c:v>#N/A</c:v>
                </c:pt>
                <c:pt idx="1305">
                  <c:v>#N/A</c:v>
                </c:pt>
                <c:pt idx="1306">
                  <c:v>#N/A</c:v>
                </c:pt>
                <c:pt idx="1307">
                  <c:v>#N/A</c:v>
                </c:pt>
                <c:pt idx="1308">
                  <c:v>#N/A</c:v>
                </c:pt>
                <c:pt idx="1309">
                  <c:v>#N/A</c:v>
                </c:pt>
                <c:pt idx="1310">
                  <c:v>#N/A</c:v>
                </c:pt>
                <c:pt idx="1311">
                  <c:v>#N/A</c:v>
                </c:pt>
                <c:pt idx="1312">
                  <c:v>#N/A</c:v>
                </c:pt>
                <c:pt idx="1313">
                  <c:v>#N/A</c:v>
                </c:pt>
                <c:pt idx="1314">
                  <c:v>#N/A</c:v>
                </c:pt>
                <c:pt idx="1315">
                  <c:v>#N/A</c:v>
                </c:pt>
                <c:pt idx="1316">
                  <c:v>#N/A</c:v>
                </c:pt>
                <c:pt idx="1317">
                  <c:v>#N/A</c:v>
                </c:pt>
                <c:pt idx="1318">
                  <c:v>#N/A</c:v>
                </c:pt>
                <c:pt idx="1319">
                  <c:v>#N/A</c:v>
                </c:pt>
                <c:pt idx="1320">
                  <c:v>#N/A</c:v>
                </c:pt>
              </c:numCache>
            </c:numRef>
          </c:cat>
          <c:val>
            <c:numRef>
              <c:f>FI_INDEX!$AN$795:$AN$4550</c:f>
              <c:numCache>
                <c:formatCode>0.0</c:formatCode>
                <c:ptCount val="3756"/>
                <c:pt idx="0">
                  <c:v>100</c:v>
                </c:pt>
                <c:pt idx="1">
                  <c:v>99.35795954265609</c:v>
                </c:pt>
                <c:pt idx="2">
                  <c:v>99.270008795074759</c:v>
                </c:pt>
                <c:pt idx="3">
                  <c:v>99.507475813544417</c:v>
                </c:pt>
                <c:pt idx="4">
                  <c:v>99.357959542656104</c:v>
                </c:pt>
                <c:pt idx="5">
                  <c:v>99.91204925241864</c:v>
                </c:pt>
                <c:pt idx="6">
                  <c:v>99.613016710642029</c:v>
                </c:pt>
                <c:pt idx="7">
                  <c:v>99.973614775725594</c:v>
                </c:pt>
                <c:pt idx="8">
                  <c:v>100.63324538258577</c:v>
                </c:pt>
                <c:pt idx="9">
                  <c:v>100.74758135444154</c:v>
                </c:pt>
                <c:pt idx="10">
                  <c:v>100.36059806508358</c:v>
                </c:pt>
                <c:pt idx="11">
                  <c:v>100.33421284080917</c:v>
                </c:pt>
                <c:pt idx="12">
                  <c:v>99.604221635883917</c:v>
                </c:pt>
                <c:pt idx="13">
                  <c:v>99.762532981530342</c:v>
                </c:pt>
                <c:pt idx="14">
                  <c:v>99.489885664028137</c:v>
                </c:pt>
                <c:pt idx="15">
                  <c:v>99.771328056288453</c:v>
                </c:pt>
                <c:pt idx="16">
                  <c:v>99.613016710642</c:v>
                </c:pt>
                <c:pt idx="17">
                  <c:v>99.393139841688622</c:v>
                </c:pt>
                <c:pt idx="18">
                  <c:v>98.856640281442367</c:v>
                </c:pt>
                <c:pt idx="19">
                  <c:v>98.0211081794195</c:v>
                </c:pt>
                <c:pt idx="20">
                  <c:v>98.073878627968313</c:v>
                </c:pt>
                <c:pt idx="21">
                  <c:v>98.812664907651694</c:v>
                </c:pt>
                <c:pt idx="22">
                  <c:v>99.138082673702726</c:v>
                </c:pt>
                <c:pt idx="23">
                  <c:v>99.428320140721183</c:v>
                </c:pt>
                <c:pt idx="24">
                  <c:v>100.61565523306943</c:v>
                </c:pt>
                <c:pt idx="25">
                  <c:v>100.69481090589267</c:v>
                </c:pt>
                <c:pt idx="26">
                  <c:v>100.63324538258573</c:v>
                </c:pt>
                <c:pt idx="27">
                  <c:v>100.39577836411604</c:v>
                </c:pt>
                <c:pt idx="28">
                  <c:v>100.4837291116974</c:v>
                </c:pt>
                <c:pt idx="29">
                  <c:v>100.51011433597179</c:v>
                </c:pt>
                <c:pt idx="30">
                  <c:v>99.824098504837224</c:v>
                </c:pt>
                <c:pt idx="31">
                  <c:v>99.445910290237393</c:v>
                </c:pt>
                <c:pt idx="32">
                  <c:v>99.903254177660415</c:v>
                </c:pt>
                <c:pt idx="33">
                  <c:v>100.02638522427435</c:v>
                </c:pt>
                <c:pt idx="34">
                  <c:v>99.920844327176738</c:v>
                </c:pt>
                <c:pt idx="35">
                  <c:v>99.577836411609454</c:v>
                </c:pt>
                <c:pt idx="36">
                  <c:v>99.481090589269968</c:v>
                </c:pt>
                <c:pt idx="37">
                  <c:v>99.60422163588386</c:v>
                </c:pt>
                <c:pt idx="38">
                  <c:v>99.445910290237435</c:v>
                </c:pt>
                <c:pt idx="39">
                  <c:v>98.434476693051849</c:v>
                </c:pt>
                <c:pt idx="40">
                  <c:v>99.102902374670137</c:v>
                </c:pt>
                <c:pt idx="41">
                  <c:v>98.671943711521493</c:v>
                </c:pt>
                <c:pt idx="42">
                  <c:v>97.845206684256752</c:v>
                </c:pt>
                <c:pt idx="43">
                  <c:v>97.792436235707939</c:v>
                </c:pt>
                <c:pt idx="44">
                  <c:v>97.326297273526762</c:v>
                </c:pt>
                <c:pt idx="45">
                  <c:v>96.112576956904064</c:v>
                </c:pt>
                <c:pt idx="46">
                  <c:v>95.461741424802042</c:v>
                </c:pt>
                <c:pt idx="47">
                  <c:v>95.857519788918168</c:v>
                </c:pt>
                <c:pt idx="48">
                  <c:v>97.414248021108108</c:v>
                </c:pt>
                <c:pt idx="49">
                  <c:v>96.622691292875928</c:v>
                </c:pt>
                <c:pt idx="50">
                  <c:v>95.971855760773906</c:v>
                </c:pt>
                <c:pt idx="51">
                  <c:v>96.218117854001733</c:v>
                </c:pt>
                <c:pt idx="52">
                  <c:v>96.358839050131863</c:v>
                </c:pt>
                <c:pt idx="53">
                  <c:v>97.053649956024572</c:v>
                </c:pt>
                <c:pt idx="54">
                  <c:v>97.54617414248014</c:v>
                </c:pt>
                <c:pt idx="55">
                  <c:v>97.19437115215473</c:v>
                </c:pt>
                <c:pt idx="56">
                  <c:v>96.886543535619978</c:v>
                </c:pt>
                <c:pt idx="57">
                  <c:v>97.00087950747573</c:v>
                </c:pt>
                <c:pt idx="58">
                  <c:v>96.781002638522338</c:v>
                </c:pt>
                <c:pt idx="59">
                  <c:v>96.719437115215385</c:v>
                </c:pt>
                <c:pt idx="60">
                  <c:v>96.596306068601507</c:v>
                </c:pt>
                <c:pt idx="61">
                  <c:v>96.613896218117759</c:v>
                </c:pt>
                <c:pt idx="62">
                  <c:v>97.502198768689468</c:v>
                </c:pt>
                <c:pt idx="63">
                  <c:v>98.144239226033349</c:v>
                </c:pt>
                <c:pt idx="64">
                  <c:v>97.335092348284888</c:v>
                </c:pt>
                <c:pt idx="65">
                  <c:v>97.124010554089622</c:v>
                </c:pt>
                <c:pt idx="66">
                  <c:v>96.499560246261993</c:v>
                </c:pt>
                <c:pt idx="67">
                  <c:v>95.910290237466924</c:v>
                </c:pt>
                <c:pt idx="68">
                  <c:v>95.831134564643691</c:v>
                </c:pt>
                <c:pt idx="69">
                  <c:v>95.681618293755406</c:v>
                </c:pt>
                <c:pt idx="70">
                  <c:v>95.664028144239111</c:v>
                </c:pt>
                <c:pt idx="71">
                  <c:v>95.725593667546036</c:v>
                </c:pt>
                <c:pt idx="72">
                  <c:v>95.233069481090439</c:v>
                </c:pt>
                <c:pt idx="73">
                  <c:v>95.760773966578569</c:v>
                </c:pt>
                <c:pt idx="74">
                  <c:v>95.233069481090453</c:v>
                </c:pt>
                <c:pt idx="75">
                  <c:v>95.074758135444014</c:v>
                </c:pt>
                <c:pt idx="76">
                  <c:v>94.828496042216216</c:v>
                </c:pt>
                <c:pt idx="77">
                  <c:v>94.881266490765015</c:v>
                </c:pt>
                <c:pt idx="78">
                  <c:v>95.452946350043817</c:v>
                </c:pt>
                <c:pt idx="79">
                  <c:v>95.285839929639252</c:v>
                </c:pt>
                <c:pt idx="80">
                  <c:v>94.898856640281295</c:v>
                </c:pt>
                <c:pt idx="81">
                  <c:v>94.221635883904867</c:v>
                </c:pt>
                <c:pt idx="82">
                  <c:v>93.562005277044719</c:v>
                </c:pt>
                <c:pt idx="83">
                  <c:v>92.849604221635758</c:v>
                </c:pt>
                <c:pt idx="84">
                  <c:v>92.339489885663895</c:v>
                </c:pt>
                <c:pt idx="85">
                  <c:v>92.744063324538104</c:v>
                </c:pt>
                <c:pt idx="86">
                  <c:v>92.40985048372896</c:v>
                </c:pt>
                <c:pt idx="87">
                  <c:v>92.532981530342866</c:v>
                </c:pt>
                <c:pt idx="88">
                  <c:v>93.421284080914532</c:v>
                </c:pt>
                <c:pt idx="89">
                  <c:v>92.717678100263697</c:v>
                </c:pt>
                <c:pt idx="90">
                  <c:v>92.796833773086888</c:v>
                </c:pt>
                <c:pt idx="91">
                  <c:v>92.884784520668276</c:v>
                </c:pt>
                <c:pt idx="92">
                  <c:v>92.603342128407945</c:v>
                </c:pt>
                <c:pt idx="93">
                  <c:v>92.462620932277773</c:v>
                </c:pt>
                <c:pt idx="94">
                  <c:v>91.292875989445761</c:v>
                </c:pt>
                <c:pt idx="95">
                  <c:v>91.574318381706078</c:v>
                </c:pt>
                <c:pt idx="96">
                  <c:v>91.767810026385064</c:v>
                </c:pt>
                <c:pt idx="97">
                  <c:v>92.788038698328776</c:v>
                </c:pt>
                <c:pt idx="98">
                  <c:v>92.031662269129129</c:v>
                </c:pt>
                <c:pt idx="99">
                  <c:v>93.122251539137906</c:v>
                </c:pt>
                <c:pt idx="100">
                  <c:v>92.91116974494264</c:v>
                </c:pt>
                <c:pt idx="101">
                  <c:v>94.028144239225824</c:v>
                </c:pt>
                <c:pt idx="102">
                  <c:v>94.423922603341907</c:v>
                </c:pt>
                <c:pt idx="103">
                  <c:v>93.94019349164445</c:v>
                </c:pt>
                <c:pt idx="104">
                  <c:v>94.327176781002407</c:v>
                </c:pt>
                <c:pt idx="105">
                  <c:v>94.415127528583753</c:v>
                </c:pt>
                <c:pt idx="106">
                  <c:v>94.80211081794171</c:v>
                </c:pt>
                <c:pt idx="107">
                  <c:v>94.406332453825613</c:v>
                </c:pt>
                <c:pt idx="108">
                  <c:v>93.667546174142245</c:v>
                </c:pt>
                <c:pt idx="109">
                  <c:v>94.520668425681393</c:v>
                </c:pt>
                <c:pt idx="110">
                  <c:v>94.274406332453594</c:v>
                </c:pt>
                <c:pt idx="111">
                  <c:v>94.072119613016469</c:v>
                </c:pt>
                <c:pt idx="112">
                  <c:v>94.133685136323393</c:v>
                </c:pt>
                <c:pt idx="113">
                  <c:v>94.248021108179174</c:v>
                </c:pt>
                <c:pt idx="114">
                  <c:v>93.37730870712376</c:v>
                </c:pt>
                <c:pt idx="115">
                  <c:v>92.515391380826472</c:v>
                </c:pt>
                <c:pt idx="116">
                  <c:v>91.547933157431572</c:v>
                </c:pt>
                <c:pt idx="117">
                  <c:v>91.609498680738554</c:v>
                </c:pt>
                <c:pt idx="118">
                  <c:v>91.855760773966367</c:v>
                </c:pt>
                <c:pt idx="119">
                  <c:v>92.779243623570579</c:v>
                </c:pt>
                <c:pt idx="120">
                  <c:v>92.339489885663809</c:v>
                </c:pt>
                <c:pt idx="121">
                  <c:v>92.445030782761421</c:v>
                </c:pt>
                <c:pt idx="122">
                  <c:v>92.638522427440364</c:v>
                </c:pt>
                <c:pt idx="123">
                  <c:v>92.928759894458821</c:v>
                </c:pt>
                <c:pt idx="124">
                  <c:v>92.550571679859004</c:v>
                </c:pt>
                <c:pt idx="125">
                  <c:v>92.814423922603083</c:v>
                </c:pt>
                <c:pt idx="126">
                  <c:v>93.087071240105274</c:v>
                </c:pt>
                <c:pt idx="127">
                  <c:v>92.515391380826458</c:v>
                </c:pt>
                <c:pt idx="128">
                  <c:v>91.838170624450029</c:v>
                </c:pt>
                <c:pt idx="129">
                  <c:v>92.207563764291692</c:v>
                </c:pt>
                <c:pt idx="130">
                  <c:v>91.591908531222217</c:v>
                </c:pt>
                <c:pt idx="131">
                  <c:v>91.66226912928731</c:v>
                </c:pt>
                <c:pt idx="132">
                  <c:v>90.290237467018187</c:v>
                </c:pt>
                <c:pt idx="133">
                  <c:v>89.551451187334806</c:v>
                </c:pt>
                <c:pt idx="134">
                  <c:v>89.357959542655834</c:v>
                </c:pt>
                <c:pt idx="135">
                  <c:v>89.577836411609212</c:v>
                </c:pt>
                <c:pt idx="136">
                  <c:v>88.302550571679575</c:v>
                </c:pt>
                <c:pt idx="137">
                  <c:v>88.276165347405168</c:v>
                </c:pt>
                <c:pt idx="138">
                  <c:v>88.46965699208414</c:v>
                </c:pt>
                <c:pt idx="139">
                  <c:v>88.109058927000589</c:v>
                </c:pt>
                <c:pt idx="140">
                  <c:v>88.654353562004971</c:v>
                </c:pt>
                <c:pt idx="141">
                  <c:v>89.208443271767464</c:v>
                </c:pt>
                <c:pt idx="142">
                  <c:v>89.94722955145086</c:v>
                </c:pt>
                <c:pt idx="143">
                  <c:v>89.533861037818511</c:v>
                </c:pt>
                <c:pt idx="144">
                  <c:v>89.973614775725267</c:v>
                </c:pt>
                <c:pt idx="145">
                  <c:v>89.824098504836982</c:v>
                </c:pt>
                <c:pt idx="146">
                  <c:v>89.885664028143935</c:v>
                </c:pt>
                <c:pt idx="147">
                  <c:v>88.979771328056003</c:v>
                </c:pt>
                <c:pt idx="148">
                  <c:v>89.70976253298123</c:v>
                </c:pt>
                <c:pt idx="149">
                  <c:v>89.683377308706824</c:v>
                </c:pt>
                <c:pt idx="150">
                  <c:v>89.885664028143921</c:v>
                </c:pt>
                <c:pt idx="151">
                  <c:v>90.255057167985584</c:v>
                </c:pt>
                <c:pt idx="152">
                  <c:v>89.410729991204562</c:v>
                </c:pt>
                <c:pt idx="153">
                  <c:v>89.410729991204562</c:v>
                </c:pt>
                <c:pt idx="154">
                  <c:v>90.114335971855411</c:v>
                </c:pt>
                <c:pt idx="155">
                  <c:v>89.560246262092889</c:v>
                </c:pt>
                <c:pt idx="156">
                  <c:v>89.68337730870681</c:v>
                </c:pt>
                <c:pt idx="157">
                  <c:v>89.824098504836996</c:v>
                </c:pt>
                <c:pt idx="158">
                  <c:v>90.580474934036616</c:v>
                </c:pt>
                <c:pt idx="159">
                  <c:v>90.765171503957461</c:v>
                </c:pt>
                <c:pt idx="160">
                  <c:v>90.228671943711191</c:v>
                </c:pt>
                <c:pt idx="161">
                  <c:v>89.357959542655792</c:v>
                </c:pt>
                <c:pt idx="162">
                  <c:v>89.454705364995277</c:v>
                </c:pt>
                <c:pt idx="163">
                  <c:v>89.533861037818511</c:v>
                </c:pt>
                <c:pt idx="164">
                  <c:v>88.71591908531191</c:v>
                </c:pt>
                <c:pt idx="165">
                  <c:v>88.27616534740514</c:v>
                </c:pt>
                <c:pt idx="166">
                  <c:v>87.449428320140399</c:v>
                </c:pt>
                <c:pt idx="167">
                  <c:v>87.686895338610057</c:v>
                </c:pt>
                <c:pt idx="168">
                  <c:v>87.660510114335651</c:v>
                </c:pt>
                <c:pt idx="169">
                  <c:v>87.73087071240073</c:v>
                </c:pt>
                <c:pt idx="170">
                  <c:v>87.651715039577496</c:v>
                </c:pt>
                <c:pt idx="171">
                  <c:v>87.924362357079715</c:v>
                </c:pt>
                <c:pt idx="172">
                  <c:v>88.082673702726154</c:v>
                </c:pt>
                <c:pt idx="173">
                  <c:v>88.425681618293439</c:v>
                </c:pt>
                <c:pt idx="174">
                  <c:v>87.475813544414819</c:v>
                </c:pt>
                <c:pt idx="175">
                  <c:v>87.546174142479884</c:v>
                </c:pt>
                <c:pt idx="176">
                  <c:v>87.326297273526492</c:v>
                </c:pt>
                <c:pt idx="177">
                  <c:v>87.106420404573115</c:v>
                </c:pt>
                <c:pt idx="178">
                  <c:v>88.003518029902921</c:v>
                </c:pt>
                <c:pt idx="179">
                  <c:v>87.924362357079701</c:v>
                </c:pt>
                <c:pt idx="180">
                  <c:v>88.32014072119577</c:v>
                </c:pt>
                <c:pt idx="181">
                  <c:v>89.023746701846591</c:v>
                </c:pt>
                <c:pt idx="182">
                  <c:v>87.686895338610015</c:v>
                </c:pt>
                <c:pt idx="183">
                  <c:v>87.783641160949514</c:v>
                </c:pt>
                <c:pt idx="184">
                  <c:v>87.95954265611222</c:v>
                </c:pt>
                <c:pt idx="185">
                  <c:v>88.091468777484266</c:v>
                </c:pt>
                <c:pt idx="186">
                  <c:v>88.16182937554936</c:v>
                </c:pt>
                <c:pt idx="187">
                  <c:v>87.695690413368197</c:v>
                </c:pt>
                <c:pt idx="188">
                  <c:v>86.51715039577806</c:v>
                </c:pt>
                <c:pt idx="189">
                  <c:v>86.50835532101992</c:v>
                </c:pt>
                <c:pt idx="190">
                  <c:v>85.19788918205775</c:v>
                </c:pt>
                <c:pt idx="191">
                  <c:v>84.511873350923196</c:v>
                </c:pt>
                <c:pt idx="192">
                  <c:v>84.379947229551163</c:v>
                </c:pt>
                <c:pt idx="193">
                  <c:v>85.620052770448282</c:v>
                </c:pt>
                <c:pt idx="194">
                  <c:v>86.323658751099117</c:v>
                </c:pt>
                <c:pt idx="195">
                  <c:v>86.209322779243351</c:v>
                </c:pt>
                <c:pt idx="196">
                  <c:v>86.420404573438617</c:v>
                </c:pt>
                <c:pt idx="197">
                  <c:v>87.827616534740272</c:v>
                </c:pt>
                <c:pt idx="198">
                  <c:v>86.930518909410452</c:v>
                </c:pt>
                <c:pt idx="199">
                  <c:v>86.112576956903879</c:v>
                </c:pt>
                <c:pt idx="200">
                  <c:v>85.69920844327153</c:v>
                </c:pt>
                <c:pt idx="201">
                  <c:v>85.329815303429839</c:v>
                </c:pt>
                <c:pt idx="202">
                  <c:v>85.382585751978681</c:v>
                </c:pt>
                <c:pt idx="203">
                  <c:v>85.338610378188022</c:v>
                </c:pt>
                <c:pt idx="204">
                  <c:v>85.980650835531904</c:v>
                </c:pt>
                <c:pt idx="205">
                  <c:v>85.505716798592587</c:v>
                </c:pt>
                <c:pt idx="206">
                  <c:v>86.552330694810692</c:v>
                </c:pt>
                <c:pt idx="207">
                  <c:v>86.701846965699005</c:v>
                </c:pt>
                <c:pt idx="208">
                  <c:v>85.954265611257497</c:v>
                </c:pt>
                <c:pt idx="209">
                  <c:v>86.068601583113264</c:v>
                </c:pt>
                <c:pt idx="210">
                  <c:v>86.737027264731537</c:v>
                </c:pt>
                <c:pt idx="211">
                  <c:v>86.842568161829163</c:v>
                </c:pt>
                <c:pt idx="212">
                  <c:v>87.651715039577596</c:v>
                </c:pt>
                <c:pt idx="213">
                  <c:v>88.663148636763182</c:v>
                </c:pt>
                <c:pt idx="214">
                  <c:v>87.634124890061329</c:v>
                </c:pt>
                <c:pt idx="215">
                  <c:v>87.64291996481947</c:v>
                </c:pt>
                <c:pt idx="216">
                  <c:v>86.912928759894228</c:v>
                </c:pt>
                <c:pt idx="217">
                  <c:v>86.86895338610357</c:v>
                </c:pt>
                <c:pt idx="218">
                  <c:v>86.350043975373595</c:v>
                </c:pt>
                <c:pt idx="219">
                  <c:v>85.743183817062246</c:v>
                </c:pt>
                <c:pt idx="220">
                  <c:v>87.572559366754419</c:v>
                </c:pt>
                <c:pt idx="221">
                  <c:v>88.126649076516955</c:v>
                </c:pt>
                <c:pt idx="222">
                  <c:v>88.601583113456272</c:v>
                </c:pt>
                <c:pt idx="223">
                  <c:v>88.047493403693721</c:v>
                </c:pt>
                <c:pt idx="224">
                  <c:v>89.788918205804521</c:v>
                </c:pt>
                <c:pt idx="225">
                  <c:v>91.002638522427219</c:v>
                </c:pt>
                <c:pt idx="226">
                  <c:v>90.826737027264528</c:v>
                </c:pt>
                <c:pt idx="227">
                  <c:v>91.020228671943485</c:v>
                </c:pt>
                <c:pt idx="228">
                  <c:v>91.424802110817751</c:v>
                </c:pt>
                <c:pt idx="229">
                  <c:v>91.13456464379928</c:v>
                </c:pt>
                <c:pt idx="230">
                  <c:v>90.809146877748276</c:v>
                </c:pt>
                <c:pt idx="231">
                  <c:v>90.079155672823035</c:v>
                </c:pt>
                <c:pt idx="232">
                  <c:v>90.624450307827431</c:v>
                </c:pt>
                <c:pt idx="233">
                  <c:v>91.442392260334032</c:v>
                </c:pt>
                <c:pt idx="234">
                  <c:v>91.556728232189798</c:v>
                </c:pt>
                <c:pt idx="235">
                  <c:v>91.42480211081778</c:v>
                </c:pt>
                <c:pt idx="236">
                  <c:v>90.941072999120323</c:v>
                </c:pt>
                <c:pt idx="237">
                  <c:v>90.853122251538949</c:v>
                </c:pt>
                <c:pt idx="238">
                  <c:v>91.521547933157223</c:v>
                </c:pt>
                <c:pt idx="239">
                  <c:v>92.524186455584669</c:v>
                </c:pt>
                <c:pt idx="240">
                  <c:v>92.656112576956701</c:v>
                </c:pt>
                <c:pt idx="241">
                  <c:v>92.26912928759873</c:v>
                </c:pt>
                <c:pt idx="242">
                  <c:v>92.058047493403492</c:v>
                </c:pt>
                <c:pt idx="243">
                  <c:v>92.401055408970763</c:v>
                </c:pt>
                <c:pt idx="244">
                  <c:v>92.840809146877561</c:v>
                </c:pt>
                <c:pt idx="245">
                  <c:v>92.700087950747402</c:v>
                </c:pt>
                <c:pt idx="246">
                  <c:v>92.673702726472996</c:v>
                </c:pt>
                <c:pt idx="247">
                  <c:v>93.518029903253961</c:v>
                </c:pt>
                <c:pt idx="248">
                  <c:v>93.948988566402591</c:v>
                </c:pt>
                <c:pt idx="249">
                  <c:v>93.474054529463288</c:v>
                </c:pt>
                <c:pt idx="250">
                  <c:v>93.104661389621612</c:v>
                </c:pt>
                <c:pt idx="251">
                  <c:v>93.289357959542457</c:v>
                </c:pt>
                <c:pt idx="252">
                  <c:v>93.438874230430741</c:v>
                </c:pt>
                <c:pt idx="253">
                  <c:v>93.271767810026176</c:v>
                </c:pt>
                <c:pt idx="254">
                  <c:v>93.192612137202971</c:v>
                </c:pt>
                <c:pt idx="255">
                  <c:v>93.377308707123831</c:v>
                </c:pt>
                <c:pt idx="256">
                  <c:v>93.553210202286522</c:v>
                </c:pt>
                <c:pt idx="257">
                  <c:v>93.5795954265609</c:v>
                </c:pt>
                <c:pt idx="258">
                  <c:v>93.333333333333101</c:v>
                </c:pt>
                <c:pt idx="259">
                  <c:v>93.764291996481759</c:v>
                </c:pt>
                <c:pt idx="260">
                  <c:v>100</c:v>
                </c:pt>
                <c:pt idx="261">
                  <c:v>99.645025688930389</c:v>
                </c:pt>
                <c:pt idx="262">
                  <c:v>98.533395609528242</c:v>
                </c:pt>
                <c:pt idx="263">
                  <c:v>99.056515646893956</c:v>
                </c:pt>
                <c:pt idx="264">
                  <c:v>98.290518449322732</c:v>
                </c:pt>
                <c:pt idx="265">
                  <c:v>99.430172816440887</c:v>
                </c:pt>
                <c:pt idx="266">
                  <c:v>100.23353573096681</c:v>
                </c:pt>
                <c:pt idx="267">
                  <c:v>100.26156001868283</c:v>
                </c:pt>
                <c:pt idx="268">
                  <c:v>100.485754320411</c:v>
                </c:pt>
                <c:pt idx="269">
                  <c:v>101.38253152732361</c:v>
                </c:pt>
                <c:pt idx="270">
                  <c:v>101.16767865483413</c:v>
                </c:pt>
                <c:pt idx="271">
                  <c:v>101.09294722092477</c:v>
                </c:pt>
                <c:pt idx="272">
                  <c:v>100.77533862680987</c:v>
                </c:pt>
                <c:pt idx="273">
                  <c:v>100.83138720224191</c:v>
                </c:pt>
                <c:pt idx="274">
                  <c:v>101.19570294255018</c:v>
                </c:pt>
                <c:pt idx="275">
                  <c:v>101.41055581503966</c:v>
                </c:pt>
                <c:pt idx="276">
                  <c:v>101.56001868285844</c:v>
                </c:pt>
                <c:pt idx="277">
                  <c:v>101.70014012143857</c:v>
                </c:pt>
                <c:pt idx="278">
                  <c:v>101.97104156936011</c:v>
                </c:pt>
                <c:pt idx="279">
                  <c:v>101.74684726763195</c:v>
                </c:pt>
                <c:pt idx="280">
                  <c:v>101.5226529659038</c:v>
                </c:pt>
                <c:pt idx="281">
                  <c:v>101.36384866884634</c:v>
                </c:pt>
                <c:pt idx="282">
                  <c:v>101.47594581971046</c:v>
                </c:pt>
                <c:pt idx="283">
                  <c:v>102.66230733302196</c:v>
                </c:pt>
                <c:pt idx="284">
                  <c:v>101.91499299392807</c:v>
                </c:pt>
                <c:pt idx="285">
                  <c:v>100.84072863148062</c:v>
                </c:pt>
                <c:pt idx="286">
                  <c:v>100.19617001401217</c:v>
                </c:pt>
                <c:pt idx="287">
                  <c:v>100.19617001401217</c:v>
                </c:pt>
                <c:pt idx="288">
                  <c:v>100.06539000467072</c:v>
                </c:pt>
                <c:pt idx="289">
                  <c:v>100.32695002335358</c:v>
                </c:pt>
                <c:pt idx="290">
                  <c:v>99.747781410555817</c:v>
                </c:pt>
                <c:pt idx="291">
                  <c:v>100.16814572629609</c:v>
                </c:pt>
                <c:pt idx="292">
                  <c:v>100.30826716487621</c:v>
                </c:pt>
                <c:pt idx="293">
                  <c:v>99.850537132181216</c:v>
                </c:pt>
                <c:pt idx="294">
                  <c:v>99.710415693601121</c:v>
                </c:pt>
                <c:pt idx="295">
                  <c:v>99.906585707613289</c:v>
                </c:pt>
                <c:pt idx="296">
                  <c:v>99.822512844465251</c:v>
                </c:pt>
                <c:pt idx="297">
                  <c:v>99.467538533395654</c:v>
                </c:pt>
                <c:pt idx="298">
                  <c:v>99.065857076132701</c:v>
                </c:pt>
                <c:pt idx="299">
                  <c:v>98.98178421298465</c:v>
                </c:pt>
                <c:pt idx="300">
                  <c:v>98.533395609528313</c:v>
                </c:pt>
                <c:pt idx="301">
                  <c:v>99.103222793087397</c:v>
                </c:pt>
                <c:pt idx="302">
                  <c:v>98.79495562821117</c:v>
                </c:pt>
                <c:pt idx="303">
                  <c:v>99.65436711816912</c:v>
                </c:pt>
                <c:pt idx="304">
                  <c:v>98.991125642223324</c:v>
                </c:pt>
                <c:pt idx="305">
                  <c:v>99.346099953292907</c:v>
                </c:pt>
                <c:pt idx="306">
                  <c:v>99.775805698271881</c:v>
                </c:pt>
                <c:pt idx="307">
                  <c:v>98.542737038766973</c:v>
                </c:pt>
                <c:pt idx="308">
                  <c:v>98.505371321812291</c:v>
                </c:pt>
                <c:pt idx="309">
                  <c:v>98.84166277440454</c:v>
                </c:pt>
                <c:pt idx="310">
                  <c:v>99.420831387202284</c:v>
                </c:pt>
                <c:pt idx="311">
                  <c:v>100.24287716020555</c:v>
                </c:pt>
                <c:pt idx="312">
                  <c:v>100.2615600186829</c:v>
                </c:pt>
                <c:pt idx="313">
                  <c:v>98.804297057449844</c:v>
                </c:pt>
                <c:pt idx="314">
                  <c:v>99.112564222326043</c:v>
                </c:pt>
                <c:pt idx="315">
                  <c:v>99.673049976646453</c:v>
                </c:pt>
                <c:pt idx="316">
                  <c:v>100.14946286781884</c:v>
                </c:pt>
                <c:pt idx="317">
                  <c:v>100.58851004203649</c:v>
                </c:pt>
                <c:pt idx="318">
                  <c:v>101.41055581503976</c:v>
                </c:pt>
                <c:pt idx="319">
                  <c:v>101.17702008407294</c:v>
                </c:pt>
                <c:pt idx="320">
                  <c:v>100.51377860812714</c:v>
                </c:pt>
                <c:pt idx="321">
                  <c:v>100.86875291919675</c:v>
                </c:pt>
                <c:pt idx="322">
                  <c:v>101.30780009341441</c:v>
                </c:pt>
                <c:pt idx="323">
                  <c:v>101.29845866417574</c:v>
                </c:pt>
                <c:pt idx="324">
                  <c:v>101.86828584773482</c:v>
                </c:pt>
                <c:pt idx="325">
                  <c:v>101.25175151798236</c:v>
                </c:pt>
                <c:pt idx="326">
                  <c:v>101.81223727230278</c:v>
                </c:pt>
                <c:pt idx="327">
                  <c:v>102.31667445119115</c:v>
                </c:pt>
                <c:pt idx="328">
                  <c:v>101.85894441849614</c:v>
                </c:pt>
                <c:pt idx="329">
                  <c:v>102.02709014479227</c:v>
                </c:pt>
                <c:pt idx="330">
                  <c:v>101.86828584773481</c:v>
                </c:pt>
                <c:pt idx="331">
                  <c:v>101.43858010275584</c:v>
                </c:pt>
                <c:pt idx="332">
                  <c:v>101.93367585240551</c:v>
                </c:pt>
                <c:pt idx="333">
                  <c:v>102.68099019149939</c:v>
                </c:pt>
                <c:pt idx="334">
                  <c:v>103.18542737038777</c:v>
                </c:pt>
                <c:pt idx="335">
                  <c:v>102.68099019149939</c:v>
                </c:pt>
                <c:pt idx="336">
                  <c:v>102.06445586174694</c:v>
                </c:pt>
                <c:pt idx="337">
                  <c:v>102.4941616067259</c:v>
                </c:pt>
                <c:pt idx="338">
                  <c:v>102.33535730966845</c:v>
                </c:pt>
                <c:pt idx="339">
                  <c:v>102.47547874824859</c:v>
                </c:pt>
                <c:pt idx="340">
                  <c:v>102.62494161606737</c:v>
                </c:pt>
                <c:pt idx="341">
                  <c:v>103.18542737038779</c:v>
                </c:pt>
                <c:pt idx="342">
                  <c:v>102.5035030359646</c:v>
                </c:pt>
                <c:pt idx="343">
                  <c:v>103.13872022419442</c:v>
                </c:pt>
                <c:pt idx="344">
                  <c:v>103.01728164409165</c:v>
                </c:pt>
                <c:pt idx="345">
                  <c:v>102.93320878094359</c:v>
                </c:pt>
                <c:pt idx="346">
                  <c:v>102.53152732368062</c:v>
                </c:pt>
                <c:pt idx="347">
                  <c:v>102.74638019617011</c:v>
                </c:pt>
                <c:pt idx="348">
                  <c:v>103.33489023820657</c:v>
                </c:pt>
                <c:pt idx="349">
                  <c:v>102.8678187762729</c:v>
                </c:pt>
                <c:pt idx="350">
                  <c:v>102.93320878094362</c:v>
                </c:pt>
                <c:pt idx="351">
                  <c:v>102.79308734236351</c:v>
                </c:pt>
                <c:pt idx="352">
                  <c:v>102.40074731433923</c:v>
                </c:pt>
                <c:pt idx="353">
                  <c:v>102.58757589911269</c:v>
                </c:pt>
                <c:pt idx="354">
                  <c:v>101.97104156936022</c:v>
                </c:pt>
                <c:pt idx="355">
                  <c:v>101.3451658103691</c:v>
                </c:pt>
                <c:pt idx="356">
                  <c:v>101.57870154133593</c:v>
                </c:pt>
                <c:pt idx="357">
                  <c:v>101.46660439047187</c:v>
                </c:pt>
                <c:pt idx="358">
                  <c:v>101.26109294722106</c:v>
                </c:pt>
                <c:pt idx="359">
                  <c:v>100.60719290051389</c:v>
                </c:pt>
                <c:pt idx="360">
                  <c:v>100.93414292386744</c:v>
                </c:pt>
                <c:pt idx="361">
                  <c:v>101.00887435777685</c:v>
                </c:pt>
                <c:pt idx="362">
                  <c:v>100.60719290051391</c:v>
                </c:pt>
                <c:pt idx="363">
                  <c:v>100.42036431574043</c:v>
                </c:pt>
                <c:pt idx="364">
                  <c:v>100.18682858477361</c:v>
                </c:pt>
                <c:pt idx="365">
                  <c:v>100.16814572629626</c:v>
                </c:pt>
                <c:pt idx="366">
                  <c:v>100.02802428771614</c:v>
                </c:pt>
                <c:pt idx="367">
                  <c:v>100.28024287716028</c:v>
                </c:pt>
                <c:pt idx="368">
                  <c:v>99.850537132181302</c:v>
                </c:pt>
                <c:pt idx="369">
                  <c:v>100.53246146660447</c:v>
                </c:pt>
                <c:pt idx="370">
                  <c:v>100.02802428771609</c:v>
                </c:pt>
                <c:pt idx="371">
                  <c:v>100.07473143390945</c:v>
                </c:pt>
                <c:pt idx="372">
                  <c:v>99.887902849135969</c:v>
                </c:pt>
                <c:pt idx="373">
                  <c:v>99.943951424568013</c:v>
                </c:pt>
                <c:pt idx="374">
                  <c:v>100.71929005137793</c:v>
                </c:pt>
                <c:pt idx="375">
                  <c:v>100.4110228865017</c:v>
                </c:pt>
                <c:pt idx="376">
                  <c:v>100.4857543204111</c:v>
                </c:pt>
                <c:pt idx="377">
                  <c:v>100.82204577300331</c:v>
                </c:pt>
                <c:pt idx="378">
                  <c:v>101.16767865483423</c:v>
                </c:pt>
                <c:pt idx="379">
                  <c:v>102.24194301728167</c:v>
                </c:pt>
                <c:pt idx="380">
                  <c:v>102.16721158337226</c:v>
                </c:pt>
                <c:pt idx="381">
                  <c:v>102.01774871555351</c:v>
                </c:pt>
                <c:pt idx="382">
                  <c:v>101.9897244278375</c:v>
                </c:pt>
                <c:pt idx="383">
                  <c:v>102.6249416160673</c:v>
                </c:pt>
                <c:pt idx="384">
                  <c:v>102.3446987389071</c:v>
                </c:pt>
                <c:pt idx="385">
                  <c:v>101.76553012610934</c:v>
                </c:pt>
                <c:pt idx="386">
                  <c:v>101.8776272769734</c:v>
                </c:pt>
                <c:pt idx="387">
                  <c:v>102.39140588510045</c:v>
                </c:pt>
                <c:pt idx="388">
                  <c:v>101.94301728164412</c:v>
                </c:pt>
                <c:pt idx="389">
                  <c:v>101.49462867818781</c:v>
                </c:pt>
                <c:pt idx="390">
                  <c:v>101.90565156468944</c:v>
                </c:pt>
                <c:pt idx="391">
                  <c:v>101.93367585240546</c:v>
                </c:pt>
                <c:pt idx="392">
                  <c:v>101.62540868752924</c:v>
                </c:pt>
                <c:pt idx="393">
                  <c:v>101.39187295656241</c:v>
                </c:pt>
                <c:pt idx="394">
                  <c:v>101.71882297991598</c:v>
                </c:pt>
                <c:pt idx="395">
                  <c:v>102.44745446053254</c:v>
                </c:pt>
                <c:pt idx="396">
                  <c:v>102.76506305464747</c:v>
                </c:pt>
                <c:pt idx="397">
                  <c:v>102.83979448855686</c:v>
                </c:pt>
                <c:pt idx="398">
                  <c:v>103.96076599719767</c:v>
                </c:pt>
                <c:pt idx="399">
                  <c:v>104.866884633349</c:v>
                </c:pt>
                <c:pt idx="400">
                  <c:v>104.88556749182634</c:v>
                </c:pt>
                <c:pt idx="401">
                  <c:v>104.96029892573576</c:v>
                </c:pt>
                <c:pt idx="402">
                  <c:v>104.89490892106505</c:v>
                </c:pt>
                <c:pt idx="403">
                  <c:v>104.6333489023822</c:v>
                </c:pt>
                <c:pt idx="404">
                  <c:v>103.97010742643639</c:v>
                </c:pt>
                <c:pt idx="405">
                  <c:v>103.91405885100434</c:v>
                </c:pt>
                <c:pt idx="406">
                  <c:v>103.35357309668395</c:v>
                </c:pt>
                <c:pt idx="407">
                  <c:v>103.26950023353588</c:v>
                </c:pt>
                <c:pt idx="408">
                  <c:v>103.55908453993477</c:v>
                </c:pt>
                <c:pt idx="409">
                  <c:v>102.5595516113967</c:v>
                </c:pt>
                <c:pt idx="410">
                  <c:v>102.90518449322761</c:v>
                </c:pt>
                <c:pt idx="411">
                  <c:v>102.7276973376928</c:v>
                </c:pt>
                <c:pt idx="412">
                  <c:v>102.60625875759008</c:v>
                </c:pt>
                <c:pt idx="413">
                  <c:v>102.17655301261111</c:v>
                </c:pt>
                <c:pt idx="414">
                  <c:v>102.27930873423651</c:v>
                </c:pt>
                <c:pt idx="415">
                  <c:v>102.81177020084091</c:v>
                </c:pt>
                <c:pt idx="416">
                  <c:v>102.77440448388622</c:v>
                </c:pt>
                <c:pt idx="417">
                  <c:v>102.34469873890723</c:v>
                </c:pt>
                <c:pt idx="418">
                  <c:v>102.51284446520334</c:v>
                </c:pt>
                <c:pt idx="419">
                  <c:v>102.57823446987406</c:v>
                </c:pt>
                <c:pt idx="420">
                  <c:v>102.27930873423649</c:v>
                </c:pt>
                <c:pt idx="421">
                  <c:v>101.87762727697354</c:v>
                </c:pt>
                <c:pt idx="422">
                  <c:v>101.86828584773487</c:v>
                </c:pt>
                <c:pt idx="423">
                  <c:v>101.62540868752937</c:v>
                </c:pt>
                <c:pt idx="424">
                  <c:v>101.56001868285865</c:v>
                </c:pt>
                <c:pt idx="425">
                  <c:v>101.56936011209733</c:v>
                </c:pt>
                <c:pt idx="426">
                  <c:v>101.78421298458682</c:v>
                </c:pt>
                <c:pt idx="427">
                  <c:v>101.31714152265315</c:v>
                </c:pt>
                <c:pt idx="428">
                  <c:v>101.47594581971059</c:v>
                </c:pt>
                <c:pt idx="429">
                  <c:v>100.98085007006087</c:v>
                </c:pt>
                <c:pt idx="430">
                  <c:v>100.85007006071942</c:v>
                </c:pt>
                <c:pt idx="431">
                  <c:v>101.06492293320893</c:v>
                </c:pt>
                <c:pt idx="432">
                  <c:v>101.63475011676803</c:v>
                </c:pt>
                <c:pt idx="433">
                  <c:v>102.03643157403098</c:v>
                </c:pt>
                <c:pt idx="434">
                  <c:v>101.28911723493711</c:v>
                </c:pt>
                <c:pt idx="435">
                  <c:v>100.70060719290069</c:v>
                </c:pt>
                <c:pt idx="436">
                  <c:v>100.85007006071946</c:v>
                </c:pt>
                <c:pt idx="437">
                  <c:v>100.15880429705764</c:v>
                </c:pt>
                <c:pt idx="438">
                  <c:v>100.205511443251</c:v>
                </c:pt>
                <c:pt idx="439">
                  <c:v>99.915927136852119</c:v>
                </c:pt>
                <c:pt idx="440">
                  <c:v>99.953292853806801</c:v>
                </c:pt>
                <c:pt idx="441">
                  <c:v>100.42036431574046</c:v>
                </c:pt>
                <c:pt idx="442">
                  <c:v>100.45773003269515</c:v>
                </c:pt>
                <c:pt idx="443">
                  <c:v>100.23353573096699</c:v>
                </c:pt>
                <c:pt idx="444">
                  <c:v>99.420831387202398</c:v>
                </c:pt>
                <c:pt idx="445">
                  <c:v>99.551611396543819</c:v>
                </c:pt>
                <c:pt idx="446">
                  <c:v>99.878561419897409</c:v>
                </c:pt>
                <c:pt idx="447">
                  <c:v>99.757122839794661</c:v>
                </c:pt>
                <c:pt idx="448">
                  <c:v>99.588977113498544</c:v>
                </c:pt>
                <c:pt idx="449">
                  <c:v>99.588977113498544</c:v>
                </c:pt>
                <c:pt idx="450">
                  <c:v>99.514245679589152</c:v>
                </c:pt>
                <c:pt idx="451">
                  <c:v>98.953759925268741</c:v>
                </c:pt>
                <c:pt idx="452">
                  <c:v>98.757589911256616</c:v>
                </c:pt>
                <c:pt idx="453">
                  <c:v>98.11303129378814</c:v>
                </c:pt>
                <c:pt idx="454">
                  <c:v>98.701541335824544</c:v>
                </c:pt>
                <c:pt idx="455">
                  <c:v>98.766931340495233</c:v>
                </c:pt>
                <c:pt idx="456">
                  <c:v>97.870154133582602</c:v>
                </c:pt>
                <c:pt idx="457">
                  <c:v>97.776739841195848</c:v>
                </c:pt>
                <c:pt idx="458">
                  <c:v>98.122372723026757</c:v>
                </c:pt>
                <c:pt idx="459">
                  <c:v>98.552078468005732</c:v>
                </c:pt>
                <c:pt idx="460">
                  <c:v>98.888369920597967</c:v>
                </c:pt>
                <c:pt idx="461">
                  <c:v>98.710882765063161</c:v>
                </c:pt>
                <c:pt idx="462">
                  <c:v>99.065857076132772</c:v>
                </c:pt>
                <c:pt idx="463">
                  <c:v>99.205978514712911</c:v>
                </c:pt>
                <c:pt idx="464">
                  <c:v>98.346567024754933</c:v>
                </c:pt>
                <c:pt idx="465">
                  <c:v>98.178421298458801</c:v>
                </c:pt>
                <c:pt idx="466">
                  <c:v>98.645492760392486</c:v>
                </c:pt>
                <c:pt idx="467">
                  <c:v>98.804297057449972</c:v>
                </c:pt>
                <c:pt idx="468">
                  <c:v>98.421298458664353</c:v>
                </c:pt>
                <c:pt idx="469">
                  <c:v>98.851004203643328</c:v>
                </c:pt>
                <c:pt idx="470">
                  <c:v>98.963101354507387</c:v>
                </c:pt>
                <c:pt idx="471">
                  <c:v>99.673049976646595</c:v>
                </c:pt>
                <c:pt idx="472">
                  <c:v>98.925735637552719</c:v>
                </c:pt>
                <c:pt idx="473">
                  <c:v>98.701541335824572</c:v>
                </c:pt>
                <c:pt idx="474">
                  <c:v>98.67351704810855</c:v>
                </c:pt>
                <c:pt idx="475">
                  <c:v>98.69219990658587</c:v>
                </c:pt>
                <c:pt idx="476">
                  <c:v>99.159271368519569</c:v>
                </c:pt>
                <c:pt idx="477">
                  <c:v>98.785614198972624</c:v>
                </c:pt>
                <c:pt idx="478">
                  <c:v>98.73890705277924</c:v>
                </c:pt>
                <c:pt idx="479">
                  <c:v>99.224661373190273</c:v>
                </c:pt>
                <c:pt idx="480">
                  <c:v>100.24287716020565</c:v>
                </c:pt>
                <c:pt idx="481">
                  <c:v>100.1214385801029</c:v>
                </c:pt>
                <c:pt idx="482">
                  <c:v>99.953292853806786</c:v>
                </c:pt>
                <c:pt idx="483">
                  <c:v>100.03736571695484</c:v>
                </c:pt>
                <c:pt idx="484">
                  <c:v>99.654367118169219</c:v>
                </c:pt>
                <c:pt idx="485">
                  <c:v>99.822512844465351</c:v>
                </c:pt>
                <c:pt idx="486">
                  <c:v>99.934609995329467</c:v>
                </c:pt>
                <c:pt idx="487">
                  <c:v>101.62540868752937</c:v>
                </c:pt>
                <c:pt idx="488">
                  <c:v>101.33582438113048</c:v>
                </c:pt>
                <c:pt idx="489">
                  <c:v>101.37319009808516</c:v>
                </c:pt>
                <c:pt idx="490">
                  <c:v>101.96170014012156</c:v>
                </c:pt>
                <c:pt idx="491">
                  <c:v>102.19523587108843</c:v>
                </c:pt>
                <c:pt idx="492">
                  <c:v>101.92433442316687</c:v>
                </c:pt>
                <c:pt idx="493">
                  <c:v>101.7094815506774</c:v>
                </c:pt>
                <c:pt idx="494">
                  <c:v>101.86828584773485</c:v>
                </c:pt>
                <c:pt idx="495">
                  <c:v>102.1858944418498</c:v>
                </c:pt>
                <c:pt idx="496">
                  <c:v>102.32601588042989</c:v>
                </c:pt>
                <c:pt idx="497">
                  <c:v>102.69033162073818</c:v>
                </c:pt>
                <c:pt idx="498">
                  <c:v>102.46613731901003</c:v>
                </c:pt>
                <c:pt idx="499">
                  <c:v>101.70948155067748</c:v>
                </c:pt>
                <c:pt idx="500">
                  <c:v>101.67211583372278</c:v>
                </c:pt>
                <c:pt idx="501">
                  <c:v>101.22372723026643</c:v>
                </c:pt>
                <c:pt idx="502">
                  <c:v>100.85941148995818</c:v>
                </c:pt>
                <c:pt idx="503">
                  <c:v>100.55114432508195</c:v>
                </c:pt>
                <c:pt idx="504">
                  <c:v>100.83138720224217</c:v>
                </c:pt>
                <c:pt idx="505">
                  <c:v>100.54180289584329</c:v>
                </c:pt>
                <c:pt idx="506">
                  <c:v>100.56048575432065</c:v>
                </c:pt>
                <c:pt idx="507">
                  <c:v>100.83138720224215</c:v>
                </c:pt>
                <c:pt idx="508">
                  <c:v>101.57870154133603</c:v>
                </c:pt>
                <c:pt idx="509">
                  <c:v>102.69033162073822</c:v>
                </c:pt>
                <c:pt idx="510">
                  <c:v>101.7748715553482</c:v>
                </c:pt>
                <c:pt idx="511">
                  <c:v>102.04577300326974</c:v>
                </c:pt>
                <c:pt idx="512">
                  <c:v>102.5782344698741</c:v>
                </c:pt>
                <c:pt idx="513">
                  <c:v>102.21391872956583</c:v>
                </c:pt>
                <c:pt idx="514">
                  <c:v>102.8584773470343</c:v>
                </c:pt>
                <c:pt idx="515">
                  <c:v>102.88650163475032</c:v>
                </c:pt>
                <c:pt idx="516">
                  <c:v>102.83045305931827</c:v>
                </c:pt>
                <c:pt idx="517">
                  <c:v>103.14806165343319</c:v>
                </c:pt>
                <c:pt idx="518">
                  <c:v>103.73657169546958</c:v>
                </c:pt>
                <c:pt idx="519">
                  <c:v>103.32554880896795</c:v>
                </c:pt>
                <c:pt idx="520">
                  <c:v>100</c:v>
                </c:pt>
                <c:pt idx="521">
                  <c:v>100.05435274934325</c:v>
                </c:pt>
                <c:pt idx="522">
                  <c:v>99.121297218951028</c:v>
                </c:pt>
                <c:pt idx="523">
                  <c:v>98.940121387806883</c:v>
                </c:pt>
                <c:pt idx="524">
                  <c:v>99.148473593622626</c:v>
                </c:pt>
                <c:pt idx="525">
                  <c:v>99.130356010508223</c:v>
                </c:pt>
                <c:pt idx="526">
                  <c:v>99.193767551408683</c:v>
                </c:pt>
                <c:pt idx="527">
                  <c:v>99.021650511821761</c:v>
                </c:pt>
                <c:pt idx="528">
                  <c:v>99.40211975722444</c:v>
                </c:pt>
                <c:pt idx="529">
                  <c:v>99.393060965667232</c:v>
                </c:pt>
                <c:pt idx="530">
                  <c:v>99.202826342965906</c:v>
                </c:pt>
                <c:pt idx="531">
                  <c:v>99.193767551408698</c:v>
                </c:pt>
                <c:pt idx="532">
                  <c:v>98.514358184618231</c:v>
                </c:pt>
                <c:pt idx="533">
                  <c:v>98.586828517075929</c:v>
                </c:pt>
                <c:pt idx="534">
                  <c:v>98.523416976175469</c:v>
                </c:pt>
                <c:pt idx="535">
                  <c:v>98.722710390434031</c:v>
                </c:pt>
                <c:pt idx="536">
                  <c:v>98.586828517075944</c:v>
                </c:pt>
                <c:pt idx="537">
                  <c:v>98.324123561916963</c:v>
                </c:pt>
                <c:pt idx="538">
                  <c:v>98.604946100190347</c:v>
                </c:pt>
                <c:pt idx="539">
                  <c:v>98.251653229459308</c:v>
                </c:pt>
                <c:pt idx="540">
                  <c:v>98.315064770359726</c:v>
                </c:pt>
                <c:pt idx="541">
                  <c:v>98.133888939215581</c:v>
                </c:pt>
                <c:pt idx="542">
                  <c:v>98.242594437902056</c:v>
                </c:pt>
                <c:pt idx="543">
                  <c:v>97.998007065857493</c:v>
                </c:pt>
                <c:pt idx="544">
                  <c:v>98.487181809946634</c:v>
                </c:pt>
                <c:pt idx="545">
                  <c:v>97.726243319141318</c:v>
                </c:pt>
                <c:pt idx="546">
                  <c:v>97.318597699067041</c:v>
                </c:pt>
                <c:pt idx="547">
                  <c:v>97.427303197753474</c:v>
                </c:pt>
                <c:pt idx="548">
                  <c:v>97.581302654225993</c:v>
                </c:pt>
                <c:pt idx="549">
                  <c:v>97.635655403569231</c:v>
                </c:pt>
                <c:pt idx="550">
                  <c:v>97.690008152912455</c:v>
                </c:pt>
                <c:pt idx="551">
                  <c:v>97.581302654225965</c:v>
                </c:pt>
                <c:pt idx="552">
                  <c:v>97.010598786121975</c:v>
                </c:pt>
                <c:pt idx="553">
                  <c:v>97.173657034151688</c:v>
                </c:pt>
                <c:pt idx="554">
                  <c:v>97.581302654225965</c:v>
                </c:pt>
                <c:pt idx="555">
                  <c:v>97.626596612012023</c:v>
                </c:pt>
                <c:pt idx="556">
                  <c:v>97.64471419512644</c:v>
                </c:pt>
                <c:pt idx="557">
                  <c:v>97.907419150285378</c:v>
                </c:pt>
                <c:pt idx="558">
                  <c:v>98.007065857414673</c:v>
                </c:pt>
                <c:pt idx="559">
                  <c:v>98.043301023643465</c:v>
                </c:pt>
                <c:pt idx="560">
                  <c:v>98.025183440529077</c:v>
                </c:pt>
                <c:pt idx="561">
                  <c:v>98.296947187245252</c:v>
                </c:pt>
                <c:pt idx="562">
                  <c:v>98.233535646344805</c:v>
                </c:pt>
                <c:pt idx="563">
                  <c:v>98.179182897001567</c:v>
                </c:pt>
                <c:pt idx="564">
                  <c:v>97.880242775613738</c:v>
                </c:pt>
                <c:pt idx="565">
                  <c:v>98.17012410544433</c:v>
                </c:pt>
                <c:pt idx="566">
                  <c:v>98.342241145031238</c:v>
                </c:pt>
                <c:pt idx="567">
                  <c:v>98.351299936588489</c:v>
                </c:pt>
                <c:pt idx="568">
                  <c:v>98.73176918199114</c:v>
                </c:pt>
                <c:pt idx="569">
                  <c:v>99.175649968294209</c:v>
                </c:pt>
                <c:pt idx="570">
                  <c:v>99.094120844279374</c:v>
                </c:pt>
                <c:pt idx="571">
                  <c:v>98.976356554035689</c:v>
                </c:pt>
                <c:pt idx="572">
                  <c:v>98.985415345592884</c:v>
                </c:pt>
                <c:pt idx="573">
                  <c:v>99.175649968294223</c:v>
                </c:pt>
                <c:pt idx="574">
                  <c:v>98.586828517075801</c:v>
                </c:pt>
                <c:pt idx="575">
                  <c:v>98.641181266419053</c:v>
                </c:pt>
                <c:pt idx="576">
                  <c:v>98.487181809946549</c:v>
                </c:pt>
                <c:pt idx="577">
                  <c:v>98.432829060603325</c:v>
                </c:pt>
                <c:pt idx="578">
                  <c:v>98.940121387806911</c:v>
                </c:pt>
                <c:pt idx="579">
                  <c:v>98.378476311260115</c:v>
                </c:pt>
                <c:pt idx="580">
                  <c:v>97.907419150285392</c:v>
                </c:pt>
                <c:pt idx="581">
                  <c:v>98.170124105444387</c:v>
                </c:pt>
                <c:pt idx="582">
                  <c:v>98.115771356101121</c:v>
                </c:pt>
                <c:pt idx="583">
                  <c:v>98.088594981429509</c:v>
                </c:pt>
                <c:pt idx="584">
                  <c:v>97.735302110698456</c:v>
                </c:pt>
                <c:pt idx="585">
                  <c:v>97.74436090225565</c:v>
                </c:pt>
                <c:pt idx="586">
                  <c:v>97.318597699066956</c:v>
                </c:pt>
                <c:pt idx="587">
                  <c:v>97.563185071111491</c:v>
                </c:pt>
                <c:pt idx="588">
                  <c:v>98.161065313887136</c:v>
                </c:pt>
                <c:pt idx="589">
                  <c:v>98.170124105444344</c:v>
                </c:pt>
                <c:pt idx="590">
                  <c:v>98.170124105444344</c:v>
                </c:pt>
                <c:pt idx="591">
                  <c:v>98.369417519702864</c:v>
                </c:pt>
                <c:pt idx="592">
                  <c:v>98.351299936588447</c:v>
                </c:pt>
                <c:pt idx="593">
                  <c:v>97.318597699066927</c:v>
                </c:pt>
                <c:pt idx="594">
                  <c:v>97.164598242594423</c:v>
                </c:pt>
                <c:pt idx="595">
                  <c:v>96.412718543346315</c:v>
                </c:pt>
                <c:pt idx="596">
                  <c:v>96.240601503759393</c:v>
                </c:pt>
                <c:pt idx="597">
                  <c:v>96.195307545973364</c:v>
                </c:pt>
                <c:pt idx="598">
                  <c:v>96.684482290062491</c:v>
                </c:pt>
                <c:pt idx="599">
                  <c:v>96.412718543346315</c:v>
                </c:pt>
                <c:pt idx="600">
                  <c:v>96.530482833589986</c:v>
                </c:pt>
                <c:pt idx="601">
                  <c:v>96.521424042032763</c:v>
                </c:pt>
                <c:pt idx="602">
                  <c:v>96.938128453664277</c:v>
                </c:pt>
                <c:pt idx="603">
                  <c:v>96.920010870549874</c:v>
                </c:pt>
                <c:pt idx="604">
                  <c:v>97.200833408823243</c:v>
                </c:pt>
                <c:pt idx="605">
                  <c:v>96.865658121206621</c:v>
                </c:pt>
                <c:pt idx="606">
                  <c:v>97.119304284808408</c:v>
                </c:pt>
                <c:pt idx="607">
                  <c:v>96.621070749162058</c:v>
                </c:pt>
                <c:pt idx="608">
                  <c:v>97.037775160793558</c:v>
                </c:pt>
                <c:pt idx="609">
                  <c:v>97.155539451037271</c:v>
                </c:pt>
                <c:pt idx="610">
                  <c:v>97.481655947096726</c:v>
                </c:pt>
                <c:pt idx="611">
                  <c:v>97.554126279554382</c:v>
                </c:pt>
                <c:pt idx="612">
                  <c:v>97.427303197753503</c:v>
                </c:pt>
                <c:pt idx="613">
                  <c:v>97.363891656853056</c:v>
                </c:pt>
                <c:pt idx="614">
                  <c:v>97.67189056979808</c:v>
                </c:pt>
                <c:pt idx="615">
                  <c:v>97.572243862668799</c:v>
                </c:pt>
                <c:pt idx="616">
                  <c:v>97.74436090225575</c:v>
                </c:pt>
                <c:pt idx="617">
                  <c:v>98.007065857414759</c:v>
                </c:pt>
                <c:pt idx="618">
                  <c:v>98.595887308633181</c:v>
                </c:pt>
                <c:pt idx="619">
                  <c:v>98.44188785216069</c:v>
                </c:pt>
                <c:pt idx="620">
                  <c:v>98.460005435275093</c:v>
                </c:pt>
                <c:pt idx="621">
                  <c:v>98.351299936588632</c:v>
                </c:pt>
                <c:pt idx="622">
                  <c:v>98.324123561916991</c:v>
                </c:pt>
                <c:pt idx="623">
                  <c:v>98.043301023643608</c:v>
                </c:pt>
                <c:pt idx="624">
                  <c:v>97.970830691185938</c:v>
                </c:pt>
                <c:pt idx="625">
                  <c:v>98.260712021016545</c:v>
                </c:pt>
                <c:pt idx="626">
                  <c:v>98.351299936588603</c:v>
                </c:pt>
                <c:pt idx="627">
                  <c:v>97.844007609385059</c:v>
                </c:pt>
                <c:pt idx="628">
                  <c:v>98.124830147658457</c:v>
                </c:pt>
                <c:pt idx="629">
                  <c:v>98.269770812573796</c:v>
                </c:pt>
                <c:pt idx="630">
                  <c:v>98.777063139777354</c:v>
                </c:pt>
                <c:pt idx="631">
                  <c:v>98.550593350847194</c:v>
                </c:pt>
                <c:pt idx="632">
                  <c:v>98.460005435275121</c:v>
                </c:pt>
                <c:pt idx="633">
                  <c:v>98.650240057976418</c:v>
                </c:pt>
                <c:pt idx="634">
                  <c:v>97.844007609385073</c:v>
                </c:pt>
                <c:pt idx="635">
                  <c:v>97.517891113325661</c:v>
                </c:pt>
                <c:pt idx="636">
                  <c:v>97.300480115952695</c:v>
                </c:pt>
                <c:pt idx="637">
                  <c:v>97.916477941842686</c:v>
                </c:pt>
                <c:pt idx="638">
                  <c:v>97.26424494972386</c:v>
                </c:pt>
                <c:pt idx="639">
                  <c:v>96.956246036778836</c:v>
                </c:pt>
                <c:pt idx="640">
                  <c:v>97.237068575052191</c:v>
                </c:pt>
                <c:pt idx="641">
                  <c:v>97.291421324395472</c:v>
                </c:pt>
                <c:pt idx="642">
                  <c:v>97.327656490624292</c:v>
                </c:pt>
                <c:pt idx="643">
                  <c:v>96.947187245221627</c:v>
                </c:pt>
                <c:pt idx="644">
                  <c:v>96.865658121206778</c:v>
                </c:pt>
                <c:pt idx="645">
                  <c:v>97.228009783495054</c:v>
                </c:pt>
                <c:pt idx="646">
                  <c:v>97.055892743908117</c:v>
                </c:pt>
                <c:pt idx="647">
                  <c:v>96.75695262252033</c:v>
                </c:pt>
                <c:pt idx="648">
                  <c:v>96.965304828336073</c:v>
                </c:pt>
                <c:pt idx="649">
                  <c:v>97.046833952350937</c:v>
                </c:pt>
                <c:pt idx="650">
                  <c:v>97.291421324395529</c:v>
                </c:pt>
                <c:pt idx="651">
                  <c:v>97.336715282181572</c:v>
                </c:pt>
                <c:pt idx="652">
                  <c:v>97.708125736027029</c:v>
                </c:pt>
                <c:pt idx="653">
                  <c:v>97.943654316514369</c:v>
                </c:pt>
                <c:pt idx="654">
                  <c:v>98.197300480116184</c:v>
                </c:pt>
                <c:pt idx="655">
                  <c:v>98.052359815200887</c:v>
                </c:pt>
                <c:pt idx="656">
                  <c:v>97.95271310807162</c:v>
                </c:pt>
                <c:pt idx="657">
                  <c:v>98.106712564544111</c:v>
                </c:pt>
                <c:pt idx="658">
                  <c:v>98.450946643717955</c:v>
                </c:pt>
                <c:pt idx="659">
                  <c:v>98.804239514449009</c:v>
                </c:pt>
                <c:pt idx="660">
                  <c:v>98.68647522420531</c:v>
                </c:pt>
                <c:pt idx="661">
                  <c:v>98.731769181991368</c:v>
                </c:pt>
                <c:pt idx="662">
                  <c:v>99.094120844279644</c:v>
                </c:pt>
                <c:pt idx="663">
                  <c:v>98.713651598876964</c:v>
                </c:pt>
                <c:pt idx="664">
                  <c:v>98.577769725518891</c:v>
                </c:pt>
                <c:pt idx="665">
                  <c:v>98.659298849533769</c:v>
                </c:pt>
                <c:pt idx="666">
                  <c:v>98.324123561917119</c:v>
                </c:pt>
                <c:pt idx="667">
                  <c:v>98.19730048011624</c:v>
                </c:pt>
                <c:pt idx="668">
                  <c:v>98.251653229459507</c:v>
                </c:pt>
                <c:pt idx="669">
                  <c:v>98.342241145031551</c:v>
                </c:pt>
                <c:pt idx="670">
                  <c:v>98.025183440529332</c:v>
                </c:pt>
                <c:pt idx="671">
                  <c:v>97.97083069118608</c:v>
                </c:pt>
                <c:pt idx="672">
                  <c:v>98.07047739831539</c:v>
                </c:pt>
                <c:pt idx="673">
                  <c:v>97.753419693813157</c:v>
                </c:pt>
                <c:pt idx="674">
                  <c:v>98.840474680677929</c:v>
                </c:pt>
                <c:pt idx="675">
                  <c:v>99.211885134523385</c:v>
                </c:pt>
                <c:pt idx="676">
                  <c:v>99.02165051182206</c:v>
                </c:pt>
                <c:pt idx="677">
                  <c:v>98.94012138780721</c:v>
                </c:pt>
                <c:pt idx="678">
                  <c:v>98.912945013135598</c:v>
                </c:pt>
                <c:pt idx="679">
                  <c:v>98.894827430021166</c:v>
                </c:pt>
                <c:pt idx="680">
                  <c:v>99.021650511822088</c:v>
                </c:pt>
                <c:pt idx="681">
                  <c:v>99.58329558836887</c:v>
                </c:pt>
                <c:pt idx="682">
                  <c:v>99.755412627955778</c:v>
                </c:pt>
                <c:pt idx="683">
                  <c:v>99.39306096566753</c:v>
                </c:pt>
                <c:pt idx="684">
                  <c:v>99.891294501313908</c:v>
                </c:pt>
                <c:pt idx="685">
                  <c:v>100.41670441163186</c:v>
                </c:pt>
                <c:pt idx="686">
                  <c:v>100.82435003170612</c:v>
                </c:pt>
                <c:pt idx="687">
                  <c:v>101.00552586285022</c:v>
                </c:pt>
                <c:pt idx="688">
                  <c:v>100.66129178367638</c:v>
                </c:pt>
                <c:pt idx="689">
                  <c:v>101.38599510825289</c:v>
                </c:pt>
                <c:pt idx="690">
                  <c:v>101.1051725699795</c:v>
                </c:pt>
                <c:pt idx="691">
                  <c:v>101.31352477579526</c:v>
                </c:pt>
                <c:pt idx="692">
                  <c:v>100.73376211613407</c:v>
                </c:pt>
                <c:pt idx="693">
                  <c:v>100.34423407917417</c:v>
                </c:pt>
                <c:pt idx="694">
                  <c:v>100.08152912401522</c:v>
                </c:pt>
                <c:pt idx="695">
                  <c:v>100.29894012138814</c:v>
                </c:pt>
                <c:pt idx="696">
                  <c:v>100.03623516622916</c:v>
                </c:pt>
                <c:pt idx="697">
                  <c:v>100.38952803696023</c:v>
                </c:pt>
                <c:pt idx="698">
                  <c:v>100.6522329921192</c:v>
                </c:pt>
                <c:pt idx="699">
                  <c:v>100.40764562007462</c:v>
                </c:pt>
                <c:pt idx="700">
                  <c:v>99.963764833771506</c:v>
                </c:pt>
                <c:pt idx="701">
                  <c:v>99.827882960413433</c:v>
                </c:pt>
                <c:pt idx="702">
                  <c:v>99.755412627955778</c:v>
                </c:pt>
                <c:pt idx="703">
                  <c:v>100.31705770450257</c:v>
                </c:pt>
                <c:pt idx="704">
                  <c:v>100.32611649605977</c:v>
                </c:pt>
                <c:pt idx="705">
                  <c:v>100.85152640637774</c:v>
                </c:pt>
                <c:pt idx="706">
                  <c:v>100.67940936679084</c:v>
                </c:pt>
                <c:pt idx="707">
                  <c:v>100.72470332457686</c:v>
                </c:pt>
                <c:pt idx="708">
                  <c:v>101.11423136153674</c:v>
                </c:pt>
                <c:pt idx="709">
                  <c:v>101.11423136153674</c:v>
                </c:pt>
                <c:pt idx="710">
                  <c:v>100.65223299211921</c:v>
                </c:pt>
                <c:pt idx="711">
                  <c:v>101.27728960956644</c:v>
                </c:pt>
                <c:pt idx="712">
                  <c:v>100.85152640637772</c:v>
                </c:pt>
                <c:pt idx="713">
                  <c:v>101.25011323489481</c:v>
                </c:pt>
                <c:pt idx="714">
                  <c:v>101.11423136153672</c:v>
                </c:pt>
                <c:pt idx="715">
                  <c:v>100.86964398949212</c:v>
                </c:pt>
                <c:pt idx="716">
                  <c:v>100.26270495515932</c:v>
                </c:pt>
                <c:pt idx="717">
                  <c:v>100.05435274934358</c:v>
                </c:pt>
                <c:pt idx="718">
                  <c:v>99.927529667542686</c:v>
                </c:pt>
                <c:pt idx="719">
                  <c:v>99.411178548781919</c:v>
                </c:pt>
                <c:pt idx="720">
                  <c:v>99.429296131896322</c:v>
                </c:pt>
                <c:pt idx="721">
                  <c:v>99.465531298125171</c:v>
                </c:pt>
                <c:pt idx="722">
                  <c:v>99.094120844279701</c:v>
                </c:pt>
                <c:pt idx="723">
                  <c:v>99.048826886493643</c:v>
                </c:pt>
                <c:pt idx="724">
                  <c:v>99.076003261165269</c:v>
                </c:pt>
                <c:pt idx="725">
                  <c:v>98.822357097563497</c:v>
                </c:pt>
                <c:pt idx="726">
                  <c:v>98.677416432648187</c:v>
                </c:pt>
                <c:pt idx="727">
                  <c:v>98.396593894374803</c:v>
                </c:pt>
                <c:pt idx="728">
                  <c:v>98.115771356101405</c:v>
                </c:pt>
                <c:pt idx="729">
                  <c:v>98.441887852160818</c:v>
                </c:pt>
                <c:pt idx="730">
                  <c:v>97.970830691186094</c:v>
                </c:pt>
                <c:pt idx="731">
                  <c:v>97.825890026270812</c:v>
                </c:pt>
                <c:pt idx="732">
                  <c:v>97.671890569798322</c:v>
                </c:pt>
                <c:pt idx="733">
                  <c:v>98.088594981429821</c:v>
                </c:pt>
                <c:pt idx="734">
                  <c:v>97.798713651599201</c:v>
                </c:pt>
                <c:pt idx="735">
                  <c:v>97.943654316514497</c:v>
                </c:pt>
                <c:pt idx="736">
                  <c:v>98.007065857414943</c:v>
                </c:pt>
                <c:pt idx="737">
                  <c:v>98.342241145031551</c:v>
                </c:pt>
                <c:pt idx="738">
                  <c:v>98.595887308633323</c:v>
                </c:pt>
                <c:pt idx="739">
                  <c:v>98.142947730773002</c:v>
                </c:pt>
                <c:pt idx="740">
                  <c:v>98.541534559290099</c:v>
                </c:pt>
                <c:pt idx="741">
                  <c:v>99.012591720264822</c:v>
                </c:pt>
                <c:pt idx="742">
                  <c:v>97.191774617266347</c:v>
                </c:pt>
                <c:pt idx="743">
                  <c:v>97.880242775614036</c:v>
                </c:pt>
                <c:pt idx="744">
                  <c:v>97.092127910137094</c:v>
                </c:pt>
                <c:pt idx="745">
                  <c:v>96.521424042033075</c:v>
                </c:pt>
                <c:pt idx="746">
                  <c:v>96.231542712202497</c:v>
                </c:pt>
                <c:pt idx="747">
                  <c:v>95.697074010327313</c:v>
                </c:pt>
                <c:pt idx="748">
                  <c:v>95.389075097382289</c:v>
                </c:pt>
                <c:pt idx="749">
                  <c:v>95.479663012954333</c:v>
                </c:pt>
                <c:pt idx="750">
                  <c:v>96.005072923272323</c:v>
                </c:pt>
                <c:pt idx="751">
                  <c:v>95.98695534015792</c:v>
                </c:pt>
                <c:pt idx="752">
                  <c:v>95.515898179183182</c:v>
                </c:pt>
                <c:pt idx="753">
                  <c:v>94.881782770178745</c:v>
                </c:pt>
                <c:pt idx="754">
                  <c:v>94.374490442975187</c:v>
                </c:pt>
                <c:pt idx="755">
                  <c:v>95.072017392880042</c:v>
                </c:pt>
                <c:pt idx="756">
                  <c:v>95.017664643536804</c:v>
                </c:pt>
                <c:pt idx="757">
                  <c:v>95.715191593441688</c:v>
                </c:pt>
                <c:pt idx="758">
                  <c:v>95.588368511640795</c:v>
                </c:pt>
                <c:pt idx="759">
                  <c:v>95.814838300570969</c:v>
                </c:pt>
                <c:pt idx="760">
                  <c:v>95.099193767551668</c:v>
                </c:pt>
                <c:pt idx="761">
                  <c:v>95.198840474680907</c:v>
                </c:pt>
                <c:pt idx="762">
                  <c:v>95.216958057795296</c:v>
                </c:pt>
                <c:pt idx="763">
                  <c:v>95.896367424585762</c:v>
                </c:pt>
                <c:pt idx="764">
                  <c:v>95.733309176556034</c:v>
                </c:pt>
                <c:pt idx="765">
                  <c:v>95.606486094755141</c:v>
                </c:pt>
                <c:pt idx="766">
                  <c:v>95.361898722710563</c:v>
                </c:pt>
                <c:pt idx="767">
                  <c:v>95.08107618443718</c:v>
                </c:pt>
                <c:pt idx="768">
                  <c:v>94.827430020835379</c:v>
                </c:pt>
                <c:pt idx="769">
                  <c:v>95.126370142223223</c:v>
                </c:pt>
                <c:pt idx="770">
                  <c:v>95.226016849352504</c:v>
                </c:pt>
                <c:pt idx="771">
                  <c:v>95.035782226651165</c:v>
                </c:pt>
                <c:pt idx="772">
                  <c:v>93.785668991756708</c:v>
                </c:pt>
                <c:pt idx="773">
                  <c:v>93.876256907328724</c:v>
                </c:pt>
                <c:pt idx="774">
                  <c:v>94.483195941661521</c:v>
                </c:pt>
                <c:pt idx="775">
                  <c:v>94.25672615273136</c:v>
                </c:pt>
                <c:pt idx="776">
                  <c:v>94.202373403388123</c:v>
                </c:pt>
                <c:pt idx="777">
                  <c:v>94.274843735845778</c:v>
                </c:pt>
                <c:pt idx="778">
                  <c:v>94.41072560920388</c:v>
                </c:pt>
                <c:pt idx="779">
                  <c:v>94.4469607754327</c:v>
                </c:pt>
                <c:pt idx="780">
                  <c:v>100</c:v>
                </c:pt>
                <c:pt idx="781">
                  <c:v>100</c:v>
                </c:pt>
                <c:pt idx="782">
                  <c:v>100.01931620629705</c:v>
                </c:pt>
                <c:pt idx="783">
                  <c:v>99.140428819779757</c:v>
                </c:pt>
                <c:pt idx="784">
                  <c:v>99.555727255167014</c:v>
                </c:pt>
                <c:pt idx="785">
                  <c:v>100.34769171334742</c:v>
                </c:pt>
                <c:pt idx="786">
                  <c:v>99.864786555920347</c:v>
                </c:pt>
                <c:pt idx="787">
                  <c:v>99.652308286652428</c:v>
                </c:pt>
                <c:pt idx="788">
                  <c:v>99.478462429978663</c:v>
                </c:pt>
                <c:pt idx="789">
                  <c:v>98.937608653660334</c:v>
                </c:pt>
                <c:pt idx="790">
                  <c:v>98.947266756808844</c:v>
                </c:pt>
                <c:pt idx="791">
                  <c:v>99.555727255166929</c:v>
                </c:pt>
                <c:pt idx="792">
                  <c:v>99.372223295344654</c:v>
                </c:pt>
                <c:pt idx="793">
                  <c:v>99.48812053312713</c:v>
                </c:pt>
                <c:pt idx="794">
                  <c:v>99.21769364496798</c:v>
                </c:pt>
                <c:pt idx="795">
                  <c:v>100.59880239520946</c:v>
                </c:pt>
                <c:pt idx="796">
                  <c:v>100.71469963299195</c:v>
                </c:pt>
                <c:pt idx="797">
                  <c:v>100.53119567316966</c:v>
                </c:pt>
                <c:pt idx="798">
                  <c:v>100.58914429206094</c:v>
                </c:pt>
                <c:pt idx="799">
                  <c:v>101.38110875024134</c:v>
                </c:pt>
                <c:pt idx="800">
                  <c:v>101.3328182344986</c:v>
                </c:pt>
                <c:pt idx="801">
                  <c:v>100.73401583928901</c:v>
                </c:pt>
                <c:pt idx="802">
                  <c:v>100.64709291095217</c:v>
                </c:pt>
                <c:pt idx="803">
                  <c:v>100.35734981649591</c:v>
                </c:pt>
                <c:pt idx="804">
                  <c:v>100.07726482518821</c:v>
                </c:pt>
                <c:pt idx="805">
                  <c:v>99.903418968514472</c:v>
                </c:pt>
                <c:pt idx="806">
                  <c:v>100.24145257871345</c:v>
                </c:pt>
                <c:pt idx="807">
                  <c:v>100.47324705427842</c:v>
                </c:pt>
                <c:pt idx="808">
                  <c:v>100.28008499130758</c:v>
                </c:pt>
                <c:pt idx="809">
                  <c:v>99.74888931813777</c:v>
                </c:pt>
                <c:pt idx="810">
                  <c:v>99.54606915201839</c:v>
                </c:pt>
                <c:pt idx="811">
                  <c:v>100.06760672203966</c:v>
                </c:pt>
                <c:pt idx="812">
                  <c:v>100.2800849913076</c:v>
                </c:pt>
                <c:pt idx="813">
                  <c:v>101.07204944948803</c:v>
                </c:pt>
                <c:pt idx="814">
                  <c:v>101.33281823449866</c:v>
                </c:pt>
                <c:pt idx="815">
                  <c:v>101.25555340931034</c:v>
                </c:pt>
                <c:pt idx="816">
                  <c:v>100.88854548966573</c:v>
                </c:pt>
                <c:pt idx="817">
                  <c:v>100.66640911724927</c:v>
                </c:pt>
                <c:pt idx="818">
                  <c:v>101.41974116283554</c:v>
                </c:pt>
                <c:pt idx="819">
                  <c:v>101.00444272744825</c:v>
                </c:pt>
                <c:pt idx="820">
                  <c:v>101.10102375893366</c:v>
                </c:pt>
                <c:pt idx="821">
                  <c:v>101.54529650376655</c:v>
                </c:pt>
                <c:pt idx="822">
                  <c:v>101.26521151245886</c:v>
                </c:pt>
                <c:pt idx="823">
                  <c:v>100.42495653853574</c:v>
                </c:pt>
                <c:pt idx="824">
                  <c:v>100.20282016611927</c:v>
                </c:pt>
                <c:pt idx="825">
                  <c:v>101.28452771875594</c:v>
                </c:pt>
                <c:pt idx="826">
                  <c:v>102.62700405640322</c:v>
                </c:pt>
                <c:pt idx="827">
                  <c:v>104.20127486961552</c:v>
                </c:pt>
                <c:pt idx="828">
                  <c:v>104.16264245702136</c:v>
                </c:pt>
                <c:pt idx="829">
                  <c:v>104.62623140815133</c:v>
                </c:pt>
                <c:pt idx="830">
                  <c:v>104.63588951129989</c:v>
                </c:pt>
                <c:pt idx="831">
                  <c:v>105.45682827892593</c:v>
                </c:pt>
                <c:pt idx="832">
                  <c:v>105.15742708132113</c:v>
                </c:pt>
                <c:pt idx="833">
                  <c:v>104.80973536797363</c:v>
                </c:pt>
                <c:pt idx="834">
                  <c:v>105.07050415298428</c:v>
                </c:pt>
                <c:pt idx="835">
                  <c:v>105.48580258837157</c:v>
                </c:pt>
                <c:pt idx="836">
                  <c:v>105.70793896078803</c:v>
                </c:pt>
                <c:pt idx="837">
                  <c:v>105.30229862854928</c:v>
                </c:pt>
                <c:pt idx="838">
                  <c:v>104.80007726482511</c:v>
                </c:pt>
                <c:pt idx="839">
                  <c:v>104.48135986092323</c:v>
                </c:pt>
                <c:pt idx="840">
                  <c:v>104.31717210739801</c:v>
                </c:pt>
                <c:pt idx="841">
                  <c:v>104.22059107591258</c:v>
                </c:pt>
                <c:pt idx="842">
                  <c:v>103.86324125941654</c:v>
                </c:pt>
                <c:pt idx="843">
                  <c:v>104.31717210739801</c:v>
                </c:pt>
                <c:pt idx="844">
                  <c:v>104.57794089240865</c:v>
                </c:pt>
                <c:pt idx="845">
                  <c:v>104.46204365462613</c:v>
                </c:pt>
                <c:pt idx="846">
                  <c:v>104.23990728220969</c:v>
                </c:pt>
                <c:pt idx="847">
                  <c:v>104.8193934711222</c:v>
                </c:pt>
                <c:pt idx="848">
                  <c:v>106.74135599768201</c:v>
                </c:pt>
                <c:pt idx="849">
                  <c:v>105.81417809542201</c:v>
                </c:pt>
                <c:pt idx="850">
                  <c:v>105.38922155688617</c:v>
                </c:pt>
                <c:pt idx="851">
                  <c:v>105.8334943017191</c:v>
                </c:pt>
                <c:pt idx="852">
                  <c:v>105.74657137338222</c:v>
                </c:pt>
                <c:pt idx="853">
                  <c:v>108.18041336681472</c:v>
                </c:pt>
                <c:pt idx="854">
                  <c:v>109.66776125169008</c:v>
                </c:pt>
                <c:pt idx="855">
                  <c:v>109.62912883909593</c:v>
                </c:pt>
                <c:pt idx="856">
                  <c:v>108.96271972184657</c:v>
                </c:pt>
                <c:pt idx="857">
                  <c:v>110.09271779022595</c:v>
                </c:pt>
                <c:pt idx="858">
                  <c:v>109.76434228317555</c:v>
                </c:pt>
                <c:pt idx="859">
                  <c:v>110.0347691713347</c:v>
                </c:pt>
                <c:pt idx="860">
                  <c:v>111.21305775545676</c:v>
                </c:pt>
                <c:pt idx="861">
                  <c:v>110.30519605949384</c:v>
                </c:pt>
                <c:pt idx="862">
                  <c:v>109.29109522889696</c:v>
                </c:pt>
                <c:pt idx="863">
                  <c:v>110.00579486188903</c:v>
                </c:pt>
                <c:pt idx="864">
                  <c:v>109.76434228317548</c:v>
                </c:pt>
                <c:pt idx="865">
                  <c:v>110.29553795634524</c:v>
                </c:pt>
                <c:pt idx="866">
                  <c:v>109.97682055244339</c:v>
                </c:pt>
                <c:pt idx="867">
                  <c:v>109.40699246667943</c:v>
                </c:pt>
                <c:pt idx="868">
                  <c:v>109.03998454703485</c:v>
                </c:pt>
                <c:pt idx="869">
                  <c:v>109.10759126907465</c:v>
                </c:pt>
                <c:pt idx="870">
                  <c:v>109.2814371257484</c:v>
                </c:pt>
                <c:pt idx="871">
                  <c:v>109.81263279891817</c:v>
                </c:pt>
                <c:pt idx="872">
                  <c:v>109.1462236816688</c:v>
                </c:pt>
                <c:pt idx="873">
                  <c:v>108.44118215182527</c:v>
                </c:pt>
                <c:pt idx="874">
                  <c:v>108.65366042109321</c:v>
                </c:pt>
                <c:pt idx="875">
                  <c:v>107.07938960788094</c:v>
                </c:pt>
                <c:pt idx="876">
                  <c:v>108.02588371643802</c:v>
                </c:pt>
                <c:pt idx="877">
                  <c:v>107.92930268495259</c:v>
                </c:pt>
                <c:pt idx="878">
                  <c:v>108.04519992273509</c:v>
                </c:pt>
                <c:pt idx="879">
                  <c:v>107.8134054471701</c:v>
                </c:pt>
                <c:pt idx="880">
                  <c:v>108.55707938960781</c:v>
                </c:pt>
                <c:pt idx="881">
                  <c:v>108.97237782499509</c:v>
                </c:pt>
                <c:pt idx="882">
                  <c:v>109.43596677612508</c:v>
                </c:pt>
                <c:pt idx="883">
                  <c:v>108.953061618698</c:v>
                </c:pt>
                <c:pt idx="884">
                  <c:v>109.73536797372986</c:v>
                </c:pt>
                <c:pt idx="885">
                  <c:v>109.40699246667944</c:v>
                </c:pt>
                <c:pt idx="886">
                  <c:v>109.05930075333193</c:v>
                </c:pt>
                <c:pt idx="887">
                  <c:v>109.8126327989182</c:v>
                </c:pt>
                <c:pt idx="888">
                  <c:v>109.59049642650174</c:v>
                </c:pt>
                <c:pt idx="889">
                  <c:v>110.49835812246465</c:v>
                </c:pt>
                <c:pt idx="890">
                  <c:v>109.83194900521528</c:v>
                </c:pt>
                <c:pt idx="891">
                  <c:v>110.26656364689964</c:v>
                </c:pt>
                <c:pt idx="892">
                  <c:v>110.53699053505879</c:v>
                </c:pt>
                <c:pt idx="893">
                  <c:v>110.07340158392877</c:v>
                </c:pt>
                <c:pt idx="894">
                  <c:v>110.31485416264233</c:v>
                </c:pt>
                <c:pt idx="895">
                  <c:v>110.34382847208792</c:v>
                </c:pt>
                <c:pt idx="896">
                  <c:v>110.9426308672975</c:v>
                </c:pt>
                <c:pt idx="897">
                  <c:v>111.87946687270602</c:v>
                </c:pt>
                <c:pt idx="898">
                  <c:v>111.54143326250706</c:v>
                </c:pt>
                <c:pt idx="899">
                  <c:v>111.65733050028953</c:v>
                </c:pt>
                <c:pt idx="900">
                  <c:v>110.87502414525767</c:v>
                </c:pt>
                <c:pt idx="901">
                  <c:v>110.87502414525767</c:v>
                </c:pt>
                <c:pt idx="902">
                  <c:v>111.01989569248579</c:v>
                </c:pt>
                <c:pt idx="903">
                  <c:v>111.290322580645</c:v>
                </c:pt>
                <c:pt idx="904">
                  <c:v>111.82151825381473</c:v>
                </c:pt>
                <c:pt idx="905">
                  <c:v>112.12091945141954</c:v>
                </c:pt>
                <c:pt idx="906">
                  <c:v>112.60382460884662</c:v>
                </c:pt>
                <c:pt idx="907">
                  <c:v>113.00946494108535</c:v>
                </c:pt>
                <c:pt idx="908">
                  <c:v>113.17365269461054</c:v>
                </c:pt>
                <c:pt idx="909">
                  <c:v>113.84006181185993</c:v>
                </c:pt>
                <c:pt idx="910">
                  <c:v>114.02356577168224</c:v>
                </c:pt>
                <c:pt idx="911">
                  <c:v>113.95595904964243</c:v>
                </c:pt>
                <c:pt idx="912">
                  <c:v>113.55031871740367</c:v>
                </c:pt>
                <c:pt idx="913">
                  <c:v>113.75313888352306</c:v>
                </c:pt>
                <c:pt idx="914">
                  <c:v>113.08672976627371</c:v>
                </c:pt>
                <c:pt idx="915">
                  <c:v>113.24125941665037</c:v>
                </c:pt>
                <c:pt idx="916">
                  <c:v>113.19296890090763</c:v>
                </c:pt>
                <c:pt idx="917">
                  <c:v>113.00946494108533</c:v>
                </c:pt>
                <c:pt idx="918">
                  <c:v>112.89356770330284</c:v>
                </c:pt>
                <c:pt idx="919">
                  <c:v>112.6521151245893</c:v>
                </c:pt>
                <c:pt idx="920">
                  <c:v>112.04365462623115</c:v>
                </c:pt>
                <c:pt idx="921">
                  <c:v>112.42997875217283</c:v>
                </c:pt>
                <c:pt idx="922">
                  <c:v>111.99536411048847</c:v>
                </c:pt>
                <c:pt idx="923">
                  <c:v>112.28510720494474</c:v>
                </c:pt>
                <c:pt idx="924">
                  <c:v>112.94185821904557</c:v>
                </c:pt>
                <c:pt idx="925">
                  <c:v>113.52134440795808</c:v>
                </c:pt>
                <c:pt idx="926">
                  <c:v>113.68553216148328</c:v>
                </c:pt>
                <c:pt idx="927">
                  <c:v>113.47305389221539</c:v>
                </c:pt>
                <c:pt idx="928">
                  <c:v>113.40544717017561</c:v>
                </c:pt>
                <c:pt idx="929">
                  <c:v>111.92775738844875</c:v>
                </c:pt>
                <c:pt idx="930">
                  <c:v>111.52211705621002</c:v>
                </c:pt>
                <c:pt idx="931">
                  <c:v>110.15066640911712</c:v>
                </c:pt>
                <c:pt idx="932">
                  <c:v>110.24724744060251</c:v>
                </c:pt>
                <c:pt idx="933">
                  <c:v>111.90844118215166</c:v>
                </c:pt>
                <c:pt idx="934">
                  <c:v>111.75391153177497</c:v>
                </c:pt>
                <c:pt idx="935">
                  <c:v>111.79254394436914</c:v>
                </c:pt>
                <c:pt idx="936">
                  <c:v>112.6134827119952</c:v>
                </c:pt>
                <c:pt idx="937">
                  <c:v>112.67143133088649</c:v>
                </c:pt>
                <c:pt idx="938">
                  <c:v>112.42997875217293</c:v>
                </c:pt>
                <c:pt idx="939">
                  <c:v>112.17886807031084</c:v>
                </c:pt>
                <c:pt idx="940">
                  <c:v>112.75835425922334</c:v>
                </c:pt>
                <c:pt idx="941">
                  <c:v>113.04809735367959</c:v>
                </c:pt>
                <c:pt idx="942">
                  <c:v>112.49758547421273</c:v>
                </c:pt>
                <c:pt idx="943">
                  <c:v>113.02878114738247</c:v>
                </c:pt>
                <c:pt idx="944">
                  <c:v>112.62314081514371</c:v>
                </c:pt>
                <c:pt idx="945">
                  <c:v>112.48792737106415</c:v>
                </c:pt>
                <c:pt idx="946">
                  <c:v>112.53621788680687</c:v>
                </c:pt>
                <c:pt idx="947">
                  <c:v>112.09194514197394</c:v>
                </c:pt>
                <c:pt idx="948">
                  <c:v>113.17365269461055</c:v>
                </c:pt>
                <c:pt idx="949">
                  <c:v>112.20784237975639</c:v>
                </c:pt>
                <c:pt idx="950">
                  <c:v>112.43963685532134</c:v>
                </c:pt>
                <c:pt idx="951">
                  <c:v>112.41066254587572</c:v>
                </c:pt>
                <c:pt idx="952">
                  <c:v>112.83561908441158</c:v>
                </c:pt>
                <c:pt idx="953">
                  <c:v>112.86459339385719</c:v>
                </c:pt>
                <c:pt idx="954">
                  <c:v>113.10604597257071</c:v>
                </c:pt>
                <c:pt idx="955">
                  <c:v>112.42032064902426</c:v>
                </c:pt>
                <c:pt idx="956">
                  <c:v>112.63279891829218</c:v>
                </c:pt>
                <c:pt idx="957">
                  <c:v>112.50724357736117</c:v>
                </c:pt>
                <c:pt idx="958">
                  <c:v>113.16399459146197</c:v>
                </c:pt>
                <c:pt idx="959">
                  <c:v>113.60826733629492</c:v>
                </c:pt>
                <c:pt idx="960">
                  <c:v>113.07707166312512</c:v>
                </c:pt>
                <c:pt idx="961">
                  <c:v>112.95151632219407</c:v>
                </c:pt>
                <c:pt idx="962">
                  <c:v>113.3281823449872</c:v>
                </c:pt>
                <c:pt idx="963">
                  <c:v>113.3281823449872</c:v>
                </c:pt>
                <c:pt idx="964">
                  <c:v>113.58895112999782</c:v>
                </c:pt>
                <c:pt idx="965">
                  <c:v>114.61271006374326</c:v>
                </c:pt>
                <c:pt idx="966">
                  <c:v>114.091172493722</c:v>
                </c:pt>
                <c:pt idx="967">
                  <c:v>113.84971991500846</c:v>
                </c:pt>
                <c:pt idx="968">
                  <c:v>113.44407958276973</c:v>
                </c:pt>
                <c:pt idx="969">
                  <c:v>113.99459146223657</c:v>
                </c:pt>
                <c:pt idx="970">
                  <c:v>114.11048870001908</c:v>
                </c:pt>
                <c:pt idx="971">
                  <c:v>113.36681475758137</c:v>
                </c:pt>
                <c:pt idx="972">
                  <c:v>112.67143133088638</c:v>
                </c:pt>
                <c:pt idx="973">
                  <c:v>113.02878114738239</c:v>
                </c:pt>
                <c:pt idx="974">
                  <c:v>113.26057562294741</c:v>
                </c:pt>
                <c:pt idx="975">
                  <c:v>113.32818234498718</c:v>
                </c:pt>
                <c:pt idx="976">
                  <c:v>113.30886613869012</c:v>
                </c:pt>
                <c:pt idx="977">
                  <c:v>113.14467838516491</c:v>
                </c:pt>
                <c:pt idx="978">
                  <c:v>113.40544717017555</c:v>
                </c:pt>
                <c:pt idx="979">
                  <c:v>113.10604597257077</c:v>
                </c:pt>
                <c:pt idx="980">
                  <c:v>112.58450840254952</c:v>
                </c:pt>
                <c:pt idx="981">
                  <c:v>112.30442341124181</c:v>
                </c:pt>
                <c:pt idx="982">
                  <c:v>111.68630480973518</c:v>
                </c:pt>
                <c:pt idx="983">
                  <c:v>112.21750048290491</c:v>
                </c:pt>
                <c:pt idx="984">
                  <c:v>111.74425342862637</c:v>
                </c:pt>
                <c:pt idx="985">
                  <c:v>112.10160324512243</c:v>
                </c:pt>
                <c:pt idx="986">
                  <c:v>112.4879273710641</c:v>
                </c:pt>
                <c:pt idx="987">
                  <c:v>112.87425149700577</c:v>
                </c:pt>
                <c:pt idx="988">
                  <c:v>112.56519219625245</c:v>
                </c:pt>
                <c:pt idx="989">
                  <c:v>112.4396368553214</c:v>
                </c:pt>
                <c:pt idx="990">
                  <c:v>112.03399652308265</c:v>
                </c:pt>
                <c:pt idx="991">
                  <c:v>112.14023565771664</c:v>
                </c:pt>
                <c:pt idx="992">
                  <c:v>112.20784237975646</c:v>
                </c:pt>
                <c:pt idx="993">
                  <c:v>112.29476530809335</c:v>
                </c:pt>
                <c:pt idx="994">
                  <c:v>112.46861116476707</c:v>
                </c:pt>
                <c:pt idx="995">
                  <c:v>112.52655978365831</c:v>
                </c:pt>
                <c:pt idx="996">
                  <c:v>112.04365462623122</c:v>
                </c:pt>
                <c:pt idx="997">
                  <c:v>111.69596291288374</c:v>
                </c:pt>
                <c:pt idx="998">
                  <c:v>111.42553602472458</c:v>
                </c:pt>
                <c:pt idx="999">
                  <c:v>111.26134827119938</c:v>
                </c:pt>
                <c:pt idx="1000">
                  <c:v>110.8943403515548</c:v>
                </c:pt>
                <c:pt idx="1001">
                  <c:v>110.9909213830402</c:v>
                </c:pt>
                <c:pt idx="1002">
                  <c:v>111.52211705621002</c:v>
                </c:pt>
                <c:pt idx="1003">
                  <c:v>111.7056210160323</c:v>
                </c:pt>
                <c:pt idx="1004">
                  <c:v>111.61869808769541</c:v>
                </c:pt>
                <c:pt idx="1005">
                  <c:v>111.86015066640893</c:v>
                </c:pt>
                <c:pt idx="1006">
                  <c:v>111.96638980104289</c:v>
                </c:pt>
                <c:pt idx="1007">
                  <c:v>112.35271392698459</c:v>
                </c:pt>
                <c:pt idx="1008">
                  <c:v>112.23681668920207</c:v>
                </c:pt>
                <c:pt idx="1009">
                  <c:v>111.9567316978944</c:v>
                </c:pt>
                <c:pt idx="1010">
                  <c:v>111.85049256326043</c:v>
                </c:pt>
                <c:pt idx="1011">
                  <c:v>111.43519412787315</c:v>
                </c:pt>
                <c:pt idx="1012">
                  <c:v>111.33861309638775</c:v>
                </c:pt>
                <c:pt idx="1013">
                  <c:v>111.19374154915961</c:v>
                </c:pt>
                <c:pt idx="1014">
                  <c:v>111.27100637434793</c:v>
                </c:pt>
                <c:pt idx="1015">
                  <c:v>111.74425342862651</c:v>
                </c:pt>
                <c:pt idx="1016">
                  <c:v>111.98570600734006</c:v>
                </c:pt>
                <c:pt idx="1017">
                  <c:v>111.99536411048859</c:v>
                </c:pt>
                <c:pt idx="1018">
                  <c:v>112.01468031678569</c:v>
                </c:pt>
                <c:pt idx="1019">
                  <c:v>112.13057755456819</c:v>
                </c:pt>
                <c:pt idx="1020">
                  <c:v>112.27544910179633</c:v>
                </c:pt>
                <c:pt idx="1021">
                  <c:v>112.71972184662923</c:v>
                </c:pt>
                <c:pt idx="1022">
                  <c:v>112.4589530616186</c:v>
                </c:pt>
                <c:pt idx="1023">
                  <c:v>112.43963685532151</c:v>
                </c:pt>
                <c:pt idx="1024">
                  <c:v>112.3913463395788</c:v>
                </c:pt>
                <c:pt idx="1025">
                  <c:v>112.2947653080934</c:v>
                </c:pt>
                <c:pt idx="1026">
                  <c:v>112.95151632219422</c:v>
                </c:pt>
                <c:pt idx="1027">
                  <c:v>113.36681475758151</c:v>
                </c:pt>
                <c:pt idx="1028">
                  <c:v>113.38613096387863</c:v>
                </c:pt>
                <c:pt idx="1029">
                  <c:v>113.51168630480967</c:v>
                </c:pt>
                <c:pt idx="1030">
                  <c:v>113.45373768591841</c:v>
                </c:pt>
                <c:pt idx="1031">
                  <c:v>113.39578906702714</c:v>
                </c:pt>
                <c:pt idx="1032">
                  <c:v>113.21228510720483</c:v>
                </c:pt>
                <c:pt idx="1033">
                  <c:v>113.09638786942234</c:v>
                </c:pt>
                <c:pt idx="1034">
                  <c:v>113.5986092331465</c:v>
                </c:pt>
                <c:pt idx="1035">
                  <c:v>113.91732663704838</c:v>
                </c:pt>
                <c:pt idx="1036">
                  <c:v>113.76279698667172</c:v>
                </c:pt>
                <c:pt idx="1037">
                  <c:v>113.81108750241441</c:v>
                </c:pt>
                <c:pt idx="1038">
                  <c:v>113.69519026463193</c:v>
                </c:pt>
                <c:pt idx="1039">
                  <c:v>113.70484836778049</c:v>
                </c:pt>
                <c:pt idx="1040">
                  <c:v>113.46339578906696</c:v>
                </c:pt>
                <c:pt idx="1041">
                  <c:v>113.44407958276989</c:v>
                </c:pt>
                <c:pt idx="1042">
                  <c:v>113.44407958276989</c:v>
                </c:pt>
                <c:pt idx="1043">
                  <c:v>113.18331079775926</c:v>
                </c:pt>
                <c:pt idx="1044">
                  <c:v>113.21228510720486</c:v>
                </c:pt>
                <c:pt idx="1045">
                  <c:v>112.89356770330301</c:v>
                </c:pt>
                <c:pt idx="1046">
                  <c:v>112.75835425922342</c:v>
                </c:pt>
                <c:pt idx="1047">
                  <c:v>112.6134827119953</c:v>
                </c:pt>
                <c:pt idx="1048">
                  <c:v>112.39134633957886</c:v>
                </c:pt>
                <c:pt idx="1049">
                  <c:v>112.6810894340351</c:v>
                </c:pt>
                <c:pt idx="1050">
                  <c:v>112.43963685532157</c:v>
                </c:pt>
                <c:pt idx="1051">
                  <c:v>112.45895306161866</c:v>
                </c:pt>
                <c:pt idx="1052">
                  <c:v>112.1209194514197</c:v>
                </c:pt>
                <c:pt idx="1053">
                  <c:v>112.01468031678571</c:v>
                </c:pt>
                <c:pt idx="1054">
                  <c:v>112.47826926791575</c:v>
                </c:pt>
                <c:pt idx="1055">
                  <c:v>113.24125941665055</c:v>
                </c:pt>
                <c:pt idx="1056">
                  <c:v>112.85493529070889</c:v>
                </c:pt>
                <c:pt idx="1057">
                  <c:v>113.53100251110678</c:v>
                </c:pt>
                <c:pt idx="1058">
                  <c:v>114.23604404095035</c:v>
                </c:pt>
                <c:pt idx="1059">
                  <c:v>114.73826540467451</c:v>
                </c:pt>
                <c:pt idx="1060">
                  <c:v>116.29322001158974</c:v>
                </c:pt>
                <c:pt idx="1061">
                  <c:v>115.45296503766663</c:v>
                </c:pt>
                <c:pt idx="1062">
                  <c:v>115.61715279119186</c:v>
                </c:pt>
                <c:pt idx="1063">
                  <c:v>114.45818041336686</c:v>
                </c:pt>
                <c:pt idx="1064">
                  <c:v>113.87869422445436</c:v>
                </c:pt>
                <c:pt idx="1065">
                  <c:v>114.14912111261354</c:v>
                </c:pt>
                <c:pt idx="1066">
                  <c:v>114.03322387483104</c:v>
                </c:pt>
                <c:pt idx="1067">
                  <c:v>113.74348078037478</c:v>
                </c:pt>
                <c:pt idx="1068">
                  <c:v>114.11048870001937</c:v>
                </c:pt>
                <c:pt idx="1069">
                  <c:v>115.066640911725</c:v>
                </c:pt>
                <c:pt idx="1070">
                  <c:v>114.88313695190273</c:v>
                </c:pt>
                <c:pt idx="1071">
                  <c:v>114.66100057948628</c:v>
                </c:pt>
                <c:pt idx="1072">
                  <c:v>114.65134247633776</c:v>
                </c:pt>
                <c:pt idx="1073">
                  <c:v>114.62236816689214</c:v>
                </c:pt>
                <c:pt idx="1074">
                  <c:v>114.45818041336693</c:v>
                </c:pt>
                <c:pt idx="1075">
                  <c:v>114.49681282596106</c:v>
                </c:pt>
                <c:pt idx="1076">
                  <c:v>113.80142939926604</c:v>
                </c:pt>
                <c:pt idx="1077">
                  <c:v>113.70484836778063</c:v>
                </c:pt>
                <c:pt idx="1078">
                  <c:v>113.81108750241458</c:v>
                </c:pt>
                <c:pt idx="1079">
                  <c:v>113.82074560556313</c:v>
                </c:pt>
                <c:pt idx="1080">
                  <c:v>113.69519026463209</c:v>
                </c:pt>
                <c:pt idx="1081">
                  <c:v>114.06219818427668</c:v>
                </c:pt>
                <c:pt idx="1082">
                  <c:v>113.93664284334562</c:v>
                </c:pt>
                <c:pt idx="1083">
                  <c:v>114.08151439057376</c:v>
                </c:pt>
                <c:pt idx="1084">
                  <c:v>112.8839096001546</c:v>
                </c:pt>
                <c:pt idx="1085">
                  <c:v>112.15955186401395</c:v>
                </c:pt>
                <c:pt idx="1086">
                  <c:v>112.36237203013336</c:v>
                </c:pt>
                <c:pt idx="1087">
                  <c:v>112.12091945141981</c:v>
                </c:pt>
                <c:pt idx="1088">
                  <c:v>112.20784237975668</c:v>
                </c:pt>
                <c:pt idx="1089">
                  <c:v>112.38168823643045</c:v>
                </c:pt>
                <c:pt idx="1090">
                  <c:v>112.1402356577169</c:v>
                </c:pt>
                <c:pt idx="1091">
                  <c:v>111.71527911918106</c:v>
                </c:pt>
                <c:pt idx="1092">
                  <c:v>111.18408344601126</c:v>
                </c:pt>
                <c:pt idx="1093">
                  <c:v>110.2665636468998</c:v>
                </c:pt>
                <c:pt idx="1094">
                  <c:v>111.11647672397149</c:v>
                </c:pt>
                <c:pt idx="1095">
                  <c:v>111.45451033417041</c:v>
                </c:pt>
                <c:pt idx="1096">
                  <c:v>110.60459725709875</c:v>
                </c:pt>
                <c:pt idx="1097">
                  <c:v>111.92775738844895</c:v>
                </c:pt>
                <c:pt idx="1098">
                  <c:v>111.76356963492374</c:v>
                </c:pt>
                <c:pt idx="1099">
                  <c:v>112.15955186401393</c:v>
                </c:pt>
                <c:pt idx="1100">
                  <c:v>112.11126134827123</c:v>
                </c:pt>
                <c:pt idx="1101">
                  <c:v>111.63801429399267</c:v>
                </c:pt>
                <c:pt idx="1102">
                  <c:v>111.32895499323935</c:v>
                </c:pt>
                <c:pt idx="1103">
                  <c:v>111.1551091365656</c:v>
                </c:pt>
                <c:pt idx="1104">
                  <c:v>110.73015259802978</c:v>
                </c:pt>
                <c:pt idx="1105">
                  <c:v>111.58006567510144</c:v>
                </c:pt>
                <c:pt idx="1106">
                  <c:v>111.92775738844897</c:v>
                </c:pt>
                <c:pt idx="1107">
                  <c:v>111.44485223102187</c:v>
                </c:pt>
                <c:pt idx="1108">
                  <c:v>111.25169016805104</c:v>
                </c:pt>
                <c:pt idx="1109">
                  <c:v>111.46416843731896</c:v>
                </c:pt>
                <c:pt idx="1110">
                  <c:v>111.9857060073402</c:v>
                </c:pt>
                <c:pt idx="1111">
                  <c:v>112.64245702144102</c:v>
                </c:pt>
                <c:pt idx="1112">
                  <c:v>112.99014873478851</c:v>
                </c:pt>
                <c:pt idx="1113">
                  <c:v>113.22194321035353</c:v>
                </c:pt>
                <c:pt idx="1114">
                  <c:v>113.56963492370103</c:v>
                </c:pt>
                <c:pt idx="1115">
                  <c:v>113.92698474019708</c:v>
                </c:pt>
                <c:pt idx="1116">
                  <c:v>113.95595904964269</c:v>
                </c:pt>
                <c:pt idx="1117">
                  <c:v>113.78211319296894</c:v>
                </c:pt>
                <c:pt idx="1118">
                  <c:v>113.62758354259229</c:v>
                </c:pt>
                <c:pt idx="1119">
                  <c:v>113.84971991500875</c:v>
                </c:pt>
                <c:pt idx="1120">
                  <c:v>113.42476337647294</c:v>
                </c:pt>
                <c:pt idx="1121">
                  <c:v>113.04809735367981</c:v>
                </c:pt>
                <c:pt idx="1122">
                  <c:v>112.83561908441189</c:v>
                </c:pt>
                <c:pt idx="1123">
                  <c:v>113.21228510720501</c:v>
                </c:pt>
                <c:pt idx="1124">
                  <c:v>113.20262700405648</c:v>
                </c:pt>
                <c:pt idx="1125">
                  <c:v>113.11570407571962</c:v>
                </c:pt>
                <c:pt idx="1126">
                  <c:v>112.77767046552064</c:v>
                </c:pt>
                <c:pt idx="1127">
                  <c:v>113.29920803554187</c:v>
                </c:pt>
                <c:pt idx="1128">
                  <c:v>113.20262700405645</c:v>
                </c:pt>
                <c:pt idx="1129">
                  <c:v>112.91288390960023</c:v>
                </c:pt>
                <c:pt idx="1130">
                  <c:v>112.93220011589732</c:v>
                </c:pt>
                <c:pt idx="1131">
                  <c:v>113.46339578906708</c:v>
                </c:pt>
                <c:pt idx="1132">
                  <c:v>113.25091751979917</c:v>
                </c:pt>
                <c:pt idx="1133">
                  <c:v>113.84006181186021</c:v>
                </c:pt>
                <c:pt idx="1134">
                  <c:v>113.80142939926601</c:v>
                </c:pt>
                <c:pt idx="1135">
                  <c:v>113.3764728607302</c:v>
                </c:pt>
                <c:pt idx="1136">
                  <c:v>113.10604597257105</c:v>
                </c:pt>
                <c:pt idx="1137">
                  <c:v>112.70040564033232</c:v>
                </c:pt>
                <c:pt idx="1138">
                  <c:v>112.27544910179651</c:v>
                </c:pt>
                <c:pt idx="1139">
                  <c:v>112.57485029940126</c:v>
                </c:pt>
                <c:pt idx="1140">
                  <c:v>112.08228703882565</c:v>
                </c:pt>
                <c:pt idx="1141">
                  <c:v>112.26579099864793</c:v>
                </c:pt>
                <c:pt idx="1142">
                  <c:v>112.21750048290521</c:v>
                </c:pt>
                <c:pt idx="1143">
                  <c:v>112.06297083252855</c:v>
                </c:pt>
                <c:pt idx="1144">
                  <c:v>112.33339772068774</c:v>
                </c:pt>
                <c:pt idx="1145">
                  <c:v>112.28510720494504</c:v>
                </c:pt>
                <c:pt idx="1146">
                  <c:v>112.52655978365856</c:v>
                </c:pt>
                <c:pt idx="1147">
                  <c:v>112.60382460884691</c:v>
                </c:pt>
                <c:pt idx="1148">
                  <c:v>112.33339772068773</c:v>
                </c:pt>
                <c:pt idx="1149">
                  <c:v>112.33339772068773</c:v>
                </c:pt>
                <c:pt idx="1150">
                  <c:v>112.00502221363729</c:v>
                </c:pt>
                <c:pt idx="1151">
                  <c:v>112.14023565771691</c:v>
                </c:pt>
                <c:pt idx="1152">
                  <c:v>111.28066447749669</c:v>
                </c:pt>
                <c:pt idx="1153">
                  <c:v>111.39656171527918</c:v>
                </c:pt>
                <c:pt idx="1154">
                  <c:v>111.48348464361607</c:v>
                </c:pt>
                <c:pt idx="1155">
                  <c:v>111.40621981842773</c:v>
                </c:pt>
                <c:pt idx="1156">
                  <c:v>111.82151825381501</c:v>
                </c:pt>
                <c:pt idx="1157">
                  <c:v>111.7249372223296</c:v>
                </c:pt>
                <c:pt idx="1158">
                  <c:v>111.93741549159752</c:v>
                </c:pt>
                <c:pt idx="1159">
                  <c:v>112.11126134827124</c:v>
                </c:pt>
                <c:pt idx="1160">
                  <c:v>111.07784431137728</c:v>
                </c:pt>
                <c:pt idx="1161">
                  <c:v>110.66254587598999</c:v>
                </c:pt>
                <c:pt idx="1162">
                  <c:v>110.78810121692104</c:v>
                </c:pt>
                <c:pt idx="1163">
                  <c:v>110.38246088468227</c:v>
                </c:pt>
                <c:pt idx="1164">
                  <c:v>109.92853003670082</c:v>
                </c:pt>
                <c:pt idx="1165">
                  <c:v>109.6967355611358</c:v>
                </c:pt>
                <c:pt idx="1166">
                  <c:v>109.81263279891832</c:v>
                </c:pt>
                <c:pt idx="1167">
                  <c:v>109.94784624299788</c:v>
                </c:pt>
                <c:pt idx="1168">
                  <c:v>110.31485416264245</c:v>
                </c:pt>
                <c:pt idx="1169">
                  <c:v>110.31485416264245</c:v>
                </c:pt>
                <c:pt idx="1170">
                  <c:v>109.88023952095807</c:v>
                </c:pt>
                <c:pt idx="1171">
                  <c:v>110.41143519412785</c:v>
                </c:pt>
                <c:pt idx="1172">
                  <c:v>110.45972570987057</c:v>
                </c:pt>
                <c:pt idx="1173">
                  <c:v>110.49835812246475</c:v>
                </c:pt>
                <c:pt idx="1174">
                  <c:v>110.21827313115705</c:v>
                </c:pt>
                <c:pt idx="1175">
                  <c:v>110.26656364689977</c:v>
                </c:pt>
                <c:pt idx="1176">
                  <c:v>110.39211898783081</c:v>
                </c:pt>
                <c:pt idx="1177">
                  <c:v>110.25690554375123</c:v>
                </c:pt>
                <c:pt idx="1178">
                  <c:v>109.91887193355227</c:v>
                </c:pt>
                <c:pt idx="1179">
                  <c:v>110.29553795634543</c:v>
                </c:pt>
                <c:pt idx="1180">
                  <c:v>110.71083639173271</c:v>
                </c:pt>
                <c:pt idx="1181">
                  <c:v>110.50801622561333</c:v>
                </c:pt>
                <c:pt idx="1182">
                  <c:v>110.47904191616769</c:v>
                </c:pt>
                <c:pt idx="1183">
                  <c:v>110.23758933745415</c:v>
                </c:pt>
                <c:pt idx="1184">
                  <c:v>110.08305968707749</c:v>
                </c:pt>
                <c:pt idx="1185">
                  <c:v>110.21827313115709</c:v>
                </c:pt>
                <c:pt idx="1186">
                  <c:v>109.88023952095813</c:v>
                </c:pt>
                <c:pt idx="1187">
                  <c:v>109.81263279891833</c:v>
                </c:pt>
                <c:pt idx="1188">
                  <c:v>109.80297469576979</c:v>
                </c:pt>
                <c:pt idx="1189">
                  <c:v>109.97682055244356</c:v>
                </c:pt>
                <c:pt idx="1190">
                  <c:v>110.74946880432688</c:v>
                </c:pt>
                <c:pt idx="1191">
                  <c:v>111.3386130963879</c:v>
                </c:pt>
                <c:pt idx="1192">
                  <c:v>111.32895499323936</c:v>
                </c:pt>
                <c:pt idx="1193">
                  <c:v>111.15510913656561</c:v>
                </c:pt>
                <c:pt idx="1194">
                  <c:v>111.36758740583355</c:v>
                </c:pt>
                <c:pt idx="1195">
                  <c:v>111.58006567510148</c:v>
                </c:pt>
                <c:pt idx="1196">
                  <c:v>111.30963878694233</c:v>
                </c:pt>
                <c:pt idx="1197">
                  <c:v>111.63801429399274</c:v>
                </c:pt>
                <c:pt idx="1198">
                  <c:v>111.48348464361608</c:v>
                </c:pt>
                <c:pt idx="1199">
                  <c:v>111.47382654046751</c:v>
                </c:pt>
                <c:pt idx="1200">
                  <c:v>111.31929689009085</c:v>
                </c:pt>
                <c:pt idx="1201">
                  <c:v>111.3386130963879</c:v>
                </c:pt>
                <c:pt idx="1202">
                  <c:v>111.74425342862668</c:v>
                </c:pt>
                <c:pt idx="1203">
                  <c:v>111.84083446011206</c:v>
                </c:pt>
                <c:pt idx="1204">
                  <c:v>111.80220204751789</c:v>
                </c:pt>
                <c:pt idx="1205">
                  <c:v>112.77767046552057</c:v>
                </c:pt>
                <c:pt idx="1206">
                  <c:v>112.78732856866912</c:v>
                </c:pt>
                <c:pt idx="1207">
                  <c:v>112.79698667181768</c:v>
                </c:pt>
                <c:pt idx="1208">
                  <c:v>112.65211512458956</c:v>
                </c:pt>
                <c:pt idx="1209">
                  <c:v>112.75835425922348</c:v>
                </c:pt>
                <c:pt idx="1210">
                  <c:v>112.52655978365848</c:v>
                </c:pt>
                <c:pt idx="1211">
                  <c:v>112.54587598995558</c:v>
                </c:pt>
                <c:pt idx="1212">
                  <c:v>111.88912497585476</c:v>
                </c:pt>
                <c:pt idx="1213">
                  <c:v>112.2078423797566</c:v>
                </c:pt>
                <c:pt idx="1214">
                  <c:v>111.96638980104308</c:v>
                </c:pt>
                <c:pt idx="1215">
                  <c:v>111.91809928530039</c:v>
                </c:pt>
                <c:pt idx="1216">
                  <c:v>112.28510720494498</c:v>
                </c:pt>
                <c:pt idx="1217">
                  <c:v>112.16920996716247</c:v>
                </c:pt>
                <c:pt idx="1218">
                  <c:v>112.25613289549932</c:v>
                </c:pt>
                <c:pt idx="1219">
                  <c:v>112.26579099864786</c:v>
                </c:pt>
                <c:pt idx="1220">
                  <c:v>112.35271392698469</c:v>
                </c:pt>
                <c:pt idx="1221">
                  <c:v>112.1498937608653</c:v>
                </c:pt>
                <c:pt idx="1222">
                  <c:v>112.02433841993425</c:v>
                </c:pt>
                <c:pt idx="1223">
                  <c:v>111.54143326250717</c:v>
                </c:pt>
                <c:pt idx="1224">
                  <c:v>111.49314274676446</c:v>
                </c:pt>
                <c:pt idx="1225">
                  <c:v>110.73015259802969</c:v>
                </c:pt>
                <c:pt idx="1226">
                  <c:v>110.83639173266367</c:v>
                </c:pt>
                <c:pt idx="1227">
                  <c:v>110.9329727641491</c:v>
                </c:pt>
                <c:pt idx="1228">
                  <c:v>110.7301525980297</c:v>
                </c:pt>
                <c:pt idx="1229">
                  <c:v>110.57562294765303</c:v>
                </c:pt>
                <c:pt idx="1230">
                  <c:v>109.92853003670076</c:v>
                </c:pt>
                <c:pt idx="1231">
                  <c:v>109.90921383040367</c:v>
                </c:pt>
                <c:pt idx="1232">
                  <c:v>110.01545296503767</c:v>
                </c:pt>
                <c:pt idx="1233">
                  <c:v>109.82229090206684</c:v>
                </c:pt>
                <c:pt idx="1234">
                  <c:v>109.54220591075912</c:v>
                </c:pt>
                <c:pt idx="1235">
                  <c:v>109.42630867297663</c:v>
                </c:pt>
                <c:pt idx="1236">
                  <c:v>108.59571180220205</c:v>
                </c:pt>
                <c:pt idx="1237">
                  <c:v>108.70195093683596</c:v>
                </c:pt>
                <c:pt idx="1238">
                  <c:v>108.39289163608264</c:v>
                </c:pt>
                <c:pt idx="1239">
                  <c:v>108.74058334943012</c:v>
                </c:pt>
                <c:pt idx="1240">
                  <c:v>108.14178095422055</c:v>
                </c:pt>
                <c:pt idx="1241">
                  <c:v>108.27699439830012</c:v>
                </c:pt>
                <c:pt idx="1242">
                  <c:v>108.17075526366617</c:v>
                </c:pt>
                <c:pt idx="1243">
                  <c:v>107.73614062198178</c:v>
                </c:pt>
                <c:pt idx="1244">
                  <c:v>108.16109716051757</c:v>
                </c:pt>
                <c:pt idx="1245">
                  <c:v>107.75545682827884</c:v>
                </c:pt>
                <c:pt idx="1246">
                  <c:v>108.36391732663699</c:v>
                </c:pt>
                <c:pt idx="1247">
                  <c:v>108.54742128645927</c:v>
                </c:pt>
                <c:pt idx="1248">
                  <c:v>#N/A</c:v>
                </c:pt>
                <c:pt idx="1249">
                  <c:v>#N/A</c:v>
                </c:pt>
                <c:pt idx="1250">
                  <c:v>#N/A</c:v>
                </c:pt>
                <c:pt idx="1251">
                  <c:v>#N/A</c:v>
                </c:pt>
                <c:pt idx="1252">
                  <c:v>#N/A</c:v>
                </c:pt>
                <c:pt idx="1253">
                  <c:v>#N/A</c:v>
                </c:pt>
                <c:pt idx="1254">
                  <c:v>#N/A</c:v>
                </c:pt>
                <c:pt idx="1255">
                  <c:v>#N/A</c:v>
                </c:pt>
                <c:pt idx="1256">
                  <c:v>#N/A</c:v>
                </c:pt>
                <c:pt idx="1257">
                  <c:v>#N/A</c:v>
                </c:pt>
                <c:pt idx="1258">
                  <c:v>#N/A</c:v>
                </c:pt>
                <c:pt idx="1259">
                  <c:v>#N/A</c:v>
                </c:pt>
                <c:pt idx="1260">
                  <c:v>#N/A</c:v>
                </c:pt>
                <c:pt idx="1261">
                  <c:v>#N/A</c:v>
                </c:pt>
                <c:pt idx="1262">
                  <c:v>#N/A</c:v>
                </c:pt>
                <c:pt idx="1263">
                  <c:v>#N/A</c:v>
                </c:pt>
                <c:pt idx="1264">
                  <c:v>#N/A</c:v>
                </c:pt>
                <c:pt idx="1265">
                  <c:v>#N/A</c:v>
                </c:pt>
                <c:pt idx="1266">
                  <c:v>#N/A</c:v>
                </c:pt>
                <c:pt idx="1267">
                  <c:v>#N/A</c:v>
                </c:pt>
                <c:pt idx="1268">
                  <c:v>#N/A</c:v>
                </c:pt>
                <c:pt idx="1269">
                  <c:v>#N/A</c:v>
                </c:pt>
                <c:pt idx="1270">
                  <c:v>#N/A</c:v>
                </c:pt>
                <c:pt idx="1271">
                  <c:v>#N/A</c:v>
                </c:pt>
                <c:pt idx="1272">
                  <c:v>#N/A</c:v>
                </c:pt>
                <c:pt idx="1273">
                  <c:v>#N/A</c:v>
                </c:pt>
                <c:pt idx="1274">
                  <c:v>#N/A</c:v>
                </c:pt>
                <c:pt idx="1275">
                  <c:v>#N/A</c:v>
                </c:pt>
                <c:pt idx="1276">
                  <c:v>#N/A</c:v>
                </c:pt>
                <c:pt idx="1277">
                  <c:v>#N/A</c:v>
                </c:pt>
                <c:pt idx="1278">
                  <c:v>#N/A</c:v>
                </c:pt>
                <c:pt idx="1279">
                  <c:v>#N/A</c:v>
                </c:pt>
                <c:pt idx="1280">
                  <c:v>#N/A</c:v>
                </c:pt>
                <c:pt idx="1281">
                  <c:v>#N/A</c:v>
                </c:pt>
                <c:pt idx="1282">
                  <c:v>#N/A</c:v>
                </c:pt>
                <c:pt idx="1283">
                  <c:v>#N/A</c:v>
                </c:pt>
                <c:pt idx="1284">
                  <c:v>#N/A</c:v>
                </c:pt>
                <c:pt idx="1285">
                  <c:v>#N/A</c:v>
                </c:pt>
                <c:pt idx="1286">
                  <c:v>#N/A</c:v>
                </c:pt>
                <c:pt idx="1287">
                  <c:v>#N/A</c:v>
                </c:pt>
                <c:pt idx="1288">
                  <c:v>#N/A</c:v>
                </c:pt>
                <c:pt idx="1289">
                  <c:v>#N/A</c:v>
                </c:pt>
                <c:pt idx="1290">
                  <c:v>#N/A</c:v>
                </c:pt>
                <c:pt idx="1291">
                  <c:v>#N/A</c:v>
                </c:pt>
                <c:pt idx="1292">
                  <c:v>#N/A</c:v>
                </c:pt>
                <c:pt idx="1293">
                  <c:v>#N/A</c:v>
                </c:pt>
                <c:pt idx="1294">
                  <c:v>#N/A</c:v>
                </c:pt>
                <c:pt idx="1295">
                  <c:v>#N/A</c:v>
                </c:pt>
                <c:pt idx="1296">
                  <c:v>#N/A</c:v>
                </c:pt>
                <c:pt idx="1297">
                  <c:v>#N/A</c:v>
                </c:pt>
                <c:pt idx="1298">
                  <c:v>#N/A</c:v>
                </c:pt>
                <c:pt idx="1299">
                  <c:v>#N/A</c:v>
                </c:pt>
                <c:pt idx="1300">
                  <c:v>#N/A</c:v>
                </c:pt>
                <c:pt idx="1301">
                  <c:v>#N/A</c:v>
                </c:pt>
                <c:pt idx="1302">
                  <c:v>#N/A</c:v>
                </c:pt>
                <c:pt idx="1303">
                  <c:v>#N/A</c:v>
                </c:pt>
                <c:pt idx="1304">
                  <c:v>#N/A</c:v>
                </c:pt>
                <c:pt idx="1305">
                  <c:v>#N/A</c:v>
                </c:pt>
                <c:pt idx="1306">
                  <c:v>#N/A</c:v>
                </c:pt>
                <c:pt idx="1307">
                  <c:v>#N/A</c:v>
                </c:pt>
                <c:pt idx="1308">
                  <c:v>#N/A</c:v>
                </c:pt>
                <c:pt idx="1309">
                  <c:v>#N/A</c:v>
                </c:pt>
                <c:pt idx="1310">
                  <c:v>#N/A</c:v>
                </c:pt>
                <c:pt idx="1311">
                  <c:v>#N/A</c:v>
                </c:pt>
                <c:pt idx="1312">
                  <c:v>#N/A</c:v>
                </c:pt>
                <c:pt idx="1313">
                  <c:v>#N/A</c:v>
                </c:pt>
                <c:pt idx="1314">
                  <c:v>#N/A</c:v>
                </c:pt>
                <c:pt idx="1315">
                  <c:v>#N/A</c:v>
                </c:pt>
                <c:pt idx="1316">
                  <c:v>#N/A</c:v>
                </c:pt>
                <c:pt idx="1317">
                  <c:v>#N/A</c:v>
                </c:pt>
                <c:pt idx="1318">
                  <c:v>#N/A</c:v>
                </c:pt>
                <c:pt idx="1319">
                  <c:v>#N/A</c:v>
                </c:pt>
                <c:pt idx="1320">
                  <c:v>#N/A</c:v>
                </c:pt>
              </c:numCache>
            </c:numRef>
          </c:val>
          <c:smooth val="0"/>
          <c:extLst>
            <c:ext xmlns:c16="http://schemas.microsoft.com/office/drawing/2014/chart" uri="{C3380CC4-5D6E-409C-BE32-E72D297353CC}">
              <c16:uniqueId val="{00000003-77A7-47B5-B7C8-67DACEB0DB19}"/>
            </c:ext>
          </c:extLst>
        </c:ser>
        <c:dLbls>
          <c:showLegendKey val="0"/>
          <c:showVal val="0"/>
          <c:showCatName val="0"/>
          <c:showSerName val="0"/>
          <c:showPercent val="0"/>
          <c:showBubbleSize val="0"/>
        </c:dLbls>
        <c:marker val="1"/>
        <c:smooth val="0"/>
        <c:axId val="1617949184"/>
        <c:axId val="1908756048"/>
      </c:lineChart>
      <c:dateAx>
        <c:axId val="-1398615792"/>
        <c:scaling>
          <c:orientation val="minMax"/>
          <c:min val="45657"/>
        </c:scaling>
        <c:delete val="0"/>
        <c:axPos val="b"/>
        <c:numFmt formatCode="mmmyy" sourceLinked="0"/>
        <c:majorTickMark val="out"/>
        <c:minorTickMark val="none"/>
        <c:tickLblPos val="low"/>
        <c:txPr>
          <a:bodyPr/>
          <a:lstStyle/>
          <a:p>
            <a:pPr>
              <a:defRPr sz="700"/>
            </a:pPr>
            <a:endParaRPr lang="es-PE"/>
          </a:p>
        </c:txPr>
        <c:crossAx val="-1328247744"/>
        <c:crosses val="autoZero"/>
        <c:auto val="0"/>
        <c:lblOffset val="100"/>
        <c:baseTimeUnit val="days"/>
        <c:majorUnit val="1"/>
        <c:majorTimeUnit val="months"/>
      </c:dateAx>
      <c:valAx>
        <c:axId val="-1328247744"/>
        <c:scaling>
          <c:orientation val="minMax"/>
          <c:max val="120"/>
          <c:min val="80"/>
        </c:scaling>
        <c:delete val="0"/>
        <c:axPos val="l"/>
        <c:numFmt formatCode="#,##0" sourceLinked="0"/>
        <c:majorTickMark val="out"/>
        <c:minorTickMark val="none"/>
        <c:tickLblPos val="nextTo"/>
        <c:txPr>
          <a:bodyPr/>
          <a:lstStyle/>
          <a:p>
            <a:pPr>
              <a:defRPr sz="900"/>
            </a:pPr>
            <a:endParaRPr lang="es-PE"/>
          </a:p>
        </c:txPr>
        <c:crossAx val="-1398615792"/>
        <c:crosses val="autoZero"/>
        <c:crossBetween val="between"/>
        <c:majorUnit val="10"/>
        <c:minorUnit val="5"/>
      </c:valAx>
      <c:valAx>
        <c:axId val="1908756048"/>
        <c:scaling>
          <c:orientation val="minMax"/>
          <c:max val="120"/>
          <c:min val="80"/>
        </c:scaling>
        <c:delete val="0"/>
        <c:axPos val="r"/>
        <c:numFmt formatCode="0" sourceLinked="0"/>
        <c:majorTickMark val="out"/>
        <c:minorTickMark val="none"/>
        <c:tickLblPos val="nextTo"/>
        <c:txPr>
          <a:bodyPr/>
          <a:lstStyle/>
          <a:p>
            <a:pPr>
              <a:defRPr sz="900"/>
            </a:pPr>
            <a:endParaRPr lang="es-PE"/>
          </a:p>
        </c:txPr>
        <c:crossAx val="1617949184"/>
        <c:crosses val="max"/>
        <c:crossBetween val="between"/>
        <c:majorUnit val="10"/>
        <c:minorUnit val="5"/>
      </c:valAx>
      <c:dateAx>
        <c:axId val="1617949184"/>
        <c:scaling>
          <c:orientation val="minMax"/>
        </c:scaling>
        <c:delete val="1"/>
        <c:axPos val="b"/>
        <c:numFmt formatCode="m/d/yyyy" sourceLinked="1"/>
        <c:majorTickMark val="out"/>
        <c:minorTickMark val="none"/>
        <c:tickLblPos val="nextTo"/>
        <c:crossAx val="1908756048"/>
        <c:crosses val="autoZero"/>
        <c:auto val="0"/>
        <c:lblOffset val="100"/>
        <c:baseTimeUnit val="days"/>
        <c:majorUnit val="1"/>
        <c:minorUnit val="1"/>
      </c:dateAx>
    </c:plotArea>
    <c:legend>
      <c:legendPos val="r"/>
      <c:layout>
        <c:manualLayout>
          <c:xMode val="edge"/>
          <c:yMode val="edge"/>
          <c:x val="9.3658925505230237E-2"/>
          <c:y val="2.5336929208821472E-2"/>
          <c:w val="0.42791358216368486"/>
          <c:h val="8.6081202920624392E-2"/>
        </c:manualLayout>
      </c:layout>
      <c:overlay val="1"/>
      <c:spPr>
        <a:solidFill>
          <a:schemeClr val="bg1"/>
        </a:solidFill>
        <a:ln>
          <a:solidFill>
            <a:sysClr val="window" lastClr="FFFFFF">
              <a:lumMod val="65000"/>
            </a:sysClr>
          </a:solidFill>
        </a:ln>
      </c:spPr>
      <c:txPr>
        <a:bodyPr/>
        <a:lstStyle/>
        <a:p>
          <a:pPr>
            <a:defRPr sz="800"/>
          </a:pPr>
          <a:endParaRPr lang="es-PE"/>
        </a:p>
      </c:txPr>
    </c:legend>
    <c:plotVisOnly val="1"/>
    <c:dispBlanksAs val="gap"/>
    <c:showDLblsOverMax val="0"/>
  </c:chart>
  <c:spPr>
    <a:noFill/>
    <a:ln>
      <a:noFill/>
    </a:ln>
  </c:spPr>
  <c:txPr>
    <a:bodyPr/>
    <a:lstStyle/>
    <a:p>
      <a:pPr>
        <a:defRPr b="1">
          <a:solidFill>
            <a:schemeClr val="tx2"/>
          </a:solidFill>
          <a:latin typeface="Trebuchet MS" panose="020B0603020202020204" pitchFamily="34" charset="0"/>
        </a:defRPr>
      </a:pPr>
      <a:endParaRPr lang="es-PE"/>
    </a:p>
  </c:txPr>
  <c:externalData r:id="rId2">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4.1649277514363765E-2"/>
          <c:y val="3.2210723150333236E-2"/>
          <c:w val="0.9102907538034547"/>
          <c:h val="0.82422191043943316"/>
        </c:manualLayout>
      </c:layout>
      <c:lineChart>
        <c:grouping val="standard"/>
        <c:varyColors val="0"/>
        <c:ser>
          <c:idx val="1"/>
          <c:order val="1"/>
          <c:tx>
            <c:v>JPM US HY</c:v>
          </c:tx>
          <c:spPr>
            <a:ln w="12700">
              <a:solidFill>
                <a:srgbClr val="00AECB"/>
              </a:solidFill>
            </a:ln>
          </c:spPr>
          <c:marker>
            <c:symbol val="none"/>
          </c:marker>
          <c:cat>
            <c:numRef>
              <c:f>Spread_Calc!$B$7:$B$6974</c:f>
              <c:numCache>
                <c:formatCode>m/d/yyyy</c:formatCode>
                <c:ptCount val="6968"/>
                <c:pt idx="0">
                  <c:v>36893</c:v>
                </c:pt>
                <c:pt idx="1">
                  <c:v>36894</c:v>
                </c:pt>
                <c:pt idx="2">
                  <c:v>36895</c:v>
                </c:pt>
                <c:pt idx="3">
                  <c:v>36896</c:v>
                </c:pt>
                <c:pt idx="4">
                  <c:v>36899</c:v>
                </c:pt>
                <c:pt idx="5">
                  <c:v>36900</c:v>
                </c:pt>
                <c:pt idx="6">
                  <c:v>36901</c:v>
                </c:pt>
                <c:pt idx="7">
                  <c:v>36902</c:v>
                </c:pt>
                <c:pt idx="8">
                  <c:v>36903</c:v>
                </c:pt>
                <c:pt idx="9">
                  <c:v>36906</c:v>
                </c:pt>
                <c:pt idx="10">
                  <c:v>36907</c:v>
                </c:pt>
                <c:pt idx="11">
                  <c:v>36908</c:v>
                </c:pt>
                <c:pt idx="12">
                  <c:v>36909</c:v>
                </c:pt>
                <c:pt idx="13">
                  <c:v>36910</c:v>
                </c:pt>
                <c:pt idx="14">
                  <c:v>36913</c:v>
                </c:pt>
                <c:pt idx="15">
                  <c:v>36914</c:v>
                </c:pt>
                <c:pt idx="16">
                  <c:v>36915</c:v>
                </c:pt>
                <c:pt idx="17">
                  <c:v>36916</c:v>
                </c:pt>
                <c:pt idx="18">
                  <c:v>36917</c:v>
                </c:pt>
                <c:pt idx="19">
                  <c:v>36920</c:v>
                </c:pt>
                <c:pt idx="20">
                  <c:v>36921</c:v>
                </c:pt>
                <c:pt idx="21">
                  <c:v>36922</c:v>
                </c:pt>
                <c:pt idx="22">
                  <c:v>36923</c:v>
                </c:pt>
                <c:pt idx="23">
                  <c:v>36924</c:v>
                </c:pt>
                <c:pt idx="24">
                  <c:v>36927</c:v>
                </c:pt>
                <c:pt idx="25">
                  <c:v>36928</c:v>
                </c:pt>
                <c:pt idx="26">
                  <c:v>36929</c:v>
                </c:pt>
                <c:pt idx="27">
                  <c:v>36930</c:v>
                </c:pt>
                <c:pt idx="28">
                  <c:v>36931</c:v>
                </c:pt>
                <c:pt idx="29">
                  <c:v>36934</c:v>
                </c:pt>
                <c:pt idx="30">
                  <c:v>36935</c:v>
                </c:pt>
                <c:pt idx="31">
                  <c:v>36936</c:v>
                </c:pt>
                <c:pt idx="32">
                  <c:v>36937</c:v>
                </c:pt>
                <c:pt idx="33">
                  <c:v>36938</c:v>
                </c:pt>
                <c:pt idx="34">
                  <c:v>36941</c:v>
                </c:pt>
                <c:pt idx="35">
                  <c:v>36942</c:v>
                </c:pt>
                <c:pt idx="36">
                  <c:v>36943</c:v>
                </c:pt>
                <c:pt idx="37">
                  <c:v>36944</c:v>
                </c:pt>
                <c:pt idx="38">
                  <c:v>36945</c:v>
                </c:pt>
                <c:pt idx="39">
                  <c:v>36948</c:v>
                </c:pt>
                <c:pt idx="40">
                  <c:v>36949</c:v>
                </c:pt>
                <c:pt idx="41">
                  <c:v>36950</c:v>
                </c:pt>
                <c:pt idx="42">
                  <c:v>36951</c:v>
                </c:pt>
                <c:pt idx="43">
                  <c:v>36952</c:v>
                </c:pt>
                <c:pt idx="44">
                  <c:v>36955</c:v>
                </c:pt>
                <c:pt idx="45">
                  <c:v>36956</c:v>
                </c:pt>
                <c:pt idx="46">
                  <c:v>36957</c:v>
                </c:pt>
                <c:pt idx="47">
                  <c:v>36958</c:v>
                </c:pt>
                <c:pt idx="48">
                  <c:v>36959</c:v>
                </c:pt>
                <c:pt idx="49">
                  <c:v>36962</c:v>
                </c:pt>
                <c:pt idx="50">
                  <c:v>36963</c:v>
                </c:pt>
                <c:pt idx="51">
                  <c:v>36964</c:v>
                </c:pt>
                <c:pt idx="52">
                  <c:v>36965</c:v>
                </c:pt>
                <c:pt idx="53">
                  <c:v>36966</c:v>
                </c:pt>
                <c:pt idx="54">
                  <c:v>36969</c:v>
                </c:pt>
                <c:pt idx="55">
                  <c:v>36970</c:v>
                </c:pt>
                <c:pt idx="56">
                  <c:v>36971</c:v>
                </c:pt>
                <c:pt idx="57">
                  <c:v>36972</c:v>
                </c:pt>
                <c:pt idx="58">
                  <c:v>36973</c:v>
                </c:pt>
                <c:pt idx="59">
                  <c:v>36976</c:v>
                </c:pt>
                <c:pt idx="60">
                  <c:v>36977</c:v>
                </c:pt>
                <c:pt idx="61">
                  <c:v>36978</c:v>
                </c:pt>
                <c:pt idx="62">
                  <c:v>36979</c:v>
                </c:pt>
                <c:pt idx="63">
                  <c:v>36980</c:v>
                </c:pt>
                <c:pt idx="64">
                  <c:v>36983</c:v>
                </c:pt>
                <c:pt idx="65">
                  <c:v>36984</c:v>
                </c:pt>
                <c:pt idx="66">
                  <c:v>36985</c:v>
                </c:pt>
                <c:pt idx="67">
                  <c:v>36986</c:v>
                </c:pt>
                <c:pt idx="68">
                  <c:v>36987</c:v>
                </c:pt>
                <c:pt idx="69">
                  <c:v>36990</c:v>
                </c:pt>
                <c:pt idx="70">
                  <c:v>36991</c:v>
                </c:pt>
                <c:pt idx="71">
                  <c:v>36992</c:v>
                </c:pt>
                <c:pt idx="72">
                  <c:v>36993</c:v>
                </c:pt>
                <c:pt idx="73">
                  <c:v>36994</c:v>
                </c:pt>
                <c:pt idx="74">
                  <c:v>36997</c:v>
                </c:pt>
                <c:pt idx="75">
                  <c:v>36998</c:v>
                </c:pt>
                <c:pt idx="76">
                  <c:v>36999</c:v>
                </c:pt>
                <c:pt idx="77">
                  <c:v>37000</c:v>
                </c:pt>
                <c:pt idx="78">
                  <c:v>37001</c:v>
                </c:pt>
                <c:pt idx="79">
                  <c:v>37004</c:v>
                </c:pt>
                <c:pt idx="80">
                  <c:v>37005</c:v>
                </c:pt>
                <c:pt idx="81">
                  <c:v>37006</c:v>
                </c:pt>
                <c:pt idx="82">
                  <c:v>37007</c:v>
                </c:pt>
                <c:pt idx="83">
                  <c:v>37008</c:v>
                </c:pt>
                <c:pt idx="84">
                  <c:v>37011</c:v>
                </c:pt>
                <c:pt idx="85">
                  <c:v>37012</c:v>
                </c:pt>
                <c:pt idx="86">
                  <c:v>37013</c:v>
                </c:pt>
                <c:pt idx="87">
                  <c:v>37014</c:v>
                </c:pt>
                <c:pt idx="88">
                  <c:v>37015</c:v>
                </c:pt>
                <c:pt idx="89">
                  <c:v>37018</c:v>
                </c:pt>
                <c:pt idx="90">
                  <c:v>37019</c:v>
                </c:pt>
                <c:pt idx="91">
                  <c:v>37020</c:v>
                </c:pt>
                <c:pt idx="92">
                  <c:v>37021</c:v>
                </c:pt>
                <c:pt idx="93">
                  <c:v>37022</c:v>
                </c:pt>
                <c:pt idx="94">
                  <c:v>37025</c:v>
                </c:pt>
                <c:pt idx="95">
                  <c:v>37026</c:v>
                </c:pt>
                <c:pt idx="96">
                  <c:v>37027</c:v>
                </c:pt>
                <c:pt idx="97">
                  <c:v>37028</c:v>
                </c:pt>
                <c:pt idx="98">
                  <c:v>37029</c:v>
                </c:pt>
                <c:pt idx="99">
                  <c:v>37032</c:v>
                </c:pt>
                <c:pt idx="100">
                  <c:v>37033</c:v>
                </c:pt>
                <c:pt idx="101">
                  <c:v>37034</c:v>
                </c:pt>
                <c:pt idx="102">
                  <c:v>37035</c:v>
                </c:pt>
                <c:pt idx="103">
                  <c:v>37036</c:v>
                </c:pt>
                <c:pt idx="104">
                  <c:v>37039</c:v>
                </c:pt>
                <c:pt idx="105">
                  <c:v>37040</c:v>
                </c:pt>
                <c:pt idx="106">
                  <c:v>37041</c:v>
                </c:pt>
                <c:pt idx="107">
                  <c:v>37042</c:v>
                </c:pt>
                <c:pt idx="108">
                  <c:v>37043</c:v>
                </c:pt>
                <c:pt idx="109">
                  <c:v>37046</c:v>
                </c:pt>
                <c:pt idx="110">
                  <c:v>37047</c:v>
                </c:pt>
                <c:pt idx="111">
                  <c:v>37048</c:v>
                </c:pt>
                <c:pt idx="112">
                  <c:v>37049</c:v>
                </c:pt>
                <c:pt idx="113">
                  <c:v>37050</c:v>
                </c:pt>
                <c:pt idx="114">
                  <c:v>37053</c:v>
                </c:pt>
                <c:pt idx="115">
                  <c:v>37054</c:v>
                </c:pt>
                <c:pt idx="116">
                  <c:v>37055</c:v>
                </c:pt>
                <c:pt idx="117">
                  <c:v>37056</c:v>
                </c:pt>
                <c:pt idx="118">
                  <c:v>37057</c:v>
                </c:pt>
                <c:pt idx="119">
                  <c:v>37060</c:v>
                </c:pt>
                <c:pt idx="120">
                  <c:v>37061</c:v>
                </c:pt>
                <c:pt idx="121">
                  <c:v>37062</c:v>
                </c:pt>
                <c:pt idx="122">
                  <c:v>37063</c:v>
                </c:pt>
                <c:pt idx="123">
                  <c:v>37064</c:v>
                </c:pt>
                <c:pt idx="124">
                  <c:v>37067</c:v>
                </c:pt>
                <c:pt idx="125">
                  <c:v>37068</c:v>
                </c:pt>
                <c:pt idx="126">
                  <c:v>37069</c:v>
                </c:pt>
                <c:pt idx="127">
                  <c:v>37070</c:v>
                </c:pt>
                <c:pt idx="128">
                  <c:v>37071</c:v>
                </c:pt>
                <c:pt idx="129">
                  <c:v>37074</c:v>
                </c:pt>
                <c:pt idx="130">
                  <c:v>37075</c:v>
                </c:pt>
                <c:pt idx="131">
                  <c:v>37076</c:v>
                </c:pt>
                <c:pt idx="132">
                  <c:v>37077</c:v>
                </c:pt>
                <c:pt idx="133">
                  <c:v>37078</c:v>
                </c:pt>
                <c:pt idx="134">
                  <c:v>37081</c:v>
                </c:pt>
                <c:pt idx="135">
                  <c:v>37082</c:v>
                </c:pt>
                <c:pt idx="136">
                  <c:v>37083</c:v>
                </c:pt>
                <c:pt idx="137">
                  <c:v>37084</c:v>
                </c:pt>
                <c:pt idx="138">
                  <c:v>37085</c:v>
                </c:pt>
                <c:pt idx="139">
                  <c:v>37088</c:v>
                </c:pt>
                <c:pt idx="140">
                  <c:v>37089</c:v>
                </c:pt>
                <c:pt idx="141">
                  <c:v>37090</c:v>
                </c:pt>
                <c:pt idx="142">
                  <c:v>37091</c:v>
                </c:pt>
                <c:pt idx="143">
                  <c:v>37092</c:v>
                </c:pt>
                <c:pt idx="144">
                  <c:v>37095</c:v>
                </c:pt>
                <c:pt idx="145">
                  <c:v>37096</c:v>
                </c:pt>
                <c:pt idx="146">
                  <c:v>37097</c:v>
                </c:pt>
                <c:pt idx="147">
                  <c:v>37098</c:v>
                </c:pt>
                <c:pt idx="148">
                  <c:v>37099</c:v>
                </c:pt>
                <c:pt idx="149">
                  <c:v>37102</c:v>
                </c:pt>
                <c:pt idx="150">
                  <c:v>37103</c:v>
                </c:pt>
                <c:pt idx="151">
                  <c:v>37104</c:v>
                </c:pt>
                <c:pt idx="152">
                  <c:v>37105</c:v>
                </c:pt>
                <c:pt idx="153">
                  <c:v>37106</c:v>
                </c:pt>
                <c:pt idx="154">
                  <c:v>37109</c:v>
                </c:pt>
                <c:pt idx="155">
                  <c:v>37110</c:v>
                </c:pt>
                <c:pt idx="156">
                  <c:v>37111</c:v>
                </c:pt>
                <c:pt idx="157">
                  <c:v>37112</c:v>
                </c:pt>
                <c:pt idx="158">
                  <c:v>37113</c:v>
                </c:pt>
                <c:pt idx="159">
                  <c:v>37116</c:v>
                </c:pt>
                <c:pt idx="160">
                  <c:v>37117</c:v>
                </c:pt>
                <c:pt idx="161">
                  <c:v>37118</c:v>
                </c:pt>
                <c:pt idx="162">
                  <c:v>37119</c:v>
                </c:pt>
                <c:pt idx="163">
                  <c:v>37120</c:v>
                </c:pt>
                <c:pt idx="164">
                  <c:v>37123</c:v>
                </c:pt>
                <c:pt idx="165">
                  <c:v>37124</c:v>
                </c:pt>
                <c:pt idx="166">
                  <c:v>37125</c:v>
                </c:pt>
                <c:pt idx="167">
                  <c:v>37126</c:v>
                </c:pt>
                <c:pt idx="168">
                  <c:v>37127</c:v>
                </c:pt>
                <c:pt idx="169">
                  <c:v>37130</c:v>
                </c:pt>
                <c:pt idx="170">
                  <c:v>37131</c:v>
                </c:pt>
                <c:pt idx="171">
                  <c:v>37132</c:v>
                </c:pt>
                <c:pt idx="172">
                  <c:v>37133</c:v>
                </c:pt>
                <c:pt idx="173">
                  <c:v>37134</c:v>
                </c:pt>
                <c:pt idx="174">
                  <c:v>37137</c:v>
                </c:pt>
                <c:pt idx="175">
                  <c:v>37138</c:v>
                </c:pt>
                <c:pt idx="176">
                  <c:v>37139</c:v>
                </c:pt>
                <c:pt idx="177">
                  <c:v>37140</c:v>
                </c:pt>
                <c:pt idx="178">
                  <c:v>37141</c:v>
                </c:pt>
                <c:pt idx="179">
                  <c:v>37144</c:v>
                </c:pt>
                <c:pt idx="180">
                  <c:v>37145</c:v>
                </c:pt>
                <c:pt idx="181">
                  <c:v>37146</c:v>
                </c:pt>
                <c:pt idx="182">
                  <c:v>37147</c:v>
                </c:pt>
                <c:pt idx="183">
                  <c:v>37148</c:v>
                </c:pt>
                <c:pt idx="184">
                  <c:v>37151</c:v>
                </c:pt>
                <c:pt idx="185">
                  <c:v>37152</c:v>
                </c:pt>
                <c:pt idx="186">
                  <c:v>37153</c:v>
                </c:pt>
                <c:pt idx="187">
                  <c:v>37154</c:v>
                </c:pt>
                <c:pt idx="188">
                  <c:v>37155</c:v>
                </c:pt>
                <c:pt idx="189">
                  <c:v>37158</c:v>
                </c:pt>
                <c:pt idx="190">
                  <c:v>37159</c:v>
                </c:pt>
                <c:pt idx="191">
                  <c:v>37160</c:v>
                </c:pt>
                <c:pt idx="192">
                  <c:v>37161</c:v>
                </c:pt>
                <c:pt idx="193">
                  <c:v>37162</c:v>
                </c:pt>
                <c:pt idx="194">
                  <c:v>37165</c:v>
                </c:pt>
                <c:pt idx="195">
                  <c:v>37166</c:v>
                </c:pt>
                <c:pt idx="196">
                  <c:v>37167</c:v>
                </c:pt>
                <c:pt idx="197">
                  <c:v>37168</c:v>
                </c:pt>
                <c:pt idx="198">
                  <c:v>37169</c:v>
                </c:pt>
                <c:pt idx="199">
                  <c:v>37172</c:v>
                </c:pt>
                <c:pt idx="200">
                  <c:v>37173</c:v>
                </c:pt>
                <c:pt idx="201">
                  <c:v>37174</c:v>
                </c:pt>
                <c:pt idx="202">
                  <c:v>37175</c:v>
                </c:pt>
                <c:pt idx="203">
                  <c:v>37176</c:v>
                </c:pt>
                <c:pt idx="204">
                  <c:v>37179</c:v>
                </c:pt>
                <c:pt idx="205">
                  <c:v>37180</c:v>
                </c:pt>
                <c:pt idx="206">
                  <c:v>37181</c:v>
                </c:pt>
                <c:pt idx="207">
                  <c:v>37182</c:v>
                </c:pt>
                <c:pt idx="208">
                  <c:v>37183</c:v>
                </c:pt>
                <c:pt idx="209">
                  <c:v>37186</c:v>
                </c:pt>
                <c:pt idx="210">
                  <c:v>37187</c:v>
                </c:pt>
                <c:pt idx="211">
                  <c:v>37188</c:v>
                </c:pt>
                <c:pt idx="212">
                  <c:v>37189</c:v>
                </c:pt>
                <c:pt idx="213">
                  <c:v>37190</c:v>
                </c:pt>
                <c:pt idx="214">
                  <c:v>37193</c:v>
                </c:pt>
                <c:pt idx="215">
                  <c:v>37194</c:v>
                </c:pt>
                <c:pt idx="216">
                  <c:v>37195</c:v>
                </c:pt>
                <c:pt idx="217">
                  <c:v>37196</c:v>
                </c:pt>
                <c:pt idx="218">
                  <c:v>37197</c:v>
                </c:pt>
                <c:pt idx="219">
                  <c:v>37200</c:v>
                </c:pt>
                <c:pt idx="220">
                  <c:v>37201</c:v>
                </c:pt>
                <c:pt idx="221">
                  <c:v>37202</c:v>
                </c:pt>
                <c:pt idx="222">
                  <c:v>37203</c:v>
                </c:pt>
                <c:pt idx="223">
                  <c:v>37204</c:v>
                </c:pt>
                <c:pt idx="224">
                  <c:v>37207</c:v>
                </c:pt>
                <c:pt idx="225">
                  <c:v>37208</c:v>
                </c:pt>
                <c:pt idx="226">
                  <c:v>37209</c:v>
                </c:pt>
                <c:pt idx="227">
                  <c:v>37210</c:v>
                </c:pt>
                <c:pt idx="228">
                  <c:v>37211</c:v>
                </c:pt>
                <c:pt idx="229">
                  <c:v>37214</c:v>
                </c:pt>
                <c:pt idx="230">
                  <c:v>37215</c:v>
                </c:pt>
                <c:pt idx="231">
                  <c:v>37216</c:v>
                </c:pt>
                <c:pt idx="232">
                  <c:v>37217</c:v>
                </c:pt>
                <c:pt idx="233">
                  <c:v>37218</c:v>
                </c:pt>
                <c:pt idx="234">
                  <c:v>37221</c:v>
                </c:pt>
                <c:pt idx="235">
                  <c:v>37222</c:v>
                </c:pt>
                <c:pt idx="236">
                  <c:v>37223</c:v>
                </c:pt>
                <c:pt idx="237">
                  <c:v>37224</c:v>
                </c:pt>
                <c:pt idx="238">
                  <c:v>37225</c:v>
                </c:pt>
                <c:pt idx="239">
                  <c:v>37228</c:v>
                </c:pt>
                <c:pt idx="240">
                  <c:v>37229</c:v>
                </c:pt>
                <c:pt idx="241">
                  <c:v>37230</c:v>
                </c:pt>
                <c:pt idx="242">
                  <c:v>37231</c:v>
                </c:pt>
                <c:pt idx="243">
                  <c:v>37232</c:v>
                </c:pt>
                <c:pt idx="244">
                  <c:v>37235</c:v>
                </c:pt>
                <c:pt idx="245">
                  <c:v>37236</c:v>
                </c:pt>
                <c:pt idx="246">
                  <c:v>37237</c:v>
                </c:pt>
                <c:pt idx="247">
                  <c:v>37238</c:v>
                </c:pt>
                <c:pt idx="248">
                  <c:v>37239</c:v>
                </c:pt>
                <c:pt idx="249">
                  <c:v>37242</c:v>
                </c:pt>
                <c:pt idx="250">
                  <c:v>37243</c:v>
                </c:pt>
                <c:pt idx="251">
                  <c:v>37244</c:v>
                </c:pt>
                <c:pt idx="252">
                  <c:v>37245</c:v>
                </c:pt>
                <c:pt idx="253">
                  <c:v>37246</c:v>
                </c:pt>
                <c:pt idx="254">
                  <c:v>37249</c:v>
                </c:pt>
                <c:pt idx="255">
                  <c:v>37250</c:v>
                </c:pt>
                <c:pt idx="256">
                  <c:v>37251</c:v>
                </c:pt>
                <c:pt idx="257">
                  <c:v>37252</c:v>
                </c:pt>
                <c:pt idx="258">
                  <c:v>37253</c:v>
                </c:pt>
                <c:pt idx="259">
                  <c:v>37256</c:v>
                </c:pt>
                <c:pt idx="260">
                  <c:v>37257</c:v>
                </c:pt>
                <c:pt idx="261">
                  <c:v>37258</c:v>
                </c:pt>
                <c:pt idx="262">
                  <c:v>37259</c:v>
                </c:pt>
                <c:pt idx="263">
                  <c:v>37260</c:v>
                </c:pt>
                <c:pt idx="264">
                  <c:v>37263</c:v>
                </c:pt>
                <c:pt idx="265">
                  <c:v>37264</c:v>
                </c:pt>
                <c:pt idx="266">
                  <c:v>37265</c:v>
                </c:pt>
                <c:pt idx="267">
                  <c:v>37266</c:v>
                </c:pt>
                <c:pt idx="268">
                  <c:v>37267</c:v>
                </c:pt>
                <c:pt idx="269">
                  <c:v>37270</c:v>
                </c:pt>
                <c:pt idx="270">
                  <c:v>37271</c:v>
                </c:pt>
                <c:pt idx="271">
                  <c:v>37272</c:v>
                </c:pt>
                <c:pt idx="272">
                  <c:v>37273</c:v>
                </c:pt>
                <c:pt idx="273">
                  <c:v>37274</c:v>
                </c:pt>
                <c:pt idx="274">
                  <c:v>37277</c:v>
                </c:pt>
                <c:pt idx="275">
                  <c:v>37278</c:v>
                </c:pt>
                <c:pt idx="276">
                  <c:v>37279</c:v>
                </c:pt>
                <c:pt idx="277">
                  <c:v>37280</c:v>
                </c:pt>
                <c:pt idx="278">
                  <c:v>37281</c:v>
                </c:pt>
                <c:pt idx="279">
                  <c:v>37284</c:v>
                </c:pt>
                <c:pt idx="280">
                  <c:v>37285</c:v>
                </c:pt>
                <c:pt idx="281">
                  <c:v>37286</c:v>
                </c:pt>
                <c:pt idx="282">
                  <c:v>37287</c:v>
                </c:pt>
                <c:pt idx="283">
                  <c:v>37288</c:v>
                </c:pt>
                <c:pt idx="284">
                  <c:v>37291</c:v>
                </c:pt>
                <c:pt idx="285">
                  <c:v>37292</c:v>
                </c:pt>
                <c:pt idx="286">
                  <c:v>37293</c:v>
                </c:pt>
                <c:pt idx="287">
                  <c:v>37294</c:v>
                </c:pt>
                <c:pt idx="288">
                  <c:v>37295</c:v>
                </c:pt>
                <c:pt idx="289">
                  <c:v>37298</c:v>
                </c:pt>
                <c:pt idx="290">
                  <c:v>37299</c:v>
                </c:pt>
                <c:pt idx="291">
                  <c:v>37300</c:v>
                </c:pt>
                <c:pt idx="292">
                  <c:v>37301</c:v>
                </c:pt>
                <c:pt idx="293">
                  <c:v>37302</c:v>
                </c:pt>
                <c:pt idx="294">
                  <c:v>37305</c:v>
                </c:pt>
                <c:pt idx="295">
                  <c:v>37306</c:v>
                </c:pt>
                <c:pt idx="296">
                  <c:v>37307</c:v>
                </c:pt>
                <c:pt idx="297">
                  <c:v>37308</c:v>
                </c:pt>
                <c:pt idx="298">
                  <c:v>37309</c:v>
                </c:pt>
                <c:pt idx="299">
                  <c:v>37312</c:v>
                </c:pt>
                <c:pt idx="300">
                  <c:v>37313</c:v>
                </c:pt>
                <c:pt idx="301">
                  <c:v>37314</c:v>
                </c:pt>
                <c:pt idx="302">
                  <c:v>37315</c:v>
                </c:pt>
                <c:pt idx="303">
                  <c:v>37316</c:v>
                </c:pt>
                <c:pt idx="304">
                  <c:v>37319</c:v>
                </c:pt>
                <c:pt idx="305">
                  <c:v>37320</c:v>
                </c:pt>
                <c:pt idx="306">
                  <c:v>37321</c:v>
                </c:pt>
                <c:pt idx="307">
                  <c:v>37322</c:v>
                </c:pt>
                <c:pt idx="308">
                  <c:v>37323</c:v>
                </c:pt>
                <c:pt idx="309">
                  <c:v>37326</c:v>
                </c:pt>
                <c:pt idx="310">
                  <c:v>37327</c:v>
                </c:pt>
                <c:pt idx="311">
                  <c:v>37328</c:v>
                </c:pt>
                <c:pt idx="312">
                  <c:v>37329</c:v>
                </c:pt>
                <c:pt idx="313">
                  <c:v>37330</c:v>
                </c:pt>
                <c:pt idx="314">
                  <c:v>37333</c:v>
                </c:pt>
                <c:pt idx="315">
                  <c:v>37334</c:v>
                </c:pt>
                <c:pt idx="316">
                  <c:v>37335</c:v>
                </c:pt>
                <c:pt idx="317">
                  <c:v>37336</c:v>
                </c:pt>
                <c:pt idx="318">
                  <c:v>37337</c:v>
                </c:pt>
                <c:pt idx="319">
                  <c:v>37340</c:v>
                </c:pt>
                <c:pt idx="320">
                  <c:v>37341</c:v>
                </c:pt>
                <c:pt idx="321">
                  <c:v>37342</c:v>
                </c:pt>
                <c:pt idx="322">
                  <c:v>37343</c:v>
                </c:pt>
                <c:pt idx="323">
                  <c:v>37344</c:v>
                </c:pt>
                <c:pt idx="324">
                  <c:v>37347</c:v>
                </c:pt>
                <c:pt idx="325">
                  <c:v>37348</c:v>
                </c:pt>
                <c:pt idx="326">
                  <c:v>37349</c:v>
                </c:pt>
                <c:pt idx="327">
                  <c:v>37350</c:v>
                </c:pt>
                <c:pt idx="328">
                  <c:v>37351</c:v>
                </c:pt>
                <c:pt idx="329">
                  <c:v>37354</c:v>
                </c:pt>
                <c:pt idx="330">
                  <c:v>37355</c:v>
                </c:pt>
                <c:pt idx="331">
                  <c:v>37356</c:v>
                </c:pt>
                <c:pt idx="332">
                  <c:v>37357</c:v>
                </c:pt>
                <c:pt idx="333">
                  <c:v>37358</c:v>
                </c:pt>
                <c:pt idx="334">
                  <c:v>37361</c:v>
                </c:pt>
                <c:pt idx="335">
                  <c:v>37362</c:v>
                </c:pt>
                <c:pt idx="336">
                  <c:v>37363</c:v>
                </c:pt>
                <c:pt idx="337">
                  <c:v>37364</c:v>
                </c:pt>
                <c:pt idx="338">
                  <c:v>37365</c:v>
                </c:pt>
                <c:pt idx="339">
                  <c:v>37368</c:v>
                </c:pt>
                <c:pt idx="340">
                  <c:v>37369</c:v>
                </c:pt>
                <c:pt idx="341">
                  <c:v>37370</c:v>
                </c:pt>
                <c:pt idx="342">
                  <c:v>37371</c:v>
                </c:pt>
                <c:pt idx="343">
                  <c:v>37372</c:v>
                </c:pt>
                <c:pt idx="344">
                  <c:v>37375</c:v>
                </c:pt>
                <c:pt idx="345">
                  <c:v>37376</c:v>
                </c:pt>
                <c:pt idx="346">
                  <c:v>37377</c:v>
                </c:pt>
                <c:pt idx="347">
                  <c:v>37378</c:v>
                </c:pt>
                <c:pt idx="348">
                  <c:v>37379</c:v>
                </c:pt>
                <c:pt idx="349">
                  <c:v>37382</c:v>
                </c:pt>
                <c:pt idx="350">
                  <c:v>37383</c:v>
                </c:pt>
                <c:pt idx="351">
                  <c:v>37384</c:v>
                </c:pt>
                <c:pt idx="352">
                  <c:v>37385</c:v>
                </c:pt>
                <c:pt idx="353">
                  <c:v>37386</c:v>
                </c:pt>
                <c:pt idx="354">
                  <c:v>37389</c:v>
                </c:pt>
                <c:pt idx="355">
                  <c:v>37390</c:v>
                </c:pt>
                <c:pt idx="356">
                  <c:v>37391</c:v>
                </c:pt>
                <c:pt idx="357">
                  <c:v>37392</c:v>
                </c:pt>
                <c:pt idx="358">
                  <c:v>37393</c:v>
                </c:pt>
                <c:pt idx="359">
                  <c:v>37396</c:v>
                </c:pt>
                <c:pt idx="360">
                  <c:v>37397</c:v>
                </c:pt>
                <c:pt idx="361">
                  <c:v>37398</c:v>
                </c:pt>
                <c:pt idx="362">
                  <c:v>37399</c:v>
                </c:pt>
                <c:pt idx="363">
                  <c:v>37400</c:v>
                </c:pt>
                <c:pt idx="364">
                  <c:v>37403</c:v>
                </c:pt>
                <c:pt idx="365">
                  <c:v>37404</c:v>
                </c:pt>
                <c:pt idx="366">
                  <c:v>37405</c:v>
                </c:pt>
                <c:pt idx="367">
                  <c:v>37406</c:v>
                </c:pt>
                <c:pt idx="368">
                  <c:v>37407</c:v>
                </c:pt>
                <c:pt idx="369">
                  <c:v>37410</c:v>
                </c:pt>
                <c:pt idx="370">
                  <c:v>37411</c:v>
                </c:pt>
                <c:pt idx="371">
                  <c:v>37412</c:v>
                </c:pt>
                <c:pt idx="372">
                  <c:v>37413</c:v>
                </c:pt>
                <c:pt idx="373">
                  <c:v>37414</c:v>
                </c:pt>
                <c:pt idx="374">
                  <c:v>37417</c:v>
                </c:pt>
                <c:pt idx="375">
                  <c:v>37418</c:v>
                </c:pt>
                <c:pt idx="376">
                  <c:v>37419</c:v>
                </c:pt>
                <c:pt idx="377">
                  <c:v>37420</c:v>
                </c:pt>
                <c:pt idx="378">
                  <c:v>37421</c:v>
                </c:pt>
                <c:pt idx="379">
                  <c:v>37424</c:v>
                </c:pt>
                <c:pt idx="380">
                  <c:v>37425</c:v>
                </c:pt>
                <c:pt idx="381">
                  <c:v>37426</c:v>
                </c:pt>
                <c:pt idx="382">
                  <c:v>37427</c:v>
                </c:pt>
                <c:pt idx="383">
                  <c:v>37428</c:v>
                </c:pt>
                <c:pt idx="384">
                  <c:v>37431</c:v>
                </c:pt>
                <c:pt idx="385">
                  <c:v>37432</c:v>
                </c:pt>
                <c:pt idx="386">
                  <c:v>37433</c:v>
                </c:pt>
                <c:pt idx="387">
                  <c:v>37434</c:v>
                </c:pt>
                <c:pt idx="388">
                  <c:v>37435</c:v>
                </c:pt>
                <c:pt idx="389">
                  <c:v>37438</c:v>
                </c:pt>
                <c:pt idx="390">
                  <c:v>37439</c:v>
                </c:pt>
                <c:pt idx="391">
                  <c:v>37440</c:v>
                </c:pt>
                <c:pt idx="392">
                  <c:v>37441</c:v>
                </c:pt>
                <c:pt idx="393">
                  <c:v>37442</c:v>
                </c:pt>
                <c:pt idx="394">
                  <c:v>37445</c:v>
                </c:pt>
                <c:pt idx="395">
                  <c:v>37446</c:v>
                </c:pt>
                <c:pt idx="396">
                  <c:v>37447</c:v>
                </c:pt>
                <c:pt idx="397">
                  <c:v>37448</c:v>
                </c:pt>
                <c:pt idx="398">
                  <c:v>37449</c:v>
                </c:pt>
                <c:pt idx="399">
                  <c:v>37452</c:v>
                </c:pt>
                <c:pt idx="400">
                  <c:v>37453</c:v>
                </c:pt>
                <c:pt idx="401">
                  <c:v>37454</c:v>
                </c:pt>
                <c:pt idx="402">
                  <c:v>37455</c:v>
                </c:pt>
                <c:pt idx="403">
                  <c:v>37456</c:v>
                </c:pt>
                <c:pt idx="404">
                  <c:v>37459</c:v>
                </c:pt>
                <c:pt idx="405">
                  <c:v>37460</c:v>
                </c:pt>
                <c:pt idx="406">
                  <c:v>37461</c:v>
                </c:pt>
                <c:pt idx="407">
                  <c:v>37462</c:v>
                </c:pt>
                <c:pt idx="408">
                  <c:v>37463</c:v>
                </c:pt>
                <c:pt idx="409">
                  <c:v>37466</c:v>
                </c:pt>
                <c:pt idx="410">
                  <c:v>37467</c:v>
                </c:pt>
                <c:pt idx="411">
                  <c:v>37468</c:v>
                </c:pt>
                <c:pt idx="412">
                  <c:v>37469</c:v>
                </c:pt>
                <c:pt idx="413">
                  <c:v>37470</c:v>
                </c:pt>
                <c:pt idx="414">
                  <c:v>37473</c:v>
                </c:pt>
                <c:pt idx="415">
                  <c:v>37474</c:v>
                </c:pt>
                <c:pt idx="416">
                  <c:v>37475</c:v>
                </c:pt>
                <c:pt idx="417">
                  <c:v>37476</c:v>
                </c:pt>
                <c:pt idx="418">
                  <c:v>37477</c:v>
                </c:pt>
                <c:pt idx="419">
                  <c:v>37480</c:v>
                </c:pt>
                <c:pt idx="420">
                  <c:v>37481</c:v>
                </c:pt>
                <c:pt idx="421">
                  <c:v>37482</c:v>
                </c:pt>
                <c:pt idx="422">
                  <c:v>37483</c:v>
                </c:pt>
                <c:pt idx="423">
                  <c:v>37484</c:v>
                </c:pt>
                <c:pt idx="424">
                  <c:v>37487</c:v>
                </c:pt>
                <c:pt idx="425">
                  <c:v>37488</c:v>
                </c:pt>
                <c:pt idx="426">
                  <c:v>37489</c:v>
                </c:pt>
                <c:pt idx="427">
                  <c:v>37490</c:v>
                </c:pt>
                <c:pt idx="428">
                  <c:v>37491</c:v>
                </c:pt>
                <c:pt idx="429">
                  <c:v>37494</c:v>
                </c:pt>
                <c:pt idx="430">
                  <c:v>37495</c:v>
                </c:pt>
                <c:pt idx="431">
                  <c:v>37496</c:v>
                </c:pt>
                <c:pt idx="432">
                  <c:v>37497</c:v>
                </c:pt>
                <c:pt idx="433">
                  <c:v>37498</c:v>
                </c:pt>
                <c:pt idx="434">
                  <c:v>37501</c:v>
                </c:pt>
                <c:pt idx="435">
                  <c:v>37502</c:v>
                </c:pt>
                <c:pt idx="436">
                  <c:v>37503</c:v>
                </c:pt>
                <c:pt idx="437">
                  <c:v>37504</c:v>
                </c:pt>
                <c:pt idx="438">
                  <c:v>37505</c:v>
                </c:pt>
                <c:pt idx="439">
                  <c:v>37508</c:v>
                </c:pt>
                <c:pt idx="440">
                  <c:v>37509</c:v>
                </c:pt>
                <c:pt idx="441">
                  <c:v>37510</c:v>
                </c:pt>
                <c:pt idx="442">
                  <c:v>37511</c:v>
                </c:pt>
                <c:pt idx="443">
                  <c:v>37512</c:v>
                </c:pt>
                <c:pt idx="444">
                  <c:v>37515</c:v>
                </c:pt>
                <c:pt idx="445">
                  <c:v>37516</c:v>
                </c:pt>
                <c:pt idx="446">
                  <c:v>37517</c:v>
                </c:pt>
                <c:pt idx="447">
                  <c:v>37518</c:v>
                </c:pt>
                <c:pt idx="448">
                  <c:v>37519</c:v>
                </c:pt>
                <c:pt idx="449">
                  <c:v>37522</c:v>
                </c:pt>
                <c:pt idx="450">
                  <c:v>37523</c:v>
                </c:pt>
                <c:pt idx="451">
                  <c:v>37524</c:v>
                </c:pt>
                <c:pt idx="452">
                  <c:v>37525</c:v>
                </c:pt>
                <c:pt idx="453">
                  <c:v>37526</c:v>
                </c:pt>
                <c:pt idx="454">
                  <c:v>37529</c:v>
                </c:pt>
                <c:pt idx="455">
                  <c:v>37530</c:v>
                </c:pt>
                <c:pt idx="456">
                  <c:v>37531</c:v>
                </c:pt>
                <c:pt idx="457">
                  <c:v>37532</c:v>
                </c:pt>
                <c:pt idx="458">
                  <c:v>37533</c:v>
                </c:pt>
                <c:pt idx="459">
                  <c:v>37536</c:v>
                </c:pt>
                <c:pt idx="460">
                  <c:v>37537</c:v>
                </c:pt>
                <c:pt idx="461">
                  <c:v>37538</c:v>
                </c:pt>
                <c:pt idx="462">
                  <c:v>37539</c:v>
                </c:pt>
                <c:pt idx="463">
                  <c:v>37540</c:v>
                </c:pt>
                <c:pt idx="464">
                  <c:v>37543</c:v>
                </c:pt>
                <c:pt idx="465">
                  <c:v>37544</c:v>
                </c:pt>
                <c:pt idx="466">
                  <c:v>37545</c:v>
                </c:pt>
                <c:pt idx="467">
                  <c:v>37546</c:v>
                </c:pt>
                <c:pt idx="468">
                  <c:v>37547</c:v>
                </c:pt>
                <c:pt idx="469">
                  <c:v>37550</c:v>
                </c:pt>
                <c:pt idx="470">
                  <c:v>37551</c:v>
                </c:pt>
                <c:pt idx="471">
                  <c:v>37552</c:v>
                </c:pt>
                <c:pt idx="472">
                  <c:v>37553</c:v>
                </c:pt>
                <c:pt idx="473">
                  <c:v>37554</c:v>
                </c:pt>
                <c:pt idx="474">
                  <c:v>37557</c:v>
                </c:pt>
                <c:pt idx="475">
                  <c:v>37558</c:v>
                </c:pt>
                <c:pt idx="476">
                  <c:v>37559</c:v>
                </c:pt>
                <c:pt idx="477">
                  <c:v>37560</c:v>
                </c:pt>
                <c:pt idx="478">
                  <c:v>37561</c:v>
                </c:pt>
                <c:pt idx="479">
                  <c:v>37564</c:v>
                </c:pt>
                <c:pt idx="480">
                  <c:v>37565</c:v>
                </c:pt>
                <c:pt idx="481">
                  <c:v>37566</c:v>
                </c:pt>
                <c:pt idx="482">
                  <c:v>37567</c:v>
                </c:pt>
                <c:pt idx="483">
                  <c:v>37568</c:v>
                </c:pt>
                <c:pt idx="484">
                  <c:v>37571</c:v>
                </c:pt>
                <c:pt idx="485">
                  <c:v>37572</c:v>
                </c:pt>
                <c:pt idx="486">
                  <c:v>37573</c:v>
                </c:pt>
                <c:pt idx="487">
                  <c:v>37574</c:v>
                </c:pt>
                <c:pt idx="488">
                  <c:v>37575</c:v>
                </c:pt>
                <c:pt idx="489">
                  <c:v>37578</c:v>
                </c:pt>
                <c:pt idx="490">
                  <c:v>37579</c:v>
                </c:pt>
                <c:pt idx="491">
                  <c:v>37580</c:v>
                </c:pt>
                <c:pt idx="492">
                  <c:v>37581</c:v>
                </c:pt>
                <c:pt idx="493">
                  <c:v>37582</c:v>
                </c:pt>
                <c:pt idx="494">
                  <c:v>37585</c:v>
                </c:pt>
                <c:pt idx="495">
                  <c:v>37586</c:v>
                </c:pt>
                <c:pt idx="496">
                  <c:v>37587</c:v>
                </c:pt>
                <c:pt idx="497">
                  <c:v>37588</c:v>
                </c:pt>
                <c:pt idx="498">
                  <c:v>37589</c:v>
                </c:pt>
                <c:pt idx="499">
                  <c:v>37592</c:v>
                </c:pt>
                <c:pt idx="500">
                  <c:v>37593</c:v>
                </c:pt>
                <c:pt idx="501">
                  <c:v>37594</c:v>
                </c:pt>
                <c:pt idx="502">
                  <c:v>37595</c:v>
                </c:pt>
                <c:pt idx="503">
                  <c:v>37596</c:v>
                </c:pt>
                <c:pt idx="504">
                  <c:v>37599</c:v>
                </c:pt>
                <c:pt idx="505">
                  <c:v>37600</c:v>
                </c:pt>
                <c:pt idx="506">
                  <c:v>37601</c:v>
                </c:pt>
                <c:pt idx="507">
                  <c:v>37602</c:v>
                </c:pt>
                <c:pt idx="508">
                  <c:v>37603</c:v>
                </c:pt>
                <c:pt idx="509">
                  <c:v>37606</c:v>
                </c:pt>
                <c:pt idx="510">
                  <c:v>37607</c:v>
                </c:pt>
                <c:pt idx="511">
                  <c:v>37608</c:v>
                </c:pt>
                <c:pt idx="512">
                  <c:v>37609</c:v>
                </c:pt>
                <c:pt idx="513">
                  <c:v>37610</c:v>
                </c:pt>
                <c:pt idx="514">
                  <c:v>37613</c:v>
                </c:pt>
                <c:pt idx="515">
                  <c:v>37614</c:v>
                </c:pt>
                <c:pt idx="516">
                  <c:v>37615</c:v>
                </c:pt>
                <c:pt idx="517">
                  <c:v>37616</c:v>
                </c:pt>
                <c:pt idx="518">
                  <c:v>37617</c:v>
                </c:pt>
                <c:pt idx="519">
                  <c:v>37620</c:v>
                </c:pt>
                <c:pt idx="520">
                  <c:v>37621</c:v>
                </c:pt>
                <c:pt idx="521">
                  <c:v>37622</c:v>
                </c:pt>
                <c:pt idx="522">
                  <c:v>37623</c:v>
                </c:pt>
                <c:pt idx="523">
                  <c:v>37624</c:v>
                </c:pt>
                <c:pt idx="524">
                  <c:v>37627</c:v>
                </c:pt>
                <c:pt idx="525">
                  <c:v>37628</c:v>
                </c:pt>
                <c:pt idx="526">
                  <c:v>37629</c:v>
                </c:pt>
                <c:pt idx="527">
                  <c:v>37630</c:v>
                </c:pt>
                <c:pt idx="528">
                  <c:v>37631</c:v>
                </c:pt>
                <c:pt idx="529">
                  <c:v>37634</c:v>
                </c:pt>
                <c:pt idx="530">
                  <c:v>37635</c:v>
                </c:pt>
                <c:pt idx="531">
                  <c:v>37636</c:v>
                </c:pt>
                <c:pt idx="532">
                  <c:v>37637</c:v>
                </c:pt>
                <c:pt idx="533">
                  <c:v>37638</c:v>
                </c:pt>
                <c:pt idx="534">
                  <c:v>37641</c:v>
                </c:pt>
                <c:pt idx="535">
                  <c:v>37642</c:v>
                </c:pt>
                <c:pt idx="536">
                  <c:v>37643</c:v>
                </c:pt>
                <c:pt idx="537">
                  <c:v>37644</c:v>
                </c:pt>
                <c:pt idx="538">
                  <c:v>37645</c:v>
                </c:pt>
                <c:pt idx="539">
                  <c:v>37648</c:v>
                </c:pt>
                <c:pt idx="540">
                  <c:v>37649</c:v>
                </c:pt>
                <c:pt idx="541">
                  <c:v>37650</c:v>
                </c:pt>
                <c:pt idx="542">
                  <c:v>37651</c:v>
                </c:pt>
                <c:pt idx="543">
                  <c:v>37652</c:v>
                </c:pt>
                <c:pt idx="544">
                  <c:v>37655</c:v>
                </c:pt>
                <c:pt idx="545">
                  <c:v>37656</c:v>
                </c:pt>
                <c:pt idx="546">
                  <c:v>37657</c:v>
                </c:pt>
                <c:pt idx="547">
                  <c:v>37658</c:v>
                </c:pt>
                <c:pt idx="548">
                  <c:v>37659</c:v>
                </c:pt>
                <c:pt idx="549">
                  <c:v>37662</c:v>
                </c:pt>
                <c:pt idx="550">
                  <c:v>37663</c:v>
                </c:pt>
                <c:pt idx="551">
                  <c:v>37664</c:v>
                </c:pt>
                <c:pt idx="552">
                  <c:v>37665</c:v>
                </c:pt>
                <c:pt idx="553">
                  <c:v>37666</c:v>
                </c:pt>
                <c:pt idx="554">
                  <c:v>37669</c:v>
                </c:pt>
                <c:pt idx="555">
                  <c:v>37670</c:v>
                </c:pt>
                <c:pt idx="556">
                  <c:v>37671</c:v>
                </c:pt>
                <c:pt idx="557">
                  <c:v>37672</c:v>
                </c:pt>
                <c:pt idx="558">
                  <c:v>37673</c:v>
                </c:pt>
                <c:pt idx="559">
                  <c:v>37676</c:v>
                </c:pt>
                <c:pt idx="560">
                  <c:v>37677</c:v>
                </c:pt>
                <c:pt idx="561">
                  <c:v>37678</c:v>
                </c:pt>
                <c:pt idx="562">
                  <c:v>37679</c:v>
                </c:pt>
                <c:pt idx="563">
                  <c:v>37680</c:v>
                </c:pt>
                <c:pt idx="564">
                  <c:v>37683</c:v>
                </c:pt>
                <c:pt idx="565">
                  <c:v>37684</c:v>
                </c:pt>
                <c:pt idx="566">
                  <c:v>37685</c:v>
                </c:pt>
                <c:pt idx="567">
                  <c:v>37686</c:v>
                </c:pt>
                <c:pt idx="568">
                  <c:v>37687</c:v>
                </c:pt>
                <c:pt idx="569">
                  <c:v>37690</c:v>
                </c:pt>
                <c:pt idx="570">
                  <c:v>37691</c:v>
                </c:pt>
                <c:pt idx="571">
                  <c:v>37692</c:v>
                </c:pt>
                <c:pt idx="572">
                  <c:v>37693</c:v>
                </c:pt>
                <c:pt idx="573">
                  <c:v>37694</c:v>
                </c:pt>
                <c:pt idx="574">
                  <c:v>37697</c:v>
                </c:pt>
                <c:pt idx="575">
                  <c:v>37698</c:v>
                </c:pt>
                <c:pt idx="576">
                  <c:v>37699</c:v>
                </c:pt>
                <c:pt idx="577">
                  <c:v>37700</c:v>
                </c:pt>
                <c:pt idx="578">
                  <c:v>37701</c:v>
                </c:pt>
                <c:pt idx="579">
                  <c:v>37704</c:v>
                </c:pt>
                <c:pt idx="580">
                  <c:v>37705</c:v>
                </c:pt>
                <c:pt idx="581">
                  <c:v>37706</c:v>
                </c:pt>
                <c:pt idx="582">
                  <c:v>37707</c:v>
                </c:pt>
                <c:pt idx="583">
                  <c:v>37708</c:v>
                </c:pt>
                <c:pt idx="584">
                  <c:v>37711</c:v>
                </c:pt>
                <c:pt idx="585">
                  <c:v>37712</c:v>
                </c:pt>
                <c:pt idx="586">
                  <c:v>37713</c:v>
                </c:pt>
                <c:pt idx="587">
                  <c:v>37714</c:v>
                </c:pt>
                <c:pt idx="588">
                  <c:v>37715</c:v>
                </c:pt>
                <c:pt idx="589">
                  <c:v>37718</c:v>
                </c:pt>
                <c:pt idx="590">
                  <c:v>37719</c:v>
                </c:pt>
                <c:pt idx="591">
                  <c:v>37720</c:v>
                </c:pt>
                <c:pt idx="592">
                  <c:v>37721</c:v>
                </c:pt>
                <c:pt idx="593">
                  <c:v>37722</c:v>
                </c:pt>
                <c:pt idx="594">
                  <c:v>37725</c:v>
                </c:pt>
                <c:pt idx="595">
                  <c:v>37726</c:v>
                </c:pt>
                <c:pt idx="596">
                  <c:v>37727</c:v>
                </c:pt>
                <c:pt idx="597">
                  <c:v>37728</c:v>
                </c:pt>
                <c:pt idx="598">
                  <c:v>37729</c:v>
                </c:pt>
                <c:pt idx="599">
                  <c:v>37732</c:v>
                </c:pt>
                <c:pt idx="600">
                  <c:v>37733</c:v>
                </c:pt>
                <c:pt idx="601">
                  <c:v>37734</c:v>
                </c:pt>
                <c:pt idx="602">
                  <c:v>37735</c:v>
                </c:pt>
                <c:pt idx="603">
                  <c:v>37736</c:v>
                </c:pt>
                <c:pt idx="604">
                  <c:v>37739</c:v>
                </c:pt>
                <c:pt idx="605">
                  <c:v>37740</c:v>
                </c:pt>
                <c:pt idx="606">
                  <c:v>37741</c:v>
                </c:pt>
                <c:pt idx="607">
                  <c:v>37742</c:v>
                </c:pt>
                <c:pt idx="608">
                  <c:v>37743</c:v>
                </c:pt>
                <c:pt idx="609">
                  <c:v>37746</c:v>
                </c:pt>
                <c:pt idx="610">
                  <c:v>37747</c:v>
                </c:pt>
                <c:pt idx="611">
                  <c:v>37748</c:v>
                </c:pt>
                <c:pt idx="612">
                  <c:v>37749</c:v>
                </c:pt>
                <c:pt idx="613">
                  <c:v>37750</c:v>
                </c:pt>
                <c:pt idx="614">
                  <c:v>37753</c:v>
                </c:pt>
                <c:pt idx="615">
                  <c:v>37754</c:v>
                </c:pt>
                <c:pt idx="616">
                  <c:v>37755</c:v>
                </c:pt>
                <c:pt idx="617">
                  <c:v>37756</c:v>
                </c:pt>
                <c:pt idx="618">
                  <c:v>37757</c:v>
                </c:pt>
                <c:pt idx="619">
                  <c:v>37760</c:v>
                </c:pt>
                <c:pt idx="620">
                  <c:v>37761</c:v>
                </c:pt>
                <c:pt idx="621">
                  <c:v>37762</c:v>
                </c:pt>
                <c:pt idx="622">
                  <c:v>37763</c:v>
                </c:pt>
                <c:pt idx="623">
                  <c:v>37764</c:v>
                </c:pt>
                <c:pt idx="624">
                  <c:v>37767</c:v>
                </c:pt>
                <c:pt idx="625">
                  <c:v>37768</c:v>
                </c:pt>
                <c:pt idx="626">
                  <c:v>37769</c:v>
                </c:pt>
                <c:pt idx="627">
                  <c:v>37770</c:v>
                </c:pt>
                <c:pt idx="628">
                  <c:v>37771</c:v>
                </c:pt>
                <c:pt idx="629">
                  <c:v>37774</c:v>
                </c:pt>
                <c:pt idx="630">
                  <c:v>37775</c:v>
                </c:pt>
                <c:pt idx="631">
                  <c:v>37776</c:v>
                </c:pt>
                <c:pt idx="632">
                  <c:v>37777</c:v>
                </c:pt>
                <c:pt idx="633">
                  <c:v>37778</c:v>
                </c:pt>
                <c:pt idx="634">
                  <c:v>37781</c:v>
                </c:pt>
                <c:pt idx="635">
                  <c:v>37782</c:v>
                </c:pt>
                <c:pt idx="636">
                  <c:v>37783</c:v>
                </c:pt>
                <c:pt idx="637">
                  <c:v>37784</c:v>
                </c:pt>
                <c:pt idx="638">
                  <c:v>37785</c:v>
                </c:pt>
                <c:pt idx="639">
                  <c:v>37788</c:v>
                </c:pt>
                <c:pt idx="640">
                  <c:v>37789</c:v>
                </c:pt>
                <c:pt idx="641">
                  <c:v>37790</c:v>
                </c:pt>
                <c:pt idx="642">
                  <c:v>37791</c:v>
                </c:pt>
                <c:pt idx="643">
                  <c:v>37792</c:v>
                </c:pt>
                <c:pt idx="644">
                  <c:v>37795</c:v>
                </c:pt>
                <c:pt idx="645">
                  <c:v>37796</c:v>
                </c:pt>
                <c:pt idx="646">
                  <c:v>37797</c:v>
                </c:pt>
                <c:pt idx="647">
                  <c:v>37798</c:v>
                </c:pt>
                <c:pt idx="648">
                  <c:v>37799</c:v>
                </c:pt>
                <c:pt idx="649">
                  <c:v>37802</c:v>
                </c:pt>
                <c:pt idx="650">
                  <c:v>37803</c:v>
                </c:pt>
                <c:pt idx="651">
                  <c:v>37804</c:v>
                </c:pt>
                <c:pt idx="652">
                  <c:v>37805</c:v>
                </c:pt>
                <c:pt idx="653">
                  <c:v>37806</c:v>
                </c:pt>
                <c:pt idx="654">
                  <c:v>37809</c:v>
                </c:pt>
                <c:pt idx="655">
                  <c:v>37810</c:v>
                </c:pt>
                <c:pt idx="656">
                  <c:v>37811</c:v>
                </c:pt>
                <c:pt idx="657">
                  <c:v>37812</c:v>
                </c:pt>
                <c:pt idx="658">
                  <c:v>37813</c:v>
                </c:pt>
                <c:pt idx="659">
                  <c:v>37816</c:v>
                </c:pt>
                <c:pt idx="660">
                  <c:v>37817</c:v>
                </c:pt>
                <c:pt idx="661">
                  <c:v>37818</c:v>
                </c:pt>
                <c:pt idx="662">
                  <c:v>37819</c:v>
                </c:pt>
                <c:pt idx="663">
                  <c:v>37820</c:v>
                </c:pt>
                <c:pt idx="664">
                  <c:v>37823</c:v>
                </c:pt>
                <c:pt idx="665">
                  <c:v>37824</c:v>
                </c:pt>
                <c:pt idx="666">
                  <c:v>37825</c:v>
                </c:pt>
                <c:pt idx="667">
                  <c:v>37826</c:v>
                </c:pt>
                <c:pt idx="668">
                  <c:v>37827</c:v>
                </c:pt>
                <c:pt idx="669">
                  <c:v>37830</c:v>
                </c:pt>
                <c:pt idx="670">
                  <c:v>37831</c:v>
                </c:pt>
                <c:pt idx="671">
                  <c:v>37832</c:v>
                </c:pt>
                <c:pt idx="672">
                  <c:v>37833</c:v>
                </c:pt>
                <c:pt idx="673">
                  <c:v>37834</c:v>
                </c:pt>
                <c:pt idx="674">
                  <c:v>37837</c:v>
                </c:pt>
                <c:pt idx="675">
                  <c:v>37838</c:v>
                </c:pt>
                <c:pt idx="676">
                  <c:v>37839</c:v>
                </c:pt>
                <c:pt idx="677">
                  <c:v>37840</c:v>
                </c:pt>
                <c:pt idx="678">
                  <c:v>37841</c:v>
                </c:pt>
                <c:pt idx="679">
                  <c:v>37844</c:v>
                </c:pt>
                <c:pt idx="680">
                  <c:v>37845</c:v>
                </c:pt>
                <c:pt idx="681">
                  <c:v>37846</c:v>
                </c:pt>
                <c:pt idx="682">
                  <c:v>37847</c:v>
                </c:pt>
                <c:pt idx="683">
                  <c:v>37848</c:v>
                </c:pt>
                <c:pt idx="684">
                  <c:v>37851</c:v>
                </c:pt>
                <c:pt idx="685">
                  <c:v>37852</c:v>
                </c:pt>
                <c:pt idx="686">
                  <c:v>37853</c:v>
                </c:pt>
                <c:pt idx="687">
                  <c:v>37854</c:v>
                </c:pt>
                <c:pt idx="688">
                  <c:v>37855</c:v>
                </c:pt>
                <c:pt idx="689">
                  <c:v>37858</c:v>
                </c:pt>
                <c:pt idx="690">
                  <c:v>37859</c:v>
                </c:pt>
                <c:pt idx="691">
                  <c:v>37860</c:v>
                </c:pt>
                <c:pt idx="692">
                  <c:v>37861</c:v>
                </c:pt>
                <c:pt idx="693">
                  <c:v>37862</c:v>
                </c:pt>
                <c:pt idx="694">
                  <c:v>37865</c:v>
                </c:pt>
                <c:pt idx="695">
                  <c:v>37866</c:v>
                </c:pt>
                <c:pt idx="696">
                  <c:v>37867</c:v>
                </c:pt>
                <c:pt idx="697">
                  <c:v>37868</c:v>
                </c:pt>
                <c:pt idx="698">
                  <c:v>37869</c:v>
                </c:pt>
                <c:pt idx="699">
                  <c:v>37872</c:v>
                </c:pt>
                <c:pt idx="700">
                  <c:v>37873</c:v>
                </c:pt>
                <c:pt idx="701">
                  <c:v>37874</c:v>
                </c:pt>
                <c:pt idx="702">
                  <c:v>37875</c:v>
                </c:pt>
                <c:pt idx="703">
                  <c:v>37876</c:v>
                </c:pt>
                <c:pt idx="704">
                  <c:v>37879</c:v>
                </c:pt>
                <c:pt idx="705">
                  <c:v>37880</c:v>
                </c:pt>
                <c:pt idx="706">
                  <c:v>37881</c:v>
                </c:pt>
                <c:pt idx="707">
                  <c:v>37882</c:v>
                </c:pt>
                <c:pt idx="708">
                  <c:v>37883</c:v>
                </c:pt>
                <c:pt idx="709">
                  <c:v>37886</c:v>
                </c:pt>
                <c:pt idx="710">
                  <c:v>37887</c:v>
                </c:pt>
                <c:pt idx="711">
                  <c:v>37888</c:v>
                </c:pt>
                <c:pt idx="712">
                  <c:v>37889</c:v>
                </c:pt>
                <c:pt idx="713">
                  <c:v>37890</c:v>
                </c:pt>
                <c:pt idx="714">
                  <c:v>37893</c:v>
                </c:pt>
                <c:pt idx="715">
                  <c:v>37894</c:v>
                </c:pt>
                <c:pt idx="716">
                  <c:v>37895</c:v>
                </c:pt>
                <c:pt idx="717">
                  <c:v>37896</c:v>
                </c:pt>
                <c:pt idx="718">
                  <c:v>37897</c:v>
                </c:pt>
                <c:pt idx="719">
                  <c:v>37900</c:v>
                </c:pt>
                <c:pt idx="720">
                  <c:v>37901</c:v>
                </c:pt>
                <c:pt idx="721">
                  <c:v>37902</c:v>
                </c:pt>
                <c:pt idx="722">
                  <c:v>37903</c:v>
                </c:pt>
                <c:pt idx="723">
                  <c:v>37904</c:v>
                </c:pt>
                <c:pt idx="724">
                  <c:v>37907</c:v>
                </c:pt>
                <c:pt idx="725">
                  <c:v>37908</c:v>
                </c:pt>
                <c:pt idx="726">
                  <c:v>37909</c:v>
                </c:pt>
                <c:pt idx="727">
                  <c:v>37910</c:v>
                </c:pt>
                <c:pt idx="728">
                  <c:v>37911</c:v>
                </c:pt>
                <c:pt idx="729">
                  <c:v>37914</c:v>
                </c:pt>
                <c:pt idx="730">
                  <c:v>37915</c:v>
                </c:pt>
                <c:pt idx="731">
                  <c:v>37916</c:v>
                </c:pt>
                <c:pt idx="732">
                  <c:v>37917</c:v>
                </c:pt>
                <c:pt idx="733">
                  <c:v>37918</c:v>
                </c:pt>
                <c:pt idx="734">
                  <c:v>37921</c:v>
                </c:pt>
                <c:pt idx="735">
                  <c:v>37922</c:v>
                </c:pt>
                <c:pt idx="736">
                  <c:v>37923</c:v>
                </c:pt>
                <c:pt idx="737">
                  <c:v>37924</c:v>
                </c:pt>
                <c:pt idx="738">
                  <c:v>37925</c:v>
                </c:pt>
                <c:pt idx="739">
                  <c:v>37928</c:v>
                </c:pt>
                <c:pt idx="740">
                  <c:v>37929</c:v>
                </c:pt>
                <c:pt idx="741">
                  <c:v>37930</c:v>
                </c:pt>
                <c:pt idx="742">
                  <c:v>37931</c:v>
                </c:pt>
                <c:pt idx="743">
                  <c:v>37932</c:v>
                </c:pt>
                <c:pt idx="744">
                  <c:v>37935</c:v>
                </c:pt>
                <c:pt idx="745">
                  <c:v>37936</c:v>
                </c:pt>
                <c:pt idx="746">
                  <c:v>37937</c:v>
                </c:pt>
                <c:pt idx="747">
                  <c:v>37938</c:v>
                </c:pt>
                <c:pt idx="748">
                  <c:v>37939</c:v>
                </c:pt>
                <c:pt idx="749">
                  <c:v>37942</c:v>
                </c:pt>
                <c:pt idx="750">
                  <c:v>37943</c:v>
                </c:pt>
                <c:pt idx="751">
                  <c:v>37944</c:v>
                </c:pt>
                <c:pt idx="752">
                  <c:v>37945</c:v>
                </c:pt>
                <c:pt idx="753">
                  <c:v>37946</c:v>
                </c:pt>
                <c:pt idx="754">
                  <c:v>37949</c:v>
                </c:pt>
                <c:pt idx="755">
                  <c:v>37950</c:v>
                </c:pt>
                <c:pt idx="756">
                  <c:v>37951</c:v>
                </c:pt>
                <c:pt idx="757">
                  <c:v>37952</c:v>
                </c:pt>
                <c:pt idx="758">
                  <c:v>37953</c:v>
                </c:pt>
                <c:pt idx="759">
                  <c:v>37956</c:v>
                </c:pt>
                <c:pt idx="760">
                  <c:v>37957</c:v>
                </c:pt>
                <c:pt idx="761">
                  <c:v>37958</c:v>
                </c:pt>
                <c:pt idx="762">
                  <c:v>37959</c:v>
                </c:pt>
                <c:pt idx="763">
                  <c:v>37960</c:v>
                </c:pt>
                <c:pt idx="764">
                  <c:v>37963</c:v>
                </c:pt>
                <c:pt idx="765">
                  <c:v>37964</c:v>
                </c:pt>
                <c:pt idx="766">
                  <c:v>37965</c:v>
                </c:pt>
                <c:pt idx="767">
                  <c:v>37966</c:v>
                </c:pt>
                <c:pt idx="768">
                  <c:v>37967</c:v>
                </c:pt>
                <c:pt idx="769">
                  <c:v>37970</c:v>
                </c:pt>
                <c:pt idx="770">
                  <c:v>37971</c:v>
                </c:pt>
                <c:pt idx="771">
                  <c:v>37972</c:v>
                </c:pt>
                <c:pt idx="772">
                  <c:v>37973</c:v>
                </c:pt>
                <c:pt idx="773">
                  <c:v>37974</c:v>
                </c:pt>
                <c:pt idx="774">
                  <c:v>37977</c:v>
                </c:pt>
                <c:pt idx="775">
                  <c:v>37978</c:v>
                </c:pt>
                <c:pt idx="776">
                  <c:v>37979</c:v>
                </c:pt>
                <c:pt idx="777">
                  <c:v>37980</c:v>
                </c:pt>
                <c:pt idx="778">
                  <c:v>37981</c:v>
                </c:pt>
                <c:pt idx="779">
                  <c:v>37984</c:v>
                </c:pt>
                <c:pt idx="780">
                  <c:v>37985</c:v>
                </c:pt>
                <c:pt idx="781">
                  <c:v>37986</c:v>
                </c:pt>
                <c:pt idx="782">
                  <c:v>37987</c:v>
                </c:pt>
                <c:pt idx="783">
                  <c:v>37988</c:v>
                </c:pt>
                <c:pt idx="784">
                  <c:v>37991</c:v>
                </c:pt>
                <c:pt idx="785">
                  <c:v>37992</c:v>
                </c:pt>
                <c:pt idx="786">
                  <c:v>37993</c:v>
                </c:pt>
                <c:pt idx="787">
                  <c:v>37994</c:v>
                </c:pt>
                <c:pt idx="788">
                  <c:v>37995</c:v>
                </c:pt>
                <c:pt idx="789">
                  <c:v>37998</c:v>
                </c:pt>
                <c:pt idx="790">
                  <c:v>37999</c:v>
                </c:pt>
                <c:pt idx="791">
                  <c:v>38000</c:v>
                </c:pt>
                <c:pt idx="792">
                  <c:v>38001</c:v>
                </c:pt>
                <c:pt idx="793">
                  <c:v>38002</c:v>
                </c:pt>
                <c:pt idx="794">
                  <c:v>38005</c:v>
                </c:pt>
                <c:pt idx="795">
                  <c:v>38006</c:v>
                </c:pt>
                <c:pt idx="796">
                  <c:v>38007</c:v>
                </c:pt>
                <c:pt idx="797">
                  <c:v>38008</c:v>
                </c:pt>
                <c:pt idx="798">
                  <c:v>38009</c:v>
                </c:pt>
                <c:pt idx="799">
                  <c:v>38012</c:v>
                </c:pt>
                <c:pt idx="800">
                  <c:v>38013</c:v>
                </c:pt>
                <c:pt idx="801">
                  <c:v>38014</c:v>
                </c:pt>
                <c:pt idx="802">
                  <c:v>38015</c:v>
                </c:pt>
                <c:pt idx="803">
                  <c:v>38016</c:v>
                </c:pt>
                <c:pt idx="804">
                  <c:v>38019</c:v>
                </c:pt>
                <c:pt idx="805">
                  <c:v>38020</c:v>
                </c:pt>
                <c:pt idx="806">
                  <c:v>38021</c:v>
                </c:pt>
                <c:pt idx="807">
                  <c:v>38022</c:v>
                </c:pt>
                <c:pt idx="808">
                  <c:v>38023</c:v>
                </c:pt>
                <c:pt idx="809">
                  <c:v>38026</c:v>
                </c:pt>
                <c:pt idx="810">
                  <c:v>38027</c:v>
                </c:pt>
                <c:pt idx="811">
                  <c:v>38028</c:v>
                </c:pt>
                <c:pt idx="812">
                  <c:v>38029</c:v>
                </c:pt>
                <c:pt idx="813">
                  <c:v>38030</c:v>
                </c:pt>
                <c:pt idx="814">
                  <c:v>38033</c:v>
                </c:pt>
                <c:pt idx="815">
                  <c:v>38034</c:v>
                </c:pt>
                <c:pt idx="816">
                  <c:v>38035</c:v>
                </c:pt>
                <c:pt idx="817">
                  <c:v>38036</c:v>
                </c:pt>
                <c:pt idx="818">
                  <c:v>38037</c:v>
                </c:pt>
                <c:pt idx="819">
                  <c:v>38040</c:v>
                </c:pt>
                <c:pt idx="820">
                  <c:v>38041</c:v>
                </c:pt>
                <c:pt idx="821">
                  <c:v>38042</c:v>
                </c:pt>
                <c:pt idx="822">
                  <c:v>38043</c:v>
                </c:pt>
                <c:pt idx="823">
                  <c:v>38044</c:v>
                </c:pt>
                <c:pt idx="824">
                  <c:v>38047</c:v>
                </c:pt>
                <c:pt idx="825">
                  <c:v>38048</c:v>
                </c:pt>
                <c:pt idx="826">
                  <c:v>38049</c:v>
                </c:pt>
                <c:pt idx="827">
                  <c:v>38050</c:v>
                </c:pt>
                <c:pt idx="828">
                  <c:v>38051</c:v>
                </c:pt>
                <c:pt idx="829">
                  <c:v>38054</c:v>
                </c:pt>
                <c:pt idx="830">
                  <c:v>38055</c:v>
                </c:pt>
                <c:pt idx="831">
                  <c:v>38056</c:v>
                </c:pt>
                <c:pt idx="832">
                  <c:v>38057</c:v>
                </c:pt>
                <c:pt idx="833">
                  <c:v>38058</c:v>
                </c:pt>
                <c:pt idx="834">
                  <c:v>38061</c:v>
                </c:pt>
                <c:pt idx="835">
                  <c:v>38062</c:v>
                </c:pt>
                <c:pt idx="836">
                  <c:v>38063</c:v>
                </c:pt>
                <c:pt idx="837">
                  <c:v>38064</c:v>
                </c:pt>
                <c:pt idx="838">
                  <c:v>38065</c:v>
                </c:pt>
                <c:pt idx="839">
                  <c:v>38068</c:v>
                </c:pt>
                <c:pt idx="840">
                  <c:v>38069</c:v>
                </c:pt>
                <c:pt idx="841">
                  <c:v>38070</c:v>
                </c:pt>
                <c:pt idx="842">
                  <c:v>38071</c:v>
                </c:pt>
                <c:pt idx="843">
                  <c:v>38072</c:v>
                </c:pt>
                <c:pt idx="844">
                  <c:v>38075</c:v>
                </c:pt>
                <c:pt idx="845">
                  <c:v>38076</c:v>
                </c:pt>
                <c:pt idx="846">
                  <c:v>38077</c:v>
                </c:pt>
                <c:pt idx="847">
                  <c:v>38078</c:v>
                </c:pt>
                <c:pt idx="848">
                  <c:v>38079</c:v>
                </c:pt>
                <c:pt idx="849">
                  <c:v>38082</c:v>
                </c:pt>
                <c:pt idx="850">
                  <c:v>38083</c:v>
                </c:pt>
                <c:pt idx="851">
                  <c:v>38084</c:v>
                </c:pt>
                <c:pt idx="852">
                  <c:v>38085</c:v>
                </c:pt>
                <c:pt idx="853">
                  <c:v>38086</c:v>
                </c:pt>
                <c:pt idx="854">
                  <c:v>38089</c:v>
                </c:pt>
                <c:pt idx="855">
                  <c:v>38090</c:v>
                </c:pt>
                <c:pt idx="856">
                  <c:v>38091</c:v>
                </c:pt>
                <c:pt idx="857">
                  <c:v>38092</c:v>
                </c:pt>
                <c:pt idx="858">
                  <c:v>38093</c:v>
                </c:pt>
                <c:pt idx="859">
                  <c:v>38096</c:v>
                </c:pt>
                <c:pt idx="860">
                  <c:v>38097</c:v>
                </c:pt>
                <c:pt idx="861">
                  <c:v>38098</c:v>
                </c:pt>
                <c:pt idx="862">
                  <c:v>38099</c:v>
                </c:pt>
                <c:pt idx="863">
                  <c:v>38100</c:v>
                </c:pt>
                <c:pt idx="864">
                  <c:v>38103</c:v>
                </c:pt>
                <c:pt idx="865">
                  <c:v>38104</c:v>
                </c:pt>
                <c:pt idx="866">
                  <c:v>38105</c:v>
                </c:pt>
                <c:pt idx="867">
                  <c:v>38106</c:v>
                </c:pt>
                <c:pt idx="868">
                  <c:v>38107</c:v>
                </c:pt>
                <c:pt idx="869">
                  <c:v>38110</c:v>
                </c:pt>
                <c:pt idx="870">
                  <c:v>38111</c:v>
                </c:pt>
                <c:pt idx="871">
                  <c:v>38112</c:v>
                </c:pt>
                <c:pt idx="872">
                  <c:v>38113</c:v>
                </c:pt>
                <c:pt idx="873">
                  <c:v>38114</c:v>
                </c:pt>
                <c:pt idx="874">
                  <c:v>38117</c:v>
                </c:pt>
                <c:pt idx="875">
                  <c:v>38118</c:v>
                </c:pt>
                <c:pt idx="876">
                  <c:v>38119</c:v>
                </c:pt>
                <c:pt idx="877">
                  <c:v>38120</c:v>
                </c:pt>
                <c:pt idx="878">
                  <c:v>38121</c:v>
                </c:pt>
                <c:pt idx="879">
                  <c:v>38124</c:v>
                </c:pt>
                <c:pt idx="880">
                  <c:v>38125</c:v>
                </c:pt>
                <c:pt idx="881">
                  <c:v>38126</c:v>
                </c:pt>
                <c:pt idx="882">
                  <c:v>38127</c:v>
                </c:pt>
                <c:pt idx="883">
                  <c:v>38128</c:v>
                </c:pt>
                <c:pt idx="884">
                  <c:v>38131</c:v>
                </c:pt>
                <c:pt idx="885">
                  <c:v>38132</c:v>
                </c:pt>
                <c:pt idx="886">
                  <c:v>38133</c:v>
                </c:pt>
                <c:pt idx="887">
                  <c:v>38134</c:v>
                </c:pt>
                <c:pt idx="888">
                  <c:v>38135</c:v>
                </c:pt>
                <c:pt idx="889">
                  <c:v>38138</c:v>
                </c:pt>
                <c:pt idx="890">
                  <c:v>38139</c:v>
                </c:pt>
                <c:pt idx="891">
                  <c:v>38140</c:v>
                </c:pt>
                <c:pt idx="892">
                  <c:v>38141</c:v>
                </c:pt>
                <c:pt idx="893">
                  <c:v>38142</c:v>
                </c:pt>
                <c:pt idx="894">
                  <c:v>38145</c:v>
                </c:pt>
                <c:pt idx="895">
                  <c:v>38146</c:v>
                </c:pt>
                <c:pt idx="896">
                  <c:v>38147</c:v>
                </c:pt>
                <c:pt idx="897">
                  <c:v>38148</c:v>
                </c:pt>
                <c:pt idx="898">
                  <c:v>38149</c:v>
                </c:pt>
                <c:pt idx="899">
                  <c:v>38152</c:v>
                </c:pt>
                <c:pt idx="900">
                  <c:v>38153</c:v>
                </c:pt>
                <c:pt idx="901">
                  <c:v>38154</c:v>
                </c:pt>
                <c:pt idx="902">
                  <c:v>38155</c:v>
                </c:pt>
                <c:pt idx="903">
                  <c:v>38156</c:v>
                </c:pt>
                <c:pt idx="904">
                  <c:v>38159</c:v>
                </c:pt>
                <c:pt idx="905">
                  <c:v>38160</c:v>
                </c:pt>
                <c:pt idx="906">
                  <c:v>38161</c:v>
                </c:pt>
                <c:pt idx="907">
                  <c:v>38162</c:v>
                </c:pt>
                <c:pt idx="908">
                  <c:v>38163</c:v>
                </c:pt>
                <c:pt idx="909">
                  <c:v>38166</c:v>
                </c:pt>
                <c:pt idx="910">
                  <c:v>38167</c:v>
                </c:pt>
                <c:pt idx="911">
                  <c:v>38168</c:v>
                </c:pt>
                <c:pt idx="912">
                  <c:v>38169</c:v>
                </c:pt>
                <c:pt idx="913">
                  <c:v>38170</c:v>
                </c:pt>
                <c:pt idx="914">
                  <c:v>38173</c:v>
                </c:pt>
                <c:pt idx="915">
                  <c:v>38174</c:v>
                </c:pt>
                <c:pt idx="916">
                  <c:v>38175</c:v>
                </c:pt>
                <c:pt idx="917">
                  <c:v>38176</c:v>
                </c:pt>
                <c:pt idx="918">
                  <c:v>38177</c:v>
                </c:pt>
                <c:pt idx="919">
                  <c:v>38180</c:v>
                </c:pt>
                <c:pt idx="920">
                  <c:v>38181</c:v>
                </c:pt>
                <c:pt idx="921">
                  <c:v>38182</c:v>
                </c:pt>
                <c:pt idx="922">
                  <c:v>38183</c:v>
                </c:pt>
                <c:pt idx="923">
                  <c:v>38184</c:v>
                </c:pt>
                <c:pt idx="924">
                  <c:v>38187</c:v>
                </c:pt>
                <c:pt idx="925">
                  <c:v>38188</c:v>
                </c:pt>
                <c:pt idx="926">
                  <c:v>38189</c:v>
                </c:pt>
                <c:pt idx="927">
                  <c:v>38190</c:v>
                </c:pt>
                <c:pt idx="928">
                  <c:v>38191</c:v>
                </c:pt>
                <c:pt idx="929">
                  <c:v>38194</c:v>
                </c:pt>
                <c:pt idx="930">
                  <c:v>38195</c:v>
                </c:pt>
                <c:pt idx="931">
                  <c:v>38196</c:v>
                </c:pt>
                <c:pt idx="932">
                  <c:v>38197</c:v>
                </c:pt>
                <c:pt idx="933">
                  <c:v>38198</c:v>
                </c:pt>
                <c:pt idx="934">
                  <c:v>38201</c:v>
                </c:pt>
                <c:pt idx="935">
                  <c:v>38202</c:v>
                </c:pt>
                <c:pt idx="936">
                  <c:v>38203</c:v>
                </c:pt>
                <c:pt idx="937">
                  <c:v>38204</c:v>
                </c:pt>
                <c:pt idx="938">
                  <c:v>38205</c:v>
                </c:pt>
                <c:pt idx="939">
                  <c:v>38208</c:v>
                </c:pt>
                <c:pt idx="940">
                  <c:v>38209</c:v>
                </c:pt>
                <c:pt idx="941">
                  <c:v>38210</c:v>
                </c:pt>
                <c:pt idx="942">
                  <c:v>38211</c:v>
                </c:pt>
                <c:pt idx="943">
                  <c:v>38212</c:v>
                </c:pt>
                <c:pt idx="944">
                  <c:v>38215</c:v>
                </c:pt>
                <c:pt idx="945">
                  <c:v>38216</c:v>
                </c:pt>
                <c:pt idx="946">
                  <c:v>38217</c:v>
                </c:pt>
                <c:pt idx="947">
                  <c:v>38218</c:v>
                </c:pt>
                <c:pt idx="948">
                  <c:v>38219</c:v>
                </c:pt>
                <c:pt idx="949">
                  <c:v>38222</c:v>
                </c:pt>
                <c:pt idx="950">
                  <c:v>38223</c:v>
                </c:pt>
                <c:pt idx="951">
                  <c:v>38224</c:v>
                </c:pt>
                <c:pt idx="952">
                  <c:v>38225</c:v>
                </c:pt>
                <c:pt idx="953">
                  <c:v>38226</c:v>
                </c:pt>
                <c:pt idx="954">
                  <c:v>38229</c:v>
                </c:pt>
                <c:pt idx="955">
                  <c:v>38230</c:v>
                </c:pt>
                <c:pt idx="956">
                  <c:v>38231</c:v>
                </c:pt>
                <c:pt idx="957">
                  <c:v>38232</c:v>
                </c:pt>
                <c:pt idx="958">
                  <c:v>38233</c:v>
                </c:pt>
                <c:pt idx="959">
                  <c:v>38236</c:v>
                </c:pt>
                <c:pt idx="960">
                  <c:v>38237</c:v>
                </c:pt>
                <c:pt idx="961">
                  <c:v>38238</c:v>
                </c:pt>
                <c:pt idx="962">
                  <c:v>38239</c:v>
                </c:pt>
                <c:pt idx="963">
                  <c:v>38240</c:v>
                </c:pt>
                <c:pt idx="964">
                  <c:v>38243</c:v>
                </c:pt>
                <c:pt idx="965">
                  <c:v>38244</c:v>
                </c:pt>
                <c:pt idx="966">
                  <c:v>38245</c:v>
                </c:pt>
                <c:pt idx="967">
                  <c:v>38246</c:v>
                </c:pt>
                <c:pt idx="968">
                  <c:v>38247</c:v>
                </c:pt>
                <c:pt idx="969">
                  <c:v>38250</c:v>
                </c:pt>
                <c:pt idx="970">
                  <c:v>38251</c:v>
                </c:pt>
                <c:pt idx="971">
                  <c:v>38252</c:v>
                </c:pt>
                <c:pt idx="972">
                  <c:v>38253</c:v>
                </c:pt>
                <c:pt idx="973">
                  <c:v>38254</c:v>
                </c:pt>
                <c:pt idx="974">
                  <c:v>38257</c:v>
                </c:pt>
                <c:pt idx="975">
                  <c:v>38258</c:v>
                </c:pt>
                <c:pt idx="976">
                  <c:v>38259</c:v>
                </c:pt>
                <c:pt idx="977">
                  <c:v>38260</c:v>
                </c:pt>
                <c:pt idx="978">
                  <c:v>38261</c:v>
                </c:pt>
                <c:pt idx="979">
                  <c:v>38264</c:v>
                </c:pt>
                <c:pt idx="980">
                  <c:v>38265</c:v>
                </c:pt>
                <c:pt idx="981">
                  <c:v>38266</c:v>
                </c:pt>
                <c:pt idx="982">
                  <c:v>38267</c:v>
                </c:pt>
                <c:pt idx="983">
                  <c:v>38268</c:v>
                </c:pt>
                <c:pt idx="984">
                  <c:v>38271</c:v>
                </c:pt>
                <c:pt idx="985">
                  <c:v>38272</c:v>
                </c:pt>
                <c:pt idx="986">
                  <c:v>38273</c:v>
                </c:pt>
                <c:pt idx="987">
                  <c:v>38274</c:v>
                </c:pt>
                <c:pt idx="988">
                  <c:v>38275</c:v>
                </c:pt>
                <c:pt idx="989">
                  <c:v>38278</c:v>
                </c:pt>
                <c:pt idx="990">
                  <c:v>38279</c:v>
                </c:pt>
                <c:pt idx="991">
                  <c:v>38280</c:v>
                </c:pt>
                <c:pt idx="992">
                  <c:v>38281</c:v>
                </c:pt>
                <c:pt idx="993">
                  <c:v>38282</c:v>
                </c:pt>
                <c:pt idx="994">
                  <c:v>38285</c:v>
                </c:pt>
                <c:pt idx="995">
                  <c:v>38286</c:v>
                </c:pt>
                <c:pt idx="996">
                  <c:v>38287</c:v>
                </c:pt>
                <c:pt idx="997">
                  <c:v>38288</c:v>
                </c:pt>
                <c:pt idx="998">
                  <c:v>38289</c:v>
                </c:pt>
                <c:pt idx="999">
                  <c:v>38292</c:v>
                </c:pt>
                <c:pt idx="1000">
                  <c:v>38293</c:v>
                </c:pt>
                <c:pt idx="1001">
                  <c:v>38294</c:v>
                </c:pt>
                <c:pt idx="1002">
                  <c:v>38295</c:v>
                </c:pt>
                <c:pt idx="1003">
                  <c:v>38296</c:v>
                </c:pt>
                <c:pt idx="1004">
                  <c:v>38299</c:v>
                </c:pt>
                <c:pt idx="1005">
                  <c:v>38300</c:v>
                </c:pt>
                <c:pt idx="1006">
                  <c:v>38301</c:v>
                </c:pt>
                <c:pt idx="1007">
                  <c:v>38302</c:v>
                </c:pt>
                <c:pt idx="1008">
                  <c:v>38303</c:v>
                </c:pt>
                <c:pt idx="1009">
                  <c:v>38306</c:v>
                </c:pt>
                <c:pt idx="1010">
                  <c:v>38307</c:v>
                </c:pt>
                <c:pt idx="1011">
                  <c:v>38308</c:v>
                </c:pt>
                <c:pt idx="1012">
                  <c:v>38309</c:v>
                </c:pt>
                <c:pt idx="1013">
                  <c:v>38310</c:v>
                </c:pt>
                <c:pt idx="1014">
                  <c:v>38313</c:v>
                </c:pt>
                <c:pt idx="1015">
                  <c:v>38314</c:v>
                </c:pt>
                <c:pt idx="1016">
                  <c:v>38315</c:v>
                </c:pt>
                <c:pt idx="1017">
                  <c:v>38316</c:v>
                </c:pt>
                <c:pt idx="1018">
                  <c:v>38317</c:v>
                </c:pt>
                <c:pt idx="1019">
                  <c:v>38320</c:v>
                </c:pt>
                <c:pt idx="1020">
                  <c:v>38321</c:v>
                </c:pt>
                <c:pt idx="1021">
                  <c:v>38322</c:v>
                </c:pt>
                <c:pt idx="1022">
                  <c:v>38323</c:v>
                </c:pt>
                <c:pt idx="1023">
                  <c:v>38324</c:v>
                </c:pt>
                <c:pt idx="1024">
                  <c:v>38327</c:v>
                </c:pt>
                <c:pt idx="1025">
                  <c:v>38328</c:v>
                </c:pt>
                <c:pt idx="1026">
                  <c:v>38329</c:v>
                </c:pt>
                <c:pt idx="1027">
                  <c:v>38330</c:v>
                </c:pt>
                <c:pt idx="1028">
                  <c:v>38331</c:v>
                </c:pt>
                <c:pt idx="1029">
                  <c:v>38334</c:v>
                </c:pt>
                <c:pt idx="1030">
                  <c:v>38335</c:v>
                </c:pt>
                <c:pt idx="1031">
                  <c:v>38336</c:v>
                </c:pt>
                <c:pt idx="1032">
                  <c:v>38337</c:v>
                </c:pt>
                <c:pt idx="1033">
                  <c:v>38338</c:v>
                </c:pt>
                <c:pt idx="1034">
                  <c:v>38341</c:v>
                </c:pt>
                <c:pt idx="1035">
                  <c:v>38342</c:v>
                </c:pt>
                <c:pt idx="1036">
                  <c:v>38343</c:v>
                </c:pt>
                <c:pt idx="1037">
                  <c:v>38344</c:v>
                </c:pt>
                <c:pt idx="1038">
                  <c:v>38345</c:v>
                </c:pt>
                <c:pt idx="1039">
                  <c:v>38348</c:v>
                </c:pt>
                <c:pt idx="1040">
                  <c:v>38349</c:v>
                </c:pt>
                <c:pt idx="1041">
                  <c:v>38350</c:v>
                </c:pt>
                <c:pt idx="1042">
                  <c:v>38351</c:v>
                </c:pt>
                <c:pt idx="1043">
                  <c:v>38352</c:v>
                </c:pt>
                <c:pt idx="1044">
                  <c:v>38355</c:v>
                </c:pt>
                <c:pt idx="1045">
                  <c:v>38356</c:v>
                </c:pt>
                <c:pt idx="1046">
                  <c:v>38357</c:v>
                </c:pt>
                <c:pt idx="1047">
                  <c:v>38358</c:v>
                </c:pt>
                <c:pt idx="1048">
                  <c:v>38359</c:v>
                </c:pt>
                <c:pt idx="1049">
                  <c:v>38362</c:v>
                </c:pt>
                <c:pt idx="1050">
                  <c:v>38363</c:v>
                </c:pt>
                <c:pt idx="1051">
                  <c:v>38364</c:v>
                </c:pt>
                <c:pt idx="1052">
                  <c:v>38365</c:v>
                </c:pt>
                <c:pt idx="1053">
                  <c:v>38366</c:v>
                </c:pt>
                <c:pt idx="1054">
                  <c:v>38369</c:v>
                </c:pt>
                <c:pt idx="1055">
                  <c:v>38370</c:v>
                </c:pt>
                <c:pt idx="1056">
                  <c:v>38371</c:v>
                </c:pt>
                <c:pt idx="1057">
                  <c:v>38372</c:v>
                </c:pt>
                <c:pt idx="1058">
                  <c:v>38373</c:v>
                </c:pt>
                <c:pt idx="1059">
                  <c:v>38376</c:v>
                </c:pt>
                <c:pt idx="1060">
                  <c:v>38377</c:v>
                </c:pt>
                <c:pt idx="1061">
                  <c:v>38378</c:v>
                </c:pt>
                <c:pt idx="1062">
                  <c:v>38379</c:v>
                </c:pt>
                <c:pt idx="1063">
                  <c:v>38380</c:v>
                </c:pt>
                <c:pt idx="1064">
                  <c:v>38383</c:v>
                </c:pt>
                <c:pt idx="1065">
                  <c:v>38384</c:v>
                </c:pt>
                <c:pt idx="1066">
                  <c:v>38385</c:v>
                </c:pt>
                <c:pt idx="1067">
                  <c:v>38386</c:v>
                </c:pt>
                <c:pt idx="1068">
                  <c:v>38387</c:v>
                </c:pt>
                <c:pt idx="1069">
                  <c:v>38390</c:v>
                </c:pt>
                <c:pt idx="1070">
                  <c:v>38391</c:v>
                </c:pt>
                <c:pt idx="1071">
                  <c:v>38392</c:v>
                </c:pt>
                <c:pt idx="1072">
                  <c:v>38393</c:v>
                </c:pt>
                <c:pt idx="1073">
                  <c:v>38394</c:v>
                </c:pt>
                <c:pt idx="1074">
                  <c:v>38397</c:v>
                </c:pt>
                <c:pt idx="1075">
                  <c:v>38398</c:v>
                </c:pt>
                <c:pt idx="1076">
                  <c:v>38399</c:v>
                </c:pt>
                <c:pt idx="1077">
                  <c:v>38400</c:v>
                </c:pt>
                <c:pt idx="1078">
                  <c:v>38401</c:v>
                </c:pt>
                <c:pt idx="1079">
                  <c:v>38404</c:v>
                </c:pt>
                <c:pt idx="1080">
                  <c:v>38405</c:v>
                </c:pt>
                <c:pt idx="1081">
                  <c:v>38406</c:v>
                </c:pt>
                <c:pt idx="1082">
                  <c:v>38407</c:v>
                </c:pt>
                <c:pt idx="1083">
                  <c:v>38408</c:v>
                </c:pt>
                <c:pt idx="1084">
                  <c:v>38411</c:v>
                </c:pt>
                <c:pt idx="1085">
                  <c:v>38412</c:v>
                </c:pt>
                <c:pt idx="1086">
                  <c:v>38413</c:v>
                </c:pt>
                <c:pt idx="1087">
                  <c:v>38414</c:v>
                </c:pt>
                <c:pt idx="1088">
                  <c:v>38415</c:v>
                </c:pt>
                <c:pt idx="1089">
                  <c:v>38418</c:v>
                </c:pt>
                <c:pt idx="1090">
                  <c:v>38419</c:v>
                </c:pt>
                <c:pt idx="1091">
                  <c:v>38420</c:v>
                </c:pt>
                <c:pt idx="1092">
                  <c:v>38421</c:v>
                </c:pt>
                <c:pt idx="1093">
                  <c:v>38422</c:v>
                </c:pt>
                <c:pt idx="1094">
                  <c:v>38425</c:v>
                </c:pt>
                <c:pt idx="1095">
                  <c:v>38426</c:v>
                </c:pt>
                <c:pt idx="1096">
                  <c:v>38427</c:v>
                </c:pt>
                <c:pt idx="1097">
                  <c:v>38428</c:v>
                </c:pt>
                <c:pt idx="1098">
                  <c:v>38429</c:v>
                </c:pt>
                <c:pt idx="1099">
                  <c:v>38432</c:v>
                </c:pt>
                <c:pt idx="1100">
                  <c:v>38433</c:v>
                </c:pt>
                <c:pt idx="1101">
                  <c:v>38434</c:v>
                </c:pt>
                <c:pt idx="1102">
                  <c:v>38435</c:v>
                </c:pt>
                <c:pt idx="1103">
                  <c:v>38436</c:v>
                </c:pt>
                <c:pt idx="1104">
                  <c:v>38439</c:v>
                </c:pt>
                <c:pt idx="1105">
                  <c:v>38440</c:v>
                </c:pt>
                <c:pt idx="1106">
                  <c:v>38441</c:v>
                </c:pt>
                <c:pt idx="1107">
                  <c:v>38442</c:v>
                </c:pt>
                <c:pt idx="1108">
                  <c:v>38443</c:v>
                </c:pt>
                <c:pt idx="1109">
                  <c:v>38446</c:v>
                </c:pt>
                <c:pt idx="1110">
                  <c:v>38447</c:v>
                </c:pt>
                <c:pt idx="1111">
                  <c:v>38448</c:v>
                </c:pt>
                <c:pt idx="1112">
                  <c:v>38449</c:v>
                </c:pt>
                <c:pt idx="1113">
                  <c:v>38450</c:v>
                </c:pt>
                <c:pt idx="1114">
                  <c:v>38453</c:v>
                </c:pt>
                <c:pt idx="1115">
                  <c:v>38454</c:v>
                </c:pt>
                <c:pt idx="1116">
                  <c:v>38455</c:v>
                </c:pt>
                <c:pt idx="1117">
                  <c:v>38456</c:v>
                </c:pt>
                <c:pt idx="1118">
                  <c:v>38457</c:v>
                </c:pt>
                <c:pt idx="1119">
                  <c:v>38460</c:v>
                </c:pt>
                <c:pt idx="1120">
                  <c:v>38461</c:v>
                </c:pt>
                <c:pt idx="1121">
                  <c:v>38462</c:v>
                </c:pt>
                <c:pt idx="1122">
                  <c:v>38463</c:v>
                </c:pt>
                <c:pt idx="1123">
                  <c:v>38464</c:v>
                </c:pt>
                <c:pt idx="1124">
                  <c:v>38467</c:v>
                </c:pt>
                <c:pt idx="1125">
                  <c:v>38468</c:v>
                </c:pt>
                <c:pt idx="1126">
                  <c:v>38469</c:v>
                </c:pt>
                <c:pt idx="1127">
                  <c:v>38470</c:v>
                </c:pt>
                <c:pt idx="1128">
                  <c:v>38471</c:v>
                </c:pt>
                <c:pt idx="1129">
                  <c:v>38474</c:v>
                </c:pt>
                <c:pt idx="1130">
                  <c:v>38475</c:v>
                </c:pt>
                <c:pt idx="1131">
                  <c:v>38476</c:v>
                </c:pt>
                <c:pt idx="1132">
                  <c:v>38477</c:v>
                </c:pt>
                <c:pt idx="1133">
                  <c:v>38478</c:v>
                </c:pt>
                <c:pt idx="1134">
                  <c:v>38481</c:v>
                </c:pt>
                <c:pt idx="1135">
                  <c:v>38482</c:v>
                </c:pt>
                <c:pt idx="1136">
                  <c:v>38483</c:v>
                </c:pt>
                <c:pt idx="1137">
                  <c:v>38484</c:v>
                </c:pt>
                <c:pt idx="1138">
                  <c:v>38485</c:v>
                </c:pt>
                <c:pt idx="1139">
                  <c:v>38488</c:v>
                </c:pt>
                <c:pt idx="1140">
                  <c:v>38489</c:v>
                </c:pt>
                <c:pt idx="1141">
                  <c:v>38490</c:v>
                </c:pt>
                <c:pt idx="1142">
                  <c:v>38491</c:v>
                </c:pt>
                <c:pt idx="1143">
                  <c:v>38492</c:v>
                </c:pt>
                <c:pt idx="1144">
                  <c:v>38495</c:v>
                </c:pt>
                <c:pt idx="1145">
                  <c:v>38496</c:v>
                </c:pt>
                <c:pt idx="1146">
                  <c:v>38497</c:v>
                </c:pt>
                <c:pt idx="1147">
                  <c:v>38498</c:v>
                </c:pt>
                <c:pt idx="1148">
                  <c:v>38499</c:v>
                </c:pt>
                <c:pt idx="1149">
                  <c:v>38502</c:v>
                </c:pt>
                <c:pt idx="1150">
                  <c:v>38503</c:v>
                </c:pt>
                <c:pt idx="1151">
                  <c:v>38504</c:v>
                </c:pt>
                <c:pt idx="1152">
                  <c:v>38505</c:v>
                </c:pt>
                <c:pt idx="1153">
                  <c:v>38506</c:v>
                </c:pt>
                <c:pt idx="1154">
                  <c:v>38509</c:v>
                </c:pt>
                <c:pt idx="1155">
                  <c:v>38510</c:v>
                </c:pt>
                <c:pt idx="1156">
                  <c:v>38511</c:v>
                </c:pt>
                <c:pt idx="1157">
                  <c:v>38512</c:v>
                </c:pt>
                <c:pt idx="1158">
                  <c:v>38513</c:v>
                </c:pt>
                <c:pt idx="1159">
                  <c:v>38516</c:v>
                </c:pt>
                <c:pt idx="1160">
                  <c:v>38517</c:v>
                </c:pt>
                <c:pt idx="1161">
                  <c:v>38518</c:v>
                </c:pt>
                <c:pt idx="1162">
                  <c:v>38519</c:v>
                </c:pt>
                <c:pt idx="1163">
                  <c:v>38520</c:v>
                </c:pt>
                <c:pt idx="1164">
                  <c:v>38523</c:v>
                </c:pt>
                <c:pt idx="1165">
                  <c:v>38524</c:v>
                </c:pt>
                <c:pt idx="1166">
                  <c:v>38525</c:v>
                </c:pt>
                <c:pt idx="1167">
                  <c:v>38526</c:v>
                </c:pt>
                <c:pt idx="1168">
                  <c:v>38527</c:v>
                </c:pt>
                <c:pt idx="1169">
                  <c:v>38530</c:v>
                </c:pt>
                <c:pt idx="1170">
                  <c:v>38531</c:v>
                </c:pt>
                <c:pt idx="1171">
                  <c:v>38532</c:v>
                </c:pt>
                <c:pt idx="1172">
                  <c:v>38533</c:v>
                </c:pt>
                <c:pt idx="1173">
                  <c:v>38534</c:v>
                </c:pt>
                <c:pt idx="1174">
                  <c:v>38537</c:v>
                </c:pt>
                <c:pt idx="1175">
                  <c:v>38538</c:v>
                </c:pt>
                <c:pt idx="1176">
                  <c:v>38539</c:v>
                </c:pt>
                <c:pt idx="1177">
                  <c:v>38540</c:v>
                </c:pt>
                <c:pt idx="1178">
                  <c:v>38541</c:v>
                </c:pt>
                <c:pt idx="1179">
                  <c:v>38544</c:v>
                </c:pt>
                <c:pt idx="1180">
                  <c:v>38545</c:v>
                </c:pt>
                <c:pt idx="1181">
                  <c:v>38546</c:v>
                </c:pt>
                <c:pt idx="1182">
                  <c:v>38547</c:v>
                </c:pt>
                <c:pt idx="1183">
                  <c:v>38548</c:v>
                </c:pt>
                <c:pt idx="1184">
                  <c:v>38551</c:v>
                </c:pt>
                <c:pt idx="1185">
                  <c:v>38552</c:v>
                </c:pt>
                <c:pt idx="1186">
                  <c:v>38553</c:v>
                </c:pt>
                <c:pt idx="1187">
                  <c:v>38554</c:v>
                </c:pt>
                <c:pt idx="1188">
                  <c:v>38555</c:v>
                </c:pt>
                <c:pt idx="1189">
                  <c:v>38558</c:v>
                </c:pt>
                <c:pt idx="1190">
                  <c:v>38559</c:v>
                </c:pt>
                <c:pt idx="1191">
                  <c:v>38560</c:v>
                </c:pt>
                <c:pt idx="1192">
                  <c:v>38561</c:v>
                </c:pt>
                <c:pt idx="1193">
                  <c:v>38562</c:v>
                </c:pt>
                <c:pt idx="1194">
                  <c:v>38565</c:v>
                </c:pt>
                <c:pt idx="1195">
                  <c:v>38566</c:v>
                </c:pt>
                <c:pt idx="1196">
                  <c:v>38567</c:v>
                </c:pt>
                <c:pt idx="1197">
                  <c:v>38568</c:v>
                </c:pt>
                <c:pt idx="1198">
                  <c:v>38569</c:v>
                </c:pt>
                <c:pt idx="1199">
                  <c:v>38572</c:v>
                </c:pt>
                <c:pt idx="1200">
                  <c:v>38573</c:v>
                </c:pt>
                <c:pt idx="1201">
                  <c:v>38574</c:v>
                </c:pt>
                <c:pt idx="1202">
                  <c:v>38575</c:v>
                </c:pt>
                <c:pt idx="1203">
                  <c:v>38576</c:v>
                </c:pt>
                <c:pt idx="1204">
                  <c:v>38579</c:v>
                </c:pt>
                <c:pt idx="1205">
                  <c:v>38580</c:v>
                </c:pt>
                <c:pt idx="1206">
                  <c:v>38581</c:v>
                </c:pt>
                <c:pt idx="1207">
                  <c:v>38582</c:v>
                </c:pt>
                <c:pt idx="1208">
                  <c:v>38583</c:v>
                </c:pt>
                <c:pt idx="1209">
                  <c:v>38586</c:v>
                </c:pt>
                <c:pt idx="1210">
                  <c:v>38587</c:v>
                </c:pt>
                <c:pt idx="1211">
                  <c:v>38588</c:v>
                </c:pt>
                <c:pt idx="1212">
                  <c:v>38589</c:v>
                </c:pt>
                <c:pt idx="1213">
                  <c:v>38590</c:v>
                </c:pt>
                <c:pt idx="1214">
                  <c:v>38593</c:v>
                </c:pt>
                <c:pt idx="1215">
                  <c:v>38594</c:v>
                </c:pt>
                <c:pt idx="1216">
                  <c:v>38595</c:v>
                </c:pt>
                <c:pt idx="1217">
                  <c:v>38596</c:v>
                </c:pt>
                <c:pt idx="1218">
                  <c:v>38597</c:v>
                </c:pt>
                <c:pt idx="1219">
                  <c:v>38600</c:v>
                </c:pt>
                <c:pt idx="1220">
                  <c:v>38601</c:v>
                </c:pt>
                <c:pt idx="1221">
                  <c:v>38602</c:v>
                </c:pt>
                <c:pt idx="1222">
                  <c:v>38603</c:v>
                </c:pt>
                <c:pt idx="1223">
                  <c:v>38604</c:v>
                </c:pt>
                <c:pt idx="1224">
                  <c:v>38607</c:v>
                </c:pt>
                <c:pt idx="1225">
                  <c:v>38608</c:v>
                </c:pt>
                <c:pt idx="1226">
                  <c:v>38609</c:v>
                </c:pt>
                <c:pt idx="1227">
                  <c:v>38610</c:v>
                </c:pt>
                <c:pt idx="1228">
                  <c:v>38611</c:v>
                </c:pt>
                <c:pt idx="1229">
                  <c:v>38614</c:v>
                </c:pt>
                <c:pt idx="1230">
                  <c:v>38615</c:v>
                </c:pt>
                <c:pt idx="1231">
                  <c:v>38616</c:v>
                </c:pt>
                <c:pt idx="1232">
                  <c:v>38617</c:v>
                </c:pt>
                <c:pt idx="1233">
                  <c:v>38618</c:v>
                </c:pt>
                <c:pt idx="1234">
                  <c:v>38621</c:v>
                </c:pt>
                <c:pt idx="1235">
                  <c:v>38622</c:v>
                </c:pt>
                <c:pt idx="1236">
                  <c:v>38623</c:v>
                </c:pt>
                <c:pt idx="1237">
                  <c:v>38624</c:v>
                </c:pt>
                <c:pt idx="1238">
                  <c:v>38625</c:v>
                </c:pt>
                <c:pt idx="1239">
                  <c:v>38628</c:v>
                </c:pt>
                <c:pt idx="1240">
                  <c:v>38629</c:v>
                </c:pt>
                <c:pt idx="1241">
                  <c:v>38630</c:v>
                </c:pt>
                <c:pt idx="1242">
                  <c:v>38631</c:v>
                </c:pt>
                <c:pt idx="1243">
                  <c:v>38632</c:v>
                </c:pt>
                <c:pt idx="1244">
                  <c:v>38635</c:v>
                </c:pt>
                <c:pt idx="1245">
                  <c:v>38636</c:v>
                </c:pt>
                <c:pt idx="1246">
                  <c:v>38637</c:v>
                </c:pt>
                <c:pt idx="1247">
                  <c:v>38638</c:v>
                </c:pt>
                <c:pt idx="1248">
                  <c:v>38639</c:v>
                </c:pt>
                <c:pt idx="1249">
                  <c:v>38642</c:v>
                </c:pt>
                <c:pt idx="1250">
                  <c:v>38643</c:v>
                </c:pt>
                <c:pt idx="1251">
                  <c:v>38644</c:v>
                </c:pt>
                <c:pt idx="1252">
                  <c:v>38645</c:v>
                </c:pt>
                <c:pt idx="1253">
                  <c:v>38646</c:v>
                </c:pt>
                <c:pt idx="1254">
                  <c:v>38649</c:v>
                </c:pt>
                <c:pt idx="1255">
                  <c:v>38650</c:v>
                </c:pt>
                <c:pt idx="1256">
                  <c:v>38651</c:v>
                </c:pt>
                <c:pt idx="1257">
                  <c:v>38652</c:v>
                </c:pt>
                <c:pt idx="1258">
                  <c:v>38653</c:v>
                </c:pt>
                <c:pt idx="1259">
                  <c:v>38656</c:v>
                </c:pt>
                <c:pt idx="1260">
                  <c:v>38657</c:v>
                </c:pt>
                <c:pt idx="1261">
                  <c:v>38658</c:v>
                </c:pt>
                <c:pt idx="1262">
                  <c:v>38659</c:v>
                </c:pt>
                <c:pt idx="1263">
                  <c:v>38660</c:v>
                </c:pt>
                <c:pt idx="1264">
                  <c:v>38663</c:v>
                </c:pt>
                <c:pt idx="1265">
                  <c:v>38664</c:v>
                </c:pt>
                <c:pt idx="1266">
                  <c:v>38665</c:v>
                </c:pt>
                <c:pt idx="1267">
                  <c:v>38666</c:v>
                </c:pt>
                <c:pt idx="1268">
                  <c:v>38667</c:v>
                </c:pt>
                <c:pt idx="1269">
                  <c:v>38670</c:v>
                </c:pt>
                <c:pt idx="1270">
                  <c:v>38671</c:v>
                </c:pt>
                <c:pt idx="1271">
                  <c:v>38672</c:v>
                </c:pt>
                <c:pt idx="1272">
                  <c:v>38673</c:v>
                </c:pt>
                <c:pt idx="1273">
                  <c:v>38674</c:v>
                </c:pt>
                <c:pt idx="1274">
                  <c:v>38677</c:v>
                </c:pt>
                <c:pt idx="1275">
                  <c:v>38678</c:v>
                </c:pt>
                <c:pt idx="1276">
                  <c:v>38679</c:v>
                </c:pt>
                <c:pt idx="1277">
                  <c:v>38680</c:v>
                </c:pt>
                <c:pt idx="1278">
                  <c:v>38681</c:v>
                </c:pt>
                <c:pt idx="1279">
                  <c:v>38684</c:v>
                </c:pt>
                <c:pt idx="1280">
                  <c:v>38685</c:v>
                </c:pt>
                <c:pt idx="1281">
                  <c:v>38686</c:v>
                </c:pt>
                <c:pt idx="1282">
                  <c:v>38687</c:v>
                </c:pt>
                <c:pt idx="1283">
                  <c:v>38688</c:v>
                </c:pt>
                <c:pt idx="1284">
                  <c:v>38691</c:v>
                </c:pt>
                <c:pt idx="1285">
                  <c:v>38692</c:v>
                </c:pt>
                <c:pt idx="1286">
                  <c:v>38693</c:v>
                </c:pt>
                <c:pt idx="1287">
                  <c:v>38694</c:v>
                </c:pt>
                <c:pt idx="1288">
                  <c:v>38695</c:v>
                </c:pt>
                <c:pt idx="1289">
                  <c:v>38698</c:v>
                </c:pt>
                <c:pt idx="1290">
                  <c:v>38699</c:v>
                </c:pt>
                <c:pt idx="1291">
                  <c:v>38700</c:v>
                </c:pt>
                <c:pt idx="1292">
                  <c:v>38701</c:v>
                </c:pt>
                <c:pt idx="1293">
                  <c:v>38702</c:v>
                </c:pt>
                <c:pt idx="1294">
                  <c:v>38705</c:v>
                </c:pt>
                <c:pt idx="1295">
                  <c:v>38706</c:v>
                </c:pt>
                <c:pt idx="1296">
                  <c:v>38707</c:v>
                </c:pt>
                <c:pt idx="1297">
                  <c:v>38708</c:v>
                </c:pt>
                <c:pt idx="1298">
                  <c:v>38709</c:v>
                </c:pt>
                <c:pt idx="1299">
                  <c:v>38712</c:v>
                </c:pt>
                <c:pt idx="1300">
                  <c:v>38713</c:v>
                </c:pt>
                <c:pt idx="1301">
                  <c:v>38714</c:v>
                </c:pt>
                <c:pt idx="1302">
                  <c:v>38715</c:v>
                </c:pt>
                <c:pt idx="1303">
                  <c:v>38716</c:v>
                </c:pt>
                <c:pt idx="1304">
                  <c:v>38719</c:v>
                </c:pt>
                <c:pt idx="1305">
                  <c:v>38720</c:v>
                </c:pt>
                <c:pt idx="1306">
                  <c:v>38721</c:v>
                </c:pt>
                <c:pt idx="1307">
                  <c:v>38722</c:v>
                </c:pt>
                <c:pt idx="1308">
                  <c:v>38723</c:v>
                </c:pt>
                <c:pt idx="1309">
                  <c:v>38726</c:v>
                </c:pt>
                <c:pt idx="1310">
                  <c:v>38727</c:v>
                </c:pt>
                <c:pt idx="1311">
                  <c:v>38728</c:v>
                </c:pt>
                <c:pt idx="1312">
                  <c:v>38729</c:v>
                </c:pt>
                <c:pt idx="1313">
                  <c:v>38730</c:v>
                </c:pt>
                <c:pt idx="1314">
                  <c:v>38733</c:v>
                </c:pt>
                <c:pt idx="1315">
                  <c:v>38734</c:v>
                </c:pt>
                <c:pt idx="1316">
                  <c:v>38735</c:v>
                </c:pt>
                <c:pt idx="1317">
                  <c:v>38736</c:v>
                </c:pt>
                <c:pt idx="1318">
                  <c:v>38737</c:v>
                </c:pt>
                <c:pt idx="1319">
                  <c:v>38740</c:v>
                </c:pt>
                <c:pt idx="1320">
                  <c:v>38741</c:v>
                </c:pt>
                <c:pt idx="1321">
                  <c:v>38742</c:v>
                </c:pt>
                <c:pt idx="1322">
                  <c:v>38743</c:v>
                </c:pt>
                <c:pt idx="1323">
                  <c:v>38744</c:v>
                </c:pt>
                <c:pt idx="1324">
                  <c:v>38747</c:v>
                </c:pt>
                <c:pt idx="1325">
                  <c:v>38748</c:v>
                </c:pt>
                <c:pt idx="1326">
                  <c:v>38749</c:v>
                </c:pt>
                <c:pt idx="1327">
                  <c:v>38750</c:v>
                </c:pt>
                <c:pt idx="1328">
                  <c:v>38751</c:v>
                </c:pt>
                <c:pt idx="1329">
                  <c:v>38754</c:v>
                </c:pt>
                <c:pt idx="1330">
                  <c:v>38755</c:v>
                </c:pt>
                <c:pt idx="1331">
                  <c:v>38756</c:v>
                </c:pt>
                <c:pt idx="1332">
                  <c:v>38757</c:v>
                </c:pt>
                <c:pt idx="1333">
                  <c:v>38758</c:v>
                </c:pt>
                <c:pt idx="1334">
                  <c:v>38761</c:v>
                </c:pt>
                <c:pt idx="1335">
                  <c:v>38762</c:v>
                </c:pt>
                <c:pt idx="1336">
                  <c:v>38763</c:v>
                </c:pt>
                <c:pt idx="1337">
                  <c:v>38764</c:v>
                </c:pt>
                <c:pt idx="1338">
                  <c:v>38765</c:v>
                </c:pt>
                <c:pt idx="1339">
                  <c:v>38768</c:v>
                </c:pt>
                <c:pt idx="1340">
                  <c:v>38769</c:v>
                </c:pt>
                <c:pt idx="1341">
                  <c:v>38770</c:v>
                </c:pt>
                <c:pt idx="1342">
                  <c:v>38771</c:v>
                </c:pt>
                <c:pt idx="1343">
                  <c:v>38772</c:v>
                </c:pt>
                <c:pt idx="1344">
                  <c:v>38775</c:v>
                </c:pt>
                <c:pt idx="1345">
                  <c:v>38776</c:v>
                </c:pt>
                <c:pt idx="1346">
                  <c:v>38777</c:v>
                </c:pt>
                <c:pt idx="1347">
                  <c:v>38778</c:v>
                </c:pt>
                <c:pt idx="1348">
                  <c:v>38779</c:v>
                </c:pt>
                <c:pt idx="1349">
                  <c:v>38782</c:v>
                </c:pt>
                <c:pt idx="1350">
                  <c:v>38783</c:v>
                </c:pt>
                <c:pt idx="1351">
                  <c:v>38784</c:v>
                </c:pt>
                <c:pt idx="1352">
                  <c:v>38785</c:v>
                </c:pt>
                <c:pt idx="1353">
                  <c:v>38786</c:v>
                </c:pt>
                <c:pt idx="1354">
                  <c:v>38789</c:v>
                </c:pt>
                <c:pt idx="1355">
                  <c:v>38790</c:v>
                </c:pt>
                <c:pt idx="1356">
                  <c:v>38791</c:v>
                </c:pt>
                <c:pt idx="1357">
                  <c:v>38792</c:v>
                </c:pt>
                <c:pt idx="1358">
                  <c:v>38793</c:v>
                </c:pt>
                <c:pt idx="1359">
                  <c:v>38796</c:v>
                </c:pt>
                <c:pt idx="1360">
                  <c:v>38797</c:v>
                </c:pt>
                <c:pt idx="1361">
                  <c:v>38798</c:v>
                </c:pt>
                <c:pt idx="1362">
                  <c:v>38799</c:v>
                </c:pt>
                <c:pt idx="1363">
                  <c:v>38800</c:v>
                </c:pt>
                <c:pt idx="1364">
                  <c:v>38803</c:v>
                </c:pt>
                <c:pt idx="1365">
                  <c:v>38804</c:v>
                </c:pt>
                <c:pt idx="1366">
                  <c:v>38805</c:v>
                </c:pt>
                <c:pt idx="1367">
                  <c:v>38806</c:v>
                </c:pt>
                <c:pt idx="1368">
                  <c:v>38807</c:v>
                </c:pt>
                <c:pt idx="1369">
                  <c:v>38810</c:v>
                </c:pt>
                <c:pt idx="1370">
                  <c:v>38811</c:v>
                </c:pt>
                <c:pt idx="1371">
                  <c:v>38812</c:v>
                </c:pt>
                <c:pt idx="1372">
                  <c:v>38813</c:v>
                </c:pt>
                <c:pt idx="1373">
                  <c:v>38814</c:v>
                </c:pt>
                <c:pt idx="1374">
                  <c:v>38817</c:v>
                </c:pt>
                <c:pt idx="1375">
                  <c:v>38818</c:v>
                </c:pt>
                <c:pt idx="1376">
                  <c:v>38819</c:v>
                </c:pt>
                <c:pt idx="1377">
                  <c:v>38820</c:v>
                </c:pt>
                <c:pt idx="1378">
                  <c:v>38821</c:v>
                </c:pt>
                <c:pt idx="1379">
                  <c:v>38824</c:v>
                </c:pt>
                <c:pt idx="1380">
                  <c:v>38825</c:v>
                </c:pt>
                <c:pt idx="1381">
                  <c:v>38826</c:v>
                </c:pt>
                <c:pt idx="1382">
                  <c:v>38827</c:v>
                </c:pt>
                <c:pt idx="1383">
                  <c:v>38828</c:v>
                </c:pt>
                <c:pt idx="1384">
                  <c:v>38831</c:v>
                </c:pt>
                <c:pt idx="1385">
                  <c:v>38832</c:v>
                </c:pt>
                <c:pt idx="1386">
                  <c:v>38833</c:v>
                </c:pt>
                <c:pt idx="1387">
                  <c:v>38834</c:v>
                </c:pt>
                <c:pt idx="1388">
                  <c:v>38835</c:v>
                </c:pt>
                <c:pt idx="1389">
                  <c:v>38838</c:v>
                </c:pt>
                <c:pt idx="1390">
                  <c:v>38839</c:v>
                </c:pt>
                <c:pt idx="1391">
                  <c:v>38840</c:v>
                </c:pt>
                <c:pt idx="1392">
                  <c:v>38841</c:v>
                </c:pt>
                <c:pt idx="1393">
                  <c:v>38842</c:v>
                </c:pt>
                <c:pt idx="1394">
                  <c:v>38845</c:v>
                </c:pt>
                <c:pt idx="1395">
                  <c:v>38846</c:v>
                </c:pt>
                <c:pt idx="1396">
                  <c:v>38847</c:v>
                </c:pt>
                <c:pt idx="1397">
                  <c:v>38848</c:v>
                </c:pt>
                <c:pt idx="1398">
                  <c:v>38849</c:v>
                </c:pt>
                <c:pt idx="1399">
                  <c:v>38852</c:v>
                </c:pt>
                <c:pt idx="1400">
                  <c:v>38853</c:v>
                </c:pt>
                <c:pt idx="1401">
                  <c:v>38854</c:v>
                </c:pt>
                <c:pt idx="1402">
                  <c:v>38855</c:v>
                </c:pt>
                <c:pt idx="1403">
                  <c:v>38856</c:v>
                </c:pt>
                <c:pt idx="1404">
                  <c:v>38859</c:v>
                </c:pt>
                <c:pt idx="1405">
                  <c:v>38860</c:v>
                </c:pt>
                <c:pt idx="1406">
                  <c:v>38861</c:v>
                </c:pt>
                <c:pt idx="1407">
                  <c:v>38862</c:v>
                </c:pt>
                <c:pt idx="1408">
                  <c:v>38863</c:v>
                </c:pt>
                <c:pt idx="1409">
                  <c:v>38866</c:v>
                </c:pt>
                <c:pt idx="1410">
                  <c:v>38867</c:v>
                </c:pt>
                <c:pt idx="1411">
                  <c:v>38868</c:v>
                </c:pt>
                <c:pt idx="1412">
                  <c:v>38869</c:v>
                </c:pt>
                <c:pt idx="1413">
                  <c:v>38870</c:v>
                </c:pt>
                <c:pt idx="1414">
                  <c:v>38873</c:v>
                </c:pt>
                <c:pt idx="1415">
                  <c:v>38874</c:v>
                </c:pt>
                <c:pt idx="1416">
                  <c:v>38875</c:v>
                </c:pt>
                <c:pt idx="1417">
                  <c:v>38876</c:v>
                </c:pt>
                <c:pt idx="1418">
                  <c:v>38877</c:v>
                </c:pt>
                <c:pt idx="1419">
                  <c:v>38880</c:v>
                </c:pt>
                <c:pt idx="1420">
                  <c:v>38881</c:v>
                </c:pt>
                <c:pt idx="1421">
                  <c:v>38882</c:v>
                </c:pt>
                <c:pt idx="1422">
                  <c:v>38883</c:v>
                </c:pt>
                <c:pt idx="1423">
                  <c:v>38884</c:v>
                </c:pt>
                <c:pt idx="1424">
                  <c:v>38887</c:v>
                </c:pt>
                <c:pt idx="1425">
                  <c:v>38888</c:v>
                </c:pt>
                <c:pt idx="1426">
                  <c:v>38889</c:v>
                </c:pt>
                <c:pt idx="1427">
                  <c:v>38890</c:v>
                </c:pt>
                <c:pt idx="1428">
                  <c:v>38891</c:v>
                </c:pt>
                <c:pt idx="1429">
                  <c:v>38894</c:v>
                </c:pt>
                <c:pt idx="1430">
                  <c:v>38895</c:v>
                </c:pt>
                <c:pt idx="1431">
                  <c:v>38896</c:v>
                </c:pt>
                <c:pt idx="1432">
                  <c:v>38897</c:v>
                </c:pt>
                <c:pt idx="1433">
                  <c:v>38898</c:v>
                </c:pt>
                <c:pt idx="1434">
                  <c:v>38901</c:v>
                </c:pt>
                <c:pt idx="1435">
                  <c:v>38902</c:v>
                </c:pt>
                <c:pt idx="1436">
                  <c:v>38903</c:v>
                </c:pt>
                <c:pt idx="1437">
                  <c:v>38904</c:v>
                </c:pt>
                <c:pt idx="1438">
                  <c:v>38905</c:v>
                </c:pt>
                <c:pt idx="1439">
                  <c:v>38908</c:v>
                </c:pt>
                <c:pt idx="1440">
                  <c:v>38909</c:v>
                </c:pt>
                <c:pt idx="1441">
                  <c:v>38910</c:v>
                </c:pt>
                <c:pt idx="1442">
                  <c:v>38911</c:v>
                </c:pt>
                <c:pt idx="1443">
                  <c:v>38912</c:v>
                </c:pt>
                <c:pt idx="1444">
                  <c:v>38915</c:v>
                </c:pt>
                <c:pt idx="1445">
                  <c:v>38916</c:v>
                </c:pt>
                <c:pt idx="1446">
                  <c:v>38917</c:v>
                </c:pt>
                <c:pt idx="1447">
                  <c:v>38918</c:v>
                </c:pt>
                <c:pt idx="1448">
                  <c:v>38919</c:v>
                </c:pt>
                <c:pt idx="1449">
                  <c:v>38922</c:v>
                </c:pt>
                <c:pt idx="1450">
                  <c:v>38923</c:v>
                </c:pt>
                <c:pt idx="1451">
                  <c:v>38924</c:v>
                </c:pt>
                <c:pt idx="1452">
                  <c:v>38925</c:v>
                </c:pt>
                <c:pt idx="1453">
                  <c:v>38926</c:v>
                </c:pt>
                <c:pt idx="1454">
                  <c:v>38929</c:v>
                </c:pt>
                <c:pt idx="1455">
                  <c:v>38930</c:v>
                </c:pt>
                <c:pt idx="1456">
                  <c:v>38931</c:v>
                </c:pt>
                <c:pt idx="1457">
                  <c:v>38932</c:v>
                </c:pt>
                <c:pt idx="1458">
                  <c:v>38933</c:v>
                </c:pt>
                <c:pt idx="1459">
                  <c:v>38936</c:v>
                </c:pt>
                <c:pt idx="1460">
                  <c:v>38937</c:v>
                </c:pt>
                <c:pt idx="1461">
                  <c:v>38938</c:v>
                </c:pt>
                <c:pt idx="1462">
                  <c:v>38939</c:v>
                </c:pt>
                <c:pt idx="1463">
                  <c:v>38940</c:v>
                </c:pt>
                <c:pt idx="1464">
                  <c:v>38943</c:v>
                </c:pt>
                <c:pt idx="1465">
                  <c:v>38944</c:v>
                </c:pt>
                <c:pt idx="1466">
                  <c:v>38945</c:v>
                </c:pt>
                <c:pt idx="1467">
                  <c:v>38946</c:v>
                </c:pt>
                <c:pt idx="1468">
                  <c:v>38947</c:v>
                </c:pt>
                <c:pt idx="1469">
                  <c:v>38950</c:v>
                </c:pt>
                <c:pt idx="1470">
                  <c:v>38951</c:v>
                </c:pt>
                <c:pt idx="1471">
                  <c:v>38952</c:v>
                </c:pt>
                <c:pt idx="1472">
                  <c:v>38953</c:v>
                </c:pt>
                <c:pt idx="1473">
                  <c:v>38954</c:v>
                </c:pt>
                <c:pt idx="1474">
                  <c:v>38957</c:v>
                </c:pt>
                <c:pt idx="1475">
                  <c:v>38958</c:v>
                </c:pt>
                <c:pt idx="1476">
                  <c:v>38959</c:v>
                </c:pt>
                <c:pt idx="1477">
                  <c:v>38960</c:v>
                </c:pt>
                <c:pt idx="1478">
                  <c:v>38961</c:v>
                </c:pt>
                <c:pt idx="1479">
                  <c:v>38964</c:v>
                </c:pt>
                <c:pt idx="1480">
                  <c:v>38965</c:v>
                </c:pt>
                <c:pt idx="1481">
                  <c:v>38966</c:v>
                </c:pt>
                <c:pt idx="1482">
                  <c:v>38967</c:v>
                </c:pt>
                <c:pt idx="1483">
                  <c:v>38968</c:v>
                </c:pt>
                <c:pt idx="1484">
                  <c:v>38971</c:v>
                </c:pt>
                <c:pt idx="1485">
                  <c:v>38972</c:v>
                </c:pt>
                <c:pt idx="1486">
                  <c:v>38973</c:v>
                </c:pt>
                <c:pt idx="1487">
                  <c:v>38974</c:v>
                </c:pt>
                <c:pt idx="1488">
                  <c:v>38975</c:v>
                </c:pt>
                <c:pt idx="1489">
                  <c:v>38978</c:v>
                </c:pt>
                <c:pt idx="1490">
                  <c:v>38979</c:v>
                </c:pt>
                <c:pt idx="1491">
                  <c:v>38980</c:v>
                </c:pt>
                <c:pt idx="1492">
                  <c:v>38981</c:v>
                </c:pt>
                <c:pt idx="1493">
                  <c:v>38982</c:v>
                </c:pt>
                <c:pt idx="1494">
                  <c:v>38985</c:v>
                </c:pt>
                <c:pt idx="1495">
                  <c:v>38986</c:v>
                </c:pt>
                <c:pt idx="1496">
                  <c:v>38987</c:v>
                </c:pt>
                <c:pt idx="1497">
                  <c:v>38988</c:v>
                </c:pt>
                <c:pt idx="1498">
                  <c:v>38989</c:v>
                </c:pt>
                <c:pt idx="1499">
                  <c:v>38992</c:v>
                </c:pt>
                <c:pt idx="1500">
                  <c:v>38993</c:v>
                </c:pt>
                <c:pt idx="1501">
                  <c:v>38994</c:v>
                </c:pt>
                <c:pt idx="1502">
                  <c:v>38995</c:v>
                </c:pt>
                <c:pt idx="1503">
                  <c:v>38996</c:v>
                </c:pt>
                <c:pt idx="1504">
                  <c:v>38999</c:v>
                </c:pt>
                <c:pt idx="1505">
                  <c:v>39000</c:v>
                </c:pt>
                <c:pt idx="1506">
                  <c:v>39001</c:v>
                </c:pt>
                <c:pt idx="1507">
                  <c:v>39002</c:v>
                </c:pt>
                <c:pt idx="1508">
                  <c:v>39003</c:v>
                </c:pt>
                <c:pt idx="1509">
                  <c:v>39006</c:v>
                </c:pt>
                <c:pt idx="1510">
                  <c:v>39007</c:v>
                </c:pt>
                <c:pt idx="1511">
                  <c:v>39008</c:v>
                </c:pt>
                <c:pt idx="1512">
                  <c:v>39009</c:v>
                </c:pt>
                <c:pt idx="1513">
                  <c:v>39010</c:v>
                </c:pt>
                <c:pt idx="1514">
                  <c:v>39013</c:v>
                </c:pt>
                <c:pt idx="1515">
                  <c:v>39014</c:v>
                </c:pt>
                <c:pt idx="1516">
                  <c:v>39015</c:v>
                </c:pt>
                <c:pt idx="1517">
                  <c:v>39016</c:v>
                </c:pt>
                <c:pt idx="1518">
                  <c:v>39017</c:v>
                </c:pt>
                <c:pt idx="1519">
                  <c:v>39020</c:v>
                </c:pt>
                <c:pt idx="1520">
                  <c:v>39021</c:v>
                </c:pt>
                <c:pt idx="1521">
                  <c:v>39022</c:v>
                </c:pt>
                <c:pt idx="1522">
                  <c:v>39023</c:v>
                </c:pt>
                <c:pt idx="1523">
                  <c:v>39024</c:v>
                </c:pt>
                <c:pt idx="1524">
                  <c:v>39027</c:v>
                </c:pt>
                <c:pt idx="1525">
                  <c:v>39028</c:v>
                </c:pt>
                <c:pt idx="1526">
                  <c:v>39029</c:v>
                </c:pt>
                <c:pt idx="1527">
                  <c:v>39030</c:v>
                </c:pt>
                <c:pt idx="1528">
                  <c:v>39031</c:v>
                </c:pt>
                <c:pt idx="1529">
                  <c:v>39034</c:v>
                </c:pt>
                <c:pt idx="1530">
                  <c:v>39035</c:v>
                </c:pt>
                <c:pt idx="1531">
                  <c:v>39036</c:v>
                </c:pt>
                <c:pt idx="1532">
                  <c:v>39037</c:v>
                </c:pt>
                <c:pt idx="1533">
                  <c:v>39038</c:v>
                </c:pt>
                <c:pt idx="1534">
                  <c:v>39041</c:v>
                </c:pt>
                <c:pt idx="1535">
                  <c:v>39042</c:v>
                </c:pt>
                <c:pt idx="1536">
                  <c:v>39043</c:v>
                </c:pt>
                <c:pt idx="1537">
                  <c:v>39044</c:v>
                </c:pt>
                <c:pt idx="1538">
                  <c:v>39045</c:v>
                </c:pt>
                <c:pt idx="1539">
                  <c:v>39048</c:v>
                </c:pt>
                <c:pt idx="1540">
                  <c:v>39049</c:v>
                </c:pt>
                <c:pt idx="1541">
                  <c:v>39050</c:v>
                </c:pt>
                <c:pt idx="1542">
                  <c:v>39051</c:v>
                </c:pt>
                <c:pt idx="1543">
                  <c:v>39052</c:v>
                </c:pt>
                <c:pt idx="1544">
                  <c:v>39055</c:v>
                </c:pt>
                <c:pt idx="1545">
                  <c:v>39056</c:v>
                </c:pt>
                <c:pt idx="1546">
                  <c:v>39057</c:v>
                </c:pt>
                <c:pt idx="1547">
                  <c:v>39058</c:v>
                </c:pt>
                <c:pt idx="1548">
                  <c:v>39059</c:v>
                </c:pt>
                <c:pt idx="1549">
                  <c:v>39062</c:v>
                </c:pt>
                <c:pt idx="1550">
                  <c:v>39063</c:v>
                </c:pt>
                <c:pt idx="1551">
                  <c:v>39064</c:v>
                </c:pt>
                <c:pt idx="1552">
                  <c:v>39065</c:v>
                </c:pt>
                <c:pt idx="1553">
                  <c:v>39066</c:v>
                </c:pt>
                <c:pt idx="1554">
                  <c:v>39069</c:v>
                </c:pt>
                <c:pt idx="1555">
                  <c:v>39070</c:v>
                </c:pt>
                <c:pt idx="1556">
                  <c:v>39071</c:v>
                </c:pt>
                <c:pt idx="1557">
                  <c:v>39072</c:v>
                </c:pt>
                <c:pt idx="1558">
                  <c:v>39073</c:v>
                </c:pt>
                <c:pt idx="1559">
                  <c:v>39076</c:v>
                </c:pt>
                <c:pt idx="1560">
                  <c:v>39077</c:v>
                </c:pt>
                <c:pt idx="1561">
                  <c:v>39078</c:v>
                </c:pt>
                <c:pt idx="1562">
                  <c:v>39079</c:v>
                </c:pt>
                <c:pt idx="1563">
                  <c:v>39080</c:v>
                </c:pt>
                <c:pt idx="1564">
                  <c:v>39083</c:v>
                </c:pt>
                <c:pt idx="1565">
                  <c:v>39084</c:v>
                </c:pt>
                <c:pt idx="1566">
                  <c:v>39085</c:v>
                </c:pt>
                <c:pt idx="1567">
                  <c:v>39086</c:v>
                </c:pt>
                <c:pt idx="1568">
                  <c:v>39087</c:v>
                </c:pt>
                <c:pt idx="1569">
                  <c:v>39090</c:v>
                </c:pt>
                <c:pt idx="1570">
                  <c:v>39091</c:v>
                </c:pt>
                <c:pt idx="1571">
                  <c:v>39092</c:v>
                </c:pt>
                <c:pt idx="1572">
                  <c:v>39093</c:v>
                </c:pt>
                <c:pt idx="1573">
                  <c:v>39094</c:v>
                </c:pt>
                <c:pt idx="1574">
                  <c:v>39097</c:v>
                </c:pt>
                <c:pt idx="1575">
                  <c:v>39098</c:v>
                </c:pt>
                <c:pt idx="1576">
                  <c:v>39099</c:v>
                </c:pt>
                <c:pt idx="1577">
                  <c:v>39100</c:v>
                </c:pt>
                <c:pt idx="1578">
                  <c:v>39101</c:v>
                </c:pt>
                <c:pt idx="1579">
                  <c:v>39104</c:v>
                </c:pt>
                <c:pt idx="1580">
                  <c:v>39105</c:v>
                </c:pt>
                <c:pt idx="1581">
                  <c:v>39106</c:v>
                </c:pt>
                <c:pt idx="1582">
                  <c:v>39107</c:v>
                </c:pt>
                <c:pt idx="1583">
                  <c:v>39108</c:v>
                </c:pt>
                <c:pt idx="1584">
                  <c:v>39111</c:v>
                </c:pt>
                <c:pt idx="1585">
                  <c:v>39112</c:v>
                </c:pt>
                <c:pt idx="1586">
                  <c:v>39113</c:v>
                </c:pt>
                <c:pt idx="1587">
                  <c:v>39114</c:v>
                </c:pt>
                <c:pt idx="1588">
                  <c:v>39115</c:v>
                </c:pt>
                <c:pt idx="1589">
                  <c:v>39118</c:v>
                </c:pt>
                <c:pt idx="1590">
                  <c:v>39119</c:v>
                </c:pt>
                <c:pt idx="1591">
                  <c:v>39120</c:v>
                </c:pt>
                <c:pt idx="1592">
                  <c:v>39121</c:v>
                </c:pt>
                <c:pt idx="1593">
                  <c:v>39122</c:v>
                </c:pt>
                <c:pt idx="1594">
                  <c:v>39125</c:v>
                </c:pt>
                <c:pt idx="1595">
                  <c:v>39126</c:v>
                </c:pt>
                <c:pt idx="1596">
                  <c:v>39127</c:v>
                </c:pt>
                <c:pt idx="1597">
                  <c:v>39128</c:v>
                </c:pt>
                <c:pt idx="1598">
                  <c:v>39129</c:v>
                </c:pt>
                <c:pt idx="1599">
                  <c:v>39132</c:v>
                </c:pt>
                <c:pt idx="1600">
                  <c:v>39133</c:v>
                </c:pt>
                <c:pt idx="1601">
                  <c:v>39134</c:v>
                </c:pt>
                <c:pt idx="1602">
                  <c:v>39135</c:v>
                </c:pt>
                <c:pt idx="1603">
                  <c:v>39136</c:v>
                </c:pt>
                <c:pt idx="1604">
                  <c:v>39139</c:v>
                </c:pt>
                <c:pt idx="1605">
                  <c:v>39140</c:v>
                </c:pt>
                <c:pt idx="1606">
                  <c:v>39141</c:v>
                </c:pt>
                <c:pt idx="1607">
                  <c:v>39142</c:v>
                </c:pt>
                <c:pt idx="1608">
                  <c:v>39143</c:v>
                </c:pt>
                <c:pt idx="1609">
                  <c:v>39146</c:v>
                </c:pt>
                <c:pt idx="1610">
                  <c:v>39147</c:v>
                </c:pt>
                <c:pt idx="1611">
                  <c:v>39148</c:v>
                </c:pt>
                <c:pt idx="1612">
                  <c:v>39149</c:v>
                </c:pt>
                <c:pt idx="1613">
                  <c:v>39150</c:v>
                </c:pt>
                <c:pt idx="1614">
                  <c:v>39153</c:v>
                </c:pt>
                <c:pt idx="1615">
                  <c:v>39154</c:v>
                </c:pt>
                <c:pt idx="1616">
                  <c:v>39155</c:v>
                </c:pt>
                <c:pt idx="1617">
                  <c:v>39156</c:v>
                </c:pt>
                <c:pt idx="1618">
                  <c:v>39157</c:v>
                </c:pt>
                <c:pt idx="1619">
                  <c:v>39160</c:v>
                </c:pt>
                <c:pt idx="1620">
                  <c:v>39161</c:v>
                </c:pt>
                <c:pt idx="1621">
                  <c:v>39162</c:v>
                </c:pt>
                <c:pt idx="1622">
                  <c:v>39163</c:v>
                </c:pt>
                <c:pt idx="1623">
                  <c:v>39164</c:v>
                </c:pt>
                <c:pt idx="1624">
                  <c:v>39167</c:v>
                </c:pt>
                <c:pt idx="1625">
                  <c:v>39168</c:v>
                </c:pt>
                <c:pt idx="1626">
                  <c:v>39169</c:v>
                </c:pt>
                <c:pt idx="1627">
                  <c:v>39170</c:v>
                </c:pt>
                <c:pt idx="1628">
                  <c:v>39171</c:v>
                </c:pt>
                <c:pt idx="1629">
                  <c:v>39174</c:v>
                </c:pt>
                <c:pt idx="1630">
                  <c:v>39175</c:v>
                </c:pt>
                <c:pt idx="1631">
                  <c:v>39176</c:v>
                </c:pt>
                <c:pt idx="1632">
                  <c:v>39177</c:v>
                </c:pt>
                <c:pt idx="1633">
                  <c:v>39178</c:v>
                </c:pt>
                <c:pt idx="1634">
                  <c:v>39181</c:v>
                </c:pt>
                <c:pt idx="1635">
                  <c:v>39182</c:v>
                </c:pt>
                <c:pt idx="1636">
                  <c:v>39183</c:v>
                </c:pt>
                <c:pt idx="1637">
                  <c:v>39184</c:v>
                </c:pt>
                <c:pt idx="1638">
                  <c:v>39185</c:v>
                </c:pt>
                <c:pt idx="1639">
                  <c:v>39188</c:v>
                </c:pt>
                <c:pt idx="1640">
                  <c:v>39189</c:v>
                </c:pt>
                <c:pt idx="1641">
                  <c:v>39190</c:v>
                </c:pt>
                <c:pt idx="1642">
                  <c:v>39191</c:v>
                </c:pt>
                <c:pt idx="1643">
                  <c:v>39192</c:v>
                </c:pt>
                <c:pt idx="1644">
                  <c:v>39195</c:v>
                </c:pt>
                <c:pt idx="1645">
                  <c:v>39196</c:v>
                </c:pt>
                <c:pt idx="1646">
                  <c:v>39197</c:v>
                </c:pt>
                <c:pt idx="1647">
                  <c:v>39198</c:v>
                </c:pt>
                <c:pt idx="1648">
                  <c:v>39199</c:v>
                </c:pt>
                <c:pt idx="1649">
                  <c:v>39202</c:v>
                </c:pt>
                <c:pt idx="1650">
                  <c:v>39203</c:v>
                </c:pt>
                <c:pt idx="1651">
                  <c:v>39204</c:v>
                </c:pt>
                <c:pt idx="1652">
                  <c:v>39205</c:v>
                </c:pt>
                <c:pt idx="1653">
                  <c:v>39206</c:v>
                </c:pt>
                <c:pt idx="1654">
                  <c:v>39209</c:v>
                </c:pt>
                <c:pt idx="1655">
                  <c:v>39210</c:v>
                </c:pt>
                <c:pt idx="1656">
                  <c:v>39211</c:v>
                </c:pt>
                <c:pt idx="1657">
                  <c:v>39212</c:v>
                </c:pt>
                <c:pt idx="1658">
                  <c:v>39213</c:v>
                </c:pt>
                <c:pt idx="1659">
                  <c:v>39216</c:v>
                </c:pt>
                <c:pt idx="1660">
                  <c:v>39217</c:v>
                </c:pt>
                <c:pt idx="1661">
                  <c:v>39218</c:v>
                </c:pt>
                <c:pt idx="1662">
                  <c:v>39219</c:v>
                </c:pt>
                <c:pt idx="1663">
                  <c:v>39220</c:v>
                </c:pt>
                <c:pt idx="1664">
                  <c:v>39223</c:v>
                </c:pt>
                <c:pt idx="1665">
                  <c:v>39224</c:v>
                </c:pt>
                <c:pt idx="1666">
                  <c:v>39225</c:v>
                </c:pt>
                <c:pt idx="1667">
                  <c:v>39226</c:v>
                </c:pt>
                <c:pt idx="1668">
                  <c:v>39227</c:v>
                </c:pt>
                <c:pt idx="1669">
                  <c:v>39230</c:v>
                </c:pt>
                <c:pt idx="1670">
                  <c:v>39231</c:v>
                </c:pt>
                <c:pt idx="1671">
                  <c:v>39232</c:v>
                </c:pt>
                <c:pt idx="1672">
                  <c:v>39233</c:v>
                </c:pt>
                <c:pt idx="1673">
                  <c:v>39234</c:v>
                </c:pt>
                <c:pt idx="1674">
                  <c:v>39237</c:v>
                </c:pt>
                <c:pt idx="1675">
                  <c:v>39238</c:v>
                </c:pt>
                <c:pt idx="1676">
                  <c:v>39239</c:v>
                </c:pt>
                <c:pt idx="1677">
                  <c:v>39240</c:v>
                </c:pt>
                <c:pt idx="1678">
                  <c:v>39241</c:v>
                </c:pt>
                <c:pt idx="1679">
                  <c:v>39244</c:v>
                </c:pt>
                <c:pt idx="1680">
                  <c:v>39245</c:v>
                </c:pt>
                <c:pt idx="1681">
                  <c:v>39246</c:v>
                </c:pt>
                <c:pt idx="1682">
                  <c:v>39247</c:v>
                </c:pt>
                <c:pt idx="1683">
                  <c:v>39248</c:v>
                </c:pt>
                <c:pt idx="1684">
                  <c:v>39251</c:v>
                </c:pt>
                <c:pt idx="1685">
                  <c:v>39252</c:v>
                </c:pt>
                <c:pt idx="1686">
                  <c:v>39253</c:v>
                </c:pt>
                <c:pt idx="1687">
                  <c:v>39254</c:v>
                </c:pt>
                <c:pt idx="1688">
                  <c:v>39255</c:v>
                </c:pt>
                <c:pt idx="1689">
                  <c:v>39258</c:v>
                </c:pt>
                <c:pt idx="1690">
                  <c:v>39259</c:v>
                </c:pt>
                <c:pt idx="1691">
                  <c:v>39260</c:v>
                </c:pt>
                <c:pt idx="1692">
                  <c:v>39261</c:v>
                </c:pt>
                <c:pt idx="1693">
                  <c:v>39262</c:v>
                </c:pt>
                <c:pt idx="1694">
                  <c:v>39265</c:v>
                </c:pt>
                <c:pt idx="1695">
                  <c:v>39266</c:v>
                </c:pt>
                <c:pt idx="1696">
                  <c:v>39267</c:v>
                </c:pt>
                <c:pt idx="1697">
                  <c:v>39268</c:v>
                </c:pt>
                <c:pt idx="1698">
                  <c:v>39269</c:v>
                </c:pt>
                <c:pt idx="1699">
                  <c:v>39272</c:v>
                </c:pt>
                <c:pt idx="1700">
                  <c:v>39273</c:v>
                </c:pt>
                <c:pt idx="1701">
                  <c:v>39274</c:v>
                </c:pt>
                <c:pt idx="1702">
                  <c:v>39275</c:v>
                </c:pt>
                <c:pt idx="1703">
                  <c:v>39276</c:v>
                </c:pt>
                <c:pt idx="1704">
                  <c:v>39279</c:v>
                </c:pt>
                <c:pt idx="1705">
                  <c:v>39280</c:v>
                </c:pt>
                <c:pt idx="1706">
                  <c:v>39281</c:v>
                </c:pt>
                <c:pt idx="1707">
                  <c:v>39282</c:v>
                </c:pt>
                <c:pt idx="1708">
                  <c:v>39283</c:v>
                </c:pt>
                <c:pt idx="1709">
                  <c:v>39286</c:v>
                </c:pt>
                <c:pt idx="1710">
                  <c:v>39287</c:v>
                </c:pt>
                <c:pt idx="1711">
                  <c:v>39288</c:v>
                </c:pt>
                <c:pt idx="1712">
                  <c:v>39289</c:v>
                </c:pt>
                <c:pt idx="1713">
                  <c:v>39290</c:v>
                </c:pt>
                <c:pt idx="1714">
                  <c:v>39293</c:v>
                </c:pt>
                <c:pt idx="1715">
                  <c:v>39294</c:v>
                </c:pt>
                <c:pt idx="1716">
                  <c:v>39295</c:v>
                </c:pt>
                <c:pt idx="1717">
                  <c:v>39296</c:v>
                </c:pt>
                <c:pt idx="1718">
                  <c:v>39297</c:v>
                </c:pt>
                <c:pt idx="1719">
                  <c:v>39300</c:v>
                </c:pt>
                <c:pt idx="1720">
                  <c:v>39301</c:v>
                </c:pt>
                <c:pt idx="1721">
                  <c:v>39302</c:v>
                </c:pt>
                <c:pt idx="1722">
                  <c:v>39303</c:v>
                </c:pt>
                <c:pt idx="1723">
                  <c:v>39304</c:v>
                </c:pt>
                <c:pt idx="1724">
                  <c:v>39307</c:v>
                </c:pt>
                <c:pt idx="1725">
                  <c:v>39308</c:v>
                </c:pt>
                <c:pt idx="1726">
                  <c:v>39309</c:v>
                </c:pt>
                <c:pt idx="1727">
                  <c:v>39310</c:v>
                </c:pt>
                <c:pt idx="1728">
                  <c:v>39311</c:v>
                </c:pt>
                <c:pt idx="1729">
                  <c:v>39314</c:v>
                </c:pt>
                <c:pt idx="1730">
                  <c:v>39315</c:v>
                </c:pt>
                <c:pt idx="1731">
                  <c:v>39316</c:v>
                </c:pt>
                <c:pt idx="1732">
                  <c:v>39317</c:v>
                </c:pt>
                <c:pt idx="1733">
                  <c:v>39318</c:v>
                </c:pt>
                <c:pt idx="1734">
                  <c:v>39321</c:v>
                </c:pt>
                <c:pt idx="1735">
                  <c:v>39322</c:v>
                </c:pt>
                <c:pt idx="1736">
                  <c:v>39323</c:v>
                </c:pt>
                <c:pt idx="1737">
                  <c:v>39324</c:v>
                </c:pt>
                <c:pt idx="1738">
                  <c:v>39325</c:v>
                </c:pt>
                <c:pt idx="1739">
                  <c:v>39328</c:v>
                </c:pt>
                <c:pt idx="1740">
                  <c:v>39329</c:v>
                </c:pt>
                <c:pt idx="1741">
                  <c:v>39330</c:v>
                </c:pt>
                <c:pt idx="1742">
                  <c:v>39331</c:v>
                </c:pt>
                <c:pt idx="1743">
                  <c:v>39332</c:v>
                </c:pt>
                <c:pt idx="1744">
                  <c:v>39335</c:v>
                </c:pt>
                <c:pt idx="1745">
                  <c:v>39336</c:v>
                </c:pt>
                <c:pt idx="1746">
                  <c:v>39337</c:v>
                </c:pt>
                <c:pt idx="1747">
                  <c:v>39338</c:v>
                </c:pt>
                <c:pt idx="1748">
                  <c:v>39339</c:v>
                </c:pt>
                <c:pt idx="1749">
                  <c:v>39342</c:v>
                </c:pt>
                <c:pt idx="1750">
                  <c:v>39343</c:v>
                </c:pt>
                <c:pt idx="1751">
                  <c:v>39344</c:v>
                </c:pt>
                <c:pt idx="1752">
                  <c:v>39345</c:v>
                </c:pt>
                <c:pt idx="1753">
                  <c:v>39346</c:v>
                </c:pt>
                <c:pt idx="1754">
                  <c:v>39349</c:v>
                </c:pt>
                <c:pt idx="1755">
                  <c:v>39350</c:v>
                </c:pt>
                <c:pt idx="1756">
                  <c:v>39351</c:v>
                </c:pt>
                <c:pt idx="1757">
                  <c:v>39352</c:v>
                </c:pt>
                <c:pt idx="1758">
                  <c:v>39353</c:v>
                </c:pt>
                <c:pt idx="1759">
                  <c:v>39356</c:v>
                </c:pt>
                <c:pt idx="1760">
                  <c:v>39357</c:v>
                </c:pt>
                <c:pt idx="1761">
                  <c:v>39358</c:v>
                </c:pt>
                <c:pt idx="1762">
                  <c:v>39359</c:v>
                </c:pt>
                <c:pt idx="1763">
                  <c:v>39360</c:v>
                </c:pt>
                <c:pt idx="1764">
                  <c:v>39363</c:v>
                </c:pt>
                <c:pt idx="1765">
                  <c:v>39364</c:v>
                </c:pt>
                <c:pt idx="1766">
                  <c:v>39365</c:v>
                </c:pt>
                <c:pt idx="1767">
                  <c:v>39366</c:v>
                </c:pt>
                <c:pt idx="1768">
                  <c:v>39367</c:v>
                </c:pt>
                <c:pt idx="1769">
                  <c:v>39370</c:v>
                </c:pt>
                <c:pt idx="1770">
                  <c:v>39371</c:v>
                </c:pt>
                <c:pt idx="1771">
                  <c:v>39372</c:v>
                </c:pt>
                <c:pt idx="1772">
                  <c:v>39373</c:v>
                </c:pt>
                <c:pt idx="1773">
                  <c:v>39374</c:v>
                </c:pt>
                <c:pt idx="1774">
                  <c:v>39377</c:v>
                </c:pt>
                <c:pt idx="1775">
                  <c:v>39378</c:v>
                </c:pt>
                <c:pt idx="1776">
                  <c:v>39379</c:v>
                </c:pt>
                <c:pt idx="1777">
                  <c:v>39380</c:v>
                </c:pt>
                <c:pt idx="1778">
                  <c:v>39381</c:v>
                </c:pt>
                <c:pt idx="1779">
                  <c:v>39384</c:v>
                </c:pt>
                <c:pt idx="1780">
                  <c:v>39385</c:v>
                </c:pt>
                <c:pt idx="1781">
                  <c:v>39386</c:v>
                </c:pt>
                <c:pt idx="1782">
                  <c:v>39387</c:v>
                </c:pt>
                <c:pt idx="1783">
                  <c:v>39388</c:v>
                </c:pt>
                <c:pt idx="1784">
                  <c:v>39391</c:v>
                </c:pt>
                <c:pt idx="1785">
                  <c:v>39392</c:v>
                </c:pt>
                <c:pt idx="1786">
                  <c:v>39393</c:v>
                </c:pt>
                <c:pt idx="1787">
                  <c:v>39394</c:v>
                </c:pt>
                <c:pt idx="1788">
                  <c:v>39395</c:v>
                </c:pt>
                <c:pt idx="1789">
                  <c:v>39398</c:v>
                </c:pt>
                <c:pt idx="1790">
                  <c:v>39399</c:v>
                </c:pt>
                <c:pt idx="1791">
                  <c:v>39400</c:v>
                </c:pt>
                <c:pt idx="1792">
                  <c:v>39401</c:v>
                </c:pt>
                <c:pt idx="1793">
                  <c:v>39402</c:v>
                </c:pt>
                <c:pt idx="1794">
                  <c:v>39405</c:v>
                </c:pt>
                <c:pt idx="1795">
                  <c:v>39406</c:v>
                </c:pt>
                <c:pt idx="1796">
                  <c:v>39407</c:v>
                </c:pt>
                <c:pt idx="1797">
                  <c:v>39408</c:v>
                </c:pt>
                <c:pt idx="1798">
                  <c:v>39409</c:v>
                </c:pt>
                <c:pt idx="1799">
                  <c:v>39412</c:v>
                </c:pt>
                <c:pt idx="1800">
                  <c:v>39413</c:v>
                </c:pt>
                <c:pt idx="1801">
                  <c:v>39414</c:v>
                </c:pt>
                <c:pt idx="1802">
                  <c:v>39415</c:v>
                </c:pt>
                <c:pt idx="1803">
                  <c:v>39416</c:v>
                </c:pt>
                <c:pt idx="1804">
                  <c:v>39419</c:v>
                </c:pt>
                <c:pt idx="1805">
                  <c:v>39420</c:v>
                </c:pt>
                <c:pt idx="1806">
                  <c:v>39421</c:v>
                </c:pt>
                <c:pt idx="1807">
                  <c:v>39422</c:v>
                </c:pt>
                <c:pt idx="1808">
                  <c:v>39423</c:v>
                </c:pt>
                <c:pt idx="1809">
                  <c:v>39426</c:v>
                </c:pt>
                <c:pt idx="1810">
                  <c:v>39427</c:v>
                </c:pt>
                <c:pt idx="1811">
                  <c:v>39428</c:v>
                </c:pt>
                <c:pt idx="1812">
                  <c:v>39429</c:v>
                </c:pt>
                <c:pt idx="1813">
                  <c:v>39430</c:v>
                </c:pt>
                <c:pt idx="1814">
                  <c:v>39433</c:v>
                </c:pt>
                <c:pt idx="1815">
                  <c:v>39434</c:v>
                </c:pt>
                <c:pt idx="1816">
                  <c:v>39435</c:v>
                </c:pt>
                <c:pt idx="1817">
                  <c:v>39436</c:v>
                </c:pt>
                <c:pt idx="1818">
                  <c:v>39437</c:v>
                </c:pt>
                <c:pt idx="1819">
                  <c:v>39440</c:v>
                </c:pt>
                <c:pt idx="1820">
                  <c:v>39441</c:v>
                </c:pt>
                <c:pt idx="1821">
                  <c:v>39442</c:v>
                </c:pt>
                <c:pt idx="1822">
                  <c:v>39443</c:v>
                </c:pt>
                <c:pt idx="1823">
                  <c:v>39444</c:v>
                </c:pt>
                <c:pt idx="1824">
                  <c:v>39447</c:v>
                </c:pt>
                <c:pt idx="1825">
                  <c:v>39448</c:v>
                </c:pt>
                <c:pt idx="1826">
                  <c:v>39449</c:v>
                </c:pt>
                <c:pt idx="1827">
                  <c:v>39450</c:v>
                </c:pt>
                <c:pt idx="1828">
                  <c:v>39451</c:v>
                </c:pt>
                <c:pt idx="1829">
                  <c:v>39454</c:v>
                </c:pt>
                <c:pt idx="1830">
                  <c:v>39455</c:v>
                </c:pt>
                <c:pt idx="1831">
                  <c:v>39456</c:v>
                </c:pt>
                <c:pt idx="1832">
                  <c:v>39457</c:v>
                </c:pt>
                <c:pt idx="1833">
                  <c:v>39458</c:v>
                </c:pt>
                <c:pt idx="1834">
                  <c:v>39461</c:v>
                </c:pt>
                <c:pt idx="1835">
                  <c:v>39462</c:v>
                </c:pt>
                <c:pt idx="1836">
                  <c:v>39463</c:v>
                </c:pt>
                <c:pt idx="1837">
                  <c:v>39464</c:v>
                </c:pt>
                <c:pt idx="1838">
                  <c:v>39465</c:v>
                </c:pt>
                <c:pt idx="1839">
                  <c:v>39468</c:v>
                </c:pt>
                <c:pt idx="1840">
                  <c:v>39469</c:v>
                </c:pt>
                <c:pt idx="1841">
                  <c:v>39470</c:v>
                </c:pt>
                <c:pt idx="1842">
                  <c:v>39471</c:v>
                </c:pt>
                <c:pt idx="1843">
                  <c:v>39472</c:v>
                </c:pt>
                <c:pt idx="1844">
                  <c:v>39475</c:v>
                </c:pt>
                <c:pt idx="1845">
                  <c:v>39476</c:v>
                </c:pt>
                <c:pt idx="1846">
                  <c:v>39477</c:v>
                </c:pt>
                <c:pt idx="1847">
                  <c:v>39478</c:v>
                </c:pt>
                <c:pt idx="1848">
                  <c:v>39479</c:v>
                </c:pt>
                <c:pt idx="1849">
                  <c:v>39482</c:v>
                </c:pt>
                <c:pt idx="1850">
                  <c:v>39483</c:v>
                </c:pt>
                <c:pt idx="1851">
                  <c:v>39484</c:v>
                </c:pt>
                <c:pt idx="1852">
                  <c:v>39485</c:v>
                </c:pt>
                <c:pt idx="1853">
                  <c:v>39486</c:v>
                </c:pt>
                <c:pt idx="1854">
                  <c:v>39489</c:v>
                </c:pt>
                <c:pt idx="1855">
                  <c:v>39490</c:v>
                </c:pt>
                <c:pt idx="1856">
                  <c:v>39491</c:v>
                </c:pt>
                <c:pt idx="1857">
                  <c:v>39492</c:v>
                </c:pt>
                <c:pt idx="1858">
                  <c:v>39493</c:v>
                </c:pt>
                <c:pt idx="1859">
                  <c:v>39496</c:v>
                </c:pt>
                <c:pt idx="1860">
                  <c:v>39497</c:v>
                </c:pt>
                <c:pt idx="1861">
                  <c:v>39498</c:v>
                </c:pt>
                <c:pt idx="1862">
                  <c:v>39499</c:v>
                </c:pt>
                <c:pt idx="1863">
                  <c:v>39500</c:v>
                </c:pt>
                <c:pt idx="1864">
                  <c:v>39503</c:v>
                </c:pt>
                <c:pt idx="1865">
                  <c:v>39504</c:v>
                </c:pt>
                <c:pt idx="1866">
                  <c:v>39505</c:v>
                </c:pt>
                <c:pt idx="1867">
                  <c:v>39506</c:v>
                </c:pt>
                <c:pt idx="1868">
                  <c:v>39507</c:v>
                </c:pt>
                <c:pt idx="1869">
                  <c:v>39510</c:v>
                </c:pt>
                <c:pt idx="1870">
                  <c:v>39511</c:v>
                </c:pt>
                <c:pt idx="1871">
                  <c:v>39512</c:v>
                </c:pt>
                <c:pt idx="1872">
                  <c:v>39513</c:v>
                </c:pt>
                <c:pt idx="1873">
                  <c:v>39514</c:v>
                </c:pt>
                <c:pt idx="1874">
                  <c:v>39517</c:v>
                </c:pt>
                <c:pt idx="1875">
                  <c:v>39518</c:v>
                </c:pt>
                <c:pt idx="1876">
                  <c:v>39519</c:v>
                </c:pt>
                <c:pt idx="1877">
                  <c:v>39520</c:v>
                </c:pt>
                <c:pt idx="1878">
                  <c:v>39521</c:v>
                </c:pt>
                <c:pt idx="1879">
                  <c:v>39524</c:v>
                </c:pt>
                <c:pt idx="1880">
                  <c:v>39525</c:v>
                </c:pt>
                <c:pt idx="1881">
                  <c:v>39526</c:v>
                </c:pt>
                <c:pt idx="1882">
                  <c:v>39527</c:v>
                </c:pt>
                <c:pt idx="1883">
                  <c:v>39528</c:v>
                </c:pt>
                <c:pt idx="1884">
                  <c:v>39531</c:v>
                </c:pt>
                <c:pt idx="1885">
                  <c:v>39532</c:v>
                </c:pt>
                <c:pt idx="1886">
                  <c:v>39533</c:v>
                </c:pt>
                <c:pt idx="1887">
                  <c:v>39534</c:v>
                </c:pt>
                <c:pt idx="1888">
                  <c:v>39535</c:v>
                </c:pt>
                <c:pt idx="1889">
                  <c:v>39538</c:v>
                </c:pt>
                <c:pt idx="1890">
                  <c:v>39539</c:v>
                </c:pt>
                <c:pt idx="1891">
                  <c:v>39540</c:v>
                </c:pt>
                <c:pt idx="1892">
                  <c:v>39541</c:v>
                </c:pt>
                <c:pt idx="1893">
                  <c:v>39542</c:v>
                </c:pt>
                <c:pt idx="1894">
                  <c:v>39545</c:v>
                </c:pt>
                <c:pt idx="1895">
                  <c:v>39546</c:v>
                </c:pt>
                <c:pt idx="1896">
                  <c:v>39547</c:v>
                </c:pt>
                <c:pt idx="1897">
                  <c:v>39548</c:v>
                </c:pt>
                <c:pt idx="1898">
                  <c:v>39549</c:v>
                </c:pt>
                <c:pt idx="1899">
                  <c:v>39552</c:v>
                </c:pt>
                <c:pt idx="1900">
                  <c:v>39553</c:v>
                </c:pt>
                <c:pt idx="1901">
                  <c:v>39554</c:v>
                </c:pt>
                <c:pt idx="1902">
                  <c:v>39555</c:v>
                </c:pt>
                <c:pt idx="1903">
                  <c:v>39556</c:v>
                </c:pt>
                <c:pt idx="1904">
                  <c:v>39559</c:v>
                </c:pt>
                <c:pt idx="1905">
                  <c:v>39560</c:v>
                </c:pt>
                <c:pt idx="1906">
                  <c:v>39561</c:v>
                </c:pt>
                <c:pt idx="1907">
                  <c:v>39562</c:v>
                </c:pt>
                <c:pt idx="1908">
                  <c:v>39563</c:v>
                </c:pt>
                <c:pt idx="1909">
                  <c:v>39566</c:v>
                </c:pt>
                <c:pt idx="1910">
                  <c:v>39567</c:v>
                </c:pt>
                <c:pt idx="1911">
                  <c:v>39568</c:v>
                </c:pt>
                <c:pt idx="1912">
                  <c:v>39569</c:v>
                </c:pt>
                <c:pt idx="1913">
                  <c:v>39570</c:v>
                </c:pt>
                <c:pt idx="1914">
                  <c:v>39573</c:v>
                </c:pt>
                <c:pt idx="1915">
                  <c:v>39574</c:v>
                </c:pt>
                <c:pt idx="1916">
                  <c:v>39575</c:v>
                </c:pt>
                <c:pt idx="1917">
                  <c:v>39576</c:v>
                </c:pt>
                <c:pt idx="1918">
                  <c:v>39577</c:v>
                </c:pt>
                <c:pt idx="1919">
                  <c:v>39580</c:v>
                </c:pt>
                <c:pt idx="1920">
                  <c:v>39581</c:v>
                </c:pt>
                <c:pt idx="1921">
                  <c:v>39582</c:v>
                </c:pt>
                <c:pt idx="1922">
                  <c:v>39583</c:v>
                </c:pt>
                <c:pt idx="1923">
                  <c:v>39584</c:v>
                </c:pt>
                <c:pt idx="1924">
                  <c:v>39587</c:v>
                </c:pt>
                <c:pt idx="1925">
                  <c:v>39588</c:v>
                </c:pt>
                <c:pt idx="1926">
                  <c:v>39589</c:v>
                </c:pt>
                <c:pt idx="1927">
                  <c:v>39590</c:v>
                </c:pt>
                <c:pt idx="1928">
                  <c:v>39591</c:v>
                </c:pt>
                <c:pt idx="1929">
                  <c:v>39594</c:v>
                </c:pt>
                <c:pt idx="1930">
                  <c:v>39595</c:v>
                </c:pt>
                <c:pt idx="1931">
                  <c:v>39596</c:v>
                </c:pt>
                <c:pt idx="1932">
                  <c:v>39597</c:v>
                </c:pt>
                <c:pt idx="1933">
                  <c:v>39598</c:v>
                </c:pt>
                <c:pt idx="1934">
                  <c:v>39601</c:v>
                </c:pt>
                <c:pt idx="1935">
                  <c:v>39602</c:v>
                </c:pt>
                <c:pt idx="1936">
                  <c:v>39603</c:v>
                </c:pt>
                <c:pt idx="1937">
                  <c:v>39604</c:v>
                </c:pt>
                <c:pt idx="1938">
                  <c:v>39605</c:v>
                </c:pt>
                <c:pt idx="1939">
                  <c:v>39608</c:v>
                </c:pt>
                <c:pt idx="1940">
                  <c:v>39609</c:v>
                </c:pt>
                <c:pt idx="1941">
                  <c:v>39610</c:v>
                </c:pt>
                <c:pt idx="1942">
                  <c:v>39611</c:v>
                </c:pt>
                <c:pt idx="1943">
                  <c:v>39612</c:v>
                </c:pt>
                <c:pt idx="1944">
                  <c:v>39615</c:v>
                </c:pt>
                <c:pt idx="1945">
                  <c:v>39616</c:v>
                </c:pt>
                <c:pt idx="1946">
                  <c:v>39617</c:v>
                </c:pt>
                <c:pt idx="1947">
                  <c:v>39618</c:v>
                </c:pt>
                <c:pt idx="1948">
                  <c:v>39619</c:v>
                </c:pt>
                <c:pt idx="1949">
                  <c:v>39622</c:v>
                </c:pt>
                <c:pt idx="1950">
                  <c:v>39623</c:v>
                </c:pt>
                <c:pt idx="1951">
                  <c:v>39624</c:v>
                </c:pt>
                <c:pt idx="1952">
                  <c:v>39625</c:v>
                </c:pt>
                <c:pt idx="1953">
                  <c:v>39626</c:v>
                </c:pt>
                <c:pt idx="1954">
                  <c:v>39629</c:v>
                </c:pt>
                <c:pt idx="1955">
                  <c:v>39630</c:v>
                </c:pt>
                <c:pt idx="1956">
                  <c:v>39631</c:v>
                </c:pt>
                <c:pt idx="1957">
                  <c:v>39632</c:v>
                </c:pt>
                <c:pt idx="1958">
                  <c:v>39633</c:v>
                </c:pt>
                <c:pt idx="1959">
                  <c:v>39636</c:v>
                </c:pt>
                <c:pt idx="1960">
                  <c:v>39637</c:v>
                </c:pt>
                <c:pt idx="1961">
                  <c:v>39638</c:v>
                </c:pt>
                <c:pt idx="1962">
                  <c:v>39639</c:v>
                </c:pt>
                <c:pt idx="1963">
                  <c:v>39640</c:v>
                </c:pt>
                <c:pt idx="1964">
                  <c:v>39643</c:v>
                </c:pt>
                <c:pt idx="1965">
                  <c:v>39644</c:v>
                </c:pt>
                <c:pt idx="1966">
                  <c:v>39645</c:v>
                </c:pt>
                <c:pt idx="1967">
                  <c:v>39646</c:v>
                </c:pt>
                <c:pt idx="1968">
                  <c:v>39647</c:v>
                </c:pt>
                <c:pt idx="1969">
                  <c:v>39650</c:v>
                </c:pt>
                <c:pt idx="1970">
                  <c:v>39651</c:v>
                </c:pt>
                <c:pt idx="1971">
                  <c:v>39652</c:v>
                </c:pt>
                <c:pt idx="1972">
                  <c:v>39653</c:v>
                </c:pt>
                <c:pt idx="1973">
                  <c:v>39654</c:v>
                </c:pt>
                <c:pt idx="1974">
                  <c:v>39657</c:v>
                </c:pt>
                <c:pt idx="1975">
                  <c:v>39658</c:v>
                </c:pt>
                <c:pt idx="1976">
                  <c:v>39659</c:v>
                </c:pt>
                <c:pt idx="1977">
                  <c:v>39660</c:v>
                </c:pt>
                <c:pt idx="1978">
                  <c:v>39661</c:v>
                </c:pt>
                <c:pt idx="1979">
                  <c:v>39664</c:v>
                </c:pt>
                <c:pt idx="1980">
                  <c:v>39665</c:v>
                </c:pt>
                <c:pt idx="1981">
                  <c:v>39666</c:v>
                </c:pt>
                <c:pt idx="1982">
                  <c:v>39667</c:v>
                </c:pt>
                <c:pt idx="1983">
                  <c:v>39668</c:v>
                </c:pt>
                <c:pt idx="1984">
                  <c:v>39671</c:v>
                </c:pt>
                <c:pt idx="1985">
                  <c:v>39672</c:v>
                </c:pt>
                <c:pt idx="1986">
                  <c:v>39673</c:v>
                </c:pt>
                <c:pt idx="1987">
                  <c:v>39674</c:v>
                </c:pt>
                <c:pt idx="1988">
                  <c:v>39675</c:v>
                </c:pt>
                <c:pt idx="1989">
                  <c:v>39678</c:v>
                </c:pt>
                <c:pt idx="1990">
                  <c:v>39679</c:v>
                </c:pt>
                <c:pt idx="1991">
                  <c:v>39680</c:v>
                </c:pt>
                <c:pt idx="1992">
                  <c:v>39681</c:v>
                </c:pt>
                <c:pt idx="1993">
                  <c:v>39682</c:v>
                </c:pt>
                <c:pt idx="1994">
                  <c:v>39685</c:v>
                </c:pt>
                <c:pt idx="1995">
                  <c:v>39686</c:v>
                </c:pt>
                <c:pt idx="1996">
                  <c:v>39687</c:v>
                </c:pt>
                <c:pt idx="1997">
                  <c:v>39688</c:v>
                </c:pt>
                <c:pt idx="1998">
                  <c:v>39689</c:v>
                </c:pt>
                <c:pt idx="1999">
                  <c:v>39692</c:v>
                </c:pt>
                <c:pt idx="2000">
                  <c:v>39693</c:v>
                </c:pt>
                <c:pt idx="2001">
                  <c:v>39694</c:v>
                </c:pt>
                <c:pt idx="2002">
                  <c:v>39695</c:v>
                </c:pt>
                <c:pt idx="2003">
                  <c:v>39696</c:v>
                </c:pt>
                <c:pt idx="2004">
                  <c:v>39699</c:v>
                </c:pt>
                <c:pt idx="2005">
                  <c:v>39700</c:v>
                </c:pt>
                <c:pt idx="2006">
                  <c:v>39701</c:v>
                </c:pt>
                <c:pt idx="2007">
                  <c:v>39702</c:v>
                </c:pt>
                <c:pt idx="2008">
                  <c:v>39703</c:v>
                </c:pt>
                <c:pt idx="2009">
                  <c:v>39706</c:v>
                </c:pt>
                <c:pt idx="2010">
                  <c:v>39707</c:v>
                </c:pt>
                <c:pt idx="2011">
                  <c:v>39708</c:v>
                </c:pt>
                <c:pt idx="2012">
                  <c:v>39709</c:v>
                </c:pt>
                <c:pt idx="2013">
                  <c:v>39710</c:v>
                </c:pt>
                <c:pt idx="2014">
                  <c:v>39713</c:v>
                </c:pt>
                <c:pt idx="2015">
                  <c:v>39714</c:v>
                </c:pt>
                <c:pt idx="2016">
                  <c:v>39715</c:v>
                </c:pt>
                <c:pt idx="2017">
                  <c:v>39716</c:v>
                </c:pt>
                <c:pt idx="2018">
                  <c:v>39717</c:v>
                </c:pt>
                <c:pt idx="2019">
                  <c:v>39720</c:v>
                </c:pt>
                <c:pt idx="2020">
                  <c:v>39721</c:v>
                </c:pt>
                <c:pt idx="2021">
                  <c:v>39722</c:v>
                </c:pt>
                <c:pt idx="2022">
                  <c:v>39723</c:v>
                </c:pt>
                <c:pt idx="2023">
                  <c:v>39724</c:v>
                </c:pt>
                <c:pt idx="2024">
                  <c:v>39727</c:v>
                </c:pt>
                <c:pt idx="2025">
                  <c:v>39728</c:v>
                </c:pt>
                <c:pt idx="2026">
                  <c:v>39729</c:v>
                </c:pt>
                <c:pt idx="2027">
                  <c:v>39730</c:v>
                </c:pt>
                <c:pt idx="2028">
                  <c:v>39731</c:v>
                </c:pt>
                <c:pt idx="2029">
                  <c:v>39734</c:v>
                </c:pt>
                <c:pt idx="2030">
                  <c:v>39735</c:v>
                </c:pt>
                <c:pt idx="2031">
                  <c:v>39736</c:v>
                </c:pt>
                <c:pt idx="2032">
                  <c:v>39737</c:v>
                </c:pt>
                <c:pt idx="2033">
                  <c:v>39738</c:v>
                </c:pt>
                <c:pt idx="2034">
                  <c:v>39741</c:v>
                </c:pt>
                <c:pt idx="2035">
                  <c:v>39742</c:v>
                </c:pt>
                <c:pt idx="2036">
                  <c:v>39743</c:v>
                </c:pt>
                <c:pt idx="2037">
                  <c:v>39744</c:v>
                </c:pt>
                <c:pt idx="2038">
                  <c:v>39745</c:v>
                </c:pt>
                <c:pt idx="2039">
                  <c:v>39748</c:v>
                </c:pt>
                <c:pt idx="2040">
                  <c:v>39749</c:v>
                </c:pt>
                <c:pt idx="2041">
                  <c:v>39750</c:v>
                </c:pt>
                <c:pt idx="2042">
                  <c:v>39751</c:v>
                </c:pt>
                <c:pt idx="2043">
                  <c:v>39752</c:v>
                </c:pt>
                <c:pt idx="2044">
                  <c:v>39755</c:v>
                </c:pt>
                <c:pt idx="2045">
                  <c:v>39756</c:v>
                </c:pt>
                <c:pt idx="2046">
                  <c:v>39757</c:v>
                </c:pt>
                <c:pt idx="2047">
                  <c:v>39758</c:v>
                </c:pt>
                <c:pt idx="2048">
                  <c:v>39759</c:v>
                </c:pt>
                <c:pt idx="2049">
                  <c:v>39762</c:v>
                </c:pt>
                <c:pt idx="2050">
                  <c:v>39763</c:v>
                </c:pt>
                <c:pt idx="2051">
                  <c:v>39764</c:v>
                </c:pt>
                <c:pt idx="2052">
                  <c:v>39765</c:v>
                </c:pt>
                <c:pt idx="2053">
                  <c:v>39766</c:v>
                </c:pt>
                <c:pt idx="2054">
                  <c:v>39769</c:v>
                </c:pt>
                <c:pt idx="2055">
                  <c:v>39770</c:v>
                </c:pt>
                <c:pt idx="2056">
                  <c:v>39771</c:v>
                </c:pt>
                <c:pt idx="2057">
                  <c:v>39772</c:v>
                </c:pt>
                <c:pt idx="2058">
                  <c:v>39773</c:v>
                </c:pt>
                <c:pt idx="2059">
                  <c:v>39776</c:v>
                </c:pt>
                <c:pt idx="2060">
                  <c:v>39777</c:v>
                </c:pt>
                <c:pt idx="2061">
                  <c:v>39778</c:v>
                </c:pt>
                <c:pt idx="2062">
                  <c:v>39779</c:v>
                </c:pt>
                <c:pt idx="2063">
                  <c:v>39780</c:v>
                </c:pt>
                <c:pt idx="2064">
                  <c:v>39783</c:v>
                </c:pt>
                <c:pt idx="2065">
                  <c:v>39784</c:v>
                </c:pt>
                <c:pt idx="2066">
                  <c:v>39785</c:v>
                </c:pt>
                <c:pt idx="2067">
                  <c:v>39786</c:v>
                </c:pt>
                <c:pt idx="2068">
                  <c:v>39787</c:v>
                </c:pt>
                <c:pt idx="2069">
                  <c:v>39790</c:v>
                </c:pt>
                <c:pt idx="2070">
                  <c:v>39791</c:v>
                </c:pt>
                <c:pt idx="2071">
                  <c:v>39792</c:v>
                </c:pt>
                <c:pt idx="2072">
                  <c:v>39793</c:v>
                </c:pt>
                <c:pt idx="2073">
                  <c:v>39794</c:v>
                </c:pt>
                <c:pt idx="2074">
                  <c:v>39797</c:v>
                </c:pt>
                <c:pt idx="2075">
                  <c:v>39798</c:v>
                </c:pt>
                <c:pt idx="2076">
                  <c:v>39799</c:v>
                </c:pt>
                <c:pt idx="2077">
                  <c:v>39800</c:v>
                </c:pt>
                <c:pt idx="2078">
                  <c:v>39801</c:v>
                </c:pt>
                <c:pt idx="2079">
                  <c:v>39804</c:v>
                </c:pt>
                <c:pt idx="2080">
                  <c:v>39805</c:v>
                </c:pt>
                <c:pt idx="2081">
                  <c:v>39806</c:v>
                </c:pt>
                <c:pt idx="2082">
                  <c:v>39807</c:v>
                </c:pt>
                <c:pt idx="2083">
                  <c:v>39808</c:v>
                </c:pt>
                <c:pt idx="2084">
                  <c:v>39811</c:v>
                </c:pt>
                <c:pt idx="2085">
                  <c:v>39812</c:v>
                </c:pt>
                <c:pt idx="2086">
                  <c:v>39813</c:v>
                </c:pt>
                <c:pt idx="2087">
                  <c:v>39814</c:v>
                </c:pt>
                <c:pt idx="2088">
                  <c:v>39815</c:v>
                </c:pt>
                <c:pt idx="2089">
                  <c:v>39818</c:v>
                </c:pt>
                <c:pt idx="2090">
                  <c:v>39819</c:v>
                </c:pt>
                <c:pt idx="2091">
                  <c:v>39820</c:v>
                </c:pt>
                <c:pt idx="2092">
                  <c:v>39821</c:v>
                </c:pt>
                <c:pt idx="2093">
                  <c:v>39822</c:v>
                </c:pt>
                <c:pt idx="2094">
                  <c:v>39825</c:v>
                </c:pt>
                <c:pt idx="2095">
                  <c:v>39826</c:v>
                </c:pt>
                <c:pt idx="2096">
                  <c:v>39827</c:v>
                </c:pt>
                <c:pt idx="2097">
                  <c:v>39828</c:v>
                </c:pt>
                <c:pt idx="2098">
                  <c:v>39829</c:v>
                </c:pt>
                <c:pt idx="2099">
                  <c:v>39832</c:v>
                </c:pt>
                <c:pt idx="2100">
                  <c:v>39833</c:v>
                </c:pt>
                <c:pt idx="2101">
                  <c:v>39834</c:v>
                </c:pt>
                <c:pt idx="2102">
                  <c:v>39835</c:v>
                </c:pt>
                <c:pt idx="2103">
                  <c:v>39836</c:v>
                </c:pt>
                <c:pt idx="2104">
                  <c:v>39839</c:v>
                </c:pt>
                <c:pt idx="2105">
                  <c:v>39840</c:v>
                </c:pt>
                <c:pt idx="2106">
                  <c:v>39841</c:v>
                </c:pt>
                <c:pt idx="2107">
                  <c:v>39842</c:v>
                </c:pt>
                <c:pt idx="2108">
                  <c:v>39843</c:v>
                </c:pt>
                <c:pt idx="2109">
                  <c:v>39846</c:v>
                </c:pt>
                <c:pt idx="2110">
                  <c:v>39847</c:v>
                </c:pt>
                <c:pt idx="2111">
                  <c:v>39848</c:v>
                </c:pt>
                <c:pt idx="2112">
                  <c:v>39849</c:v>
                </c:pt>
                <c:pt idx="2113">
                  <c:v>39850</c:v>
                </c:pt>
                <c:pt idx="2114">
                  <c:v>39853</c:v>
                </c:pt>
                <c:pt idx="2115">
                  <c:v>39854</c:v>
                </c:pt>
                <c:pt idx="2116">
                  <c:v>39855</c:v>
                </c:pt>
                <c:pt idx="2117">
                  <c:v>39856</c:v>
                </c:pt>
                <c:pt idx="2118">
                  <c:v>39857</c:v>
                </c:pt>
                <c:pt idx="2119">
                  <c:v>39860</c:v>
                </c:pt>
                <c:pt idx="2120">
                  <c:v>39861</c:v>
                </c:pt>
                <c:pt idx="2121">
                  <c:v>39862</c:v>
                </c:pt>
                <c:pt idx="2122">
                  <c:v>39863</c:v>
                </c:pt>
                <c:pt idx="2123">
                  <c:v>39864</c:v>
                </c:pt>
                <c:pt idx="2124">
                  <c:v>39867</c:v>
                </c:pt>
                <c:pt idx="2125">
                  <c:v>39868</c:v>
                </c:pt>
                <c:pt idx="2126">
                  <c:v>39869</c:v>
                </c:pt>
                <c:pt idx="2127">
                  <c:v>39870</c:v>
                </c:pt>
                <c:pt idx="2128">
                  <c:v>39871</c:v>
                </c:pt>
                <c:pt idx="2129">
                  <c:v>39874</c:v>
                </c:pt>
                <c:pt idx="2130">
                  <c:v>39875</c:v>
                </c:pt>
                <c:pt idx="2131">
                  <c:v>39876</c:v>
                </c:pt>
                <c:pt idx="2132">
                  <c:v>39877</c:v>
                </c:pt>
                <c:pt idx="2133">
                  <c:v>39878</c:v>
                </c:pt>
                <c:pt idx="2134">
                  <c:v>39881</c:v>
                </c:pt>
                <c:pt idx="2135">
                  <c:v>39882</c:v>
                </c:pt>
                <c:pt idx="2136">
                  <c:v>39883</c:v>
                </c:pt>
                <c:pt idx="2137">
                  <c:v>39884</c:v>
                </c:pt>
                <c:pt idx="2138">
                  <c:v>39885</c:v>
                </c:pt>
                <c:pt idx="2139">
                  <c:v>39888</c:v>
                </c:pt>
                <c:pt idx="2140">
                  <c:v>39889</c:v>
                </c:pt>
                <c:pt idx="2141">
                  <c:v>39890</c:v>
                </c:pt>
                <c:pt idx="2142">
                  <c:v>39891</c:v>
                </c:pt>
                <c:pt idx="2143">
                  <c:v>39892</c:v>
                </c:pt>
                <c:pt idx="2144">
                  <c:v>39895</c:v>
                </c:pt>
                <c:pt idx="2145">
                  <c:v>39896</c:v>
                </c:pt>
                <c:pt idx="2146">
                  <c:v>39897</c:v>
                </c:pt>
                <c:pt idx="2147">
                  <c:v>39898</c:v>
                </c:pt>
                <c:pt idx="2148">
                  <c:v>39899</c:v>
                </c:pt>
                <c:pt idx="2149">
                  <c:v>39902</c:v>
                </c:pt>
                <c:pt idx="2150">
                  <c:v>39903</c:v>
                </c:pt>
                <c:pt idx="2151">
                  <c:v>39904</c:v>
                </c:pt>
                <c:pt idx="2152">
                  <c:v>39905</c:v>
                </c:pt>
                <c:pt idx="2153">
                  <c:v>39906</c:v>
                </c:pt>
                <c:pt idx="2154">
                  <c:v>39909</c:v>
                </c:pt>
                <c:pt idx="2155">
                  <c:v>39910</c:v>
                </c:pt>
                <c:pt idx="2156">
                  <c:v>39911</c:v>
                </c:pt>
                <c:pt idx="2157">
                  <c:v>39912</c:v>
                </c:pt>
                <c:pt idx="2158">
                  <c:v>39913</c:v>
                </c:pt>
                <c:pt idx="2159">
                  <c:v>39916</c:v>
                </c:pt>
                <c:pt idx="2160">
                  <c:v>39917</c:v>
                </c:pt>
                <c:pt idx="2161">
                  <c:v>39918</c:v>
                </c:pt>
                <c:pt idx="2162">
                  <c:v>39919</c:v>
                </c:pt>
                <c:pt idx="2163">
                  <c:v>39920</c:v>
                </c:pt>
                <c:pt idx="2164">
                  <c:v>39923</c:v>
                </c:pt>
                <c:pt idx="2165">
                  <c:v>39924</c:v>
                </c:pt>
                <c:pt idx="2166">
                  <c:v>39925</c:v>
                </c:pt>
                <c:pt idx="2167">
                  <c:v>39926</c:v>
                </c:pt>
                <c:pt idx="2168">
                  <c:v>39927</c:v>
                </c:pt>
                <c:pt idx="2169">
                  <c:v>39930</c:v>
                </c:pt>
                <c:pt idx="2170">
                  <c:v>39931</c:v>
                </c:pt>
                <c:pt idx="2171">
                  <c:v>39932</c:v>
                </c:pt>
                <c:pt idx="2172">
                  <c:v>39933</c:v>
                </c:pt>
                <c:pt idx="2173">
                  <c:v>39934</c:v>
                </c:pt>
                <c:pt idx="2174">
                  <c:v>39937</c:v>
                </c:pt>
                <c:pt idx="2175">
                  <c:v>39938</c:v>
                </c:pt>
                <c:pt idx="2176">
                  <c:v>39939</c:v>
                </c:pt>
                <c:pt idx="2177">
                  <c:v>39940</c:v>
                </c:pt>
                <c:pt idx="2178">
                  <c:v>39941</c:v>
                </c:pt>
                <c:pt idx="2179">
                  <c:v>39944</c:v>
                </c:pt>
                <c:pt idx="2180">
                  <c:v>39945</c:v>
                </c:pt>
                <c:pt idx="2181">
                  <c:v>39946</c:v>
                </c:pt>
                <c:pt idx="2182">
                  <c:v>39947</c:v>
                </c:pt>
                <c:pt idx="2183">
                  <c:v>39948</c:v>
                </c:pt>
                <c:pt idx="2184">
                  <c:v>39951</c:v>
                </c:pt>
                <c:pt idx="2185">
                  <c:v>39952</c:v>
                </c:pt>
                <c:pt idx="2186">
                  <c:v>39953</c:v>
                </c:pt>
                <c:pt idx="2187">
                  <c:v>39954</c:v>
                </c:pt>
                <c:pt idx="2188">
                  <c:v>39955</c:v>
                </c:pt>
                <c:pt idx="2189">
                  <c:v>39958</c:v>
                </c:pt>
                <c:pt idx="2190">
                  <c:v>39959</c:v>
                </c:pt>
                <c:pt idx="2191">
                  <c:v>39960</c:v>
                </c:pt>
                <c:pt idx="2192">
                  <c:v>39961</c:v>
                </c:pt>
                <c:pt idx="2193">
                  <c:v>39962</c:v>
                </c:pt>
                <c:pt idx="2194">
                  <c:v>39965</c:v>
                </c:pt>
                <c:pt idx="2195">
                  <c:v>39966</c:v>
                </c:pt>
                <c:pt idx="2196">
                  <c:v>39967</c:v>
                </c:pt>
                <c:pt idx="2197">
                  <c:v>39968</c:v>
                </c:pt>
                <c:pt idx="2198">
                  <c:v>39969</c:v>
                </c:pt>
                <c:pt idx="2199">
                  <c:v>39972</c:v>
                </c:pt>
                <c:pt idx="2200">
                  <c:v>39973</c:v>
                </c:pt>
                <c:pt idx="2201">
                  <c:v>39974</c:v>
                </c:pt>
                <c:pt idx="2202">
                  <c:v>39975</c:v>
                </c:pt>
                <c:pt idx="2203">
                  <c:v>39976</c:v>
                </c:pt>
                <c:pt idx="2204">
                  <c:v>39979</c:v>
                </c:pt>
                <c:pt idx="2205">
                  <c:v>39980</c:v>
                </c:pt>
                <c:pt idx="2206">
                  <c:v>39981</c:v>
                </c:pt>
                <c:pt idx="2207">
                  <c:v>39982</c:v>
                </c:pt>
                <c:pt idx="2208">
                  <c:v>39983</c:v>
                </c:pt>
                <c:pt idx="2209">
                  <c:v>39986</c:v>
                </c:pt>
                <c:pt idx="2210">
                  <c:v>39987</c:v>
                </c:pt>
                <c:pt idx="2211">
                  <c:v>39988</c:v>
                </c:pt>
                <c:pt idx="2212">
                  <c:v>39989</c:v>
                </c:pt>
                <c:pt idx="2213">
                  <c:v>39990</c:v>
                </c:pt>
                <c:pt idx="2214">
                  <c:v>39993</c:v>
                </c:pt>
                <c:pt idx="2215">
                  <c:v>39994</c:v>
                </c:pt>
                <c:pt idx="2216">
                  <c:v>39995</c:v>
                </c:pt>
                <c:pt idx="2217">
                  <c:v>39996</c:v>
                </c:pt>
                <c:pt idx="2218">
                  <c:v>39997</c:v>
                </c:pt>
                <c:pt idx="2219">
                  <c:v>40000</c:v>
                </c:pt>
                <c:pt idx="2220">
                  <c:v>40001</c:v>
                </c:pt>
                <c:pt idx="2221">
                  <c:v>40002</c:v>
                </c:pt>
                <c:pt idx="2222">
                  <c:v>40003</c:v>
                </c:pt>
                <c:pt idx="2223">
                  <c:v>40004</c:v>
                </c:pt>
                <c:pt idx="2224">
                  <c:v>40007</c:v>
                </c:pt>
                <c:pt idx="2225">
                  <c:v>40008</c:v>
                </c:pt>
                <c:pt idx="2226">
                  <c:v>40009</c:v>
                </c:pt>
                <c:pt idx="2227">
                  <c:v>40010</c:v>
                </c:pt>
                <c:pt idx="2228">
                  <c:v>40011</c:v>
                </c:pt>
                <c:pt idx="2229">
                  <c:v>40014</c:v>
                </c:pt>
                <c:pt idx="2230">
                  <c:v>40015</c:v>
                </c:pt>
                <c:pt idx="2231">
                  <c:v>40016</c:v>
                </c:pt>
                <c:pt idx="2232">
                  <c:v>40017</c:v>
                </c:pt>
                <c:pt idx="2233">
                  <c:v>40018</c:v>
                </c:pt>
                <c:pt idx="2234">
                  <c:v>40021</c:v>
                </c:pt>
                <c:pt idx="2235">
                  <c:v>40022</c:v>
                </c:pt>
                <c:pt idx="2236">
                  <c:v>40023</c:v>
                </c:pt>
                <c:pt idx="2237">
                  <c:v>40024</c:v>
                </c:pt>
                <c:pt idx="2238">
                  <c:v>40025</c:v>
                </c:pt>
                <c:pt idx="2239">
                  <c:v>40028</c:v>
                </c:pt>
                <c:pt idx="2240">
                  <c:v>40029</c:v>
                </c:pt>
                <c:pt idx="2241">
                  <c:v>40030</c:v>
                </c:pt>
                <c:pt idx="2242">
                  <c:v>40031</c:v>
                </c:pt>
                <c:pt idx="2243">
                  <c:v>40032</c:v>
                </c:pt>
                <c:pt idx="2244">
                  <c:v>40035</c:v>
                </c:pt>
                <c:pt idx="2245">
                  <c:v>40036</c:v>
                </c:pt>
                <c:pt idx="2246">
                  <c:v>40037</c:v>
                </c:pt>
                <c:pt idx="2247">
                  <c:v>40038</c:v>
                </c:pt>
                <c:pt idx="2248">
                  <c:v>40039</c:v>
                </c:pt>
                <c:pt idx="2249">
                  <c:v>40042</c:v>
                </c:pt>
                <c:pt idx="2250">
                  <c:v>40043</c:v>
                </c:pt>
                <c:pt idx="2251">
                  <c:v>40044</c:v>
                </c:pt>
                <c:pt idx="2252">
                  <c:v>40045</c:v>
                </c:pt>
                <c:pt idx="2253">
                  <c:v>40046</c:v>
                </c:pt>
                <c:pt idx="2254">
                  <c:v>40049</c:v>
                </c:pt>
                <c:pt idx="2255">
                  <c:v>40050</c:v>
                </c:pt>
                <c:pt idx="2256">
                  <c:v>40051</c:v>
                </c:pt>
                <c:pt idx="2257">
                  <c:v>40052</c:v>
                </c:pt>
                <c:pt idx="2258">
                  <c:v>40053</c:v>
                </c:pt>
                <c:pt idx="2259">
                  <c:v>40056</c:v>
                </c:pt>
                <c:pt idx="2260">
                  <c:v>40057</c:v>
                </c:pt>
                <c:pt idx="2261">
                  <c:v>40058</c:v>
                </c:pt>
                <c:pt idx="2262">
                  <c:v>40059</c:v>
                </c:pt>
                <c:pt idx="2263">
                  <c:v>40060</c:v>
                </c:pt>
                <c:pt idx="2264">
                  <c:v>40063</c:v>
                </c:pt>
                <c:pt idx="2265">
                  <c:v>40064</c:v>
                </c:pt>
                <c:pt idx="2266">
                  <c:v>40065</c:v>
                </c:pt>
                <c:pt idx="2267">
                  <c:v>40066</c:v>
                </c:pt>
                <c:pt idx="2268">
                  <c:v>40067</c:v>
                </c:pt>
                <c:pt idx="2269">
                  <c:v>40070</c:v>
                </c:pt>
                <c:pt idx="2270">
                  <c:v>40071</c:v>
                </c:pt>
                <c:pt idx="2271">
                  <c:v>40072</c:v>
                </c:pt>
                <c:pt idx="2272">
                  <c:v>40073</c:v>
                </c:pt>
                <c:pt idx="2273">
                  <c:v>40074</c:v>
                </c:pt>
                <c:pt idx="2274">
                  <c:v>40077</c:v>
                </c:pt>
                <c:pt idx="2275">
                  <c:v>40078</c:v>
                </c:pt>
                <c:pt idx="2276">
                  <c:v>40079</c:v>
                </c:pt>
                <c:pt idx="2277">
                  <c:v>40080</c:v>
                </c:pt>
                <c:pt idx="2278">
                  <c:v>40081</c:v>
                </c:pt>
                <c:pt idx="2279">
                  <c:v>40084</c:v>
                </c:pt>
                <c:pt idx="2280">
                  <c:v>40085</c:v>
                </c:pt>
                <c:pt idx="2281">
                  <c:v>40086</c:v>
                </c:pt>
                <c:pt idx="2282">
                  <c:v>40087</c:v>
                </c:pt>
                <c:pt idx="2283">
                  <c:v>40088</c:v>
                </c:pt>
                <c:pt idx="2284">
                  <c:v>40091</c:v>
                </c:pt>
                <c:pt idx="2285">
                  <c:v>40092</c:v>
                </c:pt>
                <c:pt idx="2286">
                  <c:v>40093</c:v>
                </c:pt>
                <c:pt idx="2287">
                  <c:v>40094</c:v>
                </c:pt>
                <c:pt idx="2288">
                  <c:v>40095</c:v>
                </c:pt>
                <c:pt idx="2289">
                  <c:v>40098</c:v>
                </c:pt>
                <c:pt idx="2290">
                  <c:v>40099</c:v>
                </c:pt>
                <c:pt idx="2291">
                  <c:v>40100</c:v>
                </c:pt>
                <c:pt idx="2292">
                  <c:v>40101</c:v>
                </c:pt>
                <c:pt idx="2293">
                  <c:v>40102</c:v>
                </c:pt>
                <c:pt idx="2294">
                  <c:v>40105</c:v>
                </c:pt>
                <c:pt idx="2295">
                  <c:v>40106</c:v>
                </c:pt>
                <c:pt idx="2296">
                  <c:v>40107</c:v>
                </c:pt>
                <c:pt idx="2297">
                  <c:v>40108</c:v>
                </c:pt>
                <c:pt idx="2298">
                  <c:v>40109</c:v>
                </c:pt>
                <c:pt idx="2299">
                  <c:v>40112</c:v>
                </c:pt>
                <c:pt idx="2300">
                  <c:v>40113</c:v>
                </c:pt>
                <c:pt idx="2301">
                  <c:v>40114</c:v>
                </c:pt>
                <c:pt idx="2302">
                  <c:v>40115</c:v>
                </c:pt>
                <c:pt idx="2303">
                  <c:v>40116</c:v>
                </c:pt>
                <c:pt idx="2304">
                  <c:v>40119</c:v>
                </c:pt>
                <c:pt idx="2305">
                  <c:v>40120</c:v>
                </c:pt>
                <c:pt idx="2306">
                  <c:v>40121</c:v>
                </c:pt>
                <c:pt idx="2307">
                  <c:v>40122</c:v>
                </c:pt>
                <c:pt idx="2308">
                  <c:v>40123</c:v>
                </c:pt>
                <c:pt idx="2309">
                  <c:v>40126</c:v>
                </c:pt>
                <c:pt idx="2310">
                  <c:v>40127</c:v>
                </c:pt>
                <c:pt idx="2311">
                  <c:v>40128</c:v>
                </c:pt>
                <c:pt idx="2312">
                  <c:v>40129</c:v>
                </c:pt>
                <c:pt idx="2313">
                  <c:v>40130</c:v>
                </c:pt>
                <c:pt idx="2314">
                  <c:v>40133</c:v>
                </c:pt>
                <c:pt idx="2315">
                  <c:v>40134</c:v>
                </c:pt>
                <c:pt idx="2316">
                  <c:v>40135</c:v>
                </c:pt>
                <c:pt idx="2317">
                  <c:v>40136</c:v>
                </c:pt>
                <c:pt idx="2318">
                  <c:v>40137</c:v>
                </c:pt>
                <c:pt idx="2319">
                  <c:v>40140</c:v>
                </c:pt>
                <c:pt idx="2320">
                  <c:v>40141</c:v>
                </c:pt>
                <c:pt idx="2321">
                  <c:v>40142</c:v>
                </c:pt>
                <c:pt idx="2322">
                  <c:v>40143</c:v>
                </c:pt>
                <c:pt idx="2323">
                  <c:v>40144</c:v>
                </c:pt>
                <c:pt idx="2324">
                  <c:v>40147</c:v>
                </c:pt>
                <c:pt idx="2325">
                  <c:v>40148</c:v>
                </c:pt>
                <c:pt idx="2326">
                  <c:v>40149</c:v>
                </c:pt>
                <c:pt idx="2327">
                  <c:v>40150</c:v>
                </c:pt>
                <c:pt idx="2328">
                  <c:v>40151</c:v>
                </c:pt>
                <c:pt idx="2329">
                  <c:v>40154</c:v>
                </c:pt>
                <c:pt idx="2330">
                  <c:v>40155</c:v>
                </c:pt>
                <c:pt idx="2331">
                  <c:v>40156</c:v>
                </c:pt>
                <c:pt idx="2332">
                  <c:v>40157</c:v>
                </c:pt>
                <c:pt idx="2333">
                  <c:v>40158</c:v>
                </c:pt>
                <c:pt idx="2334">
                  <c:v>40161</c:v>
                </c:pt>
                <c:pt idx="2335">
                  <c:v>40162</c:v>
                </c:pt>
                <c:pt idx="2336">
                  <c:v>40163</c:v>
                </c:pt>
                <c:pt idx="2337">
                  <c:v>40164</c:v>
                </c:pt>
                <c:pt idx="2338">
                  <c:v>40165</c:v>
                </c:pt>
                <c:pt idx="2339">
                  <c:v>40168</c:v>
                </c:pt>
                <c:pt idx="2340">
                  <c:v>40169</c:v>
                </c:pt>
                <c:pt idx="2341">
                  <c:v>40170</c:v>
                </c:pt>
                <c:pt idx="2342">
                  <c:v>40171</c:v>
                </c:pt>
                <c:pt idx="2343">
                  <c:v>40172</c:v>
                </c:pt>
                <c:pt idx="2344">
                  <c:v>40175</c:v>
                </c:pt>
                <c:pt idx="2345">
                  <c:v>40176</c:v>
                </c:pt>
                <c:pt idx="2346">
                  <c:v>40177</c:v>
                </c:pt>
                <c:pt idx="2347">
                  <c:v>40178</c:v>
                </c:pt>
                <c:pt idx="2348">
                  <c:v>40179</c:v>
                </c:pt>
                <c:pt idx="2349">
                  <c:v>40182</c:v>
                </c:pt>
                <c:pt idx="2350">
                  <c:v>40183</c:v>
                </c:pt>
                <c:pt idx="2351">
                  <c:v>40184</c:v>
                </c:pt>
                <c:pt idx="2352">
                  <c:v>40185</c:v>
                </c:pt>
                <c:pt idx="2353">
                  <c:v>40186</c:v>
                </c:pt>
                <c:pt idx="2354">
                  <c:v>40189</c:v>
                </c:pt>
                <c:pt idx="2355">
                  <c:v>40190</c:v>
                </c:pt>
                <c:pt idx="2356">
                  <c:v>40191</c:v>
                </c:pt>
                <c:pt idx="2357">
                  <c:v>40192</c:v>
                </c:pt>
                <c:pt idx="2358">
                  <c:v>40193</c:v>
                </c:pt>
                <c:pt idx="2359">
                  <c:v>40196</c:v>
                </c:pt>
                <c:pt idx="2360">
                  <c:v>40197</c:v>
                </c:pt>
                <c:pt idx="2361">
                  <c:v>40198</c:v>
                </c:pt>
                <c:pt idx="2362">
                  <c:v>40199</c:v>
                </c:pt>
                <c:pt idx="2363">
                  <c:v>40200</c:v>
                </c:pt>
                <c:pt idx="2364">
                  <c:v>40203</c:v>
                </c:pt>
                <c:pt idx="2365">
                  <c:v>40204</c:v>
                </c:pt>
                <c:pt idx="2366">
                  <c:v>40205</c:v>
                </c:pt>
                <c:pt idx="2367">
                  <c:v>40206</c:v>
                </c:pt>
                <c:pt idx="2368">
                  <c:v>40207</c:v>
                </c:pt>
                <c:pt idx="2369">
                  <c:v>40210</c:v>
                </c:pt>
                <c:pt idx="2370">
                  <c:v>40211</c:v>
                </c:pt>
                <c:pt idx="2371">
                  <c:v>40212</c:v>
                </c:pt>
                <c:pt idx="2372">
                  <c:v>40213</c:v>
                </c:pt>
                <c:pt idx="2373">
                  <c:v>40214</c:v>
                </c:pt>
                <c:pt idx="2374">
                  <c:v>40217</c:v>
                </c:pt>
                <c:pt idx="2375">
                  <c:v>40218</c:v>
                </c:pt>
                <c:pt idx="2376">
                  <c:v>40219</c:v>
                </c:pt>
                <c:pt idx="2377">
                  <c:v>40220</c:v>
                </c:pt>
                <c:pt idx="2378">
                  <c:v>40221</c:v>
                </c:pt>
                <c:pt idx="2379">
                  <c:v>40224</c:v>
                </c:pt>
                <c:pt idx="2380">
                  <c:v>40225</c:v>
                </c:pt>
                <c:pt idx="2381">
                  <c:v>40226</c:v>
                </c:pt>
                <c:pt idx="2382">
                  <c:v>40227</c:v>
                </c:pt>
                <c:pt idx="2383">
                  <c:v>40228</c:v>
                </c:pt>
                <c:pt idx="2384">
                  <c:v>40231</c:v>
                </c:pt>
                <c:pt idx="2385">
                  <c:v>40232</c:v>
                </c:pt>
                <c:pt idx="2386">
                  <c:v>40233</c:v>
                </c:pt>
                <c:pt idx="2387">
                  <c:v>40234</c:v>
                </c:pt>
                <c:pt idx="2388">
                  <c:v>40235</c:v>
                </c:pt>
                <c:pt idx="2389">
                  <c:v>40238</c:v>
                </c:pt>
                <c:pt idx="2390">
                  <c:v>40239</c:v>
                </c:pt>
                <c:pt idx="2391">
                  <c:v>40240</c:v>
                </c:pt>
                <c:pt idx="2392">
                  <c:v>40241</c:v>
                </c:pt>
                <c:pt idx="2393">
                  <c:v>40242</c:v>
                </c:pt>
                <c:pt idx="2394">
                  <c:v>40245</c:v>
                </c:pt>
                <c:pt idx="2395">
                  <c:v>40246</c:v>
                </c:pt>
                <c:pt idx="2396">
                  <c:v>40247</c:v>
                </c:pt>
                <c:pt idx="2397">
                  <c:v>40248</c:v>
                </c:pt>
                <c:pt idx="2398">
                  <c:v>40249</c:v>
                </c:pt>
                <c:pt idx="2399">
                  <c:v>40252</c:v>
                </c:pt>
                <c:pt idx="2400">
                  <c:v>40253</c:v>
                </c:pt>
                <c:pt idx="2401">
                  <c:v>40254</c:v>
                </c:pt>
                <c:pt idx="2402">
                  <c:v>40255</c:v>
                </c:pt>
                <c:pt idx="2403">
                  <c:v>40256</c:v>
                </c:pt>
                <c:pt idx="2404">
                  <c:v>40259</c:v>
                </c:pt>
                <c:pt idx="2405">
                  <c:v>40260</c:v>
                </c:pt>
                <c:pt idx="2406">
                  <c:v>40261</c:v>
                </c:pt>
                <c:pt idx="2407">
                  <c:v>40262</c:v>
                </c:pt>
                <c:pt idx="2408">
                  <c:v>40263</c:v>
                </c:pt>
                <c:pt idx="2409">
                  <c:v>40266</c:v>
                </c:pt>
                <c:pt idx="2410">
                  <c:v>40267</c:v>
                </c:pt>
                <c:pt idx="2411">
                  <c:v>40268</c:v>
                </c:pt>
                <c:pt idx="2412">
                  <c:v>40269</c:v>
                </c:pt>
                <c:pt idx="2413">
                  <c:v>40270</c:v>
                </c:pt>
                <c:pt idx="2414">
                  <c:v>40273</c:v>
                </c:pt>
                <c:pt idx="2415">
                  <c:v>40274</c:v>
                </c:pt>
                <c:pt idx="2416">
                  <c:v>40275</c:v>
                </c:pt>
                <c:pt idx="2417">
                  <c:v>40276</c:v>
                </c:pt>
                <c:pt idx="2418">
                  <c:v>40277</c:v>
                </c:pt>
                <c:pt idx="2419">
                  <c:v>40280</c:v>
                </c:pt>
                <c:pt idx="2420">
                  <c:v>40281</c:v>
                </c:pt>
                <c:pt idx="2421">
                  <c:v>40282</c:v>
                </c:pt>
                <c:pt idx="2422">
                  <c:v>40283</c:v>
                </c:pt>
                <c:pt idx="2423">
                  <c:v>40284</c:v>
                </c:pt>
                <c:pt idx="2424">
                  <c:v>40287</c:v>
                </c:pt>
                <c:pt idx="2425">
                  <c:v>40288</c:v>
                </c:pt>
                <c:pt idx="2426">
                  <c:v>40289</c:v>
                </c:pt>
                <c:pt idx="2427">
                  <c:v>40290</c:v>
                </c:pt>
                <c:pt idx="2428">
                  <c:v>40291</c:v>
                </c:pt>
                <c:pt idx="2429">
                  <c:v>40294</c:v>
                </c:pt>
                <c:pt idx="2430">
                  <c:v>40295</c:v>
                </c:pt>
                <c:pt idx="2431">
                  <c:v>40296</c:v>
                </c:pt>
                <c:pt idx="2432">
                  <c:v>40297</c:v>
                </c:pt>
                <c:pt idx="2433">
                  <c:v>40298</c:v>
                </c:pt>
                <c:pt idx="2434">
                  <c:v>40301</c:v>
                </c:pt>
                <c:pt idx="2435">
                  <c:v>40302</c:v>
                </c:pt>
                <c:pt idx="2436">
                  <c:v>40303</c:v>
                </c:pt>
                <c:pt idx="2437">
                  <c:v>40304</c:v>
                </c:pt>
                <c:pt idx="2438">
                  <c:v>40305</c:v>
                </c:pt>
                <c:pt idx="2439">
                  <c:v>40308</c:v>
                </c:pt>
                <c:pt idx="2440">
                  <c:v>40309</c:v>
                </c:pt>
                <c:pt idx="2441">
                  <c:v>40310</c:v>
                </c:pt>
                <c:pt idx="2442">
                  <c:v>40311</c:v>
                </c:pt>
                <c:pt idx="2443">
                  <c:v>40312</c:v>
                </c:pt>
                <c:pt idx="2444">
                  <c:v>40315</c:v>
                </c:pt>
                <c:pt idx="2445">
                  <c:v>40316</c:v>
                </c:pt>
                <c:pt idx="2446">
                  <c:v>40317</c:v>
                </c:pt>
                <c:pt idx="2447">
                  <c:v>40318</c:v>
                </c:pt>
                <c:pt idx="2448">
                  <c:v>40319</c:v>
                </c:pt>
                <c:pt idx="2449">
                  <c:v>40322</c:v>
                </c:pt>
                <c:pt idx="2450">
                  <c:v>40323</c:v>
                </c:pt>
                <c:pt idx="2451">
                  <c:v>40324</c:v>
                </c:pt>
                <c:pt idx="2452">
                  <c:v>40325</c:v>
                </c:pt>
                <c:pt idx="2453">
                  <c:v>40326</c:v>
                </c:pt>
                <c:pt idx="2454">
                  <c:v>40329</c:v>
                </c:pt>
                <c:pt idx="2455">
                  <c:v>40330</c:v>
                </c:pt>
                <c:pt idx="2456">
                  <c:v>40331</c:v>
                </c:pt>
                <c:pt idx="2457">
                  <c:v>40332</c:v>
                </c:pt>
                <c:pt idx="2458">
                  <c:v>40333</c:v>
                </c:pt>
                <c:pt idx="2459">
                  <c:v>40336</c:v>
                </c:pt>
                <c:pt idx="2460">
                  <c:v>40337</c:v>
                </c:pt>
                <c:pt idx="2461">
                  <c:v>40338</c:v>
                </c:pt>
                <c:pt idx="2462">
                  <c:v>40339</c:v>
                </c:pt>
                <c:pt idx="2463">
                  <c:v>40340</c:v>
                </c:pt>
                <c:pt idx="2464">
                  <c:v>40343</c:v>
                </c:pt>
                <c:pt idx="2465">
                  <c:v>40344</c:v>
                </c:pt>
                <c:pt idx="2466">
                  <c:v>40345</c:v>
                </c:pt>
                <c:pt idx="2467">
                  <c:v>40346</c:v>
                </c:pt>
                <c:pt idx="2468">
                  <c:v>40347</c:v>
                </c:pt>
                <c:pt idx="2469">
                  <c:v>40350</c:v>
                </c:pt>
                <c:pt idx="2470">
                  <c:v>40351</c:v>
                </c:pt>
                <c:pt idx="2471">
                  <c:v>40352</c:v>
                </c:pt>
                <c:pt idx="2472">
                  <c:v>40353</c:v>
                </c:pt>
                <c:pt idx="2473">
                  <c:v>40354</c:v>
                </c:pt>
                <c:pt idx="2474">
                  <c:v>40357</c:v>
                </c:pt>
                <c:pt idx="2475">
                  <c:v>40358</c:v>
                </c:pt>
                <c:pt idx="2476">
                  <c:v>40359</c:v>
                </c:pt>
                <c:pt idx="2477">
                  <c:v>40360</c:v>
                </c:pt>
                <c:pt idx="2478">
                  <c:v>40361</c:v>
                </c:pt>
                <c:pt idx="2479">
                  <c:v>40364</c:v>
                </c:pt>
                <c:pt idx="2480">
                  <c:v>40365</c:v>
                </c:pt>
                <c:pt idx="2481">
                  <c:v>40366</c:v>
                </c:pt>
                <c:pt idx="2482">
                  <c:v>40367</c:v>
                </c:pt>
                <c:pt idx="2483">
                  <c:v>40368</c:v>
                </c:pt>
                <c:pt idx="2484">
                  <c:v>40371</c:v>
                </c:pt>
                <c:pt idx="2485">
                  <c:v>40372</c:v>
                </c:pt>
                <c:pt idx="2486">
                  <c:v>40373</c:v>
                </c:pt>
                <c:pt idx="2487">
                  <c:v>40374</c:v>
                </c:pt>
                <c:pt idx="2488">
                  <c:v>40375</c:v>
                </c:pt>
                <c:pt idx="2489">
                  <c:v>40378</c:v>
                </c:pt>
                <c:pt idx="2490">
                  <c:v>40379</c:v>
                </c:pt>
                <c:pt idx="2491">
                  <c:v>40380</c:v>
                </c:pt>
                <c:pt idx="2492">
                  <c:v>40381</c:v>
                </c:pt>
                <c:pt idx="2493">
                  <c:v>40382</c:v>
                </c:pt>
                <c:pt idx="2494">
                  <c:v>40385</c:v>
                </c:pt>
                <c:pt idx="2495">
                  <c:v>40386</c:v>
                </c:pt>
                <c:pt idx="2496">
                  <c:v>40387</c:v>
                </c:pt>
                <c:pt idx="2497">
                  <c:v>40388</c:v>
                </c:pt>
                <c:pt idx="2498">
                  <c:v>40389</c:v>
                </c:pt>
                <c:pt idx="2499">
                  <c:v>40392</c:v>
                </c:pt>
                <c:pt idx="2500">
                  <c:v>40393</c:v>
                </c:pt>
                <c:pt idx="2501">
                  <c:v>40394</c:v>
                </c:pt>
                <c:pt idx="2502">
                  <c:v>40395</c:v>
                </c:pt>
                <c:pt idx="2503">
                  <c:v>40396</c:v>
                </c:pt>
                <c:pt idx="2504">
                  <c:v>40399</c:v>
                </c:pt>
                <c:pt idx="2505">
                  <c:v>40400</c:v>
                </c:pt>
                <c:pt idx="2506">
                  <c:v>40401</c:v>
                </c:pt>
                <c:pt idx="2507">
                  <c:v>40402</c:v>
                </c:pt>
                <c:pt idx="2508">
                  <c:v>40403</c:v>
                </c:pt>
                <c:pt idx="2509">
                  <c:v>40406</c:v>
                </c:pt>
                <c:pt idx="2510">
                  <c:v>40407</c:v>
                </c:pt>
                <c:pt idx="2511">
                  <c:v>40408</c:v>
                </c:pt>
                <c:pt idx="2512">
                  <c:v>40409</c:v>
                </c:pt>
                <c:pt idx="2513">
                  <c:v>40410</c:v>
                </c:pt>
                <c:pt idx="2514">
                  <c:v>40413</c:v>
                </c:pt>
                <c:pt idx="2515">
                  <c:v>40414</c:v>
                </c:pt>
                <c:pt idx="2516">
                  <c:v>40415</c:v>
                </c:pt>
                <c:pt idx="2517">
                  <c:v>40416</c:v>
                </c:pt>
                <c:pt idx="2518">
                  <c:v>40417</c:v>
                </c:pt>
                <c:pt idx="2519">
                  <c:v>40420</c:v>
                </c:pt>
                <c:pt idx="2520">
                  <c:v>40421</c:v>
                </c:pt>
                <c:pt idx="2521">
                  <c:v>40422</c:v>
                </c:pt>
                <c:pt idx="2522">
                  <c:v>40423</c:v>
                </c:pt>
                <c:pt idx="2523">
                  <c:v>40424</c:v>
                </c:pt>
                <c:pt idx="2524">
                  <c:v>40427</c:v>
                </c:pt>
                <c:pt idx="2525">
                  <c:v>40428</c:v>
                </c:pt>
                <c:pt idx="2526">
                  <c:v>40429</c:v>
                </c:pt>
                <c:pt idx="2527">
                  <c:v>40430</c:v>
                </c:pt>
                <c:pt idx="2528">
                  <c:v>40431</c:v>
                </c:pt>
                <c:pt idx="2529">
                  <c:v>40434</c:v>
                </c:pt>
                <c:pt idx="2530">
                  <c:v>40435</c:v>
                </c:pt>
                <c:pt idx="2531">
                  <c:v>40436</c:v>
                </c:pt>
                <c:pt idx="2532">
                  <c:v>40437</c:v>
                </c:pt>
                <c:pt idx="2533">
                  <c:v>40438</c:v>
                </c:pt>
                <c:pt idx="2534">
                  <c:v>40441</c:v>
                </c:pt>
                <c:pt idx="2535">
                  <c:v>40442</c:v>
                </c:pt>
                <c:pt idx="2536">
                  <c:v>40443</c:v>
                </c:pt>
                <c:pt idx="2537">
                  <c:v>40444</c:v>
                </c:pt>
                <c:pt idx="2538">
                  <c:v>40445</c:v>
                </c:pt>
                <c:pt idx="2539">
                  <c:v>40448</c:v>
                </c:pt>
                <c:pt idx="2540">
                  <c:v>40449</c:v>
                </c:pt>
                <c:pt idx="2541">
                  <c:v>40450</c:v>
                </c:pt>
                <c:pt idx="2542">
                  <c:v>40451</c:v>
                </c:pt>
                <c:pt idx="2543">
                  <c:v>40452</c:v>
                </c:pt>
                <c:pt idx="2544">
                  <c:v>40455</c:v>
                </c:pt>
                <c:pt idx="2545">
                  <c:v>40456</c:v>
                </c:pt>
                <c:pt idx="2546">
                  <c:v>40457</c:v>
                </c:pt>
                <c:pt idx="2547">
                  <c:v>40458</c:v>
                </c:pt>
                <c:pt idx="2548">
                  <c:v>40459</c:v>
                </c:pt>
                <c:pt idx="2549">
                  <c:v>40462</c:v>
                </c:pt>
                <c:pt idx="2550">
                  <c:v>40463</c:v>
                </c:pt>
                <c:pt idx="2551">
                  <c:v>40464</c:v>
                </c:pt>
                <c:pt idx="2552">
                  <c:v>40465</c:v>
                </c:pt>
                <c:pt idx="2553">
                  <c:v>40466</c:v>
                </c:pt>
                <c:pt idx="2554">
                  <c:v>40469</c:v>
                </c:pt>
                <c:pt idx="2555">
                  <c:v>40470</c:v>
                </c:pt>
                <c:pt idx="2556">
                  <c:v>40471</c:v>
                </c:pt>
                <c:pt idx="2557">
                  <c:v>40472</c:v>
                </c:pt>
                <c:pt idx="2558">
                  <c:v>40473</c:v>
                </c:pt>
                <c:pt idx="2559">
                  <c:v>40476</c:v>
                </c:pt>
                <c:pt idx="2560">
                  <c:v>40477</c:v>
                </c:pt>
                <c:pt idx="2561">
                  <c:v>40478</c:v>
                </c:pt>
                <c:pt idx="2562">
                  <c:v>40479</c:v>
                </c:pt>
                <c:pt idx="2563">
                  <c:v>40480</c:v>
                </c:pt>
                <c:pt idx="2564">
                  <c:v>40483</c:v>
                </c:pt>
                <c:pt idx="2565">
                  <c:v>40484</c:v>
                </c:pt>
                <c:pt idx="2566">
                  <c:v>40485</c:v>
                </c:pt>
                <c:pt idx="2567">
                  <c:v>40486</c:v>
                </c:pt>
                <c:pt idx="2568">
                  <c:v>40487</c:v>
                </c:pt>
                <c:pt idx="2569">
                  <c:v>40490</c:v>
                </c:pt>
                <c:pt idx="2570">
                  <c:v>40491</c:v>
                </c:pt>
                <c:pt idx="2571">
                  <c:v>40492</c:v>
                </c:pt>
                <c:pt idx="2572">
                  <c:v>40493</c:v>
                </c:pt>
                <c:pt idx="2573">
                  <c:v>40494</c:v>
                </c:pt>
                <c:pt idx="2574">
                  <c:v>40497</c:v>
                </c:pt>
                <c:pt idx="2575">
                  <c:v>40498</c:v>
                </c:pt>
                <c:pt idx="2576">
                  <c:v>40499</c:v>
                </c:pt>
                <c:pt idx="2577">
                  <c:v>40500</c:v>
                </c:pt>
                <c:pt idx="2578">
                  <c:v>40501</c:v>
                </c:pt>
                <c:pt idx="2579">
                  <c:v>40504</c:v>
                </c:pt>
                <c:pt idx="2580">
                  <c:v>40505</c:v>
                </c:pt>
                <c:pt idx="2581">
                  <c:v>40506</c:v>
                </c:pt>
                <c:pt idx="2582">
                  <c:v>40507</c:v>
                </c:pt>
                <c:pt idx="2583">
                  <c:v>40508</c:v>
                </c:pt>
                <c:pt idx="2584">
                  <c:v>40511</c:v>
                </c:pt>
                <c:pt idx="2585">
                  <c:v>40512</c:v>
                </c:pt>
                <c:pt idx="2586">
                  <c:v>40513</c:v>
                </c:pt>
                <c:pt idx="2587">
                  <c:v>40514</c:v>
                </c:pt>
                <c:pt idx="2588">
                  <c:v>40515</c:v>
                </c:pt>
                <c:pt idx="2589">
                  <c:v>40518</c:v>
                </c:pt>
                <c:pt idx="2590">
                  <c:v>40519</c:v>
                </c:pt>
                <c:pt idx="2591">
                  <c:v>40520</c:v>
                </c:pt>
                <c:pt idx="2592">
                  <c:v>40521</c:v>
                </c:pt>
                <c:pt idx="2593">
                  <c:v>40522</c:v>
                </c:pt>
                <c:pt idx="2594">
                  <c:v>40525</c:v>
                </c:pt>
                <c:pt idx="2595">
                  <c:v>40526</c:v>
                </c:pt>
                <c:pt idx="2596">
                  <c:v>40527</c:v>
                </c:pt>
                <c:pt idx="2597">
                  <c:v>40528</c:v>
                </c:pt>
                <c:pt idx="2598">
                  <c:v>40529</c:v>
                </c:pt>
                <c:pt idx="2599">
                  <c:v>40532</c:v>
                </c:pt>
                <c:pt idx="2600">
                  <c:v>40533</c:v>
                </c:pt>
                <c:pt idx="2601">
                  <c:v>40534</c:v>
                </c:pt>
                <c:pt idx="2602">
                  <c:v>40535</c:v>
                </c:pt>
                <c:pt idx="2603">
                  <c:v>40536</c:v>
                </c:pt>
                <c:pt idx="2604">
                  <c:v>40539</c:v>
                </c:pt>
                <c:pt idx="2605">
                  <c:v>40540</c:v>
                </c:pt>
                <c:pt idx="2606">
                  <c:v>40541</c:v>
                </c:pt>
                <c:pt idx="2607">
                  <c:v>40542</c:v>
                </c:pt>
                <c:pt idx="2608">
                  <c:v>40543</c:v>
                </c:pt>
                <c:pt idx="2609">
                  <c:v>40546</c:v>
                </c:pt>
                <c:pt idx="2610">
                  <c:v>40547</c:v>
                </c:pt>
                <c:pt idx="2611">
                  <c:v>40548</c:v>
                </c:pt>
                <c:pt idx="2612">
                  <c:v>40549</c:v>
                </c:pt>
                <c:pt idx="2613">
                  <c:v>40550</c:v>
                </c:pt>
                <c:pt idx="2614">
                  <c:v>40553</c:v>
                </c:pt>
                <c:pt idx="2615">
                  <c:v>40554</c:v>
                </c:pt>
                <c:pt idx="2616">
                  <c:v>40555</c:v>
                </c:pt>
                <c:pt idx="2617">
                  <c:v>40556</c:v>
                </c:pt>
                <c:pt idx="2618">
                  <c:v>40557</c:v>
                </c:pt>
                <c:pt idx="2619">
                  <c:v>40560</c:v>
                </c:pt>
                <c:pt idx="2620">
                  <c:v>40561</c:v>
                </c:pt>
                <c:pt idx="2621">
                  <c:v>40562</c:v>
                </c:pt>
                <c:pt idx="2622">
                  <c:v>40563</c:v>
                </c:pt>
                <c:pt idx="2623">
                  <c:v>40564</c:v>
                </c:pt>
                <c:pt idx="2624">
                  <c:v>40567</c:v>
                </c:pt>
                <c:pt idx="2625">
                  <c:v>40568</c:v>
                </c:pt>
                <c:pt idx="2626">
                  <c:v>40569</c:v>
                </c:pt>
                <c:pt idx="2627">
                  <c:v>40570</c:v>
                </c:pt>
                <c:pt idx="2628">
                  <c:v>40571</c:v>
                </c:pt>
                <c:pt idx="2629">
                  <c:v>40574</c:v>
                </c:pt>
                <c:pt idx="2630">
                  <c:v>40575</c:v>
                </c:pt>
                <c:pt idx="2631">
                  <c:v>40576</c:v>
                </c:pt>
                <c:pt idx="2632">
                  <c:v>40577</c:v>
                </c:pt>
                <c:pt idx="2633">
                  <c:v>40578</c:v>
                </c:pt>
                <c:pt idx="2634">
                  <c:v>40581</c:v>
                </c:pt>
                <c:pt idx="2635">
                  <c:v>40582</c:v>
                </c:pt>
                <c:pt idx="2636">
                  <c:v>40583</c:v>
                </c:pt>
                <c:pt idx="2637">
                  <c:v>40584</c:v>
                </c:pt>
                <c:pt idx="2638">
                  <c:v>40585</c:v>
                </c:pt>
                <c:pt idx="2639">
                  <c:v>40588</c:v>
                </c:pt>
                <c:pt idx="2640">
                  <c:v>40589</c:v>
                </c:pt>
                <c:pt idx="2641">
                  <c:v>40590</c:v>
                </c:pt>
                <c:pt idx="2642">
                  <c:v>40591</c:v>
                </c:pt>
                <c:pt idx="2643">
                  <c:v>40592</c:v>
                </c:pt>
                <c:pt idx="2644">
                  <c:v>40595</c:v>
                </c:pt>
                <c:pt idx="2645">
                  <c:v>40596</c:v>
                </c:pt>
                <c:pt idx="2646">
                  <c:v>40597</c:v>
                </c:pt>
                <c:pt idx="2647">
                  <c:v>40598</c:v>
                </c:pt>
                <c:pt idx="2648">
                  <c:v>40599</c:v>
                </c:pt>
                <c:pt idx="2649">
                  <c:v>40602</c:v>
                </c:pt>
                <c:pt idx="2650">
                  <c:v>40603</c:v>
                </c:pt>
                <c:pt idx="2651">
                  <c:v>40604</c:v>
                </c:pt>
                <c:pt idx="2652">
                  <c:v>40605</c:v>
                </c:pt>
                <c:pt idx="2653">
                  <c:v>40606</c:v>
                </c:pt>
                <c:pt idx="2654">
                  <c:v>40609</c:v>
                </c:pt>
                <c:pt idx="2655">
                  <c:v>40610</c:v>
                </c:pt>
                <c:pt idx="2656">
                  <c:v>40611</c:v>
                </c:pt>
                <c:pt idx="2657">
                  <c:v>40612</c:v>
                </c:pt>
                <c:pt idx="2658">
                  <c:v>40613</c:v>
                </c:pt>
                <c:pt idx="2659">
                  <c:v>40616</c:v>
                </c:pt>
                <c:pt idx="2660">
                  <c:v>40617</c:v>
                </c:pt>
                <c:pt idx="2661">
                  <c:v>40618</c:v>
                </c:pt>
                <c:pt idx="2662">
                  <c:v>40619</c:v>
                </c:pt>
                <c:pt idx="2663">
                  <c:v>40620</c:v>
                </c:pt>
                <c:pt idx="2664">
                  <c:v>40623</c:v>
                </c:pt>
                <c:pt idx="2665">
                  <c:v>40624</c:v>
                </c:pt>
                <c:pt idx="2666">
                  <c:v>40625</c:v>
                </c:pt>
                <c:pt idx="2667">
                  <c:v>40626</c:v>
                </c:pt>
                <c:pt idx="2668">
                  <c:v>40627</c:v>
                </c:pt>
                <c:pt idx="2669">
                  <c:v>40630</c:v>
                </c:pt>
                <c:pt idx="2670">
                  <c:v>40631</c:v>
                </c:pt>
                <c:pt idx="2671">
                  <c:v>40632</c:v>
                </c:pt>
                <c:pt idx="2672">
                  <c:v>40633</c:v>
                </c:pt>
                <c:pt idx="2673">
                  <c:v>40634</c:v>
                </c:pt>
                <c:pt idx="2674">
                  <c:v>40637</c:v>
                </c:pt>
                <c:pt idx="2675">
                  <c:v>40638</c:v>
                </c:pt>
                <c:pt idx="2676">
                  <c:v>40639</c:v>
                </c:pt>
                <c:pt idx="2677">
                  <c:v>40640</c:v>
                </c:pt>
                <c:pt idx="2678">
                  <c:v>40641</c:v>
                </c:pt>
                <c:pt idx="2679">
                  <c:v>40644</c:v>
                </c:pt>
                <c:pt idx="2680">
                  <c:v>40645</c:v>
                </c:pt>
                <c:pt idx="2681">
                  <c:v>40646</c:v>
                </c:pt>
                <c:pt idx="2682">
                  <c:v>40647</c:v>
                </c:pt>
                <c:pt idx="2683">
                  <c:v>40648</c:v>
                </c:pt>
                <c:pt idx="2684">
                  <c:v>40651</c:v>
                </c:pt>
                <c:pt idx="2685">
                  <c:v>40652</c:v>
                </c:pt>
                <c:pt idx="2686">
                  <c:v>40653</c:v>
                </c:pt>
                <c:pt idx="2687">
                  <c:v>40654</c:v>
                </c:pt>
                <c:pt idx="2688">
                  <c:v>40655</c:v>
                </c:pt>
                <c:pt idx="2689">
                  <c:v>40658</c:v>
                </c:pt>
                <c:pt idx="2690">
                  <c:v>40659</c:v>
                </c:pt>
                <c:pt idx="2691">
                  <c:v>40660</c:v>
                </c:pt>
                <c:pt idx="2692">
                  <c:v>40661</c:v>
                </c:pt>
                <c:pt idx="2693">
                  <c:v>40662</c:v>
                </c:pt>
                <c:pt idx="2694">
                  <c:v>40665</c:v>
                </c:pt>
                <c:pt idx="2695">
                  <c:v>40666</c:v>
                </c:pt>
                <c:pt idx="2696">
                  <c:v>40667</c:v>
                </c:pt>
                <c:pt idx="2697">
                  <c:v>40668</c:v>
                </c:pt>
                <c:pt idx="2698">
                  <c:v>40669</c:v>
                </c:pt>
                <c:pt idx="2699">
                  <c:v>40672</c:v>
                </c:pt>
                <c:pt idx="2700">
                  <c:v>40673</c:v>
                </c:pt>
                <c:pt idx="2701">
                  <c:v>40674</c:v>
                </c:pt>
                <c:pt idx="2702">
                  <c:v>40675</c:v>
                </c:pt>
                <c:pt idx="2703">
                  <c:v>40676</c:v>
                </c:pt>
                <c:pt idx="2704">
                  <c:v>40679</c:v>
                </c:pt>
                <c:pt idx="2705">
                  <c:v>40680</c:v>
                </c:pt>
                <c:pt idx="2706">
                  <c:v>40681</c:v>
                </c:pt>
                <c:pt idx="2707">
                  <c:v>40682</c:v>
                </c:pt>
                <c:pt idx="2708">
                  <c:v>40683</c:v>
                </c:pt>
                <c:pt idx="2709">
                  <c:v>40686</c:v>
                </c:pt>
                <c:pt idx="2710">
                  <c:v>40687</c:v>
                </c:pt>
                <c:pt idx="2711">
                  <c:v>40688</c:v>
                </c:pt>
                <c:pt idx="2712">
                  <c:v>40689</c:v>
                </c:pt>
                <c:pt idx="2713">
                  <c:v>40690</c:v>
                </c:pt>
                <c:pt idx="2714">
                  <c:v>40693</c:v>
                </c:pt>
                <c:pt idx="2715">
                  <c:v>40694</c:v>
                </c:pt>
                <c:pt idx="2716">
                  <c:v>40695</c:v>
                </c:pt>
                <c:pt idx="2717">
                  <c:v>40696</c:v>
                </c:pt>
                <c:pt idx="2718">
                  <c:v>40697</c:v>
                </c:pt>
                <c:pt idx="2719">
                  <c:v>40700</c:v>
                </c:pt>
                <c:pt idx="2720">
                  <c:v>40701</c:v>
                </c:pt>
                <c:pt idx="2721">
                  <c:v>40702</c:v>
                </c:pt>
                <c:pt idx="2722">
                  <c:v>40703</c:v>
                </c:pt>
                <c:pt idx="2723">
                  <c:v>40704</c:v>
                </c:pt>
                <c:pt idx="2724">
                  <c:v>40707</c:v>
                </c:pt>
                <c:pt idx="2725">
                  <c:v>40708</c:v>
                </c:pt>
                <c:pt idx="2726">
                  <c:v>40709</c:v>
                </c:pt>
                <c:pt idx="2727">
                  <c:v>40710</c:v>
                </c:pt>
                <c:pt idx="2728">
                  <c:v>40711</c:v>
                </c:pt>
                <c:pt idx="2729">
                  <c:v>40714</c:v>
                </c:pt>
                <c:pt idx="2730">
                  <c:v>40715</c:v>
                </c:pt>
                <c:pt idx="2731">
                  <c:v>40716</c:v>
                </c:pt>
                <c:pt idx="2732">
                  <c:v>40717</c:v>
                </c:pt>
                <c:pt idx="2733">
                  <c:v>40718</c:v>
                </c:pt>
                <c:pt idx="2734">
                  <c:v>40721</c:v>
                </c:pt>
                <c:pt idx="2735">
                  <c:v>40722</c:v>
                </c:pt>
                <c:pt idx="2736">
                  <c:v>40723</c:v>
                </c:pt>
                <c:pt idx="2737">
                  <c:v>40724</c:v>
                </c:pt>
                <c:pt idx="2738">
                  <c:v>40725</c:v>
                </c:pt>
                <c:pt idx="2739">
                  <c:v>40728</c:v>
                </c:pt>
                <c:pt idx="2740">
                  <c:v>40729</c:v>
                </c:pt>
                <c:pt idx="2741">
                  <c:v>40730</c:v>
                </c:pt>
                <c:pt idx="2742">
                  <c:v>40731</c:v>
                </c:pt>
                <c:pt idx="2743">
                  <c:v>40732</c:v>
                </c:pt>
                <c:pt idx="2744">
                  <c:v>40735</c:v>
                </c:pt>
                <c:pt idx="2745">
                  <c:v>40736</c:v>
                </c:pt>
                <c:pt idx="2746">
                  <c:v>40737</c:v>
                </c:pt>
                <c:pt idx="2747">
                  <c:v>40738</c:v>
                </c:pt>
                <c:pt idx="2748">
                  <c:v>40739</c:v>
                </c:pt>
                <c:pt idx="2749">
                  <c:v>40742</c:v>
                </c:pt>
                <c:pt idx="2750">
                  <c:v>40743</c:v>
                </c:pt>
                <c:pt idx="2751">
                  <c:v>40744</c:v>
                </c:pt>
                <c:pt idx="2752">
                  <c:v>40745</c:v>
                </c:pt>
                <c:pt idx="2753">
                  <c:v>40746</c:v>
                </c:pt>
                <c:pt idx="2754">
                  <c:v>40749</c:v>
                </c:pt>
                <c:pt idx="2755">
                  <c:v>40750</c:v>
                </c:pt>
                <c:pt idx="2756">
                  <c:v>40751</c:v>
                </c:pt>
                <c:pt idx="2757">
                  <c:v>40752</c:v>
                </c:pt>
                <c:pt idx="2758">
                  <c:v>40753</c:v>
                </c:pt>
                <c:pt idx="2759">
                  <c:v>40756</c:v>
                </c:pt>
                <c:pt idx="2760">
                  <c:v>40757</c:v>
                </c:pt>
                <c:pt idx="2761">
                  <c:v>40758</c:v>
                </c:pt>
                <c:pt idx="2762">
                  <c:v>40759</c:v>
                </c:pt>
                <c:pt idx="2763">
                  <c:v>40760</c:v>
                </c:pt>
                <c:pt idx="2764">
                  <c:v>40763</c:v>
                </c:pt>
                <c:pt idx="2765">
                  <c:v>40764</c:v>
                </c:pt>
                <c:pt idx="2766">
                  <c:v>40765</c:v>
                </c:pt>
                <c:pt idx="2767">
                  <c:v>40766</c:v>
                </c:pt>
                <c:pt idx="2768">
                  <c:v>40767</c:v>
                </c:pt>
                <c:pt idx="2769">
                  <c:v>40770</c:v>
                </c:pt>
                <c:pt idx="2770">
                  <c:v>40771</c:v>
                </c:pt>
                <c:pt idx="2771">
                  <c:v>40772</c:v>
                </c:pt>
                <c:pt idx="2772">
                  <c:v>40773</c:v>
                </c:pt>
                <c:pt idx="2773">
                  <c:v>40774</c:v>
                </c:pt>
                <c:pt idx="2774">
                  <c:v>40777</c:v>
                </c:pt>
                <c:pt idx="2775">
                  <c:v>40778</c:v>
                </c:pt>
                <c:pt idx="2776">
                  <c:v>40779</c:v>
                </c:pt>
                <c:pt idx="2777">
                  <c:v>40780</c:v>
                </c:pt>
                <c:pt idx="2778">
                  <c:v>40781</c:v>
                </c:pt>
                <c:pt idx="2779">
                  <c:v>40784</c:v>
                </c:pt>
                <c:pt idx="2780">
                  <c:v>40785</c:v>
                </c:pt>
                <c:pt idx="2781">
                  <c:v>40786</c:v>
                </c:pt>
                <c:pt idx="2782">
                  <c:v>40787</c:v>
                </c:pt>
                <c:pt idx="2783">
                  <c:v>40788</c:v>
                </c:pt>
                <c:pt idx="2784">
                  <c:v>40791</c:v>
                </c:pt>
                <c:pt idx="2785">
                  <c:v>40792</c:v>
                </c:pt>
                <c:pt idx="2786">
                  <c:v>40793</c:v>
                </c:pt>
                <c:pt idx="2787">
                  <c:v>40794</c:v>
                </c:pt>
                <c:pt idx="2788">
                  <c:v>40795</c:v>
                </c:pt>
                <c:pt idx="2789">
                  <c:v>40798</c:v>
                </c:pt>
                <c:pt idx="2790">
                  <c:v>40799</c:v>
                </c:pt>
                <c:pt idx="2791">
                  <c:v>40800</c:v>
                </c:pt>
                <c:pt idx="2792">
                  <c:v>40801</c:v>
                </c:pt>
                <c:pt idx="2793">
                  <c:v>40802</c:v>
                </c:pt>
                <c:pt idx="2794">
                  <c:v>40805</c:v>
                </c:pt>
                <c:pt idx="2795">
                  <c:v>40806</c:v>
                </c:pt>
                <c:pt idx="2796">
                  <c:v>40807</c:v>
                </c:pt>
                <c:pt idx="2797">
                  <c:v>40808</c:v>
                </c:pt>
                <c:pt idx="2798">
                  <c:v>40809</c:v>
                </c:pt>
                <c:pt idx="2799">
                  <c:v>40812</c:v>
                </c:pt>
                <c:pt idx="2800">
                  <c:v>40813</c:v>
                </c:pt>
                <c:pt idx="2801">
                  <c:v>40814</c:v>
                </c:pt>
                <c:pt idx="2802">
                  <c:v>40815</c:v>
                </c:pt>
                <c:pt idx="2803">
                  <c:v>40816</c:v>
                </c:pt>
                <c:pt idx="2804">
                  <c:v>40819</c:v>
                </c:pt>
                <c:pt idx="2805">
                  <c:v>40820</c:v>
                </c:pt>
                <c:pt idx="2806">
                  <c:v>40821</c:v>
                </c:pt>
                <c:pt idx="2807">
                  <c:v>40822</c:v>
                </c:pt>
                <c:pt idx="2808">
                  <c:v>40823</c:v>
                </c:pt>
                <c:pt idx="2809">
                  <c:v>40826</c:v>
                </c:pt>
                <c:pt idx="2810">
                  <c:v>40827</c:v>
                </c:pt>
                <c:pt idx="2811">
                  <c:v>40828</c:v>
                </c:pt>
                <c:pt idx="2812">
                  <c:v>40829</c:v>
                </c:pt>
                <c:pt idx="2813">
                  <c:v>40830</c:v>
                </c:pt>
                <c:pt idx="2814">
                  <c:v>40833</c:v>
                </c:pt>
                <c:pt idx="2815">
                  <c:v>40834</c:v>
                </c:pt>
                <c:pt idx="2816">
                  <c:v>40835</c:v>
                </c:pt>
                <c:pt idx="2817">
                  <c:v>40836</c:v>
                </c:pt>
                <c:pt idx="2818">
                  <c:v>40837</c:v>
                </c:pt>
                <c:pt idx="2819">
                  <c:v>40840</c:v>
                </c:pt>
                <c:pt idx="2820">
                  <c:v>40841</c:v>
                </c:pt>
                <c:pt idx="2821">
                  <c:v>40842</c:v>
                </c:pt>
                <c:pt idx="2822">
                  <c:v>40843</c:v>
                </c:pt>
                <c:pt idx="2823">
                  <c:v>40844</c:v>
                </c:pt>
                <c:pt idx="2824">
                  <c:v>40847</c:v>
                </c:pt>
                <c:pt idx="2825">
                  <c:v>40848</c:v>
                </c:pt>
                <c:pt idx="2826">
                  <c:v>40849</c:v>
                </c:pt>
                <c:pt idx="2827">
                  <c:v>40850</c:v>
                </c:pt>
                <c:pt idx="2828">
                  <c:v>40851</c:v>
                </c:pt>
                <c:pt idx="2829">
                  <c:v>40854</c:v>
                </c:pt>
                <c:pt idx="2830">
                  <c:v>40855</c:v>
                </c:pt>
                <c:pt idx="2831">
                  <c:v>40856</c:v>
                </c:pt>
                <c:pt idx="2832">
                  <c:v>40857</c:v>
                </c:pt>
                <c:pt idx="2833">
                  <c:v>40858</c:v>
                </c:pt>
                <c:pt idx="2834">
                  <c:v>40861</c:v>
                </c:pt>
                <c:pt idx="2835">
                  <c:v>40862</c:v>
                </c:pt>
                <c:pt idx="2836">
                  <c:v>40863</c:v>
                </c:pt>
                <c:pt idx="2837">
                  <c:v>40864</c:v>
                </c:pt>
                <c:pt idx="2838">
                  <c:v>40865</c:v>
                </c:pt>
                <c:pt idx="2839">
                  <c:v>40868</c:v>
                </c:pt>
                <c:pt idx="2840">
                  <c:v>40869</c:v>
                </c:pt>
                <c:pt idx="2841">
                  <c:v>40870</c:v>
                </c:pt>
                <c:pt idx="2842">
                  <c:v>40871</c:v>
                </c:pt>
                <c:pt idx="2843">
                  <c:v>40872</c:v>
                </c:pt>
                <c:pt idx="2844">
                  <c:v>40875</c:v>
                </c:pt>
                <c:pt idx="2845">
                  <c:v>40876</c:v>
                </c:pt>
                <c:pt idx="2846">
                  <c:v>40877</c:v>
                </c:pt>
                <c:pt idx="2847">
                  <c:v>40878</c:v>
                </c:pt>
                <c:pt idx="2848">
                  <c:v>40879</c:v>
                </c:pt>
                <c:pt idx="2849">
                  <c:v>40882</c:v>
                </c:pt>
                <c:pt idx="2850">
                  <c:v>40883</c:v>
                </c:pt>
                <c:pt idx="2851">
                  <c:v>40884</c:v>
                </c:pt>
                <c:pt idx="2852">
                  <c:v>40885</c:v>
                </c:pt>
                <c:pt idx="2853">
                  <c:v>40886</c:v>
                </c:pt>
                <c:pt idx="2854">
                  <c:v>40889</c:v>
                </c:pt>
                <c:pt idx="2855">
                  <c:v>40890</c:v>
                </c:pt>
                <c:pt idx="2856">
                  <c:v>40891</c:v>
                </c:pt>
                <c:pt idx="2857">
                  <c:v>40892</c:v>
                </c:pt>
                <c:pt idx="2858">
                  <c:v>40893</c:v>
                </c:pt>
                <c:pt idx="2859">
                  <c:v>40896</c:v>
                </c:pt>
                <c:pt idx="2860">
                  <c:v>40897</c:v>
                </c:pt>
                <c:pt idx="2861">
                  <c:v>40898</c:v>
                </c:pt>
                <c:pt idx="2862">
                  <c:v>40899</c:v>
                </c:pt>
                <c:pt idx="2863">
                  <c:v>40900</c:v>
                </c:pt>
                <c:pt idx="2864">
                  <c:v>40903</c:v>
                </c:pt>
                <c:pt idx="2865">
                  <c:v>40904</c:v>
                </c:pt>
                <c:pt idx="2866">
                  <c:v>40905</c:v>
                </c:pt>
                <c:pt idx="2867">
                  <c:v>40906</c:v>
                </c:pt>
                <c:pt idx="2868">
                  <c:v>40907</c:v>
                </c:pt>
                <c:pt idx="2869">
                  <c:v>40910</c:v>
                </c:pt>
                <c:pt idx="2870">
                  <c:v>40911</c:v>
                </c:pt>
                <c:pt idx="2871">
                  <c:v>40912</c:v>
                </c:pt>
                <c:pt idx="2872">
                  <c:v>40913</c:v>
                </c:pt>
                <c:pt idx="2873">
                  <c:v>40914</c:v>
                </c:pt>
                <c:pt idx="2874">
                  <c:v>40917</c:v>
                </c:pt>
                <c:pt idx="2875">
                  <c:v>40918</c:v>
                </c:pt>
                <c:pt idx="2876">
                  <c:v>40919</c:v>
                </c:pt>
                <c:pt idx="2877">
                  <c:v>40920</c:v>
                </c:pt>
                <c:pt idx="2878">
                  <c:v>40921</c:v>
                </c:pt>
                <c:pt idx="2879">
                  <c:v>40924</c:v>
                </c:pt>
                <c:pt idx="2880">
                  <c:v>40925</c:v>
                </c:pt>
                <c:pt idx="2881">
                  <c:v>40926</c:v>
                </c:pt>
                <c:pt idx="2882">
                  <c:v>40927</c:v>
                </c:pt>
                <c:pt idx="2883">
                  <c:v>40928</c:v>
                </c:pt>
                <c:pt idx="2884">
                  <c:v>40931</c:v>
                </c:pt>
                <c:pt idx="2885">
                  <c:v>40932</c:v>
                </c:pt>
                <c:pt idx="2886">
                  <c:v>40933</c:v>
                </c:pt>
                <c:pt idx="2887">
                  <c:v>40934</c:v>
                </c:pt>
                <c:pt idx="2888">
                  <c:v>40935</c:v>
                </c:pt>
                <c:pt idx="2889">
                  <c:v>40938</c:v>
                </c:pt>
                <c:pt idx="2890">
                  <c:v>40939</c:v>
                </c:pt>
                <c:pt idx="2891">
                  <c:v>40940</c:v>
                </c:pt>
                <c:pt idx="2892">
                  <c:v>40941</c:v>
                </c:pt>
                <c:pt idx="2893">
                  <c:v>40942</c:v>
                </c:pt>
                <c:pt idx="2894">
                  <c:v>40945</c:v>
                </c:pt>
                <c:pt idx="2895">
                  <c:v>40946</c:v>
                </c:pt>
                <c:pt idx="2896">
                  <c:v>40947</c:v>
                </c:pt>
                <c:pt idx="2897">
                  <c:v>40948</c:v>
                </c:pt>
                <c:pt idx="2898">
                  <c:v>40949</c:v>
                </c:pt>
                <c:pt idx="2899">
                  <c:v>40952</c:v>
                </c:pt>
                <c:pt idx="2900">
                  <c:v>40953</c:v>
                </c:pt>
                <c:pt idx="2901">
                  <c:v>40954</c:v>
                </c:pt>
                <c:pt idx="2902">
                  <c:v>40955</c:v>
                </c:pt>
                <c:pt idx="2903">
                  <c:v>40956</c:v>
                </c:pt>
                <c:pt idx="2904">
                  <c:v>40959</c:v>
                </c:pt>
                <c:pt idx="2905">
                  <c:v>40960</c:v>
                </c:pt>
                <c:pt idx="2906">
                  <c:v>40961</c:v>
                </c:pt>
                <c:pt idx="2907">
                  <c:v>40962</c:v>
                </c:pt>
                <c:pt idx="2908">
                  <c:v>40963</c:v>
                </c:pt>
                <c:pt idx="2909">
                  <c:v>40966</c:v>
                </c:pt>
                <c:pt idx="2910">
                  <c:v>40967</c:v>
                </c:pt>
                <c:pt idx="2911">
                  <c:v>40968</c:v>
                </c:pt>
                <c:pt idx="2912">
                  <c:v>40969</c:v>
                </c:pt>
                <c:pt idx="2913">
                  <c:v>40970</c:v>
                </c:pt>
                <c:pt idx="2914">
                  <c:v>40973</c:v>
                </c:pt>
                <c:pt idx="2915">
                  <c:v>40974</c:v>
                </c:pt>
                <c:pt idx="2916">
                  <c:v>40975</c:v>
                </c:pt>
                <c:pt idx="2917">
                  <c:v>40976</c:v>
                </c:pt>
                <c:pt idx="2918">
                  <c:v>40977</c:v>
                </c:pt>
                <c:pt idx="2919">
                  <c:v>40980</c:v>
                </c:pt>
                <c:pt idx="2920">
                  <c:v>40981</c:v>
                </c:pt>
                <c:pt idx="2921">
                  <c:v>40982</c:v>
                </c:pt>
                <c:pt idx="2922">
                  <c:v>40983</c:v>
                </c:pt>
                <c:pt idx="2923">
                  <c:v>40984</c:v>
                </c:pt>
                <c:pt idx="2924">
                  <c:v>40987</c:v>
                </c:pt>
                <c:pt idx="2925">
                  <c:v>40988</c:v>
                </c:pt>
                <c:pt idx="2926">
                  <c:v>40989</c:v>
                </c:pt>
                <c:pt idx="2927">
                  <c:v>40990</c:v>
                </c:pt>
                <c:pt idx="2928">
                  <c:v>40991</c:v>
                </c:pt>
                <c:pt idx="2929">
                  <c:v>40994</c:v>
                </c:pt>
                <c:pt idx="2930">
                  <c:v>40995</c:v>
                </c:pt>
                <c:pt idx="2931">
                  <c:v>40996</c:v>
                </c:pt>
                <c:pt idx="2932">
                  <c:v>40997</c:v>
                </c:pt>
                <c:pt idx="2933">
                  <c:v>40998</c:v>
                </c:pt>
                <c:pt idx="2934">
                  <c:v>41001</c:v>
                </c:pt>
                <c:pt idx="2935">
                  <c:v>41002</c:v>
                </c:pt>
                <c:pt idx="2936">
                  <c:v>41003</c:v>
                </c:pt>
                <c:pt idx="2937">
                  <c:v>41004</c:v>
                </c:pt>
                <c:pt idx="2938">
                  <c:v>41005</c:v>
                </c:pt>
                <c:pt idx="2939">
                  <c:v>41008</c:v>
                </c:pt>
                <c:pt idx="2940">
                  <c:v>41009</c:v>
                </c:pt>
                <c:pt idx="2941">
                  <c:v>41010</c:v>
                </c:pt>
                <c:pt idx="2942">
                  <c:v>41011</c:v>
                </c:pt>
                <c:pt idx="2943">
                  <c:v>41012</c:v>
                </c:pt>
                <c:pt idx="2944">
                  <c:v>41015</c:v>
                </c:pt>
                <c:pt idx="2945">
                  <c:v>41016</c:v>
                </c:pt>
                <c:pt idx="2946">
                  <c:v>41017</c:v>
                </c:pt>
                <c:pt idx="2947">
                  <c:v>41018</c:v>
                </c:pt>
                <c:pt idx="2948">
                  <c:v>41019</c:v>
                </c:pt>
                <c:pt idx="2949">
                  <c:v>41022</c:v>
                </c:pt>
                <c:pt idx="2950">
                  <c:v>41023</c:v>
                </c:pt>
                <c:pt idx="2951">
                  <c:v>41024</c:v>
                </c:pt>
                <c:pt idx="2952">
                  <c:v>41025</c:v>
                </c:pt>
                <c:pt idx="2953">
                  <c:v>41026</c:v>
                </c:pt>
                <c:pt idx="2954">
                  <c:v>41029</c:v>
                </c:pt>
                <c:pt idx="2955">
                  <c:v>41030</c:v>
                </c:pt>
                <c:pt idx="2956">
                  <c:v>41031</c:v>
                </c:pt>
                <c:pt idx="2957">
                  <c:v>41032</c:v>
                </c:pt>
                <c:pt idx="2958">
                  <c:v>41033</c:v>
                </c:pt>
                <c:pt idx="2959">
                  <c:v>41036</c:v>
                </c:pt>
                <c:pt idx="2960">
                  <c:v>41037</c:v>
                </c:pt>
                <c:pt idx="2961">
                  <c:v>41038</c:v>
                </c:pt>
                <c:pt idx="2962">
                  <c:v>41039</c:v>
                </c:pt>
                <c:pt idx="2963">
                  <c:v>41040</c:v>
                </c:pt>
                <c:pt idx="2964">
                  <c:v>41043</c:v>
                </c:pt>
                <c:pt idx="2965">
                  <c:v>41044</c:v>
                </c:pt>
                <c:pt idx="2966">
                  <c:v>41045</c:v>
                </c:pt>
                <c:pt idx="2967">
                  <c:v>41046</c:v>
                </c:pt>
                <c:pt idx="2968">
                  <c:v>41047</c:v>
                </c:pt>
                <c:pt idx="2969">
                  <c:v>41050</c:v>
                </c:pt>
                <c:pt idx="2970">
                  <c:v>41051</c:v>
                </c:pt>
                <c:pt idx="2971">
                  <c:v>41052</c:v>
                </c:pt>
                <c:pt idx="2972">
                  <c:v>41053</c:v>
                </c:pt>
                <c:pt idx="2973">
                  <c:v>41054</c:v>
                </c:pt>
                <c:pt idx="2974">
                  <c:v>41057</c:v>
                </c:pt>
                <c:pt idx="2975">
                  <c:v>41058</c:v>
                </c:pt>
                <c:pt idx="2976">
                  <c:v>41059</c:v>
                </c:pt>
                <c:pt idx="2977">
                  <c:v>41060</c:v>
                </c:pt>
                <c:pt idx="2978">
                  <c:v>41061</c:v>
                </c:pt>
                <c:pt idx="2979">
                  <c:v>41064</c:v>
                </c:pt>
                <c:pt idx="2980">
                  <c:v>41065</c:v>
                </c:pt>
                <c:pt idx="2981">
                  <c:v>41066</c:v>
                </c:pt>
                <c:pt idx="2982">
                  <c:v>41067</c:v>
                </c:pt>
                <c:pt idx="2983">
                  <c:v>41068</c:v>
                </c:pt>
                <c:pt idx="2984">
                  <c:v>41071</c:v>
                </c:pt>
                <c:pt idx="2985">
                  <c:v>41072</c:v>
                </c:pt>
                <c:pt idx="2986">
                  <c:v>41073</c:v>
                </c:pt>
                <c:pt idx="2987">
                  <c:v>41074</c:v>
                </c:pt>
                <c:pt idx="2988">
                  <c:v>41075</c:v>
                </c:pt>
                <c:pt idx="2989">
                  <c:v>41078</c:v>
                </c:pt>
                <c:pt idx="2990">
                  <c:v>41079</c:v>
                </c:pt>
                <c:pt idx="2991">
                  <c:v>41080</c:v>
                </c:pt>
                <c:pt idx="2992">
                  <c:v>41081</c:v>
                </c:pt>
                <c:pt idx="2993">
                  <c:v>41082</c:v>
                </c:pt>
                <c:pt idx="2994">
                  <c:v>41085</c:v>
                </c:pt>
                <c:pt idx="2995">
                  <c:v>41086</c:v>
                </c:pt>
                <c:pt idx="2996">
                  <c:v>41087</c:v>
                </c:pt>
                <c:pt idx="2997">
                  <c:v>41088</c:v>
                </c:pt>
                <c:pt idx="2998">
                  <c:v>41089</c:v>
                </c:pt>
                <c:pt idx="2999">
                  <c:v>41092</c:v>
                </c:pt>
                <c:pt idx="3000">
                  <c:v>41093</c:v>
                </c:pt>
                <c:pt idx="3001">
                  <c:v>41094</c:v>
                </c:pt>
                <c:pt idx="3002">
                  <c:v>41095</c:v>
                </c:pt>
                <c:pt idx="3003">
                  <c:v>41096</c:v>
                </c:pt>
                <c:pt idx="3004">
                  <c:v>41099</c:v>
                </c:pt>
                <c:pt idx="3005">
                  <c:v>41100</c:v>
                </c:pt>
                <c:pt idx="3006">
                  <c:v>41101</c:v>
                </c:pt>
                <c:pt idx="3007">
                  <c:v>41102</c:v>
                </c:pt>
                <c:pt idx="3008">
                  <c:v>41103</c:v>
                </c:pt>
                <c:pt idx="3009">
                  <c:v>41106</c:v>
                </c:pt>
                <c:pt idx="3010">
                  <c:v>41107</c:v>
                </c:pt>
                <c:pt idx="3011">
                  <c:v>41108</c:v>
                </c:pt>
                <c:pt idx="3012">
                  <c:v>41109</c:v>
                </c:pt>
                <c:pt idx="3013">
                  <c:v>41110</c:v>
                </c:pt>
                <c:pt idx="3014">
                  <c:v>41113</c:v>
                </c:pt>
                <c:pt idx="3015">
                  <c:v>41114</c:v>
                </c:pt>
                <c:pt idx="3016">
                  <c:v>41115</c:v>
                </c:pt>
                <c:pt idx="3017">
                  <c:v>41116</c:v>
                </c:pt>
                <c:pt idx="3018">
                  <c:v>41117</c:v>
                </c:pt>
                <c:pt idx="3019">
                  <c:v>41120</c:v>
                </c:pt>
                <c:pt idx="3020">
                  <c:v>41121</c:v>
                </c:pt>
                <c:pt idx="3021">
                  <c:v>41122</c:v>
                </c:pt>
                <c:pt idx="3022">
                  <c:v>41123</c:v>
                </c:pt>
                <c:pt idx="3023">
                  <c:v>41124</c:v>
                </c:pt>
                <c:pt idx="3024">
                  <c:v>41127</c:v>
                </c:pt>
                <c:pt idx="3025">
                  <c:v>41128</c:v>
                </c:pt>
                <c:pt idx="3026">
                  <c:v>41129</c:v>
                </c:pt>
                <c:pt idx="3027">
                  <c:v>41130</c:v>
                </c:pt>
                <c:pt idx="3028">
                  <c:v>41131</c:v>
                </c:pt>
                <c:pt idx="3029">
                  <c:v>41134</c:v>
                </c:pt>
                <c:pt idx="3030">
                  <c:v>41135</c:v>
                </c:pt>
                <c:pt idx="3031">
                  <c:v>41136</c:v>
                </c:pt>
                <c:pt idx="3032">
                  <c:v>41137</c:v>
                </c:pt>
                <c:pt idx="3033">
                  <c:v>41138</c:v>
                </c:pt>
                <c:pt idx="3034">
                  <c:v>41141</c:v>
                </c:pt>
                <c:pt idx="3035">
                  <c:v>41142</c:v>
                </c:pt>
                <c:pt idx="3036">
                  <c:v>41143</c:v>
                </c:pt>
                <c:pt idx="3037">
                  <c:v>41144</c:v>
                </c:pt>
                <c:pt idx="3038">
                  <c:v>41145</c:v>
                </c:pt>
                <c:pt idx="3039">
                  <c:v>41148</c:v>
                </c:pt>
                <c:pt idx="3040">
                  <c:v>41149</c:v>
                </c:pt>
                <c:pt idx="3041">
                  <c:v>41150</c:v>
                </c:pt>
                <c:pt idx="3042">
                  <c:v>41151</c:v>
                </c:pt>
                <c:pt idx="3043">
                  <c:v>41152</c:v>
                </c:pt>
                <c:pt idx="3044">
                  <c:v>41155</c:v>
                </c:pt>
                <c:pt idx="3045">
                  <c:v>41156</c:v>
                </c:pt>
                <c:pt idx="3046">
                  <c:v>41157</c:v>
                </c:pt>
                <c:pt idx="3047">
                  <c:v>41158</c:v>
                </c:pt>
                <c:pt idx="3048">
                  <c:v>41159</c:v>
                </c:pt>
                <c:pt idx="3049">
                  <c:v>41162</c:v>
                </c:pt>
                <c:pt idx="3050">
                  <c:v>41163</c:v>
                </c:pt>
                <c:pt idx="3051">
                  <c:v>41164</c:v>
                </c:pt>
                <c:pt idx="3052">
                  <c:v>41165</c:v>
                </c:pt>
                <c:pt idx="3053">
                  <c:v>41166</c:v>
                </c:pt>
                <c:pt idx="3054">
                  <c:v>41169</c:v>
                </c:pt>
                <c:pt idx="3055">
                  <c:v>41170</c:v>
                </c:pt>
                <c:pt idx="3056">
                  <c:v>41171</c:v>
                </c:pt>
                <c:pt idx="3057">
                  <c:v>41172</c:v>
                </c:pt>
                <c:pt idx="3058">
                  <c:v>41173</c:v>
                </c:pt>
                <c:pt idx="3059">
                  <c:v>41176</c:v>
                </c:pt>
                <c:pt idx="3060">
                  <c:v>41177</c:v>
                </c:pt>
                <c:pt idx="3061">
                  <c:v>41178</c:v>
                </c:pt>
                <c:pt idx="3062">
                  <c:v>41179</c:v>
                </c:pt>
                <c:pt idx="3063">
                  <c:v>41180</c:v>
                </c:pt>
                <c:pt idx="3064">
                  <c:v>41183</c:v>
                </c:pt>
                <c:pt idx="3065">
                  <c:v>41184</c:v>
                </c:pt>
                <c:pt idx="3066">
                  <c:v>41185</c:v>
                </c:pt>
                <c:pt idx="3067">
                  <c:v>41186</c:v>
                </c:pt>
                <c:pt idx="3068">
                  <c:v>41187</c:v>
                </c:pt>
                <c:pt idx="3069">
                  <c:v>41190</c:v>
                </c:pt>
                <c:pt idx="3070">
                  <c:v>41191</c:v>
                </c:pt>
                <c:pt idx="3071">
                  <c:v>41192</c:v>
                </c:pt>
                <c:pt idx="3072">
                  <c:v>41193</c:v>
                </c:pt>
                <c:pt idx="3073">
                  <c:v>41194</c:v>
                </c:pt>
                <c:pt idx="3074">
                  <c:v>41197</c:v>
                </c:pt>
                <c:pt idx="3075">
                  <c:v>41198</c:v>
                </c:pt>
                <c:pt idx="3076">
                  <c:v>41199</c:v>
                </c:pt>
                <c:pt idx="3077">
                  <c:v>41200</c:v>
                </c:pt>
                <c:pt idx="3078">
                  <c:v>41201</c:v>
                </c:pt>
                <c:pt idx="3079">
                  <c:v>41204</c:v>
                </c:pt>
                <c:pt idx="3080">
                  <c:v>41205</c:v>
                </c:pt>
                <c:pt idx="3081">
                  <c:v>41206</c:v>
                </c:pt>
                <c:pt idx="3082">
                  <c:v>41207</c:v>
                </c:pt>
                <c:pt idx="3083">
                  <c:v>41208</c:v>
                </c:pt>
                <c:pt idx="3084">
                  <c:v>41211</c:v>
                </c:pt>
                <c:pt idx="3085">
                  <c:v>41212</c:v>
                </c:pt>
                <c:pt idx="3086">
                  <c:v>41213</c:v>
                </c:pt>
                <c:pt idx="3087">
                  <c:v>41214</c:v>
                </c:pt>
                <c:pt idx="3088">
                  <c:v>41215</c:v>
                </c:pt>
                <c:pt idx="3089">
                  <c:v>41218</c:v>
                </c:pt>
                <c:pt idx="3090">
                  <c:v>41219</c:v>
                </c:pt>
                <c:pt idx="3091">
                  <c:v>41220</c:v>
                </c:pt>
                <c:pt idx="3092">
                  <c:v>41221</c:v>
                </c:pt>
                <c:pt idx="3093">
                  <c:v>41222</c:v>
                </c:pt>
                <c:pt idx="3094">
                  <c:v>41225</c:v>
                </c:pt>
                <c:pt idx="3095">
                  <c:v>41226</c:v>
                </c:pt>
                <c:pt idx="3096">
                  <c:v>41227</c:v>
                </c:pt>
                <c:pt idx="3097">
                  <c:v>41228</c:v>
                </c:pt>
                <c:pt idx="3098">
                  <c:v>41229</c:v>
                </c:pt>
                <c:pt idx="3099">
                  <c:v>41232</c:v>
                </c:pt>
                <c:pt idx="3100">
                  <c:v>41233</c:v>
                </c:pt>
                <c:pt idx="3101">
                  <c:v>41234</c:v>
                </c:pt>
                <c:pt idx="3102">
                  <c:v>41235</c:v>
                </c:pt>
                <c:pt idx="3103">
                  <c:v>41236</c:v>
                </c:pt>
                <c:pt idx="3104">
                  <c:v>41239</c:v>
                </c:pt>
                <c:pt idx="3105">
                  <c:v>41240</c:v>
                </c:pt>
                <c:pt idx="3106">
                  <c:v>41241</c:v>
                </c:pt>
                <c:pt idx="3107">
                  <c:v>41242</c:v>
                </c:pt>
                <c:pt idx="3108">
                  <c:v>41243</c:v>
                </c:pt>
                <c:pt idx="3109">
                  <c:v>41246</c:v>
                </c:pt>
                <c:pt idx="3110">
                  <c:v>41247</c:v>
                </c:pt>
                <c:pt idx="3111">
                  <c:v>41248</c:v>
                </c:pt>
                <c:pt idx="3112">
                  <c:v>41249</c:v>
                </c:pt>
                <c:pt idx="3113">
                  <c:v>41250</c:v>
                </c:pt>
                <c:pt idx="3114">
                  <c:v>41253</c:v>
                </c:pt>
                <c:pt idx="3115">
                  <c:v>41254</c:v>
                </c:pt>
                <c:pt idx="3116">
                  <c:v>41255</c:v>
                </c:pt>
                <c:pt idx="3117">
                  <c:v>41256</c:v>
                </c:pt>
                <c:pt idx="3118">
                  <c:v>41257</c:v>
                </c:pt>
                <c:pt idx="3119">
                  <c:v>41260</c:v>
                </c:pt>
                <c:pt idx="3120">
                  <c:v>41261</c:v>
                </c:pt>
                <c:pt idx="3121">
                  <c:v>41262</c:v>
                </c:pt>
                <c:pt idx="3122">
                  <c:v>41263</c:v>
                </c:pt>
                <c:pt idx="3123">
                  <c:v>41264</c:v>
                </c:pt>
                <c:pt idx="3124">
                  <c:v>41267</c:v>
                </c:pt>
                <c:pt idx="3125">
                  <c:v>41268</c:v>
                </c:pt>
                <c:pt idx="3126">
                  <c:v>41269</c:v>
                </c:pt>
                <c:pt idx="3127">
                  <c:v>41270</c:v>
                </c:pt>
                <c:pt idx="3128">
                  <c:v>41271</c:v>
                </c:pt>
                <c:pt idx="3129">
                  <c:v>41274</c:v>
                </c:pt>
                <c:pt idx="3130">
                  <c:v>41275</c:v>
                </c:pt>
                <c:pt idx="3131">
                  <c:v>41276</c:v>
                </c:pt>
                <c:pt idx="3132">
                  <c:v>41277</c:v>
                </c:pt>
                <c:pt idx="3133">
                  <c:v>41278</c:v>
                </c:pt>
                <c:pt idx="3134">
                  <c:v>41281</c:v>
                </c:pt>
                <c:pt idx="3135">
                  <c:v>41282</c:v>
                </c:pt>
                <c:pt idx="3136">
                  <c:v>41283</c:v>
                </c:pt>
                <c:pt idx="3137">
                  <c:v>41284</c:v>
                </c:pt>
                <c:pt idx="3138">
                  <c:v>41285</c:v>
                </c:pt>
                <c:pt idx="3139">
                  <c:v>41288</c:v>
                </c:pt>
                <c:pt idx="3140">
                  <c:v>41289</c:v>
                </c:pt>
                <c:pt idx="3141">
                  <c:v>41290</c:v>
                </c:pt>
                <c:pt idx="3142">
                  <c:v>41291</c:v>
                </c:pt>
                <c:pt idx="3143">
                  <c:v>41292</c:v>
                </c:pt>
                <c:pt idx="3144">
                  <c:v>41295</c:v>
                </c:pt>
                <c:pt idx="3145">
                  <c:v>41296</c:v>
                </c:pt>
                <c:pt idx="3146">
                  <c:v>41297</c:v>
                </c:pt>
                <c:pt idx="3147">
                  <c:v>41298</c:v>
                </c:pt>
                <c:pt idx="3148">
                  <c:v>41299</c:v>
                </c:pt>
                <c:pt idx="3149">
                  <c:v>41302</c:v>
                </c:pt>
                <c:pt idx="3150">
                  <c:v>41303</c:v>
                </c:pt>
                <c:pt idx="3151">
                  <c:v>41304</c:v>
                </c:pt>
                <c:pt idx="3152">
                  <c:v>41305</c:v>
                </c:pt>
                <c:pt idx="3153">
                  <c:v>41306</c:v>
                </c:pt>
                <c:pt idx="3154">
                  <c:v>41309</c:v>
                </c:pt>
                <c:pt idx="3155">
                  <c:v>41310</c:v>
                </c:pt>
                <c:pt idx="3156">
                  <c:v>41311</c:v>
                </c:pt>
                <c:pt idx="3157">
                  <c:v>41312</c:v>
                </c:pt>
                <c:pt idx="3158">
                  <c:v>41313</c:v>
                </c:pt>
                <c:pt idx="3159">
                  <c:v>41316</c:v>
                </c:pt>
                <c:pt idx="3160">
                  <c:v>41317</c:v>
                </c:pt>
                <c:pt idx="3161">
                  <c:v>41318</c:v>
                </c:pt>
                <c:pt idx="3162">
                  <c:v>41319</c:v>
                </c:pt>
                <c:pt idx="3163">
                  <c:v>41320</c:v>
                </c:pt>
                <c:pt idx="3164">
                  <c:v>41323</c:v>
                </c:pt>
                <c:pt idx="3165">
                  <c:v>41324</c:v>
                </c:pt>
                <c:pt idx="3166">
                  <c:v>41325</c:v>
                </c:pt>
                <c:pt idx="3167">
                  <c:v>41326</c:v>
                </c:pt>
                <c:pt idx="3168">
                  <c:v>41327</c:v>
                </c:pt>
                <c:pt idx="3169">
                  <c:v>41330</c:v>
                </c:pt>
                <c:pt idx="3170">
                  <c:v>41331</c:v>
                </c:pt>
                <c:pt idx="3171">
                  <c:v>41332</c:v>
                </c:pt>
                <c:pt idx="3172">
                  <c:v>41333</c:v>
                </c:pt>
                <c:pt idx="3173">
                  <c:v>41334</c:v>
                </c:pt>
                <c:pt idx="3174">
                  <c:v>41337</c:v>
                </c:pt>
                <c:pt idx="3175">
                  <c:v>41338</c:v>
                </c:pt>
                <c:pt idx="3176">
                  <c:v>41339</c:v>
                </c:pt>
                <c:pt idx="3177">
                  <c:v>41340</c:v>
                </c:pt>
                <c:pt idx="3178">
                  <c:v>41341</c:v>
                </c:pt>
                <c:pt idx="3179">
                  <c:v>41344</c:v>
                </c:pt>
                <c:pt idx="3180">
                  <c:v>41345</c:v>
                </c:pt>
                <c:pt idx="3181">
                  <c:v>41346</c:v>
                </c:pt>
                <c:pt idx="3182">
                  <c:v>41347</c:v>
                </c:pt>
                <c:pt idx="3183">
                  <c:v>41348</c:v>
                </c:pt>
                <c:pt idx="3184">
                  <c:v>41351</c:v>
                </c:pt>
                <c:pt idx="3185">
                  <c:v>41352</c:v>
                </c:pt>
                <c:pt idx="3186">
                  <c:v>41353</c:v>
                </c:pt>
                <c:pt idx="3187">
                  <c:v>41354</c:v>
                </c:pt>
                <c:pt idx="3188">
                  <c:v>41355</c:v>
                </c:pt>
                <c:pt idx="3189">
                  <c:v>41358</c:v>
                </c:pt>
                <c:pt idx="3190">
                  <c:v>41359</c:v>
                </c:pt>
                <c:pt idx="3191">
                  <c:v>41360</c:v>
                </c:pt>
                <c:pt idx="3192">
                  <c:v>41361</c:v>
                </c:pt>
                <c:pt idx="3193">
                  <c:v>41362</c:v>
                </c:pt>
                <c:pt idx="3194">
                  <c:v>41365</c:v>
                </c:pt>
                <c:pt idx="3195">
                  <c:v>41366</c:v>
                </c:pt>
                <c:pt idx="3196">
                  <c:v>41367</c:v>
                </c:pt>
                <c:pt idx="3197">
                  <c:v>41368</c:v>
                </c:pt>
                <c:pt idx="3198">
                  <c:v>41369</c:v>
                </c:pt>
                <c:pt idx="3199">
                  <c:v>41372</c:v>
                </c:pt>
                <c:pt idx="3200">
                  <c:v>41373</c:v>
                </c:pt>
                <c:pt idx="3201">
                  <c:v>41374</c:v>
                </c:pt>
                <c:pt idx="3202">
                  <c:v>41375</c:v>
                </c:pt>
                <c:pt idx="3203">
                  <c:v>41376</c:v>
                </c:pt>
                <c:pt idx="3204">
                  <c:v>41379</c:v>
                </c:pt>
                <c:pt idx="3205">
                  <c:v>41380</c:v>
                </c:pt>
                <c:pt idx="3206">
                  <c:v>41381</c:v>
                </c:pt>
                <c:pt idx="3207">
                  <c:v>41382</c:v>
                </c:pt>
                <c:pt idx="3208">
                  <c:v>41383</c:v>
                </c:pt>
                <c:pt idx="3209">
                  <c:v>41386</c:v>
                </c:pt>
                <c:pt idx="3210">
                  <c:v>41387</c:v>
                </c:pt>
                <c:pt idx="3211">
                  <c:v>41388</c:v>
                </c:pt>
                <c:pt idx="3212">
                  <c:v>41389</c:v>
                </c:pt>
                <c:pt idx="3213">
                  <c:v>41390</c:v>
                </c:pt>
                <c:pt idx="3214">
                  <c:v>41393</c:v>
                </c:pt>
                <c:pt idx="3215">
                  <c:v>41394</c:v>
                </c:pt>
                <c:pt idx="3216">
                  <c:v>41395</c:v>
                </c:pt>
                <c:pt idx="3217">
                  <c:v>41396</c:v>
                </c:pt>
                <c:pt idx="3218">
                  <c:v>41397</c:v>
                </c:pt>
                <c:pt idx="3219">
                  <c:v>41400</c:v>
                </c:pt>
                <c:pt idx="3220">
                  <c:v>41401</c:v>
                </c:pt>
                <c:pt idx="3221">
                  <c:v>41402</c:v>
                </c:pt>
                <c:pt idx="3222">
                  <c:v>41403</c:v>
                </c:pt>
                <c:pt idx="3223">
                  <c:v>41404</c:v>
                </c:pt>
                <c:pt idx="3224">
                  <c:v>41407</c:v>
                </c:pt>
                <c:pt idx="3225">
                  <c:v>41408</c:v>
                </c:pt>
                <c:pt idx="3226">
                  <c:v>41409</c:v>
                </c:pt>
                <c:pt idx="3227">
                  <c:v>41410</c:v>
                </c:pt>
                <c:pt idx="3228">
                  <c:v>41411</c:v>
                </c:pt>
                <c:pt idx="3229">
                  <c:v>41414</c:v>
                </c:pt>
                <c:pt idx="3230">
                  <c:v>41415</c:v>
                </c:pt>
                <c:pt idx="3231">
                  <c:v>41416</c:v>
                </c:pt>
                <c:pt idx="3232">
                  <c:v>41417</c:v>
                </c:pt>
                <c:pt idx="3233">
                  <c:v>41418</c:v>
                </c:pt>
                <c:pt idx="3234">
                  <c:v>41421</c:v>
                </c:pt>
                <c:pt idx="3235">
                  <c:v>41422</c:v>
                </c:pt>
                <c:pt idx="3236">
                  <c:v>41423</c:v>
                </c:pt>
                <c:pt idx="3237">
                  <c:v>41424</c:v>
                </c:pt>
                <c:pt idx="3238">
                  <c:v>41425</c:v>
                </c:pt>
                <c:pt idx="3239">
                  <c:v>41428</c:v>
                </c:pt>
                <c:pt idx="3240">
                  <c:v>41429</c:v>
                </c:pt>
                <c:pt idx="3241">
                  <c:v>41430</c:v>
                </c:pt>
                <c:pt idx="3242">
                  <c:v>41431</c:v>
                </c:pt>
                <c:pt idx="3243">
                  <c:v>41432</c:v>
                </c:pt>
                <c:pt idx="3244">
                  <c:v>41435</c:v>
                </c:pt>
                <c:pt idx="3245">
                  <c:v>41436</c:v>
                </c:pt>
                <c:pt idx="3246">
                  <c:v>41437</c:v>
                </c:pt>
                <c:pt idx="3247">
                  <c:v>41438</c:v>
                </c:pt>
                <c:pt idx="3248">
                  <c:v>41439</c:v>
                </c:pt>
                <c:pt idx="3249">
                  <c:v>41442</c:v>
                </c:pt>
                <c:pt idx="3250">
                  <c:v>41443</c:v>
                </c:pt>
                <c:pt idx="3251">
                  <c:v>41444</c:v>
                </c:pt>
                <c:pt idx="3252">
                  <c:v>41445</c:v>
                </c:pt>
                <c:pt idx="3253">
                  <c:v>41446</c:v>
                </c:pt>
                <c:pt idx="3254">
                  <c:v>41449</c:v>
                </c:pt>
                <c:pt idx="3255">
                  <c:v>41450</c:v>
                </c:pt>
                <c:pt idx="3256">
                  <c:v>41451</c:v>
                </c:pt>
                <c:pt idx="3257">
                  <c:v>41452</c:v>
                </c:pt>
                <c:pt idx="3258">
                  <c:v>41453</c:v>
                </c:pt>
                <c:pt idx="3259">
                  <c:v>41456</c:v>
                </c:pt>
                <c:pt idx="3260">
                  <c:v>41457</c:v>
                </c:pt>
                <c:pt idx="3261">
                  <c:v>41458</c:v>
                </c:pt>
                <c:pt idx="3262">
                  <c:v>41459</c:v>
                </c:pt>
                <c:pt idx="3263">
                  <c:v>41460</c:v>
                </c:pt>
                <c:pt idx="3264">
                  <c:v>41463</c:v>
                </c:pt>
                <c:pt idx="3265">
                  <c:v>41464</c:v>
                </c:pt>
                <c:pt idx="3266">
                  <c:v>41465</c:v>
                </c:pt>
                <c:pt idx="3267">
                  <c:v>41466</c:v>
                </c:pt>
                <c:pt idx="3268">
                  <c:v>41467</c:v>
                </c:pt>
                <c:pt idx="3269">
                  <c:v>41470</c:v>
                </c:pt>
                <c:pt idx="3270">
                  <c:v>41471</c:v>
                </c:pt>
                <c:pt idx="3271">
                  <c:v>41472</c:v>
                </c:pt>
                <c:pt idx="3272">
                  <c:v>41473</c:v>
                </c:pt>
                <c:pt idx="3273">
                  <c:v>41474</c:v>
                </c:pt>
                <c:pt idx="3274">
                  <c:v>41477</c:v>
                </c:pt>
                <c:pt idx="3275">
                  <c:v>41478</c:v>
                </c:pt>
                <c:pt idx="3276">
                  <c:v>41479</c:v>
                </c:pt>
                <c:pt idx="3277">
                  <c:v>41480</c:v>
                </c:pt>
                <c:pt idx="3278">
                  <c:v>41481</c:v>
                </c:pt>
                <c:pt idx="3279">
                  <c:v>41484</c:v>
                </c:pt>
                <c:pt idx="3280">
                  <c:v>41485</c:v>
                </c:pt>
                <c:pt idx="3281">
                  <c:v>41486</c:v>
                </c:pt>
                <c:pt idx="3282">
                  <c:v>41487</c:v>
                </c:pt>
                <c:pt idx="3283">
                  <c:v>41488</c:v>
                </c:pt>
                <c:pt idx="3284">
                  <c:v>41491</c:v>
                </c:pt>
                <c:pt idx="3285">
                  <c:v>41492</c:v>
                </c:pt>
                <c:pt idx="3286">
                  <c:v>41493</c:v>
                </c:pt>
                <c:pt idx="3287">
                  <c:v>41494</c:v>
                </c:pt>
                <c:pt idx="3288">
                  <c:v>41495</c:v>
                </c:pt>
                <c:pt idx="3289">
                  <c:v>41498</c:v>
                </c:pt>
                <c:pt idx="3290">
                  <c:v>41499</c:v>
                </c:pt>
                <c:pt idx="3291">
                  <c:v>41500</c:v>
                </c:pt>
                <c:pt idx="3292">
                  <c:v>41501</c:v>
                </c:pt>
                <c:pt idx="3293">
                  <c:v>41502</c:v>
                </c:pt>
                <c:pt idx="3294">
                  <c:v>41505</c:v>
                </c:pt>
                <c:pt idx="3295">
                  <c:v>41506</c:v>
                </c:pt>
                <c:pt idx="3296">
                  <c:v>41507</c:v>
                </c:pt>
                <c:pt idx="3297">
                  <c:v>41508</c:v>
                </c:pt>
                <c:pt idx="3298">
                  <c:v>41509</c:v>
                </c:pt>
                <c:pt idx="3299">
                  <c:v>41512</c:v>
                </c:pt>
                <c:pt idx="3300">
                  <c:v>41513</c:v>
                </c:pt>
                <c:pt idx="3301">
                  <c:v>41514</c:v>
                </c:pt>
                <c:pt idx="3302">
                  <c:v>41515</c:v>
                </c:pt>
                <c:pt idx="3303">
                  <c:v>41516</c:v>
                </c:pt>
                <c:pt idx="3304">
                  <c:v>41519</c:v>
                </c:pt>
                <c:pt idx="3305">
                  <c:v>41520</c:v>
                </c:pt>
                <c:pt idx="3306">
                  <c:v>41521</c:v>
                </c:pt>
                <c:pt idx="3307">
                  <c:v>41522</c:v>
                </c:pt>
                <c:pt idx="3308">
                  <c:v>41523</c:v>
                </c:pt>
                <c:pt idx="3309">
                  <c:v>41526</c:v>
                </c:pt>
                <c:pt idx="3310">
                  <c:v>41527</c:v>
                </c:pt>
                <c:pt idx="3311">
                  <c:v>41528</c:v>
                </c:pt>
                <c:pt idx="3312">
                  <c:v>41529</c:v>
                </c:pt>
                <c:pt idx="3313">
                  <c:v>41530</c:v>
                </c:pt>
                <c:pt idx="3314">
                  <c:v>41533</c:v>
                </c:pt>
                <c:pt idx="3315">
                  <c:v>41534</c:v>
                </c:pt>
                <c:pt idx="3316">
                  <c:v>41535</c:v>
                </c:pt>
                <c:pt idx="3317">
                  <c:v>41536</c:v>
                </c:pt>
                <c:pt idx="3318">
                  <c:v>41537</c:v>
                </c:pt>
                <c:pt idx="3319">
                  <c:v>41540</c:v>
                </c:pt>
                <c:pt idx="3320">
                  <c:v>41541</c:v>
                </c:pt>
                <c:pt idx="3321">
                  <c:v>41542</c:v>
                </c:pt>
                <c:pt idx="3322">
                  <c:v>41543</c:v>
                </c:pt>
                <c:pt idx="3323">
                  <c:v>41544</c:v>
                </c:pt>
                <c:pt idx="3324">
                  <c:v>41547</c:v>
                </c:pt>
                <c:pt idx="3325">
                  <c:v>41548</c:v>
                </c:pt>
                <c:pt idx="3326">
                  <c:v>41549</c:v>
                </c:pt>
                <c:pt idx="3327">
                  <c:v>41550</c:v>
                </c:pt>
                <c:pt idx="3328">
                  <c:v>41551</c:v>
                </c:pt>
                <c:pt idx="3329">
                  <c:v>41554</c:v>
                </c:pt>
                <c:pt idx="3330">
                  <c:v>41555</c:v>
                </c:pt>
                <c:pt idx="3331">
                  <c:v>41556</c:v>
                </c:pt>
                <c:pt idx="3332">
                  <c:v>41557</c:v>
                </c:pt>
                <c:pt idx="3333">
                  <c:v>41558</c:v>
                </c:pt>
                <c:pt idx="3334">
                  <c:v>41561</c:v>
                </c:pt>
                <c:pt idx="3335">
                  <c:v>41562</c:v>
                </c:pt>
                <c:pt idx="3336">
                  <c:v>41563</c:v>
                </c:pt>
                <c:pt idx="3337">
                  <c:v>41564</c:v>
                </c:pt>
                <c:pt idx="3338">
                  <c:v>41565</c:v>
                </c:pt>
                <c:pt idx="3339">
                  <c:v>41568</c:v>
                </c:pt>
                <c:pt idx="3340">
                  <c:v>41569</c:v>
                </c:pt>
                <c:pt idx="3341">
                  <c:v>41570</c:v>
                </c:pt>
                <c:pt idx="3342">
                  <c:v>41571</c:v>
                </c:pt>
                <c:pt idx="3343">
                  <c:v>41572</c:v>
                </c:pt>
                <c:pt idx="3344">
                  <c:v>41575</c:v>
                </c:pt>
                <c:pt idx="3345">
                  <c:v>41576</c:v>
                </c:pt>
                <c:pt idx="3346">
                  <c:v>41577</c:v>
                </c:pt>
                <c:pt idx="3347">
                  <c:v>41578</c:v>
                </c:pt>
                <c:pt idx="3348">
                  <c:v>41579</c:v>
                </c:pt>
                <c:pt idx="3349">
                  <c:v>41582</c:v>
                </c:pt>
                <c:pt idx="3350">
                  <c:v>41583</c:v>
                </c:pt>
                <c:pt idx="3351">
                  <c:v>41584</c:v>
                </c:pt>
                <c:pt idx="3352">
                  <c:v>41585</c:v>
                </c:pt>
                <c:pt idx="3353">
                  <c:v>41586</c:v>
                </c:pt>
                <c:pt idx="3354">
                  <c:v>41589</c:v>
                </c:pt>
                <c:pt idx="3355">
                  <c:v>41590</c:v>
                </c:pt>
                <c:pt idx="3356">
                  <c:v>41591</c:v>
                </c:pt>
                <c:pt idx="3357">
                  <c:v>41592</c:v>
                </c:pt>
                <c:pt idx="3358">
                  <c:v>41593</c:v>
                </c:pt>
                <c:pt idx="3359">
                  <c:v>41596</c:v>
                </c:pt>
                <c:pt idx="3360">
                  <c:v>41597</c:v>
                </c:pt>
                <c:pt idx="3361">
                  <c:v>41598</c:v>
                </c:pt>
                <c:pt idx="3362">
                  <c:v>41599</c:v>
                </c:pt>
                <c:pt idx="3363">
                  <c:v>41600</c:v>
                </c:pt>
                <c:pt idx="3364">
                  <c:v>41603</c:v>
                </c:pt>
                <c:pt idx="3365">
                  <c:v>41604</c:v>
                </c:pt>
                <c:pt idx="3366">
                  <c:v>41605</c:v>
                </c:pt>
                <c:pt idx="3367">
                  <c:v>41606</c:v>
                </c:pt>
                <c:pt idx="3368">
                  <c:v>41607</c:v>
                </c:pt>
                <c:pt idx="3369">
                  <c:v>41610</c:v>
                </c:pt>
                <c:pt idx="3370">
                  <c:v>41611</c:v>
                </c:pt>
                <c:pt idx="3371">
                  <c:v>41612</c:v>
                </c:pt>
                <c:pt idx="3372">
                  <c:v>41613</c:v>
                </c:pt>
                <c:pt idx="3373">
                  <c:v>41614</c:v>
                </c:pt>
                <c:pt idx="3374">
                  <c:v>41617</c:v>
                </c:pt>
                <c:pt idx="3375">
                  <c:v>41618</c:v>
                </c:pt>
                <c:pt idx="3376">
                  <c:v>41619</c:v>
                </c:pt>
                <c:pt idx="3377">
                  <c:v>41620</c:v>
                </c:pt>
                <c:pt idx="3378">
                  <c:v>41621</c:v>
                </c:pt>
                <c:pt idx="3379">
                  <c:v>41624</c:v>
                </c:pt>
                <c:pt idx="3380">
                  <c:v>41625</c:v>
                </c:pt>
                <c:pt idx="3381">
                  <c:v>41626</c:v>
                </c:pt>
                <c:pt idx="3382">
                  <c:v>41627</c:v>
                </c:pt>
                <c:pt idx="3383">
                  <c:v>41628</c:v>
                </c:pt>
                <c:pt idx="3384">
                  <c:v>41631</c:v>
                </c:pt>
                <c:pt idx="3385">
                  <c:v>41632</c:v>
                </c:pt>
                <c:pt idx="3386">
                  <c:v>41633</c:v>
                </c:pt>
                <c:pt idx="3387">
                  <c:v>41634</c:v>
                </c:pt>
                <c:pt idx="3388">
                  <c:v>41635</c:v>
                </c:pt>
                <c:pt idx="3389">
                  <c:v>41638</c:v>
                </c:pt>
                <c:pt idx="3390">
                  <c:v>41639</c:v>
                </c:pt>
                <c:pt idx="3391">
                  <c:v>41640</c:v>
                </c:pt>
                <c:pt idx="3392">
                  <c:v>41641</c:v>
                </c:pt>
                <c:pt idx="3393">
                  <c:v>41642</c:v>
                </c:pt>
                <c:pt idx="3394">
                  <c:v>41645</c:v>
                </c:pt>
                <c:pt idx="3395">
                  <c:v>41646</c:v>
                </c:pt>
                <c:pt idx="3396">
                  <c:v>41647</c:v>
                </c:pt>
                <c:pt idx="3397">
                  <c:v>41648</c:v>
                </c:pt>
                <c:pt idx="3398">
                  <c:v>41649</c:v>
                </c:pt>
                <c:pt idx="3399">
                  <c:v>41652</c:v>
                </c:pt>
                <c:pt idx="3400">
                  <c:v>41653</c:v>
                </c:pt>
                <c:pt idx="3401">
                  <c:v>41654</c:v>
                </c:pt>
                <c:pt idx="3402">
                  <c:v>41655</c:v>
                </c:pt>
                <c:pt idx="3403">
                  <c:v>41656</c:v>
                </c:pt>
                <c:pt idx="3404">
                  <c:v>41659</c:v>
                </c:pt>
                <c:pt idx="3405">
                  <c:v>41660</c:v>
                </c:pt>
                <c:pt idx="3406">
                  <c:v>41661</c:v>
                </c:pt>
                <c:pt idx="3407">
                  <c:v>41662</c:v>
                </c:pt>
                <c:pt idx="3408">
                  <c:v>41663</c:v>
                </c:pt>
                <c:pt idx="3409">
                  <c:v>41666</c:v>
                </c:pt>
                <c:pt idx="3410">
                  <c:v>41667</c:v>
                </c:pt>
                <c:pt idx="3411">
                  <c:v>41668</c:v>
                </c:pt>
                <c:pt idx="3412">
                  <c:v>41669</c:v>
                </c:pt>
                <c:pt idx="3413">
                  <c:v>41670</c:v>
                </c:pt>
                <c:pt idx="3414">
                  <c:v>41673</c:v>
                </c:pt>
                <c:pt idx="3415">
                  <c:v>41674</c:v>
                </c:pt>
                <c:pt idx="3416">
                  <c:v>41675</c:v>
                </c:pt>
                <c:pt idx="3417">
                  <c:v>41676</c:v>
                </c:pt>
                <c:pt idx="3418">
                  <c:v>41677</c:v>
                </c:pt>
                <c:pt idx="3419">
                  <c:v>41680</c:v>
                </c:pt>
                <c:pt idx="3420">
                  <c:v>41681</c:v>
                </c:pt>
                <c:pt idx="3421">
                  <c:v>41682</c:v>
                </c:pt>
                <c:pt idx="3422">
                  <c:v>41683</c:v>
                </c:pt>
                <c:pt idx="3423">
                  <c:v>41684</c:v>
                </c:pt>
                <c:pt idx="3424">
                  <c:v>41687</c:v>
                </c:pt>
                <c:pt idx="3425">
                  <c:v>41688</c:v>
                </c:pt>
                <c:pt idx="3426">
                  <c:v>41689</c:v>
                </c:pt>
                <c:pt idx="3427">
                  <c:v>41690</c:v>
                </c:pt>
                <c:pt idx="3428">
                  <c:v>41691</c:v>
                </c:pt>
                <c:pt idx="3429">
                  <c:v>41694</c:v>
                </c:pt>
                <c:pt idx="3430">
                  <c:v>41695</c:v>
                </c:pt>
                <c:pt idx="3431">
                  <c:v>41696</c:v>
                </c:pt>
                <c:pt idx="3432">
                  <c:v>41697</c:v>
                </c:pt>
                <c:pt idx="3433">
                  <c:v>41698</c:v>
                </c:pt>
                <c:pt idx="3434">
                  <c:v>41701</c:v>
                </c:pt>
                <c:pt idx="3435">
                  <c:v>41702</c:v>
                </c:pt>
                <c:pt idx="3436">
                  <c:v>41703</c:v>
                </c:pt>
                <c:pt idx="3437">
                  <c:v>41704</c:v>
                </c:pt>
                <c:pt idx="3438">
                  <c:v>41705</c:v>
                </c:pt>
                <c:pt idx="3439">
                  <c:v>41708</c:v>
                </c:pt>
                <c:pt idx="3440">
                  <c:v>41709</c:v>
                </c:pt>
                <c:pt idx="3441">
                  <c:v>41710</c:v>
                </c:pt>
                <c:pt idx="3442">
                  <c:v>41711</c:v>
                </c:pt>
                <c:pt idx="3443">
                  <c:v>41712</c:v>
                </c:pt>
                <c:pt idx="3444">
                  <c:v>41715</c:v>
                </c:pt>
                <c:pt idx="3445">
                  <c:v>41716</c:v>
                </c:pt>
                <c:pt idx="3446">
                  <c:v>41717</c:v>
                </c:pt>
                <c:pt idx="3447">
                  <c:v>41718</c:v>
                </c:pt>
                <c:pt idx="3448">
                  <c:v>41719</c:v>
                </c:pt>
                <c:pt idx="3449">
                  <c:v>41722</c:v>
                </c:pt>
                <c:pt idx="3450">
                  <c:v>41723</c:v>
                </c:pt>
                <c:pt idx="3451">
                  <c:v>41724</c:v>
                </c:pt>
                <c:pt idx="3452">
                  <c:v>41725</c:v>
                </c:pt>
                <c:pt idx="3453">
                  <c:v>41726</c:v>
                </c:pt>
                <c:pt idx="3454">
                  <c:v>41729</c:v>
                </c:pt>
                <c:pt idx="3455">
                  <c:v>41730</c:v>
                </c:pt>
                <c:pt idx="3456">
                  <c:v>41731</c:v>
                </c:pt>
                <c:pt idx="3457">
                  <c:v>41732</c:v>
                </c:pt>
                <c:pt idx="3458">
                  <c:v>41733</c:v>
                </c:pt>
                <c:pt idx="3459">
                  <c:v>41736</c:v>
                </c:pt>
                <c:pt idx="3460">
                  <c:v>41737</c:v>
                </c:pt>
                <c:pt idx="3461">
                  <c:v>41738</c:v>
                </c:pt>
                <c:pt idx="3462">
                  <c:v>41739</c:v>
                </c:pt>
                <c:pt idx="3463">
                  <c:v>41740</c:v>
                </c:pt>
                <c:pt idx="3464">
                  <c:v>41743</c:v>
                </c:pt>
                <c:pt idx="3465">
                  <c:v>41744</c:v>
                </c:pt>
                <c:pt idx="3466">
                  <c:v>41745</c:v>
                </c:pt>
                <c:pt idx="3467">
                  <c:v>41746</c:v>
                </c:pt>
                <c:pt idx="3468">
                  <c:v>41747</c:v>
                </c:pt>
                <c:pt idx="3469">
                  <c:v>41750</c:v>
                </c:pt>
                <c:pt idx="3470">
                  <c:v>41751</c:v>
                </c:pt>
                <c:pt idx="3471">
                  <c:v>41752</c:v>
                </c:pt>
                <c:pt idx="3472">
                  <c:v>41753</c:v>
                </c:pt>
                <c:pt idx="3473">
                  <c:v>41754</c:v>
                </c:pt>
                <c:pt idx="3474">
                  <c:v>41757</c:v>
                </c:pt>
                <c:pt idx="3475">
                  <c:v>41758</c:v>
                </c:pt>
                <c:pt idx="3476">
                  <c:v>41759</c:v>
                </c:pt>
                <c:pt idx="3477">
                  <c:v>41760</c:v>
                </c:pt>
                <c:pt idx="3478">
                  <c:v>41761</c:v>
                </c:pt>
                <c:pt idx="3479">
                  <c:v>41764</c:v>
                </c:pt>
                <c:pt idx="3480">
                  <c:v>41765</c:v>
                </c:pt>
                <c:pt idx="3481">
                  <c:v>41766</c:v>
                </c:pt>
                <c:pt idx="3482">
                  <c:v>41767</c:v>
                </c:pt>
                <c:pt idx="3483">
                  <c:v>41768</c:v>
                </c:pt>
                <c:pt idx="3484">
                  <c:v>41771</c:v>
                </c:pt>
                <c:pt idx="3485">
                  <c:v>41772</c:v>
                </c:pt>
                <c:pt idx="3486">
                  <c:v>41773</c:v>
                </c:pt>
                <c:pt idx="3487">
                  <c:v>41774</c:v>
                </c:pt>
                <c:pt idx="3488">
                  <c:v>41775</c:v>
                </c:pt>
                <c:pt idx="3489">
                  <c:v>41778</c:v>
                </c:pt>
                <c:pt idx="3490">
                  <c:v>41779</c:v>
                </c:pt>
                <c:pt idx="3491">
                  <c:v>41780</c:v>
                </c:pt>
                <c:pt idx="3492">
                  <c:v>41781</c:v>
                </c:pt>
                <c:pt idx="3493">
                  <c:v>41782</c:v>
                </c:pt>
                <c:pt idx="3494">
                  <c:v>41785</c:v>
                </c:pt>
                <c:pt idx="3495">
                  <c:v>41786</c:v>
                </c:pt>
                <c:pt idx="3496">
                  <c:v>41787</c:v>
                </c:pt>
                <c:pt idx="3497">
                  <c:v>41788</c:v>
                </c:pt>
                <c:pt idx="3498">
                  <c:v>41789</c:v>
                </c:pt>
                <c:pt idx="3499">
                  <c:v>41792</c:v>
                </c:pt>
                <c:pt idx="3500">
                  <c:v>41793</c:v>
                </c:pt>
                <c:pt idx="3501">
                  <c:v>41794</c:v>
                </c:pt>
                <c:pt idx="3502">
                  <c:v>41795</c:v>
                </c:pt>
                <c:pt idx="3503">
                  <c:v>41796</c:v>
                </c:pt>
                <c:pt idx="3504">
                  <c:v>41799</c:v>
                </c:pt>
                <c:pt idx="3505">
                  <c:v>41800</c:v>
                </c:pt>
                <c:pt idx="3506">
                  <c:v>41801</c:v>
                </c:pt>
                <c:pt idx="3507">
                  <c:v>41802</c:v>
                </c:pt>
                <c:pt idx="3508">
                  <c:v>41803</c:v>
                </c:pt>
                <c:pt idx="3509">
                  <c:v>41806</c:v>
                </c:pt>
                <c:pt idx="3510">
                  <c:v>41807</c:v>
                </c:pt>
                <c:pt idx="3511">
                  <c:v>41808</c:v>
                </c:pt>
                <c:pt idx="3512">
                  <c:v>41809</c:v>
                </c:pt>
                <c:pt idx="3513">
                  <c:v>41810</c:v>
                </c:pt>
                <c:pt idx="3514">
                  <c:v>41813</c:v>
                </c:pt>
                <c:pt idx="3515">
                  <c:v>41814</c:v>
                </c:pt>
                <c:pt idx="3516">
                  <c:v>41815</c:v>
                </c:pt>
                <c:pt idx="3517">
                  <c:v>41816</c:v>
                </c:pt>
                <c:pt idx="3518">
                  <c:v>41817</c:v>
                </c:pt>
                <c:pt idx="3519">
                  <c:v>41820</c:v>
                </c:pt>
                <c:pt idx="3520">
                  <c:v>41821</c:v>
                </c:pt>
                <c:pt idx="3521">
                  <c:v>41822</c:v>
                </c:pt>
                <c:pt idx="3522">
                  <c:v>41823</c:v>
                </c:pt>
                <c:pt idx="3523">
                  <c:v>41824</c:v>
                </c:pt>
                <c:pt idx="3524">
                  <c:v>41827</c:v>
                </c:pt>
                <c:pt idx="3525">
                  <c:v>41828</c:v>
                </c:pt>
                <c:pt idx="3526">
                  <c:v>41829</c:v>
                </c:pt>
                <c:pt idx="3527">
                  <c:v>41830</c:v>
                </c:pt>
                <c:pt idx="3528">
                  <c:v>41831</c:v>
                </c:pt>
                <c:pt idx="3529">
                  <c:v>41834</c:v>
                </c:pt>
                <c:pt idx="3530">
                  <c:v>41835</c:v>
                </c:pt>
                <c:pt idx="3531">
                  <c:v>41836</c:v>
                </c:pt>
                <c:pt idx="3532">
                  <c:v>41837</c:v>
                </c:pt>
                <c:pt idx="3533">
                  <c:v>41838</c:v>
                </c:pt>
                <c:pt idx="3534">
                  <c:v>41841</c:v>
                </c:pt>
                <c:pt idx="3535">
                  <c:v>41842</c:v>
                </c:pt>
                <c:pt idx="3536">
                  <c:v>41843</c:v>
                </c:pt>
                <c:pt idx="3537">
                  <c:v>41844</c:v>
                </c:pt>
                <c:pt idx="3538">
                  <c:v>41845</c:v>
                </c:pt>
                <c:pt idx="3539">
                  <c:v>41848</c:v>
                </c:pt>
                <c:pt idx="3540">
                  <c:v>41849</c:v>
                </c:pt>
                <c:pt idx="3541">
                  <c:v>41850</c:v>
                </c:pt>
                <c:pt idx="3542">
                  <c:v>41851</c:v>
                </c:pt>
                <c:pt idx="3543">
                  <c:v>41852</c:v>
                </c:pt>
                <c:pt idx="3544">
                  <c:v>41855</c:v>
                </c:pt>
                <c:pt idx="3545">
                  <c:v>41856</c:v>
                </c:pt>
                <c:pt idx="3546">
                  <c:v>41857</c:v>
                </c:pt>
                <c:pt idx="3547">
                  <c:v>41858</c:v>
                </c:pt>
                <c:pt idx="3548">
                  <c:v>41859</c:v>
                </c:pt>
                <c:pt idx="3549">
                  <c:v>41862</c:v>
                </c:pt>
                <c:pt idx="3550">
                  <c:v>41863</c:v>
                </c:pt>
                <c:pt idx="3551">
                  <c:v>41864</c:v>
                </c:pt>
                <c:pt idx="3552">
                  <c:v>41865</c:v>
                </c:pt>
                <c:pt idx="3553">
                  <c:v>41866</c:v>
                </c:pt>
                <c:pt idx="3554">
                  <c:v>41869</c:v>
                </c:pt>
                <c:pt idx="3555">
                  <c:v>41870</c:v>
                </c:pt>
                <c:pt idx="3556">
                  <c:v>41871</c:v>
                </c:pt>
                <c:pt idx="3557">
                  <c:v>41872</c:v>
                </c:pt>
                <c:pt idx="3558">
                  <c:v>41873</c:v>
                </c:pt>
                <c:pt idx="3559">
                  <c:v>41876</c:v>
                </c:pt>
                <c:pt idx="3560">
                  <c:v>41877</c:v>
                </c:pt>
                <c:pt idx="3561">
                  <c:v>41878</c:v>
                </c:pt>
                <c:pt idx="3562">
                  <c:v>41879</c:v>
                </c:pt>
                <c:pt idx="3563">
                  <c:v>41880</c:v>
                </c:pt>
                <c:pt idx="3564">
                  <c:v>41883</c:v>
                </c:pt>
                <c:pt idx="3565">
                  <c:v>41884</c:v>
                </c:pt>
                <c:pt idx="3566">
                  <c:v>41885</c:v>
                </c:pt>
                <c:pt idx="3567">
                  <c:v>41886</c:v>
                </c:pt>
                <c:pt idx="3568">
                  <c:v>41887</c:v>
                </c:pt>
                <c:pt idx="3569">
                  <c:v>41890</c:v>
                </c:pt>
                <c:pt idx="3570">
                  <c:v>41891</c:v>
                </c:pt>
                <c:pt idx="3571">
                  <c:v>41892</c:v>
                </c:pt>
                <c:pt idx="3572">
                  <c:v>41893</c:v>
                </c:pt>
                <c:pt idx="3573">
                  <c:v>41894</c:v>
                </c:pt>
                <c:pt idx="3574">
                  <c:v>41897</c:v>
                </c:pt>
                <c:pt idx="3575">
                  <c:v>41898</c:v>
                </c:pt>
                <c:pt idx="3576">
                  <c:v>41899</c:v>
                </c:pt>
                <c:pt idx="3577">
                  <c:v>41900</c:v>
                </c:pt>
                <c:pt idx="3578">
                  <c:v>41901</c:v>
                </c:pt>
                <c:pt idx="3579">
                  <c:v>41904</c:v>
                </c:pt>
                <c:pt idx="3580">
                  <c:v>41905</c:v>
                </c:pt>
                <c:pt idx="3581">
                  <c:v>41906</c:v>
                </c:pt>
                <c:pt idx="3582">
                  <c:v>41907</c:v>
                </c:pt>
                <c:pt idx="3583">
                  <c:v>41908</c:v>
                </c:pt>
                <c:pt idx="3584">
                  <c:v>41911</c:v>
                </c:pt>
                <c:pt idx="3585">
                  <c:v>41912</c:v>
                </c:pt>
                <c:pt idx="3586">
                  <c:v>41913</c:v>
                </c:pt>
                <c:pt idx="3587">
                  <c:v>41914</c:v>
                </c:pt>
                <c:pt idx="3588">
                  <c:v>41915</c:v>
                </c:pt>
                <c:pt idx="3589">
                  <c:v>41918</c:v>
                </c:pt>
                <c:pt idx="3590">
                  <c:v>41919</c:v>
                </c:pt>
                <c:pt idx="3591">
                  <c:v>41920</c:v>
                </c:pt>
                <c:pt idx="3592">
                  <c:v>41921</c:v>
                </c:pt>
                <c:pt idx="3593">
                  <c:v>41922</c:v>
                </c:pt>
                <c:pt idx="3594">
                  <c:v>41925</c:v>
                </c:pt>
                <c:pt idx="3595">
                  <c:v>41926</c:v>
                </c:pt>
                <c:pt idx="3596">
                  <c:v>41927</c:v>
                </c:pt>
                <c:pt idx="3597">
                  <c:v>41928</c:v>
                </c:pt>
                <c:pt idx="3598">
                  <c:v>41929</c:v>
                </c:pt>
                <c:pt idx="3599">
                  <c:v>41932</c:v>
                </c:pt>
                <c:pt idx="3600">
                  <c:v>41933</c:v>
                </c:pt>
                <c:pt idx="3601">
                  <c:v>41934</c:v>
                </c:pt>
                <c:pt idx="3602">
                  <c:v>41935</c:v>
                </c:pt>
                <c:pt idx="3603">
                  <c:v>41936</c:v>
                </c:pt>
                <c:pt idx="3604">
                  <c:v>41939</c:v>
                </c:pt>
                <c:pt idx="3605">
                  <c:v>41940</c:v>
                </c:pt>
                <c:pt idx="3606">
                  <c:v>41941</c:v>
                </c:pt>
                <c:pt idx="3607">
                  <c:v>41942</c:v>
                </c:pt>
                <c:pt idx="3608">
                  <c:v>41943</c:v>
                </c:pt>
                <c:pt idx="3609">
                  <c:v>41946</c:v>
                </c:pt>
                <c:pt idx="3610">
                  <c:v>41947</c:v>
                </c:pt>
                <c:pt idx="3611">
                  <c:v>41948</c:v>
                </c:pt>
                <c:pt idx="3612">
                  <c:v>41949</c:v>
                </c:pt>
                <c:pt idx="3613">
                  <c:v>41950</c:v>
                </c:pt>
                <c:pt idx="3614">
                  <c:v>41953</c:v>
                </c:pt>
                <c:pt idx="3615">
                  <c:v>41954</c:v>
                </c:pt>
                <c:pt idx="3616">
                  <c:v>41955</c:v>
                </c:pt>
                <c:pt idx="3617">
                  <c:v>41956</c:v>
                </c:pt>
                <c:pt idx="3618">
                  <c:v>41957</c:v>
                </c:pt>
                <c:pt idx="3619">
                  <c:v>41960</c:v>
                </c:pt>
                <c:pt idx="3620">
                  <c:v>41961</c:v>
                </c:pt>
                <c:pt idx="3621">
                  <c:v>41962</c:v>
                </c:pt>
                <c:pt idx="3622">
                  <c:v>41963</c:v>
                </c:pt>
                <c:pt idx="3623">
                  <c:v>41964</c:v>
                </c:pt>
                <c:pt idx="3624">
                  <c:v>41967</c:v>
                </c:pt>
                <c:pt idx="3625">
                  <c:v>41968</c:v>
                </c:pt>
                <c:pt idx="3626">
                  <c:v>41969</c:v>
                </c:pt>
                <c:pt idx="3627">
                  <c:v>41970</c:v>
                </c:pt>
                <c:pt idx="3628">
                  <c:v>41971</c:v>
                </c:pt>
                <c:pt idx="3629">
                  <c:v>41974</c:v>
                </c:pt>
                <c:pt idx="3630">
                  <c:v>41975</c:v>
                </c:pt>
                <c:pt idx="3631">
                  <c:v>41976</c:v>
                </c:pt>
                <c:pt idx="3632">
                  <c:v>41977</c:v>
                </c:pt>
                <c:pt idx="3633">
                  <c:v>41978</c:v>
                </c:pt>
                <c:pt idx="3634">
                  <c:v>41981</c:v>
                </c:pt>
                <c:pt idx="3635">
                  <c:v>41982</c:v>
                </c:pt>
                <c:pt idx="3636">
                  <c:v>41983</c:v>
                </c:pt>
                <c:pt idx="3637">
                  <c:v>41984</c:v>
                </c:pt>
                <c:pt idx="3638">
                  <c:v>41985</c:v>
                </c:pt>
                <c:pt idx="3639">
                  <c:v>41988</c:v>
                </c:pt>
                <c:pt idx="3640">
                  <c:v>41989</c:v>
                </c:pt>
                <c:pt idx="3641">
                  <c:v>41990</c:v>
                </c:pt>
                <c:pt idx="3642">
                  <c:v>41991</c:v>
                </c:pt>
                <c:pt idx="3643">
                  <c:v>41992</c:v>
                </c:pt>
                <c:pt idx="3644">
                  <c:v>41995</c:v>
                </c:pt>
                <c:pt idx="3645">
                  <c:v>41996</c:v>
                </c:pt>
                <c:pt idx="3646">
                  <c:v>41997</c:v>
                </c:pt>
                <c:pt idx="3647">
                  <c:v>41998</c:v>
                </c:pt>
                <c:pt idx="3648">
                  <c:v>41999</c:v>
                </c:pt>
                <c:pt idx="3649">
                  <c:v>42002</c:v>
                </c:pt>
                <c:pt idx="3650">
                  <c:v>42003</c:v>
                </c:pt>
                <c:pt idx="3651">
                  <c:v>42004</c:v>
                </c:pt>
                <c:pt idx="3652">
                  <c:v>42005</c:v>
                </c:pt>
                <c:pt idx="3653">
                  <c:v>42006</c:v>
                </c:pt>
                <c:pt idx="3654">
                  <c:v>42009</c:v>
                </c:pt>
                <c:pt idx="3655">
                  <c:v>42010</c:v>
                </c:pt>
                <c:pt idx="3656">
                  <c:v>42011</c:v>
                </c:pt>
                <c:pt idx="3657">
                  <c:v>42012</c:v>
                </c:pt>
                <c:pt idx="3658">
                  <c:v>42013</c:v>
                </c:pt>
                <c:pt idx="3659">
                  <c:v>42016</c:v>
                </c:pt>
                <c:pt idx="3660">
                  <c:v>42017</c:v>
                </c:pt>
                <c:pt idx="3661">
                  <c:v>42018</c:v>
                </c:pt>
                <c:pt idx="3662">
                  <c:v>42019</c:v>
                </c:pt>
                <c:pt idx="3663">
                  <c:v>42020</c:v>
                </c:pt>
                <c:pt idx="3664">
                  <c:v>42023</c:v>
                </c:pt>
                <c:pt idx="3665">
                  <c:v>42024</c:v>
                </c:pt>
                <c:pt idx="3666">
                  <c:v>42025</c:v>
                </c:pt>
                <c:pt idx="3667">
                  <c:v>42026</c:v>
                </c:pt>
                <c:pt idx="3668">
                  <c:v>42027</c:v>
                </c:pt>
                <c:pt idx="3669">
                  <c:v>42030</c:v>
                </c:pt>
                <c:pt idx="3670">
                  <c:v>42031</c:v>
                </c:pt>
                <c:pt idx="3671">
                  <c:v>42032</c:v>
                </c:pt>
                <c:pt idx="3672">
                  <c:v>42033</c:v>
                </c:pt>
                <c:pt idx="3673">
                  <c:v>42034</c:v>
                </c:pt>
                <c:pt idx="3674">
                  <c:v>42037</c:v>
                </c:pt>
                <c:pt idx="3675">
                  <c:v>42038</c:v>
                </c:pt>
                <c:pt idx="3676">
                  <c:v>42039</c:v>
                </c:pt>
                <c:pt idx="3677">
                  <c:v>42040</c:v>
                </c:pt>
                <c:pt idx="3678">
                  <c:v>42041</c:v>
                </c:pt>
                <c:pt idx="3679">
                  <c:v>42044</c:v>
                </c:pt>
                <c:pt idx="3680">
                  <c:v>42045</c:v>
                </c:pt>
                <c:pt idx="3681">
                  <c:v>42046</c:v>
                </c:pt>
                <c:pt idx="3682">
                  <c:v>42047</c:v>
                </c:pt>
                <c:pt idx="3683">
                  <c:v>42048</c:v>
                </c:pt>
                <c:pt idx="3684">
                  <c:v>42051</c:v>
                </c:pt>
                <c:pt idx="3685">
                  <c:v>42052</c:v>
                </c:pt>
                <c:pt idx="3686">
                  <c:v>42053</c:v>
                </c:pt>
                <c:pt idx="3687">
                  <c:v>42054</c:v>
                </c:pt>
                <c:pt idx="3688">
                  <c:v>42055</c:v>
                </c:pt>
                <c:pt idx="3689">
                  <c:v>42058</c:v>
                </c:pt>
                <c:pt idx="3690">
                  <c:v>42059</c:v>
                </c:pt>
                <c:pt idx="3691">
                  <c:v>42060</c:v>
                </c:pt>
                <c:pt idx="3692">
                  <c:v>42061</c:v>
                </c:pt>
                <c:pt idx="3693">
                  <c:v>42062</c:v>
                </c:pt>
                <c:pt idx="3694">
                  <c:v>42065</c:v>
                </c:pt>
                <c:pt idx="3695">
                  <c:v>42066</c:v>
                </c:pt>
                <c:pt idx="3696">
                  <c:v>42067</c:v>
                </c:pt>
                <c:pt idx="3697">
                  <c:v>42068</c:v>
                </c:pt>
                <c:pt idx="3698">
                  <c:v>42069</c:v>
                </c:pt>
                <c:pt idx="3699">
                  <c:v>42072</c:v>
                </c:pt>
                <c:pt idx="3700">
                  <c:v>42073</c:v>
                </c:pt>
                <c:pt idx="3701">
                  <c:v>42074</c:v>
                </c:pt>
                <c:pt idx="3702">
                  <c:v>42075</c:v>
                </c:pt>
                <c:pt idx="3703">
                  <c:v>42076</c:v>
                </c:pt>
                <c:pt idx="3704">
                  <c:v>42079</c:v>
                </c:pt>
                <c:pt idx="3705">
                  <c:v>42080</c:v>
                </c:pt>
                <c:pt idx="3706">
                  <c:v>42081</c:v>
                </c:pt>
                <c:pt idx="3707">
                  <c:v>42082</c:v>
                </c:pt>
                <c:pt idx="3708">
                  <c:v>42083</c:v>
                </c:pt>
                <c:pt idx="3709">
                  <c:v>42086</c:v>
                </c:pt>
                <c:pt idx="3710">
                  <c:v>42087</c:v>
                </c:pt>
                <c:pt idx="3711">
                  <c:v>42088</c:v>
                </c:pt>
                <c:pt idx="3712">
                  <c:v>42089</c:v>
                </c:pt>
                <c:pt idx="3713">
                  <c:v>42090</c:v>
                </c:pt>
                <c:pt idx="3714">
                  <c:v>42093</c:v>
                </c:pt>
                <c:pt idx="3715">
                  <c:v>42094</c:v>
                </c:pt>
                <c:pt idx="3716">
                  <c:v>42095</c:v>
                </c:pt>
                <c:pt idx="3717">
                  <c:v>42096</c:v>
                </c:pt>
                <c:pt idx="3718">
                  <c:v>42097</c:v>
                </c:pt>
                <c:pt idx="3719">
                  <c:v>42100</c:v>
                </c:pt>
                <c:pt idx="3720">
                  <c:v>42101</c:v>
                </c:pt>
                <c:pt idx="3721">
                  <c:v>42102</c:v>
                </c:pt>
                <c:pt idx="3722">
                  <c:v>42103</c:v>
                </c:pt>
                <c:pt idx="3723">
                  <c:v>42104</c:v>
                </c:pt>
                <c:pt idx="3724">
                  <c:v>42107</c:v>
                </c:pt>
                <c:pt idx="3725">
                  <c:v>42108</c:v>
                </c:pt>
                <c:pt idx="3726">
                  <c:v>42109</c:v>
                </c:pt>
                <c:pt idx="3727">
                  <c:v>42110</c:v>
                </c:pt>
                <c:pt idx="3728">
                  <c:v>42111</c:v>
                </c:pt>
                <c:pt idx="3729">
                  <c:v>42114</c:v>
                </c:pt>
                <c:pt idx="3730">
                  <c:v>42115</c:v>
                </c:pt>
                <c:pt idx="3731">
                  <c:v>42116</c:v>
                </c:pt>
                <c:pt idx="3732">
                  <c:v>42117</c:v>
                </c:pt>
                <c:pt idx="3733">
                  <c:v>42118</c:v>
                </c:pt>
                <c:pt idx="3734">
                  <c:v>42121</c:v>
                </c:pt>
                <c:pt idx="3735">
                  <c:v>42122</c:v>
                </c:pt>
                <c:pt idx="3736">
                  <c:v>42123</c:v>
                </c:pt>
                <c:pt idx="3737">
                  <c:v>42124</c:v>
                </c:pt>
                <c:pt idx="3738">
                  <c:v>42125</c:v>
                </c:pt>
                <c:pt idx="3739">
                  <c:v>42128</c:v>
                </c:pt>
                <c:pt idx="3740">
                  <c:v>42129</c:v>
                </c:pt>
                <c:pt idx="3741">
                  <c:v>42130</c:v>
                </c:pt>
                <c:pt idx="3742">
                  <c:v>42131</c:v>
                </c:pt>
                <c:pt idx="3743">
                  <c:v>42132</c:v>
                </c:pt>
                <c:pt idx="3744">
                  <c:v>42135</c:v>
                </c:pt>
                <c:pt idx="3745">
                  <c:v>42136</c:v>
                </c:pt>
                <c:pt idx="3746">
                  <c:v>42137</c:v>
                </c:pt>
                <c:pt idx="3747">
                  <c:v>42138</c:v>
                </c:pt>
                <c:pt idx="3748">
                  <c:v>42139</c:v>
                </c:pt>
                <c:pt idx="3749">
                  <c:v>42142</c:v>
                </c:pt>
                <c:pt idx="3750">
                  <c:v>42143</c:v>
                </c:pt>
                <c:pt idx="3751">
                  <c:v>42144</c:v>
                </c:pt>
                <c:pt idx="3752">
                  <c:v>42145</c:v>
                </c:pt>
                <c:pt idx="3753">
                  <c:v>42146</c:v>
                </c:pt>
                <c:pt idx="3754">
                  <c:v>42149</c:v>
                </c:pt>
                <c:pt idx="3755">
                  <c:v>42150</c:v>
                </c:pt>
                <c:pt idx="3756">
                  <c:v>42151</c:v>
                </c:pt>
                <c:pt idx="3757">
                  <c:v>42152</c:v>
                </c:pt>
                <c:pt idx="3758">
                  <c:v>42153</c:v>
                </c:pt>
                <c:pt idx="3759">
                  <c:v>42156</c:v>
                </c:pt>
                <c:pt idx="3760">
                  <c:v>42157</c:v>
                </c:pt>
                <c:pt idx="3761">
                  <c:v>42158</c:v>
                </c:pt>
                <c:pt idx="3762">
                  <c:v>42159</c:v>
                </c:pt>
                <c:pt idx="3763">
                  <c:v>42160</c:v>
                </c:pt>
                <c:pt idx="3764">
                  <c:v>42163</c:v>
                </c:pt>
                <c:pt idx="3765">
                  <c:v>42164</c:v>
                </c:pt>
                <c:pt idx="3766">
                  <c:v>42165</c:v>
                </c:pt>
                <c:pt idx="3767">
                  <c:v>42166</c:v>
                </c:pt>
                <c:pt idx="3768">
                  <c:v>42167</c:v>
                </c:pt>
                <c:pt idx="3769">
                  <c:v>42170</c:v>
                </c:pt>
                <c:pt idx="3770">
                  <c:v>42171</c:v>
                </c:pt>
                <c:pt idx="3771">
                  <c:v>42172</c:v>
                </c:pt>
                <c:pt idx="3772">
                  <c:v>42173</c:v>
                </c:pt>
                <c:pt idx="3773">
                  <c:v>42174</c:v>
                </c:pt>
                <c:pt idx="3774">
                  <c:v>42177</c:v>
                </c:pt>
                <c:pt idx="3775">
                  <c:v>42178</c:v>
                </c:pt>
                <c:pt idx="3776">
                  <c:v>42179</c:v>
                </c:pt>
                <c:pt idx="3777">
                  <c:v>42180</c:v>
                </c:pt>
                <c:pt idx="3778">
                  <c:v>42181</c:v>
                </c:pt>
                <c:pt idx="3779">
                  <c:v>42184</c:v>
                </c:pt>
                <c:pt idx="3780">
                  <c:v>42185</c:v>
                </c:pt>
                <c:pt idx="3781">
                  <c:v>42186</c:v>
                </c:pt>
                <c:pt idx="3782">
                  <c:v>42187</c:v>
                </c:pt>
                <c:pt idx="3783">
                  <c:v>42188</c:v>
                </c:pt>
                <c:pt idx="3784">
                  <c:v>42191</c:v>
                </c:pt>
                <c:pt idx="3785">
                  <c:v>42192</c:v>
                </c:pt>
                <c:pt idx="3786">
                  <c:v>42193</c:v>
                </c:pt>
                <c:pt idx="3787">
                  <c:v>42194</c:v>
                </c:pt>
                <c:pt idx="3788">
                  <c:v>42195</c:v>
                </c:pt>
                <c:pt idx="3789">
                  <c:v>42198</c:v>
                </c:pt>
                <c:pt idx="3790">
                  <c:v>42199</c:v>
                </c:pt>
                <c:pt idx="3791">
                  <c:v>42200</c:v>
                </c:pt>
                <c:pt idx="3792">
                  <c:v>42201</c:v>
                </c:pt>
                <c:pt idx="3793">
                  <c:v>42202</c:v>
                </c:pt>
                <c:pt idx="3794">
                  <c:v>42205</c:v>
                </c:pt>
                <c:pt idx="3795">
                  <c:v>42206</c:v>
                </c:pt>
                <c:pt idx="3796">
                  <c:v>42207</c:v>
                </c:pt>
                <c:pt idx="3797">
                  <c:v>42208</c:v>
                </c:pt>
                <c:pt idx="3798">
                  <c:v>42209</c:v>
                </c:pt>
                <c:pt idx="3799">
                  <c:v>42212</c:v>
                </c:pt>
                <c:pt idx="3800">
                  <c:v>42213</c:v>
                </c:pt>
                <c:pt idx="3801">
                  <c:v>42214</c:v>
                </c:pt>
                <c:pt idx="3802">
                  <c:v>42215</c:v>
                </c:pt>
                <c:pt idx="3803">
                  <c:v>42216</c:v>
                </c:pt>
                <c:pt idx="3804">
                  <c:v>42219</c:v>
                </c:pt>
                <c:pt idx="3805">
                  <c:v>42220</c:v>
                </c:pt>
                <c:pt idx="3806">
                  <c:v>42221</c:v>
                </c:pt>
                <c:pt idx="3807">
                  <c:v>42222</c:v>
                </c:pt>
                <c:pt idx="3808">
                  <c:v>42223</c:v>
                </c:pt>
                <c:pt idx="3809">
                  <c:v>42226</c:v>
                </c:pt>
                <c:pt idx="3810">
                  <c:v>42227</c:v>
                </c:pt>
                <c:pt idx="3811">
                  <c:v>42228</c:v>
                </c:pt>
                <c:pt idx="3812">
                  <c:v>42229</c:v>
                </c:pt>
                <c:pt idx="3813">
                  <c:v>42230</c:v>
                </c:pt>
                <c:pt idx="3814">
                  <c:v>42233</c:v>
                </c:pt>
                <c:pt idx="3815">
                  <c:v>42234</c:v>
                </c:pt>
                <c:pt idx="3816">
                  <c:v>42235</c:v>
                </c:pt>
                <c:pt idx="3817">
                  <c:v>42236</c:v>
                </c:pt>
                <c:pt idx="3818">
                  <c:v>42237</c:v>
                </c:pt>
                <c:pt idx="3819">
                  <c:v>42240</c:v>
                </c:pt>
                <c:pt idx="3820">
                  <c:v>42241</c:v>
                </c:pt>
                <c:pt idx="3821">
                  <c:v>42242</c:v>
                </c:pt>
                <c:pt idx="3822">
                  <c:v>42243</c:v>
                </c:pt>
                <c:pt idx="3823">
                  <c:v>42244</c:v>
                </c:pt>
                <c:pt idx="3824">
                  <c:v>42247</c:v>
                </c:pt>
                <c:pt idx="3825">
                  <c:v>42248</c:v>
                </c:pt>
                <c:pt idx="3826">
                  <c:v>42249</c:v>
                </c:pt>
                <c:pt idx="3827">
                  <c:v>42250</c:v>
                </c:pt>
                <c:pt idx="3828">
                  <c:v>42251</c:v>
                </c:pt>
                <c:pt idx="3829">
                  <c:v>42254</c:v>
                </c:pt>
                <c:pt idx="3830">
                  <c:v>42255</c:v>
                </c:pt>
                <c:pt idx="3831">
                  <c:v>42256</c:v>
                </c:pt>
                <c:pt idx="3832">
                  <c:v>42257</c:v>
                </c:pt>
                <c:pt idx="3833">
                  <c:v>42258</c:v>
                </c:pt>
                <c:pt idx="3834">
                  <c:v>42261</c:v>
                </c:pt>
                <c:pt idx="3835">
                  <c:v>42262</c:v>
                </c:pt>
                <c:pt idx="3836">
                  <c:v>42263</c:v>
                </c:pt>
                <c:pt idx="3837">
                  <c:v>42264</c:v>
                </c:pt>
                <c:pt idx="3838">
                  <c:v>42265</c:v>
                </c:pt>
                <c:pt idx="3839">
                  <c:v>42268</c:v>
                </c:pt>
                <c:pt idx="3840">
                  <c:v>42269</c:v>
                </c:pt>
                <c:pt idx="3841">
                  <c:v>42270</c:v>
                </c:pt>
                <c:pt idx="3842">
                  <c:v>42271</c:v>
                </c:pt>
                <c:pt idx="3843">
                  <c:v>42272</c:v>
                </c:pt>
                <c:pt idx="3844">
                  <c:v>42275</c:v>
                </c:pt>
                <c:pt idx="3845">
                  <c:v>42276</c:v>
                </c:pt>
                <c:pt idx="3846">
                  <c:v>42277</c:v>
                </c:pt>
                <c:pt idx="3847">
                  <c:v>42278</c:v>
                </c:pt>
                <c:pt idx="3848">
                  <c:v>42279</c:v>
                </c:pt>
                <c:pt idx="3849">
                  <c:v>42282</c:v>
                </c:pt>
                <c:pt idx="3850">
                  <c:v>42283</c:v>
                </c:pt>
                <c:pt idx="3851">
                  <c:v>42284</c:v>
                </c:pt>
                <c:pt idx="3852">
                  <c:v>42285</c:v>
                </c:pt>
                <c:pt idx="3853">
                  <c:v>42286</c:v>
                </c:pt>
                <c:pt idx="3854">
                  <c:v>42289</c:v>
                </c:pt>
                <c:pt idx="3855">
                  <c:v>42290</c:v>
                </c:pt>
                <c:pt idx="3856">
                  <c:v>42291</c:v>
                </c:pt>
                <c:pt idx="3857">
                  <c:v>42292</c:v>
                </c:pt>
                <c:pt idx="3858">
                  <c:v>42293</c:v>
                </c:pt>
                <c:pt idx="3859">
                  <c:v>42296</c:v>
                </c:pt>
                <c:pt idx="3860">
                  <c:v>42297</c:v>
                </c:pt>
                <c:pt idx="3861">
                  <c:v>42298</c:v>
                </c:pt>
                <c:pt idx="3862">
                  <c:v>42299</c:v>
                </c:pt>
                <c:pt idx="3863">
                  <c:v>42300</c:v>
                </c:pt>
                <c:pt idx="3864">
                  <c:v>42303</c:v>
                </c:pt>
                <c:pt idx="3865">
                  <c:v>42304</c:v>
                </c:pt>
                <c:pt idx="3866">
                  <c:v>42305</c:v>
                </c:pt>
                <c:pt idx="3867">
                  <c:v>42306</c:v>
                </c:pt>
                <c:pt idx="3868">
                  <c:v>42307</c:v>
                </c:pt>
                <c:pt idx="3869">
                  <c:v>42310</c:v>
                </c:pt>
                <c:pt idx="3870">
                  <c:v>42311</c:v>
                </c:pt>
                <c:pt idx="3871">
                  <c:v>42312</c:v>
                </c:pt>
                <c:pt idx="3872">
                  <c:v>42313</c:v>
                </c:pt>
                <c:pt idx="3873">
                  <c:v>42314</c:v>
                </c:pt>
                <c:pt idx="3874">
                  <c:v>42317</c:v>
                </c:pt>
                <c:pt idx="3875">
                  <c:v>42318</c:v>
                </c:pt>
                <c:pt idx="3876">
                  <c:v>42319</c:v>
                </c:pt>
                <c:pt idx="3877">
                  <c:v>42320</c:v>
                </c:pt>
                <c:pt idx="3878">
                  <c:v>42321</c:v>
                </c:pt>
                <c:pt idx="3879">
                  <c:v>42324</c:v>
                </c:pt>
                <c:pt idx="3880">
                  <c:v>42325</c:v>
                </c:pt>
                <c:pt idx="3881">
                  <c:v>42326</c:v>
                </c:pt>
                <c:pt idx="3882">
                  <c:v>42327</c:v>
                </c:pt>
                <c:pt idx="3883">
                  <c:v>42328</c:v>
                </c:pt>
                <c:pt idx="3884">
                  <c:v>42331</c:v>
                </c:pt>
                <c:pt idx="3885">
                  <c:v>42332</c:v>
                </c:pt>
                <c:pt idx="3886">
                  <c:v>42333</c:v>
                </c:pt>
                <c:pt idx="3887">
                  <c:v>42334</c:v>
                </c:pt>
                <c:pt idx="3888">
                  <c:v>42335</c:v>
                </c:pt>
                <c:pt idx="3889">
                  <c:v>42338</c:v>
                </c:pt>
                <c:pt idx="3890">
                  <c:v>42339</c:v>
                </c:pt>
                <c:pt idx="3891">
                  <c:v>42340</c:v>
                </c:pt>
                <c:pt idx="3892">
                  <c:v>42341</c:v>
                </c:pt>
                <c:pt idx="3893">
                  <c:v>42342</c:v>
                </c:pt>
                <c:pt idx="3894">
                  <c:v>42345</c:v>
                </c:pt>
                <c:pt idx="3895">
                  <c:v>42346</c:v>
                </c:pt>
                <c:pt idx="3896">
                  <c:v>42347</c:v>
                </c:pt>
                <c:pt idx="3897">
                  <c:v>42348</c:v>
                </c:pt>
                <c:pt idx="3898">
                  <c:v>42349</c:v>
                </c:pt>
                <c:pt idx="3899">
                  <c:v>42352</c:v>
                </c:pt>
                <c:pt idx="3900">
                  <c:v>42353</c:v>
                </c:pt>
                <c:pt idx="3901">
                  <c:v>42354</c:v>
                </c:pt>
                <c:pt idx="3902">
                  <c:v>42355</c:v>
                </c:pt>
                <c:pt idx="3903">
                  <c:v>42356</c:v>
                </c:pt>
                <c:pt idx="3904">
                  <c:v>42359</c:v>
                </c:pt>
                <c:pt idx="3905">
                  <c:v>42360</c:v>
                </c:pt>
                <c:pt idx="3906">
                  <c:v>42361</c:v>
                </c:pt>
                <c:pt idx="3907">
                  <c:v>42362</c:v>
                </c:pt>
                <c:pt idx="3908">
                  <c:v>42363</c:v>
                </c:pt>
                <c:pt idx="3909">
                  <c:v>42366</c:v>
                </c:pt>
                <c:pt idx="3910">
                  <c:v>42367</c:v>
                </c:pt>
                <c:pt idx="3911">
                  <c:v>42368</c:v>
                </c:pt>
                <c:pt idx="3912">
                  <c:v>42369</c:v>
                </c:pt>
                <c:pt idx="3913">
                  <c:v>42370</c:v>
                </c:pt>
                <c:pt idx="3914">
                  <c:v>42373</c:v>
                </c:pt>
                <c:pt idx="3915">
                  <c:v>42374</c:v>
                </c:pt>
                <c:pt idx="3916">
                  <c:v>42375</c:v>
                </c:pt>
                <c:pt idx="3917">
                  <c:v>42376</c:v>
                </c:pt>
                <c:pt idx="3918">
                  <c:v>42377</c:v>
                </c:pt>
                <c:pt idx="3919">
                  <c:v>42380</c:v>
                </c:pt>
                <c:pt idx="3920">
                  <c:v>42381</c:v>
                </c:pt>
                <c:pt idx="3921">
                  <c:v>42382</c:v>
                </c:pt>
                <c:pt idx="3922">
                  <c:v>42383</c:v>
                </c:pt>
                <c:pt idx="3923">
                  <c:v>42384</c:v>
                </c:pt>
                <c:pt idx="3924">
                  <c:v>42387</c:v>
                </c:pt>
                <c:pt idx="3925">
                  <c:v>42388</c:v>
                </c:pt>
                <c:pt idx="3926">
                  <c:v>42389</c:v>
                </c:pt>
                <c:pt idx="3927">
                  <c:v>42390</c:v>
                </c:pt>
                <c:pt idx="3928">
                  <c:v>42391</c:v>
                </c:pt>
                <c:pt idx="3929">
                  <c:v>42394</c:v>
                </c:pt>
                <c:pt idx="3930">
                  <c:v>42395</c:v>
                </c:pt>
                <c:pt idx="3931">
                  <c:v>42396</c:v>
                </c:pt>
                <c:pt idx="3932">
                  <c:v>42397</c:v>
                </c:pt>
                <c:pt idx="3933">
                  <c:v>42398</c:v>
                </c:pt>
                <c:pt idx="3934">
                  <c:v>42401</c:v>
                </c:pt>
                <c:pt idx="3935">
                  <c:v>42402</c:v>
                </c:pt>
                <c:pt idx="3936">
                  <c:v>42403</c:v>
                </c:pt>
                <c:pt idx="3937">
                  <c:v>42404</c:v>
                </c:pt>
                <c:pt idx="3938">
                  <c:v>42405</c:v>
                </c:pt>
                <c:pt idx="3939">
                  <c:v>42408</c:v>
                </c:pt>
                <c:pt idx="3940">
                  <c:v>42409</c:v>
                </c:pt>
                <c:pt idx="3941">
                  <c:v>42410</c:v>
                </c:pt>
                <c:pt idx="3942">
                  <c:v>42411</c:v>
                </c:pt>
                <c:pt idx="3943">
                  <c:v>42412</c:v>
                </c:pt>
                <c:pt idx="3944">
                  <c:v>42415</c:v>
                </c:pt>
                <c:pt idx="3945">
                  <c:v>42416</c:v>
                </c:pt>
                <c:pt idx="3946">
                  <c:v>42417</c:v>
                </c:pt>
                <c:pt idx="3947">
                  <c:v>42418</c:v>
                </c:pt>
                <c:pt idx="3948">
                  <c:v>42419</c:v>
                </c:pt>
                <c:pt idx="3949">
                  <c:v>42422</c:v>
                </c:pt>
                <c:pt idx="3950">
                  <c:v>42423</c:v>
                </c:pt>
                <c:pt idx="3951">
                  <c:v>42424</c:v>
                </c:pt>
                <c:pt idx="3952">
                  <c:v>42425</c:v>
                </c:pt>
                <c:pt idx="3953">
                  <c:v>42426</c:v>
                </c:pt>
                <c:pt idx="3954">
                  <c:v>42429</c:v>
                </c:pt>
                <c:pt idx="3955">
                  <c:v>42430</c:v>
                </c:pt>
                <c:pt idx="3956">
                  <c:v>42431</c:v>
                </c:pt>
                <c:pt idx="3957">
                  <c:v>42432</c:v>
                </c:pt>
                <c:pt idx="3958">
                  <c:v>42433</c:v>
                </c:pt>
                <c:pt idx="3959">
                  <c:v>42436</c:v>
                </c:pt>
                <c:pt idx="3960">
                  <c:v>42437</c:v>
                </c:pt>
                <c:pt idx="3961">
                  <c:v>42438</c:v>
                </c:pt>
                <c:pt idx="3962">
                  <c:v>42439</c:v>
                </c:pt>
                <c:pt idx="3963">
                  <c:v>42440</c:v>
                </c:pt>
                <c:pt idx="3964">
                  <c:v>42443</c:v>
                </c:pt>
                <c:pt idx="3965">
                  <c:v>42444</c:v>
                </c:pt>
                <c:pt idx="3966">
                  <c:v>42445</c:v>
                </c:pt>
                <c:pt idx="3967">
                  <c:v>42446</c:v>
                </c:pt>
                <c:pt idx="3968">
                  <c:v>42447</c:v>
                </c:pt>
                <c:pt idx="3969">
                  <c:v>42450</c:v>
                </c:pt>
                <c:pt idx="3970">
                  <c:v>42451</c:v>
                </c:pt>
                <c:pt idx="3971">
                  <c:v>42452</c:v>
                </c:pt>
                <c:pt idx="3972">
                  <c:v>42453</c:v>
                </c:pt>
                <c:pt idx="3973">
                  <c:v>42454</c:v>
                </c:pt>
                <c:pt idx="3974">
                  <c:v>42457</c:v>
                </c:pt>
                <c:pt idx="3975">
                  <c:v>42458</c:v>
                </c:pt>
                <c:pt idx="3976">
                  <c:v>42459</c:v>
                </c:pt>
                <c:pt idx="3977">
                  <c:v>42460</c:v>
                </c:pt>
                <c:pt idx="3978">
                  <c:v>42461</c:v>
                </c:pt>
                <c:pt idx="3979">
                  <c:v>42464</c:v>
                </c:pt>
                <c:pt idx="3980">
                  <c:v>42465</c:v>
                </c:pt>
                <c:pt idx="3981">
                  <c:v>42466</c:v>
                </c:pt>
                <c:pt idx="3982">
                  <c:v>42467</c:v>
                </c:pt>
                <c:pt idx="3983">
                  <c:v>42468</c:v>
                </c:pt>
                <c:pt idx="3984">
                  <c:v>42471</c:v>
                </c:pt>
                <c:pt idx="3985">
                  <c:v>42472</c:v>
                </c:pt>
                <c:pt idx="3986">
                  <c:v>42473</c:v>
                </c:pt>
                <c:pt idx="3987">
                  <c:v>42474</c:v>
                </c:pt>
                <c:pt idx="3988">
                  <c:v>42475</c:v>
                </c:pt>
                <c:pt idx="3989">
                  <c:v>42478</c:v>
                </c:pt>
                <c:pt idx="3990">
                  <c:v>42479</c:v>
                </c:pt>
                <c:pt idx="3991">
                  <c:v>42480</c:v>
                </c:pt>
                <c:pt idx="3992">
                  <c:v>42481</c:v>
                </c:pt>
                <c:pt idx="3993">
                  <c:v>42482</c:v>
                </c:pt>
                <c:pt idx="3994">
                  <c:v>42485</c:v>
                </c:pt>
                <c:pt idx="3995">
                  <c:v>42486</c:v>
                </c:pt>
                <c:pt idx="3996">
                  <c:v>42487</c:v>
                </c:pt>
                <c:pt idx="3997">
                  <c:v>42488</c:v>
                </c:pt>
                <c:pt idx="3998">
                  <c:v>42489</c:v>
                </c:pt>
                <c:pt idx="3999">
                  <c:v>42492</c:v>
                </c:pt>
                <c:pt idx="4000">
                  <c:v>42493</c:v>
                </c:pt>
                <c:pt idx="4001">
                  <c:v>42494</c:v>
                </c:pt>
                <c:pt idx="4002">
                  <c:v>42495</c:v>
                </c:pt>
                <c:pt idx="4003">
                  <c:v>42496</c:v>
                </c:pt>
                <c:pt idx="4004">
                  <c:v>42499</c:v>
                </c:pt>
                <c:pt idx="4005">
                  <c:v>42500</c:v>
                </c:pt>
                <c:pt idx="4006">
                  <c:v>42501</c:v>
                </c:pt>
                <c:pt idx="4007">
                  <c:v>42502</c:v>
                </c:pt>
                <c:pt idx="4008">
                  <c:v>42503</c:v>
                </c:pt>
                <c:pt idx="4009">
                  <c:v>42506</c:v>
                </c:pt>
                <c:pt idx="4010">
                  <c:v>42507</c:v>
                </c:pt>
                <c:pt idx="4011">
                  <c:v>42508</c:v>
                </c:pt>
                <c:pt idx="4012">
                  <c:v>42509</c:v>
                </c:pt>
                <c:pt idx="4013">
                  <c:v>42510</c:v>
                </c:pt>
                <c:pt idx="4014">
                  <c:v>42513</c:v>
                </c:pt>
                <c:pt idx="4015">
                  <c:v>42514</c:v>
                </c:pt>
                <c:pt idx="4016">
                  <c:v>42515</c:v>
                </c:pt>
                <c:pt idx="4017">
                  <c:v>42516</c:v>
                </c:pt>
                <c:pt idx="4018">
                  <c:v>42517</c:v>
                </c:pt>
                <c:pt idx="4019">
                  <c:v>42520</c:v>
                </c:pt>
                <c:pt idx="4020">
                  <c:v>42521</c:v>
                </c:pt>
                <c:pt idx="4021">
                  <c:v>42522</c:v>
                </c:pt>
                <c:pt idx="4022">
                  <c:v>42523</c:v>
                </c:pt>
                <c:pt idx="4023">
                  <c:v>42524</c:v>
                </c:pt>
                <c:pt idx="4024">
                  <c:v>42527</c:v>
                </c:pt>
                <c:pt idx="4025">
                  <c:v>42528</c:v>
                </c:pt>
                <c:pt idx="4026">
                  <c:v>42529</c:v>
                </c:pt>
                <c:pt idx="4027">
                  <c:v>42530</c:v>
                </c:pt>
                <c:pt idx="4028">
                  <c:v>42531</c:v>
                </c:pt>
                <c:pt idx="4029">
                  <c:v>42534</c:v>
                </c:pt>
                <c:pt idx="4030">
                  <c:v>42535</c:v>
                </c:pt>
                <c:pt idx="4031">
                  <c:v>42536</c:v>
                </c:pt>
                <c:pt idx="4032">
                  <c:v>42537</c:v>
                </c:pt>
                <c:pt idx="4033">
                  <c:v>42538</c:v>
                </c:pt>
                <c:pt idx="4034">
                  <c:v>42541</c:v>
                </c:pt>
                <c:pt idx="4035">
                  <c:v>42542</c:v>
                </c:pt>
                <c:pt idx="4036">
                  <c:v>42543</c:v>
                </c:pt>
                <c:pt idx="4037">
                  <c:v>42544</c:v>
                </c:pt>
                <c:pt idx="4038">
                  <c:v>42545</c:v>
                </c:pt>
                <c:pt idx="4039">
                  <c:v>42548</c:v>
                </c:pt>
                <c:pt idx="4040">
                  <c:v>42549</c:v>
                </c:pt>
                <c:pt idx="4041">
                  <c:v>42550</c:v>
                </c:pt>
                <c:pt idx="4042">
                  <c:v>42551</c:v>
                </c:pt>
                <c:pt idx="4043">
                  <c:v>42552</c:v>
                </c:pt>
                <c:pt idx="4044">
                  <c:v>42555</c:v>
                </c:pt>
                <c:pt idx="4045">
                  <c:v>42556</c:v>
                </c:pt>
                <c:pt idx="4046">
                  <c:v>42557</c:v>
                </c:pt>
                <c:pt idx="4047">
                  <c:v>42558</c:v>
                </c:pt>
                <c:pt idx="4048">
                  <c:v>42559</c:v>
                </c:pt>
                <c:pt idx="4049">
                  <c:v>42562</c:v>
                </c:pt>
                <c:pt idx="4050">
                  <c:v>42563</c:v>
                </c:pt>
                <c:pt idx="4051">
                  <c:v>42564</c:v>
                </c:pt>
                <c:pt idx="4052">
                  <c:v>42565</c:v>
                </c:pt>
                <c:pt idx="4053">
                  <c:v>42566</c:v>
                </c:pt>
                <c:pt idx="4054">
                  <c:v>42569</c:v>
                </c:pt>
                <c:pt idx="4055">
                  <c:v>42570</c:v>
                </c:pt>
                <c:pt idx="4056">
                  <c:v>42571</c:v>
                </c:pt>
                <c:pt idx="4057">
                  <c:v>42572</c:v>
                </c:pt>
                <c:pt idx="4058">
                  <c:v>42573</c:v>
                </c:pt>
                <c:pt idx="4059">
                  <c:v>42576</c:v>
                </c:pt>
                <c:pt idx="4060">
                  <c:v>42577</c:v>
                </c:pt>
                <c:pt idx="4061">
                  <c:v>42578</c:v>
                </c:pt>
                <c:pt idx="4062">
                  <c:v>42579</c:v>
                </c:pt>
                <c:pt idx="4063">
                  <c:v>42580</c:v>
                </c:pt>
                <c:pt idx="4064">
                  <c:v>42583</c:v>
                </c:pt>
                <c:pt idx="4065">
                  <c:v>42584</c:v>
                </c:pt>
                <c:pt idx="4066">
                  <c:v>42585</c:v>
                </c:pt>
                <c:pt idx="4067">
                  <c:v>42586</c:v>
                </c:pt>
                <c:pt idx="4068">
                  <c:v>42587</c:v>
                </c:pt>
                <c:pt idx="4069">
                  <c:v>42590</c:v>
                </c:pt>
                <c:pt idx="4070">
                  <c:v>42591</c:v>
                </c:pt>
                <c:pt idx="4071">
                  <c:v>42592</c:v>
                </c:pt>
                <c:pt idx="4072">
                  <c:v>42593</c:v>
                </c:pt>
                <c:pt idx="4073">
                  <c:v>42594</c:v>
                </c:pt>
                <c:pt idx="4074">
                  <c:v>42597</c:v>
                </c:pt>
                <c:pt idx="4075">
                  <c:v>42598</c:v>
                </c:pt>
                <c:pt idx="4076">
                  <c:v>42599</c:v>
                </c:pt>
                <c:pt idx="4077">
                  <c:v>42600</c:v>
                </c:pt>
                <c:pt idx="4078">
                  <c:v>42601</c:v>
                </c:pt>
                <c:pt idx="4079">
                  <c:v>42604</c:v>
                </c:pt>
                <c:pt idx="4080">
                  <c:v>42605</c:v>
                </c:pt>
                <c:pt idx="4081">
                  <c:v>42606</c:v>
                </c:pt>
                <c:pt idx="4082">
                  <c:v>42607</c:v>
                </c:pt>
                <c:pt idx="4083">
                  <c:v>42608</c:v>
                </c:pt>
                <c:pt idx="4084">
                  <c:v>42611</c:v>
                </c:pt>
                <c:pt idx="4085">
                  <c:v>42612</c:v>
                </c:pt>
                <c:pt idx="4086">
                  <c:v>42613</c:v>
                </c:pt>
                <c:pt idx="4087">
                  <c:v>42614</c:v>
                </c:pt>
                <c:pt idx="4088">
                  <c:v>42615</c:v>
                </c:pt>
                <c:pt idx="4089">
                  <c:v>42618</c:v>
                </c:pt>
                <c:pt idx="4090">
                  <c:v>42619</c:v>
                </c:pt>
                <c:pt idx="4091">
                  <c:v>42620</c:v>
                </c:pt>
                <c:pt idx="4092">
                  <c:v>42621</c:v>
                </c:pt>
                <c:pt idx="4093">
                  <c:v>42622</c:v>
                </c:pt>
                <c:pt idx="4094">
                  <c:v>42625</c:v>
                </c:pt>
                <c:pt idx="4095">
                  <c:v>42626</c:v>
                </c:pt>
                <c:pt idx="4096">
                  <c:v>42627</c:v>
                </c:pt>
                <c:pt idx="4097">
                  <c:v>42628</c:v>
                </c:pt>
                <c:pt idx="4098">
                  <c:v>42629</c:v>
                </c:pt>
                <c:pt idx="4099">
                  <c:v>42632</c:v>
                </c:pt>
                <c:pt idx="4100">
                  <c:v>42633</c:v>
                </c:pt>
                <c:pt idx="4101">
                  <c:v>42634</c:v>
                </c:pt>
                <c:pt idx="4102">
                  <c:v>42635</c:v>
                </c:pt>
                <c:pt idx="4103">
                  <c:v>42636</c:v>
                </c:pt>
                <c:pt idx="4104">
                  <c:v>42639</c:v>
                </c:pt>
                <c:pt idx="4105">
                  <c:v>42640</c:v>
                </c:pt>
                <c:pt idx="4106">
                  <c:v>42641</c:v>
                </c:pt>
                <c:pt idx="4107">
                  <c:v>42642</c:v>
                </c:pt>
                <c:pt idx="4108">
                  <c:v>42643</c:v>
                </c:pt>
                <c:pt idx="4109">
                  <c:v>42646</c:v>
                </c:pt>
                <c:pt idx="4110">
                  <c:v>42647</c:v>
                </c:pt>
                <c:pt idx="4111">
                  <c:v>42648</c:v>
                </c:pt>
                <c:pt idx="4112">
                  <c:v>42649</c:v>
                </c:pt>
                <c:pt idx="4113">
                  <c:v>42650</c:v>
                </c:pt>
                <c:pt idx="4114">
                  <c:v>42653</c:v>
                </c:pt>
                <c:pt idx="4115">
                  <c:v>42654</c:v>
                </c:pt>
                <c:pt idx="4116">
                  <c:v>42655</c:v>
                </c:pt>
                <c:pt idx="4117">
                  <c:v>42656</c:v>
                </c:pt>
                <c:pt idx="4118">
                  <c:v>42657</c:v>
                </c:pt>
                <c:pt idx="4119">
                  <c:v>42660</c:v>
                </c:pt>
                <c:pt idx="4120">
                  <c:v>42661</c:v>
                </c:pt>
                <c:pt idx="4121">
                  <c:v>42662</c:v>
                </c:pt>
                <c:pt idx="4122">
                  <c:v>42663</c:v>
                </c:pt>
                <c:pt idx="4123">
                  <c:v>42664</c:v>
                </c:pt>
                <c:pt idx="4124">
                  <c:v>42667</c:v>
                </c:pt>
                <c:pt idx="4125">
                  <c:v>42668</c:v>
                </c:pt>
                <c:pt idx="4126">
                  <c:v>42669</c:v>
                </c:pt>
                <c:pt idx="4127">
                  <c:v>42670</c:v>
                </c:pt>
                <c:pt idx="4128">
                  <c:v>42671</c:v>
                </c:pt>
                <c:pt idx="4129">
                  <c:v>42674</c:v>
                </c:pt>
                <c:pt idx="4130">
                  <c:v>42675</c:v>
                </c:pt>
                <c:pt idx="4131">
                  <c:v>42676</c:v>
                </c:pt>
                <c:pt idx="4132">
                  <c:v>42677</c:v>
                </c:pt>
                <c:pt idx="4133">
                  <c:v>42678</c:v>
                </c:pt>
                <c:pt idx="4134">
                  <c:v>42681</c:v>
                </c:pt>
                <c:pt idx="4135">
                  <c:v>42682</c:v>
                </c:pt>
                <c:pt idx="4136">
                  <c:v>42683</c:v>
                </c:pt>
                <c:pt idx="4137">
                  <c:v>42684</c:v>
                </c:pt>
                <c:pt idx="4138">
                  <c:v>42685</c:v>
                </c:pt>
                <c:pt idx="4139">
                  <c:v>42688</c:v>
                </c:pt>
                <c:pt idx="4140">
                  <c:v>42689</c:v>
                </c:pt>
                <c:pt idx="4141">
                  <c:v>42690</c:v>
                </c:pt>
                <c:pt idx="4142">
                  <c:v>42691</c:v>
                </c:pt>
                <c:pt idx="4143">
                  <c:v>42692</c:v>
                </c:pt>
                <c:pt idx="4144">
                  <c:v>42695</c:v>
                </c:pt>
                <c:pt idx="4145">
                  <c:v>42696</c:v>
                </c:pt>
                <c:pt idx="4146">
                  <c:v>42697</c:v>
                </c:pt>
                <c:pt idx="4147">
                  <c:v>42698</c:v>
                </c:pt>
                <c:pt idx="4148">
                  <c:v>42699</c:v>
                </c:pt>
                <c:pt idx="4149">
                  <c:v>42702</c:v>
                </c:pt>
                <c:pt idx="4150">
                  <c:v>42703</c:v>
                </c:pt>
                <c:pt idx="4151">
                  <c:v>42704</c:v>
                </c:pt>
                <c:pt idx="4152">
                  <c:v>42705</c:v>
                </c:pt>
                <c:pt idx="4153">
                  <c:v>42706</c:v>
                </c:pt>
                <c:pt idx="4154">
                  <c:v>42709</c:v>
                </c:pt>
                <c:pt idx="4155">
                  <c:v>42710</c:v>
                </c:pt>
                <c:pt idx="4156">
                  <c:v>42711</c:v>
                </c:pt>
                <c:pt idx="4157">
                  <c:v>42712</c:v>
                </c:pt>
                <c:pt idx="4158">
                  <c:v>42713</c:v>
                </c:pt>
                <c:pt idx="4159">
                  <c:v>42716</c:v>
                </c:pt>
                <c:pt idx="4160">
                  <c:v>42717</c:v>
                </c:pt>
                <c:pt idx="4161">
                  <c:v>42718</c:v>
                </c:pt>
                <c:pt idx="4162">
                  <c:v>42719</c:v>
                </c:pt>
                <c:pt idx="4163">
                  <c:v>42720</c:v>
                </c:pt>
                <c:pt idx="4164">
                  <c:v>42723</c:v>
                </c:pt>
                <c:pt idx="4165">
                  <c:v>42724</c:v>
                </c:pt>
                <c:pt idx="4166">
                  <c:v>42725</c:v>
                </c:pt>
                <c:pt idx="4167">
                  <c:v>42726</c:v>
                </c:pt>
                <c:pt idx="4168">
                  <c:v>42727</c:v>
                </c:pt>
                <c:pt idx="4169">
                  <c:v>42730</c:v>
                </c:pt>
                <c:pt idx="4170">
                  <c:v>42731</c:v>
                </c:pt>
                <c:pt idx="4171">
                  <c:v>42732</c:v>
                </c:pt>
                <c:pt idx="4172">
                  <c:v>42733</c:v>
                </c:pt>
                <c:pt idx="4173">
                  <c:v>42734</c:v>
                </c:pt>
                <c:pt idx="4174">
                  <c:v>42737</c:v>
                </c:pt>
                <c:pt idx="4175">
                  <c:v>42738</c:v>
                </c:pt>
                <c:pt idx="4176">
                  <c:v>42739</c:v>
                </c:pt>
                <c:pt idx="4177">
                  <c:v>42740</c:v>
                </c:pt>
                <c:pt idx="4178">
                  <c:v>42741</c:v>
                </c:pt>
                <c:pt idx="4179">
                  <c:v>42744</c:v>
                </c:pt>
                <c:pt idx="4180">
                  <c:v>42745</c:v>
                </c:pt>
                <c:pt idx="4181">
                  <c:v>42746</c:v>
                </c:pt>
                <c:pt idx="4182">
                  <c:v>42747</c:v>
                </c:pt>
                <c:pt idx="4183">
                  <c:v>42748</c:v>
                </c:pt>
                <c:pt idx="4184">
                  <c:v>42751</c:v>
                </c:pt>
                <c:pt idx="4185">
                  <c:v>42752</c:v>
                </c:pt>
                <c:pt idx="4186">
                  <c:v>42753</c:v>
                </c:pt>
                <c:pt idx="4187">
                  <c:v>42754</c:v>
                </c:pt>
                <c:pt idx="4188">
                  <c:v>42755</c:v>
                </c:pt>
                <c:pt idx="4189">
                  <c:v>42758</c:v>
                </c:pt>
                <c:pt idx="4190">
                  <c:v>42759</c:v>
                </c:pt>
                <c:pt idx="4191">
                  <c:v>42760</c:v>
                </c:pt>
                <c:pt idx="4192">
                  <c:v>42761</c:v>
                </c:pt>
                <c:pt idx="4193">
                  <c:v>42762</c:v>
                </c:pt>
                <c:pt idx="4194">
                  <c:v>42765</c:v>
                </c:pt>
                <c:pt idx="4195">
                  <c:v>42766</c:v>
                </c:pt>
                <c:pt idx="4196">
                  <c:v>42767</c:v>
                </c:pt>
                <c:pt idx="4197">
                  <c:v>42768</c:v>
                </c:pt>
                <c:pt idx="4198">
                  <c:v>42769</c:v>
                </c:pt>
                <c:pt idx="4199">
                  <c:v>42772</c:v>
                </c:pt>
                <c:pt idx="4200">
                  <c:v>42773</c:v>
                </c:pt>
                <c:pt idx="4201">
                  <c:v>42774</c:v>
                </c:pt>
                <c:pt idx="4202">
                  <c:v>42775</c:v>
                </c:pt>
                <c:pt idx="4203">
                  <c:v>42776</c:v>
                </c:pt>
                <c:pt idx="4204">
                  <c:v>42779</c:v>
                </c:pt>
                <c:pt idx="4205">
                  <c:v>42780</c:v>
                </c:pt>
                <c:pt idx="4206">
                  <c:v>42781</c:v>
                </c:pt>
                <c:pt idx="4207">
                  <c:v>42782</c:v>
                </c:pt>
                <c:pt idx="4208">
                  <c:v>42783</c:v>
                </c:pt>
                <c:pt idx="4209">
                  <c:v>42786</c:v>
                </c:pt>
                <c:pt idx="4210">
                  <c:v>42787</c:v>
                </c:pt>
                <c:pt idx="4211">
                  <c:v>42788</c:v>
                </c:pt>
                <c:pt idx="4212">
                  <c:v>42789</c:v>
                </c:pt>
                <c:pt idx="4213">
                  <c:v>42790</c:v>
                </c:pt>
                <c:pt idx="4214">
                  <c:v>42793</c:v>
                </c:pt>
                <c:pt idx="4215">
                  <c:v>42794</c:v>
                </c:pt>
                <c:pt idx="4216">
                  <c:v>42795</c:v>
                </c:pt>
                <c:pt idx="4217">
                  <c:v>42796</c:v>
                </c:pt>
                <c:pt idx="4218">
                  <c:v>42797</c:v>
                </c:pt>
                <c:pt idx="4219">
                  <c:v>42800</c:v>
                </c:pt>
                <c:pt idx="4220">
                  <c:v>42801</c:v>
                </c:pt>
                <c:pt idx="4221">
                  <c:v>42802</c:v>
                </c:pt>
                <c:pt idx="4222">
                  <c:v>42803</c:v>
                </c:pt>
                <c:pt idx="4223">
                  <c:v>42804</c:v>
                </c:pt>
                <c:pt idx="4224">
                  <c:v>42807</c:v>
                </c:pt>
                <c:pt idx="4225">
                  <c:v>42808</c:v>
                </c:pt>
                <c:pt idx="4226">
                  <c:v>42809</c:v>
                </c:pt>
                <c:pt idx="4227">
                  <c:v>42810</c:v>
                </c:pt>
                <c:pt idx="4228">
                  <c:v>42811</c:v>
                </c:pt>
                <c:pt idx="4229">
                  <c:v>42814</c:v>
                </c:pt>
                <c:pt idx="4230">
                  <c:v>42815</c:v>
                </c:pt>
                <c:pt idx="4231">
                  <c:v>42816</c:v>
                </c:pt>
                <c:pt idx="4232">
                  <c:v>42817</c:v>
                </c:pt>
                <c:pt idx="4233">
                  <c:v>42818</c:v>
                </c:pt>
                <c:pt idx="4234">
                  <c:v>42821</c:v>
                </c:pt>
                <c:pt idx="4235">
                  <c:v>42822</c:v>
                </c:pt>
                <c:pt idx="4236">
                  <c:v>42823</c:v>
                </c:pt>
                <c:pt idx="4237">
                  <c:v>42824</c:v>
                </c:pt>
                <c:pt idx="4238">
                  <c:v>42825</c:v>
                </c:pt>
                <c:pt idx="4239">
                  <c:v>42828</c:v>
                </c:pt>
                <c:pt idx="4240">
                  <c:v>42829</c:v>
                </c:pt>
                <c:pt idx="4241">
                  <c:v>42830</c:v>
                </c:pt>
                <c:pt idx="4242">
                  <c:v>42831</c:v>
                </c:pt>
                <c:pt idx="4243">
                  <c:v>42832</c:v>
                </c:pt>
                <c:pt idx="4244">
                  <c:v>42835</c:v>
                </c:pt>
                <c:pt idx="4245">
                  <c:v>42836</c:v>
                </c:pt>
                <c:pt idx="4246">
                  <c:v>42837</c:v>
                </c:pt>
                <c:pt idx="4247">
                  <c:v>42838</c:v>
                </c:pt>
                <c:pt idx="4248">
                  <c:v>42839</c:v>
                </c:pt>
                <c:pt idx="4249">
                  <c:v>42842</c:v>
                </c:pt>
                <c:pt idx="4250">
                  <c:v>42843</c:v>
                </c:pt>
                <c:pt idx="4251">
                  <c:v>42844</c:v>
                </c:pt>
                <c:pt idx="4252">
                  <c:v>42845</c:v>
                </c:pt>
                <c:pt idx="4253">
                  <c:v>42846</c:v>
                </c:pt>
                <c:pt idx="4254">
                  <c:v>42849</c:v>
                </c:pt>
                <c:pt idx="4255">
                  <c:v>42850</c:v>
                </c:pt>
                <c:pt idx="4256">
                  <c:v>42851</c:v>
                </c:pt>
                <c:pt idx="4257">
                  <c:v>42852</c:v>
                </c:pt>
                <c:pt idx="4258">
                  <c:v>42853</c:v>
                </c:pt>
                <c:pt idx="4259">
                  <c:v>42856</c:v>
                </c:pt>
                <c:pt idx="4260">
                  <c:v>42857</c:v>
                </c:pt>
                <c:pt idx="4261">
                  <c:v>42858</c:v>
                </c:pt>
                <c:pt idx="4262">
                  <c:v>42859</c:v>
                </c:pt>
                <c:pt idx="4263">
                  <c:v>42860</c:v>
                </c:pt>
                <c:pt idx="4264">
                  <c:v>42863</c:v>
                </c:pt>
                <c:pt idx="4265">
                  <c:v>42864</c:v>
                </c:pt>
                <c:pt idx="4266">
                  <c:v>42865</c:v>
                </c:pt>
                <c:pt idx="4267">
                  <c:v>42866</c:v>
                </c:pt>
                <c:pt idx="4268">
                  <c:v>42867</c:v>
                </c:pt>
                <c:pt idx="4269">
                  <c:v>42870</c:v>
                </c:pt>
                <c:pt idx="4270">
                  <c:v>42871</c:v>
                </c:pt>
                <c:pt idx="4271">
                  <c:v>42872</c:v>
                </c:pt>
                <c:pt idx="4272">
                  <c:v>42873</c:v>
                </c:pt>
                <c:pt idx="4273">
                  <c:v>42874</c:v>
                </c:pt>
                <c:pt idx="4274">
                  <c:v>42877</c:v>
                </c:pt>
                <c:pt idx="4275">
                  <c:v>42878</c:v>
                </c:pt>
                <c:pt idx="4276">
                  <c:v>42879</c:v>
                </c:pt>
                <c:pt idx="4277">
                  <c:v>42880</c:v>
                </c:pt>
                <c:pt idx="4278">
                  <c:v>42881</c:v>
                </c:pt>
                <c:pt idx="4279">
                  <c:v>42884</c:v>
                </c:pt>
                <c:pt idx="4280">
                  <c:v>42885</c:v>
                </c:pt>
                <c:pt idx="4281">
                  <c:v>42886</c:v>
                </c:pt>
                <c:pt idx="4282">
                  <c:v>42887</c:v>
                </c:pt>
                <c:pt idx="4283">
                  <c:v>42888</c:v>
                </c:pt>
                <c:pt idx="4284">
                  <c:v>42891</c:v>
                </c:pt>
                <c:pt idx="4285">
                  <c:v>42892</c:v>
                </c:pt>
                <c:pt idx="4286">
                  <c:v>42893</c:v>
                </c:pt>
                <c:pt idx="4287">
                  <c:v>42894</c:v>
                </c:pt>
                <c:pt idx="4288">
                  <c:v>42895</c:v>
                </c:pt>
                <c:pt idx="4289">
                  <c:v>42898</c:v>
                </c:pt>
                <c:pt idx="4290">
                  <c:v>42899</c:v>
                </c:pt>
                <c:pt idx="4291">
                  <c:v>42900</c:v>
                </c:pt>
                <c:pt idx="4292">
                  <c:v>42901</c:v>
                </c:pt>
                <c:pt idx="4293">
                  <c:v>42902</c:v>
                </c:pt>
                <c:pt idx="4294">
                  <c:v>42905</c:v>
                </c:pt>
                <c:pt idx="4295">
                  <c:v>42906</c:v>
                </c:pt>
                <c:pt idx="4296">
                  <c:v>42907</c:v>
                </c:pt>
                <c:pt idx="4297">
                  <c:v>42908</c:v>
                </c:pt>
                <c:pt idx="4298">
                  <c:v>42909</c:v>
                </c:pt>
                <c:pt idx="4299">
                  <c:v>42912</c:v>
                </c:pt>
                <c:pt idx="4300">
                  <c:v>42913</c:v>
                </c:pt>
                <c:pt idx="4301">
                  <c:v>42914</c:v>
                </c:pt>
                <c:pt idx="4302">
                  <c:v>42915</c:v>
                </c:pt>
                <c:pt idx="4303">
                  <c:v>42916</c:v>
                </c:pt>
                <c:pt idx="4304">
                  <c:v>42919</c:v>
                </c:pt>
                <c:pt idx="4305">
                  <c:v>42920</c:v>
                </c:pt>
                <c:pt idx="4306">
                  <c:v>42921</c:v>
                </c:pt>
                <c:pt idx="4307">
                  <c:v>42922</c:v>
                </c:pt>
                <c:pt idx="4308">
                  <c:v>42923</c:v>
                </c:pt>
                <c:pt idx="4309">
                  <c:v>42926</c:v>
                </c:pt>
                <c:pt idx="4310">
                  <c:v>42927</c:v>
                </c:pt>
                <c:pt idx="4311">
                  <c:v>42928</c:v>
                </c:pt>
                <c:pt idx="4312">
                  <c:v>42929</c:v>
                </c:pt>
                <c:pt idx="4313">
                  <c:v>42930</c:v>
                </c:pt>
                <c:pt idx="4314">
                  <c:v>42933</c:v>
                </c:pt>
                <c:pt idx="4315">
                  <c:v>42934</c:v>
                </c:pt>
                <c:pt idx="4316">
                  <c:v>42935</c:v>
                </c:pt>
                <c:pt idx="4317">
                  <c:v>42936</c:v>
                </c:pt>
                <c:pt idx="4318">
                  <c:v>42937</c:v>
                </c:pt>
                <c:pt idx="4319">
                  <c:v>42940</c:v>
                </c:pt>
                <c:pt idx="4320">
                  <c:v>42941</c:v>
                </c:pt>
                <c:pt idx="4321">
                  <c:v>42942</c:v>
                </c:pt>
                <c:pt idx="4322">
                  <c:v>42943</c:v>
                </c:pt>
                <c:pt idx="4323">
                  <c:v>42944</c:v>
                </c:pt>
                <c:pt idx="4324">
                  <c:v>42947</c:v>
                </c:pt>
                <c:pt idx="4325">
                  <c:v>42948</c:v>
                </c:pt>
                <c:pt idx="4326">
                  <c:v>42949</c:v>
                </c:pt>
                <c:pt idx="4327">
                  <c:v>42950</c:v>
                </c:pt>
                <c:pt idx="4328">
                  <c:v>42951</c:v>
                </c:pt>
                <c:pt idx="4329">
                  <c:v>42954</c:v>
                </c:pt>
                <c:pt idx="4330">
                  <c:v>42955</c:v>
                </c:pt>
                <c:pt idx="4331">
                  <c:v>42956</c:v>
                </c:pt>
                <c:pt idx="4332">
                  <c:v>42957</c:v>
                </c:pt>
                <c:pt idx="4333">
                  <c:v>42958</c:v>
                </c:pt>
                <c:pt idx="4334">
                  <c:v>42961</c:v>
                </c:pt>
                <c:pt idx="4335">
                  <c:v>42962</c:v>
                </c:pt>
                <c:pt idx="4336">
                  <c:v>42963</c:v>
                </c:pt>
                <c:pt idx="4337">
                  <c:v>42964</c:v>
                </c:pt>
                <c:pt idx="4338">
                  <c:v>42965</c:v>
                </c:pt>
                <c:pt idx="4339">
                  <c:v>42968</c:v>
                </c:pt>
                <c:pt idx="4340">
                  <c:v>42969</c:v>
                </c:pt>
                <c:pt idx="4341">
                  <c:v>42970</c:v>
                </c:pt>
                <c:pt idx="4342">
                  <c:v>42971</c:v>
                </c:pt>
                <c:pt idx="4343">
                  <c:v>42972</c:v>
                </c:pt>
                <c:pt idx="4344">
                  <c:v>42975</c:v>
                </c:pt>
                <c:pt idx="4345">
                  <c:v>42976</c:v>
                </c:pt>
                <c:pt idx="4346">
                  <c:v>42977</c:v>
                </c:pt>
                <c:pt idx="4347">
                  <c:v>42978</c:v>
                </c:pt>
                <c:pt idx="4348">
                  <c:v>42979</c:v>
                </c:pt>
                <c:pt idx="4349">
                  <c:v>42982</c:v>
                </c:pt>
                <c:pt idx="4350">
                  <c:v>42983</c:v>
                </c:pt>
                <c:pt idx="4351">
                  <c:v>42984</c:v>
                </c:pt>
                <c:pt idx="4352">
                  <c:v>42985</c:v>
                </c:pt>
                <c:pt idx="4353">
                  <c:v>42986</c:v>
                </c:pt>
                <c:pt idx="4354">
                  <c:v>42989</c:v>
                </c:pt>
                <c:pt idx="4355">
                  <c:v>42990</c:v>
                </c:pt>
                <c:pt idx="4356">
                  <c:v>42991</c:v>
                </c:pt>
                <c:pt idx="4357">
                  <c:v>42992</c:v>
                </c:pt>
                <c:pt idx="4358">
                  <c:v>42993</c:v>
                </c:pt>
                <c:pt idx="4359">
                  <c:v>42996</c:v>
                </c:pt>
                <c:pt idx="4360">
                  <c:v>42997</c:v>
                </c:pt>
                <c:pt idx="4361">
                  <c:v>42998</c:v>
                </c:pt>
                <c:pt idx="4362">
                  <c:v>42999</c:v>
                </c:pt>
                <c:pt idx="4363">
                  <c:v>43000</c:v>
                </c:pt>
                <c:pt idx="4364">
                  <c:v>43003</c:v>
                </c:pt>
                <c:pt idx="4365">
                  <c:v>43004</c:v>
                </c:pt>
                <c:pt idx="4366">
                  <c:v>43005</c:v>
                </c:pt>
                <c:pt idx="4367">
                  <c:v>43006</c:v>
                </c:pt>
                <c:pt idx="4368">
                  <c:v>43007</c:v>
                </c:pt>
                <c:pt idx="4369">
                  <c:v>43010</c:v>
                </c:pt>
                <c:pt idx="4370">
                  <c:v>43011</c:v>
                </c:pt>
                <c:pt idx="4371">
                  <c:v>43012</c:v>
                </c:pt>
                <c:pt idx="4372">
                  <c:v>43013</c:v>
                </c:pt>
                <c:pt idx="4373">
                  <c:v>43014</c:v>
                </c:pt>
                <c:pt idx="4374">
                  <c:v>43017</c:v>
                </c:pt>
                <c:pt idx="4375">
                  <c:v>43018</c:v>
                </c:pt>
                <c:pt idx="4376">
                  <c:v>43019</c:v>
                </c:pt>
                <c:pt idx="4377">
                  <c:v>43020</c:v>
                </c:pt>
                <c:pt idx="4378">
                  <c:v>43021</c:v>
                </c:pt>
                <c:pt idx="4379">
                  <c:v>43024</c:v>
                </c:pt>
                <c:pt idx="4380">
                  <c:v>43025</c:v>
                </c:pt>
                <c:pt idx="4381">
                  <c:v>43026</c:v>
                </c:pt>
                <c:pt idx="4382">
                  <c:v>43027</c:v>
                </c:pt>
                <c:pt idx="4383">
                  <c:v>43028</c:v>
                </c:pt>
                <c:pt idx="4384">
                  <c:v>43031</c:v>
                </c:pt>
                <c:pt idx="4385">
                  <c:v>43032</c:v>
                </c:pt>
                <c:pt idx="4386">
                  <c:v>43033</c:v>
                </c:pt>
                <c:pt idx="4387">
                  <c:v>43034</c:v>
                </c:pt>
                <c:pt idx="4388">
                  <c:v>43035</c:v>
                </c:pt>
                <c:pt idx="4389">
                  <c:v>43038</c:v>
                </c:pt>
                <c:pt idx="4390">
                  <c:v>43039</c:v>
                </c:pt>
                <c:pt idx="4391">
                  <c:v>43040</c:v>
                </c:pt>
                <c:pt idx="4392">
                  <c:v>43041</c:v>
                </c:pt>
                <c:pt idx="4393">
                  <c:v>43042</c:v>
                </c:pt>
                <c:pt idx="4394">
                  <c:v>43045</c:v>
                </c:pt>
                <c:pt idx="4395">
                  <c:v>43046</c:v>
                </c:pt>
                <c:pt idx="4396">
                  <c:v>43047</c:v>
                </c:pt>
                <c:pt idx="4397">
                  <c:v>43048</c:v>
                </c:pt>
                <c:pt idx="4398">
                  <c:v>43049</c:v>
                </c:pt>
                <c:pt idx="4399">
                  <c:v>43052</c:v>
                </c:pt>
                <c:pt idx="4400">
                  <c:v>43053</c:v>
                </c:pt>
                <c:pt idx="4401">
                  <c:v>43054</c:v>
                </c:pt>
                <c:pt idx="4402">
                  <c:v>43055</c:v>
                </c:pt>
                <c:pt idx="4403">
                  <c:v>43056</c:v>
                </c:pt>
                <c:pt idx="4404">
                  <c:v>43059</c:v>
                </c:pt>
                <c:pt idx="4405">
                  <c:v>43060</c:v>
                </c:pt>
                <c:pt idx="4406">
                  <c:v>43061</c:v>
                </c:pt>
                <c:pt idx="4407">
                  <c:v>43062</c:v>
                </c:pt>
                <c:pt idx="4408">
                  <c:v>43063</c:v>
                </c:pt>
                <c:pt idx="4409">
                  <c:v>43066</c:v>
                </c:pt>
                <c:pt idx="4410">
                  <c:v>43067</c:v>
                </c:pt>
                <c:pt idx="4411">
                  <c:v>43068</c:v>
                </c:pt>
                <c:pt idx="4412">
                  <c:v>43069</c:v>
                </c:pt>
                <c:pt idx="4413">
                  <c:v>43070</c:v>
                </c:pt>
                <c:pt idx="4414">
                  <c:v>43073</c:v>
                </c:pt>
                <c:pt idx="4415">
                  <c:v>43074</c:v>
                </c:pt>
                <c:pt idx="4416">
                  <c:v>43075</c:v>
                </c:pt>
                <c:pt idx="4417">
                  <c:v>43076</c:v>
                </c:pt>
                <c:pt idx="4418">
                  <c:v>43077</c:v>
                </c:pt>
                <c:pt idx="4419">
                  <c:v>43080</c:v>
                </c:pt>
                <c:pt idx="4420">
                  <c:v>43081</c:v>
                </c:pt>
                <c:pt idx="4421">
                  <c:v>43082</c:v>
                </c:pt>
                <c:pt idx="4422">
                  <c:v>43083</c:v>
                </c:pt>
                <c:pt idx="4423">
                  <c:v>43084</c:v>
                </c:pt>
                <c:pt idx="4424">
                  <c:v>43087</c:v>
                </c:pt>
                <c:pt idx="4425">
                  <c:v>43088</c:v>
                </c:pt>
                <c:pt idx="4426">
                  <c:v>43089</c:v>
                </c:pt>
                <c:pt idx="4427">
                  <c:v>43090</c:v>
                </c:pt>
                <c:pt idx="4428">
                  <c:v>43091</c:v>
                </c:pt>
                <c:pt idx="4429">
                  <c:v>43094</c:v>
                </c:pt>
                <c:pt idx="4430">
                  <c:v>43095</c:v>
                </c:pt>
                <c:pt idx="4431">
                  <c:v>43096</c:v>
                </c:pt>
                <c:pt idx="4432">
                  <c:v>43097</c:v>
                </c:pt>
                <c:pt idx="4433">
                  <c:v>43098</c:v>
                </c:pt>
                <c:pt idx="4434">
                  <c:v>43101</c:v>
                </c:pt>
                <c:pt idx="4435">
                  <c:v>43102</c:v>
                </c:pt>
                <c:pt idx="4436">
                  <c:v>43103</c:v>
                </c:pt>
                <c:pt idx="4437">
                  <c:v>43104</c:v>
                </c:pt>
                <c:pt idx="4438">
                  <c:v>43105</c:v>
                </c:pt>
                <c:pt idx="4439">
                  <c:v>43108</c:v>
                </c:pt>
                <c:pt idx="4440">
                  <c:v>43109</c:v>
                </c:pt>
                <c:pt idx="4441">
                  <c:v>43110</c:v>
                </c:pt>
                <c:pt idx="4442">
                  <c:v>43111</c:v>
                </c:pt>
                <c:pt idx="4443">
                  <c:v>43112</c:v>
                </c:pt>
                <c:pt idx="4444">
                  <c:v>43115</c:v>
                </c:pt>
                <c:pt idx="4445">
                  <c:v>43116</c:v>
                </c:pt>
                <c:pt idx="4446">
                  <c:v>43117</c:v>
                </c:pt>
                <c:pt idx="4447">
                  <c:v>43118</c:v>
                </c:pt>
                <c:pt idx="4448">
                  <c:v>43119</c:v>
                </c:pt>
                <c:pt idx="4449">
                  <c:v>43122</c:v>
                </c:pt>
                <c:pt idx="4450">
                  <c:v>43123</c:v>
                </c:pt>
                <c:pt idx="4451">
                  <c:v>43124</c:v>
                </c:pt>
                <c:pt idx="4452">
                  <c:v>43125</c:v>
                </c:pt>
                <c:pt idx="4453">
                  <c:v>43126</c:v>
                </c:pt>
                <c:pt idx="4454">
                  <c:v>43129</c:v>
                </c:pt>
                <c:pt idx="4455">
                  <c:v>43130</c:v>
                </c:pt>
                <c:pt idx="4456">
                  <c:v>43131</c:v>
                </c:pt>
                <c:pt idx="4457">
                  <c:v>43132</c:v>
                </c:pt>
                <c:pt idx="4458">
                  <c:v>43133</c:v>
                </c:pt>
                <c:pt idx="4459">
                  <c:v>43136</c:v>
                </c:pt>
                <c:pt idx="4460">
                  <c:v>43137</c:v>
                </c:pt>
                <c:pt idx="4461">
                  <c:v>43138</c:v>
                </c:pt>
                <c:pt idx="4462">
                  <c:v>43139</c:v>
                </c:pt>
                <c:pt idx="4463">
                  <c:v>43140</c:v>
                </c:pt>
                <c:pt idx="4464">
                  <c:v>43143</c:v>
                </c:pt>
                <c:pt idx="4465">
                  <c:v>43144</c:v>
                </c:pt>
                <c:pt idx="4466">
                  <c:v>43145</c:v>
                </c:pt>
                <c:pt idx="4467">
                  <c:v>43146</c:v>
                </c:pt>
                <c:pt idx="4468">
                  <c:v>43147</c:v>
                </c:pt>
                <c:pt idx="4469">
                  <c:v>43150</c:v>
                </c:pt>
                <c:pt idx="4470">
                  <c:v>43151</c:v>
                </c:pt>
                <c:pt idx="4471">
                  <c:v>43152</c:v>
                </c:pt>
                <c:pt idx="4472">
                  <c:v>43153</c:v>
                </c:pt>
                <c:pt idx="4473">
                  <c:v>43154</c:v>
                </c:pt>
                <c:pt idx="4474">
                  <c:v>43157</c:v>
                </c:pt>
                <c:pt idx="4475">
                  <c:v>43158</c:v>
                </c:pt>
                <c:pt idx="4476">
                  <c:v>43159</c:v>
                </c:pt>
                <c:pt idx="4477">
                  <c:v>43160</c:v>
                </c:pt>
                <c:pt idx="4478">
                  <c:v>43161</c:v>
                </c:pt>
                <c:pt idx="4479">
                  <c:v>43164</c:v>
                </c:pt>
                <c:pt idx="4480">
                  <c:v>43165</c:v>
                </c:pt>
                <c:pt idx="4481">
                  <c:v>43166</c:v>
                </c:pt>
                <c:pt idx="4482">
                  <c:v>43167</c:v>
                </c:pt>
                <c:pt idx="4483">
                  <c:v>43168</c:v>
                </c:pt>
                <c:pt idx="4484">
                  <c:v>43171</c:v>
                </c:pt>
                <c:pt idx="4485">
                  <c:v>43172</c:v>
                </c:pt>
                <c:pt idx="4486">
                  <c:v>43173</c:v>
                </c:pt>
                <c:pt idx="4487">
                  <c:v>43174</c:v>
                </c:pt>
                <c:pt idx="4488">
                  <c:v>43175</c:v>
                </c:pt>
                <c:pt idx="4489">
                  <c:v>43178</c:v>
                </c:pt>
                <c:pt idx="4490">
                  <c:v>43179</c:v>
                </c:pt>
                <c:pt idx="4491">
                  <c:v>43180</c:v>
                </c:pt>
                <c:pt idx="4492">
                  <c:v>43181</c:v>
                </c:pt>
                <c:pt idx="4493">
                  <c:v>43182</c:v>
                </c:pt>
                <c:pt idx="4494">
                  <c:v>43185</c:v>
                </c:pt>
                <c:pt idx="4495">
                  <c:v>43186</c:v>
                </c:pt>
                <c:pt idx="4496">
                  <c:v>43187</c:v>
                </c:pt>
                <c:pt idx="4497">
                  <c:v>43188</c:v>
                </c:pt>
                <c:pt idx="4498">
                  <c:v>43189</c:v>
                </c:pt>
                <c:pt idx="4499">
                  <c:v>43192</c:v>
                </c:pt>
                <c:pt idx="4500">
                  <c:v>43193</c:v>
                </c:pt>
                <c:pt idx="4501">
                  <c:v>43194</c:v>
                </c:pt>
                <c:pt idx="4502">
                  <c:v>43195</c:v>
                </c:pt>
                <c:pt idx="4503">
                  <c:v>43196</c:v>
                </c:pt>
                <c:pt idx="4504">
                  <c:v>43199</c:v>
                </c:pt>
                <c:pt idx="4505">
                  <c:v>43200</c:v>
                </c:pt>
                <c:pt idx="4506">
                  <c:v>43201</c:v>
                </c:pt>
                <c:pt idx="4507">
                  <c:v>43202</c:v>
                </c:pt>
                <c:pt idx="4508">
                  <c:v>43203</c:v>
                </c:pt>
                <c:pt idx="4509">
                  <c:v>43206</c:v>
                </c:pt>
                <c:pt idx="4510">
                  <c:v>43207</c:v>
                </c:pt>
                <c:pt idx="4511">
                  <c:v>43208</c:v>
                </c:pt>
                <c:pt idx="4512">
                  <c:v>43209</c:v>
                </c:pt>
                <c:pt idx="4513">
                  <c:v>43210</c:v>
                </c:pt>
                <c:pt idx="4514">
                  <c:v>43213</c:v>
                </c:pt>
                <c:pt idx="4515">
                  <c:v>43214</c:v>
                </c:pt>
                <c:pt idx="4516">
                  <c:v>43215</c:v>
                </c:pt>
                <c:pt idx="4517">
                  <c:v>43216</c:v>
                </c:pt>
                <c:pt idx="4518">
                  <c:v>43217</c:v>
                </c:pt>
                <c:pt idx="4519">
                  <c:v>43220</c:v>
                </c:pt>
                <c:pt idx="4520">
                  <c:v>43221</c:v>
                </c:pt>
                <c:pt idx="4521">
                  <c:v>43222</c:v>
                </c:pt>
                <c:pt idx="4522">
                  <c:v>43223</c:v>
                </c:pt>
                <c:pt idx="4523">
                  <c:v>43224</c:v>
                </c:pt>
                <c:pt idx="4524">
                  <c:v>43227</c:v>
                </c:pt>
                <c:pt idx="4525">
                  <c:v>43228</c:v>
                </c:pt>
                <c:pt idx="4526">
                  <c:v>43229</c:v>
                </c:pt>
                <c:pt idx="4527">
                  <c:v>43230</c:v>
                </c:pt>
                <c:pt idx="4528">
                  <c:v>43231</c:v>
                </c:pt>
                <c:pt idx="4529">
                  <c:v>43234</c:v>
                </c:pt>
                <c:pt idx="4530">
                  <c:v>43235</c:v>
                </c:pt>
                <c:pt idx="4531">
                  <c:v>43236</c:v>
                </c:pt>
                <c:pt idx="4532">
                  <c:v>43237</c:v>
                </c:pt>
                <c:pt idx="4533">
                  <c:v>43238</c:v>
                </c:pt>
                <c:pt idx="4534">
                  <c:v>43241</c:v>
                </c:pt>
                <c:pt idx="4535">
                  <c:v>43242</c:v>
                </c:pt>
                <c:pt idx="4536">
                  <c:v>43243</c:v>
                </c:pt>
                <c:pt idx="4537">
                  <c:v>43244</c:v>
                </c:pt>
                <c:pt idx="4538">
                  <c:v>43245</c:v>
                </c:pt>
                <c:pt idx="4539">
                  <c:v>43248</c:v>
                </c:pt>
                <c:pt idx="4540">
                  <c:v>43249</c:v>
                </c:pt>
                <c:pt idx="4541">
                  <c:v>43250</c:v>
                </c:pt>
                <c:pt idx="4542">
                  <c:v>43251</c:v>
                </c:pt>
                <c:pt idx="4543">
                  <c:v>43252</c:v>
                </c:pt>
                <c:pt idx="4544">
                  <c:v>43255</c:v>
                </c:pt>
                <c:pt idx="4545">
                  <c:v>43256</c:v>
                </c:pt>
                <c:pt idx="4546">
                  <c:v>43257</c:v>
                </c:pt>
                <c:pt idx="4547">
                  <c:v>43258</c:v>
                </c:pt>
                <c:pt idx="4548">
                  <c:v>43259</c:v>
                </c:pt>
                <c:pt idx="4549">
                  <c:v>43262</c:v>
                </c:pt>
                <c:pt idx="4550">
                  <c:v>43263</c:v>
                </c:pt>
                <c:pt idx="4551">
                  <c:v>43264</c:v>
                </c:pt>
                <c:pt idx="4552">
                  <c:v>43265</c:v>
                </c:pt>
                <c:pt idx="4553">
                  <c:v>43266</c:v>
                </c:pt>
                <c:pt idx="4554">
                  <c:v>43269</c:v>
                </c:pt>
                <c:pt idx="4555">
                  <c:v>43270</c:v>
                </c:pt>
                <c:pt idx="4556">
                  <c:v>43271</c:v>
                </c:pt>
                <c:pt idx="4557">
                  <c:v>43272</c:v>
                </c:pt>
                <c:pt idx="4558">
                  <c:v>43273</c:v>
                </c:pt>
                <c:pt idx="4559">
                  <c:v>43276</c:v>
                </c:pt>
                <c:pt idx="4560">
                  <c:v>43277</c:v>
                </c:pt>
                <c:pt idx="4561">
                  <c:v>43278</c:v>
                </c:pt>
                <c:pt idx="4562">
                  <c:v>43279</c:v>
                </c:pt>
                <c:pt idx="4563">
                  <c:v>43280</c:v>
                </c:pt>
                <c:pt idx="4564">
                  <c:v>43283</c:v>
                </c:pt>
                <c:pt idx="4565">
                  <c:v>43284</c:v>
                </c:pt>
                <c:pt idx="4566">
                  <c:v>43285</c:v>
                </c:pt>
                <c:pt idx="4567">
                  <c:v>43286</c:v>
                </c:pt>
                <c:pt idx="4568">
                  <c:v>43287</c:v>
                </c:pt>
                <c:pt idx="4569">
                  <c:v>43290</c:v>
                </c:pt>
                <c:pt idx="4570">
                  <c:v>43291</c:v>
                </c:pt>
                <c:pt idx="4571">
                  <c:v>43292</c:v>
                </c:pt>
                <c:pt idx="4572">
                  <c:v>43293</c:v>
                </c:pt>
                <c:pt idx="4573">
                  <c:v>43294</c:v>
                </c:pt>
                <c:pt idx="4574">
                  <c:v>43297</c:v>
                </c:pt>
                <c:pt idx="4575">
                  <c:v>43298</c:v>
                </c:pt>
                <c:pt idx="4576">
                  <c:v>43299</c:v>
                </c:pt>
                <c:pt idx="4577">
                  <c:v>43300</c:v>
                </c:pt>
                <c:pt idx="4578">
                  <c:v>43301</c:v>
                </c:pt>
                <c:pt idx="4579">
                  <c:v>43304</c:v>
                </c:pt>
                <c:pt idx="4580">
                  <c:v>43305</c:v>
                </c:pt>
                <c:pt idx="4581">
                  <c:v>43306</c:v>
                </c:pt>
                <c:pt idx="4582">
                  <c:v>43307</c:v>
                </c:pt>
                <c:pt idx="4583">
                  <c:v>43308</c:v>
                </c:pt>
                <c:pt idx="4584">
                  <c:v>43311</c:v>
                </c:pt>
                <c:pt idx="4585">
                  <c:v>43312</c:v>
                </c:pt>
                <c:pt idx="4586">
                  <c:v>43313</c:v>
                </c:pt>
                <c:pt idx="4587">
                  <c:v>43314</c:v>
                </c:pt>
                <c:pt idx="4588">
                  <c:v>43315</c:v>
                </c:pt>
                <c:pt idx="4589">
                  <c:v>43318</c:v>
                </c:pt>
                <c:pt idx="4590">
                  <c:v>43319</c:v>
                </c:pt>
                <c:pt idx="4591">
                  <c:v>43320</c:v>
                </c:pt>
                <c:pt idx="4592">
                  <c:v>43321</c:v>
                </c:pt>
                <c:pt idx="4593">
                  <c:v>43322</c:v>
                </c:pt>
                <c:pt idx="4594">
                  <c:v>43325</c:v>
                </c:pt>
                <c:pt idx="4595">
                  <c:v>43326</c:v>
                </c:pt>
                <c:pt idx="4596">
                  <c:v>43327</c:v>
                </c:pt>
                <c:pt idx="4597">
                  <c:v>43328</c:v>
                </c:pt>
                <c:pt idx="4598">
                  <c:v>43329</c:v>
                </c:pt>
                <c:pt idx="4599">
                  <c:v>43332</c:v>
                </c:pt>
                <c:pt idx="4600">
                  <c:v>43333</c:v>
                </c:pt>
                <c:pt idx="4601">
                  <c:v>43334</c:v>
                </c:pt>
                <c:pt idx="4602">
                  <c:v>43335</c:v>
                </c:pt>
                <c:pt idx="4603">
                  <c:v>43336</c:v>
                </c:pt>
                <c:pt idx="4604">
                  <c:v>43339</c:v>
                </c:pt>
                <c:pt idx="4605">
                  <c:v>43340</c:v>
                </c:pt>
                <c:pt idx="4606">
                  <c:v>43341</c:v>
                </c:pt>
                <c:pt idx="4607">
                  <c:v>43342</c:v>
                </c:pt>
                <c:pt idx="4608">
                  <c:v>43343</c:v>
                </c:pt>
                <c:pt idx="4609">
                  <c:v>43346</c:v>
                </c:pt>
                <c:pt idx="4610">
                  <c:v>43347</c:v>
                </c:pt>
                <c:pt idx="4611">
                  <c:v>43348</c:v>
                </c:pt>
                <c:pt idx="4612">
                  <c:v>43349</c:v>
                </c:pt>
                <c:pt idx="4613">
                  <c:v>43350</c:v>
                </c:pt>
                <c:pt idx="4614">
                  <c:v>43353</c:v>
                </c:pt>
                <c:pt idx="4615">
                  <c:v>43354</c:v>
                </c:pt>
                <c:pt idx="4616">
                  <c:v>43355</c:v>
                </c:pt>
                <c:pt idx="4617">
                  <c:v>43356</c:v>
                </c:pt>
                <c:pt idx="4618">
                  <c:v>43357</c:v>
                </c:pt>
                <c:pt idx="4619">
                  <c:v>43360</c:v>
                </c:pt>
                <c:pt idx="4620">
                  <c:v>43361</c:v>
                </c:pt>
                <c:pt idx="4621">
                  <c:v>43362</c:v>
                </c:pt>
                <c:pt idx="4622">
                  <c:v>43363</c:v>
                </c:pt>
                <c:pt idx="4623">
                  <c:v>43364</c:v>
                </c:pt>
                <c:pt idx="4624">
                  <c:v>43367</c:v>
                </c:pt>
                <c:pt idx="4625">
                  <c:v>43368</c:v>
                </c:pt>
                <c:pt idx="4626">
                  <c:v>43369</c:v>
                </c:pt>
                <c:pt idx="4627">
                  <c:v>43370</c:v>
                </c:pt>
                <c:pt idx="4628">
                  <c:v>43371</c:v>
                </c:pt>
                <c:pt idx="4629">
                  <c:v>43374</c:v>
                </c:pt>
                <c:pt idx="4630">
                  <c:v>43375</c:v>
                </c:pt>
                <c:pt idx="4631">
                  <c:v>43376</c:v>
                </c:pt>
                <c:pt idx="4632">
                  <c:v>43377</c:v>
                </c:pt>
                <c:pt idx="4633">
                  <c:v>43378</c:v>
                </c:pt>
                <c:pt idx="4634">
                  <c:v>43381</c:v>
                </c:pt>
                <c:pt idx="4635">
                  <c:v>43382</c:v>
                </c:pt>
                <c:pt idx="4636">
                  <c:v>43383</c:v>
                </c:pt>
                <c:pt idx="4637">
                  <c:v>43384</c:v>
                </c:pt>
                <c:pt idx="4638">
                  <c:v>43385</c:v>
                </c:pt>
                <c:pt idx="4639">
                  <c:v>43388</c:v>
                </c:pt>
                <c:pt idx="4640">
                  <c:v>43389</c:v>
                </c:pt>
                <c:pt idx="4641">
                  <c:v>43390</c:v>
                </c:pt>
                <c:pt idx="4642">
                  <c:v>43391</c:v>
                </c:pt>
                <c:pt idx="4643">
                  <c:v>43392</c:v>
                </c:pt>
                <c:pt idx="4644">
                  <c:v>43395</c:v>
                </c:pt>
                <c:pt idx="4645">
                  <c:v>43396</c:v>
                </c:pt>
                <c:pt idx="4646">
                  <c:v>43397</c:v>
                </c:pt>
                <c:pt idx="4647">
                  <c:v>43398</c:v>
                </c:pt>
                <c:pt idx="4648">
                  <c:v>43399</c:v>
                </c:pt>
                <c:pt idx="4649">
                  <c:v>43402</c:v>
                </c:pt>
                <c:pt idx="4650">
                  <c:v>43403</c:v>
                </c:pt>
                <c:pt idx="4651">
                  <c:v>43404</c:v>
                </c:pt>
                <c:pt idx="4652">
                  <c:v>43405</c:v>
                </c:pt>
                <c:pt idx="4653">
                  <c:v>43406</c:v>
                </c:pt>
                <c:pt idx="4654">
                  <c:v>43409</c:v>
                </c:pt>
                <c:pt idx="4655">
                  <c:v>43410</c:v>
                </c:pt>
                <c:pt idx="4656">
                  <c:v>43411</c:v>
                </c:pt>
                <c:pt idx="4657">
                  <c:v>43412</c:v>
                </c:pt>
                <c:pt idx="4658">
                  <c:v>43413</c:v>
                </c:pt>
                <c:pt idx="4659">
                  <c:v>43416</c:v>
                </c:pt>
                <c:pt idx="4660">
                  <c:v>43417</c:v>
                </c:pt>
                <c:pt idx="4661">
                  <c:v>43418</c:v>
                </c:pt>
                <c:pt idx="4662">
                  <c:v>43419</c:v>
                </c:pt>
                <c:pt idx="4663">
                  <c:v>43420</c:v>
                </c:pt>
                <c:pt idx="4664">
                  <c:v>43423</c:v>
                </c:pt>
                <c:pt idx="4665">
                  <c:v>43424</c:v>
                </c:pt>
                <c:pt idx="4666">
                  <c:v>43425</c:v>
                </c:pt>
                <c:pt idx="4667">
                  <c:v>43426</c:v>
                </c:pt>
                <c:pt idx="4668">
                  <c:v>43427</c:v>
                </c:pt>
                <c:pt idx="4669">
                  <c:v>43430</c:v>
                </c:pt>
                <c:pt idx="4670">
                  <c:v>43431</c:v>
                </c:pt>
                <c:pt idx="4671">
                  <c:v>43432</c:v>
                </c:pt>
                <c:pt idx="4672">
                  <c:v>43433</c:v>
                </c:pt>
                <c:pt idx="4673">
                  <c:v>43434</c:v>
                </c:pt>
                <c:pt idx="4674">
                  <c:v>43437</c:v>
                </c:pt>
                <c:pt idx="4675">
                  <c:v>43438</c:v>
                </c:pt>
                <c:pt idx="4676">
                  <c:v>43439</c:v>
                </c:pt>
                <c:pt idx="4677">
                  <c:v>43440</c:v>
                </c:pt>
                <c:pt idx="4678">
                  <c:v>43441</c:v>
                </c:pt>
                <c:pt idx="4679">
                  <c:v>43444</c:v>
                </c:pt>
                <c:pt idx="4680">
                  <c:v>43445</c:v>
                </c:pt>
                <c:pt idx="4681">
                  <c:v>43446</c:v>
                </c:pt>
                <c:pt idx="4682">
                  <c:v>43447</c:v>
                </c:pt>
                <c:pt idx="4683">
                  <c:v>43448</c:v>
                </c:pt>
                <c:pt idx="4684">
                  <c:v>43451</c:v>
                </c:pt>
                <c:pt idx="4685">
                  <c:v>43452</c:v>
                </c:pt>
                <c:pt idx="4686">
                  <c:v>43453</c:v>
                </c:pt>
                <c:pt idx="4687">
                  <c:v>43454</c:v>
                </c:pt>
                <c:pt idx="4688">
                  <c:v>43455</c:v>
                </c:pt>
                <c:pt idx="4689">
                  <c:v>43458</c:v>
                </c:pt>
                <c:pt idx="4690">
                  <c:v>43459</c:v>
                </c:pt>
                <c:pt idx="4691">
                  <c:v>43460</c:v>
                </c:pt>
                <c:pt idx="4692">
                  <c:v>43461</c:v>
                </c:pt>
                <c:pt idx="4693">
                  <c:v>43462</c:v>
                </c:pt>
                <c:pt idx="4694">
                  <c:v>43465</c:v>
                </c:pt>
                <c:pt idx="4695">
                  <c:v>43466</c:v>
                </c:pt>
                <c:pt idx="4696">
                  <c:v>43467</c:v>
                </c:pt>
                <c:pt idx="4697">
                  <c:v>43468</c:v>
                </c:pt>
                <c:pt idx="4698">
                  <c:v>43469</c:v>
                </c:pt>
                <c:pt idx="4699">
                  <c:v>43472</c:v>
                </c:pt>
                <c:pt idx="4700">
                  <c:v>43473</c:v>
                </c:pt>
                <c:pt idx="4701">
                  <c:v>43474</c:v>
                </c:pt>
                <c:pt idx="4702">
                  <c:v>43475</c:v>
                </c:pt>
                <c:pt idx="4703">
                  <c:v>43476</c:v>
                </c:pt>
                <c:pt idx="4704">
                  <c:v>43479</c:v>
                </c:pt>
                <c:pt idx="4705">
                  <c:v>43480</c:v>
                </c:pt>
                <c:pt idx="4706">
                  <c:v>43481</c:v>
                </c:pt>
                <c:pt idx="4707">
                  <c:v>43482</c:v>
                </c:pt>
                <c:pt idx="4708">
                  <c:v>43483</c:v>
                </c:pt>
                <c:pt idx="4709">
                  <c:v>43486</c:v>
                </c:pt>
                <c:pt idx="4710">
                  <c:v>43487</c:v>
                </c:pt>
                <c:pt idx="4711">
                  <c:v>43488</c:v>
                </c:pt>
                <c:pt idx="4712">
                  <c:v>43489</c:v>
                </c:pt>
                <c:pt idx="4713">
                  <c:v>43490</c:v>
                </c:pt>
                <c:pt idx="4714">
                  <c:v>43493</c:v>
                </c:pt>
                <c:pt idx="4715">
                  <c:v>43494</c:v>
                </c:pt>
                <c:pt idx="4716">
                  <c:v>43495</c:v>
                </c:pt>
                <c:pt idx="4717">
                  <c:v>43496</c:v>
                </c:pt>
                <c:pt idx="4718">
                  <c:v>43497</c:v>
                </c:pt>
                <c:pt idx="4719">
                  <c:v>43500</c:v>
                </c:pt>
                <c:pt idx="4720">
                  <c:v>43501</c:v>
                </c:pt>
                <c:pt idx="4721">
                  <c:v>43502</c:v>
                </c:pt>
                <c:pt idx="4722">
                  <c:v>43503</c:v>
                </c:pt>
                <c:pt idx="4723">
                  <c:v>43504</c:v>
                </c:pt>
                <c:pt idx="4724">
                  <c:v>43507</c:v>
                </c:pt>
                <c:pt idx="4725">
                  <c:v>43508</c:v>
                </c:pt>
                <c:pt idx="4726">
                  <c:v>43509</c:v>
                </c:pt>
                <c:pt idx="4727">
                  <c:v>43510</c:v>
                </c:pt>
                <c:pt idx="4728">
                  <c:v>43511</c:v>
                </c:pt>
                <c:pt idx="4729">
                  <c:v>43514</c:v>
                </c:pt>
                <c:pt idx="4730">
                  <c:v>43515</c:v>
                </c:pt>
                <c:pt idx="4731">
                  <c:v>43516</c:v>
                </c:pt>
                <c:pt idx="4732">
                  <c:v>43517</c:v>
                </c:pt>
                <c:pt idx="4733">
                  <c:v>43518</c:v>
                </c:pt>
                <c:pt idx="4734">
                  <c:v>43521</c:v>
                </c:pt>
                <c:pt idx="4735">
                  <c:v>43522</c:v>
                </c:pt>
                <c:pt idx="4736">
                  <c:v>43523</c:v>
                </c:pt>
                <c:pt idx="4737">
                  <c:v>43524</c:v>
                </c:pt>
                <c:pt idx="4738">
                  <c:v>43525</c:v>
                </c:pt>
                <c:pt idx="4739">
                  <c:v>43528</c:v>
                </c:pt>
                <c:pt idx="4740">
                  <c:v>43529</c:v>
                </c:pt>
                <c:pt idx="4741">
                  <c:v>43530</c:v>
                </c:pt>
                <c:pt idx="4742">
                  <c:v>43531</c:v>
                </c:pt>
                <c:pt idx="4743">
                  <c:v>43532</c:v>
                </c:pt>
                <c:pt idx="4744">
                  <c:v>43535</c:v>
                </c:pt>
                <c:pt idx="4745">
                  <c:v>43536</c:v>
                </c:pt>
                <c:pt idx="4746">
                  <c:v>43537</c:v>
                </c:pt>
                <c:pt idx="4747">
                  <c:v>43538</c:v>
                </c:pt>
                <c:pt idx="4748">
                  <c:v>43539</c:v>
                </c:pt>
                <c:pt idx="4749">
                  <c:v>43542</c:v>
                </c:pt>
                <c:pt idx="4750">
                  <c:v>43543</c:v>
                </c:pt>
                <c:pt idx="4751">
                  <c:v>43544</c:v>
                </c:pt>
                <c:pt idx="4752">
                  <c:v>43545</c:v>
                </c:pt>
                <c:pt idx="4753">
                  <c:v>43546</c:v>
                </c:pt>
                <c:pt idx="4754">
                  <c:v>43549</c:v>
                </c:pt>
                <c:pt idx="4755">
                  <c:v>43550</c:v>
                </c:pt>
                <c:pt idx="4756">
                  <c:v>43551</c:v>
                </c:pt>
                <c:pt idx="4757">
                  <c:v>43552</c:v>
                </c:pt>
                <c:pt idx="4758">
                  <c:v>43553</c:v>
                </c:pt>
                <c:pt idx="4759">
                  <c:v>43556</c:v>
                </c:pt>
                <c:pt idx="4760">
                  <c:v>43557</c:v>
                </c:pt>
                <c:pt idx="4761">
                  <c:v>43558</c:v>
                </c:pt>
                <c:pt idx="4762">
                  <c:v>43559</c:v>
                </c:pt>
                <c:pt idx="4763">
                  <c:v>43560</c:v>
                </c:pt>
                <c:pt idx="4764">
                  <c:v>43563</c:v>
                </c:pt>
                <c:pt idx="4765">
                  <c:v>43564</c:v>
                </c:pt>
                <c:pt idx="4766">
                  <c:v>43565</c:v>
                </c:pt>
                <c:pt idx="4767">
                  <c:v>43566</c:v>
                </c:pt>
                <c:pt idx="4768">
                  <c:v>43567</c:v>
                </c:pt>
                <c:pt idx="4769">
                  <c:v>43570</c:v>
                </c:pt>
                <c:pt idx="4770">
                  <c:v>43571</c:v>
                </c:pt>
                <c:pt idx="4771">
                  <c:v>43572</c:v>
                </c:pt>
                <c:pt idx="4772">
                  <c:v>43573</c:v>
                </c:pt>
                <c:pt idx="4773">
                  <c:v>43574</c:v>
                </c:pt>
                <c:pt idx="4774">
                  <c:v>43577</c:v>
                </c:pt>
                <c:pt idx="4775">
                  <c:v>43578</c:v>
                </c:pt>
                <c:pt idx="4776">
                  <c:v>43579</c:v>
                </c:pt>
                <c:pt idx="4777">
                  <c:v>43580</c:v>
                </c:pt>
                <c:pt idx="4778">
                  <c:v>43581</c:v>
                </c:pt>
                <c:pt idx="4779">
                  <c:v>43584</c:v>
                </c:pt>
                <c:pt idx="4780">
                  <c:v>43585</c:v>
                </c:pt>
                <c:pt idx="4781">
                  <c:v>43586</c:v>
                </c:pt>
                <c:pt idx="4782">
                  <c:v>43587</c:v>
                </c:pt>
                <c:pt idx="4783">
                  <c:v>43588</c:v>
                </c:pt>
                <c:pt idx="4784">
                  <c:v>43591</c:v>
                </c:pt>
                <c:pt idx="4785">
                  <c:v>43592</c:v>
                </c:pt>
                <c:pt idx="4786">
                  <c:v>43593</c:v>
                </c:pt>
                <c:pt idx="4787">
                  <c:v>43594</c:v>
                </c:pt>
                <c:pt idx="4788">
                  <c:v>43595</c:v>
                </c:pt>
                <c:pt idx="4789">
                  <c:v>43598</c:v>
                </c:pt>
                <c:pt idx="4790">
                  <c:v>43599</c:v>
                </c:pt>
                <c:pt idx="4791">
                  <c:v>43600</c:v>
                </c:pt>
                <c:pt idx="4792">
                  <c:v>43601</c:v>
                </c:pt>
                <c:pt idx="4793">
                  <c:v>43602</c:v>
                </c:pt>
                <c:pt idx="4794">
                  <c:v>43605</c:v>
                </c:pt>
                <c:pt idx="4795">
                  <c:v>43606</c:v>
                </c:pt>
                <c:pt idx="4796">
                  <c:v>43607</c:v>
                </c:pt>
                <c:pt idx="4797">
                  <c:v>43608</c:v>
                </c:pt>
                <c:pt idx="4798">
                  <c:v>43609</c:v>
                </c:pt>
                <c:pt idx="4799">
                  <c:v>43612</c:v>
                </c:pt>
                <c:pt idx="4800">
                  <c:v>43613</c:v>
                </c:pt>
                <c:pt idx="4801">
                  <c:v>43614</c:v>
                </c:pt>
                <c:pt idx="4802">
                  <c:v>43615</c:v>
                </c:pt>
                <c:pt idx="4803">
                  <c:v>43616</c:v>
                </c:pt>
                <c:pt idx="4804">
                  <c:v>43619</c:v>
                </c:pt>
                <c:pt idx="4805">
                  <c:v>43620</c:v>
                </c:pt>
                <c:pt idx="4806">
                  <c:v>43621</c:v>
                </c:pt>
                <c:pt idx="4807">
                  <c:v>43622</c:v>
                </c:pt>
                <c:pt idx="4808">
                  <c:v>43623</c:v>
                </c:pt>
                <c:pt idx="4809">
                  <c:v>43626</c:v>
                </c:pt>
                <c:pt idx="4810">
                  <c:v>43627</c:v>
                </c:pt>
                <c:pt idx="4811">
                  <c:v>43628</c:v>
                </c:pt>
                <c:pt idx="4812">
                  <c:v>43629</c:v>
                </c:pt>
                <c:pt idx="4813">
                  <c:v>43630</c:v>
                </c:pt>
                <c:pt idx="4814">
                  <c:v>43633</c:v>
                </c:pt>
                <c:pt idx="4815">
                  <c:v>43634</c:v>
                </c:pt>
                <c:pt idx="4816">
                  <c:v>43635</c:v>
                </c:pt>
                <c:pt idx="4817">
                  <c:v>43636</c:v>
                </c:pt>
                <c:pt idx="4818">
                  <c:v>43637</c:v>
                </c:pt>
                <c:pt idx="4819">
                  <c:v>43640</c:v>
                </c:pt>
                <c:pt idx="4820">
                  <c:v>43641</c:v>
                </c:pt>
                <c:pt idx="4821">
                  <c:v>43642</c:v>
                </c:pt>
                <c:pt idx="4822">
                  <c:v>43643</c:v>
                </c:pt>
                <c:pt idx="4823">
                  <c:v>43644</c:v>
                </c:pt>
                <c:pt idx="4824">
                  <c:v>43647</c:v>
                </c:pt>
                <c:pt idx="4825">
                  <c:v>43648</c:v>
                </c:pt>
                <c:pt idx="4826">
                  <c:v>43649</c:v>
                </c:pt>
                <c:pt idx="4827">
                  <c:v>43650</c:v>
                </c:pt>
                <c:pt idx="4828">
                  <c:v>43651</c:v>
                </c:pt>
                <c:pt idx="4829">
                  <c:v>43654</c:v>
                </c:pt>
                <c:pt idx="4830">
                  <c:v>43655</c:v>
                </c:pt>
                <c:pt idx="4831">
                  <c:v>43656</c:v>
                </c:pt>
                <c:pt idx="4832">
                  <c:v>43657</c:v>
                </c:pt>
                <c:pt idx="4833">
                  <c:v>43658</c:v>
                </c:pt>
                <c:pt idx="4834">
                  <c:v>43661</c:v>
                </c:pt>
                <c:pt idx="4835">
                  <c:v>43662</c:v>
                </c:pt>
                <c:pt idx="4836">
                  <c:v>43663</c:v>
                </c:pt>
                <c:pt idx="4837">
                  <c:v>43664</c:v>
                </c:pt>
                <c:pt idx="4838">
                  <c:v>43665</c:v>
                </c:pt>
                <c:pt idx="4839">
                  <c:v>43668</c:v>
                </c:pt>
                <c:pt idx="4840">
                  <c:v>43669</c:v>
                </c:pt>
                <c:pt idx="4841">
                  <c:v>43670</c:v>
                </c:pt>
                <c:pt idx="4842">
                  <c:v>43671</c:v>
                </c:pt>
                <c:pt idx="4843">
                  <c:v>43672</c:v>
                </c:pt>
                <c:pt idx="4844">
                  <c:v>43675</c:v>
                </c:pt>
                <c:pt idx="4845">
                  <c:v>43676</c:v>
                </c:pt>
                <c:pt idx="4846">
                  <c:v>43677</c:v>
                </c:pt>
                <c:pt idx="4847">
                  <c:v>43678</c:v>
                </c:pt>
                <c:pt idx="4848">
                  <c:v>43679</c:v>
                </c:pt>
                <c:pt idx="4849">
                  <c:v>43682</c:v>
                </c:pt>
                <c:pt idx="4850">
                  <c:v>43683</c:v>
                </c:pt>
                <c:pt idx="4851">
                  <c:v>43684</c:v>
                </c:pt>
                <c:pt idx="4852">
                  <c:v>43685</c:v>
                </c:pt>
                <c:pt idx="4853">
                  <c:v>43686</c:v>
                </c:pt>
                <c:pt idx="4854">
                  <c:v>43689</c:v>
                </c:pt>
                <c:pt idx="4855">
                  <c:v>43690</c:v>
                </c:pt>
                <c:pt idx="4856">
                  <c:v>43691</c:v>
                </c:pt>
                <c:pt idx="4857">
                  <c:v>43692</c:v>
                </c:pt>
                <c:pt idx="4858">
                  <c:v>43693</c:v>
                </c:pt>
                <c:pt idx="4859">
                  <c:v>43696</c:v>
                </c:pt>
                <c:pt idx="4860">
                  <c:v>43697</c:v>
                </c:pt>
                <c:pt idx="4861">
                  <c:v>43698</c:v>
                </c:pt>
                <c:pt idx="4862">
                  <c:v>43699</c:v>
                </c:pt>
                <c:pt idx="4863">
                  <c:v>43700</c:v>
                </c:pt>
                <c:pt idx="4864">
                  <c:v>43703</c:v>
                </c:pt>
                <c:pt idx="4865">
                  <c:v>43704</c:v>
                </c:pt>
                <c:pt idx="4866">
                  <c:v>43705</c:v>
                </c:pt>
                <c:pt idx="4867">
                  <c:v>43706</c:v>
                </c:pt>
                <c:pt idx="4868">
                  <c:v>43707</c:v>
                </c:pt>
                <c:pt idx="4869">
                  <c:v>43710</c:v>
                </c:pt>
                <c:pt idx="4870">
                  <c:v>43711</c:v>
                </c:pt>
                <c:pt idx="4871">
                  <c:v>43712</c:v>
                </c:pt>
                <c:pt idx="4872">
                  <c:v>43713</c:v>
                </c:pt>
                <c:pt idx="4873">
                  <c:v>43714</c:v>
                </c:pt>
                <c:pt idx="4874">
                  <c:v>43717</c:v>
                </c:pt>
                <c:pt idx="4875">
                  <c:v>43718</c:v>
                </c:pt>
                <c:pt idx="4876">
                  <c:v>43719</c:v>
                </c:pt>
                <c:pt idx="4877">
                  <c:v>43720</c:v>
                </c:pt>
                <c:pt idx="4878">
                  <c:v>43721</c:v>
                </c:pt>
                <c:pt idx="4879">
                  <c:v>43724</c:v>
                </c:pt>
                <c:pt idx="4880">
                  <c:v>43725</c:v>
                </c:pt>
                <c:pt idx="4881">
                  <c:v>43726</c:v>
                </c:pt>
                <c:pt idx="4882">
                  <c:v>43727</c:v>
                </c:pt>
                <c:pt idx="4883">
                  <c:v>43728</c:v>
                </c:pt>
                <c:pt idx="4884">
                  <c:v>43731</c:v>
                </c:pt>
                <c:pt idx="4885">
                  <c:v>43732</c:v>
                </c:pt>
                <c:pt idx="4886">
                  <c:v>43733</c:v>
                </c:pt>
                <c:pt idx="4887">
                  <c:v>43734</c:v>
                </c:pt>
                <c:pt idx="4888">
                  <c:v>43735</c:v>
                </c:pt>
                <c:pt idx="4889">
                  <c:v>43738</c:v>
                </c:pt>
                <c:pt idx="4890">
                  <c:v>43739</c:v>
                </c:pt>
                <c:pt idx="4891">
                  <c:v>43740</c:v>
                </c:pt>
                <c:pt idx="4892">
                  <c:v>43741</c:v>
                </c:pt>
                <c:pt idx="4893">
                  <c:v>43742</c:v>
                </c:pt>
                <c:pt idx="4894">
                  <c:v>43745</c:v>
                </c:pt>
                <c:pt idx="4895">
                  <c:v>43746</c:v>
                </c:pt>
                <c:pt idx="4896">
                  <c:v>43747</c:v>
                </c:pt>
                <c:pt idx="4897">
                  <c:v>43748</c:v>
                </c:pt>
                <c:pt idx="4898">
                  <c:v>43749</c:v>
                </c:pt>
                <c:pt idx="4899">
                  <c:v>43752</c:v>
                </c:pt>
                <c:pt idx="4900">
                  <c:v>43753</c:v>
                </c:pt>
                <c:pt idx="4901">
                  <c:v>43754</c:v>
                </c:pt>
                <c:pt idx="4902">
                  <c:v>43755</c:v>
                </c:pt>
                <c:pt idx="4903">
                  <c:v>43756</c:v>
                </c:pt>
                <c:pt idx="4904">
                  <c:v>43759</c:v>
                </c:pt>
                <c:pt idx="4905">
                  <c:v>43760</c:v>
                </c:pt>
                <c:pt idx="4906">
                  <c:v>43761</c:v>
                </c:pt>
                <c:pt idx="4907">
                  <c:v>43762</c:v>
                </c:pt>
                <c:pt idx="4908">
                  <c:v>43763</c:v>
                </c:pt>
                <c:pt idx="4909">
                  <c:v>43766</c:v>
                </c:pt>
                <c:pt idx="4910">
                  <c:v>43767</c:v>
                </c:pt>
                <c:pt idx="4911">
                  <c:v>43768</c:v>
                </c:pt>
                <c:pt idx="4912">
                  <c:v>43769</c:v>
                </c:pt>
                <c:pt idx="4913">
                  <c:v>43770</c:v>
                </c:pt>
                <c:pt idx="4914">
                  <c:v>43773</c:v>
                </c:pt>
                <c:pt idx="4915">
                  <c:v>43774</c:v>
                </c:pt>
                <c:pt idx="4916">
                  <c:v>43775</c:v>
                </c:pt>
                <c:pt idx="4917">
                  <c:v>43776</c:v>
                </c:pt>
                <c:pt idx="4918">
                  <c:v>43777</c:v>
                </c:pt>
                <c:pt idx="4919">
                  <c:v>43780</c:v>
                </c:pt>
                <c:pt idx="4920">
                  <c:v>43781</c:v>
                </c:pt>
                <c:pt idx="4921">
                  <c:v>43782</c:v>
                </c:pt>
                <c:pt idx="4922">
                  <c:v>43783</c:v>
                </c:pt>
                <c:pt idx="4923">
                  <c:v>43784</c:v>
                </c:pt>
                <c:pt idx="4924">
                  <c:v>43787</c:v>
                </c:pt>
                <c:pt idx="4925">
                  <c:v>43788</c:v>
                </c:pt>
                <c:pt idx="4926">
                  <c:v>43789</c:v>
                </c:pt>
                <c:pt idx="4927">
                  <c:v>43790</c:v>
                </c:pt>
                <c:pt idx="4928">
                  <c:v>43791</c:v>
                </c:pt>
                <c:pt idx="4929">
                  <c:v>43794</c:v>
                </c:pt>
                <c:pt idx="4930">
                  <c:v>43795</c:v>
                </c:pt>
                <c:pt idx="4931">
                  <c:v>43796</c:v>
                </c:pt>
                <c:pt idx="4932">
                  <c:v>43797</c:v>
                </c:pt>
                <c:pt idx="4933">
                  <c:v>43798</c:v>
                </c:pt>
                <c:pt idx="4934">
                  <c:v>43801</c:v>
                </c:pt>
                <c:pt idx="4935">
                  <c:v>43802</c:v>
                </c:pt>
                <c:pt idx="4936">
                  <c:v>43803</c:v>
                </c:pt>
                <c:pt idx="4937">
                  <c:v>43804</c:v>
                </c:pt>
                <c:pt idx="4938">
                  <c:v>43805</c:v>
                </c:pt>
                <c:pt idx="4939">
                  <c:v>43808</c:v>
                </c:pt>
                <c:pt idx="4940">
                  <c:v>43809</c:v>
                </c:pt>
                <c:pt idx="4941">
                  <c:v>43810</c:v>
                </c:pt>
                <c:pt idx="4942">
                  <c:v>43811</c:v>
                </c:pt>
                <c:pt idx="4943">
                  <c:v>43812</c:v>
                </c:pt>
                <c:pt idx="4944">
                  <c:v>43815</c:v>
                </c:pt>
                <c:pt idx="4945">
                  <c:v>43816</c:v>
                </c:pt>
                <c:pt idx="4946">
                  <c:v>43817</c:v>
                </c:pt>
                <c:pt idx="4947">
                  <c:v>43818</c:v>
                </c:pt>
                <c:pt idx="4948">
                  <c:v>43819</c:v>
                </c:pt>
                <c:pt idx="4949">
                  <c:v>43822</c:v>
                </c:pt>
                <c:pt idx="4950">
                  <c:v>43823</c:v>
                </c:pt>
                <c:pt idx="4951">
                  <c:v>43824</c:v>
                </c:pt>
                <c:pt idx="4952">
                  <c:v>43825</c:v>
                </c:pt>
                <c:pt idx="4953">
                  <c:v>43826</c:v>
                </c:pt>
                <c:pt idx="4954">
                  <c:v>43829</c:v>
                </c:pt>
                <c:pt idx="4955">
                  <c:v>43830</c:v>
                </c:pt>
                <c:pt idx="4956">
                  <c:v>43831</c:v>
                </c:pt>
                <c:pt idx="4957">
                  <c:v>43832</c:v>
                </c:pt>
                <c:pt idx="4958">
                  <c:v>43833</c:v>
                </c:pt>
                <c:pt idx="4959">
                  <c:v>43836</c:v>
                </c:pt>
                <c:pt idx="4960">
                  <c:v>43837</c:v>
                </c:pt>
                <c:pt idx="4961">
                  <c:v>43838</c:v>
                </c:pt>
                <c:pt idx="4962">
                  <c:v>43839</c:v>
                </c:pt>
                <c:pt idx="4963">
                  <c:v>43840</c:v>
                </c:pt>
                <c:pt idx="4964">
                  <c:v>43843</c:v>
                </c:pt>
                <c:pt idx="4965">
                  <c:v>43844</c:v>
                </c:pt>
                <c:pt idx="4966">
                  <c:v>43845</c:v>
                </c:pt>
                <c:pt idx="4967">
                  <c:v>43846</c:v>
                </c:pt>
                <c:pt idx="4968">
                  <c:v>43847</c:v>
                </c:pt>
                <c:pt idx="4969">
                  <c:v>43850</c:v>
                </c:pt>
                <c:pt idx="4970">
                  <c:v>43851</c:v>
                </c:pt>
                <c:pt idx="4971">
                  <c:v>43852</c:v>
                </c:pt>
                <c:pt idx="4972">
                  <c:v>43853</c:v>
                </c:pt>
                <c:pt idx="4973">
                  <c:v>43854</c:v>
                </c:pt>
                <c:pt idx="4974">
                  <c:v>43857</c:v>
                </c:pt>
                <c:pt idx="4975">
                  <c:v>43858</c:v>
                </c:pt>
                <c:pt idx="4976">
                  <c:v>43859</c:v>
                </c:pt>
                <c:pt idx="4977">
                  <c:v>43860</c:v>
                </c:pt>
                <c:pt idx="4978">
                  <c:v>43861</c:v>
                </c:pt>
                <c:pt idx="4979">
                  <c:v>43864</c:v>
                </c:pt>
                <c:pt idx="4980">
                  <c:v>43865</c:v>
                </c:pt>
                <c:pt idx="4981">
                  <c:v>43866</c:v>
                </c:pt>
                <c:pt idx="4982">
                  <c:v>43867</c:v>
                </c:pt>
                <c:pt idx="4983">
                  <c:v>43868</c:v>
                </c:pt>
                <c:pt idx="4984">
                  <c:v>43871</c:v>
                </c:pt>
                <c:pt idx="4985">
                  <c:v>43872</c:v>
                </c:pt>
                <c:pt idx="4986">
                  <c:v>43873</c:v>
                </c:pt>
                <c:pt idx="4987">
                  <c:v>43874</c:v>
                </c:pt>
                <c:pt idx="4988">
                  <c:v>43875</c:v>
                </c:pt>
                <c:pt idx="4989">
                  <c:v>43878</c:v>
                </c:pt>
                <c:pt idx="4990">
                  <c:v>43879</c:v>
                </c:pt>
                <c:pt idx="4991">
                  <c:v>43880</c:v>
                </c:pt>
                <c:pt idx="4992">
                  <c:v>43881</c:v>
                </c:pt>
                <c:pt idx="4993">
                  <c:v>43882</c:v>
                </c:pt>
                <c:pt idx="4994">
                  <c:v>43885</c:v>
                </c:pt>
                <c:pt idx="4995">
                  <c:v>43886</c:v>
                </c:pt>
                <c:pt idx="4996">
                  <c:v>43887</c:v>
                </c:pt>
                <c:pt idx="4997">
                  <c:v>43888</c:v>
                </c:pt>
                <c:pt idx="4998">
                  <c:v>43889</c:v>
                </c:pt>
                <c:pt idx="4999">
                  <c:v>43892</c:v>
                </c:pt>
                <c:pt idx="5000">
                  <c:v>43893</c:v>
                </c:pt>
                <c:pt idx="5001">
                  <c:v>43894</c:v>
                </c:pt>
                <c:pt idx="5002">
                  <c:v>43895</c:v>
                </c:pt>
                <c:pt idx="5003">
                  <c:v>43896</c:v>
                </c:pt>
                <c:pt idx="5004">
                  <c:v>43899</c:v>
                </c:pt>
                <c:pt idx="5005">
                  <c:v>43900</c:v>
                </c:pt>
                <c:pt idx="5006">
                  <c:v>43901</c:v>
                </c:pt>
                <c:pt idx="5007">
                  <c:v>43902</c:v>
                </c:pt>
                <c:pt idx="5008">
                  <c:v>43903</c:v>
                </c:pt>
                <c:pt idx="5009">
                  <c:v>43906</c:v>
                </c:pt>
                <c:pt idx="5010">
                  <c:v>43907</c:v>
                </c:pt>
                <c:pt idx="5011">
                  <c:v>43908</c:v>
                </c:pt>
                <c:pt idx="5012">
                  <c:v>43909</c:v>
                </c:pt>
                <c:pt idx="5013">
                  <c:v>43910</c:v>
                </c:pt>
                <c:pt idx="5014">
                  <c:v>43913</c:v>
                </c:pt>
                <c:pt idx="5015">
                  <c:v>43914</c:v>
                </c:pt>
                <c:pt idx="5016">
                  <c:v>43915</c:v>
                </c:pt>
                <c:pt idx="5017">
                  <c:v>43916</c:v>
                </c:pt>
                <c:pt idx="5018">
                  <c:v>43917</c:v>
                </c:pt>
                <c:pt idx="5019">
                  <c:v>43920</c:v>
                </c:pt>
                <c:pt idx="5020">
                  <c:v>43921</c:v>
                </c:pt>
                <c:pt idx="5021">
                  <c:v>43922</c:v>
                </c:pt>
                <c:pt idx="5022">
                  <c:v>43923</c:v>
                </c:pt>
                <c:pt idx="5023">
                  <c:v>43924</c:v>
                </c:pt>
                <c:pt idx="5024">
                  <c:v>43927</c:v>
                </c:pt>
                <c:pt idx="5025">
                  <c:v>43928</c:v>
                </c:pt>
                <c:pt idx="5026">
                  <c:v>43929</c:v>
                </c:pt>
                <c:pt idx="5027">
                  <c:v>43930</c:v>
                </c:pt>
                <c:pt idx="5028">
                  <c:v>43931</c:v>
                </c:pt>
                <c:pt idx="5029">
                  <c:v>43934</c:v>
                </c:pt>
                <c:pt idx="5030">
                  <c:v>43935</c:v>
                </c:pt>
                <c:pt idx="5031">
                  <c:v>43936</c:v>
                </c:pt>
                <c:pt idx="5032">
                  <c:v>43937</c:v>
                </c:pt>
                <c:pt idx="5033">
                  <c:v>43938</c:v>
                </c:pt>
                <c:pt idx="5034">
                  <c:v>43941</c:v>
                </c:pt>
                <c:pt idx="5035">
                  <c:v>43942</c:v>
                </c:pt>
                <c:pt idx="5036">
                  <c:v>43943</c:v>
                </c:pt>
                <c:pt idx="5037">
                  <c:v>43944</c:v>
                </c:pt>
                <c:pt idx="5038">
                  <c:v>43945</c:v>
                </c:pt>
                <c:pt idx="5039">
                  <c:v>43948</c:v>
                </c:pt>
                <c:pt idx="5040">
                  <c:v>43949</c:v>
                </c:pt>
                <c:pt idx="5041">
                  <c:v>43950</c:v>
                </c:pt>
                <c:pt idx="5042">
                  <c:v>43951</c:v>
                </c:pt>
                <c:pt idx="5043">
                  <c:v>43952</c:v>
                </c:pt>
                <c:pt idx="5044">
                  <c:v>43955</c:v>
                </c:pt>
                <c:pt idx="5045">
                  <c:v>43956</c:v>
                </c:pt>
                <c:pt idx="5046">
                  <c:v>43957</c:v>
                </c:pt>
                <c:pt idx="5047">
                  <c:v>43958</c:v>
                </c:pt>
                <c:pt idx="5048">
                  <c:v>43959</c:v>
                </c:pt>
                <c:pt idx="5049">
                  <c:v>43962</c:v>
                </c:pt>
                <c:pt idx="5050">
                  <c:v>43963</c:v>
                </c:pt>
                <c:pt idx="5051">
                  <c:v>43964</c:v>
                </c:pt>
                <c:pt idx="5052">
                  <c:v>43965</c:v>
                </c:pt>
                <c:pt idx="5053">
                  <c:v>43966</c:v>
                </c:pt>
                <c:pt idx="5054">
                  <c:v>43969</c:v>
                </c:pt>
                <c:pt idx="5055">
                  <c:v>43970</c:v>
                </c:pt>
                <c:pt idx="5056">
                  <c:v>43971</c:v>
                </c:pt>
                <c:pt idx="5057">
                  <c:v>43972</c:v>
                </c:pt>
                <c:pt idx="5058">
                  <c:v>43973</c:v>
                </c:pt>
                <c:pt idx="5059">
                  <c:v>43976</c:v>
                </c:pt>
                <c:pt idx="5060">
                  <c:v>43977</c:v>
                </c:pt>
                <c:pt idx="5061">
                  <c:v>43978</c:v>
                </c:pt>
                <c:pt idx="5062">
                  <c:v>43979</c:v>
                </c:pt>
                <c:pt idx="5063">
                  <c:v>43980</c:v>
                </c:pt>
                <c:pt idx="5064">
                  <c:v>43983</c:v>
                </c:pt>
                <c:pt idx="5065">
                  <c:v>43984</c:v>
                </c:pt>
                <c:pt idx="5066">
                  <c:v>43985</c:v>
                </c:pt>
                <c:pt idx="5067">
                  <c:v>43986</c:v>
                </c:pt>
                <c:pt idx="5068">
                  <c:v>43987</c:v>
                </c:pt>
                <c:pt idx="5069">
                  <c:v>43990</c:v>
                </c:pt>
                <c:pt idx="5070">
                  <c:v>43991</c:v>
                </c:pt>
                <c:pt idx="5071">
                  <c:v>43992</c:v>
                </c:pt>
                <c:pt idx="5072">
                  <c:v>43993</c:v>
                </c:pt>
                <c:pt idx="5073">
                  <c:v>43994</c:v>
                </c:pt>
                <c:pt idx="5074">
                  <c:v>43997</c:v>
                </c:pt>
                <c:pt idx="5075">
                  <c:v>43998</c:v>
                </c:pt>
                <c:pt idx="5076">
                  <c:v>43999</c:v>
                </c:pt>
                <c:pt idx="5077">
                  <c:v>44000</c:v>
                </c:pt>
                <c:pt idx="5078">
                  <c:v>44001</c:v>
                </c:pt>
                <c:pt idx="5079">
                  <c:v>44004</c:v>
                </c:pt>
                <c:pt idx="5080">
                  <c:v>44005</c:v>
                </c:pt>
                <c:pt idx="5081">
                  <c:v>44006</c:v>
                </c:pt>
                <c:pt idx="5082">
                  <c:v>44007</c:v>
                </c:pt>
                <c:pt idx="5083">
                  <c:v>44008</c:v>
                </c:pt>
                <c:pt idx="5084">
                  <c:v>44011</c:v>
                </c:pt>
                <c:pt idx="5085">
                  <c:v>44012</c:v>
                </c:pt>
                <c:pt idx="5086">
                  <c:v>44013</c:v>
                </c:pt>
                <c:pt idx="5087">
                  <c:v>44014</c:v>
                </c:pt>
                <c:pt idx="5088">
                  <c:v>44015</c:v>
                </c:pt>
                <c:pt idx="5089">
                  <c:v>44018</c:v>
                </c:pt>
                <c:pt idx="5090">
                  <c:v>44019</c:v>
                </c:pt>
                <c:pt idx="5091">
                  <c:v>44020</c:v>
                </c:pt>
                <c:pt idx="5092">
                  <c:v>44021</c:v>
                </c:pt>
                <c:pt idx="5093">
                  <c:v>44022</c:v>
                </c:pt>
                <c:pt idx="5094">
                  <c:v>44025</c:v>
                </c:pt>
                <c:pt idx="5095">
                  <c:v>44026</c:v>
                </c:pt>
                <c:pt idx="5096">
                  <c:v>44027</c:v>
                </c:pt>
                <c:pt idx="5097">
                  <c:v>44028</c:v>
                </c:pt>
                <c:pt idx="5098">
                  <c:v>44029</c:v>
                </c:pt>
                <c:pt idx="5099">
                  <c:v>44032</c:v>
                </c:pt>
                <c:pt idx="5100">
                  <c:v>44033</c:v>
                </c:pt>
                <c:pt idx="5101">
                  <c:v>44034</c:v>
                </c:pt>
                <c:pt idx="5102">
                  <c:v>44035</c:v>
                </c:pt>
                <c:pt idx="5103">
                  <c:v>44036</c:v>
                </c:pt>
                <c:pt idx="5104">
                  <c:v>44039</c:v>
                </c:pt>
                <c:pt idx="5105">
                  <c:v>44040</c:v>
                </c:pt>
                <c:pt idx="5106">
                  <c:v>44041</c:v>
                </c:pt>
                <c:pt idx="5107">
                  <c:v>44042</c:v>
                </c:pt>
                <c:pt idx="5108">
                  <c:v>44043</c:v>
                </c:pt>
                <c:pt idx="5109">
                  <c:v>44046</c:v>
                </c:pt>
                <c:pt idx="5110">
                  <c:v>44047</c:v>
                </c:pt>
                <c:pt idx="5111">
                  <c:v>44048</c:v>
                </c:pt>
                <c:pt idx="5112">
                  <c:v>44049</c:v>
                </c:pt>
                <c:pt idx="5113">
                  <c:v>44050</c:v>
                </c:pt>
                <c:pt idx="5114">
                  <c:v>44053</c:v>
                </c:pt>
                <c:pt idx="5115">
                  <c:v>44054</c:v>
                </c:pt>
                <c:pt idx="5116">
                  <c:v>44055</c:v>
                </c:pt>
                <c:pt idx="5117">
                  <c:v>44056</c:v>
                </c:pt>
                <c:pt idx="5118">
                  <c:v>44057</c:v>
                </c:pt>
                <c:pt idx="5119">
                  <c:v>44060</c:v>
                </c:pt>
                <c:pt idx="5120">
                  <c:v>44061</c:v>
                </c:pt>
                <c:pt idx="5121">
                  <c:v>44062</c:v>
                </c:pt>
                <c:pt idx="5122">
                  <c:v>44063</c:v>
                </c:pt>
                <c:pt idx="5123">
                  <c:v>44064</c:v>
                </c:pt>
                <c:pt idx="5124">
                  <c:v>44067</c:v>
                </c:pt>
                <c:pt idx="5125">
                  <c:v>44068</c:v>
                </c:pt>
                <c:pt idx="5126">
                  <c:v>44069</c:v>
                </c:pt>
                <c:pt idx="5127">
                  <c:v>44070</c:v>
                </c:pt>
                <c:pt idx="5128">
                  <c:v>44071</c:v>
                </c:pt>
                <c:pt idx="5129">
                  <c:v>44074</c:v>
                </c:pt>
                <c:pt idx="5130">
                  <c:v>44075</c:v>
                </c:pt>
                <c:pt idx="5131">
                  <c:v>44076</c:v>
                </c:pt>
                <c:pt idx="5132">
                  <c:v>44077</c:v>
                </c:pt>
                <c:pt idx="5133">
                  <c:v>44078</c:v>
                </c:pt>
                <c:pt idx="5134">
                  <c:v>44081</c:v>
                </c:pt>
                <c:pt idx="5135">
                  <c:v>44082</c:v>
                </c:pt>
                <c:pt idx="5136">
                  <c:v>44083</c:v>
                </c:pt>
                <c:pt idx="5137">
                  <c:v>44084</c:v>
                </c:pt>
                <c:pt idx="5138">
                  <c:v>44085</c:v>
                </c:pt>
                <c:pt idx="5139">
                  <c:v>44088</c:v>
                </c:pt>
                <c:pt idx="5140">
                  <c:v>44089</c:v>
                </c:pt>
                <c:pt idx="5141">
                  <c:v>44090</c:v>
                </c:pt>
                <c:pt idx="5142">
                  <c:v>44091</c:v>
                </c:pt>
                <c:pt idx="5143">
                  <c:v>44092</c:v>
                </c:pt>
                <c:pt idx="5144">
                  <c:v>44095</c:v>
                </c:pt>
                <c:pt idx="5145">
                  <c:v>44096</c:v>
                </c:pt>
                <c:pt idx="5146">
                  <c:v>44097</c:v>
                </c:pt>
                <c:pt idx="5147">
                  <c:v>44098</c:v>
                </c:pt>
                <c:pt idx="5148">
                  <c:v>44099</c:v>
                </c:pt>
                <c:pt idx="5149">
                  <c:v>44102</c:v>
                </c:pt>
                <c:pt idx="5150">
                  <c:v>44103</c:v>
                </c:pt>
                <c:pt idx="5151">
                  <c:v>44104</c:v>
                </c:pt>
                <c:pt idx="5152">
                  <c:v>44105</c:v>
                </c:pt>
                <c:pt idx="5153">
                  <c:v>44106</c:v>
                </c:pt>
                <c:pt idx="5154">
                  <c:v>44109</c:v>
                </c:pt>
                <c:pt idx="5155">
                  <c:v>44110</c:v>
                </c:pt>
                <c:pt idx="5156">
                  <c:v>44111</c:v>
                </c:pt>
                <c:pt idx="5157">
                  <c:v>44112</c:v>
                </c:pt>
                <c:pt idx="5158">
                  <c:v>44113</c:v>
                </c:pt>
                <c:pt idx="5159">
                  <c:v>44116</c:v>
                </c:pt>
                <c:pt idx="5160">
                  <c:v>44117</c:v>
                </c:pt>
                <c:pt idx="5161">
                  <c:v>44118</c:v>
                </c:pt>
                <c:pt idx="5162">
                  <c:v>44119</c:v>
                </c:pt>
                <c:pt idx="5163">
                  <c:v>44120</c:v>
                </c:pt>
                <c:pt idx="5164">
                  <c:v>44123</c:v>
                </c:pt>
                <c:pt idx="5165">
                  <c:v>44124</c:v>
                </c:pt>
                <c:pt idx="5166">
                  <c:v>44125</c:v>
                </c:pt>
                <c:pt idx="5167">
                  <c:v>44126</c:v>
                </c:pt>
                <c:pt idx="5168">
                  <c:v>44127</c:v>
                </c:pt>
                <c:pt idx="5169">
                  <c:v>44130</c:v>
                </c:pt>
                <c:pt idx="5170">
                  <c:v>44131</c:v>
                </c:pt>
                <c:pt idx="5171">
                  <c:v>44132</c:v>
                </c:pt>
                <c:pt idx="5172">
                  <c:v>44133</c:v>
                </c:pt>
                <c:pt idx="5173">
                  <c:v>44134</c:v>
                </c:pt>
                <c:pt idx="5174">
                  <c:v>44137</c:v>
                </c:pt>
                <c:pt idx="5175">
                  <c:v>44138</c:v>
                </c:pt>
                <c:pt idx="5176">
                  <c:v>44139</c:v>
                </c:pt>
                <c:pt idx="5177">
                  <c:v>44140</c:v>
                </c:pt>
                <c:pt idx="5178">
                  <c:v>44141</c:v>
                </c:pt>
                <c:pt idx="5179">
                  <c:v>44144</c:v>
                </c:pt>
                <c:pt idx="5180">
                  <c:v>44145</c:v>
                </c:pt>
                <c:pt idx="5181">
                  <c:v>44146</c:v>
                </c:pt>
                <c:pt idx="5182">
                  <c:v>44147</c:v>
                </c:pt>
                <c:pt idx="5183">
                  <c:v>44148</c:v>
                </c:pt>
                <c:pt idx="5184">
                  <c:v>44151</c:v>
                </c:pt>
                <c:pt idx="5185">
                  <c:v>44152</c:v>
                </c:pt>
                <c:pt idx="5186">
                  <c:v>44153</c:v>
                </c:pt>
                <c:pt idx="5187">
                  <c:v>44154</c:v>
                </c:pt>
                <c:pt idx="5188">
                  <c:v>44155</c:v>
                </c:pt>
                <c:pt idx="5189">
                  <c:v>44158</c:v>
                </c:pt>
                <c:pt idx="5190">
                  <c:v>44159</c:v>
                </c:pt>
                <c:pt idx="5191">
                  <c:v>44160</c:v>
                </c:pt>
                <c:pt idx="5192">
                  <c:v>44161</c:v>
                </c:pt>
                <c:pt idx="5193">
                  <c:v>44162</c:v>
                </c:pt>
                <c:pt idx="5194">
                  <c:v>44165</c:v>
                </c:pt>
                <c:pt idx="5195">
                  <c:v>44166</c:v>
                </c:pt>
                <c:pt idx="5196">
                  <c:v>44167</c:v>
                </c:pt>
                <c:pt idx="5197">
                  <c:v>44168</c:v>
                </c:pt>
                <c:pt idx="5198">
                  <c:v>44169</c:v>
                </c:pt>
                <c:pt idx="5199">
                  <c:v>44172</c:v>
                </c:pt>
                <c:pt idx="5200">
                  <c:v>44173</c:v>
                </c:pt>
                <c:pt idx="5201">
                  <c:v>44174</c:v>
                </c:pt>
                <c:pt idx="5202">
                  <c:v>44175</c:v>
                </c:pt>
                <c:pt idx="5203">
                  <c:v>44176</c:v>
                </c:pt>
                <c:pt idx="5204">
                  <c:v>44179</c:v>
                </c:pt>
                <c:pt idx="5205">
                  <c:v>44180</c:v>
                </c:pt>
                <c:pt idx="5206">
                  <c:v>44181</c:v>
                </c:pt>
                <c:pt idx="5207">
                  <c:v>44182</c:v>
                </c:pt>
                <c:pt idx="5208">
                  <c:v>44183</c:v>
                </c:pt>
                <c:pt idx="5209">
                  <c:v>44186</c:v>
                </c:pt>
                <c:pt idx="5210">
                  <c:v>44187</c:v>
                </c:pt>
                <c:pt idx="5211">
                  <c:v>44188</c:v>
                </c:pt>
                <c:pt idx="5212">
                  <c:v>44189</c:v>
                </c:pt>
                <c:pt idx="5213">
                  <c:v>44190</c:v>
                </c:pt>
                <c:pt idx="5214">
                  <c:v>44193</c:v>
                </c:pt>
                <c:pt idx="5215">
                  <c:v>44194</c:v>
                </c:pt>
                <c:pt idx="5216">
                  <c:v>44195</c:v>
                </c:pt>
                <c:pt idx="5217">
                  <c:v>44196</c:v>
                </c:pt>
                <c:pt idx="5218">
                  <c:v>44197</c:v>
                </c:pt>
                <c:pt idx="5219">
                  <c:v>44200</c:v>
                </c:pt>
                <c:pt idx="5220">
                  <c:v>44201</c:v>
                </c:pt>
                <c:pt idx="5221">
                  <c:v>44202</c:v>
                </c:pt>
                <c:pt idx="5222">
                  <c:v>44203</c:v>
                </c:pt>
                <c:pt idx="5223">
                  <c:v>44204</c:v>
                </c:pt>
                <c:pt idx="5224">
                  <c:v>44207</c:v>
                </c:pt>
                <c:pt idx="5225">
                  <c:v>44208</c:v>
                </c:pt>
                <c:pt idx="5226">
                  <c:v>44209</c:v>
                </c:pt>
                <c:pt idx="5227">
                  <c:v>44210</c:v>
                </c:pt>
                <c:pt idx="5228">
                  <c:v>44211</c:v>
                </c:pt>
                <c:pt idx="5229">
                  <c:v>44214</c:v>
                </c:pt>
                <c:pt idx="5230">
                  <c:v>44215</c:v>
                </c:pt>
                <c:pt idx="5231">
                  <c:v>44216</c:v>
                </c:pt>
                <c:pt idx="5232">
                  <c:v>44217</c:v>
                </c:pt>
                <c:pt idx="5233">
                  <c:v>44218</c:v>
                </c:pt>
                <c:pt idx="5234">
                  <c:v>44221</c:v>
                </c:pt>
                <c:pt idx="5235">
                  <c:v>44222</c:v>
                </c:pt>
                <c:pt idx="5236">
                  <c:v>44223</c:v>
                </c:pt>
                <c:pt idx="5237">
                  <c:v>44224</c:v>
                </c:pt>
                <c:pt idx="5238">
                  <c:v>44225</c:v>
                </c:pt>
                <c:pt idx="5239">
                  <c:v>44228</c:v>
                </c:pt>
                <c:pt idx="5240">
                  <c:v>44229</c:v>
                </c:pt>
                <c:pt idx="5241">
                  <c:v>44230</c:v>
                </c:pt>
                <c:pt idx="5242">
                  <c:v>44231</c:v>
                </c:pt>
                <c:pt idx="5243">
                  <c:v>44232</c:v>
                </c:pt>
                <c:pt idx="5244">
                  <c:v>44235</c:v>
                </c:pt>
                <c:pt idx="5245">
                  <c:v>44236</c:v>
                </c:pt>
                <c:pt idx="5246">
                  <c:v>44237</c:v>
                </c:pt>
                <c:pt idx="5247">
                  <c:v>44238</c:v>
                </c:pt>
                <c:pt idx="5248">
                  <c:v>44239</c:v>
                </c:pt>
                <c:pt idx="5249">
                  <c:v>44242</c:v>
                </c:pt>
                <c:pt idx="5250">
                  <c:v>44243</c:v>
                </c:pt>
                <c:pt idx="5251">
                  <c:v>44244</c:v>
                </c:pt>
                <c:pt idx="5252">
                  <c:v>44245</c:v>
                </c:pt>
                <c:pt idx="5253">
                  <c:v>44246</c:v>
                </c:pt>
                <c:pt idx="5254">
                  <c:v>44249</c:v>
                </c:pt>
                <c:pt idx="5255">
                  <c:v>44250</c:v>
                </c:pt>
                <c:pt idx="5256">
                  <c:v>44251</c:v>
                </c:pt>
                <c:pt idx="5257">
                  <c:v>44252</c:v>
                </c:pt>
                <c:pt idx="5258">
                  <c:v>44253</c:v>
                </c:pt>
                <c:pt idx="5259">
                  <c:v>44256</c:v>
                </c:pt>
                <c:pt idx="5260">
                  <c:v>44257</c:v>
                </c:pt>
                <c:pt idx="5261">
                  <c:v>44258</c:v>
                </c:pt>
                <c:pt idx="5262">
                  <c:v>44259</c:v>
                </c:pt>
                <c:pt idx="5263">
                  <c:v>44260</c:v>
                </c:pt>
                <c:pt idx="5264">
                  <c:v>44263</c:v>
                </c:pt>
                <c:pt idx="5265">
                  <c:v>44264</c:v>
                </c:pt>
                <c:pt idx="5266">
                  <c:v>44265</c:v>
                </c:pt>
                <c:pt idx="5267">
                  <c:v>44266</c:v>
                </c:pt>
                <c:pt idx="5268">
                  <c:v>44267</c:v>
                </c:pt>
                <c:pt idx="5269">
                  <c:v>44270</c:v>
                </c:pt>
                <c:pt idx="5270">
                  <c:v>44271</c:v>
                </c:pt>
                <c:pt idx="5271">
                  <c:v>44272</c:v>
                </c:pt>
                <c:pt idx="5272">
                  <c:v>44273</c:v>
                </c:pt>
                <c:pt idx="5273">
                  <c:v>44274</c:v>
                </c:pt>
                <c:pt idx="5274">
                  <c:v>44277</c:v>
                </c:pt>
                <c:pt idx="5275">
                  <c:v>44278</c:v>
                </c:pt>
                <c:pt idx="5276">
                  <c:v>44279</c:v>
                </c:pt>
                <c:pt idx="5277">
                  <c:v>44280</c:v>
                </c:pt>
                <c:pt idx="5278">
                  <c:v>44281</c:v>
                </c:pt>
                <c:pt idx="5279">
                  <c:v>44284</c:v>
                </c:pt>
                <c:pt idx="5280">
                  <c:v>44285</c:v>
                </c:pt>
                <c:pt idx="5281">
                  <c:v>44286</c:v>
                </c:pt>
                <c:pt idx="5282">
                  <c:v>44287</c:v>
                </c:pt>
                <c:pt idx="5283">
                  <c:v>44288</c:v>
                </c:pt>
                <c:pt idx="5284">
                  <c:v>44291</c:v>
                </c:pt>
                <c:pt idx="5285">
                  <c:v>44292</c:v>
                </c:pt>
                <c:pt idx="5286">
                  <c:v>44293</c:v>
                </c:pt>
                <c:pt idx="5287">
                  <c:v>44294</c:v>
                </c:pt>
                <c:pt idx="5288">
                  <c:v>44295</c:v>
                </c:pt>
                <c:pt idx="5289">
                  <c:v>44298</c:v>
                </c:pt>
                <c:pt idx="5290">
                  <c:v>44299</c:v>
                </c:pt>
                <c:pt idx="5291">
                  <c:v>44300</c:v>
                </c:pt>
                <c:pt idx="5292">
                  <c:v>44301</c:v>
                </c:pt>
                <c:pt idx="5293">
                  <c:v>44302</c:v>
                </c:pt>
                <c:pt idx="5294">
                  <c:v>44305</c:v>
                </c:pt>
                <c:pt idx="5295">
                  <c:v>44306</c:v>
                </c:pt>
                <c:pt idx="5296">
                  <c:v>44307</c:v>
                </c:pt>
                <c:pt idx="5297">
                  <c:v>44308</c:v>
                </c:pt>
                <c:pt idx="5298">
                  <c:v>44309</c:v>
                </c:pt>
                <c:pt idx="5299">
                  <c:v>44312</c:v>
                </c:pt>
                <c:pt idx="5300">
                  <c:v>44313</c:v>
                </c:pt>
                <c:pt idx="5301">
                  <c:v>44314</c:v>
                </c:pt>
                <c:pt idx="5302">
                  <c:v>44315</c:v>
                </c:pt>
                <c:pt idx="5303">
                  <c:v>44316</c:v>
                </c:pt>
                <c:pt idx="5304">
                  <c:v>44319</c:v>
                </c:pt>
                <c:pt idx="5305">
                  <c:v>44320</c:v>
                </c:pt>
                <c:pt idx="5306">
                  <c:v>44321</c:v>
                </c:pt>
                <c:pt idx="5307">
                  <c:v>44322</c:v>
                </c:pt>
                <c:pt idx="5308">
                  <c:v>44323</c:v>
                </c:pt>
                <c:pt idx="5309">
                  <c:v>44326</c:v>
                </c:pt>
                <c:pt idx="5310">
                  <c:v>44327</c:v>
                </c:pt>
                <c:pt idx="5311">
                  <c:v>44328</c:v>
                </c:pt>
                <c:pt idx="5312">
                  <c:v>44329</c:v>
                </c:pt>
                <c:pt idx="5313">
                  <c:v>44330</c:v>
                </c:pt>
                <c:pt idx="5314">
                  <c:v>44333</c:v>
                </c:pt>
                <c:pt idx="5315">
                  <c:v>44334</c:v>
                </c:pt>
                <c:pt idx="5316">
                  <c:v>44335</c:v>
                </c:pt>
                <c:pt idx="5317">
                  <c:v>44336</c:v>
                </c:pt>
                <c:pt idx="5318">
                  <c:v>44337</c:v>
                </c:pt>
                <c:pt idx="5319">
                  <c:v>44340</c:v>
                </c:pt>
                <c:pt idx="5320">
                  <c:v>44341</c:v>
                </c:pt>
                <c:pt idx="5321">
                  <c:v>44342</c:v>
                </c:pt>
                <c:pt idx="5322">
                  <c:v>44343</c:v>
                </c:pt>
                <c:pt idx="5323">
                  <c:v>44344</c:v>
                </c:pt>
                <c:pt idx="5324">
                  <c:v>44347</c:v>
                </c:pt>
                <c:pt idx="5325">
                  <c:v>44348</c:v>
                </c:pt>
                <c:pt idx="5326">
                  <c:v>44349</c:v>
                </c:pt>
                <c:pt idx="5327">
                  <c:v>44350</c:v>
                </c:pt>
                <c:pt idx="5328">
                  <c:v>44351</c:v>
                </c:pt>
                <c:pt idx="5329">
                  <c:v>44354</c:v>
                </c:pt>
                <c:pt idx="5330">
                  <c:v>44355</c:v>
                </c:pt>
                <c:pt idx="5331">
                  <c:v>44356</c:v>
                </c:pt>
                <c:pt idx="5332">
                  <c:v>44357</c:v>
                </c:pt>
                <c:pt idx="5333">
                  <c:v>44358</c:v>
                </c:pt>
                <c:pt idx="5334">
                  <c:v>44361</c:v>
                </c:pt>
                <c:pt idx="5335">
                  <c:v>44362</c:v>
                </c:pt>
                <c:pt idx="5336">
                  <c:v>44363</c:v>
                </c:pt>
                <c:pt idx="5337">
                  <c:v>44364</c:v>
                </c:pt>
                <c:pt idx="5338">
                  <c:v>44365</c:v>
                </c:pt>
                <c:pt idx="5339">
                  <c:v>44368</c:v>
                </c:pt>
                <c:pt idx="5340">
                  <c:v>44369</c:v>
                </c:pt>
                <c:pt idx="5341">
                  <c:v>44370</c:v>
                </c:pt>
                <c:pt idx="5342">
                  <c:v>44371</c:v>
                </c:pt>
                <c:pt idx="5343">
                  <c:v>44372</c:v>
                </c:pt>
                <c:pt idx="5344">
                  <c:v>44375</c:v>
                </c:pt>
                <c:pt idx="5345">
                  <c:v>44376</c:v>
                </c:pt>
                <c:pt idx="5346">
                  <c:v>44377</c:v>
                </c:pt>
                <c:pt idx="5347">
                  <c:v>44378</c:v>
                </c:pt>
                <c:pt idx="5348">
                  <c:v>44379</c:v>
                </c:pt>
                <c:pt idx="5349">
                  <c:v>44382</c:v>
                </c:pt>
                <c:pt idx="5350">
                  <c:v>44383</c:v>
                </c:pt>
                <c:pt idx="5351">
                  <c:v>44384</c:v>
                </c:pt>
                <c:pt idx="5352">
                  <c:v>44385</c:v>
                </c:pt>
                <c:pt idx="5353">
                  <c:v>44386</c:v>
                </c:pt>
                <c:pt idx="5354">
                  <c:v>44389</c:v>
                </c:pt>
                <c:pt idx="5355">
                  <c:v>44390</c:v>
                </c:pt>
                <c:pt idx="5356">
                  <c:v>44391</c:v>
                </c:pt>
                <c:pt idx="5357">
                  <c:v>44392</c:v>
                </c:pt>
                <c:pt idx="5358">
                  <c:v>44393</c:v>
                </c:pt>
                <c:pt idx="5359">
                  <c:v>44396</c:v>
                </c:pt>
                <c:pt idx="5360">
                  <c:v>44397</c:v>
                </c:pt>
                <c:pt idx="5361">
                  <c:v>44398</c:v>
                </c:pt>
                <c:pt idx="5362">
                  <c:v>44399</c:v>
                </c:pt>
                <c:pt idx="5363">
                  <c:v>44400</c:v>
                </c:pt>
                <c:pt idx="5364">
                  <c:v>44403</c:v>
                </c:pt>
                <c:pt idx="5365">
                  <c:v>44404</c:v>
                </c:pt>
                <c:pt idx="5366">
                  <c:v>44405</c:v>
                </c:pt>
                <c:pt idx="5367">
                  <c:v>44406</c:v>
                </c:pt>
                <c:pt idx="5368">
                  <c:v>44407</c:v>
                </c:pt>
                <c:pt idx="5369">
                  <c:v>44410</c:v>
                </c:pt>
                <c:pt idx="5370">
                  <c:v>44411</c:v>
                </c:pt>
                <c:pt idx="5371">
                  <c:v>44412</c:v>
                </c:pt>
                <c:pt idx="5372">
                  <c:v>44413</c:v>
                </c:pt>
                <c:pt idx="5373">
                  <c:v>44414</c:v>
                </c:pt>
                <c:pt idx="5374">
                  <c:v>44417</c:v>
                </c:pt>
                <c:pt idx="5375">
                  <c:v>44418</c:v>
                </c:pt>
                <c:pt idx="5376">
                  <c:v>44419</c:v>
                </c:pt>
                <c:pt idx="5377">
                  <c:v>44420</c:v>
                </c:pt>
                <c:pt idx="5378">
                  <c:v>44421</c:v>
                </c:pt>
                <c:pt idx="5379">
                  <c:v>44424</c:v>
                </c:pt>
                <c:pt idx="5380">
                  <c:v>44425</c:v>
                </c:pt>
                <c:pt idx="5381">
                  <c:v>44426</c:v>
                </c:pt>
                <c:pt idx="5382">
                  <c:v>44427</c:v>
                </c:pt>
                <c:pt idx="5383">
                  <c:v>44428</c:v>
                </c:pt>
                <c:pt idx="5384">
                  <c:v>44431</c:v>
                </c:pt>
                <c:pt idx="5385">
                  <c:v>44432</c:v>
                </c:pt>
                <c:pt idx="5386">
                  <c:v>44433</c:v>
                </c:pt>
                <c:pt idx="5387">
                  <c:v>44434</c:v>
                </c:pt>
                <c:pt idx="5388">
                  <c:v>44435</c:v>
                </c:pt>
                <c:pt idx="5389">
                  <c:v>44438</c:v>
                </c:pt>
                <c:pt idx="5390">
                  <c:v>44439</c:v>
                </c:pt>
                <c:pt idx="5391">
                  <c:v>44440</c:v>
                </c:pt>
                <c:pt idx="5392">
                  <c:v>44441</c:v>
                </c:pt>
                <c:pt idx="5393">
                  <c:v>44442</c:v>
                </c:pt>
                <c:pt idx="5394">
                  <c:v>44445</c:v>
                </c:pt>
                <c:pt idx="5395">
                  <c:v>44446</c:v>
                </c:pt>
                <c:pt idx="5396">
                  <c:v>44447</c:v>
                </c:pt>
                <c:pt idx="5397">
                  <c:v>44448</c:v>
                </c:pt>
                <c:pt idx="5398">
                  <c:v>44449</c:v>
                </c:pt>
                <c:pt idx="5399">
                  <c:v>44452</c:v>
                </c:pt>
                <c:pt idx="5400">
                  <c:v>44453</c:v>
                </c:pt>
                <c:pt idx="5401">
                  <c:v>44454</c:v>
                </c:pt>
                <c:pt idx="5402">
                  <c:v>44455</c:v>
                </c:pt>
                <c:pt idx="5403">
                  <c:v>44456</c:v>
                </c:pt>
                <c:pt idx="5404">
                  <c:v>44459</c:v>
                </c:pt>
                <c:pt idx="5405">
                  <c:v>44460</c:v>
                </c:pt>
                <c:pt idx="5406">
                  <c:v>44461</c:v>
                </c:pt>
                <c:pt idx="5407">
                  <c:v>44462</c:v>
                </c:pt>
                <c:pt idx="5408">
                  <c:v>44463</c:v>
                </c:pt>
                <c:pt idx="5409">
                  <c:v>44466</c:v>
                </c:pt>
                <c:pt idx="5410">
                  <c:v>44467</c:v>
                </c:pt>
                <c:pt idx="5411">
                  <c:v>44468</c:v>
                </c:pt>
                <c:pt idx="5412">
                  <c:v>44469</c:v>
                </c:pt>
                <c:pt idx="5413">
                  <c:v>44470</c:v>
                </c:pt>
                <c:pt idx="5414">
                  <c:v>44473</c:v>
                </c:pt>
                <c:pt idx="5415">
                  <c:v>44474</c:v>
                </c:pt>
                <c:pt idx="5416">
                  <c:v>44475</c:v>
                </c:pt>
                <c:pt idx="5417">
                  <c:v>44476</c:v>
                </c:pt>
                <c:pt idx="5418">
                  <c:v>44477</c:v>
                </c:pt>
                <c:pt idx="5419">
                  <c:v>44480</c:v>
                </c:pt>
                <c:pt idx="5420">
                  <c:v>44481</c:v>
                </c:pt>
                <c:pt idx="5421">
                  <c:v>44482</c:v>
                </c:pt>
                <c:pt idx="5422">
                  <c:v>44483</c:v>
                </c:pt>
                <c:pt idx="5423">
                  <c:v>44484</c:v>
                </c:pt>
                <c:pt idx="5424">
                  <c:v>44487</c:v>
                </c:pt>
                <c:pt idx="5425">
                  <c:v>44488</c:v>
                </c:pt>
                <c:pt idx="5426">
                  <c:v>44489</c:v>
                </c:pt>
                <c:pt idx="5427">
                  <c:v>44490</c:v>
                </c:pt>
                <c:pt idx="5428">
                  <c:v>44491</c:v>
                </c:pt>
                <c:pt idx="5429">
                  <c:v>44494</c:v>
                </c:pt>
                <c:pt idx="5430">
                  <c:v>44495</c:v>
                </c:pt>
                <c:pt idx="5431">
                  <c:v>44496</c:v>
                </c:pt>
                <c:pt idx="5432">
                  <c:v>44497</c:v>
                </c:pt>
                <c:pt idx="5433">
                  <c:v>44498</c:v>
                </c:pt>
                <c:pt idx="5434">
                  <c:v>44501</c:v>
                </c:pt>
                <c:pt idx="5435">
                  <c:v>44502</c:v>
                </c:pt>
                <c:pt idx="5436">
                  <c:v>44503</c:v>
                </c:pt>
                <c:pt idx="5437">
                  <c:v>44504</c:v>
                </c:pt>
                <c:pt idx="5438">
                  <c:v>44505</c:v>
                </c:pt>
                <c:pt idx="5439">
                  <c:v>44508</c:v>
                </c:pt>
                <c:pt idx="5440">
                  <c:v>44509</c:v>
                </c:pt>
                <c:pt idx="5441">
                  <c:v>44510</c:v>
                </c:pt>
                <c:pt idx="5442">
                  <c:v>44511</c:v>
                </c:pt>
                <c:pt idx="5443">
                  <c:v>44512</c:v>
                </c:pt>
                <c:pt idx="5444">
                  <c:v>44515</c:v>
                </c:pt>
                <c:pt idx="5445">
                  <c:v>44516</c:v>
                </c:pt>
                <c:pt idx="5446">
                  <c:v>44517</c:v>
                </c:pt>
                <c:pt idx="5447">
                  <c:v>44518</c:v>
                </c:pt>
                <c:pt idx="5448">
                  <c:v>44519</c:v>
                </c:pt>
                <c:pt idx="5449">
                  <c:v>44522</c:v>
                </c:pt>
                <c:pt idx="5450">
                  <c:v>44523</c:v>
                </c:pt>
                <c:pt idx="5451">
                  <c:v>44524</c:v>
                </c:pt>
                <c:pt idx="5452">
                  <c:v>44525</c:v>
                </c:pt>
                <c:pt idx="5453">
                  <c:v>44526</c:v>
                </c:pt>
                <c:pt idx="5454">
                  <c:v>44529</c:v>
                </c:pt>
                <c:pt idx="5455">
                  <c:v>44530</c:v>
                </c:pt>
                <c:pt idx="5456">
                  <c:v>44531</c:v>
                </c:pt>
                <c:pt idx="5457">
                  <c:v>44532</c:v>
                </c:pt>
                <c:pt idx="5458">
                  <c:v>44533</c:v>
                </c:pt>
                <c:pt idx="5459">
                  <c:v>44536</c:v>
                </c:pt>
                <c:pt idx="5460">
                  <c:v>44537</c:v>
                </c:pt>
                <c:pt idx="5461">
                  <c:v>44538</c:v>
                </c:pt>
                <c:pt idx="5462">
                  <c:v>44539</c:v>
                </c:pt>
                <c:pt idx="5463">
                  <c:v>44540</c:v>
                </c:pt>
                <c:pt idx="5464">
                  <c:v>44543</c:v>
                </c:pt>
                <c:pt idx="5465">
                  <c:v>44544</c:v>
                </c:pt>
                <c:pt idx="5466">
                  <c:v>44545</c:v>
                </c:pt>
                <c:pt idx="5467">
                  <c:v>44546</c:v>
                </c:pt>
                <c:pt idx="5468">
                  <c:v>44547</c:v>
                </c:pt>
                <c:pt idx="5469">
                  <c:v>44550</c:v>
                </c:pt>
                <c:pt idx="5470">
                  <c:v>44551</c:v>
                </c:pt>
                <c:pt idx="5471">
                  <c:v>44552</c:v>
                </c:pt>
                <c:pt idx="5472">
                  <c:v>44553</c:v>
                </c:pt>
                <c:pt idx="5473">
                  <c:v>44554</c:v>
                </c:pt>
                <c:pt idx="5474">
                  <c:v>44557</c:v>
                </c:pt>
                <c:pt idx="5475">
                  <c:v>44558</c:v>
                </c:pt>
                <c:pt idx="5476">
                  <c:v>44559</c:v>
                </c:pt>
                <c:pt idx="5477">
                  <c:v>44560</c:v>
                </c:pt>
                <c:pt idx="5478">
                  <c:v>44561</c:v>
                </c:pt>
                <c:pt idx="5479">
                  <c:v>44564</c:v>
                </c:pt>
                <c:pt idx="5480">
                  <c:v>44565</c:v>
                </c:pt>
                <c:pt idx="5481">
                  <c:v>44566</c:v>
                </c:pt>
                <c:pt idx="5482">
                  <c:v>44567</c:v>
                </c:pt>
                <c:pt idx="5483">
                  <c:v>44568</c:v>
                </c:pt>
                <c:pt idx="5484">
                  <c:v>44571</c:v>
                </c:pt>
                <c:pt idx="5485">
                  <c:v>44572</c:v>
                </c:pt>
                <c:pt idx="5486">
                  <c:v>44573</c:v>
                </c:pt>
                <c:pt idx="5487">
                  <c:v>44574</c:v>
                </c:pt>
                <c:pt idx="5488">
                  <c:v>44575</c:v>
                </c:pt>
                <c:pt idx="5489">
                  <c:v>44578</c:v>
                </c:pt>
                <c:pt idx="5490">
                  <c:v>44579</c:v>
                </c:pt>
                <c:pt idx="5491">
                  <c:v>44580</c:v>
                </c:pt>
                <c:pt idx="5492">
                  <c:v>44581</c:v>
                </c:pt>
                <c:pt idx="5493">
                  <c:v>44582</c:v>
                </c:pt>
                <c:pt idx="5494">
                  <c:v>44585</c:v>
                </c:pt>
                <c:pt idx="5495">
                  <c:v>44586</c:v>
                </c:pt>
                <c:pt idx="5496">
                  <c:v>44587</c:v>
                </c:pt>
                <c:pt idx="5497">
                  <c:v>44588</c:v>
                </c:pt>
                <c:pt idx="5498">
                  <c:v>44589</c:v>
                </c:pt>
                <c:pt idx="5499">
                  <c:v>44592</c:v>
                </c:pt>
                <c:pt idx="5500">
                  <c:v>44593</c:v>
                </c:pt>
                <c:pt idx="5501">
                  <c:v>44594</c:v>
                </c:pt>
                <c:pt idx="5502">
                  <c:v>44595</c:v>
                </c:pt>
                <c:pt idx="5503">
                  <c:v>44596</c:v>
                </c:pt>
                <c:pt idx="5504">
                  <c:v>44599</c:v>
                </c:pt>
                <c:pt idx="5505">
                  <c:v>44600</c:v>
                </c:pt>
                <c:pt idx="5506">
                  <c:v>44601</c:v>
                </c:pt>
                <c:pt idx="5507">
                  <c:v>44602</c:v>
                </c:pt>
                <c:pt idx="5508">
                  <c:v>44603</c:v>
                </c:pt>
                <c:pt idx="5509">
                  <c:v>44606</c:v>
                </c:pt>
                <c:pt idx="5510">
                  <c:v>44607</c:v>
                </c:pt>
                <c:pt idx="5511">
                  <c:v>44608</c:v>
                </c:pt>
                <c:pt idx="5512">
                  <c:v>44609</c:v>
                </c:pt>
                <c:pt idx="5513">
                  <c:v>44610</c:v>
                </c:pt>
                <c:pt idx="5514">
                  <c:v>44613</c:v>
                </c:pt>
                <c:pt idx="5515">
                  <c:v>44614</c:v>
                </c:pt>
                <c:pt idx="5516">
                  <c:v>44615</c:v>
                </c:pt>
                <c:pt idx="5517">
                  <c:v>44616</c:v>
                </c:pt>
                <c:pt idx="5518">
                  <c:v>44617</c:v>
                </c:pt>
                <c:pt idx="5519">
                  <c:v>44620</c:v>
                </c:pt>
                <c:pt idx="5520">
                  <c:v>44621</c:v>
                </c:pt>
                <c:pt idx="5521">
                  <c:v>44622</c:v>
                </c:pt>
                <c:pt idx="5522">
                  <c:v>44623</c:v>
                </c:pt>
                <c:pt idx="5523">
                  <c:v>44624</c:v>
                </c:pt>
                <c:pt idx="5524">
                  <c:v>44627</c:v>
                </c:pt>
                <c:pt idx="5525">
                  <c:v>44628</c:v>
                </c:pt>
                <c:pt idx="5526">
                  <c:v>44629</c:v>
                </c:pt>
                <c:pt idx="5527">
                  <c:v>44630</c:v>
                </c:pt>
                <c:pt idx="5528">
                  <c:v>44631</c:v>
                </c:pt>
                <c:pt idx="5529">
                  <c:v>44634</c:v>
                </c:pt>
                <c:pt idx="5530">
                  <c:v>44635</c:v>
                </c:pt>
                <c:pt idx="5531">
                  <c:v>44636</c:v>
                </c:pt>
                <c:pt idx="5532">
                  <c:v>44637</c:v>
                </c:pt>
                <c:pt idx="5533">
                  <c:v>44638</c:v>
                </c:pt>
                <c:pt idx="5534">
                  <c:v>44641</c:v>
                </c:pt>
                <c:pt idx="5535">
                  <c:v>44642</c:v>
                </c:pt>
                <c:pt idx="5536">
                  <c:v>44643</c:v>
                </c:pt>
                <c:pt idx="5537">
                  <c:v>44644</c:v>
                </c:pt>
                <c:pt idx="5538">
                  <c:v>44645</c:v>
                </c:pt>
                <c:pt idx="5539">
                  <c:v>44648</c:v>
                </c:pt>
                <c:pt idx="5540">
                  <c:v>44649</c:v>
                </c:pt>
                <c:pt idx="5541">
                  <c:v>44650</c:v>
                </c:pt>
                <c:pt idx="5542">
                  <c:v>44651</c:v>
                </c:pt>
                <c:pt idx="5543">
                  <c:v>44652</c:v>
                </c:pt>
                <c:pt idx="5544">
                  <c:v>44655</c:v>
                </c:pt>
                <c:pt idx="5545">
                  <c:v>44656</c:v>
                </c:pt>
                <c:pt idx="5546">
                  <c:v>44657</c:v>
                </c:pt>
                <c:pt idx="5547">
                  <c:v>44658</c:v>
                </c:pt>
                <c:pt idx="5548">
                  <c:v>44659</c:v>
                </c:pt>
                <c:pt idx="5549">
                  <c:v>44662</c:v>
                </c:pt>
                <c:pt idx="5550">
                  <c:v>44663</c:v>
                </c:pt>
                <c:pt idx="5551">
                  <c:v>44664</c:v>
                </c:pt>
                <c:pt idx="5552">
                  <c:v>44665</c:v>
                </c:pt>
                <c:pt idx="5553">
                  <c:v>44666</c:v>
                </c:pt>
                <c:pt idx="5554">
                  <c:v>44669</c:v>
                </c:pt>
                <c:pt idx="5555">
                  <c:v>44670</c:v>
                </c:pt>
                <c:pt idx="5556">
                  <c:v>44671</c:v>
                </c:pt>
                <c:pt idx="5557">
                  <c:v>44672</c:v>
                </c:pt>
                <c:pt idx="5558">
                  <c:v>44673</c:v>
                </c:pt>
                <c:pt idx="5559">
                  <c:v>44676</c:v>
                </c:pt>
                <c:pt idx="5560">
                  <c:v>44677</c:v>
                </c:pt>
                <c:pt idx="5561">
                  <c:v>44678</c:v>
                </c:pt>
                <c:pt idx="5562">
                  <c:v>44679</c:v>
                </c:pt>
                <c:pt idx="5563">
                  <c:v>44680</c:v>
                </c:pt>
                <c:pt idx="5564">
                  <c:v>44683</c:v>
                </c:pt>
                <c:pt idx="5565">
                  <c:v>44684</c:v>
                </c:pt>
                <c:pt idx="5566">
                  <c:v>44685</c:v>
                </c:pt>
                <c:pt idx="5567">
                  <c:v>44686</c:v>
                </c:pt>
                <c:pt idx="5568">
                  <c:v>44687</c:v>
                </c:pt>
                <c:pt idx="5569">
                  <c:v>44690</c:v>
                </c:pt>
                <c:pt idx="5570">
                  <c:v>44691</c:v>
                </c:pt>
                <c:pt idx="5571">
                  <c:v>44692</c:v>
                </c:pt>
                <c:pt idx="5572">
                  <c:v>44693</c:v>
                </c:pt>
                <c:pt idx="5573">
                  <c:v>44694</c:v>
                </c:pt>
                <c:pt idx="5574">
                  <c:v>44697</c:v>
                </c:pt>
                <c:pt idx="5575">
                  <c:v>44698</c:v>
                </c:pt>
                <c:pt idx="5576">
                  <c:v>44699</c:v>
                </c:pt>
                <c:pt idx="5577">
                  <c:v>44700</c:v>
                </c:pt>
                <c:pt idx="5578">
                  <c:v>44701</c:v>
                </c:pt>
                <c:pt idx="5579">
                  <c:v>44704</c:v>
                </c:pt>
                <c:pt idx="5580">
                  <c:v>44705</c:v>
                </c:pt>
                <c:pt idx="5581">
                  <c:v>44706</c:v>
                </c:pt>
                <c:pt idx="5582">
                  <c:v>44707</c:v>
                </c:pt>
                <c:pt idx="5583">
                  <c:v>44708</c:v>
                </c:pt>
                <c:pt idx="5584">
                  <c:v>44711</c:v>
                </c:pt>
                <c:pt idx="5585">
                  <c:v>44712</c:v>
                </c:pt>
                <c:pt idx="5586">
                  <c:v>44713</c:v>
                </c:pt>
                <c:pt idx="5587">
                  <c:v>44714</c:v>
                </c:pt>
                <c:pt idx="5588">
                  <c:v>44715</c:v>
                </c:pt>
                <c:pt idx="5589">
                  <c:v>44718</c:v>
                </c:pt>
                <c:pt idx="5590">
                  <c:v>44719</c:v>
                </c:pt>
                <c:pt idx="5591">
                  <c:v>44720</c:v>
                </c:pt>
                <c:pt idx="5592">
                  <c:v>44721</c:v>
                </c:pt>
                <c:pt idx="5593">
                  <c:v>44722</c:v>
                </c:pt>
                <c:pt idx="5594">
                  <c:v>44725</c:v>
                </c:pt>
                <c:pt idx="5595">
                  <c:v>44726</c:v>
                </c:pt>
                <c:pt idx="5596">
                  <c:v>44727</c:v>
                </c:pt>
                <c:pt idx="5597">
                  <c:v>44728</c:v>
                </c:pt>
                <c:pt idx="5598">
                  <c:v>44729</c:v>
                </c:pt>
                <c:pt idx="5599">
                  <c:v>44732</c:v>
                </c:pt>
                <c:pt idx="5600">
                  <c:v>44733</c:v>
                </c:pt>
                <c:pt idx="5601">
                  <c:v>44734</c:v>
                </c:pt>
                <c:pt idx="5602">
                  <c:v>44735</c:v>
                </c:pt>
                <c:pt idx="5603">
                  <c:v>44736</c:v>
                </c:pt>
                <c:pt idx="5604">
                  <c:v>44739</c:v>
                </c:pt>
                <c:pt idx="5605">
                  <c:v>44740</c:v>
                </c:pt>
                <c:pt idx="5606">
                  <c:v>44741</c:v>
                </c:pt>
                <c:pt idx="5607">
                  <c:v>44742</c:v>
                </c:pt>
                <c:pt idx="5608">
                  <c:v>44743</c:v>
                </c:pt>
                <c:pt idx="5609">
                  <c:v>44746</c:v>
                </c:pt>
                <c:pt idx="5610">
                  <c:v>44747</c:v>
                </c:pt>
                <c:pt idx="5611">
                  <c:v>44748</c:v>
                </c:pt>
                <c:pt idx="5612">
                  <c:v>44749</c:v>
                </c:pt>
                <c:pt idx="5613">
                  <c:v>44750</c:v>
                </c:pt>
                <c:pt idx="5614">
                  <c:v>44753</c:v>
                </c:pt>
                <c:pt idx="5615">
                  <c:v>44754</c:v>
                </c:pt>
                <c:pt idx="5616">
                  <c:v>44755</c:v>
                </c:pt>
                <c:pt idx="5617">
                  <c:v>44756</c:v>
                </c:pt>
                <c:pt idx="5618">
                  <c:v>44757</c:v>
                </c:pt>
                <c:pt idx="5619">
                  <c:v>44760</c:v>
                </c:pt>
                <c:pt idx="5620">
                  <c:v>44761</c:v>
                </c:pt>
                <c:pt idx="5621">
                  <c:v>44762</c:v>
                </c:pt>
                <c:pt idx="5622">
                  <c:v>44763</c:v>
                </c:pt>
                <c:pt idx="5623">
                  <c:v>44764</c:v>
                </c:pt>
                <c:pt idx="5624">
                  <c:v>44767</c:v>
                </c:pt>
                <c:pt idx="5625">
                  <c:v>44768</c:v>
                </c:pt>
                <c:pt idx="5626">
                  <c:v>44769</c:v>
                </c:pt>
                <c:pt idx="5627">
                  <c:v>44770</c:v>
                </c:pt>
                <c:pt idx="5628">
                  <c:v>44771</c:v>
                </c:pt>
                <c:pt idx="5629">
                  <c:v>44774</c:v>
                </c:pt>
                <c:pt idx="5630">
                  <c:v>44775</c:v>
                </c:pt>
                <c:pt idx="5631">
                  <c:v>44776</c:v>
                </c:pt>
                <c:pt idx="5632">
                  <c:v>44777</c:v>
                </c:pt>
                <c:pt idx="5633">
                  <c:v>44778</c:v>
                </c:pt>
                <c:pt idx="5634">
                  <c:v>44781</c:v>
                </c:pt>
                <c:pt idx="5635">
                  <c:v>44782</c:v>
                </c:pt>
                <c:pt idx="5636">
                  <c:v>44783</c:v>
                </c:pt>
                <c:pt idx="5637">
                  <c:v>44784</c:v>
                </c:pt>
                <c:pt idx="5638">
                  <c:v>44785</c:v>
                </c:pt>
                <c:pt idx="5639">
                  <c:v>44788</c:v>
                </c:pt>
                <c:pt idx="5640">
                  <c:v>44789</c:v>
                </c:pt>
                <c:pt idx="5641">
                  <c:v>44790</c:v>
                </c:pt>
                <c:pt idx="5642">
                  <c:v>44791</c:v>
                </c:pt>
                <c:pt idx="5643">
                  <c:v>44792</c:v>
                </c:pt>
                <c:pt idx="5644">
                  <c:v>44795</c:v>
                </c:pt>
                <c:pt idx="5645">
                  <c:v>44796</c:v>
                </c:pt>
                <c:pt idx="5646">
                  <c:v>44797</c:v>
                </c:pt>
                <c:pt idx="5647">
                  <c:v>44798</c:v>
                </c:pt>
                <c:pt idx="5648">
                  <c:v>44799</c:v>
                </c:pt>
                <c:pt idx="5649">
                  <c:v>44802</c:v>
                </c:pt>
                <c:pt idx="5650">
                  <c:v>44803</c:v>
                </c:pt>
                <c:pt idx="5651">
                  <c:v>44804</c:v>
                </c:pt>
                <c:pt idx="5652">
                  <c:v>44805</c:v>
                </c:pt>
                <c:pt idx="5653">
                  <c:v>44806</c:v>
                </c:pt>
                <c:pt idx="5654">
                  <c:v>44809</c:v>
                </c:pt>
                <c:pt idx="5655">
                  <c:v>44810</c:v>
                </c:pt>
                <c:pt idx="5656">
                  <c:v>44811</c:v>
                </c:pt>
                <c:pt idx="5657">
                  <c:v>44812</c:v>
                </c:pt>
                <c:pt idx="5658">
                  <c:v>44813</c:v>
                </c:pt>
                <c:pt idx="5659">
                  <c:v>44816</c:v>
                </c:pt>
                <c:pt idx="5660">
                  <c:v>44817</c:v>
                </c:pt>
                <c:pt idx="5661">
                  <c:v>44818</c:v>
                </c:pt>
                <c:pt idx="5662">
                  <c:v>44819</c:v>
                </c:pt>
                <c:pt idx="5663">
                  <c:v>44820</c:v>
                </c:pt>
                <c:pt idx="5664">
                  <c:v>44823</c:v>
                </c:pt>
                <c:pt idx="5665">
                  <c:v>44824</c:v>
                </c:pt>
                <c:pt idx="5666">
                  <c:v>44825</c:v>
                </c:pt>
                <c:pt idx="5667">
                  <c:v>44826</c:v>
                </c:pt>
                <c:pt idx="5668">
                  <c:v>44827</c:v>
                </c:pt>
                <c:pt idx="5669">
                  <c:v>44830</c:v>
                </c:pt>
                <c:pt idx="5670">
                  <c:v>44831</c:v>
                </c:pt>
                <c:pt idx="5671">
                  <c:v>44832</c:v>
                </c:pt>
                <c:pt idx="5672">
                  <c:v>44833</c:v>
                </c:pt>
                <c:pt idx="5673">
                  <c:v>44834</c:v>
                </c:pt>
                <c:pt idx="5674">
                  <c:v>44837</c:v>
                </c:pt>
                <c:pt idx="5675">
                  <c:v>44838</c:v>
                </c:pt>
                <c:pt idx="5676">
                  <c:v>44839</c:v>
                </c:pt>
                <c:pt idx="5677">
                  <c:v>44840</c:v>
                </c:pt>
                <c:pt idx="5678">
                  <c:v>44841</c:v>
                </c:pt>
                <c:pt idx="5679">
                  <c:v>44844</c:v>
                </c:pt>
                <c:pt idx="5680">
                  <c:v>44845</c:v>
                </c:pt>
                <c:pt idx="5681">
                  <c:v>44846</c:v>
                </c:pt>
                <c:pt idx="5682">
                  <c:v>44847</c:v>
                </c:pt>
                <c:pt idx="5683">
                  <c:v>44848</c:v>
                </c:pt>
                <c:pt idx="5684">
                  <c:v>44851</c:v>
                </c:pt>
                <c:pt idx="5685">
                  <c:v>44852</c:v>
                </c:pt>
                <c:pt idx="5686">
                  <c:v>44853</c:v>
                </c:pt>
                <c:pt idx="5687">
                  <c:v>44854</c:v>
                </c:pt>
                <c:pt idx="5688">
                  <c:v>44855</c:v>
                </c:pt>
                <c:pt idx="5689">
                  <c:v>44858</c:v>
                </c:pt>
                <c:pt idx="5690">
                  <c:v>44859</c:v>
                </c:pt>
                <c:pt idx="5691">
                  <c:v>44860</c:v>
                </c:pt>
                <c:pt idx="5692">
                  <c:v>44861</c:v>
                </c:pt>
                <c:pt idx="5693">
                  <c:v>44862</c:v>
                </c:pt>
                <c:pt idx="5694">
                  <c:v>44865</c:v>
                </c:pt>
                <c:pt idx="5695">
                  <c:v>44866</c:v>
                </c:pt>
                <c:pt idx="5696">
                  <c:v>44867</c:v>
                </c:pt>
                <c:pt idx="5697">
                  <c:v>44868</c:v>
                </c:pt>
                <c:pt idx="5698">
                  <c:v>44869</c:v>
                </c:pt>
                <c:pt idx="5699">
                  <c:v>44872</c:v>
                </c:pt>
                <c:pt idx="5700">
                  <c:v>44873</c:v>
                </c:pt>
                <c:pt idx="5701">
                  <c:v>44874</c:v>
                </c:pt>
                <c:pt idx="5702">
                  <c:v>44875</c:v>
                </c:pt>
                <c:pt idx="5703">
                  <c:v>44876</c:v>
                </c:pt>
                <c:pt idx="5704">
                  <c:v>44879</c:v>
                </c:pt>
                <c:pt idx="5705">
                  <c:v>44880</c:v>
                </c:pt>
                <c:pt idx="5706">
                  <c:v>44881</c:v>
                </c:pt>
                <c:pt idx="5707">
                  <c:v>44882</c:v>
                </c:pt>
                <c:pt idx="5708">
                  <c:v>44883</c:v>
                </c:pt>
                <c:pt idx="5709">
                  <c:v>44886</c:v>
                </c:pt>
                <c:pt idx="5710">
                  <c:v>44887</c:v>
                </c:pt>
                <c:pt idx="5711">
                  <c:v>44888</c:v>
                </c:pt>
                <c:pt idx="5712">
                  <c:v>44889</c:v>
                </c:pt>
                <c:pt idx="5713">
                  <c:v>44890</c:v>
                </c:pt>
                <c:pt idx="5714">
                  <c:v>44893</c:v>
                </c:pt>
                <c:pt idx="5715">
                  <c:v>44894</c:v>
                </c:pt>
                <c:pt idx="5716">
                  <c:v>44895</c:v>
                </c:pt>
                <c:pt idx="5717">
                  <c:v>44896</c:v>
                </c:pt>
                <c:pt idx="5718">
                  <c:v>44897</c:v>
                </c:pt>
                <c:pt idx="5719">
                  <c:v>44900</c:v>
                </c:pt>
                <c:pt idx="5720">
                  <c:v>44901</c:v>
                </c:pt>
                <c:pt idx="5721">
                  <c:v>44902</c:v>
                </c:pt>
                <c:pt idx="5722">
                  <c:v>44903</c:v>
                </c:pt>
                <c:pt idx="5723">
                  <c:v>44904</c:v>
                </c:pt>
                <c:pt idx="5724">
                  <c:v>44907</c:v>
                </c:pt>
                <c:pt idx="5725">
                  <c:v>44908</c:v>
                </c:pt>
                <c:pt idx="5726">
                  <c:v>44909</c:v>
                </c:pt>
                <c:pt idx="5727">
                  <c:v>44910</c:v>
                </c:pt>
                <c:pt idx="5728">
                  <c:v>44911</c:v>
                </c:pt>
                <c:pt idx="5729">
                  <c:v>44914</c:v>
                </c:pt>
                <c:pt idx="5730">
                  <c:v>44915</c:v>
                </c:pt>
                <c:pt idx="5731">
                  <c:v>44916</c:v>
                </c:pt>
                <c:pt idx="5732">
                  <c:v>44917</c:v>
                </c:pt>
                <c:pt idx="5733">
                  <c:v>44918</c:v>
                </c:pt>
                <c:pt idx="5734">
                  <c:v>44921</c:v>
                </c:pt>
                <c:pt idx="5735">
                  <c:v>44922</c:v>
                </c:pt>
                <c:pt idx="5736">
                  <c:v>44923</c:v>
                </c:pt>
                <c:pt idx="5737">
                  <c:v>44924</c:v>
                </c:pt>
                <c:pt idx="5738">
                  <c:v>44925</c:v>
                </c:pt>
                <c:pt idx="5739">
                  <c:v>44928</c:v>
                </c:pt>
                <c:pt idx="5740">
                  <c:v>44929</c:v>
                </c:pt>
                <c:pt idx="5741">
                  <c:v>44930</c:v>
                </c:pt>
                <c:pt idx="5742">
                  <c:v>44931</c:v>
                </c:pt>
                <c:pt idx="5743">
                  <c:v>44932</c:v>
                </c:pt>
                <c:pt idx="5744">
                  <c:v>44935</c:v>
                </c:pt>
                <c:pt idx="5745">
                  <c:v>44936</c:v>
                </c:pt>
                <c:pt idx="5746">
                  <c:v>44937</c:v>
                </c:pt>
                <c:pt idx="5747">
                  <c:v>44938</c:v>
                </c:pt>
                <c:pt idx="5748">
                  <c:v>44939</c:v>
                </c:pt>
                <c:pt idx="5749">
                  <c:v>44942</c:v>
                </c:pt>
                <c:pt idx="5750">
                  <c:v>44943</c:v>
                </c:pt>
                <c:pt idx="5751">
                  <c:v>44944</c:v>
                </c:pt>
                <c:pt idx="5752">
                  <c:v>44945</c:v>
                </c:pt>
                <c:pt idx="5753">
                  <c:v>44946</c:v>
                </c:pt>
                <c:pt idx="5754">
                  <c:v>44949</c:v>
                </c:pt>
                <c:pt idx="5755">
                  <c:v>44950</c:v>
                </c:pt>
                <c:pt idx="5756">
                  <c:v>44951</c:v>
                </c:pt>
                <c:pt idx="5757">
                  <c:v>44952</c:v>
                </c:pt>
                <c:pt idx="5758">
                  <c:v>44953</c:v>
                </c:pt>
                <c:pt idx="5759">
                  <c:v>44956</c:v>
                </c:pt>
                <c:pt idx="5760">
                  <c:v>44957</c:v>
                </c:pt>
                <c:pt idx="5761">
                  <c:v>44958</c:v>
                </c:pt>
                <c:pt idx="5762">
                  <c:v>44959</c:v>
                </c:pt>
                <c:pt idx="5763">
                  <c:v>44960</c:v>
                </c:pt>
                <c:pt idx="5764">
                  <c:v>44963</c:v>
                </c:pt>
                <c:pt idx="5765">
                  <c:v>44964</c:v>
                </c:pt>
                <c:pt idx="5766">
                  <c:v>44965</c:v>
                </c:pt>
                <c:pt idx="5767">
                  <c:v>44966</c:v>
                </c:pt>
                <c:pt idx="5768">
                  <c:v>44967</c:v>
                </c:pt>
                <c:pt idx="5769">
                  <c:v>44970</c:v>
                </c:pt>
                <c:pt idx="5770">
                  <c:v>44971</c:v>
                </c:pt>
                <c:pt idx="5771">
                  <c:v>44972</c:v>
                </c:pt>
                <c:pt idx="5772">
                  <c:v>44973</c:v>
                </c:pt>
                <c:pt idx="5773">
                  <c:v>44974</c:v>
                </c:pt>
                <c:pt idx="5774">
                  <c:v>44977</c:v>
                </c:pt>
                <c:pt idx="5775">
                  <c:v>44978</c:v>
                </c:pt>
                <c:pt idx="5776">
                  <c:v>44979</c:v>
                </c:pt>
                <c:pt idx="5777">
                  <c:v>44980</c:v>
                </c:pt>
                <c:pt idx="5778">
                  <c:v>44981</c:v>
                </c:pt>
                <c:pt idx="5779">
                  <c:v>44984</c:v>
                </c:pt>
                <c:pt idx="5780">
                  <c:v>44985</c:v>
                </c:pt>
                <c:pt idx="5781">
                  <c:v>44986</c:v>
                </c:pt>
                <c:pt idx="5782">
                  <c:v>44987</c:v>
                </c:pt>
                <c:pt idx="5783">
                  <c:v>44988</c:v>
                </c:pt>
                <c:pt idx="5784">
                  <c:v>44991</c:v>
                </c:pt>
                <c:pt idx="5785">
                  <c:v>44992</c:v>
                </c:pt>
                <c:pt idx="5786">
                  <c:v>44993</c:v>
                </c:pt>
                <c:pt idx="5787">
                  <c:v>44994</c:v>
                </c:pt>
                <c:pt idx="5788">
                  <c:v>44995</c:v>
                </c:pt>
                <c:pt idx="5789">
                  <c:v>44998</c:v>
                </c:pt>
                <c:pt idx="5790">
                  <c:v>44999</c:v>
                </c:pt>
                <c:pt idx="5791">
                  <c:v>45000</c:v>
                </c:pt>
                <c:pt idx="5792">
                  <c:v>45001</c:v>
                </c:pt>
                <c:pt idx="5793">
                  <c:v>45002</c:v>
                </c:pt>
                <c:pt idx="5794">
                  <c:v>45005</c:v>
                </c:pt>
                <c:pt idx="5795">
                  <c:v>45006</c:v>
                </c:pt>
                <c:pt idx="5796">
                  <c:v>45007</c:v>
                </c:pt>
                <c:pt idx="5797">
                  <c:v>45008</c:v>
                </c:pt>
                <c:pt idx="5798">
                  <c:v>45009</c:v>
                </c:pt>
                <c:pt idx="5799">
                  <c:v>45012</c:v>
                </c:pt>
                <c:pt idx="5800">
                  <c:v>45013</c:v>
                </c:pt>
                <c:pt idx="5801">
                  <c:v>45014</c:v>
                </c:pt>
                <c:pt idx="5802">
                  <c:v>45015</c:v>
                </c:pt>
                <c:pt idx="5803">
                  <c:v>45016</c:v>
                </c:pt>
                <c:pt idx="5804">
                  <c:v>45019</c:v>
                </c:pt>
                <c:pt idx="5805">
                  <c:v>45020</c:v>
                </c:pt>
                <c:pt idx="5806">
                  <c:v>45021</c:v>
                </c:pt>
                <c:pt idx="5807">
                  <c:v>45022</c:v>
                </c:pt>
                <c:pt idx="5808">
                  <c:v>45023</c:v>
                </c:pt>
                <c:pt idx="5809">
                  <c:v>45026</c:v>
                </c:pt>
                <c:pt idx="5810">
                  <c:v>45027</c:v>
                </c:pt>
                <c:pt idx="5811">
                  <c:v>45028</c:v>
                </c:pt>
                <c:pt idx="5812">
                  <c:v>45029</c:v>
                </c:pt>
                <c:pt idx="5813">
                  <c:v>45030</c:v>
                </c:pt>
                <c:pt idx="5814">
                  <c:v>45033</c:v>
                </c:pt>
                <c:pt idx="5815">
                  <c:v>45034</c:v>
                </c:pt>
                <c:pt idx="5816">
                  <c:v>45035</c:v>
                </c:pt>
                <c:pt idx="5817">
                  <c:v>45036</c:v>
                </c:pt>
                <c:pt idx="5818">
                  <c:v>45037</c:v>
                </c:pt>
                <c:pt idx="5819">
                  <c:v>45040</c:v>
                </c:pt>
                <c:pt idx="5820">
                  <c:v>45041</c:v>
                </c:pt>
                <c:pt idx="5821">
                  <c:v>45042</c:v>
                </c:pt>
                <c:pt idx="5822">
                  <c:v>45043</c:v>
                </c:pt>
                <c:pt idx="5823">
                  <c:v>45044</c:v>
                </c:pt>
                <c:pt idx="5824">
                  <c:v>45047</c:v>
                </c:pt>
                <c:pt idx="5825">
                  <c:v>45048</c:v>
                </c:pt>
                <c:pt idx="5826">
                  <c:v>45049</c:v>
                </c:pt>
                <c:pt idx="5827">
                  <c:v>45050</c:v>
                </c:pt>
                <c:pt idx="5828">
                  <c:v>45051</c:v>
                </c:pt>
                <c:pt idx="5829">
                  <c:v>45054</c:v>
                </c:pt>
                <c:pt idx="5830">
                  <c:v>45055</c:v>
                </c:pt>
                <c:pt idx="5831">
                  <c:v>45056</c:v>
                </c:pt>
                <c:pt idx="5832">
                  <c:v>45057</c:v>
                </c:pt>
                <c:pt idx="5833">
                  <c:v>45058</c:v>
                </c:pt>
                <c:pt idx="5834">
                  <c:v>45061</c:v>
                </c:pt>
                <c:pt idx="5835">
                  <c:v>45062</c:v>
                </c:pt>
                <c:pt idx="5836">
                  <c:v>45063</c:v>
                </c:pt>
                <c:pt idx="5837">
                  <c:v>45064</c:v>
                </c:pt>
                <c:pt idx="5838">
                  <c:v>45065</c:v>
                </c:pt>
                <c:pt idx="5839">
                  <c:v>45068</c:v>
                </c:pt>
                <c:pt idx="5840">
                  <c:v>45069</c:v>
                </c:pt>
                <c:pt idx="5841">
                  <c:v>45070</c:v>
                </c:pt>
                <c:pt idx="5842">
                  <c:v>45071</c:v>
                </c:pt>
                <c:pt idx="5843">
                  <c:v>45072</c:v>
                </c:pt>
                <c:pt idx="5844">
                  <c:v>45075</c:v>
                </c:pt>
                <c:pt idx="5845">
                  <c:v>45076</c:v>
                </c:pt>
                <c:pt idx="5846">
                  <c:v>45077</c:v>
                </c:pt>
                <c:pt idx="5847">
                  <c:v>45078</c:v>
                </c:pt>
                <c:pt idx="5848">
                  <c:v>45079</c:v>
                </c:pt>
                <c:pt idx="5849">
                  <c:v>45082</c:v>
                </c:pt>
                <c:pt idx="5850">
                  <c:v>45083</c:v>
                </c:pt>
                <c:pt idx="5851">
                  <c:v>45084</c:v>
                </c:pt>
                <c:pt idx="5852">
                  <c:v>45085</c:v>
                </c:pt>
                <c:pt idx="5853">
                  <c:v>45086</c:v>
                </c:pt>
                <c:pt idx="5854">
                  <c:v>45089</c:v>
                </c:pt>
                <c:pt idx="5855">
                  <c:v>45090</c:v>
                </c:pt>
                <c:pt idx="5856">
                  <c:v>45091</c:v>
                </c:pt>
                <c:pt idx="5857">
                  <c:v>45092</c:v>
                </c:pt>
                <c:pt idx="5858">
                  <c:v>45093</c:v>
                </c:pt>
                <c:pt idx="5859">
                  <c:v>45096</c:v>
                </c:pt>
                <c:pt idx="5860">
                  <c:v>45097</c:v>
                </c:pt>
                <c:pt idx="5861">
                  <c:v>45098</c:v>
                </c:pt>
                <c:pt idx="5862">
                  <c:v>45099</c:v>
                </c:pt>
                <c:pt idx="5863">
                  <c:v>45100</c:v>
                </c:pt>
                <c:pt idx="5864">
                  <c:v>45103</c:v>
                </c:pt>
                <c:pt idx="5865">
                  <c:v>45104</c:v>
                </c:pt>
                <c:pt idx="5866">
                  <c:v>45105</c:v>
                </c:pt>
                <c:pt idx="5867">
                  <c:v>45106</c:v>
                </c:pt>
                <c:pt idx="5868">
                  <c:v>45107</c:v>
                </c:pt>
                <c:pt idx="5869">
                  <c:v>45110</c:v>
                </c:pt>
                <c:pt idx="5870">
                  <c:v>45111</c:v>
                </c:pt>
                <c:pt idx="5871">
                  <c:v>45112</c:v>
                </c:pt>
                <c:pt idx="5872">
                  <c:v>45113</c:v>
                </c:pt>
                <c:pt idx="5873">
                  <c:v>45114</c:v>
                </c:pt>
                <c:pt idx="5874">
                  <c:v>45117</c:v>
                </c:pt>
                <c:pt idx="5875">
                  <c:v>45118</c:v>
                </c:pt>
                <c:pt idx="5876">
                  <c:v>45119</c:v>
                </c:pt>
                <c:pt idx="5877">
                  <c:v>45120</c:v>
                </c:pt>
                <c:pt idx="5878">
                  <c:v>45121</c:v>
                </c:pt>
                <c:pt idx="5879">
                  <c:v>45124</c:v>
                </c:pt>
                <c:pt idx="5880">
                  <c:v>45125</c:v>
                </c:pt>
                <c:pt idx="5881">
                  <c:v>45126</c:v>
                </c:pt>
                <c:pt idx="5882">
                  <c:v>45127</c:v>
                </c:pt>
                <c:pt idx="5883">
                  <c:v>45128</c:v>
                </c:pt>
                <c:pt idx="5884">
                  <c:v>45131</c:v>
                </c:pt>
                <c:pt idx="5885">
                  <c:v>45132</c:v>
                </c:pt>
                <c:pt idx="5886">
                  <c:v>45133</c:v>
                </c:pt>
                <c:pt idx="5887">
                  <c:v>45134</c:v>
                </c:pt>
                <c:pt idx="5888">
                  <c:v>45135</c:v>
                </c:pt>
                <c:pt idx="5889">
                  <c:v>45138</c:v>
                </c:pt>
                <c:pt idx="5890">
                  <c:v>45139</c:v>
                </c:pt>
                <c:pt idx="5891">
                  <c:v>45140</c:v>
                </c:pt>
                <c:pt idx="5892">
                  <c:v>45141</c:v>
                </c:pt>
                <c:pt idx="5893">
                  <c:v>45142</c:v>
                </c:pt>
                <c:pt idx="5894">
                  <c:v>45145</c:v>
                </c:pt>
                <c:pt idx="5895">
                  <c:v>45146</c:v>
                </c:pt>
                <c:pt idx="5896">
                  <c:v>45147</c:v>
                </c:pt>
                <c:pt idx="5897">
                  <c:v>45148</c:v>
                </c:pt>
                <c:pt idx="5898">
                  <c:v>45149</c:v>
                </c:pt>
                <c:pt idx="5899">
                  <c:v>45152</c:v>
                </c:pt>
                <c:pt idx="5900">
                  <c:v>45153</c:v>
                </c:pt>
                <c:pt idx="5901">
                  <c:v>45154</c:v>
                </c:pt>
                <c:pt idx="5902">
                  <c:v>45155</c:v>
                </c:pt>
                <c:pt idx="5903">
                  <c:v>45156</c:v>
                </c:pt>
                <c:pt idx="5904">
                  <c:v>45159</c:v>
                </c:pt>
                <c:pt idx="5905">
                  <c:v>45160</c:v>
                </c:pt>
                <c:pt idx="5906">
                  <c:v>45161</c:v>
                </c:pt>
                <c:pt idx="5907">
                  <c:v>45162</c:v>
                </c:pt>
                <c:pt idx="5908">
                  <c:v>45163</c:v>
                </c:pt>
                <c:pt idx="5909">
                  <c:v>45166</c:v>
                </c:pt>
                <c:pt idx="5910">
                  <c:v>45167</c:v>
                </c:pt>
                <c:pt idx="5911">
                  <c:v>45168</c:v>
                </c:pt>
                <c:pt idx="5912">
                  <c:v>45169</c:v>
                </c:pt>
                <c:pt idx="5913">
                  <c:v>45170</c:v>
                </c:pt>
                <c:pt idx="5914">
                  <c:v>45173</c:v>
                </c:pt>
                <c:pt idx="5915">
                  <c:v>45174</c:v>
                </c:pt>
                <c:pt idx="5916">
                  <c:v>45175</c:v>
                </c:pt>
                <c:pt idx="5917">
                  <c:v>45176</c:v>
                </c:pt>
                <c:pt idx="5918">
                  <c:v>45177</c:v>
                </c:pt>
                <c:pt idx="5919">
                  <c:v>45180</c:v>
                </c:pt>
                <c:pt idx="5920">
                  <c:v>45181</c:v>
                </c:pt>
                <c:pt idx="5921">
                  <c:v>45182</c:v>
                </c:pt>
                <c:pt idx="5922">
                  <c:v>45183</c:v>
                </c:pt>
                <c:pt idx="5923">
                  <c:v>45184</c:v>
                </c:pt>
                <c:pt idx="5924">
                  <c:v>45187</c:v>
                </c:pt>
                <c:pt idx="5925">
                  <c:v>45188</c:v>
                </c:pt>
                <c:pt idx="5926">
                  <c:v>45189</c:v>
                </c:pt>
                <c:pt idx="5927">
                  <c:v>45190</c:v>
                </c:pt>
                <c:pt idx="5928">
                  <c:v>45191</c:v>
                </c:pt>
                <c:pt idx="5929">
                  <c:v>45194</c:v>
                </c:pt>
                <c:pt idx="5930">
                  <c:v>45195</c:v>
                </c:pt>
                <c:pt idx="5931">
                  <c:v>45196</c:v>
                </c:pt>
                <c:pt idx="5932">
                  <c:v>45197</c:v>
                </c:pt>
                <c:pt idx="5933">
                  <c:v>45198</c:v>
                </c:pt>
                <c:pt idx="5934">
                  <c:v>45201</c:v>
                </c:pt>
                <c:pt idx="5935">
                  <c:v>45202</c:v>
                </c:pt>
                <c:pt idx="5936">
                  <c:v>45203</c:v>
                </c:pt>
                <c:pt idx="5937">
                  <c:v>45204</c:v>
                </c:pt>
                <c:pt idx="5938">
                  <c:v>45205</c:v>
                </c:pt>
                <c:pt idx="5939">
                  <c:v>45208</c:v>
                </c:pt>
                <c:pt idx="5940">
                  <c:v>45209</c:v>
                </c:pt>
                <c:pt idx="5941">
                  <c:v>45210</c:v>
                </c:pt>
                <c:pt idx="5942">
                  <c:v>45211</c:v>
                </c:pt>
                <c:pt idx="5943">
                  <c:v>45212</c:v>
                </c:pt>
                <c:pt idx="5944">
                  <c:v>45215</c:v>
                </c:pt>
                <c:pt idx="5945">
                  <c:v>45216</c:v>
                </c:pt>
                <c:pt idx="5946">
                  <c:v>45217</c:v>
                </c:pt>
                <c:pt idx="5947">
                  <c:v>45218</c:v>
                </c:pt>
                <c:pt idx="5948">
                  <c:v>45219</c:v>
                </c:pt>
                <c:pt idx="5949">
                  <c:v>45222</c:v>
                </c:pt>
                <c:pt idx="5950">
                  <c:v>45223</c:v>
                </c:pt>
                <c:pt idx="5951">
                  <c:v>45224</c:v>
                </c:pt>
                <c:pt idx="5952">
                  <c:v>45225</c:v>
                </c:pt>
                <c:pt idx="5953">
                  <c:v>45226</c:v>
                </c:pt>
                <c:pt idx="5954">
                  <c:v>45229</c:v>
                </c:pt>
                <c:pt idx="5955">
                  <c:v>45230</c:v>
                </c:pt>
                <c:pt idx="5956">
                  <c:v>45231</c:v>
                </c:pt>
                <c:pt idx="5957">
                  <c:v>45232</c:v>
                </c:pt>
                <c:pt idx="5958">
                  <c:v>45233</c:v>
                </c:pt>
                <c:pt idx="5959">
                  <c:v>45236</c:v>
                </c:pt>
                <c:pt idx="5960">
                  <c:v>45237</c:v>
                </c:pt>
                <c:pt idx="5961">
                  <c:v>45238</c:v>
                </c:pt>
                <c:pt idx="5962">
                  <c:v>45239</c:v>
                </c:pt>
                <c:pt idx="5963">
                  <c:v>45240</c:v>
                </c:pt>
                <c:pt idx="5964">
                  <c:v>45243</c:v>
                </c:pt>
                <c:pt idx="5965">
                  <c:v>45244</c:v>
                </c:pt>
                <c:pt idx="5966">
                  <c:v>45245</c:v>
                </c:pt>
                <c:pt idx="5967">
                  <c:v>45246</c:v>
                </c:pt>
                <c:pt idx="5968">
                  <c:v>45247</c:v>
                </c:pt>
                <c:pt idx="5969">
                  <c:v>45250</c:v>
                </c:pt>
                <c:pt idx="5970">
                  <c:v>45251</c:v>
                </c:pt>
                <c:pt idx="5971">
                  <c:v>45252</c:v>
                </c:pt>
                <c:pt idx="5972">
                  <c:v>45253</c:v>
                </c:pt>
                <c:pt idx="5973">
                  <c:v>45254</c:v>
                </c:pt>
                <c:pt idx="5974">
                  <c:v>45257</c:v>
                </c:pt>
                <c:pt idx="5975">
                  <c:v>45258</c:v>
                </c:pt>
                <c:pt idx="5976">
                  <c:v>45259</c:v>
                </c:pt>
                <c:pt idx="5977">
                  <c:v>45260</c:v>
                </c:pt>
                <c:pt idx="5978">
                  <c:v>45261</c:v>
                </c:pt>
                <c:pt idx="5979">
                  <c:v>45264</c:v>
                </c:pt>
                <c:pt idx="5980">
                  <c:v>45265</c:v>
                </c:pt>
                <c:pt idx="5981">
                  <c:v>45266</c:v>
                </c:pt>
                <c:pt idx="5982">
                  <c:v>45267</c:v>
                </c:pt>
                <c:pt idx="5983">
                  <c:v>45268</c:v>
                </c:pt>
                <c:pt idx="5984">
                  <c:v>45271</c:v>
                </c:pt>
                <c:pt idx="5985">
                  <c:v>45272</c:v>
                </c:pt>
                <c:pt idx="5986">
                  <c:v>45273</c:v>
                </c:pt>
                <c:pt idx="5987">
                  <c:v>45274</c:v>
                </c:pt>
                <c:pt idx="5988">
                  <c:v>45275</c:v>
                </c:pt>
                <c:pt idx="5989">
                  <c:v>45278</c:v>
                </c:pt>
                <c:pt idx="5990">
                  <c:v>45279</c:v>
                </c:pt>
                <c:pt idx="5991">
                  <c:v>45280</c:v>
                </c:pt>
                <c:pt idx="5992">
                  <c:v>45281</c:v>
                </c:pt>
                <c:pt idx="5993">
                  <c:v>45282</c:v>
                </c:pt>
                <c:pt idx="5994">
                  <c:v>45285</c:v>
                </c:pt>
                <c:pt idx="5995">
                  <c:v>45286</c:v>
                </c:pt>
                <c:pt idx="5996">
                  <c:v>45287</c:v>
                </c:pt>
                <c:pt idx="5997">
                  <c:v>45288</c:v>
                </c:pt>
                <c:pt idx="5998">
                  <c:v>45289</c:v>
                </c:pt>
                <c:pt idx="5999">
                  <c:v>45292</c:v>
                </c:pt>
                <c:pt idx="6000">
                  <c:v>45293</c:v>
                </c:pt>
                <c:pt idx="6001">
                  <c:v>45294</c:v>
                </c:pt>
                <c:pt idx="6002">
                  <c:v>45295</c:v>
                </c:pt>
                <c:pt idx="6003">
                  <c:v>45296</c:v>
                </c:pt>
                <c:pt idx="6004">
                  <c:v>45299</c:v>
                </c:pt>
                <c:pt idx="6005">
                  <c:v>45300</c:v>
                </c:pt>
                <c:pt idx="6006">
                  <c:v>45301</c:v>
                </c:pt>
                <c:pt idx="6007">
                  <c:v>45302</c:v>
                </c:pt>
                <c:pt idx="6008">
                  <c:v>45303</c:v>
                </c:pt>
                <c:pt idx="6009">
                  <c:v>45306</c:v>
                </c:pt>
                <c:pt idx="6010">
                  <c:v>45307</c:v>
                </c:pt>
                <c:pt idx="6011">
                  <c:v>45308</c:v>
                </c:pt>
                <c:pt idx="6012">
                  <c:v>45309</c:v>
                </c:pt>
                <c:pt idx="6013">
                  <c:v>45310</c:v>
                </c:pt>
                <c:pt idx="6014">
                  <c:v>45313</c:v>
                </c:pt>
                <c:pt idx="6015">
                  <c:v>45314</c:v>
                </c:pt>
                <c:pt idx="6016">
                  <c:v>45315</c:v>
                </c:pt>
                <c:pt idx="6017">
                  <c:v>45316</c:v>
                </c:pt>
                <c:pt idx="6018">
                  <c:v>45317</c:v>
                </c:pt>
                <c:pt idx="6019">
                  <c:v>45320</c:v>
                </c:pt>
                <c:pt idx="6020">
                  <c:v>45321</c:v>
                </c:pt>
                <c:pt idx="6021">
                  <c:v>45322</c:v>
                </c:pt>
                <c:pt idx="6022">
                  <c:v>45323</c:v>
                </c:pt>
                <c:pt idx="6023">
                  <c:v>45324</c:v>
                </c:pt>
                <c:pt idx="6024">
                  <c:v>45327</c:v>
                </c:pt>
                <c:pt idx="6025">
                  <c:v>45328</c:v>
                </c:pt>
                <c:pt idx="6026">
                  <c:v>45329</c:v>
                </c:pt>
                <c:pt idx="6027">
                  <c:v>45330</c:v>
                </c:pt>
                <c:pt idx="6028">
                  <c:v>45331</c:v>
                </c:pt>
                <c:pt idx="6029">
                  <c:v>45334</c:v>
                </c:pt>
                <c:pt idx="6030">
                  <c:v>45335</c:v>
                </c:pt>
                <c:pt idx="6031">
                  <c:v>45336</c:v>
                </c:pt>
                <c:pt idx="6032">
                  <c:v>45337</c:v>
                </c:pt>
                <c:pt idx="6033">
                  <c:v>45338</c:v>
                </c:pt>
                <c:pt idx="6034">
                  <c:v>45341</c:v>
                </c:pt>
                <c:pt idx="6035">
                  <c:v>45342</c:v>
                </c:pt>
                <c:pt idx="6036">
                  <c:v>45343</c:v>
                </c:pt>
                <c:pt idx="6037">
                  <c:v>45344</c:v>
                </c:pt>
                <c:pt idx="6038">
                  <c:v>45345</c:v>
                </c:pt>
                <c:pt idx="6039">
                  <c:v>45348</c:v>
                </c:pt>
                <c:pt idx="6040">
                  <c:v>45349</c:v>
                </c:pt>
                <c:pt idx="6041">
                  <c:v>45350</c:v>
                </c:pt>
                <c:pt idx="6042">
                  <c:v>45351</c:v>
                </c:pt>
                <c:pt idx="6043">
                  <c:v>45352</c:v>
                </c:pt>
                <c:pt idx="6044">
                  <c:v>45355</c:v>
                </c:pt>
                <c:pt idx="6045">
                  <c:v>45356</c:v>
                </c:pt>
                <c:pt idx="6046">
                  <c:v>45357</c:v>
                </c:pt>
                <c:pt idx="6047">
                  <c:v>45358</c:v>
                </c:pt>
                <c:pt idx="6048">
                  <c:v>45359</c:v>
                </c:pt>
                <c:pt idx="6049">
                  <c:v>45362</c:v>
                </c:pt>
                <c:pt idx="6050">
                  <c:v>45363</c:v>
                </c:pt>
                <c:pt idx="6051">
                  <c:v>45364</c:v>
                </c:pt>
                <c:pt idx="6052">
                  <c:v>45365</c:v>
                </c:pt>
                <c:pt idx="6053">
                  <c:v>45366</c:v>
                </c:pt>
                <c:pt idx="6054">
                  <c:v>45369</c:v>
                </c:pt>
                <c:pt idx="6055">
                  <c:v>45370</c:v>
                </c:pt>
                <c:pt idx="6056">
                  <c:v>45371</c:v>
                </c:pt>
                <c:pt idx="6057">
                  <c:v>45372</c:v>
                </c:pt>
                <c:pt idx="6058">
                  <c:v>45373</c:v>
                </c:pt>
                <c:pt idx="6059">
                  <c:v>45376</c:v>
                </c:pt>
                <c:pt idx="6060">
                  <c:v>45377</c:v>
                </c:pt>
                <c:pt idx="6061">
                  <c:v>45378</c:v>
                </c:pt>
                <c:pt idx="6062">
                  <c:v>45379</c:v>
                </c:pt>
                <c:pt idx="6063">
                  <c:v>45380</c:v>
                </c:pt>
                <c:pt idx="6064">
                  <c:v>45383</c:v>
                </c:pt>
                <c:pt idx="6065">
                  <c:v>45384</c:v>
                </c:pt>
                <c:pt idx="6066">
                  <c:v>45385</c:v>
                </c:pt>
                <c:pt idx="6067">
                  <c:v>45386</c:v>
                </c:pt>
                <c:pt idx="6068">
                  <c:v>45387</c:v>
                </c:pt>
                <c:pt idx="6069">
                  <c:v>45390</c:v>
                </c:pt>
                <c:pt idx="6070">
                  <c:v>45391</c:v>
                </c:pt>
                <c:pt idx="6071">
                  <c:v>45392</c:v>
                </c:pt>
                <c:pt idx="6072">
                  <c:v>45393</c:v>
                </c:pt>
                <c:pt idx="6073">
                  <c:v>45394</c:v>
                </c:pt>
                <c:pt idx="6074">
                  <c:v>45397</c:v>
                </c:pt>
                <c:pt idx="6075">
                  <c:v>45398</c:v>
                </c:pt>
                <c:pt idx="6076">
                  <c:v>45399</c:v>
                </c:pt>
                <c:pt idx="6077">
                  <c:v>45400</c:v>
                </c:pt>
                <c:pt idx="6078">
                  <c:v>45401</c:v>
                </c:pt>
                <c:pt idx="6079">
                  <c:v>45404</c:v>
                </c:pt>
                <c:pt idx="6080">
                  <c:v>45405</c:v>
                </c:pt>
                <c:pt idx="6081">
                  <c:v>45406</c:v>
                </c:pt>
                <c:pt idx="6082">
                  <c:v>45407</c:v>
                </c:pt>
                <c:pt idx="6083">
                  <c:v>45408</c:v>
                </c:pt>
                <c:pt idx="6084">
                  <c:v>45411</c:v>
                </c:pt>
                <c:pt idx="6085">
                  <c:v>45412</c:v>
                </c:pt>
                <c:pt idx="6086">
                  <c:v>45413</c:v>
                </c:pt>
                <c:pt idx="6087">
                  <c:v>45414</c:v>
                </c:pt>
                <c:pt idx="6088">
                  <c:v>45415</c:v>
                </c:pt>
                <c:pt idx="6089">
                  <c:v>45418</c:v>
                </c:pt>
                <c:pt idx="6090">
                  <c:v>45419</c:v>
                </c:pt>
                <c:pt idx="6091">
                  <c:v>45420</c:v>
                </c:pt>
                <c:pt idx="6092">
                  <c:v>45421</c:v>
                </c:pt>
                <c:pt idx="6093">
                  <c:v>45422</c:v>
                </c:pt>
                <c:pt idx="6094">
                  <c:v>45425</c:v>
                </c:pt>
                <c:pt idx="6095">
                  <c:v>45426</c:v>
                </c:pt>
                <c:pt idx="6096">
                  <c:v>45427</c:v>
                </c:pt>
                <c:pt idx="6097">
                  <c:v>45428</c:v>
                </c:pt>
                <c:pt idx="6098">
                  <c:v>45429</c:v>
                </c:pt>
                <c:pt idx="6099">
                  <c:v>45432</c:v>
                </c:pt>
                <c:pt idx="6100">
                  <c:v>45433</c:v>
                </c:pt>
                <c:pt idx="6101">
                  <c:v>45434</c:v>
                </c:pt>
                <c:pt idx="6102">
                  <c:v>45435</c:v>
                </c:pt>
                <c:pt idx="6103">
                  <c:v>45436</c:v>
                </c:pt>
                <c:pt idx="6104">
                  <c:v>45439</c:v>
                </c:pt>
                <c:pt idx="6105">
                  <c:v>45440</c:v>
                </c:pt>
                <c:pt idx="6106">
                  <c:v>45441</c:v>
                </c:pt>
                <c:pt idx="6107">
                  <c:v>45442</c:v>
                </c:pt>
                <c:pt idx="6108">
                  <c:v>45443</c:v>
                </c:pt>
                <c:pt idx="6109">
                  <c:v>45446</c:v>
                </c:pt>
                <c:pt idx="6110">
                  <c:v>45447</c:v>
                </c:pt>
                <c:pt idx="6111">
                  <c:v>45448</c:v>
                </c:pt>
                <c:pt idx="6112">
                  <c:v>45449</c:v>
                </c:pt>
                <c:pt idx="6113">
                  <c:v>45450</c:v>
                </c:pt>
                <c:pt idx="6114">
                  <c:v>45453</c:v>
                </c:pt>
                <c:pt idx="6115">
                  <c:v>45454</c:v>
                </c:pt>
                <c:pt idx="6116">
                  <c:v>45455</c:v>
                </c:pt>
                <c:pt idx="6117">
                  <c:v>45456</c:v>
                </c:pt>
                <c:pt idx="6118">
                  <c:v>45457</c:v>
                </c:pt>
                <c:pt idx="6119">
                  <c:v>45460</c:v>
                </c:pt>
                <c:pt idx="6120">
                  <c:v>45461</c:v>
                </c:pt>
                <c:pt idx="6121">
                  <c:v>45462</c:v>
                </c:pt>
                <c:pt idx="6122">
                  <c:v>45463</c:v>
                </c:pt>
                <c:pt idx="6123">
                  <c:v>45464</c:v>
                </c:pt>
                <c:pt idx="6124">
                  <c:v>45467</c:v>
                </c:pt>
                <c:pt idx="6125">
                  <c:v>45468</c:v>
                </c:pt>
                <c:pt idx="6126">
                  <c:v>45469</c:v>
                </c:pt>
                <c:pt idx="6127">
                  <c:v>45470</c:v>
                </c:pt>
                <c:pt idx="6128">
                  <c:v>45471</c:v>
                </c:pt>
                <c:pt idx="6129">
                  <c:v>45474</c:v>
                </c:pt>
                <c:pt idx="6130">
                  <c:v>45475</c:v>
                </c:pt>
                <c:pt idx="6131">
                  <c:v>45476</c:v>
                </c:pt>
                <c:pt idx="6132">
                  <c:v>45477</c:v>
                </c:pt>
                <c:pt idx="6133">
                  <c:v>45478</c:v>
                </c:pt>
                <c:pt idx="6134">
                  <c:v>45481</c:v>
                </c:pt>
                <c:pt idx="6135">
                  <c:v>45482</c:v>
                </c:pt>
                <c:pt idx="6136">
                  <c:v>45483</c:v>
                </c:pt>
                <c:pt idx="6137">
                  <c:v>45484</c:v>
                </c:pt>
                <c:pt idx="6138">
                  <c:v>45485</c:v>
                </c:pt>
                <c:pt idx="6139">
                  <c:v>45488</c:v>
                </c:pt>
                <c:pt idx="6140">
                  <c:v>45489</c:v>
                </c:pt>
                <c:pt idx="6141">
                  <c:v>45490</c:v>
                </c:pt>
                <c:pt idx="6142">
                  <c:v>45491</c:v>
                </c:pt>
                <c:pt idx="6143">
                  <c:v>45492</c:v>
                </c:pt>
                <c:pt idx="6144">
                  <c:v>45495</c:v>
                </c:pt>
                <c:pt idx="6145">
                  <c:v>45496</c:v>
                </c:pt>
                <c:pt idx="6146">
                  <c:v>45497</c:v>
                </c:pt>
                <c:pt idx="6147">
                  <c:v>45498</c:v>
                </c:pt>
                <c:pt idx="6148">
                  <c:v>45499</c:v>
                </c:pt>
                <c:pt idx="6149">
                  <c:v>45502</c:v>
                </c:pt>
                <c:pt idx="6150">
                  <c:v>45503</c:v>
                </c:pt>
                <c:pt idx="6151">
                  <c:v>45504</c:v>
                </c:pt>
                <c:pt idx="6152">
                  <c:v>45505</c:v>
                </c:pt>
                <c:pt idx="6153">
                  <c:v>45506</c:v>
                </c:pt>
                <c:pt idx="6154">
                  <c:v>45509</c:v>
                </c:pt>
                <c:pt idx="6155">
                  <c:v>45510</c:v>
                </c:pt>
                <c:pt idx="6156">
                  <c:v>45511</c:v>
                </c:pt>
                <c:pt idx="6157">
                  <c:v>45512</c:v>
                </c:pt>
                <c:pt idx="6158">
                  <c:v>45513</c:v>
                </c:pt>
                <c:pt idx="6159">
                  <c:v>45516</c:v>
                </c:pt>
                <c:pt idx="6160">
                  <c:v>45517</c:v>
                </c:pt>
                <c:pt idx="6161">
                  <c:v>45518</c:v>
                </c:pt>
                <c:pt idx="6162">
                  <c:v>45519</c:v>
                </c:pt>
                <c:pt idx="6163">
                  <c:v>45520</c:v>
                </c:pt>
                <c:pt idx="6164">
                  <c:v>45523</c:v>
                </c:pt>
                <c:pt idx="6165">
                  <c:v>45524</c:v>
                </c:pt>
                <c:pt idx="6166">
                  <c:v>45525</c:v>
                </c:pt>
                <c:pt idx="6167">
                  <c:v>45526</c:v>
                </c:pt>
                <c:pt idx="6168">
                  <c:v>45527</c:v>
                </c:pt>
                <c:pt idx="6169">
                  <c:v>45530</c:v>
                </c:pt>
                <c:pt idx="6170">
                  <c:v>45531</c:v>
                </c:pt>
                <c:pt idx="6171">
                  <c:v>45532</c:v>
                </c:pt>
                <c:pt idx="6172">
                  <c:v>45533</c:v>
                </c:pt>
                <c:pt idx="6173">
                  <c:v>45534</c:v>
                </c:pt>
                <c:pt idx="6174">
                  <c:v>45537</c:v>
                </c:pt>
                <c:pt idx="6175">
                  <c:v>45538</c:v>
                </c:pt>
                <c:pt idx="6176">
                  <c:v>45539</c:v>
                </c:pt>
                <c:pt idx="6177">
                  <c:v>45540</c:v>
                </c:pt>
                <c:pt idx="6178">
                  <c:v>45541</c:v>
                </c:pt>
                <c:pt idx="6179">
                  <c:v>45544</c:v>
                </c:pt>
                <c:pt idx="6180">
                  <c:v>45545</c:v>
                </c:pt>
                <c:pt idx="6181">
                  <c:v>45546</c:v>
                </c:pt>
                <c:pt idx="6182">
                  <c:v>45547</c:v>
                </c:pt>
                <c:pt idx="6183">
                  <c:v>45548</c:v>
                </c:pt>
                <c:pt idx="6184">
                  <c:v>45551</c:v>
                </c:pt>
                <c:pt idx="6185">
                  <c:v>45552</c:v>
                </c:pt>
                <c:pt idx="6186">
                  <c:v>45553</c:v>
                </c:pt>
                <c:pt idx="6187">
                  <c:v>45554</c:v>
                </c:pt>
                <c:pt idx="6188">
                  <c:v>45555</c:v>
                </c:pt>
                <c:pt idx="6189">
                  <c:v>45558</c:v>
                </c:pt>
                <c:pt idx="6190">
                  <c:v>45559</c:v>
                </c:pt>
                <c:pt idx="6191">
                  <c:v>45560</c:v>
                </c:pt>
                <c:pt idx="6192">
                  <c:v>45561</c:v>
                </c:pt>
                <c:pt idx="6193">
                  <c:v>45562</c:v>
                </c:pt>
                <c:pt idx="6194">
                  <c:v>45565</c:v>
                </c:pt>
                <c:pt idx="6195">
                  <c:v>45566</c:v>
                </c:pt>
                <c:pt idx="6196">
                  <c:v>45567</c:v>
                </c:pt>
                <c:pt idx="6197">
                  <c:v>45568</c:v>
                </c:pt>
                <c:pt idx="6198">
                  <c:v>45569</c:v>
                </c:pt>
                <c:pt idx="6199">
                  <c:v>45572</c:v>
                </c:pt>
                <c:pt idx="6200">
                  <c:v>45573</c:v>
                </c:pt>
                <c:pt idx="6201">
                  <c:v>45574</c:v>
                </c:pt>
                <c:pt idx="6202">
                  <c:v>45575</c:v>
                </c:pt>
                <c:pt idx="6203">
                  <c:v>45576</c:v>
                </c:pt>
                <c:pt idx="6204">
                  <c:v>45579</c:v>
                </c:pt>
                <c:pt idx="6205">
                  <c:v>45580</c:v>
                </c:pt>
                <c:pt idx="6206">
                  <c:v>45581</c:v>
                </c:pt>
                <c:pt idx="6207">
                  <c:v>45582</c:v>
                </c:pt>
                <c:pt idx="6208">
                  <c:v>45583</c:v>
                </c:pt>
                <c:pt idx="6209">
                  <c:v>45586</c:v>
                </c:pt>
                <c:pt idx="6210">
                  <c:v>45587</c:v>
                </c:pt>
                <c:pt idx="6211">
                  <c:v>45588</c:v>
                </c:pt>
                <c:pt idx="6212">
                  <c:v>45589</c:v>
                </c:pt>
                <c:pt idx="6213">
                  <c:v>45590</c:v>
                </c:pt>
                <c:pt idx="6214">
                  <c:v>45593</c:v>
                </c:pt>
                <c:pt idx="6215">
                  <c:v>45594</c:v>
                </c:pt>
                <c:pt idx="6216">
                  <c:v>45595</c:v>
                </c:pt>
                <c:pt idx="6217">
                  <c:v>45596</c:v>
                </c:pt>
                <c:pt idx="6218">
                  <c:v>45597</c:v>
                </c:pt>
                <c:pt idx="6219">
                  <c:v>45600</c:v>
                </c:pt>
                <c:pt idx="6220">
                  <c:v>45601</c:v>
                </c:pt>
                <c:pt idx="6221">
                  <c:v>45602</c:v>
                </c:pt>
                <c:pt idx="6222">
                  <c:v>45603</c:v>
                </c:pt>
                <c:pt idx="6223">
                  <c:v>45604</c:v>
                </c:pt>
                <c:pt idx="6224">
                  <c:v>45607</c:v>
                </c:pt>
                <c:pt idx="6225">
                  <c:v>45608</c:v>
                </c:pt>
                <c:pt idx="6226">
                  <c:v>45609</c:v>
                </c:pt>
                <c:pt idx="6227">
                  <c:v>45610</c:v>
                </c:pt>
                <c:pt idx="6228">
                  <c:v>45611</c:v>
                </c:pt>
                <c:pt idx="6229">
                  <c:v>45614</c:v>
                </c:pt>
                <c:pt idx="6230">
                  <c:v>45615</c:v>
                </c:pt>
                <c:pt idx="6231">
                  <c:v>45616</c:v>
                </c:pt>
                <c:pt idx="6232">
                  <c:v>45617</c:v>
                </c:pt>
                <c:pt idx="6233">
                  <c:v>45618</c:v>
                </c:pt>
                <c:pt idx="6234">
                  <c:v>45621</c:v>
                </c:pt>
                <c:pt idx="6235">
                  <c:v>45622</c:v>
                </c:pt>
                <c:pt idx="6236">
                  <c:v>45623</c:v>
                </c:pt>
                <c:pt idx="6237">
                  <c:v>45624</c:v>
                </c:pt>
                <c:pt idx="6238">
                  <c:v>45625</c:v>
                </c:pt>
                <c:pt idx="6239">
                  <c:v>45628</c:v>
                </c:pt>
                <c:pt idx="6240">
                  <c:v>45629</c:v>
                </c:pt>
                <c:pt idx="6241">
                  <c:v>45630</c:v>
                </c:pt>
                <c:pt idx="6242">
                  <c:v>45631</c:v>
                </c:pt>
                <c:pt idx="6243">
                  <c:v>45632</c:v>
                </c:pt>
                <c:pt idx="6244">
                  <c:v>45635</c:v>
                </c:pt>
                <c:pt idx="6245">
                  <c:v>45636</c:v>
                </c:pt>
                <c:pt idx="6246">
                  <c:v>45637</c:v>
                </c:pt>
                <c:pt idx="6247">
                  <c:v>45638</c:v>
                </c:pt>
                <c:pt idx="6248">
                  <c:v>45639</c:v>
                </c:pt>
                <c:pt idx="6249">
                  <c:v>45642</c:v>
                </c:pt>
                <c:pt idx="6250">
                  <c:v>45643</c:v>
                </c:pt>
                <c:pt idx="6251">
                  <c:v>45644</c:v>
                </c:pt>
                <c:pt idx="6252">
                  <c:v>45645</c:v>
                </c:pt>
                <c:pt idx="6253">
                  <c:v>45646</c:v>
                </c:pt>
                <c:pt idx="6254">
                  <c:v>45649</c:v>
                </c:pt>
                <c:pt idx="6255">
                  <c:v>45650</c:v>
                </c:pt>
                <c:pt idx="6256">
                  <c:v>45651</c:v>
                </c:pt>
                <c:pt idx="6257">
                  <c:v>45652</c:v>
                </c:pt>
                <c:pt idx="6258">
                  <c:v>45653</c:v>
                </c:pt>
                <c:pt idx="6259">
                  <c:v>45656</c:v>
                </c:pt>
                <c:pt idx="6260">
                  <c:v>45657</c:v>
                </c:pt>
                <c:pt idx="6261">
                  <c:v>45658</c:v>
                </c:pt>
                <c:pt idx="6262">
                  <c:v>45659</c:v>
                </c:pt>
                <c:pt idx="6263">
                  <c:v>45660</c:v>
                </c:pt>
                <c:pt idx="6264">
                  <c:v>45663</c:v>
                </c:pt>
                <c:pt idx="6265">
                  <c:v>45664</c:v>
                </c:pt>
                <c:pt idx="6266">
                  <c:v>45665</c:v>
                </c:pt>
                <c:pt idx="6267">
                  <c:v>45666</c:v>
                </c:pt>
                <c:pt idx="6268">
                  <c:v>45667</c:v>
                </c:pt>
                <c:pt idx="6269">
                  <c:v>45670</c:v>
                </c:pt>
                <c:pt idx="6270">
                  <c:v>45671</c:v>
                </c:pt>
                <c:pt idx="6271">
                  <c:v>45672</c:v>
                </c:pt>
                <c:pt idx="6272">
                  <c:v>45673</c:v>
                </c:pt>
                <c:pt idx="6273">
                  <c:v>45674</c:v>
                </c:pt>
                <c:pt idx="6274">
                  <c:v>45677</c:v>
                </c:pt>
                <c:pt idx="6275">
                  <c:v>45678</c:v>
                </c:pt>
                <c:pt idx="6276">
                  <c:v>45679</c:v>
                </c:pt>
                <c:pt idx="6277">
                  <c:v>45680</c:v>
                </c:pt>
                <c:pt idx="6278">
                  <c:v>45681</c:v>
                </c:pt>
                <c:pt idx="6279">
                  <c:v>45684</c:v>
                </c:pt>
                <c:pt idx="6280">
                  <c:v>45685</c:v>
                </c:pt>
                <c:pt idx="6281">
                  <c:v>45686</c:v>
                </c:pt>
                <c:pt idx="6282">
                  <c:v>45687</c:v>
                </c:pt>
                <c:pt idx="6283">
                  <c:v>45688</c:v>
                </c:pt>
                <c:pt idx="6284">
                  <c:v>45691</c:v>
                </c:pt>
                <c:pt idx="6285">
                  <c:v>45692</c:v>
                </c:pt>
                <c:pt idx="6286">
                  <c:v>45693</c:v>
                </c:pt>
                <c:pt idx="6287">
                  <c:v>45694</c:v>
                </c:pt>
                <c:pt idx="6288">
                  <c:v>45695</c:v>
                </c:pt>
                <c:pt idx="6289">
                  <c:v>45698</c:v>
                </c:pt>
                <c:pt idx="6290">
                  <c:v>45699</c:v>
                </c:pt>
                <c:pt idx="6291">
                  <c:v>45700</c:v>
                </c:pt>
                <c:pt idx="6292">
                  <c:v>45701</c:v>
                </c:pt>
                <c:pt idx="6293">
                  <c:v>45702</c:v>
                </c:pt>
                <c:pt idx="6294">
                  <c:v>45705</c:v>
                </c:pt>
                <c:pt idx="6295">
                  <c:v>45706</c:v>
                </c:pt>
                <c:pt idx="6296">
                  <c:v>45707</c:v>
                </c:pt>
                <c:pt idx="6297">
                  <c:v>45708</c:v>
                </c:pt>
                <c:pt idx="6298">
                  <c:v>45709</c:v>
                </c:pt>
                <c:pt idx="6299">
                  <c:v>45712</c:v>
                </c:pt>
                <c:pt idx="6300">
                  <c:v>45713</c:v>
                </c:pt>
                <c:pt idx="6301">
                  <c:v>45714</c:v>
                </c:pt>
                <c:pt idx="6302">
                  <c:v>45715</c:v>
                </c:pt>
                <c:pt idx="6303">
                  <c:v>45716</c:v>
                </c:pt>
                <c:pt idx="6304">
                  <c:v>45719</c:v>
                </c:pt>
                <c:pt idx="6305">
                  <c:v>45720</c:v>
                </c:pt>
                <c:pt idx="6306">
                  <c:v>45721</c:v>
                </c:pt>
                <c:pt idx="6307">
                  <c:v>45722</c:v>
                </c:pt>
                <c:pt idx="6308">
                  <c:v>45723</c:v>
                </c:pt>
                <c:pt idx="6309">
                  <c:v>45726</c:v>
                </c:pt>
                <c:pt idx="6310">
                  <c:v>45727</c:v>
                </c:pt>
                <c:pt idx="6311">
                  <c:v>45728</c:v>
                </c:pt>
                <c:pt idx="6312">
                  <c:v>45729</c:v>
                </c:pt>
                <c:pt idx="6313">
                  <c:v>45730</c:v>
                </c:pt>
                <c:pt idx="6314">
                  <c:v>45733</c:v>
                </c:pt>
                <c:pt idx="6315">
                  <c:v>45734</c:v>
                </c:pt>
                <c:pt idx="6316">
                  <c:v>45735</c:v>
                </c:pt>
                <c:pt idx="6317">
                  <c:v>45736</c:v>
                </c:pt>
                <c:pt idx="6318">
                  <c:v>45737</c:v>
                </c:pt>
                <c:pt idx="6319">
                  <c:v>45740</c:v>
                </c:pt>
                <c:pt idx="6320">
                  <c:v>45741</c:v>
                </c:pt>
                <c:pt idx="6321">
                  <c:v>45742</c:v>
                </c:pt>
                <c:pt idx="6322">
                  <c:v>45743</c:v>
                </c:pt>
                <c:pt idx="6323">
                  <c:v>45744</c:v>
                </c:pt>
                <c:pt idx="6324">
                  <c:v>45747</c:v>
                </c:pt>
                <c:pt idx="6325">
                  <c:v>45748</c:v>
                </c:pt>
                <c:pt idx="6326">
                  <c:v>45749</c:v>
                </c:pt>
                <c:pt idx="6327">
                  <c:v>45750</c:v>
                </c:pt>
                <c:pt idx="6328">
                  <c:v>45751</c:v>
                </c:pt>
                <c:pt idx="6329">
                  <c:v>45754</c:v>
                </c:pt>
                <c:pt idx="6330">
                  <c:v>45755</c:v>
                </c:pt>
                <c:pt idx="6331">
                  <c:v>45756</c:v>
                </c:pt>
                <c:pt idx="6332">
                  <c:v>45757</c:v>
                </c:pt>
                <c:pt idx="6333">
                  <c:v>45758</c:v>
                </c:pt>
                <c:pt idx="6334">
                  <c:v>45761</c:v>
                </c:pt>
                <c:pt idx="6335">
                  <c:v>45762</c:v>
                </c:pt>
                <c:pt idx="6336">
                  <c:v>45763</c:v>
                </c:pt>
                <c:pt idx="6337">
                  <c:v>45764</c:v>
                </c:pt>
                <c:pt idx="6338">
                  <c:v>45765</c:v>
                </c:pt>
                <c:pt idx="6339">
                  <c:v>45768</c:v>
                </c:pt>
                <c:pt idx="6340">
                  <c:v>45769</c:v>
                </c:pt>
                <c:pt idx="6341">
                  <c:v>45770</c:v>
                </c:pt>
                <c:pt idx="6342">
                  <c:v>45771</c:v>
                </c:pt>
                <c:pt idx="6343">
                  <c:v>45772</c:v>
                </c:pt>
                <c:pt idx="6344">
                  <c:v>45775</c:v>
                </c:pt>
                <c:pt idx="6345">
                  <c:v>45776</c:v>
                </c:pt>
                <c:pt idx="6346">
                  <c:v>45777</c:v>
                </c:pt>
                <c:pt idx="6347">
                  <c:v>45778</c:v>
                </c:pt>
                <c:pt idx="6348">
                  <c:v>45779</c:v>
                </c:pt>
                <c:pt idx="6349">
                  <c:v>45782</c:v>
                </c:pt>
                <c:pt idx="6350">
                  <c:v>45783</c:v>
                </c:pt>
                <c:pt idx="6351">
                  <c:v>45784</c:v>
                </c:pt>
                <c:pt idx="6352">
                  <c:v>45785</c:v>
                </c:pt>
                <c:pt idx="6353">
                  <c:v>45786</c:v>
                </c:pt>
                <c:pt idx="6354">
                  <c:v>45789</c:v>
                </c:pt>
                <c:pt idx="6355">
                  <c:v>45790</c:v>
                </c:pt>
                <c:pt idx="6356">
                  <c:v>45791</c:v>
                </c:pt>
                <c:pt idx="6357">
                  <c:v>45792</c:v>
                </c:pt>
                <c:pt idx="6358">
                  <c:v>45793</c:v>
                </c:pt>
                <c:pt idx="6359">
                  <c:v>45796</c:v>
                </c:pt>
                <c:pt idx="6360">
                  <c:v>45797</c:v>
                </c:pt>
                <c:pt idx="6361">
                  <c:v>45798</c:v>
                </c:pt>
                <c:pt idx="6362">
                  <c:v>45799</c:v>
                </c:pt>
                <c:pt idx="6363">
                  <c:v>45800</c:v>
                </c:pt>
                <c:pt idx="6364">
                  <c:v>45803</c:v>
                </c:pt>
                <c:pt idx="6365">
                  <c:v>45804</c:v>
                </c:pt>
                <c:pt idx="6366">
                  <c:v>45805</c:v>
                </c:pt>
                <c:pt idx="6367">
                  <c:v>45806</c:v>
                </c:pt>
                <c:pt idx="6368">
                  <c:v>45807</c:v>
                </c:pt>
                <c:pt idx="6369">
                  <c:v>45810</c:v>
                </c:pt>
                <c:pt idx="6370">
                  <c:v>45811</c:v>
                </c:pt>
                <c:pt idx="6371">
                  <c:v>45812</c:v>
                </c:pt>
                <c:pt idx="6372">
                  <c:v>45813</c:v>
                </c:pt>
                <c:pt idx="6373">
                  <c:v>45814</c:v>
                </c:pt>
                <c:pt idx="6374">
                  <c:v>45817</c:v>
                </c:pt>
                <c:pt idx="6375">
                  <c:v>45818</c:v>
                </c:pt>
                <c:pt idx="6376">
                  <c:v>45819</c:v>
                </c:pt>
                <c:pt idx="6377">
                  <c:v>45820</c:v>
                </c:pt>
                <c:pt idx="6378">
                  <c:v>45821</c:v>
                </c:pt>
                <c:pt idx="6379">
                  <c:v>45824</c:v>
                </c:pt>
                <c:pt idx="6380">
                  <c:v>45825</c:v>
                </c:pt>
                <c:pt idx="6381">
                  <c:v>45826</c:v>
                </c:pt>
                <c:pt idx="6382">
                  <c:v>45827</c:v>
                </c:pt>
                <c:pt idx="6383">
                  <c:v>45828</c:v>
                </c:pt>
                <c:pt idx="6384">
                  <c:v>45831</c:v>
                </c:pt>
                <c:pt idx="6385">
                  <c:v>45832</c:v>
                </c:pt>
                <c:pt idx="6386">
                  <c:v>45833</c:v>
                </c:pt>
                <c:pt idx="6387">
                  <c:v>45834</c:v>
                </c:pt>
                <c:pt idx="6388">
                  <c:v>45835</c:v>
                </c:pt>
                <c:pt idx="6389">
                  <c:v>45838</c:v>
                </c:pt>
                <c:pt idx="6390">
                  <c:v>45839</c:v>
                </c:pt>
                <c:pt idx="6391">
                  <c:v>45840</c:v>
                </c:pt>
                <c:pt idx="6392">
                  <c:v>45841</c:v>
                </c:pt>
                <c:pt idx="6393">
                  <c:v>45842</c:v>
                </c:pt>
                <c:pt idx="6394">
                  <c:v>45845</c:v>
                </c:pt>
                <c:pt idx="6395">
                  <c:v>45846</c:v>
                </c:pt>
                <c:pt idx="6396">
                  <c:v>45847</c:v>
                </c:pt>
                <c:pt idx="6397">
                  <c:v>45848</c:v>
                </c:pt>
                <c:pt idx="6398">
                  <c:v>45849</c:v>
                </c:pt>
                <c:pt idx="6399">
                  <c:v>45852</c:v>
                </c:pt>
                <c:pt idx="6400">
                  <c:v>45853</c:v>
                </c:pt>
                <c:pt idx="6401">
                  <c:v>45854</c:v>
                </c:pt>
                <c:pt idx="6402">
                  <c:v>45855</c:v>
                </c:pt>
                <c:pt idx="6403">
                  <c:v>45856</c:v>
                </c:pt>
                <c:pt idx="6404">
                  <c:v>45859</c:v>
                </c:pt>
                <c:pt idx="6405">
                  <c:v>45860</c:v>
                </c:pt>
                <c:pt idx="6406">
                  <c:v>45861</c:v>
                </c:pt>
                <c:pt idx="6407">
                  <c:v>45862</c:v>
                </c:pt>
                <c:pt idx="6408">
                  <c:v>45863</c:v>
                </c:pt>
                <c:pt idx="6409">
                  <c:v>45866</c:v>
                </c:pt>
                <c:pt idx="6410">
                  <c:v>45867</c:v>
                </c:pt>
                <c:pt idx="6411">
                  <c:v>45868</c:v>
                </c:pt>
                <c:pt idx="6412">
                  <c:v>45869</c:v>
                </c:pt>
                <c:pt idx="6413">
                  <c:v>45870</c:v>
                </c:pt>
                <c:pt idx="6414">
                  <c:v>45873</c:v>
                </c:pt>
                <c:pt idx="6415">
                  <c:v>45874</c:v>
                </c:pt>
                <c:pt idx="6416">
                  <c:v>45875</c:v>
                </c:pt>
                <c:pt idx="6417">
                  <c:v>45876</c:v>
                </c:pt>
                <c:pt idx="6418">
                  <c:v>45877</c:v>
                </c:pt>
                <c:pt idx="6419">
                  <c:v>45880</c:v>
                </c:pt>
                <c:pt idx="6420">
                  <c:v>45881</c:v>
                </c:pt>
                <c:pt idx="6421">
                  <c:v>45882</c:v>
                </c:pt>
                <c:pt idx="6422">
                  <c:v>45883</c:v>
                </c:pt>
                <c:pt idx="6423">
                  <c:v>45884</c:v>
                </c:pt>
                <c:pt idx="6424">
                  <c:v>45887</c:v>
                </c:pt>
                <c:pt idx="6425">
                  <c:v>45888</c:v>
                </c:pt>
                <c:pt idx="6426">
                  <c:v>45889</c:v>
                </c:pt>
                <c:pt idx="6427">
                  <c:v>45890</c:v>
                </c:pt>
                <c:pt idx="6428">
                  <c:v>45891</c:v>
                </c:pt>
                <c:pt idx="6429">
                  <c:v>45894</c:v>
                </c:pt>
                <c:pt idx="6430">
                  <c:v>45895</c:v>
                </c:pt>
                <c:pt idx="6431">
                  <c:v>45896</c:v>
                </c:pt>
                <c:pt idx="6432">
                  <c:v>45897</c:v>
                </c:pt>
                <c:pt idx="6433">
                  <c:v>45898</c:v>
                </c:pt>
                <c:pt idx="6434">
                  <c:v>45901</c:v>
                </c:pt>
                <c:pt idx="6435">
                  <c:v>45902</c:v>
                </c:pt>
                <c:pt idx="6436">
                  <c:v>45903</c:v>
                </c:pt>
                <c:pt idx="6437">
                  <c:v>45904</c:v>
                </c:pt>
                <c:pt idx="6438">
                  <c:v>45905</c:v>
                </c:pt>
                <c:pt idx="6439">
                  <c:v>45908</c:v>
                </c:pt>
                <c:pt idx="6440">
                  <c:v>45909</c:v>
                </c:pt>
                <c:pt idx="6441">
                  <c:v>45910</c:v>
                </c:pt>
                <c:pt idx="6442">
                  <c:v>45911</c:v>
                </c:pt>
                <c:pt idx="6443">
                  <c:v>45912</c:v>
                </c:pt>
                <c:pt idx="6444">
                  <c:v>45915</c:v>
                </c:pt>
                <c:pt idx="6445">
                  <c:v>45916</c:v>
                </c:pt>
                <c:pt idx="6446">
                  <c:v>45917</c:v>
                </c:pt>
                <c:pt idx="6447">
                  <c:v>45918</c:v>
                </c:pt>
                <c:pt idx="6448">
                  <c:v>45919</c:v>
                </c:pt>
                <c:pt idx="6449">
                  <c:v>45922</c:v>
                </c:pt>
                <c:pt idx="6450">
                  <c:v>45923</c:v>
                </c:pt>
                <c:pt idx="6451">
                  <c:v>45924</c:v>
                </c:pt>
                <c:pt idx="6452">
                  <c:v>45925</c:v>
                </c:pt>
                <c:pt idx="6453">
                  <c:v>45926</c:v>
                </c:pt>
                <c:pt idx="6454">
                  <c:v>45929</c:v>
                </c:pt>
                <c:pt idx="6455">
                  <c:v>45930</c:v>
                </c:pt>
                <c:pt idx="6456">
                  <c:v>45931</c:v>
                </c:pt>
                <c:pt idx="6457">
                  <c:v>45932</c:v>
                </c:pt>
                <c:pt idx="6458">
                  <c:v>45933</c:v>
                </c:pt>
                <c:pt idx="6459">
                  <c:v>45936</c:v>
                </c:pt>
                <c:pt idx="6460">
                  <c:v>45937</c:v>
                </c:pt>
                <c:pt idx="6461">
                  <c:v>45938</c:v>
                </c:pt>
                <c:pt idx="6462">
                  <c:v>45939</c:v>
                </c:pt>
                <c:pt idx="6463">
                  <c:v>45940</c:v>
                </c:pt>
                <c:pt idx="6464">
                  <c:v>45943</c:v>
                </c:pt>
                <c:pt idx="6465">
                  <c:v>45944</c:v>
                </c:pt>
                <c:pt idx="6466">
                  <c:v>45945</c:v>
                </c:pt>
                <c:pt idx="6467">
                  <c:v>45946</c:v>
                </c:pt>
                <c:pt idx="6468">
                  <c:v>45947</c:v>
                </c:pt>
                <c:pt idx="6469">
                  <c:v>45950</c:v>
                </c:pt>
                <c:pt idx="6470">
                  <c:v>45951</c:v>
                </c:pt>
                <c:pt idx="6471">
                  <c:v>45952</c:v>
                </c:pt>
                <c:pt idx="6472">
                  <c:v>45953</c:v>
                </c:pt>
                <c:pt idx="6473">
                  <c:v>45954</c:v>
                </c:pt>
                <c:pt idx="6474">
                  <c:v>45957</c:v>
                </c:pt>
                <c:pt idx="6475">
                  <c:v>45958</c:v>
                </c:pt>
                <c:pt idx="6476">
                  <c:v>45959</c:v>
                </c:pt>
                <c:pt idx="6477">
                  <c:v>45960</c:v>
                </c:pt>
                <c:pt idx="6478">
                  <c:v>45961</c:v>
                </c:pt>
                <c:pt idx="6479">
                  <c:v>45964</c:v>
                </c:pt>
                <c:pt idx="6480">
                  <c:v>45965</c:v>
                </c:pt>
                <c:pt idx="6481">
                  <c:v>45966</c:v>
                </c:pt>
                <c:pt idx="6482">
                  <c:v>45967</c:v>
                </c:pt>
                <c:pt idx="6483">
                  <c:v>45968</c:v>
                </c:pt>
                <c:pt idx="6484">
                  <c:v>45971</c:v>
                </c:pt>
                <c:pt idx="6485">
                  <c:v>45972</c:v>
                </c:pt>
                <c:pt idx="6486">
                  <c:v>45973</c:v>
                </c:pt>
                <c:pt idx="6487">
                  <c:v>45974</c:v>
                </c:pt>
                <c:pt idx="6488">
                  <c:v>45975</c:v>
                </c:pt>
                <c:pt idx="6489">
                  <c:v>45978</c:v>
                </c:pt>
                <c:pt idx="6490">
                  <c:v>45979</c:v>
                </c:pt>
                <c:pt idx="6491">
                  <c:v>45980</c:v>
                </c:pt>
                <c:pt idx="6492">
                  <c:v>45981</c:v>
                </c:pt>
                <c:pt idx="6493">
                  <c:v>45982</c:v>
                </c:pt>
                <c:pt idx="6494">
                  <c:v>45985</c:v>
                </c:pt>
                <c:pt idx="6495">
                  <c:v>45986</c:v>
                </c:pt>
                <c:pt idx="6496">
                  <c:v>45987</c:v>
                </c:pt>
                <c:pt idx="6497">
                  <c:v>45988</c:v>
                </c:pt>
                <c:pt idx="6498">
                  <c:v>45989</c:v>
                </c:pt>
                <c:pt idx="6499">
                  <c:v>45992</c:v>
                </c:pt>
                <c:pt idx="6500">
                  <c:v>45993</c:v>
                </c:pt>
                <c:pt idx="6501">
                  <c:v>45994</c:v>
                </c:pt>
                <c:pt idx="6502">
                  <c:v>45995</c:v>
                </c:pt>
                <c:pt idx="6503">
                  <c:v>45996</c:v>
                </c:pt>
                <c:pt idx="6504">
                  <c:v>45999</c:v>
                </c:pt>
                <c:pt idx="6505">
                  <c:v>46000</c:v>
                </c:pt>
                <c:pt idx="6506">
                  <c:v>46001</c:v>
                </c:pt>
                <c:pt idx="6507">
                  <c:v>46002</c:v>
                </c:pt>
                <c:pt idx="6508">
                  <c:v>46003</c:v>
                </c:pt>
                <c:pt idx="6509">
                  <c:v>46006</c:v>
                </c:pt>
                <c:pt idx="6510">
                  <c:v>46007</c:v>
                </c:pt>
                <c:pt idx="6511">
                  <c:v>46008</c:v>
                </c:pt>
                <c:pt idx="6512">
                  <c:v>46009</c:v>
                </c:pt>
                <c:pt idx="6513">
                  <c:v>46010</c:v>
                </c:pt>
                <c:pt idx="6514">
                  <c:v>46013</c:v>
                </c:pt>
                <c:pt idx="6515">
                  <c:v>46014</c:v>
                </c:pt>
                <c:pt idx="6516">
                  <c:v>46015</c:v>
                </c:pt>
                <c:pt idx="6517">
                  <c:v>46016</c:v>
                </c:pt>
                <c:pt idx="6518">
                  <c:v>46017</c:v>
                </c:pt>
                <c:pt idx="6519">
                  <c:v>46020</c:v>
                </c:pt>
                <c:pt idx="6520">
                  <c:v>46021</c:v>
                </c:pt>
                <c:pt idx="6521">
                  <c:v>46022</c:v>
                </c:pt>
                <c:pt idx="6522">
                  <c:v>46023</c:v>
                </c:pt>
                <c:pt idx="6523">
                  <c:v>46024</c:v>
                </c:pt>
                <c:pt idx="6524">
                  <c:v>46027</c:v>
                </c:pt>
                <c:pt idx="6525">
                  <c:v>46028</c:v>
                </c:pt>
                <c:pt idx="6526">
                  <c:v>46029</c:v>
                </c:pt>
                <c:pt idx="6527">
                  <c:v>46030</c:v>
                </c:pt>
                <c:pt idx="6528">
                  <c:v>46031</c:v>
                </c:pt>
                <c:pt idx="6529">
                  <c:v>46034</c:v>
                </c:pt>
                <c:pt idx="6530">
                  <c:v>46035</c:v>
                </c:pt>
                <c:pt idx="6531">
                  <c:v>46036</c:v>
                </c:pt>
                <c:pt idx="6532">
                  <c:v>46037</c:v>
                </c:pt>
                <c:pt idx="6533">
                  <c:v>46038</c:v>
                </c:pt>
                <c:pt idx="6534">
                  <c:v>46041</c:v>
                </c:pt>
                <c:pt idx="6535">
                  <c:v>46042</c:v>
                </c:pt>
                <c:pt idx="6536">
                  <c:v>46043</c:v>
                </c:pt>
                <c:pt idx="6537">
                  <c:v>46044</c:v>
                </c:pt>
                <c:pt idx="6538">
                  <c:v>46045</c:v>
                </c:pt>
                <c:pt idx="6539">
                  <c:v>46048</c:v>
                </c:pt>
                <c:pt idx="6540">
                  <c:v>46049</c:v>
                </c:pt>
                <c:pt idx="6541">
                  <c:v>46050</c:v>
                </c:pt>
                <c:pt idx="6542">
                  <c:v>46051</c:v>
                </c:pt>
                <c:pt idx="6543">
                  <c:v>46052</c:v>
                </c:pt>
                <c:pt idx="6544">
                  <c:v>46055</c:v>
                </c:pt>
                <c:pt idx="6545">
                  <c:v>46056</c:v>
                </c:pt>
                <c:pt idx="6546">
                  <c:v>46057</c:v>
                </c:pt>
                <c:pt idx="6547">
                  <c:v>46058</c:v>
                </c:pt>
                <c:pt idx="6548">
                  <c:v>46059</c:v>
                </c:pt>
                <c:pt idx="6549">
                  <c:v>46062</c:v>
                </c:pt>
                <c:pt idx="6550">
                  <c:v>46063</c:v>
                </c:pt>
                <c:pt idx="6551">
                  <c:v>46064</c:v>
                </c:pt>
                <c:pt idx="6552">
                  <c:v>46065</c:v>
                </c:pt>
                <c:pt idx="6553">
                  <c:v>46066</c:v>
                </c:pt>
                <c:pt idx="6554">
                  <c:v>46069</c:v>
                </c:pt>
                <c:pt idx="6555">
                  <c:v>46070</c:v>
                </c:pt>
                <c:pt idx="6556">
                  <c:v>46071</c:v>
                </c:pt>
                <c:pt idx="6557">
                  <c:v>46072</c:v>
                </c:pt>
                <c:pt idx="6558">
                  <c:v>46073</c:v>
                </c:pt>
                <c:pt idx="6559">
                  <c:v>46076</c:v>
                </c:pt>
                <c:pt idx="6560">
                  <c:v>46077</c:v>
                </c:pt>
                <c:pt idx="6561">
                  <c:v>46078</c:v>
                </c:pt>
                <c:pt idx="6562">
                  <c:v>46079</c:v>
                </c:pt>
                <c:pt idx="6563">
                  <c:v>46080</c:v>
                </c:pt>
                <c:pt idx="6564">
                  <c:v>46083</c:v>
                </c:pt>
                <c:pt idx="6565">
                  <c:v>46084</c:v>
                </c:pt>
                <c:pt idx="6566">
                  <c:v>46085</c:v>
                </c:pt>
                <c:pt idx="6567">
                  <c:v>46086</c:v>
                </c:pt>
                <c:pt idx="6568">
                  <c:v>46087</c:v>
                </c:pt>
                <c:pt idx="6569">
                  <c:v>46090</c:v>
                </c:pt>
                <c:pt idx="6570">
                  <c:v>46091</c:v>
                </c:pt>
                <c:pt idx="6571">
                  <c:v>46092</c:v>
                </c:pt>
                <c:pt idx="6572">
                  <c:v>46093</c:v>
                </c:pt>
                <c:pt idx="6573">
                  <c:v>46094</c:v>
                </c:pt>
                <c:pt idx="6574">
                  <c:v>46097</c:v>
                </c:pt>
                <c:pt idx="6575">
                  <c:v>46098</c:v>
                </c:pt>
                <c:pt idx="6576">
                  <c:v>46099</c:v>
                </c:pt>
                <c:pt idx="6577">
                  <c:v>46100</c:v>
                </c:pt>
                <c:pt idx="6578">
                  <c:v>46101</c:v>
                </c:pt>
                <c:pt idx="6579">
                  <c:v>46104</c:v>
                </c:pt>
                <c:pt idx="6580">
                  <c:v>46105</c:v>
                </c:pt>
                <c:pt idx="6581">
                  <c:v>46106</c:v>
                </c:pt>
                <c:pt idx="6582">
                  <c:v>46107</c:v>
                </c:pt>
                <c:pt idx="6583">
                  <c:v>46108</c:v>
                </c:pt>
                <c:pt idx="6584">
                  <c:v>46111</c:v>
                </c:pt>
                <c:pt idx="6585">
                  <c:v>46112</c:v>
                </c:pt>
                <c:pt idx="6586">
                  <c:v>46113</c:v>
                </c:pt>
                <c:pt idx="6587">
                  <c:v>46114</c:v>
                </c:pt>
                <c:pt idx="6588">
                  <c:v>46115</c:v>
                </c:pt>
                <c:pt idx="6589">
                  <c:v>46118</c:v>
                </c:pt>
                <c:pt idx="6590">
                  <c:v>46119</c:v>
                </c:pt>
                <c:pt idx="6591">
                  <c:v>46120</c:v>
                </c:pt>
                <c:pt idx="6592">
                  <c:v>46121</c:v>
                </c:pt>
                <c:pt idx="6593">
                  <c:v>46122</c:v>
                </c:pt>
                <c:pt idx="6594">
                  <c:v>46125</c:v>
                </c:pt>
                <c:pt idx="6595">
                  <c:v>46126</c:v>
                </c:pt>
                <c:pt idx="6596">
                  <c:v>46127</c:v>
                </c:pt>
                <c:pt idx="6597">
                  <c:v>46128</c:v>
                </c:pt>
                <c:pt idx="6598">
                  <c:v>46129</c:v>
                </c:pt>
                <c:pt idx="6599">
                  <c:v>46132</c:v>
                </c:pt>
                <c:pt idx="6600">
                  <c:v>46133</c:v>
                </c:pt>
                <c:pt idx="6601">
                  <c:v>46134</c:v>
                </c:pt>
                <c:pt idx="6602">
                  <c:v>46135</c:v>
                </c:pt>
                <c:pt idx="6603">
                  <c:v>46136</c:v>
                </c:pt>
                <c:pt idx="6604">
                  <c:v>46139</c:v>
                </c:pt>
                <c:pt idx="6605">
                  <c:v>46140</c:v>
                </c:pt>
                <c:pt idx="6606">
                  <c:v>46141</c:v>
                </c:pt>
                <c:pt idx="6607">
                  <c:v>46142</c:v>
                </c:pt>
                <c:pt idx="6608">
                  <c:v>46143</c:v>
                </c:pt>
                <c:pt idx="6609">
                  <c:v>46146</c:v>
                </c:pt>
                <c:pt idx="6610">
                  <c:v>46147</c:v>
                </c:pt>
                <c:pt idx="6611">
                  <c:v>46148</c:v>
                </c:pt>
                <c:pt idx="6612">
                  <c:v>46149</c:v>
                </c:pt>
                <c:pt idx="6613">
                  <c:v>46150</c:v>
                </c:pt>
                <c:pt idx="6614">
                  <c:v>46153</c:v>
                </c:pt>
                <c:pt idx="6615">
                  <c:v>46154</c:v>
                </c:pt>
                <c:pt idx="6616">
                  <c:v>46155</c:v>
                </c:pt>
                <c:pt idx="6617">
                  <c:v>46156</c:v>
                </c:pt>
                <c:pt idx="6618">
                  <c:v>46157</c:v>
                </c:pt>
                <c:pt idx="6619">
                  <c:v>46160</c:v>
                </c:pt>
                <c:pt idx="6620">
                  <c:v>46161</c:v>
                </c:pt>
                <c:pt idx="6621">
                  <c:v>46162</c:v>
                </c:pt>
                <c:pt idx="6622">
                  <c:v>46163</c:v>
                </c:pt>
                <c:pt idx="6623">
                  <c:v>46164</c:v>
                </c:pt>
                <c:pt idx="6624">
                  <c:v>46167</c:v>
                </c:pt>
                <c:pt idx="6625">
                  <c:v>46168</c:v>
                </c:pt>
                <c:pt idx="6626">
                  <c:v>46169</c:v>
                </c:pt>
                <c:pt idx="6627">
                  <c:v>46170</c:v>
                </c:pt>
                <c:pt idx="6628">
                  <c:v>46171</c:v>
                </c:pt>
                <c:pt idx="6629">
                  <c:v>46174</c:v>
                </c:pt>
                <c:pt idx="6630">
                  <c:v>46175</c:v>
                </c:pt>
                <c:pt idx="6631">
                  <c:v>46176</c:v>
                </c:pt>
                <c:pt idx="6632">
                  <c:v>46177</c:v>
                </c:pt>
                <c:pt idx="6633">
                  <c:v>46178</c:v>
                </c:pt>
                <c:pt idx="6634">
                  <c:v>46181</c:v>
                </c:pt>
                <c:pt idx="6635">
                  <c:v>46182</c:v>
                </c:pt>
                <c:pt idx="6636">
                  <c:v>46183</c:v>
                </c:pt>
                <c:pt idx="6637">
                  <c:v>46184</c:v>
                </c:pt>
                <c:pt idx="6638">
                  <c:v>46185</c:v>
                </c:pt>
                <c:pt idx="6639">
                  <c:v>46188</c:v>
                </c:pt>
                <c:pt idx="6640">
                  <c:v>46189</c:v>
                </c:pt>
                <c:pt idx="6641">
                  <c:v>46190</c:v>
                </c:pt>
                <c:pt idx="6642">
                  <c:v>46191</c:v>
                </c:pt>
                <c:pt idx="6643">
                  <c:v>46192</c:v>
                </c:pt>
                <c:pt idx="6644">
                  <c:v>46195</c:v>
                </c:pt>
                <c:pt idx="6645">
                  <c:v>46196</c:v>
                </c:pt>
                <c:pt idx="6646">
                  <c:v>46197</c:v>
                </c:pt>
                <c:pt idx="6647">
                  <c:v>46198</c:v>
                </c:pt>
                <c:pt idx="6648">
                  <c:v>46199</c:v>
                </c:pt>
                <c:pt idx="6649">
                  <c:v>46202</c:v>
                </c:pt>
                <c:pt idx="6650">
                  <c:v>46203</c:v>
                </c:pt>
                <c:pt idx="6651">
                  <c:v>46204</c:v>
                </c:pt>
                <c:pt idx="6652">
                  <c:v>46205</c:v>
                </c:pt>
                <c:pt idx="6653">
                  <c:v>46206</c:v>
                </c:pt>
                <c:pt idx="6654">
                  <c:v>46209</c:v>
                </c:pt>
                <c:pt idx="6655">
                  <c:v>46210</c:v>
                </c:pt>
                <c:pt idx="6656">
                  <c:v>46211</c:v>
                </c:pt>
                <c:pt idx="6657">
                  <c:v>46212</c:v>
                </c:pt>
                <c:pt idx="6658">
                  <c:v>46213</c:v>
                </c:pt>
                <c:pt idx="6659">
                  <c:v>46216</c:v>
                </c:pt>
                <c:pt idx="6660">
                  <c:v>46217</c:v>
                </c:pt>
                <c:pt idx="6661">
                  <c:v>46218</c:v>
                </c:pt>
                <c:pt idx="6662">
                  <c:v>46219</c:v>
                </c:pt>
                <c:pt idx="6663">
                  <c:v>46220</c:v>
                </c:pt>
                <c:pt idx="6664">
                  <c:v>46223</c:v>
                </c:pt>
                <c:pt idx="6665">
                  <c:v>46224</c:v>
                </c:pt>
                <c:pt idx="6666">
                  <c:v>46225</c:v>
                </c:pt>
                <c:pt idx="6667">
                  <c:v>46226</c:v>
                </c:pt>
                <c:pt idx="6668">
                  <c:v>46227</c:v>
                </c:pt>
                <c:pt idx="6669">
                  <c:v>46230</c:v>
                </c:pt>
                <c:pt idx="6670">
                  <c:v>46231</c:v>
                </c:pt>
                <c:pt idx="6671">
                  <c:v>46232</c:v>
                </c:pt>
                <c:pt idx="6672">
                  <c:v>46233</c:v>
                </c:pt>
                <c:pt idx="6673">
                  <c:v>46234</c:v>
                </c:pt>
                <c:pt idx="6674">
                  <c:v>46237</c:v>
                </c:pt>
                <c:pt idx="6675">
                  <c:v>46238</c:v>
                </c:pt>
                <c:pt idx="6676">
                  <c:v>46239</c:v>
                </c:pt>
                <c:pt idx="6677">
                  <c:v>46240</c:v>
                </c:pt>
                <c:pt idx="6678">
                  <c:v>46241</c:v>
                </c:pt>
                <c:pt idx="6679">
                  <c:v>46244</c:v>
                </c:pt>
                <c:pt idx="6680">
                  <c:v>46245</c:v>
                </c:pt>
                <c:pt idx="6681">
                  <c:v>46246</c:v>
                </c:pt>
                <c:pt idx="6682">
                  <c:v>46247</c:v>
                </c:pt>
                <c:pt idx="6683">
                  <c:v>46248</c:v>
                </c:pt>
                <c:pt idx="6684">
                  <c:v>46251</c:v>
                </c:pt>
                <c:pt idx="6685">
                  <c:v>46252</c:v>
                </c:pt>
                <c:pt idx="6686">
                  <c:v>46253</c:v>
                </c:pt>
                <c:pt idx="6687">
                  <c:v>46254</c:v>
                </c:pt>
                <c:pt idx="6688">
                  <c:v>46255</c:v>
                </c:pt>
                <c:pt idx="6689">
                  <c:v>46258</c:v>
                </c:pt>
                <c:pt idx="6690">
                  <c:v>46259</c:v>
                </c:pt>
                <c:pt idx="6691">
                  <c:v>46260</c:v>
                </c:pt>
                <c:pt idx="6692">
                  <c:v>46261</c:v>
                </c:pt>
                <c:pt idx="6693">
                  <c:v>46262</c:v>
                </c:pt>
                <c:pt idx="6694">
                  <c:v>46265</c:v>
                </c:pt>
                <c:pt idx="6695">
                  <c:v>46266</c:v>
                </c:pt>
                <c:pt idx="6696">
                  <c:v>46267</c:v>
                </c:pt>
                <c:pt idx="6697">
                  <c:v>46268</c:v>
                </c:pt>
                <c:pt idx="6698">
                  <c:v>46269</c:v>
                </c:pt>
                <c:pt idx="6699">
                  <c:v>46272</c:v>
                </c:pt>
                <c:pt idx="6700">
                  <c:v>46273</c:v>
                </c:pt>
                <c:pt idx="6701">
                  <c:v>46274</c:v>
                </c:pt>
                <c:pt idx="6702">
                  <c:v>46275</c:v>
                </c:pt>
                <c:pt idx="6703">
                  <c:v>46276</c:v>
                </c:pt>
                <c:pt idx="6704">
                  <c:v>46279</c:v>
                </c:pt>
                <c:pt idx="6705">
                  <c:v>46280</c:v>
                </c:pt>
                <c:pt idx="6706">
                  <c:v>46281</c:v>
                </c:pt>
                <c:pt idx="6707">
                  <c:v>46282</c:v>
                </c:pt>
                <c:pt idx="6708">
                  <c:v>46283</c:v>
                </c:pt>
                <c:pt idx="6709">
                  <c:v>46286</c:v>
                </c:pt>
                <c:pt idx="6710">
                  <c:v>46287</c:v>
                </c:pt>
                <c:pt idx="6711">
                  <c:v>46288</c:v>
                </c:pt>
                <c:pt idx="6712">
                  <c:v>46289</c:v>
                </c:pt>
                <c:pt idx="6713">
                  <c:v>46290</c:v>
                </c:pt>
                <c:pt idx="6714">
                  <c:v>46293</c:v>
                </c:pt>
                <c:pt idx="6715">
                  <c:v>46294</c:v>
                </c:pt>
                <c:pt idx="6716">
                  <c:v>46295</c:v>
                </c:pt>
                <c:pt idx="6717">
                  <c:v>46296</c:v>
                </c:pt>
                <c:pt idx="6718">
                  <c:v>46297</c:v>
                </c:pt>
                <c:pt idx="6719">
                  <c:v>46300</c:v>
                </c:pt>
                <c:pt idx="6720">
                  <c:v>46301</c:v>
                </c:pt>
                <c:pt idx="6721">
                  <c:v>46302</c:v>
                </c:pt>
                <c:pt idx="6722">
                  <c:v>46303</c:v>
                </c:pt>
                <c:pt idx="6723">
                  <c:v>46304</c:v>
                </c:pt>
                <c:pt idx="6724">
                  <c:v>46307</c:v>
                </c:pt>
                <c:pt idx="6725">
                  <c:v>46308</c:v>
                </c:pt>
                <c:pt idx="6726">
                  <c:v>46309</c:v>
                </c:pt>
                <c:pt idx="6727">
                  <c:v>46310</c:v>
                </c:pt>
                <c:pt idx="6728">
                  <c:v>46311</c:v>
                </c:pt>
                <c:pt idx="6729">
                  <c:v>46314</c:v>
                </c:pt>
                <c:pt idx="6730">
                  <c:v>46315</c:v>
                </c:pt>
              </c:numCache>
            </c:numRef>
          </c:cat>
          <c:val>
            <c:numRef>
              <c:f>Spread_Calc!$F$7:$F$6974</c:f>
              <c:numCache>
                <c:formatCode>_(#,##0.00%_);\(#,##0.00%\);_("–"_)_%;_(@_)_%</c:formatCode>
                <c:ptCount val="6968"/>
                <c:pt idx="0">
                  <c:v>9.3200000000000005E-2</c:v>
                </c:pt>
                <c:pt idx="1">
                  <c:v>9.11E-2</c:v>
                </c:pt>
                <c:pt idx="2">
                  <c:v>9.1300000000000006E-2</c:v>
                </c:pt>
                <c:pt idx="3">
                  <c:v>9.1899999999999996E-2</c:v>
                </c:pt>
                <c:pt idx="4">
                  <c:v>9.0300000000000005E-2</c:v>
                </c:pt>
                <c:pt idx="5">
                  <c:v>8.8499999999999995E-2</c:v>
                </c:pt>
                <c:pt idx="6">
                  <c:v>8.6900000000000005E-2</c:v>
                </c:pt>
                <c:pt idx="7">
                  <c:v>8.5800000000000001E-2</c:v>
                </c:pt>
                <c:pt idx="8">
                  <c:v>8.4900000000000003E-2</c:v>
                </c:pt>
                <c:pt idx="9">
                  <c:v>8.4900000000000003E-2</c:v>
                </c:pt>
                <c:pt idx="10">
                  <c:v>8.3799999999999999E-2</c:v>
                </c:pt>
                <c:pt idx="11">
                  <c:v>8.4400000000000003E-2</c:v>
                </c:pt>
                <c:pt idx="12">
                  <c:v>8.3799999999999999E-2</c:v>
                </c:pt>
                <c:pt idx="13">
                  <c:v>8.3000000000000004E-2</c:v>
                </c:pt>
                <c:pt idx="14">
                  <c:v>8.2000000000000003E-2</c:v>
                </c:pt>
                <c:pt idx="15">
                  <c:v>8.1299999999999997E-2</c:v>
                </c:pt>
                <c:pt idx="16">
                  <c:v>8.0699999999999994E-2</c:v>
                </c:pt>
                <c:pt idx="17">
                  <c:v>8.0799999999999997E-2</c:v>
                </c:pt>
                <c:pt idx="18">
                  <c:v>8.0799999999999997E-2</c:v>
                </c:pt>
                <c:pt idx="19">
                  <c:v>8.0199999999999994E-2</c:v>
                </c:pt>
                <c:pt idx="20">
                  <c:v>8.0699999999999994E-2</c:v>
                </c:pt>
                <c:pt idx="21">
                  <c:v>8.0699999999999994E-2</c:v>
                </c:pt>
                <c:pt idx="22">
                  <c:v>8.0799999999999997E-2</c:v>
                </c:pt>
                <c:pt idx="23">
                  <c:v>8.09E-2</c:v>
                </c:pt>
                <c:pt idx="24">
                  <c:v>7.9799999999999996E-2</c:v>
                </c:pt>
                <c:pt idx="25">
                  <c:v>7.9500000000000001E-2</c:v>
                </c:pt>
                <c:pt idx="26">
                  <c:v>7.8899999999999998E-2</c:v>
                </c:pt>
                <c:pt idx="27">
                  <c:v>7.9000000000000001E-2</c:v>
                </c:pt>
                <c:pt idx="28">
                  <c:v>7.9399999999999998E-2</c:v>
                </c:pt>
                <c:pt idx="29">
                  <c:v>7.9100000000000004E-2</c:v>
                </c:pt>
                <c:pt idx="30">
                  <c:v>7.8799999999999995E-2</c:v>
                </c:pt>
                <c:pt idx="31">
                  <c:v>7.6899999999999996E-2</c:v>
                </c:pt>
                <c:pt idx="32">
                  <c:v>7.6100000000000001E-2</c:v>
                </c:pt>
                <c:pt idx="33">
                  <c:v>7.7100000000000002E-2</c:v>
                </c:pt>
                <c:pt idx="34">
                  <c:v>7.7100000000000002E-2</c:v>
                </c:pt>
                <c:pt idx="35">
                  <c:v>7.7399999999999997E-2</c:v>
                </c:pt>
                <c:pt idx="36">
                  <c:v>7.7399999999999997E-2</c:v>
                </c:pt>
                <c:pt idx="37">
                  <c:v>7.7899999999999997E-2</c:v>
                </c:pt>
                <c:pt idx="38">
                  <c:v>7.8799999999999995E-2</c:v>
                </c:pt>
                <c:pt idx="39">
                  <c:v>7.9399999999999998E-2</c:v>
                </c:pt>
                <c:pt idx="40">
                  <c:v>7.9600000000000004E-2</c:v>
                </c:pt>
                <c:pt idx="41">
                  <c:v>0.08</c:v>
                </c:pt>
                <c:pt idx="42">
                  <c:v>8.0199999999999994E-2</c:v>
                </c:pt>
                <c:pt idx="43">
                  <c:v>7.9899999999999999E-2</c:v>
                </c:pt>
                <c:pt idx="44">
                  <c:v>7.9399999999999998E-2</c:v>
                </c:pt>
                <c:pt idx="45">
                  <c:v>7.9299999999999995E-2</c:v>
                </c:pt>
                <c:pt idx="46">
                  <c:v>7.9399999999999998E-2</c:v>
                </c:pt>
                <c:pt idx="47">
                  <c:v>7.9200000000000007E-2</c:v>
                </c:pt>
                <c:pt idx="48">
                  <c:v>7.8899999999999998E-2</c:v>
                </c:pt>
                <c:pt idx="49">
                  <c:v>7.9399999999999998E-2</c:v>
                </c:pt>
                <c:pt idx="50">
                  <c:v>7.9399999999999998E-2</c:v>
                </c:pt>
                <c:pt idx="51">
                  <c:v>8.1500000000000003E-2</c:v>
                </c:pt>
                <c:pt idx="52">
                  <c:v>8.2199999999999995E-2</c:v>
                </c:pt>
                <c:pt idx="53">
                  <c:v>8.2500000000000004E-2</c:v>
                </c:pt>
                <c:pt idx="54">
                  <c:v>8.2600000000000007E-2</c:v>
                </c:pt>
                <c:pt idx="55">
                  <c:v>8.3299999999999999E-2</c:v>
                </c:pt>
                <c:pt idx="56">
                  <c:v>8.4099999999999994E-2</c:v>
                </c:pt>
                <c:pt idx="57">
                  <c:v>8.4699999999999998E-2</c:v>
                </c:pt>
                <c:pt idx="58">
                  <c:v>8.3799999999999999E-2</c:v>
                </c:pt>
                <c:pt idx="59">
                  <c:v>8.2900000000000001E-2</c:v>
                </c:pt>
                <c:pt idx="60">
                  <c:v>8.1699999999999995E-2</c:v>
                </c:pt>
                <c:pt idx="61">
                  <c:v>8.2199999999999995E-2</c:v>
                </c:pt>
                <c:pt idx="62">
                  <c:v>8.2299999999999998E-2</c:v>
                </c:pt>
                <c:pt idx="63">
                  <c:v>8.3099999999999993E-2</c:v>
                </c:pt>
                <c:pt idx="64">
                  <c:v>8.2900000000000001E-2</c:v>
                </c:pt>
                <c:pt idx="65">
                  <c:v>8.43E-2</c:v>
                </c:pt>
                <c:pt idx="66">
                  <c:v>8.43E-2</c:v>
                </c:pt>
                <c:pt idx="67">
                  <c:v>8.3400000000000002E-2</c:v>
                </c:pt>
                <c:pt idx="68">
                  <c:v>8.4500000000000006E-2</c:v>
                </c:pt>
                <c:pt idx="69">
                  <c:v>8.4199999999999997E-2</c:v>
                </c:pt>
                <c:pt idx="70">
                  <c:v>8.2600000000000007E-2</c:v>
                </c:pt>
                <c:pt idx="71">
                  <c:v>8.2000000000000003E-2</c:v>
                </c:pt>
                <c:pt idx="72">
                  <c:v>8.1500000000000003E-2</c:v>
                </c:pt>
                <c:pt idx="73">
                  <c:v>8.1500000000000003E-2</c:v>
                </c:pt>
                <c:pt idx="74">
                  <c:v>8.0399999999999999E-2</c:v>
                </c:pt>
                <c:pt idx="75">
                  <c:v>8.1100000000000005E-2</c:v>
                </c:pt>
                <c:pt idx="76">
                  <c:v>8.2000000000000003E-2</c:v>
                </c:pt>
                <c:pt idx="77">
                  <c:v>8.0699999999999994E-2</c:v>
                </c:pt>
                <c:pt idx="78">
                  <c:v>8.0500000000000002E-2</c:v>
                </c:pt>
                <c:pt idx="79">
                  <c:v>8.0799999999999997E-2</c:v>
                </c:pt>
                <c:pt idx="80">
                  <c:v>8.0299999999999996E-2</c:v>
                </c:pt>
                <c:pt idx="81">
                  <c:v>7.9399999999999998E-2</c:v>
                </c:pt>
                <c:pt idx="82">
                  <c:v>7.9899999999999999E-2</c:v>
                </c:pt>
                <c:pt idx="83">
                  <c:v>7.85E-2</c:v>
                </c:pt>
                <c:pt idx="84">
                  <c:v>7.7899999999999997E-2</c:v>
                </c:pt>
                <c:pt idx="85">
                  <c:v>7.8E-2</c:v>
                </c:pt>
                <c:pt idx="86">
                  <c:v>7.6799999999999993E-2</c:v>
                </c:pt>
                <c:pt idx="87">
                  <c:v>7.7499999999999999E-2</c:v>
                </c:pt>
                <c:pt idx="88">
                  <c:v>7.6899999999999996E-2</c:v>
                </c:pt>
                <c:pt idx="89">
                  <c:v>7.6999999999999999E-2</c:v>
                </c:pt>
                <c:pt idx="90">
                  <c:v>7.6700000000000004E-2</c:v>
                </c:pt>
                <c:pt idx="91">
                  <c:v>7.7100000000000002E-2</c:v>
                </c:pt>
                <c:pt idx="92">
                  <c:v>7.5899999999999995E-2</c:v>
                </c:pt>
                <c:pt idx="93">
                  <c:v>7.46E-2</c:v>
                </c:pt>
                <c:pt idx="94">
                  <c:v>7.4399999999999994E-2</c:v>
                </c:pt>
                <c:pt idx="95">
                  <c:v>7.4099999999999999E-2</c:v>
                </c:pt>
                <c:pt idx="96">
                  <c:v>7.46E-2</c:v>
                </c:pt>
                <c:pt idx="97">
                  <c:v>7.46E-2</c:v>
                </c:pt>
                <c:pt idx="98">
                  <c:v>7.4399999999999994E-2</c:v>
                </c:pt>
                <c:pt idx="99">
                  <c:v>7.4499999999999997E-2</c:v>
                </c:pt>
                <c:pt idx="100">
                  <c:v>7.4300000000000005E-2</c:v>
                </c:pt>
                <c:pt idx="101">
                  <c:v>7.4700000000000003E-2</c:v>
                </c:pt>
                <c:pt idx="102">
                  <c:v>7.3499999999999996E-2</c:v>
                </c:pt>
                <c:pt idx="103">
                  <c:v>7.3300000000000004E-2</c:v>
                </c:pt>
                <c:pt idx="104">
                  <c:v>7.3300000000000004E-2</c:v>
                </c:pt>
                <c:pt idx="105">
                  <c:v>7.2700000000000001E-2</c:v>
                </c:pt>
                <c:pt idx="106">
                  <c:v>7.3099999999999998E-2</c:v>
                </c:pt>
                <c:pt idx="107">
                  <c:v>7.4200000000000002E-2</c:v>
                </c:pt>
                <c:pt idx="108">
                  <c:v>7.3700000000000002E-2</c:v>
                </c:pt>
                <c:pt idx="109">
                  <c:v>7.4399999999999994E-2</c:v>
                </c:pt>
                <c:pt idx="110">
                  <c:v>7.4899999999999994E-2</c:v>
                </c:pt>
                <c:pt idx="111">
                  <c:v>7.4800000000000005E-2</c:v>
                </c:pt>
                <c:pt idx="112">
                  <c:v>7.4399999999999994E-2</c:v>
                </c:pt>
                <c:pt idx="113">
                  <c:v>7.4099999999999999E-2</c:v>
                </c:pt>
                <c:pt idx="114">
                  <c:v>7.4300000000000005E-2</c:v>
                </c:pt>
                <c:pt idx="115">
                  <c:v>7.51E-2</c:v>
                </c:pt>
                <c:pt idx="116">
                  <c:v>7.5300000000000006E-2</c:v>
                </c:pt>
                <c:pt idx="117">
                  <c:v>7.6200000000000004E-2</c:v>
                </c:pt>
                <c:pt idx="118">
                  <c:v>7.6899999999999996E-2</c:v>
                </c:pt>
                <c:pt idx="119">
                  <c:v>7.7700000000000005E-2</c:v>
                </c:pt>
                <c:pt idx="120">
                  <c:v>7.8700000000000006E-2</c:v>
                </c:pt>
                <c:pt idx="121">
                  <c:v>7.9600000000000004E-2</c:v>
                </c:pt>
                <c:pt idx="122">
                  <c:v>7.9699999999999993E-2</c:v>
                </c:pt>
                <c:pt idx="123">
                  <c:v>8.0199999999999994E-2</c:v>
                </c:pt>
                <c:pt idx="124">
                  <c:v>0.08</c:v>
                </c:pt>
                <c:pt idx="125">
                  <c:v>7.9399999999999998E-2</c:v>
                </c:pt>
                <c:pt idx="126">
                  <c:v>7.9399999999999998E-2</c:v>
                </c:pt>
                <c:pt idx="127">
                  <c:v>7.7899999999999997E-2</c:v>
                </c:pt>
                <c:pt idx="128">
                  <c:v>7.6999999999999999E-2</c:v>
                </c:pt>
                <c:pt idx="129">
                  <c:v>7.7899999999999997E-2</c:v>
                </c:pt>
                <c:pt idx="130">
                  <c:v>7.7499999999999999E-2</c:v>
                </c:pt>
                <c:pt idx="131">
                  <c:v>7.7499999999999999E-2</c:v>
                </c:pt>
                <c:pt idx="132">
                  <c:v>7.7200000000000005E-2</c:v>
                </c:pt>
                <c:pt idx="133">
                  <c:v>7.7799999999999994E-2</c:v>
                </c:pt>
                <c:pt idx="134">
                  <c:v>7.8200000000000006E-2</c:v>
                </c:pt>
                <c:pt idx="135">
                  <c:v>7.8700000000000006E-2</c:v>
                </c:pt>
                <c:pt idx="136">
                  <c:v>7.8899999999999998E-2</c:v>
                </c:pt>
                <c:pt idx="137">
                  <c:v>7.9000000000000001E-2</c:v>
                </c:pt>
                <c:pt idx="138">
                  <c:v>7.9000000000000001E-2</c:v>
                </c:pt>
                <c:pt idx="139">
                  <c:v>7.9399999999999998E-2</c:v>
                </c:pt>
                <c:pt idx="140">
                  <c:v>7.9200000000000007E-2</c:v>
                </c:pt>
                <c:pt idx="141">
                  <c:v>8.0399999999999999E-2</c:v>
                </c:pt>
                <c:pt idx="142">
                  <c:v>8.0199999999999994E-2</c:v>
                </c:pt>
                <c:pt idx="143">
                  <c:v>0.08</c:v>
                </c:pt>
                <c:pt idx="144">
                  <c:v>7.9899999999999999E-2</c:v>
                </c:pt>
                <c:pt idx="145">
                  <c:v>7.9699999999999993E-2</c:v>
                </c:pt>
                <c:pt idx="146">
                  <c:v>7.85E-2</c:v>
                </c:pt>
                <c:pt idx="147">
                  <c:v>7.8799999999999995E-2</c:v>
                </c:pt>
                <c:pt idx="148">
                  <c:v>7.9200000000000007E-2</c:v>
                </c:pt>
                <c:pt idx="149">
                  <c:v>7.9000000000000001E-2</c:v>
                </c:pt>
                <c:pt idx="150">
                  <c:v>7.8799999999999995E-2</c:v>
                </c:pt>
                <c:pt idx="151">
                  <c:v>7.8E-2</c:v>
                </c:pt>
                <c:pt idx="152">
                  <c:v>7.6899999999999996E-2</c:v>
                </c:pt>
                <c:pt idx="153">
                  <c:v>7.6499999999999999E-2</c:v>
                </c:pt>
                <c:pt idx="154">
                  <c:v>7.6300000000000007E-2</c:v>
                </c:pt>
                <c:pt idx="155">
                  <c:v>7.5999999999999998E-2</c:v>
                </c:pt>
                <c:pt idx="156">
                  <c:v>7.6700000000000004E-2</c:v>
                </c:pt>
                <c:pt idx="157">
                  <c:v>7.6399999999999996E-2</c:v>
                </c:pt>
                <c:pt idx="158">
                  <c:v>7.6600000000000001E-2</c:v>
                </c:pt>
                <c:pt idx="159">
                  <c:v>7.7200000000000005E-2</c:v>
                </c:pt>
                <c:pt idx="160">
                  <c:v>7.7100000000000002E-2</c:v>
                </c:pt>
                <c:pt idx="161">
                  <c:v>7.6600000000000001E-2</c:v>
                </c:pt>
                <c:pt idx="162">
                  <c:v>7.7100000000000002E-2</c:v>
                </c:pt>
                <c:pt idx="163">
                  <c:v>7.8100000000000003E-2</c:v>
                </c:pt>
                <c:pt idx="164">
                  <c:v>7.7399999999999997E-2</c:v>
                </c:pt>
                <c:pt idx="165">
                  <c:v>7.7600000000000002E-2</c:v>
                </c:pt>
                <c:pt idx="166">
                  <c:v>7.7399999999999997E-2</c:v>
                </c:pt>
                <c:pt idx="167">
                  <c:v>7.7700000000000005E-2</c:v>
                </c:pt>
                <c:pt idx="168">
                  <c:v>7.7399999999999997E-2</c:v>
                </c:pt>
                <c:pt idx="169">
                  <c:v>7.7399999999999997E-2</c:v>
                </c:pt>
                <c:pt idx="170">
                  <c:v>7.8200000000000006E-2</c:v>
                </c:pt>
                <c:pt idx="171">
                  <c:v>7.8600000000000003E-2</c:v>
                </c:pt>
                <c:pt idx="172">
                  <c:v>7.8399999999999997E-2</c:v>
                </c:pt>
                <c:pt idx="173">
                  <c:v>7.8200000000000006E-2</c:v>
                </c:pt>
                <c:pt idx="174">
                  <c:v>7.8200000000000006E-2</c:v>
                </c:pt>
                <c:pt idx="175">
                  <c:v>7.6600000000000001E-2</c:v>
                </c:pt>
                <c:pt idx="176">
                  <c:v>7.6700000000000004E-2</c:v>
                </c:pt>
                <c:pt idx="177">
                  <c:v>7.7899999999999997E-2</c:v>
                </c:pt>
                <c:pt idx="178">
                  <c:v>7.9100000000000004E-2</c:v>
                </c:pt>
                <c:pt idx="179">
                  <c:v>7.8899999999999998E-2</c:v>
                </c:pt>
                <c:pt idx="180">
                  <c:v>7.8899999999999998E-2</c:v>
                </c:pt>
                <c:pt idx="181">
                  <c:v>7.8899999999999998E-2</c:v>
                </c:pt>
                <c:pt idx="182">
                  <c:v>8.2500000000000004E-2</c:v>
                </c:pt>
                <c:pt idx="183">
                  <c:v>8.3599999999999994E-2</c:v>
                </c:pt>
                <c:pt idx="184">
                  <c:v>9.0700000000000003E-2</c:v>
                </c:pt>
                <c:pt idx="185">
                  <c:v>9.1200000000000003E-2</c:v>
                </c:pt>
                <c:pt idx="186">
                  <c:v>9.2399999999999996E-2</c:v>
                </c:pt>
                <c:pt idx="187">
                  <c:v>9.3100000000000002E-2</c:v>
                </c:pt>
                <c:pt idx="188">
                  <c:v>9.5399999999999999E-2</c:v>
                </c:pt>
                <c:pt idx="189">
                  <c:v>9.5299999999999996E-2</c:v>
                </c:pt>
                <c:pt idx="190">
                  <c:v>9.5899999999999999E-2</c:v>
                </c:pt>
                <c:pt idx="191">
                  <c:v>9.7199999999999995E-2</c:v>
                </c:pt>
                <c:pt idx="192">
                  <c:v>9.8599999999999993E-2</c:v>
                </c:pt>
                <c:pt idx="193">
                  <c:v>9.7799999999999998E-2</c:v>
                </c:pt>
                <c:pt idx="194">
                  <c:v>9.7699999999999995E-2</c:v>
                </c:pt>
                <c:pt idx="195">
                  <c:v>9.8199999999999996E-2</c:v>
                </c:pt>
                <c:pt idx="196">
                  <c:v>9.8599999999999993E-2</c:v>
                </c:pt>
                <c:pt idx="197">
                  <c:v>9.8000000000000004E-2</c:v>
                </c:pt>
                <c:pt idx="198">
                  <c:v>9.8100000000000007E-2</c:v>
                </c:pt>
                <c:pt idx="199">
                  <c:v>9.8100000000000007E-2</c:v>
                </c:pt>
                <c:pt idx="200">
                  <c:v>9.7000000000000003E-2</c:v>
                </c:pt>
                <c:pt idx="201">
                  <c:v>9.6600000000000005E-2</c:v>
                </c:pt>
                <c:pt idx="202">
                  <c:v>9.4E-2</c:v>
                </c:pt>
                <c:pt idx="203">
                  <c:v>9.35E-2</c:v>
                </c:pt>
                <c:pt idx="204">
                  <c:v>9.3200000000000005E-2</c:v>
                </c:pt>
                <c:pt idx="205">
                  <c:v>9.3200000000000005E-2</c:v>
                </c:pt>
                <c:pt idx="206">
                  <c:v>9.2899999999999996E-2</c:v>
                </c:pt>
                <c:pt idx="207">
                  <c:v>9.2600000000000002E-2</c:v>
                </c:pt>
                <c:pt idx="208">
                  <c:v>9.2299999999999993E-2</c:v>
                </c:pt>
                <c:pt idx="209">
                  <c:v>9.2299999999999993E-2</c:v>
                </c:pt>
                <c:pt idx="210">
                  <c:v>9.1999999999999998E-2</c:v>
                </c:pt>
                <c:pt idx="211">
                  <c:v>9.2399999999999996E-2</c:v>
                </c:pt>
                <c:pt idx="212">
                  <c:v>9.2399999999999996E-2</c:v>
                </c:pt>
                <c:pt idx="213">
                  <c:v>9.2399999999999996E-2</c:v>
                </c:pt>
                <c:pt idx="214">
                  <c:v>9.2700000000000005E-2</c:v>
                </c:pt>
                <c:pt idx="215">
                  <c:v>9.35E-2</c:v>
                </c:pt>
                <c:pt idx="216">
                  <c:v>9.5100000000000004E-2</c:v>
                </c:pt>
                <c:pt idx="217">
                  <c:v>9.4600000000000004E-2</c:v>
                </c:pt>
                <c:pt idx="218">
                  <c:v>9.4E-2</c:v>
                </c:pt>
                <c:pt idx="219">
                  <c:v>9.4200000000000006E-2</c:v>
                </c:pt>
                <c:pt idx="220">
                  <c:v>9.4399999999999998E-2</c:v>
                </c:pt>
                <c:pt idx="221">
                  <c:v>9.4100000000000003E-2</c:v>
                </c:pt>
                <c:pt idx="222">
                  <c:v>9.2100000000000001E-2</c:v>
                </c:pt>
                <c:pt idx="223">
                  <c:v>9.1300000000000006E-2</c:v>
                </c:pt>
                <c:pt idx="224">
                  <c:v>9.1300000000000006E-2</c:v>
                </c:pt>
                <c:pt idx="225">
                  <c:v>9.0399999999999994E-2</c:v>
                </c:pt>
                <c:pt idx="226">
                  <c:v>8.8599999999999998E-2</c:v>
                </c:pt>
                <c:pt idx="227">
                  <c:v>8.5900000000000004E-2</c:v>
                </c:pt>
                <c:pt idx="228">
                  <c:v>8.4199999999999997E-2</c:v>
                </c:pt>
                <c:pt idx="229">
                  <c:v>8.4699999999999998E-2</c:v>
                </c:pt>
                <c:pt idx="230">
                  <c:v>8.3799999999999999E-2</c:v>
                </c:pt>
                <c:pt idx="231">
                  <c:v>8.2500000000000004E-2</c:v>
                </c:pt>
                <c:pt idx="232">
                  <c:v>8.2500000000000004E-2</c:v>
                </c:pt>
                <c:pt idx="233">
                  <c:v>8.2199999999999995E-2</c:v>
                </c:pt>
                <c:pt idx="234">
                  <c:v>8.1699999999999995E-2</c:v>
                </c:pt>
                <c:pt idx="235">
                  <c:v>8.2100000000000006E-2</c:v>
                </c:pt>
                <c:pt idx="236">
                  <c:v>8.1699999999999995E-2</c:v>
                </c:pt>
                <c:pt idx="237">
                  <c:v>8.2900000000000001E-2</c:v>
                </c:pt>
                <c:pt idx="238">
                  <c:v>8.3199999999999996E-2</c:v>
                </c:pt>
                <c:pt idx="239">
                  <c:v>8.3500000000000005E-2</c:v>
                </c:pt>
                <c:pt idx="240">
                  <c:v>8.3799999999999999E-2</c:v>
                </c:pt>
                <c:pt idx="241">
                  <c:v>8.1600000000000006E-2</c:v>
                </c:pt>
                <c:pt idx="242">
                  <c:v>8.0799999999999997E-2</c:v>
                </c:pt>
                <c:pt idx="243">
                  <c:v>7.9000000000000001E-2</c:v>
                </c:pt>
                <c:pt idx="244">
                  <c:v>0.08</c:v>
                </c:pt>
                <c:pt idx="245">
                  <c:v>8.1000000000000003E-2</c:v>
                </c:pt>
                <c:pt idx="246">
                  <c:v>8.14E-2</c:v>
                </c:pt>
                <c:pt idx="247">
                  <c:v>8.1100000000000005E-2</c:v>
                </c:pt>
                <c:pt idx="248">
                  <c:v>8.0799999999999997E-2</c:v>
                </c:pt>
                <c:pt idx="249">
                  <c:v>8.1000000000000003E-2</c:v>
                </c:pt>
                <c:pt idx="250">
                  <c:v>8.1100000000000005E-2</c:v>
                </c:pt>
                <c:pt idx="251">
                  <c:v>8.1500000000000003E-2</c:v>
                </c:pt>
                <c:pt idx="252">
                  <c:v>8.1299999999999997E-2</c:v>
                </c:pt>
                <c:pt idx="253">
                  <c:v>8.09E-2</c:v>
                </c:pt>
                <c:pt idx="254">
                  <c:v>8.0600000000000005E-2</c:v>
                </c:pt>
                <c:pt idx="255">
                  <c:v>8.0600000000000005E-2</c:v>
                </c:pt>
                <c:pt idx="256">
                  <c:v>8.0100000000000005E-2</c:v>
                </c:pt>
                <c:pt idx="257">
                  <c:v>8.0799999999999997E-2</c:v>
                </c:pt>
                <c:pt idx="258">
                  <c:v>0.08</c:v>
                </c:pt>
                <c:pt idx="259">
                  <c:v>8.1100000000000005E-2</c:v>
                </c:pt>
                <c:pt idx="260">
                  <c:v>8.1100000000000005E-2</c:v>
                </c:pt>
                <c:pt idx="261">
                  <c:v>7.8100000000000003E-2</c:v>
                </c:pt>
                <c:pt idx="262">
                  <c:v>7.8200000000000006E-2</c:v>
                </c:pt>
                <c:pt idx="263">
                  <c:v>7.7799999999999994E-2</c:v>
                </c:pt>
                <c:pt idx="264">
                  <c:v>7.8E-2</c:v>
                </c:pt>
                <c:pt idx="265">
                  <c:v>7.7799999999999994E-2</c:v>
                </c:pt>
                <c:pt idx="266">
                  <c:v>7.8100000000000003E-2</c:v>
                </c:pt>
                <c:pt idx="267">
                  <c:v>7.8899999999999998E-2</c:v>
                </c:pt>
                <c:pt idx="268">
                  <c:v>7.9899999999999999E-2</c:v>
                </c:pt>
                <c:pt idx="269">
                  <c:v>7.9899999999999999E-2</c:v>
                </c:pt>
                <c:pt idx="270">
                  <c:v>8.0299999999999996E-2</c:v>
                </c:pt>
                <c:pt idx="271">
                  <c:v>8.0699999999999994E-2</c:v>
                </c:pt>
                <c:pt idx="272">
                  <c:v>7.8600000000000003E-2</c:v>
                </c:pt>
                <c:pt idx="273">
                  <c:v>7.9000000000000001E-2</c:v>
                </c:pt>
                <c:pt idx="274">
                  <c:v>7.9000000000000001E-2</c:v>
                </c:pt>
                <c:pt idx="275">
                  <c:v>7.8200000000000006E-2</c:v>
                </c:pt>
                <c:pt idx="276">
                  <c:v>7.7600000000000002E-2</c:v>
                </c:pt>
                <c:pt idx="277">
                  <c:v>7.6799999999999993E-2</c:v>
                </c:pt>
                <c:pt idx="278">
                  <c:v>7.6200000000000004E-2</c:v>
                </c:pt>
                <c:pt idx="279">
                  <c:v>7.6300000000000007E-2</c:v>
                </c:pt>
                <c:pt idx="280">
                  <c:v>7.6999999999999999E-2</c:v>
                </c:pt>
                <c:pt idx="281">
                  <c:v>7.7200000000000005E-2</c:v>
                </c:pt>
                <c:pt idx="282">
                  <c:v>7.6399999999999996E-2</c:v>
                </c:pt>
                <c:pt idx="283">
                  <c:v>7.6399999999999996E-2</c:v>
                </c:pt>
                <c:pt idx="284">
                  <c:v>7.7399999999999997E-2</c:v>
                </c:pt>
                <c:pt idx="285">
                  <c:v>7.8E-2</c:v>
                </c:pt>
                <c:pt idx="286">
                  <c:v>7.8100000000000003E-2</c:v>
                </c:pt>
                <c:pt idx="287">
                  <c:v>7.8299999999999995E-2</c:v>
                </c:pt>
                <c:pt idx="288">
                  <c:v>7.85E-2</c:v>
                </c:pt>
                <c:pt idx="289">
                  <c:v>7.8399999999999997E-2</c:v>
                </c:pt>
                <c:pt idx="290">
                  <c:v>7.7600000000000002E-2</c:v>
                </c:pt>
                <c:pt idx="291">
                  <c:v>7.7200000000000005E-2</c:v>
                </c:pt>
                <c:pt idx="292">
                  <c:v>7.7499999999999999E-2</c:v>
                </c:pt>
                <c:pt idx="293">
                  <c:v>7.8399999999999997E-2</c:v>
                </c:pt>
                <c:pt idx="294">
                  <c:v>7.8399999999999997E-2</c:v>
                </c:pt>
                <c:pt idx="295">
                  <c:v>7.85E-2</c:v>
                </c:pt>
                <c:pt idx="296">
                  <c:v>7.85E-2</c:v>
                </c:pt>
                <c:pt idx="297">
                  <c:v>7.8899999999999998E-2</c:v>
                </c:pt>
                <c:pt idx="298">
                  <c:v>7.9399999999999998E-2</c:v>
                </c:pt>
                <c:pt idx="299">
                  <c:v>7.9500000000000001E-2</c:v>
                </c:pt>
                <c:pt idx="300">
                  <c:v>7.8899999999999998E-2</c:v>
                </c:pt>
                <c:pt idx="301">
                  <c:v>7.9299999999999995E-2</c:v>
                </c:pt>
                <c:pt idx="302">
                  <c:v>7.7700000000000005E-2</c:v>
                </c:pt>
                <c:pt idx="303">
                  <c:v>7.6399999999999996E-2</c:v>
                </c:pt>
                <c:pt idx="304">
                  <c:v>7.5899999999999995E-2</c:v>
                </c:pt>
                <c:pt idx="305">
                  <c:v>7.51E-2</c:v>
                </c:pt>
                <c:pt idx="306">
                  <c:v>7.4300000000000005E-2</c:v>
                </c:pt>
                <c:pt idx="307">
                  <c:v>7.1499999999999994E-2</c:v>
                </c:pt>
                <c:pt idx="308">
                  <c:v>7.0199999999999999E-2</c:v>
                </c:pt>
                <c:pt idx="309">
                  <c:v>7.0300000000000001E-2</c:v>
                </c:pt>
                <c:pt idx="310">
                  <c:v>7.0099999999999996E-2</c:v>
                </c:pt>
                <c:pt idx="311">
                  <c:v>7.0499999999999993E-2</c:v>
                </c:pt>
                <c:pt idx="312">
                  <c:v>6.9099999999999995E-2</c:v>
                </c:pt>
                <c:pt idx="313">
                  <c:v>6.9099999999999995E-2</c:v>
                </c:pt>
                <c:pt idx="314">
                  <c:v>6.9099999999999995E-2</c:v>
                </c:pt>
                <c:pt idx="315">
                  <c:v>6.8900000000000003E-2</c:v>
                </c:pt>
                <c:pt idx="316">
                  <c:v>6.7599999999999993E-2</c:v>
                </c:pt>
                <c:pt idx="317">
                  <c:v>6.7500000000000004E-2</c:v>
                </c:pt>
                <c:pt idx="318">
                  <c:v>6.7100000000000007E-2</c:v>
                </c:pt>
                <c:pt idx="319">
                  <c:v>6.7199999999999996E-2</c:v>
                </c:pt>
                <c:pt idx="320">
                  <c:v>6.7599999999999993E-2</c:v>
                </c:pt>
                <c:pt idx="321">
                  <c:v>6.8099999999999994E-2</c:v>
                </c:pt>
                <c:pt idx="322">
                  <c:v>6.7500000000000004E-2</c:v>
                </c:pt>
                <c:pt idx="323">
                  <c:v>6.7500000000000004E-2</c:v>
                </c:pt>
                <c:pt idx="324">
                  <c:v>6.6299999999999998E-2</c:v>
                </c:pt>
                <c:pt idx="325">
                  <c:v>6.7100000000000007E-2</c:v>
                </c:pt>
                <c:pt idx="326">
                  <c:v>6.7900000000000002E-2</c:v>
                </c:pt>
                <c:pt idx="327">
                  <c:v>6.7699999999999996E-2</c:v>
                </c:pt>
                <c:pt idx="328">
                  <c:v>6.8500000000000005E-2</c:v>
                </c:pt>
                <c:pt idx="329">
                  <c:v>6.8099999999999994E-2</c:v>
                </c:pt>
                <c:pt idx="330">
                  <c:v>6.8400000000000002E-2</c:v>
                </c:pt>
                <c:pt idx="331">
                  <c:v>6.7900000000000002E-2</c:v>
                </c:pt>
                <c:pt idx="332">
                  <c:v>6.83E-2</c:v>
                </c:pt>
                <c:pt idx="333">
                  <c:v>6.88E-2</c:v>
                </c:pt>
                <c:pt idx="334">
                  <c:v>6.8400000000000002E-2</c:v>
                </c:pt>
                <c:pt idx="335">
                  <c:v>6.7699999999999996E-2</c:v>
                </c:pt>
                <c:pt idx="336">
                  <c:v>6.7100000000000007E-2</c:v>
                </c:pt>
                <c:pt idx="337">
                  <c:v>6.7100000000000007E-2</c:v>
                </c:pt>
                <c:pt idx="338">
                  <c:v>6.7299999999999999E-2</c:v>
                </c:pt>
                <c:pt idx="339">
                  <c:v>6.7199999999999996E-2</c:v>
                </c:pt>
                <c:pt idx="340">
                  <c:v>6.7100000000000007E-2</c:v>
                </c:pt>
                <c:pt idx="341">
                  <c:v>6.7599999999999993E-2</c:v>
                </c:pt>
                <c:pt idx="342">
                  <c:v>6.7500000000000004E-2</c:v>
                </c:pt>
                <c:pt idx="343">
                  <c:v>6.8000000000000005E-2</c:v>
                </c:pt>
                <c:pt idx="344">
                  <c:v>6.6900000000000001E-2</c:v>
                </c:pt>
                <c:pt idx="345">
                  <c:v>6.6799999999999998E-2</c:v>
                </c:pt>
                <c:pt idx="346">
                  <c:v>6.7100000000000007E-2</c:v>
                </c:pt>
                <c:pt idx="347">
                  <c:v>6.6799999999999998E-2</c:v>
                </c:pt>
                <c:pt idx="348">
                  <c:v>6.7500000000000004E-2</c:v>
                </c:pt>
                <c:pt idx="349">
                  <c:v>6.7699999999999996E-2</c:v>
                </c:pt>
                <c:pt idx="350">
                  <c:v>6.8199999999999997E-2</c:v>
                </c:pt>
                <c:pt idx="351">
                  <c:v>6.6100000000000006E-2</c:v>
                </c:pt>
                <c:pt idx="352">
                  <c:v>6.6400000000000001E-2</c:v>
                </c:pt>
                <c:pt idx="353">
                  <c:v>6.7000000000000004E-2</c:v>
                </c:pt>
                <c:pt idx="354">
                  <c:v>6.6699999999999995E-2</c:v>
                </c:pt>
                <c:pt idx="355">
                  <c:v>6.6000000000000003E-2</c:v>
                </c:pt>
                <c:pt idx="356">
                  <c:v>6.7000000000000004E-2</c:v>
                </c:pt>
                <c:pt idx="357">
                  <c:v>6.7699999999999996E-2</c:v>
                </c:pt>
                <c:pt idx="358">
                  <c:v>6.7100000000000007E-2</c:v>
                </c:pt>
                <c:pt idx="359">
                  <c:v>6.7799999999999999E-2</c:v>
                </c:pt>
                <c:pt idx="360">
                  <c:v>6.8099999999999994E-2</c:v>
                </c:pt>
                <c:pt idx="361">
                  <c:v>6.8199999999999997E-2</c:v>
                </c:pt>
                <c:pt idx="362">
                  <c:v>6.7900000000000002E-2</c:v>
                </c:pt>
                <c:pt idx="363">
                  <c:v>6.7900000000000002E-2</c:v>
                </c:pt>
                <c:pt idx="364">
                  <c:v>6.7900000000000002E-2</c:v>
                </c:pt>
                <c:pt idx="365">
                  <c:v>6.8099999999999994E-2</c:v>
                </c:pt>
                <c:pt idx="366">
                  <c:v>6.8599999999999994E-2</c:v>
                </c:pt>
                <c:pt idx="367">
                  <c:v>6.93E-2</c:v>
                </c:pt>
                <c:pt idx="368">
                  <c:v>6.9099999999999995E-2</c:v>
                </c:pt>
                <c:pt idx="369">
                  <c:v>7.0000000000000007E-2</c:v>
                </c:pt>
                <c:pt idx="370">
                  <c:v>7.0300000000000001E-2</c:v>
                </c:pt>
                <c:pt idx="371">
                  <c:v>7.0000000000000007E-2</c:v>
                </c:pt>
                <c:pt idx="372">
                  <c:v>7.0800000000000002E-2</c:v>
                </c:pt>
                <c:pt idx="373">
                  <c:v>7.0900000000000005E-2</c:v>
                </c:pt>
                <c:pt idx="374">
                  <c:v>7.1499999999999994E-2</c:v>
                </c:pt>
                <c:pt idx="375">
                  <c:v>7.22E-2</c:v>
                </c:pt>
                <c:pt idx="376">
                  <c:v>7.2900000000000006E-2</c:v>
                </c:pt>
                <c:pt idx="377">
                  <c:v>7.3800000000000004E-2</c:v>
                </c:pt>
                <c:pt idx="378">
                  <c:v>7.4800000000000005E-2</c:v>
                </c:pt>
                <c:pt idx="379">
                  <c:v>7.4200000000000002E-2</c:v>
                </c:pt>
                <c:pt idx="380">
                  <c:v>7.4399999999999994E-2</c:v>
                </c:pt>
                <c:pt idx="381">
                  <c:v>7.5200000000000003E-2</c:v>
                </c:pt>
                <c:pt idx="382">
                  <c:v>7.4999999999999997E-2</c:v>
                </c:pt>
                <c:pt idx="383">
                  <c:v>7.5499999999999998E-2</c:v>
                </c:pt>
                <c:pt idx="384">
                  <c:v>7.5800000000000006E-2</c:v>
                </c:pt>
                <c:pt idx="385">
                  <c:v>7.5700000000000003E-2</c:v>
                </c:pt>
                <c:pt idx="386">
                  <c:v>7.8E-2</c:v>
                </c:pt>
                <c:pt idx="387">
                  <c:v>7.8100000000000003E-2</c:v>
                </c:pt>
                <c:pt idx="388">
                  <c:v>7.8899999999999998E-2</c:v>
                </c:pt>
                <c:pt idx="389">
                  <c:v>7.9600000000000004E-2</c:v>
                </c:pt>
                <c:pt idx="390">
                  <c:v>8.1199999999999994E-2</c:v>
                </c:pt>
                <c:pt idx="391">
                  <c:v>8.14E-2</c:v>
                </c:pt>
                <c:pt idx="392">
                  <c:v>8.14E-2</c:v>
                </c:pt>
                <c:pt idx="393">
                  <c:v>8.0600000000000005E-2</c:v>
                </c:pt>
                <c:pt idx="394">
                  <c:v>8.1100000000000005E-2</c:v>
                </c:pt>
                <c:pt idx="395">
                  <c:v>8.1799999999999998E-2</c:v>
                </c:pt>
                <c:pt idx="396">
                  <c:v>8.2600000000000007E-2</c:v>
                </c:pt>
                <c:pt idx="397">
                  <c:v>8.2900000000000001E-2</c:v>
                </c:pt>
                <c:pt idx="398">
                  <c:v>8.3699999999999997E-2</c:v>
                </c:pt>
                <c:pt idx="399">
                  <c:v>8.3799999999999999E-2</c:v>
                </c:pt>
                <c:pt idx="400">
                  <c:v>8.3000000000000004E-2</c:v>
                </c:pt>
                <c:pt idx="401">
                  <c:v>8.3099999999999993E-2</c:v>
                </c:pt>
                <c:pt idx="402">
                  <c:v>8.4099999999999994E-2</c:v>
                </c:pt>
                <c:pt idx="403">
                  <c:v>8.5300000000000001E-2</c:v>
                </c:pt>
                <c:pt idx="404">
                  <c:v>8.6400000000000005E-2</c:v>
                </c:pt>
                <c:pt idx="405">
                  <c:v>8.8499999999999995E-2</c:v>
                </c:pt>
                <c:pt idx="406">
                  <c:v>8.8800000000000004E-2</c:v>
                </c:pt>
                <c:pt idx="407">
                  <c:v>9.0300000000000005E-2</c:v>
                </c:pt>
                <c:pt idx="408">
                  <c:v>9.1600000000000001E-2</c:v>
                </c:pt>
                <c:pt idx="409">
                  <c:v>8.9899999999999994E-2</c:v>
                </c:pt>
                <c:pt idx="410">
                  <c:v>8.9899999999999994E-2</c:v>
                </c:pt>
                <c:pt idx="411">
                  <c:v>9.1200000000000003E-2</c:v>
                </c:pt>
                <c:pt idx="412">
                  <c:v>9.1999999999999998E-2</c:v>
                </c:pt>
                <c:pt idx="413">
                  <c:v>9.3100000000000002E-2</c:v>
                </c:pt>
                <c:pt idx="414">
                  <c:v>9.4200000000000006E-2</c:v>
                </c:pt>
                <c:pt idx="415">
                  <c:v>9.3399999999999997E-2</c:v>
                </c:pt>
                <c:pt idx="416">
                  <c:v>9.35E-2</c:v>
                </c:pt>
                <c:pt idx="417">
                  <c:v>9.2799999999999994E-2</c:v>
                </c:pt>
                <c:pt idx="418">
                  <c:v>9.3899999999999997E-2</c:v>
                </c:pt>
                <c:pt idx="419">
                  <c:v>9.4899999999999998E-2</c:v>
                </c:pt>
                <c:pt idx="420">
                  <c:v>9.6199999999999994E-2</c:v>
                </c:pt>
                <c:pt idx="421">
                  <c:v>9.6299999999999997E-2</c:v>
                </c:pt>
                <c:pt idx="422">
                  <c:v>9.5699999999999993E-2</c:v>
                </c:pt>
                <c:pt idx="423">
                  <c:v>9.5100000000000004E-2</c:v>
                </c:pt>
                <c:pt idx="424">
                  <c:v>9.5399999999999999E-2</c:v>
                </c:pt>
                <c:pt idx="425">
                  <c:v>9.6500000000000002E-2</c:v>
                </c:pt>
                <c:pt idx="426">
                  <c:v>9.5899999999999999E-2</c:v>
                </c:pt>
                <c:pt idx="427">
                  <c:v>9.3399999999999997E-2</c:v>
                </c:pt>
                <c:pt idx="428">
                  <c:v>9.3299999999999994E-2</c:v>
                </c:pt>
                <c:pt idx="429">
                  <c:v>9.2899999999999996E-2</c:v>
                </c:pt>
                <c:pt idx="430">
                  <c:v>9.2100000000000001E-2</c:v>
                </c:pt>
                <c:pt idx="431">
                  <c:v>9.2100000000000001E-2</c:v>
                </c:pt>
                <c:pt idx="432">
                  <c:v>9.2799999999999994E-2</c:v>
                </c:pt>
                <c:pt idx="433">
                  <c:v>9.2399999999999996E-2</c:v>
                </c:pt>
                <c:pt idx="434">
                  <c:v>9.2399999999999996E-2</c:v>
                </c:pt>
                <c:pt idx="435">
                  <c:v>9.4799999999999995E-2</c:v>
                </c:pt>
                <c:pt idx="436">
                  <c:v>9.4700000000000006E-2</c:v>
                </c:pt>
                <c:pt idx="437">
                  <c:v>9.5600000000000004E-2</c:v>
                </c:pt>
                <c:pt idx="438">
                  <c:v>9.4200000000000006E-2</c:v>
                </c:pt>
                <c:pt idx="439">
                  <c:v>9.3600000000000003E-2</c:v>
                </c:pt>
                <c:pt idx="440">
                  <c:v>9.3899999999999997E-2</c:v>
                </c:pt>
                <c:pt idx="441">
                  <c:v>9.3299999999999994E-2</c:v>
                </c:pt>
                <c:pt idx="442">
                  <c:v>9.3799999999999994E-2</c:v>
                </c:pt>
                <c:pt idx="443">
                  <c:v>9.4500000000000001E-2</c:v>
                </c:pt>
                <c:pt idx="444">
                  <c:v>9.4299999999999995E-2</c:v>
                </c:pt>
                <c:pt idx="445">
                  <c:v>9.4799999999999995E-2</c:v>
                </c:pt>
                <c:pt idx="446">
                  <c:v>9.5100000000000004E-2</c:v>
                </c:pt>
                <c:pt idx="447">
                  <c:v>9.6500000000000002E-2</c:v>
                </c:pt>
                <c:pt idx="448">
                  <c:v>9.7100000000000006E-2</c:v>
                </c:pt>
                <c:pt idx="449">
                  <c:v>9.8500000000000004E-2</c:v>
                </c:pt>
                <c:pt idx="450">
                  <c:v>0.1004</c:v>
                </c:pt>
                <c:pt idx="451">
                  <c:v>9.98E-2</c:v>
                </c:pt>
                <c:pt idx="452">
                  <c:v>9.9599999999999994E-2</c:v>
                </c:pt>
                <c:pt idx="453">
                  <c:v>0.1013</c:v>
                </c:pt>
                <c:pt idx="454">
                  <c:v>0.1027</c:v>
                </c:pt>
                <c:pt idx="455">
                  <c:v>0.1016</c:v>
                </c:pt>
                <c:pt idx="456">
                  <c:v>0.10249999999999999</c:v>
                </c:pt>
                <c:pt idx="457">
                  <c:v>0.10340000000000001</c:v>
                </c:pt>
                <c:pt idx="458">
                  <c:v>0.1038</c:v>
                </c:pt>
                <c:pt idx="459">
                  <c:v>0.1051</c:v>
                </c:pt>
                <c:pt idx="460">
                  <c:v>0.10539999999999999</c:v>
                </c:pt>
                <c:pt idx="461">
                  <c:v>0.1077</c:v>
                </c:pt>
                <c:pt idx="462">
                  <c:v>0.1084</c:v>
                </c:pt>
                <c:pt idx="463">
                  <c:v>0.1071</c:v>
                </c:pt>
                <c:pt idx="464">
                  <c:v>0.1071</c:v>
                </c:pt>
                <c:pt idx="465">
                  <c:v>0.1036</c:v>
                </c:pt>
                <c:pt idx="466">
                  <c:v>0.10390000000000001</c:v>
                </c:pt>
                <c:pt idx="467">
                  <c:v>0.10290000000000001</c:v>
                </c:pt>
                <c:pt idx="468">
                  <c:v>0.10340000000000001</c:v>
                </c:pt>
                <c:pt idx="469">
                  <c:v>0.1013</c:v>
                </c:pt>
                <c:pt idx="470">
                  <c:v>0.1013</c:v>
                </c:pt>
                <c:pt idx="471">
                  <c:v>0.1004</c:v>
                </c:pt>
                <c:pt idx="472">
                  <c:v>0.1008</c:v>
                </c:pt>
                <c:pt idx="473">
                  <c:v>0.10150000000000001</c:v>
                </c:pt>
                <c:pt idx="474">
                  <c:v>0.10150000000000001</c:v>
                </c:pt>
                <c:pt idx="475">
                  <c:v>0.1027</c:v>
                </c:pt>
                <c:pt idx="476">
                  <c:v>0.1027</c:v>
                </c:pt>
                <c:pt idx="477">
                  <c:v>0.1021</c:v>
                </c:pt>
                <c:pt idx="478">
                  <c:v>0.1021</c:v>
                </c:pt>
                <c:pt idx="479">
                  <c:v>0.10059999999999999</c:v>
                </c:pt>
                <c:pt idx="480">
                  <c:v>9.9299999999999999E-2</c:v>
                </c:pt>
                <c:pt idx="481">
                  <c:v>9.8400000000000001E-2</c:v>
                </c:pt>
                <c:pt idx="482">
                  <c:v>9.8900000000000002E-2</c:v>
                </c:pt>
                <c:pt idx="483">
                  <c:v>9.9000000000000005E-2</c:v>
                </c:pt>
                <c:pt idx="484">
                  <c:v>9.9000000000000005E-2</c:v>
                </c:pt>
                <c:pt idx="485">
                  <c:v>9.9199999999999997E-2</c:v>
                </c:pt>
                <c:pt idx="486">
                  <c:v>9.9099999999999994E-2</c:v>
                </c:pt>
                <c:pt idx="487">
                  <c:v>9.7100000000000006E-2</c:v>
                </c:pt>
                <c:pt idx="488">
                  <c:v>9.64E-2</c:v>
                </c:pt>
                <c:pt idx="489">
                  <c:v>9.6199999999999994E-2</c:v>
                </c:pt>
                <c:pt idx="490">
                  <c:v>9.5600000000000004E-2</c:v>
                </c:pt>
                <c:pt idx="491">
                  <c:v>9.3899999999999997E-2</c:v>
                </c:pt>
                <c:pt idx="492">
                  <c:v>9.1899999999999996E-2</c:v>
                </c:pt>
                <c:pt idx="493">
                  <c:v>9.0899999999999995E-2</c:v>
                </c:pt>
                <c:pt idx="494">
                  <c:v>9.0700000000000003E-2</c:v>
                </c:pt>
                <c:pt idx="495">
                  <c:v>9.1999999999999998E-2</c:v>
                </c:pt>
                <c:pt idx="496">
                  <c:v>0.09</c:v>
                </c:pt>
                <c:pt idx="497">
                  <c:v>0.09</c:v>
                </c:pt>
                <c:pt idx="498">
                  <c:v>9.01E-2</c:v>
                </c:pt>
                <c:pt idx="499">
                  <c:v>8.9399999999999993E-2</c:v>
                </c:pt>
                <c:pt idx="500">
                  <c:v>8.9399999999999993E-2</c:v>
                </c:pt>
                <c:pt idx="501">
                  <c:v>9.0499999999999997E-2</c:v>
                </c:pt>
                <c:pt idx="502">
                  <c:v>9.0700000000000003E-2</c:v>
                </c:pt>
                <c:pt idx="503">
                  <c:v>9.1399999999999995E-2</c:v>
                </c:pt>
                <c:pt idx="504">
                  <c:v>9.2200000000000004E-2</c:v>
                </c:pt>
                <c:pt idx="505">
                  <c:v>9.1899999999999996E-2</c:v>
                </c:pt>
                <c:pt idx="506">
                  <c:v>9.2299999999999993E-2</c:v>
                </c:pt>
                <c:pt idx="507">
                  <c:v>9.2200000000000004E-2</c:v>
                </c:pt>
                <c:pt idx="508">
                  <c:v>9.1600000000000001E-2</c:v>
                </c:pt>
                <c:pt idx="509">
                  <c:v>9.0800000000000006E-2</c:v>
                </c:pt>
                <c:pt idx="510">
                  <c:v>0.09</c:v>
                </c:pt>
                <c:pt idx="511">
                  <c:v>9.1700000000000004E-2</c:v>
                </c:pt>
                <c:pt idx="512">
                  <c:v>9.2200000000000004E-2</c:v>
                </c:pt>
                <c:pt idx="513">
                  <c:v>9.2100000000000001E-2</c:v>
                </c:pt>
                <c:pt idx="514">
                  <c:v>9.1899999999999996E-2</c:v>
                </c:pt>
                <c:pt idx="515">
                  <c:v>9.2100000000000001E-2</c:v>
                </c:pt>
                <c:pt idx="516">
                  <c:v>9.2100000000000001E-2</c:v>
                </c:pt>
                <c:pt idx="517">
                  <c:v>9.2600000000000002E-2</c:v>
                </c:pt>
                <c:pt idx="518">
                  <c:v>9.3399999999999997E-2</c:v>
                </c:pt>
                <c:pt idx="519">
                  <c:v>9.3299999999999994E-2</c:v>
                </c:pt>
                <c:pt idx="520">
                  <c:v>9.2600000000000002E-2</c:v>
                </c:pt>
                <c:pt idx="521">
                  <c:v>9.2600000000000002E-2</c:v>
                </c:pt>
                <c:pt idx="522">
                  <c:v>8.9800000000000005E-2</c:v>
                </c:pt>
                <c:pt idx="523">
                  <c:v>8.9700000000000002E-2</c:v>
                </c:pt>
                <c:pt idx="524">
                  <c:v>8.8300000000000003E-2</c:v>
                </c:pt>
                <c:pt idx="525">
                  <c:v>8.77E-2</c:v>
                </c:pt>
                <c:pt idx="526">
                  <c:v>8.72E-2</c:v>
                </c:pt>
                <c:pt idx="527">
                  <c:v>8.48E-2</c:v>
                </c:pt>
                <c:pt idx="528">
                  <c:v>8.4699999999999998E-2</c:v>
                </c:pt>
                <c:pt idx="529">
                  <c:v>8.4500000000000006E-2</c:v>
                </c:pt>
                <c:pt idx="530">
                  <c:v>8.48E-2</c:v>
                </c:pt>
                <c:pt idx="531">
                  <c:v>8.5099999999999995E-2</c:v>
                </c:pt>
                <c:pt idx="532">
                  <c:v>8.5099999999999995E-2</c:v>
                </c:pt>
                <c:pt idx="533">
                  <c:v>8.5900000000000004E-2</c:v>
                </c:pt>
                <c:pt idx="534">
                  <c:v>8.5900000000000004E-2</c:v>
                </c:pt>
                <c:pt idx="535">
                  <c:v>8.6300000000000002E-2</c:v>
                </c:pt>
                <c:pt idx="536">
                  <c:v>8.7099999999999997E-2</c:v>
                </c:pt>
                <c:pt idx="537">
                  <c:v>8.6499999999999994E-2</c:v>
                </c:pt>
                <c:pt idx="538">
                  <c:v>8.6999999999999994E-2</c:v>
                </c:pt>
                <c:pt idx="539">
                  <c:v>8.6900000000000005E-2</c:v>
                </c:pt>
                <c:pt idx="540">
                  <c:v>8.7099999999999997E-2</c:v>
                </c:pt>
                <c:pt idx="541">
                  <c:v>8.6599999999999996E-2</c:v>
                </c:pt>
                <c:pt idx="542">
                  <c:v>8.7099999999999997E-2</c:v>
                </c:pt>
                <c:pt idx="543">
                  <c:v>8.6900000000000005E-2</c:v>
                </c:pt>
                <c:pt idx="544">
                  <c:v>8.6499999999999994E-2</c:v>
                </c:pt>
                <c:pt idx="545">
                  <c:v>8.72E-2</c:v>
                </c:pt>
                <c:pt idx="546">
                  <c:v>8.6300000000000002E-2</c:v>
                </c:pt>
                <c:pt idx="547">
                  <c:v>8.72E-2</c:v>
                </c:pt>
                <c:pt idx="548">
                  <c:v>8.7300000000000003E-2</c:v>
                </c:pt>
                <c:pt idx="549">
                  <c:v>8.6999999999999994E-2</c:v>
                </c:pt>
                <c:pt idx="550">
                  <c:v>8.72E-2</c:v>
                </c:pt>
                <c:pt idx="551">
                  <c:v>8.7499999999999994E-2</c:v>
                </c:pt>
                <c:pt idx="552">
                  <c:v>8.8200000000000001E-2</c:v>
                </c:pt>
                <c:pt idx="553">
                  <c:v>8.7599999999999997E-2</c:v>
                </c:pt>
                <c:pt idx="554">
                  <c:v>8.7599999999999997E-2</c:v>
                </c:pt>
                <c:pt idx="555">
                  <c:v>8.7999999999999995E-2</c:v>
                </c:pt>
                <c:pt idx="556">
                  <c:v>8.8099999999999998E-2</c:v>
                </c:pt>
                <c:pt idx="557">
                  <c:v>8.8099999999999998E-2</c:v>
                </c:pt>
                <c:pt idx="558">
                  <c:v>8.7400000000000005E-2</c:v>
                </c:pt>
                <c:pt idx="559">
                  <c:v>8.77E-2</c:v>
                </c:pt>
                <c:pt idx="560">
                  <c:v>8.7900000000000006E-2</c:v>
                </c:pt>
                <c:pt idx="561">
                  <c:v>8.8099999999999998E-2</c:v>
                </c:pt>
                <c:pt idx="562">
                  <c:v>8.77E-2</c:v>
                </c:pt>
                <c:pt idx="563">
                  <c:v>8.7400000000000005E-2</c:v>
                </c:pt>
                <c:pt idx="564">
                  <c:v>8.6599999999999996E-2</c:v>
                </c:pt>
                <c:pt idx="565">
                  <c:v>8.6300000000000002E-2</c:v>
                </c:pt>
                <c:pt idx="566">
                  <c:v>8.6599999999999996E-2</c:v>
                </c:pt>
                <c:pt idx="567">
                  <c:v>8.6300000000000002E-2</c:v>
                </c:pt>
                <c:pt idx="568">
                  <c:v>8.6699999999999999E-2</c:v>
                </c:pt>
                <c:pt idx="569">
                  <c:v>8.7099999999999997E-2</c:v>
                </c:pt>
                <c:pt idx="570">
                  <c:v>8.6900000000000005E-2</c:v>
                </c:pt>
                <c:pt idx="571">
                  <c:v>8.6499999999999994E-2</c:v>
                </c:pt>
                <c:pt idx="572">
                  <c:v>8.48E-2</c:v>
                </c:pt>
                <c:pt idx="573">
                  <c:v>8.5300000000000001E-2</c:v>
                </c:pt>
                <c:pt idx="574">
                  <c:v>8.3199999999999996E-2</c:v>
                </c:pt>
                <c:pt idx="575">
                  <c:v>8.1500000000000003E-2</c:v>
                </c:pt>
                <c:pt idx="576">
                  <c:v>8.1299999999999997E-2</c:v>
                </c:pt>
                <c:pt idx="577">
                  <c:v>8.14E-2</c:v>
                </c:pt>
                <c:pt idx="578">
                  <c:v>7.9699999999999993E-2</c:v>
                </c:pt>
                <c:pt idx="579">
                  <c:v>8.1000000000000003E-2</c:v>
                </c:pt>
                <c:pt idx="580">
                  <c:v>8.0699999999999994E-2</c:v>
                </c:pt>
                <c:pt idx="581">
                  <c:v>8.0799999999999997E-2</c:v>
                </c:pt>
                <c:pt idx="582">
                  <c:v>8.0299999999999996E-2</c:v>
                </c:pt>
                <c:pt idx="583">
                  <c:v>8.0199999999999994E-2</c:v>
                </c:pt>
                <c:pt idx="584">
                  <c:v>8.0699999999999994E-2</c:v>
                </c:pt>
                <c:pt idx="585">
                  <c:v>8.0100000000000005E-2</c:v>
                </c:pt>
                <c:pt idx="586">
                  <c:v>7.7899999999999997E-2</c:v>
                </c:pt>
                <c:pt idx="587">
                  <c:v>7.7299999999999994E-2</c:v>
                </c:pt>
                <c:pt idx="588">
                  <c:v>7.6999999999999999E-2</c:v>
                </c:pt>
                <c:pt idx="589">
                  <c:v>7.6100000000000001E-2</c:v>
                </c:pt>
                <c:pt idx="590">
                  <c:v>7.6499999999999999E-2</c:v>
                </c:pt>
                <c:pt idx="591">
                  <c:v>7.7299999999999994E-2</c:v>
                </c:pt>
                <c:pt idx="592">
                  <c:v>7.6799999999999993E-2</c:v>
                </c:pt>
                <c:pt idx="593">
                  <c:v>7.6200000000000004E-2</c:v>
                </c:pt>
                <c:pt idx="594">
                  <c:v>7.5600000000000001E-2</c:v>
                </c:pt>
                <c:pt idx="595">
                  <c:v>7.5600000000000001E-2</c:v>
                </c:pt>
                <c:pt idx="596">
                  <c:v>7.5300000000000006E-2</c:v>
                </c:pt>
                <c:pt idx="597">
                  <c:v>7.4700000000000003E-2</c:v>
                </c:pt>
                <c:pt idx="598">
                  <c:v>7.4700000000000003E-2</c:v>
                </c:pt>
                <c:pt idx="599">
                  <c:v>7.3899999999999993E-2</c:v>
                </c:pt>
                <c:pt idx="600">
                  <c:v>7.2700000000000001E-2</c:v>
                </c:pt>
                <c:pt idx="601">
                  <c:v>7.17E-2</c:v>
                </c:pt>
                <c:pt idx="602">
                  <c:v>7.1400000000000005E-2</c:v>
                </c:pt>
                <c:pt idx="603">
                  <c:v>7.1499999999999994E-2</c:v>
                </c:pt>
                <c:pt idx="604">
                  <c:v>7.0800000000000002E-2</c:v>
                </c:pt>
                <c:pt idx="605">
                  <c:v>7.0000000000000007E-2</c:v>
                </c:pt>
                <c:pt idx="606">
                  <c:v>7.0499999999999993E-2</c:v>
                </c:pt>
                <c:pt idx="607">
                  <c:v>6.9900000000000004E-2</c:v>
                </c:pt>
                <c:pt idx="608">
                  <c:v>6.88E-2</c:v>
                </c:pt>
                <c:pt idx="609">
                  <c:v>6.8699999999999997E-2</c:v>
                </c:pt>
                <c:pt idx="610">
                  <c:v>6.93E-2</c:v>
                </c:pt>
                <c:pt idx="611">
                  <c:v>7.0099999999999996E-2</c:v>
                </c:pt>
                <c:pt idx="612">
                  <c:v>7.0199999999999999E-2</c:v>
                </c:pt>
                <c:pt idx="613">
                  <c:v>7.0300000000000001E-2</c:v>
                </c:pt>
                <c:pt idx="614">
                  <c:v>7.0400000000000004E-2</c:v>
                </c:pt>
                <c:pt idx="615">
                  <c:v>7.0400000000000004E-2</c:v>
                </c:pt>
                <c:pt idx="616">
                  <c:v>7.1199999999999999E-2</c:v>
                </c:pt>
                <c:pt idx="617">
                  <c:v>7.0900000000000005E-2</c:v>
                </c:pt>
                <c:pt idx="618">
                  <c:v>7.17E-2</c:v>
                </c:pt>
                <c:pt idx="619">
                  <c:v>7.2099999999999997E-2</c:v>
                </c:pt>
                <c:pt idx="620">
                  <c:v>7.2999999999999995E-2</c:v>
                </c:pt>
                <c:pt idx="621">
                  <c:v>7.2800000000000004E-2</c:v>
                </c:pt>
                <c:pt idx="622">
                  <c:v>7.3599999999999999E-2</c:v>
                </c:pt>
                <c:pt idx="623">
                  <c:v>7.3499999999999996E-2</c:v>
                </c:pt>
                <c:pt idx="624">
                  <c:v>7.3499999999999996E-2</c:v>
                </c:pt>
                <c:pt idx="625">
                  <c:v>7.3200000000000001E-2</c:v>
                </c:pt>
                <c:pt idx="626">
                  <c:v>7.3300000000000004E-2</c:v>
                </c:pt>
                <c:pt idx="627">
                  <c:v>7.3499999999999996E-2</c:v>
                </c:pt>
                <c:pt idx="628">
                  <c:v>7.2900000000000006E-2</c:v>
                </c:pt>
                <c:pt idx="629">
                  <c:v>7.2099999999999997E-2</c:v>
                </c:pt>
                <c:pt idx="630">
                  <c:v>7.3099999999999998E-2</c:v>
                </c:pt>
                <c:pt idx="631">
                  <c:v>7.3300000000000004E-2</c:v>
                </c:pt>
                <c:pt idx="632">
                  <c:v>7.1599999999999997E-2</c:v>
                </c:pt>
                <c:pt idx="633">
                  <c:v>7.0599999999999996E-2</c:v>
                </c:pt>
                <c:pt idx="634">
                  <c:v>7.0999999999999994E-2</c:v>
                </c:pt>
                <c:pt idx="635">
                  <c:v>7.1599999999999997E-2</c:v>
                </c:pt>
                <c:pt idx="636">
                  <c:v>7.0800000000000002E-2</c:v>
                </c:pt>
                <c:pt idx="637">
                  <c:v>7.0999999999999994E-2</c:v>
                </c:pt>
                <c:pt idx="638">
                  <c:v>7.0900000000000005E-2</c:v>
                </c:pt>
                <c:pt idx="639">
                  <c:v>6.9500000000000006E-2</c:v>
                </c:pt>
                <c:pt idx="640">
                  <c:v>6.83E-2</c:v>
                </c:pt>
                <c:pt idx="641">
                  <c:v>6.7400000000000002E-2</c:v>
                </c:pt>
                <c:pt idx="642">
                  <c:v>6.7699999999999996E-2</c:v>
                </c:pt>
                <c:pt idx="643">
                  <c:v>6.7599999999999993E-2</c:v>
                </c:pt>
                <c:pt idx="644">
                  <c:v>6.8400000000000002E-2</c:v>
                </c:pt>
                <c:pt idx="645">
                  <c:v>6.9099999999999995E-2</c:v>
                </c:pt>
                <c:pt idx="646">
                  <c:v>6.7799999999999999E-2</c:v>
                </c:pt>
                <c:pt idx="647">
                  <c:v>6.6699999999999995E-2</c:v>
                </c:pt>
                <c:pt idx="648">
                  <c:v>6.6799999999999998E-2</c:v>
                </c:pt>
                <c:pt idx="649">
                  <c:v>6.7000000000000004E-2</c:v>
                </c:pt>
                <c:pt idx="650">
                  <c:v>6.6699999999999995E-2</c:v>
                </c:pt>
                <c:pt idx="651">
                  <c:v>6.7000000000000004E-2</c:v>
                </c:pt>
                <c:pt idx="652">
                  <c:v>6.6199999999999995E-2</c:v>
                </c:pt>
                <c:pt idx="653">
                  <c:v>6.6199999999999995E-2</c:v>
                </c:pt>
                <c:pt idx="654">
                  <c:v>6.5799999999999997E-2</c:v>
                </c:pt>
                <c:pt idx="655">
                  <c:v>6.5500000000000003E-2</c:v>
                </c:pt>
                <c:pt idx="656">
                  <c:v>6.5500000000000003E-2</c:v>
                </c:pt>
                <c:pt idx="657">
                  <c:v>6.5600000000000006E-2</c:v>
                </c:pt>
                <c:pt idx="658">
                  <c:v>6.6100000000000006E-2</c:v>
                </c:pt>
                <c:pt idx="659">
                  <c:v>6.5299999999999997E-2</c:v>
                </c:pt>
                <c:pt idx="660">
                  <c:v>6.2799999999999995E-2</c:v>
                </c:pt>
                <c:pt idx="661">
                  <c:v>6.2899999999999998E-2</c:v>
                </c:pt>
                <c:pt idx="662">
                  <c:v>6.25E-2</c:v>
                </c:pt>
                <c:pt idx="663">
                  <c:v>6.2300000000000001E-2</c:v>
                </c:pt>
                <c:pt idx="664">
                  <c:v>6.0699999999999997E-2</c:v>
                </c:pt>
                <c:pt idx="665">
                  <c:v>6.1600000000000002E-2</c:v>
                </c:pt>
                <c:pt idx="666">
                  <c:v>6.2199999999999998E-2</c:v>
                </c:pt>
                <c:pt idx="667">
                  <c:v>6.2100000000000002E-2</c:v>
                </c:pt>
                <c:pt idx="668">
                  <c:v>6.2100000000000002E-2</c:v>
                </c:pt>
                <c:pt idx="669">
                  <c:v>6.0499999999999998E-2</c:v>
                </c:pt>
                <c:pt idx="670">
                  <c:v>5.9900000000000002E-2</c:v>
                </c:pt>
                <c:pt idx="671">
                  <c:v>6.13E-2</c:v>
                </c:pt>
                <c:pt idx="672">
                  <c:v>6.1499999999999999E-2</c:v>
                </c:pt>
                <c:pt idx="673">
                  <c:v>6.1800000000000001E-2</c:v>
                </c:pt>
                <c:pt idx="674">
                  <c:v>6.3299999999999995E-2</c:v>
                </c:pt>
                <c:pt idx="675">
                  <c:v>6.2600000000000003E-2</c:v>
                </c:pt>
                <c:pt idx="676">
                  <c:v>6.4399999999999999E-2</c:v>
                </c:pt>
                <c:pt idx="677">
                  <c:v>6.5199999999999994E-2</c:v>
                </c:pt>
                <c:pt idx="678">
                  <c:v>6.5199999999999994E-2</c:v>
                </c:pt>
                <c:pt idx="679">
                  <c:v>6.4500000000000002E-2</c:v>
                </c:pt>
                <c:pt idx="680">
                  <c:v>6.4899999999999999E-2</c:v>
                </c:pt>
                <c:pt idx="681">
                  <c:v>6.3600000000000004E-2</c:v>
                </c:pt>
                <c:pt idx="682">
                  <c:v>6.4500000000000002E-2</c:v>
                </c:pt>
                <c:pt idx="683">
                  <c:v>6.4399999999999999E-2</c:v>
                </c:pt>
                <c:pt idx="684">
                  <c:v>6.4699999999999994E-2</c:v>
                </c:pt>
                <c:pt idx="685">
                  <c:v>6.5000000000000002E-2</c:v>
                </c:pt>
                <c:pt idx="686">
                  <c:v>6.3E-2</c:v>
                </c:pt>
                <c:pt idx="687">
                  <c:v>6.1499999999999999E-2</c:v>
                </c:pt>
                <c:pt idx="688">
                  <c:v>6.1499999999999999E-2</c:v>
                </c:pt>
                <c:pt idx="689">
                  <c:v>6.0600000000000001E-2</c:v>
                </c:pt>
                <c:pt idx="690">
                  <c:v>6.0999999999999999E-2</c:v>
                </c:pt>
                <c:pt idx="691">
                  <c:v>6.0199999999999997E-2</c:v>
                </c:pt>
                <c:pt idx="692">
                  <c:v>6.0299999999999999E-2</c:v>
                </c:pt>
                <c:pt idx="693">
                  <c:v>5.91E-2</c:v>
                </c:pt>
                <c:pt idx="694">
                  <c:v>5.91E-2</c:v>
                </c:pt>
                <c:pt idx="695">
                  <c:v>5.7299999999999997E-2</c:v>
                </c:pt>
                <c:pt idx="696">
                  <c:v>5.7099999999999998E-2</c:v>
                </c:pt>
                <c:pt idx="697">
                  <c:v>5.79E-2</c:v>
                </c:pt>
                <c:pt idx="698">
                  <c:v>5.9299999999999999E-2</c:v>
                </c:pt>
                <c:pt idx="699">
                  <c:v>5.8500000000000003E-2</c:v>
                </c:pt>
                <c:pt idx="700">
                  <c:v>5.8999999999999997E-2</c:v>
                </c:pt>
                <c:pt idx="701">
                  <c:v>5.9400000000000001E-2</c:v>
                </c:pt>
                <c:pt idx="702">
                  <c:v>5.8599999999999999E-2</c:v>
                </c:pt>
                <c:pt idx="703">
                  <c:v>5.9200000000000003E-2</c:v>
                </c:pt>
                <c:pt idx="704">
                  <c:v>5.9299999999999999E-2</c:v>
                </c:pt>
                <c:pt idx="705">
                  <c:v>5.9400000000000001E-2</c:v>
                </c:pt>
                <c:pt idx="706">
                  <c:v>5.9299999999999999E-2</c:v>
                </c:pt>
                <c:pt idx="707">
                  <c:v>5.8500000000000003E-2</c:v>
                </c:pt>
                <c:pt idx="708">
                  <c:v>5.8099999999999999E-2</c:v>
                </c:pt>
                <c:pt idx="709">
                  <c:v>5.7799999999999997E-2</c:v>
                </c:pt>
                <c:pt idx="710">
                  <c:v>5.8200000000000002E-2</c:v>
                </c:pt>
                <c:pt idx="711">
                  <c:v>5.8500000000000003E-2</c:v>
                </c:pt>
                <c:pt idx="712">
                  <c:v>5.8500000000000003E-2</c:v>
                </c:pt>
                <c:pt idx="713">
                  <c:v>5.9400000000000001E-2</c:v>
                </c:pt>
                <c:pt idx="714">
                  <c:v>5.8700000000000002E-2</c:v>
                </c:pt>
                <c:pt idx="715">
                  <c:v>5.9700000000000003E-2</c:v>
                </c:pt>
                <c:pt idx="716">
                  <c:v>5.9700000000000003E-2</c:v>
                </c:pt>
                <c:pt idx="717">
                  <c:v>5.9299999999999999E-2</c:v>
                </c:pt>
                <c:pt idx="718">
                  <c:v>5.7599999999999998E-2</c:v>
                </c:pt>
                <c:pt idx="719">
                  <c:v>5.8000000000000003E-2</c:v>
                </c:pt>
                <c:pt idx="720">
                  <c:v>5.7099999999999998E-2</c:v>
                </c:pt>
                <c:pt idx="721">
                  <c:v>5.7000000000000002E-2</c:v>
                </c:pt>
                <c:pt idx="722">
                  <c:v>5.6399999999999999E-2</c:v>
                </c:pt>
                <c:pt idx="723">
                  <c:v>5.6399999999999999E-2</c:v>
                </c:pt>
                <c:pt idx="724">
                  <c:v>5.6399999999999999E-2</c:v>
                </c:pt>
                <c:pt idx="725">
                  <c:v>5.5500000000000001E-2</c:v>
                </c:pt>
                <c:pt idx="726">
                  <c:v>5.4300000000000001E-2</c:v>
                </c:pt>
                <c:pt idx="727">
                  <c:v>5.28E-2</c:v>
                </c:pt>
                <c:pt idx="728">
                  <c:v>5.3400000000000003E-2</c:v>
                </c:pt>
                <c:pt idx="729">
                  <c:v>5.3600000000000002E-2</c:v>
                </c:pt>
                <c:pt idx="730">
                  <c:v>5.3699999999999998E-2</c:v>
                </c:pt>
                <c:pt idx="731">
                  <c:v>5.45E-2</c:v>
                </c:pt>
                <c:pt idx="732">
                  <c:v>5.4600000000000003E-2</c:v>
                </c:pt>
                <c:pt idx="733">
                  <c:v>5.5500000000000001E-2</c:v>
                </c:pt>
                <c:pt idx="734">
                  <c:v>5.4899999999999997E-2</c:v>
                </c:pt>
                <c:pt idx="735">
                  <c:v>5.5399999999999998E-2</c:v>
                </c:pt>
                <c:pt idx="736">
                  <c:v>5.4399999999999997E-2</c:v>
                </c:pt>
                <c:pt idx="737">
                  <c:v>5.33E-2</c:v>
                </c:pt>
                <c:pt idx="738">
                  <c:v>5.3600000000000002E-2</c:v>
                </c:pt>
                <c:pt idx="739">
                  <c:v>5.2699999999999997E-2</c:v>
                </c:pt>
                <c:pt idx="740">
                  <c:v>5.3100000000000001E-2</c:v>
                </c:pt>
                <c:pt idx="741">
                  <c:v>5.2499999999999998E-2</c:v>
                </c:pt>
                <c:pt idx="742">
                  <c:v>5.16E-2</c:v>
                </c:pt>
                <c:pt idx="743">
                  <c:v>5.1499999999999997E-2</c:v>
                </c:pt>
                <c:pt idx="744">
                  <c:v>5.1400000000000001E-2</c:v>
                </c:pt>
                <c:pt idx="745">
                  <c:v>5.1400000000000001E-2</c:v>
                </c:pt>
                <c:pt idx="746">
                  <c:v>5.1900000000000002E-2</c:v>
                </c:pt>
                <c:pt idx="747">
                  <c:v>5.28E-2</c:v>
                </c:pt>
                <c:pt idx="748">
                  <c:v>5.3400000000000003E-2</c:v>
                </c:pt>
                <c:pt idx="749">
                  <c:v>5.3600000000000002E-2</c:v>
                </c:pt>
                <c:pt idx="750">
                  <c:v>5.3699999999999998E-2</c:v>
                </c:pt>
                <c:pt idx="751">
                  <c:v>5.2499999999999998E-2</c:v>
                </c:pt>
                <c:pt idx="752">
                  <c:v>5.3400000000000003E-2</c:v>
                </c:pt>
                <c:pt idx="753">
                  <c:v>5.2999999999999999E-2</c:v>
                </c:pt>
                <c:pt idx="754">
                  <c:v>5.1999999999999998E-2</c:v>
                </c:pt>
                <c:pt idx="755">
                  <c:v>5.2600000000000001E-2</c:v>
                </c:pt>
                <c:pt idx="756">
                  <c:v>5.1799999999999999E-2</c:v>
                </c:pt>
                <c:pt idx="757">
                  <c:v>5.1799999999999999E-2</c:v>
                </c:pt>
                <c:pt idx="758">
                  <c:v>5.0799999999999998E-2</c:v>
                </c:pt>
                <c:pt idx="759">
                  <c:v>5.0099999999999999E-2</c:v>
                </c:pt>
                <c:pt idx="760">
                  <c:v>5.0200000000000002E-2</c:v>
                </c:pt>
                <c:pt idx="761">
                  <c:v>4.9500000000000002E-2</c:v>
                </c:pt>
                <c:pt idx="762">
                  <c:v>4.9299999999999997E-2</c:v>
                </c:pt>
                <c:pt idx="763">
                  <c:v>5.0500000000000003E-2</c:v>
                </c:pt>
                <c:pt idx="764">
                  <c:v>0.05</c:v>
                </c:pt>
                <c:pt idx="765">
                  <c:v>4.9099999999999998E-2</c:v>
                </c:pt>
                <c:pt idx="766">
                  <c:v>4.9399999999999999E-2</c:v>
                </c:pt>
                <c:pt idx="767">
                  <c:v>5.0099999999999999E-2</c:v>
                </c:pt>
                <c:pt idx="768">
                  <c:v>5.0099999999999999E-2</c:v>
                </c:pt>
                <c:pt idx="769">
                  <c:v>4.9799999999999997E-2</c:v>
                </c:pt>
                <c:pt idx="770">
                  <c:v>0.05</c:v>
                </c:pt>
                <c:pt idx="771">
                  <c:v>5.0099999999999999E-2</c:v>
                </c:pt>
                <c:pt idx="772">
                  <c:v>5.0200000000000002E-2</c:v>
                </c:pt>
                <c:pt idx="773">
                  <c:v>0.05</c:v>
                </c:pt>
                <c:pt idx="774">
                  <c:v>4.9599999999999998E-2</c:v>
                </c:pt>
                <c:pt idx="775">
                  <c:v>4.8399999999999999E-2</c:v>
                </c:pt>
                <c:pt idx="776">
                  <c:v>4.9099999999999998E-2</c:v>
                </c:pt>
                <c:pt idx="777">
                  <c:v>4.9099999999999998E-2</c:v>
                </c:pt>
                <c:pt idx="778">
                  <c:v>4.9399999999999999E-2</c:v>
                </c:pt>
                <c:pt idx="779">
                  <c:v>4.8800000000000003E-2</c:v>
                </c:pt>
                <c:pt idx="780">
                  <c:v>4.8599999999999997E-2</c:v>
                </c:pt>
                <c:pt idx="781">
                  <c:v>4.8599999999999997E-2</c:v>
                </c:pt>
                <c:pt idx="782">
                  <c:v>4.8599999999999997E-2</c:v>
                </c:pt>
                <c:pt idx="783">
                  <c:v>4.7800000000000002E-2</c:v>
                </c:pt>
                <c:pt idx="784">
                  <c:v>4.6800000000000001E-2</c:v>
                </c:pt>
                <c:pt idx="785">
                  <c:v>4.6699999999999998E-2</c:v>
                </c:pt>
                <c:pt idx="786">
                  <c:v>4.5999999999999999E-2</c:v>
                </c:pt>
                <c:pt idx="787">
                  <c:v>4.5499999999999999E-2</c:v>
                </c:pt>
                <c:pt idx="788">
                  <c:v>4.6800000000000001E-2</c:v>
                </c:pt>
                <c:pt idx="789">
                  <c:v>4.6800000000000001E-2</c:v>
                </c:pt>
                <c:pt idx="790">
                  <c:v>4.7399999999999998E-2</c:v>
                </c:pt>
                <c:pt idx="791">
                  <c:v>4.7199999999999999E-2</c:v>
                </c:pt>
                <c:pt idx="792">
                  <c:v>4.6800000000000001E-2</c:v>
                </c:pt>
                <c:pt idx="793">
                  <c:v>4.5900000000000003E-2</c:v>
                </c:pt>
                <c:pt idx="794">
                  <c:v>4.5900000000000003E-2</c:v>
                </c:pt>
                <c:pt idx="795">
                  <c:v>4.5900000000000003E-2</c:v>
                </c:pt>
                <c:pt idx="796">
                  <c:v>4.58E-2</c:v>
                </c:pt>
                <c:pt idx="797">
                  <c:v>4.58E-2</c:v>
                </c:pt>
                <c:pt idx="798">
                  <c:v>4.5100000000000001E-2</c:v>
                </c:pt>
                <c:pt idx="799">
                  <c:v>4.4900000000000002E-2</c:v>
                </c:pt>
                <c:pt idx="800">
                  <c:v>4.5699999999999998E-2</c:v>
                </c:pt>
                <c:pt idx="801">
                  <c:v>4.4999999999999998E-2</c:v>
                </c:pt>
                <c:pt idx="802">
                  <c:v>4.58E-2</c:v>
                </c:pt>
                <c:pt idx="803">
                  <c:v>4.6800000000000001E-2</c:v>
                </c:pt>
                <c:pt idx="804">
                  <c:v>4.6800000000000001E-2</c:v>
                </c:pt>
                <c:pt idx="805">
                  <c:v>4.7899999999999998E-2</c:v>
                </c:pt>
                <c:pt idx="806">
                  <c:v>4.82E-2</c:v>
                </c:pt>
                <c:pt idx="807">
                  <c:v>4.8300000000000003E-2</c:v>
                </c:pt>
                <c:pt idx="808">
                  <c:v>4.9399999999999999E-2</c:v>
                </c:pt>
                <c:pt idx="809">
                  <c:v>4.9000000000000002E-2</c:v>
                </c:pt>
                <c:pt idx="810">
                  <c:v>4.8500000000000001E-2</c:v>
                </c:pt>
                <c:pt idx="811">
                  <c:v>4.8899999999999999E-2</c:v>
                </c:pt>
                <c:pt idx="812">
                  <c:v>4.8000000000000001E-2</c:v>
                </c:pt>
                <c:pt idx="813">
                  <c:v>4.8399999999999999E-2</c:v>
                </c:pt>
                <c:pt idx="814">
                  <c:v>4.8399999999999999E-2</c:v>
                </c:pt>
                <c:pt idx="815">
                  <c:v>4.8399999999999999E-2</c:v>
                </c:pt>
                <c:pt idx="816">
                  <c:v>4.82E-2</c:v>
                </c:pt>
                <c:pt idx="817">
                  <c:v>4.8500000000000001E-2</c:v>
                </c:pt>
                <c:pt idx="818">
                  <c:v>4.8000000000000001E-2</c:v>
                </c:pt>
                <c:pt idx="819">
                  <c:v>4.8899999999999999E-2</c:v>
                </c:pt>
                <c:pt idx="820">
                  <c:v>4.9599999999999998E-2</c:v>
                </c:pt>
                <c:pt idx="821">
                  <c:v>4.9299999999999997E-2</c:v>
                </c:pt>
                <c:pt idx="822">
                  <c:v>4.8800000000000003E-2</c:v>
                </c:pt>
                <c:pt idx="823">
                  <c:v>4.8899999999999999E-2</c:v>
                </c:pt>
                <c:pt idx="824">
                  <c:v>4.8599999999999997E-2</c:v>
                </c:pt>
                <c:pt idx="825">
                  <c:v>4.8000000000000001E-2</c:v>
                </c:pt>
                <c:pt idx="826">
                  <c:v>4.8099999999999997E-2</c:v>
                </c:pt>
                <c:pt idx="827">
                  <c:v>4.8599999999999997E-2</c:v>
                </c:pt>
                <c:pt idx="828">
                  <c:v>4.9500000000000002E-2</c:v>
                </c:pt>
                <c:pt idx="829">
                  <c:v>4.99E-2</c:v>
                </c:pt>
                <c:pt idx="830">
                  <c:v>5.0200000000000002E-2</c:v>
                </c:pt>
                <c:pt idx="831">
                  <c:v>0.05</c:v>
                </c:pt>
                <c:pt idx="832">
                  <c:v>5.04E-2</c:v>
                </c:pt>
                <c:pt idx="833">
                  <c:v>4.99E-2</c:v>
                </c:pt>
                <c:pt idx="834">
                  <c:v>5.0099999999999999E-2</c:v>
                </c:pt>
                <c:pt idx="835">
                  <c:v>5.0900000000000001E-2</c:v>
                </c:pt>
                <c:pt idx="836">
                  <c:v>5.0700000000000002E-2</c:v>
                </c:pt>
                <c:pt idx="837">
                  <c:v>5.0700000000000002E-2</c:v>
                </c:pt>
                <c:pt idx="838">
                  <c:v>5.0599999999999999E-2</c:v>
                </c:pt>
                <c:pt idx="839">
                  <c:v>5.1299999999999998E-2</c:v>
                </c:pt>
                <c:pt idx="840">
                  <c:v>5.16E-2</c:v>
                </c:pt>
                <c:pt idx="841">
                  <c:v>5.1499999999999997E-2</c:v>
                </c:pt>
                <c:pt idx="842">
                  <c:v>5.1299999999999998E-2</c:v>
                </c:pt>
                <c:pt idx="843">
                  <c:v>5.0500000000000003E-2</c:v>
                </c:pt>
                <c:pt idx="844">
                  <c:v>4.9799999999999997E-2</c:v>
                </c:pt>
                <c:pt idx="845">
                  <c:v>4.9700000000000001E-2</c:v>
                </c:pt>
                <c:pt idx="846">
                  <c:v>0.05</c:v>
                </c:pt>
                <c:pt idx="847">
                  <c:v>4.9099999999999998E-2</c:v>
                </c:pt>
                <c:pt idx="848">
                  <c:v>4.7500000000000001E-2</c:v>
                </c:pt>
                <c:pt idx="849">
                  <c:v>4.7E-2</c:v>
                </c:pt>
                <c:pt idx="850">
                  <c:v>4.7300000000000002E-2</c:v>
                </c:pt>
                <c:pt idx="851">
                  <c:v>4.6800000000000001E-2</c:v>
                </c:pt>
                <c:pt idx="852">
                  <c:v>4.6300000000000001E-2</c:v>
                </c:pt>
                <c:pt idx="853">
                  <c:v>4.6300000000000001E-2</c:v>
                </c:pt>
                <c:pt idx="854">
                  <c:v>4.5900000000000003E-2</c:v>
                </c:pt>
                <c:pt idx="855">
                  <c:v>4.5400000000000003E-2</c:v>
                </c:pt>
                <c:pt idx="856">
                  <c:v>4.5499999999999999E-2</c:v>
                </c:pt>
                <c:pt idx="857">
                  <c:v>4.5400000000000003E-2</c:v>
                </c:pt>
                <c:pt idx="858">
                  <c:v>4.5900000000000003E-2</c:v>
                </c:pt>
                <c:pt idx="859">
                  <c:v>4.5699999999999998E-2</c:v>
                </c:pt>
                <c:pt idx="860">
                  <c:v>4.4200000000000003E-2</c:v>
                </c:pt>
                <c:pt idx="861">
                  <c:v>4.4699999999999997E-2</c:v>
                </c:pt>
                <c:pt idx="862">
                  <c:v>4.48E-2</c:v>
                </c:pt>
                <c:pt idx="863">
                  <c:v>4.3900000000000002E-2</c:v>
                </c:pt>
                <c:pt idx="864">
                  <c:v>4.3999999999999997E-2</c:v>
                </c:pt>
                <c:pt idx="865">
                  <c:v>4.4499999999999998E-2</c:v>
                </c:pt>
                <c:pt idx="866">
                  <c:v>4.3700000000000003E-2</c:v>
                </c:pt>
                <c:pt idx="867">
                  <c:v>4.3999999999999997E-2</c:v>
                </c:pt>
                <c:pt idx="868">
                  <c:v>4.41E-2</c:v>
                </c:pt>
                <c:pt idx="869">
                  <c:v>4.4499999999999998E-2</c:v>
                </c:pt>
                <c:pt idx="870">
                  <c:v>4.48E-2</c:v>
                </c:pt>
                <c:pt idx="871">
                  <c:v>4.4900000000000002E-2</c:v>
                </c:pt>
                <c:pt idx="872">
                  <c:v>4.5400000000000003E-2</c:v>
                </c:pt>
                <c:pt idx="873">
                  <c:v>4.4699999999999997E-2</c:v>
                </c:pt>
                <c:pt idx="874">
                  <c:v>4.6600000000000003E-2</c:v>
                </c:pt>
                <c:pt idx="875">
                  <c:v>4.7E-2</c:v>
                </c:pt>
                <c:pt idx="876">
                  <c:v>4.7399999999999998E-2</c:v>
                </c:pt>
                <c:pt idx="877">
                  <c:v>4.7699999999999999E-2</c:v>
                </c:pt>
                <c:pt idx="878">
                  <c:v>4.8899999999999999E-2</c:v>
                </c:pt>
                <c:pt idx="879">
                  <c:v>4.9799999999999997E-2</c:v>
                </c:pt>
                <c:pt idx="880">
                  <c:v>4.9000000000000002E-2</c:v>
                </c:pt>
                <c:pt idx="881">
                  <c:v>4.7800000000000002E-2</c:v>
                </c:pt>
                <c:pt idx="882">
                  <c:v>4.8800000000000003E-2</c:v>
                </c:pt>
                <c:pt idx="883">
                  <c:v>4.8099999999999997E-2</c:v>
                </c:pt>
                <c:pt idx="884">
                  <c:v>4.7899999999999998E-2</c:v>
                </c:pt>
                <c:pt idx="885">
                  <c:v>4.7800000000000002E-2</c:v>
                </c:pt>
                <c:pt idx="886">
                  <c:v>4.7899999999999998E-2</c:v>
                </c:pt>
                <c:pt idx="887">
                  <c:v>4.8000000000000001E-2</c:v>
                </c:pt>
                <c:pt idx="888">
                  <c:v>4.7199999999999999E-2</c:v>
                </c:pt>
                <c:pt idx="889">
                  <c:v>4.7199999999999999E-2</c:v>
                </c:pt>
                <c:pt idx="890">
                  <c:v>4.6699999999999998E-2</c:v>
                </c:pt>
                <c:pt idx="891">
                  <c:v>4.6199999999999998E-2</c:v>
                </c:pt>
                <c:pt idx="892">
                  <c:v>4.65E-2</c:v>
                </c:pt>
                <c:pt idx="893">
                  <c:v>4.5600000000000002E-2</c:v>
                </c:pt>
                <c:pt idx="894">
                  <c:v>4.5999999999999999E-2</c:v>
                </c:pt>
                <c:pt idx="895">
                  <c:v>4.5499999999999999E-2</c:v>
                </c:pt>
                <c:pt idx="896">
                  <c:v>4.4900000000000002E-2</c:v>
                </c:pt>
                <c:pt idx="897">
                  <c:v>4.4699999999999997E-2</c:v>
                </c:pt>
                <c:pt idx="898">
                  <c:v>4.4699999999999997E-2</c:v>
                </c:pt>
                <c:pt idx="899">
                  <c:v>4.3999999999999997E-2</c:v>
                </c:pt>
                <c:pt idx="900">
                  <c:v>4.5699999999999998E-2</c:v>
                </c:pt>
                <c:pt idx="901">
                  <c:v>4.4900000000000002E-2</c:v>
                </c:pt>
                <c:pt idx="902">
                  <c:v>4.5100000000000001E-2</c:v>
                </c:pt>
                <c:pt idx="903">
                  <c:v>4.48E-2</c:v>
                </c:pt>
                <c:pt idx="904">
                  <c:v>4.4900000000000002E-2</c:v>
                </c:pt>
                <c:pt idx="905">
                  <c:v>4.4600000000000001E-2</c:v>
                </c:pt>
                <c:pt idx="906">
                  <c:v>4.4699999999999997E-2</c:v>
                </c:pt>
                <c:pt idx="907">
                  <c:v>4.4699999999999997E-2</c:v>
                </c:pt>
                <c:pt idx="908">
                  <c:v>4.4600000000000001E-2</c:v>
                </c:pt>
                <c:pt idx="909">
                  <c:v>4.36E-2</c:v>
                </c:pt>
                <c:pt idx="910">
                  <c:v>4.41E-2</c:v>
                </c:pt>
                <c:pt idx="911">
                  <c:v>4.5100000000000001E-2</c:v>
                </c:pt>
                <c:pt idx="912">
                  <c:v>4.5199999999999997E-2</c:v>
                </c:pt>
                <c:pt idx="913">
                  <c:v>4.5900000000000003E-2</c:v>
                </c:pt>
                <c:pt idx="914">
                  <c:v>4.5900000000000003E-2</c:v>
                </c:pt>
                <c:pt idx="915">
                  <c:v>4.53E-2</c:v>
                </c:pt>
                <c:pt idx="916">
                  <c:v>4.53E-2</c:v>
                </c:pt>
                <c:pt idx="917">
                  <c:v>4.5199999999999997E-2</c:v>
                </c:pt>
                <c:pt idx="918">
                  <c:v>4.5100000000000001E-2</c:v>
                </c:pt>
                <c:pt idx="919">
                  <c:v>4.5100000000000001E-2</c:v>
                </c:pt>
                <c:pt idx="920">
                  <c:v>4.4499999999999998E-2</c:v>
                </c:pt>
                <c:pt idx="921">
                  <c:v>4.41E-2</c:v>
                </c:pt>
                <c:pt idx="922">
                  <c:v>4.3799999999999999E-2</c:v>
                </c:pt>
                <c:pt idx="923">
                  <c:v>4.48E-2</c:v>
                </c:pt>
                <c:pt idx="924">
                  <c:v>4.4499999999999998E-2</c:v>
                </c:pt>
                <c:pt idx="925">
                  <c:v>4.4200000000000003E-2</c:v>
                </c:pt>
                <c:pt idx="926">
                  <c:v>4.3200000000000002E-2</c:v>
                </c:pt>
                <c:pt idx="927">
                  <c:v>4.36E-2</c:v>
                </c:pt>
                <c:pt idx="928">
                  <c:v>4.3999999999999997E-2</c:v>
                </c:pt>
                <c:pt idx="929">
                  <c:v>4.3799999999999999E-2</c:v>
                </c:pt>
                <c:pt idx="930">
                  <c:v>4.3700000000000003E-2</c:v>
                </c:pt>
                <c:pt idx="931">
                  <c:v>4.4200000000000003E-2</c:v>
                </c:pt>
                <c:pt idx="932">
                  <c:v>4.3799999999999999E-2</c:v>
                </c:pt>
                <c:pt idx="933">
                  <c:v>4.4299999999999999E-2</c:v>
                </c:pt>
                <c:pt idx="934">
                  <c:v>4.4600000000000001E-2</c:v>
                </c:pt>
                <c:pt idx="935">
                  <c:v>4.4699999999999997E-2</c:v>
                </c:pt>
                <c:pt idx="936">
                  <c:v>4.4900000000000002E-2</c:v>
                </c:pt>
                <c:pt idx="937">
                  <c:v>4.5100000000000001E-2</c:v>
                </c:pt>
                <c:pt idx="938">
                  <c:v>4.6600000000000003E-2</c:v>
                </c:pt>
                <c:pt idx="939">
                  <c:v>4.6199999999999998E-2</c:v>
                </c:pt>
                <c:pt idx="940">
                  <c:v>4.5600000000000002E-2</c:v>
                </c:pt>
                <c:pt idx="941">
                  <c:v>4.5900000000000003E-2</c:v>
                </c:pt>
                <c:pt idx="942">
                  <c:v>4.6100000000000002E-2</c:v>
                </c:pt>
                <c:pt idx="943">
                  <c:v>4.6300000000000001E-2</c:v>
                </c:pt>
                <c:pt idx="944">
                  <c:v>4.6199999999999998E-2</c:v>
                </c:pt>
                <c:pt idx="945">
                  <c:v>4.6600000000000003E-2</c:v>
                </c:pt>
                <c:pt idx="946">
                  <c:v>4.6199999999999998E-2</c:v>
                </c:pt>
                <c:pt idx="947">
                  <c:v>4.6100000000000002E-2</c:v>
                </c:pt>
                <c:pt idx="948">
                  <c:v>4.5600000000000002E-2</c:v>
                </c:pt>
                <c:pt idx="949">
                  <c:v>4.5199999999999997E-2</c:v>
                </c:pt>
                <c:pt idx="950">
                  <c:v>4.5199999999999997E-2</c:v>
                </c:pt>
                <c:pt idx="951">
                  <c:v>4.48E-2</c:v>
                </c:pt>
                <c:pt idx="952">
                  <c:v>4.48E-2</c:v>
                </c:pt>
                <c:pt idx="953">
                  <c:v>4.4600000000000001E-2</c:v>
                </c:pt>
                <c:pt idx="954">
                  <c:v>4.4999999999999998E-2</c:v>
                </c:pt>
                <c:pt idx="955">
                  <c:v>4.53E-2</c:v>
                </c:pt>
                <c:pt idx="956">
                  <c:v>4.5100000000000001E-2</c:v>
                </c:pt>
                <c:pt idx="957">
                  <c:v>4.4499999999999998E-2</c:v>
                </c:pt>
                <c:pt idx="958">
                  <c:v>4.3499999999999997E-2</c:v>
                </c:pt>
                <c:pt idx="959">
                  <c:v>4.3499999999999997E-2</c:v>
                </c:pt>
                <c:pt idx="960">
                  <c:v>4.3799999999999999E-2</c:v>
                </c:pt>
                <c:pt idx="961">
                  <c:v>4.4200000000000003E-2</c:v>
                </c:pt>
                <c:pt idx="962">
                  <c:v>4.3700000000000003E-2</c:v>
                </c:pt>
                <c:pt idx="963">
                  <c:v>4.36E-2</c:v>
                </c:pt>
                <c:pt idx="964">
                  <c:v>4.3400000000000001E-2</c:v>
                </c:pt>
                <c:pt idx="965">
                  <c:v>4.3099999999999999E-2</c:v>
                </c:pt>
                <c:pt idx="966">
                  <c:v>4.3200000000000002E-2</c:v>
                </c:pt>
                <c:pt idx="967">
                  <c:v>4.3900000000000002E-2</c:v>
                </c:pt>
                <c:pt idx="968">
                  <c:v>4.3200000000000002E-2</c:v>
                </c:pt>
                <c:pt idx="969">
                  <c:v>4.3799999999999999E-2</c:v>
                </c:pt>
                <c:pt idx="970">
                  <c:v>4.3799999999999999E-2</c:v>
                </c:pt>
                <c:pt idx="971">
                  <c:v>4.3900000000000002E-2</c:v>
                </c:pt>
                <c:pt idx="972">
                  <c:v>4.3200000000000002E-2</c:v>
                </c:pt>
                <c:pt idx="973">
                  <c:v>4.3099999999999999E-2</c:v>
                </c:pt>
                <c:pt idx="974">
                  <c:v>4.3400000000000001E-2</c:v>
                </c:pt>
                <c:pt idx="975">
                  <c:v>4.3499999999999997E-2</c:v>
                </c:pt>
                <c:pt idx="976">
                  <c:v>4.2900000000000001E-2</c:v>
                </c:pt>
                <c:pt idx="977">
                  <c:v>4.2799999999999998E-2</c:v>
                </c:pt>
                <c:pt idx="978">
                  <c:v>4.2299999999999997E-2</c:v>
                </c:pt>
                <c:pt idx="979">
                  <c:v>4.24E-2</c:v>
                </c:pt>
                <c:pt idx="980">
                  <c:v>4.2200000000000001E-2</c:v>
                </c:pt>
                <c:pt idx="981">
                  <c:v>4.1799999999999997E-2</c:v>
                </c:pt>
                <c:pt idx="982">
                  <c:v>4.1500000000000002E-2</c:v>
                </c:pt>
                <c:pt idx="983">
                  <c:v>4.2299999999999997E-2</c:v>
                </c:pt>
                <c:pt idx="984">
                  <c:v>4.2299999999999997E-2</c:v>
                </c:pt>
                <c:pt idx="985">
                  <c:v>4.2500000000000003E-2</c:v>
                </c:pt>
                <c:pt idx="986">
                  <c:v>4.2599999999999999E-2</c:v>
                </c:pt>
                <c:pt idx="987">
                  <c:v>4.2799999999999998E-2</c:v>
                </c:pt>
                <c:pt idx="988">
                  <c:v>4.2200000000000001E-2</c:v>
                </c:pt>
                <c:pt idx="989">
                  <c:v>4.2500000000000003E-2</c:v>
                </c:pt>
                <c:pt idx="990">
                  <c:v>4.2599999999999999E-2</c:v>
                </c:pt>
                <c:pt idx="991">
                  <c:v>4.3099999999999999E-2</c:v>
                </c:pt>
                <c:pt idx="992">
                  <c:v>4.2599999999999999E-2</c:v>
                </c:pt>
                <c:pt idx="993">
                  <c:v>4.2599999999999999E-2</c:v>
                </c:pt>
                <c:pt idx="994">
                  <c:v>4.2700000000000002E-2</c:v>
                </c:pt>
                <c:pt idx="995">
                  <c:v>4.19E-2</c:v>
                </c:pt>
                <c:pt idx="996">
                  <c:v>4.1200000000000001E-2</c:v>
                </c:pt>
                <c:pt idx="997">
                  <c:v>4.0899999999999999E-2</c:v>
                </c:pt>
                <c:pt idx="998">
                  <c:v>4.0500000000000001E-2</c:v>
                </c:pt>
                <c:pt idx="999">
                  <c:v>3.95E-2</c:v>
                </c:pt>
                <c:pt idx="1000">
                  <c:v>3.9399999999999998E-2</c:v>
                </c:pt>
                <c:pt idx="1001">
                  <c:v>3.9E-2</c:v>
                </c:pt>
                <c:pt idx="1002">
                  <c:v>3.8399999999999997E-2</c:v>
                </c:pt>
                <c:pt idx="1003">
                  <c:v>3.7199999999999997E-2</c:v>
                </c:pt>
                <c:pt idx="1004">
                  <c:v>3.7100000000000001E-2</c:v>
                </c:pt>
                <c:pt idx="1005">
                  <c:v>3.6999999999999998E-2</c:v>
                </c:pt>
                <c:pt idx="1006">
                  <c:v>3.6999999999999998E-2</c:v>
                </c:pt>
                <c:pt idx="1007">
                  <c:v>3.6999999999999998E-2</c:v>
                </c:pt>
                <c:pt idx="1008">
                  <c:v>3.73E-2</c:v>
                </c:pt>
                <c:pt idx="1009">
                  <c:v>3.7199999999999997E-2</c:v>
                </c:pt>
                <c:pt idx="1010">
                  <c:v>3.6900000000000002E-2</c:v>
                </c:pt>
                <c:pt idx="1011">
                  <c:v>3.73E-2</c:v>
                </c:pt>
                <c:pt idx="1012">
                  <c:v>3.6799999999999999E-2</c:v>
                </c:pt>
                <c:pt idx="1013">
                  <c:v>3.61E-2</c:v>
                </c:pt>
                <c:pt idx="1014">
                  <c:v>3.6200000000000003E-2</c:v>
                </c:pt>
                <c:pt idx="1015">
                  <c:v>3.5700000000000003E-2</c:v>
                </c:pt>
                <c:pt idx="1016">
                  <c:v>3.5200000000000002E-2</c:v>
                </c:pt>
                <c:pt idx="1017">
                  <c:v>3.5200000000000002E-2</c:v>
                </c:pt>
                <c:pt idx="1018">
                  <c:v>3.5000000000000003E-2</c:v>
                </c:pt>
                <c:pt idx="1019">
                  <c:v>3.49E-2</c:v>
                </c:pt>
                <c:pt idx="1020">
                  <c:v>3.5499999999999997E-2</c:v>
                </c:pt>
                <c:pt idx="1021">
                  <c:v>3.5200000000000002E-2</c:v>
                </c:pt>
                <c:pt idx="1022">
                  <c:v>3.5000000000000003E-2</c:v>
                </c:pt>
                <c:pt idx="1023">
                  <c:v>3.5900000000000001E-2</c:v>
                </c:pt>
                <c:pt idx="1024">
                  <c:v>3.5799999999999998E-2</c:v>
                </c:pt>
                <c:pt idx="1025">
                  <c:v>3.56E-2</c:v>
                </c:pt>
                <c:pt idx="1026">
                  <c:v>3.5900000000000001E-2</c:v>
                </c:pt>
                <c:pt idx="1027">
                  <c:v>3.5400000000000001E-2</c:v>
                </c:pt>
                <c:pt idx="1028">
                  <c:v>3.5400000000000001E-2</c:v>
                </c:pt>
                <c:pt idx="1029">
                  <c:v>3.5200000000000002E-2</c:v>
                </c:pt>
                <c:pt idx="1030">
                  <c:v>3.5299999999999998E-2</c:v>
                </c:pt>
                <c:pt idx="1031">
                  <c:v>3.5400000000000001E-2</c:v>
                </c:pt>
                <c:pt idx="1032">
                  <c:v>3.4700000000000002E-2</c:v>
                </c:pt>
                <c:pt idx="1033">
                  <c:v>3.4700000000000002E-2</c:v>
                </c:pt>
                <c:pt idx="1034">
                  <c:v>3.4799999999999998E-2</c:v>
                </c:pt>
                <c:pt idx="1035">
                  <c:v>3.4799999999999998E-2</c:v>
                </c:pt>
                <c:pt idx="1036">
                  <c:v>3.4799999999999998E-2</c:v>
                </c:pt>
                <c:pt idx="1037">
                  <c:v>3.4700000000000002E-2</c:v>
                </c:pt>
                <c:pt idx="1038">
                  <c:v>3.4700000000000002E-2</c:v>
                </c:pt>
                <c:pt idx="1039">
                  <c:v>3.4200000000000001E-2</c:v>
                </c:pt>
                <c:pt idx="1040">
                  <c:v>3.4099999999999998E-2</c:v>
                </c:pt>
                <c:pt idx="1041">
                  <c:v>3.3799999999999997E-2</c:v>
                </c:pt>
                <c:pt idx="1042">
                  <c:v>3.4099999999999998E-2</c:v>
                </c:pt>
                <c:pt idx="1043">
                  <c:v>3.4200000000000001E-2</c:v>
                </c:pt>
                <c:pt idx="1044">
                  <c:v>3.39E-2</c:v>
                </c:pt>
                <c:pt idx="1045">
                  <c:v>3.2899999999999999E-2</c:v>
                </c:pt>
                <c:pt idx="1046">
                  <c:v>3.3500000000000002E-2</c:v>
                </c:pt>
                <c:pt idx="1047">
                  <c:v>3.4000000000000002E-2</c:v>
                </c:pt>
                <c:pt idx="1048">
                  <c:v>3.39E-2</c:v>
                </c:pt>
                <c:pt idx="1049">
                  <c:v>3.4099999999999998E-2</c:v>
                </c:pt>
                <c:pt idx="1050">
                  <c:v>3.4799999999999998E-2</c:v>
                </c:pt>
                <c:pt idx="1051">
                  <c:v>3.49E-2</c:v>
                </c:pt>
                <c:pt idx="1052">
                  <c:v>3.5200000000000002E-2</c:v>
                </c:pt>
                <c:pt idx="1053">
                  <c:v>3.5099999999999999E-2</c:v>
                </c:pt>
                <c:pt idx="1054">
                  <c:v>3.5099999999999999E-2</c:v>
                </c:pt>
                <c:pt idx="1055">
                  <c:v>3.5400000000000001E-2</c:v>
                </c:pt>
                <c:pt idx="1056">
                  <c:v>3.5200000000000002E-2</c:v>
                </c:pt>
                <c:pt idx="1057">
                  <c:v>3.5999999999999997E-2</c:v>
                </c:pt>
                <c:pt idx="1058">
                  <c:v>3.6400000000000002E-2</c:v>
                </c:pt>
                <c:pt idx="1059">
                  <c:v>3.6299999999999999E-2</c:v>
                </c:pt>
                <c:pt idx="1060">
                  <c:v>3.56E-2</c:v>
                </c:pt>
                <c:pt idx="1061">
                  <c:v>3.5499999999999997E-2</c:v>
                </c:pt>
                <c:pt idx="1062">
                  <c:v>3.5000000000000003E-2</c:v>
                </c:pt>
                <c:pt idx="1063">
                  <c:v>3.5299999999999998E-2</c:v>
                </c:pt>
                <c:pt idx="1064">
                  <c:v>3.5099999999999999E-2</c:v>
                </c:pt>
                <c:pt idx="1065">
                  <c:v>3.49E-2</c:v>
                </c:pt>
                <c:pt idx="1066">
                  <c:v>3.44E-2</c:v>
                </c:pt>
                <c:pt idx="1067">
                  <c:v>3.39E-2</c:v>
                </c:pt>
                <c:pt idx="1068">
                  <c:v>3.4200000000000001E-2</c:v>
                </c:pt>
                <c:pt idx="1069">
                  <c:v>3.4099999999999998E-2</c:v>
                </c:pt>
                <c:pt idx="1070">
                  <c:v>3.39E-2</c:v>
                </c:pt>
                <c:pt idx="1071">
                  <c:v>3.4700000000000002E-2</c:v>
                </c:pt>
                <c:pt idx="1072">
                  <c:v>3.4000000000000002E-2</c:v>
                </c:pt>
                <c:pt idx="1073">
                  <c:v>3.3799999999999997E-2</c:v>
                </c:pt>
                <c:pt idx="1074">
                  <c:v>3.3399999999999999E-2</c:v>
                </c:pt>
                <c:pt idx="1075">
                  <c:v>3.3300000000000003E-2</c:v>
                </c:pt>
                <c:pt idx="1076">
                  <c:v>3.2599999999999997E-2</c:v>
                </c:pt>
                <c:pt idx="1077">
                  <c:v>3.2800000000000003E-2</c:v>
                </c:pt>
                <c:pt idx="1078">
                  <c:v>3.2199999999999999E-2</c:v>
                </c:pt>
                <c:pt idx="1079">
                  <c:v>3.2199999999999999E-2</c:v>
                </c:pt>
                <c:pt idx="1080">
                  <c:v>3.2199999999999999E-2</c:v>
                </c:pt>
                <c:pt idx="1081">
                  <c:v>3.2199999999999999E-2</c:v>
                </c:pt>
                <c:pt idx="1082">
                  <c:v>3.1699999999999999E-2</c:v>
                </c:pt>
                <c:pt idx="1083">
                  <c:v>3.15E-2</c:v>
                </c:pt>
                <c:pt idx="1084">
                  <c:v>3.0800000000000001E-2</c:v>
                </c:pt>
                <c:pt idx="1085">
                  <c:v>3.1E-2</c:v>
                </c:pt>
                <c:pt idx="1086">
                  <c:v>3.1199999999999999E-2</c:v>
                </c:pt>
                <c:pt idx="1087">
                  <c:v>3.09E-2</c:v>
                </c:pt>
                <c:pt idx="1088">
                  <c:v>3.1099999999999999E-2</c:v>
                </c:pt>
                <c:pt idx="1089">
                  <c:v>3.0599999999999999E-2</c:v>
                </c:pt>
                <c:pt idx="1090">
                  <c:v>3.0200000000000001E-2</c:v>
                </c:pt>
                <c:pt idx="1091">
                  <c:v>0.03</c:v>
                </c:pt>
                <c:pt idx="1092">
                  <c:v>3.0200000000000001E-2</c:v>
                </c:pt>
                <c:pt idx="1093">
                  <c:v>2.98E-2</c:v>
                </c:pt>
                <c:pt idx="1094">
                  <c:v>3.04E-2</c:v>
                </c:pt>
                <c:pt idx="1095">
                  <c:v>3.0300000000000001E-2</c:v>
                </c:pt>
                <c:pt idx="1096">
                  <c:v>3.1800000000000002E-2</c:v>
                </c:pt>
                <c:pt idx="1097">
                  <c:v>3.27E-2</c:v>
                </c:pt>
                <c:pt idx="1098">
                  <c:v>3.2300000000000002E-2</c:v>
                </c:pt>
                <c:pt idx="1099">
                  <c:v>3.3300000000000003E-2</c:v>
                </c:pt>
                <c:pt idx="1100">
                  <c:v>3.32E-2</c:v>
                </c:pt>
                <c:pt idx="1101">
                  <c:v>3.4299999999999997E-2</c:v>
                </c:pt>
                <c:pt idx="1102">
                  <c:v>3.4200000000000001E-2</c:v>
                </c:pt>
                <c:pt idx="1103">
                  <c:v>3.4200000000000001E-2</c:v>
                </c:pt>
                <c:pt idx="1104">
                  <c:v>3.4299999999999997E-2</c:v>
                </c:pt>
                <c:pt idx="1105">
                  <c:v>3.5499999999999997E-2</c:v>
                </c:pt>
                <c:pt idx="1106">
                  <c:v>3.6299999999999999E-2</c:v>
                </c:pt>
                <c:pt idx="1107">
                  <c:v>3.7100000000000001E-2</c:v>
                </c:pt>
                <c:pt idx="1108">
                  <c:v>3.73E-2</c:v>
                </c:pt>
                <c:pt idx="1109">
                  <c:v>3.7900000000000003E-2</c:v>
                </c:pt>
                <c:pt idx="1110">
                  <c:v>3.73E-2</c:v>
                </c:pt>
                <c:pt idx="1111">
                  <c:v>3.6799999999999999E-2</c:v>
                </c:pt>
                <c:pt idx="1112">
                  <c:v>3.61E-2</c:v>
                </c:pt>
                <c:pt idx="1113">
                  <c:v>3.6299999999999999E-2</c:v>
                </c:pt>
                <c:pt idx="1114">
                  <c:v>3.6999999999999998E-2</c:v>
                </c:pt>
                <c:pt idx="1115">
                  <c:v>3.7900000000000003E-2</c:v>
                </c:pt>
                <c:pt idx="1116">
                  <c:v>3.8300000000000001E-2</c:v>
                </c:pt>
                <c:pt idx="1117">
                  <c:v>3.9699999999999999E-2</c:v>
                </c:pt>
                <c:pt idx="1118">
                  <c:v>4.1399999999999999E-2</c:v>
                </c:pt>
                <c:pt idx="1119">
                  <c:v>4.1599999999999998E-2</c:v>
                </c:pt>
                <c:pt idx="1120">
                  <c:v>4.2200000000000001E-2</c:v>
                </c:pt>
                <c:pt idx="1121">
                  <c:v>4.1700000000000001E-2</c:v>
                </c:pt>
                <c:pt idx="1122">
                  <c:v>4.02E-2</c:v>
                </c:pt>
                <c:pt idx="1123">
                  <c:v>4.0500000000000001E-2</c:v>
                </c:pt>
                <c:pt idx="1124">
                  <c:v>4.07E-2</c:v>
                </c:pt>
                <c:pt idx="1125">
                  <c:v>4.1000000000000002E-2</c:v>
                </c:pt>
                <c:pt idx="1126">
                  <c:v>4.2299999999999997E-2</c:v>
                </c:pt>
                <c:pt idx="1127">
                  <c:v>4.3400000000000001E-2</c:v>
                </c:pt>
                <c:pt idx="1128">
                  <c:v>4.3400000000000001E-2</c:v>
                </c:pt>
                <c:pt idx="1129">
                  <c:v>4.3400000000000001E-2</c:v>
                </c:pt>
                <c:pt idx="1130">
                  <c:v>4.36E-2</c:v>
                </c:pt>
                <c:pt idx="1131">
                  <c:v>4.2999999999999997E-2</c:v>
                </c:pt>
                <c:pt idx="1132">
                  <c:v>4.3400000000000001E-2</c:v>
                </c:pt>
                <c:pt idx="1133">
                  <c:v>4.2599999999999999E-2</c:v>
                </c:pt>
                <c:pt idx="1134">
                  <c:v>4.24E-2</c:v>
                </c:pt>
                <c:pt idx="1135">
                  <c:v>4.3200000000000002E-2</c:v>
                </c:pt>
                <c:pt idx="1136">
                  <c:v>4.3999999999999997E-2</c:v>
                </c:pt>
                <c:pt idx="1137">
                  <c:v>4.4600000000000001E-2</c:v>
                </c:pt>
                <c:pt idx="1138">
                  <c:v>4.5699999999999998E-2</c:v>
                </c:pt>
                <c:pt idx="1139">
                  <c:v>4.6699999999999998E-2</c:v>
                </c:pt>
                <c:pt idx="1140">
                  <c:v>4.7600000000000003E-2</c:v>
                </c:pt>
                <c:pt idx="1141">
                  <c:v>4.7399999999999998E-2</c:v>
                </c:pt>
                <c:pt idx="1142">
                  <c:v>4.6100000000000002E-2</c:v>
                </c:pt>
                <c:pt idx="1143">
                  <c:v>4.5499999999999999E-2</c:v>
                </c:pt>
                <c:pt idx="1144">
                  <c:v>4.5199999999999997E-2</c:v>
                </c:pt>
                <c:pt idx="1145">
                  <c:v>4.4999999999999998E-2</c:v>
                </c:pt>
                <c:pt idx="1146">
                  <c:v>4.3799999999999999E-2</c:v>
                </c:pt>
                <c:pt idx="1147">
                  <c:v>4.3099999999999999E-2</c:v>
                </c:pt>
                <c:pt idx="1148">
                  <c:v>4.2599999999999999E-2</c:v>
                </c:pt>
                <c:pt idx="1149">
                  <c:v>4.2599999999999999E-2</c:v>
                </c:pt>
                <c:pt idx="1150">
                  <c:v>4.2599999999999999E-2</c:v>
                </c:pt>
                <c:pt idx="1151">
                  <c:v>4.2799999999999998E-2</c:v>
                </c:pt>
                <c:pt idx="1152">
                  <c:v>4.1700000000000001E-2</c:v>
                </c:pt>
                <c:pt idx="1153">
                  <c:v>4.0599999999999997E-2</c:v>
                </c:pt>
                <c:pt idx="1154">
                  <c:v>4.1399999999999999E-2</c:v>
                </c:pt>
                <c:pt idx="1155">
                  <c:v>4.1700000000000001E-2</c:v>
                </c:pt>
                <c:pt idx="1156">
                  <c:v>4.1500000000000002E-2</c:v>
                </c:pt>
                <c:pt idx="1157">
                  <c:v>4.1799999999999997E-2</c:v>
                </c:pt>
                <c:pt idx="1158">
                  <c:v>4.0899999999999999E-2</c:v>
                </c:pt>
                <c:pt idx="1159">
                  <c:v>4.0599999999999997E-2</c:v>
                </c:pt>
                <c:pt idx="1160">
                  <c:v>4.0300000000000002E-2</c:v>
                </c:pt>
                <c:pt idx="1161">
                  <c:v>3.9899999999999998E-2</c:v>
                </c:pt>
                <c:pt idx="1162">
                  <c:v>4.0599999999999997E-2</c:v>
                </c:pt>
                <c:pt idx="1163">
                  <c:v>4.0300000000000002E-2</c:v>
                </c:pt>
                <c:pt idx="1164">
                  <c:v>4.0399999999999998E-2</c:v>
                </c:pt>
                <c:pt idx="1165">
                  <c:v>4.0500000000000001E-2</c:v>
                </c:pt>
                <c:pt idx="1166">
                  <c:v>4.1200000000000001E-2</c:v>
                </c:pt>
                <c:pt idx="1167">
                  <c:v>4.1099999999999998E-2</c:v>
                </c:pt>
                <c:pt idx="1168">
                  <c:v>4.1500000000000002E-2</c:v>
                </c:pt>
                <c:pt idx="1169">
                  <c:v>4.1799999999999997E-2</c:v>
                </c:pt>
                <c:pt idx="1170">
                  <c:v>4.0899999999999999E-2</c:v>
                </c:pt>
                <c:pt idx="1171">
                  <c:v>4.0599999999999997E-2</c:v>
                </c:pt>
                <c:pt idx="1172">
                  <c:v>4.0800000000000003E-2</c:v>
                </c:pt>
                <c:pt idx="1173">
                  <c:v>3.95E-2</c:v>
                </c:pt>
                <c:pt idx="1174">
                  <c:v>3.95E-2</c:v>
                </c:pt>
                <c:pt idx="1175">
                  <c:v>3.9199999999999999E-2</c:v>
                </c:pt>
                <c:pt idx="1176">
                  <c:v>3.9600000000000003E-2</c:v>
                </c:pt>
                <c:pt idx="1177">
                  <c:v>3.9800000000000002E-2</c:v>
                </c:pt>
                <c:pt idx="1178">
                  <c:v>3.9E-2</c:v>
                </c:pt>
                <c:pt idx="1179">
                  <c:v>3.8399999999999997E-2</c:v>
                </c:pt>
                <c:pt idx="1180">
                  <c:v>3.78E-2</c:v>
                </c:pt>
                <c:pt idx="1181">
                  <c:v>3.7499999999999999E-2</c:v>
                </c:pt>
                <c:pt idx="1182">
                  <c:v>3.7100000000000001E-2</c:v>
                </c:pt>
                <c:pt idx="1183">
                  <c:v>3.6900000000000002E-2</c:v>
                </c:pt>
                <c:pt idx="1184">
                  <c:v>3.6600000000000001E-2</c:v>
                </c:pt>
                <c:pt idx="1185">
                  <c:v>3.6799999999999999E-2</c:v>
                </c:pt>
                <c:pt idx="1186">
                  <c:v>3.7100000000000001E-2</c:v>
                </c:pt>
                <c:pt idx="1187">
                  <c:v>3.6400000000000002E-2</c:v>
                </c:pt>
                <c:pt idx="1188">
                  <c:v>3.6700000000000003E-2</c:v>
                </c:pt>
                <c:pt idx="1189">
                  <c:v>3.6499999999999998E-2</c:v>
                </c:pt>
                <c:pt idx="1190">
                  <c:v>3.6499999999999998E-2</c:v>
                </c:pt>
                <c:pt idx="1191">
                  <c:v>3.5999999999999997E-2</c:v>
                </c:pt>
                <c:pt idx="1192">
                  <c:v>3.6299999999999999E-2</c:v>
                </c:pt>
                <c:pt idx="1193">
                  <c:v>3.5499999999999997E-2</c:v>
                </c:pt>
                <c:pt idx="1194">
                  <c:v>3.5400000000000001E-2</c:v>
                </c:pt>
                <c:pt idx="1195">
                  <c:v>3.5400000000000001E-2</c:v>
                </c:pt>
                <c:pt idx="1196">
                  <c:v>3.5700000000000003E-2</c:v>
                </c:pt>
                <c:pt idx="1197">
                  <c:v>3.56E-2</c:v>
                </c:pt>
                <c:pt idx="1198">
                  <c:v>3.5299999999999998E-2</c:v>
                </c:pt>
                <c:pt idx="1199">
                  <c:v>3.5400000000000001E-2</c:v>
                </c:pt>
                <c:pt idx="1200">
                  <c:v>3.5700000000000003E-2</c:v>
                </c:pt>
                <c:pt idx="1201">
                  <c:v>3.56E-2</c:v>
                </c:pt>
                <c:pt idx="1202">
                  <c:v>3.5900000000000001E-2</c:v>
                </c:pt>
                <c:pt idx="1203">
                  <c:v>3.6299999999999999E-2</c:v>
                </c:pt>
                <c:pt idx="1204">
                  <c:v>3.5999999999999997E-2</c:v>
                </c:pt>
                <c:pt idx="1205">
                  <c:v>3.6600000000000001E-2</c:v>
                </c:pt>
                <c:pt idx="1206">
                  <c:v>3.6299999999999999E-2</c:v>
                </c:pt>
                <c:pt idx="1207">
                  <c:v>3.6700000000000003E-2</c:v>
                </c:pt>
                <c:pt idx="1208">
                  <c:v>3.6400000000000002E-2</c:v>
                </c:pt>
                <c:pt idx="1209">
                  <c:v>3.6400000000000002E-2</c:v>
                </c:pt>
                <c:pt idx="1210">
                  <c:v>3.6600000000000001E-2</c:v>
                </c:pt>
                <c:pt idx="1211">
                  <c:v>3.6499999999999998E-2</c:v>
                </c:pt>
                <c:pt idx="1212">
                  <c:v>3.6499999999999998E-2</c:v>
                </c:pt>
                <c:pt idx="1213">
                  <c:v>3.61E-2</c:v>
                </c:pt>
                <c:pt idx="1214">
                  <c:v>3.6299999999999999E-2</c:v>
                </c:pt>
                <c:pt idx="1215">
                  <c:v>3.7100000000000001E-2</c:v>
                </c:pt>
                <c:pt idx="1216">
                  <c:v>3.8300000000000001E-2</c:v>
                </c:pt>
                <c:pt idx="1217">
                  <c:v>3.8800000000000001E-2</c:v>
                </c:pt>
                <c:pt idx="1218">
                  <c:v>3.8800000000000001E-2</c:v>
                </c:pt>
                <c:pt idx="1219">
                  <c:v>3.8800000000000001E-2</c:v>
                </c:pt>
                <c:pt idx="1220">
                  <c:v>3.8399999999999997E-2</c:v>
                </c:pt>
                <c:pt idx="1221">
                  <c:v>3.8100000000000002E-2</c:v>
                </c:pt>
                <c:pt idx="1222">
                  <c:v>3.7900000000000003E-2</c:v>
                </c:pt>
                <c:pt idx="1223">
                  <c:v>3.7900000000000003E-2</c:v>
                </c:pt>
                <c:pt idx="1224">
                  <c:v>3.7600000000000001E-2</c:v>
                </c:pt>
                <c:pt idx="1225">
                  <c:v>3.7900000000000003E-2</c:v>
                </c:pt>
                <c:pt idx="1226">
                  <c:v>3.7900000000000003E-2</c:v>
                </c:pt>
                <c:pt idx="1227">
                  <c:v>3.7499999999999999E-2</c:v>
                </c:pt>
                <c:pt idx="1228">
                  <c:v>3.7400000000000003E-2</c:v>
                </c:pt>
                <c:pt idx="1229">
                  <c:v>3.8300000000000001E-2</c:v>
                </c:pt>
                <c:pt idx="1230">
                  <c:v>3.8600000000000002E-2</c:v>
                </c:pt>
                <c:pt idx="1231">
                  <c:v>3.9600000000000003E-2</c:v>
                </c:pt>
                <c:pt idx="1232">
                  <c:v>4.0300000000000002E-2</c:v>
                </c:pt>
                <c:pt idx="1233">
                  <c:v>3.9300000000000002E-2</c:v>
                </c:pt>
                <c:pt idx="1234">
                  <c:v>3.8699999999999998E-2</c:v>
                </c:pt>
                <c:pt idx="1235">
                  <c:v>3.8899999999999997E-2</c:v>
                </c:pt>
                <c:pt idx="1236">
                  <c:v>3.9199999999999999E-2</c:v>
                </c:pt>
                <c:pt idx="1237">
                  <c:v>3.9E-2</c:v>
                </c:pt>
                <c:pt idx="1238">
                  <c:v>3.8699999999999998E-2</c:v>
                </c:pt>
                <c:pt idx="1239">
                  <c:v>3.8199999999999998E-2</c:v>
                </c:pt>
                <c:pt idx="1240">
                  <c:v>3.8399999999999997E-2</c:v>
                </c:pt>
                <c:pt idx="1241">
                  <c:v>3.9E-2</c:v>
                </c:pt>
                <c:pt idx="1242">
                  <c:v>3.9199999999999999E-2</c:v>
                </c:pt>
                <c:pt idx="1243">
                  <c:v>3.9600000000000003E-2</c:v>
                </c:pt>
                <c:pt idx="1244">
                  <c:v>3.9600000000000003E-2</c:v>
                </c:pt>
                <c:pt idx="1245">
                  <c:v>4.0099999999999997E-2</c:v>
                </c:pt>
                <c:pt idx="1246">
                  <c:v>4.07E-2</c:v>
                </c:pt>
                <c:pt idx="1247">
                  <c:v>4.1300000000000003E-2</c:v>
                </c:pt>
                <c:pt idx="1248">
                  <c:v>4.0800000000000003E-2</c:v>
                </c:pt>
                <c:pt idx="1249">
                  <c:v>0.04</c:v>
                </c:pt>
                <c:pt idx="1250">
                  <c:v>3.9699999999999999E-2</c:v>
                </c:pt>
                <c:pt idx="1251">
                  <c:v>0.04</c:v>
                </c:pt>
                <c:pt idx="1252">
                  <c:v>3.9899999999999998E-2</c:v>
                </c:pt>
                <c:pt idx="1253">
                  <c:v>0.04</c:v>
                </c:pt>
                <c:pt idx="1254">
                  <c:v>3.9600000000000003E-2</c:v>
                </c:pt>
                <c:pt idx="1255">
                  <c:v>3.8800000000000001E-2</c:v>
                </c:pt>
                <c:pt idx="1256">
                  <c:v>3.9E-2</c:v>
                </c:pt>
                <c:pt idx="1257">
                  <c:v>3.9800000000000002E-2</c:v>
                </c:pt>
                <c:pt idx="1258">
                  <c:v>3.9699999999999999E-2</c:v>
                </c:pt>
                <c:pt idx="1259">
                  <c:v>3.9699999999999999E-2</c:v>
                </c:pt>
                <c:pt idx="1260">
                  <c:v>3.95E-2</c:v>
                </c:pt>
                <c:pt idx="1261">
                  <c:v>3.9199999999999999E-2</c:v>
                </c:pt>
                <c:pt idx="1262">
                  <c:v>3.8600000000000002E-2</c:v>
                </c:pt>
                <c:pt idx="1263">
                  <c:v>3.8399999999999997E-2</c:v>
                </c:pt>
                <c:pt idx="1264">
                  <c:v>3.8699999999999998E-2</c:v>
                </c:pt>
                <c:pt idx="1265">
                  <c:v>3.9300000000000002E-2</c:v>
                </c:pt>
                <c:pt idx="1266">
                  <c:v>3.8699999999999998E-2</c:v>
                </c:pt>
                <c:pt idx="1267">
                  <c:v>3.9399999999999998E-2</c:v>
                </c:pt>
                <c:pt idx="1268">
                  <c:v>3.9399999999999998E-2</c:v>
                </c:pt>
                <c:pt idx="1269">
                  <c:v>3.95E-2</c:v>
                </c:pt>
                <c:pt idx="1270">
                  <c:v>3.9800000000000002E-2</c:v>
                </c:pt>
                <c:pt idx="1271">
                  <c:v>4.07E-2</c:v>
                </c:pt>
                <c:pt idx="1272">
                  <c:v>4.1200000000000001E-2</c:v>
                </c:pt>
                <c:pt idx="1273">
                  <c:v>4.0399999999999998E-2</c:v>
                </c:pt>
                <c:pt idx="1274">
                  <c:v>4.0599999999999997E-2</c:v>
                </c:pt>
                <c:pt idx="1275">
                  <c:v>4.1200000000000001E-2</c:v>
                </c:pt>
                <c:pt idx="1276">
                  <c:v>4.07E-2</c:v>
                </c:pt>
                <c:pt idx="1277">
                  <c:v>4.07E-2</c:v>
                </c:pt>
                <c:pt idx="1278">
                  <c:v>4.1099999999999998E-2</c:v>
                </c:pt>
                <c:pt idx="1279">
                  <c:v>4.0899999999999999E-2</c:v>
                </c:pt>
                <c:pt idx="1280">
                  <c:v>0.04</c:v>
                </c:pt>
                <c:pt idx="1281">
                  <c:v>3.9199999999999999E-2</c:v>
                </c:pt>
                <c:pt idx="1282">
                  <c:v>3.8899999999999997E-2</c:v>
                </c:pt>
                <c:pt idx="1283">
                  <c:v>3.8899999999999997E-2</c:v>
                </c:pt>
                <c:pt idx="1284">
                  <c:v>3.8699999999999998E-2</c:v>
                </c:pt>
                <c:pt idx="1285">
                  <c:v>3.9399999999999998E-2</c:v>
                </c:pt>
                <c:pt idx="1286">
                  <c:v>3.9100000000000003E-2</c:v>
                </c:pt>
                <c:pt idx="1287">
                  <c:v>3.9699999999999999E-2</c:v>
                </c:pt>
                <c:pt idx="1288">
                  <c:v>3.9100000000000003E-2</c:v>
                </c:pt>
                <c:pt idx="1289">
                  <c:v>3.8899999999999997E-2</c:v>
                </c:pt>
                <c:pt idx="1290">
                  <c:v>3.9300000000000002E-2</c:v>
                </c:pt>
                <c:pt idx="1291">
                  <c:v>3.9800000000000002E-2</c:v>
                </c:pt>
                <c:pt idx="1292">
                  <c:v>3.9699999999999999E-2</c:v>
                </c:pt>
                <c:pt idx="1293">
                  <c:v>3.9699999999999999E-2</c:v>
                </c:pt>
                <c:pt idx="1294">
                  <c:v>3.9699999999999999E-2</c:v>
                </c:pt>
                <c:pt idx="1295">
                  <c:v>3.9600000000000003E-2</c:v>
                </c:pt>
                <c:pt idx="1296">
                  <c:v>3.8399999999999997E-2</c:v>
                </c:pt>
                <c:pt idx="1297">
                  <c:v>3.8800000000000001E-2</c:v>
                </c:pt>
                <c:pt idx="1298">
                  <c:v>3.9199999999999999E-2</c:v>
                </c:pt>
                <c:pt idx="1299">
                  <c:v>3.9199999999999999E-2</c:v>
                </c:pt>
                <c:pt idx="1300">
                  <c:v>3.9399999999999998E-2</c:v>
                </c:pt>
                <c:pt idx="1301">
                  <c:v>3.9E-2</c:v>
                </c:pt>
                <c:pt idx="1302">
                  <c:v>3.9E-2</c:v>
                </c:pt>
                <c:pt idx="1303">
                  <c:v>3.8699999999999998E-2</c:v>
                </c:pt>
                <c:pt idx="1304">
                  <c:v>3.8699999999999998E-2</c:v>
                </c:pt>
                <c:pt idx="1305">
                  <c:v>3.8899999999999997E-2</c:v>
                </c:pt>
                <c:pt idx="1306">
                  <c:v>3.8800000000000001E-2</c:v>
                </c:pt>
                <c:pt idx="1307">
                  <c:v>3.8300000000000001E-2</c:v>
                </c:pt>
                <c:pt idx="1308">
                  <c:v>3.7600000000000001E-2</c:v>
                </c:pt>
                <c:pt idx="1309">
                  <c:v>3.7400000000000003E-2</c:v>
                </c:pt>
                <c:pt idx="1310">
                  <c:v>3.7199999999999997E-2</c:v>
                </c:pt>
                <c:pt idx="1311">
                  <c:v>3.7100000000000001E-2</c:v>
                </c:pt>
                <c:pt idx="1312">
                  <c:v>3.78E-2</c:v>
                </c:pt>
                <c:pt idx="1313">
                  <c:v>3.85E-2</c:v>
                </c:pt>
                <c:pt idx="1314">
                  <c:v>3.85E-2</c:v>
                </c:pt>
                <c:pt idx="1315">
                  <c:v>3.8699999999999998E-2</c:v>
                </c:pt>
                <c:pt idx="1316">
                  <c:v>3.8899999999999997E-2</c:v>
                </c:pt>
                <c:pt idx="1317">
                  <c:v>3.8300000000000001E-2</c:v>
                </c:pt>
                <c:pt idx="1318">
                  <c:v>3.9100000000000003E-2</c:v>
                </c:pt>
                <c:pt idx="1319">
                  <c:v>3.9E-2</c:v>
                </c:pt>
                <c:pt idx="1320">
                  <c:v>3.8600000000000002E-2</c:v>
                </c:pt>
                <c:pt idx="1321">
                  <c:v>3.7699999999999997E-2</c:v>
                </c:pt>
                <c:pt idx="1322">
                  <c:v>3.7499999999999999E-2</c:v>
                </c:pt>
                <c:pt idx="1323">
                  <c:v>3.7199999999999997E-2</c:v>
                </c:pt>
                <c:pt idx="1324">
                  <c:v>3.6900000000000002E-2</c:v>
                </c:pt>
                <c:pt idx="1325">
                  <c:v>3.6799999999999999E-2</c:v>
                </c:pt>
                <c:pt idx="1326">
                  <c:v>3.6299999999999999E-2</c:v>
                </c:pt>
                <c:pt idx="1327">
                  <c:v>3.6299999999999999E-2</c:v>
                </c:pt>
                <c:pt idx="1328">
                  <c:v>3.6600000000000001E-2</c:v>
                </c:pt>
                <c:pt idx="1329">
                  <c:v>3.6600000000000001E-2</c:v>
                </c:pt>
                <c:pt idx="1330">
                  <c:v>3.6400000000000002E-2</c:v>
                </c:pt>
                <c:pt idx="1331">
                  <c:v>3.6299999999999999E-2</c:v>
                </c:pt>
                <c:pt idx="1332">
                  <c:v>3.6400000000000002E-2</c:v>
                </c:pt>
                <c:pt idx="1333">
                  <c:v>3.61E-2</c:v>
                </c:pt>
                <c:pt idx="1334">
                  <c:v>3.6299999999999999E-2</c:v>
                </c:pt>
                <c:pt idx="1335">
                  <c:v>3.61E-2</c:v>
                </c:pt>
                <c:pt idx="1336">
                  <c:v>3.5900000000000001E-2</c:v>
                </c:pt>
                <c:pt idx="1337">
                  <c:v>3.5900000000000001E-2</c:v>
                </c:pt>
                <c:pt idx="1338">
                  <c:v>3.5999999999999997E-2</c:v>
                </c:pt>
                <c:pt idx="1339">
                  <c:v>3.5999999999999997E-2</c:v>
                </c:pt>
                <c:pt idx="1340">
                  <c:v>3.5700000000000003E-2</c:v>
                </c:pt>
                <c:pt idx="1341">
                  <c:v>3.5700000000000003E-2</c:v>
                </c:pt>
                <c:pt idx="1342">
                  <c:v>3.5299999999999998E-2</c:v>
                </c:pt>
                <c:pt idx="1343">
                  <c:v>3.5099999999999999E-2</c:v>
                </c:pt>
                <c:pt idx="1344">
                  <c:v>3.5099999999999999E-2</c:v>
                </c:pt>
                <c:pt idx="1345">
                  <c:v>3.5400000000000001E-2</c:v>
                </c:pt>
                <c:pt idx="1346">
                  <c:v>3.5299999999999998E-2</c:v>
                </c:pt>
                <c:pt idx="1347">
                  <c:v>3.5200000000000002E-2</c:v>
                </c:pt>
                <c:pt idx="1348">
                  <c:v>3.5000000000000003E-2</c:v>
                </c:pt>
                <c:pt idx="1349">
                  <c:v>3.4700000000000002E-2</c:v>
                </c:pt>
                <c:pt idx="1350">
                  <c:v>3.5099999999999999E-2</c:v>
                </c:pt>
                <c:pt idx="1351">
                  <c:v>3.5299999999999998E-2</c:v>
                </c:pt>
                <c:pt idx="1352">
                  <c:v>3.5400000000000001E-2</c:v>
                </c:pt>
                <c:pt idx="1353">
                  <c:v>3.5099999999999999E-2</c:v>
                </c:pt>
                <c:pt idx="1354">
                  <c:v>3.5099999999999999E-2</c:v>
                </c:pt>
                <c:pt idx="1355">
                  <c:v>3.5700000000000003E-2</c:v>
                </c:pt>
                <c:pt idx="1356">
                  <c:v>3.5200000000000002E-2</c:v>
                </c:pt>
                <c:pt idx="1357">
                  <c:v>3.56E-2</c:v>
                </c:pt>
                <c:pt idx="1358">
                  <c:v>3.5400000000000001E-2</c:v>
                </c:pt>
                <c:pt idx="1359">
                  <c:v>3.5299999999999998E-2</c:v>
                </c:pt>
                <c:pt idx="1360">
                  <c:v>3.4500000000000003E-2</c:v>
                </c:pt>
                <c:pt idx="1361">
                  <c:v>3.4299999999999997E-2</c:v>
                </c:pt>
                <c:pt idx="1362">
                  <c:v>3.4099999999999998E-2</c:v>
                </c:pt>
                <c:pt idx="1363">
                  <c:v>3.4500000000000003E-2</c:v>
                </c:pt>
                <c:pt idx="1364">
                  <c:v>3.4099999999999998E-2</c:v>
                </c:pt>
                <c:pt idx="1365">
                  <c:v>3.39E-2</c:v>
                </c:pt>
                <c:pt idx="1366">
                  <c:v>3.3500000000000002E-2</c:v>
                </c:pt>
                <c:pt idx="1367">
                  <c:v>3.3399999999999999E-2</c:v>
                </c:pt>
                <c:pt idx="1368">
                  <c:v>3.3500000000000002E-2</c:v>
                </c:pt>
                <c:pt idx="1369">
                  <c:v>3.3300000000000003E-2</c:v>
                </c:pt>
                <c:pt idx="1370">
                  <c:v>3.3399999999999999E-2</c:v>
                </c:pt>
                <c:pt idx="1371">
                  <c:v>3.3500000000000002E-2</c:v>
                </c:pt>
                <c:pt idx="1372">
                  <c:v>3.3399999999999999E-2</c:v>
                </c:pt>
                <c:pt idx="1373">
                  <c:v>3.3000000000000002E-2</c:v>
                </c:pt>
                <c:pt idx="1374">
                  <c:v>3.32E-2</c:v>
                </c:pt>
                <c:pt idx="1375">
                  <c:v>3.3300000000000003E-2</c:v>
                </c:pt>
                <c:pt idx="1376">
                  <c:v>3.2899999999999999E-2</c:v>
                </c:pt>
                <c:pt idx="1377">
                  <c:v>3.27E-2</c:v>
                </c:pt>
                <c:pt idx="1378">
                  <c:v>3.27E-2</c:v>
                </c:pt>
                <c:pt idx="1379">
                  <c:v>3.3099999999999997E-2</c:v>
                </c:pt>
                <c:pt idx="1380">
                  <c:v>3.3399999999999999E-2</c:v>
                </c:pt>
                <c:pt idx="1381">
                  <c:v>3.3000000000000002E-2</c:v>
                </c:pt>
                <c:pt idx="1382">
                  <c:v>3.27E-2</c:v>
                </c:pt>
                <c:pt idx="1383">
                  <c:v>3.2800000000000003E-2</c:v>
                </c:pt>
                <c:pt idx="1384">
                  <c:v>3.2899999999999999E-2</c:v>
                </c:pt>
                <c:pt idx="1385">
                  <c:v>3.2099999999999997E-2</c:v>
                </c:pt>
                <c:pt idx="1386">
                  <c:v>3.2000000000000001E-2</c:v>
                </c:pt>
                <c:pt idx="1387">
                  <c:v>3.2399999999999998E-2</c:v>
                </c:pt>
                <c:pt idx="1388">
                  <c:v>3.2399999999999998E-2</c:v>
                </c:pt>
                <c:pt idx="1389">
                  <c:v>3.1600000000000003E-2</c:v>
                </c:pt>
                <c:pt idx="1390">
                  <c:v>3.1699999999999999E-2</c:v>
                </c:pt>
                <c:pt idx="1391">
                  <c:v>3.15E-2</c:v>
                </c:pt>
                <c:pt idx="1392">
                  <c:v>3.1300000000000001E-2</c:v>
                </c:pt>
                <c:pt idx="1393">
                  <c:v>3.1600000000000003E-2</c:v>
                </c:pt>
                <c:pt idx="1394">
                  <c:v>3.1399999999999997E-2</c:v>
                </c:pt>
                <c:pt idx="1395">
                  <c:v>3.1300000000000001E-2</c:v>
                </c:pt>
                <c:pt idx="1396">
                  <c:v>3.1199999999999999E-2</c:v>
                </c:pt>
                <c:pt idx="1397">
                  <c:v>3.1099999999999999E-2</c:v>
                </c:pt>
                <c:pt idx="1398">
                  <c:v>3.1199999999999999E-2</c:v>
                </c:pt>
                <c:pt idx="1399">
                  <c:v>3.1800000000000002E-2</c:v>
                </c:pt>
                <c:pt idx="1400">
                  <c:v>3.2500000000000001E-2</c:v>
                </c:pt>
                <c:pt idx="1401">
                  <c:v>3.2800000000000003E-2</c:v>
                </c:pt>
                <c:pt idx="1402">
                  <c:v>3.3500000000000002E-2</c:v>
                </c:pt>
                <c:pt idx="1403">
                  <c:v>3.32E-2</c:v>
                </c:pt>
                <c:pt idx="1404">
                  <c:v>3.39E-2</c:v>
                </c:pt>
                <c:pt idx="1405">
                  <c:v>3.39E-2</c:v>
                </c:pt>
                <c:pt idx="1406">
                  <c:v>3.44E-2</c:v>
                </c:pt>
                <c:pt idx="1407">
                  <c:v>3.4099999999999998E-2</c:v>
                </c:pt>
                <c:pt idx="1408">
                  <c:v>3.4200000000000001E-2</c:v>
                </c:pt>
                <c:pt idx="1409">
                  <c:v>3.4200000000000001E-2</c:v>
                </c:pt>
                <c:pt idx="1410">
                  <c:v>3.4000000000000002E-2</c:v>
                </c:pt>
                <c:pt idx="1411">
                  <c:v>3.3500000000000002E-2</c:v>
                </c:pt>
                <c:pt idx="1412">
                  <c:v>3.3700000000000001E-2</c:v>
                </c:pt>
                <c:pt idx="1413">
                  <c:v>3.4500000000000003E-2</c:v>
                </c:pt>
                <c:pt idx="1414">
                  <c:v>3.44E-2</c:v>
                </c:pt>
                <c:pt idx="1415">
                  <c:v>3.4799999999999998E-2</c:v>
                </c:pt>
                <c:pt idx="1416">
                  <c:v>3.4700000000000002E-2</c:v>
                </c:pt>
                <c:pt idx="1417">
                  <c:v>3.5000000000000003E-2</c:v>
                </c:pt>
                <c:pt idx="1418">
                  <c:v>3.5200000000000002E-2</c:v>
                </c:pt>
                <c:pt idx="1419">
                  <c:v>3.5200000000000002E-2</c:v>
                </c:pt>
                <c:pt idx="1420">
                  <c:v>3.5799999999999998E-2</c:v>
                </c:pt>
                <c:pt idx="1421">
                  <c:v>3.56E-2</c:v>
                </c:pt>
                <c:pt idx="1422">
                  <c:v>3.5700000000000003E-2</c:v>
                </c:pt>
                <c:pt idx="1423">
                  <c:v>3.5400000000000001E-2</c:v>
                </c:pt>
                <c:pt idx="1424">
                  <c:v>3.5400000000000001E-2</c:v>
                </c:pt>
                <c:pt idx="1425">
                  <c:v>3.56E-2</c:v>
                </c:pt>
                <c:pt idx="1426">
                  <c:v>3.6200000000000003E-2</c:v>
                </c:pt>
                <c:pt idx="1427">
                  <c:v>3.5799999999999998E-2</c:v>
                </c:pt>
                <c:pt idx="1428">
                  <c:v>3.5900000000000001E-2</c:v>
                </c:pt>
                <c:pt idx="1429">
                  <c:v>3.5999999999999997E-2</c:v>
                </c:pt>
                <c:pt idx="1430">
                  <c:v>3.6299999999999999E-2</c:v>
                </c:pt>
                <c:pt idx="1431">
                  <c:v>3.5999999999999997E-2</c:v>
                </c:pt>
                <c:pt idx="1432">
                  <c:v>3.6200000000000003E-2</c:v>
                </c:pt>
                <c:pt idx="1433">
                  <c:v>3.5900000000000001E-2</c:v>
                </c:pt>
                <c:pt idx="1434">
                  <c:v>3.5799999999999998E-2</c:v>
                </c:pt>
                <c:pt idx="1435">
                  <c:v>3.5799999999999998E-2</c:v>
                </c:pt>
                <c:pt idx="1436">
                  <c:v>3.5299999999999998E-2</c:v>
                </c:pt>
                <c:pt idx="1437">
                  <c:v>3.5700000000000003E-2</c:v>
                </c:pt>
                <c:pt idx="1438">
                  <c:v>3.5900000000000001E-2</c:v>
                </c:pt>
                <c:pt idx="1439">
                  <c:v>3.5700000000000003E-2</c:v>
                </c:pt>
                <c:pt idx="1440">
                  <c:v>3.5900000000000001E-2</c:v>
                </c:pt>
                <c:pt idx="1441">
                  <c:v>3.5799999999999998E-2</c:v>
                </c:pt>
                <c:pt idx="1442">
                  <c:v>3.6499999999999998E-2</c:v>
                </c:pt>
                <c:pt idx="1443">
                  <c:v>3.6900000000000002E-2</c:v>
                </c:pt>
                <c:pt idx="1444">
                  <c:v>3.7100000000000001E-2</c:v>
                </c:pt>
                <c:pt idx="1445">
                  <c:v>3.6499999999999998E-2</c:v>
                </c:pt>
                <c:pt idx="1446">
                  <c:v>3.6999999999999998E-2</c:v>
                </c:pt>
                <c:pt idx="1447">
                  <c:v>3.7199999999999997E-2</c:v>
                </c:pt>
                <c:pt idx="1448">
                  <c:v>3.6999999999999998E-2</c:v>
                </c:pt>
                <c:pt idx="1449">
                  <c:v>3.6999999999999998E-2</c:v>
                </c:pt>
                <c:pt idx="1450">
                  <c:v>3.6700000000000003E-2</c:v>
                </c:pt>
                <c:pt idx="1451">
                  <c:v>3.6700000000000003E-2</c:v>
                </c:pt>
                <c:pt idx="1452">
                  <c:v>3.6700000000000003E-2</c:v>
                </c:pt>
                <c:pt idx="1453">
                  <c:v>3.7100000000000001E-2</c:v>
                </c:pt>
                <c:pt idx="1454">
                  <c:v>3.73E-2</c:v>
                </c:pt>
                <c:pt idx="1455">
                  <c:v>3.73E-2</c:v>
                </c:pt>
                <c:pt idx="1456">
                  <c:v>3.7100000000000001E-2</c:v>
                </c:pt>
                <c:pt idx="1457">
                  <c:v>3.6900000000000002E-2</c:v>
                </c:pt>
                <c:pt idx="1458">
                  <c:v>3.7199999999999997E-2</c:v>
                </c:pt>
                <c:pt idx="1459">
                  <c:v>3.6999999999999998E-2</c:v>
                </c:pt>
                <c:pt idx="1460">
                  <c:v>3.6999999999999998E-2</c:v>
                </c:pt>
                <c:pt idx="1461">
                  <c:v>3.6900000000000002E-2</c:v>
                </c:pt>
                <c:pt idx="1462">
                  <c:v>3.7199999999999997E-2</c:v>
                </c:pt>
                <c:pt idx="1463">
                  <c:v>3.6900000000000002E-2</c:v>
                </c:pt>
                <c:pt idx="1464">
                  <c:v>3.6700000000000003E-2</c:v>
                </c:pt>
                <c:pt idx="1465">
                  <c:v>3.7100000000000001E-2</c:v>
                </c:pt>
                <c:pt idx="1466">
                  <c:v>3.7499999999999999E-2</c:v>
                </c:pt>
                <c:pt idx="1467">
                  <c:v>3.7199999999999997E-2</c:v>
                </c:pt>
                <c:pt idx="1468">
                  <c:v>3.7499999999999999E-2</c:v>
                </c:pt>
                <c:pt idx="1469">
                  <c:v>3.7699999999999997E-2</c:v>
                </c:pt>
                <c:pt idx="1470">
                  <c:v>3.7699999999999997E-2</c:v>
                </c:pt>
                <c:pt idx="1471">
                  <c:v>3.7699999999999997E-2</c:v>
                </c:pt>
                <c:pt idx="1472">
                  <c:v>3.7699999999999997E-2</c:v>
                </c:pt>
                <c:pt idx="1473">
                  <c:v>3.7900000000000003E-2</c:v>
                </c:pt>
                <c:pt idx="1474">
                  <c:v>3.7600000000000001E-2</c:v>
                </c:pt>
                <c:pt idx="1475">
                  <c:v>3.7699999999999997E-2</c:v>
                </c:pt>
                <c:pt idx="1476">
                  <c:v>3.7900000000000003E-2</c:v>
                </c:pt>
                <c:pt idx="1477">
                  <c:v>3.7999999999999999E-2</c:v>
                </c:pt>
                <c:pt idx="1478">
                  <c:v>3.8100000000000002E-2</c:v>
                </c:pt>
                <c:pt idx="1479">
                  <c:v>3.8100000000000002E-2</c:v>
                </c:pt>
                <c:pt idx="1480">
                  <c:v>3.78E-2</c:v>
                </c:pt>
                <c:pt idx="1481">
                  <c:v>3.73E-2</c:v>
                </c:pt>
                <c:pt idx="1482">
                  <c:v>3.7400000000000003E-2</c:v>
                </c:pt>
                <c:pt idx="1483">
                  <c:v>3.7400000000000003E-2</c:v>
                </c:pt>
                <c:pt idx="1484">
                  <c:v>3.7199999999999997E-2</c:v>
                </c:pt>
                <c:pt idx="1485">
                  <c:v>3.73E-2</c:v>
                </c:pt>
                <c:pt idx="1486">
                  <c:v>3.7100000000000001E-2</c:v>
                </c:pt>
                <c:pt idx="1487">
                  <c:v>3.6700000000000003E-2</c:v>
                </c:pt>
                <c:pt idx="1488">
                  <c:v>3.6600000000000001E-2</c:v>
                </c:pt>
                <c:pt idx="1489">
                  <c:v>3.6400000000000002E-2</c:v>
                </c:pt>
                <c:pt idx="1490">
                  <c:v>3.7199999999999997E-2</c:v>
                </c:pt>
                <c:pt idx="1491">
                  <c:v>3.7100000000000001E-2</c:v>
                </c:pt>
                <c:pt idx="1492">
                  <c:v>3.8100000000000002E-2</c:v>
                </c:pt>
                <c:pt idx="1493">
                  <c:v>3.85E-2</c:v>
                </c:pt>
                <c:pt idx="1494">
                  <c:v>3.8899999999999997E-2</c:v>
                </c:pt>
                <c:pt idx="1495">
                  <c:v>3.8300000000000001E-2</c:v>
                </c:pt>
                <c:pt idx="1496">
                  <c:v>3.78E-2</c:v>
                </c:pt>
                <c:pt idx="1497">
                  <c:v>3.78E-2</c:v>
                </c:pt>
                <c:pt idx="1498">
                  <c:v>3.7600000000000001E-2</c:v>
                </c:pt>
                <c:pt idx="1499">
                  <c:v>3.7699999999999997E-2</c:v>
                </c:pt>
                <c:pt idx="1500">
                  <c:v>3.7499999999999999E-2</c:v>
                </c:pt>
                <c:pt idx="1501">
                  <c:v>3.78E-2</c:v>
                </c:pt>
                <c:pt idx="1502">
                  <c:v>3.7199999999999997E-2</c:v>
                </c:pt>
                <c:pt idx="1503">
                  <c:v>3.6400000000000002E-2</c:v>
                </c:pt>
                <c:pt idx="1504">
                  <c:v>3.6400000000000002E-2</c:v>
                </c:pt>
                <c:pt idx="1505">
                  <c:v>3.5900000000000001E-2</c:v>
                </c:pt>
                <c:pt idx="1506">
                  <c:v>3.56E-2</c:v>
                </c:pt>
                <c:pt idx="1507">
                  <c:v>3.5400000000000001E-2</c:v>
                </c:pt>
                <c:pt idx="1508">
                  <c:v>3.5099999999999999E-2</c:v>
                </c:pt>
                <c:pt idx="1509">
                  <c:v>3.5200000000000002E-2</c:v>
                </c:pt>
                <c:pt idx="1510">
                  <c:v>3.5299999999999998E-2</c:v>
                </c:pt>
                <c:pt idx="1511">
                  <c:v>3.5200000000000002E-2</c:v>
                </c:pt>
                <c:pt idx="1512">
                  <c:v>3.5099999999999999E-2</c:v>
                </c:pt>
                <c:pt idx="1513">
                  <c:v>3.5000000000000003E-2</c:v>
                </c:pt>
                <c:pt idx="1514">
                  <c:v>3.4700000000000002E-2</c:v>
                </c:pt>
                <c:pt idx="1515">
                  <c:v>3.4799999999999998E-2</c:v>
                </c:pt>
                <c:pt idx="1516">
                  <c:v>3.5400000000000001E-2</c:v>
                </c:pt>
                <c:pt idx="1517">
                  <c:v>3.56E-2</c:v>
                </c:pt>
                <c:pt idx="1518">
                  <c:v>3.5900000000000001E-2</c:v>
                </c:pt>
                <c:pt idx="1519">
                  <c:v>3.56E-2</c:v>
                </c:pt>
                <c:pt idx="1520">
                  <c:v>3.61E-2</c:v>
                </c:pt>
                <c:pt idx="1521">
                  <c:v>3.61E-2</c:v>
                </c:pt>
                <c:pt idx="1522">
                  <c:v>3.5700000000000003E-2</c:v>
                </c:pt>
                <c:pt idx="1523">
                  <c:v>3.4599999999999999E-2</c:v>
                </c:pt>
                <c:pt idx="1524">
                  <c:v>3.4500000000000003E-2</c:v>
                </c:pt>
                <c:pt idx="1525">
                  <c:v>3.4700000000000002E-2</c:v>
                </c:pt>
                <c:pt idx="1526">
                  <c:v>3.4799999999999998E-2</c:v>
                </c:pt>
                <c:pt idx="1527">
                  <c:v>3.4599999999999999E-2</c:v>
                </c:pt>
                <c:pt idx="1528">
                  <c:v>3.4799999999999998E-2</c:v>
                </c:pt>
                <c:pt idx="1529">
                  <c:v>3.4599999999999999E-2</c:v>
                </c:pt>
                <c:pt idx="1530">
                  <c:v>3.4599999999999999E-2</c:v>
                </c:pt>
                <c:pt idx="1531">
                  <c:v>3.4000000000000002E-2</c:v>
                </c:pt>
                <c:pt idx="1532">
                  <c:v>3.3599999999999998E-2</c:v>
                </c:pt>
                <c:pt idx="1533">
                  <c:v>3.4200000000000001E-2</c:v>
                </c:pt>
                <c:pt idx="1534">
                  <c:v>3.4299999999999997E-2</c:v>
                </c:pt>
                <c:pt idx="1535">
                  <c:v>3.5099999999999999E-2</c:v>
                </c:pt>
                <c:pt idx="1536">
                  <c:v>3.5299999999999998E-2</c:v>
                </c:pt>
                <c:pt idx="1537">
                  <c:v>3.5299999999999998E-2</c:v>
                </c:pt>
                <c:pt idx="1538">
                  <c:v>3.5400000000000001E-2</c:v>
                </c:pt>
                <c:pt idx="1539">
                  <c:v>3.5499999999999997E-2</c:v>
                </c:pt>
                <c:pt idx="1540">
                  <c:v>3.61E-2</c:v>
                </c:pt>
                <c:pt idx="1541">
                  <c:v>3.5400000000000001E-2</c:v>
                </c:pt>
                <c:pt idx="1542">
                  <c:v>3.56E-2</c:v>
                </c:pt>
                <c:pt idx="1543">
                  <c:v>3.5999999999999997E-2</c:v>
                </c:pt>
                <c:pt idx="1544">
                  <c:v>3.5999999999999997E-2</c:v>
                </c:pt>
                <c:pt idx="1545">
                  <c:v>3.5499999999999997E-2</c:v>
                </c:pt>
                <c:pt idx="1546">
                  <c:v>3.4799999999999998E-2</c:v>
                </c:pt>
                <c:pt idx="1547">
                  <c:v>3.4599999999999999E-2</c:v>
                </c:pt>
                <c:pt idx="1548">
                  <c:v>3.4000000000000002E-2</c:v>
                </c:pt>
                <c:pt idx="1549">
                  <c:v>3.4299999999999997E-2</c:v>
                </c:pt>
                <c:pt idx="1550">
                  <c:v>3.4599999999999999E-2</c:v>
                </c:pt>
                <c:pt idx="1551">
                  <c:v>3.4099999999999998E-2</c:v>
                </c:pt>
                <c:pt idx="1552">
                  <c:v>3.4000000000000002E-2</c:v>
                </c:pt>
                <c:pt idx="1553">
                  <c:v>3.39E-2</c:v>
                </c:pt>
                <c:pt idx="1554">
                  <c:v>3.39E-2</c:v>
                </c:pt>
                <c:pt idx="1555">
                  <c:v>3.32E-2</c:v>
                </c:pt>
                <c:pt idx="1556">
                  <c:v>3.32E-2</c:v>
                </c:pt>
                <c:pt idx="1557">
                  <c:v>3.3500000000000002E-2</c:v>
                </c:pt>
                <c:pt idx="1558">
                  <c:v>3.2899999999999999E-2</c:v>
                </c:pt>
                <c:pt idx="1559">
                  <c:v>3.2899999999999999E-2</c:v>
                </c:pt>
                <c:pt idx="1560">
                  <c:v>3.2899999999999999E-2</c:v>
                </c:pt>
                <c:pt idx="1561">
                  <c:v>3.2300000000000002E-2</c:v>
                </c:pt>
                <c:pt idx="1562">
                  <c:v>3.2000000000000001E-2</c:v>
                </c:pt>
                <c:pt idx="1563">
                  <c:v>3.1899999999999998E-2</c:v>
                </c:pt>
                <c:pt idx="1564">
                  <c:v>3.1899999999999998E-2</c:v>
                </c:pt>
                <c:pt idx="1565">
                  <c:v>3.2000000000000001E-2</c:v>
                </c:pt>
                <c:pt idx="1566">
                  <c:v>3.2099999999999997E-2</c:v>
                </c:pt>
                <c:pt idx="1567">
                  <c:v>3.2599999999999997E-2</c:v>
                </c:pt>
                <c:pt idx="1568">
                  <c:v>3.2199999999999999E-2</c:v>
                </c:pt>
                <c:pt idx="1569">
                  <c:v>3.2199999999999999E-2</c:v>
                </c:pt>
                <c:pt idx="1570">
                  <c:v>3.1899999999999998E-2</c:v>
                </c:pt>
                <c:pt idx="1571">
                  <c:v>3.1600000000000003E-2</c:v>
                </c:pt>
                <c:pt idx="1572">
                  <c:v>3.1099999999999999E-2</c:v>
                </c:pt>
                <c:pt idx="1573">
                  <c:v>3.09E-2</c:v>
                </c:pt>
                <c:pt idx="1574">
                  <c:v>3.09E-2</c:v>
                </c:pt>
                <c:pt idx="1575">
                  <c:v>3.09E-2</c:v>
                </c:pt>
                <c:pt idx="1576">
                  <c:v>3.0200000000000001E-2</c:v>
                </c:pt>
                <c:pt idx="1577">
                  <c:v>3.0300000000000001E-2</c:v>
                </c:pt>
                <c:pt idx="1578">
                  <c:v>0.03</c:v>
                </c:pt>
                <c:pt idx="1579">
                  <c:v>3.0099999999999998E-2</c:v>
                </c:pt>
                <c:pt idx="1580">
                  <c:v>2.9600000000000001E-2</c:v>
                </c:pt>
                <c:pt idx="1581">
                  <c:v>2.9399999999999999E-2</c:v>
                </c:pt>
                <c:pt idx="1582">
                  <c:v>2.8899999999999999E-2</c:v>
                </c:pt>
                <c:pt idx="1583">
                  <c:v>2.9100000000000001E-2</c:v>
                </c:pt>
                <c:pt idx="1584">
                  <c:v>2.9000000000000001E-2</c:v>
                </c:pt>
                <c:pt idx="1585">
                  <c:v>2.9499999999999998E-2</c:v>
                </c:pt>
                <c:pt idx="1586">
                  <c:v>3.0099999999999998E-2</c:v>
                </c:pt>
                <c:pt idx="1587">
                  <c:v>2.9399999999999999E-2</c:v>
                </c:pt>
                <c:pt idx="1588">
                  <c:v>2.9399999999999999E-2</c:v>
                </c:pt>
                <c:pt idx="1589">
                  <c:v>2.9399999999999999E-2</c:v>
                </c:pt>
                <c:pt idx="1590">
                  <c:v>2.9399999999999999E-2</c:v>
                </c:pt>
                <c:pt idx="1591">
                  <c:v>2.92E-2</c:v>
                </c:pt>
                <c:pt idx="1592">
                  <c:v>2.93E-2</c:v>
                </c:pt>
                <c:pt idx="1593">
                  <c:v>2.8799999999999999E-2</c:v>
                </c:pt>
                <c:pt idx="1594">
                  <c:v>2.8799999999999999E-2</c:v>
                </c:pt>
                <c:pt idx="1595">
                  <c:v>2.86E-2</c:v>
                </c:pt>
                <c:pt idx="1596">
                  <c:v>2.9000000000000001E-2</c:v>
                </c:pt>
                <c:pt idx="1597">
                  <c:v>2.8899999999999999E-2</c:v>
                </c:pt>
                <c:pt idx="1598">
                  <c:v>2.8899999999999999E-2</c:v>
                </c:pt>
                <c:pt idx="1599">
                  <c:v>2.8899999999999999E-2</c:v>
                </c:pt>
                <c:pt idx="1600">
                  <c:v>2.9000000000000001E-2</c:v>
                </c:pt>
                <c:pt idx="1601">
                  <c:v>2.8500000000000001E-2</c:v>
                </c:pt>
                <c:pt idx="1602">
                  <c:v>2.8000000000000001E-2</c:v>
                </c:pt>
                <c:pt idx="1603">
                  <c:v>2.87E-2</c:v>
                </c:pt>
                <c:pt idx="1604">
                  <c:v>2.9000000000000001E-2</c:v>
                </c:pt>
                <c:pt idx="1605">
                  <c:v>3.1199999999999999E-2</c:v>
                </c:pt>
                <c:pt idx="1606">
                  <c:v>3.0800000000000001E-2</c:v>
                </c:pt>
                <c:pt idx="1607">
                  <c:v>3.1300000000000001E-2</c:v>
                </c:pt>
                <c:pt idx="1608">
                  <c:v>3.2300000000000002E-2</c:v>
                </c:pt>
                <c:pt idx="1609">
                  <c:v>3.3000000000000002E-2</c:v>
                </c:pt>
                <c:pt idx="1610">
                  <c:v>3.2399999999999998E-2</c:v>
                </c:pt>
                <c:pt idx="1611">
                  <c:v>3.2099999999999997E-2</c:v>
                </c:pt>
                <c:pt idx="1612">
                  <c:v>3.1600000000000003E-2</c:v>
                </c:pt>
                <c:pt idx="1613">
                  <c:v>3.0700000000000002E-2</c:v>
                </c:pt>
                <c:pt idx="1614">
                  <c:v>3.1099999999999999E-2</c:v>
                </c:pt>
                <c:pt idx="1615">
                  <c:v>3.2399999999999998E-2</c:v>
                </c:pt>
                <c:pt idx="1616">
                  <c:v>3.2500000000000001E-2</c:v>
                </c:pt>
                <c:pt idx="1617">
                  <c:v>3.2000000000000001E-2</c:v>
                </c:pt>
                <c:pt idx="1618">
                  <c:v>3.2099999999999997E-2</c:v>
                </c:pt>
                <c:pt idx="1619">
                  <c:v>3.1699999999999999E-2</c:v>
                </c:pt>
                <c:pt idx="1620">
                  <c:v>3.1899999999999998E-2</c:v>
                </c:pt>
                <c:pt idx="1621">
                  <c:v>3.2199999999999999E-2</c:v>
                </c:pt>
                <c:pt idx="1622">
                  <c:v>3.15E-2</c:v>
                </c:pt>
                <c:pt idx="1623">
                  <c:v>3.1199999999999999E-2</c:v>
                </c:pt>
                <c:pt idx="1624">
                  <c:v>3.15E-2</c:v>
                </c:pt>
                <c:pt idx="1625">
                  <c:v>3.15E-2</c:v>
                </c:pt>
                <c:pt idx="1626">
                  <c:v>3.1800000000000002E-2</c:v>
                </c:pt>
                <c:pt idx="1627">
                  <c:v>3.1399999999999997E-2</c:v>
                </c:pt>
                <c:pt idx="1628">
                  <c:v>3.1399999999999997E-2</c:v>
                </c:pt>
                <c:pt idx="1629">
                  <c:v>3.1399999999999997E-2</c:v>
                </c:pt>
                <c:pt idx="1630">
                  <c:v>3.1099999999999999E-2</c:v>
                </c:pt>
                <c:pt idx="1631">
                  <c:v>3.15E-2</c:v>
                </c:pt>
                <c:pt idx="1632">
                  <c:v>3.1199999999999999E-2</c:v>
                </c:pt>
                <c:pt idx="1633">
                  <c:v>3.0300000000000001E-2</c:v>
                </c:pt>
                <c:pt idx="1634">
                  <c:v>3.04E-2</c:v>
                </c:pt>
                <c:pt idx="1635">
                  <c:v>3.0800000000000001E-2</c:v>
                </c:pt>
                <c:pt idx="1636">
                  <c:v>3.0499999999999999E-2</c:v>
                </c:pt>
                <c:pt idx="1637">
                  <c:v>3.0499999999999999E-2</c:v>
                </c:pt>
                <c:pt idx="1638">
                  <c:v>0.03</c:v>
                </c:pt>
                <c:pt idx="1639">
                  <c:v>2.98E-2</c:v>
                </c:pt>
                <c:pt idx="1640">
                  <c:v>2.9499999999999998E-2</c:v>
                </c:pt>
                <c:pt idx="1641">
                  <c:v>3.0200000000000001E-2</c:v>
                </c:pt>
                <c:pt idx="1642">
                  <c:v>3.0599999999999999E-2</c:v>
                </c:pt>
                <c:pt idx="1643">
                  <c:v>2.9899999999999999E-2</c:v>
                </c:pt>
                <c:pt idx="1644">
                  <c:v>2.9899999999999999E-2</c:v>
                </c:pt>
                <c:pt idx="1645">
                  <c:v>0.03</c:v>
                </c:pt>
                <c:pt idx="1646">
                  <c:v>2.9899999999999999E-2</c:v>
                </c:pt>
                <c:pt idx="1647">
                  <c:v>2.98E-2</c:v>
                </c:pt>
                <c:pt idx="1648">
                  <c:v>2.9600000000000001E-2</c:v>
                </c:pt>
                <c:pt idx="1649">
                  <c:v>2.9600000000000001E-2</c:v>
                </c:pt>
                <c:pt idx="1650">
                  <c:v>3.0300000000000001E-2</c:v>
                </c:pt>
                <c:pt idx="1651">
                  <c:v>2.98E-2</c:v>
                </c:pt>
                <c:pt idx="1652">
                  <c:v>2.98E-2</c:v>
                </c:pt>
                <c:pt idx="1653">
                  <c:v>2.9399999999999999E-2</c:v>
                </c:pt>
                <c:pt idx="1654">
                  <c:v>2.9399999999999999E-2</c:v>
                </c:pt>
                <c:pt idx="1655">
                  <c:v>2.9700000000000001E-2</c:v>
                </c:pt>
                <c:pt idx="1656">
                  <c:v>2.9499999999999998E-2</c:v>
                </c:pt>
                <c:pt idx="1657">
                  <c:v>2.9100000000000001E-2</c:v>
                </c:pt>
                <c:pt idx="1658">
                  <c:v>2.9700000000000001E-2</c:v>
                </c:pt>
                <c:pt idx="1659">
                  <c:v>2.8899999999999999E-2</c:v>
                </c:pt>
                <c:pt idx="1660">
                  <c:v>2.87E-2</c:v>
                </c:pt>
                <c:pt idx="1661">
                  <c:v>2.8899999999999999E-2</c:v>
                </c:pt>
                <c:pt idx="1662">
                  <c:v>2.8500000000000001E-2</c:v>
                </c:pt>
                <c:pt idx="1663">
                  <c:v>2.8000000000000001E-2</c:v>
                </c:pt>
                <c:pt idx="1664">
                  <c:v>2.81E-2</c:v>
                </c:pt>
                <c:pt idx="1665">
                  <c:v>2.76E-2</c:v>
                </c:pt>
                <c:pt idx="1666">
                  <c:v>2.75E-2</c:v>
                </c:pt>
                <c:pt idx="1667">
                  <c:v>2.76E-2</c:v>
                </c:pt>
                <c:pt idx="1668">
                  <c:v>2.76E-2</c:v>
                </c:pt>
                <c:pt idx="1669">
                  <c:v>2.76E-2</c:v>
                </c:pt>
                <c:pt idx="1670">
                  <c:v>2.7300000000000001E-2</c:v>
                </c:pt>
                <c:pt idx="1671">
                  <c:v>2.75E-2</c:v>
                </c:pt>
                <c:pt idx="1672">
                  <c:v>2.7199999999999998E-2</c:v>
                </c:pt>
                <c:pt idx="1673">
                  <c:v>2.6599999999999999E-2</c:v>
                </c:pt>
                <c:pt idx="1674">
                  <c:v>2.69E-2</c:v>
                </c:pt>
                <c:pt idx="1675">
                  <c:v>2.6599999999999999E-2</c:v>
                </c:pt>
                <c:pt idx="1676">
                  <c:v>2.7400000000000001E-2</c:v>
                </c:pt>
                <c:pt idx="1677">
                  <c:v>2.7400000000000001E-2</c:v>
                </c:pt>
                <c:pt idx="1678">
                  <c:v>2.7699999999999999E-2</c:v>
                </c:pt>
                <c:pt idx="1679">
                  <c:v>2.7699999999999999E-2</c:v>
                </c:pt>
                <c:pt idx="1680">
                  <c:v>2.7199999999999998E-2</c:v>
                </c:pt>
                <c:pt idx="1681">
                  <c:v>2.7900000000000001E-2</c:v>
                </c:pt>
                <c:pt idx="1682">
                  <c:v>2.7699999999999999E-2</c:v>
                </c:pt>
                <c:pt idx="1683">
                  <c:v>2.8000000000000001E-2</c:v>
                </c:pt>
                <c:pt idx="1684">
                  <c:v>2.8199999999999999E-2</c:v>
                </c:pt>
                <c:pt idx="1685">
                  <c:v>2.9000000000000001E-2</c:v>
                </c:pt>
                <c:pt idx="1686">
                  <c:v>2.8799999999999999E-2</c:v>
                </c:pt>
                <c:pt idx="1687">
                  <c:v>2.93E-2</c:v>
                </c:pt>
                <c:pt idx="1688">
                  <c:v>0.03</c:v>
                </c:pt>
                <c:pt idx="1689">
                  <c:v>3.1099999999999999E-2</c:v>
                </c:pt>
                <c:pt idx="1690">
                  <c:v>3.1199999999999999E-2</c:v>
                </c:pt>
                <c:pt idx="1691">
                  <c:v>3.2000000000000001E-2</c:v>
                </c:pt>
                <c:pt idx="1692">
                  <c:v>3.1600000000000003E-2</c:v>
                </c:pt>
                <c:pt idx="1693">
                  <c:v>3.2500000000000001E-2</c:v>
                </c:pt>
                <c:pt idx="1694">
                  <c:v>3.3099999999999997E-2</c:v>
                </c:pt>
                <c:pt idx="1695">
                  <c:v>3.2800000000000003E-2</c:v>
                </c:pt>
                <c:pt idx="1696">
                  <c:v>3.2800000000000003E-2</c:v>
                </c:pt>
                <c:pt idx="1697">
                  <c:v>3.2000000000000001E-2</c:v>
                </c:pt>
                <c:pt idx="1698">
                  <c:v>3.1699999999999999E-2</c:v>
                </c:pt>
                <c:pt idx="1699">
                  <c:v>3.2199999999999999E-2</c:v>
                </c:pt>
                <c:pt idx="1700">
                  <c:v>3.4000000000000002E-2</c:v>
                </c:pt>
                <c:pt idx="1701">
                  <c:v>3.4200000000000001E-2</c:v>
                </c:pt>
                <c:pt idx="1702">
                  <c:v>3.3300000000000003E-2</c:v>
                </c:pt>
                <c:pt idx="1703">
                  <c:v>3.3300000000000003E-2</c:v>
                </c:pt>
                <c:pt idx="1704">
                  <c:v>3.3700000000000001E-2</c:v>
                </c:pt>
                <c:pt idx="1705">
                  <c:v>3.4000000000000002E-2</c:v>
                </c:pt>
                <c:pt idx="1706">
                  <c:v>3.4700000000000002E-2</c:v>
                </c:pt>
                <c:pt idx="1707">
                  <c:v>3.5099999999999999E-2</c:v>
                </c:pt>
                <c:pt idx="1708">
                  <c:v>3.6799999999999999E-2</c:v>
                </c:pt>
                <c:pt idx="1709">
                  <c:v>3.7600000000000001E-2</c:v>
                </c:pt>
                <c:pt idx="1710">
                  <c:v>3.95E-2</c:v>
                </c:pt>
                <c:pt idx="1711">
                  <c:v>3.9899999999999998E-2</c:v>
                </c:pt>
                <c:pt idx="1712">
                  <c:v>4.4400000000000002E-2</c:v>
                </c:pt>
                <c:pt idx="1713">
                  <c:v>4.5999999999999999E-2</c:v>
                </c:pt>
                <c:pt idx="1714">
                  <c:v>4.5400000000000003E-2</c:v>
                </c:pt>
                <c:pt idx="1715">
                  <c:v>4.4299999999999999E-2</c:v>
                </c:pt>
                <c:pt idx="1716">
                  <c:v>4.4699999999999997E-2</c:v>
                </c:pt>
                <c:pt idx="1717">
                  <c:v>4.3999999999999997E-2</c:v>
                </c:pt>
                <c:pt idx="1718">
                  <c:v>4.5100000000000001E-2</c:v>
                </c:pt>
                <c:pt idx="1719">
                  <c:v>4.53E-2</c:v>
                </c:pt>
                <c:pt idx="1720">
                  <c:v>4.4200000000000003E-2</c:v>
                </c:pt>
                <c:pt idx="1721">
                  <c:v>4.1599999999999998E-2</c:v>
                </c:pt>
                <c:pt idx="1722">
                  <c:v>4.3700000000000003E-2</c:v>
                </c:pt>
                <c:pt idx="1723">
                  <c:v>4.3799999999999999E-2</c:v>
                </c:pt>
                <c:pt idx="1724">
                  <c:v>4.3700000000000003E-2</c:v>
                </c:pt>
                <c:pt idx="1725">
                  <c:v>4.4499999999999998E-2</c:v>
                </c:pt>
                <c:pt idx="1726">
                  <c:v>4.5499999999999999E-2</c:v>
                </c:pt>
                <c:pt idx="1727">
                  <c:v>4.7699999999999999E-2</c:v>
                </c:pt>
                <c:pt idx="1728">
                  <c:v>4.7300000000000002E-2</c:v>
                </c:pt>
                <c:pt idx="1729">
                  <c:v>4.7699999999999999E-2</c:v>
                </c:pt>
                <c:pt idx="1730">
                  <c:v>4.7699999999999999E-2</c:v>
                </c:pt>
                <c:pt idx="1731">
                  <c:v>4.5499999999999999E-2</c:v>
                </c:pt>
                <c:pt idx="1732">
                  <c:v>4.5499999999999999E-2</c:v>
                </c:pt>
                <c:pt idx="1733">
                  <c:v>4.5499999999999999E-2</c:v>
                </c:pt>
                <c:pt idx="1734">
                  <c:v>4.5900000000000003E-2</c:v>
                </c:pt>
                <c:pt idx="1735">
                  <c:v>4.7300000000000002E-2</c:v>
                </c:pt>
                <c:pt idx="1736">
                  <c:v>4.6800000000000001E-2</c:v>
                </c:pt>
                <c:pt idx="1737">
                  <c:v>4.7199999999999999E-2</c:v>
                </c:pt>
                <c:pt idx="1738">
                  <c:v>4.6699999999999998E-2</c:v>
                </c:pt>
                <c:pt idx="1739">
                  <c:v>4.6699999999999998E-2</c:v>
                </c:pt>
                <c:pt idx="1740">
                  <c:v>4.65E-2</c:v>
                </c:pt>
                <c:pt idx="1741">
                  <c:v>4.7E-2</c:v>
                </c:pt>
                <c:pt idx="1742">
                  <c:v>4.6899999999999997E-2</c:v>
                </c:pt>
                <c:pt idx="1743">
                  <c:v>4.8399999999999999E-2</c:v>
                </c:pt>
                <c:pt idx="1744">
                  <c:v>4.9099999999999998E-2</c:v>
                </c:pt>
                <c:pt idx="1745">
                  <c:v>4.8599999999999997E-2</c:v>
                </c:pt>
                <c:pt idx="1746">
                  <c:v>4.8399999999999999E-2</c:v>
                </c:pt>
                <c:pt idx="1747">
                  <c:v>4.7500000000000001E-2</c:v>
                </c:pt>
                <c:pt idx="1748">
                  <c:v>4.7500000000000001E-2</c:v>
                </c:pt>
                <c:pt idx="1749">
                  <c:v>4.7E-2</c:v>
                </c:pt>
                <c:pt idx="1750">
                  <c:v>4.6399999999999997E-2</c:v>
                </c:pt>
                <c:pt idx="1751">
                  <c:v>4.48E-2</c:v>
                </c:pt>
                <c:pt idx="1752">
                  <c:v>4.3799999999999999E-2</c:v>
                </c:pt>
                <c:pt idx="1753">
                  <c:v>4.36E-2</c:v>
                </c:pt>
                <c:pt idx="1754">
                  <c:v>4.3200000000000002E-2</c:v>
                </c:pt>
                <c:pt idx="1755">
                  <c:v>4.3799999999999999E-2</c:v>
                </c:pt>
                <c:pt idx="1756">
                  <c:v>4.3400000000000001E-2</c:v>
                </c:pt>
                <c:pt idx="1757">
                  <c:v>4.3799999999999999E-2</c:v>
                </c:pt>
                <c:pt idx="1758">
                  <c:v>4.3799999999999999E-2</c:v>
                </c:pt>
                <c:pt idx="1759">
                  <c:v>4.3799999999999999E-2</c:v>
                </c:pt>
                <c:pt idx="1760">
                  <c:v>4.3999999999999997E-2</c:v>
                </c:pt>
                <c:pt idx="1761">
                  <c:v>4.3299999999999998E-2</c:v>
                </c:pt>
                <c:pt idx="1762">
                  <c:v>4.3400000000000001E-2</c:v>
                </c:pt>
                <c:pt idx="1763">
                  <c:v>4.2099999999999999E-2</c:v>
                </c:pt>
                <c:pt idx="1764">
                  <c:v>4.2099999999999999E-2</c:v>
                </c:pt>
                <c:pt idx="1765">
                  <c:v>4.1300000000000003E-2</c:v>
                </c:pt>
                <c:pt idx="1766">
                  <c:v>4.1000000000000002E-2</c:v>
                </c:pt>
                <c:pt idx="1767">
                  <c:v>4.07E-2</c:v>
                </c:pt>
                <c:pt idx="1768">
                  <c:v>4.0300000000000002E-2</c:v>
                </c:pt>
                <c:pt idx="1769">
                  <c:v>4.02E-2</c:v>
                </c:pt>
                <c:pt idx="1770">
                  <c:v>4.1200000000000001E-2</c:v>
                </c:pt>
                <c:pt idx="1771">
                  <c:v>4.2799999999999998E-2</c:v>
                </c:pt>
                <c:pt idx="1772">
                  <c:v>4.4400000000000002E-2</c:v>
                </c:pt>
                <c:pt idx="1773">
                  <c:v>4.5600000000000002E-2</c:v>
                </c:pt>
                <c:pt idx="1774">
                  <c:v>4.5600000000000002E-2</c:v>
                </c:pt>
                <c:pt idx="1775">
                  <c:v>4.5400000000000003E-2</c:v>
                </c:pt>
                <c:pt idx="1776">
                  <c:v>4.5999999999999999E-2</c:v>
                </c:pt>
                <c:pt idx="1777">
                  <c:v>4.58E-2</c:v>
                </c:pt>
                <c:pt idx="1778">
                  <c:v>4.5999999999999999E-2</c:v>
                </c:pt>
                <c:pt idx="1779">
                  <c:v>4.5999999999999999E-2</c:v>
                </c:pt>
                <c:pt idx="1780">
                  <c:v>4.5999999999999999E-2</c:v>
                </c:pt>
                <c:pt idx="1781">
                  <c:v>4.4900000000000002E-2</c:v>
                </c:pt>
                <c:pt idx="1782">
                  <c:v>4.6800000000000001E-2</c:v>
                </c:pt>
                <c:pt idx="1783">
                  <c:v>4.8000000000000001E-2</c:v>
                </c:pt>
                <c:pt idx="1784">
                  <c:v>4.8099999999999997E-2</c:v>
                </c:pt>
                <c:pt idx="1785">
                  <c:v>4.7699999999999999E-2</c:v>
                </c:pt>
                <c:pt idx="1786">
                  <c:v>4.9500000000000002E-2</c:v>
                </c:pt>
                <c:pt idx="1787">
                  <c:v>4.99E-2</c:v>
                </c:pt>
                <c:pt idx="1788">
                  <c:v>5.1499999999999997E-2</c:v>
                </c:pt>
                <c:pt idx="1789">
                  <c:v>5.1499999999999997E-2</c:v>
                </c:pt>
                <c:pt idx="1790">
                  <c:v>5.1299999999999998E-2</c:v>
                </c:pt>
                <c:pt idx="1791">
                  <c:v>5.1400000000000001E-2</c:v>
                </c:pt>
                <c:pt idx="1792">
                  <c:v>5.3499999999999999E-2</c:v>
                </c:pt>
                <c:pt idx="1793">
                  <c:v>5.45E-2</c:v>
                </c:pt>
                <c:pt idx="1794">
                  <c:v>5.67E-2</c:v>
                </c:pt>
                <c:pt idx="1795">
                  <c:v>5.7500000000000002E-2</c:v>
                </c:pt>
                <c:pt idx="1796">
                  <c:v>5.9799999999999999E-2</c:v>
                </c:pt>
                <c:pt idx="1797">
                  <c:v>5.9799999999999999E-2</c:v>
                </c:pt>
                <c:pt idx="1798">
                  <c:v>5.9400000000000001E-2</c:v>
                </c:pt>
                <c:pt idx="1799">
                  <c:v>6.0400000000000002E-2</c:v>
                </c:pt>
                <c:pt idx="1800">
                  <c:v>0.06</c:v>
                </c:pt>
                <c:pt idx="1801">
                  <c:v>5.8099999999999999E-2</c:v>
                </c:pt>
                <c:pt idx="1802">
                  <c:v>5.8500000000000003E-2</c:v>
                </c:pt>
                <c:pt idx="1803">
                  <c:v>5.79E-2</c:v>
                </c:pt>
                <c:pt idx="1804">
                  <c:v>0.06</c:v>
                </c:pt>
                <c:pt idx="1805">
                  <c:v>6.0199999999999997E-2</c:v>
                </c:pt>
                <c:pt idx="1806">
                  <c:v>5.9499999999999997E-2</c:v>
                </c:pt>
                <c:pt idx="1807">
                  <c:v>5.9200000000000003E-2</c:v>
                </c:pt>
                <c:pt idx="1808">
                  <c:v>5.7799999999999997E-2</c:v>
                </c:pt>
                <c:pt idx="1809">
                  <c:v>5.6899999999999999E-2</c:v>
                </c:pt>
                <c:pt idx="1810">
                  <c:v>5.8299999999999998E-2</c:v>
                </c:pt>
                <c:pt idx="1811">
                  <c:v>5.79E-2</c:v>
                </c:pt>
                <c:pt idx="1812">
                  <c:v>5.7000000000000002E-2</c:v>
                </c:pt>
                <c:pt idx="1813">
                  <c:v>5.6800000000000003E-2</c:v>
                </c:pt>
                <c:pt idx="1814">
                  <c:v>5.8000000000000003E-2</c:v>
                </c:pt>
                <c:pt idx="1815">
                  <c:v>5.8200000000000002E-2</c:v>
                </c:pt>
                <c:pt idx="1816">
                  <c:v>5.8900000000000001E-2</c:v>
                </c:pt>
                <c:pt idx="1817">
                  <c:v>5.9200000000000003E-2</c:v>
                </c:pt>
                <c:pt idx="1818">
                  <c:v>5.8400000000000001E-2</c:v>
                </c:pt>
                <c:pt idx="1819">
                  <c:v>5.79E-2</c:v>
                </c:pt>
                <c:pt idx="1820">
                  <c:v>5.79E-2</c:v>
                </c:pt>
                <c:pt idx="1821">
                  <c:v>5.7599999999999998E-2</c:v>
                </c:pt>
                <c:pt idx="1822">
                  <c:v>5.8099999999999999E-2</c:v>
                </c:pt>
                <c:pt idx="1823">
                  <c:v>5.9200000000000003E-2</c:v>
                </c:pt>
                <c:pt idx="1824">
                  <c:v>5.9700000000000003E-2</c:v>
                </c:pt>
                <c:pt idx="1825">
                  <c:v>5.9700000000000003E-2</c:v>
                </c:pt>
                <c:pt idx="1826">
                  <c:v>6.13E-2</c:v>
                </c:pt>
                <c:pt idx="1827">
                  <c:v>6.2300000000000001E-2</c:v>
                </c:pt>
                <c:pt idx="1828">
                  <c:v>6.3899999999999998E-2</c:v>
                </c:pt>
                <c:pt idx="1829">
                  <c:v>6.4699999999999994E-2</c:v>
                </c:pt>
                <c:pt idx="1830">
                  <c:v>6.59E-2</c:v>
                </c:pt>
                <c:pt idx="1831">
                  <c:v>6.7299999999999999E-2</c:v>
                </c:pt>
                <c:pt idx="1832">
                  <c:v>6.6799999999999998E-2</c:v>
                </c:pt>
                <c:pt idx="1833">
                  <c:v>6.7100000000000007E-2</c:v>
                </c:pt>
                <c:pt idx="1834">
                  <c:v>6.7100000000000007E-2</c:v>
                </c:pt>
                <c:pt idx="1835">
                  <c:v>6.8400000000000002E-2</c:v>
                </c:pt>
                <c:pt idx="1836">
                  <c:v>6.9000000000000006E-2</c:v>
                </c:pt>
                <c:pt idx="1837">
                  <c:v>7.0900000000000005E-2</c:v>
                </c:pt>
                <c:pt idx="1838">
                  <c:v>7.1300000000000002E-2</c:v>
                </c:pt>
                <c:pt idx="1839">
                  <c:v>7.1300000000000002E-2</c:v>
                </c:pt>
                <c:pt idx="1840">
                  <c:v>7.4999999999999997E-2</c:v>
                </c:pt>
                <c:pt idx="1841">
                  <c:v>7.4300000000000005E-2</c:v>
                </c:pt>
                <c:pt idx="1842">
                  <c:v>7.1300000000000002E-2</c:v>
                </c:pt>
                <c:pt idx="1843">
                  <c:v>7.1099999999999997E-2</c:v>
                </c:pt>
                <c:pt idx="1844">
                  <c:v>7.1099999999999997E-2</c:v>
                </c:pt>
                <c:pt idx="1845">
                  <c:v>6.9699999999999998E-2</c:v>
                </c:pt>
                <c:pt idx="1846">
                  <c:v>7.0499999999999993E-2</c:v>
                </c:pt>
                <c:pt idx="1847">
                  <c:v>7.0800000000000002E-2</c:v>
                </c:pt>
                <c:pt idx="1848">
                  <c:v>7.0599999999999996E-2</c:v>
                </c:pt>
                <c:pt idx="1849">
                  <c:v>7.0499999999999993E-2</c:v>
                </c:pt>
                <c:pt idx="1850">
                  <c:v>7.2300000000000003E-2</c:v>
                </c:pt>
                <c:pt idx="1851">
                  <c:v>7.2499999999999995E-2</c:v>
                </c:pt>
                <c:pt idx="1852">
                  <c:v>7.2099999999999997E-2</c:v>
                </c:pt>
                <c:pt idx="1853">
                  <c:v>7.3800000000000004E-2</c:v>
                </c:pt>
                <c:pt idx="1854">
                  <c:v>7.4899999999999994E-2</c:v>
                </c:pt>
                <c:pt idx="1855">
                  <c:v>7.51E-2</c:v>
                </c:pt>
                <c:pt idx="1856">
                  <c:v>7.4700000000000003E-2</c:v>
                </c:pt>
                <c:pt idx="1857">
                  <c:v>7.4200000000000002E-2</c:v>
                </c:pt>
                <c:pt idx="1858">
                  <c:v>7.46E-2</c:v>
                </c:pt>
                <c:pt idx="1859">
                  <c:v>7.46E-2</c:v>
                </c:pt>
                <c:pt idx="1860">
                  <c:v>7.3499999999999996E-2</c:v>
                </c:pt>
                <c:pt idx="1861">
                  <c:v>7.3800000000000004E-2</c:v>
                </c:pt>
                <c:pt idx="1862">
                  <c:v>7.4800000000000005E-2</c:v>
                </c:pt>
                <c:pt idx="1863">
                  <c:v>7.46E-2</c:v>
                </c:pt>
                <c:pt idx="1864">
                  <c:v>7.3300000000000004E-2</c:v>
                </c:pt>
                <c:pt idx="1865">
                  <c:v>7.2999999999999995E-2</c:v>
                </c:pt>
                <c:pt idx="1866">
                  <c:v>7.3599999999999999E-2</c:v>
                </c:pt>
                <c:pt idx="1867">
                  <c:v>7.5899999999999995E-2</c:v>
                </c:pt>
                <c:pt idx="1868">
                  <c:v>7.7499999999999999E-2</c:v>
                </c:pt>
                <c:pt idx="1869">
                  <c:v>7.7899999999999997E-2</c:v>
                </c:pt>
                <c:pt idx="1870">
                  <c:v>7.8200000000000006E-2</c:v>
                </c:pt>
                <c:pt idx="1871">
                  <c:v>7.7499999999999999E-2</c:v>
                </c:pt>
                <c:pt idx="1872">
                  <c:v>7.9000000000000001E-2</c:v>
                </c:pt>
                <c:pt idx="1873">
                  <c:v>7.9500000000000001E-2</c:v>
                </c:pt>
                <c:pt idx="1874">
                  <c:v>8.0699999999999994E-2</c:v>
                </c:pt>
                <c:pt idx="1875">
                  <c:v>7.9200000000000007E-2</c:v>
                </c:pt>
                <c:pt idx="1876">
                  <c:v>8.1000000000000003E-2</c:v>
                </c:pt>
                <c:pt idx="1877">
                  <c:v>8.1799999999999998E-2</c:v>
                </c:pt>
                <c:pt idx="1878">
                  <c:v>8.2900000000000001E-2</c:v>
                </c:pt>
                <c:pt idx="1879">
                  <c:v>8.5500000000000007E-2</c:v>
                </c:pt>
                <c:pt idx="1880">
                  <c:v>8.2500000000000004E-2</c:v>
                </c:pt>
                <c:pt idx="1881">
                  <c:v>8.3000000000000004E-2</c:v>
                </c:pt>
                <c:pt idx="1882">
                  <c:v>8.2600000000000007E-2</c:v>
                </c:pt>
                <c:pt idx="1883">
                  <c:v>8.2600000000000007E-2</c:v>
                </c:pt>
                <c:pt idx="1884">
                  <c:v>8.0100000000000005E-2</c:v>
                </c:pt>
                <c:pt idx="1885">
                  <c:v>7.9299999999999995E-2</c:v>
                </c:pt>
                <c:pt idx="1886">
                  <c:v>8.0199999999999994E-2</c:v>
                </c:pt>
                <c:pt idx="1887">
                  <c:v>7.9500000000000001E-2</c:v>
                </c:pt>
                <c:pt idx="1888">
                  <c:v>7.9899999999999999E-2</c:v>
                </c:pt>
                <c:pt idx="1889">
                  <c:v>8.09E-2</c:v>
                </c:pt>
                <c:pt idx="1890">
                  <c:v>7.9100000000000004E-2</c:v>
                </c:pt>
                <c:pt idx="1891">
                  <c:v>7.7499999999999999E-2</c:v>
                </c:pt>
                <c:pt idx="1892">
                  <c:v>7.7100000000000002E-2</c:v>
                </c:pt>
                <c:pt idx="1893">
                  <c:v>7.7100000000000002E-2</c:v>
                </c:pt>
                <c:pt idx="1894">
                  <c:v>7.5399999999999995E-2</c:v>
                </c:pt>
                <c:pt idx="1895">
                  <c:v>7.5600000000000001E-2</c:v>
                </c:pt>
                <c:pt idx="1896">
                  <c:v>7.6999999999999999E-2</c:v>
                </c:pt>
                <c:pt idx="1897">
                  <c:v>7.6600000000000001E-2</c:v>
                </c:pt>
                <c:pt idx="1898">
                  <c:v>7.7399999999999997E-2</c:v>
                </c:pt>
                <c:pt idx="1899">
                  <c:v>7.7399999999999997E-2</c:v>
                </c:pt>
                <c:pt idx="1900">
                  <c:v>7.6200000000000004E-2</c:v>
                </c:pt>
                <c:pt idx="1901">
                  <c:v>7.4899999999999994E-2</c:v>
                </c:pt>
                <c:pt idx="1902">
                  <c:v>7.3999999999999996E-2</c:v>
                </c:pt>
                <c:pt idx="1903">
                  <c:v>7.2300000000000003E-2</c:v>
                </c:pt>
                <c:pt idx="1904">
                  <c:v>7.1900000000000006E-2</c:v>
                </c:pt>
                <c:pt idx="1905">
                  <c:v>7.1499999999999994E-2</c:v>
                </c:pt>
                <c:pt idx="1906">
                  <c:v>7.1300000000000002E-2</c:v>
                </c:pt>
                <c:pt idx="1907">
                  <c:v>6.9800000000000001E-2</c:v>
                </c:pt>
                <c:pt idx="1908">
                  <c:v>6.9099999999999995E-2</c:v>
                </c:pt>
                <c:pt idx="1909">
                  <c:v>6.9099999999999995E-2</c:v>
                </c:pt>
                <c:pt idx="1910">
                  <c:v>6.9099999999999995E-2</c:v>
                </c:pt>
                <c:pt idx="1911">
                  <c:v>6.9400000000000003E-2</c:v>
                </c:pt>
                <c:pt idx="1912">
                  <c:v>6.8400000000000002E-2</c:v>
                </c:pt>
                <c:pt idx="1913">
                  <c:v>6.6900000000000001E-2</c:v>
                </c:pt>
                <c:pt idx="1914">
                  <c:v>6.6699999999999995E-2</c:v>
                </c:pt>
                <c:pt idx="1915">
                  <c:v>6.7000000000000004E-2</c:v>
                </c:pt>
                <c:pt idx="1916">
                  <c:v>6.7699999999999996E-2</c:v>
                </c:pt>
                <c:pt idx="1917">
                  <c:v>6.9099999999999995E-2</c:v>
                </c:pt>
                <c:pt idx="1918">
                  <c:v>6.93E-2</c:v>
                </c:pt>
                <c:pt idx="1919">
                  <c:v>6.8900000000000003E-2</c:v>
                </c:pt>
                <c:pt idx="1920">
                  <c:v>6.7799999999999999E-2</c:v>
                </c:pt>
                <c:pt idx="1921">
                  <c:v>6.7299999999999999E-2</c:v>
                </c:pt>
                <c:pt idx="1922">
                  <c:v>6.7599999999999993E-2</c:v>
                </c:pt>
                <c:pt idx="1923">
                  <c:v>6.7199999999999996E-2</c:v>
                </c:pt>
                <c:pt idx="1924">
                  <c:v>6.7100000000000007E-2</c:v>
                </c:pt>
                <c:pt idx="1925">
                  <c:v>6.7799999999999999E-2</c:v>
                </c:pt>
                <c:pt idx="1926">
                  <c:v>6.7500000000000004E-2</c:v>
                </c:pt>
                <c:pt idx="1927">
                  <c:v>6.6699999999999995E-2</c:v>
                </c:pt>
                <c:pt idx="1928">
                  <c:v>6.7900000000000002E-2</c:v>
                </c:pt>
                <c:pt idx="1929">
                  <c:v>6.7900000000000002E-2</c:v>
                </c:pt>
                <c:pt idx="1930">
                  <c:v>6.7900000000000002E-2</c:v>
                </c:pt>
                <c:pt idx="1931">
                  <c:v>6.6799999999999998E-2</c:v>
                </c:pt>
                <c:pt idx="1932">
                  <c:v>6.6199999999999995E-2</c:v>
                </c:pt>
                <c:pt idx="1933">
                  <c:v>6.6100000000000006E-2</c:v>
                </c:pt>
                <c:pt idx="1934">
                  <c:v>6.7599999999999993E-2</c:v>
                </c:pt>
                <c:pt idx="1935">
                  <c:v>6.8599999999999994E-2</c:v>
                </c:pt>
                <c:pt idx="1936">
                  <c:v>6.8400000000000002E-2</c:v>
                </c:pt>
                <c:pt idx="1937">
                  <c:v>6.6500000000000004E-2</c:v>
                </c:pt>
                <c:pt idx="1938">
                  <c:v>6.7400000000000002E-2</c:v>
                </c:pt>
                <c:pt idx="1939">
                  <c:v>6.4799999999999996E-2</c:v>
                </c:pt>
                <c:pt idx="1940">
                  <c:v>6.4699999999999994E-2</c:v>
                </c:pt>
                <c:pt idx="1941">
                  <c:v>6.59E-2</c:v>
                </c:pt>
                <c:pt idx="1942">
                  <c:v>6.4100000000000004E-2</c:v>
                </c:pt>
                <c:pt idx="1943">
                  <c:v>6.4000000000000001E-2</c:v>
                </c:pt>
                <c:pt idx="1944">
                  <c:v>6.4199999999999993E-2</c:v>
                </c:pt>
                <c:pt idx="1945">
                  <c:v>6.4699999999999994E-2</c:v>
                </c:pt>
                <c:pt idx="1946">
                  <c:v>6.5699999999999995E-2</c:v>
                </c:pt>
                <c:pt idx="1947">
                  <c:v>6.54E-2</c:v>
                </c:pt>
                <c:pt idx="1948">
                  <c:v>6.6500000000000004E-2</c:v>
                </c:pt>
                <c:pt idx="1949">
                  <c:v>6.7000000000000004E-2</c:v>
                </c:pt>
                <c:pt idx="1950">
                  <c:v>6.9400000000000003E-2</c:v>
                </c:pt>
                <c:pt idx="1951">
                  <c:v>6.9699999999999998E-2</c:v>
                </c:pt>
                <c:pt idx="1952">
                  <c:v>7.2099999999999997E-2</c:v>
                </c:pt>
                <c:pt idx="1953">
                  <c:v>7.2900000000000006E-2</c:v>
                </c:pt>
                <c:pt idx="1954">
                  <c:v>7.2700000000000001E-2</c:v>
                </c:pt>
                <c:pt idx="1955">
                  <c:v>7.3499999999999996E-2</c:v>
                </c:pt>
                <c:pt idx="1956">
                  <c:v>7.4099999999999999E-2</c:v>
                </c:pt>
                <c:pt idx="1957">
                  <c:v>7.4999999999999997E-2</c:v>
                </c:pt>
                <c:pt idx="1958">
                  <c:v>7.4999999999999997E-2</c:v>
                </c:pt>
                <c:pt idx="1959">
                  <c:v>7.6399999999999996E-2</c:v>
                </c:pt>
                <c:pt idx="1960">
                  <c:v>7.6899999999999996E-2</c:v>
                </c:pt>
                <c:pt idx="1961">
                  <c:v>7.7299999999999994E-2</c:v>
                </c:pt>
                <c:pt idx="1962">
                  <c:v>7.8E-2</c:v>
                </c:pt>
                <c:pt idx="1963">
                  <c:v>7.7399999999999997E-2</c:v>
                </c:pt>
                <c:pt idx="1964">
                  <c:v>7.8299999999999995E-2</c:v>
                </c:pt>
                <c:pt idx="1965">
                  <c:v>0.08</c:v>
                </c:pt>
                <c:pt idx="1966">
                  <c:v>7.9100000000000004E-2</c:v>
                </c:pt>
                <c:pt idx="1967">
                  <c:v>7.8100000000000003E-2</c:v>
                </c:pt>
                <c:pt idx="1968">
                  <c:v>7.6200000000000004E-2</c:v>
                </c:pt>
                <c:pt idx="1969">
                  <c:v>7.5999999999999998E-2</c:v>
                </c:pt>
                <c:pt idx="1970">
                  <c:v>7.5600000000000001E-2</c:v>
                </c:pt>
                <c:pt idx="1971">
                  <c:v>7.46E-2</c:v>
                </c:pt>
                <c:pt idx="1972">
                  <c:v>7.5800000000000006E-2</c:v>
                </c:pt>
                <c:pt idx="1973">
                  <c:v>7.51E-2</c:v>
                </c:pt>
                <c:pt idx="1974">
                  <c:v>7.6600000000000001E-2</c:v>
                </c:pt>
                <c:pt idx="1975">
                  <c:v>7.6899999999999996E-2</c:v>
                </c:pt>
                <c:pt idx="1976">
                  <c:v>7.6899999999999996E-2</c:v>
                </c:pt>
                <c:pt idx="1977">
                  <c:v>7.8100000000000003E-2</c:v>
                </c:pt>
                <c:pt idx="1978">
                  <c:v>7.8799999999999995E-2</c:v>
                </c:pt>
                <c:pt idx="1979">
                  <c:v>7.8799999999999995E-2</c:v>
                </c:pt>
                <c:pt idx="1980">
                  <c:v>7.8399999999999997E-2</c:v>
                </c:pt>
                <c:pt idx="1981">
                  <c:v>7.8200000000000006E-2</c:v>
                </c:pt>
                <c:pt idx="1982">
                  <c:v>7.9399999999999998E-2</c:v>
                </c:pt>
                <c:pt idx="1983">
                  <c:v>7.9299999999999995E-2</c:v>
                </c:pt>
                <c:pt idx="1984">
                  <c:v>7.8799999999999995E-2</c:v>
                </c:pt>
                <c:pt idx="1985">
                  <c:v>7.9100000000000004E-2</c:v>
                </c:pt>
                <c:pt idx="1986">
                  <c:v>7.8899999999999998E-2</c:v>
                </c:pt>
                <c:pt idx="1987">
                  <c:v>7.9200000000000007E-2</c:v>
                </c:pt>
                <c:pt idx="1988">
                  <c:v>7.9600000000000004E-2</c:v>
                </c:pt>
                <c:pt idx="1989">
                  <c:v>8.0299999999999996E-2</c:v>
                </c:pt>
                <c:pt idx="1990">
                  <c:v>8.0699999999999994E-2</c:v>
                </c:pt>
                <c:pt idx="1991">
                  <c:v>8.14E-2</c:v>
                </c:pt>
                <c:pt idx="1992">
                  <c:v>8.14E-2</c:v>
                </c:pt>
                <c:pt idx="1993">
                  <c:v>8.0699999999999994E-2</c:v>
                </c:pt>
                <c:pt idx="1994">
                  <c:v>8.14E-2</c:v>
                </c:pt>
                <c:pt idx="1995">
                  <c:v>8.1500000000000003E-2</c:v>
                </c:pt>
                <c:pt idx="1996">
                  <c:v>8.1600000000000006E-2</c:v>
                </c:pt>
                <c:pt idx="1997">
                  <c:v>8.09E-2</c:v>
                </c:pt>
                <c:pt idx="1998">
                  <c:v>8.0600000000000005E-2</c:v>
                </c:pt>
                <c:pt idx="1999">
                  <c:v>8.0600000000000005E-2</c:v>
                </c:pt>
                <c:pt idx="2000">
                  <c:v>8.1199999999999994E-2</c:v>
                </c:pt>
                <c:pt idx="2001">
                  <c:v>8.1699999999999995E-2</c:v>
                </c:pt>
                <c:pt idx="2002">
                  <c:v>8.2699999999999996E-2</c:v>
                </c:pt>
                <c:pt idx="2003">
                  <c:v>8.1699999999999995E-2</c:v>
                </c:pt>
                <c:pt idx="2004">
                  <c:v>8.1299999999999997E-2</c:v>
                </c:pt>
                <c:pt idx="2005">
                  <c:v>8.2500000000000004E-2</c:v>
                </c:pt>
                <c:pt idx="2006">
                  <c:v>8.2600000000000007E-2</c:v>
                </c:pt>
                <c:pt idx="2007">
                  <c:v>8.2900000000000001E-2</c:v>
                </c:pt>
                <c:pt idx="2008">
                  <c:v>8.2400000000000001E-2</c:v>
                </c:pt>
                <c:pt idx="2009">
                  <c:v>8.8800000000000004E-2</c:v>
                </c:pt>
                <c:pt idx="2010">
                  <c:v>8.9200000000000002E-2</c:v>
                </c:pt>
                <c:pt idx="2011">
                  <c:v>9.2700000000000005E-2</c:v>
                </c:pt>
                <c:pt idx="2012">
                  <c:v>9.1600000000000001E-2</c:v>
                </c:pt>
                <c:pt idx="2013">
                  <c:v>8.6900000000000005E-2</c:v>
                </c:pt>
                <c:pt idx="2014">
                  <c:v>8.7400000000000005E-2</c:v>
                </c:pt>
                <c:pt idx="2015">
                  <c:v>8.8999999999999996E-2</c:v>
                </c:pt>
                <c:pt idx="2016">
                  <c:v>9.1399999999999995E-2</c:v>
                </c:pt>
                <c:pt idx="2017">
                  <c:v>9.2799999999999994E-2</c:v>
                </c:pt>
                <c:pt idx="2018">
                  <c:v>9.5100000000000004E-2</c:v>
                </c:pt>
                <c:pt idx="2019">
                  <c:v>0.1008</c:v>
                </c:pt>
                <c:pt idx="2020">
                  <c:v>0.1008</c:v>
                </c:pt>
                <c:pt idx="2021">
                  <c:v>0.10299999999999999</c:v>
                </c:pt>
                <c:pt idx="2022">
                  <c:v>0.11</c:v>
                </c:pt>
                <c:pt idx="2023">
                  <c:v>0.112</c:v>
                </c:pt>
                <c:pt idx="2024">
                  <c:v>0.11799999999999999</c:v>
                </c:pt>
                <c:pt idx="2025">
                  <c:v>0.1197</c:v>
                </c:pt>
                <c:pt idx="2026">
                  <c:v>0.12280000000000001</c:v>
                </c:pt>
                <c:pt idx="2027">
                  <c:v>0.12759999999999999</c:v>
                </c:pt>
                <c:pt idx="2028">
                  <c:v>0.13769999999999999</c:v>
                </c:pt>
                <c:pt idx="2029">
                  <c:v>0.13769999999999999</c:v>
                </c:pt>
                <c:pt idx="2030">
                  <c:v>0.12989999999999999</c:v>
                </c:pt>
                <c:pt idx="2031">
                  <c:v>0.13619999999999999</c:v>
                </c:pt>
                <c:pt idx="2032">
                  <c:v>0.14000000000000001</c:v>
                </c:pt>
                <c:pt idx="2033">
                  <c:v>0.14269999999999999</c:v>
                </c:pt>
                <c:pt idx="2034">
                  <c:v>0.1419</c:v>
                </c:pt>
                <c:pt idx="2035">
                  <c:v>0.14230000000000001</c:v>
                </c:pt>
                <c:pt idx="2036">
                  <c:v>0.14460000000000001</c:v>
                </c:pt>
                <c:pt idx="2037">
                  <c:v>0.14580000000000001</c:v>
                </c:pt>
                <c:pt idx="2038">
                  <c:v>0.1492</c:v>
                </c:pt>
                <c:pt idx="2039">
                  <c:v>0.15029999999999999</c:v>
                </c:pt>
                <c:pt idx="2040">
                  <c:v>0.15060000000000001</c:v>
                </c:pt>
                <c:pt idx="2041">
                  <c:v>0.1474</c:v>
                </c:pt>
                <c:pt idx="2042">
                  <c:v>0.14499999999999999</c:v>
                </c:pt>
                <c:pt idx="2043">
                  <c:v>0.1459</c:v>
                </c:pt>
                <c:pt idx="2044">
                  <c:v>0.14660000000000001</c:v>
                </c:pt>
                <c:pt idx="2045">
                  <c:v>0.1459</c:v>
                </c:pt>
                <c:pt idx="2046">
                  <c:v>0.14599999999999999</c:v>
                </c:pt>
                <c:pt idx="2047">
                  <c:v>0.1479</c:v>
                </c:pt>
                <c:pt idx="2048">
                  <c:v>0.14799999999999999</c:v>
                </c:pt>
                <c:pt idx="2049">
                  <c:v>0.1487</c:v>
                </c:pt>
                <c:pt idx="2050">
                  <c:v>0.1487</c:v>
                </c:pt>
                <c:pt idx="2051">
                  <c:v>0.152</c:v>
                </c:pt>
                <c:pt idx="2052">
                  <c:v>0.15279999999999999</c:v>
                </c:pt>
                <c:pt idx="2053">
                  <c:v>0.15579999999999999</c:v>
                </c:pt>
                <c:pt idx="2054">
                  <c:v>0.15870000000000001</c:v>
                </c:pt>
                <c:pt idx="2055">
                  <c:v>0.1633</c:v>
                </c:pt>
                <c:pt idx="2056">
                  <c:v>0.1691</c:v>
                </c:pt>
                <c:pt idx="2057">
                  <c:v>0.17610000000000001</c:v>
                </c:pt>
                <c:pt idx="2058">
                  <c:v>0.17780000000000001</c:v>
                </c:pt>
                <c:pt idx="2059">
                  <c:v>0.17730000000000001</c:v>
                </c:pt>
                <c:pt idx="2060">
                  <c:v>0.1782</c:v>
                </c:pt>
                <c:pt idx="2061">
                  <c:v>0.17849999999999999</c:v>
                </c:pt>
                <c:pt idx="2062">
                  <c:v>0.17849999999999999</c:v>
                </c:pt>
                <c:pt idx="2063">
                  <c:v>0.1792</c:v>
                </c:pt>
                <c:pt idx="2064">
                  <c:v>0.18190000000000001</c:v>
                </c:pt>
                <c:pt idx="2065">
                  <c:v>0.18190000000000001</c:v>
                </c:pt>
                <c:pt idx="2066">
                  <c:v>0.18440000000000001</c:v>
                </c:pt>
                <c:pt idx="2067">
                  <c:v>0.18720000000000001</c:v>
                </c:pt>
                <c:pt idx="2068">
                  <c:v>0.1888</c:v>
                </c:pt>
                <c:pt idx="2069">
                  <c:v>0.18759999999999999</c:v>
                </c:pt>
                <c:pt idx="2070">
                  <c:v>0.18809999999999999</c:v>
                </c:pt>
                <c:pt idx="2071">
                  <c:v>0.18759999999999999</c:v>
                </c:pt>
                <c:pt idx="2072">
                  <c:v>0.189</c:v>
                </c:pt>
                <c:pt idx="2073">
                  <c:v>0.19070000000000001</c:v>
                </c:pt>
                <c:pt idx="2074">
                  <c:v>0.191</c:v>
                </c:pt>
                <c:pt idx="2075">
                  <c:v>0.19289999999999999</c:v>
                </c:pt>
                <c:pt idx="2076">
                  <c:v>0.19139999999999999</c:v>
                </c:pt>
                <c:pt idx="2077">
                  <c:v>0.18920000000000001</c:v>
                </c:pt>
                <c:pt idx="2078">
                  <c:v>0.187</c:v>
                </c:pt>
                <c:pt idx="2079">
                  <c:v>0.185</c:v>
                </c:pt>
                <c:pt idx="2080">
                  <c:v>0.1827</c:v>
                </c:pt>
                <c:pt idx="2081">
                  <c:v>0.18149999999999999</c:v>
                </c:pt>
                <c:pt idx="2082">
                  <c:v>0.18149999999999999</c:v>
                </c:pt>
                <c:pt idx="2083">
                  <c:v>0.18049999999999999</c:v>
                </c:pt>
                <c:pt idx="2084">
                  <c:v>0.17899999999999999</c:v>
                </c:pt>
                <c:pt idx="2085">
                  <c:v>0.1754</c:v>
                </c:pt>
                <c:pt idx="2086">
                  <c:v>0.17249999999999999</c:v>
                </c:pt>
                <c:pt idx="2087">
                  <c:v>0.17249999999999999</c:v>
                </c:pt>
                <c:pt idx="2088">
                  <c:v>0.17069999999999999</c:v>
                </c:pt>
                <c:pt idx="2089">
                  <c:v>0.16669999999999999</c:v>
                </c:pt>
                <c:pt idx="2090">
                  <c:v>0.15909999999999999</c:v>
                </c:pt>
                <c:pt idx="2091">
                  <c:v>0.15679999999999999</c:v>
                </c:pt>
                <c:pt idx="2092">
                  <c:v>0.15840000000000001</c:v>
                </c:pt>
                <c:pt idx="2093">
                  <c:v>0.158</c:v>
                </c:pt>
                <c:pt idx="2094">
                  <c:v>0.1578</c:v>
                </c:pt>
                <c:pt idx="2095">
                  <c:v>0.15840000000000001</c:v>
                </c:pt>
                <c:pt idx="2096">
                  <c:v>0.16059999999999999</c:v>
                </c:pt>
                <c:pt idx="2097">
                  <c:v>0.16089999999999999</c:v>
                </c:pt>
                <c:pt idx="2098">
                  <c:v>0.1595</c:v>
                </c:pt>
                <c:pt idx="2099">
                  <c:v>0.1595</c:v>
                </c:pt>
                <c:pt idx="2100">
                  <c:v>0.1588</c:v>
                </c:pt>
                <c:pt idx="2101">
                  <c:v>0.1585</c:v>
                </c:pt>
                <c:pt idx="2102">
                  <c:v>0.1578</c:v>
                </c:pt>
                <c:pt idx="2103">
                  <c:v>0.158</c:v>
                </c:pt>
                <c:pt idx="2104">
                  <c:v>0.15759999999999999</c:v>
                </c:pt>
                <c:pt idx="2105">
                  <c:v>0.15759999999999999</c:v>
                </c:pt>
                <c:pt idx="2106">
                  <c:v>0.15479999999999999</c:v>
                </c:pt>
                <c:pt idx="2107">
                  <c:v>0.15310000000000001</c:v>
                </c:pt>
                <c:pt idx="2108">
                  <c:v>0.15190000000000001</c:v>
                </c:pt>
                <c:pt idx="2109">
                  <c:v>0.1532</c:v>
                </c:pt>
                <c:pt idx="2110">
                  <c:v>0.15210000000000001</c:v>
                </c:pt>
                <c:pt idx="2111">
                  <c:v>0.1507</c:v>
                </c:pt>
                <c:pt idx="2112">
                  <c:v>0.14990000000000001</c:v>
                </c:pt>
                <c:pt idx="2113">
                  <c:v>0.1484</c:v>
                </c:pt>
                <c:pt idx="2114">
                  <c:v>0.14779999999999999</c:v>
                </c:pt>
                <c:pt idx="2115">
                  <c:v>0.14860000000000001</c:v>
                </c:pt>
                <c:pt idx="2116">
                  <c:v>0.1487</c:v>
                </c:pt>
                <c:pt idx="2117">
                  <c:v>0.1489</c:v>
                </c:pt>
                <c:pt idx="2118">
                  <c:v>0.14799999999999999</c:v>
                </c:pt>
                <c:pt idx="2119">
                  <c:v>0.14799999999999999</c:v>
                </c:pt>
                <c:pt idx="2120">
                  <c:v>0.15060000000000001</c:v>
                </c:pt>
                <c:pt idx="2121">
                  <c:v>0.151</c:v>
                </c:pt>
                <c:pt idx="2122">
                  <c:v>0.15</c:v>
                </c:pt>
                <c:pt idx="2123">
                  <c:v>0.1515</c:v>
                </c:pt>
                <c:pt idx="2124">
                  <c:v>0.15160000000000001</c:v>
                </c:pt>
                <c:pt idx="2125">
                  <c:v>0.154</c:v>
                </c:pt>
                <c:pt idx="2126">
                  <c:v>0.154</c:v>
                </c:pt>
                <c:pt idx="2127">
                  <c:v>0.1537</c:v>
                </c:pt>
                <c:pt idx="2128">
                  <c:v>0.1552</c:v>
                </c:pt>
                <c:pt idx="2129">
                  <c:v>0.1583</c:v>
                </c:pt>
                <c:pt idx="2130">
                  <c:v>0.16020000000000001</c:v>
                </c:pt>
                <c:pt idx="2131">
                  <c:v>0.16170000000000001</c:v>
                </c:pt>
                <c:pt idx="2132">
                  <c:v>0.16450000000000001</c:v>
                </c:pt>
                <c:pt idx="2133">
                  <c:v>0.16500000000000001</c:v>
                </c:pt>
                <c:pt idx="2134">
                  <c:v>0.1666</c:v>
                </c:pt>
                <c:pt idx="2135">
                  <c:v>0.1651</c:v>
                </c:pt>
                <c:pt idx="2136">
                  <c:v>0.16320000000000001</c:v>
                </c:pt>
                <c:pt idx="2137">
                  <c:v>0.16350000000000001</c:v>
                </c:pt>
                <c:pt idx="2138">
                  <c:v>0.16259999999999999</c:v>
                </c:pt>
                <c:pt idx="2139">
                  <c:v>0.1605</c:v>
                </c:pt>
                <c:pt idx="2140">
                  <c:v>0.1603</c:v>
                </c:pt>
                <c:pt idx="2141">
                  <c:v>0.1633</c:v>
                </c:pt>
                <c:pt idx="2142">
                  <c:v>0.16159999999999999</c:v>
                </c:pt>
                <c:pt idx="2143">
                  <c:v>0.16170000000000001</c:v>
                </c:pt>
                <c:pt idx="2144">
                  <c:v>0.15970000000000001</c:v>
                </c:pt>
                <c:pt idx="2145">
                  <c:v>0.15870000000000001</c:v>
                </c:pt>
                <c:pt idx="2146">
                  <c:v>0.157</c:v>
                </c:pt>
                <c:pt idx="2147">
                  <c:v>0.15590000000000001</c:v>
                </c:pt>
                <c:pt idx="2148">
                  <c:v>0.155</c:v>
                </c:pt>
                <c:pt idx="2149">
                  <c:v>0.156</c:v>
                </c:pt>
                <c:pt idx="2150">
                  <c:v>0.154</c:v>
                </c:pt>
                <c:pt idx="2151">
                  <c:v>0.154</c:v>
                </c:pt>
                <c:pt idx="2152">
                  <c:v>0.15079999999999999</c:v>
                </c:pt>
                <c:pt idx="2153">
                  <c:v>0.1487</c:v>
                </c:pt>
                <c:pt idx="2154">
                  <c:v>0.14810000000000001</c:v>
                </c:pt>
                <c:pt idx="2155">
                  <c:v>0.1479</c:v>
                </c:pt>
                <c:pt idx="2156">
                  <c:v>0.14710000000000001</c:v>
                </c:pt>
                <c:pt idx="2157">
                  <c:v>0.14549999999999999</c:v>
                </c:pt>
                <c:pt idx="2158">
                  <c:v>0.14549999999999999</c:v>
                </c:pt>
                <c:pt idx="2159">
                  <c:v>0.14510000000000001</c:v>
                </c:pt>
                <c:pt idx="2160">
                  <c:v>0.1439</c:v>
                </c:pt>
                <c:pt idx="2161">
                  <c:v>0.14269999999999999</c:v>
                </c:pt>
                <c:pt idx="2162">
                  <c:v>0.1406</c:v>
                </c:pt>
                <c:pt idx="2163">
                  <c:v>0.13619999999999999</c:v>
                </c:pt>
                <c:pt idx="2164">
                  <c:v>0.13750000000000001</c:v>
                </c:pt>
                <c:pt idx="2165">
                  <c:v>0.13700000000000001</c:v>
                </c:pt>
                <c:pt idx="2166">
                  <c:v>0.1366</c:v>
                </c:pt>
                <c:pt idx="2167">
                  <c:v>0.13589999999999999</c:v>
                </c:pt>
                <c:pt idx="2168">
                  <c:v>0.1338</c:v>
                </c:pt>
                <c:pt idx="2169">
                  <c:v>0.13400000000000001</c:v>
                </c:pt>
                <c:pt idx="2170">
                  <c:v>0.13270000000000001</c:v>
                </c:pt>
                <c:pt idx="2171">
                  <c:v>0.12989999999999999</c:v>
                </c:pt>
                <c:pt idx="2172">
                  <c:v>0.126</c:v>
                </c:pt>
                <c:pt idx="2173">
                  <c:v>0.12620000000000001</c:v>
                </c:pt>
                <c:pt idx="2174">
                  <c:v>0.125</c:v>
                </c:pt>
                <c:pt idx="2175">
                  <c:v>0.1235</c:v>
                </c:pt>
                <c:pt idx="2176">
                  <c:v>0.1216</c:v>
                </c:pt>
                <c:pt idx="2177">
                  <c:v>0.1181</c:v>
                </c:pt>
                <c:pt idx="2178">
                  <c:v>0.1174</c:v>
                </c:pt>
                <c:pt idx="2179">
                  <c:v>0.1181</c:v>
                </c:pt>
                <c:pt idx="2180">
                  <c:v>0.1183</c:v>
                </c:pt>
                <c:pt idx="2181">
                  <c:v>0.1197</c:v>
                </c:pt>
                <c:pt idx="2182">
                  <c:v>0.1208</c:v>
                </c:pt>
                <c:pt idx="2183">
                  <c:v>0.1207</c:v>
                </c:pt>
                <c:pt idx="2184">
                  <c:v>0.1197</c:v>
                </c:pt>
                <c:pt idx="2185">
                  <c:v>0.1186</c:v>
                </c:pt>
                <c:pt idx="2186">
                  <c:v>0.1171</c:v>
                </c:pt>
                <c:pt idx="2187">
                  <c:v>0.1157</c:v>
                </c:pt>
                <c:pt idx="2188">
                  <c:v>0.1148</c:v>
                </c:pt>
                <c:pt idx="2189">
                  <c:v>0.1148</c:v>
                </c:pt>
                <c:pt idx="2190">
                  <c:v>0.11409999999999999</c:v>
                </c:pt>
                <c:pt idx="2191">
                  <c:v>0.11219999999999999</c:v>
                </c:pt>
                <c:pt idx="2192">
                  <c:v>0.1116</c:v>
                </c:pt>
                <c:pt idx="2193">
                  <c:v>0.11119999999999999</c:v>
                </c:pt>
                <c:pt idx="2194">
                  <c:v>0.10829999999999999</c:v>
                </c:pt>
                <c:pt idx="2195">
                  <c:v>0.10630000000000001</c:v>
                </c:pt>
                <c:pt idx="2196">
                  <c:v>0.106</c:v>
                </c:pt>
                <c:pt idx="2197">
                  <c:v>0.1047</c:v>
                </c:pt>
                <c:pt idx="2198">
                  <c:v>0.10150000000000001</c:v>
                </c:pt>
                <c:pt idx="2199">
                  <c:v>0.1004</c:v>
                </c:pt>
                <c:pt idx="2200">
                  <c:v>0.10009999999999999</c:v>
                </c:pt>
                <c:pt idx="2201">
                  <c:v>9.8799999999999999E-2</c:v>
                </c:pt>
                <c:pt idx="2202">
                  <c:v>9.9000000000000005E-2</c:v>
                </c:pt>
                <c:pt idx="2203">
                  <c:v>9.8799999999999999E-2</c:v>
                </c:pt>
                <c:pt idx="2204">
                  <c:v>9.9400000000000002E-2</c:v>
                </c:pt>
                <c:pt idx="2205">
                  <c:v>9.9900000000000003E-2</c:v>
                </c:pt>
                <c:pt idx="2206">
                  <c:v>0.1014</c:v>
                </c:pt>
                <c:pt idx="2207">
                  <c:v>0.1011</c:v>
                </c:pt>
                <c:pt idx="2208">
                  <c:v>0.10100000000000001</c:v>
                </c:pt>
                <c:pt idx="2209">
                  <c:v>0.1026</c:v>
                </c:pt>
                <c:pt idx="2210">
                  <c:v>0.10340000000000001</c:v>
                </c:pt>
                <c:pt idx="2211">
                  <c:v>0.1028</c:v>
                </c:pt>
                <c:pt idx="2212">
                  <c:v>0.10349999999999999</c:v>
                </c:pt>
                <c:pt idx="2213">
                  <c:v>0.10340000000000001</c:v>
                </c:pt>
                <c:pt idx="2214">
                  <c:v>0.10340000000000001</c:v>
                </c:pt>
                <c:pt idx="2215">
                  <c:v>0.10249999999999999</c:v>
                </c:pt>
                <c:pt idx="2216">
                  <c:v>0.1017</c:v>
                </c:pt>
                <c:pt idx="2217">
                  <c:v>0.1023</c:v>
                </c:pt>
                <c:pt idx="2218">
                  <c:v>0.1023</c:v>
                </c:pt>
                <c:pt idx="2219">
                  <c:v>0.1031</c:v>
                </c:pt>
                <c:pt idx="2220">
                  <c:v>0.1033</c:v>
                </c:pt>
                <c:pt idx="2221">
                  <c:v>0.1047</c:v>
                </c:pt>
                <c:pt idx="2222">
                  <c:v>0.1043</c:v>
                </c:pt>
                <c:pt idx="2223">
                  <c:v>0.1051</c:v>
                </c:pt>
                <c:pt idx="2224">
                  <c:v>0.1051</c:v>
                </c:pt>
                <c:pt idx="2225">
                  <c:v>0.10390000000000001</c:v>
                </c:pt>
                <c:pt idx="2226">
                  <c:v>0.1022</c:v>
                </c:pt>
                <c:pt idx="2227">
                  <c:v>0.1018</c:v>
                </c:pt>
                <c:pt idx="2228">
                  <c:v>0.1004</c:v>
                </c:pt>
                <c:pt idx="2229">
                  <c:v>9.98E-2</c:v>
                </c:pt>
                <c:pt idx="2230">
                  <c:v>9.9299999999999999E-2</c:v>
                </c:pt>
                <c:pt idx="2231">
                  <c:v>9.8299999999999998E-2</c:v>
                </c:pt>
                <c:pt idx="2232">
                  <c:v>9.5799999999999996E-2</c:v>
                </c:pt>
                <c:pt idx="2233">
                  <c:v>9.4899999999999998E-2</c:v>
                </c:pt>
                <c:pt idx="2234">
                  <c:v>9.3700000000000006E-2</c:v>
                </c:pt>
                <c:pt idx="2235">
                  <c:v>9.2700000000000005E-2</c:v>
                </c:pt>
                <c:pt idx="2236">
                  <c:v>9.0999999999999998E-2</c:v>
                </c:pt>
                <c:pt idx="2237">
                  <c:v>8.9700000000000002E-2</c:v>
                </c:pt>
                <c:pt idx="2238">
                  <c:v>8.9599999999999999E-2</c:v>
                </c:pt>
                <c:pt idx="2239">
                  <c:v>8.7499999999999994E-2</c:v>
                </c:pt>
                <c:pt idx="2240">
                  <c:v>8.6499999999999994E-2</c:v>
                </c:pt>
                <c:pt idx="2241">
                  <c:v>8.5800000000000001E-2</c:v>
                </c:pt>
                <c:pt idx="2242">
                  <c:v>8.5300000000000001E-2</c:v>
                </c:pt>
                <c:pt idx="2243">
                  <c:v>8.4099999999999994E-2</c:v>
                </c:pt>
                <c:pt idx="2244">
                  <c:v>8.4000000000000005E-2</c:v>
                </c:pt>
                <c:pt idx="2245">
                  <c:v>8.5099999999999995E-2</c:v>
                </c:pt>
                <c:pt idx="2246">
                  <c:v>8.6300000000000002E-2</c:v>
                </c:pt>
                <c:pt idx="2247">
                  <c:v>8.7400000000000005E-2</c:v>
                </c:pt>
                <c:pt idx="2248">
                  <c:v>8.8099999999999998E-2</c:v>
                </c:pt>
                <c:pt idx="2249">
                  <c:v>8.9800000000000005E-2</c:v>
                </c:pt>
                <c:pt idx="2250">
                  <c:v>9.01E-2</c:v>
                </c:pt>
                <c:pt idx="2251">
                  <c:v>9.0800000000000006E-2</c:v>
                </c:pt>
                <c:pt idx="2252">
                  <c:v>9.0800000000000006E-2</c:v>
                </c:pt>
                <c:pt idx="2253">
                  <c:v>8.9200000000000002E-2</c:v>
                </c:pt>
                <c:pt idx="2254">
                  <c:v>8.9399999999999993E-2</c:v>
                </c:pt>
                <c:pt idx="2255">
                  <c:v>8.9399999999999993E-2</c:v>
                </c:pt>
                <c:pt idx="2256">
                  <c:v>8.9200000000000002E-2</c:v>
                </c:pt>
                <c:pt idx="2257">
                  <c:v>8.8499999999999995E-2</c:v>
                </c:pt>
                <c:pt idx="2258">
                  <c:v>8.8599999999999998E-2</c:v>
                </c:pt>
                <c:pt idx="2259">
                  <c:v>8.8900000000000007E-2</c:v>
                </c:pt>
                <c:pt idx="2260">
                  <c:v>8.9599999999999999E-2</c:v>
                </c:pt>
                <c:pt idx="2261">
                  <c:v>8.9800000000000005E-2</c:v>
                </c:pt>
                <c:pt idx="2262">
                  <c:v>8.9300000000000004E-2</c:v>
                </c:pt>
                <c:pt idx="2263">
                  <c:v>8.8800000000000004E-2</c:v>
                </c:pt>
                <c:pt idx="2264">
                  <c:v>8.8800000000000004E-2</c:v>
                </c:pt>
                <c:pt idx="2265">
                  <c:v>8.8099999999999998E-2</c:v>
                </c:pt>
                <c:pt idx="2266">
                  <c:v>8.7800000000000003E-2</c:v>
                </c:pt>
                <c:pt idx="2267">
                  <c:v>8.7599999999999997E-2</c:v>
                </c:pt>
                <c:pt idx="2268">
                  <c:v>8.6300000000000002E-2</c:v>
                </c:pt>
                <c:pt idx="2269">
                  <c:v>8.5000000000000006E-2</c:v>
                </c:pt>
                <c:pt idx="2270">
                  <c:v>8.3299999999999999E-2</c:v>
                </c:pt>
                <c:pt idx="2271">
                  <c:v>8.1100000000000005E-2</c:v>
                </c:pt>
                <c:pt idx="2272">
                  <c:v>8.09E-2</c:v>
                </c:pt>
                <c:pt idx="2273">
                  <c:v>7.9699999999999993E-2</c:v>
                </c:pt>
                <c:pt idx="2274">
                  <c:v>7.9899999999999999E-2</c:v>
                </c:pt>
                <c:pt idx="2275">
                  <c:v>7.9600000000000004E-2</c:v>
                </c:pt>
                <c:pt idx="2276">
                  <c:v>7.8899999999999998E-2</c:v>
                </c:pt>
                <c:pt idx="2277">
                  <c:v>7.8399999999999997E-2</c:v>
                </c:pt>
                <c:pt idx="2278">
                  <c:v>7.8299999999999995E-2</c:v>
                </c:pt>
                <c:pt idx="2279">
                  <c:v>7.8600000000000003E-2</c:v>
                </c:pt>
                <c:pt idx="2280">
                  <c:v>7.8399999999999997E-2</c:v>
                </c:pt>
                <c:pt idx="2281">
                  <c:v>7.8799999999999995E-2</c:v>
                </c:pt>
                <c:pt idx="2282">
                  <c:v>8.0600000000000005E-2</c:v>
                </c:pt>
                <c:pt idx="2283">
                  <c:v>8.1100000000000005E-2</c:v>
                </c:pt>
                <c:pt idx="2284">
                  <c:v>8.0699999999999994E-2</c:v>
                </c:pt>
                <c:pt idx="2285">
                  <c:v>7.9699999999999993E-2</c:v>
                </c:pt>
                <c:pt idx="2286">
                  <c:v>8.0299999999999996E-2</c:v>
                </c:pt>
                <c:pt idx="2287">
                  <c:v>7.8799999999999995E-2</c:v>
                </c:pt>
                <c:pt idx="2288">
                  <c:v>7.7899999999999997E-2</c:v>
                </c:pt>
                <c:pt idx="2289">
                  <c:v>7.7899999999999997E-2</c:v>
                </c:pt>
                <c:pt idx="2290">
                  <c:v>7.8100000000000003E-2</c:v>
                </c:pt>
                <c:pt idx="2291">
                  <c:v>7.7200000000000005E-2</c:v>
                </c:pt>
                <c:pt idx="2292">
                  <c:v>7.6499999999999999E-2</c:v>
                </c:pt>
                <c:pt idx="2293">
                  <c:v>7.6600000000000001E-2</c:v>
                </c:pt>
                <c:pt idx="2294">
                  <c:v>7.6200000000000004E-2</c:v>
                </c:pt>
                <c:pt idx="2295">
                  <c:v>7.6399999999999996E-2</c:v>
                </c:pt>
                <c:pt idx="2296">
                  <c:v>7.5600000000000001E-2</c:v>
                </c:pt>
                <c:pt idx="2297">
                  <c:v>7.4999999999999997E-2</c:v>
                </c:pt>
                <c:pt idx="2298">
                  <c:v>7.4200000000000002E-2</c:v>
                </c:pt>
                <c:pt idx="2299">
                  <c:v>7.3099999999999998E-2</c:v>
                </c:pt>
                <c:pt idx="2300">
                  <c:v>7.3800000000000004E-2</c:v>
                </c:pt>
                <c:pt idx="2301">
                  <c:v>7.4999999999999997E-2</c:v>
                </c:pt>
                <c:pt idx="2302">
                  <c:v>7.4499999999999997E-2</c:v>
                </c:pt>
                <c:pt idx="2303">
                  <c:v>7.5399999999999995E-2</c:v>
                </c:pt>
                <c:pt idx="2304">
                  <c:v>7.4999999999999997E-2</c:v>
                </c:pt>
                <c:pt idx="2305">
                  <c:v>7.4899999999999994E-2</c:v>
                </c:pt>
                <c:pt idx="2306">
                  <c:v>7.46E-2</c:v>
                </c:pt>
                <c:pt idx="2307">
                  <c:v>7.4399999999999994E-2</c:v>
                </c:pt>
                <c:pt idx="2308">
                  <c:v>7.4800000000000005E-2</c:v>
                </c:pt>
                <c:pt idx="2309">
                  <c:v>7.4399999999999994E-2</c:v>
                </c:pt>
                <c:pt idx="2310">
                  <c:v>7.4399999999999994E-2</c:v>
                </c:pt>
                <c:pt idx="2311">
                  <c:v>7.4399999999999994E-2</c:v>
                </c:pt>
                <c:pt idx="2312">
                  <c:v>7.4499999999999997E-2</c:v>
                </c:pt>
                <c:pt idx="2313">
                  <c:v>7.4499999999999997E-2</c:v>
                </c:pt>
                <c:pt idx="2314">
                  <c:v>7.51E-2</c:v>
                </c:pt>
                <c:pt idx="2315">
                  <c:v>7.4899999999999994E-2</c:v>
                </c:pt>
                <c:pt idx="2316">
                  <c:v>7.46E-2</c:v>
                </c:pt>
                <c:pt idx="2317">
                  <c:v>7.51E-2</c:v>
                </c:pt>
                <c:pt idx="2318">
                  <c:v>7.4899999999999994E-2</c:v>
                </c:pt>
                <c:pt idx="2319">
                  <c:v>7.4899999999999994E-2</c:v>
                </c:pt>
                <c:pt idx="2320">
                  <c:v>7.51E-2</c:v>
                </c:pt>
                <c:pt idx="2321">
                  <c:v>7.4800000000000005E-2</c:v>
                </c:pt>
                <c:pt idx="2322">
                  <c:v>7.4800000000000005E-2</c:v>
                </c:pt>
                <c:pt idx="2323">
                  <c:v>7.5399999999999995E-2</c:v>
                </c:pt>
                <c:pt idx="2324">
                  <c:v>7.5999999999999998E-2</c:v>
                </c:pt>
                <c:pt idx="2325">
                  <c:v>7.5399999999999995E-2</c:v>
                </c:pt>
                <c:pt idx="2326">
                  <c:v>7.4700000000000003E-2</c:v>
                </c:pt>
                <c:pt idx="2327">
                  <c:v>7.3800000000000004E-2</c:v>
                </c:pt>
                <c:pt idx="2328">
                  <c:v>7.2599999999999998E-2</c:v>
                </c:pt>
                <c:pt idx="2329">
                  <c:v>7.2800000000000004E-2</c:v>
                </c:pt>
                <c:pt idx="2330">
                  <c:v>7.2999999999999995E-2</c:v>
                </c:pt>
                <c:pt idx="2331">
                  <c:v>7.2599999999999998E-2</c:v>
                </c:pt>
                <c:pt idx="2332">
                  <c:v>7.2099999999999997E-2</c:v>
                </c:pt>
                <c:pt idx="2333">
                  <c:v>7.1099999999999997E-2</c:v>
                </c:pt>
                <c:pt idx="2334">
                  <c:v>7.0400000000000004E-2</c:v>
                </c:pt>
                <c:pt idx="2335">
                  <c:v>6.9699999999999998E-2</c:v>
                </c:pt>
                <c:pt idx="2336">
                  <c:v>6.93E-2</c:v>
                </c:pt>
                <c:pt idx="2337">
                  <c:v>7.0000000000000007E-2</c:v>
                </c:pt>
                <c:pt idx="2338">
                  <c:v>6.9500000000000006E-2</c:v>
                </c:pt>
                <c:pt idx="2339">
                  <c:v>6.8500000000000005E-2</c:v>
                </c:pt>
                <c:pt idx="2340">
                  <c:v>6.7900000000000002E-2</c:v>
                </c:pt>
                <c:pt idx="2341">
                  <c:v>6.7500000000000004E-2</c:v>
                </c:pt>
                <c:pt idx="2342">
                  <c:v>6.7199999999999996E-2</c:v>
                </c:pt>
                <c:pt idx="2343">
                  <c:v>6.7199999999999996E-2</c:v>
                </c:pt>
                <c:pt idx="2344">
                  <c:v>6.6699999999999995E-2</c:v>
                </c:pt>
                <c:pt idx="2345">
                  <c:v>6.6600000000000006E-2</c:v>
                </c:pt>
                <c:pt idx="2346">
                  <c:v>6.6400000000000001E-2</c:v>
                </c:pt>
                <c:pt idx="2347">
                  <c:v>6.5699999999999995E-2</c:v>
                </c:pt>
                <c:pt idx="2348">
                  <c:v>6.5699999999999995E-2</c:v>
                </c:pt>
                <c:pt idx="2349">
                  <c:v>6.54E-2</c:v>
                </c:pt>
                <c:pt idx="2350">
                  <c:v>6.4899999999999999E-2</c:v>
                </c:pt>
                <c:pt idx="2351">
                  <c:v>6.3600000000000004E-2</c:v>
                </c:pt>
                <c:pt idx="2352">
                  <c:v>6.25E-2</c:v>
                </c:pt>
                <c:pt idx="2353">
                  <c:v>6.2700000000000006E-2</c:v>
                </c:pt>
                <c:pt idx="2354">
                  <c:v>6.3100000000000003E-2</c:v>
                </c:pt>
                <c:pt idx="2355">
                  <c:v>6.3600000000000004E-2</c:v>
                </c:pt>
                <c:pt idx="2356">
                  <c:v>6.3200000000000006E-2</c:v>
                </c:pt>
                <c:pt idx="2357">
                  <c:v>6.3399999999999998E-2</c:v>
                </c:pt>
                <c:pt idx="2358">
                  <c:v>6.4000000000000001E-2</c:v>
                </c:pt>
                <c:pt idx="2359">
                  <c:v>6.4000000000000001E-2</c:v>
                </c:pt>
                <c:pt idx="2360">
                  <c:v>6.4199999999999993E-2</c:v>
                </c:pt>
                <c:pt idx="2361">
                  <c:v>6.4500000000000002E-2</c:v>
                </c:pt>
                <c:pt idx="2362">
                  <c:v>6.54E-2</c:v>
                </c:pt>
                <c:pt idx="2363">
                  <c:v>6.6299999999999998E-2</c:v>
                </c:pt>
                <c:pt idx="2364">
                  <c:v>6.6699999999999995E-2</c:v>
                </c:pt>
                <c:pt idx="2365">
                  <c:v>6.7100000000000007E-2</c:v>
                </c:pt>
                <c:pt idx="2366">
                  <c:v>6.6500000000000004E-2</c:v>
                </c:pt>
                <c:pt idx="2367">
                  <c:v>6.6900000000000001E-2</c:v>
                </c:pt>
                <c:pt idx="2368">
                  <c:v>6.7299999999999999E-2</c:v>
                </c:pt>
                <c:pt idx="2369">
                  <c:v>6.7000000000000004E-2</c:v>
                </c:pt>
                <c:pt idx="2370">
                  <c:v>6.7100000000000007E-2</c:v>
                </c:pt>
                <c:pt idx="2371">
                  <c:v>6.6699999999999995E-2</c:v>
                </c:pt>
                <c:pt idx="2372">
                  <c:v>6.7799999999999999E-2</c:v>
                </c:pt>
                <c:pt idx="2373">
                  <c:v>6.9500000000000006E-2</c:v>
                </c:pt>
                <c:pt idx="2374">
                  <c:v>7.0000000000000007E-2</c:v>
                </c:pt>
                <c:pt idx="2375">
                  <c:v>7.0000000000000007E-2</c:v>
                </c:pt>
                <c:pt idx="2376">
                  <c:v>7.0300000000000001E-2</c:v>
                </c:pt>
                <c:pt idx="2377">
                  <c:v>7.0999999999999994E-2</c:v>
                </c:pt>
                <c:pt idx="2378">
                  <c:v>7.1300000000000002E-2</c:v>
                </c:pt>
                <c:pt idx="2379">
                  <c:v>7.1300000000000002E-2</c:v>
                </c:pt>
                <c:pt idx="2380">
                  <c:v>7.1300000000000002E-2</c:v>
                </c:pt>
                <c:pt idx="2381">
                  <c:v>6.9800000000000001E-2</c:v>
                </c:pt>
                <c:pt idx="2382">
                  <c:v>6.8000000000000005E-2</c:v>
                </c:pt>
                <c:pt idx="2383">
                  <c:v>6.7799999999999999E-2</c:v>
                </c:pt>
                <c:pt idx="2384">
                  <c:v>6.7500000000000004E-2</c:v>
                </c:pt>
                <c:pt idx="2385">
                  <c:v>6.8099999999999994E-2</c:v>
                </c:pt>
                <c:pt idx="2386">
                  <c:v>6.8199999999999997E-2</c:v>
                </c:pt>
                <c:pt idx="2387">
                  <c:v>6.8500000000000005E-2</c:v>
                </c:pt>
                <c:pt idx="2388">
                  <c:v>6.8400000000000002E-2</c:v>
                </c:pt>
                <c:pt idx="2389">
                  <c:v>6.8099999999999994E-2</c:v>
                </c:pt>
                <c:pt idx="2390">
                  <c:v>6.7500000000000004E-2</c:v>
                </c:pt>
                <c:pt idx="2391">
                  <c:v>6.7000000000000004E-2</c:v>
                </c:pt>
                <c:pt idx="2392">
                  <c:v>6.6600000000000006E-2</c:v>
                </c:pt>
                <c:pt idx="2393">
                  <c:v>6.5600000000000006E-2</c:v>
                </c:pt>
                <c:pt idx="2394">
                  <c:v>6.5100000000000005E-2</c:v>
                </c:pt>
                <c:pt idx="2395">
                  <c:v>6.4899999999999999E-2</c:v>
                </c:pt>
                <c:pt idx="2396">
                  <c:v>6.4000000000000001E-2</c:v>
                </c:pt>
                <c:pt idx="2397">
                  <c:v>6.3899999999999998E-2</c:v>
                </c:pt>
                <c:pt idx="2398">
                  <c:v>6.3600000000000004E-2</c:v>
                </c:pt>
                <c:pt idx="2399">
                  <c:v>6.3799999999999996E-2</c:v>
                </c:pt>
                <c:pt idx="2400">
                  <c:v>6.4100000000000004E-2</c:v>
                </c:pt>
                <c:pt idx="2401">
                  <c:v>6.3899999999999998E-2</c:v>
                </c:pt>
                <c:pt idx="2402">
                  <c:v>6.3E-2</c:v>
                </c:pt>
                <c:pt idx="2403">
                  <c:v>6.2700000000000006E-2</c:v>
                </c:pt>
                <c:pt idx="2404">
                  <c:v>6.3100000000000003E-2</c:v>
                </c:pt>
                <c:pt idx="2405">
                  <c:v>6.3100000000000003E-2</c:v>
                </c:pt>
                <c:pt idx="2406">
                  <c:v>6.1699999999999998E-2</c:v>
                </c:pt>
                <c:pt idx="2407">
                  <c:v>6.1199999999999997E-2</c:v>
                </c:pt>
                <c:pt idx="2408">
                  <c:v>6.1100000000000002E-2</c:v>
                </c:pt>
                <c:pt idx="2409">
                  <c:v>6.0900000000000003E-2</c:v>
                </c:pt>
                <c:pt idx="2410">
                  <c:v>6.08E-2</c:v>
                </c:pt>
                <c:pt idx="2411">
                  <c:v>6.1100000000000002E-2</c:v>
                </c:pt>
                <c:pt idx="2412">
                  <c:v>6.0900000000000003E-2</c:v>
                </c:pt>
                <c:pt idx="2413">
                  <c:v>6.0900000000000003E-2</c:v>
                </c:pt>
                <c:pt idx="2414">
                  <c:v>5.9700000000000003E-2</c:v>
                </c:pt>
                <c:pt idx="2415">
                  <c:v>5.9700000000000003E-2</c:v>
                </c:pt>
                <c:pt idx="2416">
                  <c:v>6.0199999999999997E-2</c:v>
                </c:pt>
                <c:pt idx="2417">
                  <c:v>0.06</c:v>
                </c:pt>
                <c:pt idx="2418">
                  <c:v>5.9900000000000002E-2</c:v>
                </c:pt>
                <c:pt idx="2419">
                  <c:v>5.9900000000000002E-2</c:v>
                </c:pt>
                <c:pt idx="2420">
                  <c:v>5.9499999999999997E-2</c:v>
                </c:pt>
                <c:pt idx="2421">
                  <c:v>5.8999999999999997E-2</c:v>
                </c:pt>
                <c:pt idx="2422">
                  <c:v>5.8700000000000002E-2</c:v>
                </c:pt>
                <c:pt idx="2423">
                  <c:v>5.91E-2</c:v>
                </c:pt>
                <c:pt idx="2424">
                  <c:v>5.9400000000000001E-2</c:v>
                </c:pt>
                <c:pt idx="2425">
                  <c:v>5.8900000000000001E-2</c:v>
                </c:pt>
                <c:pt idx="2426">
                  <c:v>5.8999999999999997E-2</c:v>
                </c:pt>
                <c:pt idx="2427">
                  <c:v>5.8599999999999999E-2</c:v>
                </c:pt>
                <c:pt idx="2428">
                  <c:v>5.8000000000000003E-2</c:v>
                </c:pt>
                <c:pt idx="2429">
                  <c:v>5.79E-2</c:v>
                </c:pt>
                <c:pt idx="2430">
                  <c:v>5.8700000000000002E-2</c:v>
                </c:pt>
                <c:pt idx="2431">
                  <c:v>5.8700000000000002E-2</c:v>
                </c:pt>
                <c:pt idx="2432">
                  <c:v>5.8700000000000002E-2</c:v>
                </c:pt>
                <c:pt idx="2433">
                  <c:v>5.9200000000000003E-2</c:v>
                </c:pt>
                <c:pt idx="2434">
                  <c:v>5.9200000000000003E-2</c:v>
                </c:pt>
                <c:pt idx="2435">
                  <c:v>6.0199999999999997E-2</c:v>
                </c:pt>
                <c:pt idx="2436">
                  <c:v>6.2E-2</c:v>
                </c:pt>
                <c:pt idx="2437">
                  <c:v>6.5299999999999997E-2</c:v>
                </c:pt>
                <c:pt idx="2438">
                  <c:v>6.7000000000000004E-2</c:v>
                </c:pt>
                <c:pt idx="2439">
                  <c:v>6.5199999999999994E-2</c:v>
                </c:pt>
                <c:pt idx="2440">
                  <c:v>6.6199999999999995E-2</c:v>
                </c:pt>
                <c:pt idx="2441">
                  <c:v>6.4699999999999994E-2</c:v>
                </c:pt>
                <c:pt idx="2442">
                  <c:v>6.4799999999999996E-2</c:v>
                </c:pt>
                <c:pt idx="2443">
                  <c:v>6.6199999999999995E-2</c:v>
                </c:pt>
                <c:pt idx="2444">
                  <c:v>6.6699999999999995E-2</c:v>
                </c:pt>
                <c:pt idx="2445">
                  <c:v>6.7799999999999999E-2</c:v>
                </c:pt>
                <c:pt idx="2446">
                  <c:v>6.8199999999999997E-2</c:v>
                </c:pt>
                <c:pt idx="2447">
                  <c:v>7.1400000000000005E-2</c:v>
                </c:pt>
                <c:pt idx="2448">
                  <c:v>7.1800000000000003E-2</c:v>
                </c:pt>
                <c:pt idx="2449">
                  <c:v>7.1999999999999995E-2</c:v>
                </c:pt>
                <c:pt idx="2450">
                  <c:v>7.3499999999999996E-2</c:v>
                </c:pt>
                <c:pt idx="2451">
                  <c:v>7.2300000000000003E-2</c:v>
                </c:pt>
                <c:pt idx="2452">
                  <c:v>7.0599999999999996E-2</c:v>
                </c:pt>
                <c:pt idx="2453">
                  <c:v>7.0900000000000005E-2</c:v>
                </c:pt>
                <c:pt idx="2454">
                  <c:v>7.0900000000000005E-2</c:v>
                </c:pt>
                <c:pt idx="2455">
                  <c:v>7.1499999999999994E-2</c:v>
                </c:pt>
                <c:pt idx="2456">
                  <c:v>7.1599999999999997E-2</c:v>
                </c:pt>
                <c:pt idx="2457">
                  <c:v>7.0800000000000002E-2</c:v>
                </c:pt>
                <c:pt idx="2458">
                  <c:v>7.2599999999999998E-2</c:v>
                </c:pt>
                <c:pt idx="2459">
                  <c:v>7.2999999999999995E-2</c:v>
                </c:pt>
                <c:pt idx="2460">
                  <c:v>7.3599999999999999E-2</c:v>
                </c:pt>
                <c:pt idx="2461">
                  <c:v>7.3800000000000004E-2</c:v>
                </c:pt>
                <c:pt idx="2462">
                  <c:v>7.3300000000000004E-2</c:v>
                </c:pt>
                <c:pt idx="2463">
                  <c:v>7.3800000000000004E-2</c:v>
                </c:pt>
                <c:pt idx="2464">
                  <c:v>7.3400000000000007E-2</c:v>
                </c:pt>
                <c:pt idx="2465">
                  <c:v>7.2499999999999995E-2</c:v>
                </c:pt>
                <c:pt idx="2466">
                  <c:v>7.2099999999999997E-2</c:v>
                </c:pt>
                <c:pt idx="2467">
                  <c:v>7.1499999999999994E-2</c:v>
                </c:pt>
                <c:pt idx="2468">
                  <c:v>7.0900000000000005E-2</c:v>
                </c:pt>
                <c:pt idx="2469">
                  <c:v>6.9800000000000001E-2</c:v>
                </c:pt>
                <c:pt idx="2470">
                  <c:v>7.0499999999999993E-2</c:v>
                </c:pt>
                <c:pt idx="2471">
                  <c:v>7.0900000000000005E-2</c:v>
                </c:pt>
                <c:pt idx="2472">
                  <c:v>7.1199999999999999E-2</c:v>
                </c:pt>
                <c:pt idx="2473">
                  <c:v>7.1499999999999994E-2</c:v>
                </c:pt>
                <c:pt idx="2474">
                  <c:v>7.1800000000000003E-2</c:v>
                </c:pt>
                <c:pt idx="2475">
                  <c:v>7.3200000000000001E-2</c:v>
                </c:pt>
                <c:pt idx="2476">
                  <c:v>7.3099999999999998E-2</c:v>
                </c:pt>
                <c:pt idx="2477">
                  <c:v>7.3200000000000001E-2</c:v>
                </c:pt>
                <c:pt idx="2478">
                  <c:v>7.3200000000000001E-2</c:v>
                </c:pt>
                <c:pt idx="2479">
                  <c:v>7.3200000000000001E-2</c:v>
                </c:pt>
                <c:pt idx="2480">
                  <c:v>7.3300000000000004E-2</c:v>
                </c:pt>
                <c:pt idx="2481">
                  <c:v>7.2999999999999995E-2</c:v>
                </c:pt>
                <c:pt idx="2482">
                  <c:v>7.2099999999999997E-2</c:v>
                </c:pt>
                <c:pt idx="2483">
                  <c:v>7.1300000000000002E-2</c:v>
                </c:pt>
                <c:pt idx="2484">
                  <c:v>7.0999999999999994E-2</c:v>
                </c:pt>
                <c:pt idx="2485">
                  <c:v>6.9800000000000001E-2</c:v>
                </c:pt>
                <c:pt idx="2486">
                  <c:v>7.0300000000000001E-2</c:v>
                </c:pt>
                <c:pt idx="2487">
                  <c:v>7.0300000000000001E-2</c:v>
                </c:pt>
                <c:pt idx="2488">
                  <c:v>7.0800000000000002E-2</c:v>
                </c:pt>
                <c:pt idx="2489">
                  <c:v>7.0499999999999993E-2</c:v>
                </c:pt>
                <c:pt idx="2490">
                  <c:v>7.0400000000000004E-2</c:v>
                </c:pt>
                <c:pt idx="2491">
                  <c:v>7.0400000000000004E-2</c:v>
                </c:pt>
                <c:pt idx="2492">
                  <c:v>6.9699999999999998E-2</c:v>
                </c:pt>
                <c:pt idx="2493">
                  <c:v>6.8900000000000003E-2</c:v>
                </c:pt>
                <c:pt idx="2494">
                  <c:v>6.8500000000000005E-2</c:v>
                </c:pt>
                <c:pt idx="2495">
                  <c:v>6.7500000000000004E-2</c:v>
                </c:pt>
                <c:pt idx="2496">
                  <c:v>6.8000000000000005E-2</c:v>
                </c:pt>
                <c:pt idx="2497">
                  <c:v>6.8099999999999994E-2</c:v>
                </c:pt>
                <c:pt idx="2498">
                  <c:v>6.8500000000000005E-2</c:v>
                </c:pt>
                <c:pt idx="2499">
                  <c:v>6.83E-2</c:v>
                </c:pt>
                <c:pt idx="2500">
                  <c:v>6.83E-2</c:v>
                </c:pt>
                <c:pt idx="2501">
                  <c:v>6.7699999999999996E-2</c:v>
                </c:pt>
                <c:pt idx="2502">
                  <c:v>6.7799999999999999E-2</c:v>
                </c:pt>
                <c:pt idx="2503">
                  <c:v>6.83E-2</c:v>
                </c:pt>
                <c:pt idx="2504">
                  <c:v>6.8000000000000005E-2</c:v>
                </c:pt>
                <c:pt idx="2505">
                  <c:v>6.9000000000000006E-2</c:v>
                </c:pt>
                <c:pt idx="2506">
                  <c:v>7.0000000000000007E-2</c:v>
                </c:pt>
                <c:pt idx="2507">
                  <c:v>7.0499999999999993E-2</c:v>
                </c:pt>
                <c:pt idx="2508">
                  <c:v>7.0900000000000005E-2</c:v>
                </c:pt>
                <c:pt idx="2509">
                  <c:v>7.1300000000000002E-2</c:v>
                </c:pt>
                <c:pt idx="2510">
                  <c:v>7.0999999999999994E-2</c:v>
                </c:pt>
                <c:pt idx="2511">
                  <c:v>7.0699999999999999E-2</c:v>
                </c:pt>
                <c:pt idx="2512">
                  <c:v>7.0800000000000002E-2</c:v>
                </c:pt>
                <c:pt idx="2513">
                  <c:v>7.0999999999999994E-2</c:v>
                </c:pt>
                <c:pt idx="2514">
                  <c:v>7.1099999999999997E-2</c:v>
                </c:pt>
                <c:pt idx="2515">
                  <c:v>7.1999999999999995E-2</c:v>
                </c:pt>
                <c:pt idx="2516">
                  <c:v>7.1900000000000006E-2</c:v>
                </c:pt>
                <c:pt idx="2517">
                  <c:v>7.1900000000000006E-2</c:v>
                </c:pt>
                <c:pt idx="2518">
                  <c:v>7.0900000000000005E-2</c:v>
                </c:pt>
                <c:pt idx="2519">
                  <c:v>7.1599999999999997E-2</c:v>
                </c:pt>
                <c:pt idx="2520">
                  <c:v>7.2099999999999997E-2</c:v>
                </c:pt>
                <c:pt idx="2521">
                  <c:v>7.1300000000000002E-2</c:v>
                </c:pt>
                <c:pt idx="2522">
                  <c:v>7.0599999999999996E-2</c:v>
                </c:pt>
                <c:pt idx="2523">
                  <c:v>6.9800000000000001E-2</c:v>
                </c:pt>
                <c:pt idx="2524">
                  <c:v>6.9800000000000001E-2</c:v>
                </c:pt>
                <c:pt idx="2525">
                  <c:v>7.0199999999999999E-2</c:v>
                </c:pt>
                <c:pt idx="2526">
                  <c:v>6.93E-2</c:v>
                </c:pt>
                <c:pt idx="2527">
                  <c:v>6.8099999999999994E-2</c:v>
                </c:pt>
                <c:pt idx="2528">
                  <c:v>6.7400000000000002E-2</c:v>
                </c:pt>
                <c:pt idx="2529">
                  <c:v>6.7299999999999999E-2</c:v>
                </c:pt>
                <c:pt idx="2530">
                  <c:v>6.7500000000000004E-2</c:v>
                </c:pt>
                <c:pt idx="2531">
                  <c:v>6.7000000000000004E-2</c:v>
                </c:pt>
                <c:pt idx="2532">
                  <c:v>6.6600000000000006E-2</c:v>
                </c:pt>
                <c:pt idx="2533">
                  <c:v>6.6500000000000004E-2</c:v>
                </c:pt>
                <c:pt idx="2534">
                  <c:v>6.6500000000000004E-2</c:v>
                </c:pt>
                <c:pt idx="2535">
                  <c:v>6.7299999999999999E-2</c:v>
                </c:pt>
                <c:pt idx="2536">
                  <c:v>6.7299999999999999E-2</c:v>
                </c:pt>
                <c:pt idx="2537">
                  <c:v>6.7599999999999993E-2</c:v>
                </c:pt>
                <c:pt idx="2538">
                  <c:v>6.7199999999999996E-2</c:v>
                </c:pt>
                <c:pt idx="2539">
                  <c:v>6.7400000000000002E-2</c:v>
                </c:pt>
                <c:pt idx="2540">
                  <c:v>6.7400000000000002E-2</c:v>
                </c:pt>
                <c:pt idx="2541">
                  <c:v>6.6900000000000001E-2</c:v>
                </c:pt>
                <c:pt idx="2542">
                  <c:v>6.6500000000000004E-2</c:v>
                </c:pt>
                <c:pt idx="2543">
                  <c:v>6.6100000000000006E-2</c:v>
                </c:pt>
                <c:pt idx="2544">
                  <c:v>6.6199999999999995E-2</c:v>
                </c:pt>
                <c:pt idx="2545">
                  <c:v>6.5799999999999997E-2</c:v>
                </c:pt>
                <c:pt idx="2546">
                  <c:v>6.54E-2</c:v>
                </c:pt>
                <c:pt idx="2547">
                  <c:v>6.54E-2</c:v>
                </c:pt>
                <c:pt idx="2548">
                  <c:v>6.5299999999999997E-2</c:v>
                </c:pt>
                <c:pt idx="2549">
                  <c:v>6.5299999999999997E-2</c:v>
                </c:pt>
                <c:pt idx="2550">
                  <c:v>6.5000000000000002E-2</c:v>
                </c:pt>
                <c:pt idx="2551">
                  <c:v>6.4299999999999996E-2</c:v>
                </c:pt>
                <c:pt idx="2552">
                  <c:v>6.4399999999999999E-2</c:v>
                </c:pt>
                <c:pt idx="2553">
                  <c:v>6.4500000000000002E-2</c:v>
                </c:pt>
                <c:pt idx="2554">
                  <c:v>6.4899999999999999E-2</c:v>
                </c:pt>
                <c:pt idx="2555">
                  <c:v>6.5100000000000005E-2</c:v>
                </c:pt>
                <c:pt idx="2556">
                  <c:v>6.4899999999999999E-2</c:v>
                </c:pt>
                <c:pt idx="2557">
                  <c:v>6.4600000000000005E-2</c:v>
                </c:pt>
                <c:pt idx="2558">
                  <c:v>6.4199999999999993E-2</c:v>
                </c:pt>
                <c:pt idx="2559">
                  <c:v>6.4000000000000001E-2</c:v>
                </c:pt>
                <c:pt idx="2560">
                  <c:v>6.3E-2</c:v>
                </c:pt>
                <c:pt idx="2561">
                  <c:v>6.2399999999999997E-2</c:v>
                </c:pt>
                <c:pt idx="2562">
                  <c:v>6.2600000000000003E-2</c:v>
                </c:pt>
                <c:pt idx="2563">
                  <c:v>6.3100000000000003E-2</c:v>
                </c:pt>
                <c:pt idx="2564">
                  <c:v>6.2899999999999998E-2</c:v>
                </c:pt>
                <c:pt idx="2565">
                  <c:v>6.2799999999999995E-2</c:v>
                </c:pt>
                <c:pt idx="2566">
                  <c:v>6.3100000000000003E-2</c:v>
                </c:pt>
                <c:pt idx="2567">
                  <c:v>6.2300000000000001E-2</c:v>
                </c:pt>
                <c:pt idx="2568">
                  <c:v>6.1400000000000003E-2</c:v>
                </c:pt>
                <c:pt idx="2569">
                  <c:v>6.13E-2</c:v>
                </c:pt>
                <c:pt idx="2570">
                  <c:v>6.0400000000000002E-2</c:v>
                </c:pt>
                <c:pt idx="2571">
                  <c:v>6.0999999999999999E-2</c:v>
                </c:pt>
                <c:pt idx="2572">
                  <c:v>6.0999999999999999E-2</c:v>
                </c:pt>
                <c:pt idx="2573">
                  <c:v>6.08E-2</c:v>
                </c:pt>
                <c:pt idx="2574">
                  <c:v>6.0699999999999997E-2</c:v>
                </c:pt>
                <c:pt idx="2575">
                  <c:v>6.25E-2</c:v>
                </c:pt>
                <c:pt idx="2576">
                  <c:v>6.2399999999999997E-2</c:v>
                </c:pt>
                <c:pt idx="2577">
                  <c:v>6.1899999999999997E-2</c:v>
                </c:pt>
                <c:pt idx="2578">
                  <c:v>6.2E-2</c:v>
                </c:pt>
                <c:pt idx="2579">
                  <c:v>6.2899999999999998E-2</c:v>
                </c:pt>
                <c:pt idx="2580">
                  <c:v>6.3799999999999996E-2</c:v>
                </c:pt>
                <c:pt idx="2581">
                  <c:v>6.3100000000000003E-2</c:v>
                </c:pt>
                <c:pt idx="2582">
                  <c:v>6.3100000000000003E-2</c:v>
                </c:pt>
                <c:pt idx="2583">
                  <c:v>6.3399999999999998E-2</c:v>
                </c:pt>
                <c:pt idx="2584">
                  <c:v>6.4100000000000004E-2</c:v>
                </c:pt>
                <c:pt idx="2585">
                  <c:v>6.4799999999999996E-2</c:v>
                </c:pt>
                <c:pt idx="2586">
                  <c:v>6.2899999999999998E-2</c:v>
                </c:pt>
                <c:pt idx="2587">
                  <c:v>6.2399999999999997E-2</c:v>
                </c:pt>
                <c:pt idx="2588">
                  <c:v>6.2600000000000003E-2</c:v>
                </c:pt>
                <c:pt idx="2589">
                  <c:v>6.2899999999999998E-2</c:v>
                </c:pt>
                <c:pt idx="2590">
                  <c:v>6.0999999999999999E-2</c:v>
                </c:pt>
                <c:pt idx="2591">
                  <c:v>6.0600000000000001E-2</c:v>
                </c:pt>
                <c:pt idx="2592">
                  <c:v>6.0199999999999997E-2</c:v>
                </c:pt>
                <c:pt idx="2593">
                  <c:v>5.9400000000000001E-2</c:v>
                </c:pt>
                <c:pt idx="2594">
                  <c:v>0.06</c:v>
                </c:pt>
                <c:pt idx="2595">
                  <c:v>5.8599999999999999E-2</c:v>
                </c:pt>
                <c:pt idx="2596">
                  <c:v>5.8799999999999998E-2</c:v>
                </c:pt>
                <c:pt idx="2597">
                  <c:v>5.9299999999999999E-2</c:v>
                </c:pt>
                <c:pt idx="2598">
                  <c:v>5.9700000000000003E-2</c:v>
                </c:pt>
                <c:pt idx="2599">
                  <c:v>5.9700000000000003E-2</c:v>
                </c:pt>
                <c:pt idx="2600">
                  <c:v>5.9200000000000003E-2</c:v>
                </c:pt>
                <c:pt idx="2601">
                  <c:v>5.8599999999999999E-2</c:v>
                </c:pt>
                <c:pt idx="2602">
                  <c:v>5.8200000000000002E-2</c:v>
                </c:pt>
                <c:pt idx="2603">
                  <c:v>5.8200000000000002E-2</c:v>
                </c:pt>
                <c:pt idx="2604">
                  <c:v>5.8500000000000003E-2</c:v>
                </c:pt>
                <c:pt idx="2605">
                  <c:v>5.7500000000000002E-2</c:v>
                </c:pt>
                <c:pt idx="2606">
                  <c:v>5.8000000000000003E-2</c:v>
                </c:pt>
                <c:pt idx="2607">
                  <c:v>5.8000000000000003E-2</c:v>
                </c:pt>
                <c:pt idx="2608">
                  <c:v>5.8299999999999998E-2</c:v>
                </c:pt>
                <c:pt idx="2609">
                  <c:v>5.74E-2</c:v>
                </c:pt>
                <c:pt idx="2610">
                  <c:v>5.7200000000000001E-2</c:v>
                </c:pt>
                <c:pt idx="2611">
                  <c:v>5.6000000000000001E-2</c:v>
                </c:pt>
                <c:pt idx="2612">
                  <c:v>5.6000000000000001E-2</c:v>
                </c:pt>
                <c:pt idx="2613">
                  <c:v>5.6800000000000003E-2</c:v>
                </c:pt>
                <c:pt idx="2614">
                  <c:v>5.7000000000000002E-2</c:v>
                </c:pt>
                <c:pt idx="2615">
                  <c:v>5.6800000000000003E-2</c:v>
                </c:pt>
                <c:pt idx="2616">
                  <c:v>5.6099999999999997E-2</c:v>
                </c:pt>
                <c:pt idx="2617">
                  <c:v>5.6300000000000003E-2</c:v>
                </c:pt>
                <c:pt idx="2618">
                  <c:v>5.6099999999999997E-2</c:v>
                </c:pt>
                <c:pt idx="2619">
                  <c:v>5.6099999999999997E-2</c:v>
                </c:pt>
                <c:pt idx="2620">
                  <c:v>5.57E-2</c:v>
                </c:pt>
                <c:pt idx="2621">
                  <c:v>5.5899999999999998E-2</c:v>
                </c:pt>
                <c:pt idx="2622">
                  <c:v>5.5500000000000001E-2</c:v>
                </c:pt>
                <c:pt idx="2623">
                  <c:v>5.5599999999999997E-2</c:v>
                </c:pt>
                <c:pt idx="2624">
                  <c:v>5.5199999999999999E-2</c:v>
                </c:pt>
                <c:pt idx="2625">
                  <c:v>5.5199999999999999E-2</c:v>
                </c:pt>
                <c:pt idx="2626">
                  <c:v>5.4899999999999997E-2</c:v>
                </c:pt>
                <c:pt idx="2627">
                  <c:v>5.4899999999999997E-2</c:v>
                </c:pt>
                <c:pt idx="2628">
                  <c:v>5.5E-2</c:v>
                </c:pt>
                <c:pt idx="2629">
                  <c:v>5.4699999999999999E-2</c:v>
                </c:pt>
                <c:pt idx="2630">
                  <c:v>5.3900000000000003E-2</c:v>
                </c:pt>
                <c:pt idx="2631">
                  <c:v>5.3100000000000001E-2</c:v>
                </c:pt>
                <c:pt idx="2632">
                  <c:v>5.2400000000000002E-2</c:v>
                </c:pt>
                <c:pt idx="2633">
                  <c:v>5.1700000000000003E-2</c:v>
                </c:pt>
                <c:pt idx="2634">
                  <c:v>5.1299999999999998E-2</c:v>
                </c:pt>
                <c:pt idx="2635">
                  <c:v>5.0099999999999999E-2</c:v>
                </c:pt>
                <c:pt idx="2636">
                  <c:v>5.0599999999999999E-2</c:v>
                </c:pt>
                <c:pt idx="2637">
                  <c:v>5.0500000000000003E-2</c:v>
                </c:pt>
                <c:pt idx="2638">
                  <c:v>5.0700000000000002E-2</c:v>
                </c:pt>
                <c:pt idx="2639">
                  <c:v>5.04E-2</c:v>
                </c:pt>
                <c:pt idx="2640">
                  <c:v>5.0599999999999999E-2</c:v>
                </c:pt>
                <c:pt idx="2641">
                  <c:v>5.04E-2</c:v>
                </c:pt>
                <c:pt idx="2642">
                  <c:v>5.0299999999999997E-2</c:v>
                </c:pt>
                <c:pt idx="2643">
                  <c:v>5.0299999999999997E-2</c:v>
                </c:pt>
                <c:pt idx="2644">
                  <c:v>5.0299999999999997E-2</c:v>
                </c:pt>
                <c:pt idx="2645">
                  <c:v>5.1400000000000001E-2</c:v>
                </c:pt>
                <c:pt idx="2646">
                  <c:v>5.16E-2</c:v>
                </c:pt>
                <c:pt idx="2647">
                  <c:v>5.1900000000000002E-2</c:v>
                </c:pt>
                <c:pt idx="2648">
                  <c:v>5.1999999999999998E-2</c:v>
                </c:pt>
                <c:pt idx="2649">
                  <c:v>5.1999999999999998E-2</c:v>
                </c:pt>
                <c:pt idx="2650">
                  <c:v>5.21E-2</c:v>
                </c:pt>
                <c:pt idx="2651">
                  <c:v>5.1499999999999997E-2</c:v>
                </c:pt>
                <c:pt idx="2652">
                  <c:v>5.0500000000000003E-2</c:v>
                </c:pt>
                <c:pt idx="2653">
                  <c:v>5.1299999999999998E-2</c:v>
                </c:pt>
                <c:pt idx="2654">
                  <c:v>5.1200000000000002E-2</c:v>
                </c:pt>
                <c:pt idx="2655">
                  <c:v>5.11E-2</c:v>
                </c:pt>
                <c:pt idx="2656">
                  <c:v>5.1499999999999997E-2</c:v>
                </c:pt>
                <c:pt idx="2657">
                  <c:v>5.2900000000000003E-2</c:v>
                </c:pt>
                <c:pt idx="2658">
                  <c:v>5.3100000000000001E-2</c:v>
                </c:pt>
                <c:pt idx="2659">
                  <c:v>5.3999999999999999E-2</c:v>
                </c:pt>
                <c:pt idx="2660">
                  <c:v>5.5100000000000003E-2</c:v>
                </c:pt>
                <c:pt idx="2661">
                  <c:v>5.5800000000000002E-2</c:v>
                </c:pt>
                <c:pt idx="2662">
                  <c:v>5.4699999999999999E-2</c:v>
                </c:pt>
                <c:pt idx="2663">
                  <c:v>5.4600000000000003E-2</c:v>
                </c:pt>
                <c:pt idx="2664">
                  <c:v>5.3600000000000002E-2</c:v>
                </c:pt>
                <c:pt idx="2665">
                  <c:v>5.3800000000000001E-2</c:v>
                </c:pt>
                <c:pt idx="2666">
                  <c:v>5.3699999999999998E-2</c:v>
                </c:pt>
                <c:pt idx="2667">
                  <c:v>5.3100000000000001E-2</c:v>
                </c:pt>
                <c:pt idx="2668">
                  <c:v>5.28E-2</c:v>
                </c:pt>
                <c:pt idx="2669">
                  <c:v>5.2900000000000003E-2</c:v>
                </c:pt>
                <c:pt idx="2670">
                  <c:v>5.2200000000000003E-2</c:v>
                </c:pt>
                <c:pt idx="2671">
                  <c:v>5.2299999999999999E-2</c:v>
                </c:pt>
                <c:pt idx="2672">
                  <c:v>5.1700000000000003E-2</c:v>
                </c:pt>
                <c:pt idx="2673">
                  <c:v>5.1999999999999998E-2</c:v>
                </c:pt>
                <c:pt idx="2674">
                  <c:v>5.1900000000000002E-2</c:v>
                </c:pt>
                <c:pt idx="2675">
                  <c:v>5.16E-2</c:v>
                </c:pt>
                <c:pt idx="2676">
                  <c:v>5.0700000000000002E-2</c:v>
                </c:pt>
                <c:pt idx="2677">
                  <c:v>5.0599999999999999E-2</c:v>
                </c:pt>
                <c:pt idx="2678">
                  <c:v>5.04E-2</c:v>
                </c:pt>
                <c:pt idx="2679">
                  <c:v>5.04E-2</c:v>
                </c:pt>
                <c:pt idx="2680">
                  <c:v>5.1200000000000002E-2</c:v>
                </c:pt>
                <c:pt idx="2681">
                  <c:v>5.1400000000000001E-2</c:v>
                </c:pt>
                <c:pt idx="2682">
                  <c:v>5.11E-2</c:v>
                </c:pt>
                <c:pt idx="2683">
                  <c:v>5.1799999999999999E-2</c:v>
                </c:pt>
                <c:pt idx="2684">
                  <c:v>5.2499999999999998E-2</c:v>
                </c:pt>
                <c:pt idx="2685">
                  <c:v>5.2499999999999998E-2</c:v>
                </c:pt>
                <c:pt idx="2686">
                  <c:v>5.1900000000000002E-2</c:v>
                </c:pt>
                <c:pt idx="2687">
                  <c:v>5.1900000000000002E-2</c:v>
                </c:pt>
                <c:pt idx="2688">
                  <c:v>5.1900000000000002E-2</c:v>
                </c:pt>
                <c:pt idx="2689">
                  <c:v>5.21E-2</c:v>
                </c:pt>
                <c:pt idx="2690">
                  <c:v>5.2299999999999999E-2</c:v>
                </c:pt>
                <c:pt idx="2691">
                  <c:v>5.21E-2</c:v>
                </c:pt>
                <c:pt idx="2692">
                  <c:v>5.2200000000000003E-2</c:v>
                </c:pt>
                <c:pt idx="2693">
                  <c:v>5.21E-2</c:v>
                </c:pt>
                <c:pt idx="2694">
                  <c:v>5.1999999999999998E-2</c:v>
                </c:pt>
                <c:pt idx="2695">
                  <c:v>5.16E-2</c:v>
                </c:pt>
                <c:pt idx="2696">
                  <c:v>5.1499999999999997E-2</c:v>
                </c:pt>
                <c:pt idx="2697">
                  <c:v>5.1900000000000002E-2</c:v>
                </c:pt>
                <c:pt idx="2698">
                  <c:v>5.21E-2</c:v>
                </c:pt>
                <c:pt idx="2699">
                  <c:v>5.1999999999999998E-2</c:v>
                </c:pt>
                <c:pt idx="2700">
                  <c:v>5.1400000000000001E-2</c:v>
                </c:pt>
                <c:pt idx="2701">
                  <c:v>5.1799999999999999E-2</c:v>
                </c:pt>
                <c:pt idx="2702">
                  <c:v>5.1499999999999997E-2</c:v>
                </c:pt>
                <c:pt idx="2703">
                  <c:v>5.1799999999999999E-2</c:v>
                </c:pt>
                <c:pt idx="2704">
                  <c:v>5.2200000000000003E-2</c:v>
                </c:pt>
                <c:pt idx="2705">
                  <c:v>5.2299999999999999E-2</c:v>
                </c:pt>
                <c:pt idx="2706">
                  <c:v>5.21E-2</c:v>
                </c:pt>
                <c:pt idx="2707">
                  <c:v>5.2299999999999999E-2</c:v>
                </c:pt>
                <c:pt idx="2708">
                  <c:v>5.2499999999999998E-2</c:v>
                </c:pt>
                <c:pt idx="2709">
                  <c:v>5.3100000000000001E-2</c:v>
                </c:pt>
                <c:pt idx="2710">
                  <c:v>5.3199999999999997E-2</c:v>
                </c:pt>
                <c:pt idx="2711">
                  <c:v>5.3499999999999999E-2</c:v>
                </c:pt>
                <c:pt idx="2712">
                  <c:v>5.3999999999999999E-2</c:v>
                </c:pt>
                <c:pt idx="2713">
                  <c:v>5.4100000000000002E-2</c:v>
                </c:pt>
                <c:pt idx="2714">
                  <c:v>5.4100000000000002E-2</c:v>
                </c:pt>
                <c:pt idx="2715">
                  <c:v>5.3900000000000003E-2</c:v>
                </c:pt>
                <c:pt idx="2716">
                  <c:v>5.4399999999999997E-2</c:v>
                </c:pt>
                <c:pt idx="2717">
                  <c:v>5.4600000000000003E-2</c:v>
                </c:pt>
                <c:pt idx="2718">
                  <c:v>5.5100000000000003E-2</c:v>
                </c:pt>
                <c:pt idx="2719">
                  <c:v>5.5500000000000001E-2</c:v>
                </c:pt>
                <c:pt idx="2720">
                  <c:v>5.5899999999999998E-2</c:v>
                </c:pt>
                <c:pt idx="2721">
                  <c:v>5.6599999999999998E-2</c:v>
                </c:pt>
                <c:pt idx="2722">
                  <c:v>5.6500000000000002E-2</c:v>
                </c:pt>
                <c:pt idx="2723">
                  <c:v>5.6800000000000003E-2</c:v>
                </c:pt>
                <c:pt idx="2724">
                  <c:v>5.7200000000000001E-2</c:v>
                </c:pt>
                <c:pt idx="2725">
                  <c:v>5.6599999999999998E-2</c:v>
                </c:pt>
                <c:pt idx="2726">
                  <c:v>5.7500000000000002E-2</c:v>
                </c:pt>
                <c:pt idx="2727">
                  <c:v>5.8799999999999998E-2</c:v>
                </c:pt>
                <c:pt idx="2728">
                  <c:v>5.8700000000000002E-2</c:v>
                </c:pt>
                <c:pt idx="2729">
                  <c:v>5.91E-2</c:v>
                </c:pt>
                <c:pt idx="2730">
                  <c:v>5.8999999999999997E-2</c:v>
                </c:pt>
                <c:pt idx="2731">
                  <c:v>5.8799999999999998E-2</c:v>
                </c:pt>
                <c:pt idx="2732">
                  <c:v>5.9499999999999997E-2</c:v>
                </c:pt>
                <c:pt idx="2733">
                  <c:v>6.0299999999999999E-2</c:v>
                </c:pt>
                <c:pt idx="2734">
                  <c:v>0.06</c:v>
                </c:pt>
                <c:pt idx="2735">
                  <c:v>5.91E-2</c:v>
                </c:pt>
                <c:pt idx="2736">
                  <c:v>5.8000000000000003E-2</c:v>
                </c:pt>
                <c:pt idx="2737">
                  <c:v>5.67E-2</c:v>
                </c:pt>
                <c:pt idx="2738">
                  <c:v>5.62E-2</c:v>
                </c:pt>
                <c:pt idx="2739">
                  <c:v>5.62E-2</c:v>
                </c:pt>
                <c:pt idx="2740">
                  <c:v>5.6500000000000002E-2</c:v>
                </c:pt>
                <c:pt idx="2741">
                  <c:v>5.6599999999999998E-2</c:v>
                </c:pt>
                <c:pt idx="2742">
                  <c:v>5.5800000000000002E-2</c:v>
                </c:pt>
                <c:pt idx="2743">
                  <c:v>5.67E-2</c:v>
                </c:pt>
                <c:pt idx="2744">
                  <c:v>5.8000000000000003E-2</c:v>
                </c:pt>
                <c:pt idx="2745">
                  <c:v>5.8700000000000002E-2</c:v>
                </c:pt>
                <c:pt idx="2746">
                  <c:v>5.8400000000000001E-2</c:v>
                </c:pt>
                <c:pt idx="2747">
                  <c:v>5.7799999999999997E-2</c:v>
                </c:pt>
                <c:pt idx="2748">
                  <c:v>5.8200000000000002E-2</c:v>
                </c:pt>
                <c:pt idx="2749">
                  <c:v>5.8500000000000003E-2</c:v>
                </c:pt>
                <c:pt idx="2750">
                  <c:v>5.8400000000000001E-2</c:v>
                </c:pt>
                <c:pt idx="2751">
                  <c:v>5.7700000000000001E-2</c:v>
                </c:pt>
                <c:pt idx="2752">
                  <c:v>5.6899999999999999E-2</c:v>
                </c:pt>
                <c:pt idx="2753">
                  <c:v>5.6399999999999999E-2</c:v>
                </c:pt>
                <c:pt idx="2754">
                  <c:v>5.6099999999999997E-2</c:v>
                </c:pt>
                <c:pt idx="2755">
                  <c:v>5.6599999999999998E-2</c:v>
                </c:pt>
                <c:pt idx="2756">
                  <c:v>5.6399999999999999E-2</c:v>
                </c:pt>
                <c:pt idx="2757">
                  <c:v>5.6500000000000002E-2</c:v>
                </c:pt>
                <c:pt idx="2758">
                  <c:v>5.79E-2</c:v>
                </c:pt>
                <c:pt idx="2759">
                  <c:v>5.8299999999999998E-2</c:v>
                </c:pt>
                <c:pt idx="2760">
                  <c:v>5.9799999999999999E-2</c:v>
                </c:pt>
                <c:pt idx="2761">
                  <c:v>6.0400000000000002E-2</c:v>
                </c:pt>
                <c:pt idx="2762">
                  <c:v>6.3100000000000003E-2</c:v>
                </c:pt>
                <c:pt idx="2763">
                  <c:v>6.3500000000000001E-2</c:v>
                </c:pt>
                <c:pt idx="2764">
                  <c:v>6.9199999999999998E-2</c:v>
                </c:pt>
                <c:pt idx="2765">
                  <c:v>7.1800000000000003E-2</c:v>
                </c:pt>
                <c:pt idx="2766">
                  <c:v>7.2700000000000001E-2</c:v>
                </c:pt>
                <c:pt idx="2767">
                  <c:v>7.3200000000000001E-2</c:v>
                </c:pt>
                <c:pt idx="2768">
                  <c:v>7.2400000000000006E-2</c:v>
                </c:pt>
                <c:pt idx="2769">
                  <c:v>7.0900000000000005E-2</c:v>
                </c:pt>
                <c:pt idx="2770">
                  <c:v>7.0999999999999994E-2</c:v>
                </c:pt>
                <c:pt idx="2771">
                  <c:v>7.0699999999999999E-2</c:v>
                </c:pt>
                <c:pt idx="2772">
                  <c:v>7.2499999999999995E-2</c:v>
                </c:pt>
                <c:pt idx="2773">
                  <c:v>7.2900000000000006E-2</c:v>
                </c:pt>
                <c:pt idx="2774">
                  <c:v>7.2900000000000006E-2</c:v>
                </c:pt>
                <c:pt idx="2775">
                  <c:v>7.4099999999999999E-2</c:v>
                </c:pt>
                <c:pt idx="2776">
                  <c:v>7.4099999999999999E-2</c:v>
                </c:pt>
                <c:pt idx="2777">
                  <c:v>7.3899999999999993E-2</c:v>
                </c:pt>
                <c:pt idx="2778">
                  <c:v>7.4499999999999997E-2</c:v>
                </c:pt>
                <c:pt idx="2779">
                  <c:v>7.3899999999999993E-2</c:v>
                </c:pt>
                <c:pt idx="2780">
                  <c:v>7.3999999999999996E-2</c:v>
                </c:pt>
                <c:pt idx="2781">
                  <c:v>7.2300000000000003E-2</c:v>
                </c:pt>
                <c:pt idx="2782">
                  <c:v>7.1999999999999995E-2</c:v>
                </c:pt>
                <c:pt idx="2783">
                  <c:v>7.2700000000000001E-2</c:v>
                </c:pt>
                <c:pt idx="2784">
                  <c:v>7.2700000000000001E-2</c:v>
                </c:pt>
                <c:pt idx="2785">
                  <c:v>7.4300000000000005E-2</c:v>
                </c:pt>
                <c:pt idx="2786">
                  <c:v>7.3300000000000004E-2</c:v>
                </c:pt>
                <c:pt idx="2787">
                  <c:v>7.3099999999999998E-2</c:v>
                </c:pt>
                <c:pt idx="2788">
                  <c:v>7.4099999999999999E-2</c:v>
                </c:pt>
                <c:pt idx="2789">
                  <c:v>7.4999999999999997E-2</c:v>
                </c:pt>
                <c:pt idx="2790">
                  <c:v>7.51E-2</c:v>
                </c:pt>
                <c:pt idx="2791">
                  <c:v>7.4700000000000003E-2</c:v>
                </c:pt>
                <c:pt idx="2792">
                  <c:v>7.3999999999999996E-2</c:v>
                </c:pt>
                <c:pt idx="2793">
                  <c:v>7.3899999999999993E-2</c:v>
                </c:pt>
                <c:pt idx="2794">
                  <c:v>7.4999999999999997E-2</c:v>
                </c:pt>
                <c:pt idx="2795">
                  <c:v>7.4700000000000003E-2</c:v>
                </c:pt>
                <c:pt idx="2796">
                  <c:v>7.4999999999999997E-2</c:v>
                </c:pt>
                <c:pt idx="2797">
                  <c:v>7.7499999999999999E-2</c:v>
                </c:pt>
                <c:pt idx="2798">
                  <c:v>7.7600000000000002E-2</c:v>
                </c:pt>
                <c:pt idx="2799">
                  <c:v>7.7600000000000002E-2</c:v>
                </c:pt>
                <c:pt idx="2800">
                  <c:v>7.7200000000000005E-2</c:v>
                </c:pt>
                <c:pt idx="2801">
                  <c:v>7.8E-2</c:v>
                </c:pt>
                <c:pt idx="2802">
                  <c:v>7.8799999999999995E-2</c:v>
                </c:pt>
                <c:pt idx="2803">
                  <c:v>8.0799999999999997E-2</c:v>
                </c:pt>
                <c:pt idx="2804">
                  <c:v>8.3400000000000002E-2</c:v>
                </c:pt>
                <c:pt idx="2805">
                  <c:v>8.6400000000000005E-2</c:v>
                </c:pt>
                <c:pt idx="2806">
                  <c:v>8.5800000000000001E-2</c:v>
                </c:pt>
                <c:pt idx="2807">
                  <c:v>8.3699999999999997E-2</c:v>
                </c:pt>
                <c:pt idx="2808">
                  <c:v>8.2100000000000006E-2</c:v>
                </c:pt>
                <c:pt idx="2809">
                  <c:v>8.2100000000000006E-2</c:v>
                </c:pt>
                <c:pt idx="2810">
                  <c:v>8.0699999999999994E-2</c:v>
                </c:pt>
                <c:pt idx="2811">
                  <c:v>7.85E-2</c:v>
                </c:pt>
                <c:pt idx="2812">
                  <c:v>7.85E-2</c:v>
                </c:pt>
                <c:pt idx="2813">
                  <c:v>7.7100000000000002E-2</c:v>
                </c:pt>
                <c:pt idx="2814">
                  <c:v>7.7100000000000002E-2</c:v>
                </c:pt>
                <c:pt idx="2815">
                  <c:v>7.6999999999999999E-2</c:v>
                </c:pt>
                <c:pt idx="2816">
                  <c:v>7.5300000000000006E-2</c:v>
                </c:pt>
                <c:pt idx="2817">
                  <c:v>7.4800000000000005E-2</c:v>
                </c:pt>
                <c:pt idx="2818">
                  <c:v>7.3200000000000001E-2</c:v>
                </c:pt>
                <c:pt idx="2819">
                  <c:v>7.2099999999999997E-2</c:v>
                </c:pt>
                <c:pt idx="2820">
                  <c:v>7.1800000000000003E-2</c:v>
                </c:pt>
                <c:pt idx="2821">
                  <c:v>7.0999999999999994E-2</c:v>
                </c:pt>
                <c:pt idx="2822">
                  <c:v>6.8400000000000002E-2</c:v>
                </c:pt>
                <c:pt idx="2823">
                  <c:v>6.8199999999999997E-2</c:v>
                </c:pt>
                <c:pt idx="2824">
                  <c:v>6.9900000000000004E-2</c:v>
                </c:pt>
                <c:pt idx="2825">
                  <c:v>7.2499999999999995E-2</c:v>
                </c:pt>
                <c:pt idx="2826">
                  <c:v>7.1900000000000006E-2</c:v>
                </c:pt>
                <c:pt idx="2827">
                  <c:v>7.0900000000000005E-2</c:v>
                </c:pt>
                <c:pt idx="2828">
                  <c:v>7.1099999999999997E-2</c:v>
                </c:pt>
                <c:pt idx="2829">
                  <c:v>7.1199999999999999E-2</c:v>
                </c:pt>
                <c:pt idx="2830">
                  <c:v>7.0599999999999996E-2</c:v>
                </c:pt>
                <c:pt idx="2831">
                  <c:v>7.2599999999999998E-2</c:v>
                </c:pt>
                <c:pt idx="2832">
                  <c:v>7.2599999999999998E-2</c:v>
                </c:pt>
                <c:pt idx="2833">
                  <c:v>7.2599999999999998E-2</c:v>
                </c:pt>
                <c:pt idx="2834">
                  <c:v>7.2700000000000001E-2</c:v>
                </c:pt>
                <c:pt idx="2835">
                  <c:v>7.3400000000000007E-2</c:v>
                </c:pt>
                <c:pt idx="2836">
                  <c:v>7.3800000000000004E-2</c:v>
                </c:pt>
                <c:pt idx="2837">
                  <c:v>7.4099999999999999E-2</c:v>
                </c:pt>
                <c:pt idx="2838">
                  <c:v>7.4300000000000005E-2</c:v>
                </c:pt>
                <c:pt idx="2839">
                  <c:v>7.5800000000000006E-2</c:v>
                </c:pt>
                <c:pt idx="2840">
                  <c:v>7.6899999999999996E-2</c:v>
                </c:pt>
                <c:pt idx="2841">
                  <c:v>7.7600000000000002E-2</c:v>
                </c:pt>
                <c:pt idx="2842">
                  <c:v>7.7600000000000002E-2</c:v>
                </c:pt>
                <c:pt idx="2843">
                  <c:v>7.7200000000000005E-2</c:v>
                </c:pt>
                <c:pt idx="2844">
                  <c:v>7.6799999999999993E-2</c:v>
                </c:pt>
                <c:pt idx="2845">
                  <c:v>7.6999999999999999E-2</c:v>
                </c:pt>
                <c:pt idx="2846">
                  <c:v>7.5499999999999998E-2</c:v>
                </c:pt>
                <c:pt idx="2847">
                  <c:v>7.4700000000000003E-2</c:v>
                </c:pt>
                <c:pt idx="2848">
                  <c:v>7.4300000000000005E-2</c:v>
                </c:pt>
                <c:pt idx="2849">
                  <c:v>7.3499999999999996E-2</c:v>
                </c:pt>
                <c:pt idx="2850">
                  <c:v>7.3200000000000001E-2</c:v>
                </c:pt>
                <c:pt idx="2851">
                  <c:v>7.3300000000000004E-2</c:v>
                </c:pt>
                <c:pt idx="2852">
                  <c:v>7.3499999999999996E-2</c:v>
                </c:pt>
                <c:pt idx="2853">
                  <c:v>7.3499999999999996E-2</c:v>
                </c:pt>
                <c:pt idx="2854">
                  <c:v>7.3999999999999996E-2</c:v>
                </c:pt>
                <c:pt idx="2855">
                  <c:v>7.3999999999999996E-2</c:v>
                </c:pt>
                <c:pt idx="2856">
                  <c:v>7.4499999999999997E-2</c:v>
                </c:pt>
                <c:pt idx="2857">
                  <c:v>7.4399999999999994E-2</c:v>
                </c:pt>
                <c:pt idx="2858">
                  <c:v>7.46E-2</c:v>
                </c:pt>
                <c:pt idx="2859">
                  <c:v>7.4499999999999997E-2</c:v>
                </c:pt>
                <c:pt idx="2860">
                  <c:v>7.3700000000000002E-2</c:v>
                </c:pt>
                <c:pt idx="2861">
                  <c:v>7.3099999999999998E-2</c:v>
                </c:pt>
                <c:pt idx="2862">
                  <c:v>7.2800000000000004E-2</c:v>
                </c:pt>
                <c:pt idx="2863">
                  <c:v>7.2099999999999997E-2</c:v>
                </c:pt>
                <c:pt idx="2864">
                  <c:v>7.2099999999999997E-2</c:v>
                </c:pt>
                <c:pt idx="2865">
                  <c:v>7.22E-2</c:v>
                </c:pt>
                <c:pt idx="2866">
                  <c:v>7.22E-2</c:v>
                </c:pt>
                <c:pt idx="2867">
                  <c:v>7.2099999999999997E-2</c:v>
                </c:pt>
                <c:pt idx="2868">
                  <c:v>7.2400000000000006E-2</c:v>
                </c:pt>
                <c:pt idx="2869">
                  <c:v>7.2400000000000006E-2</c:v>
                </c:pt>
                <c:pt idx="2870">
                  <c:v>7.1199999999999999E-2</c:v>
                </c:pt>
                <c:pt idx="2871">
                  <c:v>7.0900000000000005E-2</c:v>
                </c:pt>
                <c:pt idx="2872">
                  <c:v>7.0900000000000005E-2</c:v>
                </c:pt>
                <c:pt idx="2873">
                  <c:v>7.0699999999999999E-2</c:v>
                </c:pt>
                <c:pt idx="2874">
                  <c:v>7.0499999999999993E-2</c:v>
                </c:pt>
                <c:pt idx="2875">
                  <c:v>7.0199999999999999E-2</c:v>
                </c:pt>
                <c:pt idx="2876">
                  <c:v>7.0599999999999996E-2</c:v>
                </c:pt>
                <c:pt idx="2877">
                  <c:v>7.0400000000000004E-2</c:v>
                </c:pt>
                <c:pt idx="2878">
                  <c:v>7.0999999999999994E-2</c:v>
                </c:pt>
                <c:pt idx="2879">
                  <c:v>7.0999999999999994E-2</c:v>
                </c:pt>
                <c:pt idx="2880">
                  <c:v>7.0800000000000002E-2</c:v>
                </c:pt>
                <c:pt idx="2881">
                  <c:v>7.0599999999999996E-2</c:v>
                </c:pt>
                <c:pt idx="2882">
                  <c:v>6.93E-2</c:v>
                </c:pt>
                <c:pt idx="2883">
                  <c:v>6.8599999999999994E-2</c:v>
                </c:pt>
                <c:pt idx="2884">
                  <c:v>6.8199999999999997E-2</c:v>
                </c:pt>
                <c:pt idx="2885">
                  <c:v>6.8000000000000005E-2</c:v>
                </c:pt>
                <c:pt idx="2886">
                  <c:v>6.8199999999999997E-2</c:v>
                </c:pt>
                <c:pt idx="2887">
                  <c:v>6.7199999999999996E-2</c:v>
                </c:pt>
                <c:pt idx="2888">
                  <c:v>6.7400000000000002E-2</c:v>
                </c:pt>
                <c:pt idx="2889">
                  <c:v>6.7900000000000002E-2</c:v>
                </c:pt>
                <c:pt idx="2890">
                  <c:v>6.7799999999999999E-2</c:v>
                </c:pt>
                <c:pt idx="2891">
                  <c:v>6.7199999999999996E-2</c:v>
                </c:pt>
                <c:pt idx="2892">
                  <c:v>6.7299999999999999E-2</c:v>
                </c:pt>
                <c:pt idx="2893">
                  <c:v>6.6299999999999998E-2</c:v>
                </c:pt>
                <c:pt idx="2894">
                  <c:v>6.6000000000000003E-2</c:v>
                </c:pt>
                <c:pt idx="2895">
                  <c:v>6.5600000000000006E-2</c:v>
                </c:pt>
                <c:pt idx="2896">
                  <c:v>6.5100000000000005E-2</c:v>
                </c:pt>
                <c:pt idx="2897">
                  <c:v>6.4799999999999996E-2</c:v>
                </c:pt>
                <c:pt idx="2898">
                  <c:v>6.5500000000000003E-2</c:v>
                </c:pt>
                <c:pt idx="2899">
                  <c:v>6.5199999999999994E-2</c:v>
                </c:pt>
                <c:pt idx="2900">
                  <c:v>6.5199999999999994E-2</c:v>
                </c:pt>
                <c:pt idx="2901">
                  <c:v>6.54E-2</c:v>
                </c:pt>
                <c:pt idx="2902">
                  <c:v>6.5299999999999997E-2</c:v>
                </c:pt>
                <c:pt idx="2903">
                  <c:v>6.4699999999999994E-2</c:v>
                </c:pt>
                <c:pt idx="2904">
                  <c:v>6.4699999999999994E-2</c:v>
                </c:pt>
                <c:pt idx="2905">
                  <c:v>6.4100000000000004E-2</c:v>
                </c:pt>
                <c:pt idx="2906">
                  <c:v>6.3600000000000004E-2</c:v>
                </c:pt>
                <c:pt idx="2907">
                  <c:v>6.3600000000000004E-2</c:v>
                </c:pt>
                <c:pt idx="2908">
                  <c:v>6.3600000000000004E-2</c:v>
                </c:pt>
                <c:pt idx="2909">
                  <c:v>6.3100000000000003E-2</c:v>
                </c:pt>
                <c:pt idx="2910">
                  <c:v>6.2799999999999995E-2</c:v>
                </c:pt>
                <c:pt idx="2911">
                  <c:v>6.2199999999999998E-2</c:v>
                </c:pt>
                <c:pt idx="2912">
                  <c:v>6.2E-2</c:v>
                </c:pt>
                <c:pt idx="2913">
                  <c:v>6.2E-2</c:v>
                </c:pt>
                <c:pt idx="2914">
                  <c:v>6.2700000000000006E-2</c:v>
                </c:pt>
                <c:pt idx="2915">
                  <c:v>6.4699999999999994E-2</c:v>
                </c:pt>
                <c:pt idx="2916">
                  <c:v>6.4299999999999996E-2</c:v>
                </c:pt>
                <c:pt idx="2917">
                  <c:v>6.3500000000000001E-2</c:v>
                </c:pt>
                <c:pt idx="2918">
                  <c:v>6.3200000000000006E-2</c:v>
                </c:pt>
                <c:pt idx="2919">
                  <c:v>6.3100000000000003E-2</c:v>
                </c:pt>
                <c:pt idx="2920">
                  <c:v>6.2300000000000001E-2</c:v>
                </c:pt>
                <c:pt idx="2921">
                  <c:v>6.1100000000000002E-2</c:v>
                </c:pt>
                <c:pt idx="2922">
                  <c:v>6.1699999999999998E-2</c:v>
                </c:pt>
                <c:pt idx="2923">
                  <c:v>6.1600000000000002E-2</c:v>
                </c:pt>
                <c:pt idx="2924">
                  <c:v>6.0999999999999999E-2</c:v>
                </c:pt>
                <c:pt idx="2925">
                  <c:v>6.13E-2</c:v>
                </c:pt>
                <c:pt idx="2926">
                  <c:v>6.1600000000000002E-2</c:v>
                </c:pt>
                <c:pt idx="2927">
                  <c:v>6.2199999999999998E-2</c:v>
                </c:pt>
                <c:pt idx="2928">
                  <c:v>6.25E-2</c:v>
                </c:pt>
                <c:pt idx="2929">
                  <c:v>6.25E-2</c:v>
                </c:pt>
                <c:pt idx="2930">
                  <c:v>6.2799999999999995E-2</c:v>
                </c:pt>
                <c:pt idx="2931">
                  <c:v>6.2700000000000006E-2</c:v>
                </c:pt>
                <c:pt idx="2932">
                  <c:v>6.3299999999999995E-2</c:v>
                </c:pt>
                <c:pt idx="2933">
                  <c:v>6.2899999999999998E-2</c:v>
                </c:pt>
                <c:pt idx="2934">
                  <c:v>6.2899999999999998E-2</c:v>
                </c:pt>
                <c:pt idx="2935">
                  <c:v>6.2100000000000002E-2</c:v>
                </c:pt>
                <c:pt idx="2936">
                  <c:v>6.2899999999999998E-2</c:v>
                </c:pt>
                <c:pt idx="2937">
                  <c:v>6.3299999999999995E-2</c:v>
                </c:pt>
                <c:pt idx="2938">
                  <c:v>6.3299999999999995E-2</c:v>
                </c:pt>
                <c:pt idx="2939">
                  <c:v>6.4899999999999999E-2</c:v>
                </c:pt>
                <c:pt idx="2940">
                  <c:v>6.5699999999999995E-2</c:v>
                </c:pt>
                <c:pt idx="2941">
                  <c:v>6.5699999999999995E-2</c:v>
                </c:pt>
                <c:pt idx="2942">
                  <c:v>6.5199999999999994E-2</c:v>
                </c:pt>
                <c:pt idx="2943">
                  <c:v>6.5299999999999997E-2</c:v>
                </c:pt>
                <c:pt idx="2944">
                  <c:v>6.54E-2</c:v>
                </c:pt>
                <c:pt idx="2945">
                  <c:v>6.4799999999999996E-2</c:v>
                </c:pt>
                <c:pt idx="2946">
                  <c:v>6.4600000000000005E-2</c:v>
                </c:pt>
                <c:pt idx="2947">
                  <c:v>6.4899999999999999E-2</c:v>
                </c:pt>
                <c:pt idx="2948">
                  <c:v>6.4600000000000005E-2</c:v>
                </c:pt>
                <c:pt idx="2949">
                  <c:v>6.5000000000000002E-2</c:v>
                </c:pt>
                <c:pt idx="2950">
                  <c:v>6.4600000000000005E-2</c:v>
                </c:pt>
                <c:pt idx="2951">
                  <c:v>6.3799999999999996E-2</c:v>
                </c:pt>
                <c:pt idx="2952">
                  <c:v>6.3899999999999998E-2</c:v>
                </c:pt>
                <c:pt idx="2953">
                  <c:v>6.3299999999999995E-2</c:v>
                </c:pt>
                <c:pt idx="2954">
                  <c:v>6.3100000000000003E-2</c:v>
                </c:pt>
                <c:pt idx="2955">
                  <c:v>6.2399999999999997E-2</c:v>
                </c:pt>
                <c:pt idx="2956">
                  <c:v>6.2300000000000001E-2</c:v>
                </c:pt>
                <c:pt idx="2957">
                  <c:v>6.2199999999999998E-2</c:v>
                </c:pt>
                <c:pt idx="2958">
                  <c:v>6.25E-2</c:v>
                </c:pt>
                <c:pt idx="2959">
                  <c:v>6.2700000000000006E-2</c:v>
                </c:pt>
                <c:pt idx="2960">
                  <c:v>6.3E-2</c:v>
                </c:pt>
                <c:pt idx="2961">
                  <c:v>6.3399999999999998E-2</c:v>
                </c:pt>
                <c:pt idx="2962">
                  <c:v>6.2799999999999995E-2</c:v>
                </c:pt>
                <c:pt idx="2963">
                  <c:v>6.3E-2</c:v>
                </c:pt>
                <c:pt idx="2964">
                  <c:v>6.3799999999999996E-2</c:v>
                </c:pt>
                <c:pt idx="2965">
                  <c:v>6.4199999999999993E-2</c:v>
                </c:pt>
                <c:pt idx="2966">
                  <c:v>6.4600000000000005E-2</c:v>
                </c:pt>
                <c:pt idx="2967">
                  <c:v>6.6600000000000006E-2</c:v>
                </c:pt>
                <c:pt idx="2968">
                  <c:v>6.7299999999999999E-2</c:v>
                </c:pt>
                <c:pt idx="2969">
                  <c:v>6.8199999999999997E-2</c:v>
                </c:pt>
                <c:pt idx="2970">
                  <c:v>6.7799999999999999E-2</c:v>
                </c:pt>
                <c:pt idx="2971">
                  <c:v>6.8599999999999994E-2</c:v>
                </c:pt>
                <c:pt idx="2972">
                  <c:v>6.8199999999999997E-2</c:v>
                </c:pt>
                <c:pt idx="2973">
                  <c:v>6.8400000000000002E-2</c:v>
                </c:pt>
                <c:pt idx="2974">
                  <c:v>6.8400000000000002E-2</c:v>
                </c:pt>
                <c:pt idx="2975">
                  <c:v>6.8099999999999994E-2</c:v>
                </c:pt>
                <c:pt idx="2976">
                  <c:v>6.9199999999999998E-2</c:v>
                </c:pt>
                <c:pt idx="2977">
                  <c:v>6.9599999999999995E-2</c:v>
                </c:pt>
                <c:pt idx="2978">
                  <c:v>7.1499999999999994E-2</c:v>
                </c:pt>
                <c:pt idx="2979">
                  <c:v>7.17E-2</c:v>
                </c:pt>
                <c:pt idx="2980">
                  <c:v>7.2099999999999997E-2</c:v>
                </c:pt>
                <c:pt idx="2981">
                  <c:v>7.0900000000000005E-2</c:v>
                </c:pt>
                <c:pt idx="2982">
                  <c:v>7.0000000000000007E-2</c:v>
                </c:pt>
                <c:pt idx="2983">
                  <c:v>6.9900000000000004E-2</c:v>
                </c:pt>
                <c:pt idx="2984">
                  <c:v>6.9900000000000004E-2</c:v>
                </c:pt>
                <c:pt idx="2985">
                  <c:v>7.0000000000000007E-2</c:v>
                </c:pt>
                <c:pt idx="2986">
                  <c:v>6.9800000000000001E-2</c:v>
                </c:pt>
                <c:pt idx="2987">
                  <c:v>6.9500000000000006E-2</c:v>
                </c:pt>
                <c:pt idx="2988">
                  <c:v>6.9599999999999995E-2</c:v>
                </c:pt>
                <c:pt idx="2989">
                  <c:v>6.9400000000000003E-2</c:v>
                </c:pt>
                <c:pt idx="2990">
                  <c:v>6.8199999999999997E-2</c:v>
                </c:pt>
                <c:pt idx="2991">
                  <c:v>6.7100000000000007E-2</c:v>
                </c:pt>
                <c:pt idx="2992">
                  <c:v>6.6900000000000001E-2</c:v>
                </c:pt>
                <c:pt idx="2993">
                  <c:v>6.6699999999999995E-2</c:v>
                </c:pt>
                <c:pt idx="2994">
                  <c:v>6.7500000000000004E-2</c:v>
                </c:pt>
                <c:pt idx="2995">
                  <c:v>6.7199999999999996E-2</c:v>
                </c:pt>
                <c:pt idx="2996">
                  <c:v>6.6600000000000006E-2</c:v>
                </c:pt>
                <c:pt idx="2997">
                  <c:v>6.6699999999999995E-2</c:v>
                </c:pt>
                <c:pt idx="2998">
                  <c:v>6.5500000000000003E-2</c:v>
                </c:pt>
                <c:pt idx="2999">
                  <c:v>6.5299999999999997E-2</c:v>
                </c:pt>
                <c:pt idx="3000">
                  <c:v>6.4699999999999994E-2</c:v>
                </c:pt>
                <c:pt idx="3001">
                  <c:v>6.4699999999999994E-2</c:v>
                </c:pt>
                <c:pt idx="3002">
                  <c:v>6.5000000000000002E-2</c:v>
                </c:pt>
                <c:pt idx="3003">
                  <c:v>6.5299999999999997E-2</c:v>
                </c:pt>
                <c:pt idx="3004">
                  <c:v>6.5299999999999997E-2</c:v>
                </c:pt>
                <c:pt idx="3005">
                  <c:v>6.5100000000000005E-2</c:v>
                </c:pt>
                <c:pt idx="3006">
                  <c:v>6.4699999999999994E-2</c:v>
                </c:pt>
                <c:pt idx="3007">
                  <c:v>6.5000000000000002E-2</c:v>
                </c:pt>
                <c:pt idx="3008">
                  <c:v>6.5000000000000002E-2</c:v>
                </c:pt>
                <c:pt idx="3009">
                  <c:v>6.5000000000000002E-2</c:v>
                </c:pt>
                <c:pt idx="3010">
                  <c:v>6.4799999999999996E-2</c:v>
                </c:pt>
                <c:pt idx="3011">
                  <c:v>6.4500000000000002E-2</c:v>
                </c:pt>
                <c:pt idx="3012">
                  <c:v>6.3899999999999998E-2</c:v>
                </c:pt>
                <c:pt idx="3013">
                  <c:v>6.4100000000000004E-2</c:v>
                </c:pt>
                <c:pt idx="3014">
                  <c:v>6.5199999999999994E-2</c:v>
                </c:pt>
                <c:pt idx="3015">
                  <c:v>6.54E-2</c:v>
                </c:pt>
                <c:pt idx="3016">
                  <c:v>6.5199999999999994E-2</c:v>
                </c:pt>
                <c:pt idx="3017">
                  <c:v>6.4699999999999994E-2</c:v>
                </c:pt>
                <c:pt idx="3018">
                  <c:v>6.3899999999999998E-2</c:v>
                </c:pt>
                <c:pt idx="3019">
                  <c:v>6.3799999999999996E-2</c:v>
                </c:pt>
                <c:pt idx="3020">
                  <c:v>6.3399999999999998E-2</c:v>
                </c:pt>
                <c:pt idx="3021">
                  <c:v>6.2700000000000006E-2</c:v>
                </c:pt>
                <c:pt idx="3022">
                  <c:v>6.2899999999999998E-2</c:v>
                </c:pt>
                <c:pt idx="3023">
                  <c:v>6.2100000000000002E-2</c:v>
                </c:pt>
                <c:pt idx="3024">
                  <c:v>6.1899999999999997E-2</c:v>
                </c:pt>
                <c:pt idx="3025">
                  <c:v>6.1199999999999997E-2</c:v>
                </c:pt>
                <c:pt idx="3026">
                  <c:v>6.0999999999999999E-2</c:v>
                </c:pt>
                <c:pt idx="3027">
                  <c:v>6.1199999999999997E-2</c:v>
                </c:pt>
                <c:pt idx="3028">
                  <c:v>6.1499999999999999E-2</c:v>
                </c:pt>
                <c:pt idx="3029">
                  <c:v>6.1499999999999999E-2</c:v>
                </c:pt>
                <c:pt idx="3030">
                  <c:v>6.13E-2</c:v>
                </c:pt>
                <c:pt idx="3031">
                  <c:v>6.0900000000000003E-2</c:v>
                </c:pt>
                <c:pt idx="3032">
                  <c:v>6.1100000000000002E-2</c:v>
                </c:pt>
                <c:pt idx="3033">
                  <c:v>6.1100000000000002E-2</c:v>
                </c:pt>
                <c:pt idx="3034">
                  <c:v>6.0600000000000001E-2</c:v>
                </c:pt>
                <c:pt idx="3035">
                  <c:v>6.0299999999999999E-2</c:v>
                </c:pt>
                <c:pt idx="3036">
                  <c:v>6.0600000000000001E-2</c:v>
                </c:pt>
                <c:pt idx="3037">
                  <c:v>6.0499999999999998E-2</c:v>
                </c:pt>
                <c:pt idx="3038">
                  <c:v>6.0499999999999998E-2</c:v>
                </c:pt>
                <c:pt idx="3039">
                  <c:v>6.0499999999999998E-2</c:v>
                </c:pt>
                <c:pt idx="3040">
                  <c:v>6.0600000000000001E-2</c:v>
                </c:pt>
                <c:pt idx="3041">
                  <c:v>6.0299999999999999E-2</c:v>
                </c:pt>
                <c:pt idx="3042">
                  <c:v>6.0199999999999997E-2</c:v>
                </c:pt>
                <c:pt idx="3043">
                  <c:v>6.0699999999999997E-2</c:v>
                </c:pt>
                <c:pt idx="3044">
                  <c:v>6.0699999999999997E-2</c:v>
                </c:pt>
                <c:pt idx="3045">
                  <c:v>6.0499999999999998E-2</c:v>
                </c:pt>
                <c:pt idx="3046">
                  <c:v>0.06</c:v>
                </c:pt>
                <c:pt idx="3047">
                  <c:v>5.8999999999999997E-2</c:v>
                </c:pt>
                <c:pt idx="3048">
                  <c:v>5.8599999999999999E-2</c:v>
                </c:pt>
                <c:pt idx="3049">
                  <c:v>5.8200000000000002E-2</c:v>
                </c:pt>
                <c:pt idx="3050">
                  <c:v>5.7700000000000001E-2</c:v>
                </c:pt>
                <c:pt idx="3051">
                  <c:v>5.6500000000000002E-2</c:v>
                </c:pt>
                <c:pt idx="3052">
                  <c:v>5.6399999999999999E-2</c:v>
                </c:pt>
                <c:pt idx="3053">
                  <c:v>5.4699999999999999E-2</c:v>
                </c:pt>
                <c:pt idx="3054">
                  <c:v>5.5E-2</c:v>
                </c:pt>
                <c:pt idx="3055">
                  <c:v>5.5199999999999999E-2</c:v>
                </c:pt>
                <c:pt idx="3056">
                  <c:v>5.5100000000000003E-2</c:v>
                </c:pt>
                <c:pt idx="3057">
                  <c:v>5.5500000000000001E-2</c:v>
                </c:pt>
                <c:pt idx="3058">
                  <c:v>5.5800000000000002E-2</c:v>
                </c:pt>
                <c:pt idx="3059">
                  <c:v>5.6500000000000002E-2</c:v>
                </c:pt>
                <c:pt idx="3060">
                  <c:v>5.7200000000000001E-2</c:v>
                </c:pt>
                <c:pt idx="3061">
                  <c:v>5.9200000000000003E-2</c:v>
                </c:pt>
                <c:pt idx="3062">
                  <c:v>5.8700000000000002E-2</c:v>
                </c:pt>
                <c:pt idx="3063">
                  <c:v>5.8599999999999999E-2</c:v>
                </c:pt>
                <c:pt idx="3064">
                  <c:v>5.8099999999999999E-2</c:v>
                </c:pt>
                <c:pt idx="3065">
                  <c:v>5.8400000000000001E-2</c:v>
                </c:pt>
                <c:pt idx="3066">
                  <c:v>5.8200000000000002E-2</c:v>
                </c:pt>
                <c:pt idx="3067">
                  <c:v>5.7599999999999998E-2</c:v>
                </c:pt>
                <c:pt idx="3068">
                  <c:v>5.7000000000000002E-2</c:v>
                </c:pt>
                <c:pt idx="3069">
                  <c:v>5.7000000000000002E-2</c:v>
                </c:pt>
                <c:pt idx="3070">
                  <c:v>5.7500000000000002E-2</c:v>
                </c:pt>
                <c:pt idx="3071">
                  <c:v>5.7599999999999998E-2</c:v>
                </c:pt>
                <c:pt idx="3072">
                  <c:v>5.7299999999999997E-2</c:v>
                </c:pt>
                <c:pt idx="3073">
                  <c:v>5.74E-2</c:v>
                </c:pt>
                <c:pt idx="3074">
                  <c:v>5.7099999999999998E-2</c:v>
                </c:pt>
                <c:pt idx="3075">
                  <c:v>5.67E-2</c:v>
                </c:pt>
                <c:pt idx="3076">
                  <c:v>5.5599999999999997E-2</c:v>
                </c:pt>
                <c:pt idx="3077">
                  <c:v>5.5300000000000002E-2</c:v>
                </c:pt>
                <c:pt idx="3078">
                  <c:v>5.5800000000000002E-2</c:v>
                </c:pt>
                <c:pt idx="3079">
                  <c:v>5.5800000000000002E-2</c:v>
                </c:pt>
                <c:pt idx="3080">
                  <c:v>5.6899999999999999E-2</c:v>
                </c:pt>
                <c:pt idx="3081">
                  <c:v>5.6599999999999998E-2</c:v>
                </c:pt>
                <c:pt idx="3082">
                  <c:v>5.6300000000000003E-2</c:v>
                </c:pt>
                <c:pt idx="3083">
                  <c:v>5.6899999999999999E-2</c:v>
                </c:pt>
                <c:pt idx="3084">
                  <c:v>5.7500000000000002E-2</c:v>
                </c:pt>
                <c:pt idx="3085">
                  <c:v>5.7500000000000002E-2</c:v>
                </c:pt>
                <c:pt idx="3086">
                  <c:v>5.7700000000000001E-2</c:v>
                </c:pt>
                <c:pt idx="3087">
                  <c:v>5.7299999999999997E-2</c:v>
                </c:pt>
                <c:pt idx="3088">
                  <c:v>5.7200000000000001E-2</c:v>
                </c:pt>
                <c:pt idx="3089">
                  <c:v>5.7299999999999997E-2</c:v>
                </c:pt>
                <c:pt idx="3090">
                  <c:v>5.6800000000000003E-2</c:v>
                </c:pt>
                <c:pt idx="3091">
                  <c:v>5.7799999999999997E-2</c:v>
                </c:pt>
                <c:pt idx="3092">
                  <c:v>5.8200000000000002E-2</c:v>
                </c:pt>
                <c:pt idx="3093">
                  <c:v>5.91E-2</c:v>
                </c:pt>
                <c:pt idx="3094">
                  <c:v>5.91E-2</c:v>
                </c:pt>
                <c:pt idx="3095">
                  <c:v>5.96E-2</c:v>
                </c:pt>
                <c:pt idx="3096">
                  <c:v>0.06</c:v>
                </c:pt>
                <c:pt idx="3097">
                  <c:v>6.0900000000000003E-2</c:v>
                </c:pt>
                <c:pt idx="3098">
                  <c:v>6.13E-2</c:v>
                </c:pt>
                <c:pt idx="3099">
                  <c:v>6.0600000000000001E-2</c:v>
                </c:pt>
                <c:pt idx="3100">
                  <c:v>5.9900000000000002E-2</c:v>
                </c:pt>
                <c:pt idx="3101">
                  <c:v>5.96E-2</c:v>
                </c:pt>
                <c:pt idx="3102">
                  <c:v>5.96E-2</c:v>
                </c:pt>
                <c:pt idx="3103">
                  <c:v>5.96E-2</c:v>
                </c:pt>
                <c:pt idx="3104">
                  <c:v>5.9400000000000001E-2</c:v>
                </c:pt>
                <c:pt idx="3105">
                  <c:v>5.9299999999999999E-2</c:v>
                </c:pt>
                <c:pt idx="3106">
                  <c:v>5.9200000000000003E-2</c:v>
                </c:pt>
                <c:pt idx="3107">
                  <c:v>5.8400000000000001E-2</c:v>
                </c:pt>
                <c:pt idx="3108">
                  <c:v>5.8200000000000002E-2</c:v>
                </c:pt>
                <c:pt idx="3109">
                  <c:v>5.7700000000000001E-2</c:v>
                </c:pt>
                <c:pt idx="3110">
                  <c:v>5.7500000000000002E-2</c:v>
                </c:pt>
                <c:pt idx="3111">
                  <c:v>5.6800000000000003E-2</c:v>
                </c:pt>
                <c:pt idx="3112">
                  <c:v>5.6599999999999998E-2</c:v>
                </c:pt>
                <c:pt idx="3113">
                  <c:v>5.6300000000000003E-2</c:v>
                </c:pt>
                <c:pt idx="3114">
                  <c:v>5.6300000000000003E-2</c:v>
                </c:pt>
                <c:pt idx="3115">
                  <c:v>5.5300000000000002E-2</c:v>
                </c:pt>
                <c:pt idx="3116">
                  <c:v>5.4899999999999997E-2</c:v>
                </c:pt>
                <c:pt idx="3117">
                  <c:v>5.4699999999999999E-2</c:v>
                </c:pt>
                <c:pt idx="3118">
                  <c:v>5.4899999999999997E-2</c:v>
                </c:pt>
                <c:pt idx="3119">
                  <c:v>5.4300000000000001E-2</c:v>
                </c:pt>
                <c:pt idx="3120">
                  <c:v>5.3900000000000003E-2</c:v>
                </c:pt>
                <c:pt idx="3121">
                  <c:v>5.3900000000000003E-2</c:v>
                </c:pt>
                <c:pt idx="3122">
                  <c:v>5.3999999999999999E-2</c:v>
                </c:pt>
                <c:pt idx="3123">
                  <c:v>5.4399999999999997E-2</c:v>
                </c:pt>
                <c:pt idx="3124">
                  <c:v>5.4300000000000001E-2</c:v>
                </c:pt>
                <c:pt idx="3125">
                  <c:v>5.4300000000000001E-2</c:v>
                </c:pt>
                <c:pt idx="3126">
                  <c:v>5.4199999999999998E-2</c:v>
                </c:pt>
                <c:pt idx="3127">
                  <c:v>5.4600000000000003E-2</c:v>
                </c:pt>
                <c:pt idx="3128">
                  <c:v>5.4899999999999997E-2</c:v>
                </c:pt>
                <c:pt idx="3129">
                  <c:v>5.4800000000000001E-2</c:v>
                </c:pt>
                <c:pt idx="3130">
                  <c:v>5.4800000000000001E-2</c:v>
                </c:pt>
                <c:pt idx="3131">
                  <c:v>5.3199999999999997E-2</c:v>
                </c:pt>
                <c:pt idx="3132">
                  <c:v>5.2200000000000003E-2</c:v>
                </c:pt>
                <c:pt idx="3133">
                  <c:v>5.2200000000000003E-2</c:v>
                </c:pt>
                <c:pt idx="3134">
                  <c:v>5.2200000000000003E-2</c:v>
                </c:pt>
                <c:pt idx="3135">
                  <c:v>5.1900000000000002E-2</c:v>
                </c:pt>
                <c:pt idx="3136">
                  <c:v>5.1900000000000002E-2</c:v>
                </c:pt>
                <c:pt idx="3137">
                  <c:v>5.1200000000000002E-2</c:v>
                </c:pt>
                <c:pt idx="3138">
                  <c:v>5.1299999999999998E-2</c:v>
                </c:pt>
                <c:pt idx="3139">
                  <c:v>5.1400000000000001E-2</c:v>
                </c:pt>
                <c:pt idx="3140">
                  <c:v>5.1700000000000003E-2</c:v>
                </c:pt>
                <c:pt idx="3141">
                  <c:v>5.1400000000000001E-2</c:v>
                </c:pt>
                <c:pt idx="3142">
                  <c:v>5.0799999999999998E-2</c:v>
                </c:pt>
                <c:pt idx="3143">
                  <c:v>5.0900000000000001E-2</c:v>
                </c:pt>
                <c:pt idx="3144">
                  <c:v>5.0900000000000001E-2</c:v>
                </c:pt>
                <c:pt idx="3145">
                  <c:v>5.0799999999999998E-2</c:v>
                </c:pt>
                <c:pt idx="3146">
                  <c:v>5.0599999999999999E-2</c:v>
                </c:pt>
                <c:pt idx="3147">
                  <c:v>5.0500000000000003E-2</c:v>
                </c:pt>
                <c:pt idx="3148">
                  <c:v>4.9299999999999997E-2</c:v>
                </c:pt>
                <c:pt idx="3149">
                  <c:v>4.9399999999999999E-2</c:v>
                </c:pt>
                <c:pt idx="3150">
                  <c:v>4.9700000000000001E-2</c:v>
                </c:pt>
                <c:pt idx="3151">
                  <c:v>5.0700000000000002E-2</c:v>
                </c:pt>
                <c:pt idx="3152">
                  <c:v>5.1400000000000001E-2</c:v>
                </c:pt>
                <c:pt idx="3153">
                  <c:v>5.1299999999999998E-2</c:v>
                </c:pt>
                <c:pt idx="3154">
                  <c:v>5.1900000000000002E-2</c:v>
                </c:pt>
                <c:pt idx="3155">
                  <c:v>5.21E-2</c:v>
                </c:pt>
                <c:pt idx="3156">
                  <c:v>5.2200000000000003E-2</c:v>
                </c:pt>
                <c:pt idx="3157">
                  <c:v>5.2600000000000001E-2</c:v>
                </c:pt>
                <c:pt idx="3158">
                  <c:v>5.2699999999999997E-2</c:v>
                </c:pt>
                <c:pt idx="3159">
                  <c:v>5.2600000000000001E-2</c:v>
                </c:pt>
                <c:pt idx="3160">
                  <c:v>5.2299999999999999E-2</c:v>
                </c:pt>
                <c:pt idx="3161">
                  <c:v>5.16E-2</c:v>
                </c:pt>
                <c:pt idx="3162">
                  <c:v>5.16E-2</c:v>
                </c:pt>
                <c:pt idx="3163">
                  <c:v>5.1400000000000001E-2</c:v>
                </c:pt>
                <c:pt idx="3164">
                  <c:v>5.1400000000000001E-2</c:v>
                </c:pt>
                <c:pt idx="3165">
                  <c:v>5.1200000000000002E-2</c:v>
                </c:pt>
                <c:pt idx="3166">
                  <c:v>5.1200000000000002E-2</c:v>
                </c:pt>
                <c:pt idx="3167">
                  <c:v>5.1900000000000002E-2</c:v>
                </c:pt>
                <c:pt idx="3168">
                  <c:v>5.1700000000000003E-2</c:v>
                </c:pt>
                <c:pt idx="3169">
                  <c:v>5.1900000000000002E-2</c:v>
                </c:pt>
                <c:pt idx="3170">
                  <c:v>5.1999999999999998E-2</c:v>
                </c:pt>
                <c:pt idx="3171">
                  <c:v>5.1499999999999997E-2</c:v>
                </c:pt>
                <c:pt idx="3172">
                  <c:v>5.1499999999999997E-2</c:v>
                </c:pt>
                <c:pt idx="3173">
                  <c:v>5.16E-2</c:v>
                </c:pt>
                <c:pt idx="3174">
                  <c:v>5.1299999999999998E-2</c:v>
                </c:pt>
                <c:pt idx="3175">
                  <c:v>5.0900000000000001E-2</c:v>
                </c:pt>
                <c:pt idx="3176">
                  <c:v>5.0500000000000003E-2</c:v>
                </c:pt>
                <c:pt idx="3177">
                  <c:v>4.99E-2</c:v>
                </c:pt>
                <c:pt idx="3178">
                  <c:v>4.9599999999999998E-2</c:v>
                </c:pt>
                <c:pt idx="3179">
                  <c:v>4.9399999999999999E-2</c:v>
                </c:pt>
                <c:pt idx="3180">
                  <c:v>4.9500000000000002E-2</c:v>
                </c:pt>
                <c:pt idx="3181">
                  <c:v>4.9200000000000001E-2</c:v>
                </c:pt>
                <c:pt idx="3182">
                  <c:v>4.9099999999999998E-2</c:v>
                </c:pt>
                <c:pt idx="3183">
                  <c:v>4.9200000000000001E-2</c:v>
                </c:pt>
                <c:pt idx="3184">
                  <c:v>4.9700000000000001E-2</c:v>
                </c:pt>
                <c:pt idx="3185">
                  <c:v>4.99E-2</c:v>
                </c:pt>
                <c:pt idx="3186">
                  <c:v>4.9500000000000002E-2</c:v>
                </c:pt>
                <c:pt idx="3187">
                  <c:v>4.9599999999999998E-2</c:v>
                </c:pt>
                <c:pt idx="3188">
                  <c:v>4.9700000000000001E-2</c:v>
                </c:pt>
                <c:pt idx="3189">
                  <c:v>4.9599999999999998E-2</c:v>
                </c:pt>
                <c:pt idx="3190">
                  <c:v>4.9799999999999997E-2</c:v>
                </c:pt>
                <c:pt idx="3191">
                  <c:v>5.0099999999999999E-2</c:v>
                </c:pt>
                <c:pt idx="3192">
                  <c:v>5.0099999999999999E-2</c:v>
                </c:pt>
                <c:pt idx="3193">
                  <c:v>5.0099999999999999E-2</c:v>
                </c:pt>
                <c:pt idx="3194">
                  <c:v>5.0099999999999999E-2</c:v>
                </c:pt>
                <c:pt idx="3195">
                  <c:v>4.99E-2</c:v>
                </c:pt>
                <c:pt idx="3196">
                  <c:v>5.0099999999999999E-2</c:v>
                </c:pt>
                <c:pt idx="3197">
                  <c:v>5.0299999999999997E-2</c:v>
                </c:pt>
                <c:pt idx="3198">
                  <c:v>5.0599999999999999E-2</c:v>
                </c:pt>
                <c:pt idx="3199">
                  <c:v>5.0299999999999997E-2</c:v>
                </c:pt>
                <c:pt idx="3200">
                  <c:v>5.0099999999999999E-2</c:v>
                </c:pt>
                <c:pt idx="3201">
                  <c:v>4.9099999999999998E-2</c:v>
                </c:pt>
                <c:pt idx="3202">
                  <c:v>4.87E-2</c:v>
                </c:pt>
                <c:pt idx="3203">
                  <c:v>4.8899999999999999E-2</c:v>
                </c:pt>
                <c:pt idx="3204">
                  <c:v>4.9599999999999998E-2</c:v>
                </c:pt>
                <c:pt idx="3205">
                  <c:v>4.9500000000000002E-2</c:v>
                </c:pt>
                <c:pt idx="3206">
                  <c:v>4.9700000000000001E-2</c:v>
                </c:pt>
                <c:pt idx="3207">
                  <c:v>4.9599999999999998E-2</c:v>
                </c:pt>
                <c:pt idx="3208">
                  <c:v>4.9399999999999999E-2</c:v>
                </c:pt>
                <c:pt idx="3209">
                  <c:v>4.9299999999999997E-2</c:v>
                </c:pt>
                <c:pt idx="3210">
                  <c:v>4.87E-2</c:v>
                </c:pt>
                <c:pt idx="3211">
                  <c:v>4.82E-2</c:v>
                </c:pt>
                <c:pt idx="3212">
                  <c:v>4.7699999999999999E-2</c:v>
                </c:pt>
                <c:pt idx="3213">
                  <c:v>4.7699999999999999E-2</c:v>
                </c:pt>
                <c:pt idx="3214">
                  <c:v>4.7300000000000002E-2</c:v>
                </c:pt>
                <c:pt idx="3215">
                  <c:v>4.6899999999999997E-2</c:v>
                </c:pt>
                <c:pt idx="3216">
                  <c:v>4.6300000000000001E-2</c:v>
                </c:pt>
                <c:pt idx="3217">
                  <c:v>4.58E-2</c:v>
                </c:pt>
                <c:pt idx="3218">
                  <c:v>4.48E-2</c:v>
                </c:pt>
                <c:pt idx="3219">
                  <c:v>4.4499999999999998E-2</c:v>
                </c:pt>
                <c:pt idx="3220">
                  <c:v>4.3900000000000002E-2</c:v>
                </c:pt>
                <c:pt idx="3221">
                  <c:v>4.3900000000000002E-2</c:v>
                </c:pt>
                <c:pt idx="3222">
                  <c:v>4.3799999999999999E-2</c:v>
                </c:pt>
                <c:pt idx="3223">
                  <c:v>4.3700000000000003E-2</c:v>
                </c:pt>
                <c:pt idx="3224">
                  <c:v>4.5100000000000001E-2</c:v>
                </c:pt>
                <c:pt idx="3225">
                  <c:v>4.53E-2</c:v>
                </c:pt>
                <c:pt idx="3226">
                  <c:v>4.5400000000000003E-2</c:v>
                </c:pt>
                <c:pt idx="3227">
                  <c:v>4.58E-2</c:v>
                </c:pt>
                <c:pt idx="3228">
                  <c:v>4.53E-2</c:v>
                </c:pt>
                <c:pt idx="3229">
                  <c:v>4.53E-2</c:v>
                </c:pt>
                <c:pt idx="3230">
                  <c:v>4.5499999999999999E-2</c:v>
                </c:pt>
                <c:pt idx="3231">
                  <c:v>4.4699999999999997E-2</c:v>
                </c:pt>
                <c:pt idx="3232">
                  <c:v>4.6300000000000001E-2</c:v>
                </c:pt>
                <c:pt idx="3233">
                  <c:v>4.6600000000000003E-2</c:v>
                </c:pt>
                <c:pt idx="3234">
                  <c:v>4.6600000000000003E-2</c:v>
                </c:pt>
                <c:pt idx="3235">
                  <c:v>4.58E-2</c:v>
                </c:pt>
                <c:pt idx="3236">
                  <c:v>4.7899999999999998E-2</c:v>
                </c:pt>
                <c:pt idx="3237">
                  <c:v>4.7699999999999999E-2</c:v>
                </c:pt>
                <c:pt idx="3238">
                  <c:v>4.82E-2</c:v>
                </c:pt>
                <c:pt idx="3239">
                  <c:v>4.9399999999999999E-2</c:v>
                </c:pt>
                <c:pt idx="3240">
                  <c:v>4.9700000000000001E-2</c:v>
                </c:pt>
                <c:pt idx="3241">
                  <c:v>5.1900000000000002E-2</c:v>
                </c:pt>
                <c:pt idx="3242">
                  <c:v>5.2299999999999999E-2</c:v>
                </c:pt>
                <c:pt idx="3243">
                  <c:v>5.0500000000000003E-2</c:v>
                </c:pt>
                <c:pt idx="3244">
                  <c:v>5.0500000000000003E-2</c:v>
                </c:pt>
                <c:pt idx="3245">
                  <c:v>5.2600000000000001E-2</c:v>
                </c:pt>
                <c:pt idx="3246">
                  <c:v>5.1999999999999998E-2</c:v>
                </c:pt>
                <c:pt idx="3247">
                  <c:v>5.3100000000000001E-2</c:v>
                </c:pt>
                <c:pt idx="3248">
                  <c:v>5.2299999999999999E-2</c:v>
                </c:pt>
                <c:pt idx="3249">
                  <c:v>5.16E-2</c:v>
                </c:pt>
                <c:pt idx="3250">
                  <c:v>5.1499999999999997E-2</c:v>
                </c:pt>
                <c:pt idx="3251">
                  <c:v>5.0099999999999999E-2</c:v>
                </c:pt>
                <c:pt idx="3252">
                  <c:v>5.33E-2</c:v>
                </c:pt>
                <c:pt idx="3253">
                  <c:v>5.2900000000000003E-2</c:v>
                </c:pt>
                <c:pt idx="3254">
                  <c:v>5.5100000000000003E-2</c:v>
                </c:pt>
                <c:pt idx="3255">
                  <c:v>5.5100000000000003E-2</c:v>
                </c:pt>
                <c:pt idx="3256">
                  <c:v>5.4899999999999997E-2</c:v>
                </c:pt>
                <c:pt idx="3257">
                  <c:v>5.4300000000000001E-2</c:v>
                </c:pt>
                <c:pt idx="3258">
                  <c:v>5.3699999999999998E-2</c:v>
                </c:pt>
                <c:pt idx="3259">
                  <c:v>5.3400000000000003E-2</c:v>
                </c:pt>
                <c:pt idx="3260">
                  <c:v>5.33E-2</c:v>
                </c:pt>
                <c:pt idx="3261">
                  <c:v>5.3199999999999997E-2</c:v>
                </c:pt>
                <c:pt idx="3262">
                  <c:v>5.3199999999999997E-2</c:v>
                </c:pt>
                <c:pt idx="3263">
                  <c:v>5.2299999999999999E-2</c:v>
                </c:pt>
                <c:pt idx="3264">
                  <c:v>5.3100000000000001E-2</c:v>
                </c:pt>
                <c:pt idx="3265">
                  <c:v>5.2600000000000001E-2</c:v>
                </c:pt>
                <c:pt idx="3266">
                  <c:v>5.2699999999999997E-2</c:v>
                </c:pt>
                <c:pt idx="3267">
                  <c:v>5.1299999999999998E-2</c:v>
                </c:pt>
                <c:pt idx="3268">
                  <c:v>5.0299999999999997E-2</c:v>
                </c:pt>
                <c:pt idx="3269">
                  <c:v>0.05</c:v>
                </c:pt>
                <c:pt idx="3270">
                  <c:v>4.9399999999999999E-2</c:v>
                </c:pt>
                <c:pt idx="3271">
                  <c:v>4.9200000000000001E-2</c:v>
                </c:pt>
                <c:pt idx="3272">
                  <c:v>4.82E-2</c:v>
                </c:pt>
                <c:pt idx="3273">
                  <c:v>4.8000000000000001E-2</c:v>
                </c:pt>
                <c:pt idx="3274">
                  <c:v>4.7800000000000002E-2</c:v>
                </c:pt>
                <c:pt idx="3275">
                  <c:v>4.7500000000000001E-2</c:v>
                </c:pt>
                <c:pt idx="3276">
                  <c:v>4.7899999999999998E-2</c:v>
                </c:pt>
                <c:pt idx="3277">
                  <c:v>4.9000000000000002E-2</c:v>
                </c:pt>
                <c:pt idx="3278">
                  <c:v>4.9299999999999997E-2</c:v>
                </c:pt>
                <c:pt idx="3279">
                  <c:v>4.9200000000000001E-2</c:v>
                </c:pt>
                <c:pt idx="3280">
                  <c:v>4.9099999999999998E-2</c:v>
                </c:pt>
                <c:pt idx="3281">
                  <c:v>4.9399999999999999E-2</c:v>
                </c:pt>
                <c:pt idx="3282">
                  <c:v>4.87E-2</c:v>
                </c:pt>
                <c:pt idx="3283">
                  <c:v>4.9799999999999997E-2</c:v>
                </c:pt>
                <c:pt idx="3284">
                  <c:v>4.9799999999999997E-2</c:v>
                </c:pt>
                <c:pt idx="3285">
                  <c:v>4.99E-2</c:v>
                </c:pt>
                <c:pt idx="3286">
                  <c:v>5.0299999999999997E-2</c:v>
                </c:pt>
                <c:pt idx="3287">
                  <c:v>5.0099999999999999E-2</c:v>
                </c:pt>
                <c:pt idx="3288">
                  <c:v>5.0200000000000002E-2</c:v>
                </c:pt>
                <c:pt idx="3289">
                  <c:v>4.99E-2</c:v>
                </c:pt>
                <c:pt idx="3290">
                  <c:v>4.9599999999999998E-2</c:v>
                </c:pt>
                <c:pt idx="3291">
                  <c:v>4.9599999999999998E-2</c:v>
                </c:pt>
                <c:pt idx="3292">
                  <c:v>4.9799999999999997E-2</c:v>
                </c:pt>
                <c:pt idx="3293">
                  <c:v>4.9599999999999998E-2</c:v>
                </c:pt>
                <c:pt idx="3294">
                  <c:v>4.9799999999999997E-2</c:v>
                </c:pt>
                <c:pt idx="3295">
                  <c:v>5.0299999999999997E-2</c:v>
                </c:pt>
                <c:pt idx="3296">
                  <c:v>4.9799999999999997E-2</c:v>
                </c:pt>
                <c:pt idx="3297">
                  <c:v>4.9700000000000001E-2</c:v>
                </c:pt>
                <c:pt idx="3298">
                  <c:v>5.0099999999999999E-2</c:v>
                </c:pt>
                <c:pt idx="3299">
                  <c:v>5.0099999999999999E-2</c:v>
                </c:pt>
                <c:pt idx="3300">
                  <c:v>5.0599999999999999E-2</c:v>
                </c:pt>
                <c:pt idx="3301">
                  <c:v>5.0099999999999999E-2</c:v>
                </c:pt>
                <c:pt idx="3302">
                  <c:v>4.99E-2</c:v>
                </c:pt>
                <c:pt idx="3303">
                  <c:v>4.9700000000000001E-2</c:v>
                </c:pt>
                <c:pt idx="3304">
                  <c:v>4.9700000000000001E-2</c:v>
                </c:pt>
                <c:pt idx="3305">
                  <c:v>4.9200000000000001E-2</c:v>
                </c:pt>
                <c:pt idx="3306">
                  <c:v>4.8800000000000003E-2</c:v>
                </c:pt>
                <c:pt idx="3307">
                  <c:v>4.8500000000000001E-2</c:v>
                </c:pt>
                <c:pt idx="3308">
                  <c:v>4.9099999999999998E-2</c:v>
                </c:pt>
                <c:pt idx="3309">
                  <c:v>4.9299999999999997E-2</c:v>
                </c:pt>
                <c:pt idx="3310">
                  <c:v>4.9000000000000002E-2</c:v>
                </c:pt>
                <c:pt idx="3311">
                  <c:v>4.9299999999999997E-2</c:v>
                </c:pt>
                <c:pt idx="3312">
                  <c:v>4.9000000000000002E-2</c:v>
                </c:pt>
                <c:pt idx="3313">
                  <c:v>4.9099999999999998E-2</c:v>
                </c:pt>
                <c:pt idx="3314">
                  <c:v>4.8800000000000003E-2</c:v>
                </c:pt>
                <c:pt idx="3315">
                  <c:v>4.8899999999999999E-2</c:v>
                </c:pt>
                <c:pt idx="3316">
                  <c:v>4.9599999999999998E-2</c:v>
                </c:pt>
                <c:pt idx="3317">
                  <c:v>4.8099999999999997E-2</c:v>
                </c:pt>
                <c:pt idx="3318">
                  <c:v>4.8399999999999999E-2</c:v>
                </c:pt>
                <c:pt idx="3319">
                  <c:v>4.9099999999999998E-2</c:v>
                </c:pt>
                <c:pt idx="3320">
                  <c:v>4.9299999999999997E-2</c:v>
                </c:pt>
                <c:pt idx="3321">
                  <c:v>4.9500000000000002E-2</c:v>
                </c:pt>
                <c:pt idx="3322">
                  <c:v>4.9500000000000002E-2</c:v>
                </c:pt>
                <c:pt idx="3323">
                  <c:v>5.0099999999999999E-2</c:v>
                </c:pt>
                <c:pt idx="3324">
                  <c:v>5.0799999999999998E-2</c:v>
                </c:pt>
                <c:pt idx="3325">
                  <c:v>5.0200000000000002E-2</c:v>
                </c:pt>
                <c:pt idx="3326">
                  <c:v>5.0200000000000002E-2</c:v>
                </c:pt>
                <c:pt idx="3327">
                  <c:v>5.0099999999999999E-2</c:v>
                </c:pt>
                <c:pt idx="3328">
                  <c:v>4.9500000000000002E-2</c:v>
                </c:pt>
                <c:pt idx="3329">
                  <c:v>4.9599999999999998E-2</c:v>
                </c:pt>
                <c:pt idx="3330">
                  <c:v>4.9599999999999998E-2</c:v>
                </c:pt>
                <c:pt idx="3331">
                  <c:v>4.9200000000000001E-2</c:v>
                </c:pt>
                <c:pt idx="3332">
                  <c:v>4.9200000000000001E-2</c:v>
                </c:pt>
                <c:pt idx="3333">
                  <c:v>4.9200000000000001E-2</c:v>
                </c:pt>
                <c:pt idx="3334">
                  <c:v>4.9200000000000001E-2</c:v>
                </c:pt>
                <c:pt idx="3335">
                  <c:v>4.87E-2</c:v>
                </c:pt>
                <c:pt idx="3336">
                  <c:v>4.8800000000000003E-2</c:v>
                </c:pt>
                <c:pt idx="3337">
                  <c:v>4.8500000000000001E-2</c:v>
                </c:pt>
                <c:pt idx="3338">
                  <c:v>4.7800000000000002E-2</c:v>
                </c:pt>
                <c:pt idx="3339">
                  <c:v>4.7300000000000002E-2</c:v>
                </c:pt>
                <c:pt idx="3340">
                  <c:v>4.7699999999999999E-2</c:v>
                </c:pt>
                <c:pt idx="3341">
                  <c:v>4.7300000000000002E-2</c:v>
                </c:pt>
                <c:pt idx="3342">
                  <c:v>4.6899999999999997E-2</c:v>
                </c:pt>
                <c:pt idx="3343">
                  <c:v>4.6800000000000001E-2</c:v>
                </c:pt>
                <c:pt idx="3344">
                  <c:v>4.6800000000000001E-2</c:v>
                </c:pt>
                <c:pt idx="3345">
                  <c:v>4.6899999999999997E-2</c:v>
                </c:pt>
                <c:pt idx="3346">
                  <c:v>4.6699999999999998E-2</c:v>
                </c:pt>
                <c:pt idx="3347">
                  <c:v>4.6300000000000001E-2</c:v>
                </c:pt>
                <c:pt idx="3348">
                  <c:v>4.6100000000000002E-2</c:v>
                </c:pt>
                <c:pt idx="3349">
                  <c:v>4.6699999999999998E-2</c:v>
                </c:pt>
                <c:pt idx="3350">
                  <c:v>4.6600000000000003E-2</c:v>
                </c:pt>
                <c:pt idx="3351">
                  <c:v>4.6899999999999997E-2</c:v>
                </c:pt>
                <c:pt idx="3352">
                  <c:v>4.7E-2</c:v>
                </c:pt>
                <c:pt idx="3353">
                  <c:v>4.7100000000000003E-2</c:v>
                </c:pt>
                <c:pt idx="3354">
                  <c:v>4.7100000000000003E-2</c:v>
                </c:pt>
                <c:pt idx="3355">
                  <c:v>4.7100000000000003E-2</c:v>
                </c:pt>
                <c:pt idx="3356">
                  <c:v>4.7800000000000002E-2</c:v>
                </c:pt>
                <c:pt idx="3357">
                  <c:v>4.7800000000000002E-2</c:v>
                </c:pt>
                <c:pt idx="3358">
                  <c:v>4.7500000000000001E-2</c:v>
                </c:pt>
                <c:pt idx="3359">
                  <c:v>4.7399999999999998E-2</c:v>
                </c:pt>
                <c:pt idx="3360">
                  <c:v>4.6699999999999998E-2</c:v>
                </c:pt>
                <c:pt idx="3361">
                  <c:v>4.6699999999999998E-2</c:v>
                </c:pt>
                <c:pt idx="3362">
                  <c:v>4.7E-2</c:v>
                </c:pt>
                <c:pt idx="3363">
                  <c:v>4.6899999999999997E-2</c:v>
                </c:pt>
                <c:pt idx="3364">
                  <c:v>4.6699999999999998E-2</c:v>
                </c:pt>
                <c:pt idx="3365">
                  <c:v>4.6600000000000003E-2</c:v>
                </c:pt>
                <c:pt idx="3366">
                  <c:v>4.6199999999999998E-2</c:v>
                </c:pt>
                <c:pt idx="3367">
                  <c:v>4.6199999999999998E-2</c:v>
                </c:pt>
                <c:pt idx="3368">
                  <c:v>4.6300000000000001E-2</c:v>
                </c:pt>
                <c:pt idx="3369">
                  <c:v>4.6100000000000002E-2</c:v>
                </c:pt>
                <c:pt idx="3370">
                  <c:v>4.6199999999999998E-2</c:v>
                </c:pt>
                <c:pt idx="3371">
                  <c:v>4.5900000000000003E-2</c:v>
                </c:pt>
                <c:pt idx="3372">
                  <c:v>4.5600000000000002E-2</c:v>
                </c:pt>
                <c:pt idx="3373">
                  <c:v>4.5499999999999999E-2</c:v>
                </c:pt>
                <c:pt idx="3374">
                  <c:v>4.5400000000000003E-2</c:v>
                </c:pt>
                <c:pt idx="3375">
                  <c:v>4.5499999999999999E-2</c:v>
                </c:pt>
                <c:pt idx="3376">
                  <c:v>4.5100000000000001E-2</c:v>
                </c:pt>
                <c:pt idx="3377">
                  <c:v>4.53E-2</c:v>
                </c:pt>
                <c:pt idx="3378">
                  <c:v>4.5499999999999999E-2</c:v>
                </c:pt>
                <c:pt idx="3379">
                  <c:v>4.5499999999999999E-2</c:v>
                </c:pt>
                <c:pt idx="3380">
                  <c:v>4.6100000000000002E-2</c:v>
                </c:pt>
                <c:pt idx="3381">
                  <c:v>4.5499999999999999E-2</c:v>
                </c:pt>
                <c:pt idx="3382">
                  <c:v>4.4999999999999998E-2</c:v>
                </c:pt>
                <c:pt idx="3383">
                  <c:v>4.48E-2</c:v>
                </c:pt>
                <c:pt idx="3384">
                  <c:v>4.4600000000000001E-2</c:v>
                </c:pt>
                <c:pt idx="3385">
                  <c:v>4.41E-2</c:v>
                </c:pt>
                <c:pt idx="3386">
                  <c:v>4.41E-2</c:v>
                </c:pt>
                <c:pt idx="3387">
                  <c:v>4.4299999999999999E-2</c:v>
                </c:pt>
                <c:pt idx="3388">
                  <c:v>4.4499999999999998E-2</c:v>
                </c:pt>
                <c:pt idx="3389">
                  <c:v>4.4400000000000002E-2</c:v>
                </c:pt>
                <c:pt idx="3390">
                  <c:v>4.3999999999999997E-2</c:v>
                </c:pt>
                <c:pt idx="3391">
                  <c:v>4.3999999999999997E-2</c:v>
                </c:pt>
                <c:pt idx="3392">
                  <c:v>4.3999999999999997E-2</c:v>
                </c:pt>
                <c:pt idx="3393">
                  <c:v>4.3900000000000002E-2</c:v>
                </c:pt>
                <c:pt idx="3394">
                  <c:v>4.3900000000000002E-2</c:v>
                </c:pt>
                <c:pt idx="3395">
                  <c:v>4.36E-2</c:v>
                </c:pt>
                <c:pt idx="3396">
                  <c:v>4.2999999999999997E-2</c:v>
                </c:pt>
                <c:pt idx="3397">
                  <c:v>4.3099999999999999E-2</c:v>
                </c:pt>
                <c:pt idx="3398">
                  <c:v>4.3799999999999999E-2</c:v>
                </c:pt>
                <c:pt idx="3399">
                  <c:v>4.3900000000000002E-2</c:v>
                </c:pt>
                <c:pt idx="3400">
                  <c:v>4.3499999999999997E-2</c:v>
                </c:pt>
                <c:pt idx="3401">
                  <c:v>4.3099999999999999E-2</c:v>
                </c:pt>
                <c:pt idx="3402">
                  <c:v>4.2999999999999997E-2</c:v>
                </c:pt>
                <c:pt idx="3403">
                  <c:v>4.3099999999999999E-2</c:v>
                </c:pt>
                <c:pt idx="3404">
                  <c:v>4.3099999999999999E-2</c:v>
                </c:pt>
                <c:pt idx="3405">
                  <c:v>4.2999999999999997E-2</c:v>
                </c:pt>
                <c:pt idx="3406">
                  <c:v>4.2700000000000002E-2</c:v>
                </c:pt>
                <c:pt idx="3407">
                  <c:v>4.36E-2</c:v>
                </c:pt>
                <c:pt idx="3408">
                  <c:v>4.5199999999999997E-2</c:v>
                </c:pt>
                <c:pt idx="3409">
                  <c:v>4.53E-2</c:v>
                </c:pt>
                <c:pt idx="3410">
                  <c:v>4.5100000000000001E-2</c:v>
                </c:pt>
                <c:pt idx="3411">
                  <c:v>4.5699999999999998E-2</c:v>
                </c:pt>
                <c:pt idx="3412">
                  <c:v>4.5199999999999997E-2</c:v>
                </c:pt>
                <c:pt idx="3413">
                  <c:v>4.53E-2</c:v>
                </c:pt>
                <c:pt idx="3414">
                  <c:v>4.6100000000000002E-2</c:v>
                </c:pt>
                <c:pt idx="3415">
                  <c:v>4.6300000000000001E-2</c:v>
                </c:pt>
                <c:pt idx="3416">
                  <c:v>4.6100000000000002E-2</c:v>
                </c:pt>
                <c:pt idx="3417">
                  <c:v>4.5499999999999999E-2</c:v>
                </c:pt>
                <c:pt idx="3418">
                  <c:v>4.5400000000000003E-2</c:v>
                </c:pt>
                <c:pt idx="3419">
                  <c:v>4.5400000000000003E-2</c:v>
                </c:pt>
                <c:pt idx="3420">
                  <c:v>4.4600000000000001E-2</c:v>
                </c:pt>
                <c:pt idx="3421">
                  <c:v>4.3999999999999997E-2</c:v>
                </c:pt>
                <c:pt idx="3422">
                  <c:v>4.4200000000000003E-2</c:v>
                </c:pt>
                <c:pt idx="3423">
                  <c:v>4.3999999999999997E-2</c:v>
                </c:pt>
                <c:pt idx="3424">
                  <c:v>4.3999999999999997E-2</c:v>
                </c:pt>
                <c:pt idx="3425">
                  <c:v>4.41E-2</c:v>
                </c:pt>
                <c:pt idx="3426">
                  <c:v>4.3499999999999997E-2</c:v>
                </c:pt>
                <c:pt idx="3427">
                  <c:v>4.3299999999999998E-2</c:v>
                </c:pt>
                <c:pt idx="3428">
                  <c:v>4.2999999999999997E-2</c:v>
                </c:pt>
                <c:pt idx="3429">
                  <c:v>4.2799999999999998E-2</c:v>
                </c:pt>
                <c:pt idx="3430">
                  <c:v>4.2599999999999999E-2</c:v>
                </c:pt>
                <c:pt idx="3431">
                  <c:v>4.2200000000000001E-2</c:v>
                </c:pt>
                <c:pt idx="3432">
                  <c:v>4.2000000000000003E-2</c:v>
                </c:pt>
                <c:pt idx="3433">
                  <c:v>4.1799999999999997E-2</c:v>
                </c:pt>
                <c:pt idx="3434">
                  <c:v>4.2299999999999997E-2</c:v>
                </c:pt>
                <c:pt idx="3435">
                  <c:v>4.1700000000000001E-2</c:v>
                </c:pt>
                <c:pt idx="3436">
                  <c:v>4.1500000000000002E-2</c:v>
                </c:pt>
                <c:pt idx="3437">
                  <c:v>4.1599999999999998E-2</c:v>
                </c:pt>
                <c:pt idx="3438">
                  <c:v>4.1799999999999997E-2</c:v>
                </c:pt>
                <c:pt idx="3439">
                  <c:v>4.2099999999999999E-2</c:v>
                </c:pt>
                <c:pt idx="3440">
                  <c:v>4.2099999999999999E-2</c:v>
                </c:pt>
                <c:pt idx="3441">
                  <c:v>4.2299999999999997E-2</c:v>
                </c:pt>
                <c:pt idx="3442">
                  <c:v>4.2700000000000002E-2</c:v>
                </c:pt>
                <c:pt idx="3443">
                  <c:v>4.2999999999999997E-2</c:v>
                </c:pt>
                <c:pt idx="3444">
                  <c:v>4.2900000000000001E-2</c:v>
                </c:pt>
                <c:pt idx="3445">
                  <c:v>4.2799999999999998E-2</c:v>
                </c:pt>
                <c:pt idx="3446">
                  <c:v>4.1500000000000002E-2</c:v>
                </c:pt>
                <c:pt idx="3447">
                  <c:v>4.19E-2</c:v>
                </c:pt>
                <c:pt idx="3448">
                  <c:v>4.1700000000000001E-2</c:v>
                </c:pt>
                <c:pt idx="3449">
                  <c:v>4.1700000000000001E-2</c:v>
                </c:pt>
                <c:pt idx="3450">
                  <c:v>4.1700000000000001E-2</c:v>
                </c:pt>
                <c:pt idx="3451">
                  <c:v>4.1500000000000002E-2</c:v>
                </c:pt>
                <c:pt idx="3452">
                  <c:v>4.1599999999999998E-2</c:v>
                </c:pt>
                <c:pt idx="3453">
                  <c:v>4.1300000000000003E-2</c:v>
                </c:pt>
                <c:pt idx="3454">
                  <c:v>4.1300000000000003E-2</c:v>
                </c:pt>
                <c:pt idx="3455">
                  <c:v>4.1099999999999998E-2</c:v>
                </c:pt>
                <c:pt idx="3456">
                  <c:v>4.0599999999999997E-2</c:v>
                </c:pt>
                <c:pt idx="3457">
                  <c:v>4.0599999999999997E-2</c:v>
                </c:pt>
                <c:pt idx="3458">
                  <c:v>4.1000000000000002E-2</c:v>
                </c:pt>
                <c:pt idx="3459">
                  <c:v>4.1399999999999999E-2</c:v>
                </c:pt>
                <c:pt idx="3460">
                  <c:v>4.1599999999999998E-2</c:v>
                </c:pt>
                <c:pt idx="3461">
                  <c:v>4.1599999999999998E-2</c:v>
                </c:pt>
                <c:pt idx="3462">
                  <c:v>4.19E-2</c:v>
                </c:pt>
                <c:pt idx="3463">
                  <c:v>4.2299999999999997E-2</c:v>
                </c:pt>
                <c:pt idx="3464">
                  <c:v>4.2000000000000003E-2</c:v>
                </c:pt>
                <c:pt idx="3465">
                  <c:v>4.19E-2</c:v>
                </c:pt>
                <c:pt idx="3466">
                  <c:v>4.1599999999999998E-2</c:v>
                </c:pt>
                <c:pt idx="3467">
                  <c:v>4.0800000000000003E-2</c:v>
                </c:pt>
                <c:pt idx="3468">
                  <c:v>4.0800000000000003E-2</c:v>
                </c:pt>
                <c:pt idx="3469">
                  <c:v>4.1200000000000001E-2</c:v>
                </c:pt>
                <c:pt idx="3470">
                  <c:v>4.1200000000000001E-2</c:v>
                </c:pt>
                <c:pt idx="3471">
                  <c:v>4.0800000000000003E-2</c:v>
                </c:pt>
                <c:pt idx="3472">
                  <c:v>4.0800000000000003E-2</c:v>
                </c:pt>
                <c:pt idx="3473">
                  <c:v>4.1000000000000002E-2</c:v>
                </c:pt>
                <c:pt idx="3474">
                  <c:v>4.1099999999999998E-2</c:v>
                </c:pt>
                <c:pt idx="3475">
                  <c:v>4.0899999999999999E-2</c:v>
                </c:pt>
                <c:pt idx="3476">
                  <c:v>4.1200000000000001E-2</c:v>
                </c:pt>
                <c:pt idx="3477">
                  <c:v>4.1300000000000003E-2</c:v>
                </c:pt>
                <c:pt idx="3478">
                  <c:v>4.1099999999999998E-2</c:v>
                </c:pt>
                <c:pt idx="3479">
                  <c:v>4.1200000000000001E-2</c:v>
                </c:pt>
                <c:pt idx="3480">
                  <c:v>4.1000000000000002E-2</c:v>
                </c:pt>
                <c:pt idx="3481">
                  <c:v>4.1300000000000003E-2</c:v>
                </c:pt>
                <c:pt idx="3482">
                  <c:v>4.1300000000000003E-2</c:v>
                </c:pt>
                <c:pt idx="3483">
                  <c:v>4.1099999999999998E-2</c:v>
                </c:pt>
                <c:pt idx="3484">
                  <c:v>4.1000000000000002E-2</c:v>
                </c:pt>
                <c:pt idx="3485">
                  <c:v>4.1300000000000003E-2</c:v>
                </c:pt>
                <c:pt idx="3486">
                  <c:v>4.1399999999999999E-2</c:v>
                </c:pt>
                <c:pt idx="3487">
                  <c:v>4.1599999999999998E-2</c:v>
                </c:pt>
                <c:pt idx="3488">
                  <c:v>4.1700000000000001E-2</c:v>
                </c:pt>
                <c:pt idx="3489">
                  <c:v>4.1700000000000001E-2</c:v>
                </c:pt>
                <c:pt idx="3490">
                  <c:v>4.2000000000000003E-2</c:v>
                </c:pt>
                <c:pt idx="3491">
                  <c:v>4.19E-2</c:v>
                </c:pt>
                <c:pt idx="3492">
                  <c:v>4.19E-2</c:v>
                </c:pt>
                <c:pt idx="3493">
                  <c:v>4.2099999999999999E-2</c:v>
                </c:pt>
                <c:pt idx="3494">
                  <c:v>4.2099999999999999E-2</c:v>
                </c:pt>
                <c:pt idx="3495">
                  <c:v>4.2000000000000003E-2</c:v>
                </c:pt>
                <c:pt idx="3496">
                  <c:v>4.2200000000000001E-2</c:v>
                </c:pt>
                <c:pt idx="3497">
                  <c:v>4.2000000000000003E-2</c:v>
                </c:pt>
                <c:pt idx="3498">
                  <c:v>4.1799999999999997E-2</c:v>
                </c:pt>
                <c:pt idx="3499">
                  <c:v>4.1399999999999999E-2</c:v>
                </c:pt>
                <c:pt idx="3500">
                  <c:v>4.1399999999999999E-2</c:v>
                </c:pt>
                <c:pt idx="3501">
                  <c:v>4.1399999999999999E-2</c:v>
                </c:pt>
                <c:pt idx="3502">
                  <c:v>4.1500000000000002E-2</c:v>
                </c:pt>
                <c:pt idx="3503">
                  <c:v>4.1000000000000002E-2</c:v>
                </c:pt>
                <c:pt idx="3504">
                  <c:v>4.07E-2</c:v>
                </c:pt>
                <c:pt idx="3505">
                  <c:v>4.0300000000000002E-2</c:v>
                </c:pt>
                <c:pt idx="3506">
                  <c:v>4.0300000000000002E-2</c:v>
                </c:pt>
                <c:pt idx="3507">
                  <c:v>4.0399999999999998E-2</c:v>
                </c:pt>
                <c:pt idx="3508">
                  <c:v>4.0099999999999997E-2</c:v>
                </c:pt>
                <c:pt idx="3509">
                  <c:v>4.0099999999999997E-2</c:v>
                </c:pt>
                <c:pt idx="3510">
                  <c:v>3.9800000000000002E-2</c:v>
                </c:pt>
                <c:pt idx="3511">
                  <c:v>4.0099999999999997E-2</c:v>
                </c:pt>
                <c:pt idx="3512">
                  <c:v>3.9600000000000003E-2</c:v>
                </c:pt>
                <c:pt idx="3513">
                  <c:v>3.95E-2</c:v>
                </c:pt>
                <c:pt idx="3514">
                  <c:v>3.9300000000000002E-2</c:v>
                </c:pt>
                <c:pt idx="3515">
                  <c:v>3.95E-2</c:v>
                </c:pt>
                <c:pt idx="3516">
                  <c:v>3.9899999999999998E-2</c:v>
                </c:pt>
                <c:pt idx="3517">
                  <c:v>4.02E-2</c:v>
                </c:pt>
                <c:pt idx="3518">
                  <c:v>4.02E-2</c:v>
                </c:pt>
                <c:pt idx="3519">
                  <c:v>4.0500000000000001E-2</c:v>
                </c:pt>
                <c:pt idx="3520">
                  <c:v>4.0099999999999997E-2</c:v>
                </c:pt>
                <c:pt idx="3521">
                  <c:v>0.04</c:v>
                </c:pt>
                <c:pt idx="3522">
                  <c:v>3.9800000000000002E-2</c:v>
                </c:pt>
                <c:pt idx="3523">
                  <c:v>3.9800000000000002E-2</c:v>
                </c:pt>
                <c:pt idx="3524">
                  <c:v>3.9800000000000002E-2</c:v>
                </c:pt>
                <c:pt idx="3525">
                  <c:v>4.02E-2</c:v>
                </c:pt>
                <c:pt idx="3526">
                  <c:v>4.0399999999999998E-2</c:v>
                </c:pt>
                <c:pt idx="3527">
                  <c:v>4.1300000000000003E-2</c:v>
                </c:pt>
                <c:pt idx="3528">
                  <c:v>4.1399999999999999E-2</c:v>
                </c:pt>
                <c:pt idx="3529">
                  <c:v>4.1099999999999998E-2</c:v>
                </c:pt>
                <c:pt idx="3530">
                  <c:v>4.1500000000000002E-2</c:v>
                </c:pt>
                <c:pt idx="3531">
                  <c:v>4.1799999999999997E-2</c:v>
                </c:pt>
                <c:pt idx="3532">
                  <c:v>4.2900000000000001E-2</c:v>
                </c:pt>
                <c:pt idx="3533">
                  <c:v>4.3099999999999999E-2</c:v>
                </c:pt>
                <c:pt idx="3534">
                  <c:v>4.3499999999999997E-2</c:v>
                </c:pt>
                <c:pt idx="3535">
                  <c:v>4.36E-2</c:v>
                </c:pt>
                <c:pt idx="3536">
                  <c:v>4.3299999999999998E-2</c:v>
                </c:pt>
                <c:pt idx="3537">
                  <c:v>4.2999999999999997E-2</c:v>
                </c:pt>
                <c:pt idx="3538">
                  <c:v>4.3200000000000002E-2</c:v>
                </c:pt>
                <c:pt idx="3539">
                  <c:v>4.3299999999999998E-2</c:v>
                </c:pt>
                <c:pt idx="3540">
                  <c:v>4.3700000000000003E-2</c:v>
                </c:pt>
                <c:pt idx="3541">
                  <c:v>4.3700000000000003E-2</c:v>
                </c:pt>
                <c:pt idx="3542">
                  <c:v>4.5499999999999999E-2</c:v>
                </c:pt>
                <c:pt idx="3543">
                  <c:v>4.7500000000000001E-2</c:v>
                </c:pt>
                <c:pt idx="3544">
                  <c:v>4.7500000000000001E-2</c:v>
                </c:pt>
                <c:pt idx="3545">
                  <c:v>4.6699999999999998E-2</c:v>
                </c:pt>
                <c:pt idx="3546">
                  <c:v>4.7100000000000003E-2</c:v>
                </c:pt>
                <c:pt idx="3547">
                  <c:v>4.7100000000000003E-2</c:v>
                </c:pt>
                <c:pt idx="3548">
                  <c:v>4.7E-2</c:v>
                </c:pt>
                <c:pt idx="3549">
                  <c:v>4.6399999999999997E-2</c:v>
                </c:pt>
                <c:pt idx="3550">
                  <c:v>4.5900000000000003E-2</c:v>
                </c:pt>
                <c:pt idx="3551">
                  <c:v>4.5499999999999999E-2</c:v>
                </c:pt>
                <c:pt idx="3552">
                  <c:v>4.5100000000000001E-2</c:v>
                </c:pt>
                <c:pt idx="3553">
                  <c:v>4.5400000000000003E-2</c:v>
                </c:pt>
                <c:pt idx="3554">
                  <c:v>4.4600000000000001E-2</c:v>
                </c:pt>
                <c:pt idx="3555">
                  <c:v>4.4400000000000002E-2</c:v>
                </c:pt>
                <c:pt idx="3556">
                  <c:v>4.3700000000000003E-2</c:v>
                </c:pt>
                <c:pt idx="3557">
                  <c:v>4.36E-2</c:v>
                </c:pt>
                <c:pt idx="3558">
                  <c:v>4.3400000000000001E-2</c:v>
                </c:pt>
                <c:pt idx="3559">
                  <c:v>4.3299999999999998E-2</c:v>
                </c:pt>
                <c:pt idx="3560">
                  <c:v>4.3299999999999998E-2</c:v>
                </c:pt>
                <c:pt idx="3561">
                  <c:v>4.3400000000000001E-2</c:v>
                </c:pt>
                <c:pt idx="3562">
                  <c:v>4.3400000000000001E-2</c:v>
                </c:pt>
                <c:pt idx="3563">
                  <c:v>4.3499999999999997E-2</c:v>
                </c:pt>
                <c:pt idx="3564">
                  <c:v>4.3499999999999997E-2</c:v>
                </c:pt>
                <c:pt idx="3565">
                  <c:v>4.3299999999999998E-2</c:v>
                </c:pt>
                <c:pt idx="3566">
                  <c:v>4.3400000000000001E-2</c:v>
                </c:pt>
                <c:pt idx="3567">
                  <c:v>4.3499999999999997E-2</c:v>
                </c:pt>
                <c:pt idx="3568">
                  <c:v>4.4299999999999999E-2</c:v>
                </c:pt>
                <c:pt idx="3569">
                  <c:v>4.3999999999999997E-2</c:v>
                </c:pt>
                <c:pt idx="3570">
                  <c:v>4.4400000000000002E-2</c:v>
                </c:pt>
                <c:pt idx="3571">
                  <c:v>4.5100000000000001E-2</c:v>
                </c:pt>
                <c:pt idx="3572">
                  <c:v>4.5400000000000003E-2</c:v>
                </c:pt>
                <c:pt idx="3573">
                  <c:v>4.5499999999999999E-2</c:v>
                </c:pt>
                <c:pt idx="3574">
                  <c:v>4.5999999999999999E-2</c:v>
                </c:pt>
                <c:pt idx="3575">
                  <c:v>4.6399999999999997E-2</c:v>
                </c:pt>
                <c:pt idx="3576">
                  <c:v>4.5499999999999999E-2</c:v>
                </c:pt>
                <c:pt idx="3577">
                  <c:v>4.5199999999999997E-2</c:v>
                </c:pt>
                <c:pt idx="3578">
                  <c:v>4.53E-2</c:v>
                </c:pt>
                <c:pt idx="3579">
                  <c:v>4.5699999999999998E-2</c:v>
                </c:pt>
                <c:pt idx="3580">
                  <c:v>4.6600000000000003E-2</c:v>
                </c:pt>
                <c:pt idx="3581">
                  <c:v>4.6899999999999997E-2</c:v>
                </c:pt>
                <c:pt idx="3582">
                  <c:v>4.82E-2</c:v>
                </c:pt>
                <c:pt idx="3583">
                  <c:v>4.9000000000000002E-2</c:v>
                </c:pt>
                <c:pt idx="3584">
                  <c:v>0.05</c:v>
                </c:pt>
                <c:pt idx="3585">
                  <c:v>4.9200000000000001E-2</c:v>
                </c:pt>
                <c:pt idx="3586">
                  <c:v>4.9599999999999998E-2</c:v>
                </c:pt>
                <c:pt idx="3587">
                  <c:v>4.9299999999999997E-2</c:v>
                </c:pt>
                <c:pt idx="3588">
                  <c:v>4.8500000000000001E-2</c:v>
                </c:pt>
                <c:pt idx="3589">
                  <c:v>4.8000000000000001E-2</c:v>
                </c:pt>
                <c:pt idx="3590">
                  <c:v>4.8800000000000003E-2</c:v>
                </c:pt>
                <c:pt idx="3591">
                  <c:v>4.9799999999999997E-2</c:v>
                </c:pt>
                <c:pt idx="3592">
                  <c:v>5.0500000000000003E-2</c:v>
                </c:pt>
                <c:pt idx="3593">
                  <c:v>5.1999999999999998E-2</c:v>
                </c:pt>
                <c:pt idx="3594">
                  <c:v>5.1999999999999998E-2</c:v>
                </c:pt>
                <c:pt idx="3595">
                  <c:v>5.3600000000000002E-2</c:v>
                </c:pt>
                <c:pt idx="3596">
                  <c:v>5.6300000000000003E-2</c:v>
                </c:pt>
                <c:pt idx="3597">
                  <c:v>5.5300000000000002E-2</c:v>
                </c:pt>
                <c:pt idx="3598">
                  <c:v>5.2600000000000001E-2</c:v>
                </c:pt>
                <c:pt idx="3599">
                  <c:v>5.2600000000000001E-2</c:v>
                </c:pt>
                <c:pt idx="3600">
                  <c:v>5.0799999999999998E-2</c:v>
                </c:pt>
                <c:pt idx="3601">
                  <c:v>5.04E-2</c:v>
                </c:pt>
                <c:pt idx="3602">
                  <c:v>0.05</c:v>
                </c:pt>
                <c:pt idx="3603">
                  <c:v>4.99E-2</c:v>
                </c:pt>
                <c:pt idx="3604">
                  <c:v>5.0099999999999999E-2</c:v>
                </c:pt>
                <c:pt idx="3605">
                  <c:v>4.9799999999999997E-2</c:v>
                </c:pt>
                <c:pt idx="3606">
                  <c:v>4.9200000000000001E-2</c:v>
                </c:pt>
                <c:pt idx="3607">
                  <c:v>4.9299999999999997E-2</c:v>
                </c:pt>
                <c:pt idx="3608">
                  <c:v>4.8800000000000003E-2</c:v>
                </c:pt>
                <c:pt idx="3609">
                  <c:v>4.87E-2</c:v>
                </c:pt>
                <c:pt idx="3610">
                  <c:v>4.9200000000000001E-2</c:v>
                </c:pt>
                <c:pt idx="3611">
                  <c:v>4.8899999999999999E-2</c:v>
                </c:pt>
                <c:pt idx="3612">
                  <c:v>4.8599999999999997E-2</c:v>
                </c:pt>
                <c:pt idx="3613">
                  <c:v>4.9200000000000001E-2</c:v>
                </c:pt>
                <c:pt idx="3614">
                  <c:v>4.87E-2</c:v>
                </c:pt>
                <c:pt idx="3615">
                  <c:v>4.87E-2</c:v>
                </c:pt>
                <c:pt idx="3616">
                  <c:v>4.8599999999999997E-2</c:v>
                </c:pt>
                <c:pt idx="3617">
                  <c:v>4.9000000000000002E-2</c:v>
                </c:pt>
                <c:pt idx="3618">
                  <c:v>4.9599999999999998E-2</c:v>
                </c:pt>
                <c:pt idx="3619">
                  <c:v>0.05</c:v>
                </c:pt>
                <c:pt idx="3620">
                  <c:v>5.0700000000000002E-2</c:v>
                </c:pt>
                <c:pt idx="3621">
                  <c:v>5.0999999999999997E-2</c:v>
                </c:pt>
                <c:pt idx="3622">
                  <c:v>5.1499999999999997E-2</c:v>
                </c:pt>
                <c:pt idx="3623">
                  <c:v>5.0900000000000001E-2</c:v>
                </c:pt>
                <c:pt idx="3624">
                  <c:v>5.11E-2</c:v>
                </c:pt>
                <c:pt idx="3625">
                  <c:v>5.1200000000000002E-2</c:v>
                </c:pt>
                <c:pt idx="3626">
                  <c:v>5.1299999999999998E-2</c:v>
                </c:pt>
                <c:pt idx="3627">
                  <c:v>5.1299999999999998E-2</c:v>
                </c:pt>
                <c:pt idx="3628">
                  <c:v>5.2499999999999998E-2</c:v>
                </c:pt>
                <c:pt idx="3629">
                  <c:v>5.3800000000000001E-2</c:v>
                </c:pt>
                <c:pt idx="3630">
                  <c:v>5.4100000000000002E-2</c:v>
                </c:pt>
                <c:pt idx="3631">
                  <c:v>5.3999999999999999E-2</c:v>
                </c:pt>
                <c:pt idx="3632">
                  <c:v>5.4100000000000002E-2</c:v>
                </c:pt>
                <c:pt idx="3633">
                  <c:v>5.3600000000000002E-2</c:v>
                </c:pt>
                <c:pt idx="3634">
                  <c:v>5.4699999999999999E-2</c:v>
                </c:pt>
                <c:pt idx="3635">
                  <c:v>5.6599999999999998E-2</c:v>
                </c:pt>
                <c:pt idx="3636">
                  <c:v>5.8099999999999999E-2</c:v>
                </c:pt>
                <c:pt idx="3637">
                  <c:v>5.8599999999999999E-2</c:v>
                </c:pt>
                <c:pt idx="3638">
                  <c:v>6.08E-2</c:v>
                </c:pt>
                <c:pt idx="3639">
                  <c:v>6.1600000000000002E-2</c:v>
                </c:pt>
                <c:pt idx="3640">
                  <c:v>6.3500000000000001E-2</c:v>
                </c:pt>
                <c:pt idx="3641">
                  <c:v>6.1499999999999999E-2</c:v>
                </c:pt>
                <c:pt idx="3642">
                  <c:v>5.8400000000000001E-2</c:v>
                </c:pt>
                <c:pt idx="3643">
                  <c:v>5.79E-2</c:v>
                </c:pt>
                <c:pt idx="3644">
                  <c:v>5.7299999999999997E-2</c:v>
                </c:pt>
                <c:pt idx="3645">
                  <c:v>5.67E-2</c:v>
                </c:pt>
                <c:pt idx="3646">
                  <c:v>5.6399999999999999E-2</c:v>
                </c:pt>
                <c:pt idx="3647">
                  <c:v>5.6399999999999999E-2</c:v>
                </c:pt>
                <c:pt idx="3648">
                  <c:v>5.6399999999999999E-2</c:v>
                </c:pt>
                <c:pt idx="3649">
                  <c:v>5.6800000000000003E-2</c:v>
                </c:pt>
                <c:pt idx="3650">
                  <c:v>5.6800000000000003E-2</c:v>
                </c:pt>
                <c:pt idx="3651">
                  <c:v>5.7099999999999998E-2</c:v>
                </c:pt>
                <c:pt idx="3652">
                  <c:v>5.7099999999999998E-2</c:v>
                </c:pt>
                <c:pt idx="3653">
                  <c:v>5.7500000000000002E-2</c:v>
                </c:pt>
                <c:pt idx="3654">
                  <c:v>5.8700000000000002E-2</c:v>
                </c:pt>
                <c:pt idx="3655">
                  <c:v>6.0299999999999999E-2</c:v>
                </c:pt>
                <c:pt idx="3656">
                  <c:v>5.9499999999999997E-2</c:v>
                </c:pt>
                <c:pt idx="3657">
                  <c:v>5.8500000000000003E-2</c:v>
                </c:pt>
                <c:pt idx="3658">
                  <c:v>5.8900000000000001E-2</c:v>
                </c:pt>
                <c:pt idx="3659">
                  <c:v>5.9400000000000001E-2</c:v>
                </c:pt>
                <c:pt idx="3660">
                  <c:v>5.9499999999999997E-2</c:v>
                </c:pt>
                <c:pt idx="3661">
                  <c:v>6.0299999999999999E-2</c:v>
                </c:pt>
                <c:pt idx="3662">
                  <c:v>6.0400000000000002E-2</c:v>
                </c:pt>
                <c:pt idx="3663">
                  <c:v>5.9700000000000003E-2</c:v>
                </c:pt>
                <c:pt idx="3664">
                  <c:v>5.9700000000000003E-2</c:v>
                </c:pt>
                <c:pt idx="3665">
                  <c:v>5.9900000000000002E-2</c:v>
                </c:pt>
                <c:pt idx="3666">
                  <c:v>5.9499999999999997E-2</c:v>
                </c:pt>
                <c:pt idx="3667">
                  <c:v>5.8999999999999997E-2</c:v>
                </c:pt>
                <c:pt idx="3668">
                  <c:v>5.9299999999999999E-2</c:v>
                </c:pt>
                <c:pt idx="3669">
                  <c:v>5.8799999999999998E-2</c:v>
                </c:pt>
                <c:pt idx="3670">
                  <c:v>5.8900000000000001E-2</c:v>
                </c:pt>
                <c:pt idx="3671">
                  <c:v>5.91E-2</c:v>
                </c:pt>
                <c:pt idx="3672">
                  <c:v>5.8999999999999997E-2</c:v>
                </c:pt>
                <c:pt idx="3673">
                  <c:v>5.9900000000000002E-2</c:v>
                </c:pt>
                <c:pt idx="3674">
                  <c:v>5.9700000000000003E-2</c:v>
                </c:pt>
                <c:pt idx="3675">
                  <c:v>5.8000000000000003E-2</c:v>
                </c:pt>
                <c:pt idx="3676">
                  <c:v>5.8200000000000002E-2</c:v>
                </c:pt>
                <c:pt idx="3677">
                  <c:v>5.7099999999999998E-2</c:v>
                </c:pt>
                <c:pt idx="3678">
                  <c:v>5.5E-2</c:v>
                </c:pt>
                <c:pt idx="3679">
                  <c:v>5.5100000000000003E-2</c:v>
                </c:pt>
                <c:pt idx="3680">
                  <c:v>5.4899999999999997E-2</c:v>
                </c:pt>
                <c:pt idx="3681">
                  <c:v>5.4899999999999997E-2</c:v>
                </c:pt>
                <c:pt idx="3682">
                  <c:v>5.4699999999999999E-2</c:v>
                </c:pt>
                <c:pt idx="3683">
                  <c:v>5.4300000000000001E-2</c:v>
                </c:pt>
                <c:pt idx="3684">
                  <c:v>5.4300000000000001E-2</c:v>
                </c:pt>
                <c:pt idx="3685">
                  <c:v>5.3600000000000002E-2</c:v>
                </c:pt>
                <c:pt idx="3686">
                  <c:v>5.3900000000000003E-2</c:v>
                </c:pt>
                <c:pt idx="3687">
                  <c:v>5.3400000000000003E-2</c:v>
                </c:pt>
                <c:pt idx="3688">
                  <c:v>5.3100000000000001E-2</c:v>
                </c:pt>
                <c:pt idx="3689">
                  <c:v>5.3100000000000001E-2</c:v>
                </c:pt>
                <c:pt idx="3690">
                  <c:v>5.3400000000000003E-2</c:v>
                </c:pt>
                <c:pt idx="3691">
                  <c:v>5.2900000000000003E-2</c:v>
                </c:pt>
                <c:pt idx="3692">
                  <c:v>5.1799999999999999E-2</c:v>
                </c:pt>
                <c:pt idx="3693">
                  <c:v>5.1900000000000002E-2</c:v>
                </c:pt>
                <c:pt idx="3694">
                  <c:v>5.1299999999999998E-2</c:v>
                </c:pt>
                <c:pt idx="3695">
                  <c:v>5.1499999999999997E-2</c:v>
                </c:pt>
                <c:pt idx="3696">
                  <c:v>5.1999999999999998E-2</c:v>
                </c:pt>
                <c:pt idx="3697">
                  <c:v>5.21E-2</c:v>
                </c:pt>
                <c:pt idx="3698">
                  <c:v>5.16E-2</c:v>
                </c:pt>
                <c:pt idx="3699">
                  <c:v>5.2400000000000002E-2</c:v>
                </c:pt>
                <c:pt idx="3700">
                  <c:v>5.3800000000000001E-2</c:v>
                </c:pt>
                <c:pt idx="3701">
                  <c:v>5.3499999999999999E-2</c:v>
                </c:pt>
                <c:pt idx="3702">
                  <c:v>5.33E-2</c:v>
                </c:pt>
                <c:pt idx="3703">
                  <c:v>5.4100000000000002E-2</c:v>
                </c:pt>
                <c:pt idx="3704">
                  <c:v>5.4699999999999999E-2</c:v>
                </c:pt>
                <c:pt idx="3705">
                  <c:v>5.5199999999999999E-2</c:v>
                </c:pt>
                <c:pt idx="3706">
                  <c:v>5.67E-2</c:v>
                </c:pt>
                <c:pt idx="3707">
                  <c:v>5.5300000000000002E-2</c:v>
                </c:pt>
                <c:pt idx="3708">
                  <c:v>5.5399999999999998E-2</c:v>
                </c:pt>
                <c:pt idx="3709">
                  <c:v>5.5399999999999998E-2</c:v>
                </c:pt>
                <c:pt idx="3710">
                  <c:v>5.5399999999999998E-2</c:v>
                </c:pt>
                <c:pt idx="3711">
                  <c:v>5.4699999999999999E-2</c:v>
                </c:pt>
                <c:pt idx="3712">
                  <c:v>5.4600000000000003E-2</c:v>
                </c:pt>
                <c:pt idx="3713">
                  <c:v>5.4899999999999997E-2</c:v>
                </c:pt>
                <c:pt idx="3714">
                  <c:v>5.4899999999999997E-2</c:v>
                </c:pt>
                <c:pt idx="3715">
                  <c:v>5.4899999999999997E-2</c:v>
                </c:pt>
                <c:pt idx="3716">
                  <c:v>5.5E-2</c:v>
                </c:pt>
                <c:pt idx="3717">
                  <c:v>5.4600000000000003E-2</c:v>
                </c:pt>
                <c:pt idx="3718">
                  <c:v>5.5399999999999998E-2</c:v>
                </c:pt>
                <c:pt idx="3719">
                  <c:v>5.4600000000000003E-2</c:v>
                </c:pt>
                <c:pt idx="3720">
                  <c:v>5.3900000000000003E-2</c:v>
                </c:pt>
                <c:pt idx="3721">
                  <c:v>5.3100000000000001E-2</c:v>
                </c:pt>
                <c:pt idx="3722">
                  <c:v>5.2699999999999997E-2</c:v>
                </c:pt>
                <c:pt idx="3723">
                  <c:v>5.28E-2</c:v>
                </c:pt>
                <c:pt idx="3724">
                  <c:v>5.2900000000000003E-2</c:v>
                </c:pt>
                <c:pt idx="3725">
                  <c:v>5.3199999999999997E-2</c:v>
                </c:pt>
                <c:pt idx="3726">
                  <c:v>5.2600000000000001E-2</c:v>
                </c:pt>
                <c:pt idx="3727">
                  <c:v>5.28E-2</c:v>
                </c:pt>
                <c:pt idx="3728">
                  <c:v>5.3199999999999997E-2</c:v>
                </c:pt>
                <c:pt idx="3729">
                  <c:v>5.2900000000000003E-2</c:v>
                </c:pt>
                <c:pt idx="3730">
                  <c:v>5.2600000000000001E-2</c:v>
                </c:pt>
                <c:pt idx="3731">
                  <c:v>5.21E-2</c:v>
                </c:pt>
                <c:pt idx="3732">
                  <c:v>5.2499999999999998E-2</c:v>
                </c:pt>
                <c:pt idx="3733">
                  <c:v>5.2600000000000001E-2</c:v>
                </c:pt>
                <c:pt idx="3734">
                  <c:v>5.2400000000000002E-2</c:v>
                </c:pt>
                <c:pt idx="3735">
                  <c:v>5.21E-2</c:v>
                </c:pt>
                <c:pt idx="3736">
                  <c:v>5.2499999999999998E-2</c:v>
                </c:pt>
                <c:pt idx="3737">
                  <c:v>5.2200000000000003E-2</c:v>
                </c:pt>
                <c:pt idx="3738">
                  <c:v>5.1700000000000003E-2</c:v>
                </c:pt>
                <c:pt idx="3739">
                  <c:v>5.1499999999999997E-2</c:v>
                </c:pt>
                <c:pt idx="3740">
                  <c:v>5.1499999999999997E-2</c:v>
                </c:pt>
                <c:pt idx="3741">
                  <c:v>5.16E-2</c:v>
                </c:pt>
                <c:pt idx="3742">
                  <c:v>5.21E-2</c:v>
                </c:pt>
                <c:pt idx="3743">
                  <c:v>5.1799999999999999E-2</c:v>
                </c:pt>
                <c:pt idx="3744">
                  <c:v>5.1200000000000002E-2</c:v>
                </c:pt>
                <c:pt idx="3745">
                  <c:v>5.2200000000000003E-2</c:v>
                </c:pt>
                <c:pt idx="3746">
                  <c:v>5.1700000000000003E-2</c:v>
                </c:pt>
                <c:pt idx="3747">
                  <c:v>5.1900000000000002E-2</c:v>
                </c:pt>
                <c:pt idx="3748">
                  <c:v>5.1999999999999998E-2</c:v>
                </c:pt>
                <c:pt idx="3749">
                  <c:v>5.1700000000000003E-2</c:v>
                </c:pt>
                <c:pt idx="3750">
                  <c:v>5.1200000000000002E-2</c:v>
                </c:pt>
                <c:pt idx="3751">
                  <c:v>5.1400000000000001E-2</c:v>
                </c:pt>
                <c:pt idx="3752">
                  <c:v>5.1499999999999997E-2</c:v>
                </c:pt>
                <c:pt idx="3753">
                  <c:v>5.1299999999999998E-2</c:v>
                </c:pt>
                <c:pt idx="3754">
                  <c:v>5.1299999999999998E-2</c:v>
                </c:pt>
                <c:pt idx="3755">
                  <c:v>5.1400000000000001E-2</c:v>
                </c:pt>
                <c:pt idx="3756">
                  <c:v>5.1299999999999998E-2</c:v>
                </c:pt>
                <c:pt idx="3757">
                  <c:v>5.1299999999999998E-2</c:v>
                </c:pt>
                <c:pt idx="3758">
                  <c:v>5.1499999999999997E-2</c:v>
                </c:pt>
                <c:pt idx="3759">
                  <c:v>5.11E-2</c:v>
                </c:pt>
                <c:pt idx="3760">
                  <c:v>5.0900000000000001E-2</c:v>
                </c:pt>
                <c:pt idx="3761">
                  <c:v>5.0500000000000003E-2</c:v>
                </c:pt>
                <c:pt idx="3762">
                  <c:v>5.1299999999999998E-2</c:v>
                </c:pt>
                <c:pt idx="3763">
                  <c:v>5.1400000000000001E-2</c:v>
                </c:pt>
                <c:pt idx="3764">
                  <c:v>5.1900000000000002E-2</c:v>
                </c:pt>
                <c:pt idx="3765">
                  <c:v>5.2200000000000003E-2</c:v>
                </c:pt>
                <c:pt idx="3766">
                  <c:v>5.2200000000000003E-2</c:v>
                </c:pt>
                <c:pt idx="3767">
                  <c:v>5.2200000000000003E-2</c:v>
                </c:pt>
                <c:pt idx="3768">
                  <c:v>5.2499999999999998E-2</c:v>
                </c:pt>
                <c:pt idx="3769">
                  <c:v>5.3400000000000003E-2</c:v>
                </c:pt>
                <c:pt idx="3770">
                  <c:v>5.3900000000000003E-2</c:v>
                </c:pt>
                <c:pt idx="3771">
                  <c:v>5.3999999999999999E-2</c:v>
                </c:pt>
                <c:pt idx="3772">
                  <c:v>5.3699999999999998E-2</c:v>
                </c:pt>
                <c:pt idx="3773">
                  <c:v>5.3600000000000002E-2</c:v>
                </c:pt>
                <c:pt idx="3774">
                  <c:v>5.2699999999999997E-2</c:v>
                </c:pt>
                <c:pt idx="3775">
                  <c:v>5.2699999999999997E-2</c:v>
                </c:pt>
                <c:pt idx="3776">
                  <c:v>5.2900000000000003E-2</c:v>
                </c:pt>
                <c:pt idx="3777">
                  <c:v>5.28E-2</c:v>
                </c:pt>
                <c:pt idx="3778">
                  <c:v>5.2600000000000001E-2</c:v>
                </c:pt>
                <c:pt idx="3779">
                  <c:v>5.5199999999999999E-2</c:v>
                </c:pt>
                <c:pt idx="3780">
                  <c:v>5.4899999999999997E-2</c:v>
                </c:pt>
                <c:pt idx="3781">
                  <c:v>5.3900000000000003E-2</c:v>
                </c:pt>
                <c:pt idx="3782">
                  <c:v>5.4399999999999997E-2</c:v>
                </c:pt>
                <c:pt idx="3783">
                  <c:v>5.4399999999999997E-2</c:v>
                </c:pt>
                <c:pt idx="3784">
                  <c:v>5.5800000000000002E-2</c:v>
                </c:pt>
                <c:pt idx="3785">
                  <c:v>5.6500000000000002E-2</c:v>
                </c:pt>
                <c:pt idx="3786">
                  <c:v>5.74E-2</c:v>
                </c:pt>
                <c:pt idx="3787">
                  <c:v>5.6099999999999997E-2</c:v>
                </c:pt>
                <c:pt idx="3788">
                  <c:v>5.5199999999999999E-2</c:v>
                </c:pt>
                <c:pt idx="3789">
                  <c:v>5.4600000000000003E-2</c:v>
                </c:pt>
                <c:pt idx="3790">
                  <c:v>5.4899999999999997E-2</c:v>
                </c:pt>
                <c:pt idx="3791">
                  <c:v>5.4600000000000003E-2</c:v>
                </c:pt>
                <c:pt idx="3792">
                  <c:v>5.4199999999999998E-2</c:v>
                </c:pt>
                <c:pt idx="3793">
                  <c:v>5.4600000000000003E-2</c:v>
                </c:pt>
                <c:pt idx="3794">
                  <c:v>5.4699999999999999E-2</c:v>
                </c:pt>
                <c:pt idx="3795">
                  <c:v>5.5599999999999997E-2</c:v>
                </c:pt>
                <c:pt idx="3796">
                  <c:v>5.6399999999999999E-2</c:v>
                </c:pt>
                <c:pt idx="3797">
                  <c:v>5.6899999999999999E-2</c:v>
                </c:pt>
                <c:pt idx="3798">
                  <c:v>5.74E-2</c:v>
                </c:pt>
                <c:pt idx="3799">
                  <c:v>5.8799999999999998E-2</c:v>
                </c:pt>
                <c:pt idx="3800">
                  <c:v>5.8400000000000001E-2</c:v>
                </c:pt>
                <c:pt idx="3801">
                  <c:v>5.7299999999999997E-2</c:v>
                </c:pt>
                <c:pt idx="3802">
                  <c:v>5.7000000000000002E-2</c:v>
                </c:pt>
                <c:pt idx="3803">
                  <c:v>5.7599999999999998E-2</c:v>
                </c:pt>
                <c:pt idx="3804">
                  <c:v>5.8200000000000002E-2</c:v>
                </c:pt>
                <c:pt idx="3805">
                  <c:v>5.7599999999999998E-2</c:v>
                </c:pt>
                <c:pt idx="3806">
                  <c:v>5.74E-2</c:v>
                </c:pt>
                <c:pt idx="3807">
                  <c:v>5.8299999999999998E-2</c:v>
                </c:pt>
                <c:pt idx="3808">
                  <c:v>5.9400000000000001E-2</c:v>
                </c:pt>
                <c:pt idx="3809">
                  <c:v>5.91E-2</c:v>
                </c:pt>
                <c:pt idx="3810">
                  <c:v>6.0699999999999997E-2</c:v>
                </c:pt>
                <c:pt idx="3811">
                  <c:v>6.1800000000000001E-2</c:v>
                </c:pt>
                <c:pt idx="3812">
                  <c:v>6.0900000000000003E-2</c:v>
                </c:pt>
                <c:pt idx="3813">
                  <c:v>6.0900000000000003E-2</c:v>
                </c:pt>
                <c:pt idx="3814">
                  <c:v>6.1400000000000003E-2</c:v>
                </c:pt>
                <c:pt idx="3815">
                  <c:v>6.13E-2</c:v>
                </c:pt>
                <c:pt idx="3816">
                  <c:v>6.2399999999999997E-2</c:v>
                </c:pt>
                <c:pt idx="3817">
                  <c:v>6.3200000000000006E-2</c:v>
                </c:pt>
                <c:pt idx="3818">
                  <c:v>6.4299999999999996E-2</c:v>
                </c:pt>
                <c:pt idx="3819">
                  <c:v>6.7000000000000004E-2</c:v>
                </c:pt>
                <c:pt idx="3820">
                  <c:v>6.5500000000000003E-2</c:v>
                </c:pt>
                <c:pt idx="3821">
                  <c:v>6.5000000000000002E-2</c:v>
                </c:pt>
                <c:pt idx="3822">
                  <c:v>6.3600000000000004E-2</c:v>
                </c:pt>
                <c:pt idx="3823">
                  <c:v>6.3E-2</c:v>
                </c:pt>
                <c:pt idx="3824">
                  <c:v>6.2700000000000006E-2</c:v>
                </c:pt>
                <c:pt idx="3825">
                  <c:v>6.3500000000000001E-2</c:v>
                </c:pt>
                <c:pt idx="3826">
                  <c:v>6.3200000000000006E-2</c:v>
                </c:pt>
                <c:pt idx="3827">
                  <c:v>6.2899999999999998E-2</c:v>
                </c:pt>
                <c:pt idx="3828">
                  <c:v>6.3E-2</c:v>
                </c:pt>
                <c:pt idx="3829">
                  <c:v>6.3E-2</c:v>
                </c:pt>
                <c:pt idx="3830">
                  <c:v>6.2100000000000002E-2</c:v>
                </c:pt>
                <c:pt idx="3831">
                  <c:v>6.1600000000000002E-2</c:v>
                </c:pt>
                <c:pt idx="3832">
                  <c:v>6.1499999999999999E-2</c:v>
                </c:pt>
                <c:pt idx="3833">
                  <c:v>6.1899999999999997E-2</c:v>
                </c:pt>
                <c:pt idx="3834">
                  <c:v>6.2300000000000001E-2</c:v>
                </c:pt>
                <c:pt idx="3835">
                  <c:v>6.1499999999999999E-2</c:v>
                </c:pt>
                <c:pt idx="3836">
                  <c:v>6.1699999999999998E-2</c:v>
                </c:pt>
                <c:pt idx="3837">
                  <c:v>6.2899999999999998E-2</c:v>
                </c:pt>
                <c:pt idx="3838">
                  <c:v>6.3500000000000001E-2</c:v>
                </c:pt>
                <c:pt idx="3839">
                  <c:v>6.3100000000000003E-2</c:v>
                </c:pt>
                <c:pt idx="3840">
                  <c:v>6.5000000000000002E-2</c:v>
                </c:pt>
                <c:pt idx="3841">
                  <c:v>6.4899999999999999E-2</c:v>
                </c:pt>
                <c:pt idx="3842">
                  <c:v>6.6199999999999995E-2</c:v>
                </c:pt>
                <c:pt idx="3843">
                  <c:v>6.6500000000000004E-2</c:v>
                </c:pt>
                <c:pt idx="3844">
                  <c:v>6.9500000000000006E-2</c:v>
                </c:pt>
                <c:pt idx="3845">
                  <c:v>7.0499999999999993E-2</c:v>
                </c:pt>
                <c:pt idx="3846">
                  <c:v>7.0599999999999996E-2</c:v>
                </c:pt>
                <c:pt idx="3847">
                  <c:v>7.0900000000000005E-2</c:v>
                </c:pt>
                <c:pt idx="3848">
                  <c:v>7.2300000000000003E-2</c:v>
                </c:pt>
                <c:pt idx="3849">
                  <c:v>7.0599999999999996E-2</c:v>
                </c:pt>
                <c:pt idx="3850">
                  <c:v>6.9800000000000001E-2</c:v>
                </c:pt>
                <c:pt idx="3851">
                  <c:v>6.7699999999999996E-2</c:v>
                </c:pt>
                <c:pt idx="3852">
                  <c:v>6.7500000000000004E-2</c:v>
                </c:pt>
                <c:pt idx="3853">
                  <c:v>6.6299999999999998E-2</c:v>
                </c:pt>
                <c:pt idx="3854">
                  <c:v>6.6299999999999998E-2</c:v>
                </c:pt>
                <c:pt idx="3855">
                  <c:v>6.7400000000000002E-2</c:v>
                </c:pt>
                <c:pt idx="3856">
                  <c:v>6.8000000000000005E-2</c:v>
                </c:pt>
                <c:pt idx="3857">
                  <c:v>6.7500000000000004E-2</c:v>
                </c:pt>
                <c:pt idx="3858">
                  <c:v>6.6799999999999998E-2</c:v>
                </c:pt>
                <c:pt idx="3859">
                  <c:v>6.6900000000000001E-2</c:v>
                </c:pt>
                <c:pt idx="3860">
                  <c:v>6.59E-2</c:v>
                </c:pt>
                <c:pt idx="3861">
                  <c:v>6.59E-2</c:v>
                </c:pt>
                <c:pt idx="3862">
                  <c:v>6.6000000000000003E-2</c:v>
                </c:pt>
                <c:pt idx="3863">
                  <c:v>6.5100000000000005E-2</c:v>
                </c:pt>
                <c:pt idx="3864">
                  <c:v>6.5299999999999997E-2</c:v>
                </c:pt>
                <c:pt idx="3865">
                  <c:v>6.5600000000000006E-2</c:v>
                </c:pt>
                <c:pt idx="3866">
                  <c:v>6.4699999999999994E-2</c:v>
                </c:pt>
                <c:pt idx="3867">
                  <c:v>6.4299999999999996E-2</c:v>
                </c:pt>
                <c:pt idx="3868">
                  <c:v>6.4199999999999993E-2</c:v>
                </c:pt>
                <c:pt idx="3869">
                  <c:v>6.3700000000000007E-2</c:v>
                </c:pt>
                <c:pt idx="3870">
                  <c:v>6.3E-2</c:v>
                </c:pt>
                <c:pt idx="3871">
                  <c:v>6.2799999999999995E-2</c:v>
                </c:pt>
                <c:pt idx="3872">
                  <c:v>6.3399999999999998E-2</c:v>
                </c:pt>
                <c:pt idx="3873">
                  <c:v>6.3399999999999998E-2</c:v>
                </c:pt>
                <c:pt idx="3874">
                  <c:v>6.4399999999999999E-2</c:v>
                </c:pt>
                <c:pt idx="3875">
                  <c:v>6.5100000000000005E-2</c:v>
                </c:pt>
                <c:pt idx="3876">
                  <c:v>6.5100000000000005E-2</c:v>
                </c:pt>
                <c:pt idx="3877">
                  <c:v>6.6299999999999998E-2</c:v>
                </c:pt>
                <c:pt idx="3878">
                  <c:v>6.7799999999999999E-2</c:v>
                </c:pt>
                <c:pt idx="3879">
                  <c:v>6.7900000000000002E-2</c:v>
                </c:pt>
                <c:pt idx="3880">
                  <c:v>6.7500000000000004E-2</c:v>
                </c:pt>
                <c:pt idx="3881">
                  <c:v>6.7599999999999993E-2</c:v>
                </c:pt>
                <c:pt idx="3882">
                  <c:v>6.8199999999999997E-2</c:v>
                </c:pt>
                <c:pt idx="3883">
                  <c:v>6.8599999999999994E-2</c:v>
                </c:pt>
                <c:pt idx="3884">
                  <c:v>6.8900000000000003E-2</c:v>
                </c:pt>
                <c:pt idx="3885">
                  <c:v>6.93E-2</c:v>
                </c:pt>
                <c:pt idx="3886">
                  <c:v>6.9099999999999995E-2</c:v>
                </c:pt>
                <c:pt idx="3887">
                  <c:v>6.9099999999999995E-2</c:v>
                </c:pt>
                <c:pt idx="3888">
                  <c:v>6.9400000000000003E-2</c:v>
                </c:pt>
                <c:pt idx="3889">
                  <c:v>6.9000000000000006E-2</c:v>
                </c:pt>
                <c:pt idx="3890">
                  <c:v>6.9099999999999995E-2</c:v>
                </c:pt>
                <c:pt idx="3891">
                  <c:v>6.8599999999999994E-2</c:v>
                </c:pt>
                <c:pt idx="3892">
                  <c:v>6.88E-2</c:v>
                </c:pt>
                <c:pt idx="3893">
                  <c:v>6.9099999999999995E-2</c:v>
                </c:pt>
                <c:pt idx="3894">
                  <c:v>7.0400000000000004E-2</c:v>
                </c:pt>
                <c:pt idx="3895">
                  <c:v>7.1800000000000003E-2</c:v>
                </c:pt>
                <c:pt idx="3896">
                  <c:v>7.2400000000000006E-2</c:v>
                </c:pt>
                <c:pt idx="3897">
                  <c:v>7.2599999999999998E-2</c:v>
                </c:pt>
                <c:pt idx="3898">
                  <c:v>7.6200000000000004E-2</c:v>
                </c:pt>
                <c:pt idx="3899">
                  <c:v>7.8700000000000006E-2</c:v>
                </c:pt>
                <c:pt idx="3900">
                  <c:v>7.6399999999999996E-2</c:v>
                </c:pt>
                <c:pt idx="3901">
                  <c:v>7.5399999999999995E-2</c:v>
                </c:pt>
                <c:pt idx="3902">
                  <c:v>7.5899999999999995E-2</c:v>
                </c:pt>
                <c:pt idx="3903">
                  <c:v>7.7600000000000002E-2</c:v>
                </c:pt>
                <c:pt idx="3904">
                  <c:v>7.8E-2</c:v>
                </c:pt>
                <c:pt idx="3905">
                  <c:v>7.7299999999999994E-2</c:v>
                </c:pt>
                <c:pt idx="3906">
                  <c:v>7.6300000000000007E-2</c:v>
                </c:pt>
                <c:pt idx="3907">
                  <c:v>7.6300000000000007E-2</c:v>
                </c:pt>
                <c:pt idx="3908">
                  <c:v>7.6300000000000007E-2</c:v>
                </c:pt>
                <c:pt idx="3909">
                  <c:v>7.6499999999999999E-2</c:v>
                </c:pt>
                <c:pt idx="3910">
                  <c:v>7.5600000000000001E-2</c:v>
                </c:pt>
                <c:pt idx="3911">
                  <c:v>7.5499999999999998E-2</c:v>
                </c:pt>
                <c:pt idx="3912">
                  <c:v>7.5700000000000003E-2</c:v>
                </c:pt>
                <c:pt idx="3913">
                  <c:v>7.5700000000000003E-2</c:v>
                </c:pt>
                <c:pt idx="3914">
                  <c:v>7.7100000000000002E-2</c:v>
                </c:pt>
                <c:pt idx="3915">
                  <c:v>7.6600000000000001E-2</c:v>
                </c:pt>
                <c:pt idx="3916">
                  <c:v>7.7399999999999997E-2</c:v>
                </c:pt>
                <c:pt idx="3917">
                  <c:v>7.8200000000000006E-2</c:v>
                </c:pt>
                <c:pt idx="3918">
                  <c:v>7.8799999999999995E-2</c:v>
                </c:pt>
                <c:pt idx="3919">
                  <c:v>7.9299999999999995E-2</c:v>
                </c:pt>
                <c:pt idx="3920">
                  <c:v>7.9600000000000004E-2</c:v>
                </c:pt>
                <c:pt idx="3921">
                  <c:v>8.09E-2</c:v>
                </c:pt>
                <c:pt idx="3922">
                  <c:v>8.2100000000000006E-2</c:v>
                </c:pt>
                <c:pt idx="3923">
                  <c:v>8.5000000000000006E-2</c:v>
                </c:pt>
                <c:pt idx="3924">
                  <c:v>8.5000000000000006E-2</c:v>
                </c:pt>
                <c:pt idx="3925">
                  <c:v>8.5099999999999995E-2</c:v>
                </c:pt>
                <c:pt idx="3926">
                  <c:v>8.8200000000000001E-2</c:v>
                </c:pt>
                <c:pt idx="3927">
                  <c:v>8.6999999999999994E-2</c:v>
                </c:pt>
                <c:pt idx="3928">
                  <c:v>8.4500000000000006E-2</c:v>
                </c:pt>
                <c:pt idx="3929">
                  <c:v>8.4599999999999995E-2</c:v>
                </c:pt>
                <c:pt idx="3930">
                  <c:v>8.4199999999999997E-2</c:v>
                </c:pt>
                <c:pt idx="3931">
                  <c:v>8.3699999999999997E-2</c:v>
                </c:pt>
                <c:pt idx="3932">
                  <c:v>8.3400000000000002E-2</c:v>
                </c:pt>
                <c:pt idx="3933">
                  <c:v>8.3299999999999999E-2</c:v>
                </c:pt>
                <c:pt idx="3934">
                  <c:v>8.3599999999999994E-2</c:v>
                </c:pt>
                <c:pt idx="3935">
                  <c:v>8.5400000000000004E-2</c:v>
                </c:pt>
                <c:pt idx="3936">
                  <c:v>8.5599999999999996E-2</c:v>
                </c:pt>
                <c:pt idx="3937">
                  <c:v>8.5599999999999996E-2</c:v>
                </c:pt>
                <c:pt idx="3938">
                  <c:v>8.5999999999999993E-2</c:v>
                </c:pt>
                <c:pt idx="3939">
                  <c:v>8.9499999999999996E-2</c:v>
                </c:pt>
                <c:pt idx="3940">
                  <c:v>9.0499999999999997E-2</c:v>
                </c:pt>
                <c:pt idx="3941">
                  <c:v>0.09</c:v>
                </c:pt>
                <c:pt idx="3942">
                  <c:v>9.1999999999999998E-2</c:v>
                </c:pt>
                <c:pt idx="3943">
                  <c:v>9.0200000000000002E-2</c:v>
                </c:pt>
                <c:pt idx="3944">
                  <c:v>9.0200000000000002E-2</c:v>
                </c:pt>
                <c:pt idx="3945">
                  <c:v>8.9200000000000002E-2</c:v>
                </c:pt>
                <c:pt idx="3946">
                  <c:v>8.7400000000000005E-2</c:v>
                </c:pt>
                <c:pt idx="3947">
                  <c:v>8.7099999999999997E-2</c:v>
                </c:pt>
                <c:pt idx="3948">
                  <c:v>8.7400000000000005E-2</c:v>
                </c:pt>
                <c:pt idx="3949">
                  <c:v>8.6199999999999999E-2</c:v>
                </c:pt>
                <c:pt idx="3950">
                  <c:v>8.6199999999999999E-2</c:v>
                </c:pt>
                <c:pt idx="3951">
                  <c:v>8.6599999999999996E-2</c:v>
                </c:pt>
                <c:pt idx="3952">
                  <c:v>8.5599999999999996E-2</c:v>
                </c:pt>
                <c:pt idx="3953">
                  <c:v>8.3599999999999994E-2</c:v>
                </c:pt>
                <c:pt idx="3954">
                  <c:v>8.3000000000000004E-2</c:v>
                </c:pt>
                <c:pt idx="3955">
                  <c:v>0.08</c:v>
                </c:pt>
                <c:pt idx="3956">
                  <c:v>7.8600000000000003E-2</c:v>
                </c:pt>
                <c:pt idx="3957">
                  <c:v>7.8E-2</c:v>
                </c:pt>
                <c:pt idx="3958">
                  <c:v>7.6600000000000001E-2</c:v>
                </c:pt>
                <c:pt idx="3959">
                  <c:v>7.6100000000000001E-2</c:v>
                </c:pt>
                <c:pt idx="3960">
                  <c:v>7.6799999999999993E-2</c:v>
                </c:pt>
                <c:pt idx="3961">
                  <c:v>7.6799999999999993E-2</c:v>
                </c:pt>
                <c:pt idx="3962">
                  <c:v>7.5800000000000006E-2</c:v>
                </c:pt>
                <c:pt idx="3963">
                  <c:v>7.3899999999999993E-2</c:v>
                </c:pt>
                <c:pt idx="3964">
                  <c:v>7.3599999999999999E-2</c:v>
                </c:pt>
                <c:pt idx="3965">
                  <c:v>7.4099999999999999E-2</c:v>
                </c:pt>
                <c:pt idx="3966">
                  <c:v>7.5399999999999995E-2</c:v>
                </c:pt>
                <c:pt idx="3967">
                  <c:v>7.4200000000000002E-2</c:v>
                </c:pt>
                <c:pt idx="3968">
                  <c:v>7.3300000000000004E-2</c:v>
                </c:pt>
                <c:pt idx="3969">
                  <c:v>7.2800000000000004E-2</c:v>
                </c:pt>
                <c:pt idx="3970">
                  <c:v>7.2800000000000004E-2</c:v>
                </c:pt>
                <c:pt idx="3971">
                  <c:v>7.3700000000000002E-2</c:v>
                </c:pt>
                <c:pt idx="3972">
                  <c:v>7.4999999999999997E-2</c:v>
                </c:pt>
                <c:pt idx="3973">
                  <c:v>7.4999999999999997E-2</c:v>
                </c:pt>
                <c:pt idx="3974">
                  <c:v>7.5499999999999998E-2</c:v>
                </c:pt>
                <c:pt idx="3975">
                  <c:v>7.6700000000000004E-2</c:v>
                </c:pt>
                <c:pt idx="3976">
                  <c:v>7.5600000000000001E-2</c:v>
                </c:pt>
                <c:pt idx="3977">
                  <c:v>7.5300000000000006E-2</c:v>
                </c:pt>
                <c:pt idx="3978">
                  <c:v>7.5600000000000001E-2</c:v>
                </c:pt>
                <c:pt idx="3979">
                  <c:v>7.5499999999999998E-2</c:v>
                </c:pt>
                <c:pt idx="3980">
                  <c:v>7.6100000000000001E-2</c:v>
                </c:pt>
                <c:pt idx="3981">
                  <c:v>7.5200000000000003E-2</c:v>
                </c:pt>
                <c:pt idx="3982">
                  <c:v>7.5899999999999995E-2</c:v>
                </c:pt>
                <c:pt idx="3983">
                  <c:v>7.5399999999999995E-2</c:v>
                </c:pt>
                <c:pt idx="3984">
                  <c:v>7.4999999999999997E-2</c:v>
                </c:pt>
                <c:pt idx="3985">
                  <c:v>7.3999999999999996E-2</c:v>
                </c:pt>
                <c:pt idx="3986">
                  <c:v>7.2300000000000003E-2</c:v>
                </c:pt>
                <c:pt idx="3987">
                  <c:v>7.1199999999999999E-2</c:v>
                </c:pt>
                <c:pt idx="3988">
                  <c:v>7.17E-2</c:v>
                </c:pt>
                <c:pt idx="3989">
                  <c:v>7.1599999999999997E-2</c:v>
                </c:pt>
                <c:pt idx="3990">
                  <c:v>7.0000000000000007E-2</c:v>
                </c:pt>
                <c:pt idx="3991">
                  <c:v>6.88E-2</c:v>
                </c:pt>
                <c:pt idx="3992">
                  <c:v>6.8599999999999994E-2</c:v>
                </c:pt>
                <c:pt idx="3993">
                  <c:v>6.8500000000000005E-2</c:v>
                </c:pt>
                <c:pt idx="3994">
                  <c:v>6.88E-2</c:v>
                </c:pt>
                <c:pt idx="3995">
                  <c:v>6.83E-2</c:v>
                </c:pt>
                <c:pt idx="3996">
                  <c:v>6.8599999999999994E-2</c:v>
                </c:pt>
                <c:pt idx="3997">
                  <c:v>6.7900000000000002E-2</c:v>
                </c:pt>
                <c:pt idx="3998">
                  <c:v>6.8099999999999994E-2</c:v>
                </c:pt>
                <c:pt idx="3999">
                  <c:v>6.7400000000000002E-2</c:v>
                </c:pt>
                <c:pt idx="4000">
                  <c:v>6.8900000000000003E-2</c:v>
                </c:pt>
                <c:pt idx="4001">
                  <c:v>6.9599999999999995E-2</c:v>
                </c:pt>
                <c:pt idx="4002">
                  <c:v>6.9599999999999995E-2</c:v>
                </c:pt>
                <c:pt idx="4003">
                  <c:v>7.0199999999999999E-2</c:v>
                </c:pt>
                <c:pt idx="4004">
                  <c:v>7.0699999999999999E-2</c:v>
                </c:pt>
                <c:pt idx="4005">
                  <c:v>6.9900000000000004E-2</c:v>
                </c:pt>
                <c:pt idx="4006">
                  <c:v>6.9400000000000003E-2</c:v>
                </c:pt>
                <c:pt idx="4007">
                  <c:v>6.8599999999999994E-2</c:v>
                </c:pt>
                <c:pt idx="4008">
                  <c:v>6.9000000000000006E-2</c:v>
                </c:pt>
                <c:pt idx="4009">
                  <c:v>6.8000000000000005E-2</c:v>
                </c:pt>
                <c:pt idx="4010">
                  <c:v>6.7299999999999999E-2</c:v>
                </c:pt>
                <c:pt idx="4011">
                  <c:v>6.6500000000000004E-2</c:v>
                </c:pt>
                <c:pt idx="4012">
                  <c:v>6.7500000000000004E-2</c:v>
                </c:pt>
                <c:pt idx="4013">
                  <c:v>6.7000000000000004E-2</c:v>
                </c:pt>
                <c:pt idx="4014">
                  <c:v>6.6799999999999998E-2</c:v>
                </c:pt>
                <c:pt idx="4015">
                  <c:v>6.6100000000000006E-2</c:v>
                </c:pt>
                <c:pt idx="4016">
                  <c:v>6.5299999999999997E-2</c:v>
                </c:pt>
                <c:pt idx="4017">
                  <c:v>6.5500000000000003E-2</c:v>
                </c:pt>
                <c:pt idx="4018">
                  <c:v>6.54E-2</c:v>
                </c:pt>
                <c:pt idx="4019">
                  <c:v>6.54E-2</c:v>
                </c:pt>
                <c:pt idx="4020">
                  <c:v>6.54E-2</c:v>
                </c:pt>
                <c:pt idx="4021">
                  <c:v>6.54E-2</c:v>
                </c:pt>
                <c:pt idx="4022">
                  <c:v>6.5199999999999994E-2</c:v>
                </c:pt>
                <c:pt idx="4023">
                  <c:v>6.6000000000000003E-2</c:v>
                </c:pt>
                <c:pt idx="4024">
                  <c:v>6.5100000000000005E-2</c:v>
                </c:pt>
                <c:pt idx="4025">
                  <c:v>6.4199999999999993E-2</c:v>
                </c:pt>
                <c:pt idx="4026">
                  <c:v>6.3399999999999998E-2</c:v>
                </c:pt>
                <c:pt idx="4027">
                  <c:v>6.3700000000000007E-2</c:v>
                </c:pt>
                <c:pt idx="4028">
                  <c:v>6.5000000000000002E-2</c:v>
                </c:pt>
                <c:pt idx="4029">
                  <c:v>6.59E-2</c:v>
                </c:pt>
                <c:pt idx="4030">
                  <c:v>6.7100000000000007E-2</c:v>
                </c:pt>
                <c:pt idx="4031">
                  <c:v>6.7400000000000002E-2</c:v>
                </c:pt>
                <c:pt idx="4032">
                  <c:v>6.8099999999999994E-2</c:v>
                </c:pt>
                <c:pt idx="4033">
                  <c:v>6.7400000000000002E-2</c:v>
                </c:pt>
                <c:pt idx="4034">
                  <c:v>6.54E-2</c:v>
                </c:pt>
                <c:pt idx="4035">
                  <c:v>6.5299999999999997E-2</c:v>
                </c:pt>
                <c:pt idx="4036">
                  <c:v>6.4699999999999994E-2</c:v>
                </c:pt>
                <c:pt idx="4037">
                  <c:v>6.4199999999999993E-2</c:v>
                </c:pt>
                <c:pt idx="4038">
                  <c:v>6.8099999999999994E-2</c:v>
                </c:pt>
                <c:pt idx="4039">
                  <c:v>7.0300000000000001E-2</c:v>
                </c:pt>
                <c:pt idx="4040">
                  <c:v>6.93E-2</c:v>
                </c:pt>
                <c:pt idx="4041">
                  <c:v>6.7199999999999996E-2</c:v>
                </c:pt>
                <c:pt idx="4042">
                  <c:v>6.6900000000000001E-2</c:v>
                </c:pt>
                <c:pt idx="4043">
                  <c:v>6.6100000000000006E-2</c:v>
                </c:pt>
                <c:pt idx="4044">
                  <c:v>6.6100000000000006E-2</c:v>
                </c:pt>
                <c:pt idx="4045">
                  <c:v>6.6600000000000006E-2</c:v>
                </c:pt>
                <c:pt idx="4046">
                  <c:v>6.6400000000000001E-2</c:v>
                </c:pt>
                <c:pt idx="4047">
                  <c:v>6.5100000000000005E-2</c:v>
                </c:pt>
                <c:pt idx="4048">
                  <c:v>6.3899999999999998E-2</c:v>
                </c:pt>
                <c:pt idx="4049">
                  <c:v>6.1899999999999997E-2</c:v>
                </c:pt>
                <c:pt idx="4050">
                  <c:v>6.0199999999999997E-2</c:v>
                </c:pt>
                <c:pt idx="4051">
                  <c:v>6.1199999999999997E-2</c:v>
                </c:pt>
                <c:pt idx="4052">
                  <c:v>6.0199999999999997E-2</c:v>
                </c:pt>
                <c:pt idx="4053">
                  <c:v>6.0299999999999999E-2</c:v>
                </c:pt>
                <c:pt idx="4054">
                  <c:v>6.0299999999999999E-2</c:v>
                </c:pt>
                <c:pt idx="4055">
                  <c:v>6.0199999999999997E-2</c:v>
                </c:pt>
                <c:pt idx="4056">
                  <c:v>5.96E-2</c:v>
                </c:pt>
                <c:pt idx="4057">
                  <c:v>5.9700000000000003E-2</c:v>
                </c:pt>
                <c:pt idx="4058">
                  <c:v>5.96E-2</c:v>
                </c:pt>
                <c:pt idx="4059">
                  <c:v>5.9700000000000003E-2</c:v>
                </c:pt>
                <c:pt idx="4060">
                  <c:v>6.0100000000000001E-2</c:v>
                </c:pt>
                <c:pt idx="4061">
                  <c:v>6.08E-2</c:v>
                </c:pt>
                <c:pt idx="4062">
                  <c:v>6.0999999999999999E-2</c:v>
                </c:pt>
                <c:pt idx="4063">
                  <c:v>6.1699999999999998E-2</c:v>
                </c:pt>
                <c:pt idx="4064">
                  <c:v>6.1499999999999999E-2</c:v>
                </c:pt>
                <c:pt idx="4065">
                  <c:v>6.1600000000000002E-2</c:v>
                </c:pt>
                <c:pt idx="4066">
                  <c:v>6.1499999999999999E-2</c:v>
                </c:pt>
                <c:pt idx="4067">
                  <c:v>6.0999999999999999E-2</c:v>
                </c:pt>
                <c:pt idx="4068">
                  <c:v>5.9400000000000001E-2</c:v>
                </c:pt>
                <c:pt idx="4069">
                  <c:v>5.8999999999999997E-2</c:v>
                </c:pt>
                <c:pt idx="4070">
                  <c:v>5.8700000000000002E-2</c:v>
                </c:pt>
                <c:pt idx="4071">
                  <c:v>5.8700000000000002E-2</c:v>
                </c:pt>
                <c:pt idx="4072">
                  <c:v>5.8099999999999999E-2</c:v>
                </c:pt>
                <c:pt idx="4073">
                  <c:v>5.8200000000000002E-2</c:v>
                </c:pt>
                <c:pt idx="4074">
                  <c:v>5.7700000000000001E-2</c:v>
                </c:pt>
                <c:pt idx="4075">
                  <c:v>5.7099999999999998E-2</c:v>
                </c:pt>
                <c:pt idx="4076">
                  <c:v>5.74E-2</c:v>
                </c:pt>
                <c:pt idx="4077">
                  <c:v>5.7200000000000001E-2</c:v>
                </c:pt>
                <c:pt idx="4078">
                  <c:v>5.6899999999999999E-2</c:v>
                </c:pt>
                <c:pt idx="4079">
                  <c:v>5.74E-2</c:v>
                </c:pt>
                <c:pt idx="4080">
                  <c:v>5.7000000000000002E-2</c:v>
                </c:pt>
                <c:pt idx="4081">
                  <c:v>5.7000000000000002E-2</c:v>
                </c:pt>
                <c:pt idx="4082">
                  <c:v>5.7000000000000002E-2</c:v>
                </c:pt>
                <c:pt idx="4083">
                  <c:v>5.6300000000000003E-2</c:v>
                </c:pt>
                <c:pt idx="4084">
                  <c:v>5.67E-2</c:v>
                </c:pt>
                <c:pt idx="4085">
                  <c:v>5.62E-2</c:v>
                </c:pt>
                <c:pt idx="4086">
                  <c:v>5.6399999999999999E-2</c:v>
                </c:pt>
                <c:pt idx="4087">
                  <c:v>5.6599999999999998E-2</c:v>
                </c:pt>
                <c:pt idx="4088">
                  <c:v>5.6300000000000003E-2</c:v>
                </c:pt>
                <c:pt idx="4089">
                  <c:v>5.6300000000000003E-2</c:v>
                </c:pt>
                <c:pt idx="4090">
                  <c:v>5.6500000000000002E-2</c:v>
                </c:pt>
                <c:pt idx="4091">
                  <c:v>5.6399999999999999E-2</c:v>
                </c:pt>
                <c:pt idx="4092">
                  <c:v>5.57E-2</c:v>
                </c:pt>
                <c:pt idx="4093">
                  <c:v>5.6399999999999999E-2</c:v>
                </c:pt>
                <c:pt idx="4094">
                  <c:v>5.7500000000000002E-2</c:v>
                </c:pt>
                <c:pt idx="4095">
                  <c:v>5.79E-2</c:v>
                </c:pt>
                <c:pt idx="4096">
                  <c:v>5.8099999999999999E-2</c:v>
                </c:pt>
                <c:pt idx="4097">
                  <c:v>5.8400000000000001E-2</c:v>
                </c:pt>
                <c:pt idx="4098">
                  <c:v>5.8400000000000001E-2</c:v>
                </c:pt>
                <c:pt idx="4099">
                  <c:v>5.8000000000000003E-2</c:v>
                </c:pt>
                <c:pt idx="4100">
                  <c:v>5.8000000000000003E-2</c:v>
                </c:pt>
                <c:pt idx="4101">
                  <c:v>5.79E-2</c:v>
                </c:pt>
                <c:pt idx="4102">
                  <c:v>5.6599999999999998E-2</c:v>
                </c:pt>
                <c:pt idx="4103">
                  <c:v>5.67E-2</c:v>
                </c:pt>
                <c:pt idx="4104">
                  <c:v>5.74E-2</c:v>
                </c:pt>
                <c:pt idx="4105">
                  <c:v>5.7500000000000002E-2</c:v>
                </c:pt>
                <c:pt idx="4106">
                  <c:v>5.6800000000000003E-2</c:v>
                </c:pt>
                <c:pt idx="4107">
                  <c:v>5.6500000000000002E-2</c:v>
                </c:pt>
                <c:pt idx="4108">
                  <c:v>5.5800000000000002E-2</c:v>
                </c:pt>
                <c:pt idx="4109">
                  <c:v>5.5500000000000001E-2</c:v>
                </c:pt>
                <c:pt idx="4110">
                  <c:v>5.4899999999999997E-2</c:v>
                </c:pt>
                <c:pt idx="4111">
                  <c:v>5.4399999999999997E-2</c:v>
                </c:pt>
                <c:pt idx="4112">
                  <c:v>5.3999999999999999E-2</c:v>
                </c:pt>
                <c:pt idx="4113">
                  <c:v>5.3999999999999999E-2</c:v>
                </c:pt>
                <c:pt idx="4114">
                  <c:v>5.3999999999999999E-2</c:v>
                </c:pt>
                <c:pt idx="4115">
                  <c:v>5.3699999999999998E-2</c:v>
                </c:pt>
                <c:pt idx="4116">
                  <c:v>5.3999999999999999E-2</c:v>
                </c:pt>
                <c:pt idx="4117">
                  <c:v>5.4399999999999997E-2</c:v>
                </c:pt>
                <c:pt idx="4118">
                  <c:v>5.3900000000000003E-2</c:v>
                </c:pt>
                <c:pt idx="4119">
                  <c:v>5.3999999999999999E-2</c:v>
                </c:pt>
                <c:pt idx="4120">
                  <c:v>5.3800000000000001E-2</c:v>
                </c:pt>
                <c:pt idx="4121">
                  <c:v>5.3199999999999997E-2</c:v>
                </c:pt>
                <c:pt idx="4122">
                  <c:v>5.2900000000000003E-2</c:v>
                </c:pt>
                <c:pt idx="4123">
                  <c:v>5.3100000000000001E-2</c:v>
                </c:pt>
                <c:pt idx="4124">
                  <c:v>5.2699999999999997E-2</c:v>
                </c:pt>
                <c:pt idx="4125">
                  <c:v>5.2699999999999997E-2</c:v>
                </c:pt>
                <c:pt idx="4126">
                  <c:v>5.3100000000000001E-2</c:v>
                </c:pt>
                <c:pt idx="4127">
                  <c:v>5.3499999999999999E-2</c:v>
                </c:pt>
                <c:pt idx="4128">
                  <c:v>5.4199999999999998E-2</c:v>
                </c:pt>
                <c:pt idx="4129">
                  <c:v>5.5E-2</c:v>
                </c:pt>
                <c:pt idx="4130">
                  <c:v>5.6099999999999997E-2</c:v>
                </c:pt>
                <c:pt idx="4131">
                  <c:v>5.7200000000000001E-2</c:v>
                </c:pt>
                <c:pt idx="4132">
                  <c:v>5.7099999999999998E-2</c:v>
                </c:pt>
                <c:pt idx="4133">
                  <c:v>5.7700000000000001E-2</c:v>
                </c:pt>
                <c:pt idx="4134">
                  <c:v>5.6000000000000001E-2</c:v>
                </c:pt>
                <c:pt idx="4135">
                  <c:v>5.57E-2</c:v>
                </c:pt>
                <c:pt idx="4136">
                  <c:v>5.5599999999999997E-2</c:v>
                </c:pt>
                <c:pt idx="4137">
                  <c:v>5.5199999999999999E-2</c:v>
                </c:pt>
                <c:pt idx="4138">
                  <c:v>5.5199999999999999E-2</c:v>
                </c:pt>
                <c:pt idx="4139">
                  <c:v>5.67E-2</c:v>
                </c:pt>
                <c:pt idx="4140">
                  <c:v>5.5599999999999997E-2</c:v>
                </c:pt>
                <c:pt idx="4141">
                  <c:v>5.5599999999999997E-2</c:v>
                </c:pt>
                <c:pt idx="4142">
                  <c:v>5.4199999999999998E-2</c:v>
                </c:pt>
                <c:pt idx="4143">
                  <c:v>5.4199999999999998E-2</c:v>
                </c:pt>
                <c:pt idx="4144">
                  <c:v>5.4199999999999998E-2</c:v>
                </c:pt>
                <c:pt idx="4145">
                  <c:v>5.33E-2</c:v>
                </c:pt>
                <c:pt idx="4146">
                  <c:v>5.2900000000000003E-2</c:v>
                </c:pt>
                <c:pt idx="4147">
                  <c:v>5.2900000000000003E-2</c:v>
                </c:pt>
                <c:pt idx="4148">
                  <c:v>5.2900000000000003E-2</c:v>
                </c:pt>
                <c:pt idx="4149">
                  <c:v>5.3100000000000001E-2</c:v>
                </c:pt>
                <c:pt idx="4150">
                  <c:v>5.3400000000000003E-2</c:v>
                </c:pt>
                <c:pt idx="4151">
                  <c:v>5.2299999999999999E-2</c:v>
                </c:pt>
                <c:pt idx="4152">
                  <c:v>5.1900000000000002E-2</c:v>
                </c:pt>
                <c:pt idx="4153">
                  <c:v>5.1999999999999998E-2</c:v>
                </c:pt>
                <c:pt idx="4154">
                  <c:v>5.1400000000000001E-2</c:v>
                </c:pt>
                <c:pt idx="4155">
                  <c:v>5.0700000000000002E-2</c:v>
                </c:pt>
                <c:pt idx="4156">
                  <c:v>0.05</c:v>
                </c:pt>
                <c:pt idx="4157">
                  <c:v>4.9399999999999999E-2</c:v>
                </c:pt>
                <c:pt idx="4158">
                  <c:v>4.8800000000000003E-2</c:v>
                </c:pt>
                <c:pt idx="4159">
                  <c:v>4.87E-2</c:v>
                </c:pt>
                <c:pt idx="4160">
                  <c:v>4.82E-2</c:v>
                </c:pt>
                <c:pt idx="4161">
                  <c:v>4.6899999999999997E-2</c:v>
                </c:pt>
                <c:pt idx="4162">
                  <c:v>4.7800000000000002E-2</c:v>
                </c:pt>
                <c:pt idx="4163">
                  <c:v>4.7899999999999998E-2</c:v>
                </c:pt>
                <c:pt idx="4164">
                  <c:v>4.8000000000000001E-2</c:v>
                </c:pt>
                <c:pt idx="4165">
                  <c:v>4.7699999999999999E-2</c:v>
                </c:pt>
                <c:pt idx="4166">
                  <c:v>4.7800000000000002E-2</c:v>
                </c:pt>
                <c:pt idx="4167">
                  <c:v>4.7500000000000001E-2</c:v>
                </c:pt>
                <c:pt idx="4168">
                  <c:v>4.7399999999999998E-2</c:v>
                </c:pt>
                <c:pt idx="4169">
                  <c:v>4.7399999999999998E-2</c:v>
                </c:pt>
                <c:pt idx="4170">
                  <c:v>4.7E-2</c:v>
                </c:pt>
                <c:pt idx="4171">
                  <c:v>4.7199999999999999E-2</c:v>
                </c:pt>
                <c:pt idx="4172">
                  <c:v>4.7500000000000001E-2</c:v>
                </c:pt>
                <c:pt idx="4173">
                  <c:v>4.7600000000000003E-2</c:v>
                </c:pt>
                <c:pt idx="4174">
                  <c:v>4.7600000000000003E-2</c:v>
                </c:pt>
                <c:pt idx="4175">
                  <c:v>4.8399999999999999E-2</c:v>
                </c:pt>
                <c:pt idx="4176">
                  <c:v>4.7699999999999999E-2</c:v>
                </c:pt>
                <c:pt idx="4177">
                  <c:v>4.7699999999999999E-2</c:v>
                </c:pt>
                <c:pt idx="4178">
                  <c:v>4.7100000000000003E-2</c:v>
                </c:pt>
                <c:pt idx="4179">
                  <c:v>4.7699999999999999E-2</c:v>
                </c:pt>
                <c:pt idx="4180">
                  <c:v>4.7500000000000001E-2</c:v>
                </c:pt>
                <c:pt idx="4181">
                  <c:v>4.7800000000000002E-2</c:v>
                </c:pt>
                <c:pt idx="4182">
                  <c:v>4.8000000000000001E-2</c:v>
                </c:pt>
                <c:pt idx="4183">
                  <c:v>4.7600000000000003E-2</c:v>
                </c:pt>
                <c:pt idx="4184">
                  <c:v>4.7600000000000003E-2</c:v>
                </c:pt>
                <c:pt idx="4185">
                  <c:v>4.8000000000000001E-2</c:v>
                </c:pt>
                <c:pt idx="4186">
                  <c:v>4.7199999999999999E-2</c:v>
                </c:pt>
                <c:pt idx="4187">
                  <c:v>4.7E-2</c:v>
                </c:pt>
                <c:pt idx="4188">
                  <c:v>4.7399999999999998E-2</c:v>
                </c:pt>
                <c:pt idx="4189">
                  <c:v>4.8099999999999997E-2</c:v>
                </c:pt>
                <c:pt idx="4190">
                  <c:v>4.7500000000000001E-2</c:v>
                </c:pt>
                <c:pt idx="4191">
                  <c:v>4.6600000000000003E-2</c:v>
                </c:pt>
                <c:pt idx="4192">
                  <c:v>4.6399999999999997E-2</c:v>
                </c:pt>
                <c:pt idx="4193">
                  <c:v>4.6399999999999997E-2</c:v>
                </c:pt>
                <c:pt idx="4194">
                  <c:v>4.6800000000000001E-2</c:v>
                </c:pt>
                <c:pt idx="4195">
                  <c:v>4.6800000000000001E-2</c:v>
                </c:pt>
                <c:pt idx="4196">
                  <c:v>4.6300000000000001E-2</c:v>
                </c:pt>
                <c:pt idx="4197">
                  <c:v>4.6199999999999998E-2</c:v>
                </c:pt>
                <c:pt idx="4198">
                  <c:v>4.5699999999999998E-2</c:v>
                </c:pt>
                <c:pt idx="4199">
                  <c:v>4.6300000000000001E-2</c:v>
                </c:pt>
                <c:pt idx="4200">
                  <c:v>4.6300000000000001E-2</c:v>
                </c:pt>
                <c:pt idx="4201">
                  <c:v>4.6800000000000001E-2</c:v>
                </c:pt>
                <c:pt idx="4202">
                  <c:v>4.6199999999999998E-2</c:v>
                </c:pt>
                <c:pt idx="4203">
                  <c:v>4.6199999999999998E-2</c:v>
                </c:pt>
                <c:pt idx="4204">
                  <c:v>4.58E-2</c:v>
                </c:pt>
                <c:pt idx="4205">
                  <c:v>4.5400000000000003E-2</c:v>
                </c:pt>
                <c:pt idx="4206">
                  <c:v>4.4900000000000002E-2</c:v>
                </c:pt>
                <c:pt idx="4207">
                  <c:v>4.5199999999999997E-2</c:v>
                </c:pt>
                <c:pt idx="4208">
                  <c:v>4.5699999999999998E-2</c:v>
                </c:pt>
                <c:pt idx="4209">
                  <c:v>4.5699999999999998E-2</c:v>
                </c:pt>
                <c:pt idx="4210">
                  <c:v>4.4999999999999998E-2</c:v>
                </c:pt>
                <c:pt idx="4211">
                  <c:v>4.48E-2</c:v>
                </c:pt>
                <c:pt idx="4212">
                  <c:v>4.48E-2</c:v>
                </c:pt>
                <c:pt idx="4213">
                  <c:v>4.53E-2</c:v>
                </c:pt>
                <c:pt idx="4214">
                  <c:v>4.4600000000000001E-2</c:v>
                </c:pt>
                <c:pt idx="4215">
                  <c:v>4.3700000000000003E-2</c:v>
                </c:pt>
                <c:pt idx="4216">
                  <c:v>4.2700000000000002E-2</c:v>
                </c:pt>
                <c:pt idx="4217">
                  <c:v>4.2500000000000003E-2</c:v>
                </c:pt>
                <c:pt idx="4218">
                  <c:v>4.2900000000000001E-2</c:v>
                </c:pt>
                <c:pt idx="4219">
                  <c:v>4.3499999999999997E-2</c:v>
                </c:pt>
                <c:pt idx="4220">
                  <c:v>4.4200000000000003E-2</c:v>
                </c:pt>
                <c:pt idx="4221">
                  <c:v>4.4600000000000001E-2</c:v>
                </c:pt>
                <c:pt idx="4222">
                  <c:v>4.5400000000000003E-2</c:v>
                </c:pt>
                <c:pt idx="4223">
                  <c:v>4.5600000000000002E-2</c:v>
                </c:pt>
                <c:pt idx="4224">
                  <c:v>4.5900000000000003E-2</c:v>
                </c:pt>
                <c:pt idx="4225">
                  <c:v>4.7199999999999999E-2</c:v>
                </c:pt>
                <c:pt idx="4226">
                  <c:v>4.7199999999999999E-2</c:v>
                </c:pt>
                <c:pt idx="4227">
                  <c:v>4.58E-2</c:v>
                </c:pt>
                <c:pt idx="4228">
                  <c:v>4.5999999999999999E-2</c:v>
                </c:pt>
                <c:pt idx="4229">
                  <c:v>4.65E-2</c:v>
                </c:pt>
                <c:pt idx="4230">
                  <c:v>4.7300000000000002E-2</c:v>
                </c:pt>
                <c:pt idx="4231">
                  <c:v>4.82E-2</c:v>
                </c:pt>
                <c:pt idx="4232">
                  <c:v>4.7699999999999999E-2</c:v>
                </c:pt>
                <c:pt idx="4233">
                  <c:v>4.7600000000000003E-2</c:v>
                </c:pt>
                <c:pt idx="4234">
                  <c:v>4.82E-2</c:v>
                </c:pt>
                <c:pt idx="4235">
                  <c:v>4.7100000000000003E-2</c:v>
                </c:pt>
                <c:pt idx="4236">
                  <c:v>4.6399999999999997E-2</c:v>
                </c:pt>
                <c:pt idx="4237">
                  <c:v>4.5699999999999998E-2</c:v>
                </c:pt>
                <c:pt idx="4238">
                  <c:v>4.5600000000000002E-2</c:v>
                </c:pt>
                <c:pt idx="4239">
                  <c:v>4.6300000000000001E-2</c:v>
                </c:pt>
                <c:pt idx="4240">
                  <c:v>4.6100000000000002E-2</c:v>
                </c:pt>
                <c:pt idx="4241">
                  <c:v>4.5699999999999998E-2</c:v>
                </c:pt>
                <c:pt idx="4242">
                  <c:v>4.5600000000000002E-2</c:v>
                </c:pt>
                <c:pt idx="4243">
                  <c:v>4.4900000000000002E-2</c:v>
                </c:pt>
                <c:pt idx="4244">
                  <c:v>4.5100000000000001E-2</c:v>
                </c:pt>
                <c:pt idx="4245">
                  <c:v>4.5699999999999998E-2</c:v>
                </c:pt>
                <c:pt idx="4246">
                  <c:v>4.6300000000000001E-2</c:v>
                </c:pt>
                <c:pt idx="4247">
                  <c:v>4.6600000000000003E-2</c:v>
                </c:pt>
                <c:pt idx="4248">
                  <c:v>4.6600000000000003E-2</c:v>
                </c:pt>
                <c:pt idx="4249">
                  <c:v>4.6600000000000003E-2</c:v>
                </c:pt>
                <c:pt idx="4250">
                  <c:v>4.7300000000000002E-2</c:v>
                </c:pt>
                <c:pt idx="4251">
                  <c:v>4.6899999999999997E-2</c:v>
                </c:pt>
                <c:pt idx="4252">
                  <c:v>4.65E-2</c:v>
                </c:pt>
                <c:pt idx="4253">
                  <c:v>4.6300000000000001E-2</c:v>
                </c:pt>
                <c:pt idx="4254">
                  <c:v>4.5499999999999999E-2</c:v>
                </c:pt>
                <c:pt idx="4255">
                  <c:v>4.4699999999999997E-2</c:v>
                </c:pt>
                <c:pt idx="4256">
                  <c:v>4.4499999999999998E-2</c:v>
                </c:pt>
                <c:pt idx="4257">
                  <c:v>4.48E-2</c:v>
                </c:pt>
                <c:pt idx="4258">
                  <c:v>4.4499999999999998E-2</c:v>
                </c:pt>
                <c:pt idx="4259">
                  <c:v>4.4400000000000002E-2</c:v>
                </c:pt>
                <c:pt idx="4260">
                  <c:v>4.4400000000000002E-2</c:v>
                </c:pt>
                <c:pt idx="4261">
                  <c:v>4.41E-2</c:v>
                </c:pt>
                <c:pt idx="4262">
                  <c:v>4.4699999999999997E-2</c:v>
                </c:pt>
                <c:pt idx="4263">
                  <c:v>4.4900000000000002E-2</c:v>
                </c:pt>
                <c:pt idx="4264">
                  <c:v>4.4499999999999998E-2</c:v>
                </c:pt>
                <c:pt idx="4265">
                  <c:v>4.4400000000000002E-2</c:v>
                </c:pt>
                <c:pt idx="4266">
                  <c:v>4.3999999999999997E-2</c:v>
                </c:pt>
                <c:pt idx="4267">
                  <c:v>4.3900000000000002E-2</c:v>
                </c:pt>
                <c:pt idx="4268">
                  <c:v>4.4400000000000002E-2</c:v>
                </c:pt>
                <c:pt idx="4269">
                  <c:v>4.41E-2</c:v>
                </c:pt>
                <c:pt idx="4270">
                  <c:v>4.4299999999999999E-2</c:v>
                </c:pt>
                <c:pt idx="4271">
                  <c:v>4.4999999999999998E-2</c:v>
                </c:pt>
                <c:pt idx="4272">
                  <c:v>4.53E-2</c:v>
                </c:pt>
                <c:pt idx="4273">
                  <c:v>4.4600000000000001E-2</c:v>
                </c:pt>
                <c:pt idx="4274">
                  <c:v>4.4299999999999999E-2</c:v>
                </c:pt>
                <c:pt idx="4275">
                  <c:v>4.3799999999999999E-2</c:v>
                </c:pt>
                <c:pt idx="4276">
                  <c:v>4.3900000000000002E-2</c:v>
                </c:pt>
                <c:pt idx="4277">
                  <c:v>4.3799999999999999E-2</c:v>
                </c:pt>
                <c:pt idx="4278">
                  <c:v>4.3900000000000002E-2</c:v>
                </c:pt>
                <c:pt idx="4279">
                  <c:v>4.3900000000000002E-2</c:v>
                </c:pt>
                <c:pt idx="4280">
                  <c:v>4.3999999999999997E-2</c:v>
                </c:pt>
                <c:pt idx="4281">
                  <c:v>4.3999999999999997E-2</c:v>
                </c:pt>
                <c:pt idx="4282">
                  <c:v>4.36E-2</c:v>
                </c:pt>
                <c:pt idx="4283">
                  <c:v>4.36E-2</c:v>
                </c:pt>
                <c:pt idx="4284">
                  <c:v>4.36E-2</c:v>
                </c:pt>
                <c:pt idx="4285">
                  <c:v>4.3799999999999999E-2</c:v>
                </c:pt>
                <c:pt idx="4286">
                  <c:v>4.3900000000000002E-2</c:v>
                </c:pt>
                <c:pt idx="4287">
                  <c:v>4.4299999999999999E-2</c:v>
                </c:pt>
                <c:pt idx="4288">
                  <c:v>4.3900000000000002E-2</c:v>
                </c:pt>
                <c:pt idx="4289">
                  <c:v>4.3700000000000003E-2</c:v>
                </c:pt>
                <c:pt idx="4290">
                  <c:v>4.3400000000000001E-2</c:v>
                </c:pt>
                <c:pt idx="4291">
                  <c:v>4.3299999999999998E-2</c:v>
                </c:pt>
                <c:pt idx="4292">
                  <c:v>4.3499999999999997E-2</c:v>
                </c:pt>
                <c:pt idx="4293">
                  <c:v>4.41E-2</c:v>
                </c:pt>
                <c:pt idx="4294">
                  <c:v>4.36E-2</c:v>
                </c:pt>
                <c:pt idx="4295">
                  <c:v>4.4400000000000002E-2</c:v>
                </c:pt>
                <c:pt idx="4296">
                  <c:v>4.5199999999999997E-2</c:v>
                </c:pt>
                <c:pt idx="4297">
                  <c:v>4.5400000000000003E-2</c:v>
                </c:pt>
                <c:pt idx="4298">
                  <c:v>4.5400000000000003E-2</c:v>
                </c:pt>
                <c:pt idx="4299">
                  <c:v>4.5100000000000001E-2</c:v>
                </c:pt>
                <c:pt idx="4300">
                  <c:v>4.4699999999999997E-2</c:v>
                </c:pt>
                <c:pt idx="4301">
                  <c:v>4.4600000000000001E-2</c:v>
                </c:pt>
                <c:pt idx="4302">
                  <c:v>4.4499999999999998E-2</c:v>
                </c:pt>
                <c:pt idx="4303">
                  <c:v>4.41E-2</c:v>
                </c:pt>
                <c:pt idx="4304">
                  <c:v>4.3700000000000003E-2</c:v>
                </c:pt>
                <c:pt idx="4305">
                  <c:v>4.3700000000000003E-2</c:v>
                </c:pt>
                <c:pt idx="4306">
                  <c:v>4.3799999999999999E-2</c:v>
                </c:pt>
                <c:pt idx="4307">
                  <c:v>4.4200000000000003E-2</c:v>
                </c:pt>
                <c:pt idx="4308">
                  <c:v>4.4600000000000001E-2</c:v>
                </c:pt>
                <c:pt idx="4309">
                  <c:v>4.4699999999999997E-2</c:v>
                </c:pt>
                <c:pt idx="4310">
                  <c:v>4.4999999999999998E-2</c:v>
                </c:pt>
                <c:pt idx="4311">
                  <c:v>4.4600000000000001E-2</c:v>
                </c:pt>
                <c:pt idx="4312">
                  <c:v>4.4200000000000003E-2</c:v>
                </c:pt>
                <c:pt idx="4313">
                  <c:v>4.3900000000000002E-2</c:v>
                </c:pt>
                <c:pt idx="4314">
                  <c:v>4.3400000000000001E-2</c:v>
                </c:pt>
                <c:pt idx="4315">
                  <c:v>4.3200000000000002E-2</c:v>
                </c:pt>
                <c:pt idx="4316">
                  <c:v>4.2900000000000001E-2</c:v>
                </c:pt>
                <c:pt idx="4317">
                  <c:v>4.24E-2</c:v>
                </c:pt>
                <c:pt idx="4318">
                  <c:v>4.2799999999999998E-2</c:v>
                </c:pt>
                <c:pt idx="4319">
                  <c:v>4.2599999999999999E-2</c:v>
                </c:pt>
                <c:pt idx="4320">
                  <c:v>4.2000000000000003E-2</c:v>
                </c:pt>
                <c:pt idx="4321">
                  <c:v>4.2099999999999999E-2</c:v>
                </c:pt>
                <c:pt idx="4322">
                  <c:v>4.2099999999999999E-2</c:v>
                </c:pt>
                <c:pt idx="4323">
                  <c:v>4.2200000000000001E-2</c:v>
                </c:pt>
                <c:pt idx="4324">
                  <c:v>4.2299999999999997E-2</c:v>
                </c:pt>
                <c:pt idx="4325">
                  <c:v>4.2200000000000001E-2</c:v>
                </c:pt>
                <c:pt idx="4326">
                  <c:v>4.19E-2</c:v>
                </c:pt>
                <c:pt idx="4327">
                  <c:v>4.2299999999999997E-2</c:v>
                </c:pt>
                <c:pt idx="4328">
                  <c:v>4.24E-2</c:v>
                </c:pt>
                <c:pt idx="4329">
                  <c:v>4.2500000000000003E-2</c:v>
                </c:pt>
                <c:pt idx="4330">
                  <c:v>4.2799999999999998E-2</c:v>
                </c:pt>
                <c:pt idx="4331">
                  <c:v>4.41E-2</c:v>
                </c:pt>
                <c:pt idx="4332">
                  <c:v>4.5400000000000003E-2</c:v>
                </c:pt>
                <c:pt idx="4333">
                  <c:v>4.5900000000000003E-2</c:v>
                </c:pt>
                <c:pt idx="4334">
                  <c:v>4.4999999999999998E-2</c:v>
                </c:pt>
                <c:pt idx="4335">
                  <c:v>4.4900000000000002E-2</c:v>
                </c:pt>
                <c:pt idx="4336">
                  <c:v>4.4900000000000002E-2</c:v>
                </c:pt>
                <c:pt idx="4337">
                  <c:v>4.5600000000000002E-2</c:v>
                </c:pt>
                <c:pt idx="4338">
                  <c:v>4.5999999999999999E-2</c:v>
                </c:pt>
                <c:pt idx="4339">
                  <c:v>4.6199999999999998E-2</c:v>
                </c:pt>
                <c:pt idx="4340">
                  <c:v>4.5600000000000002E-2</c:v>
                </c:pt>
                <c:pt idx="4341">
                  <c:v>4.58E-2</c:v>
                </c:pt>
                <c:pt idx="4342">
                  <c:v>4.5400000000000003E-2</c:v>
                </c:pt>
                <c:pt idx="4343">
                  <c:v>4.5199999999999997E-2</c:v>
                </c:pt>
                <c:pt idx="4344">
                  <c:v>4.53E-2</c:v>
                </c:pt>
                <c:pt idx="4345">
                  <c:v>4.5600000000000002E-2</c:v>
                </c:pt>
                <c:pt idx="4346">
                  <c:v>4.5199999999999997E-2</c:v>
                </c:pt>
                <c:pt idx="4347">
                  <c:v>4.4900000000000002E-2</c:v>
                </c:pt>
                <c:pt idx="4348">
                  <c:v>4.4400000000000002E-2</c:v>
                </c:pt>
                <c:pt idx="4349">
                  <c:v>4.4400000000000002E-2</c:v>
                </c:pt>
                <c:pt idx="4350">
                  <c:v>4.53E-2</c:v>
                </c:pt>
                <c:pt idx="4351">
                  <c:v>4.4600000000000001E-2</c:v>
                </c:pt>
                <c:pt idx="4352">
                  <c:v>4.4999999999999998E-2</c:v>
                </c:pt>
                <c:pt idx="4353">
                  <c:v>4.5199999999999997E-2</c:v>
                </c:pt>
                <c:pt idx="4354">
                  <c:v>4.4499999999999998E-2</c:v>
                </c:pt>
                <c:pt idx="4355">
                  <c:v>4.4200000000000003E-2</c:v>
                </c:pt>
                <c:pt idx="4356">
                  <c:v>4.41E-2</c:v>
                </c:pt>
                <c:pt idx="4357">
                  <c:v>4.3799999999999999E-2</c:v>
                </c:pt>
                <c:pt idx="4358">
                  <c:v>4.36E-2</c:v>
                </c:pt>
                <c:pt idx="4359">
                  <c:v>4.2900000000000001E-2</c:v>
                </c:pt>
                <c:pt idx="4360">
                  <c:v>4.24E-2</c:v>
                </c:pt>
                <c:pt idx="4361">
                  <c:v>4.2099999999999999E-2</c:v>
                </c:pt>
                <c:pt idx="4362">
                  <c:v>4.2299999999999997E-2</c:v>
                </c:pt>
                <c:pt idx="4363">
                  <c:v>4.24E-2</c:v>
                </c:pt>
                <c:pt idx="4364">
                  <c:v>4.2500000000000003E-2</c:v>
                </c:pt>
                <c:pt idx="4365">
                  <c:v>4.2200000000000001E-2</c:v>
                </c:pt>
                <c:pt idx="4366">
                  <c:v>4.1799999999999997E-2</c:v>
                </c:pt>
                <c:pt idx="4367">
                  <c:v>4.19E-2</c:v>
                </c:pt>
                <c:pt idx="4368">
                  <c:v>4.1500000000000002E-2</c:v>
                </c:pt>
                <c:pt idx="4369">
                  <c:v>4.1500000000000002E-2</c:v>
                </c:pt>
                <c:pt idx="4370">
                  <c:v>4.1599999999999998E-2</c:v>
                </c:pt>
                <c:pt idx="4371">
                  <c:v>4.1500000000000002E-2</c:v>
                </c:pt>
                <c:pt idx="4372">
                  <c:v>4.1099999999999998E-2</c:v>
                </c:pt>
                <c:pt idx="4373">
                  <c:v>4.1000000000000002E-2</c:v>
                </c:pt>
                <c:pt idx="4374">
                  <c:v>4.1000000000000002E-2</c:v>
                </c:pt>
                <c:pt idx="4375">
                  <c:v>4.1099999999999998E-2</c:v>
                </c:pt>
                <c:pt idx="4376">
                  <c:v>4.1200000000000001E-2</c:v>
                </c:pt>
                <c:pt idx="4377">
                  <c:v>4.1300000000000003E-2</c:v>
                </c:pt>
                <c:pt idx="4378">
                  <c:v>4.1799999999999997E-2</c:v>
                </c:pt>
                <c:pt idx="4379">
                  <c:v>4.1300000000000003E-2</c:v>
                </c:pt>
                <c:pt idx="4380">
                  <c:v>4.1099999999999998E-2</c:v>
                </c:pt>
                <c:pt idx="4381">
                  <c:v>4.07E-2</c:v>
                </c:pt>
                <c:pt idx="4382">
                  <c:v>4.0899999999999999E-2</c:v>
                </c:pt>
                <c:pt idx="4383">
                  <c:v>4.0300000000000002E-2</c:v>
                </c:pt>
                <c:pt idx="4384">
                  <c:v>4.0399999999999998E-2</c:v>
                </c:pt>
                <c:pt idx="4385">
                  <c:v>3.9899999999999998E-2</c:v>
                </c:pt>
                <c:pt idx="4386">
                  <c:v>4.0599999999999997E-2</c:v>
                </c:pt>
                <c:pt idx="4387">
                  <c:v>4.0300000000000002E-2</c:v>
                </c:pt>
                <c:pt idx="4388">
                  <c:v>4.07E-2</c:v>
                </c:pt>
                <c:pt idx="4389">
                  <c:v>4.0899999999999999E-2</c:v>
                </c:pt>
                <c:pt idx="4390">
                  <c:v>4.0800000000000003E-2</c:v>
                </c:pt>
                <c:pt idx="4391">
                  <c:v>4.0500000000000001E-2</c:v>
                </c:pt>
                <c:pt idx="4392">
                  <c:v>4.0899999999999999E-2</c:v>
                </c:pt>
                <c:pt idx="4393">
                  <c:v>4.0800000000000003E-2</c:v>
                </c:pt>
                <c:pt idx="4394">
                  <c:v>4.0800000000000003E-2</c:v>
                </c:pt>
                <c:pt idx="4395">
                  <c:v>4.1000000000000002E-2</c:v>
                </c:pt>
                <c:pt idx="4396">
                  <c:v>4.1700000000000001E-2</c:v>
                </c:pt>
                <c:pt idx="4397">
                  <c:v>4.2799999999999998E-2</c:v>
                </c:pt>
                <c:pt idx="4398">
                  <c:v>4.2799999999999998E-2</c:v>
                </c:pt>
                <c:pt idx="4399">
                  <c:v>4.2799999999999998E-2</c:v>
                </c:pt>
                <c:pt idx="4400">
                  <c:v>4.3799999999999999E-2</c:v>
                </c:pt>
                <c:pt idx="4401">
                  <c:v>4.4999999999999998E-2</c:v>
                </c:pt>
                <c:pt idx="4402">
                  <c:v>4.3099999999999999E-2</c:v>
                </c:pt>
                <c:pt idx="4403">
                  <c:v>4.2900000000000001E-2</c:v>
                </c:pt>
                <c:pt idx="4404">
                  <c:v>4.24E-2</c:v>
                </c:pt>
                <c:pt idx="4405">
                  <c:v>4.2000000000000003E-2</c:v>
                </c:pt>
                <c:pt idx="4406">
                  <c:v>4.2200000000000001E-2</c:v>
                </c:pt>
                <c:pt idx="4407">
                  <c:v>4.2200000000000001E-2</c:v>
                </c:pt>
                <c:pt idx="4408">
                  <c:v>4.2099999999999999E-2</c:v>
                </c:pt>
                <c:pt idx="4409">
                  <c:v>4.2000000000000003E-2</c:v>
                </c:pt>
                <c:pt idx="4410">
                  <c:v>4.2099999999999999E-2</c:v>
                </c:pt>
                <c:pt idx="4411">
                  <c:v>4.1700000000000001E-2</c:v>
                </c:pt>
                <c:pt idx="4412">
                  <c:v>4.1099999999999998E-2</c:v>
                </c:pt>
                <c:pt idx="4413">
                  <c:v>4.1200000000000001E-2</c:v>
                </c:pt>
                <c:pt idx="4414">
                  <c:v>4.07E-2</c:v>
                </c:pt>
                <c:pt idx="4415">
                  <c:v>4.07E-2</c:v>
                </c:pt>
                <c:pt idx="4416">
                  <c:v>4.1099999999999998E-2</c:v>
                </c:pt>
                <c:pt idx="4417">
                  <c:v>4.1200000000000001E-2</c:v>
                </c:pt>
                <c:pt idx="4418">
                  <c:v>4.1099999999999998E-2</c:v>
                </c:pt>
                <c:pt idx="4419">
                  <c:v>4.0899999999999999E-2</c:v>
                </c:pt>
                <c:pt idx="4420">
                  <c:v>4.0500000000000001E-2</c:v>
                </c:pt>
                <c:pt idx="4421">
                  <c:v>4.1099999999999998E-2</c:v>
                </c:pt>
                <c:pt idx="4422">
                  <c:v>4.1200000000000001E-2</c:v>
                </c:pt>
                <c:pt idx="4423">
                  <c:v>4.1099999999999998E-2</c:v>
                </c:pt>
                <c:pt idx="4424">
                  <c:v>4.1000000000000002E-2</c:v>
                </c:pt>
                <c:pt idx="4425">
                  <c:v>4.07E-2</c:v>
                </c:pt>
                <c:pt idx="4426">
                  <c:v>4.0599999999999997E-2</c:v>
                </c:pt>
                <c:pt idx="4427">
                  <c:v>4.0599999999999997E-2</c:v>
                </c:pt>
                <c:pt idx="4428">
                  <c:v>4.0399999999999998E-2</c:v>
                </c:pt>
                <c:pt idx="4429">
                  <c:v>4.0399999999999998E-2</c:v>
                </c:pt>
                <c:pt idx="4430">
                  <c:v>4.0599999999999997E-2</c:v>
                </c:pt>
                <c:pt idx="4431">
                  <c:v>4.0599999999999997E-2</c:v>
                </c:pt>
                <c:pt idx="4432">
                  <c:v>4.02E-2</c:v>
                </c:pt>
                <c:pt idx="4433">
                  <c:v>4.0399999999999998E-2</c:v>
                </c:pt>
                <c:pt idx="4434">
                  <c:v>4.0399999999999998E-2</c:v>
                </c:pt>
                <c:pt idx="4435">
                  <c:v>3.9600000000000003E-2</c:v>
                </c:pt>
                <c:pt idx="4436">
                  <c:v>3.8899999999999997E-2</c:v>
                </c:pt>
                <c:pt idx="4437">
                  <c:v>3.7999999999999999E-2</c:v>
                </c:pt>
                <c:pt idx="4438">
                  <c:v>3.7600000000000001E-2</c:v>
                </c:pt>
                <c:pt idx="4439">
                  <c:v>3.7699999999999997E-2</c:v>
                </c:pt>
                <c:pt idx="4440">
                  <c:v>3.7400000000000003E-2</c:v>
                </c:pt>
                <c:pt idx="4441">
                  <c:v>3.8399999999999997E-2</c:v>
                </c:pt>
                <c:pt idx="4442">
                  <c:v>3.7999999999999999E-2</c:v>
                </c:pt>
                <c:pt idx="4443">
                  <c:v>3.78E-2</c:v>
                </c:pt>
                <c:pt idx="4444">
                  <c:v>3.78E-2</c:v>
                </c:pt>
                <c:pt idx="4445">
                  <c:v>3.78E-2</c:v>
                </c:pt>
                <c:pt idx="4446">
                  <c:v>3.7699999999999997E-2</c:v>
                </c:pt>
                <c:pt idx="4447">
                  <c:v>3.78E-2</c:v>
                </c:pt>
                <c:pt idx="4448">
                  <c:v>3.7699999999999997E-2</c:v>
                </c:pt>
                <c:pt idx="4449">
                  <c:v>3.7600000000000001E-2</c:v>
                </c:pt>
                <c:pt idx="4450">
                  <c:v>3.7600000000000001E-2</c:v>
                </c:pt>
                <c:pt idx="4451">
                  <c:v>3.7199999999999997E-2</c:v>
                </c:pt>
                <c:pt idx="4452">
                  <c:v>3.7100000000000001E-2</c:v>
                </c:pt>
                <c:pt idx="4453">
                  <c:v>3.6799999999999999E-2</c:v>
                </c:pt>
                <c:pt idx="4454">
                  <c:v>3.7199999999999997E-2</c:v>
                </c:pt>
                <c:pt idx="4455">
                  <c:v>3.78E-2</c:v>
                </c:pt>
                <c:pt idx="4456">
                  <c:v>3.7199999999999997E-2</c:v>
                </c:pt>
                <c:pt idx="4457">
                  <c:v>3.7100000000000001E-2</c:v>
                </c:pt>
                <c:pt idx="4458">
                  <c:v>3.7900000000000003E-2</c:v>
                </c:pt>
                <c:pt idx="4459">
                  <c:v>3.9899999999999998E-2</c:v>
                </c:pt>
                <c:pt idx="4460">
                  <c:v>4.0099999999999997E-2</c:v>
                </c:pt>
                <c:pt idx="4461">
                  <c:v>3.9100000000000003E-2</c:v>
                </c:pt>
                <c:pt idx="4462">
                  <c:v>4.0500000000000001E-2</c:v>
                </c:pt>
                <c:pt idx="4463">
                  <c:v>4.1799999999999997E-2</c:v>
                </c:pt>
                <c:pt idx="4464">
                  <c:v>4.1200000000000001E-2</c:v>
                </c:pt>
                <c:pt idx="4465">
                  <c:v>4.1799999999999997E-2</c:v>
                </c:pt>
                <c:pt idx="4466">
                  <c:v>4.1099999999999998E-2</c:v>
                </c:pt>
                <c:pt idx="4467">
                  <c:v>3.9899999999999998E-2</c:v>
                </c:pt>
                <c:pt idx="4468">
                  <c:v>3.9300000000000002E-2</c:v>
                </c:pt>
                <c:pt idx="4469">
                  <c:v>3.9300000000000002E-2</c:v>
                </c:pt>
                <c:pt idx="4470">
                  <c:v>3.9E-2</c:v>
                </c:pt>
                <c:pt idx="4471">
                  <c:v>3.8699999999999998E-2</c:v>
                </c:pt>
                <c:pt idx="4472">
                  <c:v>3.9300000000000002E-2</c:v>
                </c:pt>
                <c:pt idx="4473">
                  <c:v>3.9699999999999999E-2</c:v>
                </c:pt>
                <c:pt idx="4474">
                  <c:v>3.9E-2</c:v>
                </c:pt>
                <c:pt idx="4475">
                  <c:v>3.8699999999999998E-2</c:v>
                </c:pt>
                <c:pt idx="4476">
                  <c:v>3.8899999999999997E-2</c:v>
                </c:pt>
                <c:pt idx="4477">
                  <c:v>3.9800000000000002E-2</c:v>
                </c:pt>
                <c:pt idx="4478">
                  <c:v>4.0500000000000001E-2</c:v>
                </c:pt>
                <c:pt idx="4479">
                  <c:v>4.02E-2</c:v>
                </c:pt>
                <c:pt idx="4480">
                  <c:v>3.9600000000000003E-2</c:v>
                </c:pt>
                <c:pt idx="4481">
                  <c:v>4.0099999999999997E-2</c:v>
                </c:pt>
                <c:pt idx="4482">
                  <c:v>4.02E-2</c:v>
                </c:pt>
                <c:pt idx="4483">
                  <c:v>3.9800000000000002E-2</c:v>
                </c:pt>
                <c:pt idx="4484">
                  <c:v>0.04</c:v>
                </c:pt>
                <c:pt idx="4485">
                  <c:v>4.0300000000000002E-2</c:v>
                </c:pt>
                <c:pt idx="4486">
                  <c:v>4.0500000000000001E-2</c:v>
                </c:pt>
                <c:pt idx="4487">
                  <c:v>4.0099999999999997E-2</c:v>
                </c:pt>
                <c:pt idx="4488">
                  <c:v>3.9399999999999998E-2</c:v>
                </c:pt>
                <c:pt idx="4489">
                  <c:v>3.9600000000000003E-2</c:v>
                </c:pt>
                <c:pt idx="4490">
                  <c:v>3.9399999999999998E-2</c:v>
                </c:pt>
                <c:pt idx="4491">
                  <c:v>3.95E-2</c:v>
                </c:pt>
                <c:pt idx="4492">
                  <c:v>4.0300000000000002E-2</c:v>
                </c:pt>
                <c:pt idx="4493">
                  <c:v>4.0800000000000003E-2</c:v>
                </c:pt>
                <c:pt idx="4494">
                  <c:v>4.07E-2</c:v>
                </c:pt>
                <c:pt idx="4495">
                  <c:v>4.0800000000000003E-2</c:v>
                </c:pt>
                <c:pt idx="4496">
                  <c:v>4.0800000000000003E-2</c:v>
                </c:pt>
                <c:pt idx="4497">
                  <c:v>4.1000000000000002E-2</c:v>
                </c:pt>
                <c:pt idx="4498">
                  <c:v>4.1000000000000002E-2</c:v>
                </c:pt>
                <c:pt idx="4499">
                  <c:v>4.1200000000000001E-2</c:v>
                </c:pt>
                <c:pt idx="4500">
                  <c:v>4.0800000000000003E-2</c:v>
                </c:pt>
                <c:pt idx="4501">
                  <c:v>4.07E-2</c:v>
                </c:pt>
                <c:pt idx="4502">
                  <c:v>3.9899999999999998E-2</c:v>
                </c:pt>
                <c:pt idx="4503">
                  <c:v>4.0300000000000002E-2</c:v>
                </c:pt>
                <c:pt idx="4504">
                  <c:v>4.0099999999999997E-2</c:v>
                </c:pt>
                <c:pt idx="4505">
                  <c:v>3.9399999999999998E-2</c:v>
                </c:pt>
                <c:pt idx="4506">
                  <c:v>3.9399999999999998E-2</c:v>
                </c:pt>
                <c:pt idx="4507">
                  <c:v>3.85E-2</c:v>
                </c:pt>
                <c:pt idx="4508">
                  <c:v>3.8100000000000002E-2</c:v>
                </c:pt>
                <c:pt idx="4509">
                  <c:v>3.78E-2</c:v>
                </c:pt>
                <c:pt idx="4510">
                  <c:v>3.73E-2</c:v>
                </c:pt>
                <c:pt idx="4511">
                  <c:v>3.6799999999999999E-2</c:v>
                </c:pt>
                <c:pt idx="4512">
                  <c:v>3.7600000000000001E-2</c:v>
                </c:pt>
                <c:pt idx="4513">
                  <c:v>3.7499999999999999E-2</c:v>
                </c:pt>
                <c:pt idx="4514">
                  <c:v>3.7999999999999999E-2</c:v>
                </c:pt>
                <c:pt idx="4515">
                  <c:v>3.8399999999999997E-2</c:v>
                </c:pt>
                <c:pt idx="4516">
                  <c:v>3.9E-2</c:v>
                </c:pt>
                <c:pt idx="4517">
                  <c:v>3.8699999999999998E-2</c:v>
                </c:pt>
                <c:pt idx="4518">
                  <c:v>3.8699999999999998E-2</c:v>
                </c:pt>
                <c:pt idx="4519">
                  <c:v>3.8699999999999998E-2</c:v>
                </c:pt>
                <c:pt idx="4520">
                  <c:v>3.9100000000000003E-2</c:v>
                </c:pt>
                <c:pt idx="4521">
                  <c:v>3.8800000000000001E-2</c:v>
                </c:pt>
                <c:pt idx="4522">
                  <c:v>3.9100000000000003E-2</c:v>
                </c:pt>
                <c:pt idx="4523">
                  <c:v>3.9E-2</c:v>
                </c:pt>
                <c:pt idx="4524">
                  <c:v>3.8800000000000001E-2</c:v>
                </c:pt>
                <c:pt idx="4525">
                  <c:v>3.8699999999999998E-2</c:v>
                </c:pt>
                <c:pt idx="4526">
                  <c:v>3.8399999999999997E-2</c:v>
                </c:pt>
                <c:pt idx="4527">
                  <c:v>3.85E-2</c:v>
                </c:pt>
                <c:pt idx="4528">
                  <c:v>3.8300000000000001E-2</c:v>
                </c:pt>
                <c:pt idx="4529">
                  <c:v>3.7900000000000003E-2</c:v>
                </c:pt>
                <c:pt idx="4530">
                  <c:v>3.7999999999999999E-2</c:v>
                </c:pt>
                <c:pt idx="4531">
                  <c:v>3.7900000000000003E-2</c:v>
                </c:pt>
                <c:pt idx="4532">
                  <c:v>3.7900000000000003E-2</c:v>
                </c:pt>
                <c:pt idx="4533">
                  <c:v>3.8399999999999997E-2</c:v>
                </c:pt>
                <c:pt idx="4534">
                  <c:v>3.8100000000000002E-2</c:v>
                </c:pt>
                <c:pt idx="4535">
                  <c:v>3.7999999999999999E-2</c:v>
                </c:pt>
                <c:pt idx="4536">
                  <c:v>3.8800000000000001E-2</c:v>
                </c:pt>
                <c:pt idx="4537">
                  <c:v>3.8899999999999997E-2</c:v>
                </c:pt>
                <c:pt idx="4538">
                  <c:v>3.95E-2</c:v>
                </c:pt>
                <c:pt idx="4539">
                  <c:v>3.95E-2</c:v>
                </c:pt>
                <c:pt idx="4540">
                  <c:v>4.1700000000000001E-2</c:v>
                </c:pt>
                <c:pt idx="4541">
                  <c:v>4.0599999999999997E-2</c:v>
                </c:pt>
                <c:pt idx="4542">
                  <c:v>4.0300000000000002E-2</c:v>
                </c:pt>
                <c:pt idx="4543">
                  <c:v>3.9800000000000002E-2</c:v>
                </c:pt>
                <c:pt idx="4544">
                  <c:v>3.9300000000000002E-2</c:v>
                </c:pt>
                <c:pt idx="4545">
                  <c:v>3.9300000000000002E-2</c:v>
                </c:pt>
                <c:pt idx="4546">
                  <c:v>3.8699999999999998E-2</c:v>
                </c:pt>
                <c:pt idx="4547">
                  <c:v>3.9E-2</c:v>
                </c:pt>
                <c:pt idx="4548">
                  <c:v>3.8899999999999997E-2</c:v>
                </c:pt>
                <c:pt idx="4549">
                  <c:v>3.8699999999999998E-2</c:v>
                </c:pt>
                <c:pt idx="4550">
                  <c:v>3.8399999999999997E-2</c:v>
                </c:pt>
                <c:pt idx="4551">
                  <c:v>3.7999999999999999E-2</c:v>
                </c:pt>
                <c:pt idx="4552">
                  <c:v>3.7999999999999999E-2</c:v>
                </c:pt>
                <c:pt idx="4553">
                  <c:v>3.8199999999999998E-2</c:v>
                </c:pt>
                <c:pt idx="4554">
                  <c:v>3.8199999999999998E-2</c:v>
                </c:pt>
                <c:pt idx="4555">
                  <c:v>3.8699999999999998E-2</c:v>
                </c:pt>
                <c:pt idx="4556">
                  <c:v>3.8199999999999998E-2</c:v>
                </c:pt>
                <c:pt idx="4557">
                  <c:v>3.8699999999999998E-2</c:v>
                </c:pt>
                <c:pt idx="4558">
                  <c:v>3.8600000000000002E-2</c:v>
                </c:pt>
                <c:pt idx="4559">
                  <c:v>3.9199999999999999E-2</c:v>
                </c:pt>
                <c:pt idx="4560">
                  <c:v>3.9399999999999998E-2</c:v>
                </c:pt>
                <c:pt idx="4561">
                  <c:v>4.0300000000000002E-2</c:v>
                </c:pt>
                <c:pt idx="4562">
                  <c:v>4.0800000000000003E-2</c:v>
                </c:pt>
                <c:pt idx="4563">
                  <c:v>4.0599999999999997E-2</c:v>
                </c:pt>
                <c:pt idx="4564">
                  <c:v>4.1000000000000002E-2</c:v>
                </c:pt>
                <c:pt idx="4565">
                  <c:v>4.1200000000000001E-2</c:v>
                </c:pt>
                <c:pt idx="4566">
                  <c:v>4.1200000000000001E-2</c:v>
                </c:pt>
                <c:pt idx="4567">
                  <c:v>4.1099999999999998E-2</c:v>
                </c:pt>
                <c:pt idx="4568">
                  <c:v>4.1099999999999998E-2</c:v>
                </c:pt>
                <c:pt idx="4569">
                  <c:v>4.0399999999999998E-2</c:v>
                </c:pt>
                <c:pt idx="4570">
                  <c:v>3.9800000000000002E-2</c:v>
                </c:pt>
                <c:pt idx="4571">
                  <c:v>4.02E-2</c:v>
                </c:pt>
                <c:pt idx="4572">
                  <c:v>3.9899999999999998E-2</c:v>
                </c:pt>
                <c:pt idx="4573">
                  <c:v>0.04</c:v>
                </c:pt>
                <c:pt idx="4574">
                  <c:v>3.9899999999999998E-2</c:v>
                </c:pt>
                <c:pt idx="4575">
                  <c:v>3.9699999999999999E-2</c:v>
                </c:pt>
                <c:pt idx="4576">
                  <c:v>3.95E-2</c:v>
                </c:pt>
                <c:pt idx="4577">
                  <c:v>3.9800000000000002E-2</c:v>
                </c:pt>
                <c:pt idx="4578">
                  <c:v>3.9600000000000003E-2</c:v>
                </c:pt>
                <c:pt idx="4579">
                  <c:v>3.9300000000000002E-2</c:v>
                </c:pt>
                <c:pt idx="4580">
                  <c:v>3.9E-2</c:v>
                </c:pt>
                <c:pt idx="4581">
                  <c:v>3.8800000000000001E-2</c:v>
                </c:pt>
                <c:pt idx="4582">
                  <c:v>3.8399999999999997E-2</c:v>
                </c:pt>
                <c:pt idx="4583">
                  <c:v>3.85E-2</c:v>
                </c:pt>
                <c:pt idx="4584">
                  <c:v>3.85E-2</c:v>
                </c:pt>
                <c:pt idx="4585">
                  <c:v>3.8300000000000001E-2</c:v>
                </c:pt>
                <c:pt idx="4586">
                  <c:v>3.8100000000000002E-2</c:v>
                </c:pt>
                <c:pt idx="4587">
                  <c:v>3.8199999999999998E-2</c:v>
                </c:pt>
                <c:pt idx="4588">
                  <c:v>3.8300000000000001E-2</c:v>
                </c:pt>
                <c:pt idx="4589">
                  <c:v>3.8100000000000002E-2</c:v>
                </c:pt>
                <c:pt idx="4590">
                  <c:v>3.7499999999999999E-2</c:v>
                </c:pt>
                <c:pt idx="4591">
                  <c:v>3.78E-2</c:v>
                </c:pt>
                <c:pt idx="4592">
                  <c:v>3.8100000000000002E-2</c:v>
                </c:pt>
                <c:pt idx="4593">
                  <c:v>3.8899999999999997E-2</c:v>
                </c:pt>
                <c:pt idx="4594">
                  <c:v>3.9100000000000003E-2</c:v>
                </c:pt>
                <c:pt idx="4595">
                  <c:v>3.8899999999999997E-2</c:v>
                </c:pt>
                <c:pt idx="4596">
                  <c:v>3.9399999999999998E-2</c:v>
                </c:pt>
                <c:pt idx="4597">
                  <c:v>3.9300000000000002E-2</c:v>
                </c:pt>
                <c:pt idx="4598">
                  <c:v>3.9199999999999999E-2</c:v>
                </c:pt>
                <c:pt idx="4599">
                  <c:v>3.95E-2</c:v>
                </c:pt>
                <c:pt idx="4600">
                  <c:v>3.9199999999999999E-2</c:v>
                </c:pt>
                <c:pt idx="4601">
                  <c:v>3.9100000000000003E-2</c:v>
                </c:pt>
                <c:pt idx="4602">
                  <c:v>3.9E-2</c:v>
                </c:pt>
                <c:pt idx="4603">
                  <c:v>3.9100000000000003E-2</c:v>
                </c:pt>
                <c:pt idx="4604">
                  <c:v>3.8699999999999998E-2</c:v>
                </c:pt>
                <c:pt idx="4605">
                  <c:v>3.8300000000000001E-2</c:v>
                </c:pt>
                <c:pt idx="4606">
                  <c:v>3.8100000000000002E-2</c:v>
                </c:pt>
                <c:pt idx="4607">
                  <c:v>3.85E-2</c:v>
                </c:pt>
                <c:pt idx="4608">
                  <c:v>3.8699999999999998E-2</c:v>
                </c:pt>
                <c:pt idx="4609">
                  <c:v>3.8699999999999998E-2</c:v>
                </c:pt>
                <c:pt idx="4610">
                  <c:v>3.8399999999999997E-2</c:v>
                </c:pt>
                <c:pt idx="4611">
                  <c:v>3.8600000000000002E-2</c:v>
                </c:pt>
                <c:pt idx="4612">
                  <c:v>3.9E-2</c:v>
                </c:pt>
                <c:pt idx="4613">
                  <c:v>3.85E-2</c:v>
                </c:pt>
                <c:pt idx="4614">
                  <c:v>3.8399999999999997E-2</c:v>
                </c:pt>
                <c:pt idx="4615">
                  <c:v>3.78E-2</c:v>
                </c:pt>
                <c:pt idx="4616">
                  <c:v>3.7699999999999997E-2</c:v>
                </c:pt>
                <c:pt idx="4617">
                  <c:v>3.7199999999999997E-2</c:v>
                </c:pt>
                <c:pt idx="4618">
                  <c:v>3.6999999999999998E-2</c:v>
                </c:pt>
                <c:pt idx="4619">
                  <c:v>3.7199999999999997E-2</c:v>
                </c:pt>
                <c:pt idx="4620">
                  <c:v>3.6499999999999998E-2</c:v>
                </c:pt>
                <c:pt idx="4621">
                  <c:v>3.6799999999999999E-2</c:v>
                </c:pt>
                <c:pt idx="4622">
                  <c:v>3.6600000000000001E-2</c:v>
                </c:pt>
                <c:pt idx="4623">
                  <c:v>3.6700000000000003E-2</c:v>
                </c:pt>
                <c:pt idx="4624">
                  <c:v>3.6700000000000003E-2</c:v>
                </c:pt>
                <c:pt idx="4625">
                  <c:v>3.6799999999999999E-2</c:v>
                </c:pt>
                <c:pt idx="4626">
                  <c:v>3.6900000000000002E-2</c:v>
                </c:pt>
                <c:pt idx="4627">
                  <c:v>3.6700000000000003E-2</c:v>
                </c:pt>
                <c:pt idx="4628">
                  <c:v>3.6499999999999998E-2</c:v>
                </c:pt>
                <c:pt idx="4629">
                  <c:v>3.61E-2</c:v>
                </c:pt>
                <c:pt idx="4630">
                  <c:v>3.61E-2</c:v>
                </c:pt>
                <c:pt idx="4631">
                  <c:v>3.5499999999999997E-2</c:v>
                </c:pt>
                <c:pt idx="4632">
                  <c:v>3.6499999999999998E-2</c:v>
                </c:pt>
                <c:pt idx="4633">
                  <c:v>3.6999999999999998E-2</c:v>
                </c:pt>
                <c:pt idx="4634">
                  <c:v>3.6999999999999998E-2</c:v>
                </c:pt>
                <c:pt idx="4635">
                  <c:v>3.8199999999999998E-2</c:v>
                </c:pt>
                <c:pt idx="4636">
                  <c:v>3.9300000000000002E-2</c:v>
                </c:pt>
                <c:pt idx="4637">
                  <c:v>3.9300000000000002E-2</c:v>
                </c:pt>
                <c:pt idx="4638">
                  <c:v>3.8899999999999997E-2</c:v>
                </c:pt>
                <c:pt idx="4639">
                  <c:v>3.8800000000000001E-2</c:v>
                </c:pt>
                <c:pt idx="4640">
                  <c:v>3.8399999999999997E-2</c:v>
                </c:pt>
                <c:pt idx="4641">
                  <c:v>3.8199999999999998E-2</c:v>
                </c:pt>
                <c:pt idx="4642">
                  <c:v>3.9100000000000003E-2</c:v>
                </c:pt>
                <c:pt idx="4643">
                  <c:v>3.8899999999999997E-2</c:v>
                </c:pt>
                <c:pt idx="4644">
                  <c:v>3.9100000000000003E-2</c:v>
                </c:pt>
                <c:pt idx="4645">
                  <c:v>4.0300000000000002E-2</c:v>
                </c:pt>
                <c:pt idx="4646">
                  <c:v>4.07E-2</c:v>
                </c:pt>
                <c:pt idx="4647">
                  <c:v>4.1099999999999998E-2</c:v>
                </c:pt>
                <c:pt idx="4648">
                  <c:v>4.2299999999999997E-2</c:v>
                </c:pt>
                <c:pt idx="4649">
                  <c:v>4.24E-2</c:v>
                </c:pt>
                <c:pt idx="4650">
                  <c:v>4.2500000000000003E-2</c:v>
                </c:pt>
                <c:pt idx="4651">
                  <c:v>4.1799999999999997E-2</c:v>
                </c:pt>
                <c:pt idx="4652">
                  <c:v>4.1500000000000002E-2</c:v>
                </c:pt>
                <c:pt idx="4653">
                  <c:v>4.07E-2</c:v>
                </c:pt>
                <c:pt idx="4654">
                  <c:v>4.0899999999999999E-2</c:v>
                </c:pt>
                <c:pt idx="4655">
                  <c:v>4.0399999999999998E-2</c:v>
                </c:pt>
                <c:pt idx="4656">
                  <c:v>3.9399999999999998E-2</c:v>
                </c:pt>
                <c:pt idx="4657">
                  <c:v>3.9300000000000002E-2</c:v>
                </c:pt>
                <c:pt idx="4658">
                  <c:v>4.07E-2</c:v>
                </c:pt>
                <c:pt idx="4659">
                  <c:v>4.07E-2</c:v>
                </c:pt>
                <c:pt idx="4660">
                  <c:v>4.2099999999999999E-2</c:v>
                </c:pt>
                <c:pt idx="4661">
                  <c:v>4.3400000000000001E-2</c:v>
                </c:pt>
                <c:pt idx="4662">
                  <c:v>4.4499999999999998E-2</c:v>
                </c:pt>
                <c:pt idx="4663">
                  <c:v>4.5400000000000003E-2</c:v>
                </c:pt>
                <c:pt idx="4664">
                  <c:v>4.5600000000000002E-2</c:v>
                </c:pt>
                <c:pt idx="4665">
                  <c:v>4.6399999999999997E-2</c:v>
                </c:pt>
                <c:pt idx="4666">
                  <c:v>4.5900000000000003E-2</c:v>
                </c:pt>
                <c:pt idx="4667">
                  <c:v>4.5900000000000003E-2</c:v>
                </c:pt>
                <c:pt idx="4668">
                  <c:v>4.6300000000000001E-2</c:v>
                </c:pt>
                <c:pt idx="4669">
                  <c:v>4.6100000000000002E-2</c:v>
                </c:pt>
                <c:pt idx="4670">
                  <c:v>4.65E-2</c:v>
                </c:pt>
                <c:pt idx="4671">
                  <c:v>4.6100000000000002E-2</c:v>
                </c:pt>
                <c:pt idx="4672">
                  <c:v>4.5999999999999999E-2</c:v>
                </c:pt>
                <c:pt idx="4673">
                  <c:v>4.6399999999999997E-2</c:v>
                </c:pt>
                <c:pt idx="4674">
                  <c:v>4.5600000000000002E-2</c:v>
                </c:pt>
                <c:pt idx="4675">
                  <c:v>4.6600000000000003E-2</c:v>
                </c:pt>
                <c:pt idx="4676">
                  <c:v>4.6600000000000003E-2</c:v>
                </c:pt>
                <c:pt idx="4677">
                  <c:v>4.8000000000000001E-2</c:v>
                </c:pt>
                <c:pt idx="4678">
                  <c:v>4.8399999999999999E-2</c:v>
                </c:pt>
                <c:pt idx="4679">
                  <c:v>4.8899999999999999E-2</c:v>
                </c:pt>
                <c:pt idx="4680">
                  <c:v>4.8399999999999999E-2</c:v>
                </c:pt>
                <c:pt idx="4681">
                  <c:v>4.7500000000000001E-2</c:v>
                </c:pt>
                <c:pt idx="4682">
                  <c:v>4.7699999999999999E-2</c:v>
                </c:pt>
                <c:pt idx="4683">
                  <c:v>4.82E-2</c:v>
                </c:pt>
                <c:pt idx="4684">
                  <c:v>4.9799999999999997E-2</c:v>
                </c:pt>
                <c:pt idx="4685">
                  <c:v>5.0700000000000002E-2</c:v>
                </c:pt>
                <c:pt idx="4686">
                  <c:v>5.1999999999999998E-2</c:v>
                </c:pt>
                <c:pt idx="4687">
                  <c:v>5.4399999999999997E-2</c:v>
                </c:pt>
                <c:pt idx="4688">
                  <c:v>5.5300000000000002E-2</c:v>
                </c:pt>
                <c:pt idx="4689">
                  <c:v>5.6899999999999999E-2</c:v>
                </c:pt>
                <c:pt idx="4690">
                  <c:v>5.6899999999999999E-2</c:v>
                </c:pt>
                <c:pt idx="4691">
                  <c:v>5.5500000000000001E-2</c:v>
                </c:pt>
                <c:pt idx="4692">
                  <c:v>5.6599999999999998E-2</c:v>
                </c:pt>
                <c:pt idx="4693">
                  <c:v>5.6599999999999998E-2</c:v>
                </c:pt>
                <c:pt idx="4694">
                  <c:v>5.67E-2</c:v>
                </c:pt>
                <c:pt idx="4695">
                  <c:v>5.67E-2</c:v>
                </c:pt>
                <c:pt idx="4696">
                  <c:v>5.7000000000000002E-2</c:v>
                </c:pt>
                <c:pt idx="4697">
                  <c:v>5.7799999999999997E-2</c:v>
                </c:pt>
                <c:pt idx="4698">
                  <c:v>5.4199999999999998E-2</c:v>
                </c:pt>
                <c:pt idx="4699">
                  <c:v>5.21E-2</c:v>
                </c:pt>
                <c:pt idx="4700">
                  <c:v>5.0299999999999997E-2</c:v>
                </c:pt>
                <c:pt idx="4701">
                  <c:v>4.9299999999999997E-2</c:v>
                </c:pt>
                <c:pt idx="4702">
                  <c:v>4.9000000000000002E-2</c:v>
                </c:pt>
                <c:pt idx="4703">
                  <c:v>4.9299999999999997E-2</c:v>
                </c:pt>
                <c:pt idx="4704">
                  <c:v>4.9700000000000001E-2</c:v>
                </c:pt>
                <c:pt idx="4705">
                  <c:v>4.9399999999999999E-2</c:v>
                </c:pt>
                <c:pt idx="4706">
                  <c:v>4.8599999999999997E-2</c:v>
                </c:pt>
                <c:pt idx="4707">
                  <c:v>4.8300000000000003E-2</c:v>
                </c:pt>
                <c:pt idx="4708">
                  <c:v>4.7199999999999999E-2</c:v>
                </c:pt>
                <c:pt idx="4709">
                  <c:v>4.7199999999999999E-2</c:v>
                </c:pt>
                <c:pt idx="4710">
                  <c:v>4.7800000000000002E-2</c:v>
                </c:pt>
                <c:pt idx="4711">
                  <c:v>4.82E-2</c:v>
                </c:pt>
                <c:pt idx="4712">
                  <c:v>4.8500000000000001E-2</c:v>
                </c:pt>
                <c:pt idx="4713">
                  <c:v>4.7699999999999999E-2</c:v>
                </c:pt>
                <c:pt idx="4714">
                  <c:v>4.8000000000000001E-2</c:v>
                </c:pt>
                <c:pt idx="4715">
                  <c:v>4.8000000000000001E-2</c:v>
                </c:pt>
                <c:pt idx="4716">
                  <c:v>4.8099999999999997E-2</c:v>
                </c:pt>
                <c:pt idx="4717">
                  <c:v>4.7300000000000002E-2</c:v>
                </c:pt>
                <c:pt idx="4718">
                  <c:v>4.65E-2</c:v>
                </c:pt>
                <c:pt idx="4719">
                  <c:v>4.6100000000000002E-2</c:v>
                </c:pt>
                <c:pt idx="4720">
                  <c:v>4.5199999999999997E-2</c:v>
                </c:pt>
                <c:pt idx="4721">
                  <c:v>4.48E-2</c:v>
                </c:pt>
                <c:pt idx="4722">
                  <c:v>4.6100000000000002E-2</c:v>
                </c:pt>
                <c:pt idx="4723">
                  <c:v>4.6899999999999997E-2</c:v>
                </c:pt>
                <c:pt idx="4724">
                  <c:v>4.65E-2</c:v>
                </c:pt>
                <c:pt idx="4725">
                  <c:v>4.5699999999999998E-2</c:v>
                </c:pt>
                <c:pt idx="4726">
                  <c:v>4.5199999999999997E-2</c:v>
                </c:pt>
                <c:pt idx="4727">
                  <c:v>4.58E-2</c:v>
                </c:pt>
                <c:pt idx="4728">
                  <c:v>4.53E-2</c:v>
                </c:pt>
                <c:pt idx="4729">
                  <c:v>4.53E-2</c:v>
                </c:pt>
                <c:pt idx="4730">
                  <c:v>4.5400000000000003E-2</c:v>
                </c:pt>
                <c:pt idx="4731">
                  <c:v>4.4999999999999998E-2</c:v>
                </c:pt>
                <c:pt idx="4732">
                  <c:v>4.4600000000000001E-2</c:v>
                </c:pt>
                <c:pt idx="4733">
                  <c:v>4.48E-2</c:v>
                </c:pt>
                <c:pt idx="4734">
                  <c:v>4.4299999999999999E-2</c:v>
                </c:pt>
                <c:pt idx="4735">
                  <c:v>4.4299999999999999E-2</c:v>
                </c:pt>
                <c:pt idx="4736">
                  <c:v>4.3900000000000002E-2</c:v>
                </c:pt>
                <c:pt idx="4737">
                  <c:v>4.3700000000000003E-2</c:v>
                </c:pt>
                <c:pt idx="4738">
                  <c:v>4.3200000000000002E-2</c:v>
                </c:pt>
                <c:pt idx="4739">
                  <c:v>4.3499999999999997E-2</c:v>
                </c:pt>
                <c:pt idx="4740">
                  <c:v>4.36E-2</c:v>
                </c:pt>
                <c:pt idx="4741">
                  <c:v>4.3999999999999997E-2</c:v>
                </c:pt>
                <c:pt idx="4742">
                  <c:v>4.4900000000000002E-2</c:v>
                </c:pt>
                <c:pt idx="4743">
                  <c:v>4.5699999999999998E-2</c:v>
                </c:pt>
                <c:pt idx="4744">
                  <c:v>4.5400000000000003E-2</c:v>
                </c:pt>
                <c:pt idx="4745">
                  <c:v>4.5199999999999997E-2</c:v>
                </c:pt>
                <c:pt idx="4746">
                  <c:v>4.4400000000000002E-2</c:v>
                </c:pt>
                <c:pt idx="4747">
                  <c:v>4.4400000000000002E-2</c:v>
                </c:pt>
                <c:pt idx="4748">
                  <c:v>4.4400000000000002E-2</c:v>
                </c:pt>
                <c:pt idx="4749">
                  <c:v>4.4200000000000003E-2</c:v>
                </c:pt>
                <c:pt idx="4750">
                  <c:v>4.3900000000000002E-2</c:v>
                </c:pt>
                <c:pt idx="4751">
                  <c:v>4.4499999999999998E-2</c:v>
                </c:pt>
                <c:pt idx="4752">
                  <c:v>4.3900000000000002E-2</c:v>
                </c:pt>
                <c:pt idx="4753">
                  <c:v>4.4999999999999998E-2</c:v>
                </c:pt>
                <c:pt idx="4754">
                  <c:v>4.6100000000000002E-2</c:v>
                </c:pt>
                <c:pt idx="4755">
                  <c:v>4.5699999999999998E-2</c:v>
                </c:pt>
                <c:pt idx="4756">
                  <c:v>4.6100000000000002E-2</c:v>
                </c:pt>
                <c:pt idx="4757">
                  <c:v>4.5900000000000003E-2</c:v>
                </c:pt>
                <c:pt idx="4758">
                  <c:v>4.5199999999999997E-2</c:v>
                </c:pt>
                <c:pt idx="4759">
                  <c:v>4.3900000000000002E-2</c:v>
                </c:pt>
                <c:pt idx="4760">
                  <c:v>4.3900000000000002E-2</c:v>
                </c:pt>
                <c:pt idx="4761">
                  <c:v>4.3200000000000002E-2</c:v>
                </c:pt>
                <c:pt idx="4762">
                  <c:v>4.3299999999999998E-2</c:v>
                </c:pt>
                <c:pt idx="4763">
                  <c:v>4.2500000000000003E-2</c:v>
                </c:pt>
                <c:pt idx="4764">
                  <c:v>4.24E-2</c:v>
                </c:pt>
                <c:pt idx="4765">
                  <c:v>4.24E-2</c:v>
                </c:pt>
                <c:pt idx="4766">
                  <c:v>4.2999999999999997E-2</c:v>
                </c:pt>
                <c:pt idx="4767">
                  <c:v>4.2099999999999999E-2</c:v>
                </c:pt>
                <c:pt idx="4768">
                  <c:v>4.1300000000000003E-2</c:v>
                </c:pt>
                <c:pt idx="4769">
                  <c:v>4.1200000000000001E-2</c:v>
                </c:pt>
                <c:pt idx="4770">
                  <c:v>4.0800000000000003E-2</c:v>
                </c:pt>
                <c:pt idx="4771">
                  <c:v>4.1000000000000002E-2</c:v>
                </c:pt>
                <c:pt idx="4772">
                  <c:v>4.1500000000000002E-2</c:v>
                </c:pt>
                <c:pt idx="4773">
                  <c:v>4.1500000000000002E-2</c:v>
                </c:pt>
                <c:pt idx="4774">
                  <c:v>4.1599999999999998E-2</c:v>
                </c:pt>
                <c:pt idx="4775">
                  <c:v>4.1700000000000001E-2</c:v>
                </c:pt>
                <c:pt idx="4776">
                  <c:v>4.2000000000000003E-2</c:v>
                </c:pt>
                <c:pt idx="4777">
                  <c:v>4.1700000000000001E-2</c:v>
                </c:pt>
                <c:pt idx="4778">
                  <c:v>4.2099999999999999E-2</c:v>
                </c:pt>
                <c:pt idx="4779">
                  <c:v>4.1799999999999997E-2</c:v>
                </c:pt>
                <c:pt idx="4780">
                  <c:v>4.2000000000000003E-2</c:v>
                </c:pt>
                <c:pt idx="4781">
                  <c:v>4.1500000000000002E-2</c:v>
                </c:pt>
                <c:pt idx="4782">
                  <c:v>4.1599999999999998E-2</c:v>
                </c:pt>
                <c:pt idx="4783">
                  <c:v>4.1500000000000002E-2</c:v>
                </c:pt>
                <c:pt idx="4784">
                  <c:v>4.2200000000000001E-2</c:v>
                </c:pt>
                <c:pt idx="4785">
                  <c:v>4.2999999999999997E-2</c:v>
                </c:pt>
                <c:pt idx="4786">
                  <c:v>4.2900000000000001E-2</c:v>
                </c:pt>
                <c:pt idx="4787">
                  <c:v>4.41E-2</c:v>
                </c:pt>
                <c:pt idx="4788">
                  <c:v>4.41E-2</c:v>
                </c:pt>
                <c:pt idx="4789">
                  <c:v>4.5600000000000002E-2</c:v>
                </c:pt>
                <c:pt idx="4790">
                  <c:v>4.5400000000000003E-2</c:v>
                </c:pt>
                <c:pt idx="4791">
                  <c:v>4.5900000000000003E-2</c:v>
                </c:pt>
                <c:pt idx="4792">
                  <c:v>4.5100000000000001E-2</c:v>
                </c:pt>
                <c:pt idx="4793">
                  <c:v>4.4999999999999998E-2</c:v>
                </c:pt>
                <c:pt idx="4794">
                  <c:v>4.4900000000000002E-2</c:v>
                </c:pt>
                <c:pt idx="4795">
                  <c:v>4.4400000000000002E-2</c:v>
                </c:pt>
                <c:pt idx="4796">
                  <c:v>4.4699999999999997E-2</c:v>
                </c:pt>
                <c:pt idx="4797">
                  <c:v>4.6199999999999998E-2</c:v>
                </c:pt>
                <c:pt idx="4798">
                  <c:v>4.5999999999999999E-2</c:v>
                </c:pt>
                <c:pt idx="4799">
                  <c:v>4.5999999999999999E-2</c:v>
                </c:pt>
                <c:pt idx="4800">
                  <c:v>4.6699999999999998E-2</c:v>
                </c:pt>
                <c:pt idx="4801">
                  <c:v>4.7899999999999998E-2</c:v>
                </c:pt>
                <c:pt idx="4802">
                  <c:v>4.8000000000000001E-2</c:v>
                </c:pt>
                <c:pt idx="4803">
                  <c:v>5.0099999999999999E-2</c:v>
                </c:pt>
                <c:pt idx="4804">
                  <c:v>5.1200000000000002E-2</c:v>
                </c:pt>
                <c:pt idx="4805">
                  <c:v>4.9799999999999997E-2</c:v>
                </c:pt>
                <c:pt idx="4806">
                  <c:v>4.9200000000000001E-2</c:v>
                </c:pt>
                <c:pt idx="4807">
                  <c:v>4.8899999999999999E-2</c:v>
                </c:pt>
                <c:pt idx="4808">
                  <c:v>4.8300000000000003E-2</c:v>
                </c:pt>
                <c:pt idx="4809">
                  <c:v>4.7100000000000003E-2</c:v>
                </c:pt>
                <c:pt idx="4810">
                  <c:v>4.6699999999999998E-2</c:v>
                </c:pt>
                <c:pt idx="4811">
                  <c:v>4.7100000000000003E-2</c:v>
                </c:pt>
                <c:pt idx="4812">
                  <c:v>4.7199999999999999E-2</c:v>
                </c:pt>
                <c:pt idx="4813">
                  <c:v>4.7199999999999999E-2</c:v>
                </c:pt>
                <c:pt idx="4814">
                  <c:v>4.7100000000000003E-2</c:v>
                </c:pt>
                <c:pt idx="4815">
                  <c:v>4.6800000000000001E-2</c:v>
                </c:pt>
                <c:pt idx="4816">
                  <c:v>4.7199999999999999E-2</c:v>
                </c:pt>
                <c:pt idx="4817">
                  <c:v>4.4900000000000002E-2</c:v>
                </c:pt>
                <c:pt idx="4818">
                  <c:v>4.5100000000000001E-2</c:v>
                </c:pt>
                <c:pt idx="4819">
                  <c:v>4.5499999999999999E-2</c:v>
                </c:pt>
                <c:pt idx="4820">
                  <c:v>4.6300000000000001E-2</c:v>
                </c:pt>
                <c:pt idx="4821">
                  <c:v>4.5900000000000003E-2</c:v>
                </c:pt>
                <c:pt idx="4822">
                  <c:v>4.6300000000000001E-2</c:v>
                </c:pt>
                <c:pt idx="4823">
                  <c:v>4.6100000000000002E-2</c:v>
                </c:pt>
                <c:pt idx="4824">
                  <c:v>4.5400000000000003E-2</c:v>
                </c:pt>
                <c:pt idx="4825">
                  <c:v>4.5900000000000003E-2</c:v>
                </c:pt>
                <c:pt idx="4826">
                  <c:v>4.58E-2</c:v>
                </c:pt>
                <c:pt idx="4827">
                  <c:v>4.58E-2</c:v>
                </c:pt>
                <c:pt idx="4828">
                  <c:v>4.4699999999999997E-2</c:v>
                </c:pt>
                <c:pt idx="4829">
                  <c:v>4.48E-2</c:v>
                </c:pt>
                <c:pt idx="4830">
                  <c:v>4.5199999999999997E-2</c:v>
                </c:pt>
                <c:pt idx="4831">
                  <c:v>4.5400000000000003E-2</c:v>
                </c:pt>
                <c:pt idx="4832">
                  <c:v>4.53E-2</c:v>
                </c:pt>
                <c:pt idx="4833">
                  <c:v>4.5400000000000003E-2</c:v>
                </c:pt>
                <c:pt idx="4834">
                  <c:v>4.5499999999999999E-2</c:v>
                </c:pt>
                <c:pt idx="4835">
                  <c:v>4.5400000000000003E-2</c:v>
                </c:pt>
                <c:pt idx="4836">
                  <c:v>4.5699999999999998E-2</c:v>
                </c:pt>
                <c:pt idx="4837">
                  <c:v>4.6800000000000001E-2</c:v>
                </c:pt>
                <c:pt idx="4838">
                  <c:v>4.6100000000000002E-2</c:v>
                </c:pt>
                <c:pt idx="4839">
                  <c:v>4.6100000000000002E-2</c:v>
                </c:pt>
                <c:pt idx="4840">
                  <c:v>4.5699999999999998E-2</c:v>
                </c:pt>
                <c:pt idx="4841">
                  <c:v>4.5600000000000002E-2</c:v>
                </c:pt>
                <c:pt idx="4842">
                  <c:v>4.5100000000000001E-2</c:v>
                </c:pt>
                <c:pt idx="4843">
                  <c:v>4.4900000000000002E-2</c:v>
                </c:pt>
                <c:pt idx="4844">
                  <c:v>4.4900000000000002E-2</c:v>
                </c:pt>
                <c:pt idx="4845">
                  <c:v>4.53E-2</c:v>
                </c:pt>
                <c:pt idx="4846">
                  <c:v>4.5199999999999997E-2</c:v>
                </c:pt>
                <c:pt idx="4847">
                  <c:v>4.6699999999999998E-2</c:v>
                </c:pt>
                <c:pt idx="4848">
                  <c:v>4.7899999999999998E-2</c:v>
                </c:pt>
                <c:pt idx="4849">
                  <c:v>5.16E-2</c:v>
                </c:pt>
                <c:pt idx="4850">
                  <c:v>5.1200000000000002E-2</c:v>
                </c:pt>
                <c:pt idx="4851">
                  <c:v>5.1700000000000003E-2</c:v>
                </c:pt>
                <c:pt idx="4852">
                  <c:v>5.0299999999999997E-2</c:v>
                </c:pt>
                <c:pt idx="4853">
                  <c:v>4.99E-2</c:v>
                </c:pt>
                <c:pt idx="4854">
                  <c:v>5.0900000000000001E-2</c:v>
                </c:pt>
                <c:pt idx="4855">
                  <c:v>4.9599999999999998E-2</c:v>
                </c:pt>
                <c:pt idx="4856">
                  <c:v>5.1900000000000002E-2</c:v>
                </c:pt>
                <c:pt idx="4857">
                  <c:v>5.2999999999999999E-2</c:v>
                </c:pt>
                <c:pt idx="4858">
                  <c:v>5.2200000000000003E-2</c:v>
                </c:pt>
                <c:pt idx="4859">
                  <c:v>5.0900000000000001E-2</c:v>
                </c:pt>
                <c:pt idx="4860">
                  <c:v>5.11E-2</c:v>
                </c:pt>
                <c:pt idx="4861">
                  <c:v>4.9500000000000002E-2</c:v>
                </c:pt>
                <c:pt idx="4862">
                  <c:v>4.8800000000000003E-2</c:v>
                </c:pt>
                <c:pt idx="4863">
                  <c:v>0.05</c:v>
                </c:pt>
                <c:pt idx="4864">
                  <c:v>4.9700000000000001E-2</c:v>
                </c:pt>
                <c:pt idx="4865">
                  <c:v>4.9599999999999998E-2</c:v>
                </c:pt>
                <c:pt idx="4866">
                  <c:v>4.9500000000000002E-2</c:v>
                </c:pt>
                <c:pt idx="4867">
                  <c:v>4.8599999999999997E-2</c:v>
                </c:pt>
                <c:pt idx="4868">
                  <c:v>4.8599999999999997E-2</c:v>
                </c:pt>
                <c:pt idx="4869">
                  <c:v>4.8599999999999997E-2</c:v>
                </c:pt>
                <c:pt idx="4870">
                  <c:v>4.9700000000000001E-2</c:v>
                </c:pt>
                <c:pt idx="4871">
                  <c:v>4.9399999999999999E-2</c:v>
                </c:pt>
                <c:pt idx="4872">
                  <c:v>4.8000000000000001E-2</c:v>
                </c:pt>
                <c:pt idx="4873">
                  <c:v>4.7500000000000001E-2</c:v>
                </c:pt>
                <c:pt idx="4874">
                  <c:v>4.6699999999999998E-2</c:v>
                </c:pt>
                <c:pt idx="4875">
                  <c:v>4.5699999999999998E-2</c:v>
                </c:pt>
                <c:pt idx="4876">
                  <c:v>4.5900000000000003E-2</c:v>
                </c:pt>
                <c:pt idx="4877">
                  <c:v>4.5499999999999999E-2</c:v>
                </c:pt>
                <c:pt idx="4878">
                  <c:v>4.48E-2</c:v>
                </c:pt>
                <c:pt idx="4879">
                  <c:v>4.48E-2</c:v>
                </c:pt>
                <c:pt idx="4880">
                  <c:v>4.4900000000000002E-2</c:v>
                </c:pt>
                <c:pt idx="4881">
                  <c:v>4.4999999999999998E-2</c:v>
                </c:pt>
                <c:pt idx="4882">
                  <c:v>4.4900000000000002E-2</c:v>
                </c:pt>
                <c:pt idx="4883">
                  <c:v>4.5600000000000002E-2</c:v>
                </c:pt>
                <c:pt idx="4884">
                  <c:v>4.5499999999999999E-2</c:v>
                </c:pt>
                <c:pt idx="4885">
                  <c:v>4.6300000000000001E-2</c:v>
                </c:pt>
                <c:pt idx="4886">
                  <c:v>4.6100000000000002E-2</c:v>
                </c:pt>
                <c:pt idx="4887">
                  <c:v>4.6699999999999998E-2</c:v>
                </c:pt>
                <c:pt idx="4888">
                  <c:v>4.7100000000000003E-2</c:v>
                </c:pt>
                <c:pt idx="4889">
                  <c:v>4.7500000000000001E-2</c:v>
                </c:pt>
                <c:pt idx="4890">
                  <c:v>4.82E-2</c:v>
                </c:pt>
                <c:pt idx="4891">
                  <c:v>0.05</c:v>
                </c:pt>
                <c:pt idx="4892">
                  <c:v>5.1400000000000001E-2</c:v>
                </c:pt>
                <c:pt idx="4893">
                  <c:v>5.11E-2</c:v>
                </c:pt>
                <c:pt idx="4894">
                  <c:v>5.04E-2</c:v>
                </c:pt>
                <c:pt idx="4895">
                  <c:v>5.1200000000000002E-2</c:v>
                </c:pt>
                <c:pt idx="4896">
                  <c:v>5.0599999999999999E-2</c:v>
                </c:pt>
                <c:pt idx="4897">
                  <c:v>4.9599999999999998E-2</c:v>
                </c:pt>
                <c:pt idx="4898">
                  <c:v>4.8599999999999997E-2</c:v>
                </c:pt>
                <c:pt idx="4899">
                  <c:v>4.8599999999999997E-2</c:v>
                </c:pt>
                <c:pt idx="4900">
                  <c:v>4.7899999999999998E-2</c:v>
                </c:pt>
                <c:pt idx="4901">
                  <c:v>4.82E-2</c:v>
                </c:pt>
                <c:pt idx="4902">
                  <c:v>4.8000000000000001E-2</c:v>
                </c:pt>
                <c:pt idx="4903">
                  <c:v>4.7899999999999998E-2</c:v>
                </c:pt>
                <c:pt idx="4904">
                  <c:v>4.7399999999999998E-2</c:v>
                </c:pt>
                <c:pt idx="4905">
                  <c:v>4.7399999999999998E-2</c:v>
                </c:pt>
                <c:pt idx="4906">
                  <c:v>4.7500000000000001E-2</c:v>
                </c:pt>
                <c:pt idx="4907">
                  <c:v>4.7300000000000002E-2</c:v>
                </c:pt>
                <c:pt idx="4908">
                  <c:v>4.6600000000000003E-2</c:v>
                </c:pt>
                <c:pt idx="4909">
                  <c:v>4.6300000000000001E-2</c:v>
                </c:pt>
                <c:pt idx="4910">
                  <c:v>4.65E-2</c:v>
                </c:pt>
                <c:pt idx="4911">
                  <c:v>4.7500000000000001E-2</c:v>
                </c:pt>
                <c:pt idx="4912">
                  <c:v>4.8800000000000003E-2</c:v>
                </c:pt>
                <c:pt idx="4913">
                  <c:v>4.8300000000000003E-2</c:v>
                </c:pt>
                <c:pt idx="4914">
                  <c:v>4.7199999999999999E-2</c:v>
                </c:pt>
                <c:pt idx="4915">
                  <c:v>4.6699999999999998E-2</c:v>
                </c:pt>
                <c:pt idx="4916">
                  <c:v>4.7300000000000002E-2</c:v>
                </c:pt>
                <c:pt idx="4917">
                  <c:v>4.6699999999999998E-2</c:v>
                </c:pt>
                <c:pt idx="4918">
                  <c:v>4.6899999999999997E-2</c:v>
                </c:pt>
                <c:pt idx="4919">
                  <c:v>4.6899999999999997E-2</c:v>
                </c:pt>
                <c:pt idx="4920">
                  <c:v>4.6600000000000003E-2</c:v>
                </c:pt>
                <c:pt idx="4921">
                  <c:v>4.7199999999999999E-2</c:v>
                </c:pt>
                <c:pt idx="4922">
                  <c:v>4.7899999999999998E-2</c:v>
                </c:pt>
                <c:pt idx="4923">
                  <c:v>4.7800000000000002E-2</c:v>
                </c:pt>
                <c:pt idx="4924">
                  <c:v>4.8099999999999997E-2</c:v>
                </c:pt>
                <c:pt idx="4925">
                  <c:v>4.8500000000000001E-2</c:v>
                </c:pt>
                <c:pt idx="4926">
                  <c:v>4.9099999999999998E-2</c:v>
                </c:pt>
                <c:pt idx="4927">
                  <c:v>4.8899999999999999E-2</c:v>
                </c:pt>
                <c:pt idx="4928">
                  <c:v>4.87E-2</c:v>
                </c:pt>
                <c:pt idx="4929">
                  <c:v>4.8099999999999997E-2</c:v>
                </c:pt>
                <c:pt idx="4930">
                  <c:v>4.7600000000000003E-2</c:v>
                </c:pt>
                <c:pt idx="4931">
                  <c:v>4.7100000000000003E-2</c:v>
                </c:pt>
                <c:pt idx="4932">
                  <c:v>4.7100000000000003E-2</c:v>
                </c:pt>
                <c:pt idx="4933">
                  <c:v>4.7E-2</c:v>
                </c:pt>
                <c:pt idx="4934">
                  <c:v>4.7399999999999998E-2</c:v>
                </c:pt>
                <c:pt idx="4935">
                  <c:v>4.8599999999999997E-2</c:v>
                </c:pt>
                <c:pt idx="4936">
                  <c:v>4.7399999999999998E-2</c:v>
                </c:pt>
                <c:pt idx="4937">
                  <c:v>4.7100000000000003E-2</c:v>
                </c:pt>
                <c:pt idx="4938">
                  <c:v>4.5900000000000003E-2</c:v>
                </c:pt>
                <c:pt idx="4939">
                  <c:v>4.58E-2</c:v>
                </c:pt>
                <c:pt idx="4940">
                  <c:v>4.5199999999999997E-2</c:v>
                </c:pt>
                <c:pt idx="4941">
                  <c:v>4.5199999999999997E-2</c:v>
                </c:pt>
                <c:pt idx="4942">
                  <c:v>4.3900000000000002E-2</c:v>
                </c:pt>
                <c:pt idx="4943">
                  <c:v>4.3799999999999999E-2</c:v>
                </c:pt>
                <c:pt idx="4944">
                  <c:v>4.3400000000000001E-2</c:v>
                </c:pt>
                <c:pt idx="4945">
                  <c:v>4.3099999999999999E-2</c:v>
                </c:pt>
                <c:pt idx="4946">
                  <c:v>4.2299999999999997E-2</c:v>
                </c:pt>
                <c:pt idx="4947">
                  <c:v>4.2299999999999997E-2</c:v>
                </c:pt>
                <c:pt idx="4948">
                  <c:v>4.2099999999999999E-2</c:v>
                </c:pt>
                <c:pt idx="4949">
                  <c:v>4.2099999999999999E-2</c:v>
                </c:pt>
                <c:pt idx="4950">
                  <c:v>4.2200000000000001E-2</c:v>
                </c:pt>
                <c:pt idx="4951">
                  <c:v>4.2200000000000001E-2</c:v>
                </c:pt>
                <c:pt idx="4952">
                  <c:v>4.2000000000000003E-2</c:v>
                </c:pt>
                <c:pt idx="4953">
                  <c:v>4.2299999999999997E-2</c:v>
                </c:pt>
                <c:pt idx="4954">
                  <c:v>4.2700000000000002E-2</c:v>
                </c:pt>
                <c:pt idx="4955">
                  <c:v>4.24E-2</c:v>
                </c:pt>
                <c:pt idx="4956">
                  <c:v>4.24E-2</c:v>
                </c:pt>
                <c:pt idx="4957">
                  <c:v>4.1799999999999997E-2</c:v>
                </c:pt>
                <c:pt idx="4958">
                  <c:v>4.2099999999999999E-2</c:v>
                </c:pt>
                <c:pt idx="4959">
                  <c:v>4.2200000000000001E-2</c:v>
                </c:pt>
                <c:pt idx="4960">
                  <c:v>4.2099999999999999E-2</c:v>
                </c:pt>
                <c:pt idx="4961">
                  <c:v>4.1799999999999997E-2</c:v>
                </c:pt>
                <c:pt idx="4962">
                  <c:v>4.1500000000000002E-2</c:v>
                </c:pt>
                <c:pt idx="4963">
                  <c:v>4.1599999999999998E-2</c:v>
                </c:pt>
                <c:pt idx="4964">
                  <c:v>4.1300000000000003E-2</c:v>
                </c:pt>
                <c:pt idx="4965">
                  <c:v>4.1300000000000003E-2</c:v>
                </c:pt>
                <c:pt idx="4966">
                  <c:v>4.1300000000000003E-2</c:v>
                </c:pt>
                <c:pt idx="4967">
                  <c:v>4.0899999999999999E-2</c:v>
                </c:pt>
                <c:pt idx="4968">
                  <c:v>4.1099999999999998E-2</c:v>
                </c:pt>
                <c:pt idx="4969">
                  <c:v>4.1099999999999998E-2</c:v>
                </c:pt>
                <c:pt idx="4970">
                  <c:v>4.1700000000000001E-2</c:v>
                </c:pt>
                <c:pt idx="4971">
                  <c:v>4.2000000000000003E-2</c:v>
                </c:pt>
                <c:pt idx="4972">
                  <c:v>4.2799999999999998E-2</c:v>
                </c:pt>
                <c:pt idx="4973">
                  <c:v>4.41E-2</c:v>
                </c:pt>
                <c:pt idx="4974">
                  <c:v>4.7199999999999999E-2</c:v>
                </c:pt>
                <c:pt idx="4975">
                  <c:v>4.58E-2</c:v>
                </c:pt>
                <c:pt idx="4976">
                  <c:v>4.5699999999999998E-2</c:v>
                </c:pt>
                <c:pt idx="4977">
                  <c:v>4.6600000000000003E-2</c:v>
                </c:pt>
                <c:pt idx="4978">
                  <c:v>4.7399999999999998E-2</c:v>
                </c:pt>
                <c:pt idx="4979">
                  <c:v>4.6800000000000001E-2</c:v>
                </c:pt>
                <c:pt idx="4980">
                  <c:v>4.5699999999999998E-2</c:v>
                </c:pt>
                <c:pt idx="4981">
                  <c:v>4.4600000000000001E-2</c:v>
                </c:pt>
                <c:pt idx="4982">
                  <c:v>4.4299999999999999E-2</c:v>
                </c:pt>
                <c:pt idx="4983">
                  <c:v>4.4699999999999997E-2</c:v>
                </c:pt>
                <c:pt idx="4984">
                  <c:v>4.4900000000000002E-2</c:v>
                </c:pt>
                <c:pt idx="4985">
                  <c:v>4.4200000000000003E-2</c:v>
                </c:pt>
                <c:pt idx="4986">
                  <c:v>4.3700000000000003E-2</c:v>
                </c:pt>
                <c:pt idx="4987">
                  <c:v>4.3299999999999998E-2</c:v>
                </c:pt>
                <c:pt idx="4988">
                  <c:v>4.3499999999999997E-2</c:v>
                </c:pt>
                <c:pt idx="4989">
                  <c:v>4.3499999999999997E-2</c:v>
                </c:pt>
                <c:pt idx="4990">
                  <c:v>4.3799999999999999E-2</c:v>
                </c:pt>
                <c:pt idx="4991">
                  <c:v>4.3499999999999997E-2</c:v>
                </c:pt>
                <c:pt idx="4992">
                  <c:v>4.4200000000000003E-2</c:v>
                </c:pt>
                <c:pt idx="4993">
                  <c:v>4.4400000000000002E-2</c:v>
                </c:pt>
                <c:pt idx="4994">
                  <c:v>4.82E-2</c:v>
                </c:pt>
                <c:pt idx="4995">
                  <c:v>4.99E-2</c:v>
                </c:pt>
                <c:pt idx="4996">
                  <c:v>5.0799999999999998E-2</c:v>
                </c:pt>
                <c:pt idx="4997">
                  <c:v>5.4899999999999997E-2</c:v>
                </c:pt>
                <c:pt idx="4998">
                  <c:v>5.8400000000000001E-2</c:v>
                </c:pt>
                <c:pt idx="4999">
                  <c:v>5.7000000000000002E-2</c:v>
                </c:pt>
                <c:pt idx="5000">
                  <c:v>5.7099999999999998E-2</c:v>
                </c:pt>
                <c:pt idx="5001">
                  <c:v>5.5399999999999998E-2</c:v>
                </c:pt>
                <c:pt idx="5002">
                  <c:v>5.8599999999999999E-2</c:v>
                </c:pt>
                <c:pt idx="5003">
                  <c:v>6.3600000000000004E-2</c:v>
                </c:pt>
                <c:pt idx="5004">
                  <c:v>7.3800000000000004E-2</c:v>
                </c:pt>
                <c:pt idx="5005">
                  <c:v>7.1300000000000002E-2</c:v>
                </c:pt>
                <c:pt idx="5006">
                  <c:v>7.3599999999999999E-2</c:v>
                </c:pt>
                <c:pt idx="5007">
                  <c:v>8.14E-2</c:v>
                </c:pt>
                <c:pt idx="5008">
                  <c:v>8.14E-2</c:v>
                </c:pt>
                <c:pt idx="5009">
                  <c:v>0.09</c:v>
                </c:pt>
                <c:pt idx="5010">
                  <c:v>9.0899999999999995E-2</c:v>
                </c:pt>
                <c:pt idx="5011">
                  <c:v>9.7100000000000006E-2</c:v>
                </c:pt>
                <c:pt idx="5012">
                  <c:v>0.104</c:v>
                </c:pt>
                <c:pt idx="5013">
                  <c:v>0.1087</c:v>
                </c:pt>
                <c:pt idx="5014">
                  <c:v>0.1139</c:v>
                </c:pt>
                <c:pt idx="5015">
                  <c:v>0.11219999999999999</c:v>
                </c:pt>
                <c:pt idx="5016">
                  <c:v>0.1084</c:v>
                </c:pt>
                <c:pt idx="5017">
                  <c:v>0.1016</c:v>
                </c:pt>
                <c:pt idx="5018">
                  <c:v>9.8299999999999998E-2</c:v>
                </c:pt>
                <c:pt idx="5019">
                  <c:v>9.64E-2</c:v>
                </c:pt>
                <c:pt idx="5020">
                  <c:v>9.4899999999999998E-2</c:v>
                </c:pt>
                <c:pt idx="5021">
                  <c:v>9.74E-2</c:v>
                </c:pt>
                <c:pt idx="5022">
                  <c:v>9.8699999999999996E-2</c:v>
                </c:pt>
                <c:pt idx="5023">
                  <c:v>0.1008</c:v>
                </c:pt>
                <c:pt idx="5024">
                  <c:v>0.1002</c:v>
                </c:pt>
                <c:pt idx="5025">
                  <c:v>9.6799999999999997E-2</c:v>
                </c:pt>
                <c:pt idx="5026">
                  <c:v>9.5899999999999999E-2</c:v>
                </c:pt>
                <c:pt idx="5027">
                  <c:v>8.9099999999999999E-2</c:v>
                </c:pt>
                <c:pt idx="5028">
                  <c:v>8.9099999999999999E-2</c:v>
                </c:pt>
                <c:pt idx="5029">
                  <c:v>8.4699999999999998E-2</c:v>
                </c:pt>
                <c:pt idx="5030">
                  <c:v>8.2400000000000001E-2</c:v>
                </c:pt>
                <c:pt idx="5031">
                  <c:v>8.2799999999999999E-2</c:v>
                </c:pt>
                <c:pt idx="5032">
                  <c:v>8.2400000000000001E-2</c:v>
                </c:pt>
                <c:pt idx="5033">
                  <c:v>8.0299999999999996E-2</c:v>
                </c:pt>
                <c:pt idx="5034">
                  <c:v>8.1600000000000006E-2</c:v>
                </c:pt>
                <c:pt idx="5035">
                  <c:v>8.5099999999999995E-2</c:v>
                </c:pt>
                <c:pt idx="5036">
                  <c:v>8.48E-2</c:v>
                </c:pt>
                <c:pt idx="5037">
                  <c:v>8.5199999999999998E-2</c:v>
                </c:pt>
                <c:pt idx="5038">
                  <c:v>8.6199999999999999E-2</c:v>
                </c:pt>
                <c:pt idx="5039">
                  <c:v>8.6199999999999999E-2</c:v>
                </c:pt>
                <c:pt idx="5040">
                  <c:v>8.6199999999999999E-2</c:v>
                </c:pt>
                <c:pt idx="5041">
                  <c:v>8.5000000000000006E-2</c:v>
                </c:pt>
                <c:pt idx="5042">
                  <c:v>8.3900000000000002E-2</c:v>
                </c:pt>
                <c:pt idx="5043">
                  <c:v>8.43E-2</c:v>
                </c:pt>
                <c:pt idx="5044">
                  <c:v>8.4900000000000003E-2</c:v>
                </c:pt>
                <c:pt idx="5045">
                  <c:v>8.3400000000000002E-2</c:v>
                </c:pt>
                <c:pt idx="5046">
                  <c:v>8.3400000000000002E-2</c:v>
                </c:pt>
                <c:pt idx="5047">
                  <c:v>8.3000000000000004E-2</c:v>
                </c:pt>
                <c:pt idx="5048">
                  <c:v>8.1900000000000001E-2</c:v>
                </c:pt>
                <c:pt idx="5049">
                  <c:v>8.1799999999999998E-2</c:v>
                </c:pt>
                <c:pt idx="5050">
                  <c:v>8.1199999999999994E-2</c:v>
                </c:pt>
                <c:pt idx="5051">
                  <c:v>8.2600000000000007E-2</c:v>
                </c:pt>
                <c:pt idx="5052">
                  <c:v>8.3599999999999994E-2</c:v>
                </c:pt>
                <c:pt idx="5053">
                  <c:v>8.3900000000000002E-2</c:v>
                </c:pt>
                <c:pt idx="5054">
                  <c:v>8.0399999999999999E-2</c:v>
                </c:pt>
                <c:pt idx="5055">
                  <c:v>0.08</c:v>
                </c:pt>
                <c:pt idx="5056">
                  <c:v>7.8E-2</c:v>
                </c:pt>
                <c:pt idx="5057">
                  <c:v>7.7200000000000005E-2</c:v>
                </c:pt>
                <c:pt idx="5058">
                  <c:v>7.7100000000000002E-2</c:v>
                </c:pt>
                <c:pt idx="5059">
                  <c:v>7.7100000000000002E-2</c:v>
                </c:pt>
                <c:pt idx="5060">
                  <c:v>7.3800000000000004E-2</c:v>
                </c:pt>
                <c:pt idx="5061">
                  <c:v>7.2700000000000001E-2</c:v>
                </c:pt>
                <c:pt idx="5062">
                  <c:v>7.1800000000000003E-2</c:v>
                </c:pt>
                <c:pt idx="5063">
                  <c:v>7.2400000000000006E-2</c:v>
                </c:pt>
                <c:pt idx="5064">
                  <c:v>7.17E-2</c:v>
                </c:pt>
                <c:pt idx="5065">
                  <c:v>6.93E-2</c:v>
                </c:pt>
                <c:pt idx="5066">
                  <c:v>6.5799999999999997E-2</c:v>
                </c:pt>
                <c:pt idx="5067">
                  <c:v>6.5600000000000006E-2</c:v>
                </c:pt>
                <c:pt idx="5068">
                  <c:v>6.2700000000000006E-2</c:v>
                </c:pt>
                <c:pt idx="5069">
                  <c:v>6.25E-2</c:v>
                </c:pt>
                <c:pt idx="5070">
                  <c:v>6.4000000000000001E-2</c:v>
                </c:pt>
                <c:pt idx="5071">
                  <c:v>6.6100000000000006E-2</c:v>
                </c:pt>
                <c:pt idx="5072">
                  <c:v>6.9699999999999998E-2</c:v>
                </c:pt>
                <c:pt idx="5073">
                  <c:v>6.9199999999999998E-2</c:v>
                </c:pt>
                <c:pt idx="5074">
                  <c:v>6.9000000000000006E-2</c:v>
                </c:pt>
                <c:pt idx="5075">
                  <c:v>6.5699999999999995E-2</c:v>
                </c:pt>
                <c:pt idx="5076">
                  <c:v>6.59E-2</c:v>
                </c:pt>
                <c:pt idx="5077">
                  <c:v>6.7199999999999996E-2</c:v>
                </c:pt>
                <c:pt idx="5078">
                  <c:v>6.7599999999999993E-2</c:v>
                </c:pt>
                <c:pt idx="5079">
                  <c:v>6.7599999999999993E-2</c:v>
                </c:pt>
                <c:pt idx="5080">
                  <c:v>6.7599999999999993E-2</c:v>
                </c:pt>
                <c:pt idx="5081">
                  <c:v>6.9000000000000006E-2</c:v>
                </c:pt>
                <c:pt idx="5082">
                  <c:v>7.0099999999999996E-2</c:v>
                </c:pt>
                <c:pt idx="5083">
                  <c:v>7.1400000000000005E-2</c:v>
                </c:pt>
                <c:pt idx="5084">
                  <c:v>7.2400000000000006E-2</c:v>
                </c:pt>
                <c:pt idx="5085">
                  <c:v>7.22E-2</c:v>
                </c:pt>
                <c:pt idx="5086">
                  <c:v>7.0999999999999994E-2</c:v>
                </c:pt>
                <c:pt idx="5087">
                  <c:v>7.0000000000000007E-2</c:v>
                </c:pt>
                <c:pt idx="5088">
                  <c:v>7.0000000000000007E-2</c:v>
                </c:pt>
                <c:pt idx="5089">
                  <c:v>6.8599999999999994E-2</c:v>
                </c:pt>
                <c:pt idx="5090">
                  <c:v>6.8599999999999994E-2</c:v>
                </c:pt>
                <c:pt idx="5091">
                  <c:v>6.8599999999999994E-2</c:v>
                </c:pt>
                <c:pt idx="5092">
                  <c:v>6.93E-2</c:v>
                </c:pt>
                <c:pt idx="5093">
                  <c:v>6.9199999999999998E-2</c:v>
                </c:pt>
                <c:pt idx="5094">
                  <c:v>6.83E-2</c:v>
                </c:pt>
                <c:pt idx="5095">
                  <c:v>6.88E-2</c:v>
                </c:pt>
                <c:pt idx="5096">
                  <c:v>6.7100000000000007E-2</c:v>
                </c:pt>
                <c:pt idx="5097">
                  <c:v>6.6600000000000006E-2</c:v>
                </c:pt>
                <c:pt idx="5098">
                  <c:v>6.6500000000000004E-2</c:v>
                </c:pt>
                <c:pt idx="5099">
                  <c:v>6.4799999999999996E-2</c:v>
                </c:pt>
                <c:pt idx="5100">
                  <c:v>6.3E-2</c:v>
                </c:pt>
                <c:pt idx="5101">
                  <c:v>6.2100000000000002E-2</c:v>
                </c:pt>
                <c:pt idx="5102">
                  <c:v>6.1699999999999998E-2</c:v>
                </c:pt>
                <c:pt idx="5103">
                  <c:v>6.1899999999999997E-2</c:v>
                </c:pt>
                <c:pt idx="5104">
                  <c:v>6.1600000000000002E-2</c:v>
                </c:pt>
                <c:pt idx="5105">
                  <c:v>6.2E-2</c:v>
                </c:pt>
                <c:pt idx="5106">
                  <c:v>6.1100000000000002E-2</c:v>
                </c:pt>
                <c:pt idx="5107">
                  <c:v>6.08E-2</c:v>
                </c:pt>
                <c:pt idx="5108">
                  <c:v>6.0100000000000001E-2</c:v>
                </c:pt>
                <c:pt idx="5109">
                  <c:v>5.9200000000000003E-2</c:v>
                </c:pt>
                <c:pt idx="5110">
                  <c:v>5.96E-2</c:v>
                </c:pt>
                <c:pt idx="5111">
                  <c:v>5.8500000000000003E-2</c:v>
                </c:pt>
                <c:pt idx="5112">
                  <c:v>5.8400000000000001E-2</c:v>
                </c:pt>
                <c:pt idx="5113">
                  <c:v>5.8400000000000001E-2</c:v>
                </c:pt>
                <c:pt idx="5114">
                  <c:v>5.8599999999999999E-2</c:v>
                </c:pt>
                <c:pt idx="5115">
                  <c:v>5.79E-2</c:v>
                </c:pt>
                <c:pt idx="5116">
                  <c:v>5.8099999999999999E-2</c:v>
                </c:pt>
                <c:pt idx="5117">
                  <c:v>5.8599999999999999E-2</c:v>
                </c:pt>
                <c:pt idx="5118">
                  <c:v>5.9799999999999999E-2</c:v>
                </c:pt>
                <c:pt idx="5119">
                  <c:v>6.0100000000000001E-2</c:v>
                </c:pt>
                <c:pt idx="5120">
                  <c:v>5.9900000000000002E-2</c:v>
                </c:pt>
                <c:pt idx="5121">
                  <c:v>5.9700000000000003E-2</c:v>
                </c:pt>
                <c:pt idx="5122">
                  <c:v>5.9900000000000002E-2</c:v>
                </c:pt>
                <c:pt idx="5123">
                  <c:v>5.9799999999999999E-2</c:v>
                </c:pt>
                <c:pt idx="5124">
                  <c:v>5.8900000000000001E-2</c:v>
                </c:pt>
                <c:pt idx="5125">
                  <c:v>5.79E-2</c:v>
                </c:pt>
                <c:pt idx="5126">
                  <c:v>5.7799999999999997E-2</c:v>
                </c:pt>
                <c:pt idx="5127">
                  <c:v>5.7000000000000002E-2</c:v>
                </c:pt>
                <c:pt idx="5128">
                  <c:v>5.74E-2</c:v>
                </c:pt>
                <c:pt idx="5129">
                  <c:v>5.7299999999999997E-2</c:v>
                </c:pt>
                <c:pt idx="5130">
                  <c:v>5.6899999999999999E-2</c:v>
                </c:pt>
                <c:pt idx="5131">
                  <c:v>5.6399999999999999E-2</c:v>
                </c:pt>
                <c:pt idx="5132">
                  <c:v>5.6800000000000003E-2</c:v>
                </c:pt>
                <c:pt idx="5133">
                  <c:v>5.79E-2</c:v>
                </c:pt>
                <c:pt idx="5134">
                  <c:v>5.79E-2</c:v>
                </c:pt>
                <c:pt idx="5135">
                  <c:v>5.8799999999999998E-2</c:v>
                </c:pt>
                <c:pt idx="5136">
                  <c:v>5.8400000000000001E-2</c:v>
                </c:pt>
                <c:pt idx="5137">
                  <c:v>5.8400000000000001E-2</c:v>
                </c:pt>
                <c:pt idx="5138">
                  <c:v>5.8299999999999998E-2</c:v>
                </c:pt>
                <c:pt idx="5139">
                  <c:v>5.8299999999999998E-2</c:v>
                </c:pt>
                <c:pt idx="5140">
                  <c:v>5.8000000000000003E-2</c:v>
                </c:pt>
                <c:pt idx="5141">
                  <c:v>5.7500000000000002E-2</c:v>
                </c:pt>
                <c:pt idx="5142">
                  <c:v>5.8000000000000003E-2</c:v>
                </c:pt>
                <c:pt idx="5143">
                  <c:v>5.8099999999999999E-2</c:v>
                </c:pt>
                <c:pt idx="5144">
                  <c:v>6.0299999999999999E-2</c:v>
                </c:pt>
                <c:pt idx="5145">
                  <c:v>6.1100000000000002E-2</c:v>
                </c:pt>
                <c:pt idx="5146">
                  <c:v>6.1100000000000002E-2</c:v>
                </c:pt>
                <c:pt idx="5147">
                  <c:v>6.2399999999999997E-2</c:v>
                </c:pt>
                <c:pt idx="5148">
                  <c:v>6.2799999999999995E-2</c:v>
                </c:pt>
                <c:pt idx="5149">
                  <c:v>6.1800000000000001E-2</c:v>
                </c:pt>
                <c:pt idx="5150">
                  <c:v>6.13E-2</c:v>
                </c:pt>
                <c:pt idx="5151">
                  <c:v>6.0299999999999999E-2</c:v>
                </c:pt>
                <c:pt idx="5152">
                  <c:v>5.96E-2</c:v>
                </c:pt>
                <c:pt idx="5153">
                  <c:v>5.9499999999999997E-2</c:v>
                </c:pt>
                <c:pt idx="5154">
                  <c:v>5.79E-2</c:v>
                </c:pt>
                <c:pt idx="5155">
                  <c:v>5.7000000000000002E-2</c:v>
                </c:pt>
                <c:pt idx="5156">
                  <c:v>5.67E-2</c:v>
                </c:pt>
                <c:pt idx="5157">
                  <c:v>5.5899999999999998E-2</c:v>
                </c:pt>
                <c:pt idx="5158">
                  <c:v>5.5599999999999997E-2</c:v>
                </c:pt>
                <c:pt idx="5159">
                  <c:v>5.5599999999999997E-2</c:v>
                </c:pt>
                <c:pt idx="5160">
                  <c:v>5.5199999999999999E-2</c:v>
                </c:pt>
                <c:pt idx="5161">
                  <c:v>5.5599999999999997E-2</c:v>
                </c:pt>
                <c:pt idx="5162">
                  <c:v>5.6300000000000003E-2</c:v>
                </c:pt>
                <c:pt idx="5163">
                  <c:v>5.5800000000000002E-2</c:v>
                </c:pt>
                <c:pt idx="5164">
                  <c:v>5.5399999999999998E-2</c:v>
                </c:pt>
                <c:pt idx="5165">
                  <c:v>5.57E-2</c:v>
                </c:pt>
                <c:pt idx="5166">
                  <c:v>5.5800000000000002E-2</c:v>
                </c:pt>
                <c:pt idx="5167">
                  <c:v>5.5599999999999997E-2</c:v>
                </c:pt>
                <c:pt idx="5168">
                  <c:v>5.5500000000000001E-2</c:v>
                </c:pt>
                <c:pt idx="5169">
                  <c:v>5.67E-2</c:v>
                </c:pt>
                <c:pt idx="5170">
                  <c:v>5.7200000000000001E-2</c:v>
                </c:pt>
                <c:pt idx="5171">
                  <c:v>5.9499999999999997E-2</c:v>
                </c:pt>
                <c:pt idx="5172">
                  <c:v>5.91E-2</c:v>
                </c:pt>
                <c:pt idx="5173">
                  <c:v>5.91E-2</c:v>
                </c:pt>
                <c:pt idx="5174">
                  <c:v>5.8200000000000002E-2</c:v>
                </c:pt>
                <c:pt idx="5175">
                  <c:v>5.6899999999999999E-2</c:v>
                </c:pt>
                <c:pt idx="5176">
                  <c:v>5.4399999999999997E-2</c:v>
                </c:pt>
                <c:pt idx="5177">
                  <c:v>5.2499999999999998E-2</c:v>
                </c:pt>
                <c:pt idx="5178">
                  <c:v>5.2900000000000003E-2</c:v>
                </c:pt>
                <c:pt idx="5179">
                  <c:v>4.8800000000000003E-2</c:v>
                </c:pt>
                <c:pt idx="5180">
                  <c:v>4.9799999999999997E-2</c:v>
                </c:pt>
                <c:pt idx="5181">
                  <c:v>4.9799999999999997E-2</c:v>
                </c:pt>
                <c:pt idx="5182">
                  <c:v>5.2299999999999999E-2</c:v>
                </c:pt>
                <c:pt idx="5183">
                  <c:v>5.1900000000000002E-2</c:v>
                </c:pt>
                <c:pt idx="5184">
                  <c:v>5.0999999999999997E-2</c:v>
                </c:pt>
                <c:pt idx="5185">
                  <c:v>5.11E-2</c:v>
                </c:pt>
                <c:pt idx="5186">
                  <c:v>5.0700000000000002E-2</c:v>
                </c:pt>
                <c:pt idx="5187">
                  <c:v>5.0799999999999998E-2</c:v>
                </c:pt>
                <c:pt idx="5188">
                  <c:v>5.0799999999999998E-2</c:v>
                </c:pt>
                <c:pt idx="5189">
                  <c:v>5.0299999999999997E-2</c:v>
                </c:pt>
                <c:pt idx="5190">
                  <c:v>4.9399999999999999E-2</c:v>
                </c:pt>
                <c:pt idx="5191">
                  <c:v>4.9500000000000002E-2</c:v>
                </c:pt>
                <c:pt idx="5192">
                  <c:v>4.9500000000000002E-2</c:v>
                </c:pt>
                <c:pt idx="5193">
                  <c:v>4.9700000000000001E-2</c:v>
                </c:pt>
                <c:pt idx="5194">
                  <c:v>4.9700000000000001E-2</c:v>
                </c:pt>
                <c:pt idx="5195">
                  <c:v>4.8399999999999999E-2</c:v>
                </c:pt>
                <c:pt idx="5196">
                  <c:v>4.8000000000000001E-2</c:v>
                </c:pt>
                <c:pt idx="5197">
                  <c:v>4.7300000000000002E-2</c:v>
                </c:pt>
                <c:pt idx="5198">
                  <c:v>4.6699999999999998E-2</c:v>
                </c:pt>
                <c:pt idx="5199">
                  <c:v>4.6600000000000003E-2</c:v>
                </c:pt>
                <c:pt idx="5200">
                  <c:v>4.6300000000000001E-2</c:v>
                </c:pt>
                <c:pt idx="5201">
                  <c:v>4.6399999999999997E-2</c:v>
                </c:pt>
                <c:pt idx="5202">
                  <c:v>4.6899999999999997E-2</c:v>
                </c:pt>
                <c:pt idx="5203">
                  <c:v>4.7199999999999999E-2</c:v>
                </c:pt>
                <c:pt idx="5204">
                  <c:v>4.7E-2</c:v>
                </c:pt>
                <c:pt idx="5205">
                  <c:v>4.6699999999999998E-2</c:v>
                </c:pt>
                <c:pt idx="5206">
                  <c:v>4.6800000000000001E-2</c:v>
                </c:pt>
                <c:pt idx="5207">
                  <c:v>4.6199999999999998E-2</c:v>
                </c:pt>
                <c:pt idx="5208">
                  <c:v>4.6399999999999997E-2</c:v>
                </c:pt>
                <c:pt idx="5209">
                  <c:v>4.7100000000000003E-2</c:v>
                </c:pt>
                <c:pt idx="5210">
                  <c:v>4.7300000000000002E-2</c:v>
                </c:pt>
                <c:pt idx="5211">
                  <c:v>4.65E-2</c:v>
                </c:pt>
                <c:pt idx="5212">
                  <c:v>4.6399999999999997E-2</c:v>
                </c:pt>
                <c:pt idx="5213">
                  <c:v>4.6399999999999997E-2</c:v>
                </c:pt>
                <c:pt idx="5214">
                  <c:v>4.4999999999999998E-2</c:v>
                </c:pt>
                <c:pt idx="5215">
                  <c:v>4.4699999999999997E-2</c:v>
                </c:pt>
                <c:pt idx="5216">
                  <c:v>4.4600000000000001E-2</c:v>
                </c:pt>
                <c:pt idx="5217">
                  <c:v>4.4400000000000002E-2</c:v>
                </c:pt>
                <c:pt idx="5218">
                  <c:v>4.4400000000000002E-2</c:v>
                </c:pt>
                <c:pt idx="5219">
                  <c:v>4.4999999999999998E-2</c:v>
                </c:pt>
                <c:pt idx="5220">
                  <c:v>4.5100000000000001E-2</c:v>
                </c:pt>
                <c:pt idx="5221">
                  <c:v>4.4400000000000002E-2</c:v>
                </c:pt>
                <c:pt idx="5222">
                  <c:v>4.3900000000000002E-2</c:v>
                </c:pt>
                <c:pt idx="5223">
                  <c:v>4.3799999999999999E-2</c:v>
                </c:pt>
                <c:pt idx="5224">
                  <c:v>4.4299999999999999E-2</c:v>
                </c:pt>
                <c:pt idx="5225">
                  <c:v>4.4699999999999997E-2</c:v>
                </c:pt>
                <c:pt idx="5226">
                  <c:v>4.4600000000000001E-2</c:v>
                </c:pt>
                <c:pt idx="5227">
                  <c:v>4.3999999999999997E-2</c:v>
                </c:pt>
                <c:pt idx="5228">
                  <c:v>4.3999999999999997E-2</c:v>
                </c:pt>
                <c:pt idx="5229">
                  <c:v>4.3999999999999997E-2</c:v>
                </c:pt>
                <c:pt idx="5230">
                  <c:v>4.3700000000000003E-2</c:v>
                </c:pt>
                <c:pt idx="5231">
                  <c:v>4.3499999999999997E-2</c:v>
                </c:pt>
                <c:pt idx="5232">
                  <c:v>4.3200000000000002E-2</c:v>
                </c:pt>
                <c:pt idx="5233">
                  <c:v>4.3999999999999997E-2</c:v>
                </c:pt>
                <c:pt idx="5234">
                  <c:v>4.4200000000000003E-2</c:v>
                </c:pt>
                <c:pt idx="5235">
                  <c:v>4.41E-2</c:v>
                </c:pt>
                <c:pt idx="5236">
                  <c:v>4.4999999999999998E-2</c:v>
                </c:pt>
                <c:pt idx="5237">
                  <c:v>4.4400000000000002E-2</c:v>
                </c:pt>
                <c:pt idx="5238">
                  <c:v>4.48E-2</c:v>
                </c:pt>
                <c:pt idx="5239">
                  <c:v>4.4499999999999998E-2</c:v>
                </c:pt>
                <c:pt idx="5240">
                  <c:v>4.4200000000000003E-2</c:v>
                </c:pt>
                <c:pt idx="5241">
                  <c:v>4.3499999999999997E-2</c:v>
                </c:pt>
                <c:pt idx="5242">
                  <c:v>4.3200000000000002E-2</c:v>
                </c:pt>
                <c:pt idx="5243">
                  <c:v>4.2799999999999998E-2</c:v>
                </c:pt>
                <c:pt idx="5244">
                  <c:v>4.24E-2</c:v>
                </c:pt>
                <c:pt idx="5245">
                  <c:v>4.2299999999999997E-2</c:v>
                </c:pt>
                <c:pt idx="5246">
                  <c:v>4.24E-2</c:v>
                </c:pt>
                <c:pt idx="5247">
                  <c:v>4.2000000000000003E-2</c:v>
                </c:pt>
                <c:pt idx="5248">
                  <c:v>4.19E-2</c:v>
                </c:pt>
                <c:pt idx="5249">
                  <c:v>4.19E-2</c:v>
                </c:pt>
                <c:pt idx="5250">
                  <c:v>4.1500000000000002E-2</c:v>
                </c:pt>
                <c:pt idx="5251">
                  <c:v>4.19E-2</c:v>
                </c:pt>
                <c:pt idx="5252">
                  <c:v>4.19E-2</c:v>
                </c:pt>
                <c:pt idx="5253">
                  <c:v>4.19E-2</c:v>
                </c:pt>
                <c:pt idx="5254">
                  <c:v>4.2200000000000001E-2</c:v>
                </c:pt>
                <c:pt idx="5255">
                  <c:v>4.2599999999999999E-2</c:v>
                </c:pt>
                <c:pt idx="5256">
                  <c:v>4.2299999999999997E-2</c:v>
                </c:pt>
                <c:pt idx="5257">
                  <c:v>4.19E-2</c:v>
                </c:pt>
                <c:pt idx="5258">
                  <c:v>4.3099999999999999E-2</c:v>
                </c:pt>
                <c:pt idx="5259">
                  <c:v>4.2200000000000001E-2</c:v>
                </c:pt>
                <c:pt idx="5260">
                  <c:v>4.19E-2</c:v>
                </c:pt>
                <c:pt idx="5261">
                  <c:v>4.1599999999999998E-2</c:v>
                </c:pt>
                <c:pt idx="5262">
                  <c:v>4.24E-2</c:v>
                </c:pt>
                <c:pt idx="5263">
                  <c:v>4.2799999999999998E-2</c:v>
                </c:pt>
                <c:pt idx="5264">
                  <c:v>4.2900000000000001E-2</c:v>
                </c:pt>
                <c:pt idx="5265">
                  <c:v>4.3299999999999998E-2</c:v>
                </c:pt>
                <c:pt idx="5266">
                  <c:v>4.2999999999999997E-2</c:v>
                </c:pt>
                <c:pt idx="5267">
                  <c:v>4.2200000000000001E-2</c:v>
                </c:pt>
                <c:pt idx="5268">
                  <c:v>4.2500000000000003E-2</c:v>
                </c:pt>
                <c:pt idx="5269">
                  <c:v>4.2700000000000002E-2</c:v>
                </c:pt>
                <c:pt idx="5270">
                  <c:v>4.2599999999999999E-2</c:v>
                </c:pt>
                <c:pt idx="5271">
                  <c:v>4.2999999999999997E-2</c:v>
                </c:pt>
                <c:pt idx="5272">
                  <c:v>4.3299999999999998E-2</c:v>
                </c:pt>
                <c:pt idx="5273">
                  <c:v>4.3499999999999997E-2</c:v>
                </c:pt>
                <c:pt idx="5274">
                  <c:v>4.2700000000000002E-2</c:v>
                </c:pt>
                <c:pt idx="5275">
                  <c:v>4.2900000000000001E-2</c:v>
                </c:pt>
                <c:pt idx="5276">
                  <c:v>4.2299999999999997E-2</c:v>
                </c:pt>
                <c:pt idx="5277">
                  <c:v>4.2099999999999999E-2</c:v>
                </c:pt>
                <c:pt idx="5278">
                  <c:v>4.19E-2</c:v>
                </c:pt>
                <c:pt idx="5279">
                  <c:v>4.1700000000000001E-2</c:v>
                </c:pt>
                <c:pt idx="5280">
                  <c:v>4.1700000000000001E-2</c:v>
                </c:pt>
                <c:pt idx="5281">
                  <c:v>4.0599999999999997E-2</c:v>
                </c:pt>
                <c:pt idx="5282">
                  <c:v>4.02E-2</c:v>
                </c:pt>
                <c:pt idx="5283">
                  <c:v>3.9699999999999999E-2</c:v>
                </c:pt>
                <c:pt idx="5284">
                  <c:v>3.9800000000000002E-2</c:v>
                </c:pt>
                <c:pt idx="5285">
                  <c:v>3.9399999999999998E-2</c:v>
                </c:pt>
                <c:pt idx="5286">
                  <c:v>3.9300000000000002E-2</c:v>
                </c:pt>
                <c:pt idx="5287">
                  <c:v>3.8899999999999997E-2</c:v>
                </c:pt>
                <c:pt idx="5288">
                  <c:v>3.9199999999999999E-2</c:v>
                </c:pt>
                <c:pt idx="5289">
                  <c:v>3.9600000000000003E-2</c:v>
                </c:pt>
                <c:pt idx="5290">
                  <c:v>4.0300000000000002E-2</c:v>
                </c:pt>
                <c:pt idx="5291">
                  <c:v>0.04</c:v>
                </c:pt>
                <c:pt idx="5292">
                  <c:v>3.9699999999999999E-2</c:v>
                </c:pt>
                <c:pt idx="5293">
                  <c:v>3.95E-2</c:v>
                </c:pt>
                <c:pt idx="5294">
                  <c:v>3.9800000000000002E-2</c:v>
                </c:pt>
                <c:pt idx="5295">
                  <c:v>4.07E-2</c:v>
                </c:pt>
                <c:pt idx="5296">
                  <c:v>4.0500000000000001E-2</c:v>
                </c:pt>
                <c:pt idx="5297">
                  <c:v>4.0399999999999998E-2</c:v>
                </c:pt>
                <c:pt idx="5298">
                  <c:v>4.0099999999999997E-2</c:v>
                </c:pt>
                <c:pt idx="5299">
                  <c:v>0.04</c:v>
                </c:pt>
                <c:pt idx="5300">
                  <c:v>3.95E-2</c:v>
                </c:pt>
                <c:pt idx="5301">
                  <c:v>3.9899999999999998E-2</c:v>
                </c:pt>
                <c:pt idx="5302">
                  <c:v>3.9399999999999998E-2</c:v>
                </c:pt>
                <c:pt idx="5303">
                  <c:v>3.95E-2</c:v>
                </c:pt>
                <c:pt idx="5304">
                  <c:v>3.95E-2</c:v>
                </c:pt>
                <c:pt idx="5305">
                  <c:v>3.9899999999999998E-2</c:v>
                </c:pt>
                <c:pt idx="5306">
                  <c:v>3.9699999999999999E-2</c:v>
                </c:pt>
                <c:pt idx="5307">
                  <c:v>3.9600000000000003E-2</c:v>
                </c:pt>
                <c:pt idx="5308">
                  <c:v>3.9600000000000003E-2</c:v>
                </c:pt>
                <c:pt idx="5309">
                  <c:v>3.9300000000000002E-2</c:v>
                </c:pt>
                <c:pt idx="5310">
                  <c:v>4.02E-2</c:v>
                </c:pt>
                <c:pt idx="5311">
                  <c:v>4.0399999999999998E-2</c:v>
                </c:pt>
                <c:pt idx="5312">
                  <c:v>4.0500000000000001E-2</c:v>
                </c:pt>
                <c:pt idx="5313">
                  <c:v>4.0399999999999998E-2</c:v>
                </c:pt>
                <c:pt idx="5314">
                  <c:v>4.0300000000000002E-2</c:v>
                </c:pt>
                <c:pt idx="5315">
                  <c:v>4.0300000000000002E-2</c:v>
                </c:pt>
                <c:pt idx="5316">
                  <c:v>4.0800000000000003E-2</c:v>
                </c:pt>
                <c:pt idx="5317">
                  <c:v>4.1099999999999998E-2</c:v>
                </c:pt>
                <c:pt idx="5318">
                  <c:v>4.07E-2</c:v>
                </c:pt>
                <c:pt idx="5319">
                  <c:v>4.0500000000000001E-2</c:v>
                </c:pt>
                <c:pt idx="5320">
                  <c:v>4.0500000000000001E-2</c:v>
                </c:pt>
                <c:pt idx="5321">
                  <c:v>4.02E-2</c:v>
                </c:pt>
                <c:pt idx="5322">
                  <c:v>3.9899999999999998E-2</c:v>
                </c:pt>
                <c:pt idx="5323">
                  <c:v>0.04</c:v>
                </c:pt>
                <c:pt idx="5324">
                  <c:v>0.04</c:v>
                </c:pt>
                <c:pt idx="5325">
                  <c:v>3.9699999999999999E-2</c:v>
                </c:pt>
                <c:pt idx="5326">
                  <c:v>3.95E-2</c:v>
                </c:pt>
                <c:pt idx="5327">
                  <c:v>3.9300000000000002E-2</c:v>
                </c:pt>
                <c:pt idx="5328">
                  <c:v>3.9300000000000002E-2</c:v>
                </c:pt>
                <c:pt idx="5329">
                  <c:v>3.9199999999999999E-2</c:v>
                </c:pt>
                <c:pt idx="5330">
                  <c:v>3.9E-2</c:v>
                </c:pt>
                <c:pt idx="5331">
                  <c:v>3.8800000000000001E-2</c:v>
                </c:pt>
                <c:pt idx="5332">
                  <c:v>3.8899999999999997E-2</c:v>
                </c:pt>
                <c:pt idx="5333">
                  <c:v>3.8699999999999998E-2</c:v>
                </c:pt>
                <c:pt idx="5334">
                  <c:v>3.8199999999999998E-2</c:v>
                </c:pt>
                <c:pt idx="5335">
                  <c:v>3.8300000000000001E-2</c:v>
                </c:pt>
                <c:pt idx="5336">
                  <c:v>3.78E-2</c:v>
                </c:pt>
                <c:pt idx="5337">
                  <c:v>3.8199999999999998E-2</c:v>
                </c:pt>
                <c:pt idx="5338">
                  <c:v>3.85E-2</c:v>
                </c:pt>
                <c:pt idx="5339">
                  <c:v>3.8300000000000001E-2</c:v>
                </c:pt>
                <c:pt idx="5340">
                  <c:v>3.8399999999999997E-2</c:v>
                </c:pt>
                <c:pt idx="5341">
                  <c:v>3.8100000000000002E-2</c:v>
                </c:pt>
                <c:pt idx="5342">
                  <c:v>3.7699999999999997E-2</c:v>
                </c:pt>
                <c:pt idx="5343">
                  <c:v>3.7400000000000003E-2</c:v>
                </c:pt>
                <c:pt idx="5344">
                  <c:v>3.7400000000000003E-2</c:v>
                </c:pt>
                <c:pt idx="5345">
                  <c:v>3.7400000000000003E-2</c:v>
                </c:pt>
                <c:pt idx="5346">
                  <c:v>3.6999999999999998E-2</c:v>
                </c:pt>
                <c:pt idx="5347">
                  <c:v>3.6900000000000002E-2</c:v>
                </c:pt>
                <c:pt idx="5348">
                  <c:v>3.7100000000000001E-2</c:v>
                </c:pt>
                <c:pt idx="5349">
                  <c:v>3.7100000000000001E-2</c:v>
                </c:pt>
                <c:pt idx="5350">
                  <c:v>3.7199999999999997E-2</c:v>
                </c:pt>
                <c:pt idx="5351">
                  <c:v>3.6999999999999998E-2</c:v>
                </c:pt>
                <c:pt idx="5352">
                  <c:v>3.7600000000000001E-2</c:v>
                </c:pt>
                <c:pt idx="5353">
                  <c:v>3.7199999999999997E-2</c:v>
                </c:pt>
                <c:pt idx="5354">
                  <c:v>3.7199999999999997E-2</c:v>
                </c:pt>
                <c:pt idx="5355">
                  <c:v>3.7199999999999997E-2</c:v>
                </c:pt>
                <c:pt idx="5356">
                  <c:v>3.78E-2</c:v>
                </c:pt>
                <c:pt idx="5357">
                  <c:v>3.8399999999999997E-2</c:v>
                </c:pt>
                <c:pt idx="5358">
                  <c:v>3.85E-2</c:v>
                </c:pt>
                <c:pt idx="5359">
                  <c:v>4.1000000000000002E-2</c:v>
                </c:pt>
                <c:pt idx="5360">
                  <c:v>4.0399999999999998E-2</c:v>
                </c:pt>
                <c:pt idx="5361">
                  <c:v>3.9300000000000002E-2</c:v>
                </c:pt>
                <c:pt idx="5362">
                  <c:v>3.9199999999999999E-2</c:v>
                </c:pt>
                <c:pt idx="5363">
                  <c:v>3.9E-2</c:v>
                </c:pt>
                <c:pt idx="5364">
                  <c:v>3.9E-2</c:v>
                </c:pt>
                <c:pt idx="5365">
                  <c:v>3.9699999999999999E-2</c:v>
                </c:pt>
                <c:pt idx="5366">
                  <c:v>3.9800000000000002E-2</c:v>
                </c:pt>
                <c:pt idx="5367">
                  <c:v>3.9399999999999998E-2</c:v>
                </c:pt>
                <c:pt idx="5368">
                  <c:v>3.9600000000000003E-2</c:v>
                </c:pt>
                <c:pt idx="5369">
                  <c:v>3.9800000000000002E-2</c:v>
                </c:pt>
                <c:pt idx="5370">
                  <c:v>4.07E-2</c:v>
                </c:pt>
                <c:pt idx="5371">
                  <c:v>4.07E-2</c:v>
                </c:pt>
                <c:pt idx="5372">
                  <c:v>4.02E-2</c:v>
                </c:pt>
                <c:pt idx="5373">
                  <c:v>0.04</c:v>
                </c:pt>
                <c:pt idx="5374">
                  <c:v>4.0300000000000002E-2</c:v>
                </c:pt>
                <c:pt idx="5375">
                  <c:v>4.0300000000000002E-2</c:v>
                </c:pt>
                <c:pt idx="5376">
                  <c:v>4.0899999999999999E-2</c:v>
                </c:pt>
                <c:pt idx="5377">
                  <c:v>4.0500000000000001E-2</c:v>
                </c:pt>
                <c:pt idx="5378">
                  <c:v>4.0800000000000003E-2</c:v>
                </c:pt>
                <c:pt idx="5379">
                  <c:v>4.0899999999999999E-2</c:v>
                </c:pt>
                <c:pt idx="5380">
                  <c:v>4.1200000000000001E-2</c:v>
                </c:pt>
                <c:pt idx="5381">
                  <c:v>4.1099999999999998E-2</c:v>
                </c:pt>
                <c:pt idx="5382">
                  <c:v>4.1599999999999998E-2</c:v>
                </c:pt>
                <c:pt idx="5383">
                  <c:v>4.1200000000000001E-2</c:v>
                </c:pt>
                <c:pt idx="5384">
                  <c:v>4.0800000000000003E-2</c:v>
                </c:pt>
                <c:pt idx="5385">
                  <c:v>4.0300000000000002E-2</c:v>
                </c:pt>
                <c:pt idx="5386">
                  <c:v>3.9699999999999999E-2</c:v>
                </c:pt>
                <c:pt idx="5387">
                  <c:v>3.95E-2</c:v>
                </c:pt>
                <c:pt idx="5388">
                  <c:v>3.9300000000000002E-2</c:v>
                </c:pt>
                <c:pt idx="5389">
                  <c:v>3.9E-2</c:v>
                </c:pt>
                <c:pt idx="5390">
                  <c:v>3.8600000000000002E-2</c:v>
                </c:pt>
                <c:pt idx="5391">
                  <c:v>3.85E-2</c:v>
                </c:pt>
                <c:pt idx="5392">
                  <c:v>3.8199999999999998E-2</c:v>
                </c:pt>
                <c:pt idx="5393">
                  <c:v>3.78E-2</c:v>
                </c:pt>
                <c:pt idx="5394">
                  <c:v>3.78E-2</c:v>
                </c:pt>
                <c:pt idx="5395">
                  <c:v>3.7999999999999999E-2</c:v>
                </c:pt>
                <c:pt idx="5396">
                  <c:v>3.8100000000000002E-2</c:v>
                </c:pt>
                <c:pt idx="5397">
                  <c:v>3.78E-2</c:v>
                </c:pt>
                <c:pt idx="5398">
                  <c:v>3.7600000000000001E-2</c:v>
                </c:pt>
                <c:pt idx="5399">
                  <c:v>3.7499999999999999E-2</c:v>
                </c:pt>
                <c:pt idx="5400">
                  <c:v>3.7499999999999999E-2</c:v>
                </c:pt>
                <c:pt idx="5401">
                  <c:v>3.7400000000000003E-2</c:v>
                </c:pt>
                <c:pt idx="5402">
                  <c:v>3.7199999999999997E-2</c:v>
                </c:pt>
                <c:pt idx="5403">
                  <c:v>3.7100000000000001E-2</c:v>
                </c:pt>
                <c:pt idx="5404">
                  <c:v>3.9199999999999999E-2</c:v>
                </c:pt>
                <c:pt idx="5405">
                  <c:v>3.8600000000000002E-2</c:v>
                </c:pt>
                <c:pt idx="5406">
                  <c:v>3.7699999999999997E-2</c:v>
                </c:pt>
                <c:pt idx="5407">
                  <c:v>3.7100000000000001E-2</c:v>
                </c:pt>
                <c:pt idx="5408">
                  <c:v>3.73E-2</c:v>
                </c:pt>
                <c:pt idx="5409">
                  <c:v>3.7600000000000001E-2</c:v>
                </c:pt>
                <c:pt idx="5410">
                  <c:v>3.8199999999999998E-2</c:v>
                </c:pt>
                <c:pt idx="5411">
                  <c:v>3.8300000000000001E-2</c:v>
                </c:pt>
                <c:pt idx="5412">
                  <c:v>3.85E-2</c:v>
                </c:pt>
                <c:pt idx="5413">
                  <c:v>3.8399999999999997E-2</c:v>
                </c:pt>
                <c:pt idx="5414">
                  <c:v>3.8699999999999998E-2</c:v>
                </c:pt>
                <c:pt idx="5415">
                  <c:v>3.8399999999999997E-2</c:v>
                </c:pt>
                <c:pt idx="5416">
                  <c:v>3.9699999999999999E-2</c:v>
                </c:pt>
                <c:pt idx="5417">
                  <c:v>3.8600000000000002E-2</c:v>
                </c:pt>
                <c:pt idx="5418">
                  <c:v>3.8600000000000002E-2</c:v>
                </c:pt>
                <c:pt idx="5419">
                  <c:v>3.8600000000000002E-2</c:v>
                </c:pt>
                <c:pt idx="5420">
                  <c:v>3.9300000000000002E-2</c:v>
                </c:pt>
                <c:pt idx="5421">
                  <c:v>3.9300000000000002E-2</c:v>
                </c:pt>
                <c:pt idx="5422">
                  <c:v>3.8600000000000002E-2</c:v>
                </c:pt>
                <c:pt idx="5423">
                  <c:v>3.8199999999999998E-2</c:v>
                </c:pt>
                <c:pt idx="5424">
                  <c:v>3.8100000000000002E-2</c:v>
                </c:pt>
                <c:pt idx="5425">
                  <c:v>3.8100000000000002E-2</c:v>
                </c:pt>
                <c:pt idx="5426">
                  <c:v>3.7999999999999999E-2</c:v>
                </c:pt>
                <c:pt idx="5427">
                  <c:v>3.7600000000000001E-2</c:v>
                </c:pt>
                <c:pt idx="5428">
                  <c:v>3.8199999999999998E-2</c:v>
                </c:pt>
                <c:pt idx="5429">
                  <c:v>3.85E-2</c:v>
                </c:pt>
                <c:pt idx="5430">
                  <c:v>3.8300000000000001E-2</c:v>
                </c:pt>
                <c:pt idx="5431">
                  <c:v>3.8300000000000001E-2</c:v>
                </c:pt>
                <c:pt idx="5432">
                  <c:v>3.8300000000000001E-2</c:v>
                </c:pt>
                <c:pt idx="5433">
                  <c:v>3.8399999999999997E-2</c:v>
                </c:pt>
                <c:pt idx="5434">
                  <c:v>3.85E-2</c:v>
                </c:pt>
                <c:pt idx="5435">
                  <c:v>3.8699999999999998E-2</c:v>
                </c:pt>
                <c:pt idx="5436">
                  <c:v>3.8399999999999997E-2</c:v>
                </c:pt>
                <c:pt idx="5437">
                  <c:v>3.8300000000000001E-2</c:v>
                </c:pt>
                <c:pt idx="5438">
                  <c:v>3.78E-2</c:v>
                </c:pt>
                <c:pt idx="5439">
                  <c:v>3.73E-2</c:v>
                </c:pt>
                <c:pt idx="5440">
                  <c:v>3.7600000000000001E-2</c:v>
                </c:pt>
                <c:pt idx="5441">
                  <c:v>3.73E-2</c:v>
                </c:pt>
                <c:pt idx="5442">
                  <c:v>3.73E-2</c:v>
                </c:pt>
                <c:pt idx="5443">
                  <c:v>3.78E-2</c:v>
                </c:pt>
                <c:pt idx="5444">
                  <c:v>3.7999999999999999E-2</c:v>
                </c:pt>
                <c:pt idx="5445">
                  <c:v>3.8399999999999997E-2</c:v>
                </c:pt>
                <c:pt idx="5446">
                  <c:v>3.8899999999999997E-2</c:v>
                </c:pt>
                <c:pt idx="5447">
                  <c:v>3.9199999999999999E-2</c:v>
                </c:pt>
                <c:pt idx="5448">
                  <c:v>3.95E-2</c:v>
                </c:pt>
                <c:pt idx="5449">
                  <c:v>3.8899999999999997E-2</c:v>
                </c:pt>
                <c:pt idx="5450">
                  <c:v>4.0099999999999997E-2</c:v>
                </c:pt>
                <c:pt idx="5451">
                  <c:v>4.0500000000000001E-2</c:v>
                </c:pt>
                <c:pt idx="5452">
                  <c:v>4.0500000000000001E-2</c:v>
                </c:pt>
                <c:pt idx="5453">
                  <c:v>4.2500000000000003E-2</c:v>
                </c:pt>
                <c:pt idx="5454">
                  <c:v>4.2599999999999999E-2</c:v>
                </c:pt>
                <c:pt idx="5455">
                  <c:v>4.2900000000000001E-2</c:v>
                </c:pt>
                <c:pt idx="5456">
                  <c:v>4.2599999999999999E-2</c:v>
                </c:pt>
                <c:pt idx="5457">
                  <c:v>4.19E-2</c:v>
                </c:pt>
                <c:pt idx="5458">
                  <c:v>4.2200000000000001E-2</c:v>
                </c:pt>
                <c:pt idx="5459">
                  <c:v>4.1000000000000002E-2</c:v>
                </c:pt>
                <c:pt idx="5460">
                  <c:v>3.8800000000000001E-2</c:v>
                </c:pt>
                <c:pt idx="5461">
                  <c:v>3.9E-2</c:v>
                </c:pt>
                <c:pt idx="5462">
                  <c:v>3.95E-2</c:v>
                </c:pt>
                <c:pt idx="5463">
                  <c:v>3.9800000000000002E-2</c:v>
                </c:pt>
                <c:pt idx="5464">
                  <c:v>4.0300000000000002E-2</c:v>
                </c:pt>
                <c:pt idx="5465">
                  <c:v>4.02E-2</c:v>
                </c:pt>
                <c:pt idx="5466">
                  <c:v>4.02E-2</c:v>
                </c:pt>
                <c:pt idx="5467">
                  <c:v>4.0099999999999997E-2</c:v>
                </c:pt>
                <c:pt idx="5468">
                  <c:v>4.0300000000000002E-2</c:v>
                </c:pt>
                <c:pt idx="5469">
                  <c:v>4.0800000000000003E-2</c:v>
                </c:pt>
                <c:pt idx="5470">
                  <c:v>3.9600000000000003E-2</c:v>
                </c:pt>
                <c:pt idx="5471">
                  <c:v>3.9100000000000003E-2</c:v>
                </c:pt>
                <c:pt idx="5472">
                  <c:v>3.8199999999999998E-2</c:v>
                </c:pt>
                <c:pt idx="5473">
                  <c:v>3.8199999999999998E-2</c:v>
                </c:pt>
                <c:pt idx="5474">
                  <c:v>3.73E-2</c:v>
                </c:pt>
                <c:pt idx="5475">
                  <c:v>3.6799999999999999E-2</c:v>
                </c:pt>
                <c:pt idx="5476">
                  <c:v>3.7100000000000001E-2</c:v>
                </c:pt>
                <c:pt idx="5477">
                  <c:v>3.7499999999999999E-2</c:v>
                </c:pt>
                <c:pt idx="5478">
                  <c:v>3.7499999999999999E-2</c:v>
                </c:pt>
                <c:pt idx="5479">
                  <c:v>3.6999999999999998E-2</c:v>
                </c:pt>
                <c:pt idx="5480">
                  <c:v>3.7400000000000003E-2</c:v>
                </c:pt>
                <c:pt idx="5481">
                  <c:v>3.7699999999999997E-2</c:v>
                </c:pt>
                <c:pt idx="5482">
                  <c:v>3.8300000000000001E-2</c:v>
                </c:pt>
                <c:pt idx="5483">
                  <c:v>3.8800000000000001E-2</c:v>
                </c:pt>
                <c:pt idx="5484">
                  <c:v>3.95E-2</c:v>
                </c:pt>
                <c:pt idx="5485">
                  <c:v>3.8399999999999997E-2</c:v>
                </c:pt>
                <c:pt idx="5486">
                  <c:v>3.7499999999999999E-2</c:v>
                </c:pt>
                <c:pt idx="5487">
                  <c:v>3.7699999999999997E-2</c:v>
                </c:pt>
                <c:pt idx="5488">
                  <c:v>3.7900000000000003E-2</c:v>
                </c:pt>
                <c:pt idx="5489">
                  <c:v>3.7900000000000003E-2</c:v>
                </c:pt>
                <c:pt idx="5490">
                  <c:v>3.8399999999999997E-2</c:v>
                </c:pt>
                <c:pt idx="5491">
                  <c:v>3.7999999999999999E-2</c:v>
                </c:pt>
                <c:pt idx="5492">
                  <c:v>3.8600000000000002E-2</c:v>
                </c:pt>
                <c:pt idx="5493">
                  <c:v>3.9899999999999998E-2</c:v>
                </c:pt>
                <c:pt idx="5494">
                  <c:v>4.1000000000000002E-2</c:v>
                </c:pt>
                <c:pt idx="5495">
                  <c:v>4.0899999999999999E-2</c:v>
                </c:pt>
                <c:pt idx="5496">
                  <c:v>3.9699999999999999E-2</c:v>
                </c:pt>
                <c:pt idx="5497">
                  <c:v>4.1099999999999998E-2</c:v>
                </c:pt>
                <c:pt idx="5498">
                  <c:v>4.24E-2</c:v>
                </c:pt>
                <c:pt idx="5499">
                  <c:v>4.24E-2</c:v>
                </c:pt>
                <c:pt idx="5500">
                  <c:v>4.1300000000000003E-2</c:v>
                </c:pt>
                <c:pt idx="5501">
                  <c:v>4.0800000000000003E-2</c:v>
                </c:pt>
                <c:pt idx="5502">
                  <c:v>4.1200000000000001E-2</c:v>
                </c:pt>
                <c:pt idx="5503">
                  <c:v>4.1799999999999997E-2</c:v>
                </c:pt>
                <c:pt idx="5504">
                  <c:v>4.2299999999999997E-2</c:v>
                </c:pt>
                <c:pt idx="5505">
                  <c:v>4.1599999999999998E-2</c:v>
                </c:pt>
                <c:pt idx="5506">
                  <c:v>4.0899999999999999E-2</c:v>
                </c:pt>
                <c:pt idx="5507">
                  <c:v>4.0800000000000003E-2</c:v>
                </c:pt>
                <c:pt idx="5508">
                  <c:v>4.3200000000000002E-2</c:v>
                </c:pt>
                <c:pt idx="5509">
                  <c:v>4.3700000000000003E-2</c:v>
                </c:pt>
                <c:pt idx="5510">
                  <c:v>4.2900000000000001E-2</c:v>
                </c:pt>
                <c:pt idx="5511">
                  <c:v>4.3099999999999999E-2</c:v>
                </c:pt>
                <c:pt idx="5512">
                  <c:v>4.3799999999999999E-2</c:v>
                </c:pt>
                <c:pt idx="5513">
                  <c:v>4.4200000000000003E-2</c:v>
                </c:pt>
                <c:pt idx="5514">
                  <c:v>4.4200000000000003E-2</c:v>
                </c:pt>
                <c:pt idx="5515">
                  <c:v>4.3700000000000003E-2</c:v>
                </c:pt>
                <c:pt idx="5516">
                  <c:v>4.3299999999999998E-2</c:v>
                </c:pt>
                <c:pt idx="5517">
                  <c:v>4.4499999999999998E-2</c:v>
                </c:pt>
                <c:pt idx="5518">
                  <c:v>4.2900000000000001E-2</c:v>
                </c:pt>
                <c:pt idx="5519">
                  <c:v>4.3900000000000002E-2</c:v>
                </c:pt>
                <c:pt idx="5520">
                  <c:v>4.5100000000000001E-2</c:v>
                </c:pt>
                <c:pt idx="5521">
                  <c:v>4.2999999999999997E-2</c:v>
                </c:pt>
                <c:pt idx="5522">
                  <c:v>4.3200000000000002E-2</c:v>
                </c:pt>
                <c:pt idx="5523">
                  <c:v>4.5100000000000001E-2</c:v>
                </c:pt>
                <c:pt idx="5524">
                  <c:v>4.58E-2</c:v>
                </c:pt>
                <c:pt idx="5525">
                  <c:v>4.5999999999999999E-2</c:v>
                </c:pt>
                <c:pt idx="5526">
                  <c:v>4.4999999999999998E-2</c:v>
                </c:pt>
                <c:pt idx="5527">
                  <c:v>4.5600000000000002E-2</c:v>
                </c:pt>
                <c:pt idx="5528">
                  <c:v>4.5999999999999999E-2</c:v>
                </c:pt>
                <c:pt idx="5529">
                  <c:v>4.7E-2</c:v>
                </c:pt>
                <c:pt idx="5530">
                  <c:v>4.7100000000000003E-2</c:v>
                </c:pt>
                <c:pt idx="5531">
                  <c:v>4.4999999999999998E-2</c:v>
                </c:pt>
                <c:pt idx="5532">
                  <c:v>4.3799999999999999E-2</c:v>
                </c:pt>
                <c:pt idx="5533">
                  <c:v>4.3700000000000003E-2</c:v>
                </c:pt>
                <c:pt idx="5534">
                  <c:v>4.2599999999999999E-2</c:v>
                </c:pt>
                <c:pt idx="5535">
                  <c:v>4.2299999999999997E-2</c:v>
                </c:pt>
                <c:pt idx="5536">
                  <c:v>4.2999999999999997E-2</c:v>
                </c:pt>
                <c:pt idx="5537">
                  <c:v>4.2299999999999997E-2</c:v>
                </c:pt>
                <c:pt idx="5538">
                  <c:v>4.1200000000000001E-2</c:v>
                </c:pt>
                <c:pt idx="5539">
                  <c:v>4.1300000000000003E-2</c:v>
                </c:pt>
                <c:pt idx="5540">
                  <c:v>4.0099999999999997E-2</c:v>
                </c:pt>
                <c:pt idx="5541">
                  <c:v>0.04</c:v>
                </c:pt>
                <c:pt idx="5542">
                  <c:v>3.9899999999999998E-2</c:v>
                </c:pt>
                <c:pt idx="5543">
                  <c:v>3.95E-2</c:v>
                </c:pt>
                <c:pt idx="5544">
                  <c:v>3.9100000000000003E-2</c:v>
                </c:pt>
                <c:pt idx="5545">
                  <c:v>3.8399999999999997E-2</c:v>
                </c:pt>
                <c:pt idx="5546">
                  <c:v>4.02E-2</c:v>
                </c:pt>
                <c:pt idx="5547">
                  <c:v>4.0399999999999998E-2</c:v>
                </c:pt>
                <c:pt idx="5548">
                  <c:v>4.0800000000000003E-2</c:v>
                </c:pt>
                <c:pt idx="5549">
                  <c:v>4.2000000000000003E-2</c:v>
                </c:pt>
                <c:pt idx="5550">
                  <c:v>4.2099999999999999E-2</c:v>
                </c:pt>
                <c:pt idx="5551">
                  <c:v>4.2200000000000001E-2</c:v>
                </c:pt>
                <c:pt idx="5552">
                  <c:v>4.1000000000000002E-2</c:v>
                </c:pt>
                <c:pt idx="5553">
                  <c:v>4.1000000000000002E-2</c:v>
                </c:pt>
                <c:pt idx="5554">
                  <c:v>4.1700000000000001E-2</c:v>
                </c:pt>
                <c:pt idx="5555">
                  <c:v>4.0899999999999999E-2</c:v>
                </c:pt>
                <c:pt idx="5556">
                  <c:v>4.1099999999999998E-2</c:v>
                </c:pt>
                <c:pt idx="5557">
                  <c:v>4.0599999999999997E-2</c:v>
                </c:pt>
                <c:pt idx="5558">
                  <c:v>4.1700000000000001E-2</c:v>
                </c:pt>
                <c:pt idx="5559">
                  <c:v>4.2900000000000001E-2</c:v>
                </c:pt>
                <c:pt idx="5560">
                  <c:v>4.3999999999999997E-2</c:v>
                </c:pt>
                <c:pt idx="5561">
                  <c:v>4.36E-2</c:v>
                </c:pt>
                <c:pt idx="5562">
                  <c:v>4.3799999999999999E-2</c:v>
                </c:pt>
                <c:pt idx="5563">
                  <c:v>4.3999999999999997E-2</c:v>
                </c:pt>
                <c:pt idx="5564">
                  <c:v>4.48E-2</c:v>
                </c:pt>
                <c:pt idx="5565">
                  <c:v>4.4299999999999999E-2</c:v>
                </c:pt>
                <c:pt idx="5566">
                  <c:v>4.4900000000000002E-2</c:v>
                </c:pt>
                <c:pt idx="5567">
                  <c:v>4.4999999999999998E-2</c:v>
                </c:pt>
                <c:pt idx="5568">
                  <c:v>4.5699999999999998E-2</c:v>
                </c:pt>
                <c:pt idx="5569">
                  <c:v>4.9099999999999998E-2</c:v>
                </c:pt>
                <c:pt idx="5570">
                  <c:v>4.9200000000000001E-2</c:v>
                </c:pt>
                <c:pt idx="5571">
                  <c:v>4.9700000000000001E-2</c:v>
                </c:pt>
                <c:pt idx="5572">
                  <c:v>5.1299999999999998E-2</c:v>
                </c:pt>
                <c:pt idx="5573">
                  <c:v>5.0900000000000001E-2</c:v>
                </c:pt>
                <c:pt idx="5574">
                  <c:v>5.1400000000000001E-2</c:v>
                </c:pt>
                <c:pt idx="5575">
                  <c:v>5.0200000000000002E-2</c:v>
                </c:pt>
                <c:pt idx="5576">
                  <c:v>5.2699999999999997E-2</c:v>
                </c:pt>
                <c:pt idx="5577">
                  <c:v>5.33E-2</c:v>
                </c:pt>
                <c:pt idx="5578">
                  <c:v>5.3600000000000002E-2</c:v>
                </c:pt>
                <c:pt idx="5579">
                  <c:v>5.28E-2</c:v>
                </c:pt>
                <c:pt idx="5580">
                  <c:v>5.3699999999999998E-2</c:v>
                </c:pt>
                <c:pt idx="5581">
                  <c:v>5.16E-2</c:v>
                </c:pt>
                <c:pt idx="5582">
                  <c:v>4.9200000000000001E-2</c:v>
                </c:pt>
                <c:pt idx="5583">
                  <c:v>4.7500000000000001E-2</c:v>
                </c:pt>
                <c:pt idx="5584">
                  <c:v>4.7500000000000001E-2</c:v>
                </c:pt>
                <c:pt idx="5585">
                  <c:v>4.6600000000000003E-2</c:v>
                </c:pt>
                <c:pt idx="5586">
                  <c:v>4.5999999999999999E-2</c:v>
                </c:pt>
                <c:pt idx="5587">
                  <c:v>4.6100000000000002E-2</c:v>
                </c:pt>
                <c:pt idx="5588">
                  <c:v>4.6600000000000003E-2</c:v>
                </c:pt>
                <c:pt idx="5589">
                  <c:v>4.6199999999999998E-2</c:v>
                </c:pt>
                <c:pt idx="5590">
                  <c:v>4.7300000000000002E-2</c:v>
                </c:pt>
                <c:pt idx="5591">
                  <c:v>4.7500000000000001E-2</c:v>
                </c:pt>
                <c:pt idx="5592">
                  <c:v>4.8300000000000003E-2</c:v>
                </c:pt>
                <c:pt idx="5593">
                  <c:v>4.8800000000000003E-2</c:v>
                </c:pt>
                <c:pt idx="5594">
                  <c:v>5.2299999999999999E-2</c:v>
                </c:pt>
                <c:pt idx="5595">
                  <c:v>5.1999999999999998E-2</c:v>
                </c:pt>
                <c:pt idx="5596">
                  <c:v>5.2699999999999997E-2</c:v>
                </c:pt>
                <c:pt idx="5597">
                  <c:v>5.6300000000000003E-2</c:v>
                </c:pt>
                <c:pt idx="5598">
                  <c:v>5.5399999999999998E-2</c:v>
                </c:pt>
                <c:pt idx="5599">
                  <c:v>5.5399999999999998E-2</c:v>
                </c:pt>
                <c:pt idx="5600">
                  <c:v>5.4800000000000001E-2</c:v>
                </c:pt>
                <c:pt idx="5601">
                  <c:v>5.7000000000000002E-2</c:v>
                </c:pt>
                <c:pt idx="5602">
                  <c:v>5.74E-2</c:v>
                </c:pt>
                <c:pt idx="5603">
                  <c:v>5.5899999999999998E-2</c:v>
                </c:pt>
                <c:pt idx="5604">
                  <c:v>5.5100000000000003E-2</c:v>
                </c:pt>
                <c:pt idx="5605">
                  <c:v>5.7200000000000001E-2</c:v>
                </c:pt>
                <c:pt idx="5606">
                  <c:v>0.06</c:v>
                </c:pt>
                <c:pt idx="5607">
                  <c:v>6.2E-2</c:v>
                </c:pt>
                <c:pt idx="5608">
                  <c:v>6.3100000000000003E-2</c:v>
                </c:pt>
                <c:pt idx="5609">
                  <c:v>6.3100000000000003E-2</c:v>
                </c:pt>
                <c:pt idx="5610">
                  <c:v>6.3700000000000007E-2</c:v>
                </c:pt>
                <c:pt idx="5611">
                  <c:v>6.1600000000000002E-2</c:v>
                </c:pt>
                <c:pt idx="5612">
                  <c:v>5.9499999999999997E-2</c:v>
                </c:pt>
                <c:pt idx="5613">
                  <c:v>5.8000000000000003E-2</c:v>
                </c:pt>
                <c:pt idx="5614">
                  <c:v>5.8400000000000001E-2</c:v>
                </c:pt>
                <c:pt idx="5615">
                  <c:v>5.8500000000000003E-2</c:v>
                </c:pt>
                <c:pt idx="5616">
                  <c:v>5.8599999999999999E-2</c:v>
                </c:pt>
                <c:pt idx="5617">
                  <c:v>5.9299999999999999E-2</c:v>
                </c:pt>
                <c:pt idx="5618">
                  <c:v>5.8500000000000003E-2</c:v>
                </c:pt>
                <c:pt idx="5619">
                  <c:v>5.6899999999999999E-2</c:v>
                </c:pt>
                <c:pt idx="5620">
                  <c:v>5.5399999999999998E-2</c:v>
                </c:pt>
                <c:pt idx="5621">
                  <c:v>5.3800000000000001E-2</c:v>
                </c:pt>
                <c:pt idx="5622">
                  <c:v>5.4800000000000001E-2</c:v>
                </c:pt>
                <c:pt idx="5623">
                  <c:v>5.4899999999999997E-2</c:v>
                </c:pt>
                <c:pt idx="5624">
                  <c:v>5.45E-2</c:v>
                </c:pt>
                <c:pt idx="5625">
                  <c:v>5.5100000000000003E-2</c:v>
                </c:pt>
                <c:pt idx="5626">
                  <c:v>5.5E-2</c:v>
                </c:pt>
                <c:pt idx="5627">
                  <c:v>5.4899999999999997E-2</c:v>
                </c:pt>
                <c:pt idx="5628">
                  <c:v>5.2900000000000003E-2</c:v>
                </c:pt>
                <c:pt idx="5629">
                  <c:v>5.2699999999999997E-2</c:v>
                </c:pt>
                <c:pt idx="5630">
                  <c:v>5.0700000000000002E-2</c:v>
                </c:pt>
                <c:pt idx="5631">
                  <c:v>5.0500000000000003E-2</c:v>
                </c:pt>
                <c:pt idx="5632">
                  <c:v>5.0099999999999999E-2</c:v>
                </c:pt>
                <c:pt idx="5633">
                  <c:v>4.8899999999999999E-2</c:v>
                </c:pt>
                <c:pt idx="5634">
                  <c:v>4.8899999999999999E-2</c:v>
                </c:pt>
                <c:pt idx="5635">
                  <c:v>4.9299999999999997E-2</c:v>
                </c:pt>
                <c:pt idx="5636">
                  <c:v>4.7899999999999998E-2</c:v>
                </c:pt>
                <c:pt idx="5637">
                  <c:v>4.6699999999999998E-2</c:v>
                </c:pt>
                <c:pt idx="5638">
                  <c:v>4.7E-2</c:v>
                </c:pt>
                <c:pt idx="5639">
                  <c:v>4.7199999999999999E-2</c:v>
                </c:pt>
                <c:pt idx="5640">
                  <c:v>4.7300000000000002E-2</c:v>
                </c:pt>
                <c:pt idx="5641">
                  <c:v>4.7800000000000002E-2</c:v>
                </c:pt>
                <c:pt idx="5642">
                  <c:v>4.82E-2</c:v>
                </c:pt>
                <c:pt idx="5643">
                  <c:v>4.87E-2</c:v>
                </c:pt>
                <c:pt idx="5644">
                  <c:v>5.0299999999999997E-2</c:v>
                </c:pt>
                <c:pt idx="5645">
                  <c:v>5.0900000000000001E-2</c:v>
                </c:pt>
                <c:pt idx="5646">
                  <c:v>5.0200000000000002E-2</c:v>
                </c:pt>
                <c:pt idx="5647">
                  <c:v>5.04E-2</c:v>
                </c:pt>
                <c:pt idx="5648">
                  <c:v>5.0900000000000001E-2</c:v>
                </c:pt>
                <c:pt idx="5649">
                  <c:v>5.1900000000000002E-2</c:v>
                </c:pt>
                <c:pt idx="5650">
                  <c:v>5.3199999999999997E-2</c:v>
                </c:pt>
                <c:pt idx="5651">
                  <c:v>5.3499999999999999E-2</c:v>
                </c:pt>
                <c:pt idx="5652">
                  <c:v>5.45E-2</c:v>
                </c:pt>
                <c:pt idx="5653">
                  <c:v>5.4899999999999997E-2</c:v>
                </c:pt>
                <c:pt idx="5654">
                  <c:v>5.4899999999999997E-2</c:v>
                </c:pt>
                <c:pt idx="5655">
                  <c:v>5.3800000000000001E-2</c:v>
                </c:pt>
                <c:pt idx="5656">
                  <c:v>5.3900000000000003E-2</c:v>
                </c:pt>
                <c:pt idx="5657">
                  <c:v>5.2200000000000003E-2</c:v>
                </c:pt>
                <c:pt idx="5658">
                  <c:v>5.0099999999999999E-2</c:v>
                </c:pt>
                <c:pt idx="5659">
                  <c:v>4.9599999999999998E-2</c:v>
                </c:pt>
                <c:pt idx="5660">
                  <c:v>5.0999999999999997E-2</c:v>
                </c:pt>
                <c:pt idx="5661">
                  <c:v>5.1499999999999997E-2</c:v>
                </c:pt>
                <c:pt idx="5662">
                  <c:v>5.2200000000000003E-2</c:v>
                </c:pt>
                <c:pt idx="5663">
                  <c:v>5.3699999999999998E-2</c:v>
                </c:pt>
                <c:pt idx="5664">
                  <c:v>5.3199999999999997E-2</c:v>
                </c:pt>
                <c:pt idx="5665">
                  <c:v>5.2999999999999999E-2</c:v>
                </c:pt>
                <c:pt idx="5666">
                  <c:v>5.2900000000000003E-2</c:v>
                </c:pt>
                <c:pt idx="5667">
                  <c:v>5.3199999999999997E-2</c:v>
                </c:pt>
                <c:pt idx="5668">
                  <c:v>5.4800000000000001E-2</c:v>
                </c:pt>
                <c:pt idx="5669">
                  <c:v>5.5399999999999998E-2</c:v>
                </c:pt>
                <c:pt idx="5670">
                  <c:v>5.6500000000000002E-2</c:v>
                </c:pt>
                <c:pt idx="5671">
                  <c:v>5.8099999999999999E-2</c:v>
                </c:pt>
                <c:pt idx="5672">
                  <c:v>5.8500000000000003E-2</c:v>
                </c:pt>
                <c:pt idx="5673">
                  <c:v>5.74E-2</c:v>
                </c:pt>
                <c:pt idx="5674">
                  <c:v>5.8200000000000002E-2</c:v>
                </c:pt>
                <c:pt idx="5675">
                  <c:v>5.5300000000000002E-2</c:v>
                </c:pt>
                <c:pt idx="5676">
                  <c:v>5.45E-2</c:v>
                </c:pt>
                <c:pt idx="5677">
                  <c:v>5.3199999999999997E-2</c:v>
                </c:pt>
                <c:pt idx="5678">
                  <c:v>5.3499999999999999E-2</c:v>
                </c:pt>
                <c:pt idx="5679">
                  <c:v>5.3499999999999999E-2</c:v>
                </c:pt>
                <c:pt idx="5680">
                  <c:v>5.57E-2</c:v>
                </c:pt>
                <c:pt idx="5681">
                  <c:v>5.6500000000000002E-2</c:v>
                </c:pt>
                <c:pt idx="5682">
                  <c:v>5.6000000000000001E-2</c:v>
                </c:pt>
                <c:pt idx="5683">
                  <c:v>5.5199999999999999E-2</c:v>
                </c:pt>
                <c:pt idx="5684">
                  <c:v>5.4399999999999997E-2</c:v>
                </c:pt>
                <c:pt idx="5685">
                  <c:v>5.3400000000000003E-2</c:v>
                </c:pt>
                <c:pt idx="5686">
                  <c:v>5.3100000000000001E-2</c:v>
                </c:pt>
                <c:pt idx="5687">
                  <c:v>5.2499999999999998E-2</c:v>
                </c:pt>
                <c:pt idx="5688">
                  <c:v>5.3699999999999998E-2</c:v>
                </c:pt>
                <c:pt idx="5689">
                  <c:v>5.2699999999999997E-2</c:v>
                </c:pt>
                <c:pt idx="5690">
                  <c:v>5.2400000000000002E-2</c:v>
                </c:pt>
                <c:pt idx="5691">
                  <c:v>5.2200000000000003E-2</c:v>
                </c:pt>
                <c:pt idx="5692">
                  <c:v>5.1999999999999998E-2</c:v>
                </c:pt>
                <c:pt idx="5693">
                  <c:v>4.9599999999999998E-2</c:v>
                </c:pt>
                <c:pt idx="5694">
                  <c:v>5.0299999999999997E-2</c:v>
                </c:pt>
                <c:pt idx="5695">
                  <c:v>4.99E-2</c:v>
                </c:pt>
                <c:pt idx="5696">
                  <c:v>4.8000000000000001E-2</c:v>
                </c:pt>
                <c:pt idx="5697">
                  <c:v>4.9500000000000002E-2</c:v>
                </c:pt>
                <c:pt idx="5698">
                  <c:v>4.9700000000000001E-2</c:v>
                </c:pt>
                <c:pt idx="5699">
                  <c:v>4.8800000000000003E-2</c:v>
                </c:pt>
                <c:pt idx="5700">
                  <c:v>4.99E-2</c:v>
                </c:pt>
                <c:pt idx="5701">
                  <c:v>5.1700000000000003E-2</c:v>
                </c:pt>
                <c:pt idx="5702">
                  <c:v>5.0999999999999997E-2</c:v>
                </c:pt>
                <c:pt idx="5703">
                  <c:v>5.0999999999999997E-2</c:v>
                </c:pt>
                <c:pt idx="5704">
                  <c:v>4.9700000000000001E-2</c:v>
                </c:pt>
                <c:pt idx="5705">
                  <c:v>4.9399999999999999E-2</c:v>
                </c:pt>
                <c:pt idx="5706">
                  <c:v>4.9799999999999997E-2</c:v>
                </c:pt>
                <c:pt idx="5707">
                  <c:v>0.05</c:v>
                </c:pt>
                <c:pt idx="5708">
                  <c:v>4.9200000000000001E-2</c:v>
                </c:pt>
                <c:pt idx="5709">
                  <c:v>4.9099999999999998E-2</c:v>
                </c:pt>
                <c:pt idx="5710">
                  <c:v>4.8899999999999999E-2</c:v>
                </c:pt>
                <c:pt idx="5711">
                  <c:v>4.8399999999999999E-2</c:v>
                </c:pt>
                <c:pt idx="5712">
                  <c:v>4.8399999999999999E-2</c:v>
                </c:pt>
                <c:pt idx="5713">
                  <c:v>4.87E-2</c:v>
                </c:pt>
                <c:pt idx="5714">
                  <c:v>4.9599999999999998E-2</c:v>
                </c:pt>
                <c:pt idx="5715">
                  <c:v>4.9599999999999998E-2</c:v>
                </c:pt>
                <c:pt idx="5716">
                  <c:v>0.05</c:v>
                </c:pt>
                <c:pt idx="5717">
                  <c:v>4.8800000000000003E-2</c:v>
                </c:pt>
                <c:pt idx="5718">
                  <c:v>4.8800000000000003E-2</c:v>
                </c:pt>
                <c:pt idx="5719">
                  <c:v>4.8300000000000003E-2</c:v>
                </c:pt>
                <c:pt idx="5720">
                  <c:v>4.9599999999999998E-2</c:v>
                </c:pt>
                <c:pt idx="5721">
                  <c:v>5.0700000000000002E-2</c:v>
                </c:pt>
                <c:pt idx="5722">
                  <c:v>4.9700000000000001E-2</c:v>
                </c:pt>
                <c:pt idx="5723">
                  <c:v>4.8899999999999999E-2</c:v>
                </c:pt>
                <c:pt idx="5724">
                  <c:v>4.8300000000000003E-2</c:v>
                </c:pt>
                <c:pt idx="5725">
                  <c:v>4.7899999999999998E-2</c:v>
                </c:pt>
                <c:pt idx="5726">
                  <c:v>4.7800000000000002E-2</c:v>
                </c:pt>
                <c:pt idx="5727">
                  <c:v>4.9099999999999998E-2</c:v>
                </c:pt>
                <c:pt idx="5728">
                  <c:v>5.04E-2</c:v>
                </c:pt>
                <c:pt idx="5729">
                  <c:v>5.0099999999999999E-2</c:v>
                </c:pt>
                <c:pt idx="5730">
                  <c:v>5.04E-2</c:v>
                </c:pt>
                <c:pt idx="5731">
                  <c:v>4.9599999999999998E-2</c:v>
                </c:pt>
                <c:pt idx="5732">
                  <c:v>4.9399999999999999E-2</c:v>
                </c:pt>
                <c:pt idx="5733">
                  <c:v>4.9299999999999997E-2</c:v>
                </c:pt>
                <c:pt idx="5734">
                  <c:v>4.9299999999999997E-2</c:v>
                </c:pt>
                <c:pt idx="5735">
                  <c:v>4.9299999999999997E-2</c:v>
                </c:pt>
                <c:pt idx="5736">
                  <c:v>5.11E-2</c:v>
                </c:pt>
                <c:pt idx="5737">
                  <c:v>5.1799999999999999E-2</c:v>
                </c:pt>
                <c:pt idx="5738">
                  <c:v>5.11E-2</c:v>
                </c:pt>
                <c:pt idx="5739">
                  <c:v>5.11E-2</c:v>
                </c:pt>
                <c:pt idx="5740">
                  <c:v>5.0799999999999998E-2</c:v>
                </c:pt>
                <c:pt idx="5741">
                  <c:v>0.05</c:v>
                </c:pt>
                <c:pt idx="5742">
                  <c:v>4.9200000000000001E-2</c:v>
                </c:pt>
                <c:pt idx="5743">
                  <c:v>4.8599999999999997E-2</c:v>
                </c:pt>
                <c:pt idx="5744">
                  <c:v>4.7699999999999999E-2</c:v>
                </c:pt>
                <c:pt idx="5745">
                  <c:v>4.7E-2</c:v>
                </c:pt>
                <c:pt idx="5746">
                  <c:v>4.6800000000000001E-2</c:v>
                </c:pt>
                <c:pt idx="5747">
                  <c:v>4.6899999999999997E-2</c:v>
                </c:pt>
                <c:pt idx="5748">
                  <c:v>4.5999999999999999E-2</c:v>
                </c:pt>
                <c:pt idx="5749">
                  <c:v>4.5999999999999999E-2</c:v>
                </c:pt>
                <c:pt idx="5750">
                  <c:v>4.5900000000000003E-2</c:v>
                </c:pt>
                <c:pt idx="5751">
                  <c:v>4.6600000000000003E-2</c:v>
                </c:pt>
                <c:pt idx="5752">
                  <c:v>4.7600000000000003E-2</c:v>
                </c:pt>
                <c:pt idx="5753">
                  <c:v>4.7300000000000002E-2</c:v>
                </c:pt>
                <c:pt idx="5754">
                  <c:v>4.6399999999999997E-2</c:v>
                </c:pt>
                <c:pt idx="5755">
                  <c:v>4.6800000000000001E-2</c:v>
                </c:pt>
                <c:pt idx="5756">
                  <c:v>4.7300000000000002E-2</c:v>
                </c:pt>
                <c:pt idx="5757">
                  <c:v>4.6199999999999998E-2</c:v>
                </c:pt>
                <c:pt idx="5758">
                  <c:v>4.5999999999999999E-2</c:v>
                </c:pt>
                <c:pt idx="5759">
                  <c:v>4.65E-2</c:v>
                </c:pt>
                <c:pt idx="5760">
                  <c:v>4.65E-2</c:v>
                </c:pt>
                <c:pt idx="5761">
                  <c:v>4.6699999999999998E-2</c:v>
                </c:pt>
                <c:pt idx="5762">
                  <c:v>4.3700000000000003E-2</c:v>
                </c:pt>
                <c:pt idx="5763">
                  <c:v>4.3400000000000001E-2</c:v>
                </c:pt>
                <c:pt idx="5764">
                  <c:v>4.3499999999999997E-2</c:v>
                </c:pt>
                <c:pt idx="5765">
                  <c:v>4.3499999999999997E-2</c:v>
                </c:pt>
                <c:pt idx="5766">
                  <c:v>4.4400000000000002E-2</c:v>
                </c:pt>
                <c:pt idx="5767">
                  <c:v>4.4400000000000002E-2</c:v>
                </c:pt>
                <c:pt idx="5768">
                  <c:v>4.5600000000000002E-2</c:v>
                </c:pt>
                <c:pt idx="5769">
                  <c:v>4.5699999999999998E-2</c:v>
                </c:pt>
                <c:pt idx="5770">
                  <c:v>4.53E-2</c:v>
                </c:pt>
                <c:pt idx="5771">
                  <c:v>4.53E-2</c:v>
                </c:pt>
                <c:pt idx="5772">
                  <c:v>4.6100000000000002E-2</c:v>
                </c:pt>
                <c:pt idx="5773">
                  <c:v>4.7199999999999999E-2</c:v>
                </c:pt>
                <c:pt idx="5774">
                  <c:v>4.7199999999999999E-2</c:v>
                </c:pt>
                <c:pt idx="5775">
                  <c:v>4.8099999999999997E-2</c:v>
                </c:pt>
                <c:pt idx="5776">
                  <c:v>4.7699999999999999E-2</c:v>
                </c:pt>
                <c:pt idx="5777">
                  <c:v>4.6699999999999998E-2</c:v>
                </c:pt>
                <c:pt idx="5778">
                  <c:v>4.65E-2</c:v>
                </c:pt>
                <c:pt idx="5779">
                  <c:v>4.5999999999999999E-2</c:v>
                </c:pt>
                <c:pt idx="5780">
                  <c:v>4.5600000000000002E-2</c:v>
                </c:pt>
                <c:pt idx="5781">
                  <c:v>4.5400000000000003E-2</c:v>
                </c:pt>
                <c:pt idx="5782">
                  <c:v>4.5499999999999999E-2</c:v>
                </c:pt>
                <c:pt idx="5783">
                  <c:v>4.4699999999999997E-2</c:v>
                </c:pt>
                <c:pt idx="5784">
                  <c:v>4.3900000000000002E-2</c:v>
                </c:pt>
                <c:pt idx="5785">
                  <c:v>4.3799999999999999E-2</c:v>
                </c:pt>
                <c:pt idx="5786">
                  <c:v>4.4600000000000001E-2</c:v>
                </c:pt>
                <c:pt idx="5787">
                  <c:v>4.6399999999999997E-2</c:v>
                </c:pt>
                <c:pt idx="5788">
                  <c:v>4.9700000000000001E-2</c:v>
                </c:pt>
                <c:pt idx="5789">
                  <c:v>5.4300000000000001E-2</c:v>
                </c:pt>
                <c:pt idx="5790">
                  <c:v>5.1499999999999997E-2</c:v>
                </c:pt>
                <c:pt idx="5791">
                  <c:v>5.5800000000000002E-2</c:v>
                </c:pt>
                <c:pt idx="5792">
                  <c:v>5.33E-2</c:v>
                </c:pt>
                <c:pt idx="5793">
                  <c:v>5.5800000000000002E-2</c:v>
                </c:pt>
                <c:pt idx="5794">
                  <c:v>5.5300000000000002E-2</c:v>
                </c:pt>
                <c:pt idx="5795">
                  <c:v>5.2400000000000002E-2</c:v>
                </c:pt>
                <c:pt idx="5796">
                  <c:v>5.3900000000000003E-2</c:v>
                </c:pt>
                <c:pt idx="5797">
                  <c:v>5.4699999999999999E-2</c:v>
                </c:pt>
                <c:pt idx="5798">
                  <c:v>5.6000000000000001E-2</c:v>
                </c:pt>
                <c:pt idx="5799">
                  <c:v>5.3999999999999999E-2</c:v>
                </c:pt>
                <c:pt idx="5800">
                  <c:v>5.3400000000000003E-2</c:v>
                </c:pt>
                <c:pt idx="5801">
                  <c:v>5.1900000000000002E-2</c:v>
                </c:pt>
                <c:pt idx="5802">
                  <c:v>5.1200000000000002E-2</c:v>
                </c:pt>
                <c:pt idx="5803">
                  <c:v>4.99E-2</c:v>
                </c:pt>
                <c:pt idx="5804">
                  <c:v>4.9799999999999997E-2</c:v>
                </c:pt>
                <c:pt idx="5805">
                  <c:v>5.1400000000000001E-2</c:v>
                </c:pt>
                <c:pt idx="5806">
                  <c:v>5.2299999999999999E-2</c:v>
                </c:pt>
                <c:pt idx="5807">
                  <c:v>5.2400000000000002E-2</c:v>
                </c:pt>
                <c:pt idx="5808">
                  <c:v>5.16E-2</c:v>
                </c:pt>
                <c:pt idx="5809">
                  <c:v>5.11E-2</c:v>
                </c:pt>
                <c:pt idx="5810">
                  <c:v>5.04E-2</c:v>
                </c:pt>
                <c:pt idx="5811">
                  <c:v>5.0200000000000002E-2</c:v>
                </c:pt>
                <c:pt idx="5812">
                  <c:v>4.9200000000000001E-2</c:v>
                </c:pt>
                <c:pt idx="5813">
                  <c:v>4.87E-2</c:v>
                </c:pt>
                <c:pt idx="5814">
                  <c:v>4.82E-2</c:v>
                </c:pt>
                <c:pt idx="5815">
                  <c:v>4.82E-2</c:v>
                </c:pt>
                <c:pt idx="5816">
                  <c:v>4.8399999999999999E-2</c:v>
                </c:pt>
                <c:pt idx="5817">
                  <c:v>4.9799999999999997E-2</c:v>
                </c:pt>
                <c:pt idx="5818">
                  <c:v>4.9200000000000001E-2</c:v>
                </c:pt>
                <c:pt idx="5819">
                  <c:v>4.9500000000000002E-2</c:v>
                </c:pt>
                <c:pt idx="5820">
                  <c:v>5.0700000000000002E-2</c:v>
                </c:pt>
                <c:pt idx="5821">
                  <c:v>5.0599999999999999E-2</c:v>
                </c:pt>
                <c:pt idx="5822">
                  <c:v>4.9399999999999999E-2</c:v>
                </c:pt>
                <c:pt idx="5823">
                  <c:v>4.9700000000000001E-2</c:v>
                </c:pt>
                <c:pt idx="5824">
                  <c:v>4.8500000000000001E-2</c:v>
                </c:pt>
                <c:pt idx="5825">
                  <c:v>5.0700000000000002E-2</c:v>
                </c:pt>
                <c:pt idx="5826">
                  <c:v>5.1999999999999998E-2</c:v>
                </c:pt>
                <c:pt idx="5827">
                  <c:v>5.3199999999999997E-2</c:v>
                </c:pt>
                <c:pt idx="5828">
                  <c:v>5.16E-2</c:v>
                </c:pt>
                <c:pt idx="5829">
                  <c:v>5.0999999999999997E-2</c:v>
                </c:pt>
                <c:pt idx="5830">
                  <c:v>5.11E-2</c:v>
                </c:pt>
                <c:pt idx="5831">
                  <c:v>5.1499999999999997E-2</c:v>
                </c:pt>
                <c:pt idx="5832">
                  <c:v>5.1799999999999999E-2</c:v>
                </c:pt>
                <c:pt idx="5833">
                  <c:v>5.1400000000000001E-2</c:v>
                </c:pt>
                <c:pt idx="5834">
                  <c:v>5.0999999999999997E-2</c:v>
                </c:pt>
                <c:pt idx="5835">
                  <c:v>5.1299999999999998E-2</c:v>
                </c:pt>
                <c:pt idx="5836">
                  <c:v>5.0900000000000001E-2</c:v>
                </c:pt>
                <c:pt idx="5837">
                  <c:v>5.04E-2</c:v>
                </c:pt>
                <c:pt idx="5838">
                  <c:v>4.99E-2</c:v>
                </c:pt>
                <c:pt idx="5839">
                  <c:v>4.9099999999999998E-2</c:v>
                </c:pt>
                <c:pt idx="5840">
                  <c:v>4.9500000000000002E-2</c:v>
                </c:pt>
                <c:pt idx="5841">
                  <c:v>5.0099999999999999E-2</c:v>
                </c:pt>
                <c:pt idx="5842">
                  <c:v>4.9200000000000001E-2</c:v>
                </c:pt>
                <c:pt idx="5843">
                  <c:v>4.9000000000000002E-2</c:v>
                </c:pt>
                <c:pt idx="5844">
                  <c:v>4.9000000000000002E-2</c:v>
                </c:pt>
                <c:pt idx="5845">
                  <c:v>4.9299999999999997E-2</c:v>
                </c:pt>
                <c:pt idx="5846">
                  <c:v>4.99E-2</c:v>
                </c:pt>
                <c:pt idx="5847">
                  <c:v>4.9500000000000002E-2</c:v>
                </c:pt>
                <c:pt idx="5848">
                  <c:v>4.7100000000000003E-2</c:v>
                </c:pt>
                <c:pt idx="5849">
                  <c:v>4.7300000000000002E-2</c:v>
                </c:pt>
                <c:pt idx="5850">
                  <c:v>4.7300000000000002E-2</c:v>
                </c:pt>
                <c:pt idx="5851">
                  <c:v>4.65E-2</c:v>
                </c:pt>
                <c:pt idx="5852">
                  <c:v>4.6800000000000001E-2</c:v>
                </c:pt>
                <c:pt idx="5853">
                  <c:v>4.6100000000000002E-2</c:v>
                </c:pt>
                <c:pt idx="5854">
                  <c:v>4.6199999999999998E-2</c:v>
                </c:pt>
                <c:pt idx="5855">
                  <c:v>4.4900000000000002E-2</c:v>
                </c:pt>
                <c:pt idx="5856">
                  <c:v>4.4999999999999998E-2</c:v>
                </c:pt>
                <c:pt idx="5857">
                  <c:v>4.5100000000000001E-2</c:v>
                </c:pt>
                <c:pt idx="5858">
                  <c:v>4.4499999999999998E-2</c:v>
                </c:pt>
                <c:pt idx="5859">
                  <c:v>4.4499999999999998E-2</c:v>
                </c:pt>
                <c:pt idx="5860">
                  <c:v>4.4999999999999998E-2</c:v>
                </c:pt>
                <c:pt idx="5861">
                  <c:v>4.5600000000000002E-2</c:v>
                </c:pt>
                <c:pt idx="5862">
                  <c:v>4.5400000000000003E-2</c:v>
                </c:pt>
                <c:pt idx="5863">
                  <c:v>4.6600000000000003E-2</c:v>
                </c:pt>
                <c:pt idx="5864">
                  <c:v>4.6800000000000001E-2</c:v>
                </c:pt>
                <c:pt idx="5865">
                  <c:v>4.5600000000000002E-2</c:v>
                </c:pt>
                <c:pt idx="5866">
                  <c:v>4.5600000000000002E-2</c:v>
                </c:pt>
                <c:pt idx="5867">
                  <c:v>4.4499999999999998E-2</c:v>
                </c:pt>
                <c:pt idx="5868">
                  <c:v>4.3400000000000001E-2</c:v>
                </c:pt>
                <c:pt idx="5869">
                  <c:v>4.2900000000000001E-2</c:v>
                </c:pt>
                <c:pt idx="5870">
                  <c:v>4.2900000000000001E-2</c:v>
                </c:pt>
                <c:pt idx="5871">
                  <c:v>4.2999999999999997E-2</c:v>
                </c:pt>
                <c:pt idx="5872">
                  <c:v>4.41E-2</c:v>
                </c:pt>
                <c:pt idx="5873">
                  <c:v>4.36E-2</c:v>
                </c:pt>
                <c:pt idx="5874">
                  <c:v>4.4299999999999999E-2</c:v>
                </c:pt>
                <c:pt idx="5875">
                  <c:v>4.3499999999999997E-2</c:v>
                </c:pt>
                <c:pt idx="5876">
                  <c:v>4.2700000000000002E-2</c:v>
                </c:pt>
                <c:pt idx="5877">
                  <c:v>4.2799999999999998E-2</c:v>
                </c:pt>
                <c:pt idx="5878">
                  <c:v>4.2099999999999999E-2</c:v>
                </c:pt>
                <c:pt idx="5879">
                  <c:v>4.2799999999999998E-2</c:v>
                </c:pt>
                <c:pt idx="5880">
                  <c:v>4.2200000000000001E-2</c:v>
                </c:pt>
                <c:pt idx="5881">
                  <c:v>4.2000000000000003E-2</c:v>
                </c:pt>
                <c:pt idx="5882">
                  <c:v>4.2000000000000003E-2</c:v>
                </c:pt>
                <c:pt idx="5883">
                  <c:v>4.19E-2</c:v>
                </c:pt>
                <c:pt idx="5884">
                  <c:v>4.0899999999999999E-2</c:v>
                </c:pt>
                <c:pt idx="5885">
                  <c:v>4.1200000000000001E-2</c:v>
                </c:pt>
                <c:pt idx="5886">
                  <c:v>4.19E-2</c:v>
                </c:pt>
                <c:pt idx="5887">
                  <c:v>4.0599999999999997E-2</c:v>
                </c:pt>
                <c:pt idx="5888">
                  <c:v>4.1300000000000003E-2</c:v>
                </c:pt>
                <c:pt idx="5889">
                  <c:v>4.0800000000000003E-2</c:v>
                </c:pt>
                <c:pt idx="5890">
                  <c:v>4.1099999999999998E-2</c:v>
                </c:pt>
                <c:pt idx="5891">
                  <c:v>4.2099999999999999E-2</c:v>
                </c:pt>
                <c:pt idx="5892">
                  <c:v>4.2500000000000003E-2</c:v>
                </c:pt>
                <c:pt idx="5893">
                  <c:v>4.3299999999999998E-2</c:v>
                </c:pt>
                <c:pt idx="5894">
                  <c:v>4.2700000000000002E-2</c:v>
                </c:pt>
                <c:pt idx="5895">
                  <c:v>4.3099999999999999E-2</c:v>
                </c:pt>
                <c:pt idx="5896">
                  <c:v>4.24E-2</c:v>
                </c:pt>
                <c:pt idx="5897">
                  <c:v>4.1300000000000003E-2</c:v>
                </c:pt>
                <c:pt idx="5898">
                  <c:v>4.1500000000000002E-2</c:v>
                </c:pt>
                <c:pt idx="5899">
                  <c:v>4.1099999999999998E-2</c:v>
                </c:pt>
                <c:pt idx="5900">
                  <c:v>4.1399999999999999E-2</c:v>
                </c:pt>
                <c:pt idx="5901">
                  <c:v>4.1300000000000003E-2</c:v>
                </c:pt>
                <c:pt idx="5902">
                  <c:v>4.2599999999999999E-2</c:v>
                </c:pt>
                <c:pt idx="5903">
                  <c:v>4.3200000000000002E-2</c:v>
                </c:pt>
                <c:pt idx="5904">
                  <c:v>4.2700000000000002E-2</c:v>
                </c:pt>
                <c:pt idx="5905">
                  <c:v>4.2200000000000001E-2</c:v>
                </c:pt>
                <c:pt idx="5906">
                  <c:v>4.2099999999999999E-2</c:v>
                </c:pt>
                <c:pt idx="5907">
                  <c:v>4.2099999999999999E-2</c:v>
                </c:pt>
                <c:pt idx="5908">
                  <c:v>4.2000000000000003E-2</c:v>
                </c:pt>
                <c:pt idx="5909">
                  <c:v>4.1500000000000002E-2</c:v>
                </c:pt>
                <c:pt idx="5910">
                  <c:v>4.1799999999999997E-2</c:v>
                </c:pt>
                <c:pt idx="5911">
                  <c:v>4.1300000000000003E-2</c:v>
                </c:pt>
                <c:pt idx="5912">
                  <c:v>4.1000000000000002E-2</c:v>
                </c:pt>
                <c:pt idx="5913">
                  <c:v>4.0599999999999997E-2</c:v>
                </c:pt>
                <c:pt idx="5914">
                  <c:v>4.0599999999999997E-2</c:v>
                </c:pt>
                <c:pt idx="5915">
                  <c:v>4.0899999999999999E-2</c:v>
                </c:pt>
                <c:pt idx="5916">
                  <c:v>4.1200000000000001E-2</c:v>
                </c:pt>
                <c:pt idx="5917">
                  <c:v>4.1799999999999997E-2</c:v>
                </c:pt>
                <c:pt idx="5918">
                  <c:v>4.1300000000000003E-2</c:v>
                </c:pt>
                <c:pt idx="5919">
                  <c:v>4.0800000000000003E-2</c:v>
                </c:pt>
                <c:pt idx="5920">
                  <c:v>4.1000000000000002E-2</c:v>
                </c:pt>
                <c:pt idx="5921">
                  <c:v>4.1300000000000003E-2</c:v>
                </c:pt>
                <c:pt idx="5922">
                  <c:v>4.0500000000000001E-2</c:v>
                </c:pt>
                <c:pt idx="5923">
                  <c:v>4.0399999999999998E-2</c:v>
                </c:pt>
                <c:pt idx="5924">
                  <c:v>4.07E-2</c:v>
                </c:pt>
                <c:pt idx="5925">
                  <c:v>4.0599999999999997E-2</c:v>
                </c:pt>
                <c:pt idx="5926">
                  <c:v>3.9800000000000002E-2</c:v>
                </c:pt>
                <c:pt idx="5927">
                  <c:v>4.1200000000000001E-2</c:v>
                </c:pt>
                <c:pt idx="5928">
                  <c:v>4.1500000000000002E-2</c:v>
                </c:pt>
                <c:pt idx="5929">
                  <c:v>4.2000000000000003E-2</c:v>
                </c:pt>
                <c:pt idx="5930">
                  <c:v>4.2599999999999999E-2</c:v>
                </c:pt>
                <c:pt idx="5931">
                  <c:v>4.24E-2</c:v>
                </c:pt>
                <c:pt idx="5932">
                  <c:v>4.3200000000000002E-2</c:v>
                </c:pt>
                <c:pt idx="5933">
                  <c:v>4.2700000000000002E-2</c:v>
                </c:pt>
                <c:pt idx="5934">
                  <c:v>4.3499999999999997E-2</c:v>
                </c:pt>
                <c:pt idx="5935">
                  <c:v>4.48E-2</c:v>
                </c:pt>
                <c:pt idx="5936">
                  <c:v>4.58E-2</c:v>
                </c:pt>
                <c:pt idx="5937">
                  <c:v>4.6100000000000002E-2</c:v>
                </c:pt>
                <c:pt idx="5938">
                  <c:v>4.5600000000000002E-2</c:v>
                </c:pt>
                <c:pt idx="5939">
                  <c:v>4.5600000000000002E-2</c:v>
                </c:pt>
                <c:pt idx="5940">
                  <c:v>4.4600000000000001E-2</c:v>
                </c:pt>
                <c:pt idx="5941">
                  <c:v>4.4900000000000002E-2</c:v>
                </c:pt>
                <c:pt idx="5942">
                  <c:v>4.48E-2</c:v>
                </c:pt>
                <c:pt idx="5943">
                  <c:v>4.5199999999999997E-2</c:v>
                </c:pt>
                <c:pt idx="5944">
                  <c:v>4.4900000000000002E-2</c:v>
                </c:pt>
                <c:pt idx="5945">
                  <c:v>4.4499999999999998E-2</c:v>
                </c:pt>
                <c:pt idx="5946">
                  <c:v>4.5199999999999997E-2</c:v>
                </c:pt>
                <c:pt idx="5947">
                  <c:v>4.5699999999999998E-2</c:v>
                </c:pt>
                <c:pt idx="5948">
                  <c:v>4.7E-2</c:v>
                </c:pt>
                <c:pt idx="5949">
                  <c:v>4.7300000000000002E-2</c:v>
                </c:pt>
                <c:pt idx="5950">
                  <c:v>4.5999999999999999E-2</c:v>
                </c:pt>
                <c:pt idx="5951">
                  <c:v>4.5600000000000002E-2</c:v>
                </c:pt>
                <c:pt idx="5952">
                  <c:v>4.7100000000000003E-2</c:v>
                </c:pt>
                <c:pt idx="5953">
                  <c:v>4.7199999999999999E-2</c:v>
                </c:pt>
                <c:pt idx="5954">
                  <c:v>4.7E-2</c:v>
                </c:pt>
                <c:pt idx="5955">
                  <c:v>4.6399999999999997E-2</c:v>
                </c:pt>
                <c:pt idx="5956">
                  <c:v>4.7199999999999999E-2</c:v>
                </c:pt>
                <c:pt idx="5957">
                  <c:v>4.4400000000000002E-2</c:v>
                </c:pt>
                <c:pt idx="5958">
                  <c:v>4.3099999999999999E-2</c:v>
                </c:pt>
                <c:pt idx="5959">
                  <c:v>4.24E-2</c:v>
                </c:pt>
                <c:pt idx="5960">
                  <c:v>4.3200000000000002E-2</c:v>
                </c:pt>
                <c:pt idx="5961">
                  <c:v>4.3499999999999997E-2</c:v>
                </c:pt>
                <c:pt idx="5962">
                  <c:v>4.2900000000000001E-2</c:v>
                </c:pt>
                <c:pt idx="5963">
                  <c:v>4.24E-2</c:v>
                </c:pt>
                <c:pt idx="5964">
                  <c:v>4.2599999999999999E-2</c:v>
                </c:pt>
                <c:pt idx="5965">
                  <c:v>4.2000000000000003E-2</c:v>
                </c:pt>
                <c:pt idx="5966">
                  <c:v>4.1700000000000001E-2</c:v>
                </c:pt>
                <c:pt idx="5967">
                  <c:v>4.2900000000000001E-2</c:v>
                </c:pt>
                <c:pt idx="5968">
                  <c:v>4.2599999999999999E-2</c:v>
                </c:pt>
                <c:pt idx="5969">
                  <c:v>4.2099999999999999E-2</c:v>
                </c:pt>
                <c:pt idx="5970">
                  <c:v>4.2599999999999999E-2</c:v>
                </c:pt>
                <c:pt idx="5971">
                  <c:v>4.2000000000000003E-2</c:v>
                </c:pt>
                <c:pt idx="5972">
                  <c:v>4.2000000000000003E-2</c:v>
                </c:pt>
                <c:pt idx="5973">
                  <c:v>4.1700000000000001E-2</c:v>
                </c:pt>
                <c:pt idx="5974">
                  <c:v>4.2000000000000003E-2</c:v>
                </c:pt>
                <c:pt idx="5975">
                  <c:v>4.2599999999999999E-2</c:v>
                </c:pt>
                <c:pt idx="5976">
                  <c:v>4.1799999999999997E-2</c:v>
                </c:pt>
                <c:pt idx="5977">
                  <c:v>4.1399999999999999E-2</c:v>
                </c:pt>
                <c:pt idx="5978">
                  <c:v>4.19E-2</c:v>
                </c:pt>
                <c:pt idx="5979">
                  <c:v>4.1099999999999998E-2</c:v>
                </c:pt>
                <c:pt idx="5980">
                  <c:v>4.1099999999999998E-2</c:v>
                </c:pt>
                <c:pt idx="5981">
                  <c:v>4.1000000000000002E-2</c:v>
                </c:pt>
                <c:pt idx="5982">
                  <c:v>4.0800000000000003E-2</c:v>
                </c:pt>
                <c:pt idx="5983">
                  <c:v>4.0300000000000002E-2</c:v>
                </c:pt>
                <c:pt idx="5984">
                  <c:v>4.0599999999999997E-2</c:v>
                </c:pt>
                <c:pt idx="5985">
                  <c:v>4.0300000000000002E-2</c:v>
                </c:pt>
                <c:pt idx="5986">
                  <c:v>4.1000000000000002E-2</c:v>
                </c:pt>
                <c:pt idx="5987">
                  <c:v>3.8300000000000001E-2</c:v>
                </c:pt>
                <c:pt idx="5988">
                  <c:v>3.8399999999999997E-2</c:v>
                </c:pt>
                <c:pt idx="5989">
                  <c:v>3.85E-2</c:v>
                </c:pt>
                <c:pt idx="5990">
                  <c:v>3.7999999999999999E-2</c:v>
                </c:pt>
                <c:pt idx="5991">
                  <c:v>3.8199999999999998E-2</c:v>
                </c:pt>
                <c:pt idx="5992">
                  <c:v>3.7900000000000003E-2</c:v>
                </c:pt>
                <c:pt idx="5993">
                  <c:v>3.78E-2</c:v>
                </c:pt>
                <c:pt idx="5994">
                  <c:v>3.78E-2</c:v>
                </c:pt>
                <c:pt idx="5995">
                  <c:v>3.7600000000000001E-2</c:v>
                </c:pt>
                <c:pt idx="5996">
                  <c:v>3.7699999999999997E-2</c:v>
                </c:pt>
                <c:pt idx="5997">
                  <c:v>3.7499999999999999E-2</c:v>
                </c:pt>
                <c:pt idx="5998">
                  <c:v>3.7699999999999997E-2</c:v>
                </c:pt>
                <c:pt idx="5999">
                  <c:v>3.7699999999999997E-2</c:v>
                </c:pt>
                <c:pt idx="6000">
                  <c:v>3.8300000000000001E-2</c:v>
                </c:pt>
                <c:pt idx="6001">
                  <c:v>3.9699999999999999E-2</c:v>
                </c:pt>
                <c:pt idx="6002">
                  <c:v>3.95E-2</c:v>
                </c:pt>
                <c:pt idx="6003">
                  <c:v>3.9300000000000002E-2</c:v>
                </c:pt>
                <c:pt idx="6004">
                  <c:v>3.8699999999999998E-2</c:v>
                </c:pt>
                <c:pt idx="6005">
                  <c:v>3.8699999999999998E-2</c:v>
                </c:pt>
                <c:pt idx="6006">
                  <c:v>3.7699999999999997E-2</c:v>
                </c:pt>
                <c:pt idx="6007">
                  <c:v>3.8399999999999997E-2</c:v>
                </c:pt>
                <c:pt idx="6008">
                  <c:v>3.8600000000000002E-2</c:v>
                </c:pt>
                <c:pt idx="6009">
                  <c:v>3.8600000000000002E-2</c:v>
                </c:pt>
                <c:pt idx="6010">
                  <c:v>3.8699999999999998E-2</c:v>
                </c:pt>
                <c:pt idx="6011">
                  <c:v>3.8600000000000002E-2</c:v>
                </c:pt>
                <c:pt idx="6012">
                  <c:v>3.8300000000000001E-2</c:v>
                </c:pt>
                <c:pt idx="6013">
                  <c:v>3.7900000000000003E-2</c:v>
                </c:pt>
                <c:pt idx="6014">
                  <c:v>3.7400000000000003E-2</c:v>
                </c:pt>
                <c:pt idx="6015">
                  <c:v>3.7600000000000001E-2</c:v>
                </c:pt>
                <c:pt idx="6016">
                  <c:v>3.6999999999999998E-2</c:v>
                </c:pt>
                <c:pt idx="6017">
                  <c:v>3.7199999999999997E-2</c:v>
                </c:pt>
                <c:pt idx="6018">
                  <c:v>3.6600000000000001E-2</c:v>
                </c:pt>
                <c:pt idx="6019">
                  <c:v>3.6799999999999999E-2</c:v>
                </c:pt>
                <c:pt idx="6020">
                  <c:v>3.6900000000000002E-2</c:v>
                </c:pt>
                <c:pt idx="6021">
                  <c:v>3.85E-2</c:v>
                </c:pt>
                <c:pt idx="6022">
                  <c:v>3.7999999999999999E-2</c:v>
                </c:pt>
                <c:pt idx="6023">
                  <c:v>3.6799999999999999E-2</c:v>
                </c:pt>
                <c:pt idx="6024">
                  <c:v>3.6700000000000003E-2</c:v>
                </c:pt>
                <c:pt idx="6025">
                  <c:v>3.6999999999999998E-2</c:v>
                </c:pt>
                <c:pt idx="6026">
                  <c:v>3.6200000000000003E-2</c:v>
                </c:pt>
                <c:pt idx="6027">
                  <c:v>3.5799999999999998E-2</c:v>
                </c:pt>
                <c:pt idx="6028">
                  <c:v>3.5400000000000001E-2</c:v>
                </c:pt>
                <c:pt idx="6029">
                  <c:v>3.5400000000000001E-2</c:v>
                </c:pt>
                <c:pt idx="6030">
                  <c:v>3.5400000000000001E-2</c:v>
                </c:pt>
                <c:pt idx="6031">
                  <c:v>3.5900000000000001E-2</c:v>
                </c:pt>
                <c:pt idx="6032">
                  <c:v>3.5700000000000003E-2</c:v>
                </c:pt>
                <c:pt idx="6033">
                  <c:v>3.5700000000000003E-2</c:v>
                </c:pt>
                <c:pt idx="6034">
                  <c:v>3.5700000000000003E-2</c:v>
                </c:pt>
                <c:pt idx="6035">
                  <c:v>3.5799999999999998E-2</c:v>
                </c:pt>
                <c:pt idx="6036">
                  <c:v>3.5299999999999998E-2</c:v>
                </c:pt>
                <c:pt idx="6037">
                  <c:v>3.4200000000000001E-2</c:v>
                </c:pt>
                <c:pt idx="6038">
                  <c:v>3.4299999999999997E-2</c:v>
                </c:pt>
                <c:pt idx="6039">
                  <c:v>3.4299999999999997E-2</c:v>
                </c:pt>
                <c:pt idx="6040">
                  <c:v>3.4700000000000002E-2</c:v>
                </c:pt>
                <c:pt idx="6041">
                  <c:v>3.5299999999999998E-2</c:v>
                </c:pt>
                <c:pt idx="6042">
                  <c:v>3.5000000000000003E-2</c:v>
                </c:pt>
                <c:pt idx="6043">
                  <c:v>3.5499999999999997E-2</c:v>
                </c:pt>
                <c:pt idx="6044">
                  <c:v>3.4799999999999998E-2</c:v>
                </c:pt>
                <c:pt idx="6045">
                  <c:v>3.5200000000000002E-2</c:v>
                </c:pt>
                <c:pt idx="6046">
                  <c:v>3.5099999999999999E-2</c:v>
                </c:pt>
                <c:pt idx="6047">
                  <c:v>3.5299999999999998E-2</c:v>
                </c:pt>
                <c:pt idx="6048">
                  <c:v>3.5099999999999999E-2</c:v>
                </c:pt>
                <c:pt idx="6049">
                  <c:v>3.5000000000000003E-2</c:v>
                </c:pt>
                <c:pt idx="6050">
                  <c:v>3.4500000000000003E-2</c:v>
                </c:pt>
                <c:pt idx="6051">
                  <c:v>3.4000000000000002E-2</c:v>
                </c:pt>
                <c:pt idx="6052">
                  <c:v>3.4099999999999998E-2</c:v>
                </c:pt>
                <c:pt idx="6053">
                  <c:v>3.4099999999999998E-2</c:v>
                </c:pt>
                <c:pt idx="6054">
                  <c:v>3.39E-2</c:v>
                </c:pt>
                <c:pt idx="6055">
                  <c:v>3.3799999999999997E-2</c:v>
                </c:pt>
                <c:pt idx="6056">
                  <c:v>3.39E-2</c:v>
                </c:pt>
                <c:pt idx="6057">
                  <c:v>3.2599999999999997E-2</c:v>
                </c:pt>
                <c:pt idx="6058">
                  <c:v>3.3300000000000003E-2</c:v>
                </c:pt>
                <c:pt idx="6059">
                  <c:v>3.3399999999999999E-2</c:v>
                </c:pt>
                <c:pt idx="6060">
                  <c:v>3.3599999999999998E-2</c:v>
                </c:pt>
                <c:pt idx="6061">
                  <c:v>3.3500000000000002E-2</c:v>
                </c:pt>
                <c:pt idx="6062">
                  <c:v>3.3099999999999997E-2</c:v>
                </c:pt>
                <c:pt idx="6063">
                  <c:v>3.3099999999999997E-2</c:v>
                </c:pt>
                <c:pt idx="6064">
                  <c:v>3.2899999999999999E-2</c:v>
                </c:pt>
                <c:pt idx="6065">
                  <c:v>3.39E-2</c:v>
                </c:pt>
                <c:pt idx="6066">
                  <c:v>3.4000000000000002E-2</c:v>
                </c:pt>
                <c:pt idx="6067">
                  <c:v>3.4000000000000002E-2</c:v>
                </c:pt>
                <c:pt idx="6068">
                  <c:v>3.3300000000000003E-2</c:v>
                </c:pt>
                <c:pt idx="6069">
                  <c:v>3.3000000000000002E-2</c:v>
                </c:pt>
                <c:pt idx="6070">
                  <c:v>3.32E-2</c:v>
                </c:pt>
                <c:pt idx="6071">
                  <c:v>3.2399999999999998E-2</c:v>
                </c:pt>
                <c:pt idx="6072">
                  <c:v>3.2800000000000003E-2</c:v>
                </c:pt>
                <c:pt idx="6073">
                  <c:v>3.3799999999999997E-2</c:v>
                </c:pt>
                <c:pt idx="6074">
                  <c:v>3.4099999999999998E-2</c:v>
                </c:pt>
                <c:pt idx="6075">
                  <c:v>3.4599999999999999E-2</c:v>
                </c:pt>
                <c:pt idx="6076">
                  <c:v>3.5200000000000002E-2</c:v>
                </c:pt>
                <c:pt idx="6077">
                  <c:v>3.49E-2</c:v>
                </c:pt>
                <c:pt idx="6078">
                  <c:v>3.4700000000000002E-2</c:v>
                </c:pt>
                <c:pt idx="6079">
                  <c:v>3.4200000000000001E-2</c:v>
                </c:pt>
                <c:pt idx="6080">
                  <c:v>3.3300000000000003E-2</c:v>
                </c:pt>
                <c:pt idx="6081">
                  <c:v>3.3300000000000003E-2</c:v>
                </c:pt>
                <c:pt idx="6082">
                  <c:v>3.3799999999999997E-2</c:v>
                </c:pt>
                <c:pt idx="6083">
                  <c:v>3.3099999999999997E-2</c:v>
                </c:pt>
                <c:pt idx="6084">
                  <c:v>3.27E-2</c:v>
                </c:pt>
                <c:pt idx="6085">
                  <c:v>3.2599999999999997E-2</c:v>
                </c:pt>
                <c:pt idx="6086">
                  <c:v>3.32E-2</c:v>
                </c:pt>
                <c:pt idx="6087">
                  <c:v>3.27E-2</c:v>
                </c:pt>
                <c:pt idx="6088">
                  <c:v>3.2099999999999997E-2</c:v>
                </c:pt>
                <c:pt idx="6089">
                  <c:v>3.1699999999999999E-2</c:v>
                </c:pt>
                <c:pt idx="6090">
                  <c:v>3.1899999999999998E-2</c:v>
                </c:pt>
                <c:pt idx="6091">
                  <c:v>3.2199999999999999E-2</c:v>
                </c:pt>
                <c:pt idx="6092">
                  <c:v>3.27E-2</c:v>
                </c:pt>
                <c:pt idx="6093">
                  <c:v>3.2399999999999998E-2</c:v>
                </c:pt>
                <c:pt idx="6094">
                  <c:v>3.2599999999999997E-2</c:v>
                </c:pt>
                <c:pt idx="6095">
                  <c:v>3.3000000000000002E-2</c:v>
                </c:pt>
                <c:pt idx="6096">
                  <c:v>3.3000000000000002E-2</c:v>
                </c:pt>
                <c:pt idx="6097">
                  <c:v>3.2500000000000001E-2</c:v>
                </c:pt>
                <c:pt idx="6098">
                  <c:v>3.2399999999999998E-2</c:v>
                </c:pt>
                <c:pt idx="6099">
                  <c:v>3.2300000000000002E-2</c:v>
                </c:pt>
                <c:pt idx="6100">
                  <c:v>3.2300000000000002E-2</c:v>
                </c:pt>
                <c:pt idx="6101">
                  <c:v>3.2500000000000001E-2</c:v>
                </c:pt>
                <c:pt idx="6102">
                  <c:v>3.2399999999999998E-2</c:v>
                </c:pt>
                <c:pt idx="6103">
                  <c:v>3.2599999999999997E-2</c:v>
                </c:pt>
                <c:pt idx="6104">
                  <c:v>3.2599999999999997E-2</c:v>
                </c:pt>
                <c:pt idx="6105">
                  <c:v>3.2199999999999999E-2</c:v>
                </c:pt>
                <c:pt idx="6106">
                  <c:v>3.3000000000000002E-2</c:v>
                </c:pt>
                <c:pt idx="6107">
                  <c:v>3.3399999999999999E-2</c:v>
                </c:pt>
                <c:pt idx="6108">
                  <c:v>3.3500000000000002E-2</c:v>
                </c:pt>
                <c:pt idx="6109">
                  <c:v>3.3599999999999998E-2</c:v>
                </c:pt>
                <c:pt idx="6110">
                  <c:v>3.39E-2</c:v>
                </c:pt>
                <c:pt idx="6111">
                  <c:v>3.3799999999999997E-2</c:v>
                </c:pt>
                <c:pt idx="6112">
                  <c:v>3.4000000000000002E-2</c:v>
                </c:pt>
                <c:pt idx="6113">
                  <c:v>3.32E-2</c:v>
                </c:pt>
                <c:pt idx="6114">
                  <c:v>3.3300000000000003E-2</c:v>
                </c:pt>
                <c:pt idx="6115">
                  <c:v>3.3700000000000001E-2</c:v>
                </c:pt>
                <c:pt idx="6116">
                  <c:v>3.32E-2</c:v>
                </c:pt>
                <c:pt idx="6117">
                  <c:v>3.4099999999999998E-2</c:v>
                </c:pt>
                <c:pt idx="6118">
                  <c:v>3.5099999999999999E-2</c:v>
                </c:pt>
                <c:pt idx="6119">
                  <c:v>3.44E-2</c:v>
                </c:pt>
                <c:pt idx="6120">
                  <c:v>3.4599999999999999E-2</c:v>
                </c:pt>
                <c:pt idx="6121">
                  <c:v>3.4599999999999999E-2</c:v>
                </c:pt>
                <c:pt idx="6122">
                  <c:v>3.4200000000000001E-2</c:v>
                </c:pt>
                <c:pt idx="6123">
                  <c:v>3.4200000000000001E-2</c:v>
                </c:pt>
                <c:pt idx="6124">
                  <c:v>3.4099999999999998E-2</c:v>
                </c:pt>
                <c:pt idx="6125">
                  <c:v>3.39E-2</c:v>
                </c:pt>
                <c:pt idx="6126">
                  <c:v>3.3799999999999997E-2</c:v>
                </c:pt>
                <c:pt idx="6127">
                  <c:v>3.4200000000000001E-2</c:v>
                </c:pt>
                <c:pt idx="6128">
                  <c:v>3.3700000000000001E-2</c:v>
                </c:pt>
                <c:pt idx="6129">
                  <c:v>3.3799999999999997E-2</c:v>
                </c:pt>
                <c:pt idx="6130">
                  <c:v>3.4000000000000002E-2</c:v>
                </c:pt>
                <c:pt idx="6131">
                  <c:v>3.44E-2</c:v>
                </c:pt>
                <c:pt idx="6132">
                  <c:v>3.44E-2</c:v>
                </c:pt>
                <c:pt idx="6133">
                  <c:v>3.49E-2</c:v>
                </c:pt>
                <c:pt idx="6134">
                  <c:v>3.4200000000000001E-2</c:v>
                </c:pt>
                <c:pt idx="6135">
                  <c:v>3.4200000000000001E-2</c:v>
                </c:pt>
                <c:pt idx="6136">
                  <c:v>3.39E-2</c:v>
                </c:pt>
                <c:pt idx="6137">
                  <c:v>3.39E-2</c:v>
                </c:pt>
                <c:pt idx="6138">
                  <c:v>3.4099999999999998E-2</c:v>
                </c:pt>
                <c:pt idx="6139">
                  <c:v>3.3700000000000001E-2</c:v>
                </c:pt>
                <c:pt idx="6140">
                  <c:v>3.3599999999999998E-2</c:v>
                </c:pt>
                <c:pt idx="6141">
                  <c:v>3.3599999999999998E-2</c:v>
                </c:pt>
                <c:pt idx="6142">
                  <c:v>3.3399999999999999E-2</c:v>
                </c:pt>
                <c:pt idx="6143">
                  <c:v>3.3300000000000003E-2</c:v>
                </c:pt>
                <c:pt idx="6144">
                  <c:v>3.32E-2</c:v>
                </c:pt>
                <c:pt idx="6145">
                  <c:v>3.2899999999999999E-2</c:v>
                </c:pt>
                <c:pt idx="6146">
                  <c:v>3.3399999999999999E-2</c:v>
                </c:pt>
                <c:pt idx="6147">
                  <c:v>3.3599999999999998E-2</c:v>
                </c:pt>
                <c:pt idx="6148">
                  <c:v>3.4099999999999998E-2</c:v>
                </c:pt>
                <c:pt idx="6149">
                  <c:v>3.4099999999999998E-2</c:v>
                </c:pt>
                <c:pt idx="6150">
                  <c:v>3.4599999999999999E-2</c:v>
                </c:pt>
                <c:pt idx="6151">
                  <c:v>3.5200000000000002E-2</c:v>
                </c:pt>
                <c:pt idx="6152">
                  <c:v>3.61E-2</c:v>
                </c:pt>
                <c:pt idx="6153">
                  <c:v>3.9600000000000003E-2</c:v>
                </c:pt>
                <c:pt idx="6154">
                  <c:v>4.1300000000000003E-2</c:v>
                </c:pt>
                <c:pt idx="6155">
                  <c:v>3.9300000000000002E-2</c:v>
                </c:pt>
                <c:pt idx="6156">
                  <c:v>3.8300000000000001E-2</c:v>
                </c:pt>
                <c:pt idx="6157">
                  <c:v>3.7499999999999999E-2</c:v>
                </c:pt>
                <c:pt idx="6158">
                  <c:v>3.7499999999999999E-2</c:v>
                </c:pt>
                <c:pt idx="6159">
                  <c:v>3.78E-2</c:v>
                </c:pt>
                <c:pt idx="6160">
                  <c:v>3.8399999999999997E-2</c:v>
                </c:pt>
                <c:pt idx="6161">
                  <c:v>3.7699999999999997E-2</c:v>
                </c:pt>
                <c:pt idx="6162">
                  <c:v>3.5999999999999997E-2</c:v>
                </c:pt>
                <c:pt idx="6163">
                  <c:v>3.6200000000000003E-2</c:v>
                </c:pt>
                <c:pt idx="6164">
                  <c:v>3.5499999999999997E-2</c:v>
                </c:pt>
                <c:pt idx="6165">
                  <c:v>3.5900000000000001E-2</c:v>
                </c:pt>
                <c:pt idx="6166">
                  <c:v>3.6200000000000003E-2</c:v>
                </c:pt>
                <c:pt idx="6167">
                  <c:v>3.5400000000000001E-2</c:v>
                </c:pt>
                <c:pt idx="6168">
                  <c:v>3.5499999999999997E-2</c:v>
                </c:pt>
                <c:pt idx="6169">
                  <c:v>3.49E-2</c:v>
                </c:pt>
                <c:pt idx="6170">
                  <c:v>3.5099999999999999E-2</c:v>
                </c:pt>
                <c:pt idx="6171">
                  <c:v>3.5299999999999998E-2</c:v>
                </c:pt>
                <c:pt idx="6172">
                  <c:v>3.5200000000000002E-2</c:v>
                </c:pt>
                <c:pt idx="6173">
                  <c:v>3.4799999999999998E-2</c:v>
                </c:pt>
                <c:pt idx="6174">
                  <c:v>3.4799999999999998E-2</c:v>
                </c:pt>
                <c:pt idx="6175">
                  <c:v>3.5700000000000003E-2</c:v>
                </c:pt>
                <c:pt idx="6176">
                  <c:v>3.6400000000000002E-2</c:v>
                </c:pt>
                <c:pt idx="6177">
                  <c:v>3.5999999999999997E-2</c:v>
                </c:pt>
                <c:pt idx="6178">
                  <c:v>3.6799999999999999E-2</c:v>
                </c:pt>
                <c:pt idx="6179">
                  <c:v>3.6400000000000002E-2</c:v>
                </c:pt>
                <c:pt idx="6180">
                  <c:v>3.7400000000000003E-2</c:v>
                </c:pt>
                <c:pt idx="6181">
                  <c:v>3.73E-2</c:v>
                </c:pt>
                <c:pt idx="6182">
                  <c:v>3.6900000000000002E-2</c:v>
                </c:pt>
                <c:pt idx="6183">
                  <c:v>3.6900000000000002E-2</c:v>
                </c:pt>
                <c:pt idx="6184">
                  <c:v>3.6499999999999998E-2</c:v>
                </c:pt>
                <c:pt idx="6185">
                  <c:v>3.5700000000000003E-2</c:v>
                </c:pt>
                <c:pt idx="6186">
                  <c:v>3.5400000000000001E-2</c:v>
                </c:pt>
                <c:pt idx="6187">
                  <c:v>3.44E-2</c:v>
                </c:pt>
                <c:pt idx="6188">
                  <c:v>3.4599999999999999E-2</c:v>
                </c:pt>
                <c:pt idx="6189">
                  <c:v>3.4299999999999997E-2</c:v>
                </c:pt>
                <c:pt idx="6190">
                  <c:v>3.49E-2</c:v>
                </c:pt>
                <c:pt idx="6191">
                  <c:v>3.4700000000000002E-2</c:v>
                </c:pt>
                <c:pt idx="6192">
                  <c:v>3.4299999999999997E-2</c:v>
                </c:pt>
                <c:pt idx="6193">
                  <c:v>3.4500000000000003E-2</c:v>
                </c:pt>
                <c:pt idx="6194">
                  <c:v>3.4000000000000002E-2</c:v>
                </c:pt>
                <c:pt idx="6195">
                  <c:v>3.4500000000000003E-2</c:v>
                </c:pt>
                <c:pt idx="6196">
                  <c:v>3.4200000000000001E-2</c:v>
                </c:pt>
                <c:pt idx="6197">
                  <c:v>3.39E-2</c:v>
                </c:pt>
                <c:pt idx="6198">
                  <c:v>3.2399999999999998E-2</c:v>
                </c:pt>
                <c:pt idx="6199">
                  <c:v>3.2599999999999997E-2</c:v>
                </c:pt>
                <c:pt idx="6200">
                  <c:v>3.3300000000000003E-2</c:v>
                </c:pt>
                <c:pt idx="6201">
                  <c:v>3.2599999999999997E-2</c:v>
                </c:pt>
                <c:pt idx="6202">
                  <c:v>3.32E-2</c:v>
                </c:pt>
                <c:pt idx="6203">
                  <c:v>3.3000000000000002E-2</c:v>
                </c:pt>
                <c:pt idx="6204">
                  <c:v>3.3000000000000002E-2</c:v>
                </c:pt>
                <c:pt idx="6205">
                  <c:v>3.2899999999999999E-2</c:v>
                </c:pt>
                <c:pt idx="6206">
                  <c:v>3.2800000000000003E-2</c:v>
                </c:pt>
                <c:pt idx="6207">
                  <c:v>3.2500000000000001E-2</c:v>
                </c:pt>
                <c:pt idx="6208">
                  <c:v>3.2599999999999997E-2</c:v>
                </c:pt>
                <c:pt idx="6209">
                  <c:v>3.2300000000000002E-2</c:v>
                </c:pt>
                <c:pt idx="6210">
                  <c:v>3.2899999999999999E-2</c:v>
                </c:pt>
                <c:pt idx="6211">
                  <c:v>3.3000000000000002E-2</c:v>
                </c:pt>
                <c:pt idx="6212">
                  <c:v>3.27E-2</c:v>
                </c:pt>
                <c:pt idx="6213">
                  <c:v>3.2399999999999998E-2</c:v>
                </c:pt>
                <c:pt idx="6214">
                  <c:v>3.1899999999999998E-2</c:v>
                </c:pt>
                <c:pt idx="6215">
                  <c:v>3.2500000000000001E-2</c:v>
                </c:pt>
                <c:pt idx="6216">
                  <c:v>3.1300000000000001E-2</c:v>
                </c:pt>
                <c:pt idx="6217">
                  <c:v>3.2000000000000001E-2</c:v>
                </c:pt>
                <c:pt idx="6218">
                  <c:v>3.15E-2</c:v>
                </c:pt>
                <c:pt idx="6219">
                  <c:v>3.2000000000000001E-2</c:v>
                </c:pt>
                <c:pt idx="6220">
                  <c:v>3.2000000000000001E-2</c:v>
                </c:pt>
                <c:pt idx="6221">
                  <c:v>3.0499999999999999E-2</c:v>
                </c:pt>
                <c:pt idx="6222">
                  <c:v>3.0700000000000002E-2</c:v>
                </c:pt>
                <c:pt idx="6223">
                  <c:v>2.9499999999999998E-2</c:v>
                </c:pt>
                <c:pt idx="6224">
                  <c:v>2.9499999999999998E-2</c:v>
                </c:pt>
                <c:pt idx="6225">
                  <c:v>2.9100000000000001E-2</c:v>
                </c:pt>
                <c:pt idx="6226">
                  <c:v>2.9399999999999999E-2</c:v>
                </c:pt>
                <c:pt idx="6227">
                  <c:v>2.92E-2</c:v>
                </c:pt>
                <c:pt idx="6228">
                  <c:v>3.04E-2</c:v>
                </c:pt>
                <c:pt idx="6229">
                  <c:v>3.0599999999999999E-2</c:v>
                </c:pt>
                <c:pt idx="6230">
                  <c:v>3.0200000000000001E-2</c:v>
                </c:pt>
                <c:pt idx="6231">
                  <c:v>2.98E-2</c:v>
                </c:pt>
                <c:pt idx="6232">
                  <c:v>2.9399999999999999E-2</c:v>
                </c:pt>
                <c:pt idx="6233">
                  <c:v>2.9499999999999998E-2</c:v>
                </c:pt>
                <c:pt idx="6234">
                  <c:v>2.9899999999999999E-2</c:v>
                </c:pt>
                <c:pt idx="6235">
                  <c:v>3.0099999999999998E-2</c:v>
                </c:pt>
                <c:pt idx="6236">
                  <c:v>3.04E-2</c:v>
                </c:pt>
                <c:pt idx="6237">
                  <c:v>3.04E-2</c:v>
                </c:pt>
                <c:pt idx="6238">
                  <c:v>3.0800000000000001E-2</c:v>
                </c:pt>
                <c:pt idx="6239">
                  <c:v>3.0099999999999998E-2</c:v>
                </c:pt>
                <c:pt idx="6240">
                  <c:v>2.9899999999999999E-2</c:v>
                </c:pt>
                <c:pt idx="6241">
                  <c:v>3.0099999999999998E-2</c:v>
                </c:pt>
                <c:pt idx="6242">
                  <c:v>0.03</c:v>
                </c:pt>
                <c:pt idx="6243">
                  <c:v>3.0099999999999998E-2</c:v>
                </c:pt>
                <c:pt idx="6244">
                  <c:v>2.9899999999999999E-2</c:v>
                </c:pt>
                <c:pt idx="6245">
                  <c:v>0.03</c:v>
                </c:pt>
                <c:pt idx="6246">
                  <c:v>2.9600000000000001E-2</c:v>
                </c:pt>
                <c:pt idx="6247">
                  <c:v>2.9600000000000001E-2</c:v>
                </c:pt>
                <c:pt idx="6248">
                  <c:v>2.9700000000000001E-2</c:v>
                </c:pt>
                <c:pt idx="6249">
                  <c:v>0.03</c:v>
                </c:pt>
                <c:pt idx="6250">
                  <c:v>3.04E-2</c:v>
                </c:pt>
                <c:pt idx="6251">
                  <c:v>3.0200000000000001E-2</c:v>
                </c:pt>
                <c:pt idx="6252">
                  <c:v>3.1600000000000003E-2</c:v>
                </c:pt>
                <c:pt idx="6253">
                  <c:v>3.1600000000000003E-2</c:v>
                </c:pt>
                <c:pt idx="6254">
                  <c:v>3.1300000000000001E-2</c:v>
                </c:pt>
                <c:pt idx="6255">
                  <c:v>3.15E-2</c:v>
                </c:pt>
                <c:pt idx="6256">
                  <c:v>3.15E-2</c:v>
                </c:pt>
                <c:pt idx="6257">
                  <c:v>3.1399999999999997E-2</c:v>
                </c:pt>
                <c:pt idx="6258">
                  <c:v>3.1199999999999999E-2</c:v>
                </c:pt>
                <c:pt idx="6259">
                  <c:v>3.2099999999999997E-2</c:v>
                </c:pt>
                <c:pt idx="6260">
                  <c:v>3.1800000000000002E-2</c:v>
                </c:pt>
                <c:pt idx="6261">
                  <c:v>3.1800000000000002E-2</c:v>
                </c:pt>
                <c:pt idx="6262">
                  <c:v>3.1300000000000001E-2</c:v>
                </c:pt>
                <c:pt idx="6263">
                  <c:v>3.0599999999999999E-2</c:v>
                </c:pt>
                <c:pt idx="6264">
                  <c:v>2.9899999999999999E-2</c:v>
                </c:pt>
                <c:pt idx="6265">
                  <c:v>3.0300000000000001E-2</c:v>
                </c:pt>
                <c:pt idx="6266">
                  <c:v>3.0700000000000002E-2</c:v>
                </c:pt>
                <c:pt idx="6267">
                  <c:v>3.0700000000000002E-2</c:v>
                </c:pt>
                <c:pt idx="6268">
                  <c:v>3.0499999999999999E-2</c:v>
                </c:pt>
                <c:pt idx="6269">
                  <c:v>3.1199999999999999E-2</c:v>
                </c:pt>
                <c:pt idx="6270">
                  <c:v>3.0800000000000001E-2</c:v>
                </c:pt>
                <c:pt idx="6271">
                  <c:v>3.0300000000000001E-2</c:v>
                </c:pt>
                <c:pt idx="6272">
                  <c:v>3.0499999999999999E-2</c:v>
                </c:pt>
                <c:pt idx="6273">
                  <c:v>2.9700000000000001E-2</c:v>
                </c:pt>
                <c:pt idx="6274">
                  <c:v>2.9700000000000001E-2</c:v>
                </c:pt>
                <c:pt idx="6275">
                  <c:v>2.93E-2</c:v>
                </c:pt>
                <c:pt idx="6276">
                  <c:v>2.8899999999999999E-2</c:v>
                </c:pt>
                <c:pt idx="6277">
                  <c:v>2.9100000000000001E-2</c:v>
                </c:pt>
                <c:pt idx="6278">
                  <c:v>2.9100000000000001E-2</c:v>
                </c:pt>
                <c:pt idx="6279">
                  <c:v>2.9899999999999999E-2</c:v>
                </c:pt>
                <c:pt idx="6280">
                  <c:v>2.9899999999999999E-2</c:v>
                </c:pt>
                <c:pt idx="6281">
                  <c:v>2.98E-2</c:v>
                </c:pt>
                <c:pt idx="6282">
                  <c:v>2.9499999999999998E-2</c:v>
                </c:pt>
                <c:pt idx="6283">
                  <c:v>2.9399999999999999E-2</c:v>
                </c:pt>
                <c:pt idx="6284">
                  <c:v>2.9899999999999999E-2</c:v>
                </c:pt>
                <c:pt idx="6285">
                  <c:v>0.03</c:v>
                </c:pt>
                <c:pt idx="6286">
                  <c:v>0.03</c:v>
                </c:pt>
                <c:pt idx="6287">
                  <c:v>2.9600000000000001E-2</c:v>
                </c:pt>
                <c:pt idx="6288">
                  <c:v>2.9600000000000001E-2</c:v>
                </c:pt>
                <c:pt idx="6289">
                  <c:v>2.9499999999999998E-2</c:v>
                </c:pt>
                <c:pt idx="6290">
                  <c:v>2.98E-2</c:v>
                </c:pt>
                <c:pt idx="6291">
                  <c:v>2.9499999999999998E-2</c:v>
                </c:pt>
                <c:pt idx="6292">
                  <c:v>2.9700000000000001E-2</c:v>
                </c:pt>
                <c:pt idx="6293">
                  <c:v>2.9700000000000001E-2</c:v>
                </c:pt>
                <c:pt idx="6294">
                  <c:v>2.9700000000000001E-2</c:v>
                </c:pt>
                <c:pt idx="6295">
                  <c:v>2.93E-2</c:v>
                </c:pt>
                <c:pt idx="6296">
                  <c:v>0.03</c:v>
                </c:pt>
                <c:pt idx="6297">
                  <c:v>3.0099999999999998E-2</c:v>
                </c:pt>
                <c:pt idx="6298">
                  <c:v>3.09E-2</c:v>
                </c:pt>
                <c:pt idx="6299">
                  <c:v>3.1199999999999999E-2</c:v>
                </c:pt>
                <c:pt idx="6300">
                  <c:v>3.1800000000000002E-2</c:v>
                </c:pt>
                <c:pt idx="6301">
                  <c:v>3.1600000000000003E-2</c:v>
                </c:pt>
                <c:pt idx="6302">
                  <c:v>3.1899999999999998E-2</c:v>
                </c:pt>
                <c:pt idx="6303">
                  <c:v>3.2500000000000001E-2</c:v>
                </c:pt>
                <c:pt idx="6304">
                  <c:v>3.3099999999999997E-2</c:v>
                </c:pt>
                <c:pt idx="6305">
                  <c:v>3.3300000000000003E-2</c:v>
                </c:pt>
                <c:pt idx="6306">
                  <c:v>3.27E-2</c:v>
                </c:pt>
                <c:pt idx="6307">
                  <c:v>3.3700000000000001E-2</c:v>
                </c:pt>
                <c:pt idx="6308">
                  <c:v>3.3500000000000002E-2</c:v>
                </c:pt>
                <c:pt idx="6309">
                  <c:v>3.5400000000000001E-2</c:v>
                </c:pt>
                <c:pt idx="6310">
                  <c:v>3.5499999999999997E-2</c:v>
                </c:pt>
                <c:pt idx="6311">
                  <c:v>3.5299999999999998E-2</c:v>
                </c:pt>
                <c:pt idx="6312">
                  <c:v>3.7199999999999997E-2</c:v>
                </c:pt>
                <c:pt idx="6313">
                  <c:v>3.5999999999999997E-2</c:v>
                </c:pt>
                <c:pt idx="6314">
                  <c:v>3.56E-2</c:v>
                </c:pt>
                <c:pt idx="6315">
                  <c:v>3.5999999999999997E-2</c:v>
                </c:pt>
                <c:pt idx="6316">
                  <c:v>3.5999999999999997E-2</c:v>
                </c:pt>
                <c:pt idx="6317">
                  <c:v>3.56E-2</c:v>
                </c:pt>
                <c:pt idx="6318">
                  <c:v>3.5999999999999997E-2</c:v>
                </c:pt>
                <c:pt idx="6319">
                  <c:v>3.4500000000000003E-2</c:v>
                </c:pt>
                <c:pt idx="6320">
                  <c:v>3.4599999999999999E-2</c:v>
                </c:pt>
                <c:pt idx="6321">
                  <c:v>3.5400000000000001E-2</c:v>
                </c:pt>
                <c:pt idx="6322">
                  <c:v>3.5999999999999997E-2</c:v>
                </c:pt>
                <c:pt idx="6323">
                  <c:v>3.7900000000000003E-2</c:v>
                </c:pt>
                <c:pt idx="6324">
                  <c:v>3.8600000000000002E-2</c:v>
                </c:pt>
                <c:pt idx="6325">
                  <c:v>3.8399999999999997E-2</c:v>
                </c:pt>
                <c:pt idx="6326">
                  <c:v>3.8199999999999998E-2</c:v>
                </c:pt>
                <c:pt idx="6327">
                  <c:v>4.24E-2</c:v>
                </c:pt>
                <c:pt idx="6328">
                  <c:v>4.6199999999999998E-2</c:v>
                </c:pt>
                <c:pt idx="6329">
                  <c:v>4.7399999999999998E-2</c:v>
                </c:pt>
                <c:pt idx="6330">
                  <c:v>4.7399999999999998E-2</c:v>
                </c:pt>
                <c:pt idx="6331">
                  <c:v>4.58E-2</c:v>
                </c:pt>
                <c:pt idx="6332">
                  <c:v>4.5900000000000003E-2</c:v>
                </c:pt>
                <c:pt idx="6333">
                  <c:v>4.4900000000000002E-2</c:v>
                </c:pt>
                <c:pt idx="6334">
                  <c:v>4.4299999999999999E-2</c:v>
                </c:pt>
                <c:pt idx="6335">
                  <c:v>4.3700000000000003E-2</c:v>
                </c:pt>
                <c:pt idx="6336">
                  <c:v>4.4499999999999998E-2</c:v>
                </c:pt>
                <c:pt idx="6337">
                  <c:v>4.36E-2</c:v>
                </c:pt>
                <c:pt idx="6338">
                  <c:v>4.36E-2</c:v>
                </c:pt>
                <c:pt idx="6339">
                  <c:v>4.4600000000000001E-2</c:v>
                </c:pt>
                <c:pt idx="6340">
                  <c:v>4.3099999999999999E-2</c:v>
                </c:pt>
                <c:pt idx="6341">
                  <c:v>4.07E-2</c:v>
                </c:pt>
                <c:pt idx="6342">
                  <c:v>4.1000000000000002E-2</c:v>
                </c:pt>
                <c:pt idx="6343">
                  <c:v>4.0800000000000003E-2</c:v>
                </c:pt>
                <c:pt idx="6344">
                  <c:v>4.1000000000000002E-2</c:v>
                </c:pt>
                <c:pt idx="6345">
                  <c:v>4.1300000000000003E-2</c:v>
                </c:pt>
                <c:pt idx="6346">
                  <c:v>4.2599999999999999E-2</c:v>
                </c:pt>
                <c:pt idx="6347">
                  <c:v>4.1399999999999999E-2</c:v>
                </c:pt>
                <c:pt idx="6348">
                  <c:v>3.9800000000000002E-2</c:v>
                </c:pt>
                <c:pt idx="6349">
                  <c:v>3.9600000000000003E-2</c:v>
                </c:pt>
                <c:pt idx="6350">
                  <c:v>4.0300000000000002E-2</c:v>
                </c:pt>
                <c:pt idx="6351">
                  <c:v>4.0500000000000001E-2</c:v>
                </c:pt>
                <c:pt idx="6352">
                  <c:v>3.8699999999999998E-2</c:v>
                </c:pt>
                <c:pt idx="6353">
                  <c:v>3.8699999999999998E-2</c:v>
                </c:pt>
                <c:pt idx="6354">
                  <c:v>3.56E-2</c:v>
                </c:pt>
                <c:pt idx="6355">
                  <c:v>3.49E-2</c:v>
                </c:pt>
                <c:pt idx="6356">
                  <c:v>3.4799999999999998E-2</c:v>
                </c:pt>
                <c:pt idx="6357">
                  <c:v>3.61E-2</c:v>
                </c:pt>
                <c:pt idx="6358">
                  <c:v>3.56E-2</c:v>
                </c:pt>
                <c:pt idx="6359">
                  <c:v>3.61E-2</c:v>
                </c:pt>
                <c:pt idx="6360">
                  <c:v>3.5999999999999997E-2</c:v>
                </c:pt>
                <c:pt idx="6361">
                  <c:v>3.5999999999999997E-2</c:v>
                </c:pt>
                <c:pt idx="6362">
                  <c:v>3.6900000000000002E-2</c:v>
                </c:pt>
                <c:pt idx="6363">
                  <c:v>3.7499999999999999E-2</c:v>
                </c:pt>
                <c:pt idx="6364">
                  <c:v>3.7499999999999999E-2</c:v>
                </c:pt>
                <c:pt idx="6365">
                  <c:v>3.6400000000000002E-2</c:v>
                </c:pt>
                <c:pt idx="6366">
                  <c:v>3.61E-2</c:v>
                </c:pt>
                <c:pt idx="6367">
                  <c:v>3.6200000000000003E-2</c:v>
                </c:pt>
                <c:pt idx="6368">
                  <c:v>3.6799999999999999E-2</c:v>
                </c:pt>
                <c:pt idx="6369">
                  <c:v>3.6400000000000002E-2</c:v>
                </c:pt>
                <c:pt idx="6370">
                  <c:v>3.5799999999999998E-2</c:v>
                </c:pt>
                <c:pt idx="6371">
                  <c:v>3.6200000000000003E-2</c:v>
                </c:pt>
                <c:pt idx="6372">
                  <c:v>3.5700000000000003E-2</c:v>
                </c:pt>
                <c:pt idx="6373">
                  <c:v>3.4599999999999999E-2</c:v>
                </c:pt>
                <c:pt idx="6374">
                  <c:v>3.5200000000000002E-2</c:v>
                </c:pt>
                <c:pt idx="6375">
                  <c:v>3.4799999999999998E-2</c:v>
                </c:pt>
                <c:pt idx="6376">
                  <c:v>3.4599999999999999E-2</c:v>
                </c:pt>
                <c:pt idx="6377">
                  <c:v>3.5299999999999998E-2</c:v>
                </c:pt>
                <c:pt idx="6378">
                  <c:v>3.5700000000000003E-2</c:v>
                </c:pt>
                <c:pt idx="6379">
                  <c:v>3.5099999999999999E-2</c:v>
                </c:pt>
                <c:pt idx="6380">
                  <c:v>3.56E-2</c:v>
                </c:pt>
                <c:pt idx="6381">
                  <c:v>3.5299999999999998E-2</c:v>
                </c:pt>
                <c:pt idx="6382">
                  <c:v>3.5299999999999998E-2</c:v>
                </c:pt>
                <c:pt idx="6383">
                  <c:v>3.5400000000000001E-2</c:v>
                </c:pt>
                <c:pt idx="6384">
                  <c:v>3.5299999999999998E-2</c:v>
                </c:pt>
                <c:pt idx="6385">
                  <c:v>3.4799999999999998E-2</c:v>
                </c:pt>
                <c:pt idx="6386">
                  <c:v>3.4799999999999998E-2</c:v>
                </c:pt>
                <c:pt idx="6387">
                  <c:v>3.49E-2</c:v>
                </c:pt>
                <c:pt idx="6388">
                  <c:v>3.4700000000000002E-2</c:v>
                </c:pt>
                <c:pt idx="6389">
                  <c:v>3.4299999999999997E-2</c:v>
                </c:pt>
                <c:pt idx="6390">
                  <c:v>3.3799999999999997E-2</c:v>
                </c:pt>
                <c:pt idx="6391">
                  <c:v>3.3700000000000001E-2</c:v>
                </c:pt>
                <c:pt idx="6392">
                  <c:v>3.27E-2</c:v>
                </c:pt>
                <c:pt idx="6393">
                  <c:v>3.27E-2</c:v>
                </c:pt>
                <c:pt idx="6394">
                  <c:v>3.3099999999999997E-2</c:v>
                </c:pt>
                <c:pt idx="6395">
                  <c:v>3.3599999999999998E-2</c:v>
                </c:pt>
                <c:pt idx="6396">
                  <c:v>3.39E-2</c:v>
                </c:pt>
                <c:pt idx="6397">
                  <c:v>3.3399999999999999E-2</c:v>
                </c:pt>
                <c:pt idx="6398">
                  <c:v>3.4099999999999998E-2</c:v>
                </c:pt>
                <c:pt idx="6399">
                  <c:v>3.39E-2</c:v>
                </c:pt>
                <c:pt idx="6400">
                  <c:v>3.39E-2</c:v>
                </c:pt>
                <c:pt idx="6401">
                  <c:v>3.4200000000000001E-2</c:v>
                </c:pt>
                <c:pt idx="6402">
                  <c:v>3.3700000000000001E-2</c:v>
                </c:pt>
                <c:pt idx="6403">
                  <c:v>3.3799999999999997E-2</c:v>
                </c:pt>
                <c:pt idx="6404">
                  <c:v>3.3399999999999999E-2</c:v>
                </c:pt>
                <c:pt idx="6405">
                  <c:v>3.3599999999999998E-2</c:v>
                </c:pt>
                <c:pt idx="6406">
                  <c:v>3.3099999999999997E-2</c:v>
                </c:pt>
                <c:pt idx="6407">
                  <c:v>3.2899999999999999E-2</c:v>
                </c:pt>
                <c:pt idx="6408">
                  <c:v>3.2800000000000003E-2</c:v>
                </c:pt>
                <c:pt idx="6409">
                  <c:v>3.2899999999999999E-2</c:v>
                </c:pt>
                <c:pt idx="6410">
                  <c:v>3.3399999999999999E-2</c:v>
                </c:pt>
                <c:pt idx="6411">
                  <c:v>3.3099999999999997E-2</c:v>
                </c:pt>
                <c:pt idx="6412">
                  <c:v>3.3099999999999997E-2</c:v>
                </c:pt>
                <c:pt idx="6413">
                  <c:v>3.5999999999999997E-2</c:v>
                </c:pt>
                <c:pt idx="6414">
                  <c:v>3.5200000000000002E-2</c:v>
                </c:pt>
                <c:pt idx="6415">
                  <c:v>3.4799999999999998E-2</c:v>
                </c:pt>
                <c:pt idx="6416">
                  <c:v>3.4700000000000002E-2</c:v>
                </c:pt>
                <c:pt idx="6417">
                  <c:v>3.4500000000000003E-2</c:v>
                </c:pt>
                <c:pt idx="6418">
                  <c:v>3.4099999999999998E-2</c:v>
                </c:pt>
                <c:pt idx="6419">
                  <c:v>3.4299999999999997E-2</c:v>
                </c:pt>
                <c:pt idx="6420">
                  <c:v>3.4200000000000001E-2</c:v>
                </c:pt>
                <c:pt idx="6421">
                  <c:v>3.4099999999999998E-2</c:v>
                </c:pt>
                <c:pt idx="6422">
                  <c:v>3.4000000000000002E-2</c:v>
                </c:pt>
                <c:pt idx="6423">
                  <c:v>3.3799999999999997E-2</c:v>
                </c:pt>
                <c:pt idx="6424">
                  <c:v>3.3799999999999997E-2</c:v>
                </c:pt>
                <c:pt idx="6425">
                  <c:v>3.4200000000000001E-2</c:v>
                </c:pt>
                <c:pt idx="6426">
                  <c:v>3.44E-2</c:v>
                </c:pt>
                <c:pt idx="6427">
                  <c:v>3.4599999999999999E-2</c:v>
                </c:pt>
                <c:pt idx="6428">
                  <c:v>3.4200000000000001E-2</c:v>
                </c:pt>
                <c:pt idx="6429">
                  <c:v>3.3500000000000002E-2</c:v>
                </c:pt>
                <c:pt idx="6430">
                  <c:v>3.3599999999999998E-2</c:v>
                </c:pt>
                <c:pt idx="6431">
                  <c:v>3.39E-2</c:v>
                </c:pt>
                <c:pt idx="6432">
                  <c:v>3.3599999999999998E-2</c:v>
                </c:pt>
                <c:pt idx="6433">
                  <c:v>3.39E-2</c:v>
                </c:pt>
                <c:pt idx="6434">
                  <c:v>3.39E-2</c:v>
                </c:pt>
                <c:pt idx="6435">
                  <c:v>3.49E-2</c:v>
                </c:pt>
                <c:pt idx="6436">
                  <c:v>3.4500000000000003E-2</c:v>
                </c:pt>
                <c:pt idx="6437">
                  <c:v>3.44E-2</c:v>
                </c:pt>
                <c:pt idx="6438">
                  <c:v>3.44E-2</c:v>
                </c:pt>
                <c:pt idx="6439">
                  <c:v>3.4099999999999998E-2</c:v>
                </c:pt>
                <c:pt idx="6440">
                  <c:v>3.4099999999999998E-2</c:v>
                </c:pt>
                <c:pt idx="6441">
                  <c:v>3.39E-2</c:v>
                </c:pt>
                <c:pt idx="6442">
                  <c:v>3.3300000000000003E-2</c:v>
                </c:pt>
                <c:pt idx="6443">
                  <c:v>3.3300000000000003E-2</c:v>
                </c:pt>
                <c:pt idx="6444">
                  <c:v>3.32E-2</c:v>
                </c:pt>
                <c:pt idx="6445">
                  <c:v>3.3599999999999998E-2</c:v>
                </c:pt>
                <c:pt idx="6446">
                  <c:v>3.3399999999999999E-2</c:v>
                </c:pt>
                <c:pt idx="6447">
                  <c:v>3.2899999999999999E-2</c:v>
                </c:pt>
                <c:pt idx="6448">
                  <c:v>3.27E-2</c:v>
                </c:pt>
                <c:pt idx="6449">
                  <c:v>3.2500000000000001E-2</c:v>
                </c:pt>
                <c:pt idx="6450">
                  <c:v>3.2599999999999997E-2</c:v>
                </c:pt>
                <c:pt idx="6451">
                  <c:v>3.2500000000000001E-2</c:v>
                </c:pt>
                <c:pt idx="6452">
                  <c:v>3.2899999999999999E-2</c:v>
                </c:pt>
                <c:pt idx="6453">
                  <c:v>3.2899999999999999E-2</c:v>
                </c:pt>
                <c:pt idx="6454">
                  <c:v>3.2899999999999999E-2</c:v>
                </c:pt>
                <c:pt idx="6455">
                  <c:v>3.3399999999999999E-2</c:v>
                </c:pt>
                <c:pt idx="6456">
                  <c:v>3.3399999999999999E-2</c:v>
                </c:pt>
                <c:pt idx="6457">
                  <c:v>3.3399999999999999E-2</c:v>
                </c:pt>
                <c:pt idx="6458">
                  <c:v>3.32E-2</c:v>
                </c:pt>
                <c:pt idx="6459">
                  <c:v>3.2899999999999999E-2</c:v>
                </c:pt>
                <c:pt idx="6460">
                  <c:v>3.3500000000000002E-2</c:v>
                </c:pt>
                <c:pt idx="6461">
                  <c:v>3.3799999999999997E-2</c:v>
                </c:pt>
                <c:pt idx="6462">
                  <c:v>3.4799999999999998E-2</c:v>
                </c:pt>
                <c:pt idx="6463">
                  <c:v>3.73E-2</c:v>
                </c:pt>
                <c:pt idx="6464">
                  <c:v>3.73E-2</c:v>
                </c:pt>
                <c:pt idx="6465">
                  <c:v>3.6299999999999999E-2</c:v>
                </c:pt>
                <c:pt idx="6466">
                  <c:v>3.5099999999999999E-2</c:v>
                </c:pt>
                <c:pt idx="6467">
                  <c:v>3.5999999999999997E-2</c:v>
                </c:pt>
                <c:pt idx="6468">
                  <c:v>3.6200000000000003E-2</c:v>
                </c:pt>
                <c:pt idx="6469">
                  <c:v>3.5799999999999998E-2</c:v>
                </c:pt>
                <c:pt idx="6470">
                  <c:v>3.5700000000000003E-2</c:v>
                </c:pt>
                <c:pt idx="6471">
                  <c:v>3.5999999999999997E-2</c:v>
                </c:pt>
                <c:pt idx="6472">
                  <c:v>3.5499999999999997E-2</c:v>
                </c:pt>
                <c:pt idx="6473">
                  <c:v>3.49E-2</c:v>
                </c:pt>
                <c:pt idx="6474">
                  <c:v>3.4099999999999998E-2</c:v>
                </c:pt>
                <c:pt idx="6475">
                  <c:v>3.4299999999999997E-2</c:v>
                </c:pt>
                <c:pt idx="6476">
                  <c:v>3.3599999999999998E-2</c:v>
                </c:pt>
                <c:pt idx="6477">
                  <c:v>3.4200000000000001E-2</c:v>
                </c:pt>
                <c:pt idx="6478">
                  <c:v>3.4500000000000003E-2</c:v>
                </c:pt>
                <c:pt idx="6479">
                  <c:v>3.5099999999999999E-2</c:v>
                </c:pt>
                <c:pt idx="6480">
                  <c:v>3.5999999999999997E-2</c:v>
                </c:pt>
                <c:pt idx="6481">
                  <c:v>3.5099999999999999E-2</c:v>
                </c:pt>
                <c:pt idx="6482">
                  <c:v>3.5900000000000001E-2</c:v>
                </c:pt>
                <c:pt idx="6483">
                  <c:v>3.6200000000000003E-2</c:v>
                </c:pt>
                <c:pt idx="6484">
                  <c:v>3.4799999999999998E-2</c:v>
                </c:pt>
                <c:pt idx="6485">
                  <c:v>3.4799999999999998E-2</c:v>
                </c:pt>
                <c:pt idx="6486">
                  <c:v>3.49E-2</c:v>
                </c:pt>
                <c:pt idx="6487">
                  <c:v>3.5200000000000002E-2</c:v>
                </c:pt>
                <c:pt idx="6488">
                  <c:v>3.5299999999999998E-2</c:v>
                </c:pt>
                <c:pt idx="6489">
                  <c:v>3.5400000000000001E-2</c:v>
                </c:pt>
                <c:pt idx="6490">
                  <c:v>3.6200000000000003E-2</c:v>
                </c:pt>
                <c:pt idx="6491">
                  <c:v>3.5799999999999998E-2</c:v>
                </c:pt>
                <c:pt idx="6492">
                  <c:v>3.6299999999999999E-2</c:v>
                </c:pt>
                <c:pt idx="6493">
                  <c:v>3.6499999999999998E-2</c:v>
                </c:pt>
                <c:pt idx="6494">
                  <c:v>3.5900000000000001E-2</c:v>
                </c:pt>
                <c:pt idx="6495">
                  <c:v>3.5499999999999997E-2</c:v>
                </c:pt>
                <c:pt idx="6496">
                  <c:v>3.4700000000000002E-2</c:v>
                </c:pt>
                <c:pt idx="6497">
                  <c:v>3.4700000000000002E-2</c:v>
                </c:pt>
                <c:pt idx="6498">
                  <c:v>3.4000000000000002E-2</c:v>
                </c:pt>
                <c:pt idx="6499">
                  <c:v>3.4200000000000001E-2</c:v>
                </c:pt>
                <c:pt idx="6500">
                  <c:v>3.3700000000000001E-2</c:v>
                </c:pt>
                <c:pt idx="6501">
                  <c:v>3.3500000000000002E-2</c:v>
                </c:pt>
                <c:pt idx="6502">
                  <c:v>3.3399999999999999E-2</c:v>
                </c:pt>
                <c:pt idx="6503">
                  <c:v>3.3000000000000002E-2</c:v>
                </c:pt>
                <c:pt idx="6504">
                  <c:v>3.3300000000000003E-2</c:v>
                </c:pt>
                <c:pt idx="6505">
                  <c:v>3.3300000000000003E-2</c:v>
                </c:pt>
                <c:pt idx="6506">
                  <c:v>3.3799999999999997E-2</c:v>
                </c:pt>
                <c:pt idx="6507">
                  <c:v>3.3300000000000003E-2</c:v>
                </c:pt>
                <c:pt idx="6508">
                  <c:v>3.3700000000000001E-2</c:v>
                </c:pt>
                <c:pt idx="6509">
                  <c:v>3.3799999999999997E-2</c:v>
                </c:pt>
                <c:pt idx="6510">
                  <c:v>3.4299999999999997E-2</c:v>
                </c:pt>
                <c:pt idx="6511">
                  <c:v>3.4200000000000001E-2</c:v>
                </c:pt>
                <c:pt idx="6512">
                  <c:v>3.4000000000000002E-2</c:v>
                </c:pt>
                <c:pt idx="6513">
                  <c:v>3.3399999999999999E-2</c:v>
                </c:pt>
                <c:pt idx="6514">
                  <c:v>3.2599999999999997E-2</c:v>
                </c:pt>
                <c:pt idx="6515">
                  <c:v>3.2399999999999998E-2</c:v>
                </c:pt>
                <c:pt idx="6516">
                  <c:v>3.2599999999999997E-2</c:v>
                </c:pt>
                <c:pt idx="6517">
                  <c:v>3.2599999999999997E-2</c:v>
                </c:pt>
                <c:pt idx="6518">
                  <c:v>3.2800000000000003E-2</c:v>
                </c:pt>
                <c:pt idx="6519">
                  <c:v>3.2800000000000003E-2</c:v>
                </c:pt>
                <c:pt idx="6520">
                  <c:v>3.2300000000000002E-2</c:v>
                </c:pt>
                <c:pt idx="6521">
                  <c:v>3.2300000000000002E-2</c:v>
                </c:pt>
                <c:pt idx="6522">
                  <c:v>3.2300000000000002E-2</c:v>
                </c:pt>
                <c:pt idx="6523">
                  <c:v>3.2399999999999998E-2</c:v>
                </c:pt>
                <c:pt idx="6524">
                  <c:v>3.2000000000000001E-2</c:v>
                </c:pt>
                <c:pt idx="6525">
                  <c:v>3.1699999999999999E-2</c:v>
                </c:pt>
                <c:pt idx="6526">
                  <c:v>3.1800000000000002E-2</c:v>
                </c:pt>
                <c:pt idx="6527">
                  <c:v>3.1800000000000002E-2</c:v>
                </c:pt>
                <c:pt idx="6528">
                  <c:v>3.1199999999999999E-2</c:v>
                </c:pt>
                <c:pt idx="6529">
                  <c:v>3.1300000000000001E-2</c:v>
                </c:pt>
                <c:pt idx="6530">
                  <c:v>3.1399999999999997E-2</c:v>
                </c:pt>
                <c:pt idx="6531">
                  <c:v>3.1699999999999999E-2</c:v>
                </c:pt>
                <c:pt idx="6532">
                  <c:v>3.09E-2</c:v>
                </c:pt>
                <c:pt idx="6533">
                  <c:v>3.0499999999999999E-2</c:v>
                </c:pt>
                <c:pt idx="6534">
                  <c:v>3.0499999999999999E-2</c:v>
                </c:pt>
                <c:pt idx="6535">
                  <c:v>3.15E-2</c:v>
                </c:pt>
                <c:pt idx="6536">
                  <c:v>3.1E-2</c:v>
                </c:pt>
                <c:pt idx="6537">
                  <c:v>3.04E-2</c:v>
                </c:pt>
                <c:pt idx="6538">
                  <c:v>3.1E-2</c:v>
                </c:pt>
                <c:pt idx="6539">
                  <c:v>3.1099999999999999E-2</c:v>
                </c:pt>
                <c:pt idx="6540">
                  <c:v>3.1199999999999999E-2</c:v>
                </c:pt>
                <c:pt idx="6541">
                  <c:v>3.1300000000000001E-2</c:v>
                </c:pt>
                <c:pt idx="6542">
                  <c:v>3.15E-2</c:v>
                </c:pt>
                <c:pt idx="6543">
                  <c:v>3.1899999999999998E-2</c:v>
                </c:pt>
                <c:pt idx="6544">
                  <c:v>3.1199999999999999E-2</c:v>
                </c:pt>
                <c:pt idx="6545">
                  <c:v>3.1699999999999999E-2</c:v>
                </c:pt>
                <c:pt idx="6546">
                  <c:v>3.1699999999999999E-2</c:v>
                </c:pt>
                <c:pt idx="6547">
                  <c:v>3.32E-2</c:v>
                </c:pt>
                <c:pt idx="6548">
                  <c:v>3.2199999999999999E-2</c:v>
                </c:pt>
                <c:pt idx="6549">
                  <c:v>3.2000000000000001E-2</c:v>
                </c:pt>
                <c:pt idx="6550">
                  <c:v>3.2000000000000001E-2</c:v>
                </c:pt>
                <c:pt idx="6551">
                  <c:v>3.1899999999999998E-2</c:v>
                </c:pt>
                <c:pt idx="6552">
                  <c:v>3.2800000000000003E-2</c:v>
                </c:pt>
                <c:pt idx="6553">
                  <c:v>3.3399999999999999E-2</c:v>
                </c:pt>
                <c:pt idx="6554">
                  <c:v>3.3399999999999999E-2</c:v>
                </c:pt>
                <c:pt idx="6555">
                  <c:v>3.3300000000000003E-2</c:v>
                </c:pt>
                <c:pt idx="6556">
                  <c:v>3.2599999999999997E-2</c:v>
                </c:pt>
                <c:pt idx="6557">
                  <c:v>3.2800000000000003E-2</c:v>
                </c:pt>
                <c:pt idx="6558">
                  <c:v>3.27E-2</c:v>
                </c:pt>
                <c:pt idx="6559">
                  <c:v>3.3700000000000001E-2</c:v>
                </c:pt>
                <c:pt idx="6560">
                  <c:v>3.3700000000000001E-2</c:v>
                </c:pt>
                <c:pt idx="6561">
                  <c:v>3.3399999999999999E-2</c:v>
                </c:pt>
                <c:pt idx="6562">
                  <c:v>3.4000000000000002E-2</c:v>
                </c:pt>
                <c:pt idx="6563">
                  <c:v>3.5299999999999998E-2</c:v>
                </c:pt>
                <c:pt idx="6564">
                  <c:v>3.4700000000000002E-2</c:v>
                </c:pt>
                <c:pt idx="6565">
                  <c:v>3.49E-2</c:v>
                </c:pt>
                <c:pt idx="6566">
                  <c:v>3.3599999999999998E-2</c:v>
                </c:pt>
                <c:pt idx="6567">
                  <c:v>3.4000000000000002E-2</c:v>
                </c:pt>
                <c:pt idx="6568">
                  <c:v>3.5400000000000001E-2</c:v>
                </c:pt>
                <c:pt idx="6569">
                  <c:v>3.5900000000000001E-2</c:v>
                </c:pt>
                <c:pt idx="6570">
                  <c:v>3.44E-2</c:v>
                </c:pt>
                <c:pt idx="6571">
                  <c:v>3.4799999999999998E-2</c:v>
                </c:pt>
                <c:pt idx="6572">
                  <c:v>3.56E-2</c:v>
                </c:pt>
                <c:pt idx="6573">
                  <c:v>3.6799999999999999E-2</c:v>
                </c:pt>
                <c:pt idx="6574">
                  <c:v>3.6600000000000001E-2</c:v>
                </c:pt>
                <c:pt idx="6575">
                  <c:v>3.5999999999999997E-2</c:v>
                </c:pt>
                <c:pt idx="6576">
                  <c:v>3.5799999999999998E-2</c:v>
                </c:pt>
                <c:pt idx="6577">
                  <c:v>3.6900000000000002E-2</c:v>
                </c:pt>
                <c:pt idx="6578">
                  <c:v>3.6700000000000003E-2</c:v>
                </c:pt>
                <c:pt idx="6579">
                  <c:v>3.6200000000000003E-2</c:v>
                </c:pt>
                <c:pt idx="6580">
                  <c:v>3.6400000000000002E-2</c:v>
                </c:pt>
                <c:pt idx="6581">
                  <c:v>3.56E-2</c:v>
                </c:pt>
                <c:pt idx="6582">
                  <c:v>3.6299999999999999E-2</c:v>
                </c:pt>
                <c:pt idx="6583">
                  <c:v>3.8399999999999997E-2</c:v>
                </c:pt>
                <c:pt idx="6584">
                  <c:v>3.85E-2</c:v>
                </c:pt>
                <c:pt idx="6585">
                  <c:v>3.6499999999999998E-2</c:v>
                </c:pt>
                <c:pt idx="6586">
                  <c:v>3.5499999999999997E-2</c:v>
                </c:pt>
                <c:pt idx="6587">
                  <c:v>3.5700000000000003E-2</c:v>
                </c:pt>
                <c:pt idx="6588">
                  <c:v>3.56E-2</c:v>
                </c:pt>
                <c:pt idx="6589">
                  <c:v>3.4700000000000002E-2</c:v>
                </c:pt>
                <c:pt idx="6590">
                  <c:v>3.5400000000000001E-2</c:v>
                </c:pt>
                <c:pt idx="6591">
                  <c:v>3.3500000000000002E-2</c:v>
                </c:pt>
                <c:pt idx="6592">
                  <c:v>3.32E-2</c:v>
                </c:pt>
                <c:pt idx="6593">
                  <c:v>3.3599999999999998E-2</c:v>
                </c:pt>
                <c:pt idx="6594">
                  <c:v>3.39E-2</c:v>
                </c:pt>
                <c:pt idx="6595">
                  <c:v>3.2800000000000003E-2</c:v>
                </c:pt>
                <c:pt idx="6596">
                  <c:v>3.2899999999999999E-2</c:v>
                </c:pt>
                <c:pt idx="6597">
                  <c:v>3.2899999999999999E-2</c:v>
                </c:pt>
                <c:pt idx="6598">
                  <c:v>3.27E-2</c:v>
                </c:pt>
                <c:pt idx="6599">
                  <c:v>3.27E-2</c:v>
                </c:pt>
                <c:pt idx="6600">
                  <c:v>3.2800000000000003E-2</c:v>
                </c:pt>
                <c:pt idx="6601">
                  <c:v>3.2500000000000001E-2</c:v>
                </c:pt>
                <c:pt idx="6602">
                  <c:v>3.2800000000000003E-2</c:v>
                </c:pt>
                <c:pt idx="6603">
                  <c:v>3.3099999999999997E-2</c:v>
                </c:pt>
                <c:pt idx="6604">
                  <c:v>3.2599999999999997E-2</c:v>
                </c:pt>
                <c:pt idx="6605">
                  <c:v>3.2800000000000003E-2</c:v>
                </c:pt>
                <c:pt idx="6606">
                  <c:v>3.2500000000000001E-2</c:v>
                </c:pt>
                <c:pt idx="6607">
                  <c:v>3.2500000000000001E-2</c:v>
                </c:pt>
                <c:pt idx="6608">
                  <c:v>3.2000000000000001E-2</c:v>
                </c:pt>
                <c:pt idx="6609">
                  <c:v>3.2099999999999997E-2</c:v>
                </c:pt>
                <c:pt idx="6610">
                  <c:v>3.1899999999999998E-2</c:v>
                </c:pt>
                <c:pt idx="6611">
                  <c:v>3.1800000000000002E-2</c:v>
                </c:pt>
                <c:pt idx="6612">
                  <c:v>3.1899999999999998E-2</c:v>
                </c:pt>
                <c:pt idx="6613">
                  <c:v>3.2099999999999997E-2</c:v>
                </c:pt>
                <c:pt idx="6614">
                  <c:v>3.1699999999999999E-2</c:v>
                </c:pt>
                <c:pt idx="6615">
                  <c:v>3.2000000000000001E-2</c:v>
                </c:pt>
                <c:pt idx="6616">
                  <c:v>3.2000000000000001E-2</c:v>
                </c:pt>
                <c:pt idx="6617">
                  <c:v>3.1399999999999997E-2</c:v>
                </c:pt>
                <c:pt idx="6618">
                  <c:v>3.2199999999999999E-2</c:v>
                </c:pt>
                <c:pt idx="6619">
                  <c:v>3.27E-2</c:v>
                </c:pt>
                <c:pt idx="6620">
                  <c:v>3.2599999999999997E-2</c:v>
                </c:pt>
                <c:pt idx="6621">
                  <c:v>3.2000000000000001E-2</c:v>
                </c:pt>
                <c:pt idx="6622">
                  <c:v>3.2000000000000001E-2</c:v>
                </c:pt>
                <c:pt idx="6623">
                  <c:v>3.1800000000000002E-2</c:v>
                </c:pt>
                <c:pt idx="6624">
                  <c:v>3.1800000000000002E-2</c:v>
                </c:pt>
                <c:pt idx="6625">
                  <c:v>3.15E-2</c:v>
                </c:pt>
                <c:pt idx="6626">
                  <c:v>3.1300000000000001E-2</c:v>
                </c:pt>
                <c:pt idx="6627">
                  <c:v>3.1600000000000003E-2</c:v>
                </c:pt>
                <c:pt idx="6628">
                  <c:v>3.1199999999999999E-2</c:v>
                </c:pt>
                <c:pt idx="6629">
                  <c:v>3.1300000000000001E-2</c:v>
                </c:pt>
                <c:pt idx="6630">
                  <c:v>3.09E-2</c:v>
                </c:pt>
                <c:pt idx="6631">
                  <c:v>3.1300000000000001E-2</c:v>
                </c:pt>
                <c:pt idx="6632">
                  <c:v>3.1399999999999997E-2</c:v>
                </c:pt>
                <c:pt idx="6633">
                  <c:v>3.1600000000000003E-2</c:v>
                </c:pt>
                <c:pt idx="6634">
                  <c:v>3.15E-2</c:v>
                </c:pt>
                <c:pt idx="6635">
                  <c:v>3.1699999999999999E-2</c:v>
                </c:pt>
                <c:pt idx="6636">
                  <c:v>3.1899999999999998E-2</c:v>
                </c:pt>
                <c:pt idx="6637">
                  <c:v>3.2000000000000001E-2</c:v>
                </c:pt>
                <c:pt idx="6638">
                  <c:v>3.1099999999999999E-2</c:v>
                </c:pt>
                <c:pt idx="6639">
                  <c:v>3.04E-2</c:v>
                </c:pt>
                <c:pt idx="6640">
                  <c:v>3.1E-2</c:v>
                </c:pt>
                <c:pt idx="6641">
                  <c:v>3.0300000000000001E-2</c:v>
                </c:pt>
                <c:pt idx="6642">
                  <c:v>3.0599999999999999E-2</c:v>
                </c:pt>
                <c:pt idx="6643">
                  <c:v>3.0599999999999999E-2</c:v>
                </c:pt>
                <c:pt idx="6644">
                  <c:v>3.0300000000000001E-2</c:v>
                </c:pt>
                <c:pt idx="6645">
                  <c:v>3.1E-2</c:v>
                </c:pt>
                <c:pt idx="6646">
                  <c:v>3.15E-2</c:v>
                </c:pt>
                <c:pt idx="6647">
                  <c:v>3.1600000000000003E-2</c:v>
                </c:pt>
                <c:pt idx="6648">
                  <c:v>3.2399999999999998E-2</c:v>
                </c:pt>
                <c:pt idx="6649">
                  <c:v>3.1899999999999998E-2</c:v>
                </c:pt>
                <c:pt idx="6650">
                  <c:v>3.1199999999999999E-2</c:v>
                </c:pt>
                <c:pt idx="6651">
                  <c:v>3.1300000000000001E-2</c:v>
                </c:pt>
                <c:pt idx="6652">
                  <c:v>3.1399999999999997E-2</c:v>
                </c:pt>
                <c:pt idx="6653">
                  <c:v>3.1399999999999997E-2</c:v>
                </c:pt>
                <c:pt idx="6654">
                  <c:v>3.1199999999999999E-2</c:v>
                </c:pt>
                <c:pt idx="6655">
                  <c:v>3.0499999999999999E-2</c:v>
                </c:pt>
                <c:pt idx="6656">
                  <c:v>3.0800000000000001E-2</c:v>
                </c:pt>
                <c:pt idx="6657">
                  <c:v>3.09E-2</c:v>
                </c:pt>
                <c:pt idx="6658">
                  <c:v>3.09E-2</c:v>
                </c:pt>
                <c:pt idx="6659">
                  <c:v>3.0599999999999999E-2</c:v>
                </c:pt>
                <c:pt idx="6660">
                  <c:v>3.1300000000000001E-2</c:v>
                </c:pt>
                <c:pt idx="6661">
                  <c:v>3.1399999999999997E-2</c:v>
                </c:pt>
                <c:pt idx="6662">
                  <c:v>3.1300000000000001E-2</c:v>
                </c:pt>
                <c:pt idx="6663">
                  <c:v>3.1399999999999997E-2</c:v>
                </c:pt>
                <c:pt idx="6664">
                  <c:v>3.1300000000000001E-2</c:v>
                </c:pt>
                <c:pt idx="6665">
                  <c:v>3.1099999999999999E-2</c:v>
                </c:pt>
                <c:pt idx="6666">
                  <c:v>3.1199999999999999E-2</c:v>
                </c:pt>
                <c:pt idx="6667">
                  <c:v>3.2099999999999997E-2</c:v>
                </c:pt>
                <c:pt idx="6668">
                  <c:v>3.2399999999999998E-2</c:v>
                </c:pt>
                <c:pt idx="6669">
                  <c:v>3.2399999999999998E-2</c:v>
                </c:pt>
                <c:pt idx="6670">
                  <c:v>3.2599999999999997E-2</c:v>
                </c:pt>
                <c:pt idx="6671">
                  <c:v>3.2899999999999999E-2</c:v>
                </c:pt>
                <c:pt idx="6672">
                  <c:v>3.2399999999999998E-2</c:v>
                </c:pt>
                <c:pt idx="6673">
                  <c:v>3.2300000000000002E-2</c:v>
                </c:pt>
                <c:pt idx="6674">
                  <c:v>3.1699999999999999E-2</c:v>
                </c:pt>
                <c:pt idx="6675">
                  <c:v>3.1399999999999997E-2</c:v>
                </c:pt>
                <c:pt idx="6676">
                  <c:v>3.1399999999999997E-2</c:v>
                </c:pt>
                <c:pt idx="6677">
                  <c:v>3.1E-2</c:v>
                </c:pt>
                <c:pt idx="6678">
                  <c:v>3.1099999999999999E-2</c:v>
                </c:pt>
                <c:pt idx="6679">
                  <c:v>3.09E-2</c:v>
                </c:pt>
                <c:pt idx="6680">
                  <c:v>3.1199999999999999E-2</c:v>
                </c:pt>
                <c:pt idx="6681">
                  <c:v>3.09E-2</c:v>
                </c:pt>
                <c:pt idx="6682">
                  <c:v>3.1099999999999999E-2</c:v>
                </c:pt>
                <c:pt idx="6683">
                  <c:v>3.1099999999999999E-2</c:v>
                </c:pt>
                <c:pt idx="6684">
                  <c:v>3.1399999999999997E-2</c:v>
                </c:pt>
                <c:pt idx="6685">
                  <c:v>3.2099999999999997E-2</c:v>
                </c:pt>
                <c:pt idx="6686">
                  <c:v>3.1600000000000003E-2</c:v>
                </c:pt>
                <c:pt idx="6687">
                  <c:v>3.1899999999999998E-2</c:v>
                </c:pt>
                <c:pt idx="6688">
                  <c:v>3.1399999999999997E-2</c:v>
                </c:pt>
                <c:pt idx="6689">
                  <c:v>3.15E-2</c:v>
                </c:pt>
                <c:pt idx="6690">
                  <c:v>3.15E-2</c:v>
                </c:pt>
                <c:pt idx="6691">
                  <c:v>3.1300000000000001E-2</c:v>
                </c:pt>
                <c:pt idx="6692">
                  <c:v>3.0599999999999999E-2</c:v>
                </c:pt>
                <c:pt idx="6693">
                  <c:v>3.0099999999999998E-2</c:v>
                </c:pt>
                <c:pt idx="6694">
                  <c:v>3.0300000000000001E-2</c:v>
                </c:pt>
                <c:pt idx="6695">
                  <c:v>3.04E-2</c:v>
                </c:pt>
                <c:pt idx="6696">
                  <c:v>3.0499999999999999E-2</c:v>
                </c:pt>
                <c:pt idx="6697">
                  <c:v>3.0599999999999999E-2</c:v>
                </c:pt>
                <c:pt idx="6698">
                  <c:v>3.0800000000000001E-2</c:v>
                </c:pt>
                <c:pt idx="6699">
                  <c:v>3.0800000000000001E-2</c:v>
                </c:pt>
                <c:pt idx="6700">
                  <c:v>3.0599999999999999E-2</c:v>
                </c:pt>
                <c:pt idx="6701">
                  <c:v>3.09E-2</c:v>
                </c:pt>
                <c:pt idx="6702">
                  <c:v>3.0800000000000001E-2</c:v>
                </c:pt>
                <c:pt idx="6703">
                  <c:v>3.0300000000000001E-2</c:v>
                </c:pt>
                <c:pt idx="6704">
                  <c:v>3.0499999999999999E-2</c:v>
                </c:pt>
                <c:pt idx="6705">
                  <c:v>3.1099999999999999E-2</c:v>
                </c:pt>
                <c:pt idx="6706">
                  <c:v>3.0499999999999999E-2</c:v>
                </c:pt>
                <c:pt idx="6707">
                  <c:v>3.0700000000000002E-2</c:v>
                </c:pt>
                <c:pt idx="6708">
                  <c:v>3.09E-2</c:v>
                </c:pt>
                <c:pt idx="6709">
                  <c:v>3.04E-2</c:v>
                </c:pt>
                <c:pt idx="6710">
                  <c:v>3.0499999999999999E-2</c:v>
                </c:pt>
                <c:pt idx="6711">
                  <c:v>3.09E-2</c:v>
                </c:pt>
                <c:pt idx="6712">
                  <c:v>3.15E-2</c:v>
                </c:pt>
                <c:pt idx="6713">
                  <c:v>3.2800000000000003E-2</c:v>
                </c:pt>
                <c:pt idx="6714">
                  <c:v>3.3500000000000002E-2</c:v>
                </c:pt>
                <c:pt idx="6715">
                  <c:v>3.4299999999999997E-2</c:v>
                </c:pt>
                <c:pt idx="6716">
                  <c:v>3.4099999999999998E-2</c:v>
                </c:pt>
                <c:pt idx="6717">
                  <c:v>3.5400000000000001E-2</c:v>
                </c:pt>
                <c:pt idx="6718">
                  <c:v>3.4099999999999998E-2</c:v>
                </c:pt>
                <c:pt idx="6719">
                  <c:v>3.4599999999999999E-2</c:v>
                </c:pt>
                <c:pt idx="6720">
                  <c:v>3.3599999999999998E-2</c:v>
                </c:pt>
                <c:pt idx="6721">
                  <c:v>3.4099999999999998E-2</c:v>
                </c:pt>
                <c:pt idx="6722">
                  <c:v>3.4700000000000002E-2</c:v>
                </c:pt>
                <c:pt idx="6723">
                  <c:v>3.4299999999999997E-2</c:v>
                </c:pt>
                <c:pt idx="6724">
                  <c:v>3.4299999999999997E-2</c:v>
                </c:pt>
                <c:pt idx="6725">
                  <c:v>3.4599999999999999E-2</c:v>
                </c:pt>
                <c:pt idx="6726">
                  <c:v>3.5799999999999998E-2</c:v>
                </c:pt>
                <c:pt idx="6727">
                  <c:v>3.5700000000000003E-2</c:v>
                </c:pt>
                <c:pt idx="6728">
                  <c:v>3.5700000000000003E-2</c:v>
                </c:pt>
                <c:pt idx="6729">
                  <c:v>3.5499999999999997E-2</c:v>
                </c:pt>
                <c:pt idx="6730">
                  <c:v>3.5499999999999997E-2</c:v>
                </c:pt>
              </c:numCache>
            </c:numRef>
          </c:val>
          <c:smooth val="0"/>
          <c:extLst>
            <c:ext xmlns:c16="http://schemas.microsoft.com/office/drawing/2014/chart" uri="{C3380CC4-5D6E-409C-BE32-E72D297353CC}">
              <c16:uniqueId val="{00000000-0FD3-4682-A0C6-166C21679F81}"/>
            </c:ext>
          </c:extLst>
        </c:ser>
        <c:ser>
          <c:idx val="2"/>
          <c:order val="2"/>
          <c:tx>
            <c:v>JPM EUR HY</c:v>
          </c:tx>
          <c:spPr>
            <a:ln w="12700">
              <a:solidFill>
                <a:schemeClr val="accent1">
                  <a:lumMod val="60000"/>
                  <a:lumOff val="40000"/>
                </a:schemeClr>
              </a:solidFill>
            </a:ln>
          </c:spPr>
          <c:marker>
            <c:symbol val="none"/>
          </c:marker>
          <c:cat>
            <c:numRef>
              <c:f>Spread_Calc!$B$7:$B$6974</c:f>
              <c:numCache>
                <c:formatCode>m/d/yyyy</c:formatCode>
                <c:ptCount val="6968"/>
                <c:pt idx="0">
                  <c:v>36893</c:v>
                </c:pt>
                <c:pt idx="1">
                  <c:v>36894</c:v>
                </c:pt>
                <c:pt idx="2">
                  <c:v>36895</c:v>
                </c:pt>
                <c:pt idx="3">
                  <c:v>36896</c:v>
                </c:pt>
                <c:pt idx="4">
                  <c:v>36899</c:v>
                </c:pt>
                <c:pt idx="5">
                  <c:v>36900</c:v>
                </c:pt>
                <c:pt idx="6">
                  <c:v>36901</c:v>
                </c:pt>
                <c:pt idx="7">
                  <c:v>36902</c:v>
                </c:pt>
                <c:pt idx="8">
                  <c:v>36903</c:v>
                </c:pt>
                <c:pt idx="9">
                  <c:v>36906</c:v>
                </c:pt>
                <c:pt idx="10">
                  <c:v>36907</c:v>
                </c:pt>
                <c:pt idx="11">
                  <c:v>36908</c:v>
                </c:pt>
                <c:pt idx="12">
                  <c:v>36909</c:v>
                </c:pt>
                <c:pt idx="13">
                  <c:v>36910</c:v>
                </c:pt>
                <c:pt idx="14">
                  <c:v>36913</c:v>
                </c:pt>
                <c:pt idx="15">
                  <c:v>36914</c:v>
                </c:pt>
                <c:pt idx="16">
                  <c:v>36915</c:v>
                </c:pt>
                <c:pt idx="17">
                  <c:v>36916</c:v>
                </c:pt>
                <c:pt idx="18">
                  <c:v>36917</c:v>
                </c:pt>
                <c:pt idx="19">
                  <c:v>36920</c:v>
                </c:pt>
                <c:pt idx="20">
                  <c:v>36921</c:v>
                </c:pt>
                <c:pt idx="21">
                  <c:v>36922</c:v>
                </c:pt>
                <c:pt idx="22">
                  <c:v>36923</c:v>
                </c:pt>
                <c:pt idx="23">
                  <c:v>36924</c:v>
                </c:pt>
                <c:pt idx="24">
                  <c:v>36927</c:v>
                </c:pt>
                <c:pt idx="25">
                  <c:v>36928</c:v>
                </c:pt>
                <c:pt idx="26">
                  <c:v>36929</c:v>
                </c:pt>
                <c:pt idx="27">
                  <c:v>36930</c:v>
                </c:pt>
                <c:pt idx="28">
                  <c:v>36931</c:v>
                </c:pt>
                <c:pt idx="29">
                  <c:v>36934</c:v>
                </c:pt>
                <c:pt idx="30">
                  <c:v>36935</c:v>
                </c:pt>
                <c:pt idx="31">
                  <c:v>36936</c:v>
                </c:pt>
                <c:pt idx="32">
                  <c:v>36937</c:v>
                </c:pt>
                <c:pt idx="33">
                  <c:v>36938</c:v>
                </c:pt>
                <c:pt idx="34">
                  <c:v>36941</c:v>
                </c:pt>
                <c:pt idx="35">
                  <c:v>36942</c:v>
                </c:pt>
                <c:pt idx="36">
                  <c:v>36943</c:v>
                </c:pt>
                <c:pt idx="37">
                  <c:v>36944</c:v>
                </c:pt>
                <c:pt idx="38">
                  <c:v>36945</c:v>
                </c:pt>
                <c:pt idx="39">
                  <c:v>36948</c:v>
                </c:pt>
                <c:pt idx="40">
                  <c:v>36949</c:v>
                </c:pt>
                <c:pt idx="41">
                  <c:v>36950</c:v>
                </c:pt>
                <c:pt idx="42">
                  <c:v>36951</c:v>
                </c:pt>
                <c:pt idx="43">
                  <c:v>36952</c:v>
                </c:pt>
                <c:pt idx="44">
                  <c:v>36955</c:v>
                </c:pt>
                <c:pt idx="45">
                  <c:v>36956</c:v>
                </c:pt>
                <c:pt idx="46">
                  <c:v>36957</c:v>
                </c:pt>
                <c:pt idx="47">
                  <c:v>36958</c:v>
                </c:pt>
                <c:pt idx="48">
                  <c:v>36959</c:v>
                </c:pt>
                <c:pt idx="49">
                  <c:v>36962</c:v>
                </c:pt>
                <c:pt idx="50">
                  <c:v>36963</c:v>
                </c:pt>
                <c:pt idx="51">
                  <c:v>36964</c:v>
                </c:pt>
                <c:pt idx="52">
                  <c:v>36965</c:v>
                </c:pt>
                <c:pt idx="53">
                  <c:v>36966</c:v>
                </c:pt>
                <c:pt idx="54">
                  <c:v>36969</c:v>
                </c:pt>
                <c:pt idx="55">
                  <c:v>36970</c:v>
                </c:pt>
                <c:pt idx="56">
                  <c:v>36971</c:v>
                </c:pt>
                <c:pt idx="57">
                  <c:v>36972</c:v>
                </c:pt>
                <c:pt idx="58">
                  <c:v>36973</c:v>
                </c:pt>
                <c:pt idx="59">
                  <c:v>36976</c:v>
                </c:pt>
                <c:pt idx="60">
                  <c:v>36977</c:v>
                </c:pt>
                <c:pt idx="61">
                  <c:v>36978</c:v>
                </c:pt>
                <c:pt idx="62">
                  <c:v>36979</c:v>
                </c:pt>
                <c:pt idx="63">
                  <c:v>36980</c:v>
                </c:pt>
                <c:pt idx="64">
                  <c:v>36983</c:v>
                </c:pt>
                <c:pt idx="65">
                  <c:v>36984</c:v>
                </c:pt>
                <c:pt idx="66">
                  <c:v>36985</c:v>
                </c:pt>
                <c:pt idx="67">
                  <c:v>36986</c:v>
                </c:pt>
                <c:pt idx="68">
                  <c:v>36987</c:v>
                </c:pt>
                <c:pt idx="69">
                  <c:v>36990</c:v>
                </c:pt>
                <c:pt idx="70">
                  <c:v>36991</c:v>
                </c:pt>
                <c:pt idx="71">
                  <c:v>36992</c:v>
                </c:pt>
                <c:pt idx="72">
                  <c:v>36993</c:v>
                </c:pt>
                <c:pt idx="73">
                  <c:v>36994</c:v>
                </c:pt>
                <c:pt idx="74">
                  <c:v>36997</c:v>
                </c:pt>
                <c:pt idx="75">
                  <c:v>36998</c:v>
                </c:pt>
                <c:pt idx="76">
                  <c:v>36999</c:v>
                </c:pt>
                <c:pt idx="77">
                  <c:v>37000</c:v>
                </c:pt>
                <c:pt idx="78">
                  <c:v>37001</c:v>
                </c:pt>
                <c:pt idx="79">
                  <c:v>37004</c:v>
                </c:pt>
                <c:pt idx="80">
                  <c:v>37005</c:v>
                </c:pt>
                <c:pt idx="81">
                  <c:v>37006</c:v>
                </c:pt>
                <c:pt idx="82">
                  <c:v>37007</c:v>
                </c:pt>
                <c:pt idx="83">
                  <c:v>37008</c:v>
                </c:pt>
                <c:pt idx="84">
                  <c:v>37011</c:v>
                </c:pt>
                <c:pt idx="85">
                  <c:v>37012</c:v>
                </c:pt>
                <c:pt idx="86">
                  <c:v>37013</c:v>
                </c:pt>
                <c:pt idx="87">
                  <c:v>37014</c:v>
                </c:pt>
                <c:pt idx="88">
                  <c:v>37015</c:v>
                </c:pt>
                <c:pt idx="89">
                  <c:v>37018</c:v>
                </c:pt>
                <c:pt idx="90">
                  <c:v>37019</c:v>
                </c:pt>
                <c:pt idx="91">
                  <c:v>37020</c:v>
                </c:pt>
                <c:pt idx="92">
                  <c:v>37021</c:v>
                </c:pt>
                <c:pt idx="93">
                  <c:v>37022</c:v>
                </c:pt>
                <c:pt idx="94">
                  <c:v>37025</c:v>
                </c:pt>
                <c:pt idx="95">
                  <c:v>37026</c:v>
                </c:pt>
                <c:pt idx="96">
                  <c:v>37027</c:v>
                </c:pt>
                <c:pt idx="97">
                  <c:v>37028</c:v>
                </c:pt>
                <c:pt idx="98">
                  <c:v>37029</c:v>
                </c:pt>
                <c:pt idx="99">
                  <c:v>37032</c:v>
                </c:pt>
                <c:pt idx="100">
                  <c:v>37033</c:v>
                </c:pt>
                <c:pt idx="101">
                  <c:v>37034</c:v>
                </c:pt>
                <c:pt idx="102">
                  <c:v>37035</c:v>
                </c:pt>
                <c:pt idx="103">
                  <c:v>37036</c:v>
                </c:pt>
                <c:pt idx="104">
                  <c:v>37039</c:v>
                </c:pt>
                <c:pt idx="105">
                  <c:v>37040</c:v>
                </c:pt>
                <c:pt idx="106">
                  <c:v>37041</c:v>
                </c:pt>
                <c:pt idx="107">
                  <c:v>37042</c:v>
                </c:pt>
                <c:pt idx="108">
                  <c:v>37043</c:v>
                </c:pt>
                <c:pt idx="109">
                  <c:v>37046</c:v>
                </c:pt>
                <c:pt idx="110">
                  <c:v>37047</c:v>
                </c:pt>
                <c:pt idx="111">
                  <c:v>37048</c:v>
                </c:pt>
                <c:pt idx="112">
                  <c:v>37049</c:v>
                </c:pt>
                <c:pt idx="113">
                  <c:v>37050</c:v>
                </c:pt>
                <c:pt idx="114">
                  <c:v>37053</c:v>
                </c:pt>
                <c:pt idx="115">
                  <c:v>37054</c:v>
                </c:pt>
                <c:pt idx="116">
                  <c:v>37055</c:v>
                </c:pt>
                <c:pt idx="117">
                  <c:v>37056</c:v>
                </c:pt>
                <c:pt idx="118">
                  <c:v>37057</c:v>
                </c:pt>
                <c:pt idx="119">
                  <c:v>37060</c:v>
                </c:pt>
                <c:pt idx="120">
                  <c:v>37061</c:v>
                </c:pt>
                <c:pt idx="121">
                  <c:v>37062</c:v>
                </c:pt>
                <c:pt idx="122">
                  <c:v>37063</c:v>
                </c:pt>
                <c:pt idx="123">
                  <c:v>37064</c:v>
                </c:pt>
                <c:pt idx="124">
                  <c:v>37067</c:v>
                </c:pt>
                <c:pt idx="125">
                  <c:v>37068</c:v>
                </c:pt>
                <c:pt idx="126">
                  <c:v>37069</c:v>
                </c:pt>
                <c:pt idx="127">
                  <c:v>37070</c:v>
                </c:pt>
                <c:pt idx="128">
                  <c:v>37071</c:v>
                </c:pt>
                <c:pt idx="129">
                  <c:v>37074</c:v>
                </c:pt>
                <c:pt idx="130">
                  <c:v>37075</c:v>
                </c:pt>
                <c:pt idx="131">
                  <c:v>37076</c:v>
                </c:pt>
                <c:pt idx="132">
                  <c:v>37077</c:v>
                </c:pt>
                <c:pt idx="133">
                  <c:v>37078</c:v>
                </c:pt>
                <c:pt idx="134">
                  <c:v>37081</c:v>
                </c:pt>
                <c:pt idx="135">
                  <c:v>37082</c:v>
                </c:pt>
                <c:pt idx="136">
                  <c:v>37083</c:v>
                </c:pt>
                <c:pt idx="137">
                  <c:v>37084</c:v>
                </c:pt>
                <c:pt idx="138">
                  <c:v>37085</c:v>
                </c:pt>
                <c:pt idx="139">
                  <c:v>37088</c:v>
                </c:pt>
                <c:pt idx="140">
                  <c:v>37089</c:v>
                </c:pt>
                <c:pt idx="141">
                  <c:v>37090</c:v>
                </c:pt>
                <c:pt idx="142">
                  <c:v>37091</c:v>
                </c:pt>
                <c:pt idx="143">
                  <c:v>37092</c:v>
                </c:pt>
                <c:pt idx="144">
                  <c:v>37095</c:v>
                </c:pt>
                <c:pt idx="145">
                  <c:v>37096</c:v>
                </c:pt>
                <c:pt idx="146">
                  <c:v>37097</c:v>
                </c:pt>
                <c:pt idx="147">
                  <c:v>37098</c:v>
                </c:pt>
                <c:pt idx="148">
                  <c:v>37099</c:v>
                </c:pt>
                <c:pt idx="149">
                  <c:v>37102</c:v>
                </c:pt>
                <c:pt idx="150">
                  <c:v>37103</c:v>
                </c:pt>
                <c:pt idx="151">
                  <c:v>37104</c:v>
                </c:pt>
                <c:pt idx="152">
                  <c:v>37105</c:v>
                </c:pt>
                <c:pt idx="153">
                  <c:v>37106</c:v>
                </c:pt>
                <c:pt idx="154">
                  <c:v>37109</c:v>
                </c:pt>
                <c:pt idx="155">
                  <c:v>37110</c:v>
                </c:pt>
                <c:pt idx="156">
                  <c:v>37111</c:v>
                </c:pt>
                <c:pt idx="157">
                  <c:v>37112</c:v>
                </c:pt>
                <c:pt idx="158">
                  <c:v>37113</c:v>
                </c:pt>
                <c:pt idx="159">
                  <c:v>37116</c:v>
                </c:pt>
                <c:pt idx="160">
                  <c:v>37117</c:v>
                </c:pt>
                <c:pt idx="161">
                  <c:v>37118</c:v>
                </c:pt>
                <c:pt idx="162">
                  <c:v>37119</c:v>
                </c:pt>
                <c:pt idx="163">
                  <c:v>37120</c:v>
                </c:pt>
                <c:pt idx="164">
                  <c:v>37123</c:v>
                </c:pt>
                <c:pt idx="165">
                  <c:v>37124</c:v>
                </c:pt>
                <c:pt idx="166">
                  <c:v>37125</c:v>
                </c:pt>
                <c:pt idx="167">
                  <c:v>37126</c:v>
                </c:pt>
                <c:pt idx="168">
                  <c:v>37127</c:v>
                </c:pt>
                <c:pt idx="169">
                  <c:v>37130</c:v>
                </c:pt>
                <c:pt idx="170">
                  <c:v>37131</c:v>
                </c:pt>
                <c:pt idx="171">
                  <c:v>37132</c:v>
                </c:pt>
                <c:pt idx="172">
                  <c:v>37133</c:v>
                </c:pt>
                <c:pt idx="173">
                  <c:v>37134</c:v>
                </c:pt>
                <c:pt idx="174">
                  <c:v>37137</c:v>
                </c:pt>
                <c:pt idx="175">
                  <c:v>37138</c:v>
                </c:pt>
                <c:pt idx="176">
                  <c:v>37139</c:v>
                </c:pt>
                <c:pt idx="177">
                  <c:v>37140</c:v>
                </c:pt>
                <c:pt idx="178">
                  <c:v>37141</c:v>
                </c:pt>
                <c:pt idx="179">
                  <c:v>37144</c:v>
                </c:pt>
                <c:pt idx="180">
                  <c:v>37145</c:v>
                </c:pt>
                <c:pt idx="181">
                  <c:v>37146</c:v>
                </c:pt>
                <c:pt idx="182">
                  <c:v>37147</c:v>
                </c:pt>
                <c:pt idx="183">
                  <c:v>37148</c:v>
                </c:pt>
                <c:pt idx="184">
                  <c:v>37151</c:v>
                </c:pt>
                <c:pt idx="185">
                  <c:v>37152</c:v>
                </c:pt>
                <c:pt idx="186">
                  <c:v>37153</c:v>
                </c:pt>
                <c:pt idx="187">
                  <c:v>37154</c:v>
                </c:pt>
                <c:pt idx="188">
                  <c:v>37155</c:v>
                </c:pt>
                <c:pt idx="189">
                  <c:v>37158</c:v>
                </c:pt>
                <c:pt idx="190">
                  <c:v>37159</c:v>
                </c:pt>
                <c:pt idx="191">
                  <c:v>37160</c:v>
                </c:pt>
                <c:pt idx="192">
                  <c:v>37161</c:v>
                </c:pt>
                <c:pt idx="193">
                  <c:v>37162</c:v>
                </c:pt>
                <c:pt idx="194">
                  <c:v>37165</c:v>
                </c:pt>
                <c:pt idx="195">
                  <c:v>37166</c:v>
                </c:pt>
                <c:pt idx="196">
                  <c:v>37167</c:v>
                </c:pt>
                <c:pt idx="197">
                  <c:v>37168</c:v>
                </c:pt>
                <c:pt idx="198">
                  <c:v>37169</c:v>
                </c:pt>
                <c:pt idx="199">
                  <c:v>37172</c:v>
                </c:pt>
                <c:pt idx="200">
                  <c:v>37173</c:v>
                </c:pt>
                <c:pt idx="201">
                  <c:v>37174</c:v>
                </c:pt>
                <c:pt idx="202">
                  <c:v>37175</c:v>
                </c:pt>
                <c:pt idx="203">
                  <c:v>37176</c:v>
                </c:pt>
                <c:pt idx="204">
                  <c:v>37179</c:v>
                </c:pt>
                <c:pt idx="205">
                  <c:v>37180</c:v>
                </c:pt>
                <c:pt idx="206">
                  <c:v>37181</c:v>
                </c:pt>
                <c:pt idx="207">
                  <c:v>37182</c:v>
                </c:pt>
                <c:pt idx="208">
                  <c:v>37183</c:v>
                </c:pt>
                <c:pt idx="209">
                  <c:v>37186</c:v>
                </c:pt>
                <c:pt idx="210">
                  <c:v>37187</c:v>
                </c:pt>
                <c:pt idx="211">
                  <c:v>37188</c:v>
                </c:pt>
                <c:pt idx="212">
                  <c:v>37189</c:v>
                </c:pt>
                <c:pt idx="213">
                  <c:v>37190</c:v>
                </c:pt>
                <c:pt idx="214">
                  <c:v>37193</c:v>
                </c:pt>
                <c:pt idx="215">
                  <c:v>37194</c:v>
                </c:pt>
                <c:pt idx="216">
                  <c:v>37195</c:v>
                </c:pt>
                <c:pt idx="217">
                  <c:v>37196</c:v>
                </c:pt>
                <c:pt idx="218">
                  <c:v>37197</c:v>
                </c:pt>
                <c:pt idx="219">
                  <c:v>37200</c:v>
                </c:pt>
                <c:pt idx="220">
                  <c:v>37201</c:v>
                </c:pt>
                <c:pt idx="221">
                  <c:v>37202</c:v>
                </c:pt>
                <c:pt idx="222">
                  <c:v>37203</c:v>
                </c:pt>
                <c:pt idx="223">
                  <c:v>37204</c:v>
                </c:pt>
                <c:pt idx="224">
                  <c:v>37207</c:v>
                </c:pt>
                <c:pt idx="225">
                  <c:v>37208</c:v>
                </c:pt>
                <c:pt idx="226">
                  <c:v>37209</c:v>
                </c:pt>
                <c:pt idx="227">
                  <c:v>37210</c:v>
                </c:pt>
                <c:pt idx="228">
                  <c:v>37211</c:v>
                </c:pt>
                <c:pt idx="229">
                  <c:v>37214</c:v>
                </c:pt>
                <c:pt idx="230">
                  <c:v>37215</c:v>
                </c:pt>
                <c:pt idx="231">
                  <c:v>37216</c:v>
                </c:pt>
                <c:pt idx="232">
                  <c:v>37217</c:v>
                </c:pt>
                <c:pt idx="233">
                  <c:v>37218</c:v>
                </c:pt>
                <c:pt idx="234">
                  <c:v>37221</c:v>
                </c:pt>
                <c:pt idx="235">
                  <c:v>37222</c:v>
                </c:pt>
                <c:pt idx="236">
                  <c:v>37223</c:v>
                </c:pt>
                <c:pt idx="237">
                  <c:v>37224</c:v>
                </c:pt>
                <c:pt idx="238">
                  <c:v>37225</c:v>
                </c:pt>
                <c:pt idx="239">
                  <c:v>37228</c:v>
                </c:pt>
                <c:pt idx="240">
                  <c:v>37229</c:v>
                </c:pt>
                <c:pt idx="241">
                  <c:v>37230</c:v>
                </c:pt>
                <c:pt idx="242">
                  <c:v>37231</c:v>
                </c:pt>
                <c:pt idx="243">
                  <c:v>37232</c:v>
                </c:pt>
                <c:pt idx="244">
                  <c:v>37235</c:v>
                </c:pt>
                <c:pt idx="245">
                  <c:v>37236</c:v>
                </c:pt>
                <c:pt idx="246">
                  <c:v>37237</c:v>
                </c:pt>
                <c:pt idx="247">
                  <c:v>37238</c:v>
                </c:pt>
                <c:pt idx="248">
                  <c:v>37239</c:v>
                </c:pt>
                <c:pt idx="249">
                  <c:v>37242</c:v>
                </c:pt>
                <c:pt idx="250">
                  <c:v>37243</c:v>
                </c:pt>
                <c:pt idx="251">
                  <c:v>37244</c:v>
                </c:pt>
                <c:pt idx="252">
                  <c:v>37245</c:v>
                </c:pt>
                <c:pt idx="253">
                  <c:v>37246</c:v>
                </c:pt>
                <c:pt idx="254">
                  <c:v>37249</c:v>
                </c:pt>
                <c:pt idx="255">
                  <c:v>37250</c:v>
                </c:pt>
                <c:pt idx="256">
                  <c:v>37251</c:v>
                </c:pt>
                <c:pt idx="257">
                  <c:v>37252</c:v>
                </c:pt>
                <c:pt idx="258">
                  <c:v>37253</c:v>
                </c:pt>
                <c:pt idx="259">
                  <c:v>37256</c:v>
                </c:pt>
                <c:pt idx="260">
                  <c:v>37257</c:v>
                </c:pt>
                <c:pt idx="261">
                  <c:v>37258</c:v>
                </c:pt>
                <c:pt idx="262">
                  <c:v>37259</c:v>
                </c:pt>
                <c:pt idx="263">
                  <c:v>37260</c:v>
                </c:pt>
                <c:pt idx="264">
                  <c:v>37263</c:v>
                </c:pt>
                <c:pt idx="265">
                  <c:v>37264</c:v>
                </c:pt>
                <c:pt idx="266">
                  <c:v>37265</c:v>
                </c:pt>
                <c:pt idx="267">
                  <c:v>37266</c:v>
                </c:pt>
                <c:pt idx="268">
                  <c:v>37267</c:v>
                </c:pt>
                <c:pt idx="269">
                  <c:v>37270</c:v>
                </c:pt>
                <c:pt idx="270">
                  <c:v>37271</c:v>
                </c:pt>
                <c:pt idx="271">
                  <c:v>37272</c:v>
                </c:pt>
                <c:pt idx="272">
                  <c:v>37273</c:v>
                </c:pt>
                <c:pt idx="273">
                  <c:v>37274</c:v>
                </c:pt>
                <c:pt idx="274">
                  <c:v>37277</c:v>
                </c:pt>
                <c:pt idx="275">
                  <c:v>37278</c:v>
                </c:pt>
                <c:pt idx="276">
                  <c:v>37279</c:v>
                </c:pt>
                <c:pt idx="277">
                  <c:v>37280</c:v>
                </c:pt>
                <c:pt idx="278">
                  <c:v>37281</c:v>
                </c:pt>
                <c:pt idx="279">
                  <c:v>37284</c:v>
                </c:pt>
                <c:pt idx="280">
                  <c:v>37285</c:v>
                </c:pt>
                <c:pt idx="281">
                  <c:v>37286</c:v>
                </c:pt>
                <c:pt idx="282">
                  <c:v>37287</c:v>
                </c:pt>
                <c:pt idx="283">
                  <c:v>37288</c:v>
                </c:pt>
                <c:pt idx="284">
                  <c:v>37291</c:v>
                </c:pt>
                <c:pt idx="285">
                  <c:v>37292</c:v>
                </c:pt>
                <c:pt idx="286">
                  <c:v>37293</c:v>
                </c:pt>
                <c:pt idx="287">
                  <c:v>37294</c:v>
                </c:pt>
                <c:pt idx="288">
                  <c:v>37295</c:v>
                </c:pt>
                <c:pt idx="289">
                  <c:v>37298</c:v>
                </c:pt>
                <c:pt idx="290">
                  <c:v>37299</c:v>
                </c:pt>
                <c:pt idx="291">
                  <c:v>37300</c:v>
                </c:pt>
                <c:pt idx="292">
                  <c:v>37301</c:v>
                </c:pt>
                <c:pt idx="293">
                  <c:v>37302</c:v>
                </c:pt>
                <c:pt idx="294">
                  <c:v>37305</c:v>
                </c:pt>
                <c:pt idx="295">
                  <c:v>37306</c:v>
                </c:pt>
                <c:pt idx="296">
                  <c:v>37307</c:v>
                </c:pt>
                <c:pt idx="297">
                  <c:v>37308</c:v>
                </c:pt>
                <c:pt idx="298">
                  <c:v>37309</c:v>
                </c:pt>
                <c:pt idx="299">
                  <c:v>37312</c:v>
                </c:pt>
                <c:pt idx="300">
                  <c:v>37313</c:v>
                </c:pt>
                <c:pt idx="301">
                  <c:v>37314</c:v>
                </c:pt>
                <c:pt idx="302">
                  <c:v>37315</c:v>
                </c:pt>
                <c:pt idx="303">
                  <c:v>37316</c:v>
                </c:pt>
                <c:pt idx="304">
                  <c:v>37319</c:v>
                </c:pt>
                <c:pt idx="305">
                  <c:v>37320</c:v>
                </c:pt>
                <c:pt idx="306">
                  <c:v>37321</c:v>
                </c:pt>
                <c:pt idx="307">
                  <c:v>37322</c:v>
                </c:pt>
                <c:pt idx="308">
                  <c:v>37323</c:v>
                </c:pt>
                <c:pt idx="309">
                  <c:v>37326</c:v>
                </c:pt>
                <c:pt idx="310">
                  <c:v>37327</c:v>
                </c:pt>
                <c:pt idx="311">
                  <c:v>37328</c:v>
                </c:pt>
                <c:pt idx="312">
                  <c:v>37329</c:v>
                </c:pt>
                <c:pt idx="313">
                  <c:v>37330</c:v>
                </c:pt>
                <c:pt idx="314">
                  <c:v>37333</c:v>
                </c:pt>
                <c:pt idx="315">
                  <c:v>37334</c:v>
                </c:pt>
                <c:pt idx="316">
                  <c:v>37335</c:v>
                </c:pt>
                <c:pt idx="317">
                  <c:v>37336</c:v>
                </c:pt>
                <c:pt idx="318">
                  <c:v>37337</c:v>
                </c:pt>
                <c:pt idx="319">
                  <c:v>37340</c:v>
                </c:pt>
                <c:pt idx="320">
                  <c:v>37341</c:v>
                </c:pt>
                <c:pt idx="321">
                  <c:v>37342</c:v>
                </c:pt>
                <c:pt idx="322">
                  <c:v>37343</c:v>
                </c:pt>
                <c:pt idx="323">
                  <c:v>37344</c:v>
                </c:pt>
                <c:pt idx="324">
                  <c:v>37347</c:v>
                </c:pt>
                <c:pt idx="325">
                  <c:v>37348</c:v>
                </c:pt>
                <c:pt idx="326">
                  <c:v>37349</c:v>
                </c:pt>
                <c:pt idx="327">
                  <c:v>37350</c:v>
                </c:pt>
                <c:pt idx="328">
                  <c:v>37351</c:v>
                </c:pt>
                <c:pt idx="329">
                  <c:v>37354</c:v>
                </c:pt>
                <c:pt idx="330">
                  <c:v>37355</c:v>
                </c:pt>
                <c:pt idx="331">
                  <c:v>37356</c:v>
                </c:pt>
                <c:pt idx="332">
                  <c:v>37357</c:v>
                </c:pt>
                <c:pt idx="333">
                  <c:v>37358</c:v>
                </c:pt>
                <c:pt idx="334">
                  <c:v>37361</c:v>
                </c:pt>
                <c:pt idx="335">
                  <c:v>37362</c:v>
                </c:pt>
                <c:pt idx="336">
                  <c:v>37363</c:v>
                </c:pt>
                <c:pt idx="337">
                  <c:v>37364</c:v>
                </c:pt>
                <c:pt idx="338">
                  <c:v>37365</c:v>
                </c:pt>
                <c:pt idx="339">
                  <c:v>37368</c:v>
                </c:pt>
                <c:pt idx="340">
                  <c:v>37369</c:v>
                </c:pt>
                <c:pt idx="341">
                  <c:v>37370</c:v>
                </c:pt>
                <c:pt idx="342">
                  <c:v>37371</c:v>
                </c:pt>
                <c:pt idx="343">
                  <c:v>37372</c:v>
                </c:pt>
                <c:pt idx="344">
                  <c:v>37375</c:v>
                </c:pt>
                <c:pt idx="345">
                  <c:v>37376</c:v>
                </c:pt>
                <c:pt idx="346">
                  <c:v>37377</c:v>
                </c:pt>
                <c:pt idx="347">
                  <c:v>37378</c:v>
                </c:pt>
                <c:pt idx="348">
                  <c:v>37379</c:v>
                </c:pt>
                <c:pt idx="349">
                  <c:v>37382</c:v>
                </c:pt>
                <c:pt idx="350">
                  <c:v>37383</c:v>
                </c:pt>
                <c:pt idx="351">
                  <c:v>37384</c:v>
                </c:pt>
                <c:pt idx="352">
                  <c:v>37385</c:v>
                </c:pt>
                <c:pt idx="353">
                  <c:v>37386</c:v>
                </c:pt>
                <c:pt idx="354">
                  <c:v>37389</c:v>
                </c:pt>
                <c:pt idx="355">
                  <c:v>37390</c:v>
                </c:pt>
                <c:pt idx="356">
                  <c:v>37391</c:v>
                </c:pt>
                <c:pt idx="357">
                  <c:v>37392</c:v>
                </c:pt>
                <c:pt idx="358">
                  <c:v>37393</c:v>
                </c:pt>
                <c:pt idx="359">
                  <c:v>37396</c:v>
                </c:pt>
                <c:pt idx="360">
                  <c:v>37397</c:v>
                </c:pt>
                <c:pt idx="361">
                  <c:v>37398</c:v>
                </c:pt>
                <c:pt idx="362">
                  <c:v>37399</c:v>
                </c:pt>
                <c:pt idx="363">
                  <c:v>37400</c:v>
                </c:pt>
                <c:pt idx="364">
                  <c:v>37403</c:v>
                </c:pt>
                <c:pt idx="365">
                  <c:v>37404</c:v>
                </c:pt>
                <c:pt idx="366">
                  <c:v>37405</c:v>
                </c:pt>
                <c:pt idx="367">
                  <c:v>37406</c:v>
                </c:pt>
                <c:pt idx="368">
                  <c:v>37407</c:v>
                </c:pt>
                <c:pt idx="369">
                  <c:v>37410</c:v>
                </c:pt>
                <c:pt idx="370">
                  <c:v>37411</c:v>
                </c:pt>
                <c:pt idx="371">
                  <c:v>37412</c:v>
                </c:pt>
                <c:pt idx="372">
                  <c:v>37413</c:v>
                </c:pt>
                <c:pt idx="373">
                  <c:v>37414</c:v>
                </c:pt>
                <c:pt idx="374">
                  <c:v>37417</c:v>
                </c:pt>
                <c:pt idx="375">
                  <c:v>37418</c:v>
                </c:pt>
                <c:pt idx="376">
                  <c:v>37419</c:v>
                </c:pt>
                <c:pt idx="377">
                  <c:v>37420</c:v>
                </c:pt>
                <c:pt idx="378">
                  <c:v>37421</c:v>
                </c:pt>
                <c:pt idx="379">
                  <c:v>37424</c:v>
                </c:pt>
                <c:pt idx="380">
                  <c:v>37425</c:v>
                </c:pt>
                <c:pt idx="381">
                  <c:v>37426</c:v>
                </c:pt>
                <c:pt idx="382">
                  <c:v>37427</c:v>
                </c:pt>
                <c:pt idx="383">
                  <c:v>37428</c:v>
                </c:pt>
                <c:pt idx="384">
                  <c:v>37431</c:v>
                </c:pt>
                <c:pt idx="385">
                  <c:v>37432</c:v>
                </c:pt>
                <c:pt idx="386">
                  <c:v>37433</c:v>
                </c:pt>
                <c:pt idx="387">
                  <c:v>37434</c:v>
                </c:pt>
                <c:pt idx="388">
                  <c:v>37435</c:v>
                </c:pt>
                <c:pt idx="389">
                  <c:v>37438</c:v>
                </c:pt>
                <c:pt idx="390">
                  <c:v>37439</c:v>
                </c:pt>
                <c:pt idx="391">
                  <c:v>37440</c:v>
                </c:pt>
                <c:pt idx="392">
                  <c:v>37441</c:v>
                </c:pt>
                <c:pt idx="393">
                  <c:v>37442</c:v>
                </c:pt>
                <c:pt idx="394">
                  <c:v>37445</c:v>
                </c:pt>
                <c:pt idx="395">
                  <c:v>37446</c:v>
                </c:pt>
                <c:pt idx="396">
                  <c:v>37447</c:v>
                </c:pt>
                <c:pt idx="397">
                  <c:v>37448</c:v>
                </c:pt>
                <c:pt idx="398">
                  <c:v>37449</c:v>
                </c:pt>
                <c:pt idx="399">
                  <c:v>37452</c:v>
                </c:pt>
                <c:pt idx="400">
                  <c:v>37453</c:v>
                </c:pt>
                <c:pt idx="401">
                  <c:v>37454</c:v>
                </c:pt>
                <c:pt idx="402">
                  <c:v>37455</c:v>
                </c:pt>
                <c:pt idx="403">
                  <c:v>37456</c:v>
                </c:pt>
                <c:pt idx="404">
                  <c:v>37459</c:v>
                </c:pt>
                <c:pt idx="405">
                  <c:v>37460</c:v>
                </c:pt>
                <c:pt idx="406">
                  <c:v>37461</c:v>
                </c:pt>
                <c:pt idx="407">
                  <c:v>37462</c:v>
                </c:pt>
                <c:pt idx="408">
                  <c:v>37463</c:v>
                </c:pt>
                <c:pt idx="409">
                  <c:v>37466</c:v>
                </c:pt>
                <c:pt idx="410">
                  <c:v>37467</c:v>
                </c:pt>
                <c:pt idx="411">
                  <c:v>37468</c:v>
                </c:pt>
                <c:pt idx="412">
                  <c:v>37469</c:v>
                </c:pt>
                <c:pt idx="413">
                  <c:v>37470</c:v>
                </c:pt>
                <c:pt idx="414">
                  <c:v>37473</c:v>
                </c:pt>
                <c:pt idx="415">
                  <c:v>37474</c:v>
                </c:pt>
                <c:pt idx="416">
                  <c:v>37475</c:v>
                </c:pt>
                <c:pt idx="417">
                  <c:v>37476</c:v>
                </c:pt>
                <c:pt idx="418">
                  <c:v>37477</c:v>
                </c:pt>
                <c:pt idx="419">
                  <c:v>37480</c:v>
                </c:pt>
                <c:pt idx="420">
                  <c:v>37481</c:v>
                </c:pt>
                <c:pt idx="421">
                  <c:v>37482</c:v>
                </c:pt>
                <c:pt idx="422">
                  <c:v>37483</c:v>
                </c:pt>
                <c:pt idx="423">
                  <c:v>37484</c:v>
                </c:pt>
                <c:pt idx="424">
                  <c:v>37487</c:v>
                </c:pt>
                <c:pt idx="425">
                  <c:v>37488</c:v>
                </c:pt>
                <c:pt idx="426">
                  <c:v>37489</c:v>
                </c:pt>
                <c:pt idx="427">
                  <c:v>37490</c:v>
                </c:pt>
                <c:pt idx="428">
                  <c:v>37491</c:v>
                </c:pt>
                <c:pt idx="429">
                  <c:v>37494</c:v>
                </c:pt>
                <c:pt idx="430">
                  <c:v>37495</c:v>
                </c:pt>
                <c:pt idx="431">
                  <c:v>37496</c:v>
                </c:pt>
                <c:pt idx="432">
                  <c:v>37497</c:v>
                </c:pt>
                <c:pt idx="433">
                  <c:v>37498</c:v>
                </c:pt>
                <c:pt idx="434">
                  <c:v>37501</c:v>
                </c:pt>
                <c:pt idx="435">
                  <c:v>37502</c:v>
                </c:pt>
                <c:pt idx="436">
                  <c:v>37503</c:v>
                </c:pt>
                <c:pt idx="437">
                  <c:v>37504</c:v>
                </c:pt>
                <c:pt idx="438">
                  <c:v>37505</c:v>
                </c:pt>
                <c:pt idx="439">
                  <c:v>37508</c:v>
                </c:pt>
                <c:pt idx="440">
                  <c:v>37509</c:v>
                </c:pt>
                <c:pt idx="441">
                  <c:v>37510</c:v>
                </c:pt>
                <c:pt idx="442">
                  <c:v>37511</c:v>
                </c:pt>
                <c:pt idx="443">
                  <c:v>37512</c:v>
                </c:pt>
                <c:pt idx="444">
                  <c:v>37515</c:v>
                </c:pt>
                <c:pt idx="445">
                  <c:v>37516</c:v>
                </c:pt>
                <c:pt idx="446">
                  <c:v>37517</c:v>
                </c:pt>
                <c:pt idx="447">
                  <c:v>37518</c:v>
                </c:pt>
                <c:pt idx="448">
                  <c:v>37519</c:v>
                </c:pt>
                <c:pt idx="449">
                  <c:v>37522</c:v>
                </c:pt>
                <c:pt idx="450">
                  <c:v>37523</c:v>
                </c:pt>
                <c:pt idx="451">
                  <c:v>37524</c:v>
                </c:pt>
                <c:pt idx="452">
                  <c:v>37525</c:v>
                </c:pt>
                <c:pt idx="453">
                  <c:v>37526</c:v>
                </c:pt>
                <c:pt idx="454">
                  <c:v>37529</c:v>
                </c:pt>
                <c:pt idx="455">
                  <c:v>37530</c:v>
                </c:pt>
                <c:pt idx="456">
                  <c:v>37531</c:v>
                </c:pt>
                <c:pt idx="457">
                  <c:v>37532</c:v>
                </c:pt>
                <c:pt idx="458">
                  <c:v>37533</c:v>
                </c:pt>
                <c:pt idx="459">
                  <c:v>37536</c:v>
                </c:pt>
                <c:pt idx="460">
                  <c:v>37537</c:v>
                </c:pt>
                <c:pt idx="461">
                  <c:v>37538</c:v>
                </c:pt>
                <c:pt idx="462">
                  <c:v>37539</c:v>
                </c:pt>
                <c:pt idx="463">
                  <c:v>37540</c:v>
                </c:pt>
                <c:pt idx="464">
                  <c:v>37543</c:v>
                </c:pt>
                <c:pt idx="465">
                  <c:v>37544</c:v>
                </c:pt>
                <c:pt idx="466">
                  <c:v>37545</c:v>
                </c:pt>
                <c:pt idx="467">
                  <c:v>37546</c:v>
                </c:pt>
                <c:pt idx="468">
                  <c:v>37547</c:v>
                </c:pt>
                <c:pt idx="469">
                  <c:v>37550</c:v>
                </c:pt>
                <c:pt idx="470">
                  <c:v>37551</c:v>
                </c:pt>
                <c:pt idx="471">
                  <c:v>37552</c:v>
                </c:pt>
                <c:pt idx="472">
                  <c:v>37553</c:v>
                </c:pt>
                <c:pt idx="473">
                  <c:v>37554</c:v>
                </c:pt>
                <c:pt idx="474">
                  <c:v>37557</c:v>
                </c:pt>
                <c:pt idx="475">
                  <c:v>37558</c:v>
                </c:pt>
                <c:pt idx="476">
                  <c:v>37559</c:v>
                </c:pt>
                <c:pt idx="477">
                  <c:v>37560</c:v>
                </c:pt>
                <c:pt idx="478">
                  <c:v>37561</c:v>
                </c:pt>
                <c:pt idx="479">
                  <c:v>37564</c:v>
                </c:pt>
                <c:pt idx="480">
                  <c:v>37565</c:v>
                </c:pt>
                <c:pt idx="481">
                  <c:v>37566</c:v>
                </c:pt>
                <c:pt idx="482">
                  <c:v>37567</c:v>
                </c:pt>
                <c:pt idx="483">
                  <c:v>37568</c:v>
                </c:pt>
                <c:pt idx="484">
                  <c:v>37571</c:v>
                </c:pt>
                <c:pt idx="485">
                  <c:v>37572</c:v>
                </c:pt>
                <c:pt idx="486">
                  <c:v>37573</c:v>
                </c:pt>
                <c:pt idx="487">
                  <c:v>37574</c:v>
                </c:pt>
                <c:pt idx="488">
                  <c:v>37575</c:v>
                </c:pt>
                <c:pt idx="489">
                  <c:v>37578</c:v>
                </c:pt>
                <c:pt idx="490">
                  <c:v>37579</c:v>
                </c:pt>
                <c:pt idx="491">
                  <c:v>37580</c:v>
                </c:pt>
                <c:pt idx="492">
                  <c:v>37581</c:v>
                </c:pt>
                <c:pt idx="493">
                  <c:v>37582</c:v>
                </c:pt>
                <c:pt idx="494">
                  <c:v>37585</c:v>
                </c:pt>
                <c:pt idx="495">
                  <c:v>37586</c:v>
                </c:pt>
                <c:pt idx="496">
                  <c:v>37587</c:v>
                </c:pt>
                <c:pt idx="497">
                  <c:v>37588</c:v>
                </c:pt>
                <c:pt idx="498">
                  <c:v>37589</c:v>
                </c:pt>
                <c:pt idx="499">
                  <c:v>37592</c:v>
                </c:pt>
                <c:pt idx="500">
                  <c:v>37593</c:v>
                </c:pt>
                <c:pt idx="501">
                  <c:v>37594</c:v>
                </c:pt>
                <c:pt idx="502">
                  <c:v>37595</c:v>
                </c:pt>
                <c:pt idx="503">
                  <c:v>37596</c:v>
                </c:pt>
                <c:pt idx="504">
                  <c:v>37599</c:v>
                </c:pt>
                <c:pt idx="505">
                  <c:v>37600</c:v>
                </c:pt>
                <c:pt idx="506">
                  <c:v>37601</c:v>
                </c:pt>
                <c:pt idx="507">
                  <c:v>37602</c:v>
                </c:pt>
                <c:pt idx="508">
                  <c:v>37603</c:v>
                </c:pt>
                <c:pt idx="509">
                  <c:v>37606</c:v>
                </c:pt>
                <c:pt idx="510">
                  <c:v>37607</c:v>
                </c:pt>
                <c:pt idx="511">
                  <c:v>37608</c:v>
                </c:pt>
                <c:pt idx="512">
                  <c:v>37609</c:v>
                </c:pt>
                <c:pt idx="513">
                  <c:v>37610</c:v>
                </c:pt>
                <c:pt idx="514">
                  <c:v>37613</c:v>
                </c:pt>
                <c:pt idx="515">
                  <c:v>37614</c:v>
                </c:pt>
                <c:pt idx="516">
                  <c:v>37615</c:v>
                </c:pt>
                <c:pt idx="517">
                  <c:v>37616</c:v>
                </c:pt>
                <c:pt idx="518">
                  <c:v>37617</c:v>
                </c:pt>
                <c:pt idx="519">
                  <c:v>37620</c:v>
                </c:pt>
                <c:pt idx="520">
                  <c:v>37621</c:v>
                </c:pt>
                <c:pt idx="521">
                  <c:v>37622</c:v>
                </c:pt>
                <c:pt idx="522">
                  <c:v>37623</c:v>
                </c:pt>
                <c:pt idx="523">
                  <c:v>37624</c:v>
                </c:pt>
                <c:pt idx="524">
                  <c:v>37627</c:v>
                </c:pt>
                <c:pt idx="525">
                  <c:v>37628</c:v>
                </c:pt>
                <c:pt idx="526">
                  <c:v>37629</c:v>
                </c:pt>
                <c:pt idx="527">
                  <c:v>37630</c:v>
                </c:pt>
                <c:pt idx="528">
                  <c:v>37631</c:v>
                </c:pt>
                <c:pt idx="529">
                  <c:v>37634</c:v>
                </c:pt>
                <c:pt idx="530">
                  <c:v>37635</c:v>
                </c:pt>
                <c:pt idx="531">
                  <c:v>37636</c:v>
                </c:pt>
                <c:pt idx="532">
                  <c:v>37637</c:v>
                </c:pt>
                <c:pt idx="533">
                  <c:v>37638</c:v>
                </c:pt>
                <c:pt idx="534">
                  <c:v>37641</c:v>
                </c:pt>
                <c:pt idx="535">
                  <c:v>37642</c:v>
                </c:pt>
                <c:pt idx="536">
                  <c:v>37643</c:v>
                </c:pt>
                <c:pt idx="537">
                  <c:v>37644</c:v>
                </c:pt>
                <c:pt idx="538">
                  <c:v>37645</c:v>
                </c:pt>
                <c:pt idx="539">
                  <c:v>37648</c:v>
                </c:pt>
                <c:pt idx="540">
                  <c:v>37649</c:v>
                </c:pt>
                <c:pt idx="541">
                  <c:v>37650</c:v>
                </c:pt>
                <c:pt idx="542">
                  <c:v>37651</c:v>
                </c:pt>
                <c:pt idx="543">
                  <c:v>37652</c:v>
                </c:pt>
                <c:pt idx="544">
                  <c:v>37655</c:v>
                </c:pt>
                <c:pt idx="545">
                  <c:v>37656</c:v>
                </c:pt>
                <c:pt idx="546">
                  <c:v>37657</c:v>
                </c:pt>
                <c:pt idx="547">
                  <c:v>37658</c:v>
                </c:pt>
                <c:pt idx="548">
                  <c:v>37659</c:v>
                </c:pt>
                <c:pt idx="549">
                  <c:v>37662</c:v>
                </c:pt>
                <c:pt idx="550">
                  <c:v>37663</c:v>
                </c:pt>
                <c:pt idx="551">
                  <c:v>37664</c:v>
                </c:pt>
                <c:pt idx="552">
                  <c:v>37665</c:v>
                </c:pt>
                <c:pt idx="553">
                  <c:v>37666</c:v>
                </c:pt>
                <c:pt idx="554">
                  <c:v>37669</c:v>
                </c:pt>
                <c:pt idx="555">
                  <c:v>37670</c:v>
                </c:pt>
                <c:pt idx="556">
                  <c:v>37671</c:v>
                </c:pt>
                <c:pt idx="557">
                  <c:v>37672</c:v>
                </c:pt>
                <c:pt idx="558">
                  <c:v>37673</c:v>
                </c:pt>
                <c:pt idx="559">
                  <c:v>37676</c:v>
                </c:pt>
                <c:pt idx="560">
                  <c:v>37677</c:v>
                </c:pt>
                <c:pt idx="561">
                  <c:v>37678</c:v>
                </c:pt>
                <c:pt idx="562">
                  <c:v>37679</c:v>
                </c:pt>
                <c:pt idx="563">
                  <c:v>37680</c:v>
                </c:pt>
                <c:pt idx="564">
                  <c:v>37683</c:v>
                </c:pt>
                <c:pt idx="565">
                  <c:v>37684</c:v>
                </c:pt>
                <c:pt idx="566">
                  <c:v>37685</c:v>
                </c:pt>
                <c:pt idx="567">
                  <c:v>37686</c:v>
                </c:pt>
                <c:pt idx="568">
                  <c:v>37687</c:v>
                </c:pt>
                <c:pt idx="569">
                  <c:v>37690</c:v>
                </c:pt>
                <c:pt idx="570">
                  <c:v>37691</c:v>
                </c:pt>
                <c:pt idx="571">
                  <c:v>37692</c:v>
                </c:pt>
                <c:pt idx="572">
                  <c:v>37693</c:v>
                </c:pt>
                <c:pt idx="573">
                  <c:v>37694</c:v>
                </c:pt>
                <c:pt idx="574">
                  <c:v>37697</c:v>
                </c:pt>
                <c:pt idx="575">
                  <c:v>37698</c:v>
                </c:pt>
                <c:pt idx="576">
                  <c:v>37699</c:v>
                </c:pt>
                <c:pt idx="577">
                  <c:v>37700</c:v>
                </c:pt>
                <c:pt idx="578">
                  <c:v>37701</c:v>
                </c:pt>
                <c:pt idx="579">
                  <c:v>37704</c:v>
                </c:pt>
                <c:pt idx="580">
                  <c:v>37705</c:v>
                </c:pt>
                <c:pt idx="581">
                  <c:v>37706</c:v>
                </c:pt>
                <c:pt idx="582">
                  <c:v>37707</c:v>
                </c:pt>
                <c:pt idx="583">
                  <c:v>37708</c:v>
                </c:pt>
                <c:pt idx="584">
                  <c:v>37711</c:v>
                </c:pt>
                <c:pt idx="585">
                  <c:v>37712</c:v>
                </c:pt>
                <c:pt idx="586">
                  <c:v>37713</c:v>
                </c:pt>
                <c:pt idx="587">
                  <c:v>37714</c:v>
                </c:pt>
                <c:pt idx="588">
                  <c:v>37715</c:v>
                </c:pt>
                <c:pt idx="589">
                  <c:v>37718</c:v>
                </c:pt>
                <c:pt idx="590">
                  <c:v>37719</c:v>
                </c:pt>
                <c:pt idx="591">
                  <c:v>37720</c:v>
                </c:pt>
                <c:pt idx="592">
                  <c:v>37721</c:v>
                </c:pt>
                <c:pt idx="593">
                  <c:v>37722</c:v>
                </c:pt>
                <c:pt idx="594">
                  <c:v>37725</c:v>
                </c:pt>
                <c:pt idx="595">
                  <c:v>37726</c:v>
                </c:pt>
                <c:pt idx="596">
                  <c:v>37727</c:v>
                </c:pt>
                <c:pt idx="597">
                  <c:v>37728</c:v>
                </c:pt>
                <c:pt idx="598">
                  <c:v>37729</c:v>
                </c:pt>
                <c:pt idx="599">
                  <c:v>37732</c:v>
                </c:pt>
                <c:pt idx="600">
                  <c:v>37733</c:v>
                </c:pt>
                <c:pt idx="601">
                  <c:v>37734</c:v>
                </c:pt>
                <c:pt idx="602">
                  <c:v>37735</c:v>
                </c:pt>
                <c:pt idx="603">
                  <c:v>37736</c:v>
                </c:pt>
                <c:pt idx="604">
                  <c:v>37739</c:v>
                </c:pt>
                <c:pt idx="605">
                  <c:v>37740</c:v>
                </c:pt>
                <c:pt idx="606">
                  <c:v>37741</c:v>
                </c:pt>
                <c:pt idx="607">
                  <c:v>37742</c:v>
                </c:pt>
                <c:pt idx="608">
                  <c:v>37743</c:v>
                </c:pt>
                <c:pt idx="609">
                  <c:v>37746</c:v>
                </c:pt>
                <c:pt idx="610">
                  <c:v>37747</c:v>
                </c:pt>
                <c:pt idx="611">
                  <c:v>37748</c:v>
                </c:pt>
                <c:pt idx="612">
                  <c:v>37749</c:v>
                </c:pt>
                <c:pt idx="613">
                  <c:v>37750</c:v>
                </c:pt>
                <c:pt idx="614">
                  <c:v>37753</c:v>
                </c:pt>
                <c:pt idx="615">
                  <c:v>37754</c:v>
                </c:pt>
                <c:pt idx="616">
                  <c:v>37755</c:v>
                </c:pt>
                <c:pt idx="617">
                  <c:v>37756</c:v>
                </c:pt>
                <c:pt idx="618">
                  <c:v>37757</c:v>
                </c:pt>
                <c:pt idx="619">
                  <c:v>37760</c:v>
                </c:pt>
                <c:pt idx="620">
                  <c:v>37761</c:v>
                </c:pt>
                <c:pt idx="621">
                  <c:v>37762</c:v>
                </c:pt>
                <c:pt idx="622">
                  <c:v>37763</c:v>
                </c:pt>
                <c:pt idx="623">
                  <c:v>37764</c:v>
                </c:pt>
                <c:pt idx="624">
                  <c:v>37767</c:v>
                </c:pt>
                <c:pt idx="625">
                  <c:v>37768</c:v>
                </c:pt>
                <c:pt idx="626">
                  <c:v>37769</c:v>
                </c:pt>
                <c:pt idx="627">
                  <c:v>37770</c:v>
                </c:pt>
                <c:pt idx="628">
                  <c:v>37771</c:v>
                </c:pt>
                <c:pt idx="629">
                  <c:v>37774</c:v>
                </c:pt>
                <c:pt idx="630">
                  <c:v>37775</c:v>
                </c:pt>
                <c:pt idx="631">
                  <c:v>37776</c:v>
                </c:pt>
                <c:pt idx="632">
                  <c:v>37777</c:v>
                </c:pt>
                <c:pt idx="633">
                  <c:v>37778</c:v>
                </c:pt>
                <c:pt idx="634">
                  <c:v>37781</c:v>
                </c:pt>
                <c:pt idx="635">
                  <c:v>37782</c:v>
                </c:pt>
                <c:pt idx="636">
                  <c:v>37783</c:v>
                </c:pt>
                <c:pt idx="637">
                  <c:v>37784</c:v>
                </c:pt>
                <c:pt idx="638">
                  <c:v>37785</c:v>
                </c:pt>
                <c:pt idx="639">
                  <c:v>37788</c:v>
                </c:pt>
                <c:pt idx="640">
                  <c:v>37789</c:v>
                </c:pt>
                <c:pt idx="641">
                  <c:v>37790</c:v>
                </c:pt>
                <c:pt idx="642">
                  <c:v>37791</c:v>
                </c:pt>
                <c:pt idx="643">
                  <c:v>37792</c:v>
                </c:pt>
                <c:pt idx="644">
                  <c:v>37795</c:v>
                </c:pt>
                <c:pt idx="645">
                  <c:v>37796</c:v>
                </c:pt>
                <c:pt idx="646">
                  <c:v>37797</c:v>
                </c:pt>
                <c:pt idx="647">
                  <c:v>37798</c:v>
                </c:pt>
                <c:pt idx="648">
                  <c:v>37799</c:v>
                </c:pt>
                <c:pt idx="649">
                  <c:v>37802</c:v>
                </c:pt>
                <c:pt idx="650">
                  <c:v>37803</c:v>
                </c:pt>
                <c:pt idx="651">
                  <c:v>37804</c:v>
                </c:pt>
                <c:pt idx="652">
                  <c:v>37805</c:v>
                </c:pt>
                <c:pt idx="653">
                  <c:v>37806</c:v>
                </c:pt>
                <c:pt idx="654">
                  <c:v>37809</c:v>
                </c:pt>
                <c:pt idx="655">
                  <c:v>37810</c:v>
                </c:pt>
                <c:pt idx="656">
                  <c:v>37811</c:v>
                </c:pt>
                <c:pt idx="657">
                  <c:v>37812</c:v>
                </c:pt>
                <c:pt idx="658">
                  <c:v>37813</c:v>
                </c:pt>
                <c:pt idx="659">
                  <c:v>37816</c:v>
                </c:pt>
                <c:pt idx="660">
                  <c:v>37817</c:v>
                </c:pt>
                <c:pt idx="661">
                  <c:v>37818</c:v>
                </c:pt>
                <c:pt idx="662">
                  <c:v>37819</c:v>
                </c:pt>
                <c:pt idx="663">
                  <c:v>37820</c:v>
                </c:pt>
                <c:pt idx="664">
                  <c:v>37823</c:v>
                </c:pt>
                <c:pt idx="665">
                  <c:v>37824</c:v>
                </c:pt>
                <c:pt idx="666">
                  <c:v>37825</c:v>
                </c:pt>
                <c:pt idx="667">
                  <c:v>37826</c:v>
                </c:pt>
                <c:pt idx="668">
                  <c:v>37827</c:v>
                </c:pt>
                <c:pt idx="669">
                  <c:v>37830</c:v>
                </c:pt>
                <c:pt idx="670">
                  <c:v>37831</c:v>
                </c:pt>
                <c:pt idx="671">
                  <c:v>37832</c:v>
                </c:pt>
                <c:pt idx="672">
                  <c:v>37833</c:v>
                </c:pt>
                <c:pt idx="673">
                  <c:v>37834</c:v>
                </c:pt>
                <c:pt idx="674">
                  <c:v>37837</c:v>
                </c:pt>
                <c:pt idx="675">
                  <c:v>37838</c:v>
                </c:pt>
                <c:pt idx="676">
                  <c:v>37839</c:v>
                </c:pt>
                <c:pt idx="677">
                  <c:v>37840</c:v>
                </c:pt>
                <c:pt idx="678">
                  <c:v>37841</c:v>
                </c:pt>
                <c:pt idx="679">
                  <c:v>37844</c:v>
                </c:pt>
                <c:pt idx="680">
                  <c:v>37845</c:v>
                </c:pt>
                <c:pt idx="681">
                  <c:v>37846</c:v>
                </c:pt>
                <c:pt idx="682">
                  <c:v>37847</c:v>
                </c:pt>
                <c:pt idx="683">
                  <c:v>37848</c:v>
                </c:pt>
                <c:pt idx="684">
                  <c:v>37851</c:v>
                </c:pt>
                <c:pt idx="685">
                  <c:v>37852</c:v>
                </c:pt>
                <c:pt idx="686">
                  <c:v>37853</c:v>
                </c:pt>
                <c:pt idx="687">
                  <c:v>37854</c:v>
                </c:pt>
                <c:pt idx="688">
                  <c:v>37855</c:v>
                </c:pt>
                <c:pt idx="689">
                  <c:v>37858</c:v>
                </c:pt>
                <c:pt idx="690">
                  <c:v>37859</c:v>
                </c:pt>
                <c:pt idx="691">
                  <c:v>37860</c:v>
                </c:pt>
                <c:pt idx="692">
                  <c:v>37861</c:v>
                </c:pt>
                <c:pt idx="693">
                  <c:v>37862</c:v>
                </c:pt>
                <c:pt idx="694">
                  <c:v>37865</c:v>
                </c:pt>
                <c:pt idx="695">
                  <c:v>37866</c:v>
                </c:pt>
                <c:pt idx="696">
                  <c:v>37867</c:v>
                </c:pt>
                <c:pt idx="697">
                  <c:v>37868</c:v>
                </c:pt>
                <c:pt idx="698">
                  <c:v>37869</c:v>
                </c:pt>
                <c:pt idx="699">
                  <c:v>37872</c:v>
                </c:pt>
                <c:pt idx="700">
                  <c:v>37873</c:v>
                </c:pt>
                <c:pt idx="701">
                  <c:v>37874</c:v>
                </c:pt>
                <c:pt idx="702">
                  <c:v>37875</c:v>
                </c:pt>
                <c:pt idx="703">
                  <c:v>37876</c:v>
                </c:pt>
                <c:pt idx="704">
                  <c:v>37879</c:v>
                </c:pt>
                <c:pt idx="705">
                  <c:v>37880</c:v>
                </c:pt>
                <c:pt idx="706">
                  <c:v>37881</c:v>
                </c:pt>
                <c:pt idx="707">
                  <c:v>37882</c:v>
                </c:pt>
                <c:pt idx="708">
                  <c:v>37883</c:v>
                </c:pt>
                <c:pt idx="709">
                  <c:v>37886</c:v>
                </c:pt>
                <c:pt idx="710">
                  <c:v>37887</c:v>
                </c:pt>
                <c:pt idx="711">
                  <c:v>37888</c:v>
                </c:pt>
                <c:pt idx="712">
                  <c:v>37889</c:v>
                </c:pt>
                <c:pt idx="713">
                  <c:v>37890</c:v>
                </c:pt>
                <c:pt idx="714">
                  <c:v>37893</c:v>
                </c:pt>
                <c:pt idx="715">
                  <c:v>37894</c:v>
                </c:pt>
                <c:pt idx="716">
                  <c:v>37895</c:v>
                </c:pt>
                <c:pt idx="717">
                  <c:v>37896</c:v>
                </c:pt>
                <c:pt idx="718">
                  <c:v>37897</c:v>
                </c:pt>
                <c:pt idx="719">
                  <c:v>37900</c:v>
                </c:pt>
                <c:pt idx="720">
                  <c:v>37901</c:v>
                </c:pt>
                <c:pt idx="721">
                  <c:v>37902</c:v>
                </c:pt>
                <c:pt idx="722">
                  <c:v>37903</c:v>
                </c:pt>
                <c:pt idx="723">
                  <c:v>37904</c:v>
                </c:pt>
                <c:pt idx="724">
                  <c:v>37907</c:v>
                </c:pt>
                <c:pt idx="725">
                  <c:v>37908</c:v>
                </c:pt>
                <c:pt idx="726">
                  <c:v>37909</c:v>
                </c:pt>
                <c:pt idx="727">
                  <c:v>37910</c:v>
                </c:pt>
                <c:pt idx="728">
                  <c:v>37911</c:v>
                </c:pt>
                <c:pt idx="729">
                  <c:v>37914</c:v>
                </c:pt>
                <c:pt idx="730">
                  <c:v>37915</c:v>
                </c:pt>
                <c:pt idx="731">
                  <c:v>37916</c:v>
                </c:pt>
                <c:pt idx="732">
                  <c:v>37917</c:v>
                </c:pt>
                <c:pt idx="733">
                  <c:v>37918</c:v>
                </c:pt>
                <c:pt idx="734">
                  <c:v>37921</c:v>
                </c:pt>
                <c:pt idx="735">
                  <c:v>37922</c:v>
                </c:pt>
                <c:pt idx="736">
                  <c:v>37923</c:v>
                </c:pt>
                <c:pt idx="737">
                  <c:v>37924</c:v>
                </c:pt>
                <c:pt idx="738">
                  <c:v>37925</c:v>
                </c:pt>
                <c:pt idx="739">
                  <c:v>37928</c:v>
                </c:pt>
                <c:pt idx="740">
                  <c:v>37929</c:v>
                </c:pt>
                <c:pt idx="741">
                  <c:v>37930</c:v>
                </c:pt>
                <c:pt idx="742">
                  <c:v>37931</c:v>
                </c:pt>
                <c:pt idx="743">
                  <c:v>37932</c:v>
                </c:pt>
                <c:pt idx="744">
                  <c:v>37935</c:v>
                </c:pt>
                <c:pt idx="745">
                  <c:v>37936</c:v>
                </c:pt>
                <c:pt idx="746">
                  <c:v>37937</c:v>
                </c:pt>
                <c:pt idx="747">
                  <c:v>37938</c:v>
                </c:pt>
                <c:pt idx="748">
                  <c:v>37939</c:v>
                </c:pt>
                <c:pt idx="749">
                  <c:v>37942</c:v>
                </c:pt>
                <c:pt idx="750">
                  <c:v>37943</c:v>
                </c:pt>
                <c:pt idx="751">
                  <c:v>37944</c:v>
                </c:pt>
                <c:pt idx="752">
                  <c:v>37945</c:v>
                </c:pt>
                <c:pt idx="753">
                  <c:v>37946</c:v>
                </c:pt>
                <c:pt idx="754">
                  <c:v>37949</c:v>
                </c:pt>
                <c:pt idx="755">
                  <c:v>37950</c:v>
                </c:pt>
                <c:pt idx="756">
                  <c:v>37951</c:v>
                </c:pt>
                <c:pt idx="757">
                  <c:v>37952</c:v>
                </c:pt>
                <c:pt idx="758">
                  <c:v>37953</c:v>
                </c:pt>
                <c:pt idx="759">
                  <c:v>37956</c:v>
                </c:pt>
                <c:pt idx="760">
                  <c:v>37957</c:v>
                </c:pt>
                <c:pt idx="761">
                  <c:v>37958</c:v>
                </c:pt>
                <c:pt idx="762">
                  <c:v>37959</c:v>
                </c:pt>
                <c:pt idx="763">
                  <c:v>37960</c:v>
                </c:pt>
                <c:pt idx="764">
                  <c:v>37963</c:v>
                </c:pt>
                <c:pt idx="765">
                  <c:v>37964</c:v>
                </c:pt>
                <c:pt idx="766">
                  <c:v>37965</c:v>
                </c:pt>
                <c:pt idx="767">
                  <c:v>37966</c:v>
                </c:pt>
                <c:pt idx="768">
                  <c:v>37967</c:v>
                </c:pt>
                <c:pt idx="769">
                  <c:v>37970</c:v>
                </c:pt>
                <c:pt idx="770">
                  <c:v>37971</c:v>
                </c:pt>
                <c:pt idx="771">
                  <c:v>37972</c:v>
                </c:pt>
                <c:pt idx="772">
                  <c:v>37973</c:v>
                </c:pt>
                <c:pt idx="773">
                  <c:v>37974</c:v>
                </c:pt>
                <c:pt idx="774">
                  <c:v>37977</c:v>
                </c:pt>
                <c:pt idx="775">
                  <c:v>37978</c:v>
                </c:pt>
                <c:pt idx="776">
                  <c:v>37979</c:v>
                </c:pt>
                <c:pt idx="777">
                  <c:v>37980</c:v>
                </c:pt>
                <c:pt idx="778">
                  <c:v>37981</c:v>
                </c:pt>
                <c:pt idx="779">
                  <c:v>37984</c:v>
                </c:pt>
                <c:pt idx="780">
                  <c:v>37985</c:v>
                </c:pt>
                <c:pt idx="781">
                  <c:v>37986</c:v>
                </c:pt>
                <c:pt idx="782">
                  <c:v>37987</c:v>
                </c:pt>
                <c:pt idx="783">
                  <c:v>37988</c:v>
                </c:pt>
                <c:pt idx="784">
                  <c:v>37991</c:v>
                </c:pt>
                <c:pt idx="785">
                  <c:v>37992</c:v>
                </c:pt>
                <c:pt idx="786">
                  <c:v>37993</c:v>
                </c:pt>
                <c:pt idx="787">
                  <c:v>37994</c:v>
                </c:pt>
                <c:pt idx="788">
                  <c:v>37995</c:v>
                </c:pt>
                <c:pt idx="789">
                  <c:v>37998</c:v>
                </c:pt>
                <c:pt idx="790">
                  <c:v>37999</c:v>
                </c:pt>
                <c:pt idx="791">
                  <c:v>38000</c:v>
                </c:pt>
                <c:pt idx="792">
                  <c:v>38001</c:v>
                </c:pt>
                <c:pt idx="793">
                  <c:v>38002</c:v>
                </c:pt>
                <c:pt idx="794">
                  <c:v>38005</c:v>
                </c:pt>
                <c:pt idx="795">
                  <c:v>38006</c:v>
                </c:pt>
                <c:pt idx="796">
                  <c:v>38007</c:v>
                </c:pt>
                <c:pt idx="797">
                  <c:v>38008</c:v>
                </c:pt>
                <c:pt idx="798">
                  <c:v>38009</c:v>
                </c:pt>
                <c:pt idx="799">
                  <c:v>38012</c:v>
                </c:pt>
                <c:pt idx="800">
                  <c:v>38013</c:v>
                </c:pt>
                <c:pt idx="801">
                  <c:v>38014</c:v>
                </c:pt>
                <c:pt idx="802">
                  <c:v>38015</c:v>
                </c:pt>
                <c:pt idx="803">
                  <c:v>38016</c:v>
                </c:pt>
                <c:pt idx="804">
                  <c:v>38019</c:v>
                </c:pt>
                <c:pt idx="805">
                  <c:v>38020</c:v>
                </c:pt>
                <c:pt idx="806">
                  <c:v>38021</c:v>
                </c:pt>
                <c:pt idx="807">
                  <c:v>38022</c:v>
                </c:pt>
                <c:pt idx="808">
                  <c:v>38023</c:v>
                </c:pt>
                <c:pt idx="809">
                  <c:v>38026</c:v>
                </c:pt>
                <c:pt idx="810">
                  <c:v>38027</c:v>
                </c:pt>
                <c:pt idx="811">
                  <c:v>38028</c:v>
                </c:pt>
                <c:pt idx="812">
                  <c:v>38029</c:v>
                </c:pt>
                <c:pt idx="813">
                  <c:v>38030</c:v>
                </c:pt>
                <c:pt idx="814">
                  <c:v>38033</c:v>
                </c:pt>
                <c:pt idx="815">
                  <c:v>38034</c:v>
                </c:pt>
                <c:pt idx="816">
                  <c:v>38035</c:v>
                </c:pt>
                <c:pt idx="817">
                  <c:v>38036</c:v>
                </c:pt>
                <c:pt idx="818">
                  <c:v>38037</c:v>
                </c:pt>
                <c:pt idx="819">
                  <c:v>38040</c:v>
                </c:pt>
                <c:pt idx="820">
                  <c:v>38041</c:v>
                </c:pt>
                <c:pt idx="821">
                  <c:v>38042</c:v>
                </c:pt>
                <c:pt idx="822">
                  <c:v>38043</c:v>
                </c:pt>
                <c:pt idx="823">
                  <c:v>38044</c:v>
                </c:pt>
                <c:pt idx="824">
                  <c:v>38047</c:v>
                </c:pt>
                <c:pt idx="825">
                  <c:v>38048</c:v>
                </c:pt>
                <c:pt idx="826">
                  <c:v>38049</c:v>
                </c:pt>
                <c:pt idx="827">
                  <c:v>38050</c:v>
                </c:pt>
                <c:pt idx="828">
                  <c:v>38051</c:v>
                </c:pt>
                <c:pt idx="829">
                  <c:v>38054</c:v>
                </c:pt>
                <c:pt idx="830">
                  <c:v>38055</c:v>
                </c:pt>
                <c:pt idx="831">
                  <c:v>38056</c:v>
                </c:pt>
                <c:pt idx="832">
                  <c:v>38057</c:v>
                </c:pt>
                <c:pt idx="833">
                  <c:v>38058</c:v>
                </c:pt>
                <c:pt idx="834">
                  <c:v>38061</c:v>
                </c:pt>
                <c:pt idx="835">
                  <c:v>38062</c:v>
                </c:pt>
                <c:pt idx="836">
                  <c:v>38063</c:v>
                </c:pt>
                <c:pt idx="837">
                  <c:v>38064</c:v>
                </c:pt>
                <c:pt idx="838">
                  <c:v>38065</c:v>
                </c:pt>
                <c:pt idx="839">
                  <c:v>38068</c:v>
                </c:pt>
                <c:pt idx="840">
                  <c:v>38069</c:v>
                </c:pt>
                <c:pt idx="841">
                  <c:v>38070</c:v>
                </c:pt>
                <c:pt idx="842">
                  <c:v>38071</c:v>
                </c:pt>
                <c:pt idx="843">
                  <c:v>38072</c:v>
                </c:pt>
                <c:pt idx="844">
                  <c:v>38075</c:v>
                </c:pt>
                <c:pt idx="845">
                  <c:v>38076</c:v>
                </c:pt>
                <c:pt idx="846">
                  <c:v>38077</c:v>
                </c:pt>
                <c:pt idx="847">
                  <c:v>38078</c:v>
                </c:pt>
                <c:pt idx="848">
                  <c:v>38079</c:v>
                </c:pt>
                <c:pt idx="849">
                  <c:v>38082</c:v>
                </c:pt>
                <c:pt idx="850">
                  <c:v>38083</c:v>
                </c:pt>
                <c:pt idx="851">
                  <c:v>38084</c:v>
                </c:pt>
                <c:pt idx="852">
                  <c:v>38085</c:v>
                </c:pt>
                <c:pt idx="853">
                  <c:v>38086</c:v>
                </c:pt>
                <c:pt idx="854">
                  <c:v>38089</c:v>
                </c:pt>
                <c:pt idx="855">
                  <c:v>38090</c:v>
                </c:pt>
                <c:pt idx="856">
                  <c:v>38091</c:v>
                </c:pt>
                <c:pt idx="857">
                  <c:v>38092</c:v>
                </c:pt>
                <c:pt idx="858">
                  <c:v>38093</c:v>
                </c:pt>
                <c:pt idx="859">
                  <c:v>38096</c:v>
                </c:pt>
                <c:pt idx="860">
                  <c:v>38097</c:v>
                </c:pt>
                <c:pt idx="861">
                  <c:v>38098</c:v>
                </c:pt>
                <c:pt idx="862">
                  <c:v>38099</c:v>
                </c:pt>
                <c:pt idx="863">
                  <c:v>38100</c:v>
                </c:pt>
                <c:pt idx="864">
                  <c:v>38103</c:v>
                </c:pt>
                <c:pt idx="865">
                  <c:v>38104</c:v>
                </c:pt>
                <c:pt idx="866">
                  <c:v>38105</c:v>
                </c:pt>
                <c:pt idx="867">
                  <c:v>38106</c:v>
                </c:pt>
                <c:pt idx="868">
                  <c:v>38107</c:v>
                </c:pt>
                <c:pt idx="869">
                  <c:v>38110</c:v>
                </c:pt>
                <c:pt idx="870">
                  <c:v>38111</c:v>
                </c:pt>
                <c:pt idx="871">
                  <c:v>38112</c:v>
                </c:pt>
                <c:pt idx="872">
                  <c:v>38113</c:v>
                </c:pt>
                <c:pt idx="873">
                  <c:v>38114</c:v>
                </c:pt>
                <c:pt idx="874">
                  <c:v>38117</c:v>
                </c:pt>
                <c:pt idx="875">
                  <c:v>38118</c:v>
                </c:pt>
                <c:pt idx="876">
                  <c:v>38119</c:v>
                </c:pt>
                <c:pt idx="877">
                  <c:v>38120</c:v>
                </c:pt>
                <c:pt idx="878">
                  <c:v>38121</c:v>
                </c:pt>
                <c:pt idx="879">
                  <c:v>38124</c:v>
                </c:pt>
                <c:pt idx="880">
                  <c:v>38125</c:v>
                </c:pt>
                <c:pt idx="881">
                  <c:v>38126</c:v>
                </c:pt>
                <c:pt idx="882">
                  <c:v>38127</c:v>
                </c:pt>
                <c:pt idx="883">
                  <c:v>38128</c:v>
                </c:pt>
                <c:pt idx="884">
                  <c:v>38131</c:v>
                </c:pt>
                <c:pt idx="885">
                  <c:v>38132</c:v>
                </c:pt>
                <c:pt idx="886">
                  <c:v>38133</c:v>
                </c:pt>
                <c:pt idx="887">
                  <c:v>38134</c:v>
                </c:pt>
                <c:pt idx="888">
                  <c:v>38135</c:v>
                </c:pt>
                <c:pt idx="889">
                  <c:v>38138</c:v>
                </c:pt>
                <c:pt idx="890">
                  <c:v>38139</c:v>
                </c:pt>
                <c:pt idx="891">
                  <c:v>38140</c:v>
                </c:pt>
                <c:pt idx="892">
                  <c:v>38141</c:v>
                </c:pt>
                <c:pt idx="893">
                  <c:v>38142</c:v>
                </c:pt>
                <c:pt idx="894">
                  <c:v>38145</c:v>
                </c:pt>
                <c:pt idx="895">
                  <c:v>38146</c:v>
                </c:pt>
                <c:pt idx="896">
                  <c:v>38147</c:v>
                </c:pt>
                <c:pt idx="897">
                  <c:v>38148</c:v>
                </c:pt>
                <c:pt idx="898">
                  <c:v>38149</c:v>
                </c:pt>
                <c:pt idx="899">
                  <c:v>38152</c:v>
                </c:pt>
                <c:pt idx="900">
                  <c:v>38153</c:v>
                </c:pt>
                <c:pt idx="901">
                  <c:v>38154</c:v>
                </c:pt>
                <c:pt idx="902">
                  <c:v>38155</c:v>
                </c:pt>
                <c:pt idx="903">
                  <c:v>38156</c:v>
                </c:pt>
                <c:pt idx="904">
                  <c:v>38159</c:v>
                </c:pt>
                <c:pt idx="905">
                  <c:v>38160</c:v>
                </c:pt>
                <c:pt idx="906">
                  <c:v>38161</c:v>
                </c:pt>
                <c:pt idx="907">
                  <c:v>38162</c:v>
                </c:pt>
                <c:pt idx="908">
                  <c:v>38163</c:v>
                </c:pt>
                <c:pt idx="909">
                  <c:v>38166</c:v>
                </c:pt>
                <c:pt idx="910">
                  <c:v>38167</c:v>
                </c:pt>
                <c:pt idx="911">
                  <c:v>38168</c:v>
                </c:pt>
                <c:pt idx="912">
                  <c:v>38169</c:v>
                </c:pt>
                <c:pt idx="913">
                  <c:v>38170</c:v>
                </c:pt>
                <c:pt idx="914">
                  <c:v>38173</c:v>
                </c:pt>
                <c:pt idx="915">
                  <c:v>38174</c:v>
                </c:pt>
                <c:pt idx="916">
                  <c:v>38175</c:v>
                </c:pt>
                <c:pt idx="917">
                  <c:v>38176</c:v>
                </c:pt>
                <c:pt idx="918">
                  <c:v>38177</c:v>
                </c:pt>
                <c:pt idx="919">
                  <c:v>38180</c:v>
                </c:pt>
                <c:pt idx="920">
                  <c:v>38181</c:v>
                </c:pt>
                <c:pt idx="921">
                  <c:v>38182</c:v>
                </c:pt>
                <c:pt idx="922">
                  <c:v>38183</c:v>
                </c:pt>
                <c:pt idx="923">
                  <c:v>38184</c:v>
                </c:pt>
                <c:pt idx="924">
                  <c:v>38187</c:v>
                </c:pt>
                <c:pt idx="925">
                  <c:v>38188</c:v>
                </c:pt>
                <c:pt idx="926">
                  <c:v>38189</c:v>
                </c:pt>
                <c:pt idx="927">
                  <c:v>38190</c:v>
                </c:pt>
                <c:pt idx="928">
                  <c:v>38191</c:v>
                </c:pt>
                <c:pt idx="929">
                  <c:v>38194</c:v>
                </c:pt>
                <c:pt idx="930">
                  <c:v>38195</c:v>
                </c:pt>
                <c:pt idx="931">
                  <c:v>38196</c:v>
                </c:pt>
                <c:pt idx="932">
                  <c:v>38197</c:v>
                </c:pt>
                <c:pt idx="933">
                  <c:v>38198</c:v>
                </c:pt>
                <c:pt idx="934">
                  <c:v>38201</c:v>
                </c:pt>
                <c:pt idx="935">
                  <c:v>38202</c:v>
                </c:pt>
                <c:pt idx="936">
                  <c:v>38203</c:v>
                </c:pt>
                <c:pt idx="937">
                  <c:v>38204</c:v>
                </c:pt>
                <c:pt idx="938">
                  <c:v>38205</c:v>
                </c:pt>
                <c:pt idx="939">
                  <c:v>38208</c:v>
                </c:pt>
                <c:pt idx="940">
                  <c:v>38209</c:v>
                </c:pt>
                <c:pt idx="941">
                  <c:v>38210</c:v>
                </c:pt>
                <c:pt idx="942">
                  <c:v>38211</c:v>
                </c:pt>
                <c:pt idx="943">
                  <c:v>38212</c:v>
                </c:pt>
                <c:pt idx="944">
                  <c:v>38215</c:v>
                </c:pt>
                <c:pt idx="945">
                  <c:v>38216</c:v>
                </c:pt>
                <c:pt idx="946">
                  <c:v>38217</c:v>
                </c:pt>
                <c:pt idx="947">
                  <c:v>38218</c:v>
                </c:pt>
                <c:pt idx="948">
                  <c:v>38219</c:v>
                </c:pt>
                <c:pt idx="949">
                  <c:v>38222</c:v>
                </c:pt>
                <c:pt idx="950">
                  <c:v>38223</c:v>
                </c:pt>
                <c:pt idx="951">
                  <c:v>38224</c:v>
                </c:pt>
                <c:pt idx="952">
                  <c:v>38225</c:v>
                </c:pt>
                <c:pt idx="953">
                  <c:v>38226</c:v>
                </c:pt>
                <c:pt idx="954">
                  <c:v>38229</c:v>
                </c:pt>
                <c:pt idx="955">
                  <c:v>38230</c:v>
                </c:pt>
                <c:pt idx="956">
                  <c:v>38231</c:v>
                </c:pt>
                <c:pt idx="957">
                  <c:v>38232</c:v>
                </c:pt>
                <c:pt idx="958">
                  <c:v>38233</c:v>
                </c:pt>
                <c:pt idx="959">
                  <c:v>38236</c:v>
                </c:pt>
                <c:pt idx="960">
                  <c:v>38237</c:v>
                </c:pt>
                <c:pt idx="961">
                  <c:v>38238</c:v>
                </c:pt>
                <c:pt idx="962">
                  <c:v>38239</c:v>
                </c:pt>
                <c:pt idx="963">
                  <c:v>38240</c:v>
                </c:pt>
                <c:pt idx="964">
                  <c:v>38243</c:v>
                </c:pt>
                <c:pt idx="965">
                  <c:v>38244</c:v>
                </c:pt>
                <c:pt idx="966">
                  <c:v>38245</c:v>
                </c:pt>
                <c:pt idx="967">
                  <c:v>38246</c:v>
                </c:pt>
                <c:pt idx="968">
                  <c:v>38247</c:v>
                </c:pt>
                <c:pt idx="969">
                  <c:v>38250</c:v>
                </c:pt>
                <c:pt idx="970">
                  <c:v>38251</c:v>
                </c:pt>
                <c:pt idx="971">
                  <c:v>38252</c:v>
                </c:pt>
                <c:pt idx="972">
                  <c:v>38253</c:v>
                </c:pt>
                <c:pt idx="973">
                  <c:v>38254</c:v>
                </c:pt>
                <c:pt idx="974">
                  <c:v>38257</c:v>
                </c:pt>
                <c:pt idx="975">
                  <c:v>38258</c:v>
                </c:pt>
                <c:pt idx="976">
                  <c:v>38259</c:v>
                </c:pt>
                <c:pt idx="977">
                  <c:v>38260</c:v>
                </c:pt>
                <c:pt idx="978">
                  <c:v>38261</c:v>
                </c:pt>
                <c:pt idx="979">
                  <c:v>38264</c:v>
                </c:pt>
                <c:pt idx="980">
                  <c:v>38265</c:v>
                </c:pt>
                <c:pt idx="981">
                  <c:v>38266</c:v>
                </c:pt>
                <c:pt idx="982">
                  <c:v>38267</c:v>
                </c:pt>
                <c:pt idx="983">
                  <c:v>38268</c:v>
                </c:pt>
                <c:pt idx="984">
                  <c:v>38271</c:v>
                </c:pt>
                <c:pt idx="985">
                  <c:v>38272</c:v>
                </c:pt>
                <c:pt idx="986">
                  <c:v>38273</c:v>
                </c:pt>
                <c:pt idx="987">
                  <c:v>38274</c:v>
                </c:pt>
                <c:pt idx="988">
                  <c:v>38275</c:v>
                </c:pt>
                <c:pt idx="989">
                  <c:v>38278</c:v>
                </c:pt>
                <c:pt idx="990">
                  <c:v>38279</c:v>
                </c:pt>
                <c:pt idx="991">
                  <c:v>38280</c:v>
                </c:pt>
                <c:pt idx="992">
                  <c:v>38281</c:v>
                </c:pt>
                <c:pt idx="993">
                  <c:v>38282</c:v>
                </c:pt>
                <c:pt idx="994">
                  <c:v>38285</c:v>
                </c:pt>
                <c:pt idx="995">
                  <c:v>38286</c:v>
                </c:pt>
                <c:pt idx="996">
                  <c:v>38287</c:v>
                </c:pt>
                <c:pt idx="997">
                  <c:v>38288</c:v>
                </c:pt>
                <c:pt idx="998">
                  <c:v>38289</c:v>
                </c:pt>
                <c:pt idx="999">
                  <c:v>38292</c:v>
                </c:pt>
                <c:pt idx="1000">
                  <c:v>38293</c:v>
                </c:pt>
                <c:pt idx="1001">
                  <c:v>38294</c:v>
                </c:pt>
                <c:pt idx="1002">
                  <c:v>38295</c:v>
                </c:pt>
                <c:pt idx="1003">
                  <c:v>38296</c:v>
                </c:pt>
                <c:pt idx="1004">
                  <c:v>38299</c:v>
                </c:pt>
                <c:pt idx="1005">
                  <c:v>38300</c:v>
                </c:pt>
                <c:pt idx="1006">
                  <c:v>38301</c:v>
                </c:pt>
                <c:pt idx="1007">
                  <c:v>38302</c:v>
                </c:pt>
                <c:pt idx="1008">
                  <c:v>38303</c:v>
                </c:pt>
                <c:pt idx="1009">
                  <c:v>38306</c:v>
                </c:pt>
                <c:pt idx="1010">
                  <c:v>38307</c:v>
                </c:pt>
                <c:pt idx="1011">
                  <c:v>38308</c:v>
                </c:pt>
                <c:pt idx="1012">
                  <c:v>38309</c:v>
                </c:pt>
                <c:pt idx="1013">
                  <c:v>38310</c:v>
                </c:pt>
                <c:pt idx="1014">
                  <c:v>38313</c:v>
                </c:pt>
                <c:pt idx="1015">
                  <c:v>38314</c:v>
                </c:pt>
                <c:pt idx="1016">
                  <c:v>38315</c:v>
                </c:pt>
                <c:pt idx="1017">
                  <c:v>38316</c:v>
                </c:pt>
                <c:pt idx="1018">
                  <c:v>38317</c:v>
                </c:pt>
                <c:pt idx="1019">
                  <c:v>38320</c:v>
                </c:pt>
                <c:pt idx="1020">
                  <c:v>38321</c:v>
                </c:pt>
                <c:pt idx="1021">
                  <c:v>38322</c:v>
                </c:pt>
                <c:pt idx="1022">
                  <c:v>38323</c:v>
                </c:pt>
                <c:pt idx="1023">
                  <c:v>38324</c:v>
                </c:pt>
                <c:pt idx="1024">
                  <c:v>38327</c:v>
                </c:pt>
                <c:pt idx="1025">
                  <c:v>38328</c:v>
                </c:pt>
                <c:pt idx="1026">
                  <c:v>38329</c:v>
                </c:pt>
                <c:pt idx="1027">
                  <c:v>38330</c:v>
                </c:pt>
                <c:pt idx="1028">
                  <c:v>38331</c:v>
                </c:pt>
                <c:pt idx="1029">
                  <c:v>38334</c:v>
                </c:pt>
                <c:pt idx="1030">
                  <c:v>38335</c:v>
                </c:pt>
                <c:pt idx="1031">
                  <c:v>38336</c:v>
                </c:pt>
                <c:pt idx="1032">
                  <c:v>38337</c:v>
                </c:pt>
                <c:pt idx="1033">
                  <c:v>38338</c:v>
                </c:pt>
                <c:pt idx="1034">
                  <c:v>38341</c:v>
                </c:pt>
                <c:pt idx="1035">
                  <c:v>38342</c:v>
                </c:pt>
                <c:pt idx="1036">
                  <c:v>38343</c:v>
                </c:pt>
                <c:pt idx="1037">
                  <c:v>38344</c:v>
                </c:pt>
                <c:pt idx="1038">
                  <c:v>38345</c:v>
                </c:pt>
                <c:pt idx="1039">
                  <c:v>38348</c:v>
                </c:pt>
                <c:pt idx="1040">
                  <c:v>38349</c:v>
                </c:pt>
                <c:pt idx="1041">
                  <c:v>38350</c:v>
                </c:pt>
                <c:pt idx="1042">
                  <c:v>38351</c:v>
                </c:pt>
                <c:pt idx="1043">
                  <c:v>38352</c:v>
                </c:pt>
                <c:pt idx="1044">
                  <c:v>38355</c:v>
                </c:pt>
                <c:pt idx="1045">
                  <c:v>38356</c:v>
                </c:pt>
                <c:pt idx="1046">
                  <c:v>38357</c:v>
                </c:pt>
                <c:pt idx="1047">
                  <c:v>38358</c:v>
                </c:pt>
                <c:pt idx="1048">
                  <c:v>38359</c:v>
                </c:pt>
                <c:pt idx="1049">
                  <c:v>38362</c:v>
                </c:pt>
                <c:pt idx="1050">
                  <c:v>38363</c:v>
                </c:pt>
                <c:pt idx="1051">
                  <c:v>38364</c:v>
                </c:pt>
                <c:pt idx="1052">
                  <c:v>38365</c:v>
                </c:pt>
                <c:pt idx="1053">
                  <c:v>38366</c:v>
                </c:pt>
                <c:pt idx="1054">
                  <c:v>38369</c:v>
                </c:pt>
                <c:pt idx="1055">
                  <c:v>38370</c:v>
                </c:pt>
                <c:pt idx="1056">
                  <c:v>38371</c:v>
                </c:pt>
                <c:pt idx="1057">
                  <c:v>38372</c:v>
                </c:pt>
                <c:pt idx="1058">
                  <c:v>38373</c:v>
                </c:pt>
                <c:pt idx="1059">
                  <c:v>38376</c:v>
                </c:pt>
                <c:pt idx="1060">
                  <c:v>38377</c:v>
                </c:pt>
                <c:pt idx="1061">
                  <c:v>38378</c:v>
                </c:pt>
                <c:pt idx="1062">
                  <c:v>38379</c:v>
                </c:pt>
                <c:pt idx="1063">
                  <c:v>38380</c:v>
                </c:pt>
                <c:pt idx="1064">
                  <c:v>38383</c:v>
                </c:pt>
                <c:pt idx="1065">
                  <c:v>38384</c:v>
                </c:pt>
                <c:pt idx="1066">
                  <c:v>38385</c:v>
                </c:pt>
                <c:pt idx="1067">
                  <c:v>38386</c:v>
                </c:pt>
                <c:pt idx="1068">
                  <c:v>38387</c:v>
                </c:pt>
                <c:pt idx="1069">
                  <c:v>38390</c:v>
                </c:pt>
                <c:pt idx="1070">
                  <c:v>38391</c:v>
                </c:pt>
                <c:pt idx="1071">
                  <c:v>38392</c:v>
                </c:pt>
                <c:pt idx="1072">
                  <c:v>38393</c:v>
                </c:pt>
                <c:pt idx="1073">
                  <c:v>38394</c:v>
                </c:pt>
                <c:pt idx="1074">
                  <c:v>38397</c:v>
                </c:pt>
                <c:pt idx="1075">
                  <c:v>38398</c:v>
                </c:pt>
                <c:pt idx="1076">
                  <c:v>38399</c:v>
                </c:pt>
                <c:pt idx="1077">
                  <c:v>38400</c:v>
                </c:pt>
                <c:pt idx="1078">
                  <c:v>38401</c:v>
                </c:pt>
                <c:pt idx="1079">
                  <c:v>38404</c:v>
                </c:pt>
                <c:pt idx="1080">
                  <c:v>38405</c:v>
                </c:pt>
                <c:pt idx="1081">
                  <c:v>38406</c:v>
                </c:pt>
                <c:pt idx="1082">
                  <c:v>38407</c:v>
                </c:pt>
                <c:pt idx="1083">
                  <c:v>38408</c:v>
                </c:pt>
                <c:pt idx="1084">
                  <c:v>38411</c:v>
                </c:pt>
                <c:pt idx="1085">
                  <c:v>38412</c:v>
                </c:pt>
                <c:pt idx="1086">
                  <c:v>38413</c:v>
                </c:pt>
                <c:pt idx="1087">
                  <c:v>38414</c:v>
                </c:pt>
                <c:pt idx="1088">
                  <c:v>38415</c:v>
                </c:pt>
                <c:pt idx="1089">
                  <c:v>38418</c:v>
                </c:pt>
                <c:pt idx="1090">
                  <c:v>38419</c:v>
                </c:pt>
                <c:pt idx="1091">
                  <c:v>38420</c:v>
                </c:pt>
                <c:pt idx="1092">
                  <c:v>38421</c:v>
                </c:pt>
                <c:pt idx="1093">
                  <c:v>38422</c:v>
                </c:pt>
                <c:pt idx="1094">
                  <c:v>38425</c:v>
                </c:pt>
                <c:pt idx="1095">
                  <c:v>38426</c:v>
                </c:pt>
                <c:pt idx="1096">
                  <c:v>38427</c:v>
                </c:pt>
                <c:pt idx="1097">
                  <c:v>38428</c:v>
                </c:pt>
                <c:pt idx="1098">
                  <c:v>38429</c:v>
                </c:pt>
                <c:pt idx="1099">
                  <c:v>38432</c:v>
                </c:pt>
                <c:pt idx="1100">
                  <c:v>38433</c:v>
                </c:pt>
                <c:pt idx="1101">
                  <c:v>38434</c:v>
                </c:pt>
                <c:pt idx="1102">
                  <c:v>38435</c:v>
                </c:pt>
                <c:pt idx="1103">
                  <c:v>38436</c:v>
                </c:pt>
                <c:pt idx="1104">
                  <c:v>38439</c:v>
                </c:pt>
                <c:pt idx="1105">
                  <c:v>38440</c:v>
                </c:pt>
                <c:pt idx="1106">
                  <c:v>38441</c:v>
                </c:pt>
                <c:pt idx="1107">
                  <c:v>38442</c:v>
                </c:pt>
                <c:pt idx="1108">
                  <c:v>38443</c:v>
                </c:pt>
                <c:pt idx="1109">
                  <c:v>38446</c:v>
                </c:pt>
                <c:pt idx="1110">
                  <c:v>38447</c:v>
                </c:pt>
                <c:pt idx="1111">
                  <c:v>38448</c:v>
                </c:pt>
                <c:pt idx="1112">
                  <c:v>38449</c:v>
                </c:pt>
                <c:pt idx="1113">
                  <c:v>38450</c:v>
                </c:pt>
                <c:pt idx="1114">
                  <c:v>38453</c:v>
                </c:pt>
                <c:pt idx="1115">
                  <c:v>38454</c:v>
                </c:pt>
                <c:pt idx="1116">
                  <c:v>38455</c:v>
                </c:pt>
                <c:pt idx="1117">
                  <c:v>38456</c:v>
                </c:pt>
                <c:pt idx="1118">
                  <c:v>38457</c:v>
                </c:pt>
                <c:pt idx="1119">
                  <c:v>38460</c:v>
                </c:pt>
                <c:pt idx="1120">
                  <c:v>38461</c:v>
                </c:pt>
                <c:pt idx="1121">
                  <c:v>38462</c:v>
                </c:pt>
                <c:pt idx="1122">
                  <c:v>38463</c:v>
                </c:pt>
                <c:pt idx="1123">
                  <c:v>38464</c:v>
                </c:pt>
                <c:pt idx="1124">
                  <c:v>38467</c:v>
                </c:pt>
                <c:pt idx="1125">
                  <c:v>38468</c:v>
                </c:pt>
                <c:pt idx="1126">
                  <c:v>38469</c:v>
                </c:pt>
                <c:pt idx="1127">
                  <c:v>38470</c:v>
                </c:pt>
                <c:pt idx="1128">
                  <c:v>38471</c:v>
                </c:pt>
                <c:pt idx="1129">
                  <c:v>38474</c:v>
                </c:pt>
                <c:pt idx="1130">
                  <c:v>38475</c:v>
                </c:pt>
                <c:pt idx="1131">
                  <c:v>38476</c:v>
                </c:pt>
                <c:pt idx="1132">
                  <c:v>38477</c:v>
                </c:pt>
                <c:pt idx="1133">
                  <c:v>38478</c:v>
                </c:pt>
                <c:pt idx="1134">
                  <c:v>38481</c:v>
                </c:pt>
                <c:pt idx="1135">
                  <c:v>38482</c:v>
                </c:pt>
                <c:pt idx="1136">
                  <c:v>38483</c:v>
                </c:pt>
                <c:pt idx="1137">
                  <c:v>38484</c:v>
                </c:pt>
                <c:pt idx="1138">
                  <c:v>38485</c:v>
                </c:pt>
                <c:pt idx="1139">
                  <c:v>38488</c:v>
                </c:pt>
                <c:pt idx="1140">
                  <c:v>38489</c:v>
                </c:pt>
                <c:pt idx="1141">
                  <c:v>38490</c:v>
                </c:pt>
                <c:pt idx="1142">
                  <c:v>38491</c:v>
                </c:pt>
                <c:pt idx="1143">
                  <c:v>38492</c:v>
                </c:pt>
                <c:pt idx="1144">
                  <c:v>38495</c:v>
                </c:pt>
                <c:pt idx="1145">
                  <c:v>38496</c:v>
                </c:pt>
                <c:pt idx="1146">
                  <c:v>38497</c:v>
                </c:pt>
                <c:pt idx="1147">
                  <c:v>38498</c:v>
                </c:pt>
                <c:pt idx="1148">
                  <c:v>38499</c:v>
                </c:pt>
                <c:pt idx="1149">
                  <c:v>38502</c:v>
                </c:pt>
                <c:pt idx="1150">
                  <c:v>38503</c:v>
                </c:pt>
                <c:pt idx="1151">
                  <c:v>38504</c:v>
                </c:pt>
                <c:pt idx="1152">
                  <c:v>38505</c:v>
                </c:pt>
                <c:pt idx="1153">
                  <c:v>38506</c:v>
                </c:pt>
                <c:pt idx="1154">
                  <c:v>38509</c:v>
                </c:pt>
                <c:pt idx="1155">
                  <c:v>38510</c:v>
                </c:pt>
                <c:pt idx="1156">
                  <c:v>38511</c:v>
                </c:pt>
                <c:pt idx="1157">
                  <c:v>38512</c:v>
                </c:pt>
                <c:pt idx="1158">
                  <c:v>38513</c:v>
                </c:pt>
                <c:pt idx="1159">
                  <c:v>38516</c:v>
                </c:pt>
                <c:pt idx="1160">
                  <c:v>38517</c:v>
                </c:pt>
                <c:pt idx="1161">
                  <c:v>38518</c:v>
                </c:pt>
                <c:pt idx="1162">
                  <c:v>38519</c:v>
                </c:pt>
                <c:pt idx="1163">
                  <c:v>38520</c:v>
                </c:pt>
                <c:pt idx="1164">
                  <c:v>38523</c:v>
                </c:pt>
                <c:pt idx="1165">
                  <c:v>38524</c:v>
                </c:pt>
                <c:pt idx="1166">
                  <c:v>38525</c:v>
                </c:pt>
                <c:pt idx="1167">
                  <c:v>38526</c:v>
                </c:pt>
                <c:pt idx="1168">
                  <c:v>38527</c:v>
                </c:pt>
                <c:pt idx="1169">
                  <c:v>38530</c:v>
                </c:pt>
                <c:pt idx="1170">
                  <c:v>38531</c:v>
                </c:pt>
                <c:pt idx="1171">
                  <c:v>38532</c:v>
                </c:pt>
                <c:pt idx="1172">
                  <c:v>38533</c:v>
                </c:pt>
                <c:pt idx="1173">
                  <c:v>38534</c:v>
                </c:pt>
                <c:pt idx="1174">
                  <c:v>38537</c:v>
                </c:pt>
                <c:pt idx="1175">
                  <c:v>38538</c:v>
                </c:pt>
                <c:pt idx="1176">
                  <c:v>38539</c:v>
                </c:pt>
                <c:pt idx="1177">
                  <c:v>38540</c:v>
                </c:pt>
                <c:pt idx="1178">
                  <c:v>38541</c:v>
                </c:pt>
                <c:pt idx="1179">
                  <c:v>38544</c:v>
                </c:pt>
                <c:pt idx="1180">
                  <c:v>38545</c:v>
                </c:pt>
                <c:pt idx="1181">
                  <c:v>38546</c:v>
                </c:pt>
                <c:pt idx="1182">
                  <c:v>38547</c:v>
                </c:pt>
                <c:pt idx="1183">
                  <c:v>38548</c:v>
                </c:pt>
                <c:pt idx="1184">
                  <c:v>38551</c:v>
                </c:pt>
                <c:pt idx="1185">
                  <c:v>38552</c:v>
                </c:pt>
                <c:pt idx="1186">
                  <c:v>38553</c:v>
                </c:pt>
                <c:pt idx="1187">
                  <c:v>38554</c:v>
                </c:pt>
                <c:pt idx="1188">
                  <c:v>38555</c:v>
                </c:pt>
                <c:pt idx="1189">
                  <c:v>38558</c:v>
                </c:pt>
                <c:pt idx="1190">
                  <c:v>38559</c:v>
                </c:pt>
                <c:pt idx="1191">
                  <c:v>38560</c:v>
                </c:pt>
                <c:pt idx="1192">
                  <c:v>38561</c:v>
                </c:pt>
                <c:pt idx="1193">
                  <c:v>38562</c:v>
                </c:pt>
                <c:pt idx="1194">
                  <c:v>38565</c:v>
                </c:pt>
                <c:pt idx="1195">
                  <c:v>38566</c:v>
                </c:pt>
                <c:pt idx="1196">
                  <c:v>38567</c:v>
                </c:pt>
                <c:pt idx="1197">
                  <c:v>38568</c:v>
                </c:pt>
                <c:pt idx="1198">
                  <c:v>38569</c:v>
                </c:pt>
                <c:pt idx="1199">
                  <c:v>38572</c:v>
                </c:pt>
                <c:pt idx="1200">
                  <c:v>38573</c:v>
                </c:pt>
                <c:pt idx="1201">
                  <c:v>38574</c:v>
                </c:pt>
                <c:pt idx="1202">
                  <c:v>38575</c:v>
                </c:pt>
                <c:pt idx="1203">
                  <c:v>38576</c:v>
                </c:pt>
                <c:pt idx="1204">
                  <c:v>38579</c:v>
                </c:pt>
                <c:pt idx="1205">
                  <c:v>38580</c:v>
                </c:pt>
                <c:pt idx="1206">
                  <c:v>38581</c:v>
                </c:pt>
                <c:pt idx="1207">
                  <c:v>38582</c:v>
                </c:pt>
                <c:pt idx="1208">
                  <c:v>38583</c:v>
                </c:pt>
                <c:pt idx="1209">
                  <c:v>38586</c:v>
                </c:pt>
                <c:pt idx="1210">
                  <c:v>38587</c:v>
                </c:pt>
                <c:pt idx="1211">
                  <c:v>38588</c:v>
                </c:pt>
                <c:pt idx="1212">
                  <c:v>38589</c:v>
                </c:pt>
                <c:pt idx="1213">
                  <c:v>38590</c:v>
                </c:pt>
                <c:pt idx="1214">
                  <c:v>38593</c:v>
                </c:pt>
                <c:pt idx="1215">
                  <c:v>38594</c:v>
                </c:pt>
                <c:pt idx="1216">
                  <c:v>38595</c:v>
                </c:pt>
                <c:pt idx="1217">
                  <c:v>38596</c:v>
                </c:pt>
                <c:pt idx="1218">
                  <c:v>38597</c:v>
                </c:pt>
                <c:pt idx="1219">
                  <c:v>38600</c:v>
                </c:pt>
                <c:pt idx="1220">
                  <c:v>38601</c:v>
                </c:pt>
                <c:pt idx="1221">
                  <c:v>38602</c:v>
                </c:pt>
                <c:pt idx="1222">
                  <c:v>38603</c:v>
                </c:pt>
                <c:pt idx="1223">
                  <c:v>38604</c:v>
                </c:pt>
                <c:pt idx="1224">
                  <c:v>38607</c:v>
                </c:pt>
                <c:pt idx="1225">
                  <c:v>38608</c:v>
                </c:pt>
                <c:pt idx="1226">
                  <c:v>38609</c:v>
                </c:pt>
                <c:pt idx="1227">
                  <c:v>38610</c:v>
                </c:pt>
                <c:pt idx="1228">
                  <c:v>38611</c:v>
                </c:pt>
                <c:pt idx="1229">
                  <c:v>38614</c:v>
                </c:pt>
                <c:pt idx="1230">
                  <c:v>38615</c:v>
                </c:pt>
                <c:pt idx="1231">
                  <c:v>38616</c:v>
                </c:pt>
                <c:pt idx="1232">
                  <c:v>38617</c:v>
                </c:pt>
                <c:pt idx="1233">
                  <c:v>38618</c:v>
                </c:pt>
                <c:pt idx="1234">
                  <c:v>38621</c:v>
                </c:pt>
                <c:pt idx="1235">
                  <c:v>38622</c:v>
                </c:pt>
                <c:pt idx="1236">
                  <c:v>38623</c:v>
                </c:pt>
                <c:pt idx="1237">
                  <c:v>38624</c:v>
                </c:pt>
                <c:pt idx="1238">
                  <c:v>38625</c:v>
                </c:pt>
                <c:pt idx="1239">
                  <c:v>38628</c:v>
                </c:pt>
                <c:pt idx="1240">
                  <c:v>38629</c:v>
                </c:pt>
                <c:pt idx="1241">
                  <c:v>38630</c:v>
                </c:pt>
                <c:pt idx="1242">
                  <c:v>38631</c:v>
                </c:pt>
                <c:pt idx="1243">
                  <c:v>38632</c:v>
                </c:pt>
                <c:pt idx="1244">
                  <c:v>38635</c:v>
                </c:pt>
                <c:pt idx="1245">
                  <c:v>38636</c:v>
                </c:pt>
                <c:pt idx="1246">
                  <c:v>38637</c:v>
                </c:pt>
                <c:pt idx="1247">
                  <c:v>38638</c:v>
                </c:pt>
                <c:pt idx="1248">
                  <c:v>38639</c:v>
                </c:pt>
                <c:pt idx="1249">
                  <c:v>38642</c:v>
                </c:pt>
                <c:pt idx="1250">
                  <c:v>38643</c:v>
                </c:pt>
                <c:pt idx="1251">
                  <c:v>38644</c:v>
                </c:pt>
                <c:pt idx="1252">
                  <c:v>38645</c:v>
                </c:pt>
                <c:pt idx="1253">
                  <c:v>38646</c:v>
                </c:pt>
                <c:pt idx="1254">
                  <c:v>38649</c:v>
                </c:pt>
                <c:pt idx="1255">
                  <c:v>38650</c:v>
                </c:pt>
                <c:pt idx="1256">
                  <c:v>38651</c:v>
                </c:pt>
                <c:pt idx="1257">
                  <c:v>38652</c:v>
                </c:pt>
                <c:pt idx="1258">
                  <c:v>38653</c:v>
                </c:pt>
                <c:pt idx="1259">
                  <c:v>38656</c:v>
                </c:pt>
                <c:pt idx="1260">
                  <c:v>38657</c:v>
                </c:pt>
                <c:pt idx="1261">
                  <c:v>38658</c:v>
                </c:pt>
                <c:pt idx="1262">
                  <c:v>38659</c:v>
                </c:pt>
                <c:pt idx="1263">
                  <c:v>38660</c:v>
                </c:pt>
                <c:pt idx="1264">
                  <c:v>38663</c:v>
                </c:pt>
                <c:pt idx="1265">
                  <c:v>38664</c:v>
                </c:pt>
                <c:pt idx="1266">
                  <c:v>38665</c:v>
                </c:pt>
                <c:pt idx="1267">
                  <c:v>38666</c:v>
                </c:pt>
                <c:pt idx="1268">
                  <c:v>38667</c:v>
                </c:pt>
                <c:pt idx="1269">
                  <c:v>38670</c:v>
                </c:pt>
                <c:pt idx="1270">
                  <c:v>38671</c:v>
                </c:pt>
                <c:pt idx="1271">
                  <c:v>38672</c:v>
                </c:pt>
                <c:pt idx="1272">
                  <c:v>38673</c:v>
                </c:pt>
                <c:pt idx="1273">
                  <c:v>38674</c:v>
                </c:pt>
                <c:pt idx="1274">
                  <c:v>38677</c:v>
                </c:pt>
                <c:pt idx="1275">
                  <c:v>38678</c:v>
                </c:pt>
                <c:pt idx="1276">
                  <c:v>38679</c:v>
                </c:pt>
                <c:pt idx="1277">
                  <c:v>38680</c:v>
                </c:pt>
                <c:pt idx="1278">
                  <c:v>38681</c:v>
                </c:pt>
                <c:pt idx="1279">
                  <c:v>38684</c:v>
                </c:pt>
                <c:pt idx="1280">
                  <c:v>38685</c:v>
                </c:pt>
                <c:pt idx="1281">
                  <c:v>38686</c:v>
                </c:pt>
                <c:pt idx="1282">
                  <c:v>38687</c:v>
                </c:pt>
                <c:pt idx="1283">
                  <c:v>38688</c:v>
                </c:pt>
                <c:pt idx="1284">
                  <c:v>38691</c:v>
                </c:pt>
                <c:pt idx="1285">
                  <c:v>38692</c:v>
                </c:pt>
                <c:pt idx="1286">
                  <c:v>38693</c:v>
                </c:pt>
                <c:pt idx="1287">
                  <c:v>38694</c:v>
                </c:pt>
                <c:pt idx="1288">
                  <c:v>38695</c:v>
                </c:pt>
                <c:pt idx="1289">
                  <c:v>38698</c:v>
                </c:pt>
                <c:pt idx="1290">
                  <c:v>38699</c:v>
                </c:pt>
                <c:pt idx="1291">
                  <c:v>38700</c:v>
                </c:pt>
                <c:pt idx="1292">
                  <c:v>38701</c:v>
                </c:pt>
                <c:pt idx="1293">
                  <c:v>38702</c:v>
                </c:pt>
                <c:pt idx="1294">
                  <c:v>38705</c:v>
                </c:pt>
                <c:pt idx="1295">
                  <c:v>38706</c:v>
                </c:pt>
                <c:pt idx="1296">
                  <c:v>38707</c:v>
                </c:pt>
                <c:pt idx="1297">
                  <c:v>38708</c:v>
                </c:pt>
                <c:pt idx="1298">
                  <c:v>38709</c:v>
                </c:pt>
                <c:pt idx="1299">
                  <c:v>38712</c:v>
                </c:pt>
                <c:pt idx="1300">
                  <c:v>38713</c:v>
                </c:pt>
                <c:pt idx="1301">
                  <c:v>38714</c:v>
                </c:pt>
                <c:pt idx="1302">
                  <c:v>38715</c:v>
                </c:pt>
                <c:pt idx="1303">
                  <c:v>38716</c:v>
                </c:pt>
                <c:pt idx="1304">
                  <c:v>38719</c:v>
                </c:pt>
                <c:pt idx="1305">
                  <c:v>38720</c:v>
                </c:pt>
                <c:pt idx="1306">
                  <c:v>38721</c:v>
                </c:pt>
                <c:pt idx="1307">
                  <c:v>38722</c:v>
                </c:pt>
                <c:pt idx="1308">
                  <c:v>38723</c:v>
                </c:pt>
                <c:pt idx="1309">
                  <c:v>38726</c:v>
                </c:pt>
                <c:pt idx="1310">
                  <c:v>38727</c:v>
                </c:pt>
                <c:pt idx="1311">
                  <c:v>38728</c:v>
                </c:pt>
                <c:pt idx="1312">
                  <c:v>38729</c:v>
                </c:pt>
                <c:pt idx="1313">
                  <c:v>38730</c:v>
                </c:pt>
                <c:pt idx="1314">
                  <c:v>38733</c:v>
                </c:pt>
                <c:pt idx="1315">
                  <c:v>38734</c:v>
                </c:pt>
                <c:pt idx="1316">
                  <c:v>38735</c:v>
                </c:pt>
                <c:pt idx="1317">
                  <c:v>38736</c:v>
                </c:pt>
                <c:pt idx="1318">
                  <c:v>38737</c:v>
                </c:pt>
                <c:pt idx="1319">
                  <c:v>38740</c:v>
                </c:pt>
                <c:pt idx="1320">
                  <c:v>38741</c:v>
                </c:pt>
                <c:pt idx="1321">
                  <c:v>38742</c:v>
                </c:pt>
                <c:pt idx="1322">
                  <c:v>38743</c:v>
                </c:pt>
                <c:pt idx="1323">
                  <c:v>38744</c:v>
                </c:pt>
                <c:pt idx="1324">
                  <c:v>38747</c:v>
                </c:pt>
                <c:pt idx="1325">
                  <c:v>38748</c:v>
                </c:pt>
                <c:pt idx="1326">
                  <c:v>38749</c:v>
                </c:pt>
                <c:pt idx="1327">
                  <c:v>38750</c:v>
                </c:pt>
                <c:pt idx="1328">
                  <c:v>38751</c:v>
                </c:pt>
                <c:pt idx="1329">
                  <c:v>38754</c:v>
                </c:pt>
                <c:pt idx="1330">
                  <c:v>38755</c:v>
                </c:pt>
                <c:pt idx="1331">
                  <c:v>38756</c:v>
                </c:pt>
                <c:pt idx="1332">
                  <c:v>38757</c:v>
                </c:pt>
                <c:pt idx="1333">
                  <c:v>38758</c:v>
                </c:pt>
                <c:pt idx="1334">
                  <c:v>38761</c:v>
                </c:pt>
                <c:pt idx="1335">
                  <c:v>38762</c:v>
                </c:pt>
                <c:pt idx="1336">
                  <c:v>38763</c:v>
                </c:pt>
                <c:pt idx="1337">
                  <c:v>38764</c:v>
                </c:pt>
                <c:pt idx="1338">
                  <c:v>38765</c:v>
                </c:pt>
                <c:pt idx="1339">
                  <c:v>38768</c:v>
                </c:pt>
                <c:pt idx="1340">
                  <c:v>38769</c:v>
                </c:pt>
                <c:pt idx="1341">
                  <c:v>38770</c:v>
                </c:pt>
                <c:pt idx="1342">
                  <c:v>38771</c:v>
                </c:pt>
                <c:pt idx="1343">
                  <c:v>38772</c:v>
                </c:pt>
                <c:pt idx="1344">
                  <c:v>38775</c:v>
                </c:pt>
                <c:pt idx="1345">
                  <c:v>38776</c:v>
                </c:pt>
                <c:pt idx="1346">
                  <c:v>38777</c:v>
                </c:pt>
                <c:pt idx="1347">
                  <c:v>38778</c:v>
                </c:pt>
                <c:pt idx="1348">
                  <c:v>38779</c:v>
                </c:pt>
                <c:pt idx="1349">
                  <c:v>38782</c:v>
                </c:pt>
                <c:pt idx="1350">
                  <c:v>38783</c:v>
                </c:pt>
                <c:pt idx="1351">
                  <c:v>38784</c:v>
                </c:pt>
                <c:pt idx="1352">
                  <c:v>38785</c:v>
                </c:pt>
                <c:pt idx="1353">
                  <c:v>38786</c:v>
                </c:pt>
                <c:pt idx="1354">
                  <c:v>38789</c:v>
                </c:pt>
                <c:pt idx="1355">
                  <c:v>38790</c:v>
                </c:pt>
                <c:pt idx="1356">
                  <c:v>38791</c:v>
                </c:pt>
                <c:pt idx="1357">
                  <c:v>38792</c:v>
                </c:pt>
                <c:pt idx="1358">
                  <c:v>38793</c:v>
                </c:pt>
                <c:pt idx="1359">
                  <c:v>38796</c:v>
                </c:pt>
                <c:pt idx="1360">
                  <c:v>38797</c:v>
                </c:pt>
                <c:pt idx="1361">
                  <c:v>38798</c:v>
                </c:pt>
                <c:pt idx="1362">
                  <c:v>38799</c:v>
                </c:pt>
                <c:pt idx="1363">
                  <c:v>38800</c:v>
                </c:pt>
                <c:pt idx="1364">
                  <c:v>38803</c:v>
                </c:pt>
                <c:pt idx="1365">
                  <c:v>38804</c:v>
                </c:pt>
                <c:pt idx="1366">
                  <c:v>38805</c:v>
                </c:pt>
                <c:pt idx="1367">
                  <c:v>38806</c:v>
                </c:pt>
                <c:pt idx="1368">
                  <c:v>38807</c:v>
                </c:pt>
                <c:pt idx="1369">
                  <c:v>38810</c:v>
                </c:pt>
                <c:pt idx="1370">
                  <c:v>38811</c:v>
                </c:pt>
                <c:pt idx="1371">
                  <c:v>38812</c:v>
                </c:pt>
                <c:pt idx="1372">
                  <c:v>38813</c:v>
                </c:pt>
                <c:pt idx="1373">
                  <c:v>38814</c:v>
                </c:pt>
                <c:pt idx="1374">
                  <c:v>38817</c:v>
                </c:pt>
                <c:pt idx="1375">
                  <c:v>38818</c:v>
                </c:pt>
                <c:pt idx="1376">
                  <c:v>38819</c:v>
                </c:pt>
                <c:pt idx="1377">
                  <c:v>38820</c:v>
                </c:pt>
                <c:pt idx="1378">
                  <c:v>38821</c:v>
                </c:pt>
                <c:pt idx="1379">
                  <c:v>38824</c:v>
                </c:pt>
                <c:pt idx="1380">
                  <c:v>38825</c:v>
                </c:pt>
                <c:pt idx="1381">
                  <c:v>38826</c:v>
                </c:pt>
                <c:pt idx="1382">
                  <c:v>38827</c:v>
                </c:pt>
                <c:pt idx="1383">
                  <c:v>38828</c:v>
                </c:pt>
                <c:pt idx="1384">
                  <c:v>38831</c:v>
                </c:pt>
                <c:pt idx="1385">
                  <c:v>38832</c:v>
                </c:pt>
                <c:pt idx="1386">
                  <c:v>38833</c:v>
                </c:pt>
                <c:pt idx="1387">
                  <c:v>38834</c:v>
                </c:pt>
                <c:pt idx="1388">
                  <c:v>38835</c:v>
                </c:pt>
                <c:pt idx="1389">
                  <c:v>38838</c:v>
                </c:pt>
                <c:pt idx="1390">
                  <c:v>38839</c:v>
                </c:pt>
                <c:pt idx="1391">
                  <c:v>38840</c:v>
                </c:pt>
                <c:pt idx="1392">
                  <c:v>38841</c:v>
                </c:pt>
                <c:pt idx="1393">
                  <c:v>38842</c:v>
                </c:pt>
                <c:pt idx="1394">
                  <c:v>38845</c:v>
                </c:pt>
                <c:pt idx="1395">
                  <c:v>38846</c:v>
                </c:pt>
                <c:pt idx="1396">
                  <c:v>38847</c:v>
                </c:pt>
                <c:pt idx="1397">
                  <c:v>38848</c:v>
                </c:pt>
                <c:pt idx="1398">
                  <c:v>38849</c:v>
                </c:pt>
                <c:pt idx="1399">
                  <c:v>38852</c:v>
                </c:pt>
                <c:pt idx="1400">
                  <c:v>38853</c:v>
                </c:pt>
                <c:pt idx="1401">
                  <c:v>38854</c:v>
                </c:pt>
                <c:pt idx="1402">
                  <c:v>38855</c:v>
                </c:pt>
                <c:pt idx="1403">
                  <c:v>38856</c:v>
                </c:pt>
                <c:pt idx="1404">
                  <c:v>38859</c:v>
                </c:pt>
                <c:pt idx="1405">
                  <c:v>38860</c:v>
                </c:pt>
                <c:pt idx="1406">
                  <c:v>38861</c:v>
                </c:pt>
                <c:pt idx="1407">
                  <c:v>38862</c:v>
                </c:pt>
                <c:pt idx="1408">
                  <c:v>38863</c:v>
                </c:pt>
                <c:pt idx="1409">
                  <c:v>38866</c:v>
                </c:pt>
                <c:pt idx="1410">
                  <c:v>38867</c:v>
                </c:pt>
                <c:pt idx="1411">
                  <c:v>38868</c:v>
                </c:pt>
                <c:pt idx="1412">
                  <c:v>38869</c:v>
                </c:pt>
                <c:pt idx="1413">
                  <c:v>38870</c:v>
                </c:pt>
                <c:pt idx="1414">
                  <c:v>38873</c:v>
                </c:pt>
                <c:pt idx="1415">
                  <c:v>38874</c:v>
                </c:pt>
                <c:pt idx="1416">
                  <c:v>38875</c:v>
                </c:pt>
                <c:pt idx="1417">
                  <c:v>38876</c:v>
                </c:pt>
                <c:pt idx="1418">
                  <c:v>38877</c:v>
                </c:pt>
                <c:pt idx="1419">
                  <c:v>38880</c:v>
                </c:pt>
                <c:pt idx="1420">
                  <c:v>38881</c:v>
                </c:pt>
                <c:pt idx="1421">
                  <c:v>38882</c:v>
                </c:pt>
                <c:pt idx="1422">
                  <c:v>38883</c:v>
                </c:pt>
                <c:pt idx="1423">
                  <c:v>38884</c:v>
                </c:pt>
                <c:pt idx="1424">
                  <c:v>38887</c:v>
                </c:pt>
                <c:pt idx="1425">
                  <c:v>38888</c:v>
                </c:pt>
                <c:pt idx="1426">
                  <c:v>38889</c:v>
                </c:pt>
                <c:pt idx="1427">
                  <c:v>38890</c:v>
                </c:pt>
                <c:pt idx="1428">
                  <c:v>38891</c:v>
                </c:pt>
                <c:pt idx="1429">
                  <c:v>38894</c:v>
                </c:pt>
                <c:pt idx="1430">
                  <c:v>38895</c:v>
                </c:pt>
                <c:pt idx="1431">
                  <c:v>38896</c:v>
                </c:pt>
                <c:pt idx="1432">
                  <c:v>38897</c:v>
                </c:pt>
                <c:pt idx="1433">
                  <c:v>38898</c:v>
                </c:pt>
                <c:pt idx="1434">
                  <c:v>38901</c:v>
                </c:pt>
                <c:pt idx="1435">
                  <c:v>38902</c:v>
                </c:pt>
                <c:pt idx="1436">
                  <c:v>38903</c:v>
                </c:pt>
                <c:pt idx="1437">
                  <c:v>38904</c:v>
                </c:pt>
                <c:pt idx="1438">
                  <c:v>38905</c:v>
                </c:pt>
                <c:pt idx="1439">
                  <c:v>38908</c:v>
                </c:pt>
                <c:pt idx="1440">
                  <c:v>38909</c:v>
                </c:pt>
                <c:pt idx="1441">
                  <c:v>38910</c:v>
                </c:pt>
                <c:pt idx="1442">
                  <c:v>38911</c:v>
                </c:pt>
                <c:pt idx="1443">
                  <c:v>38912</c:v>
                </c:pt>
                <c:pt idx="1444">
                  <c:v>38915</c:v>
                </c:pt>
                <c:pt idx="1445">
                  <c:v>38916</c:v>
                </c:pt>
                <c:pt idx="1446">
                  <c:v>38917</c:v>
                </c:pt>
                <c:pt idx="1447">
                  <c:v>38918</c:v>
                </c:pt>
                <c:pt idx="1448">
                  <c:v>38919</c:v>
                </c:pt>
                <c:pt idx="1449">
                  <c:v>38922</c:v>
                </c:pt>
                <c:pt idx="1450">
                  <c:v>38923</c:v>
                </c:pt>
                <c:pt idx="1451">
                  <c:v>38924</c:v>
                </c:pt>
                <c:pt idx="1452">
                  <c:v>38925</c:v>
                </c:pt>
                <c:pt idx="1453">
                  <c:v>38926</c:v>
                </c:pt>
                <c:pt idx="1454">
                  <c:v>38929</c:v>
                </c:pt>
                <c:pt idx="1455">
                  <c:v>38930</c:v>
                </c:pt>
                <c:pt idx="1456">
                  <c:v>38931</c:v>
                </c:pt>
                <c:pt idx="1457">
                  <c:v>38932</c:v>
                </c:pt>
                <c:pt idx="1458">
                  <c:v>38933</c:v>
                </c:pt>
                <c:pt idx="1459">
                  <c:v>38936</c:v>
                </c:pt>
                <c:pt idx="1460">
                  <c:v>38937</c:v>
                </c:pt>
                <c:pt idx="1461">
                  <c:v>38938</c:v>
                </c:pt>
                <c:pt idx="1462">
                  <c:v>38939</c:v>
                </c:pt>
                <c:pt idx="1463">
                  <c:v>38940</c:v>
                </c:pt>
                <c:pt idx="1464">
                  <c:v>38943</c:v>
                </c:pt>
                <c:pt idx="1465">
                  <c:v>38944</c:v>
                </c:pt>
                <c:pt idx="1466">
                  <c:v>38945</c:v>
                </c:pt>
                <c:pt idx="1467">
                  <c:v>38946</c:v>
                </c:pt>
                <c:pt idx="1468">
                  <c:v>38947</c:v>
                </c:pt>
                <c:pt idx="1469">
                  <c:v>38950</c:v>
                </c:pt>
                <c:pt idx="1470">
                  <c:v>38951</c:v>
                </c:pt>
                <c:pt idx="1471">
                  <c:v>38952</c:v>
                </c:pt>
                <c:pt idx="1472">
                  <c:v>38953</c:v>
                </c:pt>
                <c:pt idx="1473">
                  <c:v>38954</c:v>
                </c:pt>
                <c:pt idx="1474">
                  <c:v>38957</c:v>
                </c:pt>
                <c:pt idx="1475">
                  <c:v>38958</c:v>
                </c:pt>
                <c:pt idx="1476">
                  <c:v>38959</c:v>
                </c:pt>
                <c:pt idx="1477">
                  <c:v>38960</c:v>
                </c:pt>
                <c:pt idx="1478">
                  <c:v>38961</c:v>
                </c:pt>
                <c:pt idx="1479">
                  <c:v>38964</c:v>
                </c:pt>
                <c:pt idx="1480">
                  <c:v>38965</c:v>
                </c:pt>
                <c:pt idx="1481">
                  <c:v>38966</c:v>
                </c:pt>
                <c:pt idx="1482">
                  <c:v>38967</c:v>
                </c:pt>
                <c:pt idx="1483">
                  <c:v>38968</c:v>
                </c:pt>
                <c:pt idx="1484">
                  <c:v>38971</c:v>
                </c:pt>
                <c:pt idx="1485">
                  <c:v>38972</c:v>
                </c:pt>
                <c:pt idx="1486">
                  <c:v>38973</c:v>
                </c:pt>
                <c:pt idx="1487">
                  <c:v>38974</c:v>
                </c:pt>
                <c:pt idx="1488">
                  <c:v>38975</c:v>
                </c:pt>
                <c:pt idx="1489">
                  <c:v>38978</c:v>
                </c:pt>
                <c:pt idx="1490">
                  <c:v>38979</c:v>
                </c:pt>
                <c:pt idx="1491">
                  <c:v>38980</c:v>
                </c:pt>
                <c:pt idx="1492">
                  <c:v>38981</c:v>
                </c:pt>
                <c:pt idx="1493">
                  <c:v>38982</c:v>
                </c:pt>
                <c:pt idx="1494">
                  <c:v>38985</c:v>
                </c:pt>
                <c:pt idx="1495">
                  <c:v>38986</c:v>
                </c:pt>
                <c:pt idx="1496">
                  <c:v>38987</c:v>
                </c:pt>
                <c:pt idx="1497">
                  <c:v>38988</c:v>
                </c:pt>
                <c:pt idx="1498">
                  <c:v>38989</c:v>
                </c:pt>
                <c:pt idx="1499">
                  <c:v>38992</c:v>
                </c:pt>
                <c:pt idx="1500">
                  <c:v>38993</c:v>
                </c:pt>
                <c:pt idx="1501">
                  <c:v>38994</c:v>
                </c:pt>
                <c:pt idx="1502">
                  <c:v>38995</c:v>
                </c:pt>
                <c:pt idx="1503">
                  <c:v>38996</c:v>
                </c:pt>
                <c:pt idx="1504">
                  <c:v>38999</c:v>
                </c:pt>
                <c:pt idx="1505">
                  <c:v>39000</c:v>
                </c:pt>
                <c:pt idx="1506">
                  <c:v>39001</c:v>
                </c:pt>
                <c:pt idx="1507">
                  <c:v>39002</c:v>
                </c:pt>
                <c:pt idx="1508">
                  <c:v>39003</c:v>
                </c:pt>
                <c:pt idx="1509">
                  <c:v>39006</c:v>
                </c:pt>
                <c:pt idx="1510">
                  <c:v>39007</c:v>
                </c:pt>
                <c:pt idx="1511">
                  <c:v>39008</c:v>
                </c:pt>
                <c:pt idx="1512">
                  <c:v>39009</c:v>
                </c:pt>
                <c:pt idx="1513">
                  <c:v>39010</c:v>
                </c:pt>
                <c:pt idx="1514">
                  <c:v>39013</c:v>
                </c:pt>
                <c:pt idx="1515">
                  <c:v>39014</c:v>
                </c:pt>
                <c:pt idx="1516">
                  <c:v>39015</c:v>
                </c:pt>
                <c:pt idx="1517">
                  <c:v>39016</c:v>
                </c:pt>
                <c:pt idx="1518">
                  <c:v>39017</c:v>
                </c:pt>
                <c:pt idx="1519">
                  <c:v>39020</c:v>
                </c:pt>
                <c:pt idx="1520">
                  <c:v>39021</c:v>
                </c:pt>
                <c:pt idx="1521">
                  <c:v>39022</c:v>
                </c:pt>
                <c:pt idx="1522">
                  <c:v>39023</c:v>
                </c:pt>
                <c:pt idx="1523">
                  <c:v>39024</c:v>
                </c:pt>
                <c:pt idx="1524">
                  <c:v>39027</c:v>
                </c:pt>
                <c:pt idx="1525">
                  <c:v>39028</c:v>
                </c:pt>
                <c:pt idx="1526">
                  <c:v>39029</c:v>
                </c:pt>
                <c:pt idx="1527">
                  <c:v>39030</c:v>
                </c:pt>
                <c:pt idx="1528">
                  <c:v>39031</c:v>
                </c:pt>
                <c:pt idx="1529">
                  <c:v>39034</c:v>
                </c:pt>
                <c:pt idx="1530">
                  <c:v>39035</c:v>
                </c:pt>
                <c:pt idx="1531">
                  <c:v>39036</c:v>
                </c:pt>
                <c:pt idx="1532">
                  <c:v>39037</c:v>
                </c:pt>
                <c:pt idx="1533">
                  <c:v>39038</c:v>
                </c:pt>
                <c:pt idx="1534">
                  <c:v>39041</c:v>
                </c:pt>
                <c:pt idx="1535">
                  <c:v>39042</c:v>
                </c:pt>
                <c:pt idx="1536">
                  <c:v>39043</c:v>
                </c:pt>
                <c:pt idx="1537">
                  <c:v>39044</c:v>
                </c:pt>
                <c:pt idx="1538">
                  <c:v>39045</c:v>
                </c:pt>
                <c:pt idx="1539">
                  <c:v>39048</c:v>
                </c:pt>
                <c:pt idx="1540">
                  <c:v>39049</c:v>
                </c:pt>
                <c:pt idx="1541">
                  <c:v>39050</c:v>
                </c:pt>
                <c:pt idx="1542">
                  <c:v>39051</c:v>
                </c:pt>
                <c:pt idx="1543">
                  <c:v>39052</c:v>
                </c:pt>
                <c:pt idx="1544">
                  <c:v>39055</c:v>
                </c:pt>
                <c:pt idx="1545">
                  <c:v>39056</c:v>
                </c:pt>
                <c:pt idx="1546">
                  <c:v>39057</c:v>
                </c:pt>
                <c:pt idx="1547">
                  <c:v>39058</c:v>
                </c:pt>
                <c:pt idx="1548">
                  <c:v>39059</c:v>
                </c:pt>
                <c:pt idx="1549">
                  <c:v>39062</c:v>
                </c:pt>
                <c:pt idx="1550">
                  <c:v>39063</c:v>
                </c:pt>
                <c:pt idx="1551">
                  <c:v>39064</c:v>
                </c:pt>
                <c:pt idx="1552">
                  <c:v>39065</c:v>
                </c:pt>
                <c:pt idx="1553">
                  <c:v>39066</c:v>
                </c:pt>
                <c:pt idx="1554">
                  <c:v>39069</c:v>
                </c:pt>
                <c:pt idx="1555">
                  <c:v>39070</c:v>
                </c:pt>
                <c:pt idx="1556">
                  <c:v>39071</c:v>
                </c:pt>
                <c:pt idx="1557">
                  <c:v>39072</c:v>
                </c:pt>
                <c:pt idx="1558">
                  <c:v>39073</c:v>
                </c:pt>
                <c:pt idx="1559">
                  <c:v>39076</c:v>
                </c:pt>
                <c:pt idx="1560">
                  <c:v>39077</c:v>
                </c:pt>
                <c:pt idx="1561">
                  <c:v>39078</c:v>
                </c:pt>
                <c:pt idx="1562">
                  <c:v>39079</c:v>
                </c:pt>
                <c:pt idx="1563">
                  <c:v>39080</c:v>
                </c:pt>
                <c:pt idx="1564">
                  <c:v>39083</c:v>
                </c:pt>
                <c:pt idx="1565">
                  <c:v>39084</c:v>
                </c:pt>
                <c:pt idx="1566">
                  <c:v>39085</c:v>
                </c:pt>
                <c:pt idx="1567">
                  <c:v>39086</c:v>
                </c:pt>
                <c:pt idx="1568">
                  <c:v>39087</c:v>
                </c:pt>
                <c:pt idx="1569">
                  <c:v>39090</c:v>
                </c:pt>
                <c:pt idx="1570">
                  <c:v>39091</c:v>
                </c:pt>
                <c:pt idx="1571">
                  <c:v>39092</c:v>
                </c:pt>
                <c:pt idx="1572">
                  <c:v>39093</c:v>
                </c:pt>
                <c:pt idx="1573">
                  <c:v>39094</c:v>
                </c:pt>
                <c:pt idx="1574">
                  <c:v>39097</c:v>
                </c:pt>
                <c:pt idx="1575">
                  <c:v>39098</c:v>
                </c:pt>
                <c:pt idx="1576">
                  <c:v>39099</c:v>
                </c:pt>
                <c:pt idx="1577">
                  <c:v>39100</c:v>
                </c:pt>
                <c:pt idx="1578">
                  <c:v>39101</c:v>
                </c:pt>
                <c:pt idx="1579">
                  <c:v>39104</c:v>
                </c:pt>
                <c:pt idx="1580">
                  <c:v>39105</c:v>
                </c:pt>
                <c:pt idx="1581">
                  <c:v>39106</c:v>
                </c:pt>
                <c:pt idx="1582">
                  <c:v>39107</c:v>
                </c:pt>
                <c:pt idx="1583">
                  <c:v>39108</c:v>
                </c:pt>
                <c:pt idx="1584">
                  <c:v>39111</c:v>
                </c:pt>
                <c:pt idx="1585">
                  <c:v>39112</c:v>
                </c:pt>
                <c:pt idx="1586">
                  <c:v>39113</c:v>
                </c:pt>
                <c:pt idx="1587">
                  <c:v>39114</c:v>
                </c:pt>
                <c:pt idx="1588">
                  <c:v>39115</c:v>
                </c:pt>
                <c:pt idx="1589">
                  <c:v>39118</c:v>
                </c:pt>
                <c:pt idx="1590">
                  <c:v>39119</c:v>
                </c:pt>
                <c:pt idx="1591">
                  <c:v>39120</c:v>
                </c:pt>
                <c:pt idx="1592">
                  <c:v>39121</c:v>
                </c:pt>
                <c:pt idx="1593">
                  <c:v>39122</c:v>
                </c:pt>
                <c:pt idx="1594">
                  <c:v>39125</c:v>
                </c:pt>
                <c:pt idx="1595">
                  <c:v>39126</c:v>
                </c:pt>
                <c:pt idx="1596">
                  <c:v>39127</c:v>
                </c:pt>
                <c:pt idx="1597">
                  <c:v>39128</c:v>
                </c:pt>
                <c:pt idx="1598">
                  <c:v>39129</c:v>
                </c:pt>
                <c:pt idx="1599">
                  <c:v>39132</c:v>
                </c:pt>
                <c:pt idx="1600">
                  <c:v>39133</c:v>
                </c:pt>
                <c:pt idx="1601">
                  <c:v>39134</c:v>
                </c:pt>
                <c:pt idx="1602">
                  <c:v>39135</c:v>
                </c:pt>
                <c:pt idx="1603">
                  <c:v>39136</c:v>
                </c:pt>
                <c:pt idx="1604">
                  <c:v>39139</c:v>
                </c:pt>
                <c:pt idx="1605">
                  <c:v>39140</c:v>
                </c:pt>
                <c:pt idx="1606">
                  <c:v>39141</c:v>
                </c:pt>
                <c:pt idx="1607">
                  <c:v>39142</c:v>
                </c:pt>
                <c:pt idx="1608">
                  <c:v>39143</c:v>
                </c:pt>
                <c:pt idx="1609">
                  <c:v>39146</c:v>
                </c:pt>
                <c:pt idx="1610">
                  <c:v>39147</c:v>
                </c:pt>
                <c:pt idx="1611">
                  <c:v>39148</c:v>
                </c:pt>
                <c:pt idx="1612">
                  <c:v>39149</c:v>
                </c:pt>
                <c:pt idx="1613">
                  <c:v>39150</c:v>
                </c:pt>
                <c:pt idx="1614">
                  <c:v>39153</c:v>
                </c:pt>
                <c:pt idx="1615">
                  <c:v>39154</c:v>
                </c:pt>
                <c:pt idx="1616">
                  <c:v>39155</c:v>
                </c:pt>
                <c:pt idx="1617">
                  <c:v>39156</c:v>
                </c:pt>
                <c:pt idx="1618">
                  <c:v>39157</c:v>
                </c:pt>
                <c:pt idx="1619">
                  <c:v>39160</c:v>
                </c:pt>
                <c:pt idx="1620">
                  <c:v>39161</c:v>
                </c:pt>
                <c:pt idx="1621">
                  <c:v>39162</c:v>
                </c:pt>
                <c:pt idx="1622">
                  <c:v>39163</c:v>
                </c:pt>
                <c:pt idx="1623">
                  <c:v>39164</c:v>
                </c:pt>
                <c:pt idx="1624">
                  <c:v>39167</c:v>
                </c:pt>
                <c:pt idx="1625">
                  <c:v>39168</c:v>
                </c:pt>
                <c:pt idx="1626">
                  <c:v>39169</c:v>
                </c:pt>
                <c:pt idx="1627">
                  <c:v>39170</c:v>
                </c:pt>
                <c:pt idx="1628">
                  <c:v>39171</c:v>
                </c:pt>
                <c:pt idx="1629">
                  <c:v>39174</c:v>
                </c:pt>
                <c:pt idx="1630">
                  <c:v>39175</c:v>
                </c:pt>
                <c:pt idx="1631">
                  <c:v>39176</c:v>
                </c:pt>
                <c:pt idx="1632">
                  <c:v>39177</c:v>
                </c:pt>
                <c:pt idx="1633">
                  <c:v>39178</c:v>
                </c:pt>
                <c:pt idx="1634">
                  <c:v>39181</c:v>
                </c:pt>
                <c:pt idx="1635">
                  <c:v>39182</c:v>
                </c:pt>
                <c:pt idx="1636">
                  <c:v>39183</c:v>
                </c:pt>
                <c:pt idx="1637">
                  <c:v>39184</c:v>
                </c:pt>
                <c:pt idx="1638">
                  <c:v>39185</c:v>
                </c:pt>
                <c:pt idx="1639">
                  <c:v>39188</c:v>
                </c:pt>
                <c:pt idx="1640">
                  <c:v>39189</c:v>
                </c:pt>
                <c:pt idx="1641">
                  <c:v>39190</c:v>
                </c:pt>
                <c:pt idx="1642">
                  <c:v>39191</c:v>
                </c:pt>
                <c:pt idx="1643">
                  <c:v>39192</c:v>
                </c:pt>
                <c:pt idx="1644">
                  <c:v>39195</c:v>
                </c:pt>
                <c:pt idx="1645">
                  <c:v>39196</c:v>
                </c:pt>
                <c:pt idx="1646">
                  <c:v>39197</c:v>
                </c:pt>
                <c:pt idx="1647">
                  <c:v>39198</c:v>
                </c:pt>
                <c:pt idx="1648">
                  <c:v>39199</c:v>
                </c:pt>
                <c:pt idx="1649">
                  <c:v>39202</c:v>
                </c:pt>
                <c:pt idx="1650">
                  <c:v>39203</c:v>
                </c:pt>
                <c:pt idx="1651">
                  <c:v>39204</c:v>
                </c:pt>
                <c:pt idx="1652">
                  <c:v>39205</c:v>
                </c:pt>
                <c:pt idx="1653">
                  <c:v>39206</c:v>
                </c:pt>
                <c:pt idx="1654">
                  <c:v>39209</c:v>
                </c:pt>
                <c:pt idx="1655">
                  <c:v>39210</c:v>
                </c:pt>
                <c:pt idx="1656">
                  <c:v>39211</c:v>
                </c:pt>
                <c:pt idx="1657">
                  <c:v>39212</c:v>
                </c:pt>
                <c:pt idx="1658">
                  <c:v>39213</c:v>
                </c:pt>
                <c:pt idx="1659">
                  <c:v>39216</c:v>
                </c:pt>
                <c:pt idx="1660">
                  <c:v>39217</c:v>
                </c:pt>
                <c:pt idx="1661">
                  <c:v>39218</c:v>
                </c:pt>
                <c:pt idx="1662">
                  <c:v>39219</c:v>
                </c:pt>
                <c:pt idx="1663">
                  <c:v>39220</c:v>
                </c:pt>
                <c:pt idx="1664">
                  <c:v>39223</c:v>
                </c:pt>
                <c:pt idx="1665">
                  <c:v>39224</c:v>
                </c:pt>
                <c:pt idx="1666">
                  <c:v>39225</c:v>
                </c:pt>
                <c:pt idx="1667">
                  <c:v>39226</c:v>
                </c:pt>
                <c:pt idx="1668">
                  <c:v>39227</c:v>
                </c:pt>
                <c:pt idx="1669">
                  <c:v>39230</c:v>
                </c:pt>
                <c:pt idx="1670">
                  <c:v>39231</c:v>
                </c:pt>
                <c:pt idx="1671">
                  <c:v>39232</c:v>
                </c:pt>
                <c:pt idx="1672">
                  <c:v>39233</c:v>
                </c:pt>
                <c:pt idx="1673">
                  <c:v>39234</c:v>
                </c:pt>
                <c:pt idx="1674">
                  <c:v>39237</c:v>
                </c:pt>
                <c:pt idx="1675">
                  <c:v>39238</c:v>
                </c:pt>
                <c:pt idx="1676">
                  <c:v>39239</c:v>
                </c:pt>
                <c:pt idx="1677">
                  <c:v>39240</c:v>
                </c:pt>
                <c:pt idx="1678">
                  <c:v>39241</c:v>
                </c:pt>
                <c:pt idx="1679">
                  <c:v>39244</c:v>
                </c:pt>
                <c:pt idx="1680">
                  <c:v>39245</c:v>
                </c:pt>
                <c:pt idx="1681">
                  <c:v>39246</c:v>
                </c:pt>
                <c:pt idx="1682">
                  <c:v>39247</c:v>
                </c:pt>
                <c:pt idx="1683">
                  <c:v>39248</c:v>
                </c:pt>
                <c:pt idx="1684">
                  <c:v>39251</c:v>
                </c:pt>
                <c:pt idx="1685">
                  <c:v>39252</c:v>
                </c:pt>
                <c:pt idx="1686">
                  <c:v>39253</c:v>
                </c:pt>
                <c:pt idx="1687">
                  <c:v>39254</c:v>
                </c:pt>
                <c:pt idx="1688">
                  <c:v>39255</c:v>
                </c:pt>
                <c:pt idx="1689">
                  <c:v>39258</c:v>
                </c:pt>
                <c:pt idx="1690">
                  <c:v>39259</c:v>
                </c:pt>
                <c:pt idx="1691">
                  <c:v>39260</c:v>
                </c:pt>
                <c:pt idx="1692">
                  <c:v>39261</c:v>
                </c:pt>
                <c:pt idx="1693">
                  <c:v>39262</c:v>
                </c:pt>
                <c:pt idx="1694">
                  <c:v>39265</c:v>
                </c:pt>
                <c:pt idx="1695">
                  <c:v>39266</c:v>
                </c:pt>
                <c:pt idx="1696">
                  <c:v>39267</c:v>
                </c:pt>
                <c:pt idx="1697">
                  <c:v>39268</c:v>
                </c:pt>
                <c:pt idx="1698">
                  <c:v>39269</c:v>
                </c:pt>
                <c:pt idx="1699">
                  <c:v>39272</c:v>
                </c:pt>
                <c:pt idx="1700">
                  <c:v>39273</c:v>
                </c:pt>
                <c:pt idx="1701">
                  <c:v>39274</c:v>
                </c:pt>
                <c:pt idx="1702">
                  <c:v>39275</c:v>
                </c:pt>
                <c:pt idx="1703">
                  <c:v>39276</c:v>
                </c:pt>
                <c:pt idx="1704">
                  <c:v>39279</c:v>
                </c:pt>
                <c:pt idx="1705">
                  <c:v>39280</c:v>
                </c:pt>
                <c:pt idx="1706">
                  <c:v>39281</c:v>
                </c:pt>
                <c:pt idx="1707">
                  <c:v>39282</c:v>
                </c:pt>
                <c:pt idx="1708">
                  <c:v>39283</c:v>
                </c:pt>
                <c:pt idx="1709">
                  <c:v>39286</c:v>
                </c:pt>
                <c:pt idx="1710">
                  <c:v>39287</c:v>
                </c:pt>
                <c:pt idx="1711">
                  <c:v>39288</c:v>
                </c:pt>
                <c:pt idx="1712">
                  <c:v>39289</c:v>
                </c:pt>
                <c:pt idx="1713">
                  <c:v>39290</c:v>
                </c:pt>
                <c:pt idx="1714">
                  <c:v>39293</c:v>
                </c:pt>
                <c:pt idx="1715">
                  <c:v>39294</c:v>
                </c:pt>
                <c:pt idx="1716">
                  <c:v>39295</c:v>
                </c:pt>
                <c:pt idx="1717">
                  <c:v>39296</c:v>
                </c:pt>
                <c:pt idx="1718">
                  <c:v>39297</c:v>
                </c:pt>
                <c:pt idx="1719">
                  <c:v>39300</c:v>
                </c:pt>
                <c:pt idx="1720">
                  <c:v>39301</c:v>
                </c:pt>
                <c:pt idx="1721">
                  <c:v>39302</c:v>
                </c:pt>
                <c:pt idx="1722">
                  <c:v>39303</c:v>
                </c:pt>
                <c:pt idx="1723">
                  <c:v>39304</c:v>
                </c:pt>
                <c:pt idx="1724">
                  <c:v>39307</c:v>
                </c:pt>
                <c:pt idx="1725">
                  <c:v>39308</c:v>
                </c:pt>
                <c:pt idx="1726">
                  <c:v>39309</c:v>
                </c:pt>
                <c:pt idx="1727">
                  <c:v>39310</c:v>
                </c:pt>
                <c:pt idx="1728">
                  <c:v>39311</c:v>
                </c:pt>
                <c:pt idx="1729">
                  <c:v>39314</c:v>
                </c:pt>
                <c:pt idx="1730">
                  <c:v>39315</c:v>
                </c:pt>
                <c:pt idx="1731">
                  <c:v>39316</c:v>
                </c:pt>
                <c:pt idx="1732">
                  <c:v>39317</c:v>
                </c:pt>
                <c:pt idx="1733">
                  <c:v>39318</c:v>
                </c:pt>
                <c:pt idx="1734">
                  <c:v>39321</c:v>
                </c:pt>
                <c:pt idx="1735">
                  <c:v>39322</c:v>
                </c:pt>
                <c:pt idx="1736">
                  <c:v>39323</c:v>
                </c:pt>
                <c:pt idx="1737">
                  <c:v>39324</c:v>
                </c:pt>
                <c:pt idx="1738">
                  <c:v>39325</c:v>
                </c:pt>
                <c:pt idx="1739">
                  <c:v>39328</c:v>
                </c:pt>
                <c:pt idx="1740">
                  <c:v>39329</c:v>
                </c:pt>
                <c:pt idx="1741">
                  <c:v>39330</c:v>
                </c:pt>
                <c:pt idx="1742">
                  <c:v>39331</c:v>
                </c:pt>
                <c:pt idx="1743">
                  <c:v>39332</c:v>
                </c:pt>
                <c:pt idx="1744">
                  <c:v>39335</c:v>
                </c:pt>
                <c:pt idx="1745">
                  <c:v>39336</c:v>
                </c:pt>
                <c:pt idx="1746">
                  <c:v>39337</c:v>
                </c:pt>
                <c:pt idx="1747">
                  <c:v>39338</c:v>
                </c:pt>
                <c:pt idx="1748">
                  <c:v>39339</c:v>
                </c:pt>
                <c:pt idx="1749">
                  <c:v>39342</c:v>
                </c:pt>
                <c:pt idx="1750">
                  <c:v>39343</c:v>
                </c:pt>
                <c:pt idx="1751">
                  <c:v>39344</c:v>
                </c:pt>
                <c:pt idx="1752">
                  <c:v>39345</c:v>
                </c:pt>
                <c:pt idx="1753">
                  <c:v>39346</c:v>
                </c:pt>
                <c:pt idx="1754">
                  <c:v>39349</c:v>
                </c:pt>
                <c:pt idx="1755">
                  <c:v>39350</c:v>
                </c:pt>
                <c:pt idx="1756">
                  <c:v>39351</c:v>
                </c:pt>
                <c:pt idx="1757">
                  <c:v>39352</c:v>
                </c:pt>
                <c:pt idx="1758">
                  <c:v>39353</c:v>
                </c:pt>
                <c:pt idx="1759">
                  <c:v>39356</c:v>
                </c:pt>
                <c:pt idx="1760">
                  <c:v>39357</c:v>
                </c:pt>
                <c:pt idx="1761">
                  <c:v>39358</c:v>
                </c:pt>
                <c:pt idx="1762">
                  <c:v>39359</c:v>
                </c:pt>
                <c:pt idx="1763">
                  <c:v>39360</c:v>
                </c:pt>
                <c:pt idx="1764">
                  <c:v>39363</c:v>
                </c:pt>
                <c:pt idx="1765">
                  <c:v>39364</c:v>
                </c:pt>
                <c:pt idx="1766">
                  <c:v>39365</c:v>
                </c:pt>
                <c:pt idx="1767">
                  <c:v>39366</c:v>
                </c:pt>
                <c:pt idx="1768">
                  <c:v>39367</c:v>
                </c:pt>
                <c:pt idx="1769">
                  <c:v>39370</c:v>
                </c:pt>
                <c:pt idx="1770">
                  <c:v>39371</c:v>
                </c:pt>
                <c:pt idx="1771">
                  <c:v>39372</c:v>
                </c:pt>
                <c:pt idx="1772">
                  <c:v>39373</c:v>
                </c:pt>
                <c:pt idx="1773">
                  <c:v>39374</c:v>
                </c:pt>
                <c:pt idx="1774">
                  <c:v>39377</c:v>
                </c:pt>
                <c:pt idx="1775">
                  <c:v>39378</c:v>
                </c:pt>
                <c:pt idx="1776">
                  <c:v>39379</c:v>
                </c:pt>
                <c:pt idx="1777">
                  <c:v>39380</c:v>
                </c:pt>
                <c:pt idx="1778">
                  <c:v>39381</c:v>
                </c:pt>
                <c:pt idx="1779">
                  <c:v>39384</c:v>
                </c:pt>
                <c:pt idx="1780">
                  <c:v>39385</c:v>
                </c:pt>
                <c:pt idx="1781">
                  <c:v>39386</c:v>
                </c:pt>
                <c:pt idx="1782">
                  <c:v>39387</c:v>
                </c:pt>
                <c:pt idx="1783">
                  <c:v>39388</c:v>
                </c:pt>
                <c:pt idx="1784">
                  <c:v>39391</c:v>
                </c:pt>
                <c:pt idx="1785">
                  <c:v>39392</c:v>
                </c:pt>
                <c:pt idx="1786">
                  <c:v>39393</c:v>
                </c:pt>
                <c:pt idx="1787">
                  <c:v>39394</c:v>
                </c:pt>
                <c:pt idx="1788">
                  <c:v>39395</c:v>
                </c:pt>
                <c:pt idx="1789">
                  <c:v>39398</c:v>
                </c:pt>
                <c:pt idx="1790">
                  <c:v>39399</c:v>
                </c:pt>
                <c:pt idx="1791">
                  <c:v>39400</c:v>
                </c:pt>
                <c:pt idx="1792">
                  <c:v>39401</c:v>
                </c:pt>
                <c:pt idx="1793">
                  <c:v>39402</c:v>
                </c:pt>
                <c:pt idx="1794">
                  <c:v>39405</c:v>
                </c:pt>
                <c:pt idx="1795">
                  <c:v>39406</c:v>
                </c:pt>
                <c:pt idx="1796">
                  <c:v>39407</c:v>
                </c:pt>
                <c:pt idx="1797">
                  <c:v>39408</c:v>
                </c:pt>
                <c:pt idx="1798">
                  <c:v>39409</c:v>
                </c:pt>
                <c:pt idx="1799">
                  <c:v>39412</c:v>
                </c:pt>
                <c:pt idx="1800">
                  <c:v>39413</c:v>
                </c:pt>
                <c:pt idx="1801">
                  <c:v>39414</c:v>
                </c:pt>
                <c:pt idx="1802">
                  <c:v>39415</c:v>
                </c:pt>
                <c:pt idx="1803">
                  <c:v>39416</c:v>
                </c:pt>
                <c:pt idx="1804">
                  <c:v>39419</c:v>
                </c:pt>
                <c:pt idx="1805">
                  <c:v>39420</c:v>
                </c:pt>
                <c:pt idx="1806">
                  <c:v>39421</c:v>
                </c:pt>
                <c:pt idx="1807">
                  <c:v>39422</c:v>
                </c:pt>
                <c:pt idx="1808">
                  <c:v>39423</c:v>
                </c:pt>
                <c:pt idx="1809">
                  <c:v>39426</c:v>
                </c:pt>
                <c:pt idx="1810">
                  <c:v>39427</c:v>
                </c:pt>
                <c:pt idx="1811">
                  <c:v>39428</c:v>
                </c:pt>
                <c:pt idx="1812">
                  <c:v>39429</c:v>
                </c:pt>
                <c:pt idx="1813">
                  <c:v>39430</c:v>
                </c:pt>
                <c:pt idx="1814">
                  <c:v>39433</c:v>
                </c:pt>
                <c:pt idx="1815">
                  <c:v>39434</c:v>
                </c:pt>
                <c:pt idx="1816">
                  <c:v>39435</c:v>
                </c:pt>
                <c:pt idx="1817">
                  <c:v>39436</c:v>
                </c:pt>
                <c:pt idx="1818">
                  <c:v>39437</c:v>
                </c:pt>
                <c:pt idx="1819">
                  <c:v>39440</c:v>
                </c:pt>
                <c:pt idx="1820">
                  <c:v>39441</c:v>
                </c:pt>
                <c:pt idx="1821">
                  <c:v>39442</c:v>
                </c:pt>
                <c:pt idx="1822">
                  <c:v>39443</c:v>
                </c:pt>
                <c:pt idx="1823">
                  <c:v>39444</c:v>
                </c:pt>
                <c:pt idx="1824">
                  <c:v>39447</c:v>
                </c:pt>
                <c:pt idx="1825">
                  <c:v>39448</c:v>
                </c:pt>
                <c:pt idx="1826">
                  <c:v>39449</c:v>
                </c:pt>
                <c:pt idx="1827">
                  <c:v>39450</c:v>
                </c:pt>
                <c:pt idx="1828">
                  <c:v>39451</c:v>
                </c:pt>
                <c:pt idx="1829">
                  <c:v>39454</c:v>
                </c:pt>
                <c:pt idx="1830">
                  <c:v>39455</c:v>
                </c:pt>
                <c:pt idx="1831">
                  <c:v>39456</c:v>
                </c:pt>
                <c:pt idx="1832">
                  <c:v>39457</c:v>
                </c:pt>
                <c:pt idx="1833">
                  <c:v>39458</c:v>
                </c:pt>
                <c:pt idx="1834">
                  <c:v>39461</c:v>
                </c:pt>
                <c:pt idx="1835">
                  <c:v>39462</c:v>
                </c:pt>
                <c:pt idx="1836">
                  <c:v>39463</c:v>
                </c:pt>
                <c:pt idx="1837">
                  <c:v>39464</c:v>
                </c:pt>
                <c:pt idx="1838">
                  <c:v>39465</c:v>
                </c:pt>
                <c:pt idx="1839">
                  <c:v>39468</c:v>
                </c:pt>
                <c:pt idx="1840">
                  <c:v>39469</c:v>
                </c:pt>
                <c:pt idx="1841">
                  <c:v>39470</c:v>
                </c:pt>
                <c:pt idx="1842">
                  <c:v>39471</c:v>
                </c:pt>
                <c:pt idx="1843">
                  <c:v>39472</c:v>
                </c:pt>
                <c:pt idx="1844">
                  <c:v>39475</c:v>
                </c:pt>
                <c:pt idx="1845">
                  <c:v>39476</c:v>
                </c:pt>
                <c:pt idx="1846">
                  <c:v>39477</c:v>
                </c:pt>
                <c:pt idx="1847">
                  <c:v>39478</c:v>
                </c:pt>
                <c:pt idx="1848">
                  <c:v>39479</c:v>
                </c:pt>
                <c:pt idx="1849">
                  <c:v>39482</c:v>
                </c:pt>
                <c:pt idx="1850">
                  <c:v>39483</c:v>
                </c:pt>
                <c:pt idx="1851">
                  <c:v>39484</c:v>
                </c:pt>
                <c:pt idx="1852">
                  <c:v>39485</c:v>
                </c:pt>
                <c:pt idx="1853">
                  <c:v>39486</c:v>
                </c:pt>
                <c:pt idx="1854">
                  <c:v>39489</c:v>
                </c:pt>
                <c:pt idx="1855">
                  <c:v>39490</c:v>
                </c:pt>
                <c:pt idx="1856">
                  <c:v>39491</c:v>
                </c:pt>
                <c:pt idx="1857">
                  <c:v>39492</c:v>
                </c:pt>
                <c:pt idx="1858">
                  <c:v>39493</c:v>
                </c:pt>
                <c:pt idx="1859">
                  <c:v>39496</c:v>
                </c:pt>
                <c:pt idx="1860">
                  <c:v>39497</c:v>
                </c:pt>
                <c:pt idx="1861">
                  <c:v>39498</c:v>
                </c:pt>
                <c:pt idx="1862">
                  <c:v>39499</c:v>
                </c:pt>
                <c:pt idx="1863">
                  <c:v>39500</c:v>
                </c:pt>
                <c:pt idx="1864">
                  <c:v>39503</c:v>
                </c:pt>
                <c:pt idx="1865">
                  <c:v>39504</c:v>
                </c:pt>
                <c:pt idx="1866">
                  <c:v>39505</c:v>
                </c:pt>
                <c:pt idx="1867">
                  <c:v>39506</c:v>
                </c:pt>
                <c:pt idx="1868">
                  <c:v>39507</c:v>
                </c:pt>
                <c:pt idx="1869">
                  <c:v>39510</c:v>
                </c:pt>
                <c:pt idx="1870">
                  <c:v>39511</c:v>
                </c:pt>
                <c:pt idx="1871">
                  <c:v>39512</c:v>
                </c:pt>
                <c:pt idx="1872">
                  <c:v>39513</c:v>
                </c:pt>
                <c:pt idx="1873">
                  <c:v>39514</c:v>
                </c:pt>
                <c:pt idx="1874">
                  <c:v>39517</c:v>
                </c:pt>
                <c:pt idx="1875">
                  <c:v>39518</c:v>
                </c:pt>
                <c:pt idx="1876">
                  <c:v>39519</c:v>
                </c:pt>
                <c:pt idx="1877">
                  <c:v>39520</c:v>
                </c:pt>
                <c:pt idx="1878">
                  <c:v>39521</c:v>
                </c:pt>
                <c:pt idx="1879">
                  <c:v>39524</c:v>
                </c:pt>
                <c:pt idx="1880">
                  <c:v>39525</c:v>
                </c:pt>
                <c:pt idx="1881">
                  <c:v>39526</c:v>
                </c:pt>
                <c:pt idx="1882">
                  <c:v>39527</c:v>
                </c:pt>
                <c:pt idx="1883">
                  <c:v>39528</c:v>
                </c:pt>
                <c:pt idx="1884">
                  <c:v>39531</c:v>
                </c:pt>
                <c:pt idx="1885">
                  <c:v>39532</c:v>
                </c:pt>
                <c:pt idx="1886">
                  <c:v>39533</c:v>
                </c:pt>
                <c:pt idx="1887">
                  <c:v>39534</c:v>
                </c:pt>
                <c:pt idx="1888">
                  <c:v>39535</c:v>
                </c:pt>
                <c:pt idx="1889">
                  <c:v>39538</c:v>
                </c:pt>
                <c:pt idx="1890">
                  <c:v>39539</c:v>
                </c:pt>
                <c:pt idx="1891">
                  <c:v>39540</c:v>
                </c:pt>
                <c:pt idx="1892">
                  <c:v>39541</c:v>
                </c:pt>
                <c:pt idx="1893">
                  <c:v>39542</c:v>
                </c:pt>
                <c:pt idx="1894">
                  <c:v>39545</c:v>
                </c:pt>
                <c:pt idx="1895">
                  <c:v>39546</c:v>
                </c:pt>
                <c:pt idx="1896">
                  <c:v>39547</c:v>
                </c:pt>
                <c:pt idx="1897">
                  <c:v>39548</c:v>
                </c:pt>
                <c:pt idx="1898">
                  <c:v>39549</c:v>
                </c:pt>
                <c:pt idx="1899">
                  <c:v>39552</c:v>
                </c:pt>
                <c:pt idx="1900">
                  <c:v>39553</c:v>
                </c:pt>
                <c:pt idx="1901">
                  <c:v>39554</c:v>
                </c:pt>
                <c:pt idx="1902">
                  <c:v>39555</c:v>
                </c:pt>
                <c:pt idx="1903">
                  <c:v>39556</c:v>
                </c:pt>
                <c:pt idx="1904">
                  <c:v>39559</c:v>
                </c:pt>
                <c:pt idx="1905">
                  <c:v>39560</c:v>
                </c:pt>
                <c:pt idx="1906">
                  <c:v>39561</c:v>
                </c:pt>
                <c:pt idx="1907">
                  <c:v>39562</c:v>
                </c:pt>
                <c:pt idx="1908">
                  <c:v>39563</c:v>
                </c:pt>
                <c:pt idx="1909">
                  <c:v>39566</c:v>
                </c:pt>
                <c:pt idx="1910">
                  <c:v>39567</c:v>
                </c:pt>
                <c:pt idx="1911">
                  <c:v>39568</c:v>
                </c:pt>
                <c:pt idx="1912">
                  <c:v>39569</c:v>
                </c:pt>
                <c:pt idx="1913">
                  <c:v>39570</c:v>
                </c:pt>
                <c:pt idx="1914">
                  <c:v>39573</c:v>
                </c:pt>
                <c:pt idx="1915">
                  <c:v>39574</c:v>
                </c:pt>
                <c:pt idx="1916">
                  <c:v>39575</c:v>
                </c:pt>
                <c:pt idx="1917">
                  <c:v>39576</c:v>
                </c:pt>
                <c:pt idx="1918">
                  <c:v>39577</c:v>
                </c:pt>
                <c:pt idx="1919">
                  <c:v>39580</c:v>
                </c:pt>
                <c:pt idx="1920">
                  <c:v>39581</c:v>
                </c:pt>
                <c:pt idx="1921">
                  <c:v>39582</c:v>
                </c:pt>
                <c:pt idx="1922">
                  <c:v>39583</c:v>
                </c:pt>
                <c:pt idx="1923">
                  <c:v>39584</c:v>
                </c:pt>
                <c:pt idx="1924">
                  <c:v>39587</c:v>
                </c:pt>
                <c:pt idx="1925">
                  <c:v>39588</c:v>
                </c:pt>
                <c:pt idx="1926">
                  <c:v>39589</c:v>
                </c:pt>
                <c:pt idx="1927">
                  <c:v>39590</c:v>
                </c:pt>
                <c:pt idx="1928">
                  <c:v>39591</c:v>
                </c:pt>
                <c:pt idx="1929">
                  <c:v>39594</c:v>
                </c:pt>
                <c:pt idx="1930">
                  <c:v>39595</c:v>
                </c:pt>
                <c:pt idx="1931">
                  <c:v>39596</c:v>
                </c:pt>
                <c:pt idx="1932">
                  <c:v>39597</c:v>
                </c:pt>
                <c:pt idx="1933">
                  <c:v>39598</c:v>
                </c:pt>
                <c:pt idx="1934">
                  <c:v>39601</c:v>
                </c:pt>
                <c:pt idx="1935">
                  <c:v>39602</c:v>
                </c:pt>
                <c:pt idx="1936">
                  <c:v>39603</c:v>
                </c:pt>
                <c:pt idx="1937">
                  <c:v>39604</c:v>
                </c:pt>
                <c:pt idx="1938">
                  <c:v>39605</c:v>
                </c:pt>
                <c:pt idx="1939">
                  <c:v>39608</c:v>
                </c:pt>
                <c:pt idx="1940">
                  <c:v>39609</c:v>
                </c:pt>
                <c:pt idx="1941">
                  <c:v>39610</c:v>
                </c:pt>
                <c:pt idx="1942">
                  <c:v>39611</c:v>
                </c:pt>
                <c:pt idx="1943">
                  <c:v>39612</c:v>
                </c:pt>
                <c:pt idx="1944">
                  <c:v>39615</c:v>
                </c:pt>
                <c:pt idx="1945">
                  <c:v>39616</c:v>
                </c:pt>
                <c:pt idx="1946">
                  <c:v>39617</c:v>
                </c:pt>
                <c:pt idx="1947">
                  <c:v>39618</c:v>
                </c:pt>
                <c:pt idx="1948">
                  <c:v>39619</c:v>
                </c:pt>
                <c:pt idx="1949">
                  <c:v>39622</c:v>
                </c:pt>
                <c:pt idx="1950">
                  <c:v>39623</c:v>
                </c:pt>
                <c:pt idx="1951">
                  <c:v>39624</c:v>
                </c:pt>
                <c:pt idx="1952">
                  <c:v>39625</c:v>
                </c:pt>
                <c:pt idx="1953">
                  <c:v>39626</c:v>
                </c:pt>
                <c:pt idx="1954">
                  <c:v>39629</c:v>
                </c:pt>
                <c:pt idx="1955">
                  <c:v>39630</c:v>
                </c:pt>
                <c:pt idx="1956">
                  <c:v>39631</c:v>
                </c:pt>
                <c:pt idx="1957">
                  <c:v>39632</c:v>
                </c:pt>
                <c:pt idx="1958">
                  <c:v>39633</c:v>
                </c:pt>
                <c:pt idx="1959">
                  <c:v>39636</c:v>
                </c:pt>
                <c:pt idx="1960">
                  <c:v>39637</c:v>
                </c:pt>
                <c:pt idx="1961">
                  <c:v>39638</c:v>
                </c:pt>
                <c:pt idx="1962">
                  <c:v>39639</c:v>
                </c:pt>
                <c:pt idx="1963">
                  <c:v>39640</c:v>
                </c:pt>
                <c:pt idx="1964">
                  <c:v>39643</c:v>
                </c:pt>
                <c:pt idx="1965">
                  <c:v>39644</c:v>
                </c:pt>
                <c:pt idx="1966">
                  <c:v>39645</c:v>
                </c:pt>
                <c:pt idx="1967">
                  <c:v>39646</c:v>
                </c:pt>
                <c:pt idx="1968">
                  <c:v>39647</c:v>
                </c:pt>
                <c:pt idx="1969">
                  <c:v>39650</c:v>
                </c:pt>
                <c:pt idx="1970">
                  <c:v>39651</c:v>
                </c:pt>
                <c:pt idx="1971">
                  <c:v>39652</c:v>
                </c:pt>
                <c:pt idx="1972">
                  <c:v>39653</c:v>
                </c:pt>
                <c:pt idx="1973">
                  <c:v>39654</c:v>
                </c:pt>
                <c:pt idx="1974">
                  <c:v>39657</c:v>
                </c:pt>
                <c:pt idx="1975">
                  <c:v>39658</c:v>
                </c:pt>
                <c:pt idx="1976">
                  <c:v>39659</c:v>
                </c:pt>
                <c:pt idx="1977">
                  <c:v>39660</c:v>
                </c:pt>
                <c:pt idx="1978">
                  <c:v>39661</c:v>
                </c:pt>
                <c:pt idx="1979">
                  <c:v>39664</c:v>
                </c:pt>
                <c:pt idx="1980">
                  <c:v>39665</c:v>
                </c:pt>
                <c:pt idx="1981">
                  <c:v>39666</c:v>
                </c:pt>
                <c:pt idx="1982">
                  <c:v>39667</c:v>
                </c:pt>
                <c:pt idx="1983">
                  <c:v>39668</c:v>
                </c:pt>
                <c:pt idx="1984">
                  <c:v>39671</c:v>
                </c:pt>
                <c:pt idx="1985">
                  <c:v>39672</c:v>
                </c:pt>
                <c:pt idx="1986">
                  <c:v>39673</c:v>
                </c:pt>
                <c:pt idx="1987">
                  <c:v>39674</c:v>
                </c:pt>
                <c:pt idx="1988">
                  <c:v>39675</c:v>
                </c:pt>
                <c:pt idx="1989">
                  <c:v>39678</c:v>
                </c:pt>
                <c:pt idx="1990">
                  <c:v>39679</c:v>
                </c:pt>
                <c:pt idx="1991">
                  <c:v>39680</c:v>
                </c:pt>
                <c:pt idx="1992">
                  <c:v>39681</c:v>
                </c:pt>
                <c:pt idx="1993">
                  <c:v>39682</c:v>
                </c:pt>
                <c:pt idx="1994">
                  <c:v>39685</c:v>
                </c:pt>
                <c:pt idx="1995">
                  <c:v>39686</c:v>
                </c:pt>
                <c:pt idx="1996">
                  <c:v>39687</c:v>
                </c:pt>
                <c:pt idx="1997">
                  <c:v>39688</c:v>
                </c:pt>
                <c:pt idx="1998">
                  <c:v>39689</c:v>
                </c:pt>
                <c:pt idx="1999">
                  <c:v>39692</c:v>
                </c:pt>
                <c:pt idx="2000">
                  <c:v>39693</c:v>
                </c:pt>
                <c:pt idx="2001">
                  <c:v>39694</c:v>
                </c:pt>
                <c:pt idx="2002">
                  <c:v>39695</c:v>
                </c:pt>
                <c:pt idx="2003">
                  <c:v>39696</c:v>
                </c:pt>
                <c:pt idx="2004">
                  <c:v>39699</c:v>
                </c:pt>
                <c:pt idx="2005">
                  <c:v>39700</c:v>
                </c:pt>
                <c:pt idx="2006">
                  <c:v>39701</c:v>
                </c:pt>
                <c:pt idx="2007">
                  <c:v>39702</c:v>
                </c:pt>
                <c:pt idx="2008">
                  <c:v>39703</c:v>
                </c:pt>
                <c:pt idx="2009">
                  <c:v>39706</c:v>
                </c:pt>
                <c:pt idx="2010">
                  <c:v>39707</c:v>
                </c:pt>
                <c:pt idx="2011">
                  <c:v>39708</c:v>
                </c:pt>
                <c:pt idx="2012">
                  <c:v>39709</c:v>
                </c:pt>
                <c:pt idx="2013">
                  <c:v>39710</c:v>
                </c:pt>
                <c:pt idx="2014">
                  <c:v>39713</c:v>
                </c:pt>
                <c:pt idx="2015">
                  <c:v>39714</c:v>
                </c:pt>
                <c:pt idx="2016">
                  <c:v>39715</c:v>
                </c:pt>
                <c:pt idx="2017">
                  <c:v>39716</c:v>
                </c:pt>
                <c:pt idx="2018">
                  <c:v>39717</c:v>
                </c:pt>
                <c:pt idx="2019">
                  <c:v>39720</c:v>
                </c:pt>
                <c:pt idx="2020">
                  <c:v>39721</c:v>
                </c:pt>
                <c:pt idx="2021">
                  <c:v>39722</c:v>
                </c:pt>
                <c:pt idx="2022">
                  <c:v>39723</c:v>
                </c:pt>
                <c:pt idx="2023">
                  <c:v>39724</c:v>
                </c:pt>
                <c:pt idx="2024">
                  <c:v>39727</c:v>
                </c:pt>
                <c:pt idx="2025">
                  <c:v>39728</c:v>
                </c:pt>
                <c:pt idx="2026">
                  <c:v>39729</c:v>
                </c:pt>
                <c:pt idx="2027">
                  <c:v>39730</c:v>
                </c:pt>
                <c:pt idx="2028">
                  <c:v>39731</c:v>
                </c:pt>
                <c:pt idx="2029">
                  <c:v>39734</c:v>
                </c:pt>
                <c:pt idx="2030">
                  <c:v>39735</c:v>
                </c:pt>
                <c:pt idx="2031">
                  <c:v>39736</c:v>
                </c:pt>
                <c:pt idx="2032">
                  <c:v>39737</c:v>
                </c:pt>
                <c:pt idx="2033">
                  <c:v>39738</c:v>
                </c:pt>
                <c:pt idx="2034">
                  <c:v>39741</c:v>
                </c:pt>
                <c:pt idx="2035">
                  <c:v>39742</c:v>
                </c:pt>
                <c:pt idx="2036">
                  <c:v>39743</c:v>
                </c:pt>
                <c:pt idx="2037">
                  <c:v>39744</c:v>
                </c:pt>
                <c:pt idx="2038">
                  <c:v>39745</c:v>
                </c:pt>
                <c:pt idx="2039">
                  <c:v>39748</c:v>
                </c:pt>
                <c:pt idx="2040">
                  <c:v>39749</c:v>
                </c:pt>
                <c:pt idx="2041">
                  <c:v>39750</c:v>
                </c:pt>
                <c:pt idx="2042">
                  <c:v>39751</c:v>
                </c:pt>
                <c:pt idx="2043">
                  <c:v>39752</c:v>
                </c:pt>
                <c:pt idx="2044">
                  <c:v>39755</c:v>
                </c:pt>
                <c:pt idx="2045">
                  <c:v>39756</c:v>
                </c:pt>
                <c:pt idx="2046">
                  <c:v>39757</c:v>
                </c:pt>
                <c:pt idx="2047">
                  <c:v>39758</c:v>
                </c:pt>
                <c:pt idx="2048">
                  <c:v>39759</c:v>
                </c:pt>
                <c:pt idx="2049">
                  <c:v>39762</c:v>
                </c:pt>
                <c:pt idx="2050">
                  <c:v>39763</c:v>
                </c:pt>
                <c:pt idx="2051">
                  <c:v>39764</c:v>
                </c:pt>
                <c:pt idx="2052">
                  <c:v>39765</c:v>
                </c:pt>
                <c:pt idx="2053">
                  <c:v>39766</c:v>
                </c:pt>
                <c:pt idx="2054">
                  <c:v>39769</c:v>
                </c:pt>
                <c:pt idx="2055">
                  <c:v>39770</c:v>
                </c:pt>
                <c:pt idx="2056">
                  <c:v>39771</c:v>
                </c:pt>
                <c:pt idx="2057">
                  <c:v>39772</c:v>
                </c:pt>
                <c:pt idx="2058">
                  <c:v>39773</c:v>
                </c:pt>
                <c:pt idx="2059">
                  <c:v>39776</c:v>
                </c:pt>
                <c:pt idx="2060">
                  <c:v>39777</c:v>
                </c:pt>
                <c:pt idx="2061">
                  <c:v>39778</c:v>
                </c:pt>
                <c:pt idx="2062">
                  <c:v>39779</c:v>
                </c:pt>
                <c:pt idx="2063">
                  <c:v>39780</c:v>
                </c:pt>
                <c:pt idx="2064">
                  <c:v>39783</c:v>
                </c:pt>
                <c:pt idx="2065">
                  <c:v>39784</c:v>
                </c:pt>
                <c:pt idx="2066">
                  <c:v>39785</c:v>
                </c:pt>
                <c:pt idx="2067">
                  <c:v>39786</c:v>
                </c:pt>
                <c:pt idx="2068">
                  <c:v>39787</c:v>
                </c:pt>
                <c:pt idx="2069">
                  <c:v>39790</c:v>
                </c:pt>
                <c:pt idx="2070">
                  <c:v>39791</c:v>
                </c:pt>
                <c:pt idx="2071">
                  <c:v>39792</c:v>
                </c:pt>
                <c:pt idx="2072">
                  <c:v>39793</c:v>
                </c:pt>
                <c:pt idx="2073">
                  <c:v>39794</c:v>
                </c:pt>
                <c:pt idx="2074">
                  <c:v>39797</c:v>
                </c:pt>
                <c:pt idx="2075">
                  <c:v>39798</c:v>
                </c:pt>
                <c:pt idx="2076">
                  <c:v>39799</c:v>
                </c:pt>
                <c:pt idx="2077">
                  <c:v>39800</c:v>
                </c:pt>
                <c:pt idx="2078">
                  <c:v>39801</c:v>
                </c:pt>
                <c:pt idx="2079">
                  <c:v>39804</c:v>
                </c:pt>
                <c:pt idx="2080">
                  <c:v>39805</c:v>
                </c:pt>
                <c:pt idx="2081">
                  <c:v>39806</c:v>
                </c:pt>
                <c:pt idx="2082">
                  <c:v>39807</c:v>
                </c:pt>
                <c:pt idx="2083">
                  <c:v>39808</c:v>
                </c:pt>
                <c:pt idx="2084">
                  <c:v>39811</c:v>
                </c:pt>
                <c:pt idx="2085">
                  <c:v>39812</c:v>
                </c:pt>
                <c:pt idx="2086">
                  <c:v>39813</c:v>
                </c:pt>
                <c:pt idx="2087">
                  <c:v>39814</c:v>
                </c:pt>
                <c:pt idx="2088">
                  <c:v>39815</c:v>
                </c:pt>
                <c:pt idx="2089">
                  <c:v>39818</c:v>
                </c:pt>
                <c:pt idx="2090">
                  <c:v>39819</c:v>
                </c:pt>
                <c:pt idx="2091">
                  <c:v>39820</c:v>
                </c:pt>
                <c:pt idx="2092">
                  <c:v>39821</c:v>
                </c:pt>
                <c:pt idx="2093">
                  <c:v>39822</c:v>
                </c:pt>
                <c:pt idx="2094">
                  <c:v>39825</c:v>
                </c:pt>
                <c:pt idx="2095">
                  <c:v>39826</c:v>
                </c:pt>
                <c:pt idx="2096">
                  <c:v>39827</c:v>
                </c:pt>
                <c:pt idx="2097">
                  <c:v>39828</c:v>
                </c:pt>
                <c:pt idx="2098">
                  <c:v>39829</c:v>
                </c:pt>
                <c:pt idx="2099">
                  <c:v>39832</c:v>
                </c:pt>
                <c:pt idx="2100">
                  <c:v>39833</c:v>
                </c:pt>
                <c:pt idx="2101">
                  <c:v>39834</c:v>
                </c:pt>
                <c:pt idx="2102">
                  <c:v>39835</c:v>
                </c:pt>
                <c:pt idx="2103">
                  <c:v>39836</c:v>
                </c:pt>
                <c:pt idx="2104">
                  <c:v>39839</c:v>
                </c:pt>
                <c:pt idx="2105">
                  <c:v>39840</c:v>
                </c:pt>
                <c:pt idx="2106">
                  <c:v>39841</c:v>
                </c:pt>
                <c:pt idx="2107">
                  <c:v>39842</c:v>
                </c:pt>
                <c:pt idx="2108">
                  <c:v>39843</c:v>
                </c:pt>
                <c:pt idx="2109">
                  <c:v>39846</c:v>
                </c:pt>
                <c:pt idx="2110">
                  <c:v>39847</c:v>
                </c:pt>
                <c:pt idx="2111">
                  <c:v>39848</c:v>
                </c:pt>
                <c:pt idx="2112">
                  <c:v>39849</c:v>
                </c:pt>
                <c:pt idx="2113">
                  <c:v>39850</c:v>
                </c:pt>
                <c:pt idx="2114">
                  <c:v>39853</c:v>
                </c:pt>
                <c:pt idx="2115">
                  <c:v>39854</c:v>
                </c:pt>
                <c:pt idx="2116">
                  <c:v>39855</c:v>
                </c:pt>
                <c:pt idx="2117">
                  <c:v>39856</c:v>
                </c:pt>
                <c:pt idx="2118">
                  <c:v>39857</c:v>
                </c:pt>
                <c:pt idx="2119">
                  <c:v>39860</c:v>
                </c:pt>
                <c:pt idx="2120">
                  <c:v>39861</c:v>
                </c:pt>
                <c:pt idx="2121">
                  <c:v>39862</c:v>
                </c:pt>
                <c:pt idx="2122">
                  <c:v>39863</c:v>
                </c:pt>
                <c:pt idx="2123">
                  <c:v>39864</c:v>
                </c:pt>
                <c:pt idx="2124">
                  <c:v>39867</c:v>
                </c:pt>
                <c:pt idx="2125">
                  <c:v>39868</c:v>
                </c:pt>
                <c:pt idx="2126">
                  <c:v>39869</c:v>
                </c:pt>
                <c:pt idx="2127">
                  <c:v>39870</c:v>
                </c:pt>
                <c:pt idx="2128">
                  <c:v>39871</c:v>
                </c:pt>
                <c:pt idx="2129">
                  <c:v>39874</c:v>
                </c:pt>
                <c:pt idx="2130">
                  <c:v>39875</c:v>
                </c:pt>
                <c:pt idx="2131">
                  <c:v>39876</c:v>
                </c:pt>
                <c:pt idx="2132">
                  <c:v>39877</c:v>
                </c:pt>
                <c:pt idx="2133">
                  <c:v>39878</c:v>
                </c:pt>
                <c:pt idx="2134">
                  <c:v>39881</c:v>
                </c:pt>
                <c:pt idx="2135">
                  <c:v>39882</c:v>
                </c:pt>
                <c:pt idx="2136">
                  <c:v>39883</c:v>
                </c:pt>
                <c:pt idx="2137">
                  <c:v>39884</c:v>
                </c:pt>
                <c:pt idx="2138">
                  <c:v>39885</c:v>
                </c:pt>
                <c:pt idx="2139">
                  <c:v>39888</c:v>
                </c:pt>
                <c:pt idx="2140">
                  <c:v>39889</c:v>
                </c:pt>
                <c:pt idx="2141">
                  <c:v>39890</c:v>
                </c:pt>
                <c:pt idx="2142">
                  <c:v>39891</c:v>
                </c:pt>
                <c:pt idx="2143">
                  <c:v>39892</c:v>
                </c:pt>
                <c:pt idx="2144">
                  <c:v>39895</c:v>
                </c:pt>
                <c:pt idx="2145">
                  <c:v>39896</c:v>
                </c:pt>
                <c:pt idx="2146">
                  <c:v>39897</c:v>
                </c:pt>
                <c:pt idx="2147">
                  <c:v>39898</c:v>
                </c:pt>
                <c:pt idx="2148">
                  <c:v>39899</c:v>
                </c:pt>
                <c:pt idx="2149">
                  <c:v>39902</c:v>
                </c:pt>
                <c:pt idx="2150">
                  <c:v>39903</c:v>
                </c:pt>
                <c:pt idx="2151">
                  <c:v>39904</c:v>
                </c:pt>
                <c:pt idx="2152">
                  <c:v>39905</c:v>
                </c:pt>
                <c:pt idx="2153">
                  <c:v>39906</c:v>
                </c:pt>
                <c:pt idx="2154">
                  <c:v>39909</c:v>
                </c:pt>
                <c:pt idx="2155">
                  <c:v>39910</c:v>
                </c:pt>
                <c:pt idx="2156">
                  <c:v>39911</c:v>
                </c:pt>
                <c:pt idx="2157">
                  <c:v>39912</c:v>
                </c:pt>
                <c:pt idx="2158">
                  <c:v>39913</c:v>
                </c:pt>
                <c:pt idx="2159">
                  <c:v>39916</c:v>
                </c:pt>
                <c:pt idx="2160">
                  <c:v>39917</c:v>
                </c:pt>
                <c:pt idx="2161">
                  <c:v>39918</c:v>
                </c:pt>
                <c:pt idx="2162">
                  <c:v>39919</c:v>
                </c:pt>
                <c:pt idx="2163">
                  <c:v>39920</c:v>
                </c:pt>
                <c:pt idx="2164">
                  <c:v>39923</c:v>
                </c:pt>
                <c:pt idx="2165">
                  <c:v>39924</c:v>
                </c:pt>
                <c:pt idx="2166">
                  <c:v>39925</c:v>
                </c:pt>
                <c:pt idx="2167">
                  <c:v>39926</c:v>
                </c:pt>
                <c:pt idx="2168">
                  <c:v>39927</c:v>
                </c:pt>
                <c:pt idx="2169">
                  <c:v>39930</c:v>
                </c:pt>
                <c:pt idx="2170">
                  <c:v>39931</c:v>
                </c:pt>
                <c:pt idx="2171">
                  <c:v>39932</c:v>
                </c:pt>
                <c:pt idx="2172">
                  <c:v>39933</c:v>
                </c:pt>
                <c:pt idx="2173">
                  <c:v>39934</c:v>
                </c:pt>
                <c:pt idx="2174">
                  <c:v>39937</c:v>
                </c:pt>
                <c:pt idx="2175">
                  <c:v>39938</c:v>
                </c:pt>
                <c:pt idx="2176">
                  <c:v>39939</c:v>
                </c:pt>
                <c:pt idx="2177">
                  <c:v>39940</c:v>
                </c:pt>
                <c:pt idx="2178">
                  <c:v>39941</c:v>
                </c:pt>
                <c:pt idx="2179">
                  <c:v>39944</c:v>
                </c:pt>
                <c:pt idx="2180">
                  <c:v>39945</c:v>
                </c:pt>
                <c:pt idx="2181">
                  <c:v>39946</c:v>
                </c:pt>
                <c:pt idx="2182">
                  <c:v>39947</c:v>
                </c:pt>
                <c:pt idx="2183">
                  <c:v>39948</c:v>
                </c:pt>
                <c:pt idx="2184">
                  <c:v>39951</c:v>
                </c:pt>
                <c:pt idx="2185">
                  <c:v>39952</c:v>
                </c:pt>
                <c:pt idx="2186">
                  <c:v>39953</c:v>
                </c:pt>
                <c:pt idx="2187">
                  <c:v>39954</c:v>
                </c:pt>
                <c:pt idx="2188">
                  <c:v>39955</c:v>
                </c:pt>
                <c:pt idx="2189">
                  <c:v>39958</c:v>
                </c:pt>
                <c:pt idx="2190">
                  <c:v>39959</c:v>
                </c:pt>
                <c:pt idx="2191">
                  <c:v>39960</c:v>
                </c:pt>
                <c:pt idx="2192">
                  <c:v>39961</c:v>
                </c:pt>
                <c:pt idx="2193">
                  <c:v>39962</c:v>
                </c:pt>
                <c:pt idx="2194">
                  <c:v>39965</c:v>
                </c:pt>
                <c:pt idx="2195">
                  <c:v>39966</c:v>
                </c:pt>
                <c:pt idx="2196">
                  <c:v>39967</c:v>
                </c:pt>
                <c:pt idx="2197">
                  <c:v>39968</c:v>
                </c:pt>
                <c:pt idx="2198">
                  <c:v>39969</c:v>
                </c:pt>
                <c:pt idx="2199">
                  <c:v>39972</c:v>
                </c:pt>
                <c:pt idx="2200">
                  <c:v>39973</c:v>
                </c:pt>
                <c:pt idx="2201">
                  <c:v>39974</c:v>
                </c:pt>
                <c:pt idx="2202">
                  <c:v>39975</c:v>
                </c:pt>
                <c:pt idx="2203">
                  <c:v>39976</c:v>
                </c:pt>
                <c:pt idx="2204">
                  <c:v>39979</c:v>
                </c:pt>
                <c:pt idx="2205">
                  <c:v>39980</c:v>
                </c:pt>
                <c:pt idx="2206">
                  <c:v>39981</c:v>
                </c:pt>
                <c:pt idx="2207">
                  <c:v>39982</c:v>
                </c:pt>
                <c:pt idx="2208">
                  <c:v>39983</c:v>
                </c:pt>
                <c:pt idx="2209">
                  <c:v>39986</c:v>
                </c:pt>
                <c:pt idx="2210">
                  <c:v>39987</c:v>
                </c:pt>
                <c:pt idx="2211">
                  <c:v>39988</c:v>
                </c:pt>
                <c:pt idx="2212">
                  <c:v>39989</c:v>
                </c:pt>
                <c:pt idx="2213">
                  <c:v>39990</c:v>
                </c:pt>
                <c:pt idx="2214">
                  <c:v>39993</c:v>
                </c:pt>
                <c:pt idx="2215">
                  <c:v>39994</c:v>
                </c:pt>
                <c:pt idx="2216">
                  <c:v>39995</c:v>
                </c:pt>
                <c:pt idx="2217">
                  <c:v>39996</c:v>
                </c:pt>
                <c:pt idx="2218">
                  <c:v>39997</c:v>
                </c:pt>
                <c:pt idx="2219">
                  <c:v>40000</c:v>
                </c:pt>
                <c:pt idx="2220">
                  <c:v>40001</c:v>
                </c:pt>
                <c:pt idx="2221">
                  <c:v>40002</c:v>
                </c:pt>
                <c:pt idx="2222">
                  <c:v>40003</c:v>
                </c:pt>
                <c:pt idx="2223">
                  <c:v>40004</c:v>
                </c:pt>
                <c:pt idx="2224">
                  <c:v>40007</c:v>
                </c:pt>
                <c:pt idx="2225">
                  <c:v>40008</c:v>
                </c:pt>
                <c:pt idx="2226">
                  <c:v>40009</c:v>
                </c:pt>
                <c:pt idx="2227">
                  <c:v>40010</c:v>
                </c:pt>
                <c:pt idx="2228">
                  <c:v>40011</c:v>
                </c:pt>
                <c:pt idx="2229">
                  <c:v>40014</c:v>
                </c:pt>
                <c:pt idx="2230">
                  <c:v>40015</c:v>
                </c:pt>
                <c:pt idx="2231">
                  <c:v>40016</c:v>
                </c:pt>
                <c:pt idx="2232">
                  <c:v>40017</c:v>
                </c:pt>
                <c:pt idx="2233">
                  <c:v>40018</c:v>
                </c:pt>
                <c:pt idx="2234">
                  <c:v>40021</c:v>
                </c:pt>
                <c:pt idx="2235">
                  <c:v>40022</c:v>
                </c:pt>
                <c:pt idx="2236">
                  <c:v>40023</c:v>
                </c:pt>
                <c:pt idx="2237">
                  <c:v>40024</c:v>
                </c:pt>
                <c:pt idx="2238">
                  <c:v>40025</c:v>
                </c:pt>
                <c:pt idx="2239">
                  <c:v>40028</c:v>
                </c:pt>
                <c:pt idx="2240">
                  <c:v>40029</c:v>
                </c:pt>
                <c:pt idx="2241">
                  <c:v>40030</c:v>
                </c:pt>
                <c:pt idx="2242">
                  <c:v>40031</c:v>
                </c:pt>
                <c:pt idx="2243">
                  <c:v>40032</c:v>
                </c:pt>
                <c:pt idx="2244">
                  <c:v>40035</c:v>
                </c:pt>
                <c:pt idx="2245">
                  <c:v>40036</c:v>
                </c:pt>
                <c:pt idx="2246">
                  <c:v>40037</c:v>
                </c:pt>
                <c:pt idx="2247">
                  <c:v>40038</c:v>
                </c:pt>
                <c:pt idx="2248">
                  <c:v>40039</c:v>
                </c:pt>
                <c:pt idx="2249">
                  <c:v>40042</c:v>
                </c:pt>
                <c:pt idx="2250">
                  <c:v>40043</c:v>
                </c:pt>
                <c:pt idx="2251">
                  <c:v>40044</c:v>
                </c:pt>
                <c:pt idx="2252">
                  <c:v>40045</c:v>
                </c:pt>
                <c:pt idx="2253">
                  <c:v>40046</c:v>
                </c:pt>
                <c:pt idx="2254">
                  <c:v>40049</c:v>
                </c:pt>
                <c:pt idx="2255">
                  <c:v>40050</c:v>
                </c:pt>
                <c:pt idx="2256">
                  <c:v>40051</c:v>
                </c:pt>
                <c:pt idx="2257">
                  <c:v>40052</c:v>
                </c:pt>
                <c:pt idx="2258">
                  <c:v>40053</c:v>
                </c:pt>
                <c:pt idx="2259">
                  <c:v>40056</c:v>
                </c:pt>
                <c:pt idx="2260">
                  <c:v>40057</c:v>
                </c:pt>
                <c:pt idx="2261">
                  <c:v>40058</c:v>
                </c:pt>
                <c:pt idx="2262">
                  <c:v>40059</c:v>
                </c:pt>
                <c:pt idx="2263">
                  <c:v>40060</c:v>
                </c:pt>
                <c:pt idx="2264">
                  <c:v>40063</c:v>
                </c:pt>
                <c:pt idx="2265">
                  <c:v>40064</c:v>
                </c:pt>
                <c:pt idx="2266">
                  <c:v>40065</c:v>
                </c:pt>
                <c:pt idx="2267">
                  <c:v>40066</c:v>
                </c:pt>
                <c:pt idx="2268">
                  <c:v>40067</c:v>
                </c:pt>
                <c:pt idx="2269">
                  <c:v>40070</c:v>
                </c:pt>
                <c:pt idx="2270">
                  <c:v>40071</c:v>
                </c:pt>
                <c:pt idx="2271">
                  <c:v>40072</c:v>
                </c:pt>
                <c:pt idx="2272">
                  <c:v>40073</c:v>
                </c:pt>
                <c:pt idx="2273">
                  <c:v>40074</c:v>
                </c:pt>
                <c:pt idx="2274">
                  <c:v>40077</c:v>
                </c:pt>
                <c:pt idx="2275">
                  <c:v>40078</c:v>
                </c:pt>
                <c:pt idx="2276">
                  <c:v>40079</c:v>
                </c:pt>
                <c:pt idx="2277">
                  <c:v>40080</c:v>
                </c:pt>
                <c:pt idx="2278">
                  <c:v>40081</c:v>
                </c:pt>
                <c:pt idx="2279">
                  <c:v>40084</c:v>
                </c:pt>
                <c:pt idx="2280">
                  <c:v>40085</c:v>
                </c:pt>
                <c:pt idx="2281">
                  <c:v>40086</c:v>
                </c:pt>
                <c:pt idx="2282">
                  <c:v>40087</c:v>
                </c:pt>
                <c:pt idx="2283">
                  <c:v>40088</c:v>
                </c:pt>
                <c:pt idx="2284">
                  <c:v>40091</c:v>
                </c:pt>
                <c:pt idx="2285">
                  <c:v>40092</c:v>
                </c:pt>
                <c:pt idx="2286">
                  <c:v>40093</c:v>
                </c:pt>
                <c:pt idx="2287">
                  <c:v>40094</c:v>
                </c:pt>
                <c:pt idx="2288">
                  <c:v>40095</c:v>
                </c:pt>
                <c:pt idx="2289">
                  <c:v>40098</c:v>
                </c:pt>
                <c:pt idx="2290">
                  <c:v>40099</c:v>
                </c:pt>
                <c:pt idx="2291">
                  <c:v>40100</c:v>
                </c:pt>
                <c:pt idx="2292">
                  <c:v>40101</c:v>
                </c:pt>
                <c:pt idx="2293">
                  <c:v>40102</c:v>
                </c:pt>
                <c:pt idx="2294">
                  <c:v>40105</c:v>
                </c:pt>
                <c:pt idx="2295">
                  <c:v>40106</c:v>
                </c:pt>
                <c:pt idx="2296">
                  <c:v>40107</c:v>
                </c:pt>
                <c:pt idx="2297">
                  <c:v>40108</c:v>
                </c:pt>
                <c:pt idx="2298">
                  <c:v>40109</c:v>
                </c:pt>
                <c:pt idx="2299">
                  <c:v>40112</c:v>
                </c:pt>
                <c:pt idx="2300">
                  <c:v>40113</c:v>
                </c:pt>
                <c:pt idx="2301">
                  <c:v>40114</c:v>
                </c:pt>
                <c:pt idx="2302">
                  <c:v>40115</c:v>
                </c:pt>
                <c:pt idx="2303">
                  <c:v>40116</c:v>
                </c:pt>
                <c:pt idx="2304">
                  <c:v>40119</c:v>
                </c:pt>
                <c:pt idx="2305">
                  <c:v>40120</c:v>
                </c:pt>
                <c:pt idx="2306">
                  <c:v>40121</c:v>
                </c:pt>
                <c:pt idx="2307">
                  <c:v>40122</c:v>
                </c:pt>
                <c:pt idx="2308">
                  <c:v>40123</c:v>
                </c:pt>
                <c:pt idx="2309">
                  <c:v>40126</c:v>
                </c:pt>
                <c:pt idx="2310">
                  <c:v>40127</c:v>
                </c:pt>
                <c:pt idx="2311">
                  <c:v>40128</c:v>
                </c:pt>
                <c:pt idx="2312">
                  <c:v>40129</c:v>
                </c:pt>
                <c:pt idx="2313">
                  <c:v>40130</c:v>
                </c:pt>
                <c:pt idx="2314">
                  <c:v>40133</c:v>
                </c:pt>
                <c:pt idx="2315">
                  <c:v>40134</c:v>
                </c:pt>
                <c:pt idx="2316">
                  <c:v>40135</c:v>
                </c:pt>
                <c:pt idx="2317">
                  <c:v>40136</c:v>
                </c:pt>
                <c:pt idx="2318">
                  <c:v>40137</c:v>
                </c:pt>
                <c:pt idx="2319">
                  <c:v>40140</c:v>
                </c:pt>
                <c:pt idx="2320">
                  <c:v>40141</c:v>
                </c:pt>
                <c:pt idx="2321">
                  <c:v>40142</c:v>
                </c:pt>
                <c:pt idx="2322">
                  <c:v>40143</c:v>
                </c:pt>
                <c:pt idx="2323">
                  <c:v>40144</c:v>
                </c:pt>
                <c:pt idx="2324">
                  <c:v>40147</c:v>
                </c:pt>
                <c:pt idx="2325">
                  <c:v>40148</c:v>
                </c:pt>
                <c:pt idx="2326">
                  <c:v>40149</c:v>
                </c:pt>
                <c:pt idx="2327">
                  <c:v>40150</c:v>
                </c:pt>
                <c:pt idx="2328">
                  <c:v>40151</c:v>
                </c:pt>
                <c:pt idx="2329">
                  <c:v>40154</c:v>
                </c:pt>
                <c:pt idx="2330">
                  <c:v>40155</c:v>
                </c:pt>
                <c:pt idx="2331">
                  <c:v>40156</c:v>
                </c:pt>
                <c:pt idx="2332">
                  <c:v>40157</c:v>
                </c:pt>
                <c:pt idx="2333">
                  <c:v>40158</c:v>
                </c:pt>
                <c:pt idx="2334">
                  <c:v>40161</c:v>
                </c:pt>
                <c:pt idx="2335">
                  <c:v>40162</c:v>
                </c:pt>
                <c:pt idx="2336">
                  <c:v>40163</c:v>
                </c:pt>
                <c:pt idx="2337">
                  <c:v>40164</c:v>
                </c:pt>
                <c:pt idx="2338">
                  <c:v>40165</c:v>
                </c:pt>
                <c:pt idx="2339">
                  <c:v>40168</c:v>
                </c:pt>
                <c:pt idx="2340">
                  <c:v>40169</c:v>
                </c:pt>
                <c:pt idx="2341">
                  <c:v>40170</c:v>
                </c:pt>
                <c:pt idx="2342">
                  <c:v>40171</c:v>
                </c:pt>
                <c:pt idx="2343">
                  <c:v>40172</c:v>
                </c:pt>
                <c:pt idx="2344">
                  <c:v>40175</c:v>
                </c:pt>
                <c:pt idx="2345">
                  <c:v>40176</c:v>
                </c:pt>
                <c:pt idx="2346">
                  <c:v>40177</c:v>
                </c:pt>
                <c:pt idx="2347">
                  <c:v>40178</c:v>
                </c:pt>
                <c:pt idx="2348">
                  <c:v>40179</c:v>
                </c:pt>
                <c:pt idx="2349">
                  <c:v>40182</c:v>
                </c:pt>
                <c:pt idx="2350">
                  <c:v>40183</c:v>
                </c:pt>
                <c:pt idx="2351">
                  <c:v>40184</c:v>
                </c:pt>
                <c:pt idx="2352">
                  <c:v>40185</c:v>
                </c:pt>
                <c:pt idx="2353">
                  <c:v>40186</c:v>
                </c:pt>
                <c:pt idx="2354">
                  <c:v>40189</c:v>
                </c:pt>
                <c:pt idx="2355">
                  <c:v>40190</c:v>
                </c:pt>
                <c:pt idx="2356">
                  <c:v>40191</c:v>
                </c:pt>
                <c:pt idx="2357">
                  <c:v>40192</c:v>
                </c:pt>
                <c:pt idx="2358">
                  <c:v>40193</c:v>
                </c:pt>
                <c:pt idx="2359">
                  <c:v>40196</c:v>
                </c:pt>
                <c:pt idx="2360">
                  <c:v>40197</c:v>
                </c:pt>
                <c:pt idx="2361">
                  <c:v>40198</c:v>
                </c:pt>
                <c:pt idx="2362">
                  <c:v>40199</c:v>
                </c:pt>
                <c:pt idx="2363">
                  <c:v>40200</c:v>
                </c:pt>
                <c:pt idx="2364">
                  <c:v>40203</c:v>
                </c:pt>
                <c:pt idx="2365">
                  <c:v>40204</c:v>
                </c:pt>
                <c:pt idx="2366">
                  <c:v>40205</c:v>
                </c:pt>
                <c:pt idx="2367">
                  <c:v>40206</c:v>
                </c:pt>
                <c:pt idx="2368">
                  <c:v>40207</c:v>
                </c:pt>
                <c:pt idx="2369">
                  <c:v>40210</c:v>
                </c:pt>
                <c:pt idx="2370">
                  <c:v>40211</c:v>
                </c:pt>
                <c:pt idx="2371">
                  <c:v>40212</c:v>
                </c:pt>
                <c:pt idx="2372">
                  <c:v>40213</c:v>
                </c:pt>
                <c:pt idx="2373">
                  <c:v>40214</c:v>
                </c:pt>
                <c:pt idx="2374">
                  <c:v>40217</c:v>
                </c:pt>
                <c:pt idx="2375">
                  <c:v>40218</c:v>
                </c:pt>
                <c:pt idx="2376">
                  <c:v>40219</c:v>
                </c:pt>
                <c:pt idx="2377">
                  <c:v>40220</c:v>
                </c:pt>
                <c:pt idx="2378">
                  <c:v>40221</c:v>
                </c:pt>
                <c:pt idx="2379">
                  <c:v>40224</c:v>
                </c:pt>
                <c:pt idx="2380">
                  <c:v>40225</c:v>
                </c:pt>
                <c:pt idx="2381">
                  <c:v>40226</c:v>
                </c:pt>
                <c:pt idx="2382">
                  <c:v>40227</c:v>
                </c:pt>
                <c:pt idx="2383">
                  <c:v>40228</c:v>
                </c:pt>
                <c:pt idx="2384">
                  <c:v>40231</c:v>
                </c:pt>
                <c:pt idx="2385">
                  <c:v>40232</c:v>
                </c:pt>
                <c:pt idx="2386">
                  <c:v>40233</c:v>
                </c:pt>
                <c:pt idx="2387">
                  <c:v>40234</c:v>
                </c:pt>
                <c:pt idx="2388">
                  <c:v>40235</c:v>
                </c:pt>
                <c:pt idx="2389">
                  <c:v>40238</c:v>
                </c:pt>
                <c:pt idx="2390">
                  <c:v>40239</c:v>
                </c:pt>
                <c:pt idx="2391">
                  <c:v>40240</c:v>
                </c:pt>
                <c:pt idx="2392">
                  <c:v>40241</c:v>
                </c:pt>
                <c:pt idx="2393">
                  <c:v>40242</c:v>
                </c:pt>
                <c:pt idx="2394">
                  <c:v>40245</c:v>
                </c:pt>
                <c:pt idx="2395">
                  <c:v>40246</c:v>
                </c:pt>
                <c:pt idx="2396">
                  <c:v>40247</c:v>
                </c:pt>
                <c:pt idx="2397">
                  <c:v>40248</c:v>
                </c:pt>
                <c:pt idx="2398">
                  <c:v>40249</c:v>
                </c:pt>
                <c:pt idx="2399">
                  <c:v>40252</c:v>
                </c:pt>
                <c:pt idx="2400">
                  <c:v>40253</c:v>
                </c:pt>
                <c:pt idx="2401">
                  <c:v>40254</c:v>
                </c:pt>
                <c:pt idx="2402">
                  <c:v>40255</c:v>
                </c:pt>
                <c:pt idx="2403">
                  <c:v>40256</c:v>
                </c:pt>
                <c:pt idx="2404">
                  <c:v>40259</c:v>
                </c:pt>
                <c:pt idx="2405">
                  <c:v>40260</c:v>
                </c:pt>
                <c:pt idx="2406">
                  <c:v>40261</c:v>
                </c:pt>
                <c:pt idx="2407">
                  <c:v>40262</c:v>
                </c:pt>
                <c:pt idx="2408">
                  <c:v>40263</c:v>
                </c:pt>
                <c:pt idx="2409">
                  <c:v>40266</c:v>
                </c:pt>
                <c:pt idx="2410">
                  <c:v>40267</c:v>
                </c:pt>
                <c:pt idx="2411">
                  <c:v>40268</c:v>
                </c:pt>
                <c:pt idx="2412">
                  <c:v>40269</c:v>
                </c:pt>
                <c:pt idx="2413">
                  <c:v>40270</c:v>
                </c:pt>
                <c:pt idx="2414">
                  <c:v>40273</c:v>
                </c:pt>
                <c:pt idx="2415">
                  <c:v>40274</c:v>
                </c:pt>
                <c:pt idx="2416">
                  <c:v>40275</c:v>
                </c:pt>
                <c:pt idx="2417">
                  <c:v>40276</c:v>
                </c:pt>
                <c:pt idx="2418">
                  <c:v>40277</c:v>
                </c:pt>
                <c:pt idx="2419">
                  <c:v>40280</c:v>
                </c:pt>
                <c:pt idx="2420">
                  <c:v>40281</c:v>
                </c:pt>
                <c:pt idx="2421">
                  <c:v>40282</c:v>
                </c:pt>
                <c:pt idx="2422">
                  <c:v>40283</c:v>
                </c:pt>
                <c:pt idx="2423">
                  <c:v>40284</c:v>
                </c:pt>
                <c:pt idx="2424">
                  <c:v>40287</c:v>
                </c:pt>
                <c:pt idx="2425">
                  <c:v>40288</c:v>
                </c:pt>
                <c:pt idx="2426">
                  <c:v>40289</c:v>
                </c:pt>
                <c:pt idx="2427">
                  <c:v>40290</c:v>
                </c:pt>
                <c:pt idx="2428">
                  <c:v>40291</c:v>
                </c:pt>
                <c:pt idx="2429">
                  <c:v>40294</c:v>
                </c:pt>
                <c:pt idx="2430">
                  <c:v>40295</c:v>
                </c:pt>
                <c:pt idx="2431">
                  <c:v>40296</c:v>
                </c:pt>
                <c:pt idx="2432">
                  <c:v>40297</c:v>
                </c:pt>
                <c:pt idx="2433">
                  <c:v>40298</c:v>
                </c:pt>
                <c:pt idx="2434">
                  <c:v>40301</c:v>
                </c:pt>
                <c:pt idx="2435">
                  <c:v>40302</c:v>
                </c:pt>
                <c:pt idx="2436">
                  <c:v>40303</c:v>
                </c:pt>
                <c:pt idx="2437">
                  <c:v>40304</c:v>
                </c:pt>
                <c:pt idx="2438">
                  <c:v>40305</c:v>
                </c:pt>
                <c:pt idx="2439">
                  <c:v>40308</c:v>
                </c:pt>
                <c:pt idx="2440">
                  <c:v>40309</c:v>
                </c:pt>
                <c:pt idx="2441">
                  <c:v>40310</c:v>
                </c:pt>
                <c:pt idx="2442">
                  <c:v>40311</c:v>
                </c:pt>
                <c:pt idx="2443">
                  <c:v>40312</c:v>
                </c:pt>
                <c:pt idx="2444">
                  <c:v>40315</c:v>
                </c:pt>
                <c:pt idx="2445">
                  <c:v>40316</c:v>
                </c:pt>
                <c:pt idx="2446">
                  <c:v>40317</c:v>
                </c:pt>
                <c:pt idx="2447">
                  <c:v>40318</c:v>
                </c:pt>
                <c:pt idx="2448">
                  <c:v>40319</c:v>
                </c:pt>
                <c:pt idx="2449">
                  <c:v>40322</c:v>
                </c:pt>
                <c:pt idx="2450">
                  <c:v>40323</c:v>
                </c:pt>
                <c:pt idx="2451">
                  <c:v>40324</c:v>
                </c:pt>
                <c:pt idx="2452">
                  <c:v>40325</c:v>
                </c:pt>
                <c:pt idx="2453">
                  <c:v>40326</c:v>
                </c:pt>
                <c:pt idx="2454">
                  <c:v>40329</c:v>
                </c:pt>
                <c:pt idx="2455">
                  <c:v>40330</c:v>
                </c:pt>
                <c:pt idx="2456">
                  <c:v>40331</c:v>
                </c:pt>
                <c:pt idx="2457">
                  <c:v>40332</c:v>
                </c:pt>
                <c:pt idx="2458">
                  <c:v>40333</c:v>
                </c:pt>
                <c:pt idx="2459">
                  <c:v>40336</c:v>
                </c:pt>
                <c:pt idx="2460">
                  <c:v>40337</c:v>
                </c:pt>
                <c:pt idx="2461">
                  <c:v>40338</c:v>
                </c:pt>
                <c:pt idx="2462">
                  <c:v>40339</c:v>
                </c:pt>
                <c:pt idx="2463">
                  <c:v>40340</c:v>
                </c:pt>
                <c:pt idx="2464">
                  <c:v>40343</c:v>
                </c:pt>
                <c:pt idx="2465">
                  <c:v>40344</c:v>
                </c:pt>
                <c:pt idx="2466">
                  <c:v>40345</c:v>
                </c:pt>
                <c:pt idx="2467">
                  <c:v>40346</c:v>
                </c:pt>
                <c:pt idx="2468">
                  <c:v>40347</c:v>
                </c:pt>
                <c:pt idx="2469">
                  <c:v>40350</c:v>
                </c:pt>
                <c:pt idx="2470">
                  <c:v>40351</c:v>
                </c:pt>
                <c:pt idx="2471">
                  <c:v>40352</c:v>
                </c:pt>
                <c:pt idx="2472">
                  <c:v>40353</c:v>
                </c:pt>
                <c:pt idx="2473">
                  <c:v>40354</c:v>
                </c:pt>
                <c:pt idx="2474">
                  <c:v>40357</c:v>
                </c:pt>
                <c:pt idx="2475">
                  <c:v>40358</c:v>
                </c:pt>
                <c:pt idx="2476">
                  <c:v>40359</c:v>
                </c:pt>
                <c:pt idx="2477">
                  <c:v>40360</c:v>
                </c:pt>
                <c:pt idx="2478">
                  <c:v>40361</c:v>
                </c:pt>
                <c:pt idx="2479">
                  <c:v>40364</c:v>
                </c:pt>
                <c:pt idx="2480">
                  <c:v>40365</c:v>
                </c:pt>
                <c:pt idx="2481">
                  <c:v>40366</c:v>
                </c:pt>
                <c:pt idx="2482">
                  <c:v>40367</c:v>
                </c:pt>
                <c:pt idx="2483">
                  <c:v>40368</c:v>
                </c:pt>
                <c:pt idx="2484">
                  <c:v>40371</c:v>
                </c:pt>
                <c:pt idx="2485">
                  <c:v>40372</c:v>
                </c:pt>
                <c:pt idx="2486">
                  <c:v>40373</c:v>
                </c:pt>
                <c:pt idx="2487">
                  <c:v>40374</c:v>
                </c:pt>
                <c:pt idx="2488">
                  <c:v>40375</c:v>
                </c:pt>
                <c:pt idx="2489">
                  <c:v>40378</c:v>
                </c:pt>
                <c:pt idx="2490">
                  <c:v>40379</c:v>
                </c:pt>
                <c:pt idx="2491">
                  <c:v>40380</c:v>
                </c:pt>
                <c:pt idx="2492">
                  <c:v>40381</c:v>
                </c:pt>
                <c:pt idx="2493">
                  <c:v>40382</c:v>
                </c:pt>
                <c:pt idx="2494">
                  <c:v>40385</c:v>
                </c:pt>
                <c:pt idx="2495">
                  <c:v>40386</c:v>
                </c:pt>
                <c:pt idx="2496">
                  <c:v>40387</c:v>
                </c:pt>
                <c:pt idx="2497">
                  <c:v>40388</c:v>
                </c:pt>
                <c:pt idx="2498">
                  <c:v>40389</c:v>
                </c:pt>
                <c:pt idx="2499">
                  <c:v>40392</c:v>
                </c:pt>
                <c:pt idx="2500">
                  <c:v>40393</c:v>
                </c:pt>
                <c:pt idx="2501">
                  <c:v>40394</c:v>
                </c:pt>
                <c:pt idx="2502">
                  <c:v>40395</c:v>
                </c:pt>
                <c:pt idx="2503">
                  <c:v>40396</c:v>
                </c:pt>
                <c:pt idx="2504">
                  <c:v>40399</c:v>
                </c:pt>
                <c:pt idx="2505">
                  <c:v>40400</c:v>
                </c:pt>
                <c:pt idx="2506">
                  <c:v>40401</c:v>
                </c:pt>
                <c:pt idx="2507">
                  <c:v>40402</c:v>
                </c:pt>
                <c:pt idx="2508">
                  <c:v>40403</c:v>
                </c:pt>
                <c:pt idx="2509">
                  <c:v>40406</c:v>
                </c:pt>
                <c:pt idx="2510">
                  <c:v>40407</c:v>
                </c:pt>
                <c:pt idx="2511">
                  <c:v>40408</c:v>
                </c:pt>
                <c:pt idx="2512">
                  <c:v>40409</c:v>
                </c:pt>
                <c:pt idx="2513">
                  <c:v>40410</c:v>
                </c:pt>
                <c:pt idx="2514">
                  <c:v>40413</c:v>
                </c:pt>
                <c:pt idx="2515">
                  <c:v>40414</c:v>
                </c:pt>
                <c:pt idx="2516">
                  <c:v>40415</c:v>
                </c:pt>
                <c:pt idx="2517">
                  <c:v>40416</c:v>
                </c:pt>
                <c:pt idx="2518">
                  <c:v>40417</c:v>
                </c:pt>
                <c:pt idx="2519">
                  <c:v>40420</c:v>
                </c:pt>
                <c:pt idx="2520">
                  <c:v>40421</c:v>
                </c:pt>
                <c:pt idx="2521">
                  <c:v>40422</c:v>
                </c:pt>
                <c:pt idx="2522">
                  <c:v>40423</c:v>
                </c:pt>
                <c:pt idx="2523">
                  <c:v>40424</c:v>
                </c:pt>
                <c:pt idx="2524">
                  <c:v>40427</c:v>
                </c:pt>
                <c:pt idx="2525">
                  <c:v>40428</c:v>
                </c:pt>
                <c:pt idx="2526">
                  <c:v>40429</c:v>
                </c:pt>
                <c:pt idx="2527">
                  <c:v>40430</c:v>
                </c:pt>
                <c:pt idx="2528">
                  <c:v>40431</c:v>
                </c:pt>
                <c:pt idx="2529">
                  <c:v>40434</c:v>
                </c:pt>
                <c:pt idx="2530">
                  <c:v>40435</c:v>
                </c:pt>
                <c:pt idx="2531">
                  <c:v>40436</c:v>
                </c:pt>
                <c:pt idx="2532">
                  <c:v>40437</c:v>
                </c:pt>
                <c:pt idx="2533">
                  <c:v>40438</c:v>
                </c:pt>
                <c:pt idx="2534">
                  <c:v>40441</c:v>
                </c:pt>
                <c:pt idx="2535">
                  <c:v>40442</c:v>
                </c:pt>
                <c:pt idx="2536">
                  <c:v>40443</c:v>
                </c:pt>
                <c:pt idx="2537">
                  <c:v>40444</c:v>
                </c:pt>
                <c:pt idx="2538">
                  <c:v>40445</c:v>
                </c:pt>
                <c:pt idx="2539">
                  <c:v>40448</c:v>
                </c:pt>
                <c:pt idx="2540">
                  <c:v>40449</c:v>
                </c:pt>
                <c:pt idx="2541">
                  <c:v>40450</c:v>
                </c:pt>
                <c:pt idx="2542">
                  <c:v>40451</c:v>
                </c:pt>
                <c:pt idx="2543">
                  <c:v>40452</c:v>
                </c:pt>
                <c:pt idx="2544">
                  <c:v>40455</c:v>
                </c:pt>
                <c:pt idx="2545">
                  <c:v>40456</c:v>
                </c:pt>
                <c:pt idx="2546">
                  <c:v>40457</c:v>
                </c:pt>
                <c:pt idx="2547">
                  <c:v>40458</c:v>
                </c:pt>
                <c:pt idx="2548">
                  <c:v>40459</c:v>
                </c:pt>
                <c:pt idx="2549">
                  <c:v>40462</c:v>
                </c:pt>
                <c:pt idx="2550">
                  <c:v>40463</c:v>
                </c:pt>
                <c:pt idx="2551">
                  <c:v>40464</c:v>
                </c:pt>
                <c:pt idx="2552">
                  <c:v>40465</c:v>
                </c:pt>
                <c:pt idx="2553">
                  <c:v>40466</c:v>
                </c:pt>
                <c:pt idx="2554">
                  <c:v>40469</c:v>
                </c:pt>
                <c:pt idx="2555">
                  <c:v>40470</c:v>
                </c:pt>
                <c:pt idx="2556">
                  <c:v>40471</c:v>
                </c:pt>
                <c:pt idx="2557">
                  <c:v>40472</c:v>
                </c:pt>
                <c:pt idx="2558">
                  <c:v>40473</c:v>
                </c:pt>
                <c:pt idx="2559">
                  <c:v>40476</c:v>
                </c:pt>
                <c:pt idx="2560">
                  <c:v>40477</c:v>
                </c:pt>
                <c:pt idx="2561">
                  <c:v>40478</c:v>
                </c:pt>
                <c:pt idx="2562">
                  <c:v>40479</c:v>
                </c:pt>
                <c:pt idx="2563">
                  <c:v>40480</c:v>
                </c:pt>
                <c:pt idx="2564">
                  <c:v>40483</c:v>
                </c:pt>
                <c:pt idx="2565">
                  <c:v>40484</c:v>
                </c:pt>
                <c:pt idx="2566">
                  <c:v>40485</c:v>
                </c:pt>
                <c:pt idx="2567">
                  <c:v>40486</c:v>
                </c:pt>
                <c:pt idx="2568">
                  <c:v>40487</c:v>
                </c:pt>
                <c:pt idx="2569">
                  <c:v>40490</c:v>
                </c:pt>
                <c:pt idx="2570">
                  <c:v>40491</c:v>
                </c:pt>
                <c:pt idx="2571">
                  <c:v>40492</c:v>
                </c:pt>
                <c:pt idx="2572">
                  <c:v>40493</c:v>
                </c:pt>
                <c:pt idx="2573">
                  <c:v>40494</c:v>
                </c:pt>
                <c:pt idx="2574">
                  <c:v>40497</c:v>
                </c:pt>
                <c:pt idx="2575">
                  <c:v>40498</c:v>
                </c:pt>
                <c:pt idx="2576">
                  <c:v>40499</c:v>
                </c:pt>
                <c:pt idx="2577">
                  <c:v>40500</c:v>
                </c:pt>
                <c:pt idx="2578">
                  <c:v>40501</c:v>
                </c:pt>
                <c:pt idx="2579">
                  <c:v>40504</c:v>
                </c:pt>
                <c:pt idx="2580">
                  <c:v>40505</c:v>
                </c:pt>
                <c:pt idx="2581">
                  <c:v>40506</c:v>
                </c:pt>
                <c:pt idx="2582">
                  <c:v>40507</c:v>
                </c:pt>
                <c:pt idx="2583">
                  <c:v>40508</c:v>
                </c:pt>
                <c:pt idx="2584">
                  <c:v>40511</c:v>
                </c:pt>
                <c:pt idx="2585">
                  <c:v>40512</c:v>
                </c:pt>
                <c:pt idx="2586">
                  <c:v>40513</c:v>
                </c:pt>
                <c:pt idx="2587">
                  <c:v>40514</c:v>
                </c:pt>
                <c:pt idx="2588">
                  <c:v>40515</c:v>
                </c:pt>
                <c:pt idx="2589">
                  <c:v>40518</c:v>
                </c:pt>
                <c:pt idx="2590">
                  <c:v>40519</c:v>
                </c:pt>
                <c:pt idx="2591">
                  <c:v>40520</c:v>
                </c:pt>
                <c:pt idx="2592">
                  <c:v>40521</c:v>
                </c:pt>
                <c:pt idx="2593">
                  <c:v>40522</c:v>
                </c:pt>
                <c:pt idx="2594">
                  <c:v>40525</c:v>
                </c:pt>
                <c:pt idx="2595">
                  <c:v>40526</c:v>
                </c:pt>
                <c:pt idx="2596">
                  <c:v>40527</c:v>
                </c:pt>
                <c:pt idx="2597">
                  <c:v>40528</c:v>
                </c:pt>
                <c:pt idx="2598">
                  <c:v>40529</c:v>
                </c:pt>
                <c:pt idx="2599">
                  <c:v>40532</c:v>
                </c:pt>
                <c:pt idx="2600">
                  <c:v>40533</c:v>
                </c:pt>
                <c:pt idx="2601">
                  <c:v>40534</c:v>
                </c:pt>
                <c:pt idx="2602">
                  <c:v>40535</c:v>
                </c:pt>
                <c:pt idx="2603">
                  <c:v>40536</c:v>
                </c:pt>
                <c:pt idx="2604">
                  <c:v>40539</c:v>
                </c:pt>
                <c:pt idx="2605">
                  <c:v>40540</c:v>
                </c:pt>
                <c:pt idx="2606">
                  <c:v>40541</c:v>
                </c:pt>
                <c:pt idx="2607">
                  <c:v>40542</c:v>
                </c:pt>
                <c:pt idx="2608">
                  <c:v>40543</c:v>
                </c:pt>
                <c:pt idx="2609">
                  <c:v>40546</c:v>
                </c:pt>
                <c:pt idx="2610">
                  <c:v>40547</c:v>
                </c:pt>
                <c:pt idx="2611">
                  <c:v>40548</c:v>
                </c:pt>
                <c:pt idx="2612">
                  <c:v>40549</c:v>
                </c:pt>
                <c:pt idx="2613">
                  <c:v>40550</c:v>
                </c:pt>
                <c:pt idx="2614">
                  <c:v>40553</c:v>
                </c:pt>
                <c:pt idx="2615">
                  <c:v>40554</c:v>
                </c:pt>
                <c:pt idx="2616">
                  <c:v>40555</c:v>
                </c:pt>
                <c:pt idx="2617">
                  <c:v>40556</c:v>
                </c:pt>
                <c:pt idx="2618">
                  <c:v>40557</c:v>
                </c:pt>
                <c:pt idx="2619">
                  <c:v>40560</c:v>
                </c:pt>
                <c:pt idx="2620">
                  <c:v>40561</c:v>
                </c:pt>
                <c:pt idx="2621">
                  <c:v>40562</c:v>
                </c:pt>
                <c:pt idx="2622">
                  <c:v>40563</c:v>
                </c:pt>
                <c:pt idx="2623">
                  <c:v>40564</c:v>
                </c:pt>
                <c:pt idx="2624">
                  <c:v>40567</c:v>
                </c:pt>
                <c:pt idx="2625">
                  <c:v>40568</c:v>
                </c:pt>
                <c:pt idx="2626">
                  <c:v>40569</c:v>
                </c:pt>
                <c:pt idx="2627">
                  <c:v>40570</c:v>
                </c:pt>
                <c:pt idx="2628">
                  <c:v>40571</c:v>
                </c:pt>
                <c:pt idx="2629">
                  <c:v>40574</c:v>
                </c:pt>
                <c:pt idx="2630">
                  <c:v>40575</c:v>
                </c:pt>
                <c:pt idx="2631">
                  <c:v>40576</c:v>
                </c:pt>
                <c:pt idx="2632">
                  <c:v>40577</c:v>
                </c:pt>
                <c:pt idx="2633">
                  <c:v>40578</c:v>
                </c:pt>
                <c:pt idx="2634">
                  <c:v>40581</c:v>
                </c:pt>
                <c:pt idx="2635">
                  <c:v>40582</c:v>
                </c:pt>
                <c:pt idx="2636">
                  <c:v>40583</c:v>
                </c:pt>
                <c:pt idx="2637">
                  <c:v>40584</c:v>
                </c:pt>
                <c:pt idx="2638">
                  <c:v>40585</c:v>
                </c:pt>
                <c:pt idx="2639">
                  <c:v>40588</c:v>
                </c:pt>
                <c:pt idx="2640">
                  <c:v>40589</c:v>
                </c:pt>
                <c:pt idx="2641">
                  <c:v>40590</c:v>
                </c:pt>
                <c:pt idx="2642">
                  <c:v>40591</c:v>
                </c:pt>
                <c:pt idx="2643">
                  <c:v>40592</c:v>
                </c:pt>
                <c:pt idx="2644">
                  <c:v>40595</c:v>
                </c:pt>
                <c:pt idx="2645">
                  <c:v>40596</c:v>
                </c:pt>
                <c:pt idx="2646">
                  <c:v>40597</c:v>
                </c:pt>
                <c:pt idx="2647">
                  <c:v>40598</c:v>
                </c:pt>
                <c:pt idx="2648">
                  <c:v>40599</c:v>
                </c:pt>
                <c:pt idx="2649">
                  <c:v>40602</c:v>
                </c:pt>
                <c:pt idx="2650">
                  <c:v>40603</c:v>
                </c:pt>
                <c:pt idx="2651">
                  <c:v>40604</c:v>
                </c:pt>
                <c:pt idx="2652">
                  <c:v>40605</c:v>
                </c:pt>
                <c:pt idx="2653">
                  <c:v>40606</c:v>
                </c:pt>
                <c:pt idx="2654">
                  <c:v>40609</c:v>
                </c:pt>
                <c:pt idx="2655">
                  <c:v>40610</c:v>
                </c:pt>
                <c:pt idx="2656">
                  <c:v>40611</c:v>
                </c:pt>
                <c:pt idx="2657">
                  <c:v>40612</c:v>
                </c:pt>
                <c:pt idx="2658">
                  <c:v>40613</c:v>
                </c:pt>
                <c:pt idx="2659">
                  <c:v>40616</c:v>
                </c:pt>
                <c:pt idx="2660">
                  <c:v>40617</c:v>
                </c:pt>
                <c:pt idx="2661">
                  <c:v>40618</c:v>
                </c:pt>
                <c:pt idx="2662">
                  <c:v>40619</c:v>
                </c:pt>
                <c:pt idx="2663">
                  <c:v>40620</c:v>
                </c:pt>
                <c:pt idx="2664">
                  <c:v>40623</c:v>
                </c:pt>
                <c:pt idx="2665">
                  <c:v>40624</c:v>
                </c:pt>
                <c:pt idx="2666">
                  <c:v>40625</c:v>
                </c:pt>
                <c:pt idx="2667">
                  <c:v>40626</c:v>
                </c:pt>
                <c:pt idx="2668">
                  <c:v>40627</c:v>
                </c:pt>
                <c:pt idx="2669">
                  <c:v>40630</c:v>
                </c:pt>
                <c:pt idx="2670">
                  <c:v>40631</c:v>
                </c:pt>
                <c:pt idx="2671">
                  <c:v>40632</c:v>
                </c:pt>
                <c:pt idx="2672">
                  <c:v>40633</c:v>
                </c:pt>
                <c:pt idx="2673">
                  <c:v>40634</c:v>
                </c:pt>
                <c:pt idx="2674">
                  <c:v>40637</c:v>
                </c:pt>
                <c:pt idx="2675">
                  <c:v>40638</c:v>
                </c:pt>
                <c:pt idx="2676">
                  <c:v>40639</c:v>
                </c:pt>
                <c:pt idx="2677">
                  <c:v>40640</c:v>
                </c:pt>
                <c:pt idx="2678">
                  <c:v>40641</c:v>
                </c:pt>
                <c:pt idx="2679">
                  <c:v>40644</c:v>
                </c:pt>
                <c:pt idx="2680">
                  <c:v>40645</c:v>
                </c:pt>
                <c:pt idx="2681">
                  <c:v>40646</c:v>
                </c:pt>
                <c:pt idx="2682">
                  <c:v>40647</c:v>
                </c:pt>
                <c:pt idx="2683">
                  <c:v>40648</c:v>
                </c:pt>
                <c:pt idx="2684">
                  <c:v>40651</c:v>
                </c:pt>
                <c:pt idx="2685">
                  <c:v>40652</c:v>
                </c:pt>
                <c:pt idx="2686">
                  <c:v>40653</c:v>
                </c:pt>
                <c:pt idx="2687">
                  <c:v>40654</c:v>
                </c:pt>
                <c:pt idx="2688">
                  <c:v>40655</c:v>
                </c:pt>
                <c:pt idx="2689">
                  <c:v>40658</c:v>
                </c:pt>
                <c:pt idx="2690">
                  <c:v>40659</c:v>
                </c:pt>
                <c:pt idx="2691">
                  <c:v>40660</c:v>
                </c:pt>
                <c:pt idx="2692">
                  <c:v>40661</c:v>
                </c:pt>
                <c:pt idx="2693">
                  <c:v>40662</c:v>
                </c:pt>
                <c:pt idx="2694">
                  <c:v>40665</c:v>
                </c:pt>
                <c:pt idx="2695">
                  <c:v>40666</c:v>
                </c:pt>
                <c:pt idx="2696">
                  <c:v>40667</c:v>
                </c:pt>
                <c:pt idx="2697">
                  <c:v>40668</c:v>
                </c:pt>
                <c:pt idx="2698">
                  <c:v>40669</c:v>
                </c:pt>
                <c:pt idx="2699">
                  <c:v>40672</c:v>
                </c:pt>
                <c:pt idx="2700">
                  <c:v>40673</c:v>
                </c:pt>
                <c:pt idx="2701">
                  <c:v>40674</c:v>
                </c:pt>
                <c:pt idx="2702">
                  <c:v>40675</c:v>
                </c:pt>
                <c:pt idx="2703">
                  <c:v>40676</c:v>
                </c:pt>
                <c:pt idx="2704">
                  <c:v>40679</c:v>
                </c:pt>
                <c:pt idx="2705">
                  <c:v>40680</c:v>
                </c:pt>
                <c:pt idx="2706">
                  <c:v>40681</c:v>
                </c:pt>
                <c:pt idx="2707">
                  <c:v>40682</c:v>
                </c:pt>
                <c:pt idx="2708">
                  <c:v>40683</c:v>
                </c:pt>
                <c:pt idx="2709">
                  <c:v>40686</c:v>
                </c:pt>
                <c:pt idx="2710">
                  <c:v>40687</c:v>
                </c:pt>
                <c:pt idx="2711">
                  <c:v>40688</c:v>
                </c:pt>
                <c:pt idx="2712">
                  <c:v>40689</c:v>
                </c:pt>
                <c:pt idx="2713">
                  <c:v>40690</c:v>
                </c:pt>
                <c:pt idx="2714">
                  <c:v>40693</c:v>
                </c:pt>
                <c:pt idx="2715">
                  <c:v>40694</c:v>
                </c:pt>
                <c:pt idx="2716">
                  <c:v>40695</c:v>
                </c:pt>
                <c:pt idx="2717">
                  <c:v>40696</c:v>
                </c:pt>
                <c:pt idx="2718">
                  <c:v>40697</c:v>
                </c:pt>
                <c:pt idx="2719">
                  <c:v>40700</c:v>
                </c:pt>
                <c:pt idx="2720">
                  <c:v>40701</c:v>
                </c:pt>
                <c:pt idx="2721">
                  <c:v>40702</c:v>
                </c:pt>
                <c:pt idx="2722">
                  <c:v>40703</c:v>
                </c:pt>
                <c:pt idx="2723">
                  <c:v>40704</c:v>
                </c:pt>
                <c:pt idx="2724">
                  <c:v>40707</c:v>
                </c:pt>
                <c:pt idx="2725">
                  <c:v>40708</c:v>
                </c:pt>
                <c:pt idx="2726">
                  <c:v>40709</c:v>
                </c:pt>
                <c:pt idx="2727">
                  <c:v>40710</c:v>
                </c:pt>
                <c:pt idx="2728">
                  <c:v>40711</c:v>
                </c:pt>
                <c:pt idx="2729">
                  <c:v>40714</c:v>
                </c:pt>
                <c:pt idx="2730">
                  <c:v>40715</c:v>
                </c:pt>
                <c:pt idx="2731">
                  <c:v>40716</c:v>
                </c:pt>
                <c:pt idx="2732">
                  <c:v>40717</c:v>
                </c:pt>
                <c:pt idx="2733">
                  <c:v>40718</c:v>
                </c:pt>
                <c:pt idx="2734">
                  <c:v>40721</c:v>
                </c:pt>
                <c:pt idx="2735">
                  <c:v>40722</c:v>
                </c:pt>
                <c:pt idx="2736">
                  <c:v>40723</c:v>
                </c:pt>
                <c:pt idx="2737">
                  <c:v>40724</c:v>
                </c:pt>
                <c:pt idx="2738">
                  <c:v>40725</c:v>
                </c:pt>
                <c:pt idx="2739">
                  <c:v>40728</c:v>
                </c:pt>
                <c:pt idx="2740">
                  <c:v>40729</c:v>
                </c:pt>
                <c:pt idx="2741">
                  <c:v>40730</c:v>
                </c:pt>
                <c:pt idx="2742">
                  <c:v>40731</c:v>
                </c:pt>
                <c:pt idx="2743">
                  <c:v>40732</c:v>
                </c:pt>
                <c:pt idx="2744">
                  <c:v>40735</c:v>
                </c:pt>
                <c:pt idx="2745">
                  <c:v>40736</c:v>
                </c:pt>
                <c:pt idx="2746">
                  <c:v>40737</c:v>
                </c:pt>
                <c:pt idx="2747">
                  <c:v>40738</c:v>
                </c:pt>
                <c:pt idx="2748">
                  <c:v>40739</c:v>
                </c:pt>
                <c:pt idx="2749">
                  <c:v>40742</c:v>
                </c:pt>
                <c:pt idx="2750">
                  <c:v>40743</c:v>
                </c:pt>
                <c:pt idx="2751">
                  <c:v>40744</c:v>
                </c:pt>
                <c:pt idx="2752">
                  <c:v>40745</c:v>
                </c:pt>
                <c:pt idx="2753">
                  <c:v>40746</c:v>
                </c:pt>
                <c:pt idx="2754">
                  <c:v>40749</c:v>
                </c:pt>
                <c:pt idx="2755">
                  <c:v>40750</c:v>
                </c:pt>
                <c:pt idx="2756">
                  <c:v>40751</c:v>
                </c:pt>
                <c:pt idx="2757">
                  <c:v>40752</c:v>
                </c:pt>
                <c:pt idx="2758">
                  <c:v>40753</c:v>
                </c:pt>
                <c:pt idx="2759">
                  <c:v>40756</c:v>
                </c:pt>
                <c:pt idx="2760">
                  <c:v>40757</c:v>
                </c:pt>
                <c:pt idx="2761">
                  <c:v>40758</c:v>
                </c:pt>
                <c:pt idx="2762">
                  <c:v>40759</c:v>
                </c:pt>
                <c:pt idx="2763">
                  <c:v>40760</c:v>
                </c:pt>
                <c:pt idx="2764">
                  <c:v>40763</c:v>
                </c:pt>
                <c:pt idx="2765">
                  <c:v>40764</c:v>
                </c:pt>
                <c:pt idx="2766">
                  <c:v>40765</c:v>
                </c:pt>
                <c:pt idx="2767">
                  <c:v>40766</c:v>
                </c:pt>
                <c:pt idx="2768">
                  <c:v>40767</c:v>
                </c:pt>
                <c:pt idx="2769">
                  <c:v>40770</c:v>
                </c:pt>
                <c:pt idx="2770">
                  <c:v>40771</c:v>
                </c:pt>
                <c:pt idx="2771">
                  <c:v>40772</c:v>
                </c:pt>
                <c:pt idx="2772">
                  <c:v>40773</c:v>
                </c:pt>
                <c:pt idx="2773">
                  <c:v>40774</c:v>
                </c:pt>
                <c:pt idx="2774">
                  <c:v>40777</c:v>
                </c:pt>
                <c:pt idx="2775">
                  <c:v>40778</c:v>
                </c:pt>
                <c:pt idx="2776">
                  <c:v>40779</c:v>
                </c:pt>
                <c:pt idx="2777">
                  <c:v>40780</c:v>
                </c:pt>
                <c:pt idx="2778">
                  <c:v>40781</c:v>
                </c:pt>
                <c:pt idx="2779">
                  <c:v>40784</c:v>
                </c:pt>
                <c:pt idx="2780">
                  <c:v>40785</c:v>
                </c:pt>
                <c:pt idx="2781">
                  <c:v>40786</c:v>
                </c:pt>
                <c:pt idx="2782">
                  <c:v>40787</c:v>
                </c:pt>
                <c:pt idx="2783">
                  <c:v>40788</c:v>
                </c:pt>
                <c:pt idx="2784">
                  <c:v>40791</c:v>
                </c:pt>
                <c:pt idx="2785">
                  <c:v>40792</c:v>
                </c:pt>
                <c:pt idx="2786">
                  <c:v>40793</c:v>
                </c:pt>
                <c:pt idx="2787">
                  <c:v>40794</c:v>
                </c:pt>
                <c:pt idx="2788">
                  <c:v>40795</c:v>
                </c:pt>
                <c:pt idx="2789">
                  <c:v>40798</c:v>
                </c:pt>
                <c:pt idx="2790">
                  <c:v>40799</c:v>
                </c:pt>
                <c:pt idx="2791">
                  <c:v>40800</c:v>
                </c:pt>
                <c:pt idx="2792">
                  <c:v>40801</c:v>
                </c:pt>
                <c:pt idx="2793">
                  <c:v>40802</c:v>
                </c:pt>
                <c:pt idx="2794">
                  <c:v>40805</c:v>
                </c:pt>
                <c:pt idx="2795">
                  <c:v>40806</c:v>
                </c:pt>
                <c:pt idx="2796">
                  <c:v>40807</c:v>
                </c:pt>
                <c:pt idx="2797">
                  <c:v>40808</c:v>
                </c:pt>
                <c:pt idx="2798">
                  <c:v>40809</c:v>
                </c:pt>
                <c:pt idx="2799">
                  <c:v>40812</c:v>
                </c:pt>
                <c:pt idx="2800">
                  <c:v>40813</c:v>
                </c:pt>
                <c:pt idx="2801">
                  <c:v>40814</c:v>
                </c:pt>
                <c:pt idx="2802">
                  <c:v>40815</c:v>
                </c:pt>
                <c:pt idx="2803">
                  <c:v>40816</c:v>
                </c:pt>
                <c:pt idx="2804">
                  <c:v>40819</c:v>
                </c:pt>
                <c:pt idx="2805">
                  <c:v>40820</c:v>
                </c:pt>
                <c:pt idx="2806">
                  <c:v>40821</c:v>
                </c:pt>
                <c:pt idx="2807">
                  <c:v>40822</c:v>
                </c:pt>
                <c:pt idx="2808">
                  <c:v>40823</c:v>
                </c:pt>
                <c:pt idx="2809">
                  <c:v>40826</c:v>
                </c:pt>
                <c:pt idx="2810">
                  <c:v>40827</c:v>
                </c:pt>
                <c:pt idx="2811">
                  <c:v>40828</c:v>
                </c:pt>
                <c:pt idx="2812">
                  <c:v>40829</c:v>
                </c:pt>
                <c:pt idx="2813">
                  <c:v>40830</c:v>
                </c:pt>
                <c:pt idx="2814">
                  <c:v>40833</c:v>
                </c:pt>
                <c:pt idx="2815">
                  <c:v>40834</c:v>
                </c:pt>
                <c:pt idx="2816">
                  <c:v>40835</c:v>
                </c:pt>
                <c:pt idx="2817">
                  <c:v>40836</c:v>
                </c:pt>
                <c:pt idx="2818">
                  <c:v>40837</c:v>
                </c:pt>
                <c:pt idx="2819">
                  <c:v>40840</c:v>
                </c:pt>
                <c:pt idx="2820">
                  <c:v>40841</c:v>
                </c:pt>
                <c:pt idx="2821">
                  <c:v>40842</c:v>
                </c:pt>
                <c:pt idx="2822">
                  <c:v>40843</c:v>
                </c:pt>
                <c:pt idx="2823">
                  <c:v>40844</c:v>
                </c:pt>
                <c:pt idx="2824">
                  <c:v>40847</c:v>
                </c:pt>
                <c:pt idx="2825">
                  <c:v>40848</c:v>
                </c:pt>
                <c:pt idx="2826">
                  <c:v>40849</c:v>
                </c:pt>
                <c:pt idx="2827">
                  <c:v>40850</c:v>
                </c:pt>
                <c:pt idx="2828">
                  <c:v>40851</c:v>
                </c:pt>
                <c:pt idx="2829">
                  <c:v>40854</c:v>
                </c:pt>
                <c:pt idx="2830">
                  <c:v>40855</c:v>
                </c:pt>
                <c:pt idx="2831">
                  <c:v>40856</c:v>
                </c:pt>
                <c:pt idx="2832">
                  <c:v>40857</c:v>
                </c:pt>
                <c:pt idx="2833">
                  <c:v>40858</c:v>
                </c:pt>
                <c:pt idx="2834">
                  <c:v>40861</c:v>
                </c:pt>
                <c:pt idx="2835">
                  <c:v>40862</c:v>
                </c:pt>
                <c:pt idx="2836">
                  <c:v>40863</c:v>
                </c:pt>
                <c:pt idx="2837">
                  <c:v>40864</c:v>
                </c:pt>
                <c:pt idx="2838">
                  <c:v>40865</c:v>
                </c:pt>
                <c:pt idx="2839">
                  <c:v>40868</c:v>
                </c:pt>
                <c:pt idx="2840">
                  <c:v>40869</c:v>
                </c:pt>
                <c:pt idx="2841">
                  <c:v>40870</c:v>
                </c:pt>
                <c:pt idx="2842">
                  <c:v>40871</c:v>
                </c:pt>
                <c:pt idx="2843">
                  <c:v>40872</c:v>
                </c:pt>
                <c:pt idx="2844">
                  <c:v>40875</c:v>
                </c:pt>
                <c:pt idx="2845">
                  <c:v>40876</c:v>
                </c:pt>
                <c:pt idx="2846">
                  <c:v>40877</c:v>
                </c:pt>
                <c:pt idx="2847">
                  <c:v>40878</c:v>
                </c:pt>
                <c:pt idx="2848">
                  <c:v>40879</c:v>
                </c:pt>
                <c:pt idx="2849">
                  <c:v>40882</c:v>
                </c:pt>
                <c:pt idx="2850">
                  <c:v>40883</c:v>
                </c:pt>
                <c:pt idx="2851">
                  <c:v>40884</c:v>
                </c:pt>
                <c:pt idx="2852">
                  <c:v>40885</c:v>
                </c:pt>
                <c:pt idx="2853">
                  <c:v>40886</c:v>
                </c:pt>
                <c:pt idx="2854">
                  <c:v>40889</c:v>
                </c:pt>
                <c:pt idx="2855">
                  <c:v>40890</c:v>
                </c:pt>
                <c:pt idx="2856">
                  <c:v>40891</c:v>
                </c:pt>
                <c:pt idx="2857">
                  <c:v>40892</c:v>
                </c:pt>
                <c:pt idx="2858">
                  <c:v>40893</c:v>
                </c:pt>
                <c:pt idx="2859">
                  <c:v>40896</c:v>
                </c:pt>
                <c:pt idx="2860">
                  <c:v>40897</c:v>
                </c:pt>
                <c:pt idx="2861">
                  <c:v>40898</c:v>
                </c:pt>
                <c:pt idx="2862">
                  <c:v>40899</c:v>
                </c:pt>
                <c:pt idx="2863">
                  <c:v>40900</c:v>
                </c:pt>
                <c:pt idx="2864">
                  <c:v>40903</c:v>
                </c:pt>
                <c:pt idx="2865">
                  <c:v>40904</c:v>
                </c:pt>
                <c:pt idx="2866">
                  <c:v>40905</c:v>
                </c:pt>
                <c:pt idx="2867">
                  <c:v>40906</c:v>
                </c:pt>
                <c:pt idx="2868">
                  <c:v>40907</c:v>
                </c:pt>
                <c:pt idx="2869">
                  <c:v>40910</c:v>
                </c:pt>
                <c:pt idx="2870">
                  <c:v>40911</c:v>
                </c:pt>
                <c:pt idx="2871">
                  <c:v>40912</c:v>
                </c:pt>
                <c:pt idx="2872">
                  <c:v>40913</c:v>
                </c:pt>
                <c:pt idx="2873">
                  <c:v>40914</c:v>
                </c:pt>
                <c:pt idx="2874">
                  <c:v>40917</c:v>
                </c:pt>
                <c:pt idx="2875">
                  <c:v>40918</c:v>
                </c:pt>
                <c:pt idx="2876">
                  <c:v>40919</c:v>
                </c:pt>
                <c:pt idx="2877">
                  <c:v>40920</c:v>
                </c:pt>
                <c:pt idx="2878">
                  <c:v>40921</c:v>
                </c:pt>
                <c:pt idx="2879">
                  <c:v>40924</c:v>
                </c:pt>
                <c:pt idx="2880">
                  <c:v>40925</c:v>
                </c:pt>
                <c:pt idx="2881">
                  <c:v>40926</c:v>
                </c:pt>
                <c:pt idx="2882">
                  <c:v>40927</c:v>
                </c:pt>
                <c:pt idx="2883">
                  <c:v>40928</c:v>
                </c:pt>
                <c:pt idx="2884">
                  <c:v>40931</c:v>
                </c:pt>
                <c:pt idx="2885">
                  <c:v>40932</c:v>
                </c:pt>
                <c:pt idx="2886">
                  <c:v>40933</c:v>
                </c:pt>
                <c:pt idx="2887">
                  <c:v>40934</c:v>
                </c:pt>
                <c:pt idx="2888">
                  <c:v>40935</c:v>
                </c:pt>
                <c:pt idx="2889">
                  <c:v>40938</c:v>
                </c:pt>
                <c:pt idx="2890">
                  <c:v>40939</c:v>
                </c:pt>
                <c:pt idx="2891">
                  <c:v>40940</c:v>
                </c:pt>
                <c:pt idx="2892">
                  <c:v>40941</c:v>
                </c:pt>
                <c:pt idx="2893">
                  <c:v>40942</c:v>
                </c:pt>
                <c:pt idx="2894">
                  <c:v>40945</c:v>
                </c:pt>
                <c:pt idx="2895">
                  <c:v>40946</c:v>
                </c:pt>
                <c:pt idx="2896">
                  <c:v>40947</c:v>
                </c:pt>
                <c:pt idx="2897">
                  <c:v>40948</c:v>
                </c:pt>
                <c:pt idx="2898">
                  <c:v>40949</c:v>
                </c:pt>
                <c:pt idx="2899">
                  <c:v>40952</c:v>
                </c:pt>
                <c:pt idx="2900">
                  <c:v>40953</c:v>
                </c:pt>
                <c:pt idx="2901">
                  <c:v>40954</c:v>
                </c:pt>
                <c:pt idx="2902">
                  <c:v>40955</c:v>
                </c:pt>
                <c:pt idx="2903">
                  <c:v>40956</c:v>
                </c:pt>
                <c:pt idx="2904">
                  <c:v>40959</c:v>
                </c:pt>
                <c:pt idx="2905">
                  <c:v>40960</c:v>
                </c:pt>
                <c:pt idx="2906">
                  <c:v>40961</c:v>
                </c:pt>
                <c:pt idx="2907">
                  <c:v>40962</c:v>
                </c:pt>
                <c:pt idx="2908">
                  <c:v>40963</c:v>
                </c:pt>
                <c:pt idx="2909">
                  <c:v>40966</c:v>
                </c:pt>
                <c:pt idx="2910">
                  <c:v>40967</c:v>
                </c:pt>
                <c:pt idx="2911">
                  <c:v>40968</c:v>
                </c:pt>
                <c:pt idx="2912">
                  <c:v>40969</c:v>
                </c:pt>
                <c:pt idx="2913">
                  <c:v>40970</c:v>
                </c:pt>
                <c:pt idx="2914">
                  <c:v>40973</c:v>
                </c:pt>
                <c:pt idx="2915">
                  <c:v>40974</c:v>
                </c:pt>
                <c:pt idx="2916">
                  <c:v>40975</c:v>
                </c:pt>
                <c:pt idx="2917">
                  <c:v>40976</c:v>
                </c:pt>
                <c:pt idx="2918">
                  <c:v>40977</c:v>
                </c:pt>
                <c:pt idx="2919">
                  <c:v>40980</c:v>
                </c:pt>
                <c:pt idx="2920">
                  <c:v>40981</c:v>
                </c:pt>
                <c:pt idx="2921">
                  <c:v>40982</c:v>
                </c:pt>
                <c:pt idx="2922">
                  <c:v>40983</c:v>
                </c:pt>
                <c:pt idx="2923">
                  <c:v>40984</c:v>
                </c:pt>
                <c:pt idx="2924">
                  <c:v>40987</c:v>
                </c:pt>
                <c:pt idx="2925">
                  <c:v>40988</c:v>
                </c:pt>
                <c:pt idx="2926">
                  <c:v>40989</c:v>
                </c:pt>
                <c:pt idx="2927">
                  <c:v>40990</c:v>
                </c:pt>
                <c:pt idx="2928">
                  <c:v>40991</c:v>
                </c:pt>
                <c:pt idx="2929">
                  <c:v>40994</c:v>
                </c:pt>
                <c:pt idx="2930">
                  <c:v>40995</c:v>
                </c:pt>
                <c:pt idx="2931">
                  <c:v>40996</c:v>
                </c:pt>
                <c:pt idx="2932">
                  <c:v>40997</c:v>
                </c:pt>
                <c:pt idx="2933">
                  <c:v>40998</c:v>
                </c:pt>
                <c:pt idx="2934">
                  <c:v>41001</c:v>
                </c:pt>
                <c:pt idx="2935">
                  <c:v>41002</c:v>
                </c:pt>
                <c:pt idx="2936">
                  <c:v>41003</c:v>
                </c:pt>
                <c:pt idx="2937">
                  <c:v>41004</c:v>
                </c:pt>
                <c:pt idx="2938">
                  <c:v>41005</c:v>
                </c:pt>
                <c:pt idx="2939">
                  <c:v>41008</c:v>
                </c:pt>
                <c:pt idx="2940">
                  <c:v>41009</c:v>
                </c:pt>
                <c:pt idx="2941">
                  <c:v>41010</c:v>
                </c:pt>
                <c:pt idx="2942">
                  <c:v>41011</c:v>
                </c:pt>
                <c:pt idx="2943">
                  <c:v>41012</c:v>
                </c:pt>
                <c:pt idx="2944">
                  <c:v>41015</c:v>
                </c:pt>
                <c:pt idx="2945">
                  <c:v>41016</c:v>
                </c:pt>
                <c:pt idx="2946">
                  <c:v>41017</c:v>
                </c:pt>
                <c:pt idx="2947">
                  <c:v>41018</c:v>
                </c:pt>
                <c:pt idx="2948">
                  <c:v>41019</c:v>
                </c:pt>
                <c:pt idx="2949">
                  <c:v>41022</c:v>
                </c:pt>
                <c:pt idx="2950">
                  <c:v>41023</c:v>
                </c:pt>
                <c:pt idx="2951">
                  <c:v>41024</c:v>
                </c:pt>
                <c:pt idx="2952">
                  <c:v>41025</c:v>
                </c:pt>
                <c:pt idx="2953">
                  <c:v>41026</c:v>
                </c:pt>
                <c:pt idx="2954">
                  <c:v>41029</c:v>
                </c:pt>
                <c:pt idx="2955">
                  <c:v>41030</c:v>
                </c:pt>
                <c:pt idx="2956">
                  <c:v>41031</c:v>
                </c:pt>
                <c:pt idx="2957">
                  <c:v>41032</c:v>
                </c:pt>
                <c:pt idx="2958">
                  <c:v>41033</c:v>
                </c:pt>
                <c:pt idx="2959">
                  <c:v>41036</c:v>
                </c:pt>
                <c:pt idx="2960">
                  <c:v>41037</c:v>
                </c:pt>
                <c:pt idx="2961">
                  <c:v>41038</c:v>
                </c:pt>
                <c:pt idx="2962">
                  <c:v>41039</c:v>
                </c:pt>
                <c:pt idx="2963">
                  <c:v>41040</c:v>
                </c:pt>
                <c:pt idx="2964">
                  <c:v>41043</c:v>
                </c:pt>
                <c:pt idx="2965">
                  <c:v>41044</c:v>
                </c:pt>
                <c:pt idx="2966">
                  <c:v>41045</c:v>
                </c:pt>
                <c:pt idx="2967">
                  <c:v>41046</c:v>
                </c:pt>
                <c:pt idx="2968">
                  <c:v>41047</c:v>
                </c:pt>
                <c:pt idx="2969">
                  <c:v>41050</c:v>
                </c:pt>
                <c:pt idx="2970">
                  <c:v>41051</c:v>
                </c:pt>
                <c:pt idx="2971">
                  <c:v>41052</c:v>
                </c:pt>
                <c:pt idx="2972">
                  <c:v>41053</c:v>
                </c:pt>
                <c:pt idx="2973">
                  <c:v>41054</c:v>
                </c:pt>
                <c:pt idx="2974">
                  <c:v>41057</c:v>
                </c:pt>
                <c:pt idx="2975">
                  <c:v>41058</c:v>
                </c:pt>
                <c:pt idx="2976">
                  <c:v>41059</c:v>
                </c:pt>
                <c:pt idx="2977">
                  <c:v>41060</c:v>
                </c:pt>
                <c:pt idx="2978">
                  <c:v>41061</c:v>
                </c:pt>
                <c:pt idx="2979">
                  <c:v>41064</c:v>
                </c:pt>
                <c:pt idx="2980">
                  <c:v>41065</c:v>
                </c:pt>
                <c:pt idx="2981">
                  <c:v>41066</c:v>
                </c:pt>
                <c:pt idx="2982">
                  <c:v>41067</c:v>
                </c:pt>
                <c:pt idx="2983">
                  <c:v>41068</c:v>
                </c:pt>
                <c:pt idx="2984">
                  <c:v>41071</c:v>
                </c:pt>
                <c:pt idx="2985">
                  <c:v>41072</c:v>
                </c:pt>
                <c:pt idx="2986">
                  <c:v>41073</c:v>
                </c:pt>
                <c:pt idx="2987">
                  <c:v>41074</c:v>
                </c:pt>
                <c:pt idx="2988">
                  <c:v>41075</c:v>
                </c:pt>
                <c:pt idx="2989">
                  <c:v>41078</c:v>
                </c:pt>
                <c:pt idx="2990">
                  <c:v>41079</c:v>
                </c:pt>
                <c:pt idx="2991">
                  <c:v>41080</c:v>
                </c:pt>
                <c:pt idx="2992">
                  <c:v>41081</c:v>
                </c:pt>
                <c:pt idx="2993">
                  <c:v>41082</c:v>
                </c:pt>
                <c:pt idx="2994">
                  <c:v>41085</c:v>
                </c:pt>
                <c:pt idx="2995">
                  <c:v>41086</c:v>
                </c:pt>
                <c:pt idx="2996">
                  <c:v>41087</c:v>
                </c:pt>
                <c:pt idx="2997">
                  <c:v>41088</c:v>
                </c:pt>
                <c:pt idx="2998">
                  <c:v>41089</c:v>
                </c:pt>
                <c:pt idx="2999">
                  <c:v>41092</c:v>
                </c:pt>
                <c:pt idx="3000">
                  <c:v>41093</c:v>
                </c:pt>
                <c:pt idx="3001">
                  <c:v>41094</c:v>
                </c:pt>
                <c:pt idx="3002">
                  <c:v>41095</c:v>
                </c:pt>
                <c:pt idx="3003">
                  <c:v>41096</c:v>
                </c:pt>
                <c:pt idx="3004">
                  <c:v>41099</c:v>
                </c:pt>
                <c:pt idx="3005">
                  <c:v>41100</c:v>
                </c:pt>
                <c:pt idx="3006">
                  <c:v>41101</c:v>
                </c:pt>
                <c:pt idx="3007">
                  <c:v>41102</c:v>
                </c:pt>
                <c:pt idx="3008">
                  <c:v>41103</c:v>
                </c:pt>
                <c:pt idx="3009">
                  <c:v>41106</c:v>
                </c:pt>
                <c:pt idx="3010">
                  <c:v>41107</c:v>
                </c:pt>
                <c:pt idx="3011">
                  <c:v>41108</c:v>
                </c:pt>
                <c:pt idx="3012">
                  <c:v>41109</c:v>
                </c:pt>
                <c:pt idx="3013">
                  <c:v>41110</c:v>
                </c:pt>
                <c:pt idx="3014">
                  <c:v>41113</c:v>
                </c:pt>
                <c:pt idx="3015">
                  <c:v>41114</c:v>
                </c:pt>
                <c:pt idx="3016">
                  <c:v>41115</c:v>
                </c:pt>
                <c:pt idx="3017">
                  <c:v>41116</c:v>
                </c:pt>
                <c:pt idx="3018">
                  <c:v>41117</c:v>
                </c:pt>
                <c:pt idx="3019">
                  <c:v>41120</c:v>
                </c:pt>
                <c:pt idx="3020">
                  <c:v>41121</c:v>
                </c:pt>
                <c:pt idx="3021">
                  <c:v>41122</c:v>
                </c:pt>
                <c:pt idx="3022">
                  <c:v>41123</c:v>
                </c:pt>
                <c:pt idx="3023">
                  <c:v>41124</c:v>
                </c:pt>
                <c:pt idx="3024">
                  <c:v>41127</c:v>
                </c:pt>
                <c:pt idx="3025">
                  <c:v>41128</c:v>
                </c:pt>
                <c:pt idx="3026">
                  <c:v>41129</c:v>
                </c:pt>
                <c:pt idx="3027">
                  <c:v>41130</c:v>
                </c:pt>
                <c:pt idx="3028">
                  <c:v>41131</c:v>
                </c:pt>
                <c:pt idx="3029">
                  <c:v>41134</c:v>
                </c:pt>
                <c:pt idx="3030">
                  <c:v>41135</c:v>
                </c:pt>
                <c:pt idx="3031">
                  <c:v>41136</c:v>
                </c:pt>
                <c:pt idx="3032">
                  <c:v>41137</c:v>
                </c:pt>
                <c:pt idx="3033">
                  <c:v>41138</c:v>
                </c:pt>
                <c:pt idx="3034">
                  <c:v>41141</c:v>
                </c:pt>
                <c:pt idx="3035">
                  <c:v>41142</c:v>
                </c:pt>
                <c:pt idx="3036">
                  <c:v>41143</c:v>
                </c:pt>
                <c:pt idx="3037">
                  <c:v>41144</c:v>
                </c:pt>
                <c:pt idx="3038">
                  <c:v>41145</c:v>
                </c:pt>
                <c:pt idx="3039">
                  <c:v>41148</c:v>
                </c:pt>
                <c:pt idx="3040">
                  <c:v>41149</c:v>
                </c:pt>
                <c:pt idx="3041">
                  <c:v>41150</c:v>
                </c:pt>
                <c:pt idx="3042">
                  <c:v>41151</c:v>
                </c:pt>
                <c:pt idx="3043">
                  <c:v>41152</c:v>
                </c:pt>
                <c:pt idx="3044">
                  <c:v>41155</c:v>
                </c:pt>
                <c:pt idx="3045">
                  <c:v>41156</c:v>
                </c:pt>
                <c:pt idx="3046">
                  <c:v>41157</c:v>
                </c:pt>
                <c:pt idx="3047">
                  <c:v>41158</c:v>
                </c:pt>
                <c:pt idx="3048">
                  <c:v>41159</c:v>
                </c:pt>
                <c:pt idx="3049">
                  <c:v>41162</c:v>
                </c:pt>
                <c:pt idx="3050">
                  <c:v>41163</c:v>
                </c:pt>
                <c:pt idx="3051">
                  <c:v>41164</c:v>
                </c:pt>
                <c:pt idx="3052">
                  <c:v>41165</c:v>
                </c:pt>
                <c:pt idx="3053">
                  <c:v>41166</c:v>
                </c:pt>
                <c:pt idx="3054">
                  <c:v>41169</c:v>
                </c:pt>
                <c:pt idx="3055">
                  <c:v>41170</c:v>
                </c:pt>
                <c:pt idx="3056">
                  <c:v>41171</c:v>
                </c:pt>
                <c:pt idx="3057">
                  <c:v>41172</c:v>
                </c:pt>
                <c:pt idx="3058">
                  <c:v>41173</c:v>
                </c:pt>
                <c:pt idx="3059">
                  <c:v>41176</c:v>
                </c:pt>
                <c:pt idx="3060">
                  <c:v>41177</c:v>
                </c:pt>
                <c:pt idx="3061">
                  <c:v>41178</c:v>
                </c:pt>
                <c:pt idx="3062">
                  <c:v>41179</c:v>
                </c:pt>
                <c:pt idx="3063">
                  <c:v>41180</c:v>
                </c:pt>
                <c:pt idx="3064">
                  <c:v>41183</c:v>
                </c:pt>
                <c:pt idx="3065">
                  <c:v>41184</c:v>
                </c:pt>
                <c:pt idx="3066">
                  <c:v>41185</c:v>
                </c:pt>
                <c:pt idx="3067">
                  <c:v>41186</c:v>
                </c:pt>
                <c:pt idx="3068">
                  <c:v>41187</c:v>
                </c:pt>
                <c:pt idx="3069">
                  <c:v>41190</c:v>
                </c:pt>
                <c:pt idx="3070">
                  <c:v>41191</c:v>
                </c:pt>
                <c:pt idx="3071">
                  <c:v>41192</c:v>
                </c:pt>
                <c:pt idx="3072">
                  <c:v>41193</c:v>
                </c:pt>
                <c:pt idx="3073">
                  <c:v>41194</c:v>
                </c:pt>
                <c:pt idx="3074">
                  <c:v>41197</c:v>
                </c:pt>
                <c:pt idx="3075">
                  <c:v>41198</c:v>
                </c:pt>
                <c:pt idx="3076">
                  <c:v>41199</c:v>
                </c:pt>
                <c:pt idx="3077">
                  <c:v>41200</c:v>
                </c:pt>
                <c:pt idx="3078">
                  <c:v>41201</c:v>
                </c:pt>
                <c:pt idx="3079">
                  <c:v>41204</c:v>
                </c:pt>
                <c:pt idx="3080">
                  <c:v>41205</c:v>
                </c:pt>
                <c:pt idx="3081">
                  <c:v>41206</c:v>
                </c:pt>
                <c:pt idx="3082">
                  <c:v>41207</c:v>
                </c:pt>
                <c:pt idx="3083">
                  <c:v>41208</c:v>
                </c:pt>
                <c:pt idx="3084">
                  <c:v>41211</c:v>
                </c:pt>
                <c:pt idx="3085">
                  <c:v>41212</c:v>
                </c:pt>
                <c:pt idx="3086">
                  <c:v>41213</c:v>
                </c:pt>
                <c:pt idx="3087">
                  <c:v>41214</c:v>
                </c:pt>
                <c:pt idx="3088">
                  <c:v>41215</c:v>
                </c:pt>
                <c:pt idx="3089">
                  <c:v>41218</c:v>
                </c:pt>
                <c:pt idx="3090">
                  <c:v>41219</c:v>
                </c:pt>
                <c:pt idx="3091">
                  <c:v>41220</c:v>
                </c:pt>
                <c:pt idx="3092">
                  <c:v>41221</c:v>
                </c:pt>
                <c:pt idx="3093">
                  <c:v>41222</c:v>
                </c:pt>
                <c:pt idx="3094">
                  <c:v>41225</c:v>
                </c:pt>
                <c:pt idx="3095">
                  <c:v>41226</c:v>
                </c:pt>
                <c:pt idx="3096">
                  <c:v>41227</c:v>
                </c:pt>
                <c:pt idx="3097">
                  <c:v>41228</c:v>
                </c:pt>
                <c:pt idx="3098">
                  <c:v>41229</c:v>
                </c:pt>
                <c:pt idx="3099">
                  <c:v>41232</c:v>
                </c:pt>
                <c:pt idx="3100">
                  <c:v>41233</c:v>
                </c:pt>
                <c:pt idx="3101">
                  <c:v>41234</c:v>
                </c:pt>
                <c:pt idx="3102">
                  <c:v>41235</c:v>
                </c:pt>
                <c:pt idx="3103">
                  <c:v>41236</c:v>
                </c:pt>
                <c:pt idx="3104">
                  <c:v>41239</c:v>
                </c:pt>
                <c:pt idx="3105">
                  <c:v>41240</c:v>
                </c:pt>
                <c:pt idx="3106">
                  <c:v>41241</c:v>
                </c:pt>
                <c:pt idx="3107">
                  <c:v>41242</c:v>
                </c:pt>
                <c:pt idx="3108">
                  <c:v>41243</c:v>
                </c:pt>
                <c:pt idx="3109">
                  <c:v>41246</c:v>
                </c:pt>
                <c:pt idx="3110">
                  <c:v>41247</c:v>
                </c:pt>
                <c:pt idx="3111">
                  <c:v>41248</c:v>
                </c:pt>
                <c:pt idx="3112">
                  <c:v>41249</c:v>
                </c:pt>
                <c:pt idx="3113">
                  <c:v>41250</c:v>
                </c:pt>
                <c:pt idx="3114">
                  <c:v>41253</c:v>
                </c:pt>
                <c:pt idx="3115">
                  <c:v>41254</c:v>
                </c:pt>
                <c:pt idx="3116">
                  <c:v>41255</c:v>
                </c:pt>
                <c:pt idx="3117">
                  <c:v>41256</c:v>
                </c:pt>
                <c:pt idx="3118">
                  <c:v>41257</c:v>
                </c:pt>
                <c:pt idx="3119">
                  <c:v>41260</c:v>
                </c:pt>
                <c:pt idx="3120">
                  <c:v>41261</c:v>
                </c:pt>
                <c:pt idx="3121">
                  <c:v>41262</c:v>
                </c:pt>
                <c:pt idx="3122">
                  <c:v>41263</c:v>
                </c:pt>
                <c:pt idx="3123">
                  <c:v>41264</c:v>
                </c:pt>
                <c:pt idx="3124">
                  <c:v>41267</c:v>
                </c:pt>
                <c:pt idx="3125">
                  <c:v>41268</c:v>
                </c:pt>
                <c:pt idx="3126">
                  <c:v>41269</c:v>
                </c:pt>
                <c:pt idx="3127">
                  <c:v>41270</c:v>
                </c:pt>
                <c:pt idx="3128">
                  <c:v>41271</c:v>
                </c:pt>
                <c:pt idx="3129">
                  <c:v>41274</c:v>
                </c:pt>
                <c:pt idx="3130">
                  <c:v>41275</c:v>
                </c:pt>
                <c:pt idx="3131">
                  <c:v>41276</c:v>
                </c:pt>
                <c:pt idx="3132">
                  <c:v>41277</c:v>
                </c:pt>
                <c:pt idx="3133">
                  <c:v>41278</c:v>
                </c:pt>
                <c:pt idx="3134">
                  <c:v>41281</c:v>
                </c:pt>
                <c:pt idx="3135">
                  <c:v>41282</c:v>
                </c:pt>
                <c:pt idx="3136">
                  <c:v>41283</c:v>
                </c:pt>
                <c:pt idx="3137">
                  <c:v>41284</c:v>
                </c:pt>
                <c:pt idx="3138">
                  <c:v>41285</c:v>
                </c:pt>
                <c:pt idx="3139">
                  <c:v>41288</c:v>
                </c:pt>
                <c:pt idx="3140">
                  <c:v>41289</c:v>
                </c:pt>
                <c:pt idx="3141">
                  <c:v>41290</c:v>
                </c:pt>
                <c:pt idx="3142">
                  <c:v>41291</c:v>
                </c:pt>
                <c:pt idx="3143">
                  <c:v>41292</c:v>
                </c:pt>
                <c:pt idx="3144">
                  <c:v>41295</c:v>
                </c:pt>
                <c:pt idx="3145">
                  <c:v>41296</c:v>
                </c:pt>
                <c:pt idx="3146">
                  <c:v>41297</c:v>
                </c:pt>
                <c:pt idx="3147">
                  <c:v>41298</c:v>
                </c:pt>
                <c:pt idx="3148">
                  <c:v>41299</c:v>
                </c:pt>
                <c:pt idx="3149">
                  <c:v>41302</c:v>
                </c:pt>
                <c:pt idx="3150">
                  <c:v>41303</c:v>
                </c:pt>
                <c:pt idx="3151">
                  <c:v>41304</c:v>
                </c:pt>
                <c:pt idx="3152">
                  <c:v>41305</c:v>
                </c:pt>
                <c:pt idx="3153">
                  <c:v>41306</c:v>
                </c:pt>
                <c:pt idx="3154">
                  <c:v>41309</c:v>
                </c:pt>
                <c:pt idx="3155">
                  <c:v>41310</c:v>
                </c:pt>
                <c:pt idx="3156">
                  <c:v>41311</c:v>
                </c:pt>
                <c:pt idx="3157">
                  <c:v>41312</c:v>
                </c:pt>
                <c:pt idx="3158">
                  <c:v>41313</c:v>
                </c:pt>
                <c:pt idx="3159">
                  <c:v>41316</c:v>
                </c:pt>
                <c:pt idx="3160">
                  <c:v>41317</c:v>
                </c:pt>
                <c:pt idx="3161">
                  <c:v>41318</c:v>
                </c:pt>
                <c:pt idx="3162">
                  <c:v>41319</c:v>
                </c:pt>
                <c:pt idx="3163">
                  <c:v>41320</c:v>
                </c:pt>
                <c:pt idx="3164">
                  <c:v>41323</c:v>
                </c:pt>
                <c:pt idx="3165">
                  <c:v>41324</c:v>
                </c:pt>
                <c:pt idx="3166">
                  <c:v>41325</c:v>
                </c:pt>
                <c:pt idx="3167">
                  <c:v>41326</c:v>
                </c:pt>
                <c:pt idx="3168">
                  <c:v>41327</c:v>
                </c:pt>
                <c:pt idx="3169">
                  <c:v>41330</c:v>
                </c:pt>
                <c:pt idx="3170">
                  <c:v>41331</c:v>
                </c:pt>
                <c:pt idx="3171">
                  <c:v>41332</c:v>
                </c:pt>
                <c:pt idx="3172">
                  <c:v>41333</c:v>
                </c:pt>
                <c:pt idx="3173">
                  <c:v>41334</c:v>
                </c:pt>
                <c:pt idx="3174">
                  <c:v>41337</c:v>
                </c:pt>
                <c:pt idx="3175">
                  <c:v>41338</c:v>
                </c:pt>
                <c:pt idx="3176">
                  <c:v>41339</c:v>
                </c:pt>
                <c:pt idx="3177">
                  <c:v>41340</c:v>
                </c:pt>
                <c:pt idx="3178">
                  <c:v>41341</c:v>
                </c:pt>
                <c:pt idx="3179">
                  <c:v>41344</c:v>
                </c:pt>
                <c:pt idx="3180">
                  <c:v>41345</c:v>
                </c:pt>
                <c:pt idx="3181">
                  <c:v>41346</c:v>
                </c:pt>
                <c:pt idx="3182">
                  <c:v>41347</c:v>
                </c:pt>
                <c:pt idx="3183">
                  <c:v>41348</c:v>
                </c:pt>
                <c:pt idx="3184">
                  <c:v>41351</c:v>
                </c:pt>
                <c:pt idx="3185">
                  <c:v>41352</c:v>
                </c:pt>
                <c:pt idx="3186">
                  <c:v>41353</c:v>
                </c:pt>
                <c:pt idx="3187">
                  <c:v>41354</c:v>
                </c:pt>
                <c:pt idx="3188">
                  <c:v>41355</c:v>
                </c:pt>
                <c:pt idx="3189">
                  <c:v>41358</c:v>
                </c:pt>
                <c:pt idx="3190">
                  <c:v>41359</c:v>
                </c:pt>
                <c:pt idx="3191">
                  <c:v>41360</c:v>
                </c:pt>
                <c:pt idx="3192">
                  <c:v>41361</c:v>
                </c:pt>
                <c:pt idx="3193">
                  <c:v>41362</c:v>
                </c:pt>
                <c:pt idx="3194">
                  <c:v>41365</c:v>
                </c:pt>
                <c:pt idx="3195">
                  <c:v>41366</c:v>
                </c:pt>
                <c:pt idx="3196">
                  <c:v>41367</c:v>
                </c:pt>
                <c:pt idx="3197">
                  <c:v>41368</c:v>
                </c:pt>
                <c:pt idx="3198">
                  <c:v>41369</c:v>
                </c:pt>
                <c:pt idx="3199">
                  <c:v>41372</c:v>
                </c:pt>
                <c:pt idx="3200">
                  <c:v>41373</c:v>
                </c:pt>
                <c:pt idx="3201">
                  <c:v>41374</c:v>
                </c:pt>
                <c:pt idx="3202">
                  <c:v>41375</c:v>
                </c:pt>
                <c:pt idx="3203">
                  <c:v>41376</c:v>
                </c:pt>
                <c:pt idx="3204">
                  <c:v>41379</c:v>
                </c:pt>
                <c:pt idx="3205">
                  <c:v>41380</c:v>
                </c:pt>
                <c:pt idx="3206">
                  <c:v>41381</c:v>
                </c:pt>
                <c:pt idx="3207">
                  <c:v>41382</c:v>
                </c:pt>
                <c:pt idx="3208">
                  <c:v>41383</c:v>
                </c:pt>
                <c:pt idx="3209">
                  <c:v>41386</c:v>
                </c:pt>
                <c:pt idx="3210">
                  <c:v>41387</c:v>
                </c:pt>
                <c:pt idx="3211">
                  <c:v>41388</c:v>
                </c:pt>
                <c:pt idx="3212">
                  <c:v>41389</c:v>
                </c:pt>
                <c:pt idx="3213">
                  <c:v>41390</c:v>
                </c:pt>
                <c:pt idx="3214">
                  <c:v>41393</c:v>
                </c:pt>
                <c:pt idx="3215">
                  <c:v>41394</c:v>
                </c:pt>
                <c:pt idx="3216">
                  <c:v>41395</c:v>
                </c:pt>
                <c:pt idx="3217">
                  <c:v>41396</c:v>
                </c:pt>
                <c:pt idx="3218">
                  <c:v>41397</c:v>
                </c:pt>
                <c:pt idx="3219">
                  <c:v>41400</c:v>
                </c:pt>
                <c:pt idx="3220">
                  <c:v>41401</c:v>
                </c:pt>
                <c:pt idx="3221">
                  <c:v>41402</c:v>
                </c:pt>
                <c:pt idx="3222">
                  <c:v>41403</c:v>
                </c:pt>
                <c:pt idx="3223">
                  <c:v>41404</c:v>
                </c:pt>
                <c:pt idx="3224">
                  <c:v>41407</c:v>
                </c:pt>
                <c:pt idx="3225">
                  <c:v>41408</c:v>
                </c:pt>
                <c:pt idx="3226">
                  <c:v>41409</c:v>
                </c:pt>
                <c:pt idx="3227">
                  <c:v>41410</c:v>
                </c:pt>
                <c:pt idx="3228">
                  <c:v>41411</c:v>
                </c:pt>
                <c:pt idx="3229">
                  <c:v>41414</c:v>
                </c:pt>
                <c:pt idx="3230">
                  <c:v>41415</c:v>
                </c:pt>
                <c:pt idx="3231">
                  <c:v>41416</c:v>
                </c:pt>
                <c:pt idx="3232">
                  <c:v>41417</c:v>
                </c:pt>
                <c:pt idx="3233">
                  <c:v>41418</c:v>
                </c:pt>
                <c:pt idx="3234">
                  <c:v>41421</c:v>
                </c:pt>
                <c:pt idx="3235">
                  <c:v>41422</c:v>
                </c:pt>
                <c:pt idx="3236">
                  <c:v>41423</c:v>
                </c:pt>
                <c:pt idx="3237">
                  <c:v>41424</c:v>
                </c:pt>
                <c:pt idx="3238">
                  <c:v>41425</c:v>
                </c:pt>
                <c:pt idx="3239">
                  <c:v>41428</c:v>
                </c:pt>
                <c:pt idx="3240">
                  <c:v>41429</c:v>
                </c:pt>
                <c:pt idx="3241">
                  <c:v>41430</c:v>
                </c:pt>
                <c:pt idx="3242">
                  <c:v>41431</c:v>
                </c:pt>
                <c:pt idx="3243">
                  <c:v>41432</c:v>
                </c:pt>
                <c:pt idx="3244">
                  <c:v>41435</c:v>
                </c:pt>
                <c:pt idx="3245">
                  <c:v>41436</c:v>
                </c:pt>
                <c:pt idx="3246">
                  <c:v>41437</c:v>
                </c:pt>
                <c:pt idx="3247">
                  <c:v>41438</c:v>
                </c:pt>
                <c:pt idx="3248">
                  <c:v>41439</c:v>
                </c:pt>
                <c:pt idx="3249">
                  <c:v>41442</c:v>
                </c:pt>
                <c:pt idx="3250">
                  <c:v>41443</c:v>
                </c:pt>
                <c:pt idx="3251">
                  <c:v>41444</c:v>
                </c:pt>
                <c:pt idx="3252">
                  <c:v>41445</c:v>
                </c:pt>
                <c:pt idx="3253">
                  <c:v>41446</c:v>
                </c:pt>
                <c:pt idx="3254">
                  <c:v>41449</c:v>
                </c:pt>
                <c:pt idx="3255">
                  <c:v>41450</c:v>
                </c:pt>
                <c:pt idx="3256">
                  <c:v>41451</c:v>
                </c:pt>
                <c:pt idx="3257">
                  <c:v>41452</c:v>
                </c:pt>
                <c:pt idx="3258">
                  <c:v>41453</c:v>
                </c:pt>
                <c:pt idx="3259">
                  <c:v>41456</c:v>
                </c:pt>
                <c:pt idx="3260">
                  <c:v>41457</c:v>
                </c:pt>
                <c:pt idx="3261">
                  <c:v>41458</c:v>
                </c:pt>
                <c:pt idx="3262">
                  <c:v>41459</c:v>
                </c:pt>
                <c:pt idx="3263">
                  <c:v>41460</c:v>
                </c:pt>
                <c:pt idx="3264">
                  <c:v>41463</c:v>
                </c:pt>
                <c:pt idx="3265">
                  <c:v>41464</c:v>
                </c:pt>
                <c:pt idx="3266">
                  <c:v>41465</c:v>
                </c:pt>
                <c:pt idx="3267">
                  <c:v>41466</c:v>
                </c:pt>
                <c:pt idx="3268">
                  <c:v>41467</c:v>
                </c:pt>
                <c:pt idx="3269">
                  <c:v>41470</c:v>
                </c:pt>
                <c:pt idx="3270">
                  <c:v>41471</c:v>
                </c:pt>
                <c:pt idx="3271">
                  <c:v>41472</c:v>
                </c:pt>
                <c:pt idx="3272">
                  <c:v>41473</c:v>
                </c:pt>
                <c:pt idx="3273">
                  <c:v>41474</c:v>
                </c:pt>
                <c:pt idx="3274">
                  <c:v>41477</c:v>
                </c:pt>
                <c:pt idx="3275">
                  <c:v>41478</c:v>
                </c:pt>
                <c:pt idx="3276">
                  <c:v>41479</c:v>
                </c:pt>
                <c:pt idx="3277">
                  <c:v>41480</c:v>
                </c:pt>
                <c:pt idx="3278">
                  <c:v>41481</c:v>
                </c:pt>
                <c:pt idx="3279">
                  <c:v>41484</c:v>
                </c:pt>
                <c:pt idx="3280">
                  <c:v>41485</c:v>
                </c:pt>
                <c:pt idx="3281">
                  <c:v>41486</c:v>
                </c:pt>
                <c:pt idx="3282">
                  <c:v>41487</c:v>
                </c:pt>
                <c:pt idx="3283">
                  <c:v>41488</c:v>
                </c:pt>
                <c:pt idx="3284">
                  <c:v>41491</c:v>
                </c:pt>
                <c:pt idx="3285">
                  <c:v>41492</c:v>
                </c:pt>
                <c:pt idx="3286">
                  <c:v>41493</c:v>
                </c:pt>
                <c:pt idx="3287">
                  <c:v>41494</c:v>
                </c:pt>
                <c:pt idx="3288">
                  <c:v>41495</c:v>
                </c:pt>
                <c:pt idx="3289">
                  <c:v>41498</c:v>
                </c:pt>
                <c:pt idx="3290">
                  <c:v>41499</c:v>
                </c:pt>
                <c:pt idx="3291">
                  <c:v>41500</c:v>
                </c:pt>
                <c:pt idx="3292">
                  <c:v>41501</c:v>
                </c:pt>
                <c:pt idx="3293">
                  <c:v>41502</c:v>
                </c:pt>
                <c:pt idx="3294">
                  <c:v>41505</c:v>
                </c:pt>
                <c:pt idx="3295">
                  <c:v>41506</c:v>
                </c:pt>
                <c:pt idx="3296">
                  <c:v>41507</c:v>
                </c:pt>
                <c:pt idx="3297">
                  <c:v>41508</c:v>
                </c:pt>
                <c:pt idx="3298">
                  <c:v>41509</c:v>
                </c:pt>
                <c:pt idx="3299">
                  <c:v>41512</c:v>
                </c:pt>
                <c:pt idx="3300">
                  <c:v>41513</c:v>
                </c:pt>
                <c:pt idx="3301">
                  <c:v>41514</c:v>
                </c:pt>
                <c:pt idx="3302">
                  <c:v>41515</c:v>
                </c:pt>
                <c:pt idx="3303">
                  <c:v>41516</c:v>
                </c:pt>
                <c:pt idx="3304">
                  <c:v>41519</c:v>
                </c:pt>
                <c:pt idx="3305">
                  <c:v>41520</c:v>
                </c:pt>
                <c:pt idx="3306">
                  <c:v>41521</c:v>
                </c:pt>
                <c:pt idx="3307">
                  <c:v>41522</c:v>
                </c:pt>
                <c:pt idx="3308">
                  <c:v>41523</c:v>
                </c:pt>
                <c:pt idx="3309">
                  <c:v>41526</c:v>
                </c:pt>
                <c:pt idx="3310">
                  <c:v>41527</c:v>
                </c:pt>
                <c:pt idx="3311">
                  <c:v>41528</c:v>
                </c:pt>
                <c:pt idx="3312">
                  <c:v>41529</c:v>
                </c:pt>
                <c:pt idx="3313">
                  <c:v>41530</c:v>
                </c:pt>
                <c:pt idx="3314">
                  <c:v>41533</c:v>
                </c:pt>
                <c:pt idx="3315">
                  <c:v>41534</c:v>
                </c:pt>
                <c:pt idx="3316">
                  <c:v>41535</c:v>
                </c:pt>
                <c:pt idx="3317">
                  <c:v>41536</c:v>
                </c:pt>
                <c:pt idx="3318">
                  <c:v>41537</c:v>
                </c:pt>
                <c:pt idx="3319">
                  <c:v>41540</c:v>
                </c:pt>
                <c:pt idx="3320">
                  <c:v>41541</c:v>
                </c:pt>
                <c:pt idx="3321">
                  <c:v>41542</c:v>
                </c:pt>
                <c:pt idx="3322">
                  <c:v>41543</c:v>
                </c:pt>
                <c:pt idx="3323">
                  <c:v>41544</c:v>
                </c:pt>
                <c:pt idx="3324">
                  <c:v>41547</c:v>
                </c:pt>
                <c:pt idx="3325">
                  <c:v>41548</c:v>
                </c:pt>
                <c:pt idx="3326">
                  <c:v>41549</c:v>
                </c:pt>
                <c:pt idx="3327">
                  <c:v>41550</c:v>
                </c:pt>
                <c:pt idx="3328">
                  <c:v>41551</c:v>
                </c:pt>
                <c:pt idx="3329">
                  <c:v>41554</c:v>
                </c:pt>
                <c:pt idx="3330">
                  <c:v>41555</c:v>
                </c:pt>
                <c:pt idx="3331">
                  <c:v>41556</c:v>
                </c:pt>
                <c:pt idx="3332">
                  <c:v>41557</c:v>
                </c:pt>
                <c:pt idx="3333">
                  <c:v>41558</c:v>
                </c:pt>
                <c:pt idx="3334">
                  <c:v>41561</c:v>
                </c:pt>
                <c:pt idx="3335">
                  <c:v>41562</c:v>
                </c:pt>
                <c:pt idx="3336">
                  <c:v>41563</c:v>
                </c:pt>
                <c:pt idx="3337">
                  <c:v>41564</c:v>
                </c:pt>
                <c:pt idx="3338">
                  <c:v>41565</c:v>
                </c:pt>
                <c:pt idx="3339">
                  <c:v>41568</c:v>
                </c:pt>
                <c:pt idx="3340">
                  <c:v>41569</c:v>
                </c:pt>
                <c:pt idx="3341">
                  <c:v>41570</c:v>
                </c:pt>
                <c:pt idx="3342">
                  <c:v>41571</c:v>
                </c:pt>
                <c:pt idx="3343">
                  <c:v>41572</c:v>
                </c:pt>
                <c:pt idx="3344">
                  <c:v>41575</c:v>
                </c:pt>
                <c:pt idx="3345">
                  <c:v>41576</c:v>
                </c:pt>
                <c:pt idx="3346">
                  <c:v>41577</c:v>
                </c:pt>
                <c:pt idx="3347">
                  <c:v>41578</c:v>
                </c:pt>
                <c:pt idx="3348">
                  <c:v>41579</c:v>
                </c:pt>
                <c:pt idx="3349">
                  <c:v>41582</c:v>
                </c:pt>
                <c:pt idx="3350">
                  <c:v>41583</c:v>
                </c:pt>
                <c:pt idx="3351">
                  <c:v>41584</c:v>
                </c:pt>
                <c:pt idx="3352">
                  <c:v>41585</c:v>
                </c:pt>
                <c:pt idx="3353">
                  <c:v>41586</c:v>
                </c:pt>
                <c:pt idx="3354">
                  <c:v>41589</c:v>
                </c:pt>
                <c:pt idx="3355">
                  <c:v>41590</c:v>
                </c:pt>
                <c:pt idx="3356">
                  <c:v>41591</c:v>
                </c:pt>
                <c:pt idx="3357">
                  <c:v>41592</c:v>
                </c:pt>
                <c:pt idx="3358">
                  <c:v>41593</c:v>
                </c:pt>
                <c:pt idx="3359">
                  <c:v>41596</c:v>
                </c:pt>
                <c:pt idx="3360">
                  <c:v>41597</c:v>
                </c:pt>
                <c:pt idx="3361">
                  <c:v>41598</c:v>
                </c:pt>
                <c:pt idx="3362">
                  <c:v>41599</c:v>
                </c:pt>
                <c:pt idx="3363">
                  <c:v>41600</c:v>
                </c:pt>
                <c:pt idx="3364">
                  <c:v>41603</c:v>
                </c:pt>
                <c:pt idx="3365">
                  <c:v>41604</c:v>
                </c:pt>
                <c:pt idx="3366">
                  <c:v>41605</c:v>
                </c:pt>
                <c:pt idx="3367">
                  <c:v>41606</c:v>
                </c:pt>
                <c:pt idx="3368">
                  <c:v>41607</c:v>
                </c:pt>
                <c:pt idx="3369">
                  <c:v>41610</c:v>
                </c:pt>
                <c:pt idx="3370">
                  <c:v>41611</c:v>
                </c:pt>
                <c:pt idx="3371">
                  <c:v>41612</c:v>
                </c:pt>
                <c:pt idx="3372">
                  <c:v>41613</c:v>
                </c:pt>
                <c:pt idx="3373">
                  <c:v>41614</c:v>
                </c:pt>
                <c:pt idx="3374">
                  <c:v>41617</c:v>
                </c:pt>
                <c:pt idx="3375">
                  <c:v>41618</c:v>
                </c:pt>
                <c:pt idx="3376">
                  <c:v>41619</c:v>
                </c:pt>
                <c:pt idx="3377">
                  <c:v>41620</c:v>
                </c:pt>
                <c:pt idx="3378">
                  <c:v>41621</c:v>
                </c:pt>
                <c:pt idx="3379">
                  <c:v>41624</c:v>
                </c:pt>
                <c:pt idx="3380">
                  <c:v>41625</c:v>
                </c:pt>
                <c:pt idx="3381">
                  <c:v>41626</c:v>
                </c:pt>
                <c:pt idx="3382">
                  <c:v>41627</c:v>
                </c:pt>
                <c:pt idx="3383">
                  <c:v>41628</c:v>
                </c:pt>
                <c:pt idx="3384">
                  <c:v>41631</c:v>
                </c:pt>
                <c:pt idx="3385">
                  <c:v>41632</c:v>
                </c:pt>
                <c:pt idx="3386">
                  <c:v>41633</c:v>
                </c:pt>
                <c:pt idx="3387">
                  <c:v>41634</c:v>
                </c:pt>
                <c:pt idx="3388">
                  <c:v>41635</c:v>
                </c:pt>
                <c:pt idx="3389">
                  <c:v>41638</c:v>
                </c:pt>
                <c:pt idx="3390">
                  <c:v>41639</c:v>
                </c:pt>
                <c:pt idx="3391">
                  <c:v>41640</c:v>
                </c:pt>
                <c:pt idx="3392">
                  <c:v>41641</c:v>
                </c:pt>
                <c:pt idx="3393">
                  <c:v>41642</c:v>
                </c:pt>
                <c:pt idx="3394">
                  <c:v>41645</c:v>
                </c:pt>
                <c:pt idx="3395">
                  <c:v>41646</c:v>
                </c:pt>
                <c:pt idx="3396">
                  <c:v>41647</c:v>
                </c:pt>
                <c:pt idx="3397">
                  <c:v>41648</c:v>
                </c:pt>
                <c:pt idx="3398">
                  <c:v>41649</c:v>
                </c:pt>
                <c:pt idx="3399">
                  <c:v>41652</c:v>
                </c:pt>
                <c:pt idx="3400">
                  <c:v>41653</c:v>
                </c:pt>
                <c:pt idx="3401">
                  <c:v>41654</c:v>
                </c:pt>
                <c:pt idx="3402">
                  <c:v>41655</c:v>
                </c:pt>
                <c:pt idx="3403">
                  <c:v>41656</c:v>
                </c:pt>
                <c:pt idx="3404">
                  <c:v>41659</c:v>
                </c:pt>
                <c:pt idx="3405">
                  <c:v>41660</c:v>
                </c:pt>
                <c:pt idx="3406">
                  <c:v>41661</c:v>
                </c:pt>
                <c:pt idx="3407">
                  <c:v>41662</c:v>
                </c:pt>
                <c:pt idx="3408">
                  <c:v>41663</c:v>
                </c:pt>
                <c:pt idx="3409">
                  <c:v>41666</c:v>
                </c:pt>
                <c:pt idx="3410">
                  <c:v>41667</c:v>
                </c:pt>
                <c:pt idx="3411">
                  <c:v>41668</c:v>
                </c:pt>
                <c:pt idx="3412">
                  <c:v>41669</c:v>
                </c:pt>
                <c:pt idx="3413">
                  <c:v>41670</c:v>
                </c:pt>
                <c:pt idx="3414">
                  <c:v>41673</c:v>
                </c:pt>
                <c:pt idx="3415">
                  <c:v>41674</c:v>
                </c:pt>
                <c:pt idx="3416">
                  <c:v>41675</c:v>
                </c:pt>
                <c:pt idx="3417">
                  <c:v>41676</c:v>
                </c:pt>
                <c:pt idx="3418">
                  <c:v>41677</c:v>
                </c:pt>
                <c:pt idx="3419">
                  <c:v>41680</c:v>
                </c:pt>
                <c:pt idx="3420">
                  <c:v>41681</c:v>
                </c:pt>
                <c:pt idx="3421">
                  <c:v>41682</c:v>
                </c:pt>
                <c:pt idx="3422">
                  <c:v>41683</c:v>
                </c:pt>
                <c:pt idx="3423">
                  <c:v>41684</c:v>
                </c:pt>
                <c:pt idx="3424">
                  <c:v>41687</c:v>
                </c:pt>
                <c:pt idx="3425">
                  <c:v>41688</c:v>
                </c:pt>
                <c:pt idx="3426">
                  <c:v>41689</c:v>
                </c:pt>
                <c:pt idx="3427">
                  <c:v>41690</c:v>
                </c:pt>
                <c:pt idx="3428">
                  <c:v>41691</c:v>
                </c:pt>
                <c:pt idx="3429">
                  <c:v>41694</c:v>
                </c:pt>
                <c:pt idx="3430">
                  <c:v>41695</c:v>
                </c:pt>
                <c:pt idx="3431">
                  <c:v>41696</c:v>
                </c:pt>
                <c:pt idx="3432">
                  <c:v>41697</c:v>
                </c:pt>
                <c:pt idx="3433">
                  <c:v>41698</c:v>
                </c:pt>
                <c:pt idx="3434">
                  <c:v>41701</c:v>
                </c:pt>
                <c:pt idx="3435">
                  <c:v>41702</c:v>
                </c:pt>
                <c:pt idx="3436">
                  <c:v>41703</c:v>
                </c:pt>
                <c:pt idx="3437">
                  <c:v>41704</c:v>
                </c:pt>
                <c:pt idx="3438">
                  <c:v>41705</c:v>
                </c:pt>
                <c:pt idx="3439">
                  <c:v>41708</c:v>
                </c:pt>
                <c:pt idx="3440">
                  <c:v>41709</c:v>
                </c:pt>
                <c:pt idx="3441">
                  <c:v>41710</c:v>
                </c:pt>
                <c:pt idx="3442">
                  <c:v>41711</c:v>
                </c:pt>
                <c:pt idx="3443">
                  <c:v>41712</c:v>
                </c:pt>
                <c:pt idx="3444">
                  <c:v>41715</c:v>
                </c:pt>
                <c:pt idx="3445">
                  <c:v>41716</c:v>
                </c:pt>
                <c:pt idx="3446">
                  <c:v>41717</c:v>
                </c:pt>
                <c:pt idx="3447">
                  <c:v>41718</c:v>
                </c:pt>
                <c:pt idx="3448">
                  <c:v>41719</c:v>
                </c:pt>
                <c:pt idx="3449">
                  <c:v>41722</c:v>
                </c:pt>
                <c:pt idx="3450">
                  <c:v>41723</c:v>
                </c:pt>
                <c:pt idx="3451">
                  <c:v>41724</c:v>
                </c:pt>
                <c:pt idx="3452">
                  <c:v>41725</c:v>
                </c:pt>
                <c:pt idx="3453">
                  <c:v>41726</c:v>
                </c:pt>
                <c:pt idx="3454">
                  <c:v>41729</c:v>
                </c:pt>
                <c:pt idx="3455">
                  <c:v>41730</c:v>
                </c:pt>
                <c:pt idx="3456">
                  <c:v>41731</c:v>
                </c:pt>
                <c:pt idx="3457">
                  <c:v>41732</c:v>
                </c:pt>
                <c:pt idx="3458">
                  <c:v>41733</c:v>
                </c:pt>
                <c:pt idx="3459">
                  <c:v>41736</c:v>
                </c:pt>
                <c:pt idx="3460">
                  <c:v>41737</c:v>
                </c:pt>
                <c:pt idx="3461">
                  <c:v>41738</c:v>
                </c:pt>
                <c:pt idx="3462">
                  <c:v>41739</c:v>
                </c:pt>
                <c:pt idx="3463">
                  <c:v>41740</c:v>
                </c:pt>
                <c:pt idx="3464">
                  <c:v>41743</c:v>
                </c:pt>
                <c:pt idx="3465">
                  <c:v>41744</c:v>
                </c:pt>
                <c:pt idx="3466">
                  <c:v>41745</c:v>
                </c:pt>
                <c:pt idx="3467">
                  <c:v>41746</c:v>
                </c:pt>
                <c:pt idx="3468">
                  <c:v>41747</c:v>
                </c:pt>
                <c:pt idx="3469">
                  <c:v>41750</c:v>
                </c:pt>
                <c:pt idx="3470">
                  <c:v>41751</c:v>
                </c:pt>
                <c:pt idx="3471">
                  <c:v>41752</c:v>
                </c:pt>
                <c:pt idx="3472">
                  <c:v>41753</c:v>
                </c:pt>
                <c:pt idx="3473">
                  <c:v>41754</c:v>
                </c:pt>
                <c:pt idx="3474">
                  <c:v>41757</c:v>
                </c:pt>
                <c:pt idx="3475">
                  <c:v>41758</c:v>
                </c:pt>
                <c:pt idx="3476">
                  <c:v>41759</c:v>
                </c:pt>
                <c:pt idx="3477">
                  <c:v>41760</c:v>
                </c:pt>
                <c:pt idx="3478">
                  <c:v>41761</c:v>
                </c:pt>
                <c:pt idx="3479">
                  <c:v>41764</c:v>
                </c:pt>
                <c:pt idx="3480">
                  <c:v>41765</c:v>
                </c:pt>
                <c:pt idx="3481">
                  <c:v>41766</c:v>
                </c:pt>
                <c:pt idx="3482">
                  <c:v>41767</c:v>
                </c:pt>
                <c:pt idx="3483">
                  <c:v>41768</c:v>
                </c:pt>
                <c:pt idx="3484">
                  <c:v>41771</c:v>
                </c:pt>
                <c:pt idx="3485">
                  <c:v>41772</c:v>
                </c:pt>
                <c:pt idx="3486">
                  <c:v>41773</c:v>
                </c:pt>
                <c:pt idx="3487">
                  <c:v>41774</c:v>
                </c:pt>
                <c:pt idx="3488">
                  <c:v>41775</c:v>
                </c:pt>
                <c:pt idx="3489">
                  <c:v>41778</c:v>
                </c:pt>
                <c:pt idx="3490">
                  <c:v>41779</c:v>
                </c:pt>
                <c:pt idx="3491">
                  <c:v>41780</c:v>
                </c:pt>
                <c:pt idx="3492">
                  <c:v>41781</c:v>
                </c:pt>
                <c:pt idx="3493">
                  <c:v>41782</c:v>
                </c:pt>
                <c:pt idx="3494">
                  <c:v>41785</c:v>
                </c:pt>
                <c:pt idx="3495">
                  <c:v>41786</c:v>
                </c:pt>
                <c:pt idx="3496">
                  <c:v>41787</c:v>
                </c:pt>
                <c:pt idx="3497">
                  <c:v>41788</c:v>
                </c:pt>
                <c:pt idx="3498">
                  <c:v>41789</c:v>
                </c:pt>
                <c:pt idx="3499">
                  <c:v>41792</c:v>
                </c:pt>
                <c:pt idx="3500">
                  <c:v>41793</c:v>
                </c:pt>
                <c:pt idx="3501">
                  <c:v>41794</c:v>
                </c:pt>
                <c:pt idx="3502">
                  <c:v>41795</c:v>
                </c:pt>
                <c:pt idx="3503">
                  <c:v>41796</c:v>
                </c:pt>
                <c:pt idx="3504">
                  <c:v>41799</c:v>
                </c:pt>
                <c:pt idx="3505">
                  <c:v>41800</c:v>
                </c:pt>
                <c:pt idx="3506">
                  <c:v>41801</c:v>
                </c:pt>
                <c:pt idx="3507">
                  <c:v>41802</c:v>
                </c:pt>
                <c:pt idx="3508">
                  <c:v>41803</c:v>
                </c:pt>
                <c:pt idx="3509">
                  <c:v>41806</c:v>
                </c:pt>
                <c:pt idx="3510">
                  <c:v>41807</c:v>
                </c:pt>
                <c:pt idx="3511">
                  <c:v>41808</c:v>
                </c:pt>
                <c:pt idx="3512">
                  <c:v>41809</c:v>
                </c:pt>
                <c:pt idx="3513">
                  <c:v>41810</c:v>
                </c:pt>
                <c:pt idx="3514">
                  <c:v>41813</c:v>
                </c:pt>
                <c:pt idx="3515">
                  <c:v>41814</c:v>
                </c:pt>
                <c:pt idx="3516">
                  <c:v>41815</c:v>
                </c:pt>
                <c:pt idx="3517">
                  <c:v>41816</c:v>
                </c:pt>
                <c:pt idx="3518">
                  <c:v>41817</c:v>
                </c:pt>
                <c:pt idx="3519">
                  <c:v>41820</c:v>
                </c:pt>
                <c:pt idx="3520">
                  <c:v>41821</c:v>
                </c:pt>
                <c:pt idx="3521">
                  <c:v>41822</c:v>
                </c:pt>
                <c:pt idx="3522">
                  <c:v>41823</c:v>
                </c:pt>
                <c:pt idx="3523">
                  <c:v>41824</c:v>
                </c:pt>
                <c:pt idx="3524">
                  <c:v>41827</c:v>
                </c:pt>
                <c:pt idx="3525">
                  <c:v>41828</c:v>
                </c:pt>
                <c:pt idx="3526">
                  <c:v>41829</c:v>
                </c:pt>
                <c:pt idx="3527">
                  <c:v>41830</c:v>
                </c:pt>
                <c:pt idx="3528">
                  <c:v>41831</c:v>
                </c:pt>
                <c:pt idx="3529">
                  <c:v>41834</c:v>
                </c:pt>
                <c:pt idx="3530">
                  <c:v>41835</c:v>
                </c:pt>
                <c:pt idx="3531">
                  <c:v>41836</c:v>
                </c:pt>
                <c:pt idx="3532">
                  <c:v>41837</c:v>
                </c:pt>
                <c:pt idx="3533">
                  <c:v>41838</c:v>
                </c:pt>
                <c:pt idx="3534">
                  <c:v>41841</c:v>
                </c:pt>
                <c:pt idx="3535">
                  <c:v>41842</c:v>
                </c:pt>
                <c:pt idx="3536">
                  <c:v>41843</c:v>
                </c:pt>
                <c:pt idx="3537">
                  <c:v>41844</c:v>
                </c:pt>
                <c:pt idx="3538">
                  <c:v>41845</c:v>
                </c:pt>
                <c:pt idx="3539">
                  <c:v>41848</c:v>
                </c:pt>
                <c:pt idx="3540">
                  <c:v>41849</c:v>
                </c:pt>
                <c:pt idx="3541">
                  <c:v>41850</c:v>
                </c:pt>
                <c:pt idx="3542">
                  <c:v>41851</c:v>
                </c:pt>
                <c:pt idx="3543">
                  <c:v>41852</c:v>
                </c:pt>
                <c:pt idx="3544">
                  <c:v>41855</c:v>
                </c:pt>
                <c:pt idx="3545">
                  <c:v>41856</c:v>
                </c:pt>
                <c:pt idx="3546">
                  <c:v>41857</c:v>
                </c:pt>
                <c:pt idx="3547">
                  <c:v>41858</c:v>
                </c:pt>
                <c:pt idx="3548">
                  <c:v>41859</c:v>
                </c:pt>
                <c:pt idx="3549">
                  <c:v>41862</c:v>
                </c:pt>
                <c:pt idx="3550">
                  <c:v>41863</c:v>
                </c:pt>
                <c:pt idx="3551">
                  <c:v>41864</c:v>
                </c:pt>
                <c:pt idx="3552">
                  <c:v>41865</c:v>
                </c:pt>
                <c:pt idx="3553">
                  <c:v>41866</c:v>
                </c:pt>
                <c:pt idx="3554">
                  <c:v>41869</c:v>
                </c:pt>
                <c:pt idx="3555">
                  <c:v>41870</c:v>
                </c:pt>
                <c:pt idx="3556">
                  <c:v>41871</c:v>
                </c:pt>
                <c:pt idx="3557">
                  <c:v>41872</c:v>
                </c:pt>
                <c:pt idx="3558">
                  <c:v>41873</c:v>
                </c:pt>
                <c:pt idx="3559">
                  <c:v>41876</c:v>
                </c:pt>
                <c:pt idx="3560">
                  <c:v>41877</c:v>
                </c:pt>
                <c:pt idx="3561">
                  <c:v>41878</c:v>
                </c:pt>
                <c:pt idx="3562">
                  <c:v>41879</c:v>
                </c:pt>
                <c:pt idx="3563">
                  <c:v>41880</c:v>
                </c:pt>
                <c:pt idx="3564">
                  <c:v>41883</c:v>
                </c:pt>
                <c:pt idx="3565">
                  <c:v>41884</c:v>
                </c:pt>
                <c:pt idx="3566">
                  <c:v>41885</c:v>
                </c:pt>
                <c:pt idx="3567">
                  <c:v>41886</c:v>
                </c:pt>
                <c:pt idx="3568">
                  <c:v>41887</c:v>
                </c:pt>
                <c:pt idx="3569">
                  <c:v>41890</c:v>
                </c:pt>
                <c:pt idx="3570">
                  <c:v>41891</c:v>
                </c:pt>
                <c:pt idx="3571">
                  <c:v>41892</c:v>
                </c:pt>
                <c:pt idx="3572">
                  <c:v>41893</c:v>
                </c:pt>
                <c:pt idx="3573">
                  <c:v>41894</c:v>
                </c:pt>
                <c:pt idx="3574">
                  <c:v>41897</c:v>
                </c:pt>
                <c:pt idx="3575">
                  <c:v>41898</c:v>
                </c:pt>
                <c:pt idx="3576">
                  <c:v>41899</c:v>
                </c:pt>
                <c:pt idx="3577">
                  <c:v>41900</c:v>
                </c:pt>
                <c:pt idx="3578">
                  <c:v>41901</c:v>
                </c:pt>
                <c:pt idx="3579">
                  <c:v>41904</c:v>
                </c:pt>
                <c:pt idx="3580">
                  <c:v>41905</c:v>
                </c:pt>
                <c:pt idx="3581">
                  <c:v>41906</c:v>
                </c:pt>
                <c:pt idx="3582">
                  <c:v>41907</c:v>
                </c:pt>
                <c:pt idx="3583">
                  <c:v>41908</c:v>
                </c:pt>
                <c:pt idx="3584">
                  <c:v>41911</c:v>
                </c:pt>
                <c:pt idx="3585">
                  <c:v>41912</c:v>
                </c:pt>
                <c:pt idx="3586">
                  <c:v>41913</c:v>
                </c:pt>
                <c:pt idx="3587">
                  <c:v>41914</c:v>
                </c:pt>
                <c:pt idx="3588">
                  <c:v>41915</c:v>
                </c:pt>
                <c:pt idx="3589">
                  <c:v>41918</c:v>
                </c:pt>
                <c:pt idx="3590">
                  <c:v>41919</c:v>
                </c:pt>
                <c:pt idx="3591">
                  <c:v>41920</c:v>
                </c:pt>
                <c:pt idx="3592">
                  <c:v>41921</c:v>
                </c:pt>
                <c:pt idx="3593">
                  <c:v>41922</c:v>
                </c:pt>
                <c:pt idx="3594">
                  <c:v>41925</c:v>
                </c:pt>
                <c:pt idx="3595">
                  <c:v>41926</c:v>
                </c:pt>
                <c:pt idx="3596">
                  <c:v>41927</c:v>
                </c:pt>
                <c:pt idx="3597">
                  <c:v>41928</c:v>
                </c:pt>
                <c:pt idx="3598">
                  <c:v>41929</c:v>
                </c:pt>
                <c:pt idx="3599">
                  <c:v>41932</c:v>
                </c:pt>
                <c:pt idx="3600">
                  <c:v>41933</c:v>
                </c:pt>
                <c:pt idx="3601">
                  <c:v>41934</c:v>
                </c:pt>
                <c:pt idx="3602">
                  <c:v>41935</c:v>
                </c:pt>
                <c:pt idx="3603">
                  <c:v>41936</c:v>
                </c:pt>
                <c:pt idx="3604">
                  <c:v>41939</c:v>
                </c:pt>
                <c:pt idx="3605">
                  <c:v>41940</c:v>
                </c:pt>
                <c:pt idx="3606">
                  <c:v>41941</c:v>
                </c:pt>
                <c:pt idx="3607">
                  <c:v>41942</c:v>
                </c:pt>
                <c:pt idx="3608">
                  <c:v>41943</c:v>
                </c:pt>
                <c:pt idx="3609">
                  <c:v>41946</c:v>
                </c:pt>
                <c:pt idx="3610">
                  <c:v>41947</c:v>
                </c:pt>
                <c:pt idx="3611">
                  <c:v>41948</c:v>
                </c:pt>
                <c:pt idx="3612">
                  <c:v>41949</c:v>
                </c:pt>
                <c:pt idx="3613">
                  <c:v>41950</c:v>
                </c:pt>
                <c:pt idx="3614">
                  <c:v>41953</c:v>
                </c:pt>
                <c:pt idx="3615">
                  <c:v>41954</c:v>
                </c:pt>
                <c:pt idx="3616">
                  <c:v>41955</c:v>
                </c:pt>
                <c:pt idx="3617">
                  <c:v>41956</c:v>
                </c:pt>
                <c:pt idx="3618">
                  <c:v>41957</c:v>
                </c:pt>
                <c:pt idx="3619">
                  <c:v>41960</c:v>
                </c:pt>
                <c:pt idx="3620">
                  <c:v>41961</c:v>
                </c:pt>
                <c:pt idx="3621">
                  <c:v>41962</c:v>
                </c:pt>
                <c:pt idx="3622">
                  <c:v>41963</c:v>
                </c:pt>
                <c:pt idx="3623">
                  <c:v>41964</c:v>
                </c:pt>
                <c:pt idx="3624">
                  <c:v>41967</c:v>
                </c:pt>
                <c:pt idx="3625">
                  <c:v>41968</c:v>
                </c:pt>
                <c:pt idx="3626">
                  <c:v>41969</c:v>
                </c:pt>
                <c:pt idx="3627">
                  <c:v>41970</c:v>
                </c:pt>
                <c:pt idx="3628">
                  <c:v>41971</c:v>
                </c:pt>
                <c:pt idx="3629">
                  <c:v>41974</c:v>
                </c:pt>
                <c:pt idx="3630">
                  <c:v>41975</c:v>
                </c:pt>
                <c:pt idx="3631">
                  <c:v>41976</c:v>
                </c:pt>
                <c:pt idx="3632">
                  <c:v>41977</c:v>
                </c:pt>
                <c:pt idx="3633">
                  <c:v>41978</c:v>
                </c:pt>
                <c:pt idx="3634">
                  <c:v>41981</c:v>
                </c:pt>
                <c:pt idx="3635">
                  <c:v>41982</c:v>
                </c:pt>
                <c:pt idx="3636">
                  <c:v>41983</c:v>
                </c:pt>
                <c:pt idx="3637">
                  <c:v>41984</c:v>
                </c:pt>
                <c:pt idx="3638">
                  <c:v>41985</c:v>
                </c:pt>
                <c:pt idx="3639">
                  <c:v>41988</c:v>
                </c:pt>
                <c:pt idx="3640">
                  <c:v>41989</c:v>
                </c:pt>
                <c:pt idx="3641">
                  <c:v>41990</c:v>
                </c:pt>
                <c:pt idx="3642">
                  <c:v>41991</c:v>
                </c:pt>
                <c:pt idx="3643">
                  <c:v>41992</c:v>
                </c:pt>
                <c:pt idx="3644">
                  <c:v>41995</c:v>
                </c:pt>
                <c:pt idx="3645">
                  <c:v>41996</c:v>
                </c:pt>
                <c:pt idx="3646">
                  <c:v>41997</c:v>
                </c:pt>
                <c:pt idx="3647">
                  <c:v>41998</c:v>
                </c:pt>
                <c:pt idx="3648">
                  <c:v>41999</c:v>
                </c:pt>
                <c:pt idx="3649">
                  <c:v>42002</c:v>
                </c:pt>
                <c:pt idx="3650">
                  <c:v>42003</c:v>
                </c:pt>
                <c:pt idx="3651">
                  <c:v>42004</c:v>
                </c:pt>
                <c:pt idx="3652">
                  <c:v>42005</c:v>
                </c:pt>
                <c:pt idx="3653">
                  <c:v>42006</c:v>
                </c:pt>
                <c:pt idx="3654">
                  <c:v>42009</c:v>
                </c:pt>
                <c:pt idx="3655">
                  <c:v>42010</c:v>
                </c:pt>
                <c:pt idx="3656">
                  <c:v>42011</c:v>
                </c:pt>
                <c:pt idx="3657">
                  <c:v>42012</c:v>
                </c:pt>
                <c:pt idx="3658">
                  <c:v>42013</c:v>
                </c:pt>
                <c:pt idx="3659">
                  <c:v>42016</c:v>
                </c:pt>
                <c:pt idx="3660">
                  <c:v>42017</c:v>
                </c:pt>
                <c:pt idx="3661">
                  <c:v>42018</c:v>
                </c:pt>
                <c:pt idx="3662">
                  <c:v>42019</c:v>
                </c:pt>
                <c:pt idx="3663">
                  <c:v>42020</c:v>
                </c:pt>
                <c:pt idx="3664">
                  <c:v>42023</c:v>
                </c:pt>
                <c:pt idx="3665">
                  <c:v>42024</c:v>
                </c:pt>
                <c:pt idx="3666">
                  <c:v>42025</c:v>
                </c:pt>
                <c:pt idx="3667">
                  <c:v>42026</c:v>
                </c:pt>
                <c:pt idx="3668">
                  <c:v>42027</c:v>
                </c:pt>
                <c:pt idx="3669">
                  <c:v>42030</c:v>
                </c:pt>
                <c:pt idx="3670">
                  <c:v>42031</c:v>
                </c:pt>
                <c:pt idx="3671">
                  <c:v>42032</c:v>
                </c:pt>
                <c:pt idx="3672">
                  <c:v>42033</c:v>
                </c:pt>
                <c:pt idx="3673">
                  <c:v>42034</c:v>
                </c:pt>
                <c:pt idx="3674">
                  <c:v>42037</c:v>
                </c:pt>
                <c:pt idx="3675">
                  <c:v>42038</c:v>
                </c:pt>
                <c:pt idx="3676">
                  <c:v>42039</c:v>
                </c:pt>
                <c:pt idx="3677">
                  <c:v>42040</c:v>
                </c:pt>
                <c:pt idx="3678">
                  <c:v>42041</c:v>
                </c:pt>
                <c:pt idx="3679">
                  <c:v>42044</c:v>
                </c:pt>
                <c:pt idx="3680">
                  <c:v>42045</c:v>
                </c:pt>
                <c:pt idx="3681">
                  <c:v>42046</c:v>
                </c:pt>
                <c:pt idx="3682">
                  <c:v>42047</c:v>
                </c:pt>
                <c:pt idx="3683">
                  <c:v>42048</c:v>
                </c:pt>
                <c:pt idx="3684">
                  <c:v>42051</c:v>
                </c:pt>
                <c:pt idx="3685">
                  <c:v>42052</c:v>
                </c:pt>
                <c:pt idx="3686">
                  <c:v>42053</c:v>
                </c:pt>
                <c:pt idx="3687">
                  <c:v>42054</c:v>
                </c:pt>
                <c:pt idx="3688">
                  <c:v>42055</c:v>
                </c:pt>
                <c:pt idx="3689">
                  <c:v>42058</c:v>
                </c:pt>
                <c:pt idx="3690">
                  <c:v>42059</c:v>
                </c:pt>
                <c:pt idx="3691">
                  <c:v>42060</c:v>
                </c:pt>
                <c:pt idx="3692">
                  <c:v>42061</c:v>
                </c:pt>
                <c:pt idx="3693">
                  <c:v>42062</c:v>
                </c:pt>
                <c:pt idx="3694">
                  <c:v>42065</c:v>
                </c:pt>
                <c:pt idx="3695">
                  <c:v>42066</c:v>
                </c:pt>
                <c:pt idx="3696">
                  <c:v>42067</c:v>
                </c:pt>
                <c:pt idx="3697">
                  <c:v>42068</c:v>
                </c:pt>
                <c:pt idx="3698">
                  <c:v>42069</c:v>
                </c:pt>
                <c:pt idx="3699">
                  <c:v>42072</c:v>
                </c:pt>
                <c:pt idx="3700">
                  <c:v>42073</c:v>
                </c:pt>
                <c:pt idx="3701">
                  <c:v>42074</c:v>
                </c:pt>
                <c:pt idx="3702">
                  <c:v>42075</c:v>
                </c:pt>
                <c:pt idx="3703">
                  <c:v>42076</c:v>
                </c:pt>
                <c:pt idx="3704">
                  <c:v>42079</c:v>
                </c:pt>
                <c:pt idx="3705">
                  <c:v>42080</c:v>
                </c:pt>
                <c:pt idx="3706">
                  <c:v>42081</c:v>
                </c:pt>
                <c:pt idx="3707">
                  <c:v>42082</c:v>
                </c:pt>
                <c:pt idx="3708">
                  <c:v>42083</c:v>
                </c:pt>
                <c:pt idx="3709">
                  <c:v>42086</c:v>
                </c:pt>
                <c:pt idx="3710">
                  <c:v>42087</c:v>
                </c:pt>
                <c:pt idx="3711">
                  <c:v>42088</c:v>
                </c:pt>
                <c:pt idx="3712">
                  <c:v>42089</c:v>
                </c:pt>
                <c:pt idx="3713">
                  <c:v>42090</c:v>
                </c:pt>
                <c:pt idx="3714">
                  <c:v>42093</c:v>
                </c:pt>
                <c:pt idx="3715">
                  <c:v>42094</c:v>
                </c:pt>
                <c:pt idx="3716">
                  <c:v>42095</c:v>
                </c:pt>
                <c:pt idx="3717">
                  <c:v>42096</c:v>
                </c:pt>
                <c:pt idx="3718">
                  <c:v>42097</c:v>
                </c:pt>
                <c:pt idx="3719">
                  <c:v>42100</c:v>
                </c:pt>
                <c:pt idx="3720">
                  <c:v>42101</c:v>
                </c:pt>
                <c:pt idx="3721">
                  <c:v>42102</c:v>
                </c:pt>
                <c:pt idx="3722">
                  <c:v>42103</c:v>
                </c:pt>
                <c:pt idx="3723">
                  <c:v>42104</c:v>
                </c:pt>
                <c:pt idx="3724">
                  <c:v>42107</c:v>
                </c:pt>
                <c:pt idx="3725">
                  <c:v>42108</c:v>
                </c:pt>
                <c:pt idx="3726">
                  <c:v>42109</c:v>
                </c:pt>
                <c:pt idx="3727">
                  <c:v>42110</c:v>
                </c:pt>
                <c:pt idx="3728">
                  <c:v>42111</c:v>
                </c:pt>
                <c:pt idx="3729">
                  <c:v>42114</c:v>
                </c:pt>
                <c:pt idx="3730">
                  <c:v>42115</c:v>
                </c:pt>
                <c:pt idx="3731">
                  <c:v>42116</c:v>
                </c:pt>
                <c:pt idx="3732">
                  <c:v>42117</c:v>
                </c:pt>
                <c:pt idx="3733">
                  <c:v>42118</c:v>
                </c:pt>
                <c:pt idx="3734">
                  <c:v>42121</c:v>
                </c:pt>
                <c:pt idx="3735">
                  <c:v>42122</c:v>
                </c:pt>
                <c:pt idx="3736">
                  <c:v>42123</c:v>
                </c:pt>
                <c:pt idx="3737">
                  <c:v>42124</c:v>
                </c:pt>
                <c:pt idx="3738">
                  <c:v>42125</c:v>
                </c:pt>
                <c:pt idx="3739">
                  <c:v>42128</c:v>
                </c:pt>
                <c:pt idx="3740">
                  <c:v>42129</c:v>
                </c:pt>
                <c:pt idx="3741">
                  <c:v>42130</c:v>
                </c:pt>
                <c:pt idx="3742">
                  <c:v>42131</c:v>
                </c:pt>
                <c:pt idx="3743">
                  <c:v>42132</c:v>
                </c:pt>
                <c:pt idx="3744">
                  <c:v>42135</c:v>
                </c:pt>
                <c:pt idx="3745">
                  <c:v>42136</c:v>
                </c:pt>
                <c:pt idx="3746">
                  <c:v>42137</c:v>
                </c:pt>
                <c:pt idx="3747">
                  <c:v>42138</c:v>
                </c:pt>
                <c:pt idx="3748">
                  <c:v>42139</c:v>
                </c:pt>
                <c:pt idx="3749">
                  <c:v>42142</c:v>
                </c:pt>
                <c:pt idx="3750">
                  <c:v>42143</c:v>
                </c:pt>
                <c:pt idx="3751">
                  <c:v>42144</c:v>
                </c:pt>
                <c:pt idx="3752">
                  <c:v>42145</c:v>
                </c:pt>
                <c:pt idx="3753">
                  <c:v>42146</c:v>
                </c:pt>
                <c:pt idx="3754">
                  <c:v>42149</c:v>
                </c:pt>
                <c:pt idx="3755">
                  <c:v>42150</c:v>
                </c:pt>
                <c:pt idx="3756">
                  <c:v>42151</c:v>
                </c:pt>
                <c:pt idx="3757">
                  <c:v>42152</c:v>
                </c:pt>
                <c:pt idx="3758">
                  <c:v>42153</c:v>
                </c:pt>
                <c:pt idx="3759">
                  <c:v>42156</c:v>
                </c:pt>
                <c:pt idx="3760">
                  <c:v>42157</c:v>
                </c:pt>
                <c:pt idx="3761">
                  <c:v>42158</c:v>
                </c:pt>
                <c:pt idx="3762">
                  <c:v>42159</c:v>
                </c:pt>
                <c:pt idx="3763">
                  <c:v>42160</c:v>
                </c:pt>
                <c:pt idx="3764">
                  <c:v>42163</c:v>
                </c:pt>
                <c:pt idx="3765">
                  <c:v>42164</c:v>
                </c:pt>
                <c:pt idx="3766">
                  <c:v>42165</c:v>
                </c:pt>
                <c:pt idx="3767">
                  <c:v>42166</c:v>
                </c:pt>
                <c:pt idx="3768">
                  <c:v>42167</c:v>
                </c:pt>
                <c:pt idx="3769">
                  <c:v>42170</c:v>
                </c:pt>
                <c:pt idx="3770">
                  <c:v>42171</c:v>
                </c:pt>
                <c:pt idx="3771">
                  <c:v>42172</c:v>
                </c:pt>
                <c:pt idx="3772">
                  <c:v>42173</c:v>
                </c:pt>
                <c:pt idx="3773">
                  <c:v>42174</c:v>
                </c:pt>
                <c:pt idx="3774">
                  <c:v>42177</c:v>
                </c:pt>
                <c:pt idx="3775">
                  <c:v>42178</c:v>
                </c:pt>
                <c:pt idx="3776">
                  <c:v>42179</c:v>
                </c:pt>
                <c:pt idx="3777">
                  <c:v>42180</c:v>
                </c:pt>
                <c:pt idx="3778">
                  <c:v>42181</c:v>
                </c:pt>
                <c:pt idx="3779">
                  <c:v>42184</c:v>
                </c:pt>
                <c:pt idx="3780">
                  <c:v>42185</c:v>
                </c:pt>
                <c:pt idx="3781">
                  <c:v>42186</c:v>
                </c:pt>
                <c:pt idx="3782">
                  <c:v>42187</c:v>
                </c:pt>
                <c:pt idx="3783">
                  <c:v>42188</c:v>
                </c:pt>
                <c:pt idx="3784">
                  <c:v>42191</c:v>
                </c:pt>
                <c:pt idx="3785">
                  <c:v>42192</c:v>
                </c:pt>
                <c:pt idx="3786">
                  <c:v>42193</c:v>
                </c:pt>
                <c:pt idx="3787">
                  <c:v>42194</c:v>
                </c:pt>
                <c:pt idx="3788">
                  <c:v>42195</c:v>
                </c:pt>
                <c:pt idx="3789">
                  <c:v>42198</c:v>
                </c:pt>
                <c:pt idx="3790">
                  <c:v>42199</c:v>
                </c:pt>
                <c:pt idx="3791">
                  <c:v>42200</c:v>
                </c:pt>
                <c:pt idx="3792">
                  <c:v>42201</c:v>
                </c:pt>
                <c:pt idx="3793">
                  <c:v>42202</c:v>
                </c:pt>
                <c:pt idx="3794">
                  <c:v>42205</c:v>
                </c:pt>
                <c:pt idx="3795">
                  <c:v>42206</c:v>
                </c:pt>
                <c:pt idx="3796">
                  <c:v>42207</c:v>
                </c:pt>
                <c:pt idx="3797">
                  <c:v>42208</c:v>
                </c:pt>
                <c:pt idx="3798">
                  <c:v>42209</c:v>
                </c:pt>
                <c:pt idx="3799">
                  <c:v>42212</c:v>
                </c:pt>
                <c:pt idx="3800">
                  <c:v>42213</c:v>
                </c:pt>
                <c:pt idx="3801">
                  <c:v>42214</c:v>
                </c:pt>
                <c:pt idx="3802">
                  <c:v>42215</c:v>
                </c:pt>
                <c:pt idx="3803">
                  <c:v>42216</c:v>
                </c:pt>
                <c:pt idx="3804">
                  <c:v>42219</c:v>
                </c:pt>
                <c:pt idx="3805">
                  <c:v>42220</c:v>
                </c:pt>
                <c:pt idx="3806">
                  <c:v>42221</c:v>
                </c:pt>
                <c:pt idx="3807">
                  <c:v>42222</c:v>
                </c:pt>
                <c:pt idx="3808">
                  <c:v>42223</c:v>
                </c:pt>
                <c:pt idx="3809">
                  <c:v>42226</c:v>
                </c:pt>
                <c:pt idx="3810">
                  <c:v>42227</c:v>
                </c:pt>
                <c:pt idx="3811">
                  <c:v>42228</c:v>
                </c:pt>
                <c:pt idx="3812">
                  <c:v>42229</c:v>
                </c:pt>
                <c:pt idx="3813">
                  <c:v>42230</c:v>
                </c:pt>
                <c:pt idx="3814">
                  <c:v>42233</c:v>
                </c:pt>
                <c:pt idx="3815">
                  <c:v>42234</c:v>
                </c:pt>
                <c:pt idx="3816">
                  <c:v>42235</c:v>
                </c:pt>
                <c:pt idx="3817">
                  <c:v>42236</c:v>
                </c:pt>
                <c:pt idx="3818">
                  <c:v>42237</c:v>
                </c:pt>
                <c:pt idx="3819">
                  <c:v>42240</c:v>
                </c:pt>
                <c:pt idx="3820">
                  <c:v>42241</c:v>
                </c:pt>
                <c:pt idx="3821">
                  <c:v>42242</c:v>
                </c:pt>
                <c:pt idx="3822">
                  <c:v>42243</c:v>
                </c:pt>
                <c:pt idx="3823">
                  <c:v>42244</c:v>
                </c:pt>
                <c:pt idx="3824">
                  <c:v>42247</c:v>
                </c:pt>
                <c:pt idx="3825">
                  <c:v>42248</c:v>
                </c:pt>
                <c:pt idx="3826">
                  <c:v>42249</c:v>
                </c:pt>
                <c:pt idx="3827">
                  <c:v>42250</c:v>
                </c:pt>
                <c:pt idx="3828">
                  <c:v>42251</c:v>
                </c:pt>
                <c:pt idx="3829">
                  <c:v>42254</c:v>
                </c:pt>
                <c:pt idx="3830">
                  <c:v>42255</c:v>
                </c:pt>
                <c:pt idx="3831">
                  <c:v>42256</c:v>
                </c:pt>
                <c:pt idx="3832">
                  <c:v>42257</c:v>
                </c:pt>
                <c:pt idx="3833">
                  <c:v>42258</c:v>
                </c:pt>
                <c:pt idx="3834">
                  <c:v>42261</c:v>
                </c:pt>
                <c:pt idx="3835">
                  <c:v>42262</c:v>
                </c:pt>
                <c:pt idx="3836">
                  <c:v>42263</c:v>
                </c:pt>
                <c:pt idx="3837">
                  <c:v>42264</c:v>
                </c:pt>
                <c:pt idx="3838">
                  <c:v>42265</c:v>
                </c:pt>
                <c:pt idx="3839">
                  <c:v>42268</c:v>
                </c:pt>
                <c:pt idx="3840">
                  <c:v>42269</c:v>
                </c:pt>
                <c:pt idx="3841">
                  <c:v>42270</c:v>
                </c:pt>
                <c:pt idx="3842">
                  <c:v>42271</c:v>
                </c:pt>
                <c:pt idx="3843">
                  <c:v>42272</c:v>
                </c:pt>
                <c:pt idx="3844">
                  <c:v>42275</c:v>
                </c:pt>
                <c:pt idx="3845">
                  <c:v>42276</c:v>
                </c:pt>
                <c:pt idx="3846">
                  <c:v>42277</c:v>
                </c:pt>
                <c:pt idx="3847">
                  <c:v>42278</c:v>
                </c:pt>
                <c:pt idx="3848">
                  <c:v>42279</c:v>
                </c:pt>
                <c:pt idx="3849">
                  <c:v>42282</c:v>
                </c:pt>
                <c:pt idx="3850">
                  <c:v>42283</c:v>
                </c:pt>
                <c:pt idx="3851">
                  <c:v>42284</c:v>
                </c:pt>
                <c:pt idx="3852">
                  <c:v>42285</c:v>
                </c:pt>
                <c:pt idx="3853">
                  <c:v>42286</c:v>
                </c:pt>
                <c:pt idx="3854">
                  <c:v>42289</c:v>
                </c:pt>
                <c:pt idx="3855">
                  <c:v>42290</c:v>
                </c:pt>
                <c:pt idx="3856">
                  <c:v>42291</c:v>
                </c:pt>
                <c:pt idx="3857">
                  <c:v>42292</c:v>
                </c:pt>
                <c:pt idx="3858">
                  <c:v>42293</c:v>
                </c:pt>
                <c:pt idx="3859">
                  <c:v>42296</c:v>
                </c:pt>
                <c:pt idx="3860">
                  <c:v>42297</c:v>
                </c:pt>
                <c:pt idx="3861">
                  <c:v>42298</c:v>
                </c:pt>
                <c:pt idx="3862">
                  <c:v>42299</c:v>
                </c:pt>
                <c:pt idx="3863">
                  <c:v>42300</c:v>
                </c:pt>
                <c:pt idx="3864">
                  <c:v>42303</c:v>
                </c:pt>
                <c:pt idx="3865">
                  <c:v>42304</c:v>
                </c:pt>
                <c:pt idx="3866">
                  <c:v>42305</c:v>
                </c:pt>
                <c:pt idx="3867">
                  <c:v>42306</c:v>
                </c:pt>
                <c:pt idx="3868">
                  <c:v>42307</c:v>
                </c:pt>
                <c:pt idx="3869">
                  <c:v>42310</c:v>
                </c:pt>
                <c:pt idx="3870">
                  <c:v>42311</c:v>
                </c:pt>
                <c:pt idx="3871">
                  <c:v>42312</c:v>
                </c:pt>
                <c:pt idx="3872">
                  <c:v>42313</c:v>
                </c:pt>
                <c:pt idx="3873">
                  <c:v>42314</c:v>
                </c:pt>
                <c:pt idx="3874">
                  <c:v>42317</c:v>
                </c:pt>
                <c:pt idx="3875">
                  <c:v>42318</c:v>
                </c:pt>
                <c:pt idx="3876">
                  <c:v>42319</c:v>
                </c:pt>
                <c:pt idx="3877">
                  <c:v>42320</c:v>
                </c:pt>
                <c:pt idx="3878">
                  <c:v>42321</c:v>
                </c:pt>
                <c:pt idx="3879">
                  <c:v>42324</c:v>
                </c:pt>
                <c:pt idx="3880">
                  <c:v>42325</c:v>
                </c:pt>
                <c:pt idx="3881">
                  <c:v>42326</c:v>
                </c:pt>
                <c:pt idx="3882">
                  <c:v>42327</c:v>
                </c:pt>
                <c:pt idx="3883">
                  <c:v>42328</c:v>
                </c:pt>
                <c:pt idx="3884">
                  <c:v>42331</c:v>
                </c:pt>
                <c:pt idx="3885">
                  <c:v>42332</c:v>
                </c:pt>
                <c:pt idx="3886">
                  <c:v>42333</c:v>
                </c:pt>
                <c:pt idx="3887">
                  <c:v>42334</c:v>
                </c:pt>
                <c:pt idx="3888">
                  <c:v>42335</c:v>
                </c:pt>
                <c:pt idx="3889">
                  <c:v>42338</c:v>
                </c:pt>
                <c:pt idx="3890">
                  <c:v>42339</c:v>
                </c:pt>
                <c:pt idx="3891">
                  <c:v>42340</c:v>
                </c:pt>
                <c:pt idx="3892">
                  <c:v>42341</c:v>
                </c:pt>
                <c:pt idx="3893">
                  <c:v>42342</c:v>
                </c:pt>
                <c:pt idx="3894">
                  <c:v>42345</c:v>
                </c:pt>
                <c:pt idx="3895">
                  <c:v>42346</c:v>
                </c:pt>
                <c:pt idx="3896">
                  <c:v>42347</c:v>
                </c:pt>
                <c:pt idx="3897">
                  <c:v>42348</c:v>
                </c:pt>
                <c:pt idx="3898">
                  <c:v>42349</c:v>
                </c:pt>
                <c:pt idx="3899">
                  <c:v>42352</c:v>
                </c:pt>
                <c:pt idx="3900">
                  <c:v>42353</c:v>
                </c:pt>
                <c:pt idx="3901">
                  <c:v>42354</c:v>
                </c:pt>
                <c:pt idx="3902">
                  <c:v>42355</c:v>
                </c:pt>
                <c:pt idx="3903">
                  <c:v>42356</c:v>
                </c:pt>
                <c:pt idx="3904">
                  <c:v>42359</c:v>
                </c:pt>
                <c:pt idx="3905">
                  <c:v>42360</c:v>
                </c:pt>
                <c:pt idx="3906">
                  <c:v>42361</c:v>
                </c:pt>
                <c:pt idx="3907">
                  <c:v>42362</c:v>
                </c:pt>
                <c:pt idx="3908">
                  <c:v>42363</c:v>
                </c:pt>
                <c:pt idx="3909">
                  <c:v>42366</c:v>
                </c:pt>
                <c:pt idx="3910">
                  <c:v>42367</c:v>
                </c:pt>
                <c:pt idx="3911">
                  <c:v>42368</c:v>
                </c:pt>
                <c:pt idx="3912">
                  <c:v>42369</c:v>
                </c:pt>
                <c:pt idx="3913">
                  <c:v>42370</c:v>
                </c:pt>
                <c:pt idx="3914">
                  <c:v>42373</c:v>
                </c:pt>
                <c:pt idx="3915">
                  <c:v>42374</c:v>
                </c:pt>
                <c:pt idx="3916">
                  <c:v>42375</c:v>
                </c:pt>
                <c:pt idx="3917">
                  <c:v>42376</c:v>
                </c:pt>
                <c:pt idx="3918">
                  <c:v>42377</c:v>
                </c:pt>
                <c:pt idx="3919">
                  <c:v>42380</c:v>
                </c:pt>
                <c:pt idx="3920">
                  <c:v>42381</c:v>
                </c:pt>
                <c:pt idx="3921">
                  <c:v>42382</c:v>
                </c:pt>
                <c:pt idx="3922">
                  <c:v>42383</c:v>
                </c:pt>
                <c:pt idx="3923">
                  <c:v>42384</c:v>
                </c:pt>
                <c:pt idx="3924">
                  <c:v>42387</c:v>
                </c:pt>
                <c:pt idx="3925">
                  <c:v>42388</c:v>
                </c:pt>
                <c:pt idx="3926">
                  <c:v>42389</c:v>
                </c:pt>
                <c:pt idx="3927">
                  <c:v>42390</c:v>
                </c:pt>
                <c:pt idx="3928">
                  <c:v>42391</c:v>
                </c:pt>
                <c:pt idx="3929">
                  <c:v>42394</c:v>
                </c:pt>
                <c:pt idx="3930">
                  <c:v>42395</c:v>
                </c:pt>
                <c:pt idx="3931">
                  <c:v>42396</c:v>
                </c:pt>
                <c:pt idx="3932">
                  <c:v>42397</c:v>
                </c:pt>
                <c:pt idx="3933">
                  <c:v>42398</c:v>
                </c:pt>
                <c:pt idx="3934">
                  <c:v>42401</c:v>
                </c:pt>
                <c:pt idx="3935">
                  <c:v>42402</c:v>
                </c:pt>
                <c:pt idx="3936">
                  <c:v>42403</c:v>
                </c:pt>
                <c:pt idx="3937">
                  <c:v>42404</c:v>
                </c:pt>
                <c:pt idx="3938">
                  <c:v>42405</c:v>
                </c:pt>
                <c:pt idx="3939">
                  <c:v>42408</c:v>
                </c:pt>
                <c:pt idx="3940">
                  <c:v>42409</c:v>
                </c:pt>
                <c:pt idx="3941">
                  <c:v>42410</c:v>
                </c:pt>
                <c:pt idx="3942">
                  <c:v>42411</c:v>
                </c:pt>
                <c:pt idx="3943">
                  <c:v>42412</c:v>
                </c:pt>
                <c:pt idx="3944">
                  <c:v>42415</c:v>
                </c:pt>
                <c:pt idx="3945">
                  <c:v>42416</c:v>
                </c:pt>
                <c:pt idx="3946">
                  <c:v>42417</c:v>
                </c:pt>
                <c:pt idx="3947">
                  <c:v>42418</c:v>
                </c:pt>
                <c:pt idx="3948">
                  <c:v>42419</c:v>
                </c:pt>
                <c:pt idx="3949">
                  <c:v>42422</c:v>
                </c:pt>
                <c:pt idx="3950">
                  <c:v>42423</c:v>
                </c:pt>
                <c:pt idx="3951">
                  <c:v>42424</c:v>
                </c:pt>
                <c:pt idx="3952">
                  <c:v>42425</c:v>
                </c:pt>
                <c:pt idx="3953">
                  <c:v>42426</c:v>
                </c:pt>
                <c:pt idx="3954">
                  <c:v>42429</c:v>
                </c:pt>
                <c:pt idx="3955">
                  <c:v>42430</c:v>
                </c:pt>
                <c:pt idx="3956">
                  <c:v>42431</c:v>
                </c:pt>
                <c:pt idx="3957">
                  <c:v>42432</c:v>
                </c:pt>
                <c:pt idx="3958">
                  <c:v>42433</c:v>
                </c:pt>
                <c:pt idx="3959">
                  <c:v>42436</c:v>
                </c:pt>
                <c:pt idx="3960">
                  <c:v>42437</c:v>
                </c:pt>
                <c:pt idx="3961">
                  <c:v>42438</c:v>
                </c:pt>
                <c:pt idx="3962">
                  <c:v>42439</c:v>
                </c:pt>
                <c:pt idx="3963">
                  <c:v>42440</c:v>
                </c:pt>
                <c:pt idx="3964">
                  <c:v>42443</c:v>
                </c:pt>
                <c:pt idx="3965">
                  <c:v>42444</c:v>
                </c:pt>
                <c:pt idx="3966">
                  <c:v>42445</c:v>
                </c:pt>
                <c:pt idx="3967">
                  <c:v>42446</c:v>
                </c:pt>
                <c:pt idx="3968">
                  <c:v>42447</c:v>
                </c:pt>
                <c:pt idx="3969">
                  <c:v>42450</c:v>
                </c:pt>
                <c:pt idx="3970">
                  <c:v>42451</c:v>
                </c:pt>
                <c:pt idx="3971">
                  <c:v>42452</c:v>
                </c:pt>
                <c:pt idx="3972">
                  <c:v>42453</c:v>
                </c:pt>
                <c:pt idx="3973">
                  <c:v>42454</c:v>
                </c:pt>
                <c:pt idx="3974">
                  <c:v>42457</c:v>
                </c:pt>
                <c:pt idx="3975">
                  <c:v>42458</c:v>
                </c:pt>
                <c:pt idx="3976">
                  <c:v>42459</c:v>
                </c:pt>
                <c:pt idx="3977">
                  <c:v>42460</c:v>
                </c:pt>
                <c:pt idx="3978">
                  <c:v>42461</c:v>
                </c:pt>
                <c:pt idx="3979">
                  <c:v>42464</c:v>
                </c:pt>
                <c:pt idx="3980">
                  <c:v>42465</c:v>
                </c:pt>
                <c:pt idx="3981">
                  <c:v>42466</c:v>
                </c:pt>
                <c:pt idx="3982">
                  <c:v>42467</c:v>
                </c:pt>
                <c:pt idx="3983">
                  <c:v>42468</c:v>
                </c:pt>
                <c:pt idx="3984">
                  <c:v>42471</c:v>
                </c:pt>
                <c:pt idx="3985">
                  <c:v>42472</c:v>
                </c:pt>
                <c:pt idx="3986">
                  <c:v>42473</c:v>
                </c:pt>
                <c:pt idx="3987">
                  <c:v>42474</c:v>
                </c:pt>
                <c:pt idx="3988">
                  <c:v>42475</c:v>
                </c:pt>
                <c:pt idx="3989">
                  <c:v>42478</c:v>
                </c:pt>
                <c:pt idx="3990">
                  <c:v>42479</c:v>
                </c:pt>
                <c:pt idx="3991">
                  <c:v>42480</c:v>
                </c:pt>
                <c:pt idx="3992">
                  <c:v>42481</c:v>
                </c:pt>
                <c:pt idx="3993">
                  <c:v>42482</c:v>
                </c:pt>
                <c:pt idx="3994">
                  <c:v>42485</c:v>
                </c:pt>
                <c:pt idx="3995">
                  <c:v>42486</c:v>
                </c:pt>
                <c:pt idx="3996">
                  <c:v>42487</c:v>
                </c:pt>
                <c:pt idx="3997">
                  <c:v>42488</c:v>
                </c:pt>
                <c:pt idx="3998">
                  <c:v>42489</c:v>
                </c:pt>
                <c:pt idx="3999">
                  <c:v>42492</c:v>
                </c:pt>
                <c:pt idx="4000">
                  <c:v>42493</c:v>
                </c:pt>
                <c:pt idx="4001">
                  <c:v>42494</c:v>
                </c:pt>
                <c:pt idx="4002">
                  <c:v>42495</c:v>
                </c:pt>
                <c:pt idx="4003">
                  <c:v>42496</c:v>
                </c:pt>
                <c:pt idx="4004">
                  <c:v>42499</c:v>
                </c:pt>
                <c:pt idx="4005">
                  <c:v>42500</c:v>
                </c:pt>
                <c:pt idx="4006">
                  <c:v>42501</c:v>
                </c:pt>
                <c:pt idx="4007">
                  <c:v>42502</c:v>
                </c:pt>
                <c:pt idx="4008">
                  <c:v>42503</c:v>
                </c:pt>
                <c:pt idx="4009">
                  <c:v>42506</c:v>
                </c:pt>
                <c:pt idx="4010">
                  <c:v>42507</c:v>
                </c:pt>
                <c:pt idx="4011">
                  <c:v>42508</c:v>
                </c:pt>
                <c:pt idx="4012">
                  <c:v>42509</c:v>
                </c:pt>
                <c:pt idx="4013">
                  <c:v>42510</c:v>
                </c:pt>
                <c:pt idx="4014">
                  <c:v>42513</c:v>
                </c:pt>
                <c:pt idx="4015">
                  <c:v>42514</c:v>
                </c:pt>
                <c:pt idx="4016">
                  <c:v>42515</c:v>
                </c:pt>
                <c:pt idx="4017">
                  <c:v>42516</c:v>
                </c:pt>
                <c:pt idx="4018">
                  <c:v>42517</c:v>
                </c:pt>
                <c:pt idx="4019">
                  <c:v>42520</c:v>
                </c:pt>
                <c:pt idx="4020">
                  <c:v>42521</c:v>
                </c:pt>
                <c:pt idx="4021">
                  <c:v>42522</c:v>
                </c:pt>
                <c:pt idx="4022">
                  <c:v>42523</c:v>
                </c:pt>
                <c:pt idx="4023">
                  <c:v>42524</c:v>
                </c:pt>
                <c:pt idx="4024">
                  <c:v>42527</c:v>
                </c:pt>
                <c:pt idx="4025">
                  <c:v>42528</c:v>
                </c:pt>
                <c:pt idx="4026">
                  <c:v>42529</c:v>
                </c:pt>
                <c:pt idx="4027">
                  <c:v>42530</c:v>
                </c:pt>
                <c:pt idx="4028">
                  <c:v>42531</c:v>
                </c:pt>
                <c:pt idx="4029">
                  <c:v>42534</c:v>
                </c:pt>
                <c:pt idx="4030">
                  <c:v>42535</c:v>
                </c:pt>
                <c:pt idx="4031">
                  <c:v>42536</c:v>
                </c:pt>
                <c:pt idx="4032">
                  <c:v>42537</c:v>
                </c:pt>
                <c:pt idx="4033">
                  <c:v>42538</c:v>
                </c:pt>
                <c:pt idx="4034">
                  <c:v>42541</c:v>
                </c:pt>
                <c:pt idx="4035">
                  <c:v>42542</c:v>
                </c:pt>
                <c:pt idx="4036">
                  <c:v>42543</c:v>
                </c:pt>
                <c:pt idx="4037">
                  <c:v>42544</c:v>
                </c:pt>
                <c:pt idx="4038">
                  <c:v>42545</c:v>
                </c:pt>
                <c:pt idx="4039">
                  <c:v>42548</c:v>
                </c:pt>
                <c:pt idx="4040">
                  <c:v>42549</c:v>
                </c:pt>
                <c:pt idx="4041">
                  <c:v>42550</c:v>
                </c:pt>
                <c:pt idx="4042">
                  <c:v>42551</c:v>
                </c:pt>
                <c:pt idx="4043">
                  <c:v>42552</c:v>
                </c:pt>
                <c:pt idx="4044">
                  <c:v>42555</c:v>
                </c:pt>
                <c:pt idx="4045">
                  <c:v>42556</c:v>
                </c:pt>
                <c:pt idx="4046">
                  <c:v>42557</c:v>
                </c:pt>
                <c:pt idx="4047">
                  <c:v>42558</c:v>
                </c:pt>
                <c:pt idx="4048">
                  <c:v>42559</c:v>
                </c:pt>
                <c:pt idx="4049">
                  <c:v>42562</c:v>
                </c:pt>
                <c:pt idx="4050">
                  <c:v>42563</c:v>
                </c:pt>
                <c:pt idx="4051">
                  <c:v>42564</c:v>
                </c:pt>
                <c:pt idx="4052">
                  <c:v>42565</c:v>
                </c:pt>
                <c:pt idx="4053">
                  <c:v>42566</c:v>
                </c:pt>
                <c:pt idx="4054">
                  <c:v>42569</c:v>
                </c:pt>
                <c:pt idx="4055">
                  <c:v>42570</c:v>
                </c:pt>
                <c:pt idx="4056">
                  <c:v>42571</c:v>
                </c:pt>
                <c:pt idx="4057">
                  <c:v>42572</c:v>
                </c:pt>
                <c:pt idx="4058">
                  <c:v>42573</c:v>
                </c:pt>
                <c:pt idx="4059">
                  <c:v>42576</c:v>
                </c:pt>
                <c:pt idx="4060">
                  <c:v>42577</c:v>
                </c:pt>
                <c:pt idx="4061">
                  <c:v>42578</c:v>
                </c:pt>
                <c:pt idx="4062">
                  <c:v>42579</c:v>
                </c:pt>
                <c:pt idx="4063">
                  <c:v>42580</c:v>
                </c:pt>
                <c:pt idx="4064">
                  <c:v>42583</c:v>
                </c:pt>
                <c:pt idx="4065">
                  <c:v>42584</c:v>
                </c:pt>
                <c:pt idx="4066">
                  <c:v>42585</c:v>
                </c:pt>
                <c:pt idx="4067">
                  <c:v>42586</c:v>
                </c:pt>
                <c:pt idx="4068">
                  <c:v>42587</c:v>
                </c:pt>
                <c:pt idx="4069">
                  <c:v>42590</c:v>
                </c:pt>
                <c:pt idx="4070">
                  <c:v>42591</c:v>
                </c:pt>
                <c:pt idx="4071">
                  <c:v>42592</c:v>
                </c:pt>
                <c:pt idx="4072">
                  <c:v>42593</c:v>
                </c:pt>
                <c:pt idx="4073">
                  <c:v>42594</c:v>
                </c:pt>
                <c:pt idx="4074">
                  <c:v>42597</c:v>
                </c:pt>
                <c:pt idx="4075">
                  <c:v>42598</c:v>
                </c:pt>
                <c:pt idx="4076">
                  <c:v>42599</c:v>
                </c:pt>
                <c:pt idx="4077">
                  <c:v>42600</c:v>
                </c:pt>
                <c:pt idx="4078">
                  <c:v>42601</c:v>
                </c:pt>
                <c:pt idx="4079">
                  <c:v>42604</c:v>
                </c:pt>
                <c:pt idx="4080">
                  <c:v>42605</c:v>
                </c:pt>
                <c:pt idx="4081">
                  <c:v>42606</c:v>
                </c:pt>
                <c:pt idx="4082">
                  <c:v>42607</c:v>
                </c:pt>
                <c:pt idx="4083">
                  <c:v>42608</c:v>
                </c:pt>
                <c:pt idx="4084">
                  <c:v>42611</c:v>
                </c:pt>
                <c:pt idx="4085">
                  <c:v>42612</c:v>
                </c:pt>
                <c:pt idx="4086">
                  <c:v>42613</c:v>
                </c:pt>
                <c:pt idx="4087">
                  <c:v>42614</c:v>
                </c:pt>
                <c:pt idx="4088">
                  <c:v>42615</c:v>
                </c:pt>
                <c:pt idx="4089">
                  <c:v>42618</c:v>
                </c:pt>
                <c:pt idx="4090">
                  <c:v>42619</c:v>
                </c:pt>
                <c:pt idx="4091">
                  <c:v>42620</c:v>
                </c:pt>
                <c:pt idx="4092">
                  <c:v>42621</c:v>
                </c:pt>
                <c:pt idx="4093">
                  <c:v>42622</c:v>
                </c:pt>
                <c:pt idx="4094">
                  <c:v>42625</c:v>
                </c:pt>
                <c:pt idx="4095">
                  <c:v>42626</c:v>
                </c:pt>
                <c:pt idx="4096">
                  <c:v>42627</c:v>
                </c:pt>
                <c:pt idx="4097">
                  <c:v>42628</c:v>
                </c:pt>
                <c:pt idx="4098">
                  <c:v>42629</c:v>
                </c:pt>
                <c:pt idx="4099">
                  <c:v>42632</c:v>
                </c:pt>
                <c:pt idx="4100">
                  <c:v>42633</c:v>
                </c:pt>
                <c:pt idx="4101">
                  <c:v>42634</c:v>
                </c:pt>
                <c:pt idx="4102">
                  <c:v>42635</c:v>
                </c:pt>
                <c:pt idx="4103">
                  <c:v>42636</c:v>
                </c:pt>
                <c:pt idx="4104">
                  <c:v>42639</c:v>
                </c:pt>
                <c:pt idx="4105">
                  <c:v>42640</c:v>
                </c:pt>
                <c:pt idx="4106">
                  <c:v>42641</c:v>
                </c:pt>
                <c:pt idx="4107">
                  <c:v>42642</c:v>
                </c:pt>
                <c:pt idx="4108">
                  <c:v>42643</c:v>
                </c:pt>
                <c:pt idx="4109">
                  <c:v>42646</c:v>
                </c:pt>
                <c:pt idx="4110">
                  <c:v>42647</c:v>
                </c:pt>
                <c:pt idx="4111">
                  <c:v>42648</c:v>
                </c:pt>
                <c:pt idx="4112">
                  <c:v>42649</c:v>
                </c:pt>
                <c:pt idx="4113">
                  <c:v>42650</c:v>
                </c:pt>
                <c:pt idx="4114">
                  <c:v>42653</c:v>
                </c:pt>
                <c:pt idx="4115">
                  <c:v>42654</c:v>
                </c:pt>
                <c:pt idx="4116">
                  <c:v>42655</c:v>
                </c:pt>
                <c:pt idx="4117">
                  <c:v>42656</c:v>
                </c:pt>
                <c:pt idx="4118">
                  <c:v>42657</c:v>
                </c:pt>
                <c:pt idx="4119">
                  <c:v>42660</c:v>
                </c:pt>
                <c:pt idx="4120">
                  <c:v>42661</c:v>
                </c:pt>
                <c:pt idx="4121">
                  <c:v>42662</c:v>
                </c:pt>
                <c:pt idx="4122">
                  <c:v>42663</c:v>
                </c:pt>
                <c:pt idx="4123">
                  <c:v>42664</c:v>
                </c:pt>
                <c:pt idx="4124">
                  <c:v>42667</c:v>
                </c:pt>
                <c:pt idx="4125">
                  <c:v>42668</c:v>
                </c:pt>
                <c:pt idx="4126">
                  <c:v>42669</c:v>
                </c:pt>
                <c:pt idx="4127">
                  <c:v>42670</c:v>
                </c:pt>
                <c:pt idx="4128">
                  <c:v>42671</c:v>
                </c:pt>
                <c:pt idx="4129">
                  <c:v>42674</c:v>
                </c:pt>
                <c:pt idx="4130">
                  <c:v>42675</c:v>
                </c:pt>
                <c:pt idx="4131">
                  <c:v>42676</c:v>
                </c:pt>
                <c:pt idx="4132">
                  <c:v>42677</c:v>
                </c:pt>
                <c:pt idx="4133">
                  <c:v>42678</c:v>
                </c:pt>
                <c:pt idx="4134">
                  <c:v>42681</c:v>
                </c:pt>
                <c:pt idx="4135">
                  <c:v>42682</c:v>
                </c:pt>
                <c:pt idx="4136">
                  <c:v>42683</c:v>
                </c:pt>
                <c:pt idx="4137">
                  <c:v>42684</c:v>
                </c:pt>
                <c:pt idx="4138">
                  <c:v>42685</c:v>
                </c:pt>
                <c:pt idx="4139">
                  <c:v>42688</c:v>
                </c:pt>
                <c:pt idx="4140">
                  <c:v>42689</c:v>
                </c:pt>
                <c:pt idx="4141">
                  <c:v>42690</c:v>
                </c:pt>
                <c:pt idx="4142">
                  <c:v>42691</c:v>
                </c:pt>
                <c:pt idx="4143">
                  <c:v>42692</c:v>
                </c:pt>
                <c:pt idx="4144">
                  <c:v>42695</c:v>
                </c:pt>
                <c:pt idx="4145">
                  <c:v>42696</c:v>
                </c:pt>
                <c:pt idx="4146">
                  <c:v>42697</c:v>
                </c:pt>
                <c:pt idx="4147">
                  <c:v>42698</c:v>
                </c:pt>
                <c:pt idx="4148">
                  <c:v>42699</c:v>
                </c:pt>
                <c:pt idx="4149">
                  <c:v>42702</c:v>
                </c:pt>
                <c:pt idx="4150">
                  <c:v>42703</c:v>
                </c:pt>
                <c:pt idx="4151">
                  <c:v>42704</c:v>
                </c:pt>
                <c:pt idx="4152">
                  <c:v>42705</c:v>
                </c:pt>
                <c:pt idx="4153">
                  <c:v>42706</c:v>
                </c:pt>
                <c:pt idx="4154">
                  <c:v>42709</c:v>
                </c:pt>
                <c:pt idx="4155">
                  <c:v>42710</c:v>
                </c:pt>
                <c:pt idx="4156">
                  <c:v>42711</c:v>
                </c:pt>
                <c:pt idx="4157">
                  <c:v>42712</c:v>
                </c:pt>
                <c:pt idx="4158">
                  <c:v>42713</c:v>
                </c:pt>
                <c:pt idx="4159">
                  <c:v>42716</c:v>
                </c:pt>
                <c:pt idx="4160">
                  <c:v>42717</c:v>
                </c:pt>
                <c:pt idx="4161">
                  <c:v>42718</c:v>
                </c:pt>
                <c:pt idx="4162">
                  <c:v>42719</c:v>
                </c:pt>
                <c:pt idx="4163">
                  <c:v>42720</c:v>
                </c:pt>
                <c:pt idx="4164">
                  <c:v>42723</c:v>
                </c:pt>
                <c:pt idx="4165">
                  <c:v>42724</c:v>
                </c:pt>
                <c:pt idx="4166">
                  <c:v>42725</c:v>
                </c:pt>
                <c:pt idx="4167">
                  <c:v>42726</c:v>
                </c:pt>
                <c:pt idx="4168">
                  <c:v>42727</c:v>
                </c:pt>
                <c:pt idx="4169">
                  <c:v>42730</c:v>
                </c:pt>
                <c:pt idx="4170">
                  <c:v>42731</c:v>
                </c:pt>
                <c:pt idx="4171">
                  <c:v>42732</c:v>
                </c:pt>
                <c:pt idx="4172">
                  <c:v>42733</c:v>
                </c:pt>
                <c:pt idx="4173">
                  <c:v>42734</c:v>
                </c:pt>
                <c:pt idx="4174">
                  <c:v>42737</c:v>
                </c:pt>
                <c:pt idx="4175">
                  <c:v>42738</c:v>
                </c:pt>
                <c:pt idx="4176">
                  <c:v>42739</c:v>
                </c:pt>
                <c:pt idx="4177">
                  <c:v>42740</c:v>
                </c:pt>
                <c:pt idx="4178">
                  <c:v>42741</c:v>
                </c:pt>
                <c:pt idx="4179">
                  <c:v>42744</c:v>
                </c:pt>
                <c:pt idx="4180">
                  <c:v>42745</c:v>
                </c:pt>
                <c:pt idx="4181">
                  <c:v>42746</c:v>
                </c:pt>
                <c:pt idx="4182">
                  <c:v>42747</c:v>
                </c:pt>
                <c:pt idx="4183">
                  <c:v>42748</c:v>
                </c:pt>
                <c:pt idx="4184">
                  <c:v>42751</c:v>
                </c:pt>
                <c:pt idx="4185">
                  <c:v>42752</c:v>
                </c:pt>
                <c:pt idx="4186">
                  <c:v>42753</c:v>
                </c:pt>
                <c:pt idx="4187">
                  <c:v>42754</c:v>
                </c:pt>
                <c:pt idx="4188">
                  <c:v>42755</c:v>
                </c:pt>
                <c:pt idx="4189">
                  <c:v>42758</c:v>
                </c:pt>
                <c:pt idx="4190">
                  <c:v>42759</c:v>
                </c:pt>
                <c:pt idx="4191">
                  <c:v>42760</c:v>
                </c:pt>
                <c:pt idx="4192">
                  <c:v>42761</c:v>
                </c:pt>
                <c:pt idx="4193">
                  <c:v>42762</c:v>
                </c:pt>
                <c:pt idx="4194">
                  <c:v>42765</c:v>
                </c:pt>
                <c:pt idx="4195">
                  <c:v>42766</c:v>
                </c:pt>
                <c:pt idx="4196">
                  <c:v>42767</c:v>
                </c:pt>
                <c:pt idx="4197">
                  <c:v>42768</c:v>
                </c:pt>
                <c:pt idx="4198">
                  <c:v>42769</c:v>
                </c:pt>
                <c:pt idx="4199">
                  <c:v>42772</c:v>
                </c:pt>
                <c:pt idx="4200">
                  <c:v>42773</c:v>
                </c:pt>
                <c:pt idx="4201">
                  <c:v>42774</c:v>
                </c:pt>
                <c:pt idx="4202">
                  <c:v>42775</c:v>
                </c:pt>
                <c:pt idx="4203">
                  <c:v>42776</c:v>
                </c:pt>
                <c:pt idx="4204">
                  <c:v>42779</c:v>
                </c:pt>
                <c:pt idx="4205">
                  <c:v>42780</c:v>
                </c:pt>
                <c:pt idx="4206">
                  <c:v>42781</c:v>
                </c:pt>
                <c:pt idx="4207">
                  <c:v>42782</c:v>
                </c:pt>
                <c:pt idx="4208">
                  <c:v>42783</c:v>
                </c:pt>
                <c:pt idx="4209">
                  <c:v>42786</c:v>
                </c:pt>
                <c:pt idx="4210">
                  <c:v>42787</c:v>
                </c:pt>
                <c:pt idx="4211">
                  <c:v>42788</c:v>
                </c:pt>
                <c:pt idx="4212">
                  <c:v>42789</c:v>
                </c:pt>
                <c:pt idx="4213">
                  <c:v>42790</c:v>
                </c:pt>
                <c:pt idx="4214">
                  <c:v>42793</c:v>
                </c:pt>
                <c:pt idx="4215">
                  <c:v>42794</c:v>
                </c:pt>
                <c:pt idx="4216">
                  <c:v>42795</c:v>
                </c:pt>
                <c:pt idx="4217">
                  <c:v>42796</c:v>
                </c:pt>
                <c:pt idx="4218">
                  <c:v>42797</c:v>
                </c:pt>
                <c:pt idx="4219">
                  <c:v>42800</c:v>
                </c:pt>
                <c:pt idx="4220">
                  <c:v>42801</c:v>
                </c:pt>
                <c:pt idx="4221">
                  <c:v>42802</c:v>
                </c:pt>
                <c:pt idx="4222">
                  <c:v>42803</c:v>
                </c:pt>
                <c:pt idx="4223">
                  <c:v>42804</c:v>
                </c:pt>
                <c:pt idx="4224">
                  <c:v>42807</c:v>
                </c:pt>
                <c:pt idx="4225">
                  <c:v>42808</c:v>
                </c:pt>
                <c:pt idx="4226">
                  <c:v>42809</c:v>
                </c:pt>
                <c:pt idx="4227">
                  <c:v>42810</c:v>
                </c:pt>
                <c:pt idx="4228">
                  <c:v>42811</c:v>
                </c:pt>
                <c:pt idx="4229">
                  <c:v>42814</c:v>
                </c:pt>
                <c:pt idx="4230">
                  <c:v>42815</c:v>
                </c:pt>
                <c:pt idx="4231">
                  <c:v>42816</c:v>
                </c:pt>
                <c:pt idx="4232">
                  <c:v>42817</c:v>
                </c:pt>
                <c:pt idx="4233">
                  <c:v>42818</c:v>
                </c:pt>
                <c:pt idx="4234">
                  <c:v>42821</c:v>
                </c:pt>
                <c:pt idx="4235">
                  <c:v>42822</c:v>
                </c:pt>
                <c:pt idx="4236">
                  <c:v>42823</c:v>
                </c:pt>
                <c:pt idx="4237">
                  <c:v>42824</c:v>
                </c:pt>
                <c:pt idx="4238">
                  <c:v>42825</c:v>
                </c:pt>
                <c:pt idx="4239">
                  <c:v>42828</c:v>
                </c:pt>
                <c:pt idx="4240">
                  <c:v>42829</c:v>
                </c:pt>
                <c:pt idx="4241">
                  <c:v>42830</c:v>
                </c:pt>
                <c:pt idx="4242">
                  <c:v>42831</c:v>
                </c:pt>
                <c:pt idx="4243">
                  <c:v>42832</c:v>
                </c:pt>
                <c:pt idx="4244">
                  <c:v>42835</c:v>
                </c:pt>
                <c:pt idx="4245">
                  <c:v>42836</c:v>
                </c:pt>
                <c:pt idx="4246">
                  <c:v>42837</c:v>
                </c:pt>
                <c:pt idx="4247">
                  <c:v>42838</c:v>
                </c:pt>
                <c:pt idx="4248">
                  <c:v>42839</c:v>
                </c:pt>
                <c:pt idx="4249">
                  <c:v>42842</c:v>
                </c:pt>
                <c:pt idx="4250">
                  <c:v>42843</c:v>
                </c:pt>
                <c:pt idx="4251">
                  <c:v>42844</c:v>
                </c:pt>
                <c:pt idx="4252">
                  <c:v>42845</c:v>
                </c:pt>
                <c:pt idx="4253">
                  <c:v>42846</c:v>
                </c:pt>
                <c:pt idx="4254">
                  <c:v>42849</c:v>
                </c:pt>
                <c:pt idx="4255">
                  <c:v>42850</c:v>
                </c:pt>
                <c:pt idx="4256">
                  <c:v>42851</c:v>
                </c:pt>
                <c:pt idx="4257">
                  <c:v>42852</c:v>
                </c:pt>
                <c:pt idx="4258">
                  <c:v>42853</c:v>
                </c:pt>
                <c:pt idx="4259">
                  <c:v>42856</c:v>
                </c:pt>
                <c:pt idx="4260">
                  <c:v>42857</c:v>
                </c:pt>
                <c:pt idx="4261">
                  <c:v>42858</c:v>
                </c:pt>
                <c:pt idx="4262">
                  <c:v>42859</c:v>
                </c:pt>
                <c:pt idx="4263">
                  <c:v>42860</c:v>
                </c:pt>
                <c:pt idx="4264">
                  <c:v>42863</c:v>
                </c:pt>
                <c:pt idx="4265">
                  <c:v>42864</c:v>
                </c:pt>
                <c:pt idx="4266">
                  <c:v>42865</c:v>
                </c:pt>
                <c:pt idx="4267">
                  <c:v>42866</c:v>
                </c:pt>
                <c:pt idx="4268">
                  <c:v>42867</c:v>
                </c:pt>
                <c:pt idx="4269">
                  <c:v>42870</c:v>
                </c:pt>
                <c:pt idx="4270">
                  <c:v>42871</c:v>
                </c:pt>
                <c:pt idx="4271">
                  <c:v>42872</c:v>
                </c:pt>
                <c:pt idx="4272">
                  <c:v>42873</c:v>
                </c:pt>
                <c:pt idx="4273">
                  <c:v>42874</c:v>
                </c:pt>
                <c:pt idx="4274">
                  <c:v>42877</c:v>
                </c:pt>
                <c:pt idx="4275">
                  <c:v>42878</c:v>
                </c:pt>
                <c:pt idx="4276">
                  <c:v>42879</c:v>
                </c:pt>
                <c:pt idx="4277">
                  <c:v>42880</c:v>
                </c:pt>
                <c:pt idx="4278">
                  <c:v>42881</c:v>
                </c:pt>
                <c:pt idx="4279">
                  <c:v>42884</c:v>
                </c:pt>
                <c:pt idx="4280">
                  <c:v>42885</c:v>
                </c:pt>
                <c:pt idx="4281">
                  <c:v>42886</c:v>
                </c:pt>
                <c:pt idx="4282">
                  <c:v>42887</c:v>
                </c:pt>
                <c:pt idx="4283">
                  <c:v>42888</c:v>
                </c:pt>
                <c:pt idx="4284">
                  <c:v>42891</c:v>
                </c:pt>
                <c:pt idx="4285">
                  <c:v>42892</c:v>
                </c:pt>
                <c:pt idx="4286">
                  <c:v>42893</c:v>
                </c:pt>
                <c:pt idx="4287">
                  <c:v>42894</c:v>
                </c:pt>
                <c:pt idx="4288">
                  <c:v>42895</c:v>
                </c:pt>
                <c:pt idx="4289">
                  <c:v>42898</c:v>
                </c:pt>
                <c:pt idx="4290">
                  <c:v>42899</c:v>
                </c:pt>
                <c:pt idx="4291">
                  <c:v>42900</c:v>
                </c:pt>
                <c:pt idx="4292">
                  <c:v>42901</c:v>
                </c:pt>
                <c:pt idx="4293">
                  <c:v>42902</c:v>
                </c:pt>
                <c:pt idx="4294">
                  <c:v>42905</c:v>
                </c:pt>
                <c:pt idx="4295">
                  <c:v>42906</c:v>
                </c:pt>
                <c:pt idx="4296">
                  <c:v>42907</c:v>
                </c:pt>
                <c:pt idx="4297">
                  <c:v>42908</c:v>
                </c:pt>
                <c:pt idx="4298">
                  <c:v>42909</c:v>
                </c:pt>
                <c:pt idx="4299">
                  <c:v>42912</c:v>
                </c:pt>
                <c:pt idx="4300">
                  <c:v>42913</c:v>
                </c:pt>
                <c:pt idx="4301">
                  <c:v>42914</c:v>
                </c:pt>
                <c:pt idx="4302">
                  <c:v>42915</c:v>
                </c:pt>
                <c:pt idx="4303">
                  <c:v>42916</c:v>
                </c:pt>
                <c:pt idx="4304">
                  <c:v>42919</c:v>
                </c:pt>
                <c:pt idx="4305">
                  <c:v>42920</c:v>
                </c:pt>
                <c:pt idx="4306">
                  <c:v>42921</c:v>
                </c:pt>
                <c:pt idx="4307">
                  <c:v>42922</c:v>
                </c:pt>
                <c:pt idx="4308">
                  <c:v>42923</c:v>
                </c:pt>
                <c:pt idx="4309">
                  <c:v>42926</c:v>
                </c:pt>
                <c:pt idx="4310">
                  <c:v>42927</c:v>
                </c:pt>
                <c:pt idx="4311">
                  <c:v>42928</c:v>
                </c:pt>
                <c:pt idx="4312">
                  <c:v>42929</c:v>
                </c:pt>
                <c:pt idx="4313">
                  <c:v>42930</c:v>
                </c:pt>
                <c:pt idx="4314">
                  <c:v>42933</c:v>
                </c:pt>
                <c:pt idx="4315">
                  <c:v>42934</c:v>
                </c:pt>
                <c:pt idx="4316">
                  <c:v>42935</c:v>
                </c:pt>
                <c:pt idx="4317">
                  <c:v>42936</c:v>
                </c:pt>
                <c:pt idx="4318">
                  <c:v>42937</c:v>
                </c:pt>
                <c:pt idx="4319">
                  <c:v>42940</c:v>
                </c:pt>
                <c:pt idx="4320">
                  <c:v>42941</c:v>
                </c:pt>
                <c:pt idx="4321">
                  <c:v>42942</c:v>
                </c:pt>
                <c:pt idx="4322">
                  <c:v>42943</c:v>
                </c:pt>
                <c:pt idx="4323">
                  <c:v>42944</c:v>
                </c:pt>
                <c:pt idx="4324">
                  <c:v>42947</c:v>
                </c:pt>
                <c:pt idx="4325">
                  <c:v>42948</c:v>
                </c:pt>
                <c:pt idx="4326">
                  <c:v>42949</c:v>
                </c:pt>
                <c:pt idx="4327">
                  <c:v>42950</c:v>
                </c:pt>
                <c:pt idx="4328">
                  <c:v>42951</c:v>
                </c:pt>
                <c:pt idx="4329">
                  <c:v>42954</c:v>
                </c:pt>
                <c:pt idx="4330">
                  <c:v>42955</c:v>
                </c:pt>
                <c:pt idx="4331">
                  <c:v>42956</c:v>
                </c:pt>
                <c:pt idx="4332">
                  <c:v>42957</c:v>
                </c:pt>
                <c:pt idx="4333">
                  <c:v>42958</c:v>
                </c:pt>
                <c:pt idx="4334">
                  <c:v>42961</c:v>
                </c:pt>
                <c:pt idx="4335">
                  <c:v>42962</c:v>
                </c:pt>
                <c:pt idx="4336">
                  <c:v>42963</c:v>
                </c:pt>
                <c:pt idx="4337">
                  <c:v>42964</c:v>
                </c:pt>
                <c:pt idx="4338">
                  <c:v>42965</c:v>
                </c:pt>
                <c:pt idx="4339">
                  <c:v>42968</c:v>
                </c:pt>
                <c:pt idx="4340">
                  <c:v>42969</c:v>
                </c:pt>
                <c:pt idx="4341">
                  <c:v>42970</c:v>
                </c:pt>
                <c:pt idx="4342">
                  <c:v>42971</c:v>
                </c:pt>
                <c:pt idx="4343">
                  <c:v>42972</c:v>
                </c:pt>
                <c:pt idx="4344">
                  <c:v>42975</c:v>
                </c:pt>
                <c:pt idx="4345">
                  <c:v>42976</c:v>
                </c:pt>
                <c:pt idx="4346">
                  <c:v>42977</c:v>
                </c:pt>
                <c:pt idx="4347">
                  <c:v>42978</c:v>
                </c:pt>
                <c:pt idx="4348">
                  <c:v>42979</c:v>
                </c:pt>
                <c:pt idx="4349">
                  <c:v>42982</c:v>
                </c:pt>
                <c:pt idx="4350">
                  <c:v>42983</c:v>
                </c:pt>
                <c:pt idx="4351">
                  <c:v>42984</c:v>
                </c:pt>
                <c:pt idx="4352">
                  <c:v>42985</c:v>
                </c:pt>
                <c:pt idx="4353">
                  <c:v>42986</c:v>
                </c:pt>
                <c:pt idx="4354">
                  <c:v>42989</c:v>
                </c:pt>
                <c:pt idx="4355">
                  <c:v>42990</c:v>
                </c:pt>
                <c:pt idx="4356">
                  <c:v>42991</c:v>
                </c:pt>
                <c:pt idx="4357">
                  <c:v>42992</c:v>
                </c:pt>
                <c:pt idx="4358">
                  <c:v>42993</c:v>
                </c:pt>
                <c:pt idx="4359">
                  <c:v>42996</c:v>
                </c:pt>
                <c:pt idx="4360">
                  <c:v>42997</c:v>
                </c:pt>
                <c:pt idx="4361">
                  <c:v>42998</c:v>
                </c:pt>
                <c:pt idx="4362">
                  <c:v>42999</c:v>
                </c:pt>
                <c:pt idx="4363">
                  <c:v>43000</c:v>
                </c:pt>
                <c:pt idx="4364">
                  <c:v>43003</c:v>
                </c:pt>
                <c:pt idx="4365">
                  <c:v>43004</c:v>
                </c:pt>
                <c:pt idx="4366">
                  <c:v>43005</c:v>
                </c:pt>
                <c:pt idx="4367">
                  <c:v>43006</c:v>
                </c:pt>
                <c:pt idx="4368">
                  <c:v>43007</c:v>
                </c:pt>
                <c:pt idx="4369">
                  <c:v>43010</c:v>
                </c:pt>
                <c:pt idx="4370">
                  <c:v>43011</c:v>
                </c:pt>
                <c:pt idx="4371">
                  <c:v>43012</c:v>
                </c:pt>
                <c:pt idx="4372">
                  <c:v>43013</c:v>
                </c:pt>
                <c:pt idx="4373">
                  <c:v>43014</c:v>
                </c:pt>
                <c:pt idx="4374">
                  <c:v>43017</c:v>
                </c:pt>
                <c:pt idx="4375">
                  <c:v>43018</c:v>
                </c:pt>
                <c:pt idx="4376">
                  <c:v>43019</c:v>
                </c:pt>
                <c:pt idx="4377">
                  <c:v>43020</c:v>
                </c:pt>
                <c:pt idx="4378">
                  <c:v>43021</c:v>
                </c:pt>
                <c:pt idx="4379">
                  <c:v>43024</c:v>
                </c:pt>
                <c:pt idx="4380">
                  <c:v>43025</c:v>
                </c:pt>
                <c:pt idx="4381">
                  <c:v>43026</c:v>
                </c:pt>
                <c:pt idx="4382">
                  <c:v>43027</c:v>
                </c:pt>
                <c:pt idx="4383">
                  <c:v>43028</c:v>
                </c:pt>
                <c:pt idx="4384">
                  <c:v>43031</c:v>
                </c:pt>
                <c:pt idx="4385">
                  <c:v>43032</c:v>
                </c:pt>
                <c:pt idx="4386">
                  <c:v>43033</c:v>
                </c:pt>
                <c:pt idx="4387">
                  <c:v>43034</c:v>
                </c:pt>
                <c:pt idx="4388">
                  <c:v>43035</c:v>
                </c:pt>
                <c:pt idx="4389">
                  <c:v>43038</c:v>
                </c:pt>
                <c:pt idx="4390">
                  <c:v>43039</c:v>
                </c:pt>
                <c:pt idx="4391">
                  <c:v>43040</c:v>
                </c:pt>
                <c:pt idx="4392">
                  <c:v>43041</c:v>
                </c:pt>
                <c:pt idx="4393">
                  <c:v>43042</c:v>
                </c:pt>
                <c:pt idx="4394">
                  <c:v>43045</c:v>
                </c:pt>
                <c:pt idx="4395">
                  <c:v>43046</c:v>
                </c:pt>
                <c:pt idx="4396">
                  <c:v>43047</c:v>
                </c:pt>
                <c:pt idx="4397">
                  <c:v>43048</c:v>
                </c:pt>
                <c:pt idx="4398">
                  <c:v>43049</c:v>
                </c:pt>
                <c:pt idx="4399">
                  <c:v>43052</c:v>
                </c:pt>
                <c:pt idx="4400">
                  <c:v>43053</c:v>
                </c:pt>
                <c:pt idx="4401">
                  <c:v>43054</c:v>
                </c:pt>
                <c:pt idx="4402">
                  <c:v>43055</c:v>
                </c:pt>
                <c:pt idx="4403">
                  <c:v>43056</c:v>
                </c:pt>
                <c:pt idx="4404">
                  <c:v>43059</c:v>
                </c:pt>
                <c:pt idx="4405">
                  <c:v>43060</c:v>
                </c:pt>
                <c:pt idx="4406">
                  <c:v>43061</c:v>
                </c:pt>
                <c:pt idx="4407">
                  <c:v>43062</c:v>
                </c:pt>
                <c:pt idx="4408">
                  <c:v>43063</c:v>
                </c:pt>
                <c:pt idx="4409">
                  <c:v>43066</c:v>
                </c:pt>
                <c:pt idx="4410">
                  <c:v>43067</c:v>
                </c:pt>
                <c:pt idx="4411">
                  <c:v>43068</c:v>
                </c:pt>
                <c:pt idx="4412">
                  <c:v>43069</c:v>
                </c:pt>
                <c:pt idx="4413">
                  <c:v>43070</c:v>
                </c:pt>
                <c:pt idx="4414">
                  <c:v>43073</c:v>
                </c:pt>
                <c:pt idx="4415">
                  <c:v>43074</c:v>
                </c:pt>
                <c:pt idx="4416">
                  <c:v>43075</c:v>
                </c:pt>
                <c:pt idx="4417">
                  <c:v>43076</c:v>
                </c:pt>
                <c:pt idx="4418">
                  <c:v>43077</c:v>
                </c:pt>
                <c:pt idx="4419">
                  <c:v>43080</c:v>
                </c:pt>
                <c:pt idx="4420">
                  <c:v>43081</c:v>
                </c:pt>
                <c:pt idx="4421">
                  <c:v>43082</c:v>
                </c:pt>
                <c:pt idx="4422">
                  <c:v>43083</c:v>
                </c:pt>
                <c:pt idx="4423">
                  <c:v>43084</c:v>
                </c:pt>
                <c:pt idx="4424">
                  <c:v>43087</c:v>
                </c:pt>
                <c:pt idx="4425">
                  <c:v>43088</c:v>
                </c:pt>
                <c:pt idx="4426">
                  <c:v>43089</c:v>
                </c:pt>
                <c:pt idx="4427">
                  <c:v>43090</c:v>
                </c:pt>
                <c:pt idx="4428">
                  <c:v>43091</c:v>
                </c:pt>
                <c:pt idx="4429">
                  <c:v>43094</c:v>
                </c:pt>
                <c:pt idx="4430">
                  <c:v>43095</c:v>
                </c:pt>
                <c:pt idx="4431">
                  <c:v>43096</c:v>
                </c:pt>
                <c:pt idx="4432">
                  <c:v>43097</c:v>
                </c:pt>
                <c:pt idx="4433">
                  <c:v>43098</c:v>
                </c:pt>
                <c:pt idx="4434">
                  <c:v>43101</c:v>
                </c:pt>
                <c:pt idx="4435">
                  <c:v>43102</c:v>
                </c:pt>
                <c:pt idx="4436">
                  <c:v>43103</c:v>
                </c:pt>
                <c:pt idx="4437">
                  <c:v>43104</c:v>
                </c:pt>
                <c:pt idx="4438">
                  <c:v>43105</c:v>
                </c:pt>
                <c:pt idx="4439">
                  <c:v>43108</c:v>
                </c:pt>
                <c:pt idx="4440">
                  <c:v>43109</c:v>
                </c:pt>
                <c:pt idx="4441">
                  <c:v>43110</c:v>
                </c:pt>
                <c:pt idx="4442">
                  <c:v>43111</c:v>
                </c:pt>
                <c:pt idx="4443">
                  <c:v>43112</c:v>
                </c:pt>
                <c:pt idx="4444">
                  <c:v>43115</c:v>
                </c:pt>
                <c:pt idx="4445">
                  <c:v>43116</c:v>
                </c:pt>
                <c:pt idx="4446">
                  <c:v>43117</c:v>
                </c:pt>
                <c:pt idx="4447">
                  <c:v>43118</c:v>
                </c:pt>
                <c:pt idx="4448">
                  <c:v>43119</c:v>
                </c:pt>
                <c:pt idx="4449">
                  <c:v>43122</c:v>
                </c:pt>
                <c:pt idx="4450">
                  <c:v>43123</c:v>
                </c:pt>
                <c:pt idx="4451">
                  <c:v>43124</c:v>
                </c:pt>
                <c:pt idx="4452">
                  <c:v>43125</c:v>
                </c:pt>
                <c:pt idx="4453">
                  <c:v>43126</c:v>
                </c:pt>
                <c:pt idx="4454">
                  <c:v>43129</c:v>
                </c:pt>
                <c:pt idx="4455">
                  <c:v>43130</c:v>
                </c:pt>
                <c:pt idx="4456">
                  <c:v>43131</c:v>
                </c:pt>
                <c:pt idx="4457">
                  <c:v>43132</c:v>
                </c:pt>
                <c:pt idx="4458">
                  <c:v>43133</c:v>
                </c:pt>
                <c:pt idx="4459">
                  <c:v>43136</c:v>
                </c:pt>
                <c:pt idx="4460">
                  <c:v>43137</c:v>
                </c:pt>
                <c:pt idx="4461">
                  <c:v>43138</c:v>
                </c:pt>
                <c:pt idx="4462">
                  <c:v>43139</c:v>
                </c:pt>
                <c:pt idx="4463">
                  <c:v>43140</c:v>
                </c:pt>
                <c:pt idx="4464">
                  <c:v>43143</c:v>
                </c:pt>
                <c:pt idx="4465">
                  <c:v>43144</c:v>
                </c:pt>
                <c:pt idx="4466">
                  <c:v>43145</c:v>
                </c:pt>
                <c:pt idx="4467">
                  <c:v>43146</c:v>
                </c:pt>
                <c:pt idx="4468">
                  <c:v>43147</c:v>
                </c:pt>
                <c:pt idx="4469">
                  <c:v>43150</c:v>
                </c:pt>
                <c:pt idx="4470">
                  <c:v>43151</c:v>
                </c:pt>
                <c:pt idx="4471">
                  <c:v>43152</c:v>
                </c:pt>
                <c:pt idx="4472">
                  <c:v>43153</c:v>
                </c:pt>
                <c:pt idx="4473">
                  <c:v>43154</c:v>
                </c:pt>
                <c:pt idx="4474">
                  <c:v>43157</c:v>
                </c:pt>
                <c:pt idx="4475">
                  <c:v>43158</c:v>
                </c:pt>
                <c:pt idx="4476">
                  <c:v>43159</c:v>
                </c:pt>
                <c:pt idx="4477">
                  <c:v>43160</c:v>
                </c:pt>
                <c:pt idx="4478">
                  <c:v>43161</c:v>
                </c:pt>
                <c:pt idx="4479">
                  <c:v>43164</c:v>
                </c:pt>
                <c:pt idx="4480">
                  <c:v>43165</c:v>
                </c:pt>
                <c:pt idx="4481">
                  <c:v>43166</c:v>
                </c:pt>
                <c:pt idx="4482">
                  <c:v>43167</c:v>
                </c:pt>
                <c:pt idx="4483">
                  <c:v>43168</c:v>
                </c:pt>
                <c:pt idx="4484">
                  <c:v>43171</c:v>
                </c:pt>
                <c:pt idx="4485">
                  <c:v>43172</c:v>
                </c:pt>
                <c:pt idx="4486">
                  <c:v>43173</c:v>
                </c:pt>
                <c:pt idx="4487">
                  <c:v>43174</c:v>
                </c:pt>
                <c:pt idx="4488">
                  <c:v>43175</c:v>
                </c:pt>
                <c:pt idx="4489">
                  <c:v>43178</c:v>
                </c:pt>
                <c:pt idx="4490">
                  <c:v>43179</c:v>
                </c:pt>
                <c:pt idx="4491">
                  <c:v>43180</c:v>
                </c:pt>
                <c:pt idx="4492">
                  <c:v>43181</c:v>
                </c:pt>
                <c:pt idx="4493">
                  <c:v>43182</c:v>
                </c:pt>
                <c:pt idx="4494">
                  <c:v>43185</c:v>
                </c:pt>
                <c:pt idx="4495">
                  <c:v>43186</c:v>
                </c:pt>
                <c:pt idx="4496">
                  <c:v>43187</c:v>
                </c:pt>
                <c:pt idx="4497">
                  <c:v>43188</c:v>
                </c:pt>
                <c:pt idx="4498">
                  <c:v>43189</c:v>
                </c:pt>
                <c:pt idx="4499">
                  <c:v>43192</c:v>
                </c:pt>
                <c:pt idx="4500">
                  <c:v>43193</c:v>
                </c:pt>
                <c:pt idx="4501">
                  <c:v>43194</c:v>
                </c:pt>
                <c:pt idx="4502">
                  <c:v>43195</c:v>
                </c:pt>
                <c:pt idx="4503">
                  <c:v>43196</c:v>
                </c:pt>
                <c:pt idx="4504">
                  <c:v>43199</c:v>
                </c:pt>
                <c:pt idx="4505">
                  <c:v>43200</c:v>
                </c:pt>
                <c:pt idx="4506">
                  <c:v>43201</c:v>
                </c:pt>
                <c:pt idx="4507">
                  <c:v>43202</c:v>
                </c:pt>
                <c:pt idx="4508">
                  <c:v>43203</c:v>
                </c:pt>
                <c:pt idx="4509">
                  <c:v>43206</c:v>
                </c:pt>
                <c:pt idx="4510">
                  <c:v>43207</c:v>
                </c:pt>
                <c:pt idx="4511">
                  <c:v>43208</c:v>
                </c:pt>
                <c:pt idx="4512">
                  <c:v>43209</c:v>
                </c:pt>
                <c:pt idx="4513">
                  <c:v>43210</c:v>
                </c:pt>
                <c:pt idx="4514">
                  <c:v>43213</c:v>
                </c:pt>
                <c:pt idx="4515">
                  <c:v>43214</c:v>
                </c:pt>
                <c:pt idx="4516">
                  <c:v>43215</c:v>
                </c:pt>
                <c:pt idx="4517">
                  <c:v>43216</c:v>
                </c:pt>
                <c:pt idx="4518">
                  <c:v>43217</c:v>
                </c:pt>
                <c:pt idx="4519">
                  <c:v>43220</c:v>
                </c:pt>
                <c:pt idx="4520">
                  <c:v>43221</c:v>
                </c:pt>
                <c:pt idx="4521">
                  <c:v>43222</c:v>
                </c:pt>
                <c:pt idx="4522">
                  <c:v>43223</c:v>
                </c:pt>
                <c:pt idx="4523">
                  <c:v>43224</c:v>
                </c:pt>
                <c:pt idx="4524">
                  <c:v>43227</c:v>
                </c:pt>
                <c:pt idx="4525">
                  <c:v>43228</c:v>
                </c:pt>
                <c:pt idx="4526">
                  <c:v>43229</c:v>
                </c:pt>
                <c:pt idx="4527">
                  <c:v>43230</c:v>
                </c:pt>
                <c:pt idx="4528">
                  <c:v>43231</c:v>
                </c:pt>
                <c:pt idx="4529">
                  <c:v>43234</c:v>
                </c:pt>
                <c:pt idx="4530">
                  <c:v>43235</c:v>
                </c:pt>
                <c:pt idx="4531">
                  <c:v>43236</c:v>
                </c:pt>
                <c:pt idx="4532">
                  <c:v>43237</c:v>
                </c:pt>
                <c:pt idx="4533">
                  <c:v>43238</c:v>
                </c:pt>
                <c:pt idx="4534">
                  <c:v>43241</c:v>
                </c:pt>
                <c:pt idx="4535">
                  <c:v>43242</c:v>
                </c:pt>
                <c:pt idx="4536">
                  <c:v>43243</c:v>
                </c:pt>
                <c:pt idx="4537">
                  <c:v>43244</c:v>
                </c:pt>
                <c:pt idx="4538">
                  <c:v>43245</c:v>
                </c:pt>
                <c:pt idx="4539">
                  <c:v>43248</c:v>
                </c:pt>
                <c:pt idx="4540">
                  <c:v>43249</c:v>
                </c:pt>
                <c:pt idx="4541">
                  <c:v>43250</c:v>
                </c:pt>
                <c:pt idx="4542">
                  <c:v>43251</c:v>
                </c:pt>
                <c:pt idx="4543">
                  <c:v>43252</c:v>
                </c:pt>
                <c:pt idx="4544">
                  <c:v>43255</c:v>
                </c:pt>
                <c:pt idx="4545">
                  <c:v>43256</c:v>
                </c:pt>
                <c:pt idx="4546">
                  <c:v>43257</c:v>
                </c:pt>
                <c:pt idx="4547">
                  <c:v>43258</c:v>
                </c:pt>
                <c:pt idx="4548">
                  <c:v>43259</c:v>
                </c:pt>
                <c:pt idx="4549">
                  <c:v>43262</c:v>
                </c:pt>
                <c:pt idx="4550">
                  <c:v>43263</c:v>
                </c:pt>
                <c:pt idx="4551">
                  <c:v>43264</c:v>
                </c:pt>
                <c:pt idx="4552">
                  <c:v>43265</c:v>
                </c:pt>
                <c:pt idx="4553">
                  <c:v>43266</c:v>
                </c:pt>
                <c:pt idx="4554">
                  <c:v>43269</c:v>
                </c:pt>
                <c:pt idx="4555">
                  <c:v>43270</c:v>
                </c:pt>
                <c:pt idx="4556">
                  <c:v>43271</c:v>
                </c:pt>
                <c:pt idx="4557">
                  <c:v>43272</c:v>
                </c:pt>
                <c:pt idx="4558">
                  <c:v>43273</c:v>
                </c:pt>
                <c:pt idx="4559">
                  <c:v>43276</c:v>
                </c:pt>
                <c:pt idx="4560">
                  <c:v>43277</c:v>
                </c:pt>
                <c:pt idx="4561">
                  <c:v>43278</c:v>
                </c:pt>
                <c:pt idx="4562">
                  <c:v>43279</c:v>
                </c:pt>
                <c:pt idx="4563">
                  <c:v>43280</c:v>
                </c:pt>
                <c:pt idx="4564">
                  <c:v>43283</c:v>
                </c:pt>
                <c:pt idx="4565">
                  <c:v>43284</c:v>
                </c:pt>
                <c:pt idx="4566">
                  <c:v>43285</c:v>
                </c:pt>
                <c:pt idx="4567">
                  <c:v>43286</c:v>
                </c:pt>
                <c:pt idx="4568">
                  <c:v>43287</c:v>
                </c:pt>
                <c:pt idx="4569">
                  <c:v>43290</c:v>
                </c:pt>
                <c:pt idx="4570">
                  <c:v>43291</c:v>
                </c:pt>
                <c:pt idx="4571">
                  <c:v>43292</c:v>
                </c:pt>
                <c:pt idx="4572">
                  <c:v>43293</c:v>
                </c:pt>
                <c:pt idx="4573">
                  <c:v>43294</c:v>
                </c:pt>
                <c:pt idx="4574">
                  <c:v>43297</c:v>
                </c:pt>
                <c:pt idx="4575">
                  <c:v>43298</c:v>
                </c:pt>
                <c:pt idx="4576">
                  <c:v>43299</c:v>
                </c:pt>
                <c:pt idx="4577">
                  <c:v>43300</c:v>
                </c:pt>
                <c:pt idx="4578">
                  <c:v>43301</c:v>
                </c:pt>
                <c:pt idx="4579">
                  <c:v>43304</c:v>
                </c:pt>
                <c:pt idx="4580">
                  <c:v>43305</c:v>
                </c:pt>
                <c:pt idx="4581">
                  <c:v>43306</c:v>
                </c:pt>
                <c:pt idx="4582">
                  <c:v>43307</c:v>
                </c:pt>
                <c:pt idx="4583">
                  <c:v>43308</c:v>
                </c:pt>
                <c:pt idx="4584">
                  <c:v>43311</c:v>
                </c:pt>
                <c:pt idx="4585">
                  <c:v>43312</c:v>
                </c:pt>
                <c:pt idx="4586">
                  <c:v>43313</c:v>
                </c:pt>
                <c:pt idx="4587">
                  <c:v>43314</c:v>
                </c:pt>
                <c:pt idx="4588">
                  <c:v>43315</c:v>
                </c:pt>
                <c:pt idx="4589">
                  <c:v>43318</c:v>
                </c:pt>
                <c:pt idx="4590">
                  <c:v>43319</c:v>
                </c:pt>
                <c:pt idx="4591">
                  <c:v>43320</c:v>
                </c:pt>
                <c:pt idx="4592">
                  <c:v>43321</c:v>
                </c:pt>
                <c:pt idx="4593">
                  <c:v>43322</c:v>
                </c:pt>
                <c:pt idx="4594">
                  <c:v>43325</c:v>
                </c:pt>
                <c:pt idx="4595">
                  <c:v>43326</c:v>
                </c:pt>
                <c:pt idx="4596">
                  <c:v>43327</c:v>
                </c:pt>
                <c:pt idx="4597">
                  <c:v>43328</c:v>
                </c:pt>
                <c:pt idx="4598">
                  <c:v>43329</c:v>
                </c:pt>
                <c:pt idx="4599">
                  <c:v>43332</c:v>
                </c:pt>
                <c:pt idx="4600">
                  <c:v>43333</c:v>
                </c:pt>
                <c:pt idx="4601">
                  <c:v>43334</c:v>
                </c:pt>
                <c:pt idx="4602">
                  <c:v>43335</c:v>
                </c:pt>
                <c:pt idx="4603">
                  <c:v>43336</c:v>
                </c:pt>
                <c:pt idx="4604">
                  <c:v>43339</c:v>
                </c:pt>
                <c:pt idx="4605">
                  <c:v>43340</c:v>
                </c:pt>
                <c:pt idx="4606">
                  <c:v>43341</c:v>
                </c:pt>
                <c:pt idx="4607">
                  <c:v>43342</c:v>
                </c:pt>
                <c:pt idx="4608">
                  <c:v>43343</c:v>
                </c:pt>
                <c:pt idx="4609">
                  <c:v>43346</c:v>
                </c:pt>
                <c:pt idx="4610">
                  <c:v>43347</c:v>
                </c:pt>
                <c:pt idx="4611">
                  <c:v>43348</c:v>
                </c:pt>
                <c:pt idx="4612">
                  <c:v>43349</c:v>
                </c:pt>
                <c:pt idx="4613">
                  <c:v>43350</c:v>
                </c:pt>
                <c:pt idx="4614">
                  <c:v>43353</c:v>
                </c:pt>
                <c:pt idx="4615">
                  <c:v>43354</c:v>
                </c:pt>
                <c:pt idx="4616">
                  <c:v>43355</c:v>
                </c:pt>
                <c:pt idx="4617">
                  <c:v>43356</c:v>
                </c:pt>
                <c:pt idx="4618">
                  <c:v>43357</c:v>
                </c:pt>
                <c:pt idx="4619">
                  <c:v>43360</c:v>
                </c:pt>
                <c:pt idx="4620">
                  <c:v>43361</c:v>
                </c:pt>
                <c:pt idx="4621">
                  <c:v>43362</c:v>
                </c:pt>
                <c:pt idx="4622">
                  <c:v>43363</c:v>
                </c:pt>
                <c:pt idx="4623">
                  <c:v>43364</c:v>
                </c:pt>
                <c:pt idx="4624">
                  <c:v>43367</c:v>
                </c:pt>
                <c:pt idx="4625">
                  <c:v>43368</c:v>
                </c:pt>
                <c:pt idx="4626">
                  <c:v>43369</c:v>
                </c:pt>
                <c:pt idx="4627">
                  <c:v>43370</c:v>
                </c:pt>
                <c:pt idx="4628">
                  <c:v>43371</c:v>
                </c:pt>
                <c:pt idx="4629">
                  <c:v>43374</c:v>
                </c:pt>
                <c:pt idx="4630">
                  <c:v>43375</c:v>
                </c:pt>
                <c:pt idx="4631">
                  <c:v>43376</c:v>
                </c:pt>
                <c:pt idx="4632">
                  <c:v>43377</c:v>
                </c:pt>
                <c:pt idx="4633">
                  <c:v>43378</c:v>
                </c:pt>
                <c:pt idx="4634">
                  <c:v>43381</c:v>
                </c:pt>
                <c:pt idx="4635">
                  <c:v>43382</c:v>
                </c:pt>
                <c:pt idx="4636">
                  <c:v>43383</c:v>
                </c:pt>
                <c:pt idx="4637">
                  <c:v>43384</c:v>
                </c:pt>
                <c:pt idx="4638">
                  <c:v>43385</c:v>
                </c:pt>
                <c:pt idx="4639">
                  <c:v>43388</c:v>
                </c:pt>
                <c:pt idx="4640">
                  <c:v>43389</c:v>
                </c:pt>
                <c:pt idx="4641">
                  <c:v>43390</c:v>
                </c:pt>
                <c:pt idx="4642">
                  <c:v>43391</c:v>
                </c:pt>
                <c:pt idx="4643">
                  <c:v>43392</c:v>
                </c:pt>
                <c:pt idx="4644">
                  <c:v>43395</c:v>
                </c:pt>
                <c:pt idx="4645">
                  <c:v>43396</c:v>
                </c:pt>
                <c:pt idx="4646">
                  <c:v>43397</c:v>
                </c:pt>
                <c:pt idx="4647">
                  <c:v>43398</c:v>
                </c:pt>
                <c:pt idx="4648">
                  <c:v>43399</c:v>
                </c:pt>
                <c:pt idx="4649">
                  <c:v>43402</c:v>
                </c:pt>
                <c:pt idx="4650">
                  <c:v>43403</c:v>
                </c:pt>
                <c:pt idx="4651">
                  <c:v>43404</c:v>
                </c:pt>
                <c:pt idx="4652">
                  <c:v>43405</c:v>
                </c:pt>
                <c:pt idx="4653">
                  <c:v>43406</c:v>
                </c:pt>
                <c:pt idx="4654">
                  <c:v>43409</c:v>
                </c:pt>
                <c:pt idx="4655">
                  <c:v>43410</c:v>
                </c:pt>
                <c:pt idx="4656">
                  <c:v>43411</c:v>
                </c:pt>
                <c:pt idx="4657">
                  <c:v>43412</c:v>
                </c:pt>
                <c:pt idx="4658">
                  <c:v>43413</c:v>
                </c:pt>
                <c:pt idx="4659">
                  <c:v>43416</c:v>
                </c:pt>
                <c:pt idx="4660">
                  <c:v>43417</c:v>
                </c:pt>
                <c:pt idx="4661">
                  <c:v>43418</c:v>
                </c:pt>
                <c:pt idx="4662">
                  <c:v>43419</c:v>
                </c:pt>
                <c:pt idx="4663">
                  <c:v>43420</c:v>
                </c:pt>
                <c:pt idx="4664">
                  <c:v>43423</c:v>
                </c:pt>
                <c:pt idx="4665">
                  <c:v>43424</c:v>
                </c:pt>
                <c:pt idx="4666">
                  <c:v>43425</c:v>
                </c:pt>
                <c:pt idx="4667">
                  <c:v>43426</c:v>
                </c:pt>
                <c:pt idx="4668">
                  <c:v>43427</c:v>
                </c:pt>
                <c:pt idx="4669">
                  <c:v>43430</c:v>
                </c:pt>
                <c:pt idx="4670">
                  <c:v>43431</c:v>
                </c:pt>
                <c:pt idx="4671">
                  <c:v>43432</c:v>
                </c:pt>
                <c:pt idx="4672">
                  <c:v>43433</c:v>
                </c:pt>
                <c:pt idx="4673">
                  <c:v>43434</c:v>
                </c:pt>
                <c:pt idx="4674">
                  <c:v>43437</c:v>
                </c:pt>
                <c:pt idx="4675">
                  <c:v>43438</c:v>
                </c:pt>
                <c:pt idx="4676">
                  <c:v>43439</c:v>
                </c:pt>
                <c:pt idx="4677">
                  <c:v>43440</c:v>
                </c:pt>
                <c:pt idx="4678">
                  <c:v>43441</c:v>
                </c:pt>
                <c:pt idx="4679">
                  <c:v>43444</c:v>
                </c:pt>
                <c:pt idx="4680">
                  <c:v>43445</c:v>
                </c:pt>
                <c:pt idx="4681">
                  <c:v>43446</c:v>
                </c:pt>
                <c:pt idx="4682">
                  <c:v>43447</c:v>
                </c:pt>
                <c:pt idx="4683">
                  <c:v>43448</c:v>
                </c:pt>
                <c:pt idx="4684">
                  <c:v>43451</c:v>
                </c:pt>
                <c:pt idx="4685">
                  <c:v>43452</c:v>
                </c:pt>
                <c:pt idx="4686">
                  <c:v>43453</c:v>
                </c:pt>
                <c:pt idx="4687">
                  <c:v>43454</c:v>
                </c:pt>
                <c:pt idx="4688">
                  <c:v>43455</c:v>
                </c:pt>
                <c:pt idx="4689">
                  <c:v>43458</c:v>
                </c:pt>
                <c:pt idx="4690">
                  <c:v>43459</c:v>
                </c:pt>
                <c:pt idx="4691">
                  <c:v>43460</c:v>
                </c:pt>
                <c:pt idx="4692">
                  <c:v>43461</c:v>
                </c:pt>
                <c:pt idx="4693">
                  <c:v>43462</c:v>
                </c:pt>
                <c:pt idx="4694">
                  <c:v>43465</c:v>
                </c:pt>
                <c:pt idx="4695">
                  <c:v>43466</c:v>
                </c:pt>
                <c:pt idx="4696">
                  <c:v>43467</c:v>
                </c:pt>
                <c:pt idx="4697">
                  <c:v>43468</c:v>
                </c:pt>
                <c:pt idx="4698">
                  <c:v>43469</c:v>
                </c:pt>
                <c:pt idx="4699">
                  <c:v>43472</c:v>
                </c:pt>
                <c:pt idx="4700">
                  <c:v>43473</c:v>
                </c:pt>
                <c:pt idx="4701">
                  <c:v>43474</c:v>
                </c:pt>
                <c:pt idx="4702">
                  <c:v>43475</c:v>
                </c:pt>
                <c:pt idx="4703">
                  <c:v>43476</c:v>
                </c:pt>
                <c:pt idx="4704">
                  <c:v>43479</c:v>
                </c:pt>
                <c:pt idx="4705">
                  <c:v>43480</c:v>
                </c:pt>
                <c:pt idx="4706">
                  <c:v>43481</c:v>
                </c:pt>
                <c:pt idx="4707">
                  <c:v>43482</c:v>
                </c:pt>
                <c:pt idx="4708">
                  <c:v>43483</c:v>
                </c:pt>
                <c:pt idx="4709">
                  <c:v>43486</c:v>
                </c:pt>
                <c:pt idx="4710">
                  <c:v>43487</c:v>
                </c:pt>
                <c:pt idx="4711">
                  <c:v>43488</c:v>
                </c:pt>
                <c:pt idx="4712">
                  <c:v>43489</c:v>
                </c:pt>
                <c:pt idx="4713">
                  <c:v>43490</c:v>
                </c:pt>
                <c:pt idx="4714">
                  <c:v>43493</c:v>
                </c:pt>
                <c:pt idx="4715">
                  <c:v>43494</c:v>
                </c:pt>
                <c:pt idx="4716">
                  <c:v>43495</c:v>
                </c:pt>
                <c:pt idx="4717">
                  <c:v>43496</c:v>
                </c:pt>
                <c:pt idx="4718">
                  <c:v>43497</c:v>
                </c:pt>
                <c:pt idx="4719">
                  <c:v>43500</c:v>
                </c:pt>
                <c:pt idx="4720">
                  <c:v>43501</c:v>
                </c:pt>
                <c:pt idx="4721">
                  <c:v>43502</c:v>
                </c:pt>
                <c:pt idx="4722">
                  <c:v>43503</c:v>
                </c:pt>
                <c:pt idx="4723">
                  <c:v>43504</c:v>
                </c:pt>
                <c:pt idx="4724">
                  <c:v>43507</c:v>
                </c:pt>
                <c:pt idx="4725">
                  <c:v>43508</c:v>
                </c:pt>
                <c:pt idx="4726">
                  <c:v>43509</c:v>
                </c:pt>
                <c:pt idx="4727">
                  <c:v>43510</c:v>
                </c:pt>
                <c:pt idx="4728">
                  <c:v>43511</c:v>
                </c:pt>
                <c:pt idx="4729">
                  <c:v>43514</c:v>
                </c:pt>
                <c:pt idx="4730">
                  <c:v>43515</c:v>
                </c:pt>
                <c:pt idx="4731">
                  <c:v>43516</c:v>
                </c:pt>
                <c:pt idx="4732">
                  <c:v>43517</c:v>
                </c:pt>
                <c:pt idx="4733">
                  <c:v>43518</c:v>
                </c:pt>
                <c:pt idx="4734">
                  <c:v>43521</c:v>
                </c:pt>
                <c:pt idx="4735">
                  <c:v>43522</c:v>
                </c:pt>
                <c:pt idx="4736">
                  <c:v>43523</c:v>
                </c:pt>
                <c:pt idx="4737">
                  <c:v>43524</c:v>
                </c:pt>
                <c:pt idx="4738">
                  <c:v>43525</c:v>
                </c:pt>
                <c:pt idx="4739">
                  <c:v>43528</c:v>
                </c:pt>
                <c:pt idx="4740">
                  <c:v>43529</c:v>
                </c:pt>
                <c:pt idx="4741">
                  <c:v>43530</c:v>
                </c:pt>
                <c:pt idx="4742">
                  <c:v>43531</c:v>
                </c:pt>
                <c:pt idx="4743">
                  <c:v>43532</c:v>
                </c:pt>
                <c:pt idx="4744">
                  <c:v>43535</c:v>
                </c:pt>
                <c:pt idx="4745">
                  <c:v>43536</c:v>
                </c:pt>
                <c:pt idx="4746">
                  <c:v>43537</c:v>
                </c:pt>
                <c:pt idx="4747">
                  <c:v>43538</c:v>
                </c:pt>
                <c:pt idx="4748">
                  <c:v>43539</c:v>
                </c:pt>
                <c:pt idx="4749">
                  <c:v>43542</c:v>
                </c:pt>
                <c:pt idx="4750">
                  <c:v>43543</c:v>
                </c:pt>
                <c:pt idx="4751">
                  <c:v>43544</c:v>
                </c:pt>
                <c:pt idx="4752">
                  <c:v>43545</c:v>
                </c:pt>
                <c:pt idx="4753">
                  <c:v>43546</c:v>
                </c:pt>
                <c:pt idx="4754">
                  <c:v>43549</c:v>
                </c:pt>
                <c:pt idx="4755">
                  <c:v>43550</c:v>
                </c:pt>
                <c:pt idx="4756">
                  <c:v>43551</c:v>
                </c:pt>
                <c:pt idx="4757">
                  <c:v>43552</c:v>
                </c:pt>
                <c:pt idx="4758">
                  <c:v>43553</c:v>
                </c:pt>
                <c:pt idx="4759">
                  <c:v>43556</c:v>
                </c:pt>
                <c:pt idx="4760">
                  <c:v>43557</c:v>
                </c:pt>
                <c:pt idx="4761">
                  <c:v>43558</c:v>
                </c:pt>
                <c:pt idx="4762">
                  <c:v>43559</c:v>
                </c:pt>
                <c:pt idx="4763">
                  <c:v>43560</c:v>
                </c:pt>
                <c:pt idx="4764">
                  <c:v>43563</c:v>
                </c:pt>
                <c:pt idx="4765">
                  <c:v>43564</c:v>
                </c:pt>
                <c:pt idx="4766">
                  <c:v>43565</c:v>
                </c:pt>
                <c:pt idx="4767">
                  <c:v>43566</c:v>
                </c:pt>
                <c:pt idx="4768">
                  <c:v>43567</c:v>
                </c:pt>
                <c:pt idx="4769">
                  <c:v>43570</c:v>
                </c:pt>
                <c:pt idx="4770">
                  <c:v>43571</c:v>
                </c:pt>
                <c:pt idx="4771">
                  <c:v>43572</c:v>
                </c:pt>
                <c:pt idx="4772">
                  <c:v>43573</c:v>
                </c:pt>
                <c:pt idx="4773">
                  <c:v>43574</c:v>
                </c:pt>
                <c:pt idx="4774">
                  <c:v>43577</c:v>
                </c:pt>
                <c:pt idx="4775">
                  <c:v>43578</c:v>
                </c:pt>
                <c:pt idx="4776">
                  <c:v>43579</c:v>
                </c:pt>
                <c:pt idx="4777">
                  <c:v>43580</c:v>
                </c:pt>
                <c:pt idx="4778">
                  <c:v>43581</c:v>
                </c:pt>
                <c:pt idx="4779">
                  <c:v>43584</c:v>
                </c:pt>
                <c:pt idx="4780">
                  <c:v>43585</c:v>
                </c:pt>
                <c:pt idx="4781">
                  <c:v>43586</c:v>
                </c:pt>
                <c:pt idx="4782">
                  <c:v>43587</c:v>
                </c:pt>
                <c:pt idx="4783">
                  <c:v>43588</c:v>
                </c:pt>
                <c:pt idx="4784">
                  <c:v>43591</c:v>
                </c:pt>
                <c:pt idx="4785">
                  <c:v>43592</c:v>
                </c:pt>
                <c:pt idx="4786">
                  <c:v>43593</c:v>
                </c:pt>
                <c:pt idx="4787">
                  <c:v>43594</c:v>
                </c:pt>
                <c:pt idx="4788">
                  <c:v>43595</c:v>
                </c:pt>
                <c:pt idx="4789">
                  <c:v>43598</c:v>
                </c:pt>
                <c:pt idx="4790">
                  <c:v>43599</c:v>
                </c:pt>
                <c:pt idx="4791">
                  <c:v>43600</c:v>
                </c:pt>
                <c:pt idx="4792">
                  <c:v>43601</c:v>
                </c:pt>
                <c:pt idx="4793">
                  <c:v>43602</c:v>
                </c:pt>
                <c:pt idx="4794">
                  <c:v>43605</c:v>
                </c:pt>
                <c:pt idx="4795">
                  <c:v>43606</c:v>
                </c:pt>
                <c:pt idx="4796">
                  <c:v>43607</c:v>
                </c:pt>
                <c:pt idx="4797">
                  <c:v>43608</c:v>
                </c:pt>
                <c:pt idx="4798">
                  <c:v>43609</c:v>
                </c:pt>
                <c:pt idx="4799">
                  <c:v>43612</c:v>
                </c:pt>
                <c:pt idx="4800">
                  <c:v>43613</c:v>
                </c:pt>
                <c:pt idx="4801">
                  <c:v>43614</c:v>
                </c:pt>
                <c:pt idx="4802">
                  <c:v>43615</c:v>
                </c:pt>
                <c:pt idx="4803">
                  <c:v>43616</c:v>
                </c:pt>
                <c:pt idx="4804">
                  <c:v>43619</c:v>
                </c:pt>
                <c:pt idx="4805">
                  <c:v>43620</c:v>
                </c:pt>
                <c:pt idx="4806">
                  <c:v>43621</c:v>
                </c:pt>
                <c:pt idx="4807">
                  <c:v>43622</c:v>
                </c:pt>
                <c:pt idx="4808">
                  <c:v>43623</c:v>
                </c:pt>
                <c:pt idx="4809">
                  <c:v>43626</c:v>
                </c:pt>
                <c:pt idx="4810">
                  <c:v>43627</c:v>
                </c:pt>
                <c:pt idx="4811">
                  <c:v>43628</c:v>
                </c:pt>
                <c:pt idx="4812">
                  <c:v>43629</c:v>
                </c:pt>
                <c:pt idx="4813">
                  <c:v>43630</c:v>
                </c:pt>
                <c:pt idx="4814">
                  <c:v>43633</c:v>
                </c:pt>
                <c:pt idx="4815">
                  <c:v>43634</c:v>
                </c:pt>
                <c:pt idx="4816">
                  <c:v>43635</c:v>
                </c:pt>
                <c:pt idx="4817">
                  <c:v>43636</c:v>
                </c:pt>
                <c:pt idx="4818">
                  <c:v>43637</c:v>
                </c:pt>
                <c:pt idx="4819">
                  <c:v>43640</c:v>
                </c:pt>
                <c:pt idx="4820">
                  <c:v>43641</c:v>
                </c:pt>
                <c:pt idx="4821">
                  <c:v>43642</c:v>
                </c:pt>
                <c:pt idx="4822">
                  <c:v>43643</c:v>
                </c:pt>
                <c:pt idx="4823">
                  <c:v>43644</c:v>
                </c:pt>
                <c:pt idx="4824">
                  <c:v>43647</c:v>
                </c:pt>
                <c:pt idx="4825">
                  <c:v>43648</c:v>
                </c:pt>
                <c:pt idx="4826">
                  <c:v>43649</c:v>
                </c:pt>
                <c:pt idx="4827">
                  <c:v>43650</c:v>
                </c:pt>
                <c:pt idx="4828">
                  <c:v>43651</c:v>
                </c:pt>
                <c:pt idx="4829">
                  <c:v>43654</c:v>
                </c:pt>
                <c:pt idx="4830">
                  <c:v>43655</c:v>
                </c:pt>
                <c:pt idx="4831">
                  <c:v>43656</c:v>
                </c:pt>
                <c:pt idx="4832">
                  <c:v>43657</c:v>
                </c:pt>
                <c:pt idx="4833">
                  <c:v>43658</c:v>
                </c:pt>
                <c:pt idx="4834">
                  <c:v>43661</c:v>
                </c:pt>
                <c:pt idx="4835">
                  <c:v>43662</c:v>
                </c:pt>
                <c:pt idx="4836">
                  <c:v>43663</c:v>
                </c:pt>
                <c:pt idx="4837">
                  <c:v>43664</c:v>
                </c:pt>
                <c:pt idx="4838">
                  <c:v>43665</c:v>
                </c:pt>
                <c:pt idx="4839">
                  <c:v>43668</c:v>
                </c:pt>
                <c:pt idx="4840">
                  <c:v>43669</c:v>
                </c:pt>
                <c:pt idx="4841">
                  <c:v>43670</c:v>
                </c:pt>
                <c:pt idx="4842">
                  <c:v>43671</c:v>
                </c:pt>
                <c:pt idx="4843">
                  <c:v>43672</c:v>
                </c:pt>
                <c:pt idx="4844">
                  <c:v>43675</c:v>
                </c:pt>
                <c:pt idx="4845">
                  <c:v>43676</c:v>
                </c:pt>
                <c:pt idx="4846">
                  <c:v>43677</c:v>
                </c:pt>
                <c:pt idx="4847">
                  <c:v>43678</c:v>
                </c:pt>
                <c:pt idx="4848">
                  <c:v>43679</c:v>
                </c:pt>
                <c:pt idx="4849">
                  <c:v>43682</c:v>
                </c:pt>
                <c:pt idx="4850">
                  <c:v>43683</c:v>
                </c:pt>
                <c:pt idx="4851">
                  <c:v>43684</c:v>
                </c:pt>
                <c:pt idx="4852">
                  <c:v>43685</c:v>
                </c:pt>
                <c:pt idx="4853">
                  <c:v>43686</c:v>
                </c:pt>
                <c:pt idx="4854">
                  <c:v>43689</c:v>
                </c:pt>
                <c:pt idx="4855">
                  <c:v>43690</c:v>
                </c:pt>
                <c:pt idx="4856">
                  <c:v>43691</c:v>
                </c:pt>
                <c:pt idx="4857">
                  <c:v>43692</c:v>
                </c:pt>
                <c:pt idx="4858">
                  <c:v>43693</c:v>
                </c:pt>
                <c:pt idx="4859">
                  <c:v>43696</c:v>
                </c:pt>
                <c:pt idx="4860">
                  <c:v>43697</c:v>
                </c:pt>
                <c:pt idx="4861">
                  <c:v>43698</c:v>
                </c:pt>
                <c:pt idx="4862">
                  <c:v>43699</c:v>
                </c:pt>
                <c:pt idx="4863">
                  <c:v>43700</c:v>
                </c:pt>
                <c:pt idx="4864">
                  <c:v>43703</c:v>
                </c:pt>
                <c:pt idx="4865">
                  <c:v>43704</c:v>
                </c:pt>
                <c:pt idx="4866">
                  <c:v>43705</c:v>
                </c:pt>
                <c:pt idx="4867">
                  <c:v>43706</c:v>
                </c:pt>
                <c:pt idx="4868">
                  <c:v>43707</c:v>
                </c:pt>
                <c:pt idx="4869">
                  <c:v>43710</c:v>
                </c:pt>
                <c:pt idx="4870">
                  <c:v>43711</c:v>
                </c:pt>
                <c:pt idx="4871">
                  <c:v>43712</c:v>
                </c:pt>
                <c:pt idx="4872">
                  <c:v>43713</c:v>
                </c:pt>
                <c:pt idx="4873">
                  <c:v>43714</c:v>
                </c:pt>
                <c:pt idx="4874">
                  <c:v>43717</c:v>
                </c:pt>
                <c:pt idx="4875">
                  <c:v>43718</c:v>
                </c:pt>
                <c:pt idx="4876">
                  <c:v>43719</c:v>
                </c:pt>
                <c:pt idx="4877">
                  <c:v>43720</c:v>
                </c:pt>
                <c:pt idx="4878">
                  <c:v>43721</c:v>
                </c:pt>
                <c:pt idx="4879">
                  <c:v>43724</c:v>
                </c:pt>
                <c:pt idx="4880">
                  <c:v>43725</c:v>
                </c:pt>
                <c:pt idx="4881">
                  <c:v>43726</c:v>
                </c:pt>
                <c:pt idx="4882">
                  <c:v>43727</c:v>
                </c:pt>
                <c:pt idx="4883">
                  <c:v>43728</c:v>
                </c:pt>
                <c:pt idx="4884">
                  <c:v>43731</c:v>
                </c:pt>
                <c:pt idx="4885">
                  <c:v>43732</c:v>
                </c:pt>
                <c:pt idx="4886">
                  <c:v>43733</c:v>
                </c:pt>
                <c:pt idx="4887">
                  <c:v>43734</c:v>
                </c:pt>
                <c:pt idx="4888">
                  <c:v>43735</c:v>
                </c:pt>
                <c:pt idx="4889">
                  <c:v>43738</c:v>
                </c:pt>
                <c:pt idx="4890">
                  <c:v>43739</c:v>
                </c:pt>
                <c:pt idx="4891">
                  <c:v>43740</c:v>
                </c:pt>
                <c:pt idx="4892">
                  <c:v>43741</c:v>
                </c:pt>
                <c:pt idx="4893">
                  <c:v>43742</c:v>
                </c:pt>
                <c:pt idx="4894">
                  <c:v>43745</c:v>
                </c:pt>
                <c:pt idx="4895">
                  <c:v>43746</c:v>
                </c:pt>
                <c:pt idx="4896">
                  <c:v>43747</c:v>
                </c:pt>
                <c:pt idx="4897">
                  <c:v>43748</c:v>
                </c:pt>
                <c:pt idx="4898">
                  <c:v>43749</c:v>
                </c:pt>
                <c:pt idx="4899">
                  <c:v>43752</c:v>
                </c:pt>
                <c:pt idx="4900">
                  <c:v>43753</c:v>
                </c:pt>
                <c:pt idx="4901">
                  <c:v>43754</c:v>
                </c:pt>
                <c:pt idx="4902">
                  <c:v>43755</c:v>
                </c:pt>
                <c:pt idx="4903">
                  <c:v>43756</c:v>
                </c:pt>
                <c:pt idx="4904">
                  <c:v>43759</c:v>
                </c:pt>
                <c:pt idx="4905">
                  <c:v>43760</c:v>
                </c:pt>
                <c:pt idx="4906">
                  <c:v>43761</c:v>
                </c:pt>
                <c:pt idx="4907">
                  <c:v>43762</c:v>
                </c:pt>
                <c:pt idx="4908">
                  <c:v>43763</c:v>
                </c:pt>
                <c:pt idx="4909">
                  <c:v>43766</c:v>
                </c:pt>
                <c:pt idx="4910">
                  <c:v>43767</c:v>
                </c:pt>
                <c:pt idx="4911">
                  <c:v>43768</c:v>
                </c:pt>
                <c:pt idx="4912">
                  <c:v>43769</c:v>
                </c:pt>
                <c:pt idx="4913">
                  <c:v>43770</c:v>
                </c:pt>
                <c:pt idx="4914">
                  <c:v>43773</c:v>
                </c:pt>
                <c:pt idx="4915">
                  <c:v>43774</c:v>
                </c:pt>
                <c:pt idx="4916">
                  <c:v>43775</c:v>
                </c:pt>
                <c:pt idx="4917">
                  <c:v>43776</c:v>
                </c:pt>
                <c:pt idx="4918">
                  <c:v>43777</c:v>
                </c:pt>
                <c:pt idx="4919">
                  <c:v>43780</c:v>
                </c:pt>
                <c:pt idx="4920">
                  <c:v>43781</c:v>
                </c:pt>
                <c:pt idx="4921">
                  <c:v>43782</c:v>
                </c:pt>
                <c:pt idx="4922">
                  <c:v>43783</c:v>
                </c:pt>
                <c:pt idx="4923">
                  <c:v>43784</c:v>
                </c:pt>
                <c:pt idx="4924">
                  <c:v>43787</c:v>
                </c:pt>
                <c:pt idx="4925">
                  <c:v>43788</c:v>
                </c:pt>
                <c:pt idx="4926">
                  <c:v>43789</c:v>
                </c:pt>
                <c:pt idx="4927">
                  <c:v>43790</c:v>
                </c:pt>
                <c:pt idx="4928">
                  <c:v>43791</c:v>
                </c:pt>
                <c:pt idx="4929">
                  <c:v>43794</c:v>
                </c:pt>
                <c:pt idx="4930">
                  <c:v>43795</c:v>
                </c:pt>
                <c:pt idx="4931">
                  <c:v>43796</c:v>
                </c:pt>
                <c:pt idx="4932">
                  <c:v>43797</c:v>
                </c:pt>
                <c:pt idx="4933">
                  <c:v>43798</c:v>
                </c:pt>
                <c:pt idx="4934">
                  <c:v>43801</c:v>
                </c:pt>
                <c:pt idx="4935">
                  <c:v>43802</c:v>
                </c:pt>
                <c:pt idx="4936">
                  <c:v>43803</c:v>
                </c:pt>
                <c:pt idx="4937">
                  <c:v>43804</c:v>
                </c:pt>
                <c:pt idx="4938">
                  <c:v>43805</c:v>
                </c:pt>
                <c:pt idx="4939">
                  <c:v>43808</c:v>
                </c:pt>
                <c:pt idx="4940">
                  <c:v>43809</c:v>
                </c:pt>
                <c:pt idx="4941">
                  <c:v>43810</c:v>
                </c:pt>
                <c:pt idx="4942">
                  <c:v>43811</c:v>
                </c:pt>
                <c:pt idx="4943">
                  <c:v>43812</c:v>
                </c:pt>
                <c:pt idx="4944">
                  <c:v>43815</c:v>
                </c:pt>
                <c:pt idx="4945">
                  <c:v>43816</c:v>
                </c:pt>
                <c:pt idx="4946">
                  <c:v>43817</c:v>
                </c:pt>
                <c:pt idx="4947">
                  <c:v>43818</c:v>
                </c:pt>
                <c:pt idx="4948">
                  <c:v>43819</c:v>
                </c:pt>
                <c:pt idx="4949">
                  <c:v>43822</c:v>
                </c:pt>
                <c:pt idx="4950">
                  <c:v>43823</c:v>
                </c:pt>
                <c:pt idx="4951">
                  <c:v>43824</c:v>
                </c:pt>
                <c:pt idx="4952">
                  <c:v>43825</c:v>
                </c:pt>
                <c:pt idx="4953">
                  <c:v>43826</c:v>
                </c:pt>
                <c:pt idx="4954">
                  <c:v>43829</c:v>
                </c:pt>
                <c:pt idx="4955">
                  <c:v>43830</c:v>
                </c:pt>
                <c:pt idx="4956">
                  <c:v>43831</c:v>
                </c:pt>
                <c:pt idx="4957">
                  <c:v>43832</c:v>
                </c:pt>
                <c:pt idx="4958">
                  <c:v>43833</c:v>
                </c:pt>
                <c:pt idx="4959">
                  <c:v>43836</c:v>
                </c:pt>
                <c:pt idx="4960">
                  <c:v>43837</c:v>
                </c:pt>
                <c:pt idx="4961">
                  <c:v>43838</c:v>
                </c:pt>
                <c:pt idx="4962">
                  <c:v>43839</c:v>
                </c:pt>
                <c:pt idx="4963">
                  <c:v>43840</c:v>
                </c:pt>
                <c:pt idx="4964">
                  <c:v>43843</c:v>
                </c:pt>
                <c:pt idx="4965">
                  <c:v>43844</c:v>
                </c:pt>
                <c:pt idx="4966">
                  <c:v>43845</c:v>
                </c:pt>
                <c:pt idx="4967">
                  <c:v>43846</c:v>
                </c:pt>
                <c:pt idx="4968">
                  <c:v>43847</c:v>
                </c:pt>
                <c:pt idx="4969">
                  <c:v>43850</c:v>
                </c:pt>
                <c:pt idx="4970">
                  <c:v>43851</c:v>
                </c:pt>
                <c:pt idx="4971">
                  <c:v>43852</c:v>
                </c:pt>
                <c:pt idx="4972">
                  <c:v>43853</c:v>
                </c:pt>
                <c:pt idx="4973">
                  <c:v>43854</c:v>
                </c:pt>
                <c:pt idx="4974">
                  <c:v>43857</c:v>
                </c:pt>
                <c:pt idx="4975">
                  <c:v>43858</c:v>
                </c:pt>
                <c:pt idx="4976">
                  <c:v>43859</c:v>
                </c:pt>
                <c:pt idx="4977">
                  <c:v>43860</c:v>
                </c:pt>
                <c:pt idx="4978">
                  <c:v>43861</c:v>
                </c:pt>
                <c:pt idx="4979">
                  <c:v>43864</c:v>
                </c:pt>
                <c:pt idx="4980">
                  <c:v>43865</c:v>
                </c:pt>
                <c:pt idx="4981">
                  <c:v>43866</c:v>
                </c:pt>
                <c:pt idx="4982">
                  <c:v>43867</c:v>
                </c:pt>
                <c:pt idx="4983">
                  <c:v>43868</c:v>
                </c:pt>
                <c:pt idx="4984">
                  <c:v>43871</c:v>
                </c:pt>
                <c:pt idx="4985">
                  <c:v>43872</c:v>
                </c:pt>
                <c:pt idx="4986">
                  <c:v>43873</c:v>
                </c:pt>
                <c:pt idx="4987">
                  <c:v>43874</c:v>
                </c:pt>
                <c:pt idx="4988">
                  <c:v>43875</c:v>
                </c:pt>
                <c:pt idx="4989">
                  <c:v>43878</c:v>
                </c:pt>
                <c:pt idx="4990">
                  <c:v>43879</c:v>
                </c:pt>
                <c:pt idx="4991">
                  <c:v>43880</c:v>
                </c:pt>
                <c:pt idx="4992">
                  <c:v>43881</c:v>
                </c:pt>
                <c:pt idx="4993">
                  <c:v>43882</c:v>
                </c:pt>
                <c:pt idx="4994">
                  <c:v>43885</c:v>
                </c:pt>
                <c:pt idx="4995">
                  <c:v>43886</c:v>
                </c:pt>
                <c:pt idx="4996">
                  <c:v>43887</c:v>
                </c:pt>
                <c:pt idx="4997">
                  <c:v>43888</c:v>
                </c:pt>
                <c:pt idx="4998">
                  <c:v>43889</c:v>
                </c:pt>
                <c:pt idx="4999">
                  <c:v>43892</c:v>
                </c:pt>
                <c:pt idx="5000">
                  <c:v>43893</c:v>
                </c:pt>
                <c:pt idx="5001">
                  <c:v>43894</c:v>
                </c:pt>
                <c:pt idx="5002">
                  <c:v>43895</c:v>
                </c:pt>
                <c:pt idx="5003">
                  <c:v>43896</c:v>
                </c:pt>
                <c:pt idx="5004">
                  <c:v>43899</c:v>
                </c:pt>
                <c:pt idx="5005">
                  <c:v>43900</c:v>
                </c:pt>
                <c:pt idx="5006">
                  <c:v>43901</c:v>
                </c:pt>
                <c:pt idx="5007">
                  <c:v>43902</c:v>
                </c:pt>
                <c:pt idx="5008">
                  <c:v>43903</c:v>
                </c:pt>
                <c:pt idx="5009">
                  <c:v>43906</c:v>
                </c:pt>
                <c:pt idx="5010">
                  <c:v>43907</c:v>
                </c:pt>
                <c:pt idx="5011">
                  <c:v>43908</c:v>
                </c:pt>
                <c:pt idx="5012">
                  <c:v>43909</c:v>
                </c:pt>
                <c:pt idx="5013">
                  <c:v>43910</c:v>
                </c:pt>
                <c:pt idx="5014">
                  <c:v>43913</c:v>
                </c:pt>
                <c:pt idx="5015">
                  <c:v>43914</c:v>
                </c:pt>
                <c:pt idx="5016">
                  <c:v>43915</c:v>
                </c:pt>
                <c:pt idx="5017">
                  <c:v>43916</c:v>
                </c:pt>
                <c:pt idx="5018">
                  <c:v>43917</c:v>
                </c:pt>
                <c:pt idx="5019">
                  <c:v>43920</c:v>
                </c:pt>
                <c:pt idx="5020">
                  <c:v>43921</c:v>
                </c:pt>
                <c:pt idx="5021">
                  <c:v>43922</c:v>
                </c:pt>
                <c:pt idx="5022">
                  <c:v>43923</c:v>
                </c:pt>
                <c:pt idx="5023">
                  <c:v>43924</c:v>
                </c:pt>
                <c:pt idx="5024">
                  <c:v>43927</c:v>
                </c:pt>
                <c:pt idx="5025">
                  <c:v>43928</c:v>
                </c:pt>
                <c:pt idx="5026">
                  <c:v>43929</c:v>
                </c:pt>
                <c:pt idx="5027">
                  <c:v>43930</c:v>
                </c:pt>
                <c:pt idx="5028">
                  <c:v>43931</c:v>
                </c:pt>
                <c:pt idx="5029">
                  <c:v>43934</c:v>
                </c:pt>
                <c:pt idx="5030">
                  <c:v>43935</c:v>
                </c:pt>
                <c:pt idx="5031">
                  <c:v>43936</c:v>
                </c:pt>
                <c:pt idx="5032">
                  <c:v>43937</c:v>
                </c:pt>
                <c:pt idx="5033">
                  <c:v>43938</c:v>
                </c:pt>
                <c:pt idx="5034">
                  <c:v>43941</c:v>
                </c:pt>
                <c:pt idx="5035">
                  <c:v>43942</c:v>
                </c:pt>
                <c:pt idx="5036">
                  <c:v>43943</c:v>
                </c:pt>
                <c:pt idx="5037">
                  <c:v>43944</c:v>
                </c:pt>
                <c:pt idx="5038">
                  <c:v>43945</c:v>
                </c:pt>
                <c:pt idx="5039">
                  <c:v>43948</c:v>
                </c:pt>
                <c:pt idx="5040">
                  <c:v>43949</c:v>
                </c:pt>
                <c:pt idx="5041">
                  <c:v>43950</c:v>
                </c:pt>
                <c:pt idx="5042">
                  <c:v>43951</c:v>
                </c:pt>
                <c:pt idx="5043">
                  <c:v>43952</c:v>
                </c:pt>
                <c:pt idx="5044">
                  <c:v>43955</c:v>
                </c:pt>
                <c:pt idx="5045">
                  <c:v>43956</c:v>
                </c:pt>
                <c:pt idx="5046">
                  <c:v>43957</c:v>
                </c:pt>
                <c:pt idx="5047">
                  <c:v>43958</c:v>
                </c:pt>
                <c:pt idx="5048">
                  <c:v>43959</c:v>
                </c:pt>
                <c:pt idx="5049">
                  <c:v>43962</c:v>
                </c:pt>
                <c:pt idx="5050">
                  <c:v>43963</c:v>
                </c:pt>
                <c:pt idx="5051">
                  <c:v>43964</c:v>
                </c:pt>
                <c:pt idx="5052">
                  <c:v>43965</c:v>
                </c:pt>
                <c:pt idx="5053">
                  <c:v>43966</c:v>
                </c:pt>
                <c:pt idx="5054">
                  <c:v>43969</c:v>
                </c:pt>
                <c:pt idx="5055">
                  <c:v>43970</c:v>
                </c:pt>
                <c:pt idx="5056">
                  <c:v>43971</c:v>
                </c:pt>
                <c:pt idx="5057">
                  <c:v>43972</c:v>
                </c:pt>
                <c:pt idx="5058">
                  <c:v>43973</c:v>
                </c:pt>
                <c:pt idx="5059">
                  <c:v>43976</c:v>
                </c:pt>
                <c:pt idx="5060">
                  <c:v>43977</c:v>
                </c:pt>
                <c:pt idx="5061">
                  <c:v>43978</c:v>
                </c:pt>
                <c:pt idx="5062">
                  <c:v>43979</c:v>
                </c:pt>
                <c:pt idx="5063">
                  <c:v>43980</c:v>
                </c:pt>
                <c:pt idx="5064">
                  <c:v>43983</c:v>
                </c:pt>
                <c:pt idx="5065">
                  <c:v>43984</c:v>
                </c:pt>
                <c:pt idx="5066">
                  <c:v>43985</c:v>
                </c:pt>
                <c:pt idx="5067">
                  <c:v>43986</c:v>
                </c:pt>
                <c:pt idx="5068">
                  <c:v>43987</c:v>
                </c:pt>
                <c:pt idx="5069">
                  <c:v>43990</c:v>
                </c:pt>
                <c:pt idx="5070">
                  <c:v>43991</c:v>
                </c:pt>
                <c:pt idx="5071">
                  <c:v>43992</c:v>
                </c:pt>
                <c:pt idx="5072">
                  <c:v>43993</c:v>
                </c:pt>
                <c:pt idx="5073">
                  <c:v>43994</c:v>
                </c:pt>
                <c:pt idx="5074">
                  <c:v>43997</c:v>
                </c:pt>
                <c:pt idx="5075">
                  <c:v>43998</c:v>
                </c:pt>
                <c:pt idx="5076">
                  <c:v>43999</c:v>
                </c:pt>
                <c:pt idx="5077">
                  <c:v>44000</c:v>
                </c:pt>
                <c:pt idx="5078">
                  <c:v>44001</c:v>
                </c:pt>
                <c:pt idx="5079">
                  <c:v>44004</c:v>
                </c:pt>
                <c:pt idx="5080">
                  <c:v>44005</c:v>
                </c:pt>
                <c:pt idx="5081">
                  <c:v>44006</c:v>
                </c:pt>
                <c:pt idx="5082">
                  <c:v>44007</c:v>
                </c:pt>
                <c:pt idx="5083">
                  <c:v>44008</c:v>
                </c:pt>
                <c:pt idx="5084">
                  <c:v>44011</c:v>
                </c:pt>
                <c:pt idx="5085">
                  <c:v>44012</c:v>
                </c:pt>
                <c:pt idx="5086">
                  <c:v>44013</c:v>
                </c:pt>
                <c:pt idx="5087">
                  <c:v>44014</c:v>
                </c:pt>
                <c:pt idx="5088">
                  <c:v>44015</c:v>
                </c:pt>
                <c:pt idx="5089">
                  <c:v>44018</c:v>
                </c:pt>
                <c:pt idx="5090">
                  <c:v>44019</c:v>
                </c:pt>
                <c:pt idx="5091">
                  <c:v>44020</c:v>
                </c:pt>
                <c:pt idx="5092">
                  <c:v>44021</c:v>
                </c:pt>
                <c:pt idx="5093">
                  <c:v>44022</c:v>
                </c:pt>
                <c:pt idx="5094">
                  <c:v>44025</c:v>
                </c:pt>
                <c:pt idx="5095">
                  <c:v>44026</c:v>
                </c:pt>
                <c:pt idx="5096">
                  <c:v>44027</c:v>
                </c:pt>
                <c:pt idx="5097">
                  <c:v>44028</c:v>
                </c:pt>
                <c:pt idx="5098">
                  <c:v>44029</c:v>
                </c:pt>
                <c:pt idx="5099">
                  <c:v>44032</c:v>
                </c:pt>
                <c:pt idx="5100">
                  <c:v>44033</c:v>
                </c:pt>
                <c:pt idx="5101">
                  <c:v>44034</c:v>
                </c:pt>
                <c:pt idx="5102">
                  <c:v>44035</c:v>
                </c:pt>
                <c:pt idx="5103">
                  <c:v>44036</c:v>
                </c:pt>
                <c:pt idx="5104">
                  <c:v>44039</c:v>
                </c:pt>
                <c:pt idx="5105">
                  <c:v>44040</c:v>
                </c:pt>
                <c:pt idx="5106">
                  <c:v>44041</c:v>
                </c:pt>
                <c:pt idx="5107">
                  <c:v>44042</c:v>
                </c:pt>
                <c:pt idx="5108">
                  <c:v>44043</c:v>
                </c:pt>
                <c:pt idx="5109">
                  <c:v>44046</c:v>
                </c:pt>
                <c:pt idx="5110">
                  <c:v>44047</c:v>
                </c:pt>
                <c:pt idx="5111">
                  <c:v>44048</c:v>
                </c:pt>
                <c:pt idx="5112">
                  <c:v>44049</c:v>
                </c:pt>
                <c:pt idx="5113">
                  <c:v>44050</c:v>
                </c:pt>
                <c:pt idx="5114">
                  <c:v>44053</c:v>
                </c:pt>
                <c:pt idx="5115">
                  <c:v>44054</c:v>
                </c:pt>
                <c:pt idx="5116">
                  <c:v>44055</c:v>
                </c:pt>
                <c:pt idx="5117">
                  <c:v>44056</c:v>
                </c:pt>
                <c:pt idx="5118">
                  <c:v>44057</c:v>
                </c:pt>
                <c:pt idx="5119">
                  <c:v>44060</c:v>
                </c:pt>
                <c:pt idx="5120">
                  <c:v>44061</c:v>
                </c:pt>
                <c:pt idx="5121">
                  <c:v>44062</c:v>
                </c:pt>
                <c:pt idx="5122">
                  <c:v>44063</c:v>
                </c:pt>
                <c:pt idx="5123">
                  <c:v>44064</c:v>
                </c:pt>
                <c:pt idx="5124">
                  <c:v>44067</c:v>
                </c:pt>
                <c:pt idx="5125">
                  <c:v>44068</c:v>
                </c:pt>
                <c:pt idx="5126">
                  <c:v>44069</c:v>
                </c:pt>
                <c:pt idx="5127">
                  <c:v>44070</c:v>
                </c:pt>
                <c:pt idx="5128">
                  <c:v>44071</c:v>
                </c:pt>
                <c:pt idx="5129">
                  <c:v>44074</c:v>
                </c:pt>
                <c:pt idx="5130">
                  <c:v>44075</c:v>
                </c:pt>
                <c:pt idx="5131">
                  <c:v>44076</c:v>
                </c:pt>
                <c:pt idx="5132">
                  <c:v>44077</c:v>
                </c:pt>
                <c:pt idx="5133">
                  <c:v>44078</c:v>
                </c:pt>
                <c:pt idx="5134">
                  <c:v>44081</c:v>
                </c:pt>
                <c:pt idx="5135">
                  <c:v>44082</c:v>
                </c:pt>
                <c:pt idx="5136">
                  <c:v>44083</c:v>
                </c:pt>
                <c:pt idx="5137">
                  <c:v>44084</c:v>
                </c:pt>
                <c:pt idx="5138">
                  <c:v>44085</c:v>
                </c:pt>
                <c:pt idx="5139">
                  <c:v>44088</c:v>
                </c:pt>
                <c:pt idx="5140">
                  <c:v>44089</c:v>
                </c:pt>
                <c:pt idx="5141">
                  <c:v>44090</c:v>
                </c:pt>
                <c:pt idx="5142">
                  <c:v>44091</c:v>
                </c:pt>
                <c:pt idx="5143">
                  <c:v>44092</c:v>
                </c:pt>
                <c:pt idx="5144">
                  <c:v>44095</c:v>
                </c:pt>
                <c:pt idx="5145">
                  <c:v>44096</c:v>
                </c:pt>
                <c:pt idx="5146">
                  <c:v>44097</c:v>
                </c:pt>
                <c:pt idx="5147">
                  <c:v>44098</c:v>
                </c:pt>
                <c:pt idx="5148">
                  <c:v>44099</c:v>
                </c:pt>
                <c:pt idx="5149">
                  <c:v>44102</c:v>
                </c:pt>
                <c:pt idx="5150">
                  <c:v>44103</c:v>
                </c:pt>
                <c:pt idx="5151">
                  <c:v>44104</c:v>
                </c:pt>
                <c:pt idx="5152">
                  <c:v>44105</c:v>
                </c:pt>
                <c:pt idx="5153">
                  <c:v>44106</c:v>
                </c:pt>
                <c:pt idx="5154">
                  <c:v>44109</c:v>
                </c:pt>
                <c:pt idx="5155">
                  <c:v>44110</c:v>
                </c:pt>
                <c:pt idx="5156">
                  <c:v>44111</c:v>
                </c:pt>
                <c:pt idx="5157">
                  <c:v>44112</c:v>
                </c:pt>
                <c:pt idx="5158">
                  <c:v>44113</c:v>
                </c:pt>
                <c:pt idx="5159">
                  <c:v>44116</c:v>
                </c:pt>
                <c:pt idx="5160">
                  <c:v>44117</c:v>
                </c:pt>
                <c:pt idx="5161">
                  <c:v>44118</c:v>
                </c:pt>
                <c:pt idx="5162">
                  <c:v>44119</c:v>
                </c:pt>
                <c:pt idx="5163">
                  <c:v>44120</c:v>
                </c:pt>
                <c:pt idx="5164">
                  <c:v>44123</c:v>
                </c:pt>
                <c:pt idx="5165">
                  <c:v>44124</c:v>
                </c:pt>
                <c:pt idx="5166">
                  <c:v>44125</c:v>
                </c:pt>
                <c:pt idx="5167">
                  <c:v>44126</c:v>
                </c:pt>
                <c:pt idx="5168">
                  <c:v>44127</c:v>
                </c:pt>
                <c:pt idx="5169">
                  <c:v>44130</c:v>
                </c:pt>
                <c:pt idx="5170">
                  <c:v>44131</c:v>
                </c:pt>
                <c:pt idx="5171">
                  <c:v>44132</c:v>
                </c:pt>
                <c:pt idx="5172">
                  <c:v>44133</c:v>
                </c:pt>
                <c:pt idx="5173">
                  <c:v>44134</c:v>
                </c:pt>
                <c:pt idx="5174">
                  <c:v>44137</c:v>
                </c:pt>
                <c:pt idx="5175">
                  <c:v>44138</c:v>
                </c:pt>
                <c:pt idx="5176">
                  <c:v>44139</c:v>
                </c:pt>
                <c:pt idx="5177">
                  <c:v>44140</c:v>
                </c:pt>
                <c:pt idx="5178">
                  <c:v>44141</c:v>
                </c:pt>
                <c:pt idx="5179">
                  <c:v>44144</c:v>
                </c:pt>
                <c:pt idx="5180">
                  <c:v>44145</c:v>
                </c:pt>
                <c:pt idx="5181">
                  <c:v>44146</c:v>
                </c:pt>
                <c:pt idx="5182">
                  <c:v>44147</c:v>
                </c:pt>
                <c:pt idx="5183">
                  <c:v>44148</c:v>
                </c:pt>
                <c:pt idx="5184">
                  <c:v>44151</c:v>
                </c:pt>
                <c:pt idx="5185">
                  <c:v>44152</c:v>
                </c:pt>
                <c:pt idx="5186">
                  <c:v>44153</c:v>
                </c:pt>
                <c:pt idx="5187">
                  <c:v>44154</c:v>
                </c:pt>
                <c:pt idx="5188">
                  <c:v>44155</c:v>
                </c:pt>
                <c:pt idx="5189">
                  <c:v>44158</c:v>
                </c:pt>
                <c:pt idx="5190">
                  <c:v>44159</c:v>
                </c:pt>
                <c:pt idx="5191">
                  <c:v>44160</c:v>
                </c:pt>
                <c:pt idx="5192">
                  <c:v>44161</c:v>
                </c:pt>
                <c:pt idx="5193">
                  <c:v>44162</c:v>
                </c:pt>
                <c:pt idx="5194">
                  <c:v>44165</c:v>
                </c:pt>
                <c:pt idx="5195">
                  <c:v>44166</c:v>
                </c:pt>
                <c:pt idx="5196">
                  <c:v>44167</c:v>
                </c:pt>
                <c:pt idx="5197">
                  <c:v>44168</c:v>
                </c:pt>
                <c:pt idx="5198">
                  <c:v>44169</c:v>
                </c:pt>
                <c:pt idx="5199">
                  <c:v>44172</c:v>
                </c:pt>
                <c:pt idx="5200">
                  <c:v>44173</c:v>
                </c:pt>
                <c:pt idx="5201">
                  <c:v>44174</c:v>
                </c:pt>
                <c:pt idx="5202">
                  <c:v>44175</c:v>
                </c:pt>
                <c:pt idx="5203">
                  <c:v>44176</c:v>
                </c:pt>
                <c:pt idx="5204">
                  <c:v>44179</c:v>
                </c:pt>
                <c:pt idx="5205">
                  <c:v>44180</c:v>
                </c:pt>
                <c:pt idx="5206">
                  <c:v>44181</c:v>
                </c:pt>
                <c:pt idx="5207">
                  <c:v>44182</c:v>
                </c:pt>
                <c:pt idx="5208">
                  <c:v>44183</c:v>
                </c:pt>
                <c:pt idx="5209">
                  <c:v>44186</c:v>
                </c:pt>
                <c:pt idx="5210">
                  <c:v>44187</c:v>
                </c:pt>
                <c:pt idx="5211">
                  <c:v>44188</c:v>
                </c:pt>
                <c:pt idx="5212">
                  <c:v>44189</c:v>
                </c:pt>
                <c:pt idx="5213">
                  <c:v>44190</c:v>
                </c:pt>
                <c:pt idx="5214">
                  <c:v>44193</c:v>
                </c:pt>
                <c:pt idx="5215">
                  <c:v>44194</c:v>
                </c:pt>
                <c:pt idx="5216">
                  <c:v>44195</c:v>
                </c:pt>
                <c:pt idx="5217">
                  <c:v>44196</c:v>
                </c:pt>
                <c:pt idx="5218">
                  <c:v>44197</c:v>
                </c:pt>
                <c:pt idx="5219">
                  <c:v>44200</c:v>
                </c:pt>
                <c:pt idx="5220">
                  <c:v>44201</c:v>
                </c:pt>
                <c:pt idx="5221">
                  <c:v>44202</c:v>
                </c:pt>
                <c:pt idx="5222">
                  <c:v>44203</c:v>
                </c:pt>
                <c:pt idx="5223">
                  <c:v>44204</c:v>
                </c:pt>
                <c:pt idx="5224">
                  <c:v>44207</c:v>
                </c:pt>
                <c:pt idx="5225">
                  <c:v>44208</c:v>
                </c:pt>
                <c:pt idx="5226">
                  <c:v>44209</c:v>
                </c:pt>
                <c:pt idx="5227">
                  <c:v>44210</c:v>
                </c:pt>
                <c:pt idx="5228">
                  <c:v>44211</c:v>
                </c:pt>
                <c:pt idx="5229">
                  <c:v>44214</c:v>
                </c:pt>
                <c:pt idx="5230">
                  <c:v>44215</c:v>
                </c:pt>
                <c:pt idx="5231">
                  <c:v>44216</c:v>
                </c:pt>
                <c:pt idx="5232">
                  <c:v>44217</c:v>
                </c:pt>
                <c:pt idx="5233">
                  <c:v>44218</c:v>
                </c:pt>
                <c:pt idx="5234">
                  <c:v>44221</c:v>
                </c:pt>
                <c:pt idx="5235">
                  <c:v>44222</c:v>
                </c:pt>
                <c:pt idx="5236">
                  <c:v>44223</c:v>
                </c:pt>
                <c:pt idx="5237">
                  <c:v>44224</c:v>
                </c:pt>
                <c:pt idx="5238">
                  <c:v>44225</c:v>
                </c:pt>
                <c:pt idx="5239">
                  <c:v>44228</c:v>
                </c:pt>
                <c:pt idx="5240">
                  <c:v>44229</c:v>
                </c:pt>
                <c:pt idx="5241">
                  <c:v>44230</c:v>
                </c:pt>
                <c:pt idx="5242">
                  <c:v>44231</c:v>
                </c:pt>
                <c:pt idx="5243">
                  <c:v>44232</c:v>
                </c:pt>
                <c:pt idx="5244">
                  <c:v>44235</c:v>
                </c:pt>
                <c:pt idx="5245">
                  <c:v>44236</c:v>
                </c:pt>
                <c:pt idx="5246">
                  <c:v>44237</c:v>
                </c:pt>
                <c:pt idx="5247">
                  <c:v>44238</c:v>
                </c:pt>
                <c:pt idx="5248">
                  <c:v>44239</c:v>
                </c:pt>
                <c:pt idx="5249">
                  <c:v>44242</c:v>
                </c:pt>
                <c:pt idx="5250">
                  <c:v>44243</c:v>
                </c:pt>
                <c:pt idx="5251">
                  <c:v>44244</c:v>
                </c:pt>
                <c:pt idx="5252">
                  <c:v>44245</c:v>
                </c:pt>
                <c:pt idx="5253">
                  <c:v>44246</c:v>
                </c:pt>
                <c:pt idx="5254">
                  <c:v>44249</c:v>
                </c:pt>
                <c:pt idx="5255">
                  <c:v>44250</c:v>
                </c:pt>
                <c:pt idx="5256">
                  <c:v>44251</c:v>
                </c:pt>
                <c:pt idx="5257">
                  <c:v>44252</c:v>
                </c:pt>
                <c:pt idx="5258">
                  <c:v>44253</c:v>
                </c:pt>
                <c:pt idx="5259">
                  <c:v>44256</c:v>
                </c:pt>
                <c:pt idx="5260">
                  <c:v>44257</c:v>
                </c:pt>
                <c:pt idx="5261">
                  <c:v>44258</c:v>
                </c:pt>
                <c:pt idx="5262">
                  <c:v>44259</c:v>
                </c:pt>
                <c:pt idx="5263">
                  <c:v>44260</c:v>
                </c:pt>
                <c:pt idx="5264">
                  <c:v>44263</c:v>
                </c:pt>
                <c:pt idx="5265">
                  <c:v>44264</c:v>
                </c:pt>
                <c:pt idx="5266">
                  <c:v>44265</c:v>
                </c:pt>
                <c:pt idx="5267">
                  <c:v>44266</c:v>
                </c:pt>
                <c:pt idx="5268">
                  <c:v>44267</c:v>
                </c:pt>
                <c:pt idx="5269">
                  <c:v>44270</c:v>
                </c:pt>
                <c:pt idx="5270">
                  <c:v>44271</c:v>
                </c:pt>
                <c:pt idx="5271">
                  <c:v>44272</c:v>
                </c:pt>
                <c:pt idx="5272">
                  <c:v>44273</c:v>
                </c:pt>
                <c:pt idx="5273">
                  <c:v>44274</c:v>
                </c:pt>
                <c:pt idx="5274">
                  <c:v>44277</c:v>
                </c:pt>
                <c:pt idx="5275">
                  <c:v>44278</c:v>
                </c:pt>
                <c:pt idx="5276">
                  <c:v>44279</c:v>
                </c:pt>
                <c:pt idx="5277">
                  <c:v>44280</c:v>
                </c:pt>
                <c:pt idx="5278">
                  <c:v>44281</c:v>
                </c:pt>
                <c:pt idx="5279">
                  <c:v>44284</c:v>
                </c:pt>
                <c:pt idx="5280">
                  <c:v>44285</c:v>
                </c:pt>
                <c:pt idx="5281">
                  <c:v>44286</c:v>
                </c:pt>
                <c:pt idx="5282">
                  <c:v>44287</c:v>
                </c:pt>
                <c:pt idx="5283">
                  <c:v>44288</c:v>
                </c:pt>
                <c:pt idx="5284">
                  <c:v>44291</c:v>
                </c:pt>
                <c:pt idx="5285">
                  <c:v>44292</c:v>
                </c:pt>
                <c:pt idx="5286">
                  <c:v>44293</c:v>
                </c:pt>
                <c:pt idx="5287">
                  <c:v>44294</c:v>
                </c:pt>
                <c:pt idx="5288">
                  <c:v>44295</c:v>
                </c:pt>
                <c:pt idx="5289">
                  <c:v>44298</c:v>
                </c:pt>
                <c:pt idx="5290">
                  <c:v>44299</c:v>
                </c:pt>
                <c:pt idx="5291">
                  <c:v>44300</c:v>
                </c:pt>
                <c:pt idx="5292">
                  <c:v>44301</c:v>
                </c:pt>
                <c:pt idx="5293">
                  <c:v>44302</c:v>
                </c:pt>
                <c:pt idx="5294">
                  <c:v>44305</c:v>
                </c:pt>
                <c:pt idx="5295">
                  <c:v>44306</c:v>
                </c:pt>
                <c:pt idx="5296">
                  <c:v>44307</c:v>
                </c:pt>
                <c:pt idx="5297">
                  <c:v>44308</c:v>
                </c:pt>
                <c:pt idx="5298">
                  <c:v>44309</c:v>
                </c:pt>
                <c:pt idx="5299">
                  <c:v>44312</c:v>
                </c:pt>
                <c:pt idx="5300">
                  <c:v>44313</c:v>
                </c:pt>
                <c:pt idx="5301">
                  <c:v>44314</c:v>
                </c:pt>
                <c:pt idx="5302">
                  <c:v>44315</c:v>
                </c:pt>
                <c:pt idx="5303">
                  <c:v>44316</c:v>
                </c:pt>
                <c:pt idx="5304">
                  <c:v>44319</c:v>
                </c:pt>
                <c:pt idx="5305">
                  <c:v>44320</c:v>
                </c:pt>
                <c:pt idx="5306">
                  <c:v>44321</c:v>
                </c:pt>
                <c:pt idx="5307">
                  <c:v>44322</c:v>
                </c:pt>
                <c:pt idx="5308">
                  <c:v>44323</c:v>
                </c:pt>
                <c:pt idx="5309">
                  <c:v>44326</c:v>
                </c:pt>
                <c:pt idx="5310">
                  <c:v>44327</c:v>
                </c:pt>
                <c:pt idx="5311">
                  <c:v>44328</c:v>
                </c:pt>
                <c:pt idx="5312">
                  <c:v>44329</c:v>
                </c:pt>
                <c:pt idx="5313">
                  <c:v>44330</c:v>
                </c:pt>
                <c:pt idx="5314">
                  <c:v>44333</c:v>
                </c:pt>
                <c:pt idx="5315">
                  <c:v>44334</c:v>
                </c:pt>
                <c:pt idx="5316">
                  <c:v>44335</c:v>
                </c:pt>
                <c:pt idx="5317">
                  <c:v>44336</c:v>
                </c:pt>
                <c:pt idx="5318">
                  <c:v>44337</c:v>
                </c:pt>
                <c:pt idx="5319">
                  <c:v>44340</c:v>
                </c:pt>
                <c:pt idx="5320">
                  <c:v>44341</c:v>
                </c:pt>
                <c:pt idx="5321">
                  <c:v>44342</c:v>
                </c:pt>
                <c:pt idx="5322">
                  <c:v>44343</c:v>
                </c:pt>
                <c:pt idx="5323">
                  <c:v>44344</c:v>
                </c:pt>
                <c:pt idx="5324">
                  <c:v>44347</c:v>
                </c:pt>
                <c:pt idx="5325">
                  <c:v>44348</c:v>
                </c:pt>
                <c:pt idx="5326">
                  <c:v>44349</c:v>
                </c:pt>
                <c:pt idx="5327">
                  <c:v>44350</c:v>
                </c:pt>
                <c:pt idx="5328">
                  <c:v>44351</c:v>
                </c:pt>
                <c:pt idx="5329">
                  <c:v>44354</c:v>
                </c:pt>
                <c:pt idx="5330">
                  <c:v>44355</c:v>
                </c:pt>
                <c:pt idx="5331">
                  <c:v>44356</c:v>
                </c:pt>
                <c:pt idx="5332">
                  <c:v>44357</c:v>
                </c:pt>
                <c:pt idx="5333">
                  <c:v>44358</c:v>
                </c:pt>
                <c:pt idx="5334">
                  <c:v>44361</c:v>
                </c:pt>
                <c:pt idx="5335">
                  <c:v>44362</c:v>
                </c:pt>
                <c:pt idx="5336">
                  <c:v>44363</c:v>
                </c:pt>
                <c:pt idx="5337">
                  <c:v>44364</c:v>
                </c:pt>
                <c:pt idx="5338">
                  <c:v>44365</c:v>
                </c:pt>
                <c:pt idx="5339">
                  <c:v>44368</c:v>
                </c:pt>
                <c:pt idx="5340">
                  <c:v>44369</c:v>
                </c:pt>
                <c:pt idx="5341">
                  <c:v>44370</c:v>
                </c:pt>
                <c:pt idx="5342">
                  <c:v>44371</c:v>
                </c:pt>
                <c:pt idx="5343">
                  <c:v>44372</c:v>
                </c:pt>
                <c:pt idx="5344">
                  <c:v>44375</c:v>
                </c:pt>
                <c:pt idx="5345">
                  <c:v>44376</c:v>
                </c:pt>
                <c:pt idx="5346">
                  <c:v>44377</c:v>
                </c:pt>
                <c:pt idx="5347">
                  <c:v>44378</c:v>
                </c:pt>
                <c:pt idx="5348">
                  <c:v>44379</c:v>
                </c:pt>
                <c:pt idx="5349">
                  <c:v>44382</c:v>
                </c:pt>
                <c:pt idx="5350">
                  <c:v>44383</c:v>
                </c:pt>
                <c:pt idx="5351">
                  <c:v>44384</c:v>
                </c:pt>
                <c:pt idx="5352">
                  <c:v>44385</c:v>
                </c:pt>
                <c:pt idx="5353">
                  <c:v>44386</c:v>
                </c:pt>
                <c:pt idx="5354">
                  <c:v>44389</c:v>
                </c:pt>
                <c:pt idx="5355">
                  <c:v>44390</c:v>
                </c:pt>
                <c:pt idx="5356">
                  <c:v>44391</c:v>
                </c:pt>
                <c:pt idx="5357">
                  <c:v>44392</c:v>
                </c:pt>
                <c:pt idx="5358">
                  <c:v>44393</c:v>
                </c:pt>
                <c:pt idx="5359">
                  <c:v>44396</c:v>
                </c:pt>
                <c:pt idx="5360">
                  <c:v>44397</c:v>
                </c:pt>
                <c:pt idx="5361">
                  <c:v>44398</c:v>
                </c:pt>
                <c:pt idx="5362">
                  <c:v>44399</c:v>
                </c:pt>
                <c:pt idx="5363">
                  <c:v>44400</c:v>
                </c:pt>
                <c:pt idx="5364">
                  <c:v>44403</c:v>
                </c:pt>
                <c:pt idx="5365">
                  <c:v>44404</c:v>
                </c:pt>
                <c:pt idx="5366">
                  <c:v>44405</c:v>
                </c:pt>
                <c:pt idx="5367">
                  <c:v>44406</c:v>
                </c:pt>
                <c:pt idx="5368">
                  <c:v>44407</c:v>
                </c:pt>
                <c:pt idx="5369">
                  <c:v>44410</c:v>
                </c:pt>
                <c:pt idx="5370">
                  <c:v>44411</c:v>
                </c:pt>
                <c:pt idx="5371">
                  <c:v>44412</c:v>
                </c:pt>
                <c:pt idx="5372">
                  <c:v>44413</c:v>
                </c:pt>
                <c:pt idx="5373">
                  <c:v>44414</c:v>
                </c:pt>
                <c:pt idx="5374">
                  <c:v>44417</c:v>
                </c:pt>
                <c:pt idx="5375">
                  <c:v>44418</c:v>
                </c:pt>
                <c:pt idx="5376">
                  <c:v>44419</c:v>
                </c:pt>
                <c:pt idx="5377">
                  <c:v>44420</c:v>
                </c:pt>
                <c:pt idx="5378">
                  <c:v>44421</c:v>
                </c:pt>
                <c:pt idx="5379">
                  <c:v>44424</c:v>
                </c:pt>
                <c:pt idx="5380">
                  <c:v>44425</c:v>
                </c:pt>
                <c:pt idx="5381">
                  <c:v>44426</c:v>
                </c:pt>
                <c:pt idx="5382">
                  <c:v>44427</c:v>
                </c:pt>
                <c:pt idx="5383">
                  <c:v>44428</c:v>
                </c:pt>
                <c:pt idx="5384">
                  <c:v>44431</c:v>
                </c:pt>
                <c:pt idx="5385">
                  <c:v>44432</c:v>
                </c:pt>
                <c:pt idx="5386">
                  <c:v>44433</c:v>
                </c:pt>
                <c:pt idx="5387">
                  <c:v>44434</c:v>
                </c:pt>
                <c:pt idx="5388">
                  <c:v>44435</c:v>
                </c:pt>
                <c:pt idx="5389">
                  <c:v>44438</c:v>
                </c:pt>
                <c:pt idx="5390">
                  <c:v>44439</c:v>
                </c:pt>
                <c:pt idx="5391">
                  <c:v>44440</c:v>
                </c:pt>
                <c:pt idx="5392">
                  <c:v>44441</c:v>
                </c:pt>
                <c:pt idx="5393">
                  <c:v>44442</c:v>
                </c:pt>
                <c:pt idx="5394">
                  <c:v>44445</c:v>
                </c:pt>
                <c:pt idx="5395">
                  <c:v>44446</c:v>
                </c:pt>
                <c:pt idx="5396">
                  <c:v>44447</c:v>
                </c:pt>
                <c:pt idx="5397">
                  <c:v>44448</c:v>
                </c:pt>
                <c:pt idx="5398">
                  <c:v>44449</c:v>
                </c:pt>
                <c:pt idx="5399">
                  <c:v>44452</c:v>
                </c:pt>
                <c:pt idx="5400">
                  <c:v>44453</c:v>
                </c:pt>
                <c:pt idx="5401">
                  <c:v>44454</c:v>
                </c:pt>
                <c:pt idx="5402">
                  <c:v>44455</c:v>
                </c:pt>
                <c:pt idx="5403">
                  <c:v>44456</c:v>
                </c:pt>
                <c:pt idx="5404">
                  <c:v>44459</c:v>
                </c:pt>
                <c:pt idx="5405">
                  <c:v>44460</c:v>
                </c:pt>
                <c:pt idx="5406">
                  <c:v>44461</c:v>
                </c:pt>
                <c:pt idx="5407">
                  <c:v>44462</c:v>
                </c:pt>
                <c:pt idx="5408">
                  <c:v>44463</c:v>
                </c:pt>
                <c:pt idx="5409">
                  <c:v>44466</c:v>
                </c:pt>
                <c:pt idx="5410">
                  <c:v>44467</c:v>
                </c:pt>
                <c:pt idx="5411">
                  <c:v>44468</c:v>
                </c:pt>
                <c:pt idx="5412">
                  <c:v>44469</c:v>
                </c:pt>
                <c:pt idx="5413">
                  <c:v>44470</c:v>
                </c:pt>
                <c:pt idx="5414">
                  <c:v>44473</c:v>
                </c:pt>
                <c:pt idx="5415">
                  <c:v>44474</c:v>
                </c:pt>
                <c:pt idx="5416">
                  <c:v>44475</c:v>
                </c:pt>
                <c:pt idx="5417">
                  <c:v>44476</c:v>
                </c:pt>
                <c:pt idx="5418">
                  <c:v>44477</c:v>
                </c:pt>
                <c:pt idx="5419">
                  <c:v>44480</c:v>
                </c:pt>
                <c:pt idx="5420">
                  <c:v>44481</c:v>
                </c:pt>
                <c:pt idx="5421">
                  <c:v>44482</c:v>
                </c:pt>
                <c:pt idx="5422">
                  <c:v>44483</c:v>
                </c:pt>
                <c:pt idx="5423">
                  <c:v>44484</c:v>
                </c:pt>
                <c:pt idx="5424">
                  <c:v>44487</c:v>
                </c:pt>
                <c:pt idx="5425">
                  <c:v>44488</c:v>
                </c:pt>
                <c:pt idx="5426">
                  <c:v>44489</c:v>
                </c:pt>
                <c:pt idx="5427">
                  <c:v>44490</c:v>
                </c:pt>
                <c:pt idx="5428">
                  <c:v>44491</c:v>
                </c:pt>
                <c:pt idx="5429">
                  <c:v>44494</c:v>
                </c:pt>
                <c:pt idx="5430">
                  <c:v>44495</c:v>
                </c:pt>
                <c:pt idx="5431">
                  <c:v>44496</c:v>
                </c:pt>
                <c:pt idx="5432">
                  <c:v>44497</c:v>
                </c:pt>
                <c:pt idx="5433">
                  <c:v>44498</c:v>
                </c:pt>
                <c:pt idx="5434">
                  <c:v>44501</c:v>
                </c:pt>
                <c:pt idx="5435">
                  <c:v>44502</c:v>
                </c:pt>
                <c:pt idx="5436">
                  <c:v>44503</c:v>
                </c:pt>
                <c:pt idx="5437">
                  <c:v>44504</c:v>
                </c:pt>
                <c:pt idx="5438">
                  <c:v>44505</c:v>
                </c:pt>
                <c:pt idx="5439">
                  <c:v>44508</c:v>
                </c:pt>
                <c:pt idx="5440">
                  <c:v>44509</c:v>
                </c:pt>
                <c:pt idx="5441">
                  <c:v>44510</c:v>
                </c:pt>
                <c:pt idx="5442">
                  <c:v>44511</c:v>
                </c:pt>
                <c:pt idx="5443">
                  <c:v>44512</c:v>
                </c:pt>
                <c:pt idx="5444">
                  <c:v>44515</c:v>
                </c:pt>
                <c:pt idx="5445">
                  <c:v>44516</c:v>
                </c:pt>
                <c:pt idx="5446">
                  <c:v>44517</c:v>
                </c:pt>
                <c:pt idx="5447">
                  <c:v>44518</c:v>
                </c:pt>
                <c:pt idx="5448">
                  <c:v>44519</c:v>
                </c:pt>
                <c:pt idx="5449">
                  <c:v>44522</c:v>
                </c:pt>
                <c:pt idx="5450">
                  <c:v>44523</c:v>
                </c:pt>
                <c:pt idx="5451">
                  <c:v>44524</c:v>
                </c:pt>
                <c:pt idx="5452">
                  <c:v>44525</c:v>
                </c:pt>
                <c:pt idx="5453">
                  <c:v>44526</c:v>
                </c:pt>
                <c:pt idx="5454">
                  <c:v>44529</c:v>
                </c:pt>
                <c:pt idx="5455">
                  <c:v>44530</c:v>
                </c:pt>
                <c:pt idx="5456">
                  <c:v>44531</c:v>
                </c:pt>
                <c:pt idx="5457">
                  <c:v>44532</c:v>
                </c:pt>
                <c:pt idx="5458">
                  <c:v>44533</c:v>
                </c:pt>
                <c:pt idx="5459">
                  <c:v>44536</c:v>
                </c:pt>
                <c:pt idx="5460">
                  <c:v>44537</c:v>
                </c:pt>
                <c:pt idx="5461">
                  <c:v>44538</c:v>
                </c:pt>
                <c:pt idx="5462">
                  <c:v>44539</c:v>
                </c:pt>
                <c:pt idx="5463">
                  <c:v>44540</c:v>
                </c:pt>
                <c:pt idx="5464">
                  <c:v>44543</c:v>
                </c:pt>
                <c:pt idx="5465">
                  <c:v>44544</c:v>
                </c:pt>
                <c:pt idx="5466">
                  <c:v>44545</c:v>
                </c:pt>
                <c:pt idx="5467">
                  <c:v>44546</c:v>
                </c:pt>
                <c:pt idx="5468">
                  <c:v>44547</c:v>
                </c:pt>
                <c:pt idx="5469">
                  <c:v>44550</c:v>
                </c:pt>
                <c:pt idx="5470">
                  <c:v>44551</c:v>
                </c:pt>
                <c:pt idx="5471">
                  <c:v>44552</c:v>
                </c:pt>
                <c:pt idx="5472">
                  <c:v>44553</c:v>
                </c:pt>
                <c:pt idx="5473">
                  <c:v>44554</c:v>
                </c:pt>
                <c:pt idx="5474">
                  <c:v>44557</c:v>
                </c:pt>
                <c:pt idx="5475">
                  <c:v>44558</c:v>
                </c:pt>
                <c:pt idx="5476">
                  <c:v>44559</c:v>
                </c:pt>
                <c:pt idx="5477">
                  <c:v>44560</c:v>
                </c:pt>
                <c:pt idx="5478">
                  <c:v>44561</c:v>
                </c:pt>
                <c:pt idx="5479">
                  <c:v>44564</c:v>
                </c:pt>
                <c:pt idx="5480">
                  <c:v>44565</c:v>
                </c:pt>
                <c:pt idx="5481">
                  <c:v>44566</c:v>
                </c:pt>
                <c:pt idx="5482">
                  <c:v>44567</c:v>
                </c:pt>
                <c:pt idx="5483">
                  <c:v>44568</c:v>
                </c:pt>
                <c:pt idx="5484">
                  <c:v>44571</c:v>
                </c:pt>
                <c:pt idx="5485">
                  <c:v>44572</c:v>
                </c:pt>
                <c:pt idx="5486">
                  <c:v>44573</c:v>
                </c:pt>
                <c:pt idx="5487">
                  <c:v>44574</c:v>
                </c:pt>
                <c:pt idx="5488">
                  <c:v>44575</c:v>
                </c:pt>
                <c:pt idx="5489">
                  <c:v>44578</c:v>
                </c:pt>
                <c:pt idx="5490">
                  <c:v>44579</c:v>
                </c:pt>
                <c:pt idx="5491">
                  <c:v>44580</c:v>
                </c:pt>
                <c:pt idx="5492">
                  <c:v>44581</c:v>
                </c:pt>
                <c:pt idx="5493">
                  <c:v>44582</c:v>
                </c:pt>
                <c:pt idx="5494">
                  <c:v>44585</c:v>
                </c:pt>
                <c:pt idx="5495">
                  <c:v>44586</c:v>
                </c:pt>
                <c:pt idx="5496">
                  <c:v>44587</c:v>
                </c:pt>
                <c:pt idx="5497">
                  <c:v>44588</c:v>
                </c:pt>
                <c:pt idx="5498">
                  <c:v>44589</c:v>
                </c:pt>
                <c:pt idx="5499">
                  <c:v>44592</c:v>
                </c:pt>
                <c:pt idx="5500">
                  <c:v>44593</c:v>
                </c:pt>
                <c:pt idx="5501">
                  <c:v>44594</c:v>
                </c:pt>
                <c:pt idx="5502">
                  <c:v>44595</c:v>
                </c:pt>
                <c:pt idx="5503">
                  <c:v>44596</c:v>
                </c:pt>
                <c:pt idx="5504">
                  <c:v>44599</c:v>
                </c:pt>
                <c:pt idx="5505">
                  <c:v>44600</c:v>
                </c:pt>
                <c:pt idx="5506">
                  <c:v>44601</c:v>
                </c:pt>
                <c:pt idx="5507">
                  <c:v>44602</c:v>
                </c:pt>
                <c:pt idx="5508">
                  <c:v>44603</c:v>
                </c:pt>
                <c:pt idx="5509">
                  <c:v>44606</c:v>
                </c:pt>
                <c:pt idx="5510">
                  <c:v>44607</c:v>
                </c:pt>
                <c:pt idx="5511">
                  <c:v>44608</c:v>
                </c:pt>
                <c:pt idx="5512">
                  <c:v>44609</c:v>
                </c:pt>
                <c:pt idx="5513">
                  <c:v>44610</c:v>
                </c:pt>
                <c:pt idx="5514">
                  <c:v>44613</c:v>
                </c:pt>
                <c:pt idx="5515">
                  <c:v>44614</c:v>
                </c:pt>
                <c:pt idx="5516">
                  <c:v>44615</c:v>
                </c:pt>
                <c:pt idx="5517">
                  <c:v>44616</c:v>
                </c:pt>
                <c:pt idx="5518">
                  <c:v>44617</c:v>
                </c:pt>
                <c:pt idx="5519">
                  <c:v>44620</c:v>
                </c:pt>
                <c:pt idx="5520">
                  <c:v>44621</c:v>
                </c:pt>
                <c:pt idx="5521">
                  <c:v>44622</c:v>
                </c:pt>
                <c:pt idx="5522">
                  <c:v>44623</c:v>
                </c:pt>
                <c:pt idx="5523">
                  <c:v>44624</c:v>
                </c:pt>
                <c:pt idx="5524">
                  <c:v>44627</c:v>
                </c:pt>
                <c:pt idx="5525">
                  <c:v>44628</c:v>
                </c:pt>
                <c:pt idx="5526">
                  <c:v>44629</c:v>
                </c:pt>
                <c:pt idx="5527">
                  <c:v>44630</c:v>
                </c:pt>
                <c:pt idx="5528">
                  <c:v>44631</c:v>
                </c:pt>
                <c:pt idx="5529">
                  <c:v>44634</c:v>
                </c:pt>
                <c:pt idx="5530">
                  <c:v>44635</c:v>
                </c:pt>
                <c:pt idx="5531">
                  <c:v>44636</c:v>
                </c:pt>
                <c:pt idx="5532">
                  <c:v>44637</c:v>
                </c:pt>
                <c:pt idx="5533">
                  <c:v>44638</c:v>
                </c:pt>
                <c:pt idx="5534">
                  <c:v>44641</c:v>
                </c:pt>
                <c:pt idx="5535">
                  <c:v>44642</c:v>
                </c:pt>
                <c:pt idx="5536">
                  <c:v>44643</c:v>
                </c:pt>
                <c:pt idx="5537">
                  <c:v>44644</c:v>
                </c:pt>
                <c:pt idx="5538">
                  <c:v>44645</c:v>
                </c:pt>
                <c:pt idx="5539">
                  <c:v>44648</c:v>
                </c:pt>
                <c:pt idx="5540">
                  <c:v>44649</c:v>
                </c:pt>
                <c:pt idx="5541">
                  <c:v>44650</c:v>
                </c:pt>
                <c:pt idx="5542">
                  <c:v>44651</c:v>
                </c:pt>
                <c:pt idx="5543">
                  <c:v>44652</c:v>
                </c:pt>
                <c:pt idx="5544">
                  <c:v>44655</c:v>
                </c:pt>
                <c:pt idx="5545">
                  <c:v>44656</c:v>
                </c:pt>
                <c:pt idx="5546">
                  <c:v>44657</c:v>
                </c:pt>
                <c:pt idx="5547">
                  <c:v>44658</c:v>
                </c:pt>
                <c:pt idx="5548">
                  <c:v>44659</c:v>
                </c:pt>
                <c:pt idx="5549">
                  <c:v>44662</c:v>
                </c:pt>
                <c:pt idx="5550">
                  <c:v>44663</c:v>
                </c:pt>
                <c:pt idx="5551">
                  <c:v>44664</c:v>
                </c:pt>
                <c:pt idx="5552">
                  <c:v>44665</c:v>
                </c:pt>
                <c:pt idx="5553">
                  <c:v>44666</c:v>
                </c:pt>
                <c:pt idx="5554">
                  <c:v>44669</c:v>
                </c:pt>
                <c:pt idx="5555">
                  <c:v>44670</c:v>
                </c:pt>
                <c:pt idx="5556">
                  <c:v>44671</c:v>
                </c:pt>
                <c:pt idx="5557">
                  <c:v>44672</c:v>
                </c:pt>
                <c:pt idx="5558">
                  <c:v>44673</c:v>
                </c:pt>
                <c:pt idx="5559">
                  <c:v>44676</c:v>
                </c:pt>
                <c:pt idx="5560">
                  <c:v>44677</c:v>
                </c:pt>
                <c:pt idx="5561">
                  <c:v>44678</c:v>
                </c:pt>
                <c:pt idx="5562">
                  <c:v>44679</c:v>
                </c:pt>
                <c:pt idx="5563">
                  <c:v>44680</c:v>
                </c:pt>
                <c:pt idx="5564">
                  <c:v>44683</c:v>
                </c:pt>
                <c:pt idx="5565">
                  <c:v>44684</c:v>
                </c:pt>
                <c:pt idx="5566">
                  <c:v>44685</c:v>
                </c:pt>
                <c:pt idx="5567">
                  <c:v>44686</c:v>
                </c:pt>
                <c:pt idx="5568">
                  <c:v>44687</c:v>
                </c:pt>
                <c:pt idx="5569">
                  <c:v>44690</c:v>
                </c:pt>
                <c:pt idx="5570">
                  <c:v>44691</c:v>
                </c:pt>
                <c:pt idx="5571">
                  <c:v>44692</c:v>
                </c:pt>
                <c:pt idx="5572">
                  <c:v>44693</c:v>
                </c:pt>
                <c:pt idx="5573">
                  <c:v>44694</c:v>
                </c:pt>
                <c:pt idx="5574">
                  <c:v>44697</c:v>
                </c:pt>
                <c:pt idx="5575">
                  <c:v>44698</c:v>
                </c:pt>
                <c:pt idx="5576">
                  <c:v>44699</c:v>
                </c:pt>
                <c:pt idx="5577">
                  <c:v>44700</c:v>
                </c:pt>
                <c:pt idx="5578">
                  <c:v>44701</c:v>
                </c:pt>
                <c:pt idx="5579">
                  <c:v>44704</c:v>
                </c:pt>
                <c:pt idx="5580">
                  <c:v>44705</c:v>
                </c:pt>
                <c:pt idx="5581">
                  <c:v>44706</c:v>
                </c:pt>
                <c:pt idx="5582">
                  <c:v>44707</c:v>
                </c:pt>
                <c:pt idx="5583">
                  <c:v>44708</c:v>
                </c:pt>
                <c:pt idx="5584">
                  <c:v>44711</c:v>
                </c:pt>
                <c:pt idx="5585">
                  <c:v>44712</c:v>
                </c:pt>
                <c:pt idx="5586">
                  <c:v>44713</c:v>
                </c:pt>
                <c:pt idx="5587">
                  <c:v>44714</c:v>
                </c:pt>
                <c:pt idx="5588">
                  <c:v>44715</c:v>
                </c:pt>
                <c:pt idx="5589">
                  <c:v>44718</c:v>
                </c:pt>
                <c:pt idx="5590">
                  <c:v>44719</c:v>
                </c:pt>
                <c:pt idx="5591">
                  <c:v>44720</c:v>
                </c:pt>
                <c:pt idx="5592">
                  <c:v>44721</c:v>
                </c:pt>
                <c:pt idx="5593">
                  <c:v>44722</c:v>
                </c:pt>
                <c:pt idx="5594">
                  <c:v>44725</c:v>
                </c:pt>
                <c:pt idx="5595">
                  <c:v>44726</c:v>
                </c:pt>
                <c:pt idx="5596">
                  <c:v>44727</c:v>
                </c:pt>
                <c:pt idx="5597">
                  <c:v>44728</c:v>
                </c:pt>
                <c:pt idx="5598">
                  <c:v>44729</c:v>
                </c:pt>
                <c:pt idx="5599">
                  <c:v>44732</c:v>
                </c:pt>
                <c:pt idx="5600">
                  <c:v>44733</c:v>
                </c:pt>
                <c:pt idx="5601">
                  <c:v>44734</c:v>
                </c:pt>
                <c:pt idx="5602">
                  <c:v>44735</c:v>
                </c:pt>
                <c:pt idx="5603">
                  <c:v>44736</c:v>
                </c:pt>
                <c:pt idx="5604">
                  <c:v>44739</c:v>
                </c:pt>
                <c:pt idx="5605">
                  <c:v>44740</c:v>
                </c:pt>
                <c:pt idx="5606">
                  <c:v>44741</c:v>
                </c:pt>
                <c:pt idx="5607">
                  <c:v>44742</c:v>
                </c:pt>
                <c:pt idx="5608">
                  <c:v>44743</c:v>
                </c:pt>
                <c:pt idx="5609">
                  <c:v>44746</c:v>
                </c:pt>
                <c:pt idx="5610">
                  <c:v>44747</c:v>
                </c:pt>
                <c:pt idx="5611">
                  <c:v>44748</c:v>
                </c:pt>
                <c:pt idx="5612">
                  <c:v>44749</c:v>
                </c:pt>
                <c:pt idx="5613">
                  <c:v>44750</c:v>
                </c:pt>
                <c:pt idx="5614">
                  <c:v>44753</c:v>
                </c:pt>
                <c:pt idx="5615">
                  <c:v>44754</c:v>
                </c:pt>
                <c:pt idx="5616">
                  <c:v>44755</c:v>
                </c:pt>
                <c:pt idx="5617">
                  <c:v>44756</c:v>
                </c:pt>
                <c:pt idx="5618">
                  <c:v>44757</c:v>
                </c:pt>
                <c:pt idx="5619">
                  <c:v>44760</c:v>
                </c:pt>
                <c:pt idx="5620">
                  <c:v>44761</c:v>
                </c:pt>
                <c:pt idx="5621">
                  <c:v>44762</c:v>
                </c:pt>
                <c:pt idx="5622">
                  <c:v>44763</c:v>
                </c:pt>
                <c:pt idx="5623">
                  <c:v>44764</c:v>
                </c:pt>
                <c:pt idx="5624">
                  <c:v>44767</c:v>
                </c:pt>
                <c:pt idx="5625">
                  <c:v>44768</c:v>
                </c:pt>
                <c:pt idx="5626">
                  <c:v>44769</c:v>
                </c:pt>
                <c:pt idx="5627">
                  <c:v>44770</c:v>
                </c:pt>
                <c:pt idx="5628">
                  <c:v>44771</c:v>
                </c:pt>
                <c:pt idx="5629">
                  <c:v>44774</c:v>
                </c:pt>
                <c:pt idx="5630">
                  <c:v>44775</c:v>
                </c:pt>
                <c:pt idx="5631">
                  <c:v>44776</c:v>
                </c:pt>
                <c:pt idx="5632">
                  <c:v>44777</c:v>
                </c:pt>
                <c:pt idx="5633">
                  <c:v>44778</c:v>
                </c:pt>
                <c:pt idx="5634">
                  <c:v>44781</c:v>
                </c:pt>
                <c:pt idx="5635">
                  <c:v>44782</c:v>
                </c:pt>
                <c:pt idx="5636">
                  <c:v>44783</c:v>
                </c:pt>
                <c:pt idx="5637">
                  <c:v>44784</c:v>
                </c:pt>
                <c:pt idx="5638">
                  <c:v>44785</c:v>
                </c:pt>
                <c:pt idx="5639">
                  <c:v>44788</c:v>
                </c:pt>
                <c:pt idx="5640">
                  <c:v>44789</c:v>
                </c:pt>
                <c:pt idx="5641">
                  <c:v>44790</c:v>
                </c:pt>
                <c:pt idx="5642">
                  <c:v>44791</c:v>
                </c:pt>
                <c:pt idx="5643">
                  <c:v>44792</c:v>
                </c:pt>
                <c:pt idx="5644">
                  <c:v>44795</c:v>
                </c:pt>
                <c:pt idx="5645">
                  <c:v>44796</c:v>
                </c:pt>
                <c:pt idx="5646">
                  <c:v>44797</c:v>
                </c:pt>
                <c:pt idx="5647">
                  <c:v>44798</c:v>
                </c:pt>
                <c:pt idx="5648">
                  <c:v>44799</c:v>
                </c:pt>
                <c:pt idx="5649">
                  <c:v>44802</c:v>
                </c:pt>
                <c:pt idx="5650">
                  <c:v>44803</c:v>
                </c:pt>
                <c:pt idx="5651">
                  <c:v>44804</c:v>
                </c:pt>
                <c:pt idx="5652">
                  <c:v>44805</c:v>
                </c:pt>
                <c:pt idx="5653">
                  <c:v>44806</c:v>
                </c:pt>
                <c:pt idx="5654">
                  <c:v>44809</c:v>
                </c:pt>
                <c:pt idx="5655">
                  <c:v>44810</c:v>
                </c:pt>
                <c:pt idx="5656">
                  <c:v>44811</c:v>
                </c:pt>
                <c:pt idx="5657">
                  <c:v>44812</c:v>
                </c:pt>
                <c:pt idx="5658">
                  <c:v>44813</c:v>
                </c:pt>
                <c:pt idx="5659">
                  <c:v>44816</c:v>
                </c:pt>
                <c:pt idx="5660">
                  <c:v>44817</c:v>
                </c:pt>
                <c:pt idx="5661">
                  <c:v>44818</c:v>
                </c:pt>
                <c:pt idx="5662">
                  <c:v>44819</c:v>
                </c:pt>
                <c:pt idx="5663">
                  <c:v>44820</c:v>
                </c:pt>
                <c:pt idx="5664">
                  <c:v>44823</c:v>
                </c:pt>
                <c:pt idx="5665">
                  <c:v>44824</c:v>
                </c:pt>
                <c:pt idx="5666">
                  <c:v>44825</c:v>
                </c:pt>
                <c:pt idx="5667">
                  <c:v>44826</c:v>
                </c:pt>
                <c:pt idx="5668">
                  <c:v>44827</c:v>
                </c:pt>
                <c:pt idx="5669">
                  <c:v>44830</c:v>
                </c:pt>
                <c:pt idx="5670">
                  <c:v>44831</c:v>
                </c:pt>
                <c:pt idx="5671">
                  <c:v>44832</c:v>
                </c:pt>
                <c:pt idx="5672">
                  <c:v>44833</c:v>
                </c:pt>
                <c:pt idx="5673">
                  <c:v>44834</c:v>
                </c:pt>
                <c:pt idx="5674">
                  <c:v>44837</c:v>
                </c:pt>
                <c:pt idx="5675">
                  <c:v>44838</c:v>
                </c:pt>
                <c:pt idx="5676">
                  <c:v>44839</c:v>
                </c:pt>
                <c:pt idx="5677">
                  <c:v>44840</c:v>
                </c:pt>
                <c:pt idx="5678">
                  <c:v>44841</c:v>
                </c:pt>
                <c:pt idx="5679">
                  <c:v>44844</c:v>
                </c:pt>
                <c:pt idx="5680">
                  <c:v>44845</c:v>
                </c:pt>
                <c:pt idx="5681">
                  <c:v>44846</c:v>
                </c:pt>
                <c:pt idx="5682">
                  <c:v>44847</c:v>
                </c:pt>
                <c:pt idx="5683">
                  <c:v>44848</c:v>
                </c:pt>
                <c:pt idx="5684">
                  <c:v>44851</c:v>
                </c:pt>
                <c:pt idx="5685">
                  <c:v>44852</c:v>
                </c:pt>
                <c:pt idx="5686">
                  <c:v>44853</c:v>
                </c:pt>
                <c:pt idx="5687">
                  <c:v>44854</c:v>
                </c:pt>
                <c:pt idx="5688">
                  <c:v>44855</c:v>
                </c:pt>
                <c:pt idx="5689">
                  <c:v>44858</c:v>
                </c:pt>
                <c:pt idx="5690">
                  <c:v>44859</c:v>
                </c:pt>
                <c:pt idx="5691">
                  <c:v>44860</c:v>
                </c:pt>
                <c:pt idx="5692">
                  <c:v>44861</c:v>
                </c:pt>
                <c:pt idx="5693">
                  <c:v>44862</c:v>
                </c:pt>
                <c:pt idx="5694">
                  <c:v>44865</c:v>
                </c:pt>
                <c:pt idx="5695">
                  <c:v>44866</c:v>
                </c:pt>
                <c:pt idx="5696">
                  <c:v>44867</c:v>
                </c:pt>
                <c:pt idx="5697">
                  <c:v>44868</c:v>
                </c:pt>
                <c:pt idx="5698">
                  <c:v>44869</c:v>
                </c:pt>
                <c:pt idx="5699">
                  <c:v>44872</c:v>
                </c:pt>
                <c:pt idx="5700">
                  <c:v>44873</c:v>
                </c:pt>
                <c:pt idx="5701">
                  <c:v>44874</c:v>
                </c:pt>
                <c:pt idx="5702">
                  <c:v>44875</c:v>
                </c:pt>
                <c:pt idx="5703">
                  <c:v>44876</c:v>
                </c:pt>
                <c:pt idx="5704">
                  <c:v>44879</c:v>
                </c:pt>
                <c:pt idx="5705">
                  <c:v>44880</c:v>
                </c:pt>
                <c:pt idx="5706">
                  <c:v>44881</c:v>
                </c:pt>
                <c:pt idx="5707">
                  <c:v>44882</c:v>
                </c:pt>
                <c:pt idx="5708">
                  <c:v>44883</c:v>
                </c:pt>
                <c:pt idx="5709">
                  <c:v>44886</c:v>
                </c:pt>
                <c:pt idx="5710">
                  <c:v>44887</c:v>
                </c:pt>
                <c:pt idx="5711">
                  <c:v>44888</c:v>
                </c:pt>
                <c:pt idx="5712">
                  <c:v>44889</c:v>
                </c:pt>
                <c:pt idx="5713">
                  <c:v>44890</c:v>
                </c:pt>
                <c:pt idx="5714">
                  <c:v>44893</c:v>
                </c:pt>
                <c:pt idx="5715">
                  <c:v>44894</c:v>
                </c:pt>
                <c:pt idx="5716">
                  <c:v>44895</c:v>
                </c:pt>
                <c:pt idx="5717">
                  <c:v>44896</c:v>
                </c:pt>
                <c:pt idx="5718">
                  <c:v>44897</c:v>
                </c:pt>
                <c:pt idx="5719">
                  <c:v>44900</c:v>
                </c:pt>
                <c:pt idx="5720">
                  <c:v>44901</c:v>
                </c:pt>
                <c:pt idx="5721">
                  <c:v>44902</c:v>
                </c:pt>
                <c:pt idx="5722">
                  <c:v>44903</c:v>
                </c:pt>
                <c:pt idx="5723">
                  <c:v>44904</c:v>
                </c:pt>
                <c:pt idx="5724">
                  <c:v>44907</c:v>
                </c:pt>
                <c:pt idx="5725">
                  <c:v>44908</c:v>
                </c:pt>
                <c:pt idx="5726">
                  <c:v>44909</c:v>
                </c:pt>
                <c:pt idx="5727">
                  <c:v>44910</c:v>
                </c:pt>
                <c:pt idx="5728">
                  <c:v>44911</c:v>
                </c:pt>
                <c:pt idx="5729">
                  <c:v>44914</c:v>
                </c:pt>
                <c:pt idx="5730">
                  <c:v>44915</c:v>
                </c:pt>
                <c:pt idx="5731">
                  <c:v>44916</c:v>
                </c:pt>
                <c:pt idx="5732">
                  <c:v>44917</c:v>
                </c:pt>
                <c:pt idx="5733">
                  <c:v>44918</c:v>
                </c:pt>
                <c:pt idx="5734">
                  <c:v>44921</c:v>
                </c:pt>
                <c:pt idx="5735">
                  <c:v>44922</c:v>
                </c:pt>
                <c:pt idx="5736">
                  <c:v>44923</c:v>
                </c:pt>
                <c:pt idx="5737">
                  <c:v>44924</c:v>
                </c:pt>
                <c:pt idx="5738">
                  <c:v>44925</c:v>
                </c:pt>
                <c:pt idx="5739">
                  <c:v>44928</c:v>
                </c:pt>
                <c:pt idx="5740">
                  <c:v>44929</c:v>
                </c:pt>
                <c:pt idx="5741">
                  <c:v>44930</c:v>
                </c:pt>
                <c:pt idx="5742">
                  <c:v>44931</c:v>
                </c:pt>
                <c:pt idx="5743">
                  <c:v>44932</c:v>
                </c:pt>
                <c:pt idx="5744">
                  <c:v>44935</c:v>
                </c:pt>
                <c:pt idx="5745">
                  <c:v>44936</c:v>
                </c:pt>
                <c:pt idx="5746">
                  <c:v>44937</c:v>
                </c:pt>
                <c:pt idx="5747">
                  <c:v>44938</c:v>
                </c:pt>
                <c:pt idx="5748">
                  <c:v>44939</c:v>
                </c:pt>
                <c:pt idx="5749">
                  <c:v>44942</c:v>
                </c:pt>
                <c:pt idx="5750">
                  <c:v>44943</c:v>
                </c:pt>
                <c:pt idx="5751">
                  <c:v>44944</c:v>
                </c:pt>
                <c:pt idx="5752">
                  <c:v>44945</c:v>
                </c:pt>
                <c:pt idx="5753">
                  <c:v>44946</c:v>
                </c:pt>
                <c:pt idx="5754">
                  <c:v>44949</c:v>
                </c:pt>
                <c:pt idx="5755">
                  <c:v>44950</c:v>
                </c:pt>
                <c:pt idx="5756">
                  <c:v>44951</c:v>
                </c:pt>
                <c:pt idx="5757">
                  <c:v>44952</c:v>
                </c:pt>
                <c:pt idx="5758">
                  <c:v>44953</c:v>
                </c:pt>
                <c:pt idx="5759">
                  <c:v>44956</c:v>
                </c:pt>
                <c:pt idx="5760">
                  <c:v>44957</c:v>
                </c:pt>
                <c:pt idx="5761">
                  <c:v>44958</c:v>
                </c:pt>
                <c:pt idx="5762">
                  <c:v>44959</c:v>
                </c:pt>
                <c:pt idx="5763">
                  <c:v>44960</c:v>
                </c:pt>
                <c:pt idx="5764">
                  <c:v>44963</c:v>
                </c:pt>
                <c:pt idx="5765">
                  <c:v>44964</c:v>
                </c:pt>
                <c:pt idx="5766">
                  <c:v>44965</c:v>
                </c:pt>
                <c:pt idx="5767">
                  <c:v>44966</c:v>
                </c:pt>
                <c:pt idx="5768">
                  <c:v>44967</c:v>
                </c:pt>
                <c:pt idx="5769">
                  <c:v>44970</c:v>
                </c:pt>
                <c:pt idx="5770">
                  <c:v>44971</c:v>
                </c:pt>
                <c:pt idx="5771">
                  <c:v>44972</c:v>
                </c:pt>
                <c:pt idx="5772">
                  <c:v>44973</c:v>
                </c:pt>
                <c:pt idx="5773">
                  <c:v>44974</c:v>
                </c:pt>
                <c:pt idx="5774">
                  <c:v>44977</c:v>
                </c:pt>
                <c:pt idx="5775">
                  <c:v>44978</c:v>
                </c:pt>
                <c:pt idx="5776">
                  <c:v>44979</c:v>
                </c:pt>
                <c:pt idx="5777">
                  <c:v>44980</c:v>
                </c:pt>
                <c:pt idx="5778">
                  <c:v>44981</c:v>
                </c:pt>
                <c:pt idx="5779">
                  <c:v>44984</c:v>
                </c:pt>
                <c:pt idx="5780">
                  <c:v>44985</c:v>
                </c:pt>
                <c:pt idx="5781">
                  <c:v>44986</c:v>
                </c:pt>
                <c:pt idx="5782">
                  <c:v>44987</c:v>
                </c:pt>
                <c:pt idx="5783">
                  <c:v>44988</c:v>
                </c:pt>
                <c:pt idx="5784">
                  <c:v>44991</c:v>
                </c:pt>
                <c:pt idx="5785">
                  <c:v>44992</c:v>
                </c:pt>
                <c:pt idx="5786">
                  <c:v>44993</c:v>
                </c:pt>
                <c:pt idx="5787">
                  <c:v>44994</c:v>
                </c:pt>
                <c:pt idx="5788">
                  <c:v>44995</c:v>
                </c:pt>
                <c:pt idx="5789">
                  <c:v>44998</c:v>
                </c:pt>
                <c:pt idx="5790">
                  <c:v>44999</c:v>
                </c:pt>
                <c:pt idx="5791">
                  <c:v>45000</c:v>
                </c:pt>
                <c:pt idx="5792">
                  <c:v>45001</c:v>
                </c:pt>
                <c:pt idx="5793">
                  <c:v>45002</c:v>
                </c:pt>
                <c:pt idx="5794">
                  <c:v>45005</c:v>
                </c:pt>
                <c:pt idx="5795">
                  <c:v>45006</c:v>
                </c:pt>
                <c:pt idx="5796">
                  <c:v>45007</c:v>
                </c:pt>
                <c:pt idx="5797">
                  <c:v>45008</c:v>
                </c:pt>
                <c:pt idx="5798">
                  <c:v>45009</c:v>
                </c:pt>
                <c:pt idx="5799">
                  <c:v>45012</c:v>
                </c:pt>
                <c:pt idx="5800">
                  <c:v>45013</c:v>
                </c:pt>
                <c:pt idx="5801">
                  <c:v>45014</c:v>
                </c:pt>
                <c:pt idx="5802">
                  <c:v>45015</c:v>
                </c:pt>
                <c:pt idx="5803">
                  <c:v>45016</c:v>
                </c:pt>
                <c:pt idx="5804">
                  <c:v>45019</c:v>
                </c:pt>
                <c:pt idx="5805">
                  <c:v>45020</c:v>
                </c:pt>
                <c:pt idx="5806">
                  <c:v>45021</c:v>
                </c:pt>
                <c:pt idx="5807">
                  <c:v>45022</c:v>
                </c:pt>
                <c:pt idx="5808">
                  <c:v>45023</c:v>
                </c:pt>
                <c:pt idx="5809">
                  <c:v>45026</c:v>
                </c:pt>
                <c:pt idx="5810">
                  <c:v>45027</c:v>
                </c:pt>
                <c:pt idx="5811">
                  <c:v>45028</c:v>
                </c:pt>
                <c:pt idx="5812">
                  <c:v>45029</c:v>
                </c:pt>
                <c:pt idx="5813">
                  <c:v>45030</c:v>
                </c:pt>
                <c:pt idx="5814">
                  <c:v>45033</c:v>
                </c:pt>
                <c:pt idx="5815">
                  <c:v>45034</c:v>
                </c:pt>
                <c:pt idx="5816">
                  <c:v>45035</c:v>
                </c:pt>
                <c:pt idx="5817">
                  <c:v>45036</c:v>
                </c:pt>
                <c:pt idx="5818">
                  <c:v>45037</c:v>
                </c:pt>
                <c:pt idx="5819">
                  <c:v>45040</c:v>
                </c:pt>
                <c:pt idx="5820">
                  <c:v>45041</c:v>
                </c:pt>
                <c:pt idx="5821">
                  <c:v>45042</c:v>
                </c:pt>
                <c:pt idx="5822">
                  <c:v>45043</c:v>
                </c:pt>
                <c:pt idx="5823">
                  <c:v>45044</c:v>
                </c:pt>
                <c:pt idx="5824">
                  <c:v>45047</c:v>
                </c:pt>
                <c:pt idx="5825">
                  <c:v>45048</c:v>
                </c:pt>
                <c:pt idx="5826">
                  <c:v>45049</c:v>
                </c:pt>
                <c:pt idx="5827">
                  <c:v>45050</c:v>
                </c:pt>
                <c:pt idx="5828">
                  <c:v>45051</c:v>
                </c:pt>
                <c:pt idx="5829">
                  <c:v>45054</c:v>
                </c:pt>
                <c:pt idx="5830">
                  <c:v>45055</c:v>
                </c:pt>
                <c:pt idx="5831">
                  <c:v>45056</c:v>
                </c:pt>
                <c:pt idx="5832">
                  <c:v>45057</c:v>
                </c:pt>
                <c:pt idx="5833">
                  <c:v>45058</c:v>
                </c:pt>
                <c:pt idx="5834">
                  <c:v>45061</c:v>
                </c:pt>
                <c:pt idx="5835">
                  <c:v>45062</c:v>
                </c:pt>
                <c:pt idx="5836">
                  <c:v>45063</c:v>
                </c:pt>
                <c:pt idx="5837">
                  <c:v>45064</c:v>
                </c:pt>
                <c:pt idx="5838">
                  <c:v>45065</c:v>
                </c:pt>
                <c:pt idx="5839">
                  <c:v>45068</c:v>
                </c:pt>
                <c:pt idx="5840">
                  <c:v>45069</c:v>
                </c:pt>
                <c:pt idx="5841">
                  <c:v>45070</c:v>
                </c:pt>
                <c:pt idx="5842">
                  <c:v>45071</c:v>
                </c:pt>
                <c:pt idx="5843">
                  <c:v>45072</c:v>
                </c:pt>
                <c:pt idx="5844">
                  <c:v>45075</c:v>
                </c:pt>
                <c:pt idx="5845">
                  <c:v>45076</c:v>
                </c:pt>
                <c:pt idx="5846">
                  <c:v>45077</c:v>
                </c:pt>
                <c:pt idx="5847">
                  <c:v>45078</c:v>
                </c:pt>
                <c:pt idx="5848">
                  <c:v>45079</c:v>
                </c:pt>
                <c:pt idx="5849">
                  <c:v>45082</c:v>
                </c:pt>
                <c:pt idx="5850">
                  <c:v>45083</c:v>
                </c:pt>
                <c:pt idx="5851">
                  <c:v>45084</c:v>
                </c:pt>
                <c:pt idx="5852">
                  <c:v>45085</c:v>
                </c:pt>
                <c:pt idx="5853">
                  <c:v>45086</c:v>
                </c:pt>
                <c:pt idx="5854">
                  <c:v>45089</c:v>
                </c:pt>
                <c:pt idx="5855">
                  <c:v>45090</c:v>
                </c:pt>
                <c:pt idx="5856">
                  <c:v>45091</c:v>
                </c:pt>
                <c:pt idx="5857">
                  <c:v>45092</c:v>
                </c:pt>
                <c:pt idx="5858">
                  <c:v>45093</c:v>
                </c:pt>
                <c:pt idx="5859">
                  <c:v>45096</c:v>
                </c:pt>
                <c:pt idx="5860">
                  <c:v>45097</c:v>
                </c:pt>
                <c:pt idx="5861">
                  <c:v>45098</c:v>
                </c:pt>
                <c:pt idx="5862">
                  <c:v>45099</c:v>
                </c:pt>
                <c:pt idx="5863">
                  <c:v>45100</c:v>
                </c:pt>
                <c:pt idx="5864">
                  <c:v>45103</c:v>
                </c:pt>
                <c:pt idx="5865">
                  <c:v>45104</c:v>
                </c:pt>
                <c:pt idx="5866">
                  <c:v>45105</c:v>
                </c:pt>
                <c:pt idx="5867">
                  <c:v>45106</c:v>
                </c:pt>
                <c:pt idx="5868">
                  <c:v>45107</c:v>
                </c:pt>
                <c:pt idx="5869">
                  <c:v>45110</c:v>
                </c:pt>
                <c:pt idx="5870">
                  <c:v>45111</c:v>
                </c:pt>
                <c:pt idx="5871">
                  <c:v>45112</c:v>
                </c:pt>
                <c:pt idx="5872">
                  <c:v>45113</c:v>
                </c:pt>
                <c:pt idx="5873">
                  <c:v>45114</c:v>
                </c:pt>
                <c:pt idx="5874">
                  <c:v>45117</c:v>
                </c:pt>
                <c:pt idx="5875">
                  <c:v>45118</c:v>
                </c:pt>
                <c:pt idx="5876">
                  <c:v>45119</c:v>
                </c:pt>
                <c:pt idx="5877">
                  <c:v>45120</c:v>
                </c:pt>
                <c:pt idx="5878">
                  <c:v>45121</c:v>
                </c:pt>
                <c:pt idx="5879">
                  <c:v>45124</c:v>
                </c:pt>
                <c:pt idx="5880">
                  <c:v>45125</c:v>
                </c:pt>
                <c:pt idx="5881">
                  <c:v>45126</c:v>
                </c:pt>
                <c:pt idx="5882">
                  <c:v>45127</c:v>
                </c:pt>
                <c:pt idx="5883">
                  <c:v>45128</c:v>
                </c:pt>
                <c:pt idx="5884">
                  <c:v>45131</c:v>
                </c:pt>
                <c:pt idx="5885">
                  <c:v>45132</c:v>
                </c:pt>
                <c:pt idx="5886">
                  <c:v>45133</c:v>
                </c:pt>
                <c:pt idx="5887">
                  <c:v>45134</c:v>
                </c:pt>
                <c:pt idx="5888">
                  <c:v>45135</c:v>
                </c:pt>
                <c:pt idx="5889">
                  <c:v>45138</c:v>
                </c:pt>
                <c:pt idx="5890">
                  <c:v>45139</c:v>
                </c:pt>
                <c:pt idx="5891">
                  <c:v>45140</c:v>
                </c:pt>
                <c:pt idx="5892">
                  <c:v>45141</c:v>
                </c:pt>
                <c:pt idx="5893">
                  <c:v>45142</c:v>
                </c:pt>
                <c:pt idx="5894">
                  <c:v>45145</c:v>
                </c:pt>
                <c:pt idx="5895">
                  <c:v>45146</c:v>
                </c:pt>
                <c:pt idx="5896">
                  <c:v>45147</c:v>
                </c:pt>
                <c:pt idx="5897">
                  <c:v>45148</c:v>
                </c:pt>
                <c:pt idx="5898">
                  <c:v>45149</c:v>
                </c:pt>
                <c:pt idx="5899">
                  <c:v>45152</c:v>
                </c:pt>
                <c:pt idx="5900">
                  <c:v>45153</c:v>
                </c:pt>
                <c:pt idx="5901">
                  <c:v>45154</c:v>
                </c:pt>
                <c:pt idx="5902">
                  <c:v>45155</c:v>
                </c:pt>
                <c:pt idx="5903">
                  <c:v>45156</c:v>
                </c:pt>
                <c:pt idx="5904">
                  <c:v>45159</c:v>
                </c:pt>
                <c:pt idx="5905">
                  <c:v>45160</c:v>
                </c:pt>
                <c:pt idx="5906">
                  <c:v>45161</c:v>
                </c:pt>
                <c:pt idx="5907">
                  <c:v>45162</c:v>
                </c:pt>
                <c:pt idx="5908">
                  <c:v>45163</c:v>
                </c:pt>
                <c:pt idx="5909">
                  <c:v>45166</c:v>
                </c:pt>
                <c:pt idx="5910">
                  <c:v>45167</c:v>
                </c:pt>
                <c:pt idx="5911">
                  <c:v>45168</c:v>
                </c:pt>
                <c:pt idx="5912">
                  <c:v>45169</c:v>
                </c:pt>
                <c:pt idx="5913">
                  <c:v>45170</c:v>
                </c:pt>
                <c:pt idx="5914">
                  <c:v>45173</c:v>
                </c:pt>
                <c:pt idx="5915">
                  <c:v>45174</c:v>
                </c:pt>
                <c:pt idx="5916">
                  <c:v>45175</c:v>
                </c:pt>
                <c:pt idx="5917">
                  <c:v>45176</c:v>
                </c:pt>
                <c:pt idx="5918">
                  <c:v>45177</c:v>
                </c:pt>
                <c:pt idx="5919">
                  <c:v>45180</c:v>
                </c:pt>
                <c:pt idx="5920">
                  <c:v>45181</c:v>
                </c:pt>
                <c:pt idx="5921">
                  <c:v>45182</c:v>
                </c:pt>
                <c:pt idx="5922">
                  <c:v>45183</c:v>
                </c:pt>
                <c:pt idx="5923">
                  <c:v>45184</c:v>
                </c:pt>
                <c:pt idx="5924">
                  <c:v>45187</c:v>
                </c:pt>
                <c:pt idx="5925">
                  <c:v>45188</c:v>
                </c:pt>
                <c:pt idx="5926">
                  <c:v>45189</c:v>
                </c:pt>
                <c:pt idx="5927">
                  <c:v>45190</c:v>
                </c:pt>
                <c:pt idx="5928">
                  <c:v>45191</c:v>
                </c:pt>
                <c:pt idx="5929">
                  <c:v>45194</c:v>
                </c:pt>
                <c:pt idx="5930">
                  <c:v>45195</c:v>
                </c:pt>
                <c:pt idx="5931">
                  <c:v>45196</c:v>
                </c:pt>
                <c:pt idx="5932">
                  <c:v>45197</c:v>
                </c:pt>
                <c:pt idx="5933">
                  <c:v>45198</c:v>
                </c:pt>
                <c:pt idx="5934">
                  <c:v>45201</c:v>
                </c:pt>
                <c:pt idx="5935">
                  <c:v>45202</c:v>
                </c:pt>
                <c:pt idx="5936">
                  <c:v>45203</c:v>
                </c:pt>
                <c:pt idx="5937">
                  <c:v>45204</c:v>
                </c:pt>
                <c:pt idx="5938">
                  <c:v>45205</c:v>
                </c:pt>
                <c:pt idx="5939">
                  <c:v>45208</c:v>
                </c:pt>
                <c:pt idx="5940">
                  <c:v>45209</c:v>
                </c:pt>
                <c:pt idx="5941">
                  <c:v>45210</c:v>
                </c:pt>
                <c:pt idx="5942">
                  <c:v>45211</c:v>
                </c:pt>
                <c:pt idx="5943">
                  <c:v>45212</c:v>
                </c:pt>
                <c:pt idx="5944">
                  <c:v>45215</c:v>
                </c:pt>
                <c:pt idx="5945">
                  <c:v>45216</c:v>
                </c:pt>
                <c:pt idx="5946">
                  <c:v>45217</c:v>
                </c:pt>
                <c:pt idx="5947">
                  <c:v>45218</c:v>
                </c:pt>
                <c:pt idx="5948">
                  <c:v>45219</c:v>
                </c:pt>
                <c:pt idx="5949">
                  <c:v>45222</c:v>
                </c:pt>
                <c:pt idx="5950">
                  <c:v>45223</c:v>
                </c:pt>
                <c:pt idx="5951">
                  <c:v>45224</c:v>
                </c:pt>
                <c:pt idx="5952">
                  <c:v>45225</c:v>
                </c:pt>
                <c:pt idx="5953">
                  <c:v>45226</c:v>
                </c:pt>
                <c:pt idx="5954">
                  <c:v>45229</c:v>
                </c:pt>
                <c:pt idx="5955">
                  <c:v>45230</c:v>
                </c:pt>
                <c:pt idx="5956">
                  <c:v>45231</c:v>
                </c:pt>
                <c:pt idx="5957">
                  <c:v>45232</c:v>
                </c:pt>
                <c:pt idx="5958">
                  <c:v>45233</c:v>
                </c:pt>
                <c:pt idx="5959">
                  <c:v>45236</c:v>
                </c:pt>
                <c:pt idx="5960">
                  <c:v>45237</c:v>
                </c:pt>
                <c:pt idx="5961">
                  <c:v>45238</c:v>
                </c:pt>
                <c:pt idx="5962">
                  <c:v>45239</c:v>
                </c:pt>
                <c:pt idx="5963">
                  <c:v>45240</c:v>
                </c:pt>
                <c:pt idx="5964">
                  <c:v>45243</c:v>
                </c:pt>
                <c:pt idx="5965">
                  <c:v>45244</c:v>
                </c:pt>
                <c:pt idx="5966">
                  <c:v>45245</c:v>
                </c:pt>
                <c:pt idx="5967">
                  <c:v>45246</c:v>
                </c:pt>
                <c:pt idx="5968">
                  <c:v>45247</c:v>
                </c:pt>
                <c:pt idx="5969">
                  <c:v>45250</c:v>
                </c:pt>
                <c:pt idx="5970">
                  <c:v>45251</c:v>
                </c:pt>
                <c:pt idx="5971">
                  <c:v>45252</c:v>
                </c:pt>
                <c:pt idx="5972">
                  <c:v>45253</c:v>
                </c:pt>
                <c:pt idx="5973">
                  <c:v>45254</c:v>
                </c:pt>
                <c:pt idx="5974">
                  <c:v>45257</c:v>
                </c:pt>
                <c:pt idx="5975">
                  <c:v>45258</c:v>
                </c:pt>
                <c:pt idx="5976">
                  <c:v>45259</c:v>
                </c:pt>
                <c:pt idx="5977">
                  <c:v>45260</c:v>
                </c:pt>
                <c:pt idx="5978">
                  <c:v>45261</c:v>
                </c:pt>
                <c:pt idx="5979">
                  <c:v>45264</c:v>
                </c:pt>
                <c:pt idx="5980">
                  <c:v>45265</c:v>
                </c:pt>
                <c:pt idx="5981">
                  <c:v>45266</c:v>
                </c:pt>
                <c:pt idx="5982">
                  <c:v>45267</c:v>
                </c:pt>
                <c:pt idx="5983">
                  <c:v>45268</c:v>
                </c:pt>
                <c:pt idx="5984">
                  <c:v>45271</c:v>
                </c:pt>
                <c:pt idx="5985">
                  <c:v>45272</c:v>
                </c:pt>
                <c:pt idx="5986">
                  <c:v>45273</c:v>
                </c:pt>
                <c:pt idx="5987">
                  <c:v>45274</c:v>
                </c:pt>
                <c:pt idx="5988">
                  <c:v>45275</c:v>
                </c:pt>
                <c:pt idx="5989">
                  <c:v>45278</c:v>
                </c:pt>
                <c:pt idx="5990">
                  <c:v>45279</c:v>
                </c:pt>
                <c:pt idx="5991">
                  <c:v>45280</c:v>
                </c:pt>
                <c:pt idx="5992">
                  <c:v>45281</c:v>
                </c:pt>
                <c:pt idx="5993">
                  <c:v>45282</c:v>
                </c:pt>
                <c:pt idx="5994">
                  <c:v>45285</c:v>
                </c:pt>
                <c:pt idx="5995">
                  <c:v>45286</c:v>
                </c:pt>
                <c:pt idx="5996">
                  <c:v>45287</c:v>
                </c:pt>
                <c:pt idx="5997">
                  <c:v>45288</c:v>
                </c:pt>
                <c:pt idx="5998">
                  <c:v>45289</c:v>
                </c:pt>
                <c:pt idx="5999">
                  <c:v>45292</c:v>
                </c:pt>
                <c:pt idx="6000">
                  <c:v>45293</c:v>
                </c:pt>
                <c:pt idx="6001">
                  <c:v>45294</c:v>
                </c:pt>
                <c:pt idx="6002">
                  <c:v>45295</c:v>
                </c:pt>
                <c:pt idx="6003">
                  <c:v>45296</c:v>
                </c:pt>
                <c:pt idx="6004">
                  <c:v>45299</c:v>
                </c:pt>
                <c:pt idx="6005">
                  <c:v>45300</c:v>
                </c:pt>
                <c:pt idx="6006">
                  <c:v>45301</c:v>
                </c:pt>
                <c:pt idx="6007">
                  <c:v>45302</c:v>
                </c:pt>
                <c:pt idx="6008">
                  <c:v>45303</c:v>
                </c:pt>
                <c:pt idx="6009">
                  <c:v>45306</c:v>
                </c:pt>
                <c:pt idx="6010">
                  <c:v>45307</c:v>
                </c:pt>
                <c:pt idx="6011">
                  <c:v>45308</c:v>
                </c:pt>
                <c:pt idx="6012">
                  <c:v>45309</c:v>
                </c:pt>
                <c:pt idx="6013">
                  <c:v>45310</c:v>
                </c:pt>
                <c:pt idx="6014">
                  <c:v>45313</c:v>
                </c:pt>
                <c:pt idx="6015">
                  <c:v>45314</c:v>
                </c:pt>
                <c:pt idx="6016">
                  <c:v>45315</c:v>
                </c:pt>
                <c:pt idx="6017">
                  <c:v>45316</c:v>
                </c:pt>
                <c:pt idx="6018">
                  <c:v>45317</c:v>
                </c:pt>
                <c:pt idx="6019">
                  <c:v>45320</c:v>
                </c:pt>
                <c:pt idx="6020">
                  <c:v>45321</c:v>
                </c:pt>
                <c:pt idx="6021">
                  <c:v>45322</c:v>
                </c:pt>
                <c:pt idx="6022">
                  <c:v>45323</c:v>
                </c:pt>
                <c:pt idx="6023">
                  <c:v>45324</c:v>
                </c:pt>
                <c:pt idx="6024">
                  <c:v>45327</c:v>
                </c:pt>
                <c:pt idx="6025">
                  <c:v>45328</c:v>
                </c:pt>
                <c:pt idx="6026">
                  <c:v>45329</c:v>
                </c:pt>
                <c:pt idx="6027">
                  <c:v>45330</c:v>
                </c:pt>
                <c:pt idx="6028">
                  <c:v>45331</c:v>
                </c:pt>
                <c:pt idx="6029">
                  <c:v>45334</c:v>
                </c:pt>
                <c:pt idx="6030">
                  <c:v>45335</c:v>
                </c:pt>
                <c:pt idx="6031">
                  <c:v>45336</c:v>
                </c:pt>
                <c:pt idx="6032">
                  <c:v>45337</c:v>
                </c:pt>
                <c:pt idx="6033">
                  <c:v>45338</c:v>
                </c:pt>
                <c:pt idx="6034">
                  <c:v>45341</c:v>
                </c:pt>
                <c:pt idx="6035">
                  <c:v>45342</c:v>
                </c:pt>
                <c:pt idx="6036">
                  <c:v>45343</c:v>
                </c:pt>
                <c:pt idx="6037">
                  <c:v>45344</c:v>
                </c:pt>
                <c:pt idx="6038">
                  <c:v>45345</c:v>
                </c:pt>
                <c:pt idx="6039">
                  <c:v>45348</c:v>
                </c:pt>
                <c:pt idx="6040">
                  <c:v>45349</c:v>
                </c:pt>
                <c:pt idx="6041">
                  <c:v>45350</c:v>
                </c:pt>
                <c:pt idx="6042">
                  <c:v>45351</c:v>
                </c:pt>
                <c:pt idx="6043">
                  <c:v>45352</c:v>
                </c:pt>
                <c:pt idx="6044">
                  <c:v>45355</c:v>
                </c:pt>
                <c:pt idx="6045">
                  <c:v>45356</c:v>
                </c:pt>
                <c:pt idx="6046">
                  <c:v>45357</c:v>
                </c:pt>
                <c:pt idx="6047">
                  <c:v>45358</c:v>
                </c:pt>
                <c:pt idx="6048">
                  <c:v>45359</c:v>
                </c:pt>
                <c:pt idx="6049">
                  <c:v>45362</c:v>
                </c:pt>
                <c:pt idx="6050">
                  <c:v>45363</c:v>
                </c:pt>
                <c:pt idx="6051">
                  <c:v>45364</c:v>
                </c:pt>
                <c:pt idx="6052">
                  <c:v>45365</c:v>
                </c:pt>
                <c:pt idx="6053">
                  <c:v>45366</c:v>
                </c:pt>
                <c:pt idx="6054">
                  <c:v>45369</c:v>
                </c:pt>
                <c:pt idx="6055">
                  <c:v>45370</c:v>
                </c:pt>
                <c:pt idx="6056">
                  <c:v>45371</c:v>
                </c:pt>
                <c:pt idx="6057">
                  <c:v>45372</c:v>
                </c:pt>
                <c:pt idx="6058">
                  <c:v>45373</c:v>
                </c:pt>
                <c:pt idx="6059">
                  <c:v>45376</c:v>
                </c:pt>
                <c:pt idx="6060">
                  <c:v>45377</c:v>
                </c:pt>
                <c:pt idx="6061">
                  <c:v>45378</c:v>
                </c:pt>
                <c:pt idx="6062">
                  <c:v>45379</c:v>
                </c:pt>
                <c:pt idx="6063">
                  <c:v>45380</c:v>
                </c:pt>
                <c:pt idx="6064">
                  <c:v>45383</c:v>
                </c:pt>
                <c:pt idx="6065">
                  <c:v>45384</c:v>
                </c:pt>
                <c:pt idx="6066">
                  <c:v>45385</c:v>
                </c:pt>
                <c:pt idx="6067">
                  <c:v>45386</c:v>
                </c:pt>
                <c:pt idx="6068">
                  <c:v>45387</c:v>
                </c:pt>
                <c:pt idx="6069">
                  <c:v>45390</c:v>
                </c:pt>
                <c:pt idx="6070">
                  <c:v>45391</c:v>
                </c:pt>
                <c:pt idx="6071">
                  <c:v>45392</c:v>
                </c:pt>
                <c:pt idx="6072">
                  <c:v>45393</c:v>
                </c:pt>
                <c:pt idx="6073">
                  <c:v>45394</c:v>
                </c:pt>
                <c:pt idx="6074">
                  <c:v>45397</c:v>
                </c:pt>
                <c:pt idx="6075">
                  <c:v>45398</c:v>
                </c:pt>
                <c:pt idx="6076">
                  <c:v>45399</c:v>
                </c:pt>
                <c:pt idx="6077">
                  <c:v>45400</c:v>
                </c:pt>
                <c:pt idx="6078">
                  <c:v>45401</c:v>
                </c:pt>
                <c:pt idx="6079">
                  <c:v>45404</c:v>
                </c:pt>
                <c:pt idx="6080">
                  <c:v>45405</c:v>
                </c:pt>
                <c:pt idx="6081">
                  <c:v>45406</c:v>
                </c:pt>
                <c:pt idx="6082">
                  <c:v>45407</c:v>
                </c:pt>
                <c:pt idx="6083">
                  <c:v>45408</c:v>
                </c:pt>
                <c:pt idx="6084">
                  <c:v>45411</c:v>
                </c:pt>
                <c:pt idx="6085">
                  <c:v>45412</c:v>
                </c:pt>
                <c:pt idx="6086">
                  <c:v>45413</c:v>
                </c:pt>
                <c:pt idx="6087">
                  <c:v>45414</c:v>
                </c:pt>
                <c:pt idx="6088">
                  <c:v>45415</c:v>
                </c:pt>
                <c:pt idx="6089">
                  <c:v>45418</c:v>
                </c:pt>
                <c:pt idx="6090">
                  <c:v>45419</c:v>
                </c:pt>
                <c:pt idx="6091">
                  <c:v>45420</c:v>
                </c:pt>
                <c:pt idx="6092">
                  <c:v>45421</c:v>
                </c:pt>
                <c:pt idx="6093">
                  <c:v>45422</c:v>
                </c:pt>
                <c:pt idx="6094">
                  <c:v>45425</c:v>
                </c:pt>
                <c:pt idx="6095">
                  <c:v>45426</c:v>
                </c:pt>
                <c:pt idx="6096">
                  <c:v>45427</c:v>
                </c:pt>
                <c:pt idx="6097">
                  <c:v>45428</c:v>
                </c:pt>
                <c:pt idx="6098">
                  <c:v>45429</c:v>
                </c:pt>
                <c:pt idx="6099">
                  <c:v>45432</c:v>
                </c:pt>
                <c:pt idx="6100">
                  <c:v>45433</c:v>
                </c:pt>
                <c:pt idx="6101">
                  <c:v>45434</c:v>
                </c:pt>
                <c:pt idx="6102">
                  <c:v>45435</c:v>
                </c:pt>
                <c:pt idx="6103">
                  <c:v>45436</c:v>
                </c:pt>
                <c:pt idx="6104">
                  <c:v>45439</c:v>
                </c:pt>
                <c:pt idx="6105">
                  <c:v>45440</c:v>
                </c:pt>
                <c:pt idx="6106">
                  <c:v>45441</c:v>
                </c:pt>
                <c:pt idx="6107">
                  <c:v>45442</c:v>
                </c:pt>
                <c:pt idx="6108">
                  <c:v>45443</c:v>
                </c:pt>
                <c:pt idx="6109">
                  <c:v>45446</c:v>
                </c:pt>
                <c:pt idx="6110">
                  <c:v>45447</c:v>
                </c:pt>
                <c:pt idx="6111">
                  <c:v>45448</c:v>
                </c:pt>
                <c:pt idx="6112">
                  <c:v>45449</c:v>
                </c:pt>
                <c:pt idx="6113">
                  <c:v>45450</c:v>
                </c:pt>
                <c:pt idx="6114">
                  <c:v>45453</c:v>
                </c:pt>
                <c:pt idx="6115">
                  <c:v>45454</c:v>
                </c:pt>
                <c:pt idx="6116">
                  <c:v>45455</c:v>
                </c:pt>
                <c:pt idx="6117">
                  <c:v>45456</c:v>
                </c:pt>
                <c:pt idx="6118">
                  <c:v>45457</c:v>
                </c:pt>
                <c:pt idx="6119">
                  <c:v>45460</c:v>
                </c:pt>
                <c:pt idx="6120">
                  <c:v>45461</c:v>
                </c:pt>
                <c:pt idx="6121">
                  <c:v>45462</c:v>
                </c:pt>
                <c:pt idx="6122">
                  <c:v>45463</c:v>
                </c:pt>
                <c:pt idx="6123">
                  <c:v>45464</c:v>
                </c:pt>
                <c:pt idx="6124">
                  <c:v>45467</c:v>
                </c:pt>
                <c:pt idx="6125">
                  <c:v>45468</c:v>
                </c:pt>
                <c:pt idx="6126">
                  <c:v>45469</c:v>
                </c:pt>
                <c:pt idx="6127">
                  <c:v>45470</c:v>
                </c:pt>
                <c:pt idx="6128">
                  <c:v>45471</c:v>
                </c:pt>
                <c:pt idx="6129">
                  <c:v>45474</c:v>
                </c:pt>
                <c:pt idx="6130">
                  <c:v>45475</c:v>
                </c:pt>
                <c:pt idx="6131">
                  <c:v>45476</c:v>
                </c:pt>
                <c:pt idx="6132">
                  <c:v>45477</c:v>
                </c:pt>
                <c:pt idx="6133">
                  <c:v>45478</c:v>
                </c:pt>
                <c:pt idx="6134">
                  <c:v>45481</c:v>
                </c:pt>
                <c:pt idx="6135">
                  <c:v>45482</c:v>
                </c:pt>
                <c:pt idx="6136">
                  <c:v>45483</c:v>
                </c:pt>
                <c:pt idx="6137">
                  <c:v>45484</c:v>
                </c:pt>
                <c:pt idx="6138">
                  <c:v>45485</c:v>
                </c:pt>
                <c:pt idx="6139">
                  <c:v>45488</c:v>
                </c:pt>
                <c:pt idx="6140">
                  <c:v>45489</c:v>
                </c:pt>
                <c:pt idx="6141">
                  <c:v>45490</c:v>
                </c:pt>
                <c:pt idx="6142">
                  <c:v>45491</c:v>
                </c:pt>
                <c:pt idx="6143">
                  <c:v>45492</c:v>
                </c:pt>
                <c:pt idx="6144">
                  <c:v>45495</c:v>
                </c:pt>
                <c:pt idx="6145">
                  <c:v>45496</c:v>
                </c:pt>
                <c:pt idx="6146">
                  <c:v>45497</c:v>
                </c:pt>
                <c:pt idx="6147">
                  <c:v>45498</c:v>
                </c:pt>
                <c:pt idx="6148">
                  <c:v>45499</c:v>
                </c:pt>
                <c:pt idx="6149">
                  <c:v>45502</c:v>
                </c:pt>
                <c:pt idx="6150">
                  <c:v>45503</c:v>
                </c:pt>
                <c:pt idx="6151">
                  <c:v>45504</c:v>
                </c:pt>
                <c:pt idx="6152">
                  <c:v>45505</c:v>
                </c:pt>
                <c:pt idx="6153">
                  <c:v>45506</c:v>
                </c:pt>
                <c:pt idx="6154">
                  <c:v>45509</c:v>
                </c:pt>
                <c:pt idx="6155">
                  <c:v>45510</c:v>
                </c:pt>
                <c:pt idx="6156">
                  <c:v>45511</c:v>
                </c:pt>
                <c:pt idx="6157">
                  <c:v>45512</c:v>
                </c:pt>
                <c:pt idx="6158">
                  <c:v>45513</c:v>
                </c:pt>
                <c:pt idx="6159">
                  <c:v>45516</c:v>
                </c:pt>
                <c:pt idx="6160">
                  <c:v>45517</c:v>
                </c:pt>
                <c:pt idx="6161">
                  <c:v>45518</c:v>
                </c:pt>
                <c:pt idx="6162">
                  <c:v>45519</c:v>
                </c:pt>
                <c:pt idx="6163">
                  <c:v>45520</c:v>
                </c:pt>
                <c:pt idx="6164">
                  <c:v>45523</c:v>
                </c:pt>
                <c:pt idx="6165">
                  <c:v>45524</c:v>
                </c:pt>
                <c:pt idx="6166">
                  <c:v>45525</c:v>
                </c:pt>
                <c:pt idx="6167">
                  <c:v>45526</c:v>
                </c:pt>
                <c:pt idx="6168">
                  <c:v>45527</c:v>
                </c:pt>
                <c:pt idx="6169">
                  <c:v>45530</c:v>
                </c:pt>
                <c:pt idx="6170">
                  <c:v>45531</c:v>
                </c:pt>
                <c:pt idx="6171">
                  <c:v>45532</c:v>
                </c:pt>
                <c:pt idx="6172">
                  <c:v>45533</c:v>
                </c:pt>
                <c:pt idx="6173">
                  <c:v>45534</c:v>
                </c:pt>
                <c:pt idx="6174">
                  <c:v>45537</c:v>
                </c:pt>
                <c:pt idx="6175">
                  <c:v>45538</c:v>
                </c:pt>
                <c:pt idx="6176">
                  <c:v>45539</c:v>
                </c:pt>
                <c:pt idx="6177">
                  <c:v>45540</c:v>
                </c:pt>
                <c:pt idx="6178">
                  <c:v>45541</c:v>
                </c:pt>
                <c:pt idx="6179">
                  <c:v>45544</c:v>
                </c:pt>
                <c:pt idx="6180">
                  <c:v>45545</c:v>
                </c:pt>
                <c:pt idx="6181">
                  <c:v>45546</c:v>
                </c:pt>
                <c:pt idx="6182">
                  <c:v>45547</c:v>
                </c:pt>
                <c:pt idx="6183">
                  <c:v>45548</c:v>
                </c:pt>
                <c:pt idx="6184">
                  <c:v>45551</c:v>
                </c:pt>
                <c:pt idx="6185">
                  <c:v>45552</c:v>
                </c:pt>
                <c:pt idx="6186">
                  <c:v>45553</c:v>
                </c:pt>
                <c:pt idx="6187">
                  <c:v>45554</c:v>
                </c:pt>
                <c:pt idx="6188">
                  <c:v>45555</c:v>
                </c:pt>
                <c:pt idx="6189">
                  <c:v>45558</c:v>
                </c:pt>
                <c:pt idx="6190">
                  <c:v>45559</c:v>
                </c:pt>
                <c:pt idx="6191">
                  <c:v>45560</c:v>
                </c:pt>
                <c:pt idx="6192">
                  <c:v>45561</c:v>
                </c:pt>
                <c:pt idx="6193">
                  <c:v>45562</c:v>
                </c:pt>
                <c:pt idx="6194">
                  <c:v>45565</c:v>
                </c:pt>
                <c:pt idx="6195">
                  <c:v>45566</c:v>
                </c:pt>
                <c:pt idx="6196">
                  <c:v>45567</c:v>
                </c:pt>
                <c:pt idx="6197">
                  <c:v>45568</c:v>
                </c:pt>
                <c:pt idx="6198">
                  <c:v>45569</c:v>
                </c:pt>
                <c:pt idx="6199">
                  <c:v>45572</c:v>
                </c:pt>
                <c:pt idx="6200">
                  <c:v>45573</c:v>
                </c:pt>
                <c:pt idx="6201">
                  <c:v>45574</c:v>
                </c:pt>
                <c:pt idx="6202">
                  <c:v>45575</c:v>
                </c:pt>
                <c:pt idx="6203">
                  <c:v>45576</c:v>
                </c:pt>
                <c:pt idx="6204">
                  <c:v>45579</c:v>
                </c:pt>
                <c:pt idx="6205">
                  <c:v>45580</c:v>
                </c:pt>
                <c:pt idx="6206">
                  <c:v>45581</c:v>
                </c:pt>
                <c:pt idx="6207">
                  <c:v>45582</c:v>
                </c:pt>
                <c:pt idx="6208">
                  <c:v>45583</c:v>
                </c:pt>
                <c:pt idx="6209">
                  <c:v>45586</c:v>
                </c:pt>
                <c:pt idx="6210">
                  <c:v>45587</c:v>
                </c:pt>
                <c:pt idx="6211">
                  <c:v>45588</c:v>
                </c:pt>
                <c:pt idx="6212">
                  <c:v>45589</c:v>
                </c:pt>
                <c:pt idx="6213">
                  <c:v>45590</c:v>
                </c:pt>
                <c:pt idx="6214">
                  <c:v>45593</c:v>
                </c:pt>
                <c:pt idx="6215">
                  <c:v>45594</c:v>
                </c:pt>
                <c:pt idx="6216">
                  <c:v>45595</c:v>
                </c:pt>
                <c:pt idx="6217">
                  <c:v>45596</c:v>
                </c:pt>
                <c:pt idx="6218">
                  <c:v>45597</c:v>
                </c:pt>
                <c:pt idx="6219">
                  <c:v>45600</c:v>
                </c:pt>
                <c:pt idx="6220">
                  <c:v>45601</c:v>
                </c:pt>
                <c:pt idx="6221">
                  <c:v>45602</c:v>
                </c:pt>
                <c:pt idx="6222">
                  <c:v>45603</c:v>
                </c:pt>
                <c:pt idx="6223">
                  <c:v>45604</c:v>
                </c:pt>
                <c:pt idx="6224">
                  <c:v>45607</c:v>
                </c:pt>
                <c:pt idx="6225">
                  <c:v>45608</c:v>
                </c:pt>
                <c:pt idx="6226">
                  <c:v>45609</c:v>
                </c:pt>
                <c:pt idx="6227">
                  <c:v>45610</c:v>
                </c:pt>
                <c:pt idx="6228">
                  <c:v>45611</c:v>
                </c:pt>
                <c:pt idx="6229">
                  <c:v>45614</c:v>
                </c:pt>
                <c:pt idx="6230">
                  <c:v>45615</c:v>
                </c:pt>
                <c:pt idx="6231">
                  <c:v>45616</c:v>
                </c:pt>
                <c:pt idx="6232">
                  <c:v>45617</c:v>
                </c:pt>
                <c:pt idx="6233">
                  <c:v>45618</c:v>
                </c:pt>
                <c:pt idx="6234">
                  <c:v>45621</c:v>
                </c:pt>
                <c:pt idx="6235">
                  <c:v>45622</c:v>
                </c:pt>
                <c:pt idx="6236">
                  <c:v>45623</c:v>
                </c:pt>
                <c:pt idx="6237">
                  <c:v>45624</c:v>
                </c:pt>
                <c:pt idx="6238">
                  <c:v>45625</c:v>
                </c:pt>
                <c:pt idx="6239">
                  <c:v>45628</c:v>
                </c:pt>
                <c:pt idx="6240">
                  <c:v>45629</c:v>
                </c:pt>
                <c:pt idx="6241">
                  <c:v>45630</c:v>
                </c:pt>
                <c:pt idx="6242">
                  <c:v>45631</c:v>
                </c:pt>
                <c:pt idx="6243">
                  <c:v>45632</c:v>
                </c:pt>
                <c:pt idx="6244">
                  <c:v>45635</c:v>
                </c:pt>
                <c:pt idx="6245">
                  <c:v>45636</c:v>
                </c:pt>
                <c:pt idx="6246">
                  <c:v>45637</c:v>
                </c:pt>
                <c:pt idx="6247">
                  <c:v>45638</c:v>
                </c:pt>
                <c:pt idx="6248">
                  <c:v>45639</c:v>
                </c:pt>
                <c:pt idx="6249">
                  <c:v>45642</c:v>
                </c:pt>
                <c:pt idx="6250">
                  <c:v>45643</c:v>
                </c:pt>
                <c:pt idx="6251">
                  <c:v>45644</c:v>
                </c:pt>
                <c:pt idx="6252">
                  <c:v>45645</c:v>
                </c:pt>
                <c:pt idx="6253">
                  <c:v>45646</c:v>
                </c:pt>
                <c:pt idx="6254">
                  <c:v>45649</c:v>
                </c:pt>
                <c:pt idx="6255">
                  <c:v>45650</c:v>
                </c:pt>
                <c:pt idx="6256">
                  <c:v>45651</c:v>
                </c:pt>
                <c:pt idx="6257">
                  <c:v>45652</c:v>
                </c:pt>
                <c:pt idx="6258">
                  <c:v>45653</c:v>
                </c:pt>
                <c:pt idx="6259">
                  <c:v>45656</c:v>
                </c:pt>
                <c:pt idx="6260">
                  <c:v>45657</c:v>
                </c:pt>
                <c:pt idx="6261">
                  <c:v>45658</c:v>
                </c:pt>
                <c:pt idx="6262">
                  <c:v>45659</c:v>
                </c:pt>
                <c:pt idx="6263">
                  <c:v>45660</c:v>
                </c:pt>
                <c:pt idx="6264">
                  <c:v>45663</c:v>
                </c:pt>
                <c:pt idx="6265">
                  <c:v>45664</c:v>
                </c:pt>
                <c:pt idx="6266">
                  <c:v>45665</c:v>
                </c:pt>
                <c:pt idx="6267">
                  <c:v>45666</c:v>
                </c:pt>
                <c:pt idx="6268">
                  <c:v>45667</c:v>
                </c:pt>
                <c:pt idx="6269">
                  <c:v>45670</c:v>
                </c:pt>
                <c:pt idx="6270">
                  <c:v>45671</c:v>
                </c:pt>
                <c:pt idx="6271">
                  <c:v>45672</c:v>
                </c:pt>
                <c:pt idx="6272">
                  <c:v>45673</c:v>
                </c:pt>
                <c:pt idx="6273">
                  <c:v>45674</c:v>
                </c:pt>
                <c:pt idx="6274">
                  <c:v>45677</c:v>
                </c:pt>
                <c:pt idx="6275">
                  <c:v>45678</c:v>
                </c:pt>
                <c:pt idx="6276">
                  <c:v>45679</c:v>
                </c:pt>
                <c:pt idx="6277">
                  <c:v>45680</c:v>
                </c:pt>
                <c:pt idx="6278">
                  <c:v>45681</c:v>
                </c:pt>
                <c:pt idx="6279">
                  <c:v>45684</c:v>
                </c:pt>
                <c:pt idx="6280">
                  <c:v>45685</c:v>
                </c:pt>
                <c:pt idx="6281">
                  <c:v>45686</c:v>
                </c:pt>
                <c:pt idx="6282">
                  <c:v>45687</c:v>
                </c:pt>
                <c:pt idx="6283">
                  <c:v>45688</c:v>
                </c:pt>
                <c:pt idx="6284">
                  <c:v>45691</c:v>
                </c:pt>
                <c:pt idx="6285">
                  <c:v>45692</c:v>
                </c:pt>
                <c:pt idx="6286">
                  <c:v>45693</c:v>
                </c:pt>
                <c:pt idx="6287">
                  <c:v>45694</c:v>
                </c:pt>
                <c:pt idx="6288">
                  <c:v>45695</c:v>
                </c:pt>
                <c:pt idx="6289">
                  <c:v>45698</c:v>
                </c:pt>
                <c:pt idx="6290">
                  <c:v>45699</c:v>
                </c:pt>
                <c:pt idx="6291">
                  <c:v>45700</c:v>
                </c:pt>
                <c:pt idx="6292">
                  <c:v>45701</c:v>
                </c:pt>
                <c:pt idx="6293">
                  <c:v>45702</c:v>
                </c:pt>
                <c:pt idx="6294">
                  <c:v>45705</c:v>
                </c:pt>
                <c:pt idx="6295">
                  <c:v>45706</c:v>
                </c:pt>
                <c:pt idx="6296">
                  <c:v>45707</c:v>
                </c:pt>
                <c:pt idx="6297">
                  <c:v>45708</c:v>
                </c:pt>
                <c:pt idx="6298">
                  <c:v>45709</c:v>
                </c:pt>
                <c:pt idx="6299">
                  <c:v>45712</c:v>
                </c:pt>
                <c:pt idx="6300">
                  <c:v>45713</c:v>
                </c:pt>
                <c:pt idx="6301">
                  <c:v>45714</c:v>
                </c:pt>
                <c:pt idx="6302">
                  <c:v>45715</c:v>
                </c:pt>
                <c:pt idx="6303">
                  <c:v>45716</c:v>
                </c:pt>
                <c:pt idx="6304">
                  <c:v>45719</c:v>
                </c:pt>
                <c:pt idx="6305">
                  <c:v>45720</c:v>
                </c:pt>
                <c:pt idx="6306">
                  <c:v>45721</c:v>
                </c:pt>
                <c:pt idx="6307">
                  <c:v>45722</c:v>
                </c:pt>
                <c:pt idx="6308">
                  <c:v>45723</c:v>
                </c:pt>
                <c:pt idx="6309">
                  <c:v>45726</c:v>
                </c:pt>
                <c:pt idx="6310">
                  <c:v>45727</c:v>
                </c:pt>
                <c:pt idx="6311">
                  <c:v>45728</c:v>
                </c:pt>
                <c:pt idx="6312">
                  <c:v>45729</c:v>
                </c:pt>
                <c:pt idx="6313">
                  <c:v>45730</c:v>
                </c:pt>
                <c:pt idx="6314">
                  <c:v>45733</c:v>
                </c:pt>
                <c:pt idx="6315">
                  <c:v>45734</c:v>
                </c:pt>
                <c:pt idx="6316">
                  <c:v>45735</c:v>
                </c:pt>
                <c:pt idx="6317">
                  <c:v>45736</c:v>
                </c:pt>
                <c:pt idx="6318">
                  <c:v>45737</c:v>
                </c:pt>
                <c:pt idx="6319">
                  <c:v>45740</c:v>
                </c:pt>
                <c:pt idx="6320">
                  <c:v>45741</c:v>
                </c:pt>
                <c:pt idx="6321">
                  <c:v>45742</c:v>
                </c:pt>
                <c:pt idx="6322">
                  <c:v>45743</c:v>
                </c:pt>
                <c:pt idx="6323">
                  <c:v>45744</c:v>
                </c:pt>
                <c:pt idx="6324">
                  <c:v>45747</c:v>
                </c:pt>
                <c:pt idx="6325">
                  <c:v>45748</c:v>
                </c:pt>
                <c:pt idx="6326">
                  <c:v>45749</c:v>
                </c:pt>
                <c:pt idx="6327">
                  <c:v>45750</c:v>
                </c:pt>
                <c:pt idx="6328">
                  <c:v>45751</c:v>
                </c:pt>
                <c:pt idx="6329">
                  <c:v>45754</c:v>
                </c:pt>
                <c:pt idx="6330">
                  <c:v>45755</c:v>
                </c:pt>
                <c:pt idx="6331">
                  <c:v>45756</c:v>
                </c:pt>
                <c:pt idx="6332">
                  <c:v>45757</c:v>
                </c:pt>
                <c:pt idx="6333">
                  <c:v>45758</c:v>
                </c:pt>
                <c:pt idx="6334">
                  <c:v>45761</c:v>
                </c:pt>
                <c:pt idx="6335">
                  <c:v>45762</c:v>
                </c:pt>
                <c:pt idx="6336">
                  <c:v>45763</c:v>
                </c:pt>
                <c:pt idx="6337">
                  <c:v>45764</c:v>
                </c:pt>
                <c:pt idx="6338">
                  <c:v>45765</c:v>
                </c:pt>
                <c:pt idx="6339">
                  <c:v>45768</c:v>
                </c:pt>
                <c:pt idx="6340">
                  <c:v>45769</c:v>
                </c:pt>
                <c:pt idx="6341">
                  <c:v>45770</c:v>
                </c:pt>
                <c:pt idx="6342">
                  <c:v>45771</c:v>
                </c:pt>
                <c:pt idx="6343">
                  <c:v>45772</c:v>
                </c:pt>
                <c:pt idx="6344">
                  <c:v>45775</c:v>
                </c:pt>
                <c:pt idx="6345">
                  <c:v>45776</c:v>
                </c:pt>
                <c:pt idx="6346">
                  <c:v>45777</c:v>
                </c:pt>
                <c:pt idx="6347">
                  <c:v>45778</c:v>
                </c:pt>
                <c:pt idx="6348">
                  <c:v>45779</c:v>
                </c:pt>
                <c:pt idx="6349">
                  <c:v>45782</c:v>
                </c:pt>
                <c:pt idx="6350">
                  <c:v>45783</c:v>
                </c:pt>
                <c:pt idx="6351">
                  <c:v>45784</c:v>
                </c:pt>
                <c:pt idx="6352">
                  <c:v>45785</c:v>
                </c:pt>
                <c:pt idx="6353">
                  <c:v>45786</c:v>
                </c:pt>
                <c:pt idx="6354">
                  <c:v>45789</c:v>
                </c:pt>
                <c:pt idx="6355">
                  <c:v>45790</c:v>
                </c:pt>
                <c:pt idx="6356">
                  <c:v>45791</c:v>
                </c:pt>
                <c:pt idx="6357">
                  <c:v>45792</c:v>
                </c:pt>
                <c:pt idx="6358">
                  <c:v>45793</c:v>
                </c:pt>
                <c:pt idx="6359">
                  <c:v>45796</c:v>
                </c:pt>
                <c:pt idx="6360">
                  <c:v>45797</c:v>
                </c:pt>
                <c:pt idx="6361">
                  <c:v>45798</c:v>
                </c:pt>
                <c:pt idx="6362">
                  <c:v>45799</c:v>
                </c:pt>
                <c:pt idx="6363">
                  <c:v>45800</c:v>
                </c:pt>
                <c:pt idx="6364">
                  <c:v>45803</c:v>
                </c:pt>
                <c:pt idx="6365">
                  <c:v>45804</c:v>
                </c:pt>
                <c:pt idx="6366">
                  <c:v>45805</c:v>
                </c:pt>
                <c:pt idx="6367">
                  <c:v>45806</c:v>
                </c:pt>
                <c:pt idx="6368">
                  <c:v>45807</c:v>
                </c:pt>
                <c:pt idx="6369">
                  <c:v>45810</c:v>
                </c:pt>
                <c:pt idx="6370">
                  <c:v>45811</c:v>
                </c:pt>
                <c:pt idx="6371">
                  <c:v>45812</c:v>
                </c:pt>
                <c:pt idx="6372">
                  <c:v>45813</c:v>
                </c:pt>
                <c:pt idx="6373">
                  <c:v>45814</c:v>
                </c:pt>
                <c:pt idx="6374">
                  <c:v>45817</c:v>
                </c:pt>
                <c:pt idx="6375">
                  <c:v>45818</c:v>
                </c:pt>
                <c:pt idx="6376">
                  <c:v>45819</c:v>
                </c:pt>
                <c:pt idx="6377">
                  <c:v>45820</c:v>
                </c:pt>
                <c:pt idx="6378">
                  <c:v>45821</c:v>
                </c:pt>
                <c:pt idx="6379">
                  <c:v>45824</c:v>
                </c:pt>
                <c:pt idx="6380">
                  <c:v>45825</c:v>
                </c:pt>
                <c:pt idx="6381">
                  <c:v>45826</c:v>
                </c:pt>
                <c:pt idx="6382">
                  <c:v>45827</c:v>
                </c:pt>
                <c:pt idx="6383">
                  <c:v>45828</c:v>
                </c:pt>
                <c:pt idx="6384">
                  <c:v>45831</c:v>
                </c:pt>
                <c:pt idx="6385">
                  <c:v>45832</c:v>
                </c:pt>
                <c:pt idx="6386">
                  <c:v>45833</c:v>
                </c:pt>
                <c:pt idx="6387">
                  <c:v>45834</c:v>
                </c:pt>
                <c:pt idx="6388">
                  <c:v>45835</c:v>
                </c:pt>
                <c:pt idx="6389">
                  <c:v>45838</c:v>
                </c:pt>
                <c:pt idx="6390">
                  <c:v>45839</c:v>
                </c:pt>
                <c:pt idx="6391">
                  <c:v>45840</c:v>
                </c:pt>
                <c:pt idx="6392">
                  <c:v>45841</c:v>
                </c:pt>
                <c:pt idx="6393">
                  <c:v>45842</c:v>
                </c:pt>
                <c:pt idx="6394">
                  <c:v>45845</c:v>
                </c:pt>
                <c:pt idx="6395">
                  <c:v>45846</c:v>
                </c:pt>
                <c:pt idx="6396">
                  <c:v>45847</c:v>
                </c:pt>
                <c:pt idx="6397">
                  <c:v>45848</c:v>
                </c:pt>
                <c:pt idx="6398">
                  <c:v>45849</c:v>
                </c:pt>
                <c:pt idx="6399">
                  <c:v>45852</c:v>
                </c:pt>
                <c:pt idx="6400">
                  <c:v>45853</c:v>
                </c:pt>
                <c:pt idx="6401">
                  <c:v>45854</c:v>
                </c:pt>
                <c:pt idx="6402">
                  <c:v>45855</c:v>
                </c:pt>
                <c:pt idx="6403">
                  <c:v>45856</c:v>
                </c:pt>
                <c:pt idx="6404">
                  <c:v>45859</c:v>
                </c:pt>
                <c:pt idx="6405">
                  <c:v>45860</c:v>
                </c:pt>
                <c:pt idx="6406">
                  <c:v>45861</c:v>
                </c:pt>
                <c:pt idx="6407">
                  <c:v>45862</c:v>
                </c:pt>
                <c:pt idx="6408">
                  <c:v>45863</c:v>
                </c:pt>
                <c:pt idx="6409">
                  <c:v>45866</c:v>
                </c:pt>
                <c:pt idx="6410">
                  <c:v>45867</c:v>
                </c:pt>
                <c:pt idx="6411">
                  <c:v>45868</c:v>
                </c:pt>
                <c:pt idx="6412">
                  <c:v>45869</c:v>
                </c:pt>
                <c:pt idx="6413">
                  <c:v>45870</c:v>
                </c:pt>
                <c:pt idx="6414">
                  <c:v>45873</c:v>
                </c:pt>
                <c:pt idx="6415">
                  <c:v>45874</c:v>
                </c:pt>
                <c:pt idx="6416">
                  <c:v>45875</c:v>
                </c:pt>
                <c:pt idx="6417">
                  <c:v>45876</c:v>
                </c:pt>
                <c:pt idx="6418">
                  <c:v>45877</c:v>
                </c:pt>
                <c:pt idx="6419">
                  <c:v>45880</c:v>
                </c:pt>
                <c:pt idx="6420">
                  <c:v>45881</c:v>
                </c:pt>
                <c:pt idx="6421">
                  <c:v>45882</c:v>
                </c:pt>
                <c:pt idx="6422">
                  <c:v>45883</c:v>
                </c:pt>
                <c:pt idx="6423">
                  <c:v>45884</c:v>
                </c:pt>
                <c:pt idx="6424">
                  <c:v>45887</c:v>
                </c:pt>
                <c:pt idx="6425">
                  <c:v>45888</c:v>
                </c:pt>
                <c:pt idx="6426">
                  <c:v>45889</c:v>
                </c:pt>
                <c:pt idx="6427">
                  <c:v>45890</c:v>
                </c:pt>
                <c:pt idx="6428">
                  <c:v>45891</c:v>
                </c:pt>
                <c:pt idx="6429">
                  <c:v>45894</c:v>
                </c:pt>
                <c:pt idx="6430">
                  <c:v>45895</c:v>
                </c:pt>
                <c:pt idx="6431">
                  <c:v>45896</c:v>
                </c:pt>
                <c:pt idx="6432">
                  <c:v>45897</c:v>
                </c:pt>
                <c:pt idx="6433">
                  <c:v>45898</c:v>
                </c:pt>
                <c:pt idx="6434">
                  <c:v>45901</c:v>
                </c:pt>
                <c:pt idx="6435">
                  <c:v>45902</c:v>
                </c:pt>
                <c:pt idx="6436">
                  <c:v>45903</c:v>
                </c:pt>
                <c:pt idx="6437">
                  <c:v>45904</c:v>
                </c:pt>
                <c:pt idx="6438">
                  <c:v>45905</c:v>
                </c:pt>
                <c:pt idx="6439">
                  <c:v>45908</c:v>
                </c:pt>
                <c:pt idx="6440">
                  <c:v>45909</c:v>
                </c:pt>
                <c:pt idx="6441">
                  <c:v>45910</c:v>
                </c:pt>
                <c:pt idx="6442">
                  <c:v>45911</c:v>
                </c:pt>
                <c:pt idx="6443">
                  <c:v>45912</c:v>
                </c:pt>
                <c:pt idx="6444">
                  <c:v>45915</c:v>
                </c:pt>
                <c:pt idx="6445">
                  <c:v>45916</c:v>
                </c:pt>
                <c:pt idx="6446">
                  <c:v>45917</c:v>
                </c:pt>
                <c:pt idx="6447">
                  <c:v>45918</c:v>
                </c:pt>
                <c:pt idx="6448">
                  <c:v>45919</c:v>
                </c:pt>
                <c:pt idx="6449">
                  <c:v>45922</c:v>
                </c:pt>
                <c:pt idx="6450">
                  <c:v>45923</c:v>
                </c:pt>
                <c:pt idx="6451">
                  <c:v>45924</c:v>
                </c:pt>
                <c:pt idx="6452">
                  <c:v>45925</c:v>
                </c:pt>
                <c:pt idx="6453">
                  <c:v>45926</c:v>
                </c:pt>
                <c:pt idx="6454">
                  <c:v>45929</c:v>
                </c:pt>
                <c:pt idx="6455">
                  <c:v>45930</c:v>
                </c:pt>
                <c:pt idx="6456">
                  <c:v>45931</c:v>
                </c:pt>
                <c:pt idx="6457">
                  <c:v>45932</c:v>
                </c:pt>
                <c:pt idx="6458">
                  <c:v>45933</c:v>
                </c:pt>
                <c:pt idx="6459">
                  <c:v>45936</c:v>
                </c:pt>
                <c:pt idx="6460">
                  <c:v>45937</c:v>
                </c:pt>
                <c:pt idx="6461">
                  <c:v>45938</c:v>
                </c:pt>
                <c:pt idx="6462">
                  <c:v>45939</c:v>
                </c:pt>
                <c:pt idx="6463">
                  <c:v>45940</c:v>
                </c:pt>
                <c:pt idx="6464">
                  <c:v>45943</c:v>
                </c:pt>
                <c:pt idx="6465">
                  <c:v>45944</c:v>
                </c:pt>
                <c:pt idx="6466">
                  <c:v>45945</c:v>
                </c:pt>
                <c:pt idx="6467">
                  <c:v>45946</c:v>
                </c:pt>
                <c:pt idx="6468">
                  <c:v>45947</c:v>
                </c:pt>
                <c:pt idx="6469">
                  <c:v>45950</c:v>
                </c:pt>
                <c:pt idx="6470">
                  <c:v>45951</c:v>
                </c:pt>
                <c:pt idx="6471">
                  <c:v>45952</c:v>
                </c:pt>
                <c:pt idx="6472">
                  <c:v>45953</c:v>
                </c:pt>
                <c:pt idx="6473">
                  <c:v>45954</c:v>
                </c:pt>
                <c:pt idx="6474">
                  <c:v>45957</c:v>
                </c:pt>
                <c:pt idx="6475">
                  <c:v>45958</c:v>
                </c:pt>
                <c:pt idx="6476">
                  <c:v>45959</c:v>
                </c:pt>
                <c:pt idx="6477">
                  <c:v>45960</c:v>
                </c:pt>
                <c:pt idx="6478">
                  <c:v>45961</c:v>
                </c:pt>
                <c:pt idx="6479">
                  <c:v>45964</c:v>
                </c:pt>
                <c:pt idx="6480">
                  <c:v>45965</c:v>
                </c:pt>
                <c:pt idx="6481">
                  <c:v>45966</c:v>
                </c:pt>
                <c:pt idx="6482">
                  <c:v>45967</c:v>
                </c:pt>
                <c:pt idx="6483">
                  <c:v>45968</c:v>
                </c:pt>
                <c:pt idx="6484">
                  <c:v>45971</c:v>
                </c:pt>
                <c:pt idx="6485">
                  <c:v>45972</c:v>
                </c:pt>
                <c:pt idx="6486">
                  <c:v>45973</c:v>
                </c:pt>
                <c:pt idx="6487">
                  <c:v>45974</c:v>
                </c:pt>
                <c:pt idx="6488">
                  <c:v>45975</c:v>
                </c:pt>
                <c:pt idx="6489">
                  <c:v>45978</c:v>
                </c:pt>
                <c:pt idx="6490">
                  <c:v>45979</c:v>
                </c:pt>
                <c:pt idx="6491">
                  <c:v>45980</c:v>
                </c:pt>
                <c:pt idx="6492">
                  <c:v>45981</c:v>
                </c:pt>
                <c:pt idx="6493">
                  <c:v>45982</c:v>
                </c:pt>
                <c:pt idx="6494">
                  <c:v>45985</c:v>
                </c:pt>
                <c:pt idx="6495">
                  <c:v>45986</c:v>
                </c:pt>
                <c:pt idx="6496">
                  <c:v>45987</c:v>
                </c:pt>
                <c:pt idx="6497">
                  <c:v>45988</c:v>
                </c:pt>
                <c:pt idx="6498">
                  <c:v>45989</c:v>
                </c:pt>
                <c:pt idx="6499">
                  <c:v>45992</c:v>
                </c:pt>
                <c:pt idx="6500">
                  <c:v>45993</c:v>
                </c:pt>
                <c:pt idx="6501">
                  <c:v>45994</c:v>
                </c:pt>
                <c:pt idx="6502">
                  <c:v>45995</c:v>
                </c:pt>
                <c:pt idx="6503">
                  <c:v>45996</c:v>
                </c:pt>
                <c:pt idx="6504">
                  <c:v>45999</c:v>
                </c:pt>
                <c:pt idx="6505">
                  <c:v>46000</c:v>
                </c:pt>
                <c:pt idx="6506">
                  <c:v>46001</c:v>
                </c:pt>
                <c:pt idx="6507">
                  <c:v>46002</c:v>
                </c:pt>
                <c:pt idx="6508">
                  <c:v>46003</c:v>
                </c:pt>
                <c:pt idx="6509">
                  <c:v>46006</c:v>
                </c:pt>
                <c:pt idx="6510">
                  <c:v>46007</c:v>
                </c:pt>
                <c:pt idx="6511">
                  <c:v>46008</c:v>
                </c:pt>
                <c:pt idx="6512">
                  <c:v>46009</c:v>
                </c:pt>
                <c:pt idx="6513">
                  <c:v>46010</c:v>
                </c:pt>
                <c:pt idx="6514">
                  <c:v>46013</c:v>
                </c:pt>
                <c:pt idx="6515">
                  <c:v>46014</c:v>
                </c:pt>
                <c:pt idx="6516">
                  <c:v>46015</c:v>
                </c:pt>
                <c:pt idx="6517">
                  <c:v>46016</c:v>
                </c:pt>
                <c:pt idx="6518">
                  <c:v>46017</c:v>
                </c:pt>
                <c:pt idx="6519">
                  <c:v>46020</c:v>
                </c:pt>
                <c:pt idx="6520">
                  <c:v>46021</c:v>
                </c:pt>
                <c:pt idx="6521">
                  <c:v>46022</c:v>
                </c:pt>
                <c:pt idx="6522">
                  <c:v>46023</c:v>
                </c:pt>
                <c:pt idx="6523">
                  <c:v>46024</c:v>
                </c:pt>
                <c:pt idx="6524">
                  <c:v>46027</c:v>
                </c:pt>
                <c:pt idx="6525">
                  <c:v>46028</c:v>
                </c:pt>
                <c:pt idx="6526">
                  <c:v>46029</c:v>
                </c:pt>
                <c:pt idx="6527">
                  <c:v>46030</c:v>
                </c:pt>
                <c:pt idx="6528">
                  <c:v>46031</c:v>
                </c:pt>
                <c:pt idx="6529">
                  <c:v>46034</c:v>
                </c:pt>
                <c:pt idx="6530">
                  <c:v>46035</c:v>
                </c:pt>
                <c:pt idx="6531">
                  <c:v>46036</c:v>
                </c:pt>
                <c:pt idx="6532">
                  <c:v>46037</c:v>
                </c:pt>
                <c:pt idx="6533">
                  <c:v>46038</c:v>
                </c:pt>
                <c:pt idx="6534">
                  <c:v>46041</c:v>
                </c:pt>
                <c:pt idx="6535">
                  <c:v>46042</c:v>
                </c:pt>
                <c:pt idx="6536">
                  <c:v>46043</c:v>
                </c:pt>
                <c:pt idx="6537">
                  <c:v>46044</c:v>
                </c:pt>
                <c:pt idx="6538">
                  <c:v>46045</c:v>
                </c:pt>
                <c:pt idx="6539">
                  <c:v>46048</c:v>
                </c:pt>
                <c:pt idx="6540">
                  <c:v>46049</c:v>
                </c:pt>
                <c:pt idx="6541">
                  <c:v>46050</c:v>
                </c:pt>
                <c:pt idx="6542">
                  <c:v>46051</c:v>
                </c:pt>
                <c:pt idx="6543">
                  <c:v>46052</c:v>
                </c:pt>
                <c:pt idx="6544">
                  <c:v>46055</c:v>
                </c:pt>
                <c:pt idx="6545">
                  <c:v>46056</c:v>
                </c:pt>
                <c:pt idx="6546">
                  <c:v>46057</c:v>
                </c:pt>
                <c:pt idx="6547">
                  <c:v>46058</c:v>
                </c:pt>
                <c:pt idx="6548">
                  <c:v>46059</c:v>
                </c:pt>
                <c:pt idx="6549">
                  <c:v>46062</c:v>
                </c:pt>
                <c:pt idx="6550">
                  <c:v>46063</c:v>
                </c:pt>
                <c:pt idx="6551">
                  <c:v>46064</c:v>
                </c:pt>
                <c:pt idx="6552">
                  <c:v>46065</c:v>
                </c:pt>
                <c:pt idx="6553">
                  <c:v>46066</c:v>
                </c:pt>
                <c:pt idx="6554">
                  <c:v>46069</c:v>
                </c:pt>
                <c:pt idx="6555">
                  <c:v>46070</c:v>
                </c:pt>
                <c:pt idx="6556">
                  <c:v>46071</c:v>
                </c:pt>
                <c:pt idx="6557">
                  <c:v>46072</c:v>
                </c:pt>
                <c:pt idx="6558">
                  <c:v>46073</c:v>
                </c:pt>
                <c:pt idx="6559">
                  <c:v>46076</c:v>
                </c:pt>
                <c:pt idx="6560">
                  <c:v>46077</c:v>
                </c:pt>
                <c:pt idx="6561">
                  <c:v>46078</c:v>
                </c:pt>
                <c:pt idx="6562">
                  <c:v>46079</c:v>
                </c:pt>
                <c:pt idx="6563">
                  <c:v>46080</c:v>
                </c:pt>
                <c:pt idx="6564">
                  <c:v>46083</c:v>
                </c:pt>
                <c:pt idx="6565">
                  <c:v>46084</c:v>
                </c:pt>
                <c:pt idx="6566">
                  <c:v>46085</c:v>
                </c:pt>
                <c:pt idx="6567">
                  <c:v>46086</c:v>
                </c:pt>
                <c:pt idx="6568">
                  <c:v>46087</c:v>
                </c:pt>
                <c:pt idx="6569">
                  <c:v>46090</c:v>
                </c:pt>
                <c:pt idx="6570">
                  <c:v>46091</c:v>
                </c:pt>
                <c:pt idx="6571">
                  <c:v>46092</c:v>
                </c:pt>
                <c:pt idx="6572">
                  <c:v>46093</c:v>
                </c:pt>
                <c:pt idx="6573">
                  <c:v>46094</c:v>
                </c:pt>
                <c:pt idx="6574">
                  <c:v>46097</c:v>
                </c:pt>
                <c:pt idx="6575">
                  <c:v>46098</c:v>
                </c:pt>
                <c:pt idx="6576">
                  <c:v>46099</c:v>
                </c:pt>
                <c:pt idx="6577">
                  <c:v>46100</c:v>
                </c:pt>
                <c:pt idx="6578">
                  <c:v>46101</c:v>
                </c:pt>
                <c:pt idx="6579">
                  <c:v>46104</c:v>
                </c:pt>
                <c:pt idx="6580">
                  <c:v>46105</c:v>
                </c:pt>
                <c:pt idx="6581">
                  <c:v>46106</c:v>
                </c:pt>
                <c:pt idx="6582">
                  <c:v>46107</c:v>
                </c:pt>
                <c:pt idx="6583">
                  <c:v>46108</c:v>
                </c:pt>
                <c:pt idx="6584">
                  <c:v>46111</c:v>
                </c:pt>
                <c:pt idx="6585">
                  <c:v>46112</c:v>
                </c:pt>
                <c:pt idx="6586">
                  <c:v>46113</c:v>
                </c:pt>
                <c:pt idx="6587">
                  <c:v>46114</c:v>
                </c:pt>
                <c:pt idx="6588">
                  <c:v>46115</c:v>
                </c:pt>
                <c:pt idx="6589">
                  <c:v>46118</c:v>
                </c:pt>
                <c:pt idx="6590">
                  <c:v>46119</c:v>
                </c:pt>
                <c:pt idx="6591">
                  <c:v>46120</c:v>
                </c:pt>
                <c:pt idx="6592">
                  <c:v>46121</c:v>
                </c:pt>
                <c:pt idx="6593">
                  <c:v>46122</c:v>
                </c:pt>
                <c:pt idx="6594">
                  <c:v>46125</c:v>
                </c:pt>
                <c:pt idx="6595">
                  <c:v>46126</c:v>
                </c:pt>
                <c:pt idx="6596">
                  <c:v>46127</c:v>
                </c:pt>
                <c:pt idx="6597">
                  <c:v>46128</c:v>
                </c:pt>
                <c:pt idx="6598">
                  <c:v>46129</c:v>
                </c:pt>
                <c:pt idx="6599">
                  <c:v>46132</c:v>
                </c:pt>
                <c:pt idx="6600">
                  <c:v>46133</c:v>
                </c:pt>
                <c:pt idx="6601">
                  <c:v>46134</c:v>
                </c:pt>
                <c:pt idx="6602">
                  <c:v>46135</c:v>
                </c:pt>
                <c:pt idx="6603">
                  <c:v>46136</c:v>
                </c:pt>
                <c:pt idx="6604">
                  <c:v>46139</c:v>
                </c:pt>
                <c:pt idx="6605">
                  <c:v>46140</c:v>
                </c:pt>
                <c:pt idx="6606">
                  <c:v>46141</c:v>
                </c:pt>
                <c:pt idx="6607">
                  <c:v>46142</c:v>
                </c:pt>
                <c:pt idx="6608">
                  <c:v>46143</c:v>
                </c:pt>
                <c:pt idx="6609">
                  <c:v>46146</c:v>
                </c:pt>
                <c:pt idx="6610">
                  <c:v>46147</c:v>
                </c:pt>
                <c:pt idx="6611">
                  <c:v>46148</c:v>
                </c:pt>
                <c:pt idx="6612">
                  <c:v>46149</c:v>
                </c:pt>
                <c:pt idx="6613">
                  <c:v>46150</c:v>
                </c:pt>
                <c:pt idx="6614">
                  <c:v>46153</c:v>
                </c:pt>
                <c:pt idx="6615">
                  <c:v>46154</c:v>
                </c:pt>
                <c:pt idx="6616">
                  <c:v>46155</c:v>
                </c:pt>
                <c:pt idx="6617">
                  <c:v>46156</c:v>
                </c:pt>
                <c:pt idx="6618">
                  <c:v>46157</c:v>
                </c:pt>
                <c:pt idx="6619">
                  <c:v>46160</c:v>
                </c:pt>
                <c:pt idx="6620">
                  <c:v>46161</c:v>
                </c:pt>
                <c:pt idx="6621">
                  <c:v>46162</c:v>
                </c:pt>
                <c:pt idx="6622">
                  <c:v>46163</c:v>
                </c:pt>
                <c:pt idx="6623">
                  <c:v>46164</c:v>
                </c:pt>
                <c:pt idx="6624">
                  <c:v>46167</c:v>
                </c:pt>
                <c:pt idx="6625">
                  <c:v>46168</c:v>
                </c:pt>
                <c:pt idx="6626">
                  <c:v>46169</c:v>
                </c:pt>
                <c:pt idx="6627">
                  <c:v>46170</c:v>
                </c:pt>
                <c:pt idx="6628">
                  <c:v>46171</c:v>
                </c:pt>
                <c:pt idx="6629">
                  <c:v>46174</c:v>
                </c:pt>
                <c:pt idx="6630">
                  <c:v>46175</c:v>
                </c:pt>
                <c:pt idx="6631">
                  <c:v>46176</c:v>
                </c:pt>
                <c:pt idx="6632">
                  <c:v>46177</c:v>
                </c:pt>
                <c:pt idx="6633">
                  <c:v>46178</c:v>
                </c:pt>
                <c:pt idx="6634">
                  <c:v>46181</c:v>
                </c:pt>
                <c:pt idx="6635">
                  <c:v>46182</c:v>
                </c:pt>
                <c:pt idx="6636">
                  <c:v>46183</c:v>
                </c:pt>
                <c:pt idx="6637">
                  <c:v>46184</c:v>
                </c:pt>
                <c:pt idx="6638">
                  <c:v>46185</c:v>
                </c:pt>
                <c:pt idx="6639">
                  <c:v>46188</c:v>
                </c:pt>
                <c:pt idx="6640">
                  <c:v>46189</c:v>
                </c:pt>
                <c:pt idx="6641">
                  <c:v>46190</c:v>
                </c:pt>
                <c:pt idx="6642">
                  <c:v>46191</c:v>
                </c:pt>
                <c:pt idx="6643">
                  <c:v>46192</c:v>
                </c:pt>
                <c:pt idx="6644">
                  <c:v>46195</c:v>
                </c:pt>
                <c:pt idx="6645">
                  <c:v>46196</c:v>
                </c:pt>
                <c:pt idx="6646">
                  <c:v>46197</c:v>
                </c:pt>
                <c:pt idx="6647">
                  <c:v>46198</c:v>
                </c:pt>
                <c:pt idx="6648">
                  <c:v>46199</c:v>
                </c:pt>
                <c:pt idx="6649">
                  <c:v>46202</c:v>
                </c:pt>
                <c:pt idx="6650">
                  <c:v>46203</c:v>
                </c:pt>
                <c:pt idx="6651">
                  <c:v>46204</c:v>
                </c:pt>
                <c:pt idx="6652">
                  <c:v>46205</c:v>
                </c:pt>
                <c:pt idx="6653">
                  <c:v>46206</c:v>
                </c:pt>
                <c:pt idx="6654">
                  <c:v>46209</c:v>
                </c:pt>
                <c:pt idx="6655">
                  <c:v>46210</c:v>
                </c:pt>
                <c:pt idx="6656">
                  <c:v>46211</c:v>
                </c:pt>
                <c:pt idx="6657">
                  <c:v>46212</c:v>
                </c:pt>
                <c:pt idx="6658">
                  <c:v>46213</c:v>
                </c:pt>
                <c:pt idx="6659">
                  <c:v>46216</c:v>
                </c:pt>
                <c:pt idx="6660">
                  <c:v>46217</c:v>
                </c:pt>
                <c:pt idx="6661">
                  <c:v>46218</c:v>
                </c:pt>
                <c:pt idx="6662">
                  <c:v>46219</c:v>
                </c:pt>
                <c:pt idx="6663">
                  <c:v>46220</c:v>
                </c:pt>
                <c:pt idx="6664">
                  <c:v>46223</c:v>
                </c:pt>
                <c:pt idx="6665">
                  <c:v>46224</c:v>
                </c:pt>
                <c:pt idx="6666">
                  <c:v>46225</c:v>
                </c:pt>
                <c:pt idx="6667">
                  <c:v>46226</c:v>
                </c:pt>
                <c:pt idx="6668">
                  <c:v>46227</c:v>
                </c:pt>
                <c:pt idx="6669">
                  <c:v>46230</c:v>
                </c:pt>
                <c:pt idx="6670">
                  <c:v>46231</c:v>
                </c:pt>
                <c:pt idx="6671">
                  <c:v>46232</c:v>
                </c:pt>
                <c:pt idx="6672">
                  <c:v>46233</c:v>
                </c:pt>
                <c:pt idx="6673">
                  <c:v>46234</c:v>
                </c:pt>
                <c:pt idx="6674">
                  <c:v>46237</c:v>
                </c:pt>
                <c:pt idx="6675">
                  <c:v>46238</c:v>
                </c:pt>
                <c:pt idx="6676">
                  <c:v>46239</c:v>
                </c:pt>
                <c:pt idx="6677">
                  <c:v>46240</c:v>
                </c:pt>
                <c:pt idx="6678">
                  <c:v>46241</c:v>
                </c:pt>
                <c:pt idx="6679">
                  <c:v>46244</c:v>
                </c:pt>
                <c:pt idx="6680">
                  <c:v>46245</c:v>
                </c:pt>
                <c:pt idx="6681">
                  <c:v>46246</c:v>
                </c:pt>
                <c:pt idx="6682">
                  <c:v>46247</c:v>
                </c:pt>
                <c:pt idx="6683">
                  <c:v>46248</c:v>
                </c:pt>
                <c:pt idx="6684">
                  <c:v>46251</c:v>
                </c:pt>
                <c:pt idx="6685">
                  <c:v>46252</c:v>
                </c:pt>
                <c:pt idx="6686">
                  <c:v>46253</c:v>
                </c:pt>
                <c:pt idx="6687">
                  <c:v>46254</c:v>
                </c:pt>
                <c:pt idx="6688">
                  <c:v>46255</c:v>
                </c:pt>
                <c:pt idx="6689">
                  <c:v>46258</c:v>
                </c:pt>
                <c:pt idx="6690">
                  <c:v>46259</c:v>
                </c:pt>
                <c:pt idx="6691">
                  <c:v>46260</c:v>
                </c:pt>
                <c:pt idx="6692">
                  <c:v>46261</c:v>
                </c:pt>
                <c:pt idx="6693">
                  <c:v>46262</c:v>
                </c:pt>
                <c:pt idx="6694">
                  <c:v>46265</c:v>
                </c:pt>
                <c:pt idx="6695">
                  <c:v>46266</c:v>
                </c:pt>
                <c:pt idx="6696">
                  <c:v>46267</c:v>
                </c:pt>
                <c:pt idx="6697">
                  <c:v>46268</c:v>
                </c:pt>
                <c:pt idx="6698">
                  <c:v>46269</c:v>
                </c:pt>
                <c:pt idx="6699">
                  <c:v>46272</c:v>
                </c:pt>
                <c:pt idx="6700">
                  <c:v>46273</c:v>
                </c:pt>
                <c:pt idx="6701">
                  <c:v>46274</c:v>
                </c:pt>
                <c:pt idx="6702">
                  <c:v>46275</c:v>
                </c:pt>
                <c:pt idx="6703">
                  <c:v>46276</c:v>
                </c:pt>
                <c:pt idx="6704">
                  <c:v>46279</c:v>
                </c:pt>
                <c:pt idx="6705">
                  <c:v>46280</c:v>
                </c:pt>
                <c:pt idx="6706">
                  <c:v>46281</c:v>
                </c:pt>
                <c:pt idx="6707">
                  <c:v>46282</c:v>
                </c:pt>
                <c:pt idx="6708">
                  <c:v>46283</c:v>
                </c:pt>
                <c:pt idx="6709">
                  <c:v>46286</c:v>
                </c:pt>
                <c:pt idx="6710">
                  <c:v>46287</c:v>
                </c:pt>
                <c:pt idx="6711">
                  <c:v>46288</c:v>
                </c:pt>
                <c:pt idx="6712">
                  <c:v>46289</c:v>
                </c:pt>
                <c:pt idx="6713">
                  <c:v>46290</c:v>
                </c:pt>
                <c:pt idx="6714">
                  <c:v>46293</c:v>
                </c:pt>
                <c:pt idx="6715">
                  <c:v>46294</c:v>
                </c:pt>
                <c:pt idx="6716">
                  <c:v>46295</c:v>
                </c:pt>
                <c:pt idx="6717">
                  <c:v>46296</c:v>
                </c:pt>
                <c:pt idx="6718">
                  <c:v>46297</c:v>
                </c:pt>
                <c:pt idx="6719">
                  <c:v>46300</c:v>
                </c:pt>
                <c:pt idx="6720">
                  <c:v>46301</c:v>
                </c:pt>
                <c:pt idx="6721">
                  <c:v>46302</c:v>
                </c:pt>
                <c:pt idx="6722">
                  <c:v>46303</c:v>
                </c:pt>
                <c:pt idx="6723">
                  <c:v>46304</c:v>
                </c:pt>
                <c:pt idx="6724">
                  <c:v>46307</c:v>
                </c:pt>
                <c:pt idx="6725">
                  <c:v>46308</c:v>
                </c:pt>
                <c:pt idx="6726">
                  <c:v>46309</c:v>
                </c:pt>
                <c:pt idx="6727">
                  <c:v>46310</c:v>
                </c:pt>
                <c:pt idx="6728">
                  <c:v>46311</c:v>
                </c:pt>
                <c:pt idx="6729">
                  <c:v>46314</c:v>
                </c:pt>
                <c:pt idx="6730">
                  <c:v>46315</c:v>
                </c:pt>
              </c:numCache>
            </c:numRef>
          </c:cat>
          <c:val>
            <c:numRef>
              <c:f>Spread_Calc!$I$7:$I$6974</c:f>
              <c:numCache>
                <c:formatCode>_(#,##0.00%_);\(#,##0.00%\);_("–"_)_%;_(@_)_%</c:formatCode>
                <c:ptCount val="6968"/>
                <c:pt idx="0">
                  <c:v>0.1082</c:v>
                </c:pt>
                <c:pt idx="1">
                  <c:v>0.10929999999999999</c:v>
                </c:pt>
                <c:pt idx="2">
                  <c:v>0.1057</c:v>
                </c:pt>
                <c:pt idx="3">
                  <c:v>0.10580000000000001</c:v>
                </c:pt>
                <c:pt idx="4">
                  <c:v>0.1022</c:v>
                </c:pt>
                <c:pt idx="5">
                  <c:v>9.9900000000000003E-2</c:v>
                </c:pt>
                <c:pt idx="6">
                  <c:v>9.7299999999999998E-2</c:v>
                </c:pt>
                <c:pt idx="7">
                  <c:v>9.6799999999999997E-2</c:v>
                </c:pt>
                <c:pt idx="8">
                  <c:v>9.6500000000000002E-2</c:v>
                </c:pt>
                <c:pt idx="9">
                  <c:v>9.6500000000000002E-2</c:v>
                </c:pt>
                <c:pt idx="10">
                  <c:v>9.5600000000000004E-2</c:v>
                </c:pt>
                <c:pt idx="11">
                  <c:v>9.3899999999999997E-2</c:v>
                </c:pt>
                <c:pt idx="12">
                  <c:v>9.11E-2</c:v>
                </c:pt>
                <c:pt idx="13">
                  <c:v>8.9700000000000002E-2</c:v>
                </c:pt>
                <c:pt idx="14">
                  <c:v>8.9399999999999993E-2</c:v>
                </c:pt>
                <c:pt idx="15">
                  <c:v>8.8800000000000004E-2</c:v>
                </c:pt>
                <c:pt idx="16">
                  <c:v>8.8900000000000007E-2</c:v>
                </c:pt>
                <c:pt idx="17">
                  <c:v>8.8900000000000007E-2</c:v>
                </c:pt>
                <c:pt idx="18">
                  <c:v>8.9300000000000004E-2</c:v>
                </c:pt>
                <c:pt idx="19">
                  <c:v>8.9800000000000005E-2</c:v>
                </c:pt>
                <c:pt idx="20">
                  <c:v>8.9599999999999999E-2</c:v>
                </c:pt>
                <c:pt idx="21">
                  <c:v>9.0200000000000002E-2</c:v>
                </c:pt>
                <c:pt idx="22">
                  <c:v>8.9399999999999993E-2</c:v>
                </c:pt>
                <c:pt idx="23">
                  <c:v>8.8300000000000003E-2</c:v>
                </c:pt>
                <c:pt idx="24">
                  <c:v>8.8900000000000007E-2</c:v>
                </c:pt>
                <c:pt idx="25">
                  <c:v>8.8499999999999995E-2</c:v>
                </c:pt>
                <c:pt idx="26">
                  <c:v>8.7900000000000006E-2</c:v>
                </c:pt>
                <c:pt idx="27">
                  <c:v>8.7499999999999994E-2</c:v>
                </c:pt>
                <c:pt idx="28">
                  <c:v>8.77E-2</c:v>
                </c:pt>
                <c:pt idx="29">
                  <c:v>8.8200000000000001E-2</c:v>
                </c:pt>
                <c:pt idx="30">
                  <c:v>8.8400000000000006E-2</c:v>
                </c:pt>
                <c:pt idx="31">
                  <c:v>8.8300000000000003E-2</c:v>
                </c:pt>
                <c:pt idx="32">
                  <c:v>8.7499999999999994E-2</c:v>
                </c:pt>
                <c:pt idx="33">
                  <c:v>8.8300000000000003E-2</c:v>
                </c:pt>
                <c:pt idx="34">
                  <c:v>8.8300000000000003E-2</c:v>
                </c:pt>
                <c:pt idx="35">
                  <c:v>0.09</c:v>
                </c:pt>
                <c:pt idx="36">
                  <c:v>9.0999999999999998E-2</c:v>
                </c:pt>
                <c:pt idx="37">
                  <c:v>9.1899999999999996E-2</c:v>
                </c:pt>
                <c:pt idx="38">
                  <c:v>9.2200000000000004E-2</c:v>
                </c:pt>
                <c:pt idx="39">
                  <c:v>9.1700000000000004E-2</c:v>
                </c:pt>
                <c:pt idx="40">
                  <c:v>9.0800000000000006E-2</c:v>
                </c:pt>
                <c:pt idx="41">
                  <c:v>9.06E-2</c:v>
                </c:pt>
                <c:pt idx="42">
                  <c:v>9.11E-2</c:v>
                </c:pt>
                <c:pt idx="43">
                  <c:v>9.35E-2</c:v>
                </c:pt>
                <c:pt idx="44">
                  <c:v>8.9899999999999994E-2</c:v>
                </c:pt>
                <c:pt idx="45">
                  <c:v>9.3100000000000002E-2</c:v>
                </c:pt>
                <c:pt idx="46">
                  <c:v>9.2899999999999996E-2</c:v>
                </c:pt>
                <c:pt idx="47">
                  <c:v>9.2899999999999996E-2</c:v>
                </c:pt>
                <c:pt idx="48">
                  <c:v>9.1999999999999998E-2</c:v>
                </c:pt>
                <c:pt idx="49">
                  <c:v>9.4299999999999995E-2</c:v>
                </c:pt>
                <c:pt idx="50">
                  <c:v>9.3799999999999994E-2</c:v>
                </c:pt>
                <c:pt idx="51">
                  <c:v>0.10009999999999999</c:v>
                </c:pt>
                <c:pt idx="52">
                  <c:v>0.1014</c:v>
                </c:pt>
                <c:pt idx="53">
                  <c:v>0.1023</c:v>
                </c:pt>
                <c:pt idx="54">
                  <c:v>0.10290000000000001</c:v>
                </c:pt>
                <c:pt idx="55">
                  <c:v>0.1038</c:v>
                </c:pt>
                <c:pt idx="56">
                  <c:v>0.1084</c:v>
                </c:pt>
                <c:pt idx="57">
                  <c:v>0.11210000000000001</c:v>
                </c:pt>
                <c:pt idx="58">
                  <c:v>0.1118</c:v>
                </c:pt>
                <c:pt idx="59">
                  <c:v>0.1106</c:v>
                </c:pt>
                <c:pt idx="60">
                  <c:v>0.10829999999999999</c:v>
                </c:pt>
                <c:pt idx="61">
                  <c:v>0.1076</c:v>
                </c:pt>
                <c:pt idx="62">
                  <c:v>0.1072</c:v>
                </c:pt>
                <c:pt idx="63">
                  <c:v>0.10730000000000001</c:v>
                </c:pt>
                <c:pt idx="64">
                  <c:v>0.1084</c:v>
                </c:pt>
                <c:pt idx="65">
                  <c:v>0.1115</c:v>
                </c:pt>
                <c:pt idx="66">
                  <c:v>0.1139</c:v>
                </c:pt>
                <c:pt idx="67">
                  <c:v>0.1138</c:v>
                </c:pt>
                <c:pt idx="68">
                  <c:v>0.11360000000000001</c:v>
                </c:pt>
                <c:pt idx="69">
                  <c:v>0.1143</c:v>
                </c:pt>
                <c:pt idx="70">
                  <c:v>0.11269999999999999</c:v>
                </c:pt>
                <c:pt idx="71">
                  <c:v>0.111</c:v>
                </c:pt>
                <c:pt idx="72">
                  <c:v>0.1095</c:v>
                </c:pt>
                <c:pt idx="73">
                  <c:v>0.1095</c:v>
                </c:pt>
                <c:pt idx="74">
                  <c:v>0.10929999999999999</c:v>
                </c:pt>
                <c:pt idx="75">
                  <c:v>0.1084</c:v>
                </c:pt>
                <c:pt idx="76">
                  <c:v>0.107</c:v>
                </c:pt>
                <c:pt idx="77">
                  <c:v>0.1066</c:v>
                </c:pt>
                <c:pt idx="78">
                  <c:v>0.10249999999999999</c:v>
                </c:pt>
                <c:pt idx="79">
                  <c:v>0.10150000000000001</c:v>
                </c:pt>
                <c:pt idx="80">
                  <c:v>0.1011</c:v>
                </c:pt>
                <c:pt idx="81">
                  <c:v>0.10150000000000001</c:v>
                </c:pt>
                <c:pt idx="82">
                  <c:v>0.10199999999999999</c:v>
                </c:pt>
                <c:pt idx="83">
                  <c:v>0.1011</c:v>
                </c:pt>
                <c:pt idx="84">
                  <c:v>9.9400000000000002E-2</c:v>
                </c:pt>
                <c:pt idx="85">
                  <c:v>9.9000000000000005E-2</c:v>
                </c:pt>
                <c:pt idx="86">
                  <c:v>9.7199999999999995E-2</c:v>
                </c:pt>
                <c:pt idx="87">
                  <c:v>9.6699999999999994E-2</c:v>
                </c:pt>
                <c:pt idx="88">
                  <c:v>9.6699999999999994E-2</c:v>
                </c:pt>
                <c:pt idx="89">
                  <c:v>9.7600000000000006E-2</c:v>
                </c:pt>
                <c:pt idx="90">
                  <c:v>9.7299999999999998E-2</c:v>
                </c:pt>
                <c:pt idx="91">
                  <c:v>9.8699999999999996E-2</c:v>
                </c:pt>
                <c:pt idx="92">
                  <c:v>9.8599999999999993E-2</c:v>
                </c:pt>
                <c:pt idx="93">
                  <c:v>9.8000000000000004E-2</c:v>
                </c:pt>
                <c:pt idx="94">
                  <c:v>9.8500000000000004E-2</c:v>
                </c:pt>
                <c:pt idx="95">
                  <c:v>9.8199999999999996E-2</c:v>
                </c:pt>
                <c:pt idx="96">
                  <c:v>9.98E-2</c:v>
                </c:pt>
                <c:pt idx="97">
                  <c:v>9.8299999999999998E-2</c:v>
                </c:pt>
                <c:pt idx="98">
                  <c:v>9.8500000000000004E-2</c:v>
                </c:pt>
                <c:pt idx="99">
                  <c:v>9.8599999999999993E-2</c:v>
                </c:pt>
                <c:pt idx="100">
                  <c:v>9.5899999999999999E-2</c:v>
                </c:pt>
                <c:pt idx="101">
                  <c:v>9.5500000000000002E-2</c:v>
                </c:pt>
                <c:pt idx="102">
                  <c:v>9.4600000000000004E-2</c:v>
                </c:pt>
                <c:pt idx="103">
                  <c:v>9.3100000000000002E-2</c:v>
                </c:pt>
                <c:pt idx="104">
                  <c:v>9.3100000000000002E-2</c:v>
                </c:pt>
                <c:pt idx="105">
                  <c:v>9.3299999999999994E-2</c:v>
                </c:pt>
                <c:pt idx="106">
                  <c:v>9.4299999999999995E-2</c:v>
                </c:pt>
                <c:pt idx="107">
                  <c:v>9.5200000000000007E-2</c:v>
                </c:pt>
                <c:pt idx="108">
                  <c:v>9.3399999999999997E-2</c:v>
                </c:pt>
                <c:pt idx="109">
                  <c:v>9.5600000000000004E-2</c:v>
                </c:pt>
                <c:pt idx="110">
                  <c:v>9.8599999999999993E-2</c:v>
                </c:pt>
                <c:pt idx="111">
                  <c:v>9.8299999999999998E-2</c:v>
                </c:pt>
                <c:pt idx="112">
                  <c:v>9.7699999999999995E-2</c:v>
                </c:pt>
                <c:pt idx="113">
                  <c:v>9.74E-2</c:v>
                </c:pt>
                <c:pt idx="114">
                  <c:v>9.8699999999999996E-2</c:v>
                </c:pt>
                <c:pt idx="115">
                  <c:v>9.8500000000000004E-2</c:v>
                </c:pt>
                <c:pt idx="116">
                  <c:v>9.9199999999999997E-2</c:v>
                </c:pt>
                <c:pt idx="117">
                  <c:v>0.10249999999999999</c:v>
                </c:pt>
                <c:pt idx="118">
                  <c:v>0.1033</c:v>
                </c:pt>
                <c:pt idx="119">
                  <c:v>0.1075</c:v>
                </c:pt>
                <c:pt idx="120">
                  <c:v>0.1096</c:v>
                </c:pt>
                <c:pt idx="121">
                  <c:v>0.1152</c:v>
                </c:pt>
                <c:pt idx="122">
                  <c:v>0.1145</c:v>
                </c:pt>
                <c:pt idx="123">
                  <c:v>0.112</c:v>
                </c:pt>
                <c:pt idx="124">
                  <c:v>0.1157</c:v>
                </c:pt>
                <c:pt idx="125">
                  <c:v>0.11360000000000001</c:v>
                </c:pt>
                <c:pt idx="126">
                  <c:v>0.1153</c:v>
                </c:pt>
                <c:pt idx="127">
                  <c:v>0.11509999999999999</c:v>
                </c:pt>
                <c:pt idx="128">
                  <c:v>0.1132</c:v>
                </c:pt>
                <c:pt idx="129">
                  <c:v>0.11210000000000001</c:v>
                </c:pt>
                <c:pt idx="130">
                  <c:v>0.11070000000000001</c:v>
                </c:pt>
                <c:pt idx="131">
                  <c:v>0.11070000000000001</c:v>
                </c:pt>
                <c:pt idx="132">
                  <c:v>0.1103</c:v>
                </c:pt>
                <c:pt idx="133">
                  <c:v>0.11260000000000001</c:v>
                </c:pt>
                <c:pt idx="134">
                  <c:v>0.1139</c:v>
                </c:pt>
                <c:pt idx="135">
                  <c:v>0.1139</c:v>
                </c:pt>
                <c:pt idx="136">
                  <c:v>0.1172</c:v>
                </c:pt>
                <c:pt idx="137">
                  <c:v>0.1169</c:v>
                </c:pt>
                <c:pt idx="138">
                  <c:v>0.11890000000000001</c:v>
                </c:pt>
                <c:pt idx="139">
                  <c:v>0.12189999999999999</c:v>
                </c:pt>
                <c:pt idx="140">
                  <c:v>0.12640000000000001</c:v>
                </c:pt>
                <c:pt idx="141">
                  <c:v>0.13020000000000001</c:v>
                </c:pt>
                <c:pt idx="142">
                  <c:v>0.12889999999999999</c:v>
                </c:pt>
                <c:pt idx="143">
                  <c:v>0.12970000000000001</c:v>
                </c:pt>
                <c:pt idx="144">
                  <c:v>0.12740000000000001</c:v>
                </c:pt>
                <c:pt idx="145">
                  <c:v>0.12690000000000001</c:v>
                </c:pt>
                <c:pt idx="146">
                  <c:v>0.1245</c:v>
                </c:pt>
                <c:pt idx="147">
                  <c:v>0.12330000000000001</c:v>
                </c:pt>
                <c:pt idx="148">
                  <c:v>0.1232</c:v>
                </c:pt>
                <c:pt idx="149">
                  <c:v>0.1227</c:v>
                </c:pt>
                <c:pt idx="150">
                  <c:v>0.12230000000000001</c:v>
                </c:pt>
                <c:pt idx="151">
                  <c:v>0.121</c:v>
                </c:pt>
                <c:pt idx="152">
                  <c:v>0.1186</c:v>
                </c:pt>
                <c:pt idx="153">
                  <c:v>0.1179</c:v>
                </c:pt>
                <c:pt idx="154">
                  <c:v>0.1172</c:v>
                </c:pt>
                <c:pt idx="155">
                  <c:v>0.1188</c:v>
                </c:pt>
                <c:pt idx="156">
                  <c:v>0.1187</c:v>
                </c:pt>
                <c:pt idx="157">
                  <c:v>0.12089999999999999</c:v>
                </c:pt>
                <c:pt idx="158">
                  <c:v>0.1205</c:v>
                </c:pt>
                <c:pt idx="159">
                  <c:v>0.1207</c:v>
                </c:pt>
                <c:pt idx="160">
                  <c:v>0.1195</c:v>
                </c:pt>
                <c:pt idx="161">
                  <c:v>0.1211</c:v>
                </c:pt>
                <c:pt idx="162">
                  <c:v>0.1225</c:v>
                </c:pt>
                <c:pt idx="163">
                  <c:v>0.1232</c:v>
                </c:pt>
                <c:pt idx="164">
                  <c:v>0.12529999999999999</c:v>
                </c:pt>
                <c:pt idx="165">
                  <c:v>0.12670000000000001</c:v>
                </c:pt>
                <c:pt idx="166">
                  <c:v>0.12659999999999999</c:v>
                </c:pt>
                <c:pt idx="167">
                  <c:v>0.1268</c:v>
                </c:pt>
                <c:pt idx="168">
                  <c:v>0.12640000000000001</c:v>
                </c:pt>
                <c:pt idx="169">
                  <c:v>0.1263</c:v>
                </c:pt>
                <c:pt idx="170">
                  <c:v>0.12690000000000001</c:v>
                </c:pt>
                <c:pt idx="171">
                  <c:v>0.12690000000000001</c:v>
                </c:pt>
                <c:pt idx="172">
                  <c:v>0.1268</c:v>
                </c:pt>
                <c:pt idx="173">
                  <c:v>0.12720000000000001</c:v>
                </c:pt>
                <c:pt idx="174">
                  <c:v>0.12720000000000001</c:v>
                </c:pt>
                <c:pt idx="175">
                  <c:v>0.12509999999999999</c:v>
                </c:pt>
                <c:pt idx="176">
                  <c:v>0.1236</c:v>
                </c:pt>
                <c:pt idx="177">
                  <c:v>0.1241</c:v>
                </c:pt>
                <c:pt idx="178">
                  <c:v>0.12470000000000001</c:v>
                </c:pt>
                <c:pt idx="179">
                  <c:v>0.1268</c:v>
                </c:pt>
                <c:pt idx="180">
                  <c:v>0.1268</c:v>
                </c:pt>
                <c:pt idx="181">
                  <c:v>0.1268</c:v>
                </c:pt>
                <c:pt idx="182">
                  <c:v>0.12889999999999999</c:v>
                </c:pt>
                <c:pt idx="183">
                  <c:v>0.13</c:v>
                </c:pt>
                <c:pt idx="184">
                  <c:v>0.1376</c:v>
                </c:pt>
                <c:pt idx="185">
                  <c:v>0.13780000000000001</c:v>
                </c:pt>
                <c:pt idx="186">
                  <c:v>0.14419999999999999</c:v>
                </c:pt>
                <c:pt idx="187">
                  <c:v>0.14929999999999999</c:v>
                </c:pt>
                <c:pt idx="188">
                  <c:v>0.14940000000000001</c:v>
                </c:pt>
                <c:pt idx="189">
                  <c:v>0.1492</c:v>
                </c:pt>
                <c:pt idx="190">
                  <c:v>0.14949999999999999</c:v>
                </c:pt>
                <c:pt idx="191">
                  <c:v>0.154</c:v>
                </c:pt>
                <c:pt idx="192">
                  <c:v>0.15509999999999999</c:v>
                </c:pt>
                <c:pt idx="193">
                  <c:v>0.15459999999999999</c:v>
                </c:pt>
                <c:pt idx="194">
                  <c:v>0.15590000000000001</c:v>
                </c:pt>
                <c:pt idx="195">
                  <c:v>0.15759999999999999</c:v>
                </c:pt>
                <c:pt idx="196">
                  <c:v>0.15679999999999999</c:v>
                </c:pt>
                <c:pt idx="197">
                  <c:v>0.15490000000000001</c:v>
                </c:pt>
                <c:pt idx="198">
                  <c:v>0.1555</c:v>
                </c:pt>
                <c:pt idx="199">
                  <c:v>0.1555</c:v>
                </c:pt>
                <c:pt idx="200">
                  <c:v>0.15509999999999999</c:v>
                </c:pt>
                <c:pt idx="201">
                  <c:v>0.15329999999999999</c:v>
                </c:pt>
                <c:pt idx="202">
                  <c:v>0.15290000000000001</c:v>
                </c:pt>
                <c:pt idx="203">
                  <c:v>0.14990000000000001</c:v>
                </c:pt>
                <c:pt idx="204">
                  <c:v>0.15040000000000001</c:v>
                </c:pt>
                <c:pt idx="205">
                  <c:v>0.15229999999999999</c:v>
                </c:pt>
                <c:pt idx="206">
                  <c:v>0.14960000000000001</c:v>
                </c:pt>
                <c:pt idx="207">
                  <c:v>0.15140000000000001</c:v>
                </c:pt>
                <c:pt idx="208">
                  <c:v>0.1515</c:v>
                </c:pt>
                <c:pt idx="209">
                  <c:v>0.1507</c:v>
                </c:pt>
                <c:pt idx="210">
                  <c:v>0.14960000000000001</c:v>
                </c:pt>
                <c:pt idx="211">
                  <c:v>0.14860000000000001</c:v>
                </c:pt>
                <c:pt idx="212">
                  <c:v>0.1484</c:v>
                </c:pt>
                <c:pt idx="213">
                  <c:v>0.1484</c:v>
                </c:pt>
                <c:pt idx="214">
                  <c:v>0.1472</c:v>
                </c:pt>
                <c:pt idx="215">
                  <c:v>0.1477</c:v>
                </c:pt>
                <c:pt idx="216">
                  <c:v>0.15060000000000001</c:v>
                </c:pt>
                <c:pt idx="217">
                  <c:v>0.15179999999999999</c:v>
                </c:pt>
                <c:pt idx="218">
                  <c:v>0.1515</c:v>
                </c:pt>
                <c:pt idx="219">
                  <c:v>0.15190000000000001</c:v>
                </c:pt>
                <c:pt idx="220">
                  <c:v>0.15090000000000001</c:v>
                </c:pt>
                <c:pt idx="221">
                  <c:v>0.15140000000000001</c:v>
                </c:pt>
                <c:pt idx="222">
                  <c:v>0.15129999999999999</c:v>
                </c:pt>
                <c:pt idx="223">
                  <c:v>0.15060000000000001</c:v>
                </c:pt>
                <c:pt idx="224">
                  <c:v>0.15060000000000001</c:v>
                </c:pt>
                <c:pt idx="225">
                  <c:v>0.14899999999999999</c:v>
                </c:pt>
                <c:pt idx="226">
                  <c:v>0.14530000000000001</c:v>
                </c:pt>
                <c:pt idx="227">
                  <c:v>0.14199999999999999</c:v>
                </c:pt>
                <c:pt idx="228">
                  <c:v>0.13789999999999999</c:v>
                </c:pt>
                <c:pt idx="229">
                  <c:v>0.13750000000000001</c:v>
                </c:pt>
                <c:pt idx="230">
                  <c:v>0.13619999999999999</c:v>
                </c:pt>
                <c:pt idx="231">
                  <c:v>0.13619999999999999</c:v>
                </c:pt>
                <c:pt idx="232">
                  <c:v>0.13619999999999999</c:v>
                </c:pt>
                <c:pt idx="233">
                  <c:v>0.1343</c:v>
                </c:pt>
                <c:pt idx="234">
                  <c:v>0.13420000000000001</c:v>
                </c:pt>
                <c:pt idx="235">
                  <c:v>0.13350000000000001</c:v>
                </c:pt>
                <c:pt idx="236">
                  <c:v>0.13350000000000001</c:v>
                </c:pt>
                <c:pt idx="237">
                  <c:v>0.1338</c:v>
                </c:pt>
                <c:pt idx="238">
                  <c:v>0.1336</c:v>
                </c:pt>
                <c:pt idx="239">
                  <c:v>0.1348</c:v>
                </c:pt>
                <c:pt idx="240">
                  <c:v>0.1346</c:v>
                </c:pt>
                <c:pt idx="241">
                  <c:v>0.1338</c:v>
                </c:pt>
                <c:pt idx="242">
                  <c:v>0.13339999999999999</c:v>
                </c:pt>
                <c:pt idx="243">
                  <c:v>0.1295</c:v>
                </c:pt>
                <c:pt idx="244">
                  <c:v>0.12889999999999999</c:v>
                </c:pt>
                <c:pt idx="245">
                  <c:v>0.13070000000000001</c:v>
                </c:pt>
                <c:pt idx="246">
                  <c:v>0.13450000000000001</c:v>
                </c:pt>
                <c:pt idx="247">
                  <c:v>0.13500000000000001</c:v>
                </c:pt>
                <c:pt idx="248">
                  <c:v>0.1346</c:v>
                </c:pt>
                <c:pt idx="249">
                  <c:v>0.13220000000000001</c:v>
                </c:pt>
                <c:pt idx="250">
                  <c:v>0.1326</c:v>
                </c:pt>
                <c:pt idx="251">
                  <c:v>0.13350000000000001</c:v>
                </c:pt>
                <c:pt idx="252">
                  <c:v>0.12870000000000001</c:v>
                </c:pt>
                <c:pt idx="253">
                  <c:v>0.12590000000000001</c:v>
                </c:pt>
                <c:pt idx="254">
                  <c:v>0.126</c:v>
                </c:pt>
                <c:pt idx="255">
                  <c:v>0.126</c:v>
                </c:pt>
                <c:pt idx="256">
                  <c:v>0.126</c:v>
                </c:pt>
                <c:pt idx="257">
                  <c:v>0.12540000000000001</c:v>
                </c:pt>
                <c:pt idx="258">
                  <c:v>0.12529999999999999</c:v>
                </c:pt>
                <c:pt idx="259">
                  <c:v>0.1246</c:v>
                </c:pt>
                <c:pt idx="260">
                  <c:v>0.1246</c:v>
                </c:pt>
                <c:pt idx="261">
                  <c:v>0.1232</c:v>
                </c:pt>
                <c:pt idx="262">
                  <c:v>0.11890000000000001</c:v>
                </c:pt>
                <c:pt idx="263">
                  <c:v>0.1173</c:v>
                </c:pt>
                <c:pt idx="264">
                  <c:v>0.1176</c:v>
                </c:pt>
                <c:pt idx="265">
                  <c:v>0.1186</c:v>
                </c:pt>
                <c:pt idx="266">
                  <c:v>0.1179</c:v>
                </c:pt>
                <c:pt idx="267">
                  <c:v>0.1177</c:v>
                </c:pt>
                <c:pt idx="268">
                  <c:v>0.1174</c:v>
                </c:pt>
                <c:pt idx="269">
                  <c:v>0.1183</c:v>
                </c:pt>
                <c:pt idx="270">
                  <c:v>0.1193</c:v>
                </c:pt>
                <c:pt idx="271">
                  <c:v>0.12239999999999999</c:v>
                </c:pt>
                <c:pt idx="272">
                  <c:v>0.1222</c:v>
                </c:pt>
                <c:pt idx="273">
                  <c:v>0.124</c:v>
                </c:pt>
                <c:pt idx="274">
                  <c:v>0.124</c:v>
                </c:pt>
                <c:pt idx="275">
                  <c:v>0.1268</c:v>
                </c:pt>
                <c:pt idx="276">
                  <c:v>0.12670000000000001</c:v>
                </c:pt>
                <c:pt idx="277">
                  <c:v>0.12790000000000001</c:v>
                </c:pt>
                <c:pt idx="278">
                  <c:v>0.1273</c:v>
                </c:pt>
                <c:pt idx="279">
                  <c:v>0.1273</c:v>
                </c:pt>
                <c:pt idx="280">
                  <c:v>0.13059999999999999</c:v>
                </c:pt>
                <c:pt idx="281">
                  <c:v>0.13220000000000001</c:v>
                </c:pt>
                <c:pt idx="282">
                  <c:v>0.13059999999999999</c:v>
                </c:pt>
                <c:pt idx="283">
                  <c:v>0.13070000000000001</c:v>
                </c:pt>
                <c:pt idx="284">
                  <c:v>0.12529999999999999</c:v>
                </c:pt>
                <c:pt idx="285">
                  <c:v>0.126</c:v>
                </c:pt>
                <c:pt idx="286">
                  <c:v>0.12620000000000001</c:v>
                </c:pt>
                <c:pt idx="287">
                  <c:v>0.12529999999999999</c:v>
                </c:pt>
                <c:pt idx="288">
                  <c:v>0.12540000000000001</c:v>
                </c:pt>
                <c:pt idx="289">
                  <c:v>0.12690000000000001</c:v>
                </c:pt>
                <c:pt idx="290">
                  <c:v>0.12709999999999999</c:v>
                </c:pt>
                <c:pt idx="291">
                  <c:v>0.1265</c:v>
                </c:pt>
                <c:pt idx="292">
                  <c:v>0.12759999999999999</c:v>
                </c:pt>
                <c:pt idx="293">
                  <c:v>0.12790000000000001</c:v>
                </c:pt>
                <c:pt idx="294">
                  <c:v>0.12790000000000001</c:v>
                </c:pt>
                <c:pt idx="295">
                  <c:v>0.13320000000000001</c:v>
                </c:pt>
                <c:pt idx="296">
                  <c:v>0.13539999999999999</c:v>
                </c:pt>
                <c:pt idx="297">
                  <c:v>0.12659999999999999</c:v>
                </c:pt>
                <c:pt idx="298">
                  <c:v>0.13020000000000001</c:v>
                </c:pt>
                <c:pt idx="299">
                  <c:v>0.12959999999999999</c:v>
                </c:pt>
                <c:pt idx="300">
                  <c:v>0.12989999999999999</c:v>
                </c:pt>
                <c:pt idx="301">
                  <c:v>0.12970000000000001</c:v>
                </c:pt>
                <c:pt idx="302">
                  <c:v>0.12809999999999999</c:v>
                </c:pt>
                <c:pt idx="303">
                  <c:v>0.12809999999999999</c:v>
                </c:pt>
                <c:pt idx="304">
                  <c:v>0.12740000000000001</c:v>
                </c:pt>
                <c:pt idx="305">
                  <c:v>0.12479999999999999</c:v>
                </c:pt>
                <c:pt idx="306">
                  <c:v>0.1244</c:v>
                </c:pt>
                <c:pt idx="307">
                  <c:v>0.1242</c:v>
                </c:pt>
                <c:pt idx="308">
                  <c:v>0.12189999999999999</c:v>
                </c:pt>
                <c:pt idx="309">
                  <c:v>0.12089999999999999</c:v>
                </c:pt>
                <c:pt idx="310">
                  <c:v>0.1205</c:v>
                </c:pt>
                <c:pt idx="311">
                  <c:v>0.1196</c:v>
                </c:pt>
                <c:pt idx="312">
                  <c:v>0.11890000000000001</c:v>
                </c:pt>
                <c:pt idx="313">
                  <c:v>0.11849999999999999</c:v>
                </c:pt>
                <c:pt idx="314">
                  <c:v>0.11849999999999999</c:v>
                </c:pt>
                <c:pt idx="315">
                  <c:v>0.11840000000000001</c:v>
                </c:pt>
                <c:pt idx="316">
                  <c:v>0.1179</c:v>
                </c:pt>
                <c:pt idx="317">
                  <c:v>0.115</c:v>
                </c:pt>
                <c:pt idx="318">
                  <c:v>0.1147</c:v>
                </c:pt>
                <c:pt idx="319">
                  <c:v>0.11509999999999999</c:v>
                </c:pt>
                <c:pt idx="320">
                  <c:v>0.1164</c:v>
                </c:pt>
                <c:pt idx="321">
                  <c:v>0.1157</c:v>
                </c:pt>
                <c:pt idx="322">
                  <c:v>0.1157</c:v>
                </c:pt>
                <c:pt idx="323">
                  <c:v>0.1157</c:v>
                </c:pt>
                <c:pt idx="324">
                  <c:v>0.1162</c:v>
                </c:pt>
                <c:pt idx="325">
                  <c:v>0.1163</c:v>
                </c:pt>
                <c:pt idx="326">
                  <c:v>0.11700000000000001</c:v>
                </c:pt>
                <c:pt idx="327">
                  <c:v>0.109</c:v>
                </c:pt>
                <c:pt idx="328">
                  <c:v>0.1091</c:v>
                </c:pt>
                <c:pt idx="329">
                  <c:v>0.10920000000000001</c:v>
                </c:pt>
                <c:pt idx="330">
                  <c:v>0.1082</c:v>
                </c:pt>
                <c:pt idx="331">
                  <c:v>0.1085</c:v>
                </c:pt>
                <c:pt idx="332">
                  <c:v>0.1079</c:v>
                </c:pt>
                <c:pt idx="333">
                  <c:v>0.1084</c:v>
                </c:pt>
                <c:pt idx="334">
                  <c:v>0.1106</c:v>
                </c:pt>
                <c:pt idx="335">
                  <c:v>0.11</c:v>
                </c:pt>
                <c:pt idx="336">
                  <c:v>0.1101</c:v>
                </c:pt>
                <c:pt idx="337">
                  <c:v>0.1103</c:v>
                </c:pt>
                <c:pt idx="338">
                  <c:v>0.11</c:v>
                </c:pt>
                <c:pt idx="339">
                  <c:v>0.107</c:v>
                </c:pt>
                <c:pt idx="340">
                  <c:v>0.10680000000000001</c:v>
                </c:pt>
                <c:pt idx="341">
                  <c:v>0.1071</c:v>
                </c:pt>
                <c:pt idx="342">
                  <c:v>0.108</c:v>
                </c:pt>
                <c:pt idx="343">
                  <c:v>0.1081</c:v>
                </c:pt>
                <c:pt idx="344">
                  <c:v>0.1086</c:v>
                </c:pt>
                <c:pt idx="345">
                  <c:v>0.11020000000000001</c:v>
                </c:pt>
                <c:pt idx="346">
                  <c:v>0.1103</c:v>
                </c:pt>
                <c:pt idx="347">
                  <c:v>0.11020000000000001</c:v>
                </c:pt>
                <c:pt idx="348">
                  <c:v>0.11</c:v>
                </c:pt>
                <c:pt idx="349">
                  <c:v>0.1103</c:v>
                </c:pt>
                <c:pt idx="350">
                  <c:v>0.1113</c:v>
                </c:pt>
                <c:pt idx="351">
                  <c:v>0.11169999999999999</c:v>
                </c:pt>
                <c:pt idx="352">
                  <c:v>0.11119999999999999</c:v>
                </c:pt>
                <c:pt idx="353">
                  <c:v>0.111</c:v>
                </c:pt>
                <c:pt idx="354">
                  <c:v>0.1091</c:v>
                </c:pt>
                <c:pt idx="355">
                  <c:v>0.10489999999999999</c:v>
                </c:pt>
                <c:pt idx="356">
                  <c:v>0.1047</c:v>
                </c:pt>
                <c:pt idx="357">
                  <c:v>0.105</c:v>
                </c:pt>
                <c:pt idx="358">
                  <c:v>0.1031</c:v>
                </c:pt>
                <c:pt idx="359">
                  <c:v>0.1038</c:v>
                </c:pt>
                <c:pt idx="360">
                  <c:v>0.1014</c:v>
                </c:pt>
                <c:pt idx="361">
                  <c:v>0.10009999999999999</c:v>
                </c:pt>
                <c:pt idx="362">
                  <c:v>0.10009999999999999</c:v>
                </c:pt>
                <c:pt idx="363">
                  <c:v>0.1017</c:v>
                </c:pt>
                <c:pt idx="364">
                  <c:v>0.1017</c:v>
                </c:pt>
                <c:pt idx="365">
                  <c:v>0.1008</c:v>
                </c:pt>
                <c:pt idx="366">
                  <c:v>0.1009</c:v>
                </c:pt>
                <c:pt idx="367">
                  <c:v>0.1013</c:v>
                </c:pt>
                <c:pt idx="368">
                  <c:v>0.1002</c:v>
                </c:pt>
                <c:pt idx="369">
                  <c:v>9.9199999999999997E-2</c:v>
                </c:pt>
                <c:pt idx="370">
                  <c:v>9.9900000000000003E-2</c:v>
                </c:pt>
                <c:pt idx="371">
                  <c:v>9.9900000000000003E-2</c:v>
                </c:pt>
                <c:pt idx="372">
                  <c:v>9.9400000000000002E-2</c:v>
                </c:pt>
                <c:pt idx="373">
                  <c:v>0.10009999999999999</c:v>
                </c:pt>
                <c:pt idx="374">
                  <c:v>0.1003</c:v>
                </c:pt>
                <c:pt idx="375">
                  <c:v>0.1014</c:v>
                </c:pt>
                <c:pt idx="376">
                  <c:v>0.1019</c:v>
                </c:pt>
                <c:pt idx="377">
                  <c:v>0.10249999999999999</c:v>
                </c:pt>
                <c:pt idx="378">
                  <c:v>0.10340000000000001</c:v>
                </c:pt>
                <c:pt idx="379">
                  <c:v>0.1052</c:v>
                </c:pt>
                <c:pt idx="380">
                  <c:v>0.10539999999999999</c:v>
                </c:pt>
                <c:pt idx="381">
                  <c:v>0.1046</c:v>
                </c:pt>
                <c:pt idx="382">
                  <c:v>0.1046</c:v>
                </c:pt>
                <c:pt idx="383">
                  <c:v>0.1048</c:v>
                </c:pt>
                <c:pt idx="384">
                  <c:v>0.1069</c:v>
                </c:pt>
                <c:pt idx="385">
                  <c:v>9.8000000000000004E-2</c:v>
                </c:pt>
                <c:pt idx="386">
                  <c:v>0.1012</c:v>
                </c:pt>
                <c:pt idx="387">
                  <c:v>0.1024</c:v>
                </c:pt>
                <c:pt idx="388">
                  <c:v>0.1017</c:v>
                </c:pt>
                <c:pt idx="389">
                  <c:v>0.1023</c:v>
                </c:pt>
                <c:pt idx="390">
                  <c:v>0.1028</c:v>
                </c:pt>
                <c:pt idx="391">
                  <c:v>0.10299999999999999</c:v>
                </c:pt>
                <c:pt idx="392">
                  <c:v>0.10299999999999999</c:v>
                </c:pt>
                <c:pt idx="393">
                  <c:v>0.1021</c:v>
                </c:pt>
                <c:pt idx="394">
                  <c:v>0.1022</c:v>
                </c:pt>
                <c:pt idx="395">
                  <c:v>0.1023</c:v>
                </c:pt>
                <c:pt idx="396">
                  <c:v>0.10929999999999999</c:v>
                </c:pt>
                <c:pt idx="397">
                  <c:v>0.11</c:v>
                </c:pt>
                <c:pt idx="398">
                  <c:v>0.1099</c:v>
                </c:pt>
                <c:pt idx="399">
                  <c:v>0.1125</c:v>
                </c:pt>
                <c:pt idx="400">
                  <c:v>0.11210000000000001</c:v>
                </c:pt>
                <c:pt idx="401">
                  <c:v>0.11169999999999999</c:v>
                </c:pt>
                <c:pt idx="402">
                  <c:v>0.1133</c:v>
                </c:pt>
                <c:pt idx="403">
                  <c:v>0.1138</c:v>
                </c:pt>
                <c:pt idx="404">
                  <c:v>0.1142</c:v>
                </c:pt>
                <c:pt idx="405">
                  <c:v>0.1144</c:v>
                </c:pt>
                <c:pt idx="406">
                  <c:v>0.11509999999999999</c:v>
                </c:pt>
                <c:pt idx="407">
                  <c:v>0.1123</c:v>
                </c:pt>
                <c:pt idx="408">
                  <c:v>0.11269999999999999</c:v>
                </c:pt>
                <c:pt idx="409">
                  <c:v>0.11119999999999999</c:v>
                </c:pt>
                <c:pt idx="410">
                  <c:v>0.11119999999999999</c:v>
                </c:pt>
                <c:pt idx="411">
                  <c:v>0.11210000000000001</c:v>
                </c:pt>
                <c:pt idx="412">
                  <c:v>0.11459999999999999</c:v>
                </c:pt>
                <c:pt idx="413">
                  <c:v>0.1148</c:v>
                </c:pt>
                <c:pt idx="414">
                  <c:v>0.1171</c:v>
                </c:pt>
                <c:pt idx="415">
                  <c:v>0.11650000000000001</c:v>
                </c:pt>
                <c:pt idx="416">
                  <c:v>0.1171</c:v>
                </c:pt>
                <c:pt idx="417">
                  <c:v>0.1168</c:v>
                </c:pt>
                <c:pt idx="418">
                  <c:v>0.1205</c:v>
                </c:pt>
                <c:pt idx="419">
                  <c:v>0.1206</c:v>
                </c:pt>
                <c:pt idx="420">
                  <c:v>0.121</c:v>
                </c:pt>
                <c:pt idx="421">
                  <c:v>0.1211</c:v>
                </c:pt>
                <c:pt idx="422">
                  <c:v>0.12139999999999999</c:v>
                </c:pt>
                <c:pt idx="423">
                  <c:v>0.12139999999999999</c:v>
                </c:pt>
                <c:pt idx="424">
                  <c:v>0.1226</c:v>
                </c:pt>
                <c:pt idx="425">
                  <c:v>0.1231</c:v>
                </c:pt>
                <c:pt idx="426">
                  <c:v>0.1229</c:v>
                </c:pt>
                <c:pt idx="427">
                  <c:v>0.1186</c:v>
                </c:pt>
                <c:pt idx="428">
                  <c:v>0.11890000000000001</c:v>
                </c:pt>
                <c:pt idx="429">
                  <c:v>0.1192</c:v>
                </c:pt>
                <c:pt idx="430">
                  <c:v>0.11940000000000001</c:v>
                </c:pt>
                <c:pt idx="431">
                  <c:v>0.11990000000000001</c:v>
                </c:pt>
                <c:pt idx="432">
                  <c:v>0.1205</c:v>
                </c:pt>
                <c:pt idx="433">
                  <c:v>0.1206</c:v>
                </c:pt>
                <c:pt idx="434">
                  <c:v>0.1206</c:v>
                </c:pt>
                <c:pt idx="435">
                  <c:v>0.1215</c:v>
                </c:pt>
                <c:pt idx="436">
                  <c:v>0.11840000000000001</c:v>
                </c:pt>
                <c:pt idx="437">
                  <c:v>0.1193</c:v>
                </c:pt>
                <c:pt idx="438">
                  <c:v>0.1192</c:v>
                </c:pt>
                <c:pt idx="439">
                  <c:v>0.1187</c:v>
                </c:pt>
                <c:pt idx="440">
                  <c:v>0.1182</c:v>
                </c:pt>
                <c:pt idx="441">
                  <c:v>0.1187</c:v>
                </c:pt>
                <c:pt idx="442">
                  <c:v>0.1198</c:v>
                </c:pt>
                <c:pt idx="443">
                  <c:v>0.1202</c:v>
                </c:pt>
                <c:pt idx="444">
                  <c:v>0.12089999999999999</c:v>
                </c:pt>
                <c:pt idx="445">
                  <c:v>0.12039999999999999</c:v>
                </c:pt>
                <c:pt idx="446">
                  <c:v>0.12130000000000001</c:v>
                </c:pt>
                <c:pt idx="447">
                  <c:v>0.12180000000000001</c:v>
                </c:pt>
                <c:pt idx="448">
                  <c:v>0.12239999999999999</c:v>
                </c:pt>
                <c:pt idx="449">
                  <c:v>0.1232</c:v>
                </c:pt>
                <c:pt idx="450">
                  <c:v>0.1237</c:v>
                </c:pt>
                <c:pt idx="451">
                  <c:v>0.12330000000000001</c:v>
                </c:pt>
                <c:pt idx="452">
                  <c:v>0.127</c:v>
                </c:pt>
                <c:pt idx="453">
                  <c:v>0.1201</c:v>
                </c:pt>
                <c:pt idx="454">
                  <c:v>0.12139999999999999</c:v>
                </c:pt>
                <c:pt idx="455">
                  <c:v>0.1211</c:v>
                </c:pt>
                <c:pt idx="456">
                  <c:v>0.1208</c:v>
                </c:pt>
                <c:pt idx="457">
                  <c:v>0.1211</c:v>
                </c:pt>
                <c:pt idx="458">
                  <c:v>0.12139999999999999</c:v>
                </c:pt>
                <c:pt idx="459">
                  <c:v>0.12189999999999999</c:v>
                </c:pt>
                <c:pt idx="460">
                  <c:v>0.1216</c:v>
                </c:pt>
                <c:pt idx="461">
                  <c:v>0.12230000000000001</c:v>
                </c:pt>
                <c:pt idx="462">
                  <c:v>0.1222</c:v>
                </c:pt>
                <c:pt idx="463">
                  <c:v>0.14330000000000001</c:v>
                </c:pt>
                <c:pt idx="464">
                  <c:v>0.14330000000000001</c:v>
                </c:pt>
                <c:pt idx="465">
                  <c:v>0.14199999999999999</c:v>
                </c:pt>
                <c:pt idx="466">
                  <c:v>0.14180000000000001</c:v>
                </c:pt>
                <c:pt idx="467">
                  <c:v>0.1416</c:v>
                </c:pt>
                <c:pt idx="468">
                  <c:v>0.14219999999999999</c:v>
                </c:pt>
                <c:pt idx="469">
                  <c:v>0.14249999999999999</c:v>
                </c:pt>
                <c:pt idx="470">
                  <c:v>0.1421</c:v>
                </c:pt>
                <c:pt idx="471">
                  <c:v>0.14280000000000001</c:v>
                </c:pt>
                <c:pt idx="472">
                  <c:v>0.14280000000000001</c:v>
                </c:pt>
                <c:pt idx="473">
                  <c:v>0.1429</c:v>
                </c:pt>
                <c:pt idx="474">
                  <c:v>0.1305</c:v>
                </c:pt>
                <c:pt idx="475">
                  <c:v>0.1313</c:v>
                </c:pt>
                <c:pt idx="476">
                  <c:v>0.1313</c:v>
                </c:pt>
                <c:pt idx="477">
                  <c:v>0.13120000000000001</c:v>
                </c:pt>
                <c:pt idx="478">
                  <c:v>0.1278</c:v>
                </c:pt>
                <c:pt idx="479">
                  <c:v>0.12759999999999999</c:v>
                </c:pt>
                <c:pt idx="480">
                  <c:v>0.12770000000000001</c:v>
                </c:pt>
                <c:pt idx="481">
                  <c:v>0.12720000000000001</c:v>
                </c:pt>
                <c:pt idx="482">
                  <c:v>0.12790000000000001</c:v>
                </c:pt>
                <c:pt idx="483">
                  <c:v>0.12820000000000001</c:v>
                </c:pt>
                <c:pt idx="484">
                  <c:v>0.12820000000000001</c:v>
                </c:pt>
                <c:pt idx="485">
                  <c:v>0.12909999999999999</c:v>
                </c:pt>
                <c:pt idx="486">
                  <c:v>0.1293</c:v>
                </c:pt>
                <c:pt idx="487">
                  <c:v>0.1288</c:v>
                </c:pt>
                <c:pt idx="488">
                  <c:v>0.12889999999999999</c:v>
                </c:pt>
                <c:pt idx="489">
                  <c:v>0.12870000000000001</c:v>
                </c:pt>
                <c:pt idx="490">
                  <c:v>0.12920000000000001</c:v>
                </c:pt>
                <c:pt idx="491">
                  <c:v>0.13150000000000001</c:v>
                </c:pt>
                <c:pt idx="492">
                  <c:v>0.1308</c:v>
                </c:pt>
                <c:pt idx="493">
                  <c:v>0.1145</c:v>
                </c:pt>
                <c:pt idx="494">
                  <c:v>0.1143</c:v>
                </c:pt>
                <c:pt idx="495">
                  <c:v>0.11210000000000001</c:v>
                </c:pt>
                <c:pt idx="496">
                  <c:v>0.1118</c:v>
                </c:pt>
                <c:pt idx="497">
                  <c:v>0.1118</c:v>
                </c:pt>
                <c:pt idx="498">
                  <c:v>0.11210000000000001</c:v>
                </c:pt>
                <c:pt idx="499">
                  <c:v>0.1071</c:v>
                </c:pt>
                <c:pt idx="500">
                  <c:v>0.10780000000000001</c:v>
                </c:pt>
                <c:pt idx="501">
                  <c:v>0.10780000000000001</c:v>
                </c:pt>
                <c:pt idx="502">
                  <c:v>0.10440000000000001</c:v>
                </c:pt>
                <c:pt idx="503">
                  <c:v>0.1053</c:v>
                </c:pt>
                <c:pt idx="504">
                  <c:v>0.1066</c:v>
                </c:pt>
                <c:pt idx="505">
                  <c:v>0.1069</c:v>
                </c:pt>
                <c:pt idx="506">
                  <c:v>0.10730000000000001</c:v>
                </c:pt>
                <c:pt idx="507">
                  <c:v>0.1077</c:v>
                </c:pt>
                <c:pt idx="508">
                  <c:v>0.108</c:v>
                </c:pt>
                <c:pt idx="509">
                  <c:v>0.10920000000000001</c:v>
                </c:pt>
                <c:pt idx="510">
                  <c:v>0.10920000000000001</c:v>
                </c:pt>
                <c:pt idx="511">
                  <c:v>0.11</c:v>
                </c:pt>
                <c:pt idx="512">
                  <c:v>0.1101</c:v>
                </c:pt>
                <c:pt idx="513">
                  <c:v>0.11</c:v>
                </c:pt>
                <c:pt idx="514">
                  <c:v>0.1103</c:v>
                </c:pt>
                <c:pt idx="515">
                  <c:v>0.1104</c:v>
                </c:pt>
                <c:pt idx="516">
                  <c:v>0.1104</c:v>
                </c:pt>
                <c:pt idx="517">
                  <c:v>0.1104</c:v>
                </c:pt>
                <c:pt idx="518">
                  <c:v>0.1113</c:v>
                </c:pt>
                <c:pt idx="519">
                  <c:v>0.1095</c:v>
                </c:pt>
                <c:pt idx="520">
                  <c:v>0.1103</c:v>
                </c:pt>
                <c:pt idx="521">
                  <c:v>0.1103</c:v>
                </c:pt>
                <c:pt idx="522">
                  <c:v>0.1096</c:v>
                </c:pt>
                <c:pt idx="523">
                  <c:v>0.10920000000000001</c:v>
                </c:pt>
                <c:pt idx="524">
                  <c:v>0.10979999999999999</c:v>
                </c:pt>
                <c:pt idx="525">
                  <c:v>0.1096</c:v>
                </c:pt>
                <c:pt idx="526">
                  <c:v>0.11020000000000001</c:v>
                </c:pt>
                <c:pt idx="527">
                  <c:v>0.1024</c:v>
                </c:pt>
                <c:pt idx="528">
                  <c:v>0.1026</c:v>
                </c:pt>
                <c:pt idx="529">
                  <c:v>9.74E-2</c:v>
                </c:pt>
                <c:pt idx="530">
                  <c:v>9.7900000000000001E-2</c:v>
                </c:pt>
                <c:pt idx="531">
                  <c:v>9.7799999999999998E-2</c:v>
                </c:pt>
                <c:pt idx="532">
                  <c:v>9.8799999999999999E-2</c:v>
                </c:pt>
                <c:pt idx="533">
                  <c:v>9.9599999999999994E-2</c:v>
                </c:pt>
                <c:pt idx="534">
                  <c:v>9.9599999999999994E-2</c:v>
                </c:pt>
                <c:pt idx="535">
                  <c:v>0.1</c:v>
                </c:pt>
                <c:pt idx="536">
                  <c:v>0.1004</c:v>
                </c:pt>
                <c:pt idx="537">
                  <c:v>0.1038</c:v>
                </c:pt>
                <c:pt idx="538">
                  <c:v>0.1036</c:v>
                </c:pt>
                <c:pt idx="539">
                  <c:v>0.1036</c:v>
                </c:pt>
                <c:pt idx="540">
                  <c:v>0.10349999999999999</c:v>
                </c:pt>
                <c:pt idx="541">
                  <c:v>0.1038</c:v>
                </c:pt>
                <c:pt idx="542">
                  <c:v>0.1052</c:v>
                </c:pt>
                <c:pt idx="543">
                  <c:v>0.1056</c:v>
                </c:pt>
                <c:pt idx="544">
                  <c:v>0.104</c:v>
                </c:pt>
                <c:pt idx="545">
                  <c:v>0.1046</c:v>
                </c:pt>
                <c:pt idx="546">
                  <c:v>0.1046</c:v>
                </c:pt>
                <c:pt idx="547">
                  <c:v>0.1028</c:v>
                </c:pt>
                <c:pt idx="548">
                  <c:v>0.1031</c:v>
                </c:pt>
                <c:pt idx="549">
                  <c:v>0.10349999999999999</c:v>
                </c:pt>
                <c:pt idx="550">
                  <c:v>0.1032</c:v>
                </c:pt>
                <c:pt idx="551">
                  <c:v>0.1041</c:v>
                </c:pt>
                <c:pt idx="552">
                  <c:v>9.5699999999999993E-2</c:v>
                </c:pt>
                <c:pt idx="553">
                  <c:v>9.5600000000000004E-2</c:v>
                </c:pt>
                <c:pt idx="554">
                  <c:v>9.5600000000000004E-2</c:v>
                </c:pt>
                <c:pt idx="555">
                  <c:v>9.4899999999999998E-2</c:v>
                </c:pt>
                <c:pt idx="556">
                  <c:v>9.5600000000000004E-2</c:v>
                </c:pt>
                <c:pt idx="557">
                  <c:v>9.5699999999999993E-2</c:v>
                </c:pt>
                <c:pt idx="558">
                  <c:v>9.5500000000000002E-2</c:v>
                </c:pt>
                <c:pt idx="559">
                  <c:v>9.6199999999999994E-2</c:v>
                </c:pt>
                <c:pt idx="560">
                  <c:v>9.6699999999999994E-2</c:v>
                </c:pt>
                <c:pt idx="561">
                  <c:v>9.6500000000000002E-2</c:v>
                </c:pt>
                <c:pt idx="562">
                  <c:v>9.6799999999999997E-2</c:v>
                </c:pt>
                <c:pt idx="563">
                  <c:v>9.6299999999999997E-2</c:v>
                </c:pt>
                <c:pt idx="564">
                  <c:v>9.7100000000000006E-2</c:v>
                </c:pt>
                <c:pt idx="565">
                  <c:v>9.69E-2</c:v>
                </c:pt>
                <c:pt idx="566">
                  <c:v>9.7000000000000003E-2</c:v>
                </c:pt>
                <c:pt idx="567">
                  <c:v>9.8199999999999996E-2</c:v>
                </c:pt>
                <c:pt idx="568">
                  <c:v>9.8500000000000004E-2</c:v>
                </c:pt>
                <c:pt idx="569">
                  <c:v>9.8900000000000002E-2</c:v>
                </c:pt>
                <c:pt idx="570">
                  <c:v>9.8799999999999999E-2</c:v>
                </c:pt>
                <c:pt idx="571">
                  <c:v>9.8699999999999996E-2</c:v>
                </c:pt>
                <c:pt idx="572">
                  <c:v>9.7199999999999995E-2</c:v>
                </c:pt>
                <c:pt idx="573">
                  <c:v>9.6699999999999994E-2</c:v>
                </c:pt>
                <c:pt idx="574">
                  <c:v>9.0700000000000003E-2</c:v>
                </c:pt>
                <c:pt idx="575">
                  <c:v>9.0499999999999997E-2</c:v>
                </c:pt>
                <c:pt idx="576">
                  <c:v>8.9899999999999994E-2</c:v>
                </c:pt>
                <c:pt idx="577">
                  <c:v>9.0300000000000005E-2</c:v>
                </c:pt>
                <c:pt idx="578">
                  <c:v>9.01E-2</c:v>
                </c:pt>
                <c:pt idx="579">
                  <c:v>9.0300000000000005E-2</c:v>
                </c:pt>
                <c:pt idx="580">
                  <c:v>8.5599999999999996E-2</c:v>
                </c:pt>
                <c:pt idx="581">
                  <c:v>8.5400000000000004E-2</c:v>
                </c:pt>
                <c:pt idx="582">
                  <c:v>8.5900000000000004E-2</c:v>
                </c:pt>
                <c:pt idx="583">
                  <c:v>8.6099999999999996E-2</c:v>
                </c:pt>
                <c:pt idx="584">
                  <c:v>8.7099999999999997E-2</c:v>
                </c:pt>
                <c:pt idx="585">
                  <c:v>7.8600000000000003E-2</c:v>
                </c:pt>
                <c:pt idx="586">
                  <c:v>7.9100000000000004E-2</c:v>
                </c:pt>
                <c:pt idx="587">
                  <c:v>8.6599999999999996E-2</c:v>
                </c:pt>
                <c:pt idx="588">
                  <c:v>8.6999999999999994E-2</c:v>
                </c:pt>
                <c:pt idx="589">
                  <c:v>8.6099999999999996E-2</c:v>
                </c:pt>
                <c:pt idx="590">
                  <c:v>8.6400000000000005E-2</c:v>
                </c:pt>
                <c:pt idx="591">
                  <c:v>8.6699999999999999E-2</c:v>
                </c:pt>
                <c:pt idx="592">
                  <c:v>8.3799999999999999E-2</c:v>
                </c:pt>
                <c:pt idx="593">
                  <c:v>8.3199999999999996E-2</c:v>
                </c:pt>
                <c:pt idx="594">
                  <c:v>8.2699999999999996E-2</c:v>
                </c:pt>
                <c:pt idx="595">
                  <c:v>8.2699999999999996E-2</c:v>
                </c:pt>
                <c:pt idx="596">
                  <c:v>8.2900000000000001E-2</c:v>
                </c:pt>
                <c:pt idx="597">
                  <c:v>8.3400000000000002E-2</c:v>
                </c:pt>
                <c:pt idx="598">
                  <c:v>8.3400000000000002E-2</c:v>
                </c:pt>
                <c:pt idx="599">
                  <c:v>8.3099999999999993E-2</c:v>
                </c:pt>
                <c:pt idx="600">
                  <c:v>8.2000000000000003E-2</c:v>
                </c:pt>
                <c:pt idx="601">
                  <c:v>7.6600000000000001E-2</c:v>
                </c:pt>
                <c:pt idx="602">
                  <c:v>7.7200000000000005E-2</c:v>
                </c:pt>
                <c:pt idx="603">
                  <c:v>7.7399999999999997E-2</c:v>
                </c:pt>
                <c:pt idx="604">
                  <c:v>7.3300000000000004E-2</c:v>
                </c:pt>
                <c:pt idx="605">
                  <c:v>7.2800000000000004E-2</c:v>
                </c:pt>
                <c:pt idx="606">
                  <c:v>7.0000000000000007E-2</c:v>
                </c:pt>
                <c:pt idx="607">
                  <c:v>7.0300000000000001E-2</c:v>
                </c:pt>
                <c:pt idx="608">
                  <c:v>7.0499999999999993E-2</c:v>
                </c:pt>
                <c:pt idx="609">
                  <c:v>7.0000000000000007E-2</c:v>
                </c:pt>
                <c:pt idx="610">
                  <c:v>6.8000000000000005E-2</c:v>
                </c:pt>
                <c:pt idx="611">
                  <c:v>6.3299999999999995E-2</c:v>
                </c:pt>
                <c:pt idx="612">
                  <c:v>6.3399999999999998E-2</c:v>
                </c:pt>
                <c:pt idx="613">
                  <c:v>6.5199999999999994E-2</c:v>
                </c:pt>
                <c:pt idx="614">
                  <c:v>6.5799999999999997E-2</c:v>
                </c:pt>
                <c:pt idx="615">
                  <c:v>6.59E-2</c:v>
                </c:pt>
                <c:pt idx="616">
                  <c:v>6.8000000000000005E-2</c:v>
                </c:pt>
                <c:pt idx="617">
                  <c:v>6.8199999999999997E-2</c:v>
                </c:pt>
                <c:pt idx="618">
                  <c:v>6.8199999999999997E-2</c:v>
                </c:pt>
                <c:pt idx="619">
                  <c:v>6.9000000000000006E-2</c:v>
                </c:pt>
                <c:pt idx="620">
                  <c:v>6.9199999999999998E-2</c:v>
                </c:pt>
                <c:pt idx="621">
                  <c:v>6.9400000000000003E-2</c:v>
                </c:pt>
                <c:pt idx="622">
                  <c:v>6.9699999999999998E-2</c:v>
                </c:pt>
                <c:pt idx="623">
                  <c:v>7.0699999999999999E-2</c:v>
                </c:pt>
                <c:pt idx="624">
                  <c:v>7.0699999999999999E-2</c:v>
                </c:pt>
                <c:pt idx="625">
                  <c:v>7.0699999999999999E-2</c:v>
                </c:pt>
                <c:pt idx="626">
                  <c:v>6.9599999999999995E-2</c:v>
                </c:pt>
                <c:pt idx="627">
                  <c:v>6.9400000000000003E-2</c:v>
                </c:pt>
                <c:pt idx="628">
                  <c:v>6.9599999999999995E-2</c:v>
                </c:pt>
                <c:pt idx="629">
                  <c:v>6.6900000000000001E-2</c:v>
                </c:pt>
                <c:pt idx="630">
                  <c:v>6.5600000000000006E-2</c:v>
                </c:pt>
                <c:pt idx="631">
                  <c:v>6.5600000000000006E-2</c:v>
                </c:pt>
                <c:pt idx="632">
                  <c:v>6.5000000000000002E-2</c:v>
                </c:pt>
                <c:pt idx="633">
                  <c:v>6.4600000000000005E-2</c:v>
                </c:pt>
                <c:pt idx="634">
                  <c:v>6.5500000000000003E-2</c:v>
                </c:pt>
                <c:pt idx="635">
                  <c:v>6.5299999999999997E-2</c:v>
                </c:pt>
                <c:pt idx="636">
                  <c:v>6.5100000000000005E-2</c:v>
                </c:pt>
                <c:pt idx="637">
                  <c:v>6.4899999999999999E-2</c:v>
                </c:pt>
                <c:pt idx="638">
                  <c:v>6.54E-2</c:v>
                </c:pt>
                <c:pt idx="639">
                  <c:v>5.8999999999999997E-2</c:v>
                </c:pt>
                <c:pt idx="640">
                  <c:v>5.6899999999999999E-2</c:v>
                </c:pt>
                <c:pt idx="641">
                  <c:v>5.5899999999999998E-2</c:v>
                </c:pt>
                <c:pt idx="642">
                  <c:v>5.4199999999999998E-2</c:v>
                </c:pt>
                <c:pt idx="643">
                  <c:v>5.4399999999999997E-2</c:v>
                </c:pt>
                <c:pt idx="644">
                  <c:v>5.5399999999999998E-2</c:v>
                </c:pt>
                <c:pt idx="645">
                  <c:v>5.5500000000000001E-2</c:v>
                </c:pt>
                <c:pt idx="646">
                  <c:v>5.8000000000000003E-2</c:v>
                </c:pt>
                <c:pt idx="647">
                  <c:v>5.6599999999999998E-2</c:v>
                </c:pt>
                <c:pt idx="648">
                  <c:v>5.6500000000000002E-2</c:v>
                </c:pt>
                <c:pt idx="649">
                  <c:v>5.6599999999999998E-2</c:v>
                </c:pt>
                <c:pt idx="650">
                  <c:v>5.8000000000000003E-2</c:v>
                </c:pt>
                <c:pt idx="651">
                  <c:v>5.7799999999999997E-2</c:v>
                </c:pt>
                <c:pt idx="652">
                  <c:v>5.7500000000000002E-2</c:v>
                </c:pt>
                <c:pt idx="653">
                  <c:v>5.7500000000000002E-2</c:v>
                </c:pt>
                <c:pt idx="654">
                  <c:v>5.7599999999999998E-2</c:v>
                </c:pt>
                <c:pt idx="655">
                  <c:v>5.74E-2</c:v>
                </c:pt>
                <c:pt idx="656">
                  <c:v>5.74E-2</c:v>
                </c:pt>
                <c:pt idx="657">
                  <c:v>5.79E-2</c:v>
                </c:pt>
                <c:pt idx="658">
                  <c:v>5.79E-2</c:v>
                </c:pt>
                <c:pt idx="659">
                  <c:v>5.7200000000000001E-2</c:v>
                </c:pt>
                <c:pt idx="660">
                  <c:v>5.67E-2</c:v>
                </c:pt>
                <c:pt idx="661">
                  <c:v>5.5800000000000002E-2</c:v>
                </c:pt>
                <c:pt idx="662">
                  <c:v>5.5399999999999998E-2</c:v>
                </c:pt>
                <c:pt idx="663">
                  <c:v>5.6500000000000002E-2</c:v>
                </c:pt>
                <c:pt idx="664">
                  <c:v>5.6300000000000003E-2</c:v>
                </c:pt>
                <c:pt idx="665">
                  <c:v>5.6099999999999997E-2</c:v>
                </c:pt>
                <c:pt idx="666">
                  <c:v>5.6099999999999997E-2</c:v>
                </c:pt>
                <c:pt idx="667">
                  <c:v>5.5500000000000001E-2</c:v>
                </c:pt>
                <c:pt idx="668">
                  <c:v>5.6000000000000001E-2</c:v>
                </c:pt>
                <c:pt idx="669">
                  <c:v>5.5199999999999999E-2</c:v>
                </c:pt>
                <c:pt idx="670">
                  <c:v>5.4800000000000001E-2</c:v>
                </c:pt>
                <c:pt idx="671">
                  <c:v>5.4699999999999999E-2</c:v>
                </c:pt>
                <c:pt idx="672">
                  <c:v>5.5E-2</c:v>
                </c:pt>
                <c:pt idx="673">
                  <c:v>5.3800000000000001E-2</c:v>
                </c:pt>
                <c:pt idx="674">
                  <c:v>5.3800000000000001E-2</c:v>
                </c:pt>
                <c:pt idx="675">
                  <c:v>5.3499999999999999E-2</c:v>
                </c:pt>
                <c:pt idx="676">
                  <c:v>5.3800000000000001E-2</c:v>
                </c:pt>
                <c:pt idx="677">
                  <c:v>5.33E-2</c:v>
                </c:pt>
                <c:pt idx="678">
                  <c:v>5.3999999999999999E-2</c:v>
                </c:pt>
                <c:pt idx="679">
                  <c:v>5.3999999999999999E-2</c:v>
                </c:pt>
                <c:pt idx="680">
                  <c:v>5.4199999999999998E-2</c:v>
                </c:pt>
                <c:pt idx="681">
                  <c:v>5.3800000000000001E-2</c:v>
                </c:pt>
                <c:pt idx="682">
                  <c:v>5.2699999999999997E-2</c:v>
                </c:pt>
                <c:pt idx="683">
                  <c:v>5.33E-2</c:v>
                </c:pt>
                <c:pt idx="684">
                  <c:v>5.2900000000000003E-2</c:v>
                </c:pt>
                <c:pt idx="685">
                  <c:v>5.2299999999999999E-2</c:v>
                </c:pt>
                <c:pt idx="686">
                  <c:v>5.2400000000000002E-2</c:v>
                </c:pt>
                <c:pt idx="687">
                  <c:v>5.1900000000000002E-2</c:v>
                </c:pt>
                <c:pt idx="688">
                  <c:v>4.9399999999999999E-2</c:v>
                </c:pt>
                <c:pt idx="689">
                  <c:v>4.9599999999999998E-2</c:v>
                </c:pt>
                <c:pt idx="690">
                  <c:v>4.99E-2</c:v>
                </c:pt>
                <c:pt idx="691">
                  <c:v>4.9399999999999999E-2</c:v>
                </c:pt>
                <c:pt idx="692">
                  <c:v>4.9500000000000002E-2</c:v>
                </c:pt>
                <c:pt idx="693">
                  <c:v>4.82E-2</c:v>
                </c:pt>
                <c:pt idx="694">
                  <c:v>4.82E-2</c:v>
                </c:pt>
                <c:pt idx="695">
                  <c:v>4.6399999999999997E-2</c:v>
                </c:pt>
                <c:pt idx="696">
                  <c:v>4.5900000000000003E-2</c:v>
                </c:pt>
                <c:pt idx="697">
                  <c:v>4.58E-2</c:v>
                </c:pt>
                <c:pt idx="698">
                  <c:v>4.6699999999999998E-2</c:v>
                </c:pt>
                <c:pt idx="699">
                  <c:v>4.7199999999999999E-2</c:v>
                </c:pt>
                <c:pt idx="700">
                  <c:v>4.7E-2</c:v>
                </c:pt>
                <c:pt idx="701">
                  <c:v>4.7300000000000002E-2</c:v>
                </c:pt>
                <c:pt idx="702">
                  <c:v>4.6899999999999997E-2</c:v>
                </c:pt>
                <c:pt idx="703">
                  <c:v>4.8099999999999997E-2</c:v>
                </c:pt>
                <c:pt idx="704">
                  <c:v>4.8000000000000001E-2</c:v>
                </c:pt>
                <c:pt idx="705">
                  <c:v>4.6699999999999998E-2</c:v>
                </c:pt>
                <c:pt idx="706">
                  <c:v>4.7800000000000002E-2</c:v>
                </c:pt>
                <c:pt idx="707">
                  <c:v>5.0299999999999997E-2</c:v>
                </c:pt>
                <c:pt idx="708">
                  <c:v>5.0599999999999999E-2</c:v>
                </c:pt>
                <c:pt idx="709">
                  <c:v>4.8300000000000003E-2</c:v>
                </c:pt>
                <c:pt idx="710">
                  <c:v>4.8099999999999997E-2</c:v>
                </c:pt>
                <c:pt idx="711">
                  <c:v>4.8000000000000001E-2</c:v>
                </c:pt>
                <c:pt idx="712">
                  <c:v>4.8500000000000001E-2</c:v>
                </c:pt>
                <c:pt idx="713">
                  <c:v>4.8800000000000003E-2</c:v>
                </c:pt>
                <c:pt idx="714">
                  <c:v>4.9000000000000002E-2</c:v>
                </c:pt>
                <c:pt idx="715">
                  <c:v>4.9700000000000001E-2</c:v>
                </c:pt>
                <c:pt idx="716">
                  <c:v>4.9700000000000001E-2</c:v>
                </c:pt>
                <c:pt idx="717">
                  <c:v>4.8300000000000003E-2</c:v>
                </c:pt>
                <c:pt idx="718">
                  <c:v>4.6899999999999997E-2</c:v>
                </c:pt>
                <c:pt idx="719">
                  <c:v>4.7699999999999999E-2</c:v>
                </c:pt>
                <c:pt idx="720">
                  <c:v>4.8000000000000001E-2</c:v>
                </c:pt>
                <c:pt idx="721">
                  <c:v>4.7899999999999998E-2</c:v>
                </c:pt>
                <c:pt idx="722">
                  <c:v>4.7500000000000001E-2</c:v>
                </c:pt>
                <c:pt idx="723">
                  <c:v>4.7E-2</c:v>
                </c:pt>
                <c:pt idx="724">
                  <c:v>4.7E-2</c:v>
                </c:pt>
                <c:pt idx="725">
                  <c:v>4.5699999999999998E-2</c:v>
                </c:pt>
                <c:pt idx="726">
                  <c:v>4.53E-2</c:v>
                </c:pt>
                <c:pt idx="727">
                  <c:v>4.5600000000000002E-2</c:v>
                </c:pt>
                <c:pt idx="728">
                  <c:v>4.5199999999999997E-2</c:v>
                </c:pt>
                <c:pt idx="729">
                  <c:v>4.3999999999999997E-2</c:v>
                </c:pt>
                <c:pt idx="730">
                  <c:v>4.4499999999999998E-2</c:v>
                </c:pt>
                <c:pt idx="731">
                  <c:v>4.4600000000000001E-2</c:v>
                </c:pt>
                <c:pt idx="732">
                  <c:v>4.4400000000000002E-2</c:v>
                </c:pt>
                <c:pt idx="733">
                  <c:v>4.4499999999999998E-2</c:v>
                </c:pt>
                <c:pt idx="734">
                  <c:v>4.4200000000000003E-2</c:v>
                </c:pt>
                <c:pt idx="735">
                  <c:v>4.3999999999999997E-2</c:v>
                </c:pt>
                <c:pt idx="736">
                  <c:v>4.3700000000000003E-2</c:v>
                </c:pt>
                <c:pt idx="737">
                  <c:v>4.3099999999999999E-2</c:v>
                </c:pt>
                <c:pt idx="738">
                  <c:v>4.2799999999999998E-2</c:v>
                </c:pt>
                <c:pt idx="739">
                  <c:v>4.1799999999999997E-2</c:v>
                </c:pt>
                <c:pt idx="740">
                  <c:v>4.2000000000000003E-2</c:v>
                </c:pt>
                <c:pt idx="741">
                  <c:v>4.19E-2</c:v>
                </c:pt>
                <c:pt idx="742">
                  <c:v>4.1099999999999998E-2</c:v>
                </c:pt>
                <c:pt idx="743">
                  <c:v>4.0599999999999997E-2</c:v>
                </c:pt>
                <c:pt idx="744">
                  <c:v>4.1000000000000002E-2</c:v>
                </c:pt>
                <c:pt idx="745">
                  <c:v>4.1000000000000002E-2</c:v>
                </c:pt>
                <c:pt idx="746">
                  <c:v>4.0099999999999997E-2</c:v>
                </c:pt>
                <c:pt idx="747">
                  <c:v>4.02E-2</c:v>
                </c:pt>
                <c:pt idx="748">
                  <c:v>4.0500000000000001E-2</c:v>
                </c:pt>
                <c:pt idx="749">
                  <c:v>4.0899999999999999E-2</c:v>
                </c:pt>
                <c:pt idx="750">
                  <c:v>4.1099999999999998E-2</c:v>
                </c:pt>
                <c:pt idx="751">
                  <c:v>4.1399999999999999E-2</c:v>
                </c:pt>
                <c:pt idx="752">
                  <c:v>4.1599999999999998E-2</c:v>
                </c:pt>
                <c:pt idx="753">
                  <c:v>4.1599999999999998E-2</c:v>
                </c:pt>
                <c:pt idx="754">
                  <c:v>4.1200000000000001E-2</c:v>
                </c:pt>
                <c:pt idx="755">
                  <c:v>4.1000000000000002E-2</c:v>
                </c:pt>
                <c:pt idx="756">
                  <c:v>4.1000000000000002E-2</c:v>
                </c:pt>
                <c:pt idx="757">
                  <c:v>4.1000000000000002E-2</c:v>
                </c:pt>
                <c:pt idx="758">
                  <c:v>4.0899999999999999E-2</c:v>
                </c:pt>
                <c:pt idx="759">
                  <c:v>4.0399999999999998E-2</c:v>
                </c:pt>
                <c:pt idx="760">
                  <c:v>4.0500000000000001E-2</c:v>
                </c:pt>
                <c:pt idx="761">
                  <c:v>4.0899999999999999E-2</c:v>
                </c:pt>
                <c:pt idx="762">
                  <c:v>4.0500000000000001E-2</c:v>
                </c:pt>
                <c:pt idx="763">
                  <c:v>4.0800000000000003E-2</c:v>
                </c:pt>
                <c:pt idx="764">
                  <c:v>4.07E-2</c:v>
                </c:pt>
                <c:pt idx="765">
                  <c:v>4.0500000000000001E-2</c:v>
                </c:pt>
                <c:pt idx="766">
                  <c:v>4.0500000000000001E-2</c:v>
                </c:pt>
                <c:pt idx="767">
                  <c:v>4.0300000000000002E-2</c:v>
                </c:pt>
                <c:pt idx="768">
                  <c:v>4.1200000000000001E-2</c:v>
                </c:pt>
                <c:pt idx="769">
                  <c:v>4.1200000000000001E-2</c:v>
                </c:pt>
                <c:pt idx="770">
                  <c:v>4.1300000000000003E-2</c:v>
                </c:pt>
                <c:pt idx="771">
                  <c:v>4.2599999999999999E-2</c:v>
                </c:pt>
                <c:pt idx="772">
                  <c:v>4.2500000000000003E-2</c:v>
                </c:pt>
                <c:pt idx="773">
                  <c:v>4.2200000000000001E-2</c:v>
                </c:pt>
                <c:pt idx="774">
                  <c:v>4.2500000000000003E-2</c:v>
                </c:pt>
                <c:pt idx="775">
                  <c:v>4.4200000000000003E-2</c:v>
                </c:pt>
                <c:pt idx="776">
                  <c:v>4.41E-2</c:v>
                </c:pt>
                <c:pt idx="777">
                  <c:v>4.41E-2</c:v>
                </c:pt>
                <c:pt idx="778">
                  <c:v>4.3999999999999997E-2</c:v>
                </c:pt>
                <c:pt idx="779">
                  <c:v>4.4400000000000002E-2</c:v>
                </c:pt>
                <c:pt idx="780">
                  <c:v>4.4499999999999998E-2</c:v>
                </c:pt>
                <c:pt idx="781">
                  <c:v>4.4600000000000001E-2</c:v>
                </c:pt>
                <c:pt idx="782">
                  <c:v>4.4600000000000001E-2</c:v>
                </c:pt>
                <c:pt idx="783">
                  <c:v>3.8100000000000002E-2</c:v>
                </c:pt>
                <c:pt idx="784">
                  <c:v>3.7900000000000003E-2</c:v>
                </c:pt>
                <c:pt idx="785">
                  <c:v>3.8600000000000002E-2</c:v>
                </c:pt>
                <c:pt idx="786">
                  <c:v>3.7600000000000001E-2</c:v>
                </c:pt>
                <c:pt idx="787">
                  <c:v>3.6600000000000001E-2</c:v>
                </c:pt>
                <c:pt idx="788">
                  <c:v>3.6299999999999999E-2</c:v>
                </c:pt>
                <c:pt idx="789">
                  <c:v>3.5799999999999998E-2</c:v>
                </c:pt>
                <c:pt idx="790">
                  <c:v>3.5000000000000003E-2</c:v>
                </c:pt>
                <c:pt idx="791">
                  <c:v>3.4700000000000002E-2</c:v>
                </c:pt>
                <c:pt idx="792">
                  <c:v>3.49E-2</c:v>
                </c:pt>
                <c:pt idx="793">
                  <c:v>3.4700000000000002E-2</c:v>
                </c:pt>
                <c:pt idx="794">
                  <c:v>3.4700000000000002E-2</c:v>
                </c:pt>
                <c:pt idx="795">
                  <c:v>3.4200000000000001E-2</c:v>
                </c:pt>
                <c:pt idx="796">
                  <c:v>3.4799999999999998E-2</c:v>
                </c:pt>
                <c:pt idx="797">
                  <c:v>3.5099999999999999E-2</c:v>
                </c:pt>
                <c:pt idx="798">
                  <c:v>3.5700000000000003E-2</c:v>
                </c:pt>
                <c:pt idx="799">
                  <c:v>3.5499999999999997E-2</c:v>
                </c:pt>
                <c:pt idx="800">
                  <c:v>3.5700000000000003E-2</c:v>
                </c:pt>
                <c:pt idx="801">
                  <c:v>3.5900000000000001E-2</c:v>
                </c:pt>
                <c:pt idx="802">
                  <c:v>3.5900000000000001E-2</c:v>
                </c:pt>
                <c:pt idx="803">
                  <c:v>3.5799999999999998E-2</c:v>
                </c:pt>
                <c:pt idx="804">
                  <c:v>3.61E-2</c:v>
                </c:pt>
                <c:pt idx="805">
                  <c:v>3.6799999999999999E-2</c:v>
                </c:pt>
                <c:pt idx="806">
                  <c:v>3.7900000000000003E-2</c:v>
                </c:pt>
                <c:pt idx="807">
                  <c:v>3.7699999999999997E-2</c:v>
                </c:pt>
                <c:pt idx="808">
                  <c:v>3.7999999999999999E-2</c:v>
                </c:pt>
                <c:pt idx="809">
                  <c:v>3.7900000000000003E-2</c:v>
                </c:pt>
                <c:pt idx="810">
                  <c:v>3.78E-2</c:v>
                </c:pt>
                <c:pt idx="811">
                  <c:v>3.6499999999999998E-2</c:v>
                </c:pt>
                <c:pt idx="812">
                  <c:v>3.6999999999999998E-2</c:v>
                </c:pt>
                <c:pt idx="813">
                  <c:v>3.6700000000000003E-2</c:v>
                </c:pt>
                <c:pt idx="814">
                  <c:v>3.6700000000000003E-2</c:v>
                </c:pt>
                <c:pt idx="815">
                  <c:v>3.6400000000000002E-2</c:v>
                </c:pt>
                <c:pt idx="816">
                  <c:v>3.6299999999999999E-2</c:v>
                </c:pt>
                <c:pt idx="817">
                  <c:v>3.5299999999999998E-2</c:v>
                </c:pt>
                <c:pt idx="818">
                  <c:v>3.5200000000000002E-2</c:v>
                </c:pt>
                <c:pt idx="819">
                  <c:v>3.49E-2</c:v>
                </c:pt>
                <c:pt idx="820">
                  <c:v>3.5299999999999998E-2</c:v>
                </c:pt>
                <c:pt idx="821">
                  <c:v>3.6200000000000003E-2</c:v>
                </c:pt>
                <c:pt idx="822">
                  <c:v>3.6200000000000003E-2</c:v>
                </c:pt>
                <c:pt idx="823">
                  <c:v>3.6200000000000003E-2</c:v>
                </c:pt>
                <c:pt idx="824">
                  <c:v>3.5799999999999998E-2</c:v>
                </c:pt>
                <c:pt idx="825">
                  <c:v>3.5099999999999999E-2</c:v>
                </c:pt>
                <c:pt idx="826">
                  <c:v>3.4500000000000003E-2</c:v>
                </c:pt>
                <c:pt idx="827">
                  <c:v>3.4599999999999999E-2</c:v>
                </c:pt>
                <c:pt idx="828">
                  <c:v>3.5200000000000002E-2</c:v>
                </c:pt>
                <c:pt idx="829">
                  <c:v>3.56E-2</c:v>
                </c:pt>
                <c:pt idx="830">
                  <c:v>3.5000000000000003E-2</c:v>
                </c:pt>
                <c:pt idx="831">
                  <c:v>3.44E-2</c:v>
                </c:pt>
                <c:pt idx="832">
                  <c:v>3.4599999999999999E-2</c:v>
                </c:pt>
                <c:pt idx="833">
                  <c:v>3.4799999999999998E-2</c:v>
                </c:pt>
                <c:pt idx="834">
                  <c:v>3.5000000000000003E-2</c:v>
                </c:pt>
                <c:pt idx="835">
                  <c:v>3.5299999999999998E-2</c:v>
                </c:pt>
                <c:pt idx="836">
                  <c:v>3.5900000000000001E-2</c:v>
                </c:pt>
                <c:pt idx="837">
                  <c:v>3.56E-2</c:v>
                </c:pt>
                <c:pt idx="838">
                  <c:v>3.5700000000000003E-2</c:v>
                </c:pt>
                <c:pt idx="839">
                  <c:v>3.5900000000000001E-2</c:v>
                </c:pt>
                <c:pt idx="840">
                  <c:v>3.5700000000000003E-2</c:v>
                </c:pt>
                <c:pt idx="841">
                  <c:v>3.5999999999999997E-2</c:v>
                </c:pt>
                <c:pt idx="842">
                  <c:v>3.6499999999999998E-2</c:v>
                </c:pt>
                <c:pt idx="843">
                  <c:v>3.6600000000000001E-2</c:v>
                </c:pt>
                <c:pt idx="844">
                  <c:v>3.5799999999999998E-2</c:v>
                </c:pt>
                <c:pt idx="845">
                  <c:v>3.5700000000000003E-2</c:v>
                </c:pt>
                <c:pt idx="846">
                  <c:v>3.56E-2</c:v>
                </c:pt>
                <c:pt idx="847">
                  <c:v>3.4599999999999999E-2</c:v>
                </c:pt>
                <c:pt idx="848">
                  <c:v>3.4200000000000001E-2</c:v>
                </c:pt>
                <c:pt idx="849">
                  <c:v>3.3000000000000002E-2</c:v>
                </c:pt>
                <c:pt idx="850">
                  <c:v>3.32E-2</c:v>
                </c:pt>
                <c:pt idx="851">
                  <c:v>3.3399999999999999E-2</c:v>
                </c:pt>
                <c:pt idx="852">
                  <c:v>3.3099999999999997E-2</c:v>
                </c:pt>
                <c:pt idx="853">
                  <c:v>3.3099999999999997E-2</c:v>
                </c:pt>
                <c:pt idx="854">
                  <c:v>3.3000000000000002E-2</c:v>
                </c:pt>
                <c:pt idx="855">
                  <c:v>3.2599999999999997E-2</c:v>
                </c:pt>
                <c:pt idx="856">
                  <c:v>3.2300000000000002E-2</c:v>
                </c:pt>
                <c:pt idx="857">
                  <c:v>3.2500000000000001E-2</c:v>
                </c:pt>
                <c:pt idx="858">
                  <c:v>3.3000000000000002E-2</c:v>
                </c:pt>
                <c:pt idx="859">
                  <c:v>3.3099999999999997E-2</c:v>
                </c:pt>
                <c:pt idx="860">
                  <c:v>3.2800000000000003E-2</c:v>
                </c:pt>
                <c:pt idx="861">
                  <c:v>3.2800000000000003E-2</c:v>
                </c:pt>
                <c:pt idx="862">
                  <c:v>3.3099999999999997E-2</c:v>
                </c:pt>
                <c:pt idx="863">
                  <c:v>3.2800000000000003E-2</c:v>
                </c:pt>
                <c:pt idx="864">
                  <c:v>3.2500000000000001E-2</c:v>
                </c:pt>
                <c:pt idx="865">
                  <c:v>3.2300000000000002E-2</c:v>
                </c:pt>
                <c:pt idx="866">
                  <c:v>3.2599999999999997E-2</c:v>
                </c:pt>
                <c:pt idx="867">
                  <c:v>3.2500000000000001E-2</c:v>
                </c:pt>
                <c:pt idx="868">
                  <c:v>3.2500000000000001E-2</c:v>
                </c:pt>
                <c:pt idx="869">
                  <c:v>3.2599999999999997E-2</c:v>
                </c:pt>
                <c:pt idx="870">
                  <c:v>3.2500000000000001E-2</c:v>
                </c:pt>
                <c:pt idx="871">
                  <c:v>3.3000000000000002E-2</c:v>
                </c:pt>
                <c:pt idx="872">
                  <c:v>3.3500000000000002E-2</c:v>
                </c:pt>
                <c:pt idx="873">
                  <c:v>3.32E-2</c:v>
                </c:pt>
                <c:pt idx="874">
                  <c:v>3.4599999999999999E-2</c:v>
                </c:pt>
                <c:pt idx="875">
                  <c:v>3.5799999999999998E-2</c:v>
                </c:pt>
                <c:pt idx="876">
                  <c:v>3.5999999999999997E-2</c:v>
                </c:pt>
                <c:pt idx="877">
                  <c:v>3.5700000000000003E-2</c:v>
                </c:pt>
                <c:pt idx="878">
                  <c:v>3.7400000000000003E-2</c:v>
                </c:pt>
                <c:pt idx="879">
                  <c:v>3.9600000000000003E-2</c:v>
                </c:pt>
                <c:pt idx="880">
                  <c:v>4.07E-2</c:v>
                </c:pt>
                <c:pt idx="881">
                  <c:v>3.8699999999999998E-2</c:v>
                </c:pt>
                <c:pt idx="882">
                  <c:v>3.7999999999999999E-2</c:v>
                </c:pt>
                <c:pt idx="883">
                  <c:v>3.8100000000000002E-2</c:v>
                </c:pt>
                <c:pt idx="884">
                  <c:v>3.78E-2</c:v>
                </c:pt>
                <c:pt idx="885">
                  <c:v>3.78E-2</c:v>
                </c:pt>
                <c:pt idx="886">
                  <c:v>3.7900000000000003E-2</c:v>
                </c:pt>
                <c:pt idx="887">
                  <c:v>3.8100000000000002E-2</c:v>
                </c:pt>
                <c:pt idx="888">
                  <c:v>3.7199999999999997E-2</c:v>
                </c:pt>
                <c:pt idx="889">
                  <c:v>3.7199999999999997E-2</c:v>
                </c:pt>
                <c:pt idx="890">
                  <c:v>3.6700000000000003E-2</c:v>
                </c:pt>
                <c:pt idx="891">
                  <c:v>3.6799999999999999E-2</c:v>
                </c:pt>
                <c:pt idx="892">
                  <c:v>3.7600000000000001E-2</c:v>
                </c:pt>
                <c:pt idx="893">
                  <c:v>3.7199999999999997E-2</c:v>
                </c:pt>
                <c:pt idx="894">
                  <c:v>3.7499999999999999E-2</c:v>
                </c:pt>
                <c:pt idx="895">
                  <c:v>3.7400000000000003E-2</c:v>
                </c:pt>
                <c:pt idx="896">
                  <c:v>3.6799999999999999E-2</c:v>
                </c:pt>
                <c:pt idx="897">
                  <c:v>3.6200000000000003E-2</c:v>
                </c:pt>
                <c:pt idx="898">
                  <c:v>3.6200000000000003E-2</c:v>
                </c:pt>
                <c:pt idx="899">
                  <c:v>3.56E-2</c:v>
                </c:pt>
                <c:pt idx="900">
                  <c:v>3.5900000000000001E-2</c:v>
                </c:pt>
                <c:pt idx="901">
                  <c:v>3.5999999999999997E-2</c:v>
                </c:pt>
                <c:pt idx="902">
                  <c:v>3.5400000000000001E-2</c:v>
                </c:pt>
                <c:pt idx="903">
                  <c:v>3.5900000000000001E-2</c:v>
                </c:pt>
                <c:pt idx="904">
                  <c:v>3.5700000000000003E-2</c:v>
                </c:pt>
                <c:pt idx="905">
                  <c:v>3.5499999999999997E-2</c:v>
                </c:pt>
                <c:pt idx="906">
                  <c:v>3.5099999999999999E-2</c:v>
                </c:pt>
                <c:pt idx="907">
                  <c:v>3.5200000000000002E-2</c:v>
                </c:pt>
                <c:pt idx="908">
                  <c:v>3.4799999999999998E-2</c:v>
                </c:pt>
                <c:pt idx="909">
                  <c:v>3.5900000000000001E-2</c:v>
                </c:pt>
                <c:pt idx="910">
                  <c:v>3.5400000000000001E-2</c:v>
                </c:pt>
                <c:pt idx="911">
                  <c:v>3.5299999999999998E-2</c:v>
                </c:pt>
                <c:pt idx="912">
                  <c:v>3.5900000000000001E-2</c:v>
                </c:pt>
                <c:pt idx="913">
                  <c:v>3.6600000000000001E-2</c:v>
                </c:pt>
                <c:pt idx="914">
                  <c:v>3.6600000000000001E-2</c:v>
                </c:pt>
                <c:pt idx="915">
                  <c:v>3.6299999999999999E-2</c:v>
                </c:pt>
                <c:pt idx="916">
                  <c:v>3.6700000000000003E-2</c:v>
                </c:pt>
                <c:pt idx="917">
                  <c:v>3.6700000000000003E-2</c:v>
                </c:pt>
                <c:pt idx="918">
                  <c:v>3.6900000000000002E-2</c:v>
                </c:pt>
                <c:pt idx="919">
                  <c:v>3.73E-2</c:v>
                </c:pt>
                <c:pt idx="920">
                  <c:v>3.6900000000000002E-2</c:v>
                </c:pt>
                <c:pt idx="921">
                  <c:v>3.6799999999999999E-2</c:v>
                </c:pt>
                <c:pt idx="922">
                  <c:v>3.6700000000000003E-2</c:v>
                </c:pt>
                <c:pt idx="923">
                  <c:v>3.6999999999999998E-2</c:v>
                </c:pt>
                <c:pt idx="924">
                  <c:v>3.6700000000000003E-2</c:v>
                </c:pt>
                <c:pt idx="925">
                  <c:v>3.6400000000000002E-2</c:v>
                </c:pt>
                <c:pt idx="926">
                  <c:v>3.56E-2</c:v>
                </c:pt>
                <c:pt idx="927">
                  <c:v>3.6200000000000003E-2</c:v>
                </c:pt>
                <c:pt idx="928">
                  <c:v>3.6200000000000003E-2</c:v>
                </c:pt>
                <c:pt idx="929">
                  <c:v>3.6200000000000003E-2</c:v>
                </c:pt>
                <c:pt idx="930">
                  <c:v>3.6400000000000002E-2</c:v>
                </c:pt>
                <c:pt idx="931">
                  <c:v>3.6499999999999998E-2</c:v>
                </c:pt>
                <c:pt idx="932">
                  <c:v>3.6400000000000002E-2</c:v>
                </c:pt>
                <c:pt idx="933">
                  <c:v>3.6999999999999998E-2</c:v>
                </c:pt>
                <c:pt idx="934">
                  <c:v>3.7400000000000003E-2</c:v>
                </c:pt>
                <c:pt idx="935">
                  <c:v>3.6900000000000002E-2</c:v>
                </c:pt>
                <c:pt idx="936">
                  <c:v>3.6799999999999999E-2</c:v>
                </c:pt>
                <c:pt idx="937">
                  <c:v>3.6799999999999999E-2</c:v>
                </c:pt>
                <c:pt idx="938">
                  <c:v>3.7199999999999997E-2</c:v>
                </c:pt>
                <c:pt idx="939">
                  <c:v>3.7199999999999997E-2</c:v>
                </c:pt>
                <c:pt idx="940">
                  <c:v>3.73E-2</c:v>
                </c:pt>
                <c:pt idx="941">
                  <c:v>3.6999999999999998E-2</c:v>
                </c:pt>
                <c:pt idx="942">
                  <c:v>3.73E-2</c:v>
                </c:pt>
                <c:pt idx="943">
                  <c:v>3.7400000000000003E-2</c:v>
                </c:pt>
                <c:pt idx="944">
                  <c:v>3.7100000000000001E-2</c:v>
                </c:pt>
                <c:pt idx="945">
                  <c:v>3.73E-2</c:v>
                </c:pt>
                <c:pt idx="946">
                  <c:v>3.7199999999999997E-2</c:v>
                </c:pt>
                <c:pt idx="947">
                  <c:v>3.6900000000000002E-2</c:v>
                </c:pt>
                <c:pt idx="948">
                  <c:v>3.7100000000000001E-2</c:v>
                </c:pt>
                <c:pt idx="949">
                  <c:v>3.6600000000000001E-2</c:v>
                </c:pt>
                <c:pt idx="950">
                  <c:v>3.5999999999999997E-2</c:v>
                </c:pt>
                <c:pt idx="951">
                  <c:v>3.5900000000000001E-2</c:v>
                </c:pt>
                <c:pt idx="952">
                  <c:v>3.5799999999999998E-2</c:v>
                </c:pt>
                <c:pt idx="953">
                  <c:v>3.56E-2</c:v>
                </c:pt>
                <c:pt idx="954">
                  <c:v>3.5499999999999997E-2</c:v>
                </c:pt>
                <c:pt idx="955">
                  <c:v>3.56E-2</c:v>
                </c:pt>
                <c:pt idx="956">
                  <c:v>3.5299999999999998E-2</c:v>
                </c:pt>
                <c:pt idx="957">
                  <c:v>3.5000000000000003E-2</c:v>
                </c:pt>
                <c:pt idx="958">
                  <c:v>3.4500000000000003E-2</c:v>
                </c:pt>
                <c:pt idx="959">
                  <c:v>3.4500000000000003E-2</c:v>
                </c:pt>
                <c:pt idx="960">
                  <c:v>3.39E-2</c:v>
                </c:pt>
                <c:pt idx="961">
                  <c:v>3.3799999999999997E-2</c:v>
                </c:pt>
                <c:pt idx="962">
                  <c:v>3.4099999999999998E-2</c:v>
                </c:pt>
                <c:pt idx="963">
                  <c:v>3.4200000000000001E-2</c:v>
                </c:pt>
                <c:pt idx="964">
                  <c:v>3.44E-2</c:v>
                </c:pt>
                <c:pt idx="965">
                  <c:v>3.4599999999999999E-2</c:v>
                </c:pt>
                <c:pt idx="966">
                  <c:v>3.4500000000000003E-2</c:v>
                </c:pt>
                <c:pt idx="967">
                  <c:v>3.4500000000000003E-2</c:v>
                </c:pt>
                <c:pt idx="968">
                  <c:v>3.4500000000000003E-2</c:v>
                </c:pt>
                <c:pt idx="969">
                  <c:v>3.4599999999999999E-2</c:v>
                </c:pt>
                <c:pt idx="970">
                  <c:v>3.4299999999999997E-2</c:v>
                </c:pt>
                <c:pt idx="971">
                  <c:v>3.44E-2</c:v>
                </c:pt>
                <c:pt idx="972">
                  <c:v>3.4500000000000003E-2</c:v>
                </c:pt>
                <c:pt idx="973">
                  <c:v>3.44E-2</c:v>
                </c:pt>
                <c:pt idx="974">
                  <c:v>3.4799999999999998E-2</c:v>
                </c:pt>
                <c:pt idx="975">
                  <c:v>3.5000000000000003E-2</c:v>
                </c:pt>
                <c:pt idx="976">
                  <c:v>3.5000000000000003E-2</c:v>
                </c:pt>
                <c:pt idx="977">
                  <c:v>3.5000000000000003E-2</c:v>
                </c:pt>
                <c:pt idx="978">
                  <c:v>3.4700000000000002E-2</c:v>
                </c:pt>
                <c:pt idx="979">
                  <c:v>3.4299999999999997E-2</c:v>
                </c:pt>
                <c:pt idx="980">
                  <c:v>3.4099999999999998E-2</c:v>
                </c:pt>
                <c:pt idx="981">
                  <c:v>3.4000000000000002E-2</c:v>
                </c:pt>
                <c:pt idx="982">
                  <c:v>3.3799999999999997E-2</c:v>
                </c:pt>
                <c:pt idx="983">
                  <c:v>3.44E-2</c:v>
                </c:pt>
                <c:pt idx="984">
                  <c:v>3.44E-2</c:v>
                </c:pt>
                <c:pt idx="985">
                  <c:v>3.4299999999999997E-2</c:v>
                </c:pt>
                <c:pt idx="986">
                  <c:v>3.4299999999999997E-2</c:v>
                </c:pt>
                <c:pt idx="987">
                  <c:v>3.4500000000000003E-2</c:v>
                </c:pt>
                <c:pt idx="988">
                  <c:v>3.4700000000000002E-2</c:v>
                </c:pt>
                <c:pt idx="989">
                  <c:v>3.49E-2</c:v>
                </c:pt>
                <c:pt idx="990">
                  <c:v>3.5000000000000003E-2</c:v>
                </c:pt>
                <c:pt idx="991">
                  <c:v>3.5499999999999997E-2</c:v>
                </c:pt>
                <c:pt idx="992">
                  <c:v>3.56E-2</c:v>
                </c:pt>
                <c:pt idx="993">
                  <c:v>3.5700000000000003E-2</c:v>
                </c:pt>
                <c:pt idx="994">
                  <c:v>3.5700000000000003E-2</c:v>
                </c:pt>
                <c:pt idx="995">
                  <c:v>3.5700000000000003E-2</c:v>
                </c:pt>
                <c:pt idx="996">
                  <c:v>3.5499999999999997E-2</c:v>
                </c:pt>
                <c:pt idx="997">
                  <c:v>3.4599999999999999E-2</c:v>
                </c:pt>
                <c:pt idx="998">
                  <c:v>3.4599999999999999E-2</c:v>
                </c:pt>
                <c:pt idx="999">
                  <c:v>3.3799999999999997E-2</c:v>
                </c:pt>
                <c:pt idx="1000">
                  <c:v>3.3399999999999999E-2</c:v>
                </c:pt>
                <c:pt idx="1001">
                  <c:v>3.3000000000000002E-2</c:v>
                </c:pt>
                <c:pt idx="1002">
                  <c:v>3.3000000000000002E-2</c:v>
                </c:pt>
                <c:pt idx="1003">
                  <c:v>3.2099999999999997E-2</c:v>
                </c:pt>
                <c:pt idx="1004">
                  <c:v>3.1899999999999998E-2</c:v>
                </c:pt>
                <c:pt idx="1005">
                  <c:v>3.1399999999999997E-2</c:v>
                </c:pt>
                <c:pt idx="1006">
                  <c:v>3.1899999999999998E-2</c:v>
                </c:pt>
                <c:pt idx="1007">
                  <c:v>3.1899999999999998E-2</c:v>
                </c:pt>
                <c:pt idx="1008">
                  <c:v>3.2099999999999997E-2</c:v>
                </c:pt>
                <c:pt idx="1009">
                  <c:v>3.1800000000000002E-2</c:v>
                </c:pt>
                <c:pt idx="1010">
                  <c:v>3.15E-2</c:v>
                </c:pt>
                <c:pt idx="1011">
                  <c:v>3.1300000000000001E-2</c:v>
                </c:pt>
                <c:pt idx="1012">
                  <c:v>3.09E-2</c:v>
                </c:pt>
                <c:pt idx="1013">
                  <c:v>3.0800000000000001E-2</c:v>
                </c:pt>
                <c:pt idx="1014">
                  <c:v>3.1099999999999999E-2</c:v>
                </c:pt>
                <c:pt idx="1015">
                  <c:v>3.1099999999999999E-2</c:v>
                </c:pt>
                <c:pt idx="1016">
                  <c:v>3.1199999999999999E-2</c:v>
                </c:pt>
                <c:pt idx="1017">
                  <c:v>3.1199999999999999E-2</c:v>
                </c:pt>
                <c:pt idx="1018">
                  <c:v>3.1099999999999999E-2</c:v>
                </c:pt>
                <c:pt idx="1019">
                  <c:v>3.09E-2</c:v>
                </c:pt>
                <c:pt idx="1020">
                  <c:v>3.09E-2</c:v>
                </c:pt>
                <c:pt idx="1021">
                  <c:v>3.1099999999999999E-2</c:v>
                </c:pt>
                <c:pt idx="1022">
                  <c:v>3.04E-2</c:v>
                </c:pt>
                <c:pt idx="1023">
                  <c:v>3.0700000000000002E-2</c:v>
                </c:pt>
                <c:pt idx="1024">
                  <c:v>3.0599999999999999E-2</c:v>
                </c:pt>
                <c:pt idx="1025">
                  <c:v>3.0499999999999999E-2</c:v>
                </c:pt>
                <c:pt idx="1026">
                  <c:v>3.0700000000000002E-2</c:v>
                </c:pt>
                <c:pt idx="1027">
                  <c:v>3.0599999999999999E-2</c:v>
                </c:pt>
                <c:pt idx="1028">
                  <c:v>3.09E-2</c:v>
                </c:pt>
                <c:pt idx="1029">
                  <c:v>3.1E-2</c:v>
                </c:pt>
                <c:pt idx="1030">
                  <c:v>3.09E-2</c:v>
                </c:pt>
                <c:pt idx="1031">
                  <c:v>3.0499999999999999E-2</c:v>
                </c:pt>
                <c:pt idx="1032">
                  <c:v>3.0200000000000001E-2</c:v>
                </c:pt>
                <c:pt idx="1033">
                  <c:v>3.0099999999999998E-2</c:v>
                </c:pt>
                <c:pt idx="1034">
                  <c:v>3.0300000000000001E-2</c:v>
                </c:pt>
                <c:pt idx="1035">
                  <c:v>2.9600000000000001E-2</c:v>
                </c:pt>
                <c:pt idx="1036">
                  <c:v>2.9100000000000001E-2</c:v>
                </c:pt>
                <c:pt idx="1037">
                  <c:v>2.93E-2</c:v>
                </c:pt>
                <c:pt idx="1038">
                  <c:v>2.93E-2</c:v>
                </c:pt>
                <c:pt idx="1039">
                  <c:v>2.9499999999999998E-2</c:v>
                </c:pt>
                <c:pt idx="1040">
                  <c:v>2.92E-2</c:v>
                </c:pt>
                <c:pt idx="1041">
                  <c:v>2.86E-2</c:v>
                </c:pt>
                <c:pt idx="1042">
                  <c:v>2.87E-2</c:v>
                </c:pt>
                <c:pt idx="1043">
                  <c:v>2.8799999999999999E-2</c:v>
                </c:pt>
                <c:pt idx="1044">
                  <c:v>2.8799999999999999E-2</c:v>
                </c:pt>
                <c:pt idx="1045">
                  <c:v>2.8799999999999999E-2</c:v>
                </c:pt>
                <c:pt idx="1046">
                  <c:v>2.8799999999999999E-2</c:v>
                </c:pt>
                <c:pt idx="1047">
                  <c:v>2.9499999999999998E-2</c:v>
                </c:pt>
                <c:pt idx="1048">
                  <c:v>2.9399999999999999E-2</c:v>
                </c:pt>
                <c:pt idx="1049">
                  <c:v>2.9399999999999999E-2</c:v>
                </c:pt>
                <c:pt idx="1050">
                  <c:v>2.93E-2</c:v>
                </c:pt>
                <c:pt idx="1051">
                  <c:v>2.9600000000000001E-2</c:v>
                </c:pt>
                <c:pt idx="1052">
                  <c:v>2.98E-2</c:v>
                </c:pt>
                <c:pt idx="1053">
                  <c:v>2.9899999999999999E-2</c:v>
                </c:pt>
                <c:pt idx="1054">
                  <c:v>2.9899999999999999E-2</c:v>
                </c:pt>
                <c:pt idx="1055">
                  <c:v>3.0300000000000001E-2</c:v>
                </c:pt>
                <c:pt idx="1056">
                  <c:v>3.0099999999999998E-2</c:v>
                </c:pt>
                <c:pt idx="1057">
                  <c:v>3.0099999999999998E-2</c:v>
                </c:pt>
                <c:pt idx="1058">
                  <c:v>3.0099999999999998E-2</c:v>
                </c:pt>
                <c:pt idx="1059">
                  <c:v>3.0099999999999998E-2</c:v>
                </c:pt>
                <c:pt idx="1060">
                  <c:v>2.9700000000000001E-2</c:v>
                </c:pt>
                <c:pt idx="1061">
                  <c:v>2.92E-2</c:v>
                </c:pt>
                <c:pt idx="1062">
                  <c:v>2.8500000000000001E-2</c:v>
                </c:pt>
                <c:pt idx="1063">
                  <c:v>2.8799999999999999E-2</c:v>
                </c:pt>
                <c:pt idx="1064">
                  <c:v>2.87E-2</c:v>
                </c:pt>
                <c:pt idx="1065">
                  <c:v>2.86E-2</c:v>
                </c:pt>
                <c:pt idx="1066">
                  <c:v>2.8199999999999999E-2</c:v>
                </c:pt>
                <c:pt idx="1067">
                  <c:v>2.7300000000000001E-2</c:v>
                </c:pt>
                <c:pt idx="1068">
                  <c:v>2.7099999999999999E-2</c:v>
                </c:pt>
                <c:pt idx="1069">
                  <c:v>2.7400000000000001E-2</c:v>
                </c:pt>
                <c:pt idx="1070">
                  <c:v>2.6700000000000002E-2</c:v>
                </c:pt>
                <c:pt idx="1071">
                  <c:v>2.6599999999999999E-2</c:v>
                </c:pt>
                <c:pt idx="1072">
                  <c:v>2.76E-2</c:v>
                </c:pt>
                <c:pt idx="1073">
                  <c:v>2.75E-2</c:v>
                </c:pt>
                <c:pt idx="1074">
                  <c:v>2.6700000000000002E-2</c:v>
                </c:pt>
                <c:pt idx="1075">
                  <c:v>2.6100000000000002E-2</c:v>
                </c:pt>
                <c:pt idx="1076">
                  <c:v>2.5700000000000001E-2</c:v>
                </c:pt>
                <c:pt idx="1077">
                  <c:v>2.5600000000000001E-2</c:v>
                </c:pt>
                <c:pt idx="1078">
                  <c:v>2.53E-2</c:v>
                </c:pt>
                <c:pt idx="1079">
                  <c:v>2.53E-2</c:v>
                </c:pt>
                <c:pt idx="1080">
                  <c:v>2.5899999999999999E-2</c:v>
                </c:pt>
                <c:pt idx="1081">
                  <c:v>2.63E-2</c:v>
                </c:pt>
                <c:pt idx="1082">
                  <c:v>2.5899999999999999E-2</c:v>
                </c:pt>
                <c:pt idx="1083">
                  <c:v>2.5600000000000001E-2</c:v>
                </c:pt>
                <c:pt idx="1084">
                  <c:v>2.5600000000000001E-2</c:v>
                </c:pt>
                <c:pt idx="1085">
                  <c:v>2.53E-2</c:v>
                </c:pt>
                <c:pt idx="1086">
                  <c:v>2.53E-2</c:v>
                </c:pt>
                <c:pt idx="1087">
                  <c:v>2.5700000000000001E-2</c:v>
                </c:pt>
                <c:pt idx="1088">
                  <c:v>2.6100000000000002E-2</c:v>
                </c:pt>
                <c:pt idx="1089">
                  <c:v>2.5999999999999999E-2</c:v>
                </c:pt>
                <c:pt idx="1090">
                  <c:v>2.5399999999999999E-2</c:v>
                </c:pt>
                <c:pt idx="1091">
                  <c:v>2.52E-2</c:v>
                </c:pt>
                <c:pt idx="1092">
                  <c:v>2.58E-2</c:v>
                </c:pt>
                <c:pt idx="1093">
                  <c:v>2.5999999999999999E-2</c:v>
                </c:pt>
                <c:pt idx="1094">
                  <c:v>2.6499999999999999E-2</c:v>
                </c:pt>
                <c:pt idx="1095">
                  <c:v>2.6800000000000001E-2</c:v>
                </c:pt>
                <c:pt idx="1096">
                  <c:v>2.8000000000000001E-2</c:v>
                </c:pt>
                <c:pt idx="1097">
                  <c:v>2.8799999999999999E-2</c:v>
                </c:pt>
                <c:pt idx="1098">
                  <c:v>2.8799999999999999E-2</c:v>
                </c:pt>
                <c:pt idx="1099">
                  <c:v>0.03</c:v>
                </c:pt>
                <c:pt idx="1100">
                  <c:v>3.1099999999999999E-2</c:v>
                </c:pt>
                <c:pt idx="1101">
                  <c:v>3.09E-2</c:v>
                </c:pt>
                <c:pt idx="1102">
                  <c:v>3.04E-2</c:v>
                </c:pt>
                <c:pt idx="1103">
                  <c:v>3.04E-2</c:v>
                </c:pt>
                <c:pt idx="1104">
                  <c:v>3.0599999999999999E-2</c:v>
                </c:pt>
                <c:pt idx="1105">
                  <c:v>3.09E-2</c:v>
                </c:pt>
                <c:pt idx="1106">
                  <c:v>3.2300000000000002E-2</c:v>
                </c:pt>
                <c:pt idx="1107">
                  <c:v>3.2500000000000001E-2</c:v>
                </c:pt>
                <c:pt idx="1108">
                  <c:v>3.3000000000000002E-2</c:v>
                </c:pt>
                <c:pt idx="1109">
                  <c:v>3.4200000000000001E-2</c:v>
                </c:pt>
                <c:pt idx="1110">
                  <c:v>3.4200000000000001E-2</c:v>
                </c:pt>
                <c:pt idx="1111">
                  <c:v>3.3799999999999997E-2</c:v>
                </c:pt>
                <c:pt idx="1112">
                  <c:v>3.3000000000000002E-2</c:v>
                </c:pt>
                <c:pt idx="1113">
                  <c:v>3.2399999999999998E-2</c:v>
                </c:pt>
                <c:pt idx="1114">
                  <c:v>3.2899999999999999E-2</c:v>
                </c:pt>
                <c:pt idx="1115">
                  <c:v>3.27E-2</c:v>
                </c:pt>
                <c:pt idx="1116">
                  <c:v>3.3000000000000002E-2</c:v>
                </c:pt>
                <c:pt idx="1117">
                  <c:v>3.5200000000000002E-2</c:v>
                </c:pt>
                <c:pt idx="1118">
                  <c:v>3.6999999999999998E-2</c:v>
                </c:pt>
                <c:pt idx="1119">
                  <c:v>3.9100000000000003E-2</c:v>
                </c:pt>
                <c:pt idx="1120">
                  <c:v>3.9600000000000003E-2</c:v>
                </c:pt>
                <c:pt idx="1121">
                  <c:v>3.8699999999999998E-2</c:v>
                </c:pt>
                <c:pt idx="1122">
                  <c:v>3.7900000000000003E-2</c:v>
                </c:pt>
                <c:pt idx="1123">
                  <c:v>3.7400000000000003E-2</c:v>
                </c:pt>
                <c:pt idx="1124">
                  <c:v>3.7600000000000001E-2</c:v>
                </c:pt>
                <c:pt idx="1125">
                  <c:v>3.8100000000000002E-2</c:v>
                </c:pt>
                <c:pt idx="1126">
                  <c:v>3.8199999999999998E-2</c:v>
                </c:pt>
                <c:pt idx="1127">
                  <c:v>3.7999999999999999E-2</c:v>
                </c:pt>
                <c:pt idx="1128">
                  <c:v>3.9300000000000002E-2</c:v>
                </c:pt>
                <c:pt idx="1129">
                  <c:v>3.8899999999999997E-2</c:v>
                </c:pt>
                <c:pt idx="1130">
                  <c:v>3.9E-2</c:v>
                </c:pt>
                <c:pt idx="1131">
                  <c:v>3.9899999999999998E-2</c:v>
                </c:pt>
                <c:pt idx="1132">
                  <c:v>3.9800000000000002E-2</c:v>
                </c:pt>
                <c:pt idx="1133">
                  <c:v>3.9800000000000002E-2</c:v>
                </c:pt>
                <c:pt idx="1134">
                  <c:v>4.0399999999999998E-2</c:v>
                </c:pt>
                <c:pt idx="1135">
                  <c:v>4.1500000000000002E-2</c:v>
                </c:pt>
                <c:pt idx="1136">
                  <c:v>4.2700000000000002E-2</c:v>
                </c:pt>
                <c:pt idx="1137">
                  <c:v>4.2599999999999999E-2</c:v>
                </c:pt>
                <c:pt idx="1138">
                  <c:v>4.3799999999999999E-2</c:v>
                </c:pt>
                <c:pt idx="1139">
                  <c:v>4.5600000000000002E-2</c:v>
                </c:pt>
                <c:pt idx="1140">
                  <c:v>4.6699999999999998E-2</c:v>
                </c:pt>
                <c:pt idx="1141">
                  <c:v>4.7300000000000002E-2</c:v>
                </c:pt>
                <c:pt idx="1142">
                  <c:v>4.5699999999999998E-2</c:v>
                </c:pt>
                <c:pt idx="1143">
                  <c:v>4.48E-2</c:v>
                </c:pt>
                <c:pt idx="1144">
                  <c:v>4.4299999999999999E-2</c:v>
                </c:pt>
                <c:pt idx="1145">
                  <c:v>4.3900000000000002E-2</c:v>
                </c:pt>
                <c:pt idx="1146">
                  <c:v>4.3299999999999998E-2</c:v>
                </c:pt>
                <c:pt idx="1147">
                  <c:v>4.19E-2</c:v>
                </c:pt>
                <c:pt idx="1148">
                  <c:v>4.1300000000000003E-2</c:v>
                </c:pt>
                <c:pt idx="1149">
                  <c:v>4.1300000000000003E-2</c:v>
                </c:pt>
                <c:pt idx="1150">
                  <c:v>4.19E-2</c:v>
                </c:pt>
                <c:pt idx="1151">
                  <c:v>4.24E-2</c:v>
                </c:pt>
                <c:pt idx="1152">
                  <c:v>4.1500000000000002E-2</c:v>
                </c:pt>
                <c:pt idx="1153">
                  <c:v>4.02E-2</c:v>
                </c:pt>
                <c:pt idx="1154">
                  <c:v>4.0399999999999998E-2</c:v>
                </c:pt>
                <c:pt idx="1155">
                  <c:v>4.0800000000000003E-2</c:v>
                </c:pt>
                <c:pt idx="1156">
                  <c:v>4.0399999999999998E-2</c:v>
                </c:pt>
                <c:pt idx="1157">
                  <c:v>4.07E-2</c:v>
                </c:pt>
                <c:pt idx="1158">
                  <c:v>4.0399999999999998E-2</c:v>
                </c:pt>
                <c:pt idx="1159">
                  <c:v>4.0800000000000003E-2</c:v>
                </c:pt>
                <c:pt idx="1160">
                  <c:v>4.0399999999999998E-2</c:v>
                </c:pt>
                <c:pt idx="1161">
                  <c:v>3.9100000000000003E-2</c:v>
                </c:pt>
                <c:pt idx="1162">
                  <c:v>3.8699999999999998E-2</c:v>
                </c:pt>
                <c:pt idx="1163">
                  <c:v>3.8600000000000002E-2</c:v>
                </c:pt>
                <c:pt idx="1164">
                  <c:v>3.8600000000000002E-2</c:v>
                </c:pt>
                <c:pt idx="1165">
                  <c:v>3.9100000000000003E-2</c:v>
                </c:pt>
                <c:pt idx="1166">
                  <c:v>3.9300000000000002E-2</c:v>
                </c:pt>
                <c:pt idx="1167">
                  <c:v>3.9E-2</c:v>
                </c:pt>
                <c:pt idx="1168">
                  <c:v>3.9100000000000003E-2</c:v>
                </c:pt>
                <c:pt idx="1169">
                  <c:v>0.04</c:v>
                </c:pt>
                <c:pt idx="1170">
                  <c:v>3.9699999999999999E-2</c:v>
                </c:pt>
                <c:pt idx="1171">
                  <c:v>3.9199999999999999E-2</c:v>
                </c:pt>
                <c:pt idx="1172">
                  <c:v>3.9399999999999998E-2</c:v>
                </c:pt>
                <c:pt idx="1173">
                  <c:v>3.8899999999999997E-2</c:v>
                </c:pt>
                <c:pt idx="1174">
                  <c:v>3.8899999999999997E-2</c:v>
                </c:pt>
                <c:pt idx="1175">
                  <c:v>3.8100000000000002E-2</c:v>
                </c:pt>
                <c:pt idx="1176">
                  <c:v>3.78E-2</c:v>
                </c:pt>
                <c:pt idx="1177">
                  <c:v>3.8600000000000002E-2</c:v>
                </c:pt>
                <c:pt idx="1178">
                  <c:v>3.8199999999999998E-2</c:v>
                </c:pt>
                <c:pt idx="1179">
                  <c:v>3.7400000000000003E-2</c:v>
                </c:pt>
                <c:pt idx="1180">
                  <c:v>3.6900000000000002E-2</c:v>
                </c:pt>
                <c:pt idx="1181">
                  <c:v>3.6299999999999999E-2</c:v>
                </c:pt>
                <c:pt idx="1182">
                  <c:v>3.5900000000000001E-2</c:v>
                </c:pt>
                <c:pt idx="1183">
                  <c:v>3.56E-2</c:v>
                </c:pt>
                <c:pt idx="1184">
                  <c:v>3.5499999999999997E-2</c:v>
                </c:pt>
                <c:pt idx="1185">
                  <c:v>3.5200000000000002E-2</c:v>
                </c:pt>
                <c:pt idx="1186">
                  <c:v>3.5400000000000001E-2</c:v>
                </c:pt>
                <c:pt idx="1187">
                  <c:v>3.5499999999999997E-2</c:v>
                </c:pt>
                <c:pt idx="1188">
                  <c:v>3.5900000000000001E-2</c:v>
                </c:pt>
                <c:pt idx="1189">
                  <c:v>3.5999999999999997E-2</c:v>
                </c:pt>
                <c:pt idx="1190">
                  <c:v>3.6700000000000003E-2</c:v>
                </c:pt>
                <c:pt idx="1191">
                  <c:v>3.7100000000000001E-2</c:v>
                </c:pt>
                <c:pt idx="1192">
                  <c:v>3.6700000000000003E-2</c:v>
                </c:pt>
                <c:pt idx="1193">
                  <c:v>3.6299999999999999E-2</c:v>
                </c:pt>
                <c:pt idx="1194">
                  <c:v>3.49E-2</c:v>
                </c:pt>
                <c:pt idx="1195">
                  <c:v>3.4599999999999999E-2</c:v>
                </c:pt>
                <c:pt idx="1196">
                  <c:v>3.4500000000000003E-2</c:v>
                </c:pt>
                <c:pt idx="1197">
                  <c:v>3.4799999999999998E-2</c:v>
                </c:pt>
                <c:pt idx="1198">
                  <c:v>3.4700000000000002E-2</c:v>
                </c:pt>
                <c:pt idx="1199">
                  <c:v>3.5999999999999997E-2</c:v>
                </c:pt>
                <c:pt idx="1200">
                  <c:v>3.5799999999999998E-2</c:v>
                </c:pt>
                <c:pt idx="1201">
                  <c:v>3.5700000000000003E-2</c:v>
                </c:pt>
                <c:pt idx="1202">
                  <c:v>3.5499999999999997E-2</c:v>
                </c:pt>
                <c:pt idx="1203">
                  <c:v>3.5700000000000003E-2</c:v>
                </c:pt>
                <c:pt idx="1204">
                  <c:v>3.5900000000000001E-2</c:v>
                </c:pt>
                <c:pt idx="1205">
                  <c:v>3.6400000000000002E-2</c:v>
                </c:pt>
                <c:pt idx="1206">
                  <c:v>3.6200000000000003E-2</c:v>
                </c:pt>
                <c:pt idx="1207">
                  <c:v>3.6200000000000003E-2</c:v>
                </c:pt>
                <c:pt idx="1208">
                  <c:v>3.5700000000000003E-2</c:v>
                </c:pt>
                <c:pt idx="1209">
                  <c:v>3.56E-2</c:v>
                </c:pt>
                <c:pt idx="1210">
                  <c:v>3.5200000000000002E-2</c:v>
                </c:pt>
                <c:pt idx="1211">
                  <c:v>3.5200000000000002E-2</c:v>
                </c:pt>
                <c:pt idx="1212">
                  <c:v>3.5299999999999998E-2</c:v>
                </c:pt>
                <c:pt idx="1213">
                  <c:v>3.5200000000000002E-2</c:v>
                </c:pt>
                <c:pt idx="1214">
                  <c:v>3.5200000000000002E-2</c:v>
                </c:pt>
                <c:pt idx="1215">
                  <c:v>3.5299999999999998E-2</c:v>
                </c:pt>
                <c:pt idx="1216">
                  <c:v>3.5999999999999997E-2</c:v>
                </c:pt>
                <c:pt idx="1217">
                  <c:v>3.6799999999999999E-2</c:v>
                </c:pt>
                <c:pt idx="1218">
                  <c:v>3.7100000000000001E-2</c:v>
                </c:pt>
                <c:pt idx="1219">
                  <c:v>3.7100000000000001E-2</c:v>
                </c:pt>
                <c:pt idx="1220">
                  <c:v>3.6799999999999999E-2</c:v>
                </c:pt>
                <c:pt idx="1221">
                  <c:v>3.6499999999999998E-2</c:v>
                </c:pt>
                <c:pt idx="1222">
                  <c:v>3.6700000000000003E-2</c:v>
                </c:pt>
                <c:pt idx="1223">
                  <c:v>3.6200000000000003E-2</c:v>
                </c:pt>
                <c:pt idx="1224">
                  <c:v>3.5400000000000001E-2</c:v>
                </c:pt>
                <c:pt idx="1225">
                  <c:v>3.5799999999999998E-2</c:v>
                </c:pt>
                <c:pt idx="1226">
                  <c:v>3.5299999999999998E-2</c:v>
                </c:pt>
                <c:pt idx="1227">
                  <c:v>3.5099999999999999E-2</c:v>
                </c:pt>
                <c:pt idx="1228">
                  <c:v>3.5000000000000003E-2</c:v>
                </c:pt>
                <c:pt idx="1229">
                  <c:v>3.56E-2</c:v>
                </c:pt>
                <c:pt idx="1230">
                  <c:v>3.5900000000000001E-2</c:v>
                </c:pt>
                <c:pt idx="1231">
                  <c:v>3.5999999999999997E-2</c:v>
                </c:pt>
                <c:pt idx="1232">
                  <c:v>3.6600000000000001E-2</c:v>
                </c:pt>
                <c:pt idx="1233">
                  <c:v>3.5999999999999997E-2</c:v>
                </c:pt>
                <c:pt idx="1234">
                  <c:v>3.5299999999999998E-2</c:v>
                </c:pt>
                <c:pt idx="1235">
                  <c:v>3.5299999999999998E-2</c:v>
                </c:pt>
                <c:pt idx="1236">
                  <c:v>3.5299999999999998E-2</c:v>
                </c:pt>
                <c:pt idx="1237">
                  <c:v>3.49E-2</c:v>
                </c:pt>
                <c:pt idx="1238">
                  <c:v>3.5099999999999999E-2</c:v>
                </c:pt>
                <c:pt idx="1239">
                  <c:v>3.44E-2</c:v>
                </c:pt>
                <c:pt idx="1240">
                  <c:v>3.4599999999999999E-2</c:v>
                </c:pt>
                <c:pt idx="1241">
                  <c:v>3.44E-2</c:v>
                </c:pt>
                <c:pt idx="1242">
                  <c:v>3.5099999999999999E-2</c:v>
                </c:pt>
                <c:pt idx="1243">
                  <c:v>3.5099999999999999E-2</c:v>
                </c:pt>
                <c:pt idx="1244">
                  <c:v>3.5099999999999999E-2</c:v>
                </c:pt>
                <c:pt idx="1245">
                  <c:v>3.61E-2</c:v>
                </c:pt>
                <c:pt idx="1246">
                  <c:v>3.6999999999999998E-2</c:v>
                </c:pt>
                <c:pt idx="1247">
                  <c:v>3.8399999999999997E-2</c:v>
                </c:pt>
                <c:pt idx="1248">
                  <c:v>3.8399999999999997E-2</c:v>
                </c:pt>
                <c:pt idx="1249">
                  <c:v>3.5799999999999998E-2</c:v>
                </c:pt>
                <c:pt idx="1250">
                  <c:v>3.44E-2</c:v>
                </c:pt>
                <c:pt idx="1251">
                  <c:v>3.5299999999999998E-2</c:v>
                </c:pt>
                <c:pt idx="1252">
                  <c:v>3.49E-2</c:v>
                </c:pt>
                <c:pt idx="1253">
                  <c:v>3.4700000000000002E-2</c:v>
                </c:pt>
                <c:pt idx="1254">
                  <c:v>3.4299999999999997E-2</c:v>
                </c:pt>
                <c:pt idx="1255">
                  <c:v>3.39E-2</c:v>
                </c:pt>
                <c:pt idx="1256">
                  <c:v>3.4000000000000002E-2</c:v>
                </c:pt>
                <c:pt idx="1257">
                  <c:v>3.4700000000000002E-2</c:v>
                </c:pt>
                <c:pt idx="1258">
                  <c:v>3.5099999999999999E-2</c:v>
                </c:pt>
                <c:pt idx="1259">
                  <c:v>3.5299999999999998E-2</c:v>
                </c:pt>
                <c:pt idx="1260">
                  <c:v>3.4599999999999999E-2</c:v>
                </c:pt>
                <c:pt idx="1261">
                  <c:v>3.4599999999999999E-2</c:v>
                </c:pt>
                <c:pt idx="1262">
                  <c:v>3.3799999999999997E-2</c:v>
                </c:pt>
                <c:pt idx="1263">
                  <c:v>3.3700000000000001E-2</c:v>
                </c:pt>
                <c:pt idx="1264">
                  <c:v>3.3799999999999997E-2</c:v>
                </c:pt>
                <c:pt idx="1265">
                  <c:v>3.39E-2</c:v>
                </c:pt>
                <c:pt idx="1266">
                  <c:v>3.3599999999999998E-2</c:v>
                </c:pt>
                <c:pt idx="1267">
                  <c:v>3.4500000000000003E-2</c:v>
                </c:pt>
                <c:pt idx="1268">
                  <c:v>3.4500000000000003E-2</c:v>
                </c:pt>
                <c:pt idx="1269">
                  <c:v>3.5400000000000001E-2</c:v>
                </c:pt>
                <c:pt idx="1270">
                  <c:v>3.6600000000000001E-2</c:v>
                </c:pt>
                <c:pt idx="1271">
                  <c:v>3.78E-2</c:v>
                </c:pt>
                <c:pt idx="1272">
                  <c:v>3.9300000000000002E-2</c:v>
                </c:pt>
                <c:pt idx="1273">
                  <c:v>3.6999999999999998E-2</c:v>
                </c:pt>
                <c:pt idx="1274">
                  <c:v>3.6999999999999998E-2</c:v>
                </c:pt>
                <c:pt idx="1275">
                  <c:v>3.78E-2</c:v>
                </c:pt>
                <c:pt idx="1276">
                  <c:v>3.7900000000000003E-2</c:v>
                </c:pt>
                <c:pt idx="1277">
                  <c:v>3.7900000000000003E-2</c:v>
                </c:pt>
                <c:pt idx="1278">
                  <c:v>3.8399999999999997E-2</c:v>
                </c:pt>
                <c:pt idx="1279">
                  <c:v>3.8399999999999997E-2</c:v>
                </c:pt>
                <c:pt idx="1280">
                  <c:v>3.7900000000000003E-2</c:v>
                </c:pt>
                <c:pt idx="1281">
                  <c:v>3.8100000000000002E-2</c:v>
                </c:pt>
                <c:pt idx="1282">
                  <c:v>3.8300000000000001E-2</c:v>
                </c:pt>
                <c:pt idx="1283">
                  <c:v>3.8899999999999997E-2</c:v>
                </c:pt>
                <c:pt idx="1284">
                  <c:v>3.9600000000000003E-2</c:v>
                </c:pt>
                <c:pt idx="1285">
                  <c:v>4.07E-2</c:v>
                </c:pt>
                <c:pt idx="1286">
                  <c:v>4.0599999999999997E-2</c:v>
                </c:pt>
                <c:pt idx="1287">
                  <c:v>3.9600000000000003E-2</c:v>
                </c:pt>
                <c:pt idx="1288">
                  <c:v>3.7900000000000003E-2</c:v>
                </c:pt>
                <c:pt idx="1289">
                  <c:v>3.78E-2</c:v>
                </c:pt>
                <c:pt idx="1290">
                  <c:v>3.8399999999999997E-2</c:v>
                </c:pt>
                <c:pt idx="1291">
                  <c:v>3.8800000000000001E-2</c:v>
                </c:pt>
                <c:pt idx="1292">
                  <c:v>3.9300000000000002E-2</c:v>
                </c:pt>
                <c:pt idx="1293">
                  <c:v>3.8800000000000001E-2</c:v>
                </c:pt>
                <c:pt idx="1294">
                  <c:v>3.9100000000000003E-2</c:v>
                </c:pt>
                <c:pt idx="1295">
                  <c:v>3.9800000000000002E-2</c:v>
                </c:pt>
                <c:pt idx="1296">
                  <c:v>3.8899999999999997E-2</c:v>
                </c:pt>
                <c:pt idx="1297">
                  <c:v>3.9300000000000002E-2</c:v>
                </c:pt>
                <c:pt idx="1298">
                  <c:v>3.9699999999999999E-2</c:v>
                </c:pt>
                <c:pt idx="1299">
                  <c:v>3.9699999999999999E-2</c:v>
                </c:pt>
                <c:pt idx="1300">
                  <c:v>3.9899999999999998E-2</c:v>
                </c:pt>
                <c:pt idx="1301">
                  <c:v>4.02E-2</c:v>
                </c:pt>
                <c:pt idx="1302">
                  <c:v>4.0099999999999997E-2</c:v>
                </c:pt>
                <c:pt idx="1303">
                  <c:v>4.0300000000000002E-2</c:v>
                </c:pt>
                <c:pt idx="1304">
                  <c:v>4.0300000000000002E-2</c:v>
                </c:pt>
                <c:pt idx="1305">
                  <c:v>3.6799999999999999E-2</c:v>
                </c:pt>
                <c:pt idx="1306">
                  <c:v>3.6400000000000002E-2</c:v>
                </c:pt>
                <c:pt idx="1307">
                  <c:v>3.5499999999999997E-2</c:v>
                </c:pt>
                <c:pt idx="1308">
                  <c:v>3.5200000000000002E-2</c:v>
                </c:pt>
                <c:pt idx="1309">
                  <c:v>3.4299999999999997E-2</c:v>
                </c:pt>
                <c:pt idx="1310">
                  <c:v>3.39E-2</c:v>
                </c:pt>
                <c:pt idx="1311">
                  <c:v>3.4000000000000002E-2</c:v>
                </c:pt>
                <c:pt idx="1312">
                  <c:v>3.4200000000000001E-2</c:v>
                </c:pt>
                <c:pt idx="1313">
                  <c:v>3.4299999999999997E-2</c:v>
                </c:pt>
                <c:pt idx="1314">
                  <c:v>3.4299999999999997E-2</c:v>
                </c:pt>
                <c:pt idx="1315">
                  <c:v>3.4799999999999998E-2</c:v>
                </c:pt>
                <c:pt idx="1316">
                  <c:v>3.4799999999999998E-2</c:v>
                </c:pt>
                <c:pt idx="1317">
                  <c:v>3.4200000000000001E-2</c:v>
                </c:pt>
                <c:pt idx="1318">
                  <c:v>3.3599999999999998E-2</c:v>
                </c:pt>
                <c:pt idx="1319">
                  <c:v>3.3599999999999998E-2</c:v>
                </c:pt>
                <c:pt idx="1320">
                  <c:v>3.3399999999999999E-2</c:v>
                </c:pt>
                <c:pt idx="1321">
                  <c:v>3.2899999999999999E-2</c:v>
                </c:pt>
                <c:pt idx="1322">
                  <c:v>3.27E-2</c:v>
                </c:pt>
                <c:pt idx="1323">
                  <c:v>3.2399999999999998E-2</c:v>
                </c:pt>
                <c:pt idx="1324">
                  <c:v>3.1800000000000002E-2</c:v>
                </c:pt>
                <c:pt idx="1325">
                  <c:v>3.1800000000000002E-2</c:v>
                </c:pt>
                <c:pt idx="1326">
                  <c:v>3.1300000000000001E-2</c:v>
                </c:pt>
                <c:pt idx="1327">
                  <c:v>3.1199999999999999E-2</c:v>
                </c:pt>
                <c:pt idx="1328">
                  <c:v>3.1899999999999998E-2</c:v>
                </c:pt>
                <c:pt idx="1329">
                  <c:v>3.2899999999999999E-2</c:v>
                </c:pt>
                <c:pt idx="1330">
                  <c:v>3.2800000000000003E-2</c:v>
                </c:pt>
                <c:pt idx="1331">
                  <c:v>3.3599999999999998E-2</c:v>
                </c:pt>
                <c:pt idx="1332">
                  <c:v>3.3500000000000002E-2</c:v>
                </c:pt>
                <c:pt idx="1333">
                  <c:v>3.3599999999999998E-2</c:v>
                </c:pt>
                <c:pt idx="1334">
                  <c:v>3.3500000000000002E-2</c:v>
                </c:pt>
                <c:pt idx="1335">
                  <c:v>3.3700000000000001E-2</c:v>
                </c:pt>
                <c:pt idx="1336">
                  <c:v>3.3700000000000001E-2</c:v>
                </c:pt>
                <c:pt idx="1337">
                  <c:v>3.3300000000000003E-2</c:v>
                </c:pt>
                <c:pt idx="1338">
                  <c:v>3.32E-2</c:v>
                </c:pt>
                <c:pt idx="1339">
                  <c:v>3.32E-2</c:v>
                </c:pt>
                <c:pt idx="1340">
                  <c:v>3.2899999999999999E-2</c:v>
                </c:pt>
                <c:pt idx="1341">
                  <c:v>3.2899999999999999E-2</c:v>
                </c:pt>
                <c:pt idx="1342">
                  <c:v>3.2199999999999999E-2</c:v>
                </c:pt>
                <c:pt idx="1343">
                  <c:v>3.2399999999999998E-2</c:v>
                </c:pt>
                <c:pt idx="1344">
                  <c:v>3.2500000000000001E-2</c:v>
                </c:pt>
                <c:pt idx="1345">
                  <c:v>3.2800000000000003E-2</c:v>
                </c:pt>
                <c:pt idx="1346">
                  <c:v>3.27E-2</c:v>
                </c:pt>
                <c:pt idx="1347">
                  <c:v>3.2000000000000001E-2</c:v>
                </c:pt>
                <c:pt idx="1348">
                  <c:v>3.1899999999999998E-2</c:v>
                </c:pt>
                <c:pt idx="1349">
                  <c:v>3.2000000000000001E-2</c:v>
                </c:pt>
                <c:pt idx="1350">
                  <c:v>3.1899999999999998E-2</c:v>
                </c:pt>
                <c:pt idx="1351">
                  <c:v>3.2099999999999997E-2</c:v>
                </c:pt>
                <c:pt idx="1352">
                  <c:v>3.2300000000000002E-2</c:v>
                </c:pt>
                <c:pt idx="1353">
                  <c:v>3.2199999999999999E-2</c:v>
                </c:pt>
                <c:pt idx="1354">
                  <c:v>3.1800000000000002E-2</c:v>
                </c:pt>
                <c:pt idx="1355">
                  <c:v>3.2399999999999998E-2</c:v>
                </c:pt>
                <c:pt idx="1356">
                  <c:v>3.1600000000000003E-2</c:v>
                </c:pt>
                <c:pt idx="1357">
                  <c:v>3.1300000000000001E-2</c:v>
                </c:pt>
                <c:pt idx="1358">
                  <c:v>3.1099999999999999E-2</c:v>
                </c:pt>
                <c:pt idx="1359">
                  <c:v>3.1E-2</c:v>
                </c:pt>
                <c:pt idx="1360">
                  <c:v>3.0800000000000001E-2</c:v>
                </c:pt>
                <c:pt idx="1361">
                  <c:v>3.0499999999999999E-2</c:v>
                </c:pt>
                <c:pt idx="1362">
                  <c:v>3.0099999999999998E-2</c:v>
                </c:pt>
                <c:pt idx="1363">
                  <c:v>3.0499999999999999E-2</c:v>
                </c:pt>
                <c:pt idx="1364">
                  <c:v>3.04E-2</c:v>
                </c:pt>
                <c:pt idx="1365">
                  <c:v>2.9399999999999999E-2</c:v>
                </c:pt>
                <c:pt idx="1366">
                  <c:v>2.9600000000000001E-2</c:v>
                </c:pt>
                <c:pt idx="1367">
                  <c:v>2.93E-2</c:v>
                </c:pt>
                <c:pt idx="1368">
                  <c:v>2.93E-2</c:v>
                </c:pt>
                <c:pt idx="1369">
                  <c:v>2.8500000000000001E-2</c:v>
                </c:pt>
                <c:pt idx="1370">
                  <c:v>2.87E-2</c:v>
                </c:pt>
                <c:pt idx="1371">
                  <c:v>2.87E-2</c:v>
                </c:pt>
                <c:pt idx="1372">
                  <c:v>2.9899999999999999E-2</c:v>
                </c:pt>
                <c:pt idx="1373">
                  <c:v>3.0300000000000001E-2</c:v>
                </c:pt>
                <c:pt idx="1374">
                  <c:v>3.0499999999999999E-2</c:v>
                </c:pt>
                <c:pt idx="1375">
                  <c:v>3.0700000000000002E-2</c:v>
                </c:pt>
                <c:pt idx="1376">
                  <c:v>3.1E-2</c:v>
                </c:pt>
                <c:pt idx="1377">
                  <c:v>3.0499999999999999E-2</c:v>
                </c:pt>
                <c:pt idx="1378">
                  <c:v>3.0499999999999999E-2</c:v>
                </c:pt>
                <c:pt idx="1379">
                  <c:v>3.0499999999999999E-2</c:v>
                </c:pt>
                <c:pt idx="1380">
                  <c:v>3.0599999999999999E-2</c:v>
                </c:pt>
                <c:pt idx="1381">
                  <c:v>3.0200000000000001E-2</c:v>
                </c:pt>
                <c:pt idx="1382">
                  <c:v>3.0099999999999998E-2</c:v>
                </c:pt>
                <c:pt idx="1383">
                  <c:v>2.98E-2</c:v>
                </c:pt>
                <c:pt idx="1384">
                  <c:v>2.9700000000000001E-2</c:v>
                </c:pt>
                <c:pt idx="1385">
                  <c:v>2.8899999999999999E-2</c:v>
                </c:pt>
                <c:pt idx="1386">
                  <c:v>2.86E-2</c:v>
                </c:pt>
                <c:pt idx="1387">
                  <c:v>2.87E-2</c:v>
                </c:pt>
                <c:pt idx="1388">
                  <c:v>2.8500000000000001E-2</c:v>
                </c:pt>
                <c:pt idx="1389">
                  <c:v>2.86E-2</c:v>
                </c:pt>
                <c:pt idx="1390">
                  <c:v>2.8299999999999999E-2</c:v>
                </c:pt>
                <c:pt idx="1391">
                  <c:v>2.8199999999999999E-2</c:v>
                </c:pt>
                <c:pt idx="1392">
                  <c:v>2.8299999999999999E-2</c:v>
                </c:pt>
                <c:pt idx="1393">
                  <c:v>2.8799999999999999E-2</c:v>
                </c:pt>
                <c:pt idx="1394">
                  <c:v>2.87E-2</c:v>
                </c:pt>
                <c:pt idx="1395">
                  <c:v>2.87E-2</c:v>
                </c:pt>
                <c:pt idx="1396">
                  <c:v>2.8799999999999999E-2</c:v>
                </c:pt>
                <c:pt idx="1397">
                  <c:v>2.8299999999999999E-2</c:v>
                </c:pt>
                <c:pt idx="1398">
                  <c:v>2.8500000000000001E-2</c:v>
                </c:pt>
                <c:pt idx="1399">
                  <c:v>2.9499999999999998E-2</c:v>
                </c:pt>
                <c:pt idx="1400">
                  <c:v>2.9499999999999998E-2</c:v>
                </c:pt>
                <c:pt idx="1401">
                  <c:v>2.9700000000000001E-2</c:v>
                </c:pt>
                <c:pt idx="1402">
                  <c:v>3.1099999999999999E-2</c:v>
                </c:pt>
                <c:pt idx="1403">
                  <c:v>3.1199999999999999E-2</c:v>
                </c:pt>
                <c:pt idx="1404">
                  <c:v>3.2199999999999999E-2</c:v>
                </c:pt>
                <c:pt idx="1405">
                  <c:v>3.2599999999999997E-2</c:v>
                </c:pt>
                <c:pt idx="1406">
                  <c:v>3.2800000000000003E-2</c:v>
                </c:pt>
                <c:pt idx="1407">
                  <c:v>3.3300000000000003E-2</c:v>
                </c:pt>
                <c:pt idx="1408">
                  <c:v>3.3000000000000002E-2</c:v>
                </c:pt>
                <c:pt idx="1409">
                  <c:v>3.3000000000000002E-2</c:v>
                </c:pt>
                <c:pt idx="1410">
                  <c:v>3.2199999999999999E-2</c:v>
                </c:pt>
                <c:pt idx="1411">
                  <c:v>3.2099999999999997E-2</c:v>
                </c:pt>
                <c:pt idx="1412">
                  <c:v>3.1399999999999997E-2</c:v>
                </c:pt>
                <c:pt idx="1413">
                  <c:v>3.1600000000000003E-2</c:v>
                </c:pt>
                <c:pt idx="1414">
                  <c:v>3.1199999999999999E-2</c:v>
                </c:pt>
                <c:pt idx="1415">
                  <c:v>3.1E-2</c:v>
                </c:pt>
                <c:pt idx="1416">
                  <c:v>3.0599999999999999E-2</c:v>
                </c:pt>
                <c:pt idx="1417">
                  <c:v>3.15E-2</c:v>
                </c:pt>
                <c:pt idx="1418">
                  <c:v>3.15E-2</c:v>
                </c:pt>
                <c:pt idx="1419">
                  <c:v>3.1800000000000002E-2</c:v>
                </c:pt>
                <c:pt idx="1420">
                  <c:v>3.2099999999999997E-2</c:v>
                </c:pt>
                <c:pt idx="1421">
                  <c:v>3.2000000000000001E-2</c:v>
                </c:pt>
                <c:pt idx="1422">
                  <c:v>3.1800000000000002E-2</c:v>
                </c:pt>
                <c:pt idx="1423">
                  <c:v>3.2000000000000001E-2</c:v>
                </c:pt>
                <c:pt idx="1424">
                  <c:v>3.2000000000000001E-2</c:v>
                </c:pt>
                <c:pt idx="1425">
                  <c:v>3.2099999999999997E-2</c:v>
                </c:pt>
                <c:pt idx="1426">
                  <c:v>3.2199999999999999E-2</c:v>
                </c:pt>
                <c:pt idx="1427">
                  <c:v>3.2800000000000003E-2</c:v>
                </c:pt>
                <c:pt idx="1428">
                  <c:v>3.3300000000000003E-2</c:v>
                </c:pt>
                <c:pt idx="1429">
                  <c:v>3.3399999999999999E-2</c:v>
                </c:pt>
                <c:pt idx="1430">
                  <c:v>3.3799999999999997E-2</c:v>
                </c:pt>
                <c:pt idx="1431">
                  <c:v>3.3700000000000001E-2</c:v>
                </c:pt>
                <c:pt idx="1432">
                  <c:v>3.3500000000000002E-2</c:v>
                </c:pt>
                <c:pt idx="1433">
                  <c:v>3.2800000000000003E-2</c:v>
                </c:pt>
                <c:pt idx="1434">
                  <c:v>3.2500000000000001E-2</c:v>
                </c:pt>
                <c:pt idx="1435">
                  <c:v>3.2500000000000001E-2</c:v>
                </c:pt>
                <c:pt idx="1436">
                  <c:v>3.15E-2</c:v>
                </c:pt>
                <c:pt idx="1437">
                  <c:v>3.1699999999999999E-2</c:v>
                </c:pt>
                <c:pt idx="1438">
                  <c:v>3.2000000000000001E-2</c:v>
                </c:pt>
                <c:pt idx="1439">
                  <c:v>3.1800000000000002E-2</c:v>
                </c:pt>
                <c:pt idx="1440">
                  <c:v>3.1899999999999998E-2</c:v>
                </c:pt>
                <c:pt idx="1441">
                  <c:v>3.15E-2</c:v>
                </c:pt>
                <c:pt idx="1442">
                  <c:v>3.2000000000000001E-2</c:v>
                </c:pt>
                <c:pt idx="1443">
                  <c:v>3.2800000000000003E-2</c:v>
                </c:pt>
                <c:pt idx="1444">
                  <c:v>3.27E-2</c:v>
                </c:pt>
                <c:pt idx="1445">
                  <c:v>3.2500000000000001E-2</c:v>
                </c:pt>
                <c:pt idx="1446">
                  <c:v>3.2399999999999998E-2</c:v>
                </c:pt>
                <c:pt idx="1447">
                  <c:v>3.2300000000000002E-2</c:v>
                </c:pt>
                <c:pt idx="1448">
                  <c:v>3.2599999999999997E-2</c:v>
                </c:pt>
                <c:pt idx="1449">
                  <c:v>3.2500000000000001E-2</c:v>
                </c:pt>
                <c:pt idx="1450">
                  <c:v>3.2300000000000002E-2</c:v>
                </c:pt>
                <c:pt idx="1451">
                  <c:v>3.1899999999999998E-2</c:v>
                </c:pt>
                <c:pt idx="1452">
                  <c:v>3.2000000000000001E-2</c:v>
                </c:pt>
                <c:pt idx="1453">
                  <c:v>3.1899999999999998E-2</c:v>
                </c:pt>
                <c:pt idx="1454">
                  <c:v>3.1699999999999999E-2</c:v>
                </c:pt>
                <c:pt idx="1455">
                  <c:v>3.1600000000000003E-2</c:v>
                </c:pt>
                <c:pt idx="1456">
                  <c:v>3.1300000000000001E-2</c:v>
                </c:pt>
                <c:pt idx="1457">
                  <c:v>3.0800000000000001E-2</c:v>
                </c:pt>
                <c:pt idx="1458">
                  <c:v>3.0800000000000001E-2</c:v>
                </c:pt>
                <c:pt idx="1459">
                  <c:v>3.0800000000000001E-2</c:v>
                </c:pt>
                <c:pt idx="1460">
                  <c:v>3.09E-2</c:v>
                </c:pt>
                <c:pt idx="1461">
                  <c:v>3.0499999999999999E-2</c:v>
                </c:pt>
                <c:pt idx="1462">
                  <c:v>3.0499999999999999E-2</c:v>
                </c:pt>
                <c:pt idx="1463">
                  <c:v>0.03</c:v>
                </c:pt>
                <c:pt idx="1464">
                  <c:v>2.98E-2</c:v>
                </c:pt>
                <c:pt idx="1465">
                  <c:v>2.98E-2</c:v>
                </c:pt>
                <c:pt idx="1466">
                  <c:v>2.98E-2</c:v>
                </c:pt>
                <c:pt idx="1467">
                  <c:v>2.9600000000000001E-2</c:v>
                </c:pt>
                <c:pt idx="1468">
                  <c:v>2.9600000000000001E-2</c:v>
                </c:pt>
                <c:pt idx="1469">
                  <c:v>0.03</c:v>
                </c:pt>
                <c:pt idx="1470">
                  <c:v>3.04E-2</c:v>
                </c:pt>
                <c:pt idx="1471">
                  <c:v>3.04E-2</c:v>
                </c:pt>
                <c:pt idx="1472">
                  <c:v>3.0599999999999999E-2</c:v>
                </c:pt>
                <c:pt idx="1473">
                  <c:v>3.0599999999999999E-2</c:v>
                </c:pt>
                <c:pt idx="1474">
                  <c:v>3.0499999999999999E-2</c:v>
                </c:pt>
                <c:pt idx="1475">
                  <c:v>0.03</c:v>
                </c:pt>
                <c:pt idx="1476">
                  <c:v>0.03</c:v>
                </c:pt>
                <c:pt idx="1477">
                  <c:v>2.9899999999999999E-2</c:v>
                </c:pt>
                <c:pt idx="1478">
                  <c:v>3.0099999999999998E-2</c:v>
                </c:pt>
                <c:pt idx="1479">
                  <c:v>3.0099999999999998E-2</c:v>
                </c:pt>
                <c:pt idx="1480">
                  <c:v>2.93E-2</c:v>
                </c:pt>
                <c:pt idx="1481">
                  <c:v>2.8899999999999999E-2</c:v>
                </c:pt>
                <c:pt idx="1482">
                  <c:v>2.93E-2</c:v>
                </c:pt>
                <c:pt idx="1483">
                  <c:v>2.9399999999999999E-2</c:v>
                </c:pt>
                <c:pt idx="1484">
                  <c:v>2.9100000000000001E-2</c:v>
                </c:pt>
                <c:pt idx="1485">
                  <c:v>2.8899999999999999E-2</c:v>
                </c:pt>
                <c:pt idx="1486">
                  <c:v>2.9100000000000001E-2</c:v>
                </c:pt>
                <c:pt idx="1487">
                  <c:v>2.9000000000000001E-2</c:v>
                </c:pt>
                <c:pt idx="1488">
                  <c:v>2.9100000000000001E-2</c:v>
                </c:pt>
                <c:pt idx="1489">
                  <c:v>2.8899999999999999E-2</c:v>
                </c:pt>
                <c:pt idx="1490">
                  <c:v>2.9499999999999998E-2</c:v>
                </c:pt>
                <c:pt idx="1491">
                  <c:v>2.9499999999999998E-2</c:v>
                </c:pt>
                <c:pt idx="1492">
                  <c:v>2.9600000000000001E-2</c:v>
                </c:pt>
                <c:pt idx="1493">
                  <c:v>3.0200000000000001E-2</c:v>
                </c:pt>
                <c:pt idx="1494">
                  <c:v>3.0599999999999999E-2</c:v>
                </c:pt>
                <c:pt idx="1495">
                  <c:v>3.04E-2</c:v>
                </c:pt>
                <c:pt idx="1496">
                  <c:v>0.03</c:v>
                </c:pt>
                <c:pt idx="1497">
                  <c:v>2.9700000000000001E-2</c:v>
                </c:pt>
                <c:pt idx="1498">
                  <c:v>2.9499999999999998E-2</c:v>
                </c:pt>
                <c:pt idx="1499">
                  <c:v>2.9499999999999998E-2</c:v>
                </c:pt>
                <c:pt idx="1500">
                  <c:v>2.92E-2</c:v>
                </c:pt>
                <c:pt idx="1501">
                  <c:v>2.92E-2</c:v>
                </c:pt>
                <c:pt idx="1502">
                  <c:v>2.92E-2</c:v>
                </c:pt>
                <c:pt idx="1503">
                  <c:v>2.8799999999999999E-2</c:v>
                </c:pt>
                <c:pt idx="1504">
                  <c:v>2.8799999999999999E-2</c:v>
                </c:pt>
                <c:pt idx="1505">
                  <c:v>2.81E-2</c:v>
                </c:pt>
                <c:pt idx="1506">
                  <c:v>2.8000000000000001E-2</c:v>
                </c:pt>
                <c:pt idx="1507">
                  <c:v>2.8000000000000001E-2</c:v>
                </c:pt>
                <c:pt idx="1508">
                  <c:v>2.76E-2</c:v>
                </c:pt>
                <c:pt idx="1509">
                  <c:v>2.7199999999999998E-2</c:v>
                </c:pt>
                <c:pt idx="1510">
                  <c:v>2.7199999999999998E-2</c:v>
                </c:pt>
                <c:pt idx="1511">
                  <c:v>2.7900000000000001E-2</c:v>
                </c:pt>
                <c:pt idx="1512">
                  <c:v>2.7699999999999999E-2</c:v>
                </c:pt>
                <c:pt idx="1513">
                  <c:v>2.75E-2</c:v>
                </c:pt>
                <c:pt idx="1514">
                  <c:v>2.7099999999999999E-2</c:v>
                </c:pt>
                <c:pt idx="1515">
                  <c:v>2.7300000000000001E-2</c:v>
                </c:pt>
                <c:pt idx="1516">
                  <c:v>2.7199999999999998E-2</c:v>
                </c:pt>
                <c:pt idx="1517">
                  <c:v>2.7E-2</c:v>
                </c:pt>
                <c:pt idx="1518">
                  <c:v>2.7300000000000001E-2</c:v>
                </c:pt>
                <c:pt idx="1519">
                  <c:v>2.7300000000000001E-2</c:v>
                </c:pt>
                <c:pt idx="1520">
                  <c:v>2.75E-2</c:v>
                </c:pt>
                <c:pt idx="1521">
                  <c:v>2.76E-2</c:v>
                </c:pt>
                <c:pt idx="1522">
                  <c:v>2.7400000000000001E-2</c:v>
                </c:pt>
                <c:pt idx="1523">
                  <c:v>2.69E-2</c:v>
                </c:pt>
                <c:pt idx="1524">
                  <c:v>2.63E-2</c:v>
                </c:pt>
                <c:pt idx="1525">
                  <c:v>2.6499999999999999E-2</c:v>
                </c:pt>
                <c:pt idx="1526">
                  <c:v>2.63E-2</c:v>
                </c:pt>
                <c:pt idx="1527">
                  <c:v>2.64E-2</c:v>
                </c:pt>
                <c:pt idx="1528">
                  <c:v>2.6700000000000002E-2</c:v>
                </c:pt>
                <c:pt idx="1529">
                  <c:v>2.6599999999999999E-2</c:v>
                </c:pt>
                <c:pt idx="1530">
                  <c:v>2.6499999999999999E-2</c:v>
                </c:pt>
                <c:pt idx="1531">
                  <c:v>2.63E-2</c:v>
                </c:pt>
                <c:pt idx="1532">
                  <c:v>2.63E-2</c:v>
                </c:pt>
                <c:pt idx="1533">
                  <c:v>2.5999999999999999E-2</c:v>
                </c:pt>
                <c:pt idx="1534">
                  <c:v>2.63E-2</c:v>
                </c:pt>
                <c:pt idx="1535">
                  <c:v>2.5999999999999999E-2</c:v>
                </c:pt>
                <c:pt idx="1536">
                  <c:v>2.6499999999999999E-2</c:v>
                </c:pt>
                <c:pt idx="1537">
                  <c:v>2.6499999999999999E-2</c:v>
                </c:pt>
                <c:pt idx="1538">
                  <c:v>2.6800000000000001E-2</c:v>
                </c:pt>
                <c:pt idx="1539">
                  <c:v>2.6499999999999999E-2</c:v>
                </c:pt>
                <c:pt idx="1540">
                  <c:v>2.7E-2</c:v>
                </c:pt>
                <c:pt idx="1541">
                  <c:v>2.6700000000000002E-2</c:v>
                </c:pt>
                <c:pt idx="1542">
                  <c:v>2.69E-2</c:v>
                </c:pt>
                <c:pt idx="1543">
                  <c:v>2.7199999999999998E-2</c:v>
                </c:pt>
                <c:pt idx="1544">
                  <c:v>2.76E-2</c:v>
                </c:pt>
                <c:pt idx="1545">
                  <c:v>2.7E-2</c:v>
                </c:pt>
                <c:pt idx="1546">
                  <c:v>2.69E-2</c:v>
                </c:pt>
                <c:pt idx="1547">
                  <c:v>2.58E-2</c:v>
                </c:pt>
                <c:pt idx="1548">
                  <c:v>2.5600000000000001E-2</c:v>
                </c:pt>
                <c:pt idx="1549">
                  <c:v>2.5399999999999999E-2</c:v>
                </c:pt>
                <c:pt idx="1550">
                  <c:v>2.58E-2</c:v>
                </c:pt>
                <c:pt idx="1551">
                  <c:v>2.5700000000000001E-2</c:v>
                </c:pt>
                <c:pt idx="1552">
                  <c:v>2.5399999999999999E-2</c:v>
                </c:pt>
                <c:pt idx="1553">
                  <c:v>2.53E-2</c:v>
                </c:pt>
                <c:pt idx="1554">
                  <c:v>2.52E-2</c:v>
                </c:pt>
                <c:pt idx="1555">
                  <c:v>2.5000000000000001E-2</c:v>
                </c:pt>
                <c:pt idx="1556">
                  <c:v>2.5000000000000001E-2</c:v>
                </c:pt>
                <c:pt idx="1557">
                  <c:v>2.5000000000000001E-2</c:v>
                </c:pt>
                <c:pt idx="1558">
                  <c:v>2.4799999999999999E-2</c:v>
                </c:pt>
                <c:pt idx="1559">
                  <c:v>2.4799999999999999E-2</c:v>
                </c:pt>
                <c:pt idx="1560">
                  <c:v>2.5000000000000001E-2</c:v>
                </c:pt>
                <c:pt idx="1561">
                  <c:v>2.46E-2</c:v>
                </c:pt>
                <c:pt idx="1562">
                  <c:v>2.4400000000000002E-2</c:v>
                </c:pt>
                <c:pt idx="1563">
                  <c:v>2.41E-2</c:v>
                </c:pt>
                <c:pt idx="1564">
                  <c:v>2.41E-2</c:v>
                </c:pt>
                <c:pt idx="1565">
                  <c:v>2.4299999999999999E-2</c:v>
                </c:pt>
                <c:pt idx="1566">
                  <c:v>2.4199999999999999E-2</c:v>
                </c:pt>
                <c:pt idx="1567">
                  <c:v>2.4400000000000002E-2</c:v>
                </c:pt>
                <c:pt idx="1568">
                  <c:v>2.41E-2</c:v>
                </c:pt>
                <c:pt idx="1569">
                  <c:v>2.4199999999999999E-2</c:v>
                </c:pt>
                <c:pt idx="1570">
                  <c:v>2.3900000000000001E-2</c:v>
                </c:pt>
                <c:pt idx="1571">
                  <c:v>2.3900000000000001E-2</c:v>
                </c:pt>
                <c:pt idx="1572">
                  <c:v>2.41E-2</c:v>
                </c:pt>
                <c:pt idx="1573">
                  <c:v>2.35E-2</c:v>
                </c:pt>
                <c:pt idx="1574">
                  <c:v>2.35E-2</c:v>
                </c:pt>
                <c:pt idx="1575">
                  <c:v>2.3300000000000001E-2</c:v>
                </c:pt>
                <c:pt idx="1576">
                  <c:v>2.3599999999999999E-2</c:v>
                </c:pt>
                <c:pt idx="1577">
                  <c:v>2.2800000000000001E-2</c:v>
                </c:pt>
                <c:pt idx="1578">
                  <c:v>2.2599999999999999E-2</c:v>
                </c:pt>
                <c:pt idx="1579">
                  <c:v>2.29E-2</c:v>
                </c:pt>
                <c:pt idx="1580">
                  <c:v>2.2800000000000001E-2</c:v>
                </c:pt>
                <c:pt idx="1581">
                  <c:v>2.2599999999999999E-2</c:v>
                </c:pt>
                <c:pt idx="1582">
                  <c:v>2.2100000000000002E-2</c:v>
                </c:pt>
                <c:pt idx="1583">
                  <c:v>2.2100000000000002E-2</c:v>
                </c:pt>
                <c:pt idx="1584">
                  <c:v>2.2200000000000001E-2</c:v>
                </c:pt>
                <c:pt idx="1585">
                  <c:v>2.2200000000000001E-2</c:v>
                </c:pt>
                <c:pt idx="1586">
                  <c:v>2.23E-2</c:v>
                </c:pt>
                <c:pt idx="1587">
                  <c:v>2.1899999999999999E-2</c:v>
                </c:pt>
                <c:pt idx="1588">
                  <c:v>2.2200000000000001E-2</c:v>
                </c:pt>
                <c:pt idx="1589">
                  <c:v>2.24E-2</c:v>
                </c:pt>
                <c:pt idx="1590">
                  <c:v>2.1999999999999999E-2</c:v>
                </c:pt>
                <c:pt idx="1591">
                  <c:v>2.1999999999999999E-2</c:v>
                </c:pt>
                <c:pt idx="1592">
                  <c:v>2.1600000000000001E-2</c:v>
                </c:pt>
                <c:pt idx="1593">
                  <c:v>2.12E-2</c:v>
                </c:pt>
                <c:pt idx="1594">
                  <c:v>2.1100000000000001E-2</c:v>
                </c:pt>
                <c:pt idx="1595">
                  <c:v>2.1299999999999999E-2</c:v>
                </c:pt>
                <c:pt idx="1596">
                  <c:v>2.1299999999999999E-2</c:v>
                </c:pt>
                <c:pt idx="1597">
                  <c:v>2.1399999999999999E-2</c:v>
                </c:pt>
                <c:pt idx="1598">
                  <c:v>2.12E-2</c:v>
                </c:pt>
                <c:pt idx="1599">
                  <c:v>2.12E-2</c:v>
                </c:pt>
                <c:pt idx="1600">
                  <c:v>2.0799999999999999E-2</c:v>
                </c:pt>
                <c:pt idx="1601">
                  <c:v>2.0799999999999999E-2</c:v>
                </c:pt>
                <c:pt idx="1602">
                  <c:v>2.0400000000000001E-2</c:v>
                </c:pt>
                <c:pt idx="1603">
                  <c:v>2.0899999999999998E-2</c:v>
                </c:pt>
                <c:pt idx="1604">
                  <c:v>2.07E-2</c:v>
                </c:pt>
                <c:pt idx="1605">
                  <c:v>2.1600000000000001E-2</c:v>
                </c:pt>
                <c:pt idx="1606">
                  <c:v>2.2700000000000001E-2</c:v>
                </c:pt>
                <c:pt idx="1607">
                  <c:v>2.3E-2</c:v>
                </c:pt>
                <c:pt idx="1608">
                  <c:v>2.3300000000000001E-2</c:v>
                </c:pt>
                <c:pt idx="1609">
                  <c:v>2.4500000000000001E-2</c:v>
                </c:pt>
                <c:pt idx="1610">
                  <c:v>2.4899999999999999E-2</c:v>
                </c:pt>
                <c:pt idx="1611">
                  <c:v>2.46E-2</c:v>
                </c:pt>
                <c:pt idx="1612">
                  <c:v>2.3900000000000001E-2</c:v>
                </c:pt>
                <c:pt idx="1613">
                  <c:v>2.3599999999999999E-2</c:v>
                </c:pt>
                <c:pt idx="1614">
                  <c:v>2.3400000000000001E-2</c:v>
                </c:pt>
                <c:pt idx="1615">
                  <c:v>2.3800000000000002E-2</c:v>
                </c:pt>
                <c:pt idx="1616">
                  <c:v>2.4400000000000002E-2</c:v>
                </c:pt>
                <c:pt idx="1617">
                  <c:v>2.4400000000000002E-2</c:v>
                </c:pt>
                <c:pt idx="1618">
                  <c:v>2.4400000000000002E-2</c:v>
                </c:pt>
                <c:pt idx="1619">
                  <c:v>2.41E-2</c:v>
                </c:pt>
                <c:pt idx="1620">
                  <c:v>2.4400000000000002E-2</c:v>
                </c:pt>
                <c:pt idx="1621">
                  <c:v>2.3699999999999999E-2</c:v>
                </c:pt>
                <c:pt idx="1622">
                  <c:v>2.3800000000000002E-2</c:v>
                </c:pt>
                <c:pt idx="1623">
                  <c:v>2.3300000000000001E-2</c:v>
                </c:pt>
                <c:pt idx="1624">
                  <c:v>2.3199999999999998E-2</c:v>
                </c:pt>
                <c:pt idx="1625">
                  <c:v>2.2800000000000001E-2</c:v>
                </c:pt>
                <c:pt idx="1626">
                  <c:v>2.2800000000000001E-2</c:v>
                </c:pt>
                <c:pt idx="1627">
                  <c:v>2.2700000000000001E-2</c:v>
                </c:pt>
                <c:pt idx="1628">
                  <c:v>2.24E-2</c:v>
                </c:pt>
                <c:pt idx="1629">
                  <c:v>2.2499999999999999E-2</c:v>
                </c:pt>
                <c:pt idx="1630">
                  <c:v>2.23E-2</c:v>
                </c:pt>
                <c:pt idx="1631">
                  <c:v>2.2499999999999999E-2</c:v>
                </c:pt>
                <c:pt idx="1632">
                  <c:v>2.24E-2</c:v>
                </c:pt>
                <c:pt idx="1633">
                  <c:v>2.23E-2</c:v>
                </c:pt>
                <c:pt idx="1634">
                  <c:v>2.24E-2</c:v>
                </c:pt>
                <c:pt idx="1635">
                  <c:v>2.1999999999999999E-2</c:v>
                </c:pt>
                <c:pt idx="1636">
                  <c:v>2.18E-2</c:v>
                </c:pt>
                <c:pt idx="1637">
                  <c:v>2.1499999999999998E-2</c:v>
                </c:pt>
                <c:pt idx="1638">
                  <c:v>2.1000000000000001E-2</c:v>
                </c:pt>
                <c:pt idx="1639">
                  <c:v>2.1000000000000001E-2</c:v>
                </c:pt>
                <c:pt idx="1640">
                  <c:v>2.0799999999999999E-2</c:v>
                </c:pt>
                <c:pt idx="1641">
                  <c:v>2.12E-2</c:v>
                </c:pt>
                <c:pt idx="1642">
                  <c:v>2.1299999999999999E-2</c:v>
                </c:pt>
                <c:pt idx="1643">
                  <c:v>2.0799999999999999E-2</c:v>
                </c:pt>
                <c:pt idx="1644">
                  <c:v>2.0899999999999998E-2</c:v>
                </c:pt>
                <c:pt idx="1645">
                  <c:v>2.0899999999999998E-2</c:v>
                </c:pt>
                <c:pt idx="1646">
                  <c:v>2.06E-2</c:v>
                </c:pt>
                <c:pt idx="1647">
                  <c:v>2.0400000000000001E-2</c:v>
                </c:pt>
                <c:pt idx="1648">
                  <c:v>2.0400000000000001E-2</c:v>
                </c:pt>
                <c:pt idx="1649">
                  <c:v>2.0400000000000001E-2</c:v>
                </c:pt>
                <c:pt idx="1650">
                  <c:v>2.0899999999999998E-2</c:v>
                </c:pt>
                <c:pt idx="1651">
                  <c:v>2.0400000000000001E-2</c:v>
                </c:pt>
                <c:pt idx="1652">
                  <c:v>2.0199999999999999E-2</c:v>
                </c:pt>
                <c:pt idx="1653">
                  <c:v>0.02</c:v>
                </c:pt>
                <c:pt idx="1654">
                  <c:v>1.9900000000000001E-2</c:v>
                </c:pt>
                <c:pt idx="1655">
                  <c:v>1.9900000000000001E-2</c:v>
                </c:pt>
                <c:pt idx="1656">
                  <c:v>0.02</c:v>
                </c:pt>
                <c:pt idx="1657">
                  <c:v>1.9800000000000002E-2</c:v>
                </c:pt>
                <c:pt idx="1658">
                  <c:v>2.0400000000000001E-2</c:v>
                </c:pt>
                <c:pt idx="1659">
                  <c:v>1.95E-2</c:v>
                </c:pt>
                <c:pt idx="1660">
                  <c:v>1.9199999999999998E-2</c:v>
                </c:pt>
                <c:pt idx="1661">
                  <c:v>1.9199999999999998E-2</c:v>
                </c:pt>
                <c:pt idx="1662">
                  <c:v>1.9099999999999999E-2</c:v>
                </c:pt>
                <c:pt idx="1663">
                  <c:v>1.9199999999999998E-2</c:v>
                </c:pt>
                <c:pt idx="1664">
                  <c:v>1.89E-2</c:v>
                </c:pt>
                <c:pt idx="1665">
                  <c:v>1.8599999999999998E-2</c:v>
                </c:pt>
                <c:pt idx="1666">
                  <c:v>1.84E-2</c:v>
                </c:pt>
                <c:pt idx="1667">
                  <c:v>1.8700000000000001E-2</c:v>
                </c:pt>
                <c:pt idx="1668">
                  <c:v>1.8499999999999999E-2</c:v>
                </c:pt>
                <c:pt idx="1669">
                  <c:v>1.8499999999999999E-2</c:v>
                </c:pt>
                <c:pt idx="1670">
                  <c:v>1.8499999999999999E-2</c:v>
                </c:pt>
                <c:pt idx="1671">
                  <c:v>1.8499999999999999E-2</c:v>
                </c:pt>
                <c:pt idx="1672">
                  <c:v>1.83E-2</c:v>
                </c:pt>
                <c:pt idx="1673">
                  <c:v>1.8100000000000002E-2</c:v>
                </c:pt>
                <c:pt idx="1674">
                  <c:v>1.8100000000000002E-2</c:v>
                </c:pt>
                <c:pt idx="1675">
                  <c:v>1.7899999999999999E-2</c:v>
                </c:pt>
                <c:pt idx="1676">
                  <c:v>1.8599999999999998E-2</c:v>
                </c:pt>
                <c:pt idx="1677">
                  <c:v>1.8700000000000001E-2</c:v>
                </c:pt>
                <c:pt idx="1678">
                  <c:v>1.9099999999999999E-2</c:v>
                </c:pt>
                <c:pt idx="1679">
                  <c:v>1.9300000000000001E-2</c:v>
                </c:pt>
                <c:pt idx="1680">
                  <c:v>1.89E-2</c:v>
                </c:pt>
                <c:pt idx="1681">
                  <c:v>1.9599999999999999E-2</c:v>
                </c:pt>
                <c:pt idx="1682">
                  <c:v>1.9599999999999999E-2</c:v>
                </c:pt>
                <c:pt idx="1683">
                  <c:v>1.9400000000000001E-2</c:v>
                </c:pt>
                <c:pt idx="1684">
                  <c:v>1.9300000000000001E-2</c:v>
                </c:pt>
                <c:pt idx="1685">
                  <c:v>1.9599999999999999E-2</c:v>
                </c:pt>
                <c:pt idx="1686">
                  <c:v>1.9400000000000001E-2</c:v>
                </c:pt>
                <c:pt idx="1687">
                  <c:v>2.0299999999999999E-2</c:v>
                </c:pt>
                <c:pt idx="1688">
                  <c:v>2.0199999999999999E-2</c:v>
                </c:pt>
                <c:pt idx="1689">
                  <c:v>2.1000000000000001E-2</c:v>
                </c:pt>
                <c:pt idx="1690">
                  <c:v>2.1399999999999999E-2</c:v>
                </c:pt>
                <c:pt idx="1691">
                  <c:v>2.24E-2</c:v>
                </c:pt>
                <c:pt idx="1692">
                  <c:v>2.2200000000000001E-2</c:v>
                </c:pt>
                <c:pt idx="1693">
                  <c:v>2.23E-2</c:v>
                </c:pt>
                <c:pt idx="1694">
                  <c:v>2.3599999999999999E-2</c:v>
                </c:pt>
                <c:pt idx="1695">
                  <c:v>2.3300000000000001E-2</c:v>
                </c:pt>
                <c:pt idx="1696">
                  <c:v>2.3300000000000001E-2</c:v>
                </c:pt>
                <c:pt idx="1697">
                  <c:v>2.2599999999999999E-2</c:v>
                </c:pt>
                <c:pt idx="1698">
                  <c:v>2.24E-2</c:v>
                </c:pt>
                <c:pt idx="1699">
                  <c:v>2.2599999999999999E-2</c:v>
                </c:pt>
                <c:pt idx="1700">
                  <c:v>2.3900000000000001E-2</c:v>
                </c:pt>
                <c:pt idx="1701">
                  <c:v>2.4799999999999999E-2</c:v>
                </c:pt>
                <c:pt idx="1702">
                  <c:v>2.4799999999999999E-2</c:v>
                </c:pt>
                <c:pt idx="1703">
                  <c:v>2.4500000000000001E-2</c:v>
                </c:pt>
                <c:pt idx="1704">
                  <c:v>2.47E-2</c:v>
                </c:pt>
                <c:pt idx="1705">
                  <c:v>2.4899999999999999E-2</c:v>
                </c:pt>
                <c:pt idx="1706">
                  <c:v>2.5899999999999999E-2</c:v>
                </c:pt>
                <c:pt idx="1707">
                  <c:v>2.5700000000000001E-2</c:v>
                </c:pt>
                <c:pt idx="1708">
                  <c:v>2.7199999999999998E-2</c:v>
                </c:pt>
                <c:pt idx="1709">
                  <c:v>2.7900000000000001E-2</c:v>
                </c:pt>
                <c:pt idx="1710">
                  <c:v>2.8400000000000002E-2</c:v>
                </c:pt>
                <c:pt idx="1711">
                  <c:v>2.9100000000000001E-2</c:v>
                </c:pt>
                <c:pt idx="1712">
                  <c:v>3.0800000000000001E-2</c:v>
                </c:pt>
                <c:pt idx="1713">
                  <c:v>3.5000000000000003E-2</c:v>
                </c:pt>
                <c:pt idx="1714">
                  <c:v>3.6600000000000001E-2</c:v>
                </c:pt>
                <c:pt idx="1715">
                  <c:v>3.44E-2</c:v>
                </c:pt>
                <c:pt idx="1716">
                  <c:v>3.5499999999999997E-2</c:v>
                </c:pt>
                <c:pt idx="1717">
                  <c:v>3.4599999999999999E-2</c:v>
                </c:pt>
                <c:pt idx="1718">
                  <c:v>3.4700000000000002E-2</c:v>
                </c:pt>
                <c:pt idx="1719">
                  <c:v>3.5000000000000003E-2</c:v>
                </c:pt>
                <c:pt idx="1720">
                  <c:v>3.3700000000000001E-2</c:v>
                </c:pt>
                <c:pt idx="1721">
                  <c:v>3.2000000000000001E-2</c:v>
                </c:pt>
                <c:pt idx="1722">
                  <c:v>3.2800000000000003E-2</c:v>
                </c:pt>
                <c:pt idx="1723">
                  <c:v>3.3700000000000001E-2</c:v>
                </c:pt>
                <c:pt idx="1724">
                  <c:v>3.3399999999999999E-2</c:v>
                </c:pt>
                <c:pt idx="1725">
                  <c:v>3.4099999999999998E-2</c:v>
                </c:pt>
                <c:pt idx="1726">
                  <c:v>3.5400000000000001E-2</c:v>
                </c:pt>
                <c:pt idx="1727">
                  <c:v>3.6999999999999998E-2</c:v>
                </c:pt>
                <c:pt idx="1728">
                  <c:v>3.78E-2</c:v>
                </c:pt>
                <c:pt idx="1729">
                  <c:v>3.7999999999999999E-2</c:v>
                </c:pt>
                <c:pt idx="1730">
                  <c:v>3.8600000000000002E-2</c:v>
                </c:pt>
                <c:pt idx="1731">
                  <c:v>3.9100000000000003E-2</c:v>
                </c:pt>
                <c:pt idx="1732">
                  <c:v>3.85E-2</c:v>
                </c:pt>
                <c:pt idx="1733">
                  <c:v>3.8600000000000002E-2</c:v>
                </c:pt>
                <c:pt idx="1734">
                  <c:v>3.8800000000000001E-2</c:v>
                </c:pt>
                <c:pt idx="1735">
                  <c:v>3.8899999999999997E-2</c:v>
                </c:pt>
                <c:pt idx="1736">
                  <c:v>3.9199999999999999E-2</c:v>
                </c:pt>
                <c:pt idx="1737">
                  <c:v>3.9399999999999998E-2</c:v>
                </c:pt>
                <c:pt idx="1738">
                  <c:v>3.95E-2</c:v>
                </c:pt>
                <c:pt idx="1739">
                  <c:v>3.95E-2</c:v>
                </c:pt>
                <c:pt idx="1740">
                  <c:v>3.9300000000000002E-2</c:v>
                </c:pt>
                <c:pt idx="1741">
                  <c:v>3.9800000000000002E-2</c:v>
                </c:pt>
                <c:pt idx="1742">
                  <c:v>4.0099999999999997E-2</c:v>
                </c:pt>
                <c:pt idx="1743">
                  <c:v>4.0599999999999997E-2</c:v>
                </c:pt>
                <c:pt idx="1744">
                  <c:v>4.1500000000000002E-2</c:v>
                </c:pt>
                <c:pt idx="1745">
                  <c:v>4.1399999999999999E-2</c:v>
                </c:pt>
                <c:pt idx="1746">
                  <c:v>4.1300000000000003E-2</c:v>
                </c:pt>
                <c:pt idx="1747">
                  <c:v>4.1099999999999998E-2</c:v>
                </c:pt>
                <c:pt idx="1748">
                  <c:v>4.1099999999999998E-2</c:v>
                </c:pt>
                <c:pt idx="1749">
                  <c:v>4.1500000000000002E-2</c:v>
                </c:pt>
                <c:pt idx="1750">
                  <c:v>4.1000000000000002E-2</c:v>
                </c:pt>
                <c:pt idx="1751">
                  <c:v>3.8800000000000001E-2</c:v>
                </c:pt>
                <c:pt idx="1752">
                  <c:v>3.8100000000000002E-2</c:v>
                </c:pt>
                <c:pt idx="1753">
                  <c:v>3.7600000000000001E-2</c:v>
                </c:pt>
                <c:pt idx="1754">
                  <c:v>3.6600000000000001E-2</c:v>
                </c:pt>
                <c:pt idx="1755">
                  <c:v>3.6999999999999998E-2</c:v>
                </c:pt>
                <c:pt idx="1756">
                  <c:v>3.5900000000000001E-2</c:v>
                </c:pt>
                <c:pt idx="1757">
                  <c:v>3.5799999999999998E-2</c:v>
                </c:pt>
                <c:pt idx="1758">
                  <c:v>3.6200000000000003E-2</c:v>
                </c:pt>
                <c:pt idx="1759">
                  <c:v>3.6200000000000003E-2</c:v>
                </c:pt>
                <c:pt idx="1760">
                  <c:v>3.6299999999999999E-2</c:v>
                </c:pt>
                <c:pt idx="1761">
                  <c:v>3.5900000000000001E-2</c:v>
                </c:pt>
                <c:pt idx="1762">
                  <c:v>3.5900000000000001E-2</c:v>
                </c:pt>
                <c:pt idx="1763">
                  <c:v>3.49E-2</c:v>
                </c:pt>
                <c:pt idx="1764">
                  <c:v>3.49E-2</c:v>
                </c:pt>
                <c:pt idx="1765">
                  <c:v>3.4099999999999998E-2</c:v>
                </c:pt>
                <c:pt idx="1766">
                  <c:v>3.3099999999999997E-2</c:v>
                </c:pt>
                <c:pt idx="1767">
                  <c:v>3.2199999999999999E-2</c:v>
                </c:pt>
                <c:pt idx="1768">
                  <c:v>3.1899999999999998E-2</c:v>
                </c:pt>
                <c:pt idx="1769">
                  <c:v>3.1300000000000001E-2</c:v>
                </c:pt>
                <c:pt idx="1770">
                  <c:v>3.2000000000000001E-2</c:v>
                </c:pt>
                <c:pt idx="1771">
                  <c:v>3.2399999999999998E-2</c:v>
                </c:pt>
                <c:pt idx="1772">
                  <c:v>3.3700000000000001E-2</c:v>
                </c:pt>
                <c:pt idx="1773">
                  <c:v>3.5099999999999999E-2</c:v>
                </c:pt>
                <c:pt idx="1774">
                  <c:v>3.6700000000000003E-2</c:v>
                </c:pt>
                <c:pt idx="1775">
                  <c:v>3.61E-2</c:v>
                </c:pt>
                <c:pt idx="1776">
                  <c:v>3.6400000000000002E-2</c:v>
                </c:pt>
                <c:pt idx="1777">
                  <c:v>3.6200000000000003E-2</c:v>
                </c:pt>
                <c:pt idx="1778">
                  <c:v>3.5999999999999997E-2</c:v>
                </c:pt>
                <c:pt idx="1779">
                  <c:v>3.61E-2</c:v>
                </c:pt>
                <c:pt idx="1780">
                  <c:v>3.61E-2</c:v>
                </c:pt>
                <c:pt idx="1781">
                  <c:v>3.5799999999999998E-2</c:v>
                </c:pt>
                <c:pt idx="1782">
                  <c:v>3.6299999999999999E-2</c:v>
                </c:pt>
                <c:pt idx="1783">
                  <c:v>3.6999999999999998E-2</c:v>
                </c:pt>
                <c:pt idx="1784">
                  <c:v>3.8199999999999998E-2</c:v>
                </c:pt>
                <c:pt idx="1785">
                  <c:v>3.7699999999999997E-2</c:v>
                </c:pt>
                <c:pt idx="1786">
                  <c:v>3.8399999999999997E-2</c:v>
                </c:pt>
                <c:pt idx="1787">
                  <c:v>3.9100000000000003E-2</c:v>
                </c:pt>
                <c:pt idx="1788">
                  <c:v>4.1399999999999999E-2</c:v>
                </c:pt>
                <c:pt idx="1789">
                  <c:v>4.1399999999999999E-2</c:v>
                </c:pt>
                <c:pt idx="1790">
                  <c:v>4.2000000000000003E-2</c:v>
                </c:pt>
                <c:pt idx="1791">
                  <c:v>4.1300000000000003E-2</c:v>
                </c:pt>
                <c:pt idx="1792">
                  <c:v>4.2099999999999999E-2</c:v>
                </c:pt>
                <c:pt idx="1793">
                  <c:v>4.3400000000000001E-2</c:v>
                </c:pt>
                <c:pt idx="1794">
                  <c:v>4.4999999999999998E-2</c:v>
                </c:pt>
                <c:pt idx="1795">
                  <c:v>4.6100000000000002E-2</c:v>
                </c:pt>
                <c:pt idx="1796">
                  <c:v>4.9500000000000002E-2</c:v>
                </c:pt>
                <c:pt idx="1797">
                  <c:v>4.9500000000000002E-2</c:v>
                </c:pt>
                <c:pt idx="1798">
                  <c:v>4.9700000000000001E-2</c:v>
                </c:pt>
                <c:pt idx="1799">
                  <c:v>4.9500000000000002E-2</c:v>
                </c:pt>
                <c:pt idx="1800">
                  <c:v>4.9799999999999997E-2</c:v>
                </c:pt>
                <c:pt idx="1801">
                  <c:v>4.8000000000000001E-2</c:v>
                </c:pt>
                <c:pt idx="1802">
                  <c:v>4.8000000000000001E-2</c:v>
                </c:pt>
                <c:pt idx="1803">
                  <c:v>4.7100000000000003E-2</c:v>
                </c:pt>
                <c:pt idx="1804">
                  <c:v>4.87E-2</c:v>
                </c:pt>
                <c:pt idx="1805">
                  <c:v>4.8800000000000003E-2</c:v>
                </c:pt>
                <c:pt idx="1806">
                  <c:v>4.9099999999999998E-2</c:v>
                </c:pt>
                <c:pt idx="1807">
                  <c:v>4.9200000000000001E-2</c:v>
                </c:pt>
                <c:pt idx="1808">
                  <c:v>4.8300000000000003E-2</c:v>
                </c:pt>
                <c:pt idx="1809">
                  <c:v>4.7600000000000003E-2</c:v>
                </c:pt>
                <c:pt idx="1810">
                  <c:v>4.7800000000000002E-2</c:v>
                </c:pt>
                <c:pt idx="1811">
                  <c:v>4.7E-2</c:v>
                </c:pt>
                <c:pt idx="1812">
                  <c:v>4.7100000000000003E-2</c:v>
                </c:pt>
                <c:pt idx="1813">
                  <c:v>4.6600000000000003E-2</c:v>
                </c:pt>
                <c:pt idx="1814">
                  <c:v>4.65E-2</c:v>
                </c:pt>
                <c:pt idx="1815">
                  <c:v>4.6699999999999998E-2</c:v>
                </c:pt>
                <c:pt idx="1816">
                  <c:v>4.6800000000000001E-2</c:v>
                </c:pt>
                <c:pt idx="1817">
                  <c:v>4.7699999999999999E-2</c:v>
                </c:pt>
                <c:pt idx="1818">
                  <c:v>4.7399999999999998E-2</c:v>
                </c:pt>
                <c:pt idx="1819">
                  <c:v>4.7300000000000002E-2</c:v>
                </c:pt>
                <c:pt idx="1820">
                  <c:v>4.7300000000000002E-2</c:v>
                </c:pt>
                <c:pt idx="1821">
                  <c:v>4.7399999999999998E-2</c:v>
                </c:pt>
                <c:pt idx="1822">
                  <c:v>4.7300000000000002E-2</c:v>
                </c:pt>
                <c:pt idx="1823">
                  <c:v>4.7699999999999999E-2</c:v>
                </c:pt>
                <c:pt idx="1824">
                  <c:v>4.7699999999999999E-2</c:v>
                </c:pt>
                <c:pt idx="1825">
                  <c:v>4.7699999999999999E-2</c:v>
                </c:pt>
                <c:pt idx="1826">
                  <c:v>4.9099999999999998E-2</c:v>
                </c:pt>
                <c:pt idx="1827">
                  <c:v>4.9599999999999998E-2</c:v>
                </c:pt>
                <c:pt idx="1828">
                  <c:v>5.11E-2</c:v>
                </c:pt>
                <c:pt idx="1829">
                  <c:v>5.1700000000000003E-2</c:v>
                </c:pt>
                <c:pt idx="1830">
                  <c:v>5.1900000000000002E-2</c:v>
                </c:pt>
                <c:pt idx="1831">
                  <c:v>5.6099999999999997E-2</c:v>
                </c:pt>
                <c:pt idx="1832">
                  <c:v>5.6899999999999999E-2</c:v>
                </c:pt>
                <c:pt idx="1833">
                  <c:v>5.7500000000000002E-2</c:v>
                </c:pt>
                <c:pt idx="1834">
                  <c:v>5.9299999999999999E-2</c:v>
                </c:pt>
                <c:pt idx="1835">
                  <c:v>6.0400000000000002E-2</c:v>
                </c:pt>
                <c:pt idx="1836">
                  <c:v>6.1499999999999999E-2</c:v>
                </c:pt>
                <c:pt idx="1837">
                  <c:v>6.2300000000000001E-2</c:v>
                </c:pt>
                <c:pt idx="1838">
                  <c:v>6.3299999999999995E-2</c:v>
                </c:pt>
                <c:pt idx="1839">
                  <c:v>6.3299999999999995E-2</c:v>
                </c:pt>
                <c:pt idx="1840">
                  <c:v>6.7400000000000002E-2</c:v>
                </c:pt>
                <c:pt idx="1841">
                  <c:v>6.8400000000000002E-2</c:v>
                </c:pt>
                <c:pt idx="1842">
                  <c:v>6.7299999999999999E-2</c:v>
                </c:pt>
                <c:pt idx="1843">
                  <c:v>6.6500000000000004E-2</c:v>
                </c:pt>
                <c:pt idx="1844">
                  <c:v>6.6699999999999995E-2</c:v>
                </c:pt>
                <c:pt idx="1845">
                  <c:v>6.5799999999999997E-2</c:v>
                </c:pt>
                <c:pt idx="1846">
                  <c:v>6.5699999999999995E-2</c:v>
                </c:pt>
                <c:pt idx="1847">
                  <c:v>6.8000000000000005E-2</c:v>
                </c:pt>
                <c:pt idx="1848">
                  <c:v>6.7199999999999996E-2</c:v>
                </c:pt>
                <c:pt idx="1849">
                  <c:v>6.7000000000000004E-2</c:v>
                </c:pt>
                <c:pt idx="1850">
                  <c:v>6.9599999999999995E-2</c:v>
                </c:pt>
                <c:pt idx="1851">
                  <c:v>7.0400000000000004E-2</c:v>
                </c:pt>
                <c:pt idx="1852">
                  <c:v>7.1300000000000002E-2</c:v>
                </c:pt>
                <c:pt idx="1853">
                  <c:v>7.2300000000000003E-2</c:v>
                </c:pt>
                <c:pt idx="1854">
                  <c:v>7.4099999999999999E-2</c:v>
                </c:pt>
                <c:pt idx="1855">
                  <c:v>7.4899999999999994E-2</c:v>
                </c:pt>
                <c:pt idx="1856">
                  <c:v>7.4800000000000005E-2</c:v>
                </c:pt>
                <c:pt idx="1857">
                  <c:v>7.2499999999999995E-2</c:v>
                </c:pt>
                <c:pt idx="1858">
                  <c:v>7.3899999999999993E-2</c:v>
                </c:pt>
                <c:pt idx="1859">
                  <c:v>7.3899999999999993E-2</c:v>
                </c:pt>
                <c:pt idx="1860">
                  <c:v>7.3700000000000002E-2</c:v>
                </c:pt>
                <c:pt idx="1861">
                  <c:v>7.5499999999999998E-2</c:v>
                </c:pt>
                <c:pt idx="1862">
                  <c:v>7.4800000000000005E-2</c:v>
                </c:pt>
                <c:pt idx="1863">
                  <c:v>7.4700000000000003E-2</c:v>
                </c:pt>
                <c:pt idx="1864">
                  <c:v>7.2700000000000001E-2</c:v>
                </c:pt>
                <c:pt idx="1865">
                  <c:v>7.0800000000000002E-2</c:v>
                </c:pt>
                <c:pt idx="1866">
                  <c:v>7.0900000000000005E-2</c:v>
                </c:pt>
                <c:pt idx="1867">
                  <c:v>7.2099999999999997E-2</c:v>
                </c:pt>
                <c:pt idx="1868">
                  <c:v>7.5999999999999998E-2</c:v>
                </c:pt>
                <c:pt idx="1869">
                  <c:v>7.6899999999999996E-2</c:v>
                </c:pt>
                <c:pt idx="1870">
                  <c:v>7.8E-2</c:v>
                </c:pt>
                <c:pt idx="1871">
                  <c:v>7.6700000000000004E-2</c:v>
                </c:pt>
                <c:pt idx="1872">
                  <c:v>7.6899999999999996E-2</c:v>
                </c:pt>
                <c:pt idx="1873">
                  <c:v>7.85E-2</c:v>
                </c:pt>
                <c:pt idx="1874">
                  <c:v>7.9299999999999995E-2</c:v>
                </c:pt>
                <c:pt idx="1875">
                  <c:v>7.8200000000000006E-2</c:v>
                </c:pt>
                <c:pt idx="1876">
                  <c:v>7.85E-2</c:v>
                </c:pt>
                <c:pt idx="1877">
                  <c:v>8.1199999999999994E-2</c:v>
                </c:pt>
                <c:pt idx="1878">
                  <c:v>8.0600000000000005E-2</c:v>
                </c:pt>
                <c:pt idx="1879">
                  <c:v>8.2100000000000006E-2</c:v>
                </c:pt>
                <c:pt idx="1880">
                  <c:v>8.1000000000000003E-2</c:v>
                </c:pt>
                <c:pt idx="1881">
                  <c:v>8.0600000000000005E-2</c:v>
                </c:pt>
                <c:pt idx="1882">
                  <c:v>8.0399999999999999E-2</c:v>
                </c:pt>
                <c:pt idx="1883">
                  <c:v>8.0399999999999999E-2</c:v>
                </c:pt>
                <c:pt idx="1884">
                  <c:v>8.0500000000000002E-2</c:v>
                </c:pt>
                <c:pt idx="1885">
                  <c:v>7.8200000000000006E-2</c:v>
                </c:pt>
                <c:pt idx="1886">
                  <c:v>7.7200000000000005E-2</c:v>
                </c:pt>
                <c:pt idx="1887">
                  <c:v>7.7100000000000002E-2</c:v>
                </c:pt>
                <c:pt idx="1888">
                  <c:v>7.6100000000000001E-2</c:v>
                </c:pt>
                <c:pt idx="1889">
                  <c:v>7.6899999999999996E-2</c:v>
                </c:pt>
                <c:pt idx="1890">
                  <c:v>7.5200000000000003E-2</c:v>
                </c:pt>
                <c:pt idx="1891">
                  <c:v>7.3899999999999993E-2</c:v>
                </c:pt>
                <c:pt idx="1892">
                  <c:v>7.3400000000000007E-2</c:v>
                </c:pt>
                <c:pt idx="1893">
                  <c:v>7.1900000000000006E-2</c:v>
                </c:pt>
                <c:pt idx="1894">
                  <c:v>6.9099999999999995E-2</c:v>
                </c:pt>
                <c:pt idx="1895">
                  <c:v>6.93E-2</c:v>
                </c:pt>
                <c:pt idx="1896">
                  <c:v>6.9699999999999998E-2</c:v>
                </c:pt>
                <c:pt idx="1897">
                  <c:v>7.0900000000000005E-2</c:v>
                </c:pt>
                <c:pt idx="1898">
                  <c:v>7.0800000000000002E-2</c:v>
                </c:pt>
                <c:pt idx="1899">
                  <c:v>7.1300000000000002E-2</c:v>
                </c:pt>
                <c:pt idx="1900">
                  <c:v>7.0400000000000004E-2</c:v>
                </c:pt>
                <c:pt idx="1901">
                  <c:v>6.9199999999999998E-2</c:v>
                </c:pt>
                <c:pt idx="1902">
                  <c:v>6.7599999999999993E-2</c:v>
                </c:pt>
                <c:pt idx="1903">
                  <c:v>6.5500000000000003E-2</c:v>
                </c:pt>
                <c:pt idx="1904">
                  <c:v>6.5699999999999995E-2</c:v>
                </c:pt>
                <c:pt idx="1905">
                  <c:v>6.4299999999999996E-2</c:v>
                </c:pt>
                <c:pt idx="1906">
                  <c:v>6.3399999999999998E-2</c:v>
                </c:pt>
                <c:pt idx="1907">
                  <c:v>6.3500000000000001E-2</c:v>
                </c:pt>
                <c:pt idx="1908">
                  <c:v>6.3100000000000003E-2</c:v>
                </c:pt>
                <c:pt idx="1909">
                  <c:v>6.2E-2</c:v>
                </c:pt>
                <c:pt idx="1910">
                  <c:v>6.2199999999999998E-2</c:v>
                </c:pt>
                <c:pt idx="1911">
                  <c:v>6.2300000000000001E-2</c:v>
                </c:pt>
                <c:pt idx="1912">
                  <c:v>6.1899999999999997E-2</c:v>
                </c:pt>
                <c:pt idx="1913">
                  <c:v>6.0299999999999999E-2</c:v>
                </c:pt>
                <c:pt idx="1914">
                  <c:v>6.0499999999999998E-2</c:v>
                </c:pt>
                <c:pt idx="1915">
                  <c:v>6.08E-2</c:v>
                </c:pt>
                <c:pt idx="1916">
                  <c:v>6.1100000000000002E-2</c:v>
                </c:pt>
                <c:pt idx="1917">
                  <c:v>6.2199999999999998E-2</c:v>
                </c:pt>
                <c:pt idx="1918">
                  <c:v>6.2700000000000006E-2</c:v>
                </c:pt>
                <c:pt idx="1919">
                  <c:v>6.2600000000000003E-2</c:v>
                </c:pt>
                <c:pt idx="1920">
                  <c:v>6.1600000000000002E-2</c:v>
                </c:pt>
                <c:pt idx="1921">
                  <c:v>6.0600000000000001E-2</c:v>
                </c:pt>
                <c:pt idx="1922">
                  <c:v>5.9900000000000002E-2</c:v>
                </c:pt>
                <c:pt idx="1923">
                  <c:v>5.9900000000000002E-2</c:v>
                </c:pt>
                <c:pt idx="1924">
                  <c:v>5.8599999999999999E-2</c:v>
                </c:pt>
                <c:pt idx="1925">
                  <c:v>5.8599999999999999E-2</c:v>
                </c:pt>
                <c:pt idx="1926">
                  <c:v>5.6800000000000003E-2</c:v>
                </c:pt>
                <c:pt idx="1927">
                  <c:v>5.74E-2</c:v>
                </c:pt>
                <c:pt idx="1928">
                  <c:v>5.8200000000000002E-2</c:v>
                </c:pt>
                <c:pt idx="1929">
                  <c:v>5.8200000000000002E-2</c:v>
                </c:pt>
                <c:pt idx="1930">
                  <c:v>5.8400000000000001E-2</c:v>
                </c:pt>
                <c:pt idx="1931">
                  <c:v>5.8200000000000002E-2</c:v>
                </c:pt>
                <c:pt idx="1932">
                  <c:v>5.7200000000000001E-2</c:v>
                </c:pt>
                <c:pt idx="1933">
                  <c:v>5.8299999999999998E-2</c:v>
                </c:pt>
                <c:pt idx="1934">
                  <c:v>5.91E-2</c:v>
                </c:pt>
                <c:pt idx="1935">
                  <c:v>5.96E-2</c:v>
                </c:pt>
                <c:pt idx="1936">
                  <c:v>6.0600000000000001E-2</c:v>
                </c:pt>
                <c:pt idx="1937">
                  <c:v>5.7299999999999997E-2</c:v>
                </c:pt>
                <c:pt idx="1938">
                  <c:v>5.7200000000000001E-2</c:v>
                </c:pt>
                <c:pt idx="1939">
                  <c:v>5.6800000000000003E-2</c:v>
                </c:pt>
                <c:pt idx="1940">
                  <c:v>5.8999999999999997E-2</c:v>
                </c:pt>
                <c:pt idx="1941">
                  <c:v>5.9700000000000003E-2</c:v>
                </c:pt>
                <c:pt idx="1942">
                  <c:v>5.8900000000000001E-2</c:v>
                </c:pt>
                <c:pt idx="1943">
                  <c:v>5.8500000000000003E-2</c:v>
                </c:pt>
                <c:pt idx="1944">
                  <c:v>5.8099999999999999E-2</c:v>
                </c:pt>
                <c:pt idx="1945">
                  <c:v>5.8400000000000001E-2</c:v>
                </c:pt>
                <c:pt idx="1946">
                  <c:v>5.8999999999999997E-2</c:v>
                </c:pt>
                <c:pt idx="1947">
                  <c:v>5.91E-2</c:v>
                </c:pt>
                <c:pt idx="1948">
                  <c:v>6.1800000000000001E-2</c:v>
                </c:pt>
                <c:pt idx="1949">
                  <c:v>6.2799999999999995E-2</c:v>
                </c:pt>
                <c:pt idx="1950">
                  <c:v>6.5199999999999994E-2</c:v>
                </c:pt>
                <c:pt idx="1951">
                  <c:v>6.7000000000000004E-2</c:v>
                </c:pt>
                <c:pt idx="1952">
                  <c:v>6.8900000000000003E-2</c:v>
                </c:pt>
                <c:pt idx="1953">
                  <c:v>7.1900000000000006E-2</c:v>
                </c:pt>
                <c:pt idx="1954">
                  <c:v>7.0900000000000005E-2</c:v>
                </c:pt>
                <c:pt idx="1955">
                  <c:v>7.1800000000000003E-2</c:v>
                </c:pt>
                <c:pt idx="1956">
                  <c:v>7.2300000000000003E-2</c:v>
                </c:pt>
                <c:pt idx="1957">
                  <c:v>7.8299999999999995E-2</c:v>
                </c:pt>
                <c:pt idx="1958">
                  <c:v>7.8299999999999995E-2</c:v>
                </c:pt>
                <c:pt idx="1959">
                  <c:v>8.0500000000000002E-2</c:v>
                </c:pt>
                <c:pt idx="1960">
                  <c:v>8.1299999999999997E-2</c:v>
                </c:pt>
                <c:pt idx="1961">
                  <c:v>8.0100000000000005E-2</c:v>
                </c:pt>
                <c:pt idx="1962">
                  <c:v>8.1199999999999994E-2</c:v>
                </c:pt>
                <c:pt idx="1963">
                  <c:v>8.0699999999999994E-2</c:v>
                </c:pt>
                <c:pt idx="1964">
                  <c:v>8.0500000000000002E-2</c:v>
                </c:pt>
                <c:pt idx="1965">
                  <c:v>8.1600000000000006E-2</c:v>
                </c:pt>
                <c:pt idx="1966">
                  <c:v>8.2100000000000006E-2</c:v>
                </c:pt>
                <c:pt idx="1967">
                  <c:v>8.1500000000000003E-2</c:v>
                </c:pt>
                <c:pt idx="1968">
                  <c:v>7.9600000000000004E-2</c:v>
                </c:pt>
                <c:pt idx="1969">
                  <c:v>7.6899999999999996E-2</c:v>
                </c:pt>
                <c:pt idx="1970">
                  <c:v>7.6899999999999996E-2</c:v>
                </c:pt>
                <c:pt idx="1971">
                  <c:v>7.6700000000000004E-2</c:v>
                </c:pt>
                <c:pt idx="1972">
                  <c:v>7.7899999999999997E-2</c:v>
                </c:pt>
                <c:pt idx="1973">
                  <c:v>7.8100000000000003E-2</c:v>
                </c:pt>
                <c:pt idx="1974">
                  <c:v>7.8399999999999997E-2</c:v>
                </c:pt>
                <c:pt idx="1975">
                  <c:v>8.2000000000000003E-2</c:v>
                </c:pt>
                <c:pt idx="1976">
                  <c:v>8.3000000000000004E-2</c:v>
                </c:pt>
                <c:pt idx="1977">
                  <c:v>8.3500000000000005E-2</c:v>
                </c:pt>
                <c:pt idx="1978">
                  <c:v>8.77E-2</c:v>
                </c:pt>
                <c:pt idx="1979">
                  <c:v>8.8200000000000001E-2</c:v>
                </c:pt>
                <c:pt idx="1980">
                  <c:v>8.7999999999999995E-2</c:v>
                </c:pt>
                <c:pt idx="1981">
                  <c:v>8.77E-2</c:v>
                </c:pt>
                <c:pt idx="1982">
                  <c:v>8.8999999999999996E-2</c:v>
                </c:pt>
                <c:pt idx="1983">
                  <c:v>8.8900000000000007E-2</c:v>
                </c:pt>
                <c:pt idx="1984">
                  <c:v>8.8099999999999998E-2</c:v>
                </c:pt>
                <c:pt idx="1985">
                  <c:v>8.6300000000000002E-2</c:v>
                </c:pt>
                <c:pt idx="1986">
                  <c:v>8.7099999999999997E-2</c:v>
                </c:pt>
                <c:pt idx="1987">
                  <c:v>8.7099999999999997E-2</c:v>
                </c:pt>
                <c:pt idx="1988">
                  <c:v>8.6800000000000002E-2</c:v>
                </c:pt>
                <c:pt idx="1989">
                  <c:v>8.6400000000000005E-2</c:v>
                </c:pt>
                <c:pt idx="1990">
                  <c:v>8.6999999999999994E-2</c:v>
                </c:pt>
                <c:pt idx="1991">
                  <c:v>8.72E-2</c:v>
                </c:pt>
                <c:pt idx="1992">
                  <c:v>8.7099999999999997E-2</c:v>
                </c:pt>
                <c:pt idx="1993">
                  <c:v>8.6699999999999999E-2</c:v>
                </c:pt>
                <c:pt idx="1994">
                  <c:v>8.7800000000000003E-2</c:v>
                </c:pt>
                <c:pt idx="1995">
                  <c:v>8.8099999999999998E-2</c:v>
                </c:pt>
                <c:pt idx="1996">
                  <c:v>8.72E-2</c:v>
                </c:pt>
                <c:pt idx="1997">
                  <c:v>8.7499999999999994E-2</c:v>
                </c:pt>
                <c:pt idx="1998">
                  <c:v>8.6900000000000005E-2</c:v>
                </c:pt>
                <c:pt idx="1999">
                  <c:v>8.6900000000000005E-2</c:v>
                </c:pt>
                <c:pt idx="2000">
                  <c:v>8.6300000000000002E-2</c:v>
                </c:pt>
                <c:pt idx="2001">
                  <c:v>8.6499999999999994E-2</c:v>
                </c:pt>
                <c:pt idx="2002">
                  <c:v>8.6900000000000005E-2</c:v>
                </c:pt>
                <c:pt idx="2003">
                  <c:v>8.9099999999999999E-2</c:v>
                </c:pt>
                <c:pt idx="2004">
                  <c:v>8.7599999999999997E-2</c:v>
                </c:pt>
                <c:pt idx="2005">
                  <c:v>8.8300000000000003E-2</c:v>
                </c:pt>
                <c:pt idx="2006">
                  <c:v>8.8599999999999998E-2</c:v>
                </c:pt>
                <c:pt idx="2007">
                  <c:v>8.9099999999999999E-2</c:v>
                </c:pt>
                <c:pt idx="2008">
                  <c:v>8.8599999999999998E-2</c:v>
                </c:pt>
                <c:pt idx="2009">
                  <c:v>9.2399999999999996E-2</c:v>
                </c:pt>
                <c:pt idx="2010">
                  <c:v>9.8000000000000004E-2</c:v>
                </c:pt>
                <c:pt idx="2011">
                  <c:v>9.8000000000000004E-2</c:v>
                </c:pt>
                <c:pt idx="2012">
                  <c:v>0.1032</c:v>
                </c:pt>
                <c:pt idx="2013">
                  <c:v>9.6699999999999994E-2</c:v>
                </c:pt>
                <c:pt idx="2014">
                  <c:v>9.4100000000000003E-2</c:v>
                </c:pt>
                <c:pt idx="2015">
                  <c:v>9.7100000000000006E-2</c:v>
                </c:pt>
                <c:pt idx="2016">
                  <c:v>9.9099999999999994E-2</c:v>
                </c:pt>
                <c:pt idx="2017">
                  <c:v>0.1041</c:v>
                </c:pt>
                <c:pt idx="2018">
                  <c:v>0.1072</c:v>
                </c:pt>
                <c:pt idx="2019">
                  <c:v>0.1125</c:v>
                </c:pt>
                <c:pt idx="2020">
                  <c:v>0.1173</c:v>
                </c:pt>
                <c:pt idx="2021">
                  <c:v>0.1157</c:v>
                </c:pt>
                <c:pt idx="2022">
                  <c:v>0.1202</c:v>
                </c:pt>
                <c:pt idx="2023">
                  <c:v>0.12590000000000001</c:v>
                </c:pt>
                <c:pt idx="2024">
                  <c:v>0.13730000000000001</c:v>
                </c:pt>
                <c:pt idx="2025">
                  <c:v>0.1399</c:v>
                </c:pt>
                <c:pt idx="2026">
                  <c:v>0.1449</c:v>
                </c:pt>
                <c:pt idx="2027">
                  <c:v>0.1512</c:v>
                </c:pt>
                <c:pt idx="2028">
                  <c:v>0.16520000000000001</c:v>
                </c:pt>
                <c:pt idx="2029">
                  <c:v>0.16520000000000001</c:v>
                </c:pt>
                <c:pt idx="2030">
                  <c:v>0.1608</c:v>
                </c:pt>
                <c:pt idx="2031">
                  <c:v>0.1598</c:v>
                </c:pt>
                <c:pt idx="2032">
                  <c:v>0.16569999999999999</c:v>
                </c:pt>
                <c:pt idx="2033">
                  <c:v>0.16750000000000001</c:v>
                </c:pt>
                <c:pt idx="2034">
                  <c:v>0.17100000000000001</c:v>
                </c:pt>
                <c:pt idx="2035">
                  <c:v>0.17369999999999999</c:v>
                </c:pt>
                <c:pt idx="2036">
                  <c:v>0.18</c:v>
                </c:pt>
                <c:pt idx="2037">
                  <c:v>0.1835</c:v>
                </c:pt>
                <c:pt idx="2038">
                  <c:v>0.18870000000000001</c:v>
                </c:pt>
                <c:pt idx="2039">
                  <c:v>0.19389999999999999</c:v>
                </c:pt>
                <c:pt idx="2040">
                  <c:v>0.19109999999999999</c:v>
                </c:pt>
                <c:pt idx="2041">
                  <c:v>0.1857</c:v>
                </c:pt>
                <c:pt idx="2042">
                  <c:v>0.1762</c:v>
                </c:pt>
                <c:pt idx="2043">
                  <c:v>0.17879999999999999</c:v>
                </c:pt>
                <c:pt idx="2044">
                  <c:v>0.1779</c:v>
                </c:pt>
                <c:pt idx="2045">
                  <c:v>0.17610000000000001</c:v>
                </c:pt>
                <c:pt idx="2046">
                  <c:v>0.1744</c:v>
                </c:pt>
                <c:pt idx="2047">
                  <c:v>0.17580000000000001</c:v>
                </c:pt>
                <c:pt idx="2048">
                  <c:v>0.1772</c:v>
                </c:pt>
                <c:pt idx="2049">
                  <c:v>0.17660000000000001</c:v>
                </c:pt>
                <c:pt idx="2050">
                  <c:v>0.17660000000000001</c:v>
                </c:pt>
                <c:pt idx="2051">
                  <c:v>0.17829999999999999</c:v>
                </c:pt>
                <c:pt idx="2052">
                  <c:v>0.1802</c:v>
                </c:pt>
                <c:pt idx="2053">
                  <c:v>0.18190000000000001</c:v>
                </c:pt>
                <c:pt idx="2054">
                  <c:v>0.18529999999999999</c:v>
                </c:pt>
                <c:pt idx="2055">
                  <c:v>0.18770000000000001</c:v>
                </c:pt>
                <c:pt idx="2056">
                  <c:v>0.19370000000000001</c:v>
                </c:pt>
                <c:pt idx="2057">
                  <c:v>0.20250000000000001</c:v>
                </c:pt>
                <c:pt idx="2058">
                  <c:v>0.20580000000000001</c:v>
                </c:pt>
                <c:pt idx="2059">
                  <c:v>0.2069</c:v>
                </c:pt>
                <c:pt idx="2060">
                  <c:v>0.20680000000000001</c:v>
                </c:pt>
                <c:pt idx="2061">
                  <c:v>0.2056</c:v>
                </c:pt>
                <c:pt idx="2062">
                  <c:v>0.2056</c:v>
                </c:pt>
                <c:pt idx="2063">
                  <c:v>0.20330000000000001</c:v>
                </c:pt>
                <c:pt idx="2064">
                  <c:v>0.20849999999999999</c:v>
                </c:pt>
                <c:pt idx="2065">
                  <c:v>0.2155</c:v>
                </c:pt>
                <c:pt idx="2066">
                  <c:v>0.21440000000000001</c:v>
                </c:pt>
                <c:pt idx="2067">
                  <c:v>0.21529999999999999</c:v>
                </c:pt>
                <c:pt idx="2068">
                  <c:v>0.218</c:v>
                </c:pt>
                <c:pt idx="2069">
                  <c:v>0.2175</c:v>
                </c:pt>
                <c:pt idx="2070">
                  <c:v>0.2157</c:v>
                </c:pt>
                <c:pt idx="2071">
                  <c:v>0.2167</c:v>
                </c:pt>
                <c:pt idx="2072">
                  <c:v>0.2195</c:v>
                </c:pt>
                <c:pt idx="2073">
                  <c:v>0.22209999999999999</c:v>
                </c:pt>
                <c:pt idx="2074">
                  <c:v>0.22320000000000001</c:v>
                </c:pt>
                <c:pt idx="2075">
                  <c:v>0.22550000000000001</c:v>
                </c:pt>
                <c:pt idx="2076">
                  <c:v>0.22470000000000001</c:v>
                </c:pt>
                <c:pt idx="2077">
                  <c:v>0.22439999999999999</c:v>
                </c:pt>
                <c:pt idx="2078">
                  <c:v>0.22370000000000001</c:v>
                </c:pt>
                <c:pt idx="2079">
                  <c:v>0.224</c:v>
                </c:pt>
                <c:pt idx="2080">
                  <c:v>0.224</c:v>
                </c:pt>
                <c:pt idx="2081">
                  <c:v>0.2233</c:v>
                </c:pt>
                <c:pt idx="2082">
                  <c:v>0.2233</c:v>
                </c:pt>
                <c:pt idx="2083">
                  <c:v>0.22339999999999999</c:v>
                </c:pt>
                <c:pt idx="2084">
                  <c:v>0.22320000000000001</c:v>
                </c:pt>
                <c:pt idx="2085">
                  <c:v>0.2198</c:v>
                </c:pt>
                <c:pt idx="2086">
                  <c:v>0.218</c:v>
                </c:pt>
                <c:pt idx="2087">
                  <c:v>0.218</c:v>
                </c:pt>
                <c:pt idx="2088">
                  <c:v>0.21779999999999999</c:v>
                </c:pt>
                <c:pt idx="2089">
                  <c:v>0.19339999999999999</c:v>
                </c:pt>
                <c:pt idx="2090">
                  <c:v>0.1812</c:v>
                </c:pt>
                <c:pt idx="2091">
                  <c:v>0.1762</c:v>
                </c:pt>
                <c:pt idx="2092">
                  <c:v>0.17580000000000001</c:v>
                </c:pt>
                <c:pt idx="2093">
                  <c:v>0.1714</c:v>
                </c:pt>
                <c:pt idx="2094">
                  <c:v>0.17030000000000001</c:v>
                </c:pt>
                <c:pt idx="2095">
                  <c:v>0.17150000000000001</c:v>
                </c:pt>
                <c:pt idx="2096">
                  <c:v>0.17460000000000001</c:v>
                </c:pt>
                <c:pt idx="2097">
                  <c:v>0.1772</c:v>
                </c:pt>
                <c:pt idx="2098">
                  <c:v>0.17580000000000001</c:v>
                </c:pt>
                <c:pt idx="2099">
                  <c:v>0.17580000000000001</c:v>
                </c:pt>
                <c:pt idx="2100">
                  <c:v>0.17319999999999999</c:v>
                </c:pt>
                <c:pt idx="2101">
                  <c:v>0.1782</c:v>
                </c:pt>
                <c:pt idx="2102">
                  <c:v>0.17910000000000001</c:v>
                </c:pt>
                <c:pt idx="2103">
                  <c:v>0.17929999999999999</c:v>
                </c:pt>
                <c:pt idx="2104">
                  <c:v>0.1744</c:v>
                </c:pt>
                <c:pt idx="2105">
                  <c:v>0.17449999999999999</c:v>
                </c:pt>
                <c:pt idx="2106">
                  <c:v>0.17319999999999999</c:v>
                </c:pt>
                <c:pt idx="2107">
                  <c:v>0.17199999999999999</c:v>
                </c:pt>
                <c:pt idx="2108">
                  <c:v>0.17069999999999999</c:v>
                </c:pt>
                <c:pt idx="2109">
                  <c:v>0.1709</c:v>
                </c:pt>
                <c:pt idx="2110">
                  <c:v>0.17</c:v>
                </c:pt>
                <c:pt idx="2111">
                  <c:v>0.16739999999999999</c:v>
                </c:pt>
                <c:pt idx="2112">
                  <c:v>0.16839999999999999</c:v>
                </c:pt>
                <c:pt idx="2113">
                  <c:v>0.16800000000000001</c:v>
                </c:pt>
                <c:pt idx="2114">
                  <c:v>0.1673</c:v>
                </c:pt>
                <c:pt idx="2115">
                  <c:v>0.16830000000000001</c:v>
                </c:pt>
                <c:pt idx="2116">
                  <c:v>0.1714</c:v>
                </c:pt>
                <c:pt idx="2117">
                  <c:v>0.17069999999999999</c:v>
                </c:pt>
                <c:pt idx="2118">
                  <c:v>0.1714</c:v>
                </c:pt>
                <c:pt idx="2119">
                  <c:v>0.1714</c:v>
                </c:pt>
                <c:pt idx="2120">
                  <c:v>0.17680000000000001</c:v>
                </c:pt>
                <c:pt idx="2121">
                  <c:v>0.17749999999999999</c:v>
                </c:pt>
                <c:pt idx="2122">
                  <c:v>0.17649999999999999</c:v>
                </c:pt>
                <c:pt idx="2123">
                  <c:v>0.1774</c:v>
                </c:pt>
                <c:pt idx="2124">
                  <c:v>0.17760000000000001</c:v>
                </c:pt>
                <c:pt idx="2125">
                  <c:v>0.18049999999999999</c:v>
                </c:pt>
                <c:pt idx="2126">
                  <c:v>0.18129999999999999</c:v>
                </c:pt>
                <c:pt idx="2127">
                  <c:v>0.1832</c:v>
                </c:pt>
                <c:pt idx="2128">
                  <c:v>0.18640000000000001</c:v>
                </c:pt>
                <c:pt idx="2129">
                  <c:v>0.18920000000000001</c:v>
                </c:pt>
                <c:pt idx="2130">
                  <c:v>0.19170000000000001</c:v>
                </c:pt>
                <c:pt idx="2131">
                  <c:v>0.19800000000000001</c:v>
                </c:pt>
                <c:pt idx="2132">
                  <c:v>0.20180000000000001</c:v>
                </c:pt>
                <c:pt idx="2133">
                  <c:v>0.20610000000000001</c:v>
                </c:pt>
                <c:pt idx="2134">
                  <c:v>0.20699999999999999</c:v>
                </c:pt>
                <c:pt idx="2135">
                  <c:v>0.2092</c:v>
                </c:pt>
                <c:pt idx="2136">
                  <c:v>0.2064</c:v>
                </c:pt>
                <c:pt idx="2137">
                  <c:v>0.20780000000000001</c:v>
                </c:pt>
                <c:pt idx="2138">
                  <c:v>0.2046</c:v>
                </c:pt>
                <c:pt idx="2139">
                  <c:v>0.2019</c:v>
                </c:pt>
                <c:pt idx="2140">
                  <c:v>0.20150000000000001</c:v>
                </c:pt>
                <c:pt idx="2141">
                  <c:v>0.2014</c:v>
                </c:pt>
                <c:pt idx="2142">
                  <c:v>0.1956</c:v>
                </c:pt>
                <c:pt idx="2143">
                  <c:v>0.19639999999999999</c:v>
                </c:pt>
                <c:pt idx="2144">
                  <c:v>0.19439999999999999</c:v>
                </c:pt>
                <c:pt idx="2145">
                  <c:v>0.19059999999999999</c:v>
                </c:pt>
                <c:pt idx="2146">
                  <c:v>0.19020000000000001</c:v>
                </c:pt>
                <c:pt idx="2147">
                  <c:v>0.1888</c:v>
                </c:pt>
                <c:pt idx="2148">
                  <c:v>0.18970000000000001</c:v>
                </c:pt>
                <c:pt idx="2149">
                  <c:v>0.1895</c:v>
                </c:pt>
                <c:pt idx="2150">
                  <c:v>0.18790000000000001</c:v>
                </c:pt>
                <c:pt idx="2151">
                  <c:v>0.191</c:v>
                </c:pt>
                <c:pt idx="2152">
                  <c:v>0.19040000000000001</c:v>
                </c:pt>
                <c:pt idx="2153">
                  <c:v>0.18859999999999999</c:v>
                </c:pt>
                <c:pt idx="2154">
                  <c:v>0.1893</c:v>
                </c:pt>
                <c:pt idx="2155">
                  <c:v>0.1835</c:v>
                </c:pt>
                <c:pt idx="2156">
                  <c:v>0.1835</c:v>
                </c:pt>
                <c:pt idx="2157">
                  <c:v>0.1812</c:v>
                </c:pt>
                <c:pt idx="2158">
                  <c:v>0.1812</c:v>
                </c:pt>
                <c:pt idx="2159">
                  <c:v>0.18149999999999999</c:v>
                </c:pt>
                <c:pt idx="2160">
                  <c:v>0.17610000000000001</c:v>
                </c:pt>
                <c:pt idx="2161">
                  <c:v>0.17299999999999999</c:v>
                </c:pt>
                <c:pt idx="2162">
                  <c:v>0.1714</c:v>
                </c:pt>
                <c:pt idx="2163">
                  <c:v>0.16980000000000001</c:v>
                </c:pt>
                <c:pt idx="2164">
                  <c:v>0.16900000000000001</c:v>
                </c:pt>
                <c:pt idx="2165">
                  <c:v>0.1719</c:v>
                </c:pt>
                <c:pt idx="2166">
                  <c:v>0.1711</c:v>
                </c:pt>
                <c:pt idx="2167">
                  <c:v>0.16930000000000001</c:v>
                </c:pt>
                <c:pt idx="2168">
                  <c:v>0.1681</c:v>
                </c:pt>
                <c:pt idx="2169">
                  <c:v>0.1676</c:v>
                </c:pt>
                <c:pt idx="2170">
                  <c:v>0.16719999999999999</c:v>
                </c:pt>
                <c:pt idx="2171">
                  <c:v>0.1656</c:v>
                </c:pt>
                <c:pt idx="2172">
                  <c:v>0.16009999999999999</c:v>
                </c:pt>
                <c:pt idx="2173">
                  <c:v>0.15559999999999999</c:v>
                </c:pt>
                <c:pt idx="2174">
                  <c:v>0.1545</c:v>
                </c:pt>
                <c:pt idx="2175">
                  <c:v>0.15</c:v>
                </c:pt>
                <c:pt idx="2176">
                  <c:v>0.14779999999999999</c:v>
                </c:pt>
                <c:pt idx="2177">
                  <c:v>0.1439</c:v>
                </c:pt>
                <c:pt idx="2178">
                  <c:v>0.1431</c:v>
                </c:pt>
                <c:pt idx="2179">
                  <c:v>0.14169999999999999</c:v>
                </c:pt>
                <c:pt idx="2180">
                  <c:v>0.13919999999999999</c:v>
                </c:pt>
                <c:pt idx="2181">
                  <c:v>0.13980000000000001</c:v>
                </c:pt>
                <c:pt idx="2182">
                  <c:v>0.14080000000000001</c:v>
                </c:pt>
                <c:pt idx="2183">
                  <c:v>0.13969999999999999</c:v>
                </c:pt>
                <c:pt idx="2184">
                  <c:v>0.13980000000000001</c:v>
                </c:pt>
                <c:pt idx="2185">
                  <c:v>0.1356</c:v>
                </c:pt>
                <c:pt idx="2186">
                  <c:v>0.13189999999999999</c:v>
                </c:pt>
                <c:pt idx="2187">
                  <c:v>0.13020000000000001</c:v>
                </c:pt>
                <c:pt idx="2188">
                  <c:v>0.12859999999999999</c:v>
                </c:pt>
                <c:pt idx="2189">
                  <c:v>0.12859999999999999</c:v>
                </c:pt>
                <c:pt idx="2190">
                  <c:v>0.1275</c:v>
                </c:pt>
                <c:pt idx="2191">
                  <c:v>0.12720000000000001</c:v>
                </c:pt>
                <c:pt idx="2192">
                  <c:v>0.126</c:v>
                </c:pt>
                <c:pt idx="2193">
                  <c:v>0.12379999999999999</c:v>
                </c:pt>
                <c:pt idx="2194">
                  <c:v>0.11940000000000001</c:v>
                </c:pt>
                <c:pt idx="2195">
                  <c:v>0.11890000000000001</c:v>
                </c:pt>
                <c:pt idx="2196">
                  <c:v>0.1176</c:v>
                </c:pt>
                <c:pt idx="2197">
                  <c:v>0.1176</c:v>
                </c:pt>
                <c:pt idx="2198">
                  <c:v>0.1139</c:v>
                </c:pt>
                <c:pt idx="2199">
                  <c:v>0.1143</c:v>
                </c:pt>
                <c:pt idx="2200">
                  <c:v>0.1152</c:v>
                </c:pt>
                <c:pt idx="2201">
                  <c:v>0.1149</c:v>
                </c:pt>
                <c:pt idx="2202">
                  <c:v>0.1139</c:v>
                </c:pt>
                <c:pt idx="2203">
                  <c:v>0.1145</c:v>
                </c:pt>
                <c:pt idx="2204">
                  <c:v>0.11409999999999999</c:v>
                </c:pt>
                <c:pt idx="2205">
                  <c:v>0.11559999999999999</c:v>
                </c:pt>
                <c:pt idx="2206">
                  <c:v>0.1172</c:v>
                </c:pt>
                <c:pt idx="2207">
                  <c:v>0.1187</c:v>
                </c:pt>
                <c:pt idx="2208">
                  <c:v>0.1207</c:v>
                </c:pt>
                <c:pt idx="2209">
                  <c:v>0.1225</c:v>
                </c:pt>
                <c:pt idx="2210">
                  <c:v>0.126</c:v>
                </c:pt>
                <c:pt idx="2211">
                  <c:v>0.12559999999999999</c:v>
                </c:pt>
                <c:pt idx="2212">
                  <c:v>0.12529999999999999</c:v>
                </c:pt>
                <c:pt idx="2213">
                  <c:v>0.1249</c:v>
                </c:pt>
                <c:pt idx="2214">
                  <c:v>0.1242</c:v>
                </c:pt>
                <c:pt idx="2215">
                  <c:v>0.12180000000000001</c:v>
                </c:pt>
                <c:pt idx="2216">
                  <c:v>0.1203</c:v>
                </c:pt>
                <c:pt idx="2217">
                  <c:v>0.1202</c:v>
                </c:pt>
                <c:pt idx="2218">
                  <c:v>0.1202</c:v>
                </c:pt>
                <c:pt idx="2219">
                  <c:v>0.1221</c:v>
                </c:pt>
                <c:pt idx="2220">
                  <c:v>0.12130000000000001</c:v>
                </c:pt>
                <c:pt idx="2221">
                  <c:v>0.1217</c:v>
                </c:pt>
                <c:pt idx="2222">
                  <c:v>0.1212</c:v>
                </c:pt>
                <c:pt idx="2223">
                  <c:v>0.1222</c:v>
                </c:pt>
                <c:pt idx="2224">
                  <c:v>0.12280000000000001</c:v>
                </c:pt>
                <c:pt idx="2225">
                  <c:v>0.1215</c:v>
                </c:pt>
                <c:pt idx="2226">
                  <c:v>0.11890000000000001</c:v>
                </c:pt>
                <c:pt idx="2227">
                  <c:v>0.11749999999999999</c:v>
                </c:pt>
                <c:pt idx="2228">
                  <c:v>0.11600000000000001</c:v>
                </c:pt>
                <c:pt idx="2229">
                  <c:v>0.11310000000000001</c:v>
                </c:pt>
                <c:pt idx="2230">
                  <c:v>0.1113</c:v>
                </c:pt>
                <c:pt idx="2231">
                  <c:v>0.1101</c:v>
                </c:pt>
                <c:pt idx="2232">
                  <c:v>0.10829999999999999</c:v>
                </c:pt>
                <c:pt idx="2233">
                  <c:v>0.1072</c:v>
                </c:pt>
                <c:pt idx="2234">
                  <c:v>0.107</c:v>
                </c:pt>
                <c:pt idx="2235">
                  <c:v>0.1065</c:v>
                </c:pt>
                <c:pt idx="2236">
                  <c:v>0.1077</c:v>
                </c:pt>
                <c:pt idx="2237">
                  <c:v>0.1052</c:v>
                </c:pt>
                <c:pt idx="2238">
                  <c:v>0.1048</c:v>
                </c:pt>
                <c:pt idx="2239">
                  <c:v>0.1033</c:v>
                </c:pt>
                <c:pt idx="2240">
                  <c:v>0.1004</c:v>
                </c:pt>
                <c:pt idx="2241">
                  <c:v>0.10059999999999999</c:v>
                </c:pt>
                <c:pt idx="2242">
                  <c:v>9.9199999999999997E-2</c:v>
                </c:pt>
                <c:pt idx="2243">
                  <c:v>9.69E-2</c:v>
                </c:pt>
                <c:pt idx="2244">
                  <c:v>9.6500000000000002E-2</c:v>
                </c:pt>
                <c:pt idx="2245">
                  <c:v>9.7100000000000006E-2</c:v>
                </c:pt>
                <c:pt idx="2246">
                  <c:v>9.8500000000000004E-2</c:v>
                </c:pt>
                <c:pt idx="2247">
                  <c:v>9.9000000000000005E-2</c:v>
                </c:pt>
                <c:pt idx="2248">
                  <c:v>9.9699999999999997E-2</c:v>
                </c:pt>
                <c:pt idx="2249">
                  <c:v>0.1008</c:v>
                </c:pt>
                <c:pt idx="2250">
                  <c:v>0.1011</c:v>
                </c:pt>
                <c:pt idx="2251">
                  <c:v>0.1021</c:v>
                </c:pt>
                <c:pt idx="2252">
                  <c:v>0.1019</c:v>
                </c:pt>
                <c:pt idx="2253">
                  <c:v>0.1013</c:v>
                </c:pt>
                <c:pt idx="2254">
                  <c:v>0.1004</c:v>
                </c:pt>
                <c:pt idx="2255">
                  <c:v>0.10059999999999999</c:v>
                </c:pt>
                <c:pt idx="2256">
                  <c:v>9.8599999999999993E-2</c:v>
                </c:pt>
                <c:pt idx="2257">
                  <c:v>9.8000000000000004E-2</c:v>
                </c:pt>
                <c:pt idx="2258">
                  <c:v>9.7699999999999995E-2</c:v>
                </c:pt>
                <c:pt idx="2259">
                  <c:v>9.7699999999999995E-2</c:v>
                </c:pt>
                <c:pt idx="2260">
                  <c:v>9.8299999999999998E-2</c:v>
                </c:pt>
                <c:pt idx="2261">
                  <c:v>9.9400000000000002E-2</c:v>
                </c:pt>
                <c:pt idx="2262">
                  <c:v>9.9299999999999999E-2</c:v>
                </c:pt>
                <c:pt idx="2263">
                  <c:v>9.9299999999999999E-2</c:v>
                </c:pt>
                <c:pt idx="2264">
                  <c:v>9.9299999999999999E-2</c:v>
                </c:pt>
                <c:pt idx="2265">
                  <c:v>9.7199999999999995E-2</c:v>
                </c:pt>
                <c:pt idx="2266">
                  <c:v>9.5799999999999996E-2</c:v>
                </c:pt>
                <c:pt idx="2267">
                  <c:v>9.5000000000000001E-2</c:v>
                </c:pt>
                <c:pt idx="2268">
                  <c:v>9.4200000000000006E-2</c:v>
                </c:pt>
                <c:pt idx="2269">
                  <c:v>9.2799999999999994E-2</c:v>
                </c:pt>
                <c:pt idx="2270">
                  <c:v>9.0999999999999998E-2</c:v>
                </c:pt>
                <c:pt idx="2271">
                  <c:v>8.9099999999999999E-2</c:v>
                </c:pt>
                <c:pt idx="2272">
                  <c:v>8.7800000000000003E-2</c:v>
                </c:pt>
                <c:pt idx="2273">
                  <c:v>8.7099999999999997E-2</c:v>
                </c:pt>
                <c:pt idx="2274">
                  <c:v>8.6499999999999994E-2</c:v>
                </c:pt>
                <c:pt idx="2275">
                  <c:v>8.5900000000000004E-2</c:v>
                </c:pt>
                <c:pt idx="2276">
                  <c:v>8.5199999999999998E-2</c:v>
                </c:pt>
                <c:pt idx="2277">
                  <c:v>8.5099999999999995E-2</c:v>
                </c:pt>
                <c:pt idx="2278">
                  <c:v>8.5300000000000001E-2</c:v>
                </c:pt>
                <c:pt idx="2279">
                  <c:v>8.3900000000000002E-2</c:v>
                </c:pt>
                <c:pt idx="2280">
                  <c:v>8.2799999999999999E-2</c:v>
                </c:pt>
                <c:pt idx="2281">
                  <c:v>8.2799999999999999E-2</c:v>
                </c:pt>
                <c:pt idx="2282">
                  <c:v>8.3400000000000002E-2</c:v>
                </c:pt>
                <c:pt idx="2283">
                  <c:v>8.3799999999999999E-2</c:v>
                </c:pt>
                <c:pt idx="2284">
                  <c:v>8.3099999999999993E-2</c:v>
                </c:pt>
                <c:pt idx="2285">
                  <c:v>8.2299999999999998E-2</c:v>
                </c:pt>
                <c:pt idx="2286">
                  <c:v>8.2100000000000006E-2</c:v>
                </c:pt>
                <c:pt idx="2287">
                  <c:v>8.14E-2</c:v>
                </c:pt>
                <c:pt idx="2288">
                  <c:v>8.0199999999999994E-2</c:v>
                </c:pt>
                <c:pt idx="2289">
                  <c:v>8.0199999999999994E-2</c:v>
                </c:pt>
                <c:pt idx="2290">
                  <c:v>7.9600000000000004E-2</c:v>
                </c:pt>
                <c:pt idx="2291">
                  <c:v>7.8399999999999997E-2</c:v>
                </c:pt>
                <c:pt idx="2292">
                  <c:v>7.7499999999999999E-2</c:v>
                </c:pt>
                <c:pt idx="2293">
                  <c:v>7.6999999999999999E-2</c:v>
                </c:pt>
                <c:pt idx="2294">
                  <c:v>7.6999999999999999E-2</c:v>
                </c:pt>
                <c:pt idx="2295">
                  <c:v>7.6700000000000004E-2</c:v>
                </c:pt>
                <c:pt idx="2296">
                  <c:v>7.5999999999999998E-2</c:v>
                </c:pt>
                <c:pt idx="2297">
                  <c:v>7.5800000000000006E-2</c:v>
                </c:pt>
                <c:pt idx="2298">
                  <c:v>7.5300000000000006E-2</c:v>
                </c:pt>
                <c:pt idx="2299">
                  <c:v>7.4499999999999997E-2</c:v>
                </c:pt>
                <c:pt idx="2300">
                  <c:v>7.4800000000000005E-2</c:v>
                </c:pt>
                <c:pt idx="2301">
                  <c:v>7.5200000000000003E-2</c:v>
                </c:pt>
                <c:pt idx="2302">
                  <c:v>7.5899999999999995E-2</c:v>
                </c:pt>
                <c:pt idx="2303">
                  <c:v>7.5899999999999995E-2</c:v>
                </c:pt>
                <c:pt idx="2304">
                  <c:v>7.6100000000000001E-2</c:v>
                </c:pt>
                <c:pt idx="2305">
                  <c:v>7.7600000000000002E-2</c:v>
                </c:pt>
                <c:pt idx="2306">
                  <c:v>7.6100000000000001E-2</c:v>
                </c:pt>
                <c:pt idx="2307">
                  <c:v>7.7200000000000005E-2</c:v>
                </c:pt>
                <c:pt idx="2308">
                  <c:v>7.7299999999999994E-2</c:v>
                </c:pt>
                <c:pt idx="2309">
                  <c:v>7.6899999999999996E-2</c:v>
                </c:pt>
                <c:pt idx="2310">
                  <c:v>7.6999999999999999E-2</c:v>
                </c:pt>
                <c:pt idx="2311">
                  <c:v>7.6999999999999999E-2</c:v>
                </c:pt>
                <c:pt idx="2312">
                  <c:v>7.7100000000000002E-2</c:v>
                </c:pt>
                <c:pt idx="2313">
                  <c:v>7.6899999999999996E-2</c:v>
                </c:pt>
                <c:pt idx="2314">
                  <c:v>7.7100000000000002E-2</c:v>
                </c:pt>
                <c:pt idx="2315">
                  <c:v>7.7100000000000002E-2</c:v>
                </c:pt>
                <c:pt idx="2316">
                  <c:v>7.6499999999999999E-2</c:v>
                </c:pt>
                <c:pt idx="2317">
                  <c:v>7.7200000000000005E-2</c:v>
                </c:pt>
                <c:pt idx="2318">
                  <c:v>7.7100000000000002E-2</c:v>
                </c:pt>
                <c:pt idx="2319">
                  <c:v>7.6600000000000001E-2</c:v>
                </c:pt>
                <c:pt idx="2320">
                  <c:v>7.6700000000000004E-2</c:v>
                </c:pt>
                <c:pt idx="2321">
                  <c:v>7.6100000000000001E-2</c:v>
                </c:pt>
                <c:pt idx="2322">
                  <c:v>7.6100000000000001E-2</c:v>
                </c:pt>
                <c:pt idx="2323">
                  <c:v>7.8E-2</c:v>
                </c:pt>
                <c:pt idx="2324">
                  <c:v>7.7899999999999997E-2</c:v>
                </c:pt>
                <c:pt idx="2325">
                  <c:v>7.7700000000000005E-2</c:v>
                </c:pt>
                <c:pt idx="2326">
                  <c:v>7.6899999999999996E-2</c:v>
                </c:pt>
                <c:pt idx="2327">
                  <c:v>7.5999999999999998E-2</c:v>
                </c:pt>
                <c:pt idx="2328">
                  <c:v>7.4899999999999994E-2</c:v>
                </c:pt>
                <c:pt idx="2329">
                  <c:v>7.4999999999999997E-2</c:v>
                </c:pt>
                <c:pt idx="2330">
                  <c:v>7.5899999999999995E-2</c:v>
                </c:pt>
                <c:pt idx="2331">
                  <c:v>7.5999999999999998E-2</c:v>
                </c:pt>
                <c:pt idx="2332">
                  <c:v>7.5800000000000006E-2</c:v>
                </c:pt>
                <c:pt idx="2333">
                  <c:v>7.5300000000000006E-2</c:v>
                </c:pt>
                <c:pt idx="2334">
                  <c:v>7.5200000000000003E-2</c:v>
                </c:pt>
                <c:pt idx="2335">
                  <c:v>7.46E-2</c:v>
                </c:pt>
                <c:pt idx="2336">
                  <c:v>7.4700000000000003E-2</c:v>
                </c:pt>
                <c:pt idx="2337">
                  <c:v>7.4300000000000005E-2</c:v>
                </c:pt>
                <c:pt idx="2338">
                  <c:v>7.4200000000000002E-2</c:v>
                </c:pt>
                <c:pt idx="2339">
                  <c:v>7.3400000000000007E-2</c:v>
                </c:pt>
                <c:pt idx="2340">
                  <c:v>7.3099999999999998E-2</c:v>
                </c:pt>
                <c:pt idx="2341">
                  <c:v>7.3300000000000004E-2</c:v>
                </c:pt>
                <c:pt idx="2342">
                  <c:v>7.3300000000000004E-2</c:v>
                </c:pt>
                <c:pt idx="2343">
                  <c:v>7.3300000000000004E-2</c:v>
                </c:pt>
                <c:pt idx="2344">
                  <c:v>7.2900000000000006E-2</c:v>
                </c:pt>
                <c:pt idx="2345">
                  <c:v>7.2300000000000003E-2</c:v>
                </c:pt>
                <c:pt idx="2346">
                  <c:v>7.1499999999999994E-2</c:v>
                </c:pt>
                <c:pt idx="2347">
                  <c:v>7.0599999999999996E-2</c:v>
                </c:pt>
                <c:pt idx="2348">
                  <c:v>7.0599999999999996E-2</c:v>
                </c:pt>
                <c:pt idx="2349">
                  <c:v>6.8199999999999997E-2</c:v>
                </c:pt>
                <c:pt idx="2350">
                  <c:v>6.5600000000000006E-2</c:v>
                </c:pt>
                <c:pt idx="2351">
                  <c:v>6.3899999999999998E-2</c:v>
                </c:pt>
                <c:pt idx="2352">
                  <c:v>6.2700000000000006E-2</c:v>
                </c:pt>
                <c:pt idx="2353">
                  <c:v>6.1899999999999997E-2</c:v>
                </c:pt>
                <c:pt idx="2354">
                  <c:v>6.1600000000000002E-2</c:v>
                </c:pt>
                <c:pt idx="2355">
                  <c:v>6.2E-2</c:v>
                </c:pt>
                <c:pt idx="2356">
                  <c:v>6.2300000000000001E-2</c:v>
                </c:pt>
                <c:pt idx="2357">
                  <c:v>6.2799999999999995E-2</c:v>
                </c:pt>
                <c:pt idx="2358">
                  <c:v>6.2399999999999997E-2</c:v>
                </c:pt>
                <c:pt idx="2359">
                  <c:v>6.2399999999999997E-2</c:v>
                </c:pt>
                <c:pt idx="2360">
                  <c:v>6.2700000000000006E-2</c:v>
                </c:pt>
                <c:pt idx="2361">
                  <c:v>6.3299999999999995E-2</c:v>
                </c:pt>
                <c:pt idx="2362">
                  <c:v>6.4000000000000001E-2</c:v>
                </c:pt>
                <c:pt idx="2363">
                  <c:v>6.5199999999999994E-2</c:v>
                </c:pt>
                <c:pt idx="2364">
                  <c:v>6.59E-2</c:v>
                </c:pt>
                <c:pt idx="2365">
                  <c:v>6.6500000000000004E-2</c:v>
                </c:pt>
                <c:pt idx="2366">
                  <c:v>6.6400000000000001E-2</c:v>
                </c:pt>
                <c:pt idx="2367">
                  <c:v>6.6199999999999995E-2</c:v>
                </c:pt>
                <c:pt idx="2368">
                  <c:v>6.6199999999999995E-2</c:v>
                </c:pt>
                <c:pt idx="2369">
                  <c:v>6.6500000000000004E-2</c:v>
                </c:pt>
                <c:pt idx="2370">
                  <c:v>6.5799999999999997E-2</c:v>
                </c:pt>
                <c:pt idx="2371">
                  <c:v>6.4899999999999999E-2</c:v>
                </c:pt>
                <c:pt idx="2372">
                  <c:v>6.5699999999999995E-2</c:v>
                </c:pt>
                <c:pt idx="2373">
                  <c:v>6.7900000000000002E-2</c:v>
                </c:pt>
                <c:pt idx="2374">
                  <c:v>6.8099999999999994E-2</c:v>
                </c:pt>
                <c:pt idx="2375">
                  <c:v>6.9000000000000006E-2</c:v>
                </c:pt>
                <c:pt idx="2376">
                  <c:v>6.8599999999999994E-2</c:v>
                </c:pt>
                <c:pt idx="2377">
                  <c:v>6.8500000000000005E-2</c:v>
                </c:pt>
                <c:pt idx="2378">
                  <c:v>7.17E-2</c:v>
                </c:pt>
                <c:pt idx="2379">
                  <c:v>7.17E-2</c:v>
                </c:pt>
                <c:pt idx="2380">
                  <c:v>7.2900000000000006E-2</c:v>
                </c:pt>
                <c:pt idx="2381">
                  <c:v>7.1499999999999994E-2</c:v>
                </c:pt>
                <c:pt idx="2382">
                  <c:v>7.0199999999999999E-2</c:v>
                </c:pt>
                <c:pt idx="2383">
                  <c:v>6.9400000000000003E-2</c:v>
                </c:pt>
                <c:pt idx="2384">
                  <c:v>6.8199999999999997E-2</c:v>
                </c:pt>
                <c:pt idx="2385">
                  <c:v>6.88E-2</c:v>
                </c:pt>
                <c:pt idx="2386">
                  <c:v>6.9099999999999995E-2</c:v>
                </c:pt>
                <c:pt idx="2387">
                  <c:v>6.9599999999999995E-2</c:v>
                </c:pt>
                <c:pt idx="2388">
                  <c:v>6.9400000000000003E-2</c:v>
                </c:pt>
                <c:pt idx="2389">
                  <c:v>6.8599999999999994E-2</c:v>
                </c:pt>
                <c:pt idx="2390">
                  <c:v>6.7400000000000002E-2</c:v>
                </c:pt>
                <c:pt idx="2391">
                  <c:v>6.6400000000000001E-2</c:v>
                </c:pt>
                <c:pt idx="2392">
                  <c:v>6.5600000000000006E-2</c:v>
                </c:pt>
                <c:pt idx="2393">
                  <c:v>6.4799999999999996E-2</c:v>
                </c:pt>
                <c:pt idx="2394">
                  <c:v>6.3200000000000006E-2</c:v>
                </c:pt>
                <c:pt idx="2395">
                  <c:v>6.3500000000000001E-2</c:v>
                </c:pt>
                <c:pt idx="2396">
                  <c:v>6.2700000000000006E-2</c:v>
                </c:pt>
                <c:pt idx="2397">
                  <c:v>6.2399999999999997E-2</c:v>
                </c:pt>
                <c:pt idx="2398">
                  <c:v>6.2300000000000001E-2</c:v>
                </c:pt>
                <c:pt idx="2399">
                  <c:v>6.1499999999999999E-2</c:v>
                </c:pt>
                <c:pt idx="2400">
                  <c:v>6.1899999999999997E-2</c:v>
                </c:pt>
                <c:pt idx="2401">
                  <c:v>6.13E-2</c:v>
                </c:pt>
                <c:pt idx="2402">
                  <c:v>6.08E-2</c:v>
                </c:pt>
                <c:pt idx="2403">
                  <c:v>6.0600000000000001E-2</c:v>
                </c:pt>
                <c:pt idx="2404">
                  <c:v>6.0999999999999999E-2</c:v>
                </c:pt>
                <c:pt idx="2405">
                  <c:v>6.13E-2</c:v>
                </c:pt>
                <c:pt idx="2406">
                  <c:v>6.0199999999999997E-2</c:v>
                </c:pt>
                <c:pt idx="2407">
                  <c:v>5.96E-2</c:v>
                </c:pt>
                <c:pt idx="2408">
                  <c:v>5.9200000000000003E-2</c:v>
                </c:pt>
                <c:pt idx="2409">
                  <c:v>5.8999999999999997E-2</c:v>
                </c:pt>
                <c:pt idx="2410">
                  <c:v>5.8400000000000001E-2</c:v>
                </c:pt>
                <c:pt idx="2411">
                  <c:v>5.8400000000000001E-2</c:v>
                </c:pt>
                <c:pt idx="2412">
                  <c:v>5.7299999999999997E-2</c:v>
                </c:pt>
                <c:pt idx="2413">
                  <c:v>5.7299999999999997E-2</c:v>
                </c:pt>
                <c:pt idx="2414">
                  <c:v>5.7299999999999997E-2</c:v>
                </c:pt>
                <c:pt idx="2415">
                  <c:v>5.6800000000000003E-2</c:v>
                </c:pt>
                <c:pt idx="2416">
                  <c:v>5.7099999999999998E-2</c:v>
                </c:pt>
                <c:pt idx="2417">
                  <c:v>5.7599999999999998E-2</c:v>
                </c:pt>
                <c:pt idx="2418">
                  <c:v>5.6899999999999999E-2</c:v>
                </c:pt>
                <c:pt idx="2419">
                  <c:v>5.5500000000000001E-2</c:v>
                </c:pt>
                <c:pt idx="2420">
                  <c:v>5.5199999999999999E-2</c:v>
                </c:pt>
                <c:pt idx="2421">
                  <c:v>5.4699999999999999E-2</c:v>
                </c:pt>
                <c:pt idx="2422">
                  <c:v>5.4600000000000003E-2</c:v>
                </c:pt>
                <c:pt idx="2423">
                  <c:v>5.4899999999999997E-2</c:v>
                </c:pt>
                <c:pt idx="2424">
                  <c:v>5.57E-2</c:v>
                </c:pt>
                <c:pt idx="2425">
                  <c:v>5.5800000000000002E-2</c:v>
                </c:pt>
                <c:pt idx="2426">
                  <c:v>5.6000000000000001E-2</c:v>
                </c:pt>
                <c:pt idx="2427">
                  <c:v>5.6599999999999998E-2</c:v>
                </c:pt>
                <c:pt idx="2428">
                  <c:v>5.67E-2</c:v>
                </c:pt>
                <c:pt idx="2429">
                  <c:v>5.67E-2</c:v>
                </c:pt>
                <c:pt idx="2430">
                  <c:v>5.7200000000000001E-2</c:v>
                </c:pt>
                <c:pt idx="2431">
                  <c:v>5.8799999999999998E-2</c:v>
                </c:pt>
                <c:pt idx="2432">
                  <c:v>5.8099999999999999E-2</c:v>
                </c:pt>
                <c:pt idx="2433">
                  <c:v>5.8200000000000002E-2</c:v>
                </c:pt>
                <c:pt idx="2434">
                  <c:v>5.8000000000000003E-2</c:v>
                </c:pt>
                <c:pt idx="2435">
                  <c:v>5.91E-2</c:v>
                </c:pt>
                <c:pt idx="2436">
                  <c:v>6.13E-2</c:v>
                </c:pt>
                <c:pt idx="2437">
                  <c:v>6.4500000000000002E-2</c:v>
                </c:pt>
                <c:pt idx="2438">
                  <c:v>6.9800000000000001E-2</c:v>
                </c:pt>
                <c:pt idx="2439">
                  <c:v>6.5299999999999997E-2</c:v>
                </c:pt>
                <c:pt idx="2440">
                  <c:v>6.6600000000000006E-2</c:v>
                </c:pt>
                <c:pt idx="2441">
                  <c:v>6.5600000000000006E-2</c:v>
                </c:pt>
                <c:pt idx="2442">
                  <c:v>6.5000000000000002E-2</c:v>
                </c:pt>
                <c:pt idx="2443">
                  <c:v>6.6400000000000001E-2</c:v>
                </c:pt>
                <c:pt idx="2444">
                  <c:v>6.7199999999999996E-2</c:v>
                </c:pt>
                <c:pt idx="2445">
                  <c:v>6.7299999999999999E-2</c:v>
                </c:pt>
                <c:pt idx="2446">
                  <c:v>7.0400000000000004E-2</c:v>
                </c:pt>
                <c:pt idx="2447">
                  <c:v>7.1800000000000003E-2</c:v>
                </c:pt>
                <c:pt idx="2448">
                  <c:v>7.4499999999999997E-2</c:v>
                </c:pt>
                <c:pt idx="2449">
                  <c:v>7.4099999999999999E-2</c:v>
                </c:pt>
                <c:pt idx="2450">
                  <c:v>7.7100000000000002E-2</c:v>
                </c:pt>
                <c:pt idx="2451">
                  <c:v>7.6399999999999996E-2</c:v>
                </c:pt>
                <c:pt idx="2452">
                  <c:v>7.4499999999999997E-2</c:v>
                </c:pt>
                <c:pt idx="2453">
                  <c:v>7.3599999999999999E-2</c:v>
                </c:pt>
                <c:pt idx="2454">
                  <c:v>7.3599999999999999E-2</c:v>
                </c:pt>
                <c:pt idx="2455">
                  <c:v>7.4300000000000005E-2</c:v>
                </c:pt>
                <c:pt idx="2456">
                  <c:v>7.4200000000000002E-2</c:v>
                </c:pt>
                <c:pt idx="2457">
                  <c:v>7.3800000000000004E-2</c:v>
                </c:pt>
                <c:pt idx="2458">
                  <c:v>7.46E-2</c:v>
                </c:pt>
                <c:pt idx="2459">
                  <c:v>7.6399999999999996E-2</c:v>
                </c:pt>
                <c:pt idx="2460">
                  <c:v>7.7399999999999997E-2</c:v>
                </c:pt>
                <c:pt idx="2461">
                  <c:v>7.7299999999999994E-2</c:v>
                </c:pt>
                <c:pt idx="2462">
                  <c:v>7.7299999999999994E-2</c:v>
                </c:pt>
                <c:pt idx="2463">
                  <c:v>7.7200000000000005E-2</c:v>
                </c:pt>
                <c:pt idx="2464">
                  <c:v>7.5800000000000006E-2</c:v>
                </c:pt>
                <c:pt idx="2465">
                  <c:v>7.4999999999999997E-2</c:v>
                </c:pt>
                <c:pt idx="2466">
                  <c:v>7.4200000000000002E-2</c:v>
                </c:pt>
                <c:pt idx="2467">
                  <c:v>7.3499999999999996E-2</c:v>
                </c:pt>
                <c:pt idx="2468">
                  <c:v>7.1800000000000003E-2</c:v>
                </c:pt>
                <c:pt idx="2469">
                  <c:v>6.9599999999999995E-2</c:v>
                </c:pt>
                <c:pt idx="2470">
                  <c:v>7.0000000000000007E-2</c:v>
                </c:pt>
                <c:pt idx="2471">
                  <c:v>7.0499999999999993E-2</c:v>
                </c:pt>
                <c:pt idx="2472">
                  <c:v>7.17E-2</c:v>
                </c:pt>
                <c:pt idx="2473">
                  <c:v>7.22E-2</c:v>
                </c:pt>
                <c:pt idx="2474">
                  <c:v>7.1999999999999995E-2</c:v>
                </c:pt>
                <c:pt idx="2475">
                  <c:v>7.2900000000000006E-2</c:v>
                </c:pt>
                <c:pt idx="2476">
                  <c:v>7.2999999999999995E-2</c:v>
                </c:pt>
                <c:pt idx="2477">
                  <c:v>7.2800000000000004E-2</c:v>
                </c:pt>
                <c:pt idx="2478">
                  <c:v>7.2400000000000006E-2</c:v>
                </c:pt>
                <c:pt idx="2479">
                  <c:v>7.2400000000000006E-2</c:v>
                </c:pt>
                <c:pt idx="2480">
                  <c:v>7.1400000000000005E-2</c:v>
                </c:pt>
                <c:pt idx="2481">
                  <c:v>7.1800000000000003E-2</c:v>
                </c:pt>
                <c:pt idx="2482">
                  <c:v>7.0099999999999996E-2</c:v>
                </c:pt>
                <c:pt idx="2483">
                  <c:v>6.93E-2</c:v>
                </c:pt>
                <c:pt idx="2484">
                  <c:v>7.0099999999999996E-2</c:v>
                </c:pt>
                <c:pt idx="2485">
                  <c:v>6.9500000000000006E-2</c:v>
                </c:pt>
                <c:pt idx="2486">
                  <c:v>6.8099999999999994E-2</c:v>
                </c:pt>
                <c:pt idx="2487">
                  <c:v>6.8400000000000002E-2</c:v>
                </c:pt>
                <c:pt idx="2488">
                  <c:v>6.8199999999999997E-2</c:v>
                </c:pt>
                <c:pt idx="2489">
                  <c:v>6.83E-2</c:v>
                </c:pt>
                <c:pt idx="2490">
                  <c:v>6.8199999999999997E-2</c:v>
                </c:pt>
                <c:pt idx="2491">
                  <c:v>6.7699999999999996E-2</c:v>
                </c:pt>
                <c:pt idx="2492">
                  <c:v>6.7299999999999999E-2</c:v>
                </c:pt>
                <c:pt idx="2493">
                  <c:v>6.6000000000000003E-2</c:v>
                </c:pt>
                <c:pt idx="2494">
                  <c:v>6.5000000000000002E-2</c:v>
                </c:pt>
                <c:pt idx="2495">
                  <c:v>6.3600000000000004E-2</c:v>
                </c:pt>
                <c:pt idx="2496">
                  <c:v>6.3899999999999998E-2</c:v>
                </c:pt>
                <c:pt idx="2497">
                  <c:v>6.3700000000000007E-2</c:v>
                </c:pt>
                <c:pt idx="2498">
                  <c:v>6.4000000000000001E-2</c:v>
                </c:pt>
                <c:pt idx="2499">
                  <c:v>6.3200000000000006E-2</c:v>
                </c:pt>
                <c:pt idx="2500">
                  <c:v>6.2799999999999995E-2</c:v>
                </c:pt>
                <c:pt idx="2501">
                  <c:v>6.25E-2</c:v>
                </c:pt>
                <c:pt idx="2502">
                  <c:v>6.2700000000000006E-2</c:v>
                </c:pt>
                <c:pt idx="2503">
                  <c:v>6.2600000000000003E-2</c:v>
                </c:pt>
                <c:pt idx="2504">
                  <c:v>6.2799999999999995E-2</c:v>
                </c:pt>
                <c:pt idx="2505">
                  <c:v>6.3500000000000001E-2</c:v>
                </c:pt>
                <c:pt idx="2506">
                  <c:v>6.5100000000000005E-2</c:v>
                </c:pt>
                <c:pt idx="2507">
                  <c:v>6.5799999999999997E-2</c:v>
                </c:pt>
                <c:pt idx="2508">
                  <c:v>6.5799999999999997E-2</c:v>
                </c:pt>
                <c:pt idx="2509">
                  <c:v>6.59E-2</c:v>
                </c:pt>
                <c:pt idx="2510">
                  <c:v>6.5299999999999997E-2</c:v>
                </c:pt>
                <c:pt idx="2511">
                  <c:v>6.5199999999999994E-2</c:v>
                </c:pt>
                <c:pt idx="2512">
                  <c:v>6.4199999999999993E-2</c:v>
                </c:pt>
                <c:pt idx="2513">
                  <c:v>6.4799999999999996E-2</c:v>
                </c:pt>
                <c:pt idx="2514">
                  <c:v>6.4500000000000002E-2</c:v>
                </c:pt>
                <c:pt idx="2515">
                  <c:v>6.4899999999999999E-2</c:v>
                </c:pt>
                <c:pt idx="2516">
                  <c:v>6.54E-2</c:v>
                </c:pt>
                <c:pt idx="2517">
                  <c:v>6.5600000000000006E-2</c:v>
                </c:pt>
                <c:pt idx="2518">
                  <c:v>6.5600000000000006E-2</c:v>
                </c:pt>
                <c:pt idx="2519">
                  <c:v>6.6100000000000006E-2</c:v>
                </c:pt>
                <c:pt idx="2520">
                  <c:v>6.6199999999999995E-2</c:v>
                </c:pt>
                <c:pt idx="2521">
                  <c:v>6.5299999999999997E-2</c:v>
                </c:pt>
                <c:pt idx="2522">
                  <c:v>6.4699999999999994E-2</c:v>
                </c:pt>
                <c:pt idx="2523">
                  <c:v>6.4399999999999999E-2</c:v>
                </c:pt>
                <c:pt idx="2524">
                  <c:v>6.4399999999999999E-2</c:v>
                </c:pt>
                <c:pt idx="2525">
                  <c:v>6.4799999999999996E-2</c:v>
                </c:pt>
                <c:pt idx="2526">
                  <c:v>6.4399999999999999E-2</c:v>
                </c:pt>
                <c:pt idx="2527">
                  <c:v>6.3399999999999998E-2</c:v>
                </c:pt>
                <c:pt idx="2528">
                  <c:v>6.2700000000000006E-2</c:v>
                </c:pt>
                <c:pt idx="2529">
                  <c:v>6.2300000000000001E-2</c:v>
                </c:pt>
                <c:pt idx="2530">
                  <c:v>6.2700000000000006E-2</c:v>
                </c:pt>
                <c:pt idx="2531">
                  <c:v>6.1600000000000002E-2</c:v>
                </c:pt>
                <c:pt idx="2532">
                  <c:v>6.0600000000000001E-2</c:v>
                </c:pt>
                <c:pt idx="2533">
                  <c:v>6.0499999999999998E-2</c:v>
                </c:pt>
                <c:pt idx="2534">
                  <c:v>6.0199999999999997E-2</c:v>
                </c:pt>
                <c:pt idx="2535">
                  <c:v>5.9900000000000002E-2</c:v>
                </c:pt>
                <c:pt idx="2536">
                  <c:v>6.0499999999999998E-2</c:v>
                </c:pt>
                <c:pt idx="2537">
                  <c:v>6.0900000000000003E-2</c:v>
                </c:pt>
                <c:pt idx="2538">
                  <c:v>6.08E-2</c:v>
                </c:pt>
                <c:pt idx="2539">
                  <c:v>6.0499999999999998E-2</c:v>
                </c:pt>
                <c:pt idx="2540">
                  <c:v>6.08E-2</c:v>
                </c:pt>
                <c:pt idx="2541">
                  <c:v>6.0199999999999997E-2</c:v>
                </c:pt>
                <c:pt idx="2542">
                  <c:v>5.96E-2</c:v>
                </c:pt>
                <c:pt idx="2543">
                  <c:v>5.9299999999999999E-2</c:v>
                </c:pt>
                <c:pt idx="2544">
                  <c:v>5.8799999999999998E-2</c:v>
                </c:pt>
                <c:pt idx="2545">
                  <c:v>5.8599999999999999E-2</c:v>
                </c:pt>
                <c:pt idx="2546">
                  <c:v>5.8999999999999997E-2</c:v>
                </c:pt>
                <c:pt idx="2547">
                  <c:v>5.7799999999999997E-2</c:v>
                </c:pt>
                <c:pt idx="2548">
                  <c:v>5.7799999999999997E-2</c:v>
                </c:pt>
                <c:pt idx="2549">
                  <c:v>5.7799999999999997E-2</c:v>
                </c:pt>
                <c:pt idx="2550">
                  <c:v>5.7299999999999997E-2</c:v>
                </c:pt>
                <c:pt idx="2551">
                  <c:v>5.5899999999999998E-2</c:v>
                </c:pt>
                <c:pt idx="2552">
                  <c:v>5.62E-2</c:v>
                </c:pt>
                <c:pt idx="2553">
                  <c:v>5.6300000000000003E-2</c:v>
                </c:pt>
                <c:pt idx="2554">
                  <c:v>5.6599999999999998E-2</c:v>
                </c:pt>
                <c:pt idx="2555">
                  <c:v>5.6300000000000003E-2</c:v>
                </c:pt>
                <c:pt idx="2556">
                  <c:v>5.6000000000000001E-2</c:v>
                </c:pt>
                <c:pt idx="2557">
                  <c:v>5.5500000000000001E-2</c:v>
                </c:pt>
                <c:pt idx="2558">
                  <c:v>5.5100000000000003E-2</c:v>
                </c:pt>
                <c:pt idx="2559">
                  <c:v>5.4600000000000003E-2</c:v>
                </c:pt>
                <c:pt idx="2560">
                  <c:v>5.4399999999999997E-2</c:v>
                </c:pt>
                <c:pt idx="2561">
                  <c:v>5.4100000000000002E-2</c:v>
                </c:pt>
                <c:pt idx="2562">
                  <c:v>5.4199999999999998E-2</c:v>
                </c:pt>
                <c:pt idx="2563">
                  <c:v>5.5100000000000003E-2</c:v>
                </c:pt>
                <c:pt idx="2564">
                  <c:v>5.5100000000000003E-2</c:v>
                </c:pt>
                <c:pt idx="2565">
                  <c:v>5.4399999999999997E-2</c:v>
                </c:pt>
                <c:pt idx="2566">
                  <c:v>5.4100000000000002E-2</c:v>
                </c:pt>
                <c:pt idx="2567">
                  <c:v>5.4199999999999998E-2</c:v>
                </c:pt>
                <c:pt idx="2568">
                  <c:v>5.5E-2</c:v>
                </c:pt>
                <c:pt idx="2569">
                  <c:v>5.4800000000000001E-2</c:v>
                </c:pt>
                <c:pt idx="2570">
                  <c:v>5.4399999999999997E-2</c:v>
                </c:pt>
                <c:pt idx="2571">
                  <c:v>5.5199999999999999E-2</c:v>
                </c:pt>
                <c:pt idx="2572">
                  <c:v>5.5199999999999999E-2</c:v>
                </c:pt>
                <c:pt idx="2573">
                  <c:v>5.5800000000000002E-2</c:v>
                </c:pt>
                <c:pt idx="2574">
                  <c:v>5.5599999999999997E-2</c:v>
                </c:pt>
                <c:pt idx="2575">
                  <c:v>5.5500000000000001E-2</c:v>
                </c:pt>
                <c:pt idx="2576">
                  <c:v>5.5300000000000002E-2</c:v>
                </c:pt>
                <c:pt idx="2577">
                  <c:v>5.5E-2</c:v>
                </c:pt>
                <c:pt idx="2578">
                  <c:v>5.4300000000000001E-2</c:v>
                </c:pt>
                <c:pt idx="2579">
                  <c:v>5.4300000000000001E-2</c:v>
                </c:pt>
                <c:pt idx="2580">
                  <c:v>5.6899999999999999E-2</c:v>
                </c:pt>
                <c:pt idx="2581">
                  <c:v>5.74E-2</c:v>
                </c:pt>
                <c:pt idx="2582">
                  <c:v>5.74E-2</c:v>
                </c:pt>
                <c:pt idx="2583">
                  <c:v>5.8500000000000003E-2</c:v>
                </c:pt>
                <c:pt idx="2584">
                  <c:v>5.8799999999999998E-2</c:v>
                </c:pt>
                <c:pt idx="2585">
                  <c:v>6.1600000000000002E-2</c:v>
                </c:pt>
                <c:pt idx="2586">
                  <c:v>6.0299999999999999E-2</c:v>
                </c:pt>
                <c:pt idx="2587">
                  <c:v>5.9400000000000001E-2</c:v>
                </c:pt>
                <c:pt idx="2588">
                  <c:v>5.8900000000000001E-2</c:v>
                </c:pt>
                <c:pt idx="2589">
                  <c:v>5.8500000000000003E-2</c:v>
                </c:pt>
                <c:pt idx="2590">
                  <c:v>5.74E-2</c:v>
                </c:pt>
                <c:pt idx="2591">
                  <c:v>5.6399999999999999E-2</c:v>
                </c:pt>
                <c:pt idx="2592">
                  <c:v>5.6099999999999997E-2</c:v>
                </c:pt>
                <c:pt idx="2593">
                  <c:v>5.57E-2</c:v>
                </c:pt>
                <c:pt idx="2594">
                  <c:v>5.5599999999999997E-2</c:v>
                </c:pt>
                <c:pt idx="2595">
                  <c:v>5.5300000000000002E-2</c:v>
                </c:pt>
                <c:pt idx="2596">
                  <c:v>5.5399999999999998E-2</c:v>
                </c:pt>
                <c:pt idx="2597">
                  <c:v>5.5E-2</c:v>
                </c:pt>
                <c:pt idx="2598">
                  <c:v>5.5500000000000001E-2</c:v>
                </c:pt>
                <c:pt idx="2599">
                  <c:v>5.5800000000000002E-2</c:v>
                </c:pt>
                <c:pt idx="2600">
                  <c:v>5.5800000000000002E-2</c:v>
                </c:pt>
                <c:pt idx="2601">
                  <c:v>5.6300000000000003E-2</c:v>
                </c:pt>
                <c:pt idx="2602">
                  <c:v>5.5899999999999998E-2</c:v>
                </c:pt>
                <c:pt idx="2603">
                  <c:v>5.5899999999999998E-2</c:v>
                </c:pt>
                <c:pt idx="2604">
                  <c:v>5.57E-2</c:v>
                </c:pt>
                <c:pt idx="2605">
                  <c:v>5.6399999999999999E-2</c:v>
                </c:pt>
                <c:pt idx="2606">
                  <c:v>5.62E-2</c:v>
                </c:pt>
                <c:pt idx="2607">
                  <c:v>5.6500000000000002E-2</c:v>
                </c:pt>
                <c:pt idx="2608">
                  <c:v>5.6500000000000002E-2</c:v>
                </c:pt>
                <c:pt idx="2609">
                  <c:v>5.67E-2</c:v>
                </c:pt>
                <c:pt idx="2610">
                  <c:v>5.5300000000000002E-2</c:v>
                </c:pt>
                <c:pt idx="2611">
                  <c:v>5.3999999999999999E-2</c:v>
                </c:pt>
                <c:pt idx="2612">
                  <c:v>5.3800000000000001E-2</c:v>
                </c:pt>
                <c:pt idx="2613">
                  <c:v>5.4300000000000001E-2</c:v>
                </c:pt>
                <c:pt idx="2614">
                  <c:v>5.4899999999999997E-2</c:v>
                </c:pt>
                <c:pt idx="2615">
                  <c:v>5.4199999999999998E-2</c:v>
                </c:pt>
                <c:pt idx="2616">
                  <c:v>5.2699999999999997E-2</c:v>
                </c:pt>
                <c:pt idx="2617">
                  <c:v>5.0200000000000002E-2</c:v>
                </c:pt>
                <c:pt idx="2618">
                  <c:v>4.9700000000000001E-2</c:v>
                </c:pt>
                <c:pt idx="2619">
                  <c:v>4.9700000000000001E-2</c:v>
                </c:pt>
                <c:pt idx="2620">
                  <c:v>4.8599999999999997E-2</c:v>
                </c:pt>
                <c:pt idx="2621">
                  <c:v>4.8899999999999999E-2</c:v>
                </c:pt>
                <c:pt idx="2622">
                  <c:v>4.7899999999999998E-2</c:v>
                </c:pt>
                <c:pt idx="2623">
                  <c:v>4.7399999999999998E-2</c:v>
                </c:pt>
                <c:pt idx="2624">
                  <c:v>4.7100000000000003E-2</c:v>
                </c:pt>
                <c:pt idx="2625">
                  <c:v>4.7300000000000002E-2</c:v>
                </c:pt>
                <c:pt idx="2626">
                  <c:v>4.6800000000000001E-2</c:v>
                </c:pt>
                <c:pt idx="2627">
                  <c:v>4.6600000000000003E-2</c:v>
                </c:pt>
                <c:pt idx="2628">
                  <c:v>4.65E-2</c:v>
                </c:pt>
                <c:pt idx="2629">
                  <c:v>4.6899999999999997E-2</c:v>
                </c:pt>
                <c:pt idx="2630">
                  <c:v>4.7399999999999998E-2</c:v>
                </c:pt>
                <c:pt idx="2631">
                  <c:v>4.7399999999999998E-2</c:v>
                </c:pt>
                <c:pt idx="2632">
                  <c:v>4.82E-2</c:v>
                </c:pt>
                <c:pt idx="2633">
                  <c:v>4.7300000000000002E-2</c:v>
                </c:pt>
                <c:pt idx="2634">
                  <c:v>4.7100000000000003E-2</c:v>
                </c:pt>
                <c:pt idx="2635">
                  <c:v>4.6699999999999998E-2</c:v>
                </c:pt>
                <c:pt idx="2636">
                  <c:v>4.6300000000000001E-2</c:v>
                </c:pt>
                <c:pt idx="2637">
                  <c:v>4.6399999999999997E-2</c:v>
                </c:pt>
                <c:pt idx="2638">
                  <c:v>4.6800000000000001E-2</c:v>
                </c:pt>
                <c:pt idx="2639">
                  <c:v>4.6600000000000003E-2</c:v>
                </c:pt>
                <c:pt idx="2640">
                  <c:v>4.6699999999999998E-2</c:v>
                </c:pt>
                <c:pt idx="2641">
                  <c:v>4.6699999999999998E-2</c:v>
                </c:pt>
                <c:pt idx="2642">
                  <c:v>4.6800000000000001E-2</c:v>
                </c:pt>
                <c:pt idx="2643">
                  <c:v>4.5999999999999999E-2</c:v>
                </c:pt>
                <c:pt idx="2644">
                  <c:v>4.5999999999999999E-2</c:v>
                </c:pt>
                <c:pt idx="2645">
                  <c:v>4.6199999999999998E-2</c:v>
                </c:pt>
                <c:pt idx="2646">
                  <c:v>4.6100000000000002E-2</c:v>
                </c:pt>
                <c:pt idx="2647">
                  <c:v>4.6199999999999998E-2</c:v>
                </c:pt>
                <c:pt idx="2648">
                  <c:v>4.6199999999999998E-2</c:v>
                </c:pt>
                <c:pt idx="2649">
                  <c:v>4.5999999999999999E-2</c:v>
                </c:pt>
                <c:pt idx="2650">
                  <c:v>4.5499999999999999E-2</c:v>
                </c:pt>
                <c:pt idx="2651">
                  <c:v>4.5699999999999998E-2</c:v>
                </c:pt>
                <c:pt idx="2652">
                  <c:v>4.41E-2</c:v>
                </c:pt>
                <c:pt idx="2653">
                  <c:v>4.4699999999999997E-2</c:v>
                </c:pt>
                <c:pt idx="2654">
                  <c:v>4.4600000000000001E-2</c:v>
                </c:pt>
                <c:pt idx="2655">
                  <c:v>4.48E-2</c:v>
                </c:pt>
                <c:pt idx="2656">
                  <c:v>4.5199999999999997E-2</c:v>
                </c:pt>
                <c:pt idx="2657">
                  <c:v>4.6100000000000002E-2</c:v>
                </c:pt>
                <c:pt idx="2658">
                  <c:v>4.7E-2</c:v>
                </c:pt>
                <c:pt idx="2659">
                  <c:v>4.7399999999999998E-2</c:v>
                </c:pt>
                <c:pt idx="2660">
                  <c:v>4.9500000000000002E-2</c:v>
                </c:pt>
                <c:pt idx="2661">
                  <c:v>5.0099999999999999E-2</c:v>
                </c:pt>
                <c:pt idx="2662">
                  <c:v>4.9799999999999997E-2</c:v>
                </c:pt>
                <c:pt idx="2663">
                  <c:v>4.9000000000000002E-2</c:v>
                </c:pt>
                <c:pt idx="2664">
                  <c:v>4.7100000000000003E-2</c:v>
                </c:pt>
                <c:pt idx="2665">
                  <c:v>4.7100000000000003E-2</c:v>
                </c:pt>
                <c:pt idx="2666">
                  <c:v>4.7600000000000003E-2</c:v>
                </c:pt>
                <c:pt idx="2667">
                  <c:v>4.7600000000000003E-2</c:v>
                </c:pt>
                <c:pt idx="2668">
                  <c:v>4.7199999999999999E-2</c:v>
                </c:pt>
                <c:pt idx="2669">
                  <c:v>4.6800000000000001E-2</c:v>
                </c:pt>
                <c:pt idx="2670">
                  <c:v>4.6699999999999998E-2</c:v>
                </c:pt>
                <c:pt idx="2671">
                  <c:v>4.6800000000000001E-2</c:v>
                </c:pt>
                <c:pt idx="2672">
                  <c:v>4.6800000000000001E-2</c:v>
                </c:pt>
                <c:pt idx="2673">
                  <c:v>4.6399999999999997E-2</c:v>
                </c:pt>
                <c:pt idx="2674">
                  <c:v>4.6100000000000002E-2</c:v>
                </c:pt>
                <c:pt idx="2675">
                  <c:v>4.5699999999999998E-2</c:v>
                </c:pt>
                <c:pt idx="2676">
                  <c:v>4.53E-2</c:v>
                </c:pt>
                <c:pt idx="2677">
                  <c:v>4.4900000000000002E-2</c:v>
                </c:pt>
                <c:pt idx="2678">
                  <c:v>4.41E-2</c:v>
                </c:pt>
                <c:pt idx="2679">
                  <c:v>4.41E-2</c:v>
                </c:pt>
                <c:pt idx="2680">
                  <c:v>4.4999999999999998E-2</c:v>
                </c:pt>
                <c:pt idx="2681">
                  <c:v>4.4900000000000002E-2</c:v>
                </c:pt>
                <c:pt idx="2682">
                  <c:v>4.5499999999999999E-2</c:v>
                </c:pt>
                <c:pt idx="2683">
                  <c:v>4.5699999999999998E-2</c:v>
                </c:pt>
                <c:pt idx="2684">
                  <c:v>4.7100000000000003E-2</c:v>
                </c:pt>
                <c:pt idx="2685">
                  <c:v>4.6899999999999997E-2</c:v>
                </c:pt>
                <c:pt idx="2686">
                  <c:v>4.6300000000000001E-2</c:v>
                </c:pt>
                <c:pt idx="2687">
                  <c:v>4.65E-2</c:v>
                </c:pt>
                <c:pt idx="2688">
                  <c:v>4.65E-2</c:v>
                </c:pt>
                <c:pt idx="2689">
                  <c:v>4.6600000000000003E-2</c:v>
                </c:pt>
                <c:pt idx="2690">
                  <c:v>4.65E-2</c:v>
                </c:pt>
                <c:pt idx="2691">
                  <c:v>4.58E-2</c:v>
                </c:pt>
                <c:pt idx="2692">
                  <c:v>4.5900000000000003E-2</c:v>
                </c:pt>
                <c:pt idx="2693">
                  <c:v>4.5999999999999999E-2</c:v>
                </c:pt>
                <c:pt idx="2694">
                  <c:v>4.5900000000000003E-2</c:v>
                </c:pt>
                <c:pt idx="2695">
                  <c:v>4.5199999999999997E-2</c:v>
                </c:pt>
                <c:pt idx="2696">
                  <c:v>4.4600000000000001E-2</c:v>
                </c:pt>
                <c:pt idx="2697">
                  <c:v>4.5699999999999998E-2</c:v>
                </c:pt>
                <c:pt idx="2698">
                  <c:v>4.6100000000000002E-2</c:v>
                </c:pt>
                <c:pt idx="2699">
                  <c:v>4.6699999999999998E-2</c:v>
                </c:pt>
                <c:pt idx="2700">
                  <c:v>4.65E-2</c:v>
                </c:pt>
                <c:pt idx="2701">
                  <c:v>4.5999999999999999E-2</c:v>
                </c:pt>
                <c:pt idx="2702">
                  <c:v>4.6699999999999998E-2</c:v>
                </c:pt>
                <c:pt idx="2703">
                  <c:v>4.65E-2</c:v>
                </c:pt>
                <c:pt idx="2704">
                  <c:v>4.6300000000000001E-2</c:v>
                </c:pt>
                <c:pt idx="2705">
                  <c:v>4.65E-2</c:v>
                </c:pt>
                <c:pt idx="2706">
                  <c:v>4.6199999999999998E-2</c:v>
                </c:pt>
                <c:pt idx="2707">
                  <c:v>4.5999999999999999E-2</c:v>
                </c:pt>
                <c:pt idx="2708">
                  <c:v>4.6699999999999998E-2</c:v>
                </c:pt>
                <c:pt idx="2709">
                  <c:v>4.7800000000000002E-2</c:v>
                </c:pt>
                <c:pt idx="2710">
                  <c:v>4.7899999999999998E-2</c:v>
                </c:pt>
                <c:pt idx="2711">
                  <c:v>4.8300000000000003E-2</c:v>
                </c:pt>
                <c:pt idx="2712">
                  <c:v>4.87E-2</c:v>
                </c:pt>
                <c:pt idx="2713">
                  <c:v>4.9000000000000002E-2</c:v>
                </c:pt>
                <c:pt idx="2714">
                  <c:v>4.9000000000000002E-2</c:v>
                </c:pt>
                <c:pt idx="2715">
                  <c:v>4.8800000000000003E-2</c:v>
                </c:pt>
                <c:pt idx="2716">
                  <c:v>4.8899999999999999E-2</c:v>
                </c:pt>
                <c:pt idx="2717">
                  <c:v>4.9200000000000001E-2</c:v>
                </c:pt>
                <c:pt idx="2718">
                  <c:v>4.9000000000000002E-2</c:v>
                </c:pt>
                <c:pt idx="2719">
                  <c:v>4.9299999999999997E-2</c:v>
                </c:pt>
                <c:pt idx="2720">
                  <c:v>4.9000000000000002E-2</c:v>
                </c:pt>
                <c:pt idx="2721">
                  <c:v>4.9399999999999999E-2</c:v>
                </c:pt>
                <c:pt idx="2722">
                  <c:v>5.04E-2</c:v>
                </c:pt>
                <c:pt idx="2723">
                  <c:v>5.1200000000000002E-2</c:v>
                </c:pt>
                <c:pt idx="2724">
                  <c:v>5.1999999999999998E-2</c:v>
                </c:pt>
                <c:pt idx="2725">
                  <c:v>5.1999999999999998E-2</c:v>
                </c:pt>
                <c:pt idx="2726">
                  <c:v>5.2900000000000003E-2</c:v>
                </c:pt>
                <c:pt idx="2727">
                  <c:v>5.5199999999999999E-2</c:v>
                </c:pt>
                <c:pt idx="2728">
                  <c:v>5.4699999999999999E-2</c:v>
                </c:pt>
                <c:pt idx="2729">
                  <c:v>5.5100000000000003E-2</c:v>
                </c:pt>
                <c:pt idx="2730">
                  <c:v>5.4100000000000002E-2</c:v>
                </c:pt>
                <c:pt idx="2731">
                  <c:v>5.4199999999999998E-2</c:v>
                </c:pt>
                <c:pt idx="2732">
                  <c:v>5.5800000000000002E-2</c:v>
                </c:pt>
                <c:pt idx="2733">
                  <c:v>5.62E-2</c:v>
                </c:pt>
                <c:pt idx="2734">
                  <c:v>5.7000000000000002E-2</c:v>
                </c:pt>
                <c:pt idx="2735">
                  <c:v>5.6399999999999999E-2</c:v>
                </c:pt>
                <c:pt idx="2736">
                  <c:v>5.4600000000000003E-2</c:v>
                </c:pt>
                <c:pt idx="2737">
                  <c:v>5.3199999999999997E-2</c:v>
                </c:pt>
                <c:pt idx="2738">
                  <c:v>5.1700000000000003E-2</c:v>
                </c:pt>
                <c:pt idx="2739">
                  <c:v>5.1700000000000003E-2</c:v>
                </c:pt>
                <c:pt idx="2740">
                  <c:v>5.1900000000000002E-2</c:v>
                </c:pt>
                <c:pt idx="2741">
                  <c:v>5.33E-2</c:v>
                </c:pt>
                <c:pt idx="2742">
                  <c:v>5.3199999999999997E-2</c:v>
                </c:pt>
                <c:pt idx="2743">
                  <c:v>5.45E-2</c:v>
                </c:pt>
                <c:pt idx="2744">
                  <c:v>5.79E-2</c:v>
                </c:pt>
                <c:pt idx="2745">
                  <c:v>5.8599999999999999E-2</c:v>
                </c:pt>
                <c:pt idx="2746">
                  <c:v>5.8099999999999999E-2</c:v>
                </c:pt>
                <c:pt idx="2747">
                  <c:v>5.8400000000000001E-2</c:v>
                </c:pt>
                <c:pt idx="2748">
                  <c:v>5.9400000000000001E-2</c:v>
                </c:pt>
                <c:pt idx="2749">
                  <c:v>6.0199999999999997E-2</c:v>
                </c:pt>
                <c:pt idx="2750">
                  <c:v>6.0199999999999997E-2</c:v>
                </c:pt>
                <c:pt idx="2751">
                  <c:v>5.9299999999999999E-2</c:v>
                </c:pt>
                <c:pt idx="2752">
                  <c:v>5.7599999999999998E-2</c:v>
                </c:pt>
                <c:pt idx="2753">
                  <c:v>5.6599999999999998E-2</c:v>
                </c:pt>
                <c:pt idx="2754">
                  <c:v>5.7200000000000001E-2</c:v>
                </c:pt>
                <c:pt idx="2755">
                  <c:v>5.74E-2</c:v>
                </c:pt>
                <c:pt idx="2756">
                  <c:v>5.8599999999999999E-2</c:v>
                </c:pt>
                <c:pt idx="2757">
                  <c:v>5.9299999999999999E-2</c:v>
                </c:pt>
                <c:pt idx="2758">
                  <c:v>0.06</c:v>
                </c:pt>
                <c:pt idx="2759">
                  <c:v>6.0299999999999999E-2</c:v>
                </c:pt>
                <c:pt idx="2760">
                  <c:v>6.1899999999999997E-2</c:v>
                </c:pt>
                <c:pt idx="2761">
                  <c:v>6.3700000000000007E-2</c:v>
                </c:pt>
                <c:pt idx="2762">
                  <c:v>6.6699999999999995E-2</c:v>
                </c:pt>
                <c:pt idx="2763">
                  <c:v>7.0000000000000007E-2</c:v>
                </c:pt>
                <c:pt idx="2764">
                  <c:v>7.22E-2</c:v>
                </c:pt>
                <c:pt idx="2765">
                  <c:v>7.5999999999999998E-2</c:v>
                </c:pt>
                <c:pt idx="2766">
                  <c:v>7.7899999999999997E-2</c:v>
                </c:pt>
                <c:pt idx="2767">
                  <c:v>8.0799999999999997E-2</c:v>
                </c:pt>
                <c:pt idx="2768">
                  <c:v>8.0399999999999999E-2</c:v>
                </c:pt>
                <c:pt idx="2769">
                  <c:v>7.8200000000000006E-2</c:v>
                </c:pt>
                <c:pt idx="2770">
                  <c:v>7.85E-2</c:v>
                </c:pt>
                <c:pt idx="2771">
                  <c:v>7.7499999999999999E-2</c:v>
                </c:pt>
                <c:pt idx="2772">
                  <c:v>7.9699999999999993E-2</c:v>
                </c:pt>
                <c:pt idx="2773">
                  <c:v>8.0399999999999999E-2</c:v>
                </c:pt>
                <c:pt idx="2774">
                  <c:v>8.1500000000000003E-2</c:v>
                </c:pt>
                <c:pt idx="2775">
                  <c:v>8.3500000000000005E-2</c:v>
                </c:pt>
                <c:pt idx="2776">
                  <c:v>8.4900000000000003E-2</c:v>
                </c:pt>
                <c:pt idx="2777">
                  <c:v>8.48E-2</c:v>
                </c:pt>
                <c:pt idx="2778">
                  <c:v>8.5400000000000004E-2</c:v>
                </c:pt>
                <c:pt idx="2779">
                  <c:v>8.4699999999999998E-2</c:v>
                </c:pt>
                <c:pt idx="2780">
                  <c:v>8.43E-2</c:v>
                </c:pt>
                <c:pt idx="2781">
                  <c:v>8.1799999999999998E-2</c:v>
                </c:pt>
                <c:pt idx="2782">
                  <c:v>8.0600000000000005E-2</c:v>
                </c:pt>
                <c:pt idx="2783">
                  <c:v>8.2100000000000006E-2</c:v>
                </c:pt>
                <c:pt idx="2784">
                  <c:v>8.2100000000000006E-2</c:v>
                </c:pt>
                <c:pt idx="2785">
                  <c:v>8.6199999999999999E-2</c:v>
                </c:pt>
                <c:pt idx="2786">
                  <c:v>8.5400000000000004E-2</c:v>
                </c:pt>
                <c:pt idx="2787">
                  <c:v>8.5599999999999996E-2</c:v>
                </c:pt>
                <c:pt idx="2788">
                  <c:v>8.7300000000000003E-2</c:v>
                </c:pt>
                <c:pt idx="2789">
                  <c:v>9.1800000000000007E-2</c:v>
                </c:pt>
                <c:pt idx="2790">
                  <c:v>9.2799999999999994E-2</c:v>
                </c:pt>
                <c:pt idx="2791">
                  <c:v>9.1499999999999998E-2</c:v>
                </c:pt>
                <c:pt idx="2792">
                  <c:v>9.0499999999999997E-2</c:v>
                </c:pt>
                <c:pt idx="2793">
                  <c:v>8.9800000000000005E-2</c:v>
                </c:pt>
                <c:pt idx="2794">
                  <c:v>9.1800000000000007E-2</c:v>
                </c:pt>
                <c:pt idx="2795">
                  <c:v>9.1800000000000007E-2</c:v>
                </c:pt>
                <c:pt idx="2796">
                  <c:v>9.1300000000000006E-2</c:v>
                </c:pt>
                <c:pt idx="2797">
                  <c:v>9.4500000000000001E-2</c:v>
                </c:pt>
                <c:pt idx="2798">
                  <c:v>9.5500000000000002E-2</c:v>
                </c:pt>
                <c:pt idx="2799">
                  <c:v>9.5799999999999996E-2</c:v>
                </c:pt>
                <c:pt idx="2800">
                  <c:v>9.3299999999999994E-2</c:v>
                </c:pt>
                <c:pt idx="2801">
                  <c:v>9.35E-2</c:v>
                </c:pt>
                <c:pt idx="2802">
                  <c:v>9.2999999999999999E-2</c:v>
                </c:pt>
                <c:pt idx="2803">
                  <c:v>9.3899999999999997E-2</c:v>
                </c:pt>
                <c:pt idx="2804">
                  <c:v>9.6199999999999994E-2</c:v>
                </c:pt>
                <c:pt idx="2805">
                  <c:v>0.1023</c:v>
                </c:pt>
                <c:pt idx="2806">
                  <c:v>0.1019</c:v>
                </c:pt>
                <c:pt idx="2807">
                  <c:v>9.98E-2</c:v>
                </c:pt>
                <c:pt idx="2808">
                  <c:v>9.8500000000000004E-2</c:v>
                </c:pt>
                <c:pt idx="2809">
                  <c:v>9.8500000000000004E-2</c:v>
                </c:pt>
                <c:pt idx="2810">
                  <c:v>9.3600000000000003E-2</c:v>
                </c:pt>
                <c:pt idx="2811">
                  <c:v>9.0399999999999994E-2</c:v>
                </c:pt>
                <c:pt idx="2812">
                  <c:v>8.8900000000000007E-2</c:v>
                </c:pt>
                <c:pt idx="2813">
                  <c:v>8.7599999999999997E-2</c:v>
                </c:pt>
                <c:pt idx="2814">
                  <c:v>8.6099999999999996E-2</c:v>
                </c:pt>
                <c:pt idx="2815">
                  <c:v>8.77E-2</c:v>
                </c:pt>
                <c:pt idx="2816">
                  <c:v>8.5900000000000004E-2</c:v>
                </c:pt>
                <c:pt idx="2817">
                  <c:v>8.5699999999999998E-2</c:v>
                </c:pt>
                <c:pt idx="2818">
                  <c:v>8.4599999999999995E-2</c:v>
                </c:pt>
                <c:pt idx="2819">
                  <c:v>8.4400000000000003E-2</c:v>
                </c:pt>
                <c:pt idx="2820">
                  <c:v>8.2799999999999999E-2</c:v>
                </c:pt>
                <c:pt idx="2821">
                  <c:v>8.3599999999999994E-2</c:v>
                </c:pt>
                <c:pt idx="2822">
                  <c:v>7.8E-2</c:v>
                </c:pt>
                <c:pt idx="2823">
                  <c:v>7.6399999999999996E-2</c:v>
                </c:pt>
                <c:pt idx="2824">
                  <c:v>7.8799999999999995E-2</c:v>
                </c:pt>
                <c:pt idx="2825">
                  <c:v>8.6599999999999996E-2</c:v>
                </c:pt>
                <c:pt idx="2826">
                  <c:v>8.5800000000000001E-2</c:v>
                </c:pt>
                <c:pt idx="2827">
                  <c:v>8.5400000000000004E-2</c:v>
                </c:pt>
                <c:pt idx="2828">
                  <c:v>8.4900000000000003E-2</c:v>
                </c:pt>
                <c:pt idx="2829">
                  <c:v>8.5999999999999993E-2</c:v>
                </c:pt>
                <c:pt idx="2830">
                  <c:v>8.5999999999999993E-2</c:v>
                </c:pt>
                <c:pt idx="2831">
                  <c:v>8.6900000000000005E-2</c:v>
                </c:pt>
                <c:pt idx="2832">
                  <c:v>8.8099999999999998E-2</c:v>
                </c:pt>
                <c:pt idx="2833">
                  <c:v>8.8099999999999998E-2</c:v>
                </c:pt>
                <c:pt idx="2834">
                  <c:v>8.5699999999999998E-2</c:v>
                </c:pt>
                <c:pt idx="2835">
                  <c:v>8.77E-2</c:v>
                </c:pt>
                <c:pt idx="2836">
                  <c:v>8.7499999999999994E-2</c:v>
                </c:pt>
                <c:pt idx="2837">
                  <c:v>8.72E-2</c:v>
                </c:pt>
                <c:pt idx="2838">
                  <c:v>8.72E-2</c:v>
                </c:pt>
                <c:pt idx="2839">
                  <c:v>8.8700000000000001E-2</c:v>
                </c:pt>
                <c:pt idx="2840">
                  <c:v>8.9800000000000005E-2</c:v>
                </c:pt>
                <c:pt idx="2841">
                  <c:v>9.1300000000000006E-2</c:v>
                </c:pt>
                <c:pt idx="2842">
                  <c:v>9.1300000000000006E-2</c:v>
                </c:pt>
                <c:pt idx="2843">
                  <c:v>9.3299999999999994E-2</c:v>
                </c:pt>
                <c:pt idx="2844">
                  <c:v>9.2700000000000005E-2</c:v>
                </c:pt>
                <c:pt idx="2845">
                  <c:v>9.2999999999999999E-2</c:v>
                </c:pt>
                <c:pt idx="2846">
                  <c:v>9.2999999999999999E-2</c:v>
                </c:pt>
                <c:pt idx="2847">
                  <c:v>9.2799999999999994E-2</c:v>
                </c:pt>
                <c:pt idx="2848">
                  <c:v>9.2200000000000004E-2</c:v>
                </c:pt>
                <c:pt idx="2849">
                  <c:v>9.01E-2</c:v>
                </c:pt>
                <c:pt idx="2850">
                  <c:v>0.09</c:v>
                </c:pt>
                <c:pt idx="2851">
                  <c:v>8.9700000000000002E-2</c:v>
                </c:pt>
                <c:pt idx="2852">
                  <c:v>9.0200000000000002E-2</c:v>
                </c:pt>
                <c:pt idx="2853">
                  <c:v>8.9800000000000005E-2</c:v>
                </c:pt>
                <c:pt idx="2854">
                  <c:v>9.0899999999999995E-2</c:v>
                </c:pt>
                <c:pt idx="2855">
                  <c:v>9.1499999999999998E-2</c:v>
                </c:pt>
                <c:pt idx="2856">
                  <c:v>9.3200000000000005E-2</c:v>
                </c:pt>
                <c:pt idx="2857">
                  <c:v>9.3200000000000005E-2</c:v>
                </c:pt>
                <c:pt idx="2858">
                  <c:v>9.35E-2</c:v>
                </c:pt>
                <c:pt idx="2859">
                  <c:v>9.3700000000000006E-2</c:v>
                </c:pt>
                <c:pt idx="2860">
                  <c:v>9.3200000000000005E-2</c:v>
                </c:pt>
                <c:pt idx="2861">
                  <c:v>9.2799999999999994E-2</c:v>
                </c:pt>
                <c:pt idx="2862">
                  <c:v>9.2299999999999993E-2</c:v>
                </c:pt>
                <c:pt idx="2863">
                  <c:v>9.2100000000000001E-2</c:v>
                </c:pt>
                <c:pt idx="2864">
                  <c:v>9.2100000000000001E-2</c:v>
                </c:pt>
                <c:pt idx="2865">
                  <c:v>9.2700000000000005E-2</c:v>
                </c:pt>
                <c:pt idx="2866">
                  <c:v>9.2600000000000002E-2</c:v>
                </c:pt>
                <c:pt idx="2867">
                  <c:v>9.2899999999999996E-2</c:v>
                </c:pt>
                <c:pt idx="2868">
                  <c:v>9.2799999999999994E-2</c:v>
                </c:pt>
                <c:pt idx="2869">
                  <c:v>9.2799999999999994E-2</c:v>
                </c:pt>
                <c:pt idx="2870">
                  <c:v>9.0700000000000003E-2</c:v>
                </c:pt>
                <c:pt idx="2871">
                  <c:v>8.9599999999999999E-2</c:v>
                </c:pt>
                <c:pt idx="2872">
                  <c:v>8.9800000000000005E-2</c:v>
                </c:pt>
                <c:pt idx="2873">
                  <c:v>8.9200000000000002E-2</c:v>
                </c:pt>
                <c:pt idx="2874">
                  <c:v>8.9200000000000002E-2</c:v>
                </c:pt>
                <c:pt idx="2875">
                  <c:v>8.8400000000000006E-2</c:v>
                </c:pt>
                <c:pt idx="2876">
                  <c:v>8.8400000000000006E-2</c:v>
                </c:pt>
                <c:pt idx="2877">
                  <c:v>8.8400000000000006E-2</c:v>
                </c:pt>
                <c:pt idx="2878">
                  <c:v>8.7800000000000003E-2</c:v>
                </c:pt>
                <c:pt idx="2879">
                  <c:v>8.7800000000000003E-2</c:v>
                </c:pt>
                <c:pt idx="2880">
                  <c:v>8.5999999999999993E-2</c:v>
                </c:pt>
                <c:pt idx="2881">
                  <c:v>8.5599999999999996E-2</c:v>
                </c:pt>
                <c:pt idx="2882">
                  <c:v>8.3699999999999997E-2</c:v>
                </c:pt>
                <c:pt idx="2883">
                  <c:v>8.2299999999999998E-2</c:v>
                </c:pt>
                <c:pt idx="2884">
                  <c:v>8.1600000000000006E-2</c:v>
                </c:pt>
                <c:pt idx="2885">
                  <c:v>8.0399999999999999E-2</c:v>
                </c:pt>
                <c:pt idx="2886">
                  <c:v>8.0299999999999996E-2</c:v>
                </c:pt>
                <c:pt idx="2887">
                  <c:v>7.8399999999999997E-2</c:v>
                </c:pt>
                <c:pt idx="2888">
                  <c:v>7.8E-2</c:v>
                </c:pt>
                <c:pt idx="2889">
                  <c:v>7.8799999999999995E-2</c:v>
                </c:pt>
                <c:pt idx="2890">
                  <c:v>7.8399999999999997E-2</c:v>
                </c:pt>
                <c:pt idx="2891">
                  <c:v>7.7100000000000002E-2</c:v>
                </c:pt>
                <c:pt idx="2892">
                  <c:v>7.46E-2</c:v>
                </c:pt>
                <c:pt idx="2893">
                  <c:v>7.3099999999999998E-2</c:v>
                </c:pt>
                <c:pt idx="2894">
                  <c:v>7.3899999999999993E-2</c:v>
                </c:pt>
                <c:pt idx="2895">
                  <c:v>7.3099999999999998E-2</c:v>
                </c:pt>
                <c:pt idx="2896">
                  <c:v>7.2499999999999995E-2</c:v>
                </c:pt>
                <c:pt idx="2897">
                  <c:v>7.2400000000000006E-2</c:v>
                </c:pt>
                <c:pt idx="2898">
                  <c:v>7.3499999999999996E-2</c:v>
                </c:pt>
                <c:pt idx="2899">
                  <c:v>7.3599999999999999E-2</c:v>
                </c:pt>
                <c:pt idx="2900">
                  <c:v>7.3400000000000007E-2</c:v>
                </c:pt>
                <c:pt idx="2901">
                  <c:v>7.4099999999999999E-2</c:v>
                </c:pt>
                <c:pt idx="2902">
                  <c:v>7.4999999999999997E-2</c:v>
                </c:pt>
                <c:pt idx="2903">
                  <c:v>7.3800000000000004E-2</c:v>
                </c:pt>
                <c:pt idx="2904">
                  <c:v>7.3800000000000004E-2</c:v>
                </c:pt>
                <c:pt idx="2905">
                  <c:v>7.1599999999999997E-2</c:v>
                </c:pt>
                <c:pt idx="2906">
                  <c:v>7.1199999999999999E-2</c:v>
                </c:pt>
                <c:pt idx="2907">
                  <c:v>7.0999999999999994E-2</c:v>
                </c:pt>
                <c:pt idx="2908">
                  <c:v>7.0300000000000001E-2</c:v>
                </c:pt>
                <c:pt idx="2909">
                  <c:v>7.0499999999999993E-2</c:v>
                </c:pt>
                <c:pt idx="2910">
                  <c:v>6.9400000000000003E-2</c:v>
                </c:pt>
                <c:pt idx="2911">
                  <c:v>6.8099999999999994E-2</c:v>
                </c:pt>
                <c:pt idx="2912">
                  <c:v>6.6900000000000001E-2</c:v>
                </c:pt>
                <c:pt idx="2913">
                  <c:v>6.6799999999999998E-2</c:v>
                </c:pt>
                <c:pt idx="2914">
                  <c:v>6.7299999999999999E-2</c:v>
                </c:pt>
                <c:pt idx="2915">
                  <c:v>6.9500000000000006E-2</c:v>
                </c:pt>
                <c:pt idx="2916">
                  <c:v>7.0199999999999999E-2</c:v>
                </c:pt>
                <c:pt idx="2917">
                  <c:v>6.88E-2</c:v>
                </c:pt>
                <c:pt idx="2918">
                  <c:v>6.8500000000000005E-2</c:v>
                </c:pt>
                <c:pt idx="2919">
                  <c:v>6.8500000000000005E-2</c:v>
                </c:pt>
                <c:pt idx="2920">
                  <c:v>6.7199999999999996E-2</c:v>
                </c:pt>
                <c:pt idx="2921">
                  <c:v>6.5500000000000003E-2</c:v>
                </c:pt>
                <c:pt idx="2922">
                  <c:v>6.5000000000000002E-2</c:v>
                </c:pt>
                <c:pt idx="2923">
                  <c:v>6.3600000000000004E-2</c:v>
                </c:pt>
                <c:pt idx="2924">
                  <c:v>6.3600000000000004E-2</c:v>
                </c:pt>
                <c:pt idx="2925">
                  <c:v>6.3799999999999996E-2</c:v>
                </c:pt>
                <c:pt idx="2926">
                  <c:v>6.4399999999999999E-2</c:v>
                </c:pt>
                <c:pt idx="2927">
                  <c:v>6.6000000000000003E-2</c:v>
                </c:pt>
                <c:pt idx="2928">
                  <c:v>6.7000000000000004E-2</c:v>
                </c:pt>
                <c:pt idx="2929">
                  <c:v>6.6400000000000001E-2</c:v>
                </c:pt>
                <c:pt idx="2930">
                  <c:v>6.6199999999999995E-2</c:v>
                </c:pt>
                <c:pt idx="2931">
                  <c:v>6.6299999999999998E-2</c:v>
                </c:pt>
                <c:pt idx="2932">
                  <c:v>6.7299999999999999E-2</c:v>
                </c:pt>
                <c:pt idx="2933">
                  <c:v>6.7400000000000002E-2</c:v>
                </c:pt>
                <c:pt idx="2934">
                  <c:v>6.7599999999999993E-2</c:v>
                </c:pt>
                <c:pt idx="2935">
                  <c:v>6.7599999999999993E-2</c:v>
                </c:pt>
                <c:pt idx="2936">
                  <c:v>6.8599999999999994E-2</c:v>
                </c:pt>
                <c:pt idx="2937">
                  <c:v>7.0400000000000004E-2</c:v>
                </c:pt>
                <c:pt idx="2938">
                  <c:v>7.0400000000000004E-2</c:v>
                </c:pt>
                <c:pt idx="2939">
                  <c:v>7.0800000000000002E-2</c:v>
                </c:pt>
                <c:pt idx="2940">
                  <c:v>7.3999999999999996E-2</c:v>
                </c:pt>
                <c:pt idx="2941">
                  <c:v>7.3999999999999996E-2</c:v>
                </c:pt>
                <c:pt idx="2942">
                  <c:v>7.3400000000000007E-2</c:v>
                </c:pt>
                <c:pt idx="2943">
                  <c:v>7.3599999999999999E-2</c:v>
                </c:pt>
                <c:pt idx="2944">
                  <c:v>7.3899999999999993E-2</c:v>
                </c:pt>
                <c:pt idx="2945">
                  <c:v>7.3099999999999998E-2</c:v>
                </c:pt>
                <c:pt idx="2946">
                  <c:v>7.3200000000000001E-2</c:v>
                </c:pt>
                <c:pt idx="2947">
                  <c:v>7.3499999999999996E-2</c:v>
                </c:pt>
                <c:pt idx="2948">
                  <c:v>7.3499999999999996E-2</c:v>
                </c:pt>
                <c:pt idx="2949">
                  <c:v>7.4399999999999994E-2</c:v>
                </c:pt>
                <c:pt idx="2950">
                  <c:v>7.3700000000000002E-2</c:v>
                </c:pt>
                <c:pt idx="2951">
                  <c:v>7.2300000000000003E-2</c:v>
                </c:pt>
                <c:pt idx="2952">
                  <c:v>7.2400000000000006E-2</c:v>
                </c:pt>
                <c:pt idx="2953">
                  <c:v>7.2099999999999997E-2</c:v>
                </c:pt>
                <c:pt idx="2954">
                  <c:v>7.1900000000000006E-2</c:v>
                </c:pt>
                <c:pt idx="2955">
                  <c:v>7.1400000000000005E-2</c:v>
                </c:pt>
                <c:pt idx="2956">
                  <c:v>7.1099999999999997E-2</c:v>
                </c:pt>
                <c:pt idx="2957">
                  <c:v>7.0499999999999993E-2</c:v>
                </c:pt>
                <c:pt idx="2958">
                  <c:v>7.0300000000000001E-2</c:v>
                </c:pt>
                <c:pt idx="2959">
                  <c:v>7.0400000000000004E-2</c:v>
                </c:pt>
                <c:pt idx="2960">
                  <c:v>7.1499999999999994E-2</c:v>
                </c:pt>
                <c:pt idx="2961">
                  <c:v>7.3400000000000007E-2</c:v>
                </c:pt>
                <c:pt idx="2962">
                  <c:v>7.2900000000000006E-2</c:v>
                </c:pt>
                <c:pt idx="2963">
                  <c:v>7.3300000000000004E-2</c:v>
                </c:pt>
                <c:pt idx="2964">
                  <c:v>7.5600000000000001E-2</c:v>
                </c:pt>
                <c:pt idx="2965">
                  <c:v>7.6300000000000007E-2</c:v>
                </c:pt>
                <c:pt idx="2966">
                  <c:v>7.7899999999999997E-2</c:v>
                </c:pt>
                <c:pt idx="2967">
                  <c:v>7.9100000000000004E-2</c:v>
                </c:pt>
                <c:pt idx="2968">
                  <c:v>8.0799999999999997E-2</c:v>
                </c:pt>
                <c:pt idx="2969">
                  <c:v>8.1199999999999994E-2</c:v>
                </c:pt>
                <c:pt idx="2970">
                  <c:v>7.9500000000000001E-2</c:v>
                </c:pt>
                <c:pt idx="2971">
                  <c:v>8.1600000000000006E-2</c:v>
                </c:pt>
                <c:pt idx="2972">
                  <c:v>8.2100000000000006E-2</c:v>
                </c:pt>
                <c:pt idx="2973">
                  <c:v>8.2600000000000007E-2</c:v>
                </c:pt>
                <c:pt idx="2974">
                  <c:v>8.2600000000000007E-2</c:v>
                </c:pt>
                <c:pt idx="2975">
                  <c:v>8.1600000000000006E-2</c:v>
                </c:pt>
                <c:pt idx="2976">
                  <c:v>8.48E-2</c:v>
                </c:pt>
                <c:pt idx="2977">
                  <c:v>8.5599999999999996E-2</c:v>
                </c:pt>
                <c:pt idx="2978">
                  <c:v>8.7099999999999997E-2</c:v>
                </c:pt>
                <c:pt idx="2979">
                  <c:v>8.6900000000000005E-2</c:v>
                </c:pt>
                <c:pt idx="2980">
                  <c:v>8.6800000000000002E-2</c:v>
                </c:pt>
                <c:pt idx="2981">
                  <c:v>8.6300000000000002E-2</c:v>
                </c:pt>
                <c:pt idx="2982">
                  <c:v>8.4400000000000003E-2</c:v>
                </c:pt>
                <c:pt idx="2983">
                  <c:v>8.4699999999999998E-2</c:v>
                </c:pt>
                <c:pt idx="2984">
                  <c:v>8.3599999999999994E-2</c:v>
                </c:pt>
                <c:pt idx="2985">
                  <c:v>8.4400000000000003E-2</c:v>
                </c:pt>
                <c:pt idx="2986">
                  <c:v>8.4099999999999994E-2</c:v>
                </c:pt>
                <c:pt idx="2987">
                  <c:v>8.4699999999999998E-2</c:v>
                </c:pt>
                <c:pt idx="2988">
                  <c:v>8.3900000000000002E-2</c:v>
                </c:pt>
                <c:pt idx="2989">
                  <c:v>8.3099999999999993E-2</c:v>
                </c:pt>
                <c:pt idx="2990">
                  <c:v>8.1900000000000001E-2</c:v>
                </c:pt>
                <c:pt idx="2991">
                  <c:v>7.9799999999999996E-2</c:v>
                </c:pt>
                <c:pt idx="2992">
                  <c:v>7.9699999999999993E-2</c:v>
                </c:pt>
                <c:pt idx="2993">
                  <c:v>7.9500000000000001E-2</c:v>
                </c:pt>
                <c:pt idx="2994">
                  <c:v>7.9799999999999996E-2</c:v>
                </c:pt>
                <c:pt idx="2995">
                  <c:v>7.9699999999999993E-2</c:v>
                </c:pt>
                <c:pt idx="2996">
                  <c:v>7.9299999999999995E-2</c:v>
                </c:pt>
                <c:pt idx="2997">
                  <c:v>0.08</c:v>
                </c:pt>
                <c:pt idx="2998">
                  <c:v>7.8399999999999997E-2</c:v>
                </c:pt>
                <c:pt idx="2999">
                  <c:v>7.7600000000000002E-2</c:v>
                </c:pt>
                <c:pt idx="3000">
                  <c:v>7.6399999999999996E-2</c:v>
                </c:pt>
                <c:pt idx="3001">
                  <c:v>7.6399999999999996E-2</c:v>
                </c:pt>
                <c:pt idx="3002">
                  <c:v>7.6399999999999996E-2</c:v>
                </c:pt>
                <c:pt idx="3003">
                  <c:v>7.7200000000000005E-2</c:v>
                </c:pt>
                <c:pt idx="3004">
                  <c:v>7.7499999999999999E-2</c:v>
                </c:pt>
                <c:pt idx="3005">
                  <c:v>7.6999999999999999E-2</c:v>
                </c:pt>
                <c:pt idx="3006">
                  <c:v>7.6899999999999996E-2</c:v>
                </c:pt>
                <c:pt idx="3007">
                  <c:v>7.6799999999999993E-2</c:v>
                </c:pt>
                <c:pt idx="3008">
                  <c:v>7.7100000000000002E-2</c:v>
                </c:pt>
                <c:pt idx="3009">
                  <c:v>7.7600000000000002E-2</c:v>
                </c:pt>
                <c:pt idx="3010">
                  <c:v>7.8E-2</c:v>
                </c:pt>
                <c:pt idx="3011">
                  <c:v>7.7299999999999994E-2</c:v>
                </c:pt>
                <c:pt idx="3012">
                  <c:v>7.6499999999999999E-2</c:v>
                </c:pt>
                <c:pt idx="3013">
                  <c:v>7.6999999999999999E-2</c:v>
                </c:pt>
                <c:pt idx="3014">
                  <c:v>7.9000000000000001E-2</c:v>
                </c:pt>
                <c:pt idx="3015">
                  <c:v>7.9899999999999999E-2</c:v>
                </c:pt>
                <c:pt idx="3016">
                  <c:v>8.0600000000000005E-2</c:v>
                </c:pt>
                <c:pt idx="3017">
                  <c:v>8.0100000000000005E-2</c:v>
                </c:pt>
                <c:pt idx="3018">
                  <c:v>7.8799999999999995E-2</c:v>
                </c:pt>
                <c:pt idx="3019">
                  <c:v>7.7700000000000005E-2</c:v>
                </c:pt>
                <c:pt idx="3020">
                  <c:v>7.6799999999999993E-2</c:v>
                </c:pt>
                <c:pt idx="3021">
                  <c:v>7.51E-2</c:v>
                </c:pt>
                <c:pt idx="3022">
                  <c:v>7.5800000000000006E-2</c:v>
                </c:pt>
                <c:pt idx="3023">
                  <c:v>7.3899999999999993E-2</c:v>
                </c:pt>
                <c:pt idx="3024">
                  <c:v>7.2599999999999998E-2</c:v>
                </c:pt>
                <c:pt idx="3025">
                  <c:v>6.9800000000000001E-2</c:v>
                </c:pt>
                <c:pt idx="3026">
                  <c:v>6.9900000000000004E-2</c:v>
                </c:pt>
                <c:pt idx="3027">
                  <c:v>6.9699999999999998E-2</c:v>
                </c:pt>
                <c:pt idx="3028">
                  <c:v>7.0199999999999999E-2</c:v>
                </c:pt>
                <c:pt idx="3029">
                  <c:v>7.0099999999999996E-2</c:v>
                </c:pt>
                <c:pt idx="3030">
                  <c:v>7.0099999999999996E-2</c:v>
                </c:pt>
                <c:pt idx="3031">
                  <c:v>6.9500000000000006E-2</c:v>
                </c:pt>
                <c:pt idx="3032">
                  <c:v>6.9400000000000003E-2</c:v>
                </c:pt>
                <c:pt idx="3033">
                  <c:v>6.9500000000000006E-2</c:v>
                </c:pt>
                <c:pt idx="3034">
                  <c:v>6.9099999999999995E-2</c:v>
                </c:pt>
                <c:pt idx="3035">
                  <c:v>6.83E-2</c:v>
                </c:pt>
                <c:pt idx="3036">
                  <c:v>6.8900000000000003E-2</c:v>
                </c:pt>
                <c:pt idx="3037">
                  <c:v>6.9900000000000004E-2</c:v>
                </c:pt>
                <c:pt idx="3038">
                  <c:v>7.0199999999999999E-2</c:v>
                </c:pt>
                <c:pt idx="3039">
                  <c:v>7.0300000000000001E-2</c:v>
                </c:pt>
                <c:pt idx="3040">
                  <c:v>7.0199999999999999E-2</c:v>
                </c:pt>
                <c:pt idx="3041">
                  <c:v>6.9400000000000003E-2</c:v>
                </c:pt>
                <c:pt idx="3042">
                  <c:v>7.0099999999999996E-2</c:v>
                </c:pt>
                <c:pt idx="3043">
                  <c:v>7.0000000000000007E-2</c:v>
                </c:pt>
                <c:pt idx="3044">
                  <c:v>7.0000000000000007E-2</c:v>
                </c:pt>
                <c:pt idx="3045">
                  <c:v>6.9400000000000003E-2</c:v>
                </c:pt>
                <c:pt idx="3046">
                  <c:v>6.8699999999999997E-2</c:v>
                </c:pt>
                <c:pt idx="3047">
                  <c:v>6.7000000000000004E-2</c:v>
                </c:pt>
                <c:pt idx="3048">
                  <c:v>6.5699999999999995E-2</c:v>
                </c:pt>
                <c:pt idx="3049">
                  <c:v>6.54E-2</c:v>
                </c:pt>
                <c:pt idx="3050">
                  <c:v>6.5699999999999995E-2</c:v>
                </c:pt>
                <c:pt idx="3051">
                  <c:v>6.4000000000000001E-2</c:v>
                </c:pt>
                <c:pt idx="3052">
                  <c:v>6.4600000000000005E-2</c:v>
                </c:pt>
                <c:pt idx="3053">
                  <c:v>6.2300000000000001E-2</c:v>
                </c:pt>
                <c:pt idx="3054">
                  <c:v>6.2199999999999998E-2</c:v>
                </c:pt>
                <c:pt idx="3055">
                  <c:v>6.2199999999999998E-2</c:v>
                </c:pt>
                <c:pt idx="3056">
                  <c:v>6.2700000000000006E-2</c:v>
                </c:pt>
                <c:pt idx="3057">
                  <c:v>6.4199999999999993E-2</c:v>
                </c:pt>
                <c:pt idx="3058">
                  <c:v>6.4000000000000001E-2</c:v>
                </c:pt>
                <c:pt idx="3059">
                  <c:v>6.4600000000000005E-2</c:v>
                </c:pt>
                <c:pt idx="3060">
                  <c:v>6.4100000000000004E-2</c:v>
                </c:pt>
                <c:pt idx="3061">
                  <c:v>6.6199999999999995E-2</c:v>
                </c:pt>
                <c:pt idx="3062">
                  <c:v>6.6500000000000004E-2</c:v>
                </c:pt>
                <c:pt idx="3063">
                  <c:v>6.6400000000000001E-2</c:v>
                </c:pt>
                <c:pt idx="3064">
                  <c:v>6.59E-2</c:v>
                </c:pt>
                <c:pt idx="3065">
                  <c:v>6.5199999999999994E-2</c:v>
                </c:pt>
                <c:pt idx="3066">
                  <c:v>6.4600000000000005E-2</c:v>
                </c:pt>
                <c:pt idx="3067">
                  <c:v>6.4399999999999999E-2</c:v>
                </c:pt>
                <c:pt idx="3068">
                  <c:v>6.3200000000000006E-2</c:v>
                </c:pt>
                <c:pt idx="3069">
                  <c:v>6.3200000000000006E-2</c:v>
                </c:pt>
                <c:pt idx="3070">
                  <c:v>6.3500000000000001E-2</c:v>
                </c:pt>
                <c:pt idx="3071">
                  <c:v>6.4399999999999999E-2</c:v>
                </c:pt>
                <c:pt idx="3072">
                  <c:v>6.3899999999999998E-2</c:v>
                </c:pt>
                <c:pt idx="3073">
                  <c:v>6.3700000000000007E-2</c:v>
                </c:pt>
                <c:pt idx="3074">
                  <c:v>6.2899999999999998E-2</c:v>
                </c:pt>
                <c:pt idx="3075">
                  <c:v>6.1600000000000002E-2</c:v>
                </c:pt>
                <c:pt idx="3076">
                  <c:v>6.0100000000000001E-2</c:v>
                </c:pt>
                <c:pt idx="3077">
                  <c:v>5.9799999999999999E-2</c:v>
                </c:pt>
                <c:pt idx="3078">
                  <c:v>5.96E-2</c:v>
                </c:pt>
                <c:pt idx="3079">
                  <c:v>5.96E-2</c:v>
                </c:pt>
                <c:pt idx="3080">
                  <c:v>5.96E-2</c:v>
                </c:pt>
                <c:pt idx="3081">
                  <c:v>6.0600000000000001E-2</c:v>
                </c:pt>
                <c:pt idx="3082">
                  <c:v>6.0299999999999999E-2</c:v>
                </c:pt>
                <c:pt idx="3083">
                  <c:v>6.13E-2</c:v>
                </c:pt>
                <c:pt idx="3084">
                  <c:v>6.1800000000000001E-2</c:v>
                </c:pt>
                <c:pt idx="3085">
                  <c:v>6.1800000000000001E-2</c:v>
                </c:pt>
                <c:pt idx="3086">
                  <c:v>6.1499999999999999E-2</c:v>
                </c:pt>
                <c:pt idx="3087">
                  <c:v>6.0999999999999999E-2</c:v>
                </c:pt>
                <c:pt idx="3088">
                  <c:v>6.1100000000000002E-2</c:v>
                </c:pt>
                <c:pt idx="3089">
                  <c:v>6.1400000000000003E-2</c:v>
                </c:pt>
                <c:pt idx="3090">
                  <c:v>6.1100000000000002E-2</c:v>
                </c:pt>
                <c:pt idx="3091">
                  <c:v>6.08E-2</c:v>
                </c:pt>
                <c:pt idx="3092">
                  <c:v>6.1100000000000002E-2</c:v>
                </c:pt>
                <c:pt idx="3093">
                  <c:v>6.1499999999999999E-2</c:v>
                </c:pt>
                <c:pt idx="3094">
                  <c:v>6.1499999999999999E-2</c:v>
                </c:pt>
                <c:pt idx="3095">
                  <c:v>6.1699999999999998E-2</c:v>
                </c:pt>
                <c:pt idx="3096">
                  <c:v>6.1600000000000002E-2</c:v>
                </c:pt>
                <c:pt idx="3097">
                  <c:v>6.2E-2</c:v>
                </c:pt>
                <c:pt idx="3098">
                  <c:v>6.2700000000000006E-2</c:v>
                </c:pt>
                <c:pt idx="3099">
                  <c:v>6.2300000000000001E-2</c:v>
                </c:pt>
                <c:pt idx="3100">
                  <c:v>6.1499999999999999E-2</c:v>
                </c:pt>
                <c:pt idx="3101">
                  <c:v>6.0900000000000003E-2</c:v>
                </c:pt>
                <c:pt idx="3102">
                  <c:v>6.0900000000000003E-2</c:v>
                </c:pt>
                <c:pt idx="3103">
                  <c:v>6.0199999999999997E-2</c:v>
                </c:pt>
                <c:pt idx="3104">
                  <c:v>6.0100000000000001E-2</c:v>
                </c:pt>
                <c:pt idx="3105">
                  <c:v>5.9400000000000001E-2</c:v>
                </c:pt>
                <c:pt idx="3106">
                  <c:v>5.9799999999999999E-2</c:v>
                </c:pt>
                <c:pt idx="3107">
                  <c:v>5.8900000000000001E-2</c:v>
                </c:pt>
                <c:pt idx="3108">
                  <c:v>5.8500000000000003E-2</c:v>
                </c:pt>
                <c:pt idx="3109">
                  <c:v>5.7700000000000001E-2</c:v>
                </c:pt>
                <c:pt idx="3110">
                  <c:v>5.7799999999999997E-2</c:v>
                </c:pt>
                <c:pt idx="3111">
                  <c:v>5.7299999999999997E-2</c:v>
                </c:pt>
                <c:pt idx="3112">
                  <c:v>5.7299999999999997E-2</c:v>
                </c:pt>
                <c:pt idx="3113">
                  <c:v>5.7099999999999998E-2</c:v>
                </c:pt>
                <c:pt idx="3114">
                  <c:v>5.7700000000000001E-2</c:v>
                </c:pt>
                <c:pt idx="3115">
                  <c:v>5.7099999999999998E-2</c:v>
                </c:pt>
                <c:pt idx="3116">
                  <c:v>5.62E-2</c:v>
                </c:pt>
                <c:pt idx="3117">
                  <c:v>5.5599999999999997E-2</c:v>
                </c:pt>
                <c:pt idx="3118">
                  <c:v>5.5199999999999999E-2</c:v>
                </c:pt>
                <c:pt idx="3119">
                  <c:v>5.5E-2</c:v>
                </c:pt>
                <c:pt idx="3120">
                  <c:v>5.4699999999999999E-2</c:v>
                </c:pt>
                <c:pt idx="3121">
                  <c:v>5.3999999999999999E-2</c:v>
                </c:pt>
                <c:pt idx="3122">
                  <c:v>5.3699999999999998E-2</c:v>
                </c:pt>
                <c:pt idx="3123">
                  <c:v>5.3800000000000001E-2</c:v>
                </c:pt>
                <c:pt idx="3124">
                  <c:v>5.3699999999999998E-2</c:v>
                </c:pt>
                <c:pt idx="3125">
                  <c:v>5.3699999999999998E-2</c:v>
                </c:pt>
                <c:pt idx="3126">
                  <c:v>5.3499999999999999E-2</c:v>
                </c:pt>
                <c:pt idx="3127">
                  <c:v>5.3699999999999998E-2</c:v>
                </c:pt>
                <c:pt idx="3128">
                  <c:v>5.3900000000000003E-2</c:v>
                </c:pt>
                <c:pt idx="3129">
                  <c:v>5.3900000000000003E-2</c:v>
                </c:pt>
                <c:pt idx="3130">
                  <c:v>5.3900000000000003E-2</c:v>
                </c:pt>
                <c:pt idx="3131">
                  <c:v>5.1900000000000002E-2</c:v>
                </c:pt>
                <c:pt idx="3132">
                  <c:v>5.0599999999999999E-2</c:v>
                </c:pt>
                <c:pt idx="3133">
                  <c:v>4.9500000000000002E-2</c:v>
                </c:pt>
                <c:pt idx="3134">
                  <c:v>4.9000000000000002E-2</c:v>
                </c:pt>
                <c:pt idx="3135">
                  <c:v>4.8800000000000003E-2</c:v>
                </c:pt>
                <c:pt idx="3136">
                  <c:v>4.8300000000000003E-2</c:v>
                </c:pt>
                <c:pt idx="3137">
                  <c:v>4.7600000000000003E-2</c:v>
                </c:pt>
                <c:pt idx="3138">
                  <c:v>4.7199999999999999E-2</c:v>
                </c:pt>
                <c:pt idx="3139">
                  <c:v>4.7699999999999999E-2</c:v>
                </c:pt>
                <c:pt idx="3140">
                  <c:v>4.9200000000000001E-2</c:v>
                </c:pt>
                <c:pt idx="3141">
                  <c:v>4.9700000000000001E-2</c:v>
                </c:pt>
                <c:pt idx="3142">
                  <c:v>4.8500000000000001E-2</c:v>
                </c:pt>
                <c:pt idx="3143">
                  <c:v>4.8399999999999999E-2</c:v>
                </c:pt>
                <c:pt idx="3144">
                  <c:v>4.8399999999999999E-2</c:v>
                </c:pt>
                <c:pt idx="3145">
                  <c:v>4.9000000000000002E-2</c:v>
                </c:pt>
                <c:pt idx="3146">
                  <c:v>0.05</c:v>
                </c:pt>
                <c:pt idx="3147">
                  <c:v>5.0900000000000001E-2</c:v>
                </c:pt>
                <c:pt idx="3148">
                  <c:v>5.0099999999999999E-2</c:v>
                </c:pt>
                <c:pt idx="3149">
                  <c:v>0.05</c:v>
                </c:pt>
                <c:pt idx="3150">
                  <c:v>5.1499999999999997E-2</c:v>
                </c:pt>
                <c:pt idx="3151">
                  <c:v>5.2499999999999998E-2</c:v>
                </c:pt>
                <c:pt idx="3152">
                  <c:v>5.3999999999999999E-2</c:v>
                </c:pt>
                <c:pt idx="3153">
                  <c:v>5.4699999999999999E-2</c:v>
                </c:pt>
                <c:pt idx="3154">
                  <c:v>5.5100000000000003E-2</c:v>
                </c:pt>
                <c:pt idx="3155">
                  <c:v>5.5500000000000001E-2</c:v>
                </c:pt>
                <c:pt idx="3156">
                  <c:v>5.5500000000000001E-2</c:v>
                </c:pt>
                <c:pt idx="3157">
                  <c:v>5.5800000000000002E-2</c:v>
                </c:pt>
                <c:pt idx="3158">
                  <c:v>5.57E-2</c:v>
                </c:pt>
                <c:pt idx="3159">
                  <c:v>5.5800000000000002E-2</c:v>
                </c:pt>
                <c:pt idx="3160">
                  <c:v>5.5500000000000001E-2</c:v>
                </c:pt>
                <c:pt idx="3161">
                  <c:v>5.4300000000000001E-2</c:v>
                </c:pt>
                <c:pt idx="3162">
                  <c:v>5.45E-2</c:v>
                </c:pt>
                <c:pt idx="3163">
                  <c:v>5.4100000000000002E-2</c:v>
                </c:pt>
                <c:pt idx="3164">
                  <c:v>5.4100000000000002E-2</c:v>
                </c:pt>
                <c:pt idx="3165">
                  <c:v>5.3999999999999999E-2</c:v>
                </c:pt>
                <c:pt idx="3166">
                  <c:v>5.2999999999999999E-2</c:v>
                </c:pt>
                <c:pt idx="3167">
                  <c:v>5.3900000000000003E-2</c:v>
                </c:pt>
                <c:pt idx="3168">
                  <c:v>5.3800000000000001E-2</c:v>
                </c:pt>
                <c:pt idx="3169">
                  <c:v>5.3400000000000003E-2</c:v>
                </c:pt>
                <c:pt idx="3170">
                  <c:v>5.5199999999999999E-2</c:v>
                </c:pt>
                <c:pt idx="3171">
                  <c:v>5.5199999999999999E-2</c:v>
                </c:pt>
                <c:pt idx="3172">
                  <c:v>5.4899999999999997E-2</c:v>
                </c:pt>
                <c:pt idx="3173">
                  <c:v>5.5300000000000002E-2</c:v>
                </c:pt>
                <c:pt idx="3174">
                  <c:v>5.5100000000000003E-2</c:v>
                </c:pt>
                <c:pt idx="3175">
                  <c:v>5.4199999999999998E-2</c:v>
                </c:pt>
                <c:pt idx="3176">
                  <c:v>5.4199999999999998E-2</c:v>
                </c:pt>
                <c:pt idx="3177">
                  <c:v>5.33E-2</c:v>
                </c:pt>
                <c:pt idx="3178">
                  <c:v>5.2699999999999997E-2</c:v>
                </c:pt>
                <c:pt idx="3179">
                  <c:v>5.28E-2</c:v>
                </c:pt>
                <c:pt idx="3180">
                  <c:v>5.2699999999999997E-2</c:v>
                </c:pt>
                <c:pt idx="3181">
                  <c:v>5.3100000000000001E-2</c:v>
                </c:pt>
                <c:pt idx="3182">
                  <c:v>5.2699999999999997E-2</c:v>
                </c:pt>
                <c:pt idx="3183">
                  <c:v>5.3199999999999997E-2</c:v>
                </c:pt>
                <c:pt idx="3184">
                  <c:v>5.4300000000000001E-2</c:v>
                </c:pt>
                <c:pt idx="3185">
                  <c:v>5.4300000000000001E-2</c:v>
                </c:pt>
                <c:pt idx="3186">
                  <c:v>5.2900000000000003E-2</c:v>
                </c:pt>
                <c:pt idx="3187">
                  <c:v>5.3199999999999997E-2</c:v>
                </c:pt>
                <c:pt idx="3188">
                  <c:v>5.3600000000000002E-2</c:v>
                </c:pt>
                <c:pt idx="3189">
                  <c:v>5.3900000000000003E-2</c:v>
                </c:pt>
                <c:pt idx="3190">
                  <c:v>5.3699999999999998E-2</c:v>
                </c:pt>
                <c:pt idx="3191">
                  <c:v>5.4899999999999997E-2</c:v>
                </c:pt>
                <c:pt idx="3192">
                  <c:v>5.5300000000000002E-2</c:v>
                </c:pt>
                <c:pt idx="3193">
                  <c:v>5.5300000000000002E-2</c:v>
                </c:pt>
                <c:pt idx="3194">
                  <c:v>5.5199999999999999E-2</c:v>
                </c:pt>
                <c:pt idx="3195">
                  <c:v>5.4899999999999997E-2</c:v>
                </c:pt>
                <c:pt idx="3196">
                  <c:v>5.4600000000000003E-2</c:v>
                </c:pt>
                <c:pt idx="3197">
                  <c:v>5.45E-2</c:v>
                </c:pt>
                <c:pt idx="3198">
                  <c:v>5.4100000000000002E-2</c:v>
                </c:pt>
                <c:pt idx="3199">
                  <c:v>5.3499999999999999E-2</c:v>
                </c:pt>
                <c:pt idx="3200">
                  <c:v>5.3199999999999997E-2</c:v>
                </c:pt>
                <c:pt idx="3201">
                  <c:v>5.1900000000000002E-2</c:v>
                </c:pt>
                <c:pt idx="3202">
                  <c:v>5.1400000000000001E-2</c:v>
                </c:pt>
                <c:pt idx="3203">
                  <c:v>5.1900000000000002E-2</c:v>
                </c:pt>
                <c:pt idx="3204">
                  <c:v>5.21E-2</c:v>
                </c:pt>
                <c:pt idx="3205">
                  <c:v>5.2200000000000003E-2</c:v>
                </c:pt>
                <c:pt idx="3206">
                  <c:v>5.2200000000000003E-2</c:v>
                </c:pt>
                <c:pt idx="3207">
                  <c:v>5.2499999999999998E-2</c:v>
                </c:pt>
                <c:pt idx="3208">
                  <c:v>5.2200000000000003E-2</c:v>
                </c:pt>
                <c:pt idx="3209">
                  <c:v>5.1999999999999998E-2</c:v>
                </c:pt>
                <c:pt idx="3210">
                  <c:v>5.1299999999999998E-2</c:v>
                </c:pt>
                <c:pt idx="3211">
                  <c:v>5.0799999999999998E-2</c:v>
                </c:pt>
                <c:pt idx="3212">
                  <c:v>5.0500000000000003E-2</c:v>
                </c:pt>
                <c:pt idx="3213">
                  <c:v>5.0700000000000002E-2</c:v>
                </c:pt>
                <c:pt idx="3214">
                  <c:v>4.9599999999999998E-2</c:v>
                </c:pt>
                <c:pt idx="3215">
                  <c:v>4.8899999999999999E-2</c:v>
                </c:pt>
                <c:pt idx="3216">
                  <c:v>4.8599999999999997E-2</c:v>
                </c:pt>
                <c:pt idx="3217">
                  <c:v>4.9200000000000001E-2</c:v>
                </c:pt>
                <c:pt idx="3218">
                  <c:v>4.82E-2</c:v>
                </c:pt>
                <c:pt idx="3219">
                  <c:v>4.7800000000000002E-2</c:v>
                </c:pt>
                <c:pt idx="3220">
                  <c:v>4.6800000000000001E-2</c:v>
                </c:pt>
                <c:pt idx="3221">
                  <c:v>4.6600000000000003E-2</c:v>
                </c:pt>
                <c:pt idx="3222">
                  <c:v>4.7300000000000002E-2</c:v>
                </c:pt>
                <c:pt idx="3223">
                  <c:v>4.6600000000000003E-2</c:v>
                </c:pt>
                <c:pt idx="3224">
                  <c:v>4.7300000000000002E-2</c:v>
                </c:pt>
                <c:pt idx="3225">
                  <c:v>4.82E-2</c:v>
                </c:pt>
                <c:pt idx="3226">
                  <c:v>4.8599999999999997E-2</c:v>
                </c:pt>
                <c:pt idx="3227">
                  <c:v>4.8899999999999999E-2</c:v>
                </c:pt>
                <c:pt idx="3228">
                  <c:v>4.87E-2</c:v>
                </c:pt>
                <c:pt idx="3229">
                  <c:v>4.8399999999999999E-2</c:v>
                </c:pt>
                <c:pt idx="3230">
                  <c:v>4.8099999999999997E-2</c:v>
                </c:pt>
                <c:pt idx="3231">
                  <c:v>4.7800000000000002E-2</c:v>
                </c:pt>
                <c:pt idx="3232">
                  <c:v>4.8500000000000001E-2</c:v>
                </c:pt>
                <c:pt idx="3233">
                  <c:v>4.8800000000000003E-2</c:v>
                </c:pt>
                <c:pt idx="3234">
                  <c:v>4.8800000000000003E-2</c:v>
                </c:pt>
                <c:pt idx="3235">
                  <c:v>4.8099999999999997E-2</c:v>
                </c:pt>
                <c:pt idx="3236">
                  <c:v>4.9099999999999998E-2</c:v>
                </c:pt>
                <c:pt idx="3237">
                  <c:v>4.99E-2</c:v>
                </c:pt>
                <c:pt idx="3238">
                  <c:v>5.0799999999999998E-2</c:v>
                </c:pt>
                <c:pt idx="3239">
                  <c:v>5.1700000000000003E-2</c:v>
                </c:pt>
                <c:pt idx="3240">
                  <c:v>5.1499999999999997E-2</c:v>
                </c:pt>
                <c:pt idx="3241">
                  <c:v>5.2600000000000001E-2</c:v>
                </c:pt>
                <c:pt idx="3242">
                  <c:v>5.3999999999999999E-2</c:v>
                </c:pt>
                <c:pt idx="3243">
                  <c:v>5.4300000000000001E-2</c:v>
                </c:pt>
                <c:pt idx="3244">
                  <c:v>5.3699999999999998E-2</c:v>
                </c:pt>
                <c:pt idx="3245">
                  <c:v>5.5899999999999998E-2</c:v>
                </c:pt>
                <c:pt idx="3246">
                  <c:v>5.57E-2</c:v>
                </c:pt>
                <c:pt idx="3247">
                  <c:v>5.74E-2</c:v>
                </c:pt>
                <c:pt idx="3248">
                  <c:v>5.6500000000000002E-2</c:v>
                </c:pt>
                <c:pt idx="3249">
                  <c:v>5.5599999999999997E-2</c:v>
                </c:pt>
                <c:pt idx="3250">
                  <c:v>5.4899999999999997E-2</c:v>
                </c:pt>
                <c:pt idx="3251">
                  <c:v>5.4899999999999997E-2</c:v>
                </c:pt>
                <c:pt idx="3252">
                  <c:v>5.6800000000000003E-2</c:v>
                </c:pt>
                <c:pt idx="3253">
                  <c:v>5.7299999999999997E-2</c:v>
                </c:pt>
                <c:pt idx="3254">
                  <c:v>5.9499999999999997E-2</c:v>
                </c:pt>
                <c:pt idx="3255">
                  <c:v>0.06</c:v>
                </c:pt>
                <c:pt idx="3256">
                  <c:v>5.91E-2</c:v>
                </c:pt>
                <c:pt idx="3257">
                  <c:v>5.79E-2</c:v>
                </c:pt>
                <c:pt idx="3258">
                  <c:v>5.79E-2</c:v>
                </c:pt>
                <c:pt idx="3259">
                  <c:v>5.7799999999999997E-2</c:v>
                </c:pt>
                <c:pt idx="3260">
                  <c:v>5.8099999999999999E-2</c:v>
                </c:pt>
                <c:pt idx="3261">
                  <c:v>5.9700000000000003E-2</c:v>
                </c:pt>
                <c:pt idx="3262">
                  <c:v>5.9700000000000003E-2</c:v>
                </c:pt>
                <c:pt idx="3263">
                  <c:v>5.8500000000000003E-2</c:v>
                </c:pt>
                <c:pt idx="3264">
                  <c:v>5.8299999999999998E-2</c:v>
                </c:pt>
                <c:pt idx="3265">
                  <c:v>5.7599999999999998E-2</c:v>
                </c:pt>
                <c:pt idx="3266">
                  <c:v>5.7299999999999997E-2</c:v>
                </c:pt>
                <c:pt idx="3267">
                  <c:v>5.6399999999999999E-2</c:v>
                </c:pt>
                <c:pt idx="3268">
                  <c:v>5.67E-2</c:v>
                </c:pt>
                <c:pt idx="3269">
                  <c:v>5.62E-2</c:v>
                </c:pt>
                <c:pt idx="3270">
                  <c:v>5.6300000000000003E-2</c:v>
                </c:pt>
                <c:pt idx="3271">
                  <c:v>5.6300000000000003E-2</c:v>
                </c:pt>
                <c:pt idx="3272">
                  <c:v>5.5899999999999998E-2</c:v>
                </c:pt>
                <c:pt idx="3273">
                  <c:v>5.57E-2</c:v>
                </c:pt>
                <c:pt idx="3274">
                  <c:v>5.4699999999999999E-2</c:v>
                </c:pt>
                <c:pt idx="3275">
                  <c:v>5.3199999999999997E-2</c:v>
                </c:pt>
                <c:pt idx="3276">
                  <c:v>5.28E-2</c:v>
                </c:pt>
                <c:pt idx="3277">
                  <c:v>5.3600000000000002E-2</c:v>
                </c:pt>
                <c:pt idx="3278">
                  <c:v>5.3900000000000003E-2</c:v>
                </c:pt>
                <c:pt idx="3279">
                  <c:v>5.4100000000000002E-2</c:v>
                </c:pt>
                <c:pt idx="3280">
                  <c:v>5.3900000000000003E-2</c:v>
                </c:pt>
                <c:pt idx="3281">
                  <c:v>5.3600000000000002E-2</c:v>
                </c:pt>
                <c:pt idx="3282">
                  <c:v>5.3100000000000001E-2</c:v>
                </c:pt>
                <c:pt idx="3283">
                  <c:v>5.33E-2</c:v>
                </c:pt>
                <c:pt idx="3284">
                  <c:v>5.28E-2</c:v>
                </c:pt>
                <c:pt idx="3285">
                  <c:v>5.2699999999999997E-2</c:v>
                </c:pt>
                <c:pt idx="3286">
                  <c:v>5.2499999999999998E-2</c:v>
                </c:pt>
                <c:pt idx="3287">
                  <c:v>5.2499999999999998E-2</c:v>
                </c:pt>
                <c:pt idx="3288">
                  <c:v>5.2299999999999999E-2</c:v>
                </c:pt>
                <c:pt idx="3289">
                  <c:v>5.2200000000000003E-2</c:v>
                </c:pt>
                <c:pt idx="3290">
                  <c:v>5.11E-2</c:v>
                </c:pt>
                <c:pt idx="3291">
                  <c:v>5.11E-2</c:v>
                </c:pt>
                <c:pt idx="3292">
                  <c:v>5.0900000000000001E-2</c:v>
                </c:pt>
                <c:pt idx="3293">
                  <c:v>5.1299999999999998E-2</c:v>
                </c:pt>
                <c:pt idx="3294">
                  <c:v>5.1700000000000003E-2</c:v>
                </c:pt>
                <c:pt idx="3295">
                  <c:v>5.2600000000000001E-2</c:v>
                </c:pt>
                <c:pt idx="3296">
                  <c:v>5.2499999999999998E-2</c:v>
                </c:pt>
                <c:pt idx="3297">
                  <c:v>5.2600000000000001E-2</c:v>
                </c:pt>
                <c:pt idx="3298">
                  <c:v>5.2200000000000003E-2</c:v>
                </c:pt>
                <c:pt idx="3299">
                  <c:v>5.2299999999999999E-2</c:v>
                </c:pt>
                <c:pt idx="3300">
                  <c:v>5.2999999999999999E-2</c:v>
                </c:pt>
                <c:pt idx="3301">
                  <c:v>5.3400000000000003E-2</c:v>
                </c:pt>
                <c:pt idx="3302">
                  <c:v>5.3199999999999997E-2</c:v>
                </c:pt>
                <c:pt idx="3303">
                  <c:v>5.3199999999999997E-2</c:v>
                </c:pt>
                <c:pt idx="3304">
                  <c:v>5.3199999999999997E-2</c:v>
                </c:pt>
                <c:pt idx="3305">
                  <c:v>5.1799999999999999E-2</c:v>
                </c:pt>
                <c:pt idx="3306">
                  <c:v>5.16E-2</c:v>
                </c:pt>
                <c:pt idx="3307">
                  <c:v>5.0900000000000001E-2</c:v>
                </c:pt>
                <c:pt idx="3308">
                  <c:v>5.1799999999999999E-2</c:v>
                </c:pt>
                <c:pt idx="3309">
                  <c:v>5.16E-2</c:v>
                </c:pt>
                <c:pt idx="3310">
                  <c:v>5.0799999999999998E-2</c:v>
                </c:pt>
                <c:pt idx="3311">
                  <c:v>5.0599999999999999E-2</c:v>
                </c:pt>
                <c:pt idx="3312">
                  <c:v>5.1200000000000002E-2</c:v>
                </c:pt>
                <c:pt idx="3313">
                  <c:v>5.1499999999999997E-2</c:v>
                </c:pt>
                <c:pt idx="3314">
                  <c:v>5.1400000000000001E-2</c:v>
                </c:pt>
                <c:pt idx="3315">
                  <c:v>5.0900000000000001E-2</c:v>
                </c:pt>
                <c:pt idx="3316">
                  <c:v>5.04E-2</c:v>
                </c:pt>
                <c:pt idx="3317">
                  <c:v>4.99E-2</c:v>
                </c:pt>
                <c:pt idx="3318">
                  <c:v>4.99E-2</c:v>
                </c:pt>
                <c:pt idx="3319">
                  <c:v>0.05</c:v>
                </c:pt>
                <c:pt idx="3320">
                  <c:v>5.0700000000000002E-2</c:v>
                </c:pt>
                <c:pt idx="3321">
                  <c:v>5.0599999999999999E-2</c:v>
                </c:pt>
                <c:pt idx="3322">
                  <c:v>5.0599999999999999E-2</c:v>
                </c:pt>
                <c:pt idx="3323">
                  <c:v>5.0900000000000001E-2</c:v>
                </c:pt>
                <c:pt idx="3324">
                  <c:v>5.1700000000000003E-2</c:v>
                </c:pt>
                <c:pt idx="3325">
                  <c:v>5.0799999999999998E-2</c:v>
                </c:pt>
                <c:pt idx="3326">
                  <c:v>5.04E-2</c:v>
                </c:pt>
                <c:pt idx="3327">
                  <c:v>5.0099999999999999E-2</c:v>
                </c:pt>
                <c:pt idx="3328">
                  <c:v>4.9599999999999998E-2</c:v>
                </c:pt>
                <c:pt idx="3329">
                  <c:v>4.9700000000000001E-2</c:v>
                </c:pt>
                <c:pt idx="3330">
                  <c:v>4.9299999999999997E-2</c:v>
                </c:pt>
                <c:pt idx="3331">
                  <c:v>4.9200000000000001E-2</c:v>
                </c:pt>
                <c:pt idx="3332">
                  <c:v>4.8599999999999997E-2</c:v>
                </c:pt>
                <c:pt idx="3333">
                  <c:v>4.82E-2</c:v>
                </c:pt>
                <c:pt idx="3334">
                  <c:v>4.82E-2</c:v>
                </c:pt>
                <c:pt idx="3335">
                  <c:v>4.7399999999999998E-2</c:v>
                </c:pt>
                <c:pt idx="3336">
                  <c:v>4.7E-2</c:v>
                </c:pt>
                <c:pt idx="3337">
                  <c:v>4.7100000000000003E-2</c:v>
                </c:pt>
                <c:pt idx="3338">
                  <c:v>4.6800000000000001E-2</c:v>
                </c:pt>
                <c:pt idx="3339">
                  <c:v>4.65E-2</c:v>
                </c:pt>
                <c:pt idx="3340">
                  <c:v>4.6399999999999997E-2</c:v>
                </c:pt>
                <c:pt idx="3341">
                  <c:v>4.65E-2</c:v>
                </c:pt>
                <c:pt idx="3342">
                  <c:v>4.6600000000000003E-2</c:v>
                </c:pt>
                <c:pt idx="3343">
                  <c:v>4.6600000000000003E-2</c:v>
                </c:pt>
                <c:pt idx="3344">
                  <c:v>4.6600000000000003E-2</c:v>
                </c:pt>
                <c:pt idx="3345">
                  <c:v>4.6699999999999998E-2</c:v>
                </c:pt>
                <c:pt idx="3346">
                  <c:v>4.6699999999999998E-2</c:v>
                </c:pt>
                <c:pt idx="3347">
                  <c:v>4.7E-2</c:v>
                </c:pt>
                <c:pt idx="3348">
                  <c:v>4.6800000000000001E-2</c:v>
                </c:pt>
                <c:pt idx="3349">
                  <c:v>4.6699999999999998E-2</c:v>
                </c:pt>
                <c:pt idx="3350">
                  <c:v>4.6199999999999998E-2</c:v>
                </c:pt>
                <c:pt idx="3351">
                  <c:v>4.5900000000000003E-2</c:v>
                </c:pt>
                <c:pt idx="3352">
                  <c:v>4.6300000000000001E-2</c:v>
                </c:pt>
                <c:pt idx="3353">
                  <c:v>4.6199999999999998E-2</c:v>
                </c:pt>
                <c:pt idx="3354">
                  <c:v>4.6199999999999998E-2</c:v>
                </c:pt>
                <c:pt idx="3355">
                  <c:v>4.6100000000000002E-2</c:v>
                </c:pt>
                <c:pt idx="3356">
                  <c:v>4.7100000000000003E-2</c:v>
                </c:pt>
                <c:pt idx="3357">
                  <c:v>4.7100000000000003E-2</c:v>
                </c:pt>
                <c:pt idx="3358">
                  <c:v>4.6800000000000001E-2</c:v>
                </c:pt>
                <c:pt idx="3359">
                  <c:v>4.5999999999999999E-2</c:v>
                </c:pt>
                <c:pt idx="3360">
                  <c:v>4.58E-2</c:v>
                </c:pt>
                <c:pt idx="3361">
                  <c:v>4.5499999999999999E-2</c:v>
                </c:pt>
                <c:pt idx="3362">
                  <c:v>4.5499999999999999E-2</c:v>
                </c:pt>
                <c:pt idx="3363">
                  <c:v>4.53E-2</c:v>
                </c:pt>
                <c:pt idx="3364">
                  <c:v>4.5100000000000001E-2</c:v>
                </c:pt>
                <c:pt idx="3365">
                  <c:v>4.4999999999999998E-2</c:v>
                </c:pt>
                <c:pt idx="3366">
                  <c:v>4.4699999999999997E-2</c:v>
                </c:pt>
                <c:pt idx="3367">
                  <c:v>4.4699999999999997E-2</c:v>
                </c:pt>
                <c:pt idx="3368">
                  <c:v>4.4600000000000001E-2</c:v>
                </c:pt>
                <c:pt idx="3369">
                  <c:v>4.4200000000000003E-2</c:v>
                </c:pt>
                <c:pt idx="3370">
                  <c:v>4.4200000000000003E-2</c:v>
                </c:pt>
                <c:pt idx="3371">
                  <c:v>4.3799999999999999E-2</c:v>
                </c:pt>
                <c:pt idx="3372">
                  <c:v>4.3799999999999999E-2</c:v>
                </c:pt>
                <c:pt idx="3373">
                  <c:v>4.3999999999999997E-2</c:v>
                </c:pt>
                <c:pt idx="3374">
                  <c:v>4.3999999999999997E-2</c:v>
                </c:pt>
                <c:pt idx="3375">
                  <c:v>4.4200000000000003E-2</c:v>
                </c:pt>
                <c:pt idx="3376">
                  <c:v>4.3900000000000002E-2</c:v>
                </c:pt>
                <c:pt idx="3377">
                  <c:v>4.3700000000000003E-2</c:v>
                </c:pt>
                <c:pt idx="3378">
                  <c:v>4.3700000000000003E-2</c:v>
                </c:pt>
                <c:pt idx="3379">
                  <c:v>4.36E-2</c:v>
                </c:pt>
                <c:pt idx="3380">
                  <c:v>4.3299999999999998E-2</c:v>
                </c:pt>
                <c:pt idx="3381">
                  <c:v>4.2999999999999997E-2</c:v>
                </c:pt>
                <c:pt idx="3382">
                  <c:v>4.2700000000000002E-2</c:v>
                </c:pt>
                <c:pt idx="3383">
                  <c:v>4.2299999999999997E-2</c:v>
                </c:pt>
                <c:pt idx="3384">
                  <c:v>4.2200000000000001E-2</c:v>
                </c:pt>
                <c:pt idx="3385">
                  <c:v>4.2000000000000003E-2</c:v>
                </c:pt>
                <c:pt idx="3386">
                  <c:v>4.2000000000000003E-2</c:v>
                </c:pt>
                <c:pt idx="3387">
                  <c:v>4.19E-2</c:v>
                </c:pt>
                <c:pt idx="3388">
                  <c:v>4.1599999999999998E-2</c:v>
                </c:pt>
                <c:pt idx="3389">
                  <c:v>4.2099999999999999E-2</c:v>
                </c:pt>
                <c:pt idx="3390">
                  <c:v>4.2000000000000003E-2</c:v>
                </c:pt>
                <c:pt idx="3391">
                  <c:v>4.2000000000000003E-2</c:v>
                </c:pt>
                <c:pt idx="3392">
                  <c:v>4.1700000000000001E-2</c:v>
                </c:pt>
                <c:pt idx="3393">
                  <c:v>4.1599999999999998E-2</c:v>
                </c:pt>
                <c:pt idx="3394">
                  <c:v>4.1399999999999999E-2</c:v>
                </c:pt>
                <c:pt idx="3395">
                  <c:v>4.1099999999999998E-2</c:v>
                </c:pt>
                <c:pt idx="3396">
                  <c:v>4.0800000000000003E-2</c:v>
                </c:pt>
                <c:pt idx="3397">
                  <c:v>4.1000000000000002E-2</c:v>
                </c:pt>
                <c:pt idx="3398">
                  <c:v>4.1300000000000003E-2</c:v>
                </c:pt>
                <c:pt idx="3399">
                  <c:v>4.1599999999999998E-2</c:v>
                </c:pt>
                <c:pt idx="3400">
                  <c:v>4.1799999999999997E-2</c:v>
                </c:pt>
                <c:pt idx="3401">
                  <c:v>4.0800000000000003E-2</c:v>
                </c:pt>
                <c:pt idx="3402">
                  <c:v>4.0899999999999999E-2</c:v>
                </c:pt>
                <c:pt idx="3403">
                  <c:v>4.0899999999999999E-2</c:v>
                </c:pt>
                <c:pt idx="3404">
                  <c:v>4.0899999999999999E-2</c:v>
                </c:pt>
                <c:pt idx="3405">
                  <c:v>4.0800000000000003E-2</c:v>
                </c:pt>
                <c:pt idx="3406">
                  <c:v>4.0599999999999997E-2</c:v>
                </c:pt>
                <c:pt idx="3407">
                  <c:v>4.1300000000000003E-2</c:v>
                </c:pt>
                <c:pt idx="3408">
                  <c:v>4.2999999999999997E-2</c:v>
                </c:pt>
                <c:pt idx="3409">
                  <c:v>4.3900000000000002E-2</c:v>
                </c:pt>
                <c:pt idx="3410">
                  <c:v>4.3799999999999999E-2</c:v>
                </c:pt>
                <c:pt idx="3411">
                  <c:v>4.3900000000000002E-2</c:v>
                </c:pt>
                <c:pt idx="3412">
                  <c:v>4.4600000000000001E-2</c:v>
                </c:pt>
                <c:pt idx="3413">
                  <c:v>4.5400000000000003E-2</c:v>
                </c:pt>
                <c:pt idx="3414">
                  <c:v>4.5600000000000002E-2</c:v>
                </c:pt>
                <c:pt idx="3415">
                  <c:v>4.5999999999999999E-2</c:v>
                </c:pt>
                <c:pt idx="3416">
                  <c:v>4.5499999999999999E-2</c:v>
                </c:pt>
                <c:pt idx="3417">
                  <c:v>4.4900000000000002E-2</c:v>
                </c:pt>
                <c:pt idx="3418">
                  <c:v>4.4600000000000001E-2</c:v>
                </c:pt>
                <c:pt idx="3419">
                  <c:v>4.4200000000000003E-2</c:v>
                </c:pt>
                <c:pt idx="3420">
                  <c:v>4.3700000000000003E-2</c:v>
                </c:pt>
                <c:pt idx="3421">
                  <c:v>4.3200000000000002E-2</c:v>
                </c:pt>
                <c:pt idx="3422">
                  <c:v>4.36E-2</c:v>
                </c:pt>
                <c:pt idx="3423">
                  <c:v>4.3299999999999998E-2</c:v>
                </c:pt>
                <c:pt idx="3424">
                  <c:v>4.3299999999999998E-2</c:v>
                </c:pt>
                <c:pt idx="3425">
                  <c:v>4.2900000000000001E-2</c:v>
                </c:pt>
                <c:pt idx="3426">
                  <c:v>4.2599999999999999E-2</c:v>
                </c:pt>
                <c:pt idx="3427">
                  <c:v>4.2000000000000003E-2</c:v>
                </c:pt>
                <c:pt idx="3428">
                  <c:v>4.1700000000000001E-2</c:v>
                </c:pt>
                <c:pt idx="3429">
                  <c:v>4.1399999999999999E-2</c:v>
                </c:pt>
                <c:pt idx="3430">
                  <c:v>4.1200000000000001E-2</c:v>
                </c:pt>
                <c:pt idx="3431">
                  <c:v>4.1000000000000002E-2</c:v>
                </c:pt>
                <c:pt idx="3432">
                  <c:v>4.1099999999999998E-2</c:v>
                </c:pt>
                <c:pt idx="3433">
                  <c:v>4.0300000000000002E-2</c:v>
                </c:pt>
                <c:pt idx="3434">
                  <c:v>4.0800000000000003E-2</c:v>
                </c:pt>
                <c:pt idx="3435">
                  <c:v>4.0500000000000001E-2</c:v>
                </c:pt>
                <c:pt idx="3436">
                  <c:v>4.0099999999999997E-2</c:v>
                </c:pt>
                <c:pt idx="3437">
                  <c:v>3.95E-2</c:v>
                </c:pt>
                <c:pt idx="3438">
                  <c:v>3.95E-2</c:v>
                </c:pt>
                <c:pt idx="3439">
                  <c:v>3.95E-2</c:v>
                </c:pt>
                <c:pt idx="3440">
                  <c:v>3.9100000000000003E-2</c:v>
                </c:pt>
                <c:pt idx="3441">
                  <c:v>3.9699999999999999E-2</c:v>
                </c:pt>
                <c:pt idx="3442">
                  <c:v>4.0099999999999997E-2</c:v>
                </c:pt>
                <c:pt idx="3443">
                  <c:v>4.1200000000000001E-2</c:v>
                </c:pt>
                <c:pt idx="3444">
                  <c:v>4.1000000000000002E-2</c:v>
                </c:pt>
                <c:pt idx="3445">
                  <c:v>4.0500000000000001E-2</c:v>
                </c:pt>
                <c:pt idx="3446">
                  <c:v>3.9699999999999999E-2</c:v>
                </c:pt>
                <c:pt idx="3447">
                  <c:v>3.7499999999999999E-2</c:v>
                </c:pt>
                <c:pt idx="3448">
                  <c:v>3.7499999999999999E-2</c:v>
                </c:pt>
                <c:pt idx="3449">
                  <c:v>3.7699999999999997E-2</c:v>
                </c:pt>
                <c:pt idx="3450">
                  <c:v>3.8100000000000002E-2</c:v>
                </c:pt>
                <c:pt idx="3451">
                  <c:v>3.8199999999999998E-2</c:v>
                </c:pt>
                <c:pt idx="3452">
                  <c:v>3.8399999999999997E-2</c:v>
                </c:pt>
                <c:pt idx="3453">
                  <c:v>3.8300000000000001E-2</c:v>
                </c:pt>
                <c:pt idx="3454">
                  <c:v>3.7900000000000003E-2</c:v>
                </c:pt>
                <c:pt idx="3455">
                  <c:v>3.7600000000000001E-2</c:v>
                </c:pt>
                <c:pt idx="3456">
                  <c:v>3.6900000000000002E-2</c:v>
                </c:pt>
                <c:pt idx="3457">
                  <c:v>3.6999999999999998E-2</c:v>
                </c:pt>
                <c:pt idx="3458">
                  <c:v>3.6900000000000002E-2</c:v>
                </c:pt>
                <c:pt idx="3459">
                  <c:v>3.6999999999999998E-2</c:v>
                </c:pt>
                <c:pt idx="3460">
                  <c:v>3.7100000000000001E-2</c:v>
                </c:pt>
                <c:pt idx="3461">
                  <c:v>3.6299999999999999E-2</c:v>
                </c:pt>
                <c:pt idx="3462">
                  <c:v>3.6299999999999999E-2</c:v>
                </c:pt>
                <c:pt idx="3463">
                  <c:v>3.6799999999999999E-2</c:v>
                </c:pt>
                <c:pt idx="3464">
                  <c:v>3.6999999999999998E-2</c:v>
                </c:pt>
                <c:pt idx="3465">
                  <c:v>3.73E-2</c:v>
                </c:pt>
                <c:pt idx="3466">
                  <c:v>3.7400000000000003E-2</c:v>
                </c:pt>
                <c:pt idx="3467">
                  <c:v>3.73E-2</c:v>
                </c:pt>
                <c:pt idx="3468">
                  <c:v>3.73E-2</c:v>
                </c:pt>
                <c:pt idx="3469">
                  <c:v>3.7199999999999997E-2</c:v>
                </c:pt>
                <c:pt idx="3470">
                  <c:v>3.7199999999999997E-2</c:v>
                </c:pt>
                <c:pt idx="3471">
                  <c:v>3.7100000000000001E-2</c:v>
                </c:pt>
                <c:pt idx="3472">
                  <c:v>3.7499999999999999E-2</c:v>
                </c:pt>
                <c:pt idx="3473">
                  <c:v>3.7600000000000001E-2</c:v>
                </c:pt>
                <c:pt idx="3474">
                  <c:v>3.78E-2</c:v>
                </c:pt>
                <c:pt idx="3475">
                  <c:v>3.78E-2</c:v>
                </c:pt>
                <c:pt idx="3476">
                  <c:v>3.78E-2</c:v>
                </c:pt>
                <c:pt idx="3477">
                  <c:v>3.7600000000000001E-2</c:v>
                </c:pt>
                <c:pt idx="3478">
                  <c:v>3.78E-2</c:v>
                </c:pt>
                <c:pt idx="3479">
                  <c:v>3.7699999999999997E-2</c:v>
                </c:pt>
                <c:pt idx="3480">
                  <c:v>3.7600000000000001E-2</c:v>
                </c:pt>
                <c:pt idx="3481">
                  <c:v>3.7699999999999997E-2</c:v>
                </c:pt>
                <c:pt idx="3482">
                  <c:v>3.7699999999999997E-2</c:v>
                </c:pt>
                <c:pt idx="3483">
                  <c:v>3.7400000000000003E-2</c:v>
                </c:pt>
                <c:pt idx="3484">
                  <c:v>3.6900000000000002E-2</c:v>
                </c:pt>
                <c:pt idx="3485">
                  <c:v>3.6999999999999998E-2</c:v>
                </c:pt>
                <c:pt idx="3486">
                  <c:v>3.7100000000000001E-2</c:v>
                </c:pt>
                <c:pt idx="3487">
                  <c:v>3.7699999999999997E-2</c:v>
                </c:pt>
                <c:pt idx="3488">
                  <c:v>3.8199999999999998E-2</c:v>
                </c:pt>
                <c:pt idx="3489">
                  <c:v>3.8399999999999997E-2</c:v>
                </c:pt>
                <c:pt idx="3490">
                  <c:v>3.8600000000000002E-2</c:v>
                </c:pt>
                <c:pt idx="3491">
                  <c:v>3.8800000000000001E-2</c:v>
                </c:pt>
                <c:pt idx="3492">
                  <c:v>3.9E-2</c:v>
                </c:pt>
                <c:pt idx="3493">
                  <c:v>3.8800000000000001E-2</c:v>
                </c:pt>
                <c:pt idx="3494">
                  <c:v>3.8800000000000001E-2</c:v>
                </c:pt>
                <c:pt idx="3495">
                  <c:v>3.85E-2</c:v>
                </c:pt>
                <c:pt idx="3496">
                  <c:v>3.8199999999999998E-2</c:v>
                </c:pt>
                <c:pt idx="3497">
                  <c:v>3.8399999999999997E-2</c:v>
                </c:pt>
                <c:pt idx="3498">
                  <c:v>3.8399999999999997E-2</c:v>
                </c:pt>
                <c:pt idx="3499">
                  <c:v>3.8399999999999997E-2</c:v>
                </c:pt>
                <c:pt idx="3500">
                  <c:v>3.8100000000000002E-2</c:v>
                </c:pt>
                <c:pt idx="3501">
                  <c:v>3.7900000000000003E-2</c:v>
                </c:pt>
                <c:pt idx="3502">
                  <c:v>3.78E-2</c:v>
                </c:pt>
                <c:pt idx="3503">
                  <c:v>3.6999999999999998E-2</c:v>
                </c:pt>
                <c:pt idx="3504">
                  <c:v>3.6200000000000003E-2</c:v>
                </c:pt>
                <c:pt idx="3505">
                  <c:v>3.5999999999999997E-2</c:v>
                </c:pt>
                <c:pt idx="3506">
                  <c:v>3.6400000000000002E-2</c:v>
                </c:pt>
                <c:pt idx="3507">
                  <c:v>3.6400000000000002E-2</c:v>
                </c:pt>
                <c:pt idx="3508">
                  <c:v>3.6700000000000003E-2</c:v>
                </c:pt>
                <c:pt idx="3509">
                  <c:v>3.6799999999999999E-2</c:v>
                </c:pt>
                <c:pt idx="3510">
                  <c:v>3.6499999999999998E-2</c:v>
                </c:pt>
                <c:pt idx="3511">
                  <c:v>3.6400000000000002E-2</c:v>
                </c:pt>
                <c:pt idx="3512">
                  <c:v>3.6200000000000003E-2</c:v>
                </c:pt>
                <c:pt idx="3513">
                  <c:v>3.61E-2</c:v>
                </c:pt>
                <c:pt idx="3514">
                  <c:v>3.6200000000000003E-2</c:v>
                </c:pt>
                <c:pt idx="3515">
                  <c:v>3.6299999999999999E-2</c:v>
                </c:pt>
                <c:pt idx="3516">
                  <c:v>3.6799999999999999E-2</c:v>
                </c:pt>
                <c:pt idx="3517">
                  <c:v>3.7199999999999997E-2</c:v>
                </c:pt>
                <c:pt idx="3518">
                  <c:v>3.78E-2</c:v>
                </c:pt>
                <c:pt idx="3519">
                  <c:v>3.85E-2</c:v>
                </c:pt>
                <c:pt idx="3520">
                  <c:v>3.8800000000000001E-2</c:v>
                </c:pt>
                <c:pt idx="3521">
                  <c:v>3.85E-2</c:v>
                </c:pt>
                <c:pt idx="3522">
                  <c:v>3.8399999999999997E-2</c:v>
                </c:pt>
                <c:pt idx="3523">
                  <c:v>3.8399999999999997E-2</c:v>
                </c:pt>
                <c:pt idx="3524">
                  <c:v>3.85E-2</c:v>
                </c:pt>
                <c:pt idx="3525">
                  <c:v>3.9E-2</c:v>
                </c:pt>
                <c:pt idx="3526">
                  <c:v>3.9300000000000002E-2</c:v>
                </c:pt>
                <c:pt idx="3527">
                  <c:v>4.02E-2</c:v>
                </c:pt>
                <c:pt idx="3528">
                  <c:v>4.0300000000000002E-2</c:v>
                </c:pt>
                <c:pt idx="3529">
                  <c:v>4.0399999999999998E-2</c:v>
                </c:pt>
                <c:pt idx="3530">
                  <c:v>4.0399999999999998E-2</c:v>
                </c:pt>
                <c:pt idx="3531">
                  <c:v>4.0300000000000002E-2</c:v>
                </c:pt>
                <c:pt idx="3532">
                  <c:v>4.07E-2</c:v>
                </c:pt>
                <c:pt idx="3533">
                  <c:v>4.1000000000000002E-2</c:v>
                </c:pt>
                <c:pt idx="3534">
                  <c:v>4.1500000000000002E-2</c:v>
                </c:pt>
                <c:pt idx="3535">
                  <c:v>4.1399999999999999E-2</c:v>
                </c:pt>
                <c:pt idx="3536">
                  <c:v>4.1200000000000001E-2</c:v>
                </c:pt>
                <c:pt idx="3537">
                  <c:v>4.0800000000000003E-2</c:v>
                </c:pt>
                <c:pt idx="3538">
                  <c:v>4.1000000000000002E-2</c:v>
                </c:pt>
                <c:pt idx="3539">
                  <c:v>4.0899999999999999E-2</c:v>
                </c:pt>
                <c:pt idx="3540">
                  <c:v>4.1200000000000001E-2</c:v>
                </c:pt>
                <c:pt idx="3541">
                  <c:v>4.1000000000000002E-2</c:v>
                </c:pt>
                <c:pt idx="3542">
                  <c:v>4.1799999999999997E-2</c:v>
                </c:pt>
                <c:pt idx="3543">
                  <c:v>4.3200000000000002E-2</c:v>
                </c:pt>
                <c:pt idx="3544">
                  <c:v>4.3099999999999999E-2</c:v>
                </c:pt>
                <c:pt idx="3545">
                  <c:v>4.3499999999999997E-2</c:v>
                </c:pt>
                <c:pt idx="3546">
                  <c:v>4.48E-2</c:v>
                </c:pt>
                <c:pt idx="3547">
                  <c:v>4.5100000000000001E-2</c:v>
                </c:pt>
                <c:pt idx="3548">
                  <c:v>4.6199999999999998E-2</c:v>
                </c:pt>
                <c:pt idx="3549">
                  <c:v>4.58E-2</c:v>
                </c:pt>
                <c:pt idx="3550">
                  <c:v>4.53E-2</c:v>
                </c:pt>
                <c:pt idx="3551">
                  <c:v>4.4900000000000002E-2</c:v>
                </c:pt>
                <c:pt idx="3552">
                  <c:v>4.4299999999999999E-2</c:v>
                </c:pt>
                <c:pt idx="3553">
                  <c:v>4.41E-2</c:v>
                </c:pt>
                <c:pt idx="3554">
                  <c:v>4.3700000000000003E-2</c:v>
                </c:pt>
                <c:pt idx="3555">
                  <c:v>4.3099999999999999E-2</c:v>
                </c:pt>
                <c:pt idx="3556">
                  <c:v>4.2799999999999998E-2</c:v>
                </c:pt>
                <c:pt idx="3557">
                  <c:v>4.24E-2</c:v>
                </c:pt>
                <c:pt idx="3558">
                  <c:v>4.2200000000000001E-2</c:v>
                </c:pt>
                <c:pt idx="3559">
                  <c:v>4.24E-2</c:v>
                </c:pt>
                <c:pt idx="3560">
                  <c:v>4.1700000000000001E-2</c:v>
                </c:pt>
                <c:pt idx="3561">
                  <c:v>4.1399999999999999E-2</c:v>
                </c:pt>
                <c:pt idx="3562">
                  <c:v>4.1599999999999998E-2</c:v>
                </c:pt>
                <c:pt idx="3563">
                  <c:v>4.1599999999999998E-2</c:v>
                </c:pt>
                <c:pt idx="3564">
                  <c:v>4.1599999999999998E-2</c:v>
                </c:pt>
                <c:pt idx="3565">
                  <c:v>4.1799999999999997E-2</c:v>
                </c:pt>
                <c:pt idx="3566">
                  <c:v>4.1399999999999999E-2</c:v>
                </c:pt>
                <c:pt idx="3567">
                  <c:v>4.19E-2</c:v>
                </c:pt>
                <c:pt idx="3568">
                  <c:v>4.2200000000000001E-2</c:v>
                </c:pt>
                <c:pt idx="3569">
                  <c:v>4.2000000000000003E-2</c:v>
                </c:pt>
                <c:pt idx="3570">
                  <c:v>4.2200000000000001E-2</c:v>
                </c:pt>
                <c:pt idx="3571">
                  <c:v>4.24E-2</c:v>
                </c:pt>
                <c:pt idx="3572">
                  <c:v>4.24E-2</c:v>
                </c:pt>
                <c:pt idx="3573">
                  <c:v>4.2099999999999999E-2</c:v>
                </c:pt>
                <c:pt idx="3574">
                  <c:v>4.24E-2</c:v>
                </c:pt>
                <c:pt idx="3575">
                  <c:v>4.2099999999999999E-2</c:v>
                </c:pt>
                <c:pt idx="3576">
                  <c:v>4.2099999999999999E-2</c:v>
                </c:pt>
                <c:pt idx="3577">
                  <c:v>4.1700000000000001E-2</c:v>
                </c:pt>
                <c:pt idx="3578">
                  <c:v>4.1500000000000002E-2</c:v>
                </c:pt>
                <c:pt idx="3579">
                  <c:v>4.1799999999999997E-2</c:v>
                </c:pt>
                <c:pt idx="3580">
                  <c:v>4.2299999999999997E-2</c:v>
                </c:pt>
                <c:pt idx="3581">
                  <c:v>4.2500000000000003E-2</c:v>
                </c:pt>
                <c:pt idx="3582">
                  <c:v>4.2999999999999997E-2</c:v>
                </c:pt>
                <c:pt idx="3583">
                  <c:v>4.3900000000000002E-2</c:v>
                </c:pt>
                <c:pt idx="3584">
                  <c:v>4.4999999999999998E-2</c:v>
                </c:pt>
                <c:pt idx="3585">
                  <c:v>4.5199999999999997E-2</c:v>
                </c:pt>
                <c:pt idx="3586">
                  <c:v>4.4999999999999998E-2</c:v>
                </c:pt>
                <c:pt idx="3587">
                  <c:v>4.53E-2</c:v>
                </c:pt>
                <c:pt idx="3588">
                  <c:v>4.5199999999999997E-2</c:v>
                </c:pt>
                <c:pt idx="3589">
                  <c:v>4.4999999999999998E-2</c:v>
                </c:pt>
                <c:pt idx="3590">
                  <c:v>4.5400000000000003E-2</c:v>
                </c:pt>
                <c:pt idx="3591">
                  <c:v>4.6100000000000002E-2</c:v>
                </c:pt>
                <c:pt idx="3592">
                  <c:v>4.6100000000000002E-2</c:v>
                </c:pt>
                <c:pt idx="3593">
                  <c:v>4.7199999999999999E-2</c:v>
                </c:pt>
                <c:pt idx="3594">
                  <c:v>4.7199999999999999E-2</c:v>
                </c:pt>
                <c:pt idx="3595">
                  <c:v>4.87E-2</c:v>
                </c:pt>
                <c:pt idx="3596">
                  <c:v>4.9799999999999997E-2</c:v>
                </c:pt>
                <c:pt idx="3597">
                  <c:v>5.16E-2</c:v>
                </c:pt>
                <c:pt idx="3598">
                  <c:v>0.05</c:v>
                </c:pt>
                <c:pt idx="3599">
                  <c:v>5.0200000000000002E-2</c:v>
                </c:pt>
                <c:pt idx="3600">
                  <c:v>4.9200000000000001E-2</c:v>
                </c:pt>
                <c:pt idx="3601">
                  <c:v>4.82E-2</c:v>
                </c:pt>
                <c:pt idx="3602">
                  <c:v>4.7800000000000002E-2</c:v>
                </c:pt>
                <c:pt idx="3603">
                  <c:v>4.7300000000000002E-2</c:v>
                </c:pt>
                <c:pt idx="3604">
                  <c:v>4.7100000000000003E-2</c:v>
                </c:pt>
                <c:pt idx="3605">
                  <c:v>4.7E-2</c:v>
                </c:pt>
                <c:pt idx="3606">
                  <c:v>4.6800000000000001E-2</c:v>
                </c:pt>
                <c:pt idx="3607">
                  <c:v>4.7500000000000001E-2</c:v>
                </c:pt>
                <c:pt idx="3608">
                  <c:v>4.7199999999999999E-2</c:v>
                </c:pt>
                <c:pt idx="3609">
                  <c:v>4.7E-2</c:v>
                </c:pt>
                <c:pt idx="3610">
                  <c:v>4.65E-2</c:v>
                </c:pt>
                <c:pt idx="3611">
                  <c:v>4.6300000000000001E-2</c:v>
                </c:pt>
                <c:pt idx="3612">
                  <c:v>4.58E-2</c:v>
                </c:pt>
                <c:pt idx="3613">
                  <c:v>4.5699999999999998E-2</c:v>
                </c:pt>
                <c:pt idx="3614">
                  <c:v>4.53E-2</c:v>
                </c:pt>
                <c:pt idx="3615">
                  <c:v>4.53E-2</c:v>
                </c:pt>
                <c:pt idx="3616">
                  <c:v>4.4699999999999997E-2</c:v>
                </c:pt>
                <c:pt idx="3617">
                  <c:v>4.4499999999999998E-2</c:v>
                </c:pt>
                <c:pt idx="3618">
                  <c:v>4.5499999999999999E-2</c:v>
                </c:pt>
                <c:pt idx="3619">
                  <c:v>4.5600000000000002E-2</c:v>
                </c:pt>
                <c:pt idx="3620">
                  <c:v>4.5699999999999998E-2</c:v>
                </c:pt>
                <c:pt idx="3621">
                  <c:v>4.5600000000000002E-2</c:v>
                </c:pt>
                <c:pt idx="3622">
                  <c:v>4.65E-2</c:v>
                </c:pt>
                <c:pt idx="3623">
                  <c:v>4.6199999999999998E-2</c:v>
                </c:pt>
                <c:pt idx="3624">
                  <c:v>4.58E-2</c:v>
                </c:pt>
                <c:pt idx="3625">
                  <c:v>4.5699999999999998E-2</c:v>
                </c:pt>
                <c:pt idx="3626">
                  <c:v>4.5499999999999999E-2</c:v>
                </c:pt>
                <c:pt idx="3627">
                  <c:v>4.5499999999999999E-2</c:v>
                </c:pt>
                <c:pt idx="3628">
                  <c:v>4.53E-2</c:v>
                </c:pt>
                <c:pt idx="3629">
                  <c:v>4.4999999999999998E-2</c:v>
                </c:pt>
                <c:pt idx="3630">
                  <c:v>4.48E-2</c:v>
                </c:pt>
                <c:pt idx="3631">
                  <c:v>4.5100000000000001E-2</c:v>
                </c:pt>
                <c:pt idx="3632">
                  <c:v>4.4600000000000001E-2</c:v>
                </c:pt>
                <c:pt idx="3633">
                  <c:v>4.4400000000000002E-2</c:v>
                </c:pt>
                <c:pt idx="3634">
                  <c:v>4.4600000000000001E-2</c:v>
                </c:pt>
                <c:pt idx="3635">
                  <c:v>4.53E-2</c:v>
                </c:pt>
                <c:pt idx="3636">
                  <c:v>4.5900000000000003E-2</c:v>
                </c:pt>
                <c:pt idx="3637">
                  <c:v>4.6699999999999998E-2</c:v>
                </c:pt>
                <c:pt idx="3638">
                  <c:v>4.7600000000000003E-2</c:v>
                </c:pt>
                <c:pt idx="3639">
                  <c:v>4.7899999999999998E-2</c:v>
                </c:pt>
                <c:pt idx="3640">
                  <c:v>4.9200000000000001E-2</c:v>
                </c:pt>
                <c:pt idx="3641">
                  <c:v>4.9599999999999998E-2</c:v>
                </c:pt>
                <c:pt idx="3642">
                  <c:v>4.8899999999999999E-2</c:v>
                </c:pt>
                <c:pt idx="3643">
                  <c:v>4.8800000000000003E-2</c:v>
                </c:pt>
                <c:pt idx="3644">
                  <c:v>4.8599999999999997E-2</c:v>
                </c:pt>
                <c:pt idx="3645">
                  <c:v>4.8800000000000003E-2</c:v>
                </c:pt>
                <c:pt idx="3646">
                  <c:v>4.8099999999999997E-2</c:v>
                </c:pt>
                <c:pt idx="3647">
                  <c:v>4.8099999999999997E-2</c:v>
                </c:pt>
                <c:pt idx="3648">
                  <c:v>4.8300000000000003E-2</c:v>
                </c:pt>
                <c:pt idx="3649">
                  <c:v>4.9099999999999998E-2</c:v>
                </c:pt>
                <c:pt idx="3650">
                  <c:v>4.9099999999999998E-2</c:v>
                </c:pt>
                <c:pt idx="3651">
                  <c:v>4.87E-2</c:v>
                </c:pt>
                <c:pt idx="3652">
                  <c:v>4.87E-2</c:v>
                </c:pt>
                <c:pt idx="3653">
                  <c:v>4.8899999999999999E-2</c:v>
                </c:pt>
                <c:pt idx="3654">
                  <c:v>4.8800000000000003E-2</c:v>
                </c:pt>
                <c:pt idx="3655">
                  <c:v>4.9299999999999997E-2</c:v>
                </c:pt>
                <c:pt idx="3656">
                  <c:v>4.9500000000000002E-2</c:v>
                </c:pt>
                <c:pt idx="3657">
                  <c:v>4.9099999999999998E-2</c:v>
                </c:pt>
                <c:pt idx="3658">
                  <c:v>4.8800000000000003E-2</c:v>
                </c:pt>
                <c:pt idx="3659">
                  <c:v>4.87E-2</c:v>
                </c:pt>
                <c:pt idx="3660">
                  <c:v>4.8599999999999997E-2</c:v>
                </c:pt>
                <c:pt idx="3661">
                  <c:v>4.8599999999999997E-2</c:v>
                </c:pt>
                <c:pt idx="3662">
                  <c:v>4.87E-2</c:v>
                </c:pt>
                <c:pt idx="3663">
                  <c:v>4.8899999999999999E-2</c:v>
                </c:pt>
                <c:pt idx="3664">
                  <c:v>4.8899999999999999E-2</c:v>
                </c:pt>
                <c:pt idx="3665">
                  <c:v>4.8500000000000001E-2</c:v>
                </c:pt>
                <c:pt idx="3666">
                  <c:v>4.8300000000000003E-2</c:v>
                </c:pt>
                <c:pt idx="3667">
                  <c:v>4.7699999999999999E-2</c:v>
                </c:pt>
                <c:pt idx="3668">
                  <c:v>4.7E-2</c:v>
                </c:pt>
                <c:pt idx="3669">
                  <c:v>4.6800000000000001E-2</c:v>
                </c:pt>
                <c:pt idx="3670">
                  <c:v>4.6800000000000001E-2</c:v>
                </c:pt>
                <c:pt idx="3671">
                  <c:v>4.7100000000000003E-2</c:v>
                </c:pt>
                <c:pt idx="3672">
                  <c:v>4.7600000000000003E-2</c:v>
                </c:pt>
                <c:pt idx="3673">
                  <c:v>4.7699999999999999E-2</c:v>
                </c:pt>
                <c:pt idx="3674">
                  <c:v>4.8099999999999997E-2</c:v>
                </c:pt>
                <c:pt idx="3675">
                  <c:v>4.7399999999999998E-2</c:v>
                </c:pt>
                <c:pt idx="3676">
                  <c:v>4.7300000000000002E-2</c:v>
                </c:pt>
                <c:pt idx="3677">
                  <c:v>4.7399999999999998E-2</c:v>
                </c:pt>
                <c:pt idx="3678">
                  <c:v>4.7100000000000003E-2</c:v>
                </c:pt>
                <c:pt idx="3679">
                  <c:v>4.7500000000000001E-2</c:v>
                </c:pt>
                <c:pt idx="3680">
                  <c:v>4.7300000000000002E-2</c:v>
                </c:pt>
                <c:pt idx="3681">
                  <c:v>4.7600000000000003E-2</c:v>
                </c:pt>
                <c:pt idx="3682">
                  <c:v>4.7300000000000002E-2</c:v>
                </c:pt>
                <c:pt idx="3683">
                  <c:v>4.6600000000000003E-2</c:v>
                </c:pt>
                <c:pt idx="3684">
                  <c:v>4.6600000000000003E-2</c:v>
                </c:pt>
                <c:pt idx="3685">
                  <c:v>4.6100000000000002E-2</c:v>
                </c:pt>
                <c:pt idx="3686">
                  <c:v>4.58E-2</c:v>
                </c:pt>
                <c:pt idx="3687">
                  <c:v>4.5499999999999999E-2</c:v>
                </c:pt>
                <c:pt idx="3688">
                  <c:v>4.5199999999999997E-2</c:v>
                </c:pt>
                <c:pt idx="3689">
                  <c:v>4.4499999999999998E-2</c:v>
                </c:pt>
                <c:pt idx="3690">
                  <c:v>4.3799999999999999E-2</c:v>
                </c:pt>
                <c:pt idx="3691">
                  <c:v>4.3700000000000003E-2</c:v>
                </c:pt>
                <c:pt idx="3692">
                  <c:v>4.3400000000000001E-2</c:v>
                </c:pt>
                <c:pt idx="3693">
                  <c:v>4.2900000000000001E-2</c:v>
                </c:pt>
                <c:pt idx="3694">
                  <c:v>4.2500000000000003E-2</c:v>
                </c:pt>
                <c:pt idx="3695">
                  <c:v>4.19E-2</c:v>
                </c:pt>
                <c:pt idx="3696">
                  <c:v>4.19E-2</c:v>
                </c:pt>
                <c:pt idx="3697">
                  <c:v>4.1500000000000002E-2</c:v>
                </c:pt>
                <c:pt idx="3698">
                  <c:v>4.1300000000000003E-2</c:v>
                </c:pt>
                <c:pt idx="3699">
                  <c:v>4.1700000000000001E-2</c:v>
                </c:pt>
                <c:pt idx="3700">
                  <c:v>4.24E-2</c:v>
                </c:pt>
                <c:pt idx="3701">
                  <c:v>4.24E-2</c:v>
                </c:pt>
                <c:pt idx="3702">
                  <c:v>4.2200000000000001E-2</c:v>
                </c:pt>
                <c:pt idx="3703">
                  <c:v>4.2000000000000003E-2</c:v>
                </c:pt>
                <c:pt idx="3704">
                  <c:v>4.24E-2</c:v>
                </c:pt>
                <c:pt idx="3705">
                  <c:v>4.2700000000000002E-2</c:v>
                </c:pt>
                <c:pt idx="3706">
                  <c:v>4.3400000000000001E-2</c:v>
                </c:pt>
                <c:pt idx="3707">
                  <c:v>4.36E-2</c:v>
                </c:pt>
                <c:pt idx="3708">
                  <c:v>4.3700000000000003E-2</c:v>
                </c:pt>
                <c:pt idx="3709">
                  <c:v>4.3799999999999999E-2</c:v>
                </c:pt>
                <c:pt idx="3710">
                  <c:v>4.3999999999999997E-2</c:v>
                </c:pt>
                <c:pt idx="3711">
                  <c:v>4.3900000000000002E-2</c:v>
                </c:pt>
                <c:pt idx="3712">
                  <c:v>4.4200000000000003E-2</c:v>
                </c:pt>
                <c:pt idx="3713">
                  <c:v>4.3700000000000003E-2</c:v>
                </c:pt>
                <c:pt idx="3714">
                  <c:v>4.36E-2</c:v>
                </c:pt>
                <c:pt idx="3715">
                  <c:v>4.3900000000000002E-2</c:v>
                </c:pt>
                <c:pt idx="3716">
                  <c:v>4.36E-2</c:v>
                </c:pt>
                <c:pt idx="3717">
                  <c:v>4.3299999999999998E-2</c:v>
                </c:pt>
                <c:pt idx="3718">
                  <c:v>4.3200000000000002E-2</c:v>
                </c:pt>
                <c:pt idx="3719">
                  <c:v>4.3200000000000002E-2</c:v>
                </c:pt>
                <c:pt idx="3720">
                  <c:v>4.2799999999999998E-2</c:v>
                </c:pt>
                <c:pt idx="3721">
                  <c:v>4.24E-2</c:v>
                </c:pt>
                <c:pt idx="3722">
                  <c:v>4.1799999999999997E-2</c:v>
                </c:pt>
                <c:pt idx="3723">
                  <c:v>4.1700000000000001E-2</c:v>
                </c:pt>
                <c:pt idx="3724">
                  <c:v>4.1599999999999998E-2</c:v>
                </c:pt>
                <c:pt idx="3725">
                  <c:v>4.2000000000000003E-2</c:v>
                </c:pt>
                <c:pt idx="3726">
                  <c:v>4.2099999999999999E-2</c:v>
                </c:pt>
                <c:pt idx="3727">
                  <c:v>4.2500000000000003E-2</c:v>
                </c:pt>
                <c:pt idx="3728">
                  <c:v>4.3099999999999999E-2</c:v>
                </c:pt>
                <c:pt idx="3729">
                  <c:v>4.3200000000000002E-2</c:v>
                </c:pt>
                <c:pt idx="3730">
                  <c:v>4.3099999999999999E-2</c:v>
                </c:pt>
                <c:pt idx="3731">
                  <c:v>4.2799999999999998E-2</c:v>
                </c:pt>
                <c:pt idx="3732">
                  <c:v>4.2599999999999999E-2</c:v>
                </c:pt>
                <c:pt idx="3733">
                  <c:v>4.2599999999999999E-2</c:v>
                </c:pt>
                <c:pt idx="3734">
                  <c:v>4.24E-2</c:v>
                </c:pt>
                <c:pt idx="3735">
                  <c:v>4.2299999999999997E-2</c:v>
                </c:pt>
                <c:pt idx="3736">
                  <c:v>4.2299999999999997E-2</c:v>
                </c:pt>
                <c:pt idx="3737">
                  <c:v>4.2200000000000001E-2</c:v>
                </c:pt>
                <c:pt idx="3738">
                  <c:v>4.2200000000000001E-2</c:v>
                </c:pt>
                <c:pt idx="3739">
                  <c:v>4.2299999999999997E-2</c:v>
                </c:pt>
                <c:pt idx="3740">
                  <c:v>4.2200000000000001E-2</c:v>
                </c:pt>
                <c:pt idx="3741">
                  <c:v>4.2700000000000002E-2</c:v>
                </c:pt>
                <c:pt idx="3742">
                  <c:v>4.3299999999999998E-2</c:v>
                </c:pt>
                <c:pt idx="3743">
                  <c:v>4.2799999999999998E-2</c:v>
                </c:pt>
                <c:pt idx="3744">
                  <c:v>4.2700000000000002E-2</c:v>
                </c:pt>
                <c:pt idx="3745">
                  <c:v>4.2799999999999998E-2</c:v>
                </c:pt>
                <c:pt idx="3746">
                  <c:v>4.2200000000000001E-2</c:v>
                </c:pt>
                <c:pt idx="3747">
                  <c:v>4.2099999999999999E-2</c:v>
                </c:pt>
                <c:pt idx="3748">
                  <c:v>4.2000000000000003E-2</c:v>
                </c:pt>
                <c:pt idx="3749">
                  <c:v>4.2099999999999999E-2</c:v>
                </c:pt>
                <c:pt idx="3750">
                  <c:v>4.2000000000000003E-2</c:v>
                </c:pt>
                <c:pt idx="3751">
                  <c:v>4.19E-2</c:v>
                </c:pt>
                <c:pt idx="3752">
                  <c:v>4.1700000000000001E-2</c:v>
                </c:pt>
                <c:pt idx="3753">
                  <c:v>4.1599999999999998E-2</c:v>
                </c:pt>
                <c:pt idx="3754">
                  <c:v>4.1599999999999998E-2</c:v>
                </c:pt>
                <c:pt idx="3755">
                  <c:v>4.2099999999999999E-2</c:v>
                </c:pt>
                <c:pt idx="3756">
                  <c:v>4.2000000000000003E-2</c:v>
                </c:pt>
                <c:pt idx="3757">
                  <c:v>4.1799999999999997E-2</c:v>
                </c:pt>
                <c:pt idx="3758">
                  <c:v>4.19E-2</c:v>
                </c:pt>
                <c:pt idx="3759">
                  <c:v>4.2200000000000001E-2</c:v>
                </c:pt>
                <c:pt idx="3760">
                  <c:v>4.1700000000000001E-2</c:v>
                </c:pt>
                <c:pt idx="3761">
                  <c:v>4.1399999999999999E-2</c:v>
                </c:pt>
                <c:pt idx="3762">
                  <c:v>4.2200000000000001E-2</c:v>
                </c:pt>
                <c:pt idx="3763">
                  <c:v>4.2500000000000003E-2</c:v>
                </c:pt>
                <c:pt idx="3764">
                  <c:v>4.2299999999999997E-2</c:v>
                </c:pt>
                <c:pt idx="3765">
                  <c:v>4.2299999999999997E-2</c:v>
                </c:pt>
                <c:pt idx="3766">
                  <c:v>4.2999999999999997E-2</c:v>
                </c:pt>
                <c:pt idx="3767">
                  <c:v>4.3099999999999999E-2</c:v>
                </c:pt>
                <c:pt idx="3768">
                  <c:v>4.3799999999999999E-2</c:v>
                </c:pt>
                <c:pt idx="3769">
                  <c:v>4.53E-2</c:v>
                </c:pt>
                <c:pt idx="3770">
                  <c:v>4.6300000000000001E-2</c:v>
                </c:pt>
                <c:pt idx="3771">
                  <c:v>4.6800000000000001E-2</c:v>
                </c:pt>
                <c:pt idx="3772">
                  <c:v>4.7399999999999998E-2</c:v>
                </c:pt>
                <c:pt idx="3773">
                  <c:v>4.7100000000000003E-2</c:v>
                </c:pt>
                <c:pt idx="3774">
                  <c:v>4.5600000000000002E-2</c:v>
                </c:pt>
                <c:pt idx="3775">
                  <c:v>4.4600000000000001E-2</c:v>
                </c:pt>
                <c:pt idx="3776">
                  <c:v>4.4600000000000001E-2</c:v>
                </c:pt>
                <c:pt idx="3777">
                  <c:v>4.4600000000000001E-2</c:v>
                </c:pt>
                <c:pt idx="3778">
                  <c:v>4.4200000000000003E-2</c:v>
                </c:pt>
                <c:pt idx="3779">
                  <c:v>4.7600000000000003E-2</c:v>
                </c:pt>
                <c:pt idx="3780">
                  <c:v>4.8000000000000001E-2</c:v>
                </c:pt>
                <c:pt idx="3781">
                  <c:v>4.7E-2</c:v>
                </c:pt>
                <c:pt idx="3782">
                  <c:v>4.6699999999999998E-2</c:v>
                </c:pt>
                <c:pt idx="3783">
                  <c:v>4.6699999999999998E-2</c:v>
                </c:pt>
                <c:pt idx="3784">
                  <c:v>4.7899999999999998E-2</c:v>
                </c:pt>
                <c:pt idx="3785">
                  <c:v>4.8800000000000003E-2</c:v>
                </c:pt>
                <c:pt idx="3786">
                  <c:v>4.9299999999999997E-2</c:v>
                </c:pt>
                <c:pt idx="3787">
                  <c:v>4.87E-2</c:v>
                </c:pt>
                <c:pt idx="3788">
                  <c:v>4.6699999999999998E-2</c:v>
                </c:pt>
                <c:pt idx="3789">
                  <c:v>4.5699999999999998E-2</c:v>
                </c:pt>
                <c:pt idx="3790">
                  <c:v>4.5499999999999999E-2</c:v>
                </c:pt>
                <c:pt idx="3791">
                  <c:v>4.53E-2</c:v>
                </c:pt>
                <c:pt idx="3792">
                  <c:v>4.4400000000000002E-2</c:v>
                </c:pt>
                <c:pt idx="3793">
                  <c:v>4.41E-2</c:v>
                </c:pt>
                <c:pt idx="3794">
                  <c:v>4.3799999999999999E-2</c:v>
                </c:pt>
                <c:pt idx="3795">
                  <c:v>4.3999999999999997E-2</c:v>
                </c:pt>
                <c:pt idx="3796">
                  <c:v>4.4600000000000001E-2</c:v>
                </c:pt>
                <c:pt idx="3797">
                  <c:v>4.4699999999999997E-2</c:v>
                </c:pt>
                <c:pt idx="3798">
                  <c:v>4.5100000000000001E-2</c:v>
                </c:pt>
                <c:pt idx="3799">
                  <c:v>4.5699999999999998E-2</c:v>
                </c:pt>
                <c:pt idx="3800">
                  <c:v>4.58E-2</c:v>
                </c:pt>
                <c:pt idx="3801">
                  <c:v>4.5999999999999999E-2</c:v>
                </c:pt>
                <c:pt idx="3802">
                  <c:v>4.5999999999999999E-2</c:v>
                </c:pt>
                <c:pt idx="3803">
                  <c:v>4.5900000000000003E-2</c:v>
                </c:pt>
                <c:pt idx="3804">
                  <c:v>4.6100000000000002E-2</c:v>
                </c:pt>
                <c:pt idx="3805">
                  <c:v>4.6300000000000001E-2</c:v>
                </c:pt>
                <c:pt idx="3806">
                  <c:v>4.5900000000000003E-2</c:v>
                </c:pt>
                <c:pt idx="3807">
                  <c:v>4.6300000000000001E-2</c:v>
                </c:pt>
                <c:pt idx="3808">
                  <c:v>4.7E-2</c:v>
                </c:pt>
                <c:pt idx="3809">
                  <c:v>4.7E-2</c:v>
                </c:pt>
                <c:pt idx="3810">
                  <c:v>4.7399999999999998E-2</c:v>
                </c:pt>
                <c:pt idx="3811">
                  <c:v>4.7800000000000002E-2</c:v>
                </c:pt>
                <c:pt idx="3812">
                  <c:v>4.7399999999999998E-2</c:v>
                </c:pt>
                <c:pt idx="3813">
                  <c:v>4.7300000000000002E-2</c:v>
                </c:pt>
                <c:pt idx="3814">
                  <c:v>4.7300000000000002E-2</c:v>
                </c:pt>
                <c:pt idx="3815">
                  <c:v>4.7500000000000001E-2</c:v>
                </c:pt>
                <c:pt idx="3816">
                  <c:v>4.8000000000000001E-2</c:v>
                </c:pt>
                <c:pt idx="3817">
                  <c:v>4.8800000000000003E-2</c:v>
                </c:pt>
                <c:pt idx="3818">
                  <c:v>4.9599999999999998E-2</c:v>
                </c:pt>
                <c:pt idx="3819">
                  <c:v>5.21E-2</c:v>
                </c:pt>
                <c:pt idx="3820">
                  <c:v>5.0999999999999997E-2</c:v>
                </c:pt>
                <c:pt idx="3821">
                  <c:v>5.0999999999999997E-2</c:v>
                </c:pt>
                <c:pt idx="3822">
                  <c:v>4.9799999999999997E-2</c:v>
                </c:pt>
                <c:pt idx="3823">
                  <c:v>4.9399999999999999E-2</c:v>
                </c:pt>
                <c:pt idx="3824">
                  <c:v>4.9599999999999998E-2</c:v>
                </c:pt>
                <c:pt idx="3825">
                  <c:v>4.9299999999999997E-2</c:v>
                </c:pt>
                <c:pt idx="3826">
                  <c:v>4.9599999999999998E-2</c:v>
                </c:pt>
                <c:pt idx="3827">
                  <c:v>4.9799999999999997E-2</c:v>
                </c:pt>
                <c:pt idx="3828">
                  <c:v>5.0299999999999997E-2</c:v>
                </c:pt>
                <c:pt idx="3829">
                  <c:v>5.0299999999999997E-2</c:v>
                </c:pt>
                <c:pt idx="3830">
                  <c:v>5.0299999999999997E-2</c:v>
                </c:pt>
                <c:pt idx="3831">
                  <c:v>4.9599999999999998E-2</c:v>
                </c:pt>
                <c:pt idx="3832">
                  <c:v>4.99E-2</c:v>
                </c:pt>
                <c:pt idx="3833">
                  <c:v>5.0200000000000002E-2</c:v>
                </c:pt>
                <c:pt idx="3834">
                  <c:v>5.04E-2</c:v>
                </c:pt>
                <c:pt idx="3835">
                  <c:v>5.0299999999999997E-2</c:v>
                </c:pt>
                <c:pt idx="3836">
                  <c:v>5.0299999999999997E-2</c:v>
                </c:pt>
                <c:pt idx="3837">
                  <c:v>0.05</c:v>
                </c:pt>
                <c:pt idx="3838">
                  <c:v>5.0799999999999998E-2</c:v>
                </c:pt>
                <c:pt idx="3839">
                  <c:v>5.1400000000000001E-2</c:v>
                </c:pt>
                <c:pt idx="3840">
                  <c:v>5.2999999999999999E-2</c:v>
                </c:pt>
                <c:pt idx="3841">
                  <c:v>5.3699999999999998E-2</c:v>
                </c:pt>
                <c:pt idx="3842">
                  <c:v>5.45E-2</c:v>
                </c:pt>
                <c:pt idx="3843">
                  <c:v>5.4800000000000001E-2</c:v>
                </c:pt>
                <c:pt idx="3844">
                  <c:v>5.6599999999999998E-2</c:v>
                </c:pt>
                <c:pt idx="3845">
                  <c:v>5.8200000000000002E-2</c:v>
                </c:pt>
                <c:pt idx="3846">
                  <c:v>5.8000000000000003E-2</c:v>
                </c:pt>
                <c:pt idx="3847">
                  <c:v>5.79E-2</c:v>
                </c:pt>
                <c:pt idx="3848">
                  <c:v>5.8000000000000003E-2</c:v>
                </c:pt>
                <c:pt idx="3849">
                  <c:v>5.7099999999999998E-2</c:v>
                </c:pt>
                <c:pt idx="3850">
                  <c:v>5.6099999999999997E-2</c:v>
                </c:pt>
                <c:pt idx="3851">
                  <c:v>5.5100000000000003E-2</c:v>
                </c:pt>
                <c:pt idx="3852">
                  <c:v>5.5100000000000003E-2</c:v>
                </c:pt>
                <c:pt idx="3853">
                  <c:v>5.4100000000000002E-2</c:v>
                </c:pt>
                <c:pt idx="3854">
                  <c:v>5.4100000000000002E-2</c:v>
                </c:pt>
                <c:pt idx="3855">
                  <c:v>5.4199999999999998E-2</c:v>
                </c:pt>
                <c:pt idx="3856">
                  <c:v>5.4600000000000003E-2</c:v>
                </c:pt>
                <c:pt idx="3857">
                  <c:v>5.45E-2</c:v>
                </c:pt>
                <c:pt idx="3858">
                  <c:v>5.3999999999999999E-2</c:v>
                </c:pt>
                <c:pt idx="3859">
                  <c:v>5.3499999999999999E-2</c:v>
                </c:pt>
                <c:pt idx="3860">
                  <c:v>5.2900000000000003E-2</c:v>
                </c:pt>
                <c:pt idx="3861">
                  <c:v>5.3199999999999997E-2</c:v>
                </c:pt>
                <c:pt idx="3862">
                  <c:v>5.3499999999999999E-2</c:v>
                </c:pt>
                <c:pt idx="3863">
                  <c:v>5.2600000000000001E-2</c:v>
                </c:pt>
                <c:pt idx="3864">
                  <c:v>5.2200000000000003E-2</c:v>
                </c:pt>
                <c:pt idx="3865">
                  <c:v>5.2200000000000003E-2</c:v>
                </c:pt>
                <c:pt idx="3866">
                  <c:v>5.1900000000000002E-2</c:v>
                </c:pt>
                <c:pt idx="3867">
                  <c:v>5.1400000000000001E-2</c:v>
                </c:pt>
                <c:pt idx="3868">
                  <c:v>5.1299999999999998E-2</c:v>
                </c:pt>
                <c:pt idx="3869">
                  <c:v>5.0900000000000001E-2</c:v>
                </c:pt>
                <c:pt idx="3870">
                  <c:v>5.0099999999999999E-2</c:v>
                </c:pt>
                <c:pt idx="3871">
                  <c:v>4.9399999999999999E-2</c:v>
                </c:pt>
                <c:pt idx="3872">
                  <c:v>4.9500000000000002E-2</c:v>
                </c:pt>
                <c:pt idx="3873">
                  <c:v>4.9099999999999998E-2</c:v>
                </c:pt>
                <c:pt idx="3874">
                  <c:v>4.9500000000000002E-2</c:v>
                </c:pt>
                <c:pt idx="3875">
                  <c:v>0.05</c:v>
                </c:pt>
                <c:pt idx="3876">
                  <c:v>0.05</c:v>
                </c:pt>
                <c:pt idx="3877">
                  <c:v>5.0299999999999997E-2</c:v>
                </c:pt>
                <c:pt idx="3878">
                  <c:v>5.0999999999999997E-2</c:v>
                </c:pt>
                <c:pt idx="3879">
                  <c:v>5.1200000000000002E-2</c:v>
                </c:pt>
                <c:pt idx="3880">
                  <c:v>5.0799999999999998E-2</c:v>
                </c:pt>
                <c:pt idx="3881">
                  <c:v>5.0500000000000003E-2</c:v>
                </c:pt>
                <c:pt idx="3882">
                  <c:v>5.0200000000000002E-2</c:v>
                </c:pt>
                <c:pt idx="3883">
                  <c:v>5.0200000000000002E-2</c:v>
                </c:pt>
                <c:pt idx="3884">
                  <c:v>5.0200000000000002E-2</c:v>
                </c:pt>
                <c:pt idx="3885">
                  <c:v>5.0700000000000002E-2</c:v>
                </c:pt>
                <c:pt idx="3886">
                  <c:v>5.0700000000000002E-2</c:v>
                </c:pt>
                <c:pt idx="3887">
                  <c:v>5.0700000000000002E-2</c:v>
                </c:pt>
                <c:pt idx="3888">
                  <c:v>5.0799999999999998E-2</c:v>
                </c:pt>
                <c:pt idx="3889">
                  <c:v>5.0599999999999999E-2</c:v>
                </c:pt>
                <c:pt idx="3890">
                  <c:v>5.0500000000000003E-2</c:v>
                </c:pt>
                <c:pt idx="3891">
                  <c:v>5.0900000000000001E-2</c:v>
                </c:pt>
                <c:pt idx="3892">
                  <c:v>4.9799999999999997E-2</c:v>
                </c:pt>
                <c:pt idx="3893">
                  <c:v>5.0299999999999997E-2</c:v>
                </c:pt>
                <c:pt idx="3894">
                  <c:v>5.0599999999999999E-2</c:v>
                </c:pt>
                <c:pt idx="3895">
                  <c:v>5.1400000000000001E-2</c:v>
                </c:pt>
                <c:pt idx="3896">
                  <c:v>5.2400000000000002E-2</c:v>
                </c:pt>
                <c:pt idx="3897">
                  <c:v>5.3400000000000003E-2</c:v>
                </c:pt>
                <c:pt idx="3898">
                  <c:v>5.5300000000000002E-2</c:v>
                </c:pt>
                <c:pt idx="3899">
                  <c:v>5.74E-2</c:v>
                </c:pt>
                <c:pt idx="3900">
                  <c:v>5.6399999999999999E-2</c:v>
                </c:pt>
                <c:pt idx="3901">
                  <c:v>5.6300000000000003E-2</c:v>
                </c:pt>
                <c:pt idx="3902">
                  <c:v>5.6000000000000001E-2</c:v>
                </c:pt>
                <c:pt idx="3903">
                  <c:v>5.6899999999999999E-2</c:v>
                </c:pt>
                <c:pt idx="3904">
                  <c:v>5.7299999999999997E-2</c:v>
                </c:pt>
                <c:pt idx="3905">
                  <c:v>5.7200000000000001E-2</c:v>
                </c:pt>
                <c:pt idx="3906">
                  <c:v>5.7000000000000002E-2</c:v>
                </c:pt>
                <c:pt idx="3907">
                  <c:v>5.67E-2</c:v>
                </c:pt>
                <c:pt idx="3908">
                  <c:v>5.67E-2</c:v>
                </c:pt>
                <c:pt idx="3909">
                  <c:v>5.74E-2</c:v>
                </c:pt>
                <c:pt idx="3910">
                  <c:v>5.7000000000000002E-2</c:v>
                </c:pt>
                <c:pt idx="3911">
                  <c:v>5.79E-2</c:v>
                </c:pt>
                <c:pt idx="3912">
                  <c:v>5.7599999999999998E-2</c:v>
                </c:pt>
                <c:pt idx="3913">
                  <c:v>5.7599999999999998E-2</c:v>
                </c:pt>
                <c:pt idx="3914">
                  <c:v>5.8599999999999999E-2</c:v>
                </c:pt>
                <c:pt idx="3915">
                  <c:v>5.8900000000000001E-2</c:v>
                </c:pt>
                <c:pt idx="3916">
                  <c:v>5.91E-2</c:v>
                </c:pt>
                <c:pt idx="3917">
                  <c:v>6.0100000000000001E-2</c:v>
                </c:pt>
                <c:pt idx="3918">
                  <c:v>5.9799999999999999E-2</c:v>
                </c:pt>
                <c:pt idx="3919">
                  <c:v>6.0199999999999997E-2</c:v>
                </c:pt>
                <c:pt idx="3920">
                  <c:v>6.0600000000000001E-2</c:v>
                </c:pt>
                <c:pt idx="3921">
                  <c:v>6.0999999999999999E-2</c:v>
                </c:pt>
                <c:pt idx="3922">
                  <c:v>6.2799999999999995E-2</c:v>
                </c:pt>
                <c:pt idx="3923">
                  <c:v>6.4199999999999993E-2</c:v>
                </c:pt>
                <c:pt idx="3924">
                  <c:v>6.4199999999999993E-2</c:v>
                </c:pt>
                <c:pt idx="3925">
                  <c:v>6.5600000000000006E-2</c:v>
                </c:pt>
                <c:pt idx="3926">
                  <c:v>6.7299999999999999E-2</c:v>
                </c:pt>
                <c:pt idx="3927">
                  <c:v>6.8099999999999994E-2</c:v>
                </c:pt>
                <c:pt idx="3928">
                  <c:v>6.6299999999999998E-2</c:v>
                </c:pt>
                <c:pt idx="3929">
                  <c:v>6.6100000000000006E-2</c:v>
                </c:pt>
                <c:pt idx="3930">
                  <c:v>6.6400000000000001E-2</c:v>
                </c:pt>
                <c:pt idx="3931">
                  <c:v>6.5600000000000006E-2</c:v>
                </c:pt>
                <c:pt idx="3932">
                  <c:v>6.5100000000000005E-2</c:v>
                </c:pt>
                <c:pt idx="3933">
                  <c:v>6.4600000000000005E-2</c:v>
                </c:pt>
                <c:pt idx="3934">
                  <c:v>6.4199999999999993E-2</c:v>
                </c:pt>
                <c:pt idx="3935">
                  <c:v>6.4899999999999999E-2</c:v>
                </c:pt>
                <c:pt idx="3936">
                  <c:v>6.5600000000000006E-2</c:v>
                </c:pt>
                <c:pt idx="3937">
                  <c:v>6.54E-2</c:v>
                </c:pt>
                <c:pt idx="3938">
                  <c:v>6.5600000000000006E-2</c:v>
                </c:pt>
                <c:pt idx="3939">
                  <c:v>6.7900000000000002E-2</c:v>
                </c:pt>
                <c:pt idx="3940">
                  <c:v>6.9400000000000003E-2</c:v>
                </c:pt>
                <c:pt idx="3941">
                  <c:v>6.9000000000000006E-2</c:v>
                </c:pt>
                <c:pt idx="3942">
                  <c:v>7.0999999999999994E-2</c:v>
                </c:pt>
                <c:pt idx="3943">
                  <c:v>7.1300000000000002E-2</c:v>
                </c:pt>
                <c:pt idx="3944">
                  <c:v>7.1300000000000002E-2</c:v>
                </c:pt>
                <c:pt idx="3945">
                  <c:v>6.9800000000000001E-2</c:v>
                </c:pt>
                <c:pt idx="3946">
                  <c:v>6.8900000000000003E-2</c:v>
                </c:pt>
                <c:pt idx="3947">
                  <c:v>6.7799999999999999E-2</c:v>
                </c:pt>
                <c:pt idx="3948">
                  <c:v>6.7900000000000002E-2</c:v>
                </c:pt>
                <c:pt idx="3949">
                  <c:v>6.7500000000000004E-2</c:v>
                </c:pt>
                <c:pt idx="3950">
                  <c:v>6.7000000000000004E-2</c:v>
                </c:pt>
                <c:pt idx="3951">
                  <c:v>6.7599999999999993E-2</c:v>
                </c:pt>
                <c:pt idx="3952">
                  <c:v>6.8000000000000005E-2</c:v>
                </c:pt>
                <c:pt idx="3953">
                  <c:v>6.7299999999999999E-2</c:v>
                </c:pt>
                <c:pt idx="3954">
                  <c:v>6.7000000000000004E-2</c:v>
                </c:pt>
                <c:pt idx="3955">
                  <c:v>6.5699999999999995E-2</c:v>
                </c:pt>
                <c:pt idx="3956">
                  <c:v>6.4699999999999994E-2</c:v>
                </c:pt>
                <c:pt idx="3957">
                  <c:v>6.4500000000000002E-2</c:v>
                </c:pt>
                <c:pt idx="3958">
                  <c:v>6.3299999999999995E-2</c:v>
                </c:pt>
                <c:pt idx="3959">
                  <c:v>6.3100000000000003E-2</c:v>
                </c:pt>
                <c:pt idx="3960">
                  <c:v>6.3200000000000006E-2</c:v>
                </c:pt>
                <c:pt idx="3961">
                  <c:v>6.3E-2</c:v>
                </c:pt>
                <c:pt idx="3962">
                  <c:v>6.0400000000000002E-2</c:v>
                </c:pt>
                <c:pt idx="3963">
                  <c:v>5.7500000000000002E-2</c:v>
                </c:pt>
                <c:pt idx="3964">
                  <c:v>5.67E-2</c:v>
                </c:pt>
                <c:pt idx="3965">
                  <c:v>5.7599999999999998E-2</c:v>
                </c:pt>
                <c:pt idx="3966">
                  <c:v>5.8400000000000001E-2</c:v>
                </c:pt>
                <c:pt idx="3967">
                  <c:v>5.8200000000000002E-2</c:v>
                </c:pt>
                <c:pt idx="3968">
                  <c:v>5.79E-2</c:v>
                </c:pt>
                <c:pt idx="3969">
                  <c:v>5.74E-2</c:v>
                </c:pt>
                <c:pt idx="3970">
                  <c:v>5.74E-2</c:v>
                </c:pt>
                <c:pt idx="3971">
                  <c:v>5.67E-2</c:v>
                </c:pt>
                <c:pt idx="3972">
                  <c:v>5.7500000000000002E-2</c:v>
                </c:pt>
                <c:pt idx="3973">
                  <c:v>5.7500000000000002E-2</c:v>
                </c:pt>
                <c:pt idx="3974">
                  <c:v>5.7299999999999997E-2</c:v>
                </c:pt>
                <c:pt idx="3975">
                  <c:v>5.7599999999999998E-2</c:v>
                </c:pt>
                <c:pt idx="3976">
                  <c:v>5.7200000000000001E-2</c:v>
                </c:pt>
                <c:pt idx="3977">
                  <c:v>5.67E-2</c:v>
                </c:pt>
                <c:pt idx="3978">
                  <c:v>5.6500000000000002E-2</c:v>
                </c:pt>
                <c:pt idx="3979">
                  <c:v>5.6500000000000002E-2</c:v>
                </c:pt>
                <c:pt idx="3980">
                  <c:v>5.67E-2</c:v>
                </c:pt>
                <c:pt idx="3981">
                  <c:v>5.6800000000000003E-2</c:v>
                </c:pt>
                <c:pt idx="3982">
                  <c:v>5.6899999999999999E-2</c:v>
                </c:pt>
                <c:pt idx="3983">
                  <c:v>5.6800000000000003E-2</c:v>
                </c:pt>
                <c:pt idx="3984">
                  <c:v>5.6800000000000003E-2</c:v>
                </c:pt>
                <c:pt idx="3985">
                  <c:v>5.6399999999999999E-2</c:v>
                </c:pt>
                <c:pt idx="3986">
                  <c:v>5.5500000000000001E-2</c:v>
                </c:pt>
                <c:pt idx="3987">
                  <c:v>5.4800000000000001E-2</c:v>
                </c:pt>
                <c:pt idx="3988">
                  <c:v>5.4800000000000001E-2</c:v>
                </c:pt>
                <c:pt idx="3989">
                  <c:v>5.4699999999999999E-2</c:v>
                </c:pt>
                <c:pt idx="3990">
                  <c:v>5.3800000000000001E-2</c:v>
                </c:pt>
                <c:pt idx="3991">
                  <c:v>5.3699999999999998E-2</c:v>
                </c:pt>
                <c:pt idx="3992">
                  <c:v>5.2600000000000001E-2</c:v>
                </c:pt>
                <c:pt idx="3993">
                  <c:v>5.21E-2</c:v>
                </c:pt>
                <c:pt idx="3994">
                  <c:v>5.2400000000000002E-2</c:v>
                </c:pt>
                <c:pt idx="3995">
                  <c:v>5.1999999999999998E-2</c:v>
                </c:pt>
                <c:pt idx="3996">
                  <c:v>5.2400000000000002E-2</c:v>
                </c:pt>
                <c:pt idx="3997">
                  <c:v>5.2600000000000001E-2</c:v>
                </c:pt>
                <c:pt idx="3998">
                  <c:v>5.2699999999999997E-2</c:v>
                </c:pt>
                <c:pt idx="3999">
                  <c:v>5.3400000000000003E-2</c:v>
                </c:pt>
                <c:pt idx="4000">
                  <c:v>5.3800000000000001E-2</c:v>
                </c:pt>
                <c:pt idx="4001">
                  <c:v>5.4199999999999998E-2</c:v>
                </c:pt>
                <c:pt idx="4002">
                  <c:v>5.4300000000000001E-2</c:v>
                </c:pt>
                <c:pt idx="4003">
                  <c:v>5.4699999999999999E-2</c:v>
                </c:pt>
                <c:pt idx="4004">
                  <c:v>5.4899999999999997E-2</c:v>
                </c:pt>
                <c:pt idx="4005">
                  <c:v>5.3400000000000003E-2</c:v>
                </c:pt>
                <c:pt idx="4006">
                  <c:v>5.3400000000000003E-2</c:v>
                </c:pt>
                <c:pt idx="4007">
                  <c:v>5.2999999999999999E-2</c:v>
                </c:pt>
                <c:pt idx="4008">
                  <c:v>5.3100000000000001E-2</c:v>
                </c:pt>
                <c:pt idx="4009">
                  <c:v>5.2900000000000003E-2</c:v>
                </c:pt>
                <c:pt idx="4010">
                  <c:v>5.2499999999999998E-2</c:v>
                </c:pt>
                <c:pt idx="4011">
                  <c:v>5.2299999999999999E-2</c:v>
                </c:pt>
                <c:pt idx="4012">
                  <c:v>5.2600000000000001E-2</c:v>
                </c:pt>
                <c:pt idx="4013">
                  <c:v>5.2299999999999999E-2</c:v>
                </c:pt>
                <c:pt idx="4014">
                  <c:v>5.21E-2</c:v>
                </c:pt>
                <c:pt idx="4015">
                  <c:v>5.16E-2</c:v>
                </c:pt>
                <c:pt idx="4016">
                  <c:v>5.0900000000000001E-2</c:v>
                </c:pt>
                <c:pt idx="4017">
                  <c:v>5.0500000000000003E-2</c:v>
                </c:pt>
                <c:pt idx="4018">
                  <c:v>5.0500000000000003E-2</c:v>
                </c:pt>
                <c:pt idx="4019">
                  <c:v>5.0500000000000003E-2</c:v>
                </c:pt>
                <c:pt idx="4020">
                  <c:v>5.04E-2</c:v>
                </c:pt>
                <c:pt idx="4021">
                  <c:v>5.0500000000000003E-2</c:v>
                </c:pt>
                <c:pt idx="4022">
                  <c:v>5.0200000000000002E-2</c:v>
                </c:pt>
                <c:pt idx="4023">
                  <c:v>0.05</c:v>
                </c:pt>
                <c:pt idx="4024">
                  <c:v>5.0200000000000002E-2</c:v>
                </c:pt>
                <c:pt idx="4025">
                  <c:v>4.9700000000000001E-2</c:v>
                </c:pt>
                <c:pt idx="4026">
                  <c:v>4.9299999999999997E-2</c:v>
                </c:pt>
                <c:pt idx="4027">
                  <c:v>4.9000000000000002E-2</c:v>
                </c:pt>
                <c:pt idx="4028">
                  <c:v>4.9700000000000001E-2</c:v>
                </c:pt>
                <c:pt idx="4029">
                  <c:v>5.1499999999999997E-2</c:v>
                </c:pt>
                <c:pt idx="4030">
                  <c:v>5.3499999999999999E-2</c:v>
                </c:pt>
                <c:pt idx="4031">
                  <c:v>5.2999999999999999E-2</c:v>
                </c:pt>
                <c:pt idx="4032">
                  <c:v>5.4399999999999997E-2</c:v>
                </c:pt>
                <c:pt idx="4033">
                  <c:v>5.4100000000000002E-2</c:v>
                </c:pt>
                <c:pt idx="4034">
                  <c:v>5.2400000000000002E-2</c:v>
                </c:pt>
                <c:pt idx="4035">
                  <c:v>5.0799999999999998E-2</c:v>
                </c:pt>
                <c:pt idx="4036">
                  <c:v>5.0299999999999997E-2</c:v>
                </c:pt>
                <c:pt idx="4037">
                  <c:v>4.9599999999999998E-2</c:v>
                </c:pt>
                <c:pt idx="4038">
                  <c:v>5.62E-2</c:v>
                </c:pt>
                <c:pt idx="4039">
                  <c:v>5.8099999999999999E-2</c:v>
                </c:pt>
                <c:pt idx="4040">
                  <c:v>5.7299999999999997E-2</c:v>
                </c:pt>
                <c:pt idx="4041">
                  <c:v>5.5599999999999997E-2</c:v>
                </c:pt>
                <c:pt idx="4042">
                  <c:v>5.5E-2</c:v>
                </c:pt>
                <c:pt idx="4043">
                  <c:v>5.3600000000000002E-2</c:v>
                </c:pt>
                <c:pt idx="4044">
                  <c:v>5.3600000000000002E-2</c:v>
                </c:pt>
                <c:pt idx="4045">
                  <c:v>5.3400000000000003E-2</c:v>
                </c:pt>
                <c:pt idx="4046">
                  <c:v>5.3999999999999999E-2</c:v>
                </c:pt>
                <c:pt idx="4047">
                  <c:v>5.3699999999999998E-2</c:v>
                </c:pt>
                <c:pt idx="4048">
                  <c:v>5.3199999999999997E-2</c:v>
                </c:pt>
                <c:pt idx="4049">
                  <c:v>5.2400000000000002E-2</c:v>
                </c:pt>
                <c:pt idx="4050">
                  <c:v>5.0999999999999997E-2</c:v>
                </c:pt>
                <c:pt idx="4051">
                  <c:v>5.04E-2</c:v>
                </c:pt>
                <c:pt idx="4052">
                  <c:v>4.9799999999999997E-2</c:v>
                </c:pt>
                <c:pt idx="4053">
                  <c:v>4.9599999999999998E-2</c:v>
                </c:pt>
                <c:pt idx="4054">
                  <c:v>4.99E-2</c:v>
                </c:pt>
                <c:pt idx="4055">
                  <c:v>4.9700000000000001E-2</c:v>
                </c:pt>
                <c:pt idx="4056">
                  <c:v>4.9200000000000001E-2</c:v>
                </c:pt>
                <c:pt idx="4057">
                  <c:v>4.87E-2</c:v>
                </c:pt>
                <c:pt idx="4058">
                  <c:v>4.8300000000000003E-2</c:v>
                </c:pt>
                <c:pt idx="4059">
                  <c:v>4.8300000000000003E-2</c:v>
                </c:pt>
                <c:pt idx="4060">
                  <c:v>4.8399999999999999E-2</c:v>
                </c:pt>
                <c:pt idx="4061">
                  <c:v>4.87E-2</c:v>
                </c:pt>
                <c:pt idx="4062">
                  <c:v>4.8800000000000003E-2</c:v>
                </c:pt>
                <c:pt idx="4063">
                  <c:v>4.8899999999999999E-2</c:v>
                </c:pt>
                <c:pt idx="4064">
                  <c:v>4.8599999999999997E-2</c:v>
                </c:pt>
                <c:pt idx="4065">
                  <c:v>4.8500000000000001E-2</c:v>
                </c:pt>
                <c:pt idx="4066">
                  <c:v>4.8599999999999997E-2</c:v>
                </c:pt>
                <c:pt idx="4067">
                  <c:v>4.8099999999999997E-2</c:v>
                </c:pt>
                <c:pt idx="4068">
                  <c:v>4.7600000000000003E-2</c:v>
                </c:pt>
                <c:pt idx="4069">
                  <c:v>4.7199999999999999E-2</c:v>
                </c:pt>
                <c:pt idx="4070">
                  <c:v>4.6699999999999998E-2</c:v>
                </c:pt>
                <c:pt idx="4071">
                  <c:v>4.65E-2</c:v>
                </c:pt>
                <c:pt idx="4072">
                  <c:v>4.6100000000000002E-2</c:v>
                </c:pt>
                <c:pt idx="4073">
                  <c:v>4.5900000000000003E-2</c:v>
                </c:pt>
                <c:pt idx="4074">
                  <c:v>4.53E-2</c:v>
                </c:pt>
                <c:pt idx="4075">
                  <c:v>4.5199999999999997E-2</c:v>
                </c:pt>
                <c:pt idx="4076">
                  <c:v>4.53E-2</c:v>
                </c:pt>
                <c:pt idx="4077">
                  <c:v>4.53E-2</c:v>
                </c:pt>
                <c:pt idx="4078">
                  <c:v>4.5400000000000003E-2</c:v>
                </c:pt>
                <c:pt idx="4079">
                  <c:v>4.5400000000000003E-2</c:v>
                </c:pt>
                <c:pt idx="4080">
                  <c:v>4.53E-2</c:v>
                </c:pt>
                <c:pt idx="4081">
                  <c:v>4.4900000000000002E-2</c:v>
                </c:pt>
                <c:pt idx="4082">
                  <c:v>4.4600000000000001E-2</c:v>
                </c:pt>
                <c:pt idx="4083">
                  <c:v>4.4499999999999998E-2</c:v>
                </c:pt>
                <c:pt idx="4084">
                  <c:v>4.4699999999999997E-2</c:v>
                </c:pt>
                <c:pt idx="4085">
                  <c:v>4.4200000000000003E-2</c:v>
                </c:pt>
                <c:pt idx="4086">
                  <c:v>4.3900000000000002E-2</c:v>
                </c:pt>
                <c:pt idx="4087">
                  <c:v>4.36E-2</c:v>
                </c:pt>
                <c:pt idx="4088">
                  <c:v>4.3499999999999997E-2</c:v>
                </c:pt>
                <c:pt idx="4089">
                  <c:v>4.3499999999999997E-2</c:v>
                </c:pt>
                <c:pt idx="4090">
                  <c:v>4.3499999999999997E-2</c:v>
                </c:pt>
                <c:pt idx="4091">
                  <c:v>4.3400000000000001E-2</c:v>
                </c:pt>
                <c:pt idx="4092">
                  <c:v>4.3299999999999998E-2</c:v>
                </c:pt>
                <c:pt idx="4093">
                  <c:v>4.41E-2</c:v>
                </c:pt>
                <c:pt idx="4094">
                  <c:v>4.6100000000000002E-2</c:v>
                </c:pt>
                <c:pt idx="4095">
                  <c:v>4.6199999999999998E-2</c:v>
                </c:pt>
                <c:pt idx="4096">
                  <c:v>4.6800000000000001E-2</c:v>
                </c:pt>
                <c:pt idx="4097">
                  <c:v>4.7E-2</c:v>
                </c:pt>
                <c:pt idx="4098">
                  <c:v>4.7600000000000003E-2</c:v>
                </c:pt>
                <c:pt idx="4099">
                  <c:v>4.7399999999999998E-2</c:v>
                </c:pt>
                <c:pt idx="4100">
                  <c:v>4.7600000000000003E-2</c:v>
                </c:pt>
                <c:pt idx="4101">
                  <c:v>4.7399999999999998E-2</c:v>
                </c:pt>
                <c:pt idx="4102">
                  <c:v>4.6600000000000003E-2</c:v>
                </c:pt>
                <c:pt idx="4103">
                  <c:v>4.6899999999999997E-2</c:v>
                </c:pt>
                <c:pt idx="4104">
                  <c:v>4.7500000000000001E-2</c:v>
                </c:pt>
                <c:pt idx="4105">
                  <c:v>4.8399999999999999E-2</c:v>
                </c:pt>
                <c:pt idx="4106">
                  <c:v>4.82E-2</c:v>
                </c:pt>
                <c:pt idx="4107">
                  <c:v>4.7899999999999998E-2</c:v>
                </c:pt>
                <c:pt idx="4108">
                  <c:v>4.8599999999999997E-2</c:v>
                </c:pt>
                <c:pt idx="4109">
                  <c:v>4.82E-2</c:v>
                </c:pt>
                <c:pt idx="4110">
                  <c:v>4.8000000000000001E-2</c:v>
                </c:pt>
                <c:pt idx="4111">
                  <c:v>4.7699999999999999E-2</c:v>
                </c:pt>
                <c:pt idx="4112">
                  <c:v>4.7199999999999999E-2</c:v>
                </c:pt>
                <c:pt idx="4113">
                  <c:v>4.7300000000000002E-2</c:v>
                </c:pt>
                <c:pt idx="4114">
                  <c:v>4.7300000000000002E-2</c:v>
                </c:pt>
                <c:pt idx="4115">
                  <c:v>4.6899999999999997E-2</c:v>
                </c:pt>
                <c:pt idx="4116">
                  <c:v>4.65E-2</c:v>
                </c:pt>
                <c:pt idx="4117">
                  <c:v>4.6600000000000003E-2</c:v>
                </c:pt>
                <c:pt idx="4118">
                  <c:v>4.6100000000000002E-2</c:v>
                </c:pt>
                <c:pt idx="4119">
                  <c:v>4.6100000000000002E-2</c:v>
                </c:pt>
                <c:pt idx="4120">
                  <c:v>4.5499999999999999E-2</c:v>
                </c:pt>
                <c:pt idx="4121">
                  <c:v>4.4999999999999998E-2</c:v>
                </c:pt>
                <c:pt idx="4122">
                  <c:v>4.4499999999999998E-2</c:v>
                </c:pt>
                <c:pt idx="4123">
                  <c:v>4.4200000000000003E-2</c:v>
                </c:pt>
                <c:pt idx="4124">
                  <c:v>4.3799999999999999E-2</c:v>
                </c:pt>
                <c:pt idx="4125">
                  <c:v>4.3700000000000003E-2</c:v>
                </c:pt>
                <c:pt idx="4126">
                  <c:v>4.3900000000000002E-2</c:v>
                </c:pt>
                <c:pt idx="4127">
                  <c:v>4.3799999999999999E-2</c:v>
                </c:pt>
                <c:pt idx="4128">
                  <c:v>4.4299999999999999E-2</c:v>
                </c:pt>
                <c:pt idx="4129">
                  <c:v>4.4499999999999998E-2</c:v>
                </c:pt>
                <c:pt idx="4130">
                  <c:v>4.48E-2</c:v>
                </c:pt>
                <c:pt idx="4131">
                  <c:v>4.5499999999999999E-2</c:v>
                </c:pt>
                <c:pt idx="4132">
                  <c:v>4.5499999999999999E-2</c:v>
                </c:pt>
                <c:pt idx="4133">
                  <c:v>4.58E-2</c:v>
                </c:pt>
                <c:pt idx="4134">
                  <c:v>4.5400000000000003E-2</c:v>
                </c:pt>
                <c:pt idx="4135">
                  <c:v>4.5400000000000003E-2</c:v>
                </c:pt>
                <c:pt idx="4136">
                  <c:v>4.6399999999999997E-2</c:v>
                </c:pt>
                <c:pt idx="4137">
                  <c:v>4.4200000000000003E-2</c:v>
                </c:pt>
                <c:pt idx="4138">
                  <c:v>4.4200000000000003E-2</c:v>
                </c:pt>
                <c:pt idx="4139">
                  <c:v>4.5900000000000003E-2</c:v>
                </c:pt>
                <c:pt idx="4140">
                  <c:v>4.5499999999999999E-2</c:v>
                </c:pt>
                <c:pt idx="4141">
                  <c:v>4.5699999999999998E-2</c:v>
                </c:pt>
                <c:pt idx="4142">
                  <c:v>4.5900000000000003E-2</c:v>
                </c:pt>
                <c:pt idx="4143">
                  <c:v>4.6600000000000003E-2</c:v>
                </c:pt>
                <c:pt idx="4144">
                  <c:v>4.6800000000000001E-2</c:v>
                </c:pt>
                <c:pt idx="4145">
                  <c:v>4.6600000000000003E-2</c:v>
                </c:pt>
                <c:pt idx="4146">
                  <c:v>4.6300000000000001E-2</c:v>
                </c:pt>
                <c:pt idx="4147">
                  <c:v>4.6300000000000001E-2</c:v>
                </c:pt>
                <c:pt idx="4148">
                  <c:v>4.6600000000000003E-2</c:v>
                </c:pt>
                <c:pt idx="4149">
                  <c:v>4.6899999999999997E-2</c:v>
                </c:pt>
                <c:pt idx="4150">
                  <c:v>4.65E-2</c:v>
                </c:pt>
                <c:pt idx="4151">
                  <c:v>4.6100000000000002E-2</c:v>
                </c:pt>
                <c:pt idx="4152">
                  <c:v>4.5900000000000003E-2</c:v>
                </c:pt>
                <c:pt idx="4153">
                  <c:v>4.5900000000000003E-2</c:v>
                </c:pt>
                <c:pt idx="4154">
                  <c:v>4.5499999999999999E-2</c:v>
                </c:pt>
                <c:pt idx="4155">
                  <c:v>4.4699999999999997E-2</c:v>
                </c:pt>
                <c:pt idx="4156">
                  <c:v>4.3200000000000002E-2</c:v>
                </c:pt>
                <c:pt idx="4157">
                  <c:v>4.2900000000000001E-2</c:v>
                </c:pt>
                <c:pt idx="4158">
                  <c:v>4.2599999999999999E-2</c:v>
                </c:pt>
                <c:pt idx="4159">
                  <c:v>4.2000000000000003E-2</c:v>
                </c:pt>
                <c:pt idx="4160">
                  <c:v>4.1399999999999999E-2</c:v>
                </c:pt>
                <c:pt idx="4161">
                  <c:v>4.1300000000000003E-2</c:v>
                </c:pt>
                <c:pt idx="4162">
                  <c:v>4.1200000000000001E-2</c:v>
                </c:pt>
                <c:pt idx="4163">
                  <c:v>4.1500000000000002E-2</c:v>
                </c:pt>
                <c:pt idx="4164">
                  <c:v>4.1599999999999998E-2</c:v>
                </c:pt>
                <c:pt idx="4165">
                  <c:v>4.1500000000000002E-2</c:v>
                </c:pt>
                <c:pt idx="4166">
                  <c:v>4.1399999999999999E-2</c:v>
                </c:pt>
                <c:pt idx="4167">
                  <c:v>4.1000000000000002E-2</c:v>
                </c:pt>
                <c:pt idx="4168">
                  <c:v>4.1000000000000002E-2</c:v>
                </c:pt>
                <c:pt idx="4169">
                  <c:v>4.1000000000000002E-2</c:v>
                </c:pt>
                <c:pt idx="4170">
                  <c:v>4.1799999999999997E-2</c:v>
                </c:pt>
                <c:pt idx="4171">
                  <c:v>4.1200000000000001E-2</c:v>
                </c:pt>
                <c:pt idx="4172">
                  <c:v>4.1200000000000001E-2</c:v>
                </c:pt>
                <c:pt idx="4173">
                  <c:v>4.1000000000000002E-2</c:v>
                </c:pt>
                <c:pt idx="4174">
                  <c:v>4.1000000000000002E-2</c:v>
                </c:pt>
                <c:pt idx="4175">
                  <c:v>4.0399999999999998E-2</c:v>
                </c:pt>
                <c:pt idx="4176">
                  <c:v>3.9699999999999999E-2</c:v>
                </c:pt>
                <c:pt idx="4177">
                  <c:v>3.9E-2</c:v>
                </c:pt>
                <c:pt idx="4178">
                  <c:v>3.9E-2</c:v>
                </c:pt>
                <c:pt idx="4179">
                  <c:v>3.9100000000000003E-2</c:v>
                </c:pt>
                <c:pt idx="4180">
                  <c:v>3.9399999999999998E-2</c:v>
                </c:pt>
                <c:pt idx="4181">
                  <c:v>3.9399999999999998E-2</c:v>
                </c:pt>
                <c:pt idx="4182">
                  <c:v>3.9600000000000003E-2</c:v>
                </c:pt>
                <c:pt idx="4183">
                  <c:v>3.9199999999999999E-2</c:v>
                </c:pt>
                <c:pt idx="4184">
                  <c:v>3.9199999999999999E-2</c:v>
                </c:pt>
                <c:pt idx="4185">
                  <c:v>3.9699999999999999E-2</c:v>
                </c:pt>
                <c:pt idx="4186">
                  <c:v>3.9399999999999998E-2</c:v>
                </c:pt>
                <c:pt idx="4187">
                  <c:v>3.9199999999999999E-2</c:v>
                </c:pt>
                <c:pt idx="4188">
                  <c:v>3.8899999999999997E-2</c:v>
                </c:pt>
                <c:pt idx="4189">
                  <c:v>3.9199999999999999E-2</c:v>
                </c:pt>
                <c:pt idx="4190">
                  <c:v>3.9199999999999999E-2</c:v>
                </c:pt>
                <c:pt idx="4191">
                  <c:v>3.8399999999999997E-2</c:v>
                </c:pt>
                <c:pt idx="4192">
                  <c:v>3.8199999999999998E-2</c:v>
                </c:pt>
                <c:pt idx="4193">
                  <c:v>3.8399999999999997E-2</c:v>
                </c:pt>
                <c:pt idx="4194">
                  <c:v>3.9399999999999998E-2</c:v>
                </c:pt>
                <c:pt idx="4195">
                  <c:v>3.9899999999999998E-2</c:v>
                </c:pt>
                <c:pt idx="4196">
                  <c:v>3.95E-2</c:v>
                </c:pt>
                <c:pt idx="4197">
                  <c:v>3.9699999999999999E-2</c:v>
                </c:pt>
                <c:pt idx="4198">
                  <c:v>3.9199999999999999E-2</c:v>
                </c:pt>
                <c:pt idx="4199">
                  <c:v>3.9600000000000003E-2</c:v>
                </c:pt>
                <c:pt idx="4200">
                  <c:v>3.9E-2</c:v>
                </c:pt>
                <c:pt idx="4201">
                  <c:v>3.9600000000000003E-2</c:v>
                </c:pt>
                <c:pt idx="4202">
                  <c:v>3.9100000000000003E-2</c:v>
                </c:pt>
                <c:pt idx="4203">
                  <c:v>3.9100000000000003E-2</c:v>
                </c:pt>
                <c:pt idx="4204">
                  <c:v>3.8899999999999997E-2</c:v>
                </c:pt>
                <c:pt idx="4205">
                  <c:v>3.9100000000000003E-2</c:v>
                </c:pt>
                <c:pt idx="4206">
                  <c:v>3.8699999999999998E-2</c:v>
                </c:pt>
                <c:pt idx="4207">
                  <c:v>3.8399999999999997E-2</c:v>
                </c:pt>
                <c:pt idx="4208">
                  <c:v>3.85E-2</c:v>
                </c:pt>
                <c:pt idx="4209">
                  <c:v>3.85E-2</c:v>
                </c:pt>
                <c:pt idx="4210">
                  <c:v>3.85E-2</c:v>
                </c:pt>
                <c:pt idx="4211">
                  <c:v>3.8699999999999998E-2</c:v>
                </c:pt>
                <c:pt idx="4212">
                  <c:v>3.8600000000000002E-2</c:v>
                </c:pt>
                <c:pt idx="4213">
                  <c:v>3.9E-2</c:v>
                </c:pt>
                <c:pt idx="4214">
                  <c:v>3.9E-2</c:v>
                </c:pt>
                <c:pt idx="4215">
                  <c:v>3.9E-2</c:v>
                </c:pt>
                <c:pt idx="4216">
                  <c:v>3.7999999999999999E-2</c:v>
                </c:pt>
                <c:pt idx="4217">
                  <c:v>3.7900000000000003E-2</c:v>
                </c:pt>
                <c:pt idx="4218">
                  <c:v>3.7900000000000003E-2</c:v>
                </c:pt>
                <c:pt idx="4219">
                  <c:v>3.7999999999999999E-2</c:v>
                </c:pt>
                <c:pt idx="4220">
                  <c:v>3.8600000000000002E-2</c:v>
                </c:pt>
                <c:pt idx="4221">
                  <c:v>3.9399999999999998E-2</c:v>
                </c:pt>
                <c:pt idx="4222">
                  <c:v>3.9800000000000002E-2</c:v>
                </c:pt>
                <c:pt idx="4223">
                  <c:v>3.9899999999999998E-2</c:v>
                </c:pt>
                <c:pt idx="4224">
                  <c:v>4.0399999999999998E-2</c:v>
                </c:pt>
                <c:pt idx="4225">
                  <c:v>4.1099999999999998E-2</c:v>
                </c:pt>
                <c:pt idx="4226">
                  <c:v>4.1000000000000002E-2</c:v>
                </c:pt>
                <c:pt idx="4227">
                  <c:v>3.9899999999999998E-2</c:v>
                </c:pt>
                <c:pt idx="4228">
                  <c:v>3.9699999999999999E-2</c:v>
                </c:pt>
                <c:pt idx="4229">
                  <c:v>3.95E-2</c:v>
                </c:pt>
                <c:pt idx="4230">
                  <c:v>3.95E-2</c:v>
                </c:pt>
                <c:pt idx="4231">
                  <c:v>4.0300000000000002E-2</c:v>
                </c:pt>
                <c:pt idx="4232">
                  <c:v>0.04</c:v>
                </c:pt>
                <c:pt idx="4233">
                  <c:v>3.9600000000000003E-2</c:v>
                </c:pt>
                <c:pt idx="4234">
                  <c:v>0.04</c:v>
                </c:pt>
                <c:pt idx="4235">
                  <c:v>0.04</c:v>
                </c:pt>
                <c:pt idx="4236">
                  <c:v>4.0300000000000002E-2</c:v>
                </c:pt>
                <c:pt idx="4237">
                  <c:v>4.02E-2</c:v>
                </c:pt>
                <c:pt idx="4238">
                  <c:v>4.0099999999999997E-2</c:v>
                </c:pt>
                <c:pt idx="4239">
                  <c:v>4.02E-2</c:v>
                </c:pt>
                <c:pt idx="4240">
                  <c:v>4.02E-2</c:v>
                </c:pt>
                <c:pt idx="4241">
                  <c:v>0.04</c:v>
                </c:pt>
                <c:pt idx="4242">
                  <c:v>3.9699999999999999E-2</c:v>
                </c:pt>
                <c:pt idx="4243">
                  <c:v>3.9699999999999999E-2</c:v>
                </c:pt>
                <c:pt idx="4244">
                  <c:v>3.9800000000000002E-2</c:v>
                </c:pt>
                <c:pt idx="4245">
                  <c:v>4.02E-2</c:v>
                </c:pt>
                <c:pt idx="4246">
                  <c:v>4.0300000000000002E-2</c:v>
                </c:pt>
                <c:pt idx="4247">
                  <c:v>4.0099999999999997E-2</c:v>
                </c:pt>
                <c:pt idx="4248">
                  <c:v>4.0099999999999997E-2</c:v>
                </c:pt>
                <c:pt idx="4249">
                  <c:v>4.02E-2</c:v>
                </c:pt>
                <c:pt idx="4250">
                  <c:v>4.0099999999999997E-2</c:v>
                </c:pt>
                <c:pt idx="4251">
                  <c:v>3.9600000000000003E-2</c:v>
                </c:pt>
                <c:pt idx="4252">
                  <c:v>3.9699999999999999E-2</c:v>
                </c:pt>
                <c:pt idx="4253">
                  <c:v>3.9800000000000002E-2</c:v>
                </c:pt>
                <c:pt idx="4254">
                  <c:v>3.7999999999999999E-2</c:v>
                </c:pt>
                <c:pt idx="4255">
                  <c:v>3.78E-2</c:v>
                </c:pt>
                <c:pt idx="4256">
                  <c:v>3.7900000000000003E-2</c:v>
                </c:pt>
                <c:pt idx="4257">
                  <c:v>3.7900000000000003E-2</c:v>
                </c:pt>
                <c:pt idx="4258">
                  <c:v>3.7699999999999997E-2</c:v>
                </c:pt>
                <c:pt idx="4259">
                  <c:v>3.7499999999999999E-2</c:v>
                </c:pt>
                <c:pt idx="4260">
                  <c:v>3.6900000000000002E-2</c:v>
                </c:pt>
                <c:pt idx="4261">
                  <c:v>3.6400000000000002E-2</c:v>
                </c:pt>
                <c:pt idx="4262">
                  <c:v>3.5700000000000003E-2</c:v>
                </c:pt>
                <c:pt idx="4263">
                  <c:v>3.5700000000000003E-2</c:v>
                </c:pt>
                <c:pt idx="4264">
                  <c:v>3.5700000000000003E-2</c:v>
                </c:pt>
                <c:pt idx="4265">
                  <c:v>3.5499999999999997E-2</c:v>
                </c:pt>
                <c:pt idx="4266">
                  <c:v>3.5299999999999998E-2</c:v>
                </c:pt>
                <c:pt idx="4267">
                  <c:v>3.6200000000000003E-2</c:v>
                </c:pt>
                <c:pt idx="4268">
                  <c:v>3.6700000000000003E-2</c:v>
                </c:pt>
                <c:pt idx="4269">
                  <c:v>3.6499999999999998E-2</c:v>
                </c:pt>
                <c:pt idx="4270">
                  <c:v>3.5400000000000001E-2</c:v>
                </c:pt>
                <c:pt idx="4271">
                  <c:v>3.5900000000000001E-2</c:v>
                </c:pt>
                <c:pt idx="4272">
                  <c:v>3.6799999999999999E-2</c:v>
                </c:pt>
                <c:pt idx="4273">
                  <c:v>3.61E-2</c:v>
                </c:pt>
                <c:pt idx="4274">
                  <c:v>3.5799999999999998E-2</c:v>
                </c:pt>
                <c:pt idx="4275">
                  <c:v>3.5999999999999997E-2</c:v>
                </c:pt>
                <c:pt idx="4276">
                  <c:v>3.5900000000000001E-2</c:v>
                </c:pt>
                <c:pt idx="4277">
                  <c:v>3.5900000000000001E-2</c:v>
                </c:pt>
                <c:pt idx="4278">
                  <c:v>3.56E-2</c:v>
                </c:pt>
                <c:pt idx="4279">
                  <c:v>3.56E-2</c:v>
                </c:pt>
                <c:pt idx="4280">
                  <c:v>3.5799999999999998E-2</c:v>
                </c:pt>
                <c:pt idx="4281">
                  <c:v>3.56E-2</c:v>
                </c:pt>
                <c:pt idx="4282">
                  <c:v>3.5400000000000001E-2</c:v>
                </c:pt>
                <c:pt idx="4283">
                  <c:v>3.5299999999999998E-2</c:v>
                </c:pt>
                <c:pt idx="4284">
                  <c:v>3.5099999999999999E-2</c:v>
                </c:pt>
                <c:pt idx="4285">
                  <c:v>3.5299999999999998E-2</c:v>
                </c:pt>
                <c:pt idx="4286">
                  <c:v>3.5099999999999999E-2</c:v>
                </c:pt>
                <c:pt idx="4287">
                  <c:v>3.5299999999999998E-2</c:v>
                </c:pt>
                <c:pt idx="4288">
                  <c:v>3.5200000000000002E-2</c:v>
                </c:pt>
                <c:pt idx="4289">
                  <c:v>3.56E-2</c:v>
                </c:pt>
                <c:pt idx="4290">
                  <c:v>3.56E-2</c:v>
                </c:pt>
                <c:pt idx="4291">
                  <c:v>3.5299999999999998E-2</c:v>
                </c:pt>
                <c:pt idx="4292">
                  <c:v>3.4799999999999998E-2</c:v>
                </c:pt>
                <c:pt idx="4293">
                  <c:v>3.4500000000000003E-2</c:v>
                </c:pt>
                <c:pt idx="4294">
                  <c:v>3.4200000000000001E-2</c:v>
                </c:pt>
                <c:pt idx="4295">
                  <c:v>3.3599999999999998E-2</c:v>
                </c:pt>
                <c:pt idx="4296">
                  <c:v>3.4000000000000002E-2</c:v>
                </c:pt>
                <c:pt idx="4297">
                  <c:v>3.4799999999999998E-2</c:v>
                </c:pt>
                <c:pt idx="4298">
                  <c:v>3.4700000000000002E-2</c:v>
                </c:pt>
                <c:pt idx="4299">
                  <c:v>3.4099999999999998E-2</c:v>
                </c:pt>
                <c:pt idx="4300">
                  <c:v>3.4099999999999998E-2</c:v>
                </c:pt>
                <c:pt idx="4301">
                  <c:v>3.4599999999999999E-2</c:v>
                </c:pt>
                <c:pt idx="4302">
                  <c:v>3.4500000000000003E-2</c:v>
                </c:pt>
                <c:pt idx="4303">
                  <c:v>3.49E-2</c:v>
                </c:pt>
                <c:pt idx="4304">
                  <c:v>3.4799999999999998E-2</c:v>
                </c:pt>
                <c:pt idx="4305">
                  <c:v>3.4799999999999998E-2</c:v>
                </c:pt>
                <c:pt idx="4306">
                  <c:v>3.4599999999999999E-2</c:v>
                </c:pt>
                <c:pt idx="4307">
                  <c:v>3.4599999999999999E-2</c:v>
                </c:pt>
                <c:pt idx="4308">
                  <c:v>3.5799999999999998E-2</c:v>
                </c:pt>
                <c:pt idx="4309">
                  <c:v>3.5999999999999997E-2</c:v>
                </c:pt>
                <c:pt idx="4310">
                  <c:v>3.5900000000000001E-2</c:v>
                </c:pt>
                <c:pt idx="4311">
                  <c:v>3.56E-2</c:v>
                </c:pt>
                <c:pt idx="4312">
                  <c:v>3.5099999999999999E-2</c:v>
                </c:pt>
                <c:pt idx="4313">
                  <c:v>3.5200000000000002E-2</c:v>
                </c:pt>
                <c:pt idx="4314">
                  <c:v>3.5200000000000002E-2</c:v>
                </c:pt>
                <c:pt idx="4315">
                  <c:v>3.49E-2</c:v>
                </c:pt>
                <c:pt idx="4316">
                  <c:v>3.4700000000000002E-2</c:v>
                </c:pt>
                <c:pt idx="4317">
                  <c:v>3.4299999999999997E-2</c:v>
                </c:pt>
                <c:pt idx="4318">
                  <c:v>3.4200000000000001E-2</c:v>
                </c:pt>
                <c:pt idx="4319">
                  <c:v>3.4299999999999997E-2</c:v>
                </c:pt>
                <c:pt idx="4320">
                  <c:v>3.3799999999999997E-2</c:v>
                </c:pt>
                <c:pt idx="4321">
                  <c:v>3.3799999999999997E-2</c:v>
                </c:pt>
                <c:pt idx="4322">
                  <c:v>3.3599999999999998E-2</c:v>
                </c:pt>
                <c:pt idx="4323">
                  <c:v>3.3599999999999998E-2</c:v>
                </c:pt>
                <c:pt idx="4324">
                  <c:v>3.3500000000000002E-2</c:v>
                </c:pt>
                <c:pt idx="4325">
                  <c:v>3.3399999999999999E-2</c:v>
                </c:pt>
                <c:pt idx="4326">
                  <c:v>3.3000000000000002E-2</c:v>
                </c:pt>
                <c:pt idx="4327">
                  <c:v>3.2599999999999997E-2</c:v>
                </c:pt>
                <c:pt idx="4328">
                  <c:v>3.1300000000000001E-2</c:v>
                </c:pt>
                <c:pt idx="4329">
                  <c:v>3.1099999999999999E-2</c:v>
                </c:pt>
                <c:pt idx="4330">
                  <c:v>3.1199999999999999E-2</c:v>
                </c:pt>
                <c:pt idx="4331">
                  <c:v>3.2199999999999999E-2</c:v>
                </c:pt>
                <c:pt idx="4332">
                  <c:v>3.2800000000000003E-2</c:v>
                </c:pt>
                <c:pt idx="4333">
                  <c:v>3.3700000000000001E-2</c:v>
                </c:pt>
                <c:pt idx="4334">
                  <c:v>3.32E-2</c:v>
                </c:pt>
                <c:pt idx="4335">
                  <c:v>3.3099999999999997E-2</c:v>
                </c:pt>
                <c:pt idx="4336">
                  <c:v>3.2800000000000003E-2</c:v>
                </c:pt>
                <c:pt idx="4337">
                  <c:v>3.2800000000000003E-2</c:v>
                </c:pt>
                <c:pt idx="4338">
                  <c:v>3.3300000000000003E-2</c:v>
                </c:pt>
                <c:pt idx="4339">
                  <c:v>3.3500000000000002E-2</c:v>
                </c:pt>
                <c:pt idx="4340">
                  <c:v>3.3500000000000002E-2</c:v>
                </c:pt>
                <c:pt idx="4341">
                  <c:v>3.3599999999999998E-2</c:v>
                </c:pt>
                <c:pt idx="4342">
                  <c:v>3.3500000000000002E-2</c:v>
                </c:pt>
                <c:pt idx="4343">
                  <c:v>3.3300000000000003E-2</c:v>
                </c:pt>
                <c:pt idx="4344">
                  <c:v>3.3799999999999997E-2</c:v>
                </c:pt>
                <c:pt idx="4345">
                  <c:v>3.3700000000000001E-2</c:v>
                </c:pt>
                <c:pt idx="4346">
                  <c:v>3.3599999999999998E-2</c:v>
                </c:pt>
                <c:pt idx="4347">
                  <c:v>3.3599999999999998E-2</c:v>
                </c:pt>
                <c:pt idx="4348">
                  <c:v>3.3300000000000003E-2</c:v>
                </c:pt>
                <c:pt idx="4349">
                  <c:v>3.3300000000000003E-2</c:v>
                </c:pt>
                <c:pt idx="4350">
                  <c:v>3.3599999999999998E-2</c:v>
                </c:pt>
                <c:pt idx="4351">
                  <c:v>3.3399999999999999E-2</c:v>
                </c:pt>
                <c:pt idx="4352">
                  <c:v>3.3399999999999999E-2</c:v>
                </c:pt>
                <c:pt idx="4353">
                  <c:v>3.3399999999999999E-2</c:v>
                </c:pt>
                <c:pt idx="4354">
                  <c:v>3.3300000000000003E-2</c:v>
                </c:pt>
                <c:pt idx="4355">
                  <c:v>3.3000000000000002E-2</c:v>
                </c:pt>
                <c:pt idx="4356">
                  <c:v>3.3000000000000002E-2</c:v>
                </c:pt>
                <c:pt idx="4357">
                  <c:v>3.2899999999999999E-2</c:v>
                </c:pt>
                <c:pt idx="4358">
                  <c:v>3.2599999999999997E-2</c:v>
                </c:pt>
                <c:pt idx="4359">
                  <c:v>3.2500000000000001E-2</c:v>
                </c:pt>
                <c:pt idx="4360">
                  <c:v>3.2500000000000001E-2</c:v>
                </c:pt>
                <c:pt idx="4361">
                  <c:v>3.2500000000000001E-2</c:v>
                </c:pt>
                <c:pt idx="4362">
                  <c:v>3.2300000000000002E-2</c:v>
                </c:pt>
                <c:pt idx="4363">
                  <c:v>3.2300000000000002E-2</c:v>
                </c:pt>
                <c:pt idx="4364">
                  <c:v>3.27E-2</c:v>
                </c:pt>
                <c:pt idx="4365">
                  <c:v>3.2599999999999997E-2</c:v>
                </c:pt>
                <c:pt idx="4366">
                  <c:v>3.2399999999999998E-2</c:v>
                </c:pt>
                <c:pt idx="4367">
                  <c:v>3.2199999999999999E-2</c:v>
                </c:pt>
                <c:pt idx="4368">
                  <c:v>3.2300000000000002E-2</c:v>
                </c:pt>
                <c:pt idx="4369">
                  <c:v>3.2300000000000002E-2</c:v>
                </c:pt>
                <c:pt idx="4370">
                  <c:v>3.2199999999999999E-2</c:v>
                </c:pt>
                <c:pt idx="4371">
                  <c:v>3.2199999999999999E-2</c:v>
                </c:pt>
                <c:pt idx="4372">
                  <c:v>3.1699999999999999E-2</c:v>
                </c:pt>
                <c:pt idx="4373">
                  <c:v>3.1600000000000003E-2</c:v>
                </c:pt>
                <c:pt idx="4374">
                  <c:v>3.1600000000000003E-2</c:v>
                </c:pt>
                <c:pt idx="4375">
                  <c:v>3.1600000000000003E-2</c:v>
                </c:pt>
                <c:pt idx="4376">
                  <c:v>3.1300000000000001E-2</c:v>
                </c:pt>
                <c:pt idx="4377">
                  <c:v>3.1300000000000001E-2</c:v>
                </c:pt>
                <c:pt idx="4378">
                  <c:v>3.1199999999999999E-2</c:v>
                </c:pt>
                <c:pt idx="4379">
                  <c:v>3.1199999999999999E-2</c:v>
                </c:pt>
                <c:pt idx="4380">
                  <c:v>3.0800000000000001E-2</c:v>
                </c:pt>
                <c:pt idx="4381">
                  <c:v>3.0499999999999999E-2</c:v>
                </c:pt>
                <c:pt idx="4382">
                  <c:v>3.0599999999999999E-2</c:v>
                </c:pt>
                <c:pt idx="4383">
                  <c:v>3.0099999999999998E-2</c:v>
                </c:pt>
                <c:pt idx="4384">
                  <c:v>0.03</c:v>
                </c:pt>
                <c:pt idx="4385">
                  <c:v>2.9899999999999999E-2</c:v>
                </c:pt>
                <c:pt idx="4386">
                  <c:v>0.03</c:v>
                </c:pt>
                <c:pt idx="4387">
                  <c:v>3.04E-2</c:v>
                </c:pt>
                <c:pt idx="4388">
                  <c:v>3.0499999999999999E-2</c:v>
                </c:pt>
                <c:pt idx="4389">
                  <c:v>3.0300000000000001E-2</c:v>
                </c:pt>
                <c:pt idx="4390">
                  <c:v>2.9899999999999999E-2</c:v>
                </c:pt>
                <c:pt idx="4391">
                  <c:v>2.9499999999999998E-2</c:v>
                </c:pt>
                <c:pt idx="4392">
                  <c:v>2.9000000000000001E-2</c:v>
                </c:pt>
                <c:pt idx="4393">
                  <c:v>2.9000000000000001E-2</c:v>
                </c:pt>
                <c:pt idx="4394">
                  <c:v>2.9399999999999999E-2</c:v>
                </c:pt>
                <c:pt idx="4395">
                  <c:v>2.9399999999999999E-2</c:v>
                </c:pt>
                <c:pt idx="4396">
                  <c:v>3.0499999999999999E-2</c:v>
                </c:pt>
                <c:pt idx="4397">
                  <c:v>3.15E-2</c:v>
                </c:pt>
                <c:pt idx="4398">
                  <c:v>3.3000000000000002E-2</c:v>
                </c:pt>
                <c:pt idx="4399">
                  <c:v>3.32E-2</c:v>
                </c:pt>
                <c:pt idx="4400">
                  <c:v>3.4000000000000002E-2</c:v>
                </c:pt>
                <c:pt idx="4401">
                  <c:v>3.56E-2</c:v>
                </c:pt>
                <c:pt idx="4402">
                  <c:v>3.44E-2</c:v>
                </c:pt>
                <c:pt idx="4403">
                  <c:v>3.4700000000000002E-2</c:v>
                </c:pt>
                <c:pt idx="4404">
                  <c:v>3.44E-2</c:v>
                </c:pt>
                <c:pt idx="4405">
                  <c:v>3.4000000000000002E-2</c:v>
                </c:pt>
                <c:pt idx="4406">
                  <c:v>3.3399999999999999E-2</c:v>
                </c:pt>
                <c:pt idx="4407">
                  <c:v>3.3399999999999999E-2</c:v>
                </c:pt>
                <c:pt idx="4408">
                  <c:v>3.3399999999999999E-2</c:v>
                </c:pt>
                <c:pt idx="4409">
                  <c:v>3.3599999999999998E-2</c:v>
                </c:pt>
                <c:pt idx="4410">
                  <c:v>3.3599999999999998E-2</c:v>
                </c:pt>
                <c:pt idx="4411">
                  <c:v>3.32E-2</c:v>
                </c:pt>
                <c:pt idx="4412">
                  <c:v>3.3700000000000001E-2</c:v>
                </c:pt>
                <c:pt idx="4413">
                  <c:v>3.3799999999999997E-2</c:v>
                </c:pt>
                <c:pt idx="4414">
                  <c:v>3.4099999999999998E-2</c:v>
                </c:pt>
                <c:pt idx="4415">
                  <c:v>3.4299999999999997E-2</c:v>
                </c:pt>
                <c:pt idx="4416">
                  <c:v>3.5200000000000002E-2</c:v>
                </c:pt>
                <c:pt idx="4417">
                  <c:v>3.5499999999999997E-2</c:v>
                </c:pt>
                <c:pt idx="4418">
                  <c:v>3.5799999999999998E-2</c:v>
                </c:pt>
                <c:pt idx="4419">
                  <c:v>3.61E-2</c:v>
                </c:pt>
                <c:pt idx="4420">
                  <c:v>3.5999999999999997E-2</c:v>
                </c:pt>
                <c:pt idx="4421">
                  <c:v>3.61E-2</c:v>
                </c:pt>
                <c:pt idx="4422">
                  <c:v>3.61E-2</c:v>
                </c:pt>
                <c:pt idx="4423">
                  <c:v>3.6200000000000003E-2</c:v>
                </c:pt>
                <c:pt idx="4424">
                  <c:v>3.6299999999999999E-2</c:v>
                </c:pt>
                <c:pt idx="4425">
                  <c:v>3.5900000000000001E-2</c:v>
                </c:pt>
                <c:pt idx="4426">
                  <c:v>3.5400000000000001E-2</c:v>
                </c:pt>
                <c:pt idx="4427">
                  <c:v>3.5099999999999999E-2</c:v>
                </c:pt>
                <c:pt idx="4428">
                  <c:v>3.5000000000000003E-2</c:v>
                </c:pt>
                <c:pt idx="4429">
                  <c:v>3.5000000000000003E-2</c:v>
                </c:pt>
                <c:pt idx="4430">
                  <c:v>3.5000000000000003E-2</c:v>
                </c:pt>
                <c:pt idx="4431">
                  <c:v>3.5200000000000002E-2</c:v>
                </c:pt>
                <c:pt idx="4432">
                  <c:v>3.4599999999999999E-2</c:v>
                </c:pt>
                <c:pt idx="4433">
                  <c:v>3.4599999999999999E-2</c:v>
                </c:pt>
                <c:pt idx="4434">
                  <c:v>3.4599999999999999E-2</c:v>
                </c:pt>
                <c:pt idx="4435">
                  <c:v>3.4099999999999998E-2</c:v>
                </c:pt>
                <c:pt idx="4436">
                  <c:v>3.3300000000000003E-2</c:v>
                </c:pt>
                <c:pt idx="4437">
                  <c:v>3.27E-2</c:v>
                </c:pt>
                <c:pt idx="4438">
                  <c:v>3.27E-2</c:v>
                </c:pt>
                <c:pt idx="4439">
                  <c:v>3.2800000000000003E-2</c:v>
                </c:pt>
                <c:pt idx="4440">
                  <c:v>3.2500000000000001E-2</c:v>
                </c:pt>
                <c:pt idx="4441">
                  <c:v>3.2899999999999999E-2</c:v>
                </c:pt>
                <c:pt idx="4442">
                  <c:v>3.2800000000000003E-2</c:v>
                </c:pt>
                <c:pt idx="4443">
                  <c:v>3.27E-2</c:v>
                </c:pt>
                <c:pt idx="4444">
                  <c:v>3.27E-2</c:v>
                </c:pt>
                <c:pt idx="4445">
                  <c:v>3.2599999999999997E-2</c:v>
                </c:pt>
                <c:pt idx="4446">
                  <c:v>3.27E-2</c:v>
                </c:pt>
                <c:pt idx="4447">
                  <c:v>3.2599999999999997E-2</c:v>
                </c:pt>
                <c:pt idx="4448">
                  <c:v>3.27E-2</c:v>
                </c:pt>
                <c:pt idx="4449">
                  <c:v>3.2899999999999999E-2</c:v>
                </c:pt>
                <c:pt idx="4450">
                  <c:v>3.2800000000000003E-2</c:v>
                </c:pt>
                <c:pt idx="4451">
                  <c:v>3.2599999999999997E-2</c:v>
                </c:pt>
                <c:pt idx="4452">
                  <c:v>3.2599999999999997E-2</c:v>
                </c:pt>
                <c:pt idx="4453">
                  <c:v>3.2300000000000002E-2</c:v>
                </c:pt>
                <c:pt idx="4454">
                  <c:v>3.2399999999999998E-2</c:v>
                </c:pt>
                <c:pt idx="4455">
                  <c:v>3.3099999999999997E-2</c:v>
                </c:pt>
                <c:pt idx="4456">
                  <c:v>3.2599999999999997E-2</c:v>
                </c:pt>
                <c:pt idx="4457">
                  <c:v>3.2599999999999997E-2</c:v>
                </c:pt>
                <c:pt idx="4458">
                  <c:v>3.32E-2</c:v>
                </c:pt>
                <c:pt idx="4459">
                  <c:v>3.4000000000000002E-2</c:v>
                </c:pt>
                <c:pt idx="4460">
                  <c:v>3.5299999999999998E-2</c:v>
                </c:pt>
                <c:pt idx="4461">
                  <c:v>3.44E-2</c:v>
                </c:pt>
                <c:pt idx="4462">
                  <c:v>3.4299999999999997E-2</c:v>
                </c:pt>
                <c:pt idx="4463">
                  <c:v>3.5999999999999997E-2</c:v>
                </c:pt>
                <c:pt idx="4464">
                  <c:v>3.5900000000000001E-2</c:v>
                </c:pt>
                <c:pt idx="4465">
                  <c:v>3.6700000000000003E-2</c:v>
                </c:pt>
                <c:pt idx="4466">
                  <c:v>3.6999999999999998E-2</c:v>
                </c:pt>
                <c:pt idx="4467">
                  <c:v>3.6299999999999999E-2</c:v>
                </c:pt>
                <c:pt idx="4468">
                  <c:v>3.5799999999999998E-2</c:v>
                </c:pt>
                <c:pt idx="4469">
                  <c:v>3.5799999999999998E-2</c:v>
                </c:pt>
                <c:pt idx="4470">
                  <c:v>3.5499999999999997E-2</c:v>
                </c:pt>
                <c:pt idx="4471">
                  <c:v>3.56E-2</c:v>
                </c:pt>
                <c:pt idx="4472">
                  <c:v>3.5900000000000001E-2</c:v>
                </c:pt>
                <c:pt idx="4473">
                  <c:v>3.6400000000000002E-2</c:v>
                </c:pt>
                <c:pt idx="4474">
                  <c:v>3.6200000000000003E-2</c:v>
                </c:pt>
                <c:pt idx="4475">
                  <c:v>3.56E-2</c:v>
                </c:pt>
                <c:pt idx="4476">
                  <c:v>3.5799999999999998E-2</c:v>
                </c:pt>
                <c:pt idx="4477">
                  <c:v>3.5999999999999997E-2</c:v>
                </c:pt>
                <c:pt idx="4478">
                  <c:v>3.6400000000000002E-2</c:v>
                </c:pt>
                <c:pt idx="4479">
                  <c:v>3.6700000000000003E-2</c:v>
                </c:pt>
                <c:pt idx="4480">
                  <c:v>3.61E-2</c:v>
                </c:pt>
                <c:pt idx="4481">
                  <c:v>3.61E-2</c:v>
                </c:pt>
                <c:pt idx="4482">
                  <c:v>3.5999999999999997E-2</c:v>
                </c:pt>
                <c:pt idx="4483">
                  <c:v>3.5700000000000003E-2</c:v>
                </c:pt>
                <c:pt idx="4484">
                  <c:v>3.56E-2</c:v>
                </c:pt>
                <c:pt idx="4485">
                  <c:v>3.5700000000000003E-2</c:v>
                </c:pt>
                <c:pt idx="4486">
                  <c:v>3.61E-2</c:v>
                </c:pt>
                <c:pt idx="4487">
                  <c:v>3.6499999999999998E-2</c:v>
                </c:pt>
                <c:pt idx="4488">
                  <c:v>3.6499999999999998E-2</c:v>
                </c:pt>
                <c:pt idx="4489">
                  <c:v>3.6700000000000003E-2</c:v>
                </c:pt>
                <c:pt idx="4490">
                  <c:v>3.7199999999999997E-2</c:v>
                </c:pt>
                <c:pt idx="4491">
                  <c:v>3.7100000000000001E-2</c:v>
                </c:pt>
                <c:pt idx="4492">
                  <c:v>3.7900000000000003E-2</c:v>
                </c:pt>
                <c:pt idx="4493">
                  <c:v>3.8600000000000002E-2</c:v>
                </c:pt>
                <c:pt idx="4494">
                  <c:v>3.8600000000000002E-2</c:v>
                </c:pt>
                <c:pt idx="4495">
                  <c:v>3.85E-2</c:v>
                </c:pt>
                <c:pt idx="4496">
                  <c:v>3.8800000000000001E-2</c:v>
                </c:pt>
                <c:pt idx="4497">
                  <c:v>3.8800000000000001E-2</c:v>
                </c:pt>
                <c:pt idx="4498">
                  <c:v>3.8800000000000001E-2</c:v>
                </c:pt>
                <c:pt idx="4499">
                  <c:v>3.8699999999999998E-2</c:v>
                </c:pt>
                <c:pt idx="4500">
                  <c:v>3.8800000000000001E-2</c:v>
                </c:pt>
                <c:pt idx="4501">
                  <c:v>3.9E-2</c:v>
                </c:pt>
                <c:pt idx="4502">
                  <c:v>3.8600000000000002E-2</c:v>
                </c:pt>
                <c:pt idx="4503">
                  <c:v>3.8600000000000002E-2</c:v>
                </c:pt>
                <c:pt idx="4504">
                  <c:v>3.8300000000000001E-2</c:v>
                </c:pt>
                <c:pt idx="4505">
                  <c:v>3.78E-2</c:v>
                </c:pt>
                <c:pt idx="4506">
                  <c:v>3.78E-2</c:v>
                </c:pt>
                <c:pt idx="4507">
                  <c:v>3.73E-2</c:v>
                </c:pt>
                <c:pt idx="4508">
                  <c:v>3.6900000000000002E-2</c:v>
                </c:pt>
                <c:pt idx="4509">
                  <c:v>3.6700000000000003E-2</c:v>
                </c:pt>
                <c:pt idx="4510">
                  <c:v>3.6499999999999998E-2</c:v>
                </c:pt>
                <c:pt idx="4511">
                  <c:v>3.6400000000000002E-2</c:v>
                </c:pt>
                <c:pt idx="4512">
                  <c:v>3.6299999999999999E-2</c:v>
                </c:pt>
                <c:pt idx="4513">
                  <c:v>3.6299999999999999E-2</c:v>
                </c:pt>
                <c:pt idx="4514">
                  <c:v>3.6400000000000002E-2</c:v>
                </c:pt>
                <c:pt idx="4515">
                  <c:v>3.6299999999999999E-2</c:v>
                </c:pt>
                <c:pt idx="4516">
                  <c:v>3.6700000000000003E-2</c:v>
                </c:pt>
                <c:pt idx="4517">
                  <c:v>3.6999999999999998E-2</c:v>
                </c:pt>
                <c:pt idx="4518">
                  <c:v>3.7100000000000001E-2</c:v>
                </c:pt>
                <c:pt idx="4519">
                  <c:v>3.7100000000000001E-2</c:v>
                </c:pt>
                <c:pt idx="4520">
                  <c:v>3.6999999999999998E-2</c:v>
                </c:pt>
                <c:pt idx="4521">
                  <c:v>3.6600000000000001E-2</c:v>
                </c:pt>
                <c:pt idx="4522">
                  <c:v>3.6900000000000002E-2</c:v>
                </c:pt>
                <c:pt idx="4523">
                  <c:v>3.7199999999999997E-2</c:v>
                </c:pt>
                <c:pt idx="4524">
                  <c:v>3.7499999999999999E-2</c:v>
                </c:pt>
                <c:pt idx="4525">
                  <c:v>3.73E-2</c:v>
                </c:pt>
                <c:pt idx="4526">
                  <c:v>3.7199999999999997E-2</c:v>
                </c:pt>
                <c:pt idx="4527">
                  <c:v>3.7100000000000001E-2</c:v>
                </c:pt>
                <c:pt idx="4528">
                  <c:v>3.7199999999999997E-2</c:v>
                </c:pt>
                <c:pt idx="4529">
                  <c:v>3.6799999999999999E-2</c:v>
                </c:pt>
                <c:pt idx="4530">
                  <c:v>3.6799999999999999E-2</c:v>
                </c:pt>
                <c:pt idx="4531">
                  <c:v>3.73E-2</c:v>
                </c:pt>
                <c:pt idx="4532">
                  <c:v>3.73E-2</c:v>
                </c:pt>
                <c:pt idx="4533">
                  <c:v>3.7999999999999999E-2</c:v>
                </c:pt>
                <c:pt idx="4534">
                  <c:v>3.8699999999999998E-2</c:v>
                </c:pt>
                <c:pt idx="4535">
                  <c:v>3.8800000000000001E-2</c:v>
                </c:pt>
                <c:pt idx="4536">
                  <c:v>3.95E-2</c:v>
                </c:pt>
                <c:pt idx="4537">
                  <c:v>3.9800000000000002E-2</c:v>
                </c:pt>
                <c:pt idx="4538">
                  <c:v>4.1000000000000002E-2</c:v>
                </c:pt>
                <c:pt idx="4539">
                  <c:v>4.1000000000000002E-2</c:v>
                </c:pt>
                <c:pt idx="4540">
                  <c:v>4.4200000000000003E-2</c:v>
                </c:pt>
                <c:pt idx="4541">
                  <c:v>4.3700000000000003E-2</c:v>
                </c:pt>
                <c:pt idx="4542">
                  <c:v>4.3200000000000002E-2</c:v>
                </c:pt>
                <c:pt idx="4543">
                  <c:v>4.1799999999999997E-2</c:v>
                </c:pt>
                <c:pt idx="4544">
                  <c:v>4.1099999999999998E-2</c:v>
                </c:pt>
                <c:pt idx="4545">
                  <c:v>4.1200000000000001E-2</c:v>
                </c:pt>
                <c:pt idx="4546">
                  <c:v>4.1099999999999998E-2</c:v>
                </c:pt>
                <c:pt idx="4547">
                  <c:v>4.0899999999999999E-2</c:v>
                </c:pt>
                <c:pt idx="4548">
                  <c:v>4.19E-2</c:v>
                </c:pt>
                <c:pt idx="4549">
                  <c:v>4.1399999999999999E-2</c:v>
                </c:pt>
                <c:pt idx="4550">
                  <c:v>4.1099999999999998E-2</c:v>
                </c:pt>
                <c:pt idx="4551">
                  <c:v>4.1099999999999998E-2</c:v>
                </c:pt>
                <c:pt idx="4552">
                  <c:v>4.1000000000000002E-2</c:v>
                </c:pt>
                <c:pt idx="4553">
                  <c:v>4.0899999999999999E-2</c:v>
                </c:pt>
                <c:pt idx="4554">
                  <c:v>4.1099999999999998E-2</c:v>
                </c:pt>
                <c:pt idx="4555">
                  <c:v>4.1500000000000002E-2</c:v>
                </c:pt>
                <c:pt idx="4556">
                  <c:v>4.1399999999999999E-2</c:v>
                </c:pt>
                <c:pt idx="4557">
                  <c:v>4.19E-2</c:v>
                </c:pt>
                <c:pt idx="4558">
                  <c:v>4.24E-2</c:v>
                </c:pt>
                <c:pt idx="4559">
                  <c:v>4.3299999999999998E-2</c:v>
                </c:pt>
                <c:pt idx="4560">
                  <c:v>4.3999999999999997E-2</c:v>
                </c:pt>
                <c:pt idx="4561">
                  <c:v>4.4699999999999997E-2</c:v>
                </c:pt>
                <c:pt idx="4562">
                  <c:v>4.5600000000000002E-2</c:v>
                </c:pt>
                <c:pt idx="4563">
                  <c:v>4.5400000000000003E-2</c:v>
                </c:pt>
                <c:pt idx="4564">
                  <c:v>4.6100000000000002E-2</c:v>
                </c:pt>
                <c:pt idx="4565">
                  <c:v>4.5600000000000002E-2</c:v>
                </c:pt>
                <c:pt idx="4566">
                  <c:v>4.5600000000000002E-2</c:v>
                </c:pt>
                <c:pt idx="4567">
                  <c:v>4.4200000000000003E-2</c:v>
                </c:pt>
                <c:pt idx="4568">
                  <c:v>4.3900000000000002E-2</c:v>
                </c:pt>
                <c:pt idx="4569">
                  <c:v>4.3400000000000001E-2</c:v>
                </c:pt>
                <c:pt idx="4570">
                  <c:v>4.2900000000000001E-2</c:v>
                </c:pt>
                <c:pt idx="4571">
                  <c:v>4.2999999999999997E-2</c:v>
                </c:pt>
                <c:pt idx="4572">
                  <c:v>4.3099999999999999E-2</c:v>
                </c:pt>
                <c:pt idx="4573">
                  <c:v>4.2900000000000001E-2</c:v>
                </c:pt>
                <c:pt idx="4574">
                  <c:v>4.2599999999999999E-2</c:v>
                </c:pt>
                <c:pt idx="4575">
                  <c:v>4.2599999999999999E-2</c:v>
                </c:pt>
                <c:pt idx="4576">
                  <c:v>4.2599999999999999E-2</c:v>
                </c:pt>
                <c:pt idx="4577">
                  <c:v>4.2500000000000003E-2</c:v>
                </c:pt>
                <c:pt idx="4578">
                  <c:v>4.2599999999999999E-2</c:v>
                </c:pt>
                <c:pt idx="4579">
                  <c:v>4.2500000000000003E-2</c:v>
                </c:pt>
                <c:pt idx="4580">
                  <c:v>4.2200000000000001E-2</c:v>
                </c:pt>
                <c:pt idx="4581">
                  <c:v>4.1700000000000001E-2</c:v>
                </c:pt>
                <c:pt idx="4582">
                  <c:v>4.1300000000000003E-2</c:v>
                </c:pt>
                <c:pt idx="4583">
                  <c:v>4.1099999999999998E-2</c:v>
                </c:pt>
                <c:pt idx="4584">
                  <c:v>4.1300000000000003E-2</c:v>
                </c:pt>
                <c:pt idx="4585">
                  <c:v>4.1200000000000001E-2</c:v>
                </c:pt>
                <c:pt idx="4586">
                  <c:v>4.07E-2</c:v>
                </c:pt>
                <c:pt idx="4587">
                  <c:v>4.0899999999999999E-2</c:v>
                </c:pt>
                <c:pt idx="4588">
                  <c:v>4.1200000000000001E-2</c:v>
                </c:pt>
                <c:pt idx="4589">
                  <c:v>4.1099999999999998E-2</c:v>
                </c:pt>
                <c:pt idx="4590">
                  <c:v>4.0800000000000003E-2</c:v>
                </c:pt>
                <c:pt idx="4591">
                  <c:v>4.0899999999999999E-2</c:v>
                </c:pt>
                <c:pt idx="4592">
                  <c:v>4.1000000000000002E-2</c:v>
                </c:pt>
                <c:pt idx="4593">
                  <c:v>4.1599999999999998E-2</c:v>
                </c:pt>
                <c:pt idx="4594">
                  <c:v>4.2000000000000003E-2</c:v>
                </c:pt>
                <c:pt idx="4595">
                  <c:v>4.2000000000000003E-2</c:v>
                </c:pt>
                <c:pt idx="4596">
                  <c:v>4.2200000000000001E-2</c:v>
                </c:pt>
                <c:pt idx="4597">
                  <c:v>4.2099999999999999E-2</c:v>
                </c:pt>
                <c:pt idx="4598">
                  <c:v>4.2099999999999999E-2</c:v>
                </c:pt>
                <c:pt idx="4599">
                  <c:v>4.1500000000000002E-2</c:v>
                </c:pt>
                <c:pt idx="4600">
                  <c:v>4.1000000000000002E-2</c:v>
                </c:pt>
                <c:pt idx="4601">
                  <c:v>4.0800000000000003E-2</c:v>
                </c:pt>
                <c:pt idx="4602">
                  <c:v>4.07E-2</c:v>
                </c:pt>
                <c:pt idx="4603">
                  <c:v>4.0800000000000003E-2</c:v>
                </c:pt>
                <c:pt idx="4604">
                  <c:v>4.0800000000000003E-2</c:v>
                </c:pt>
                <c:pt idx="4605">
                  <c:v>4.0500000000000001E-2</c:v>
                </c:pt>
                <c:pt idx="4606">
                  <c:v>4.0399999999999998E-2</c:v>
                </c:pt>
                <c:pt idx="4607">
                  <c:v>4.1099999999999998E-2</c:v>
                </c:pt>
                <c:pt idx="4608">
                  <c:v>4.1300000000000003E-2</c:v>
                </c:pt>
                <c:pt idx="4609">
                  <c:v>4.1300000000000003E-2</c:v>
                </c:pt>
                <c:pt idx="4610">
                  <c:v>4.1700000000000001E-2</c:v>
                </c:pt>
                <c:pt idx="4611">
                  <c:v>4.1599999999999998E-2</c:v>
                </c:pt>
                <c:pt idx="4612">
                  <c:v>4.2000000000000003E-2</c:v>
                </c:pt>
                <c:pt idx="4613">
                  <c:v>4.1799999999999997E-2</c:v>
                </c:pt>
                <c:pt idx="4614">
                  <c:v>4.1500000000000002E-2</c:v>
                </c:pt>
                <c:pt idx="4615">
                  <c:v>4.1200000000000001E-2</c:v>
                </c:pt>
                <c:pt idx="4616">
                  <c:v>4.1200000000000001E-2</c:v>
                </c:pt>
                <c:pt idx="4617">
                  <c:v>4.1200000000000001E-2</c:v>
                </c:pt>
                <c:pt idx="4618">
                  <c:v>4.0899999999999999E-2</c:v>
                </c:pt>
                <c:pt idx="4619">
                  <c:v>4.0500000000000001E-2</c:v>
                </c:pt>
                <c:pt idx="4620">
                  <c:v>4.0399999999999998E-2</c:v>
                </c:pt>
                <c:pt idx="4621">
                  <c:v>4.02E-2</c:v>
                </c:pt>
                <c:pt idx="4622">
                  <c:v>0.04</c:v>
                </c:pt>
                <c:pt idx="4623">
                  <c:v>0.04</c:v>
                </c:pt>
                <c:pt idx="4624">
                  <c:v>3.9899999999999998E-2</c:v>
                </c:pt>
                <c:pt idx="4625">
                  <c:v>3.9699999999999999E-2</c:v>
                </c:pt>
                <c:pt idx="4626">
                  <c:v>3.9899999999999998E-2</c:v>
                </c:pt>
                <c:pt idx="4627">
                  <c:v>4.0099999999999997E-2</c:v>
                </c:pt>
                <c:pt idx="4628">
                  <c:v>4.0500000000000001E-2</c:v>
                </c:pt>
                <c:pt idx="4629">
                  <c:v>4.02E-2</c:v>
                </c:pt>
                <c:pt idx="4630">
                  <c:v>4.07E-2</c:v>
                </c:pt>
                <c:pt idx="4631">
                  <c:v>4.02E-2</c:v>
                </c:pt>
                <c:pt idx="4632">
                  <c:v>3.9899999999999998E-2</c:v>
                </c:pt>
                <c:pt idx="4633">
                  <c:v>4.0099999999999997E-2</c:v>
                </c:pt>
                <c:pt idx="4634">
                  <c:v>4.0099999999999997E-2</c:v>
                </c:pt>
                <c:pt idx="4635">
                  <c:v>4.1200000000000001E-2</c:v>
                </c:pt>
                <c:pt idx="4636">
                  <c:v>4.1300000000000003E-2</c:v>
                </c:pt>
                <c:pt idx="4637">
                  <c:v>4.2799999999999998E-2</c:v>
                </c:pt>
                <c:pt idx="4638">
                  <c:v>4.2299999999999997E-2</c:v>
                </c:pt>
                <c:pt idx="4639">
                  <c:v>4.2599999999999999E-2</c:v>
                </c:pt>
                <c:pt idx="4640">
                  <c:v>4.2799999999999998E-2</c:v>
                </c:pt>
                <c:pt idx="4641">
                  <c:v>4.2900000000000001E-2</c:v>
                </c:pt>
                <c:pt idx="4642">
                  <c:v>4.36E-2</c:v>
                </c:pt>
                <c:pt idx="4643">
                  <c:v>4.41E-2</c:v>
                </c:pt>
                <c:pt idx="4644">
                  <c:v>4.3900000000000002E-2</c:v>
                </c:pt>
                <c:pt idx="4645">
                  <c:v>4.4699999999999997E-2</c:v>
                </c:pt>
                <c:pt idx="4646">
                  <c:v>4.5199999999999997E-2</c:v>
                </c:pt>
                <c:pt idx="4647">
                  <c:v>4.58E-2</c:v>
                </c:pt>
                <c:pt idx="4648">
                  <c:v>4.7100000000000003E-2</c:v>
                </c:pt>
                <c:pt idx="4649">
                  <c:v>4.65E-2</c:v>
                </c:pt>
                <c:pt idx="4650">
                  <c:v>4.6800000000000001E-2</c:v>
                </c:pt>
                <c:pt idx="4651">
                  <c:v>4.65E-2</c:v>
                </c:pt>
                <c:pt idx="4652">
                  <c:v>4.6199999999999998E-2</c:v>
                </c:pt>
                <c:pt idx="4653">
                  <c:v>4.5499999999999999E-2</c:v>
                </c:pt>
                <c:pt idx="4654">
                  <c:v>4.5499999999999999E-2</c:v>
                </c:pt>
                <c:pt idx="4655">
                  <c:v>4.5999999999999999E-2</c:v>
                </c:pt>
                <c:pt idx="4656">
                  <c:v>4.53E-2</c:v>
                </c:pt>
                <c:pt idx="4657">
                  <c:v>4.4900000000000002E-2</c:v>
                </c:pt>
                <c:pt idx="4658">
                  <c:v>4.5600000000000002E-2</c:v>
                </c:pt>
                <c:pt idx="4659">
                  <c:v>4.5600000000000002E-2</c:v>
                </c:pt>
                <c:pt idx="4660">
                  <c:v>4.6800000000000001E-2</c:v>
                </c:pt>
                <c:pt idx="4661">
                  <c:v>4.7500000000000001E-2</c:v>
                </c:pt>
                <c:pt idx="4662">
                  <c:v>4.9200000000000001E-2</c:v>
                </c:pt>
                <c:pt idx="4663">
                  <c:v>5.0599999999999999E-2</c:v>
                </c:pt>
                <c:pt idx="4664">
                  <c:v>5.1799999999999999E-2</c:v>
                </c:pt>
                <c:pt idx="4665">
                  <c:v>5.33E-2</c:v>
                </c:pt>
                <c:pt idx="4666">
                  <c:v>5.2299999999999999E-2</c:v>
                </c:pt>
                <c:pt idx="4667">
                  <c:v>5.2299999999999999E-2</c:v>
                </c:pt>
                <c:pt idx="4668">
                  <c:v>5.2400000000000002E-2</c:v>
                </c:pt>
                <c:pt idx="4669">
                  <c:v>5.2200000000000003E-2</c:v>
                </c:pt>
                <c:pt idx="4670">
                  <c:v>5.3199999999999997E-2</c:v>
                </c:pt>
                <c:pt idx="4671">
                  <c:v>5.3499999999999999E-2</c:v>
                </c:pt>
                <c:pt idx="4672">
                  <c:v>5.3900000000000003E-2</c:v>
                </c:pt>
                <c:pt idx="4673">
                  <c:v>5.3999999999999999E-2</c:v>
                </c:pt>
                <c:pt idx="4674">
                  <c:v>5.3199999999999997E-2</c:v>
                </c:pt>
                <c:pt idx="4675">
                  <c:v>5.4100000000000002E-2</c:v>
                </c:pt>
                <c:pt idx="4676">
                  <c:v>5.4100000000000002E-2</c:v>
                </c:pt>
                <c:pt idx="4677">
                  <c:v>5.6000000000000001E-2</c:v>
                </c:pt>
                <c:pt idx="4678">
                  <c:v>5.5899999999999998E-2</c:v>
                </c:pt>
                <c:pt idx="4679">
                  <c:v>5.67E-2</c:v>
                </c:pt>
                <c:pt idx="4680">
                  <c:v>5.7299999999999997E-2</c:v>
                </c:pt>
                <c:pt idx="4681">
                  <c:v>5.62E-2</c:v>
                </c:pt>
                <c:pt idx="4682">
                  <c:v>5.5199999999999999E-2</c:v>
                </c:pt>
                <c:pt idx="4683">
                  <c:v>5.5399999999999998E-2</c:v>
                </c:pt>
                <c:pt idx="4684">
                  <c:v>5.5500000000000001E-2</c:v>
                </c:pt>
                <c:pt idx="4685">
                  <c:v>5.5899999999999998E-2</c:v>
                </c:pt>
                <c:pt idx="4686">
                  <c:v>5.5800000000000002E-2</c:v>
                </c:pt>
                <c:pt idx="4687">
                  <c:v>5.6599999999999998E-2</c:v>
                </c:pt>
                <c:pt idx="4688">
                  <c:v>5.7099999999999998E-2</c:v>
                </c:pt>
                <c:pt idx="4689">
                  <c:v>5.7099999999999998E-2</c:v>
                </c:pt>
                <c:pt idx="4690">
                  <c:v>5.7099999999999998E-2</c:v>
                </c:pt>
                <c:pt idx="4691">
                  <c:v>5.7099999999999998E-2</c:v>
                </c:pt>
                <c:pt idx="4692">
                  <c:v>5.74E-2</c:v>
                </c:pt>
                <c:pt idx="4693">
                  <c:v>5.7200000000000001E-2</c:v>
                </c:pt>
                <c:pt idx="4694">
                  <c:v>5.7500000000000002E-2</c:v>
                </c:pt>
                <c:pt idx="4695">
                  <c:v>5.7500000000000002E-2</c:v>
                </c:pt>
                <c:pt idx="4696">
                  <c:v>5.8200000000000002E-2</c:v>
                </c:pt>
                <c:pt idx="4697">
                  <c:v>5.9200000000000003E-2</c:v>
                </c:pt>
                <c:pt idx="4698">
                  <c:v>5.91E-2</c:v>
                </c:pt>
                <c:pt idx="4699">
                  <c:v>5.8099999999999999E-2</c:v>
                </c:pt>
                <c:pt idx="4700">
                  <c:v>5.6599999999999998E-2</c:v>
                </c:pt>
                <c:pt idx="4701">
                  <c:v>5.5399999999999998E-2</c:v>
                </c:pt>
                <c:pt idx="4702">
                  <c:v>5.5899999999999998E-2</c:v>
                </c:pt>
                <c:pt idx="4703">
                  <c:v>5.5199999999999999E-2</c:v>
                </c:pt>
                <c:pt idx="4704">
                  <c:v>5.5300000000000002E-2</c:v>
                </c:pt>
                <c:pt idx="4705">
                  <c:v>5.4899999999999997E-2</c:v>
                </c:pt>
                <c:pt idx="4706">
                  <c:v>5.3999999999999999E-2</c:v>
                </c:pt>
                <c:pt idx="4707">
                  <c:v>5.3600000000000002E-2</c:v>
                </c:pt>
                <c:pt idx="4708">
                  <c:v>5.2699999999999997E-2</c:v>
                </c:pt>
                <c:pt idx="4709">
                  <c:v>5.2699999999999997E-2</c:v>
                </c:pt>
                <c:pt idx="4710">
                  <c:v>5.28E-2</c:v>
                </c:pt>
                <c:pt idx="4711">
                  <c:v>5.2699999999999997E-2</c:v>
                </c:pt>
                <c:pt idx="4712">
                  <c:v>5.28E-2</c:v>
                </c:pt>
                <c:pt idx="4713">
                  <c:v>5.2200000000000003E-2</c:v>
                </c:pt>
                <c:pt idx="4714">
                  <c:v>5.2200000000000003E-2</c:v>
                </c:pt>
                <c:pt idx="4715">
                  <c:v>5.2299999999999999E-2</c:v>
                </c:pt>
                <c:pt idx="4716">
                  <c:v>5.21E-2</c:v>
                </c:pt>
                <c:pt idx="4717">
                  <c:v>5.0999999999999997E-2</c:v>
                </c:pt>
                <c:pt idx="4718">
                  <c:v>5.1299999999999998E-2</c:v>
                </c:pt>
                <c:pt idx="4719">
                  <c:v>5.1200000000000002E-2</c:v>
                </c:pt>
                <c:pt idx="4720">
                  <c:v>5.04E-2</c:v>
                </c:pt>
                <c:pt idx="4721">
                  <c:v>4.9599999999999998E-2</c:v>
                </c:pt>
                <c:pt idx="4722">
                  <c:v>5.0599999999999999E-2</c:v>
                </c:pt>
                <c:pt idx="4723">
                  <c:v>5.1200000000000002E-2</c:v>
                </c:pt>
                <c:pt idx="4724">
                  <c:v>5.0999999999999997E-2</c:v>
                </c:pt>
                <c:pt idx="4725">
                  <c:v>5.0500000000000003E-2</c:v>
                </c:pt>
                <c:pt idx="4726">
                  <c:v>5.0200000000000002E-2</c:v>
                </c:pt>
                <c:pt idx="4727">
                  <c:v>5.04E-2</c:v>
                </c:pt>
                <c:pt idx="4728">
                  <c:v>5.0099999999999999E-2</c:v>
                </c:pt>
                <c:pt idx="4729">
                  <c:v>5.0099999999999999E-2</c:v>
                </c:pt>
                <c:pt idx="4730">
                  <c:v>4.9200000000000001E-2</c:v>
                </c:pt>
                <c:pt idx="4731">
                  <c:v>4.8800000000000003E-2</c:v>
                </c:pt>
                <c:pt idx="4732">
                  <c:v>4.8300000000000003E-2</c:v>
                </c:pt>
                <c:pt idx="4733">
                  <c:v>4.8399999999999999E-2</c:v>
                </c:pt>
                <c:pt idx="4734">
                  <c:v>4.7100000000000003E-2</c:v>
                </c:pt>
                <c:pt idx="4735">
                  <c:v>4.6600000000000003E-2</c:v>
                </c:pt>
                <c:pt idx="4736">
                  <c:v>4.65E-2</c:v>
                </c:pt>
                <c:pt idx="4737">
                  <c:v>4.6199999999999998E-2</c:v>
                </c:pt>
                <c:pt idx="4738">
                  <c:v>4.5999999999999999E-2</c:v>
                </c:pt>
                <c:pt idx="4739">
                  <c:v>4.5600000000000002E-2</c:v>
                </c:pt>
                <c:pt idx="4740">
                  <c:v>4.5400000000000003E-2</c:v>
                </c:pt>
                <c:pt idx="4741">
                  <c:v>4.58E-2</c:v>
                </c:pt>
                <c:pt idx="4742">
                  <c:v>4.6600000000000003E-2</c:v>
                </c:pt>
                <c:pt idx="4743">
                  <c:v>4.7500000000000001E-2</c:v>
                </c:pt>
                <c:pt idx="4744">
                  <c:v>4.7100000000000003E-2</c:v>
                </c:pt>
                <c:pt idx="4745">
                  <c:v>4.6199999999999998E-2</c:v>
                </c:pt>
                <c:pt idx="4746">
                  <c:v>4.5699999999999998E-2</c:v>
                </c:pt>
                <c:pt idx="4747">
                  <c:v>4.5100000000000001E-2</c:v>
                </c:pt>
                <c:pt idx="4748">
                  <c:v>4.4999999999999998E-2</c:v>
                </c:pt>
                <c:pt idx="4749">
                  <c:v>4.4600000000000001E-2</c:v>
                </c:pt>
                <c:pt idx="4750">
                  <c:v>4.3999999999999997E-2</c:v>
                </c:pt>
                <c:pt idx="4751">
                  <c:v>4.4400000000000002E-2</c:v>
                </c:pt>
                <c:pt idx="4752">
                  <c:v>4.4699999999999997E-2</c:v>
                </c:pt>
                <c:pt idx="4753">
                  <c:v>4.5600000000000002E-2</c:v>
                </c:pt>
                <c:pt idx="4754">
                  <c:v>4.5900000000000003E-2</c:v>
                </c:pt>
                <c:pt idx="4755">
                  <c:v>4.53E-2</c:v>
                </c:pt>
                <c:pt idx="4756">
                  <c:v>4.5600000000000002E-2</c:v>
                </c:pt>
                <c:pt idx="4757">
                  <c:v>4.5400000000000003E-2</c:v>
                </c:pt>
                <c:pt idx="4758">
                  <c:v>4.4600000000000001E-2</c:v>
                </c:pt>
                <c:pt idx="4759">
                  <c:v>4.3799999999999999E-2</c:v>
                </c:pt>
                <c:pt idx="4760">
                  <c:v>4.2799999999999998E-2</c:v>
                </c:pt>
                <c:pt idx="4761">
                  <c:v>4.19E-2</c:v>
                </c:pt>
                <c:pt idx="4762">
                  <c:v>4.2700000000000002E-2</c:v>
                </c:pt>
                <c:pt idx="4763">
                  <c:v>4.24E-2</c:v>
                </c:pt>
                <c:pt idx="4764">
                  <c:v>4.24E-2</c:v>
                </c:pt>
                <c:pt idx="4765">
                  <c:v>4.2500000000000003E-2</c:v>
                </c:pt>
                <c:pt idx="4766">
                  <c:v>4.2500000000000003E-2</c:v>
                </c:pt>
                <c:pt idx="4767">
                  <c:v>4.2099999999999999E-2</c:v>
                </c:pt>
                <c:pt idx="4768">
                  <c:v>4.1500000000000002E-2</c:v>
                </c:pt>
                <c:pt idx="4769">
                  <c:v>4.1700000000000001E-2</c:v>
                </c:pt>
                <c:pt idx="4770">
                  <c:v>4.0800000000000003E-2</c:v>
                </c:pt>
                <c:pt idx="4771">
                  <c:v>4.02E-2</c:v>
                </c:pt>
                <c:pt idx="4772">
                  <c:v>4.1000000000000002E-2</c:v>
                </c:pt>
                <c:pt idx="4773">
                  <c:v>4.1000000000000002E-2</c:v>
                </c:pt>
                <c:pt idx="4774">
                  <c:v>4.1000000000000002E-2</c:v>
                </c:pt>
                <c:pt idx="4775">
                  <c:v>4.0300000000000002E-2</c:v>
                </c:pt>
                <c:pt idx="4776">
                  <c:v>4.0899999999999999E-2</c:v>
                </c:pt>
                <c:pt idx="4777">
                  <c:v>4.19E-2</c:v>
                </c:pt>
                <c:pt idx="4778">
                  <c:v>4.2299999999999997E-2</c:v>
                </c:pt>
                <c:pt idx="4779">
                  <c:v>4.2299999999999997E-2</c:v>
                </c:pt>
                <c:pt idx="4780">
                  <c:v>4.1700000000000001E-2</c:v>
                </c:pt>
                <c:pt idx="4781">
                  <c:v>4.1700000000000001E-2</c:v>
                </c:pt>
                <c:pt idx="4782">
                  <c:v>4.2099999999999999E-2</c:v>
                </c:pt>
                <c:pt idx="4783">
                  <c:v>4.2599999999999999E-2</c:v>
                </c:pt>
                <c:pt idx="4784">
                  <c:v>4.3900000000000002E-2</c:v>
                </c:pt>
                <c:pt idx="4785">
                  <c:v>4.4299999999999999E-2</c:v>
                </c:pt>
                <c:pt idx="4786">
                  <c:v>4.5999999999999999E-2</c:v>
                </c:pt>
                <c:pt idx="4787">
                  <c:v>4.5100000000000001E-2</c:v>
                </c:pt>
                <c:pt idx="4788">
                  <c:v>4.4200000000000003E-2</c:v>
                </c:pt>
                <c:pt idx="4789">
                  <c:v>4.6399999999999997E-2</c:v>
                </c:pt>
                <c:pt idx="4790">
                  <c:v>4.6399999999999997E-2</c:v>
                </c:pt>
                <c:pt idx="4791">
                  <c:v>4.65E-2</c:v>
                </c:pt>
                <c:pt idx="4792">
                  <c:v>4.5900000000000003E-2</c:v>
                </c:pt>
                <c:pt idx="4793">
                  <c:v>4.5699999999999998E-2</c:v>
                </c:pt>
                <c:pt idx="4794">
                  <c:v>4.5600000000000002E-2</c:v>
                </c:pt>
                <c:pt idx="4795">
                  <c:v>4.5100000000000001E-2</c:v>
                </c:pt>
                <c:pt idx="4796">
                  <c:v>4.5100000000000001E-2</c:v>
                </c:pt>
                <c:pt idx="4797">
                  <c:v>4.5999999999999999E-2</c:v>
                </c:pt>
                <c:pt idx="4798">
                  <c:v>4.6199999999999998E-2</c:v>
                </c:pt>
                <c:pt idx="4799">
                  <c:v>4.6199999999999998E-2</c:v>
                </c:pt>
                <c:pt idx="4800">
                  <c:v>4.65E-2</c:v>
                </c:pt>
                <c:pt idx="4801">
                  <c:v>4.7100000000000003E-2</c:v>
                </c:pt>
                <c:pt idx="4802">
                  <c:v>4.7199999999999999E-2</c:v>
                </c:pt>
                <c:pt idx="4803">
                  <c:v>4.8399999999999999E-2</c:v>
                </c:pt>
                <c:pt idx="4804">
                  <c:v>4.8800000000000003E-2</c:v>
                </c:pt>
                <c:pt idx="4805">
                  <c:v>4.8399999999999999E-2</c:v>
                </c:pt>
                <c:pt idx="4806">
                  <c:v>4.8000000000000001E-2</c:v>
                </c:pt>
                <c:pt idx="4807">
                  <c:v>4.7699999999999999E-2</c:v>
                </c:pt>
                <c:pt idx="4808">
                  <c:v>4.7100000000000003E-2</c:v>
                </c:pt>
                <c:pt idx="4809">
                  <c:v>4.65E-2</c:v>
                </c:pt>
                <c:pt idx="4810">
                  <c:v>4.5600000000000002E-2</c:v>
                </c:pt>
                <c:pt idx="4811">
                  <c:v>4.5999999999999999E-2</c:v>
                </c:pt>
                <c:pt idx="4812">
                  <c:v>4.58E-2</c:v>
                </c:pt>
                <c:pt idx="4813">
                  <c:v>4.58E-2</c:v>
                </c:pt>
                <c:pt idx="4814">
                  <c:v>4.5499999999999999E-2</c:v>
                </c:pt>
                <c:pt idx="4815">
                  <c:v>4.4900000000000002E-2</c:v>
                </c:pt>
                <c:pt idx="4816">
                  <c:v>4.3200000000000002E-2</c:v>
                </c:pt>
                <c:pt idx="4817">
                  <c:v>4.1799999999999997E-2</c:v>
                </c:pt>
                <c:pt idx="4818">
                  <c:v>4.1799999999999997E-2</c:v>
                </c:pt>
                <c:pt idx="4819">
                  <c:v>4.19E-2</c:v>
                </c:pt>
                <c:pt idx="4820">
                  <c:v>4.2599999999999999E-2</c:v>
                </c:pt>
                <c:pt idx="4821">
                  <c:v>4.2599999999999999E-2</c:v>
                </c:pt>
                <c:pt idx="4822">
                  <c:v>4.2500000000000003E-2</c:v>
                </c:pt>
                <c:pt idx="4823">
                  <c:v>4.24E-2</c:v>
                </c:pt>
                <c:pt idx="4824">
                  <c:v>4.1700000000000001E-2</c:v>
                </c:pt>
                <c:pt idx="4825">
                  <c:v>4.1500000000000002E-2</c:v>
                </c:pt>
                <c:pt idx="4826">
                  <c:v>4.0500000000000001E-2</c:v>
                </c:pt>
                <c:pt idx="4827">
                  <c:v>4.0500000000000001E-2</c:v>
                </c:pt>
                <c:pt idx="4828">
                  <c:v>0.04</c:v>
                </c:pt>
                <c:pt idx="4829">
                  <c:v>4.0500000000000001E-2</c:v>
                </c:pt>
                <c:pt idx="4830">
                  <c:v>4.1399999999999999E-2</c:v>
                </c:pt>
                <c:pt idx="4831">
                  <c:v>4.1300000000000003E-2</c:v>
                </c:pt>
                <c:pt idx="4832">
                  <c:v>4.1000000000000002E-2</c:v>
                </c:pt>
                <c:pt idx="4833">
                  <c:v>4.1099999999999998E-2</c:v>
                </c:pt>
                <c:pt idx="4834">
                  <c:v>4.1200000000000001E-2</c:v>
                </c:pt>
                <c:pt idx="4835">
                  <c:v>4.1300000000000003E-2</c:v>
                </c:pt>
                <c:pt idx="4836">
                  <c:v>4.2000000000000003E-2</c:v>
                </c:pt>
                <c:pt idx="4837">
                  <c:v>4.2700000000000002E-2</c:v>
                </c:pt>
                <c:pt idx="4838">
                  <c:v>4.2500000000000003E-2</c:v>
                </c:pt>
                <c:pt idx="4839">
                  <c:v>4.2999999999999997E-2</c:v>
                </c:pt>
                <c:pt idx="4840">
                  <c:v>4.2700000000000002E-2</c:v>
                </c:pt>
                <c:pt idx="4841">
                  <c:v>4.2200000000000001E-2</c:v>
                </c:pt>
                <c:pt idx="4842">
                  <c:v>4.0899999999999999E-2</c:v>
                </c:pt>
                <c:pt idx="4843">
                  <c:v>4.1200000000000001E-2</c:v>
                </c:pt>
                <c:pt idx="4844">
                  <c:v>4.1399999999999999E-2</c:v>
                </c:pt>
                <c:pt idx="4845">
                  <c:v>4.2299999999999997E-2</c:v>
                </c:pt>
                <c:pt idx="4846">
                  <c:v>4.2599999999999999E-2</c:v>
                </c:pt>
                <c:pt idx="4847">
                  <c:v>4.2500000000000003E-2</c:v>
                </c:pt>
                <c:pt idx="4848">
                  <c:v>4.3499999999999997E-2</c:v>
                </c:pt>
                <c:pt idx="4849">
                  <c:v>4.4999999999999998E-2</c:v>
                </c:pt>
                <c:pt idx="4850">
                  <c:v>4.48E-2</c:v>
                </c:pt>
                <c:pt idx="4851">
                  <c:v>4.53E-2</c:v>
                </c:pt>
                <c:pt idx="4852">
                  <c:v>4.4699999999999997E-2</c:v>
                </c:pt>
                <c:pt idx="4853">
                  <c:v>4.4699999999999997E-2</c:v>
                </c:pt>
                <c:pt idx="4854">
                  <c:v>4.4900000000000002E-2</c:v>
                </c:pt>
                <c:pt idx="4855">
                  <c:v>4.5199999999999997E-2</c:v>
                </c:pt>
                <c:pt idx="4856">
                  <c:v>4.5699999999999998E-2</c:v>
                </c:pt>
                <c:pt idx="4857">
                  <c:v>4.65E-2</c:v>
                </c:pt>
                <c:pt idx="4858">
                  <c:v>4.6399999999999997E-2</c:v>
                </c:pt>
                <c:pt idx="4859">
                  <c:v>4.58E-2</c:v>
                </c:pt>
                <c:pt idx="4860">
                  <c:v>4.5199999999999997E-2</c:v>
                </c:pt>
                <c:pt idx="4861">
                  <c:v>4.4200000000000003E-2</c:v>
                </c:pt>
                <c:pt idx="4862">
                  <c:v>4.3400000000000001E-2</c:v>
                </c:pt>
                <c:pt idx="4863">
                  <c:v>4.3099999999999999E-2</c:v>
                </c:pt>
                <c:pt idx="4864">
                  <c:v>4.3299999999999998E-2</c:v>
                </c:pt>
                <c:pt idx="4865">
                  <c:v>4.3099999999999999E-2</c:v>
                </c:pt>
                <c:pt idx="4866">
                  <c:v>4.2900000000000001E-2</c:v>
                </c:pt>
                <c:pt idx="4867">
                  <c:v>4.2299999999999997E-2</c:v>
                </c:pt>
                <c:pt idx="4868">
                  <c:v>4.2099999999999999E-2</c:v>
                </c:pt>
                <c:pt idx="4869">
                  <c:v>4.2099999999999999E-2</c:v>
                </c:pt>
                <c:pt idx="4870">
                  <c:v>4.2200000000000001E-2</c:v>
                </c:pt>
                <c:pt idx="4871">
                  <c:v>4.1799999999999997E-2</c:v>
                </c:pt>
                <c:pt idx="4872">
                  <c:v>4.1700000000000001E-2</c:v>
                </c:pt>
                <c:pt idx="4873">
                  <c:v>4.19E-2</c:v>
                </c:pt>
                <c:pt idx="4874">
                  <c:v>4.1799999999999997E-2</c:v>
                </c:pt>
                <c:pt idx="4875">
                  <c:v>4.1799999999999997E-2</c:v>
                </c:pt>
                <c:pt idx="4876">
                  <c:v>4.2099999999999999E-2</c:v>
                </c:pt>
                <c:pt idx="4877">
                  <c:v>4.1099999999999998E-2</c:v>
                </c:pt>
                <c:pt idx="4878">
                  <c:v>3.9899999999999998E-2</c:v>
                </c:pt>
                <c:pt idx="4879">
                  <c:v>3.9100000000000003E-2</c:v>
                </c:pt>
                <c:pt idx="4880">
                  <c:v>3.8600000000000002E-2</c:v>
                </c:pt>
                <c:pt idx="4881">
                  <c:v>3.9E-2</c:v>
                </c:pt>
                <c:pt idx="4882">
                  <c:v>3.9E-2</c:v>
                </c:pt>
                <c:pt idx="4883">
                  <c:v>3.9E-2</c:v>
                </c:pt>
                <c:pt idx="4884">
                  <c:v>3.9699999999999999E-2</c:v>
                </c:pt>
                <c:pt idx="4885">
                  <c:v>0.04</c:v>
                </c:pt>
                <c:pt idx="4886">
                  <c:v>4.1200000000000001E-2</c:v>
                </c:pt>
                <c:pt idx="4887">
                  <c:v>4.1099999999999998E-2</c:v>
                </c:pt>
                <c:pt idx="4888">
                  <c:v>4.1399999999999999E-2</c:v>
                </c:pt>
                <c:pt idx="4889">
                  <c:v>4.1799999999999997E-2</c:v>
                </c:pt>
                <c:pt idx="4890">
                  <c:v>4.1300000000000003E-2</c:v>
                </c:pt>
                <c:pt idx="4891">
                  <c:v>4.24E-2</c:v>
                </c:pt>
                <c:pt idx="4892">
                  <c:v>4.3499999999999997E-2</c:v>
                </c:pt>
                <c:pt idx="4893">
                  <c:v>4.4600000000000001E-2</c:v>
                </c:pt>
                <c:pt idx="4894">
                  <c:v>4.4999999999999998E-2</c:v>
                </c:pt>
                <c:pt idx="4895">
                  <c:v>4.5600000000000002E-2</c:v>
                </c:pt>
                <c:pt idx="4896">
                  <c:v>4.48E-2</c:v>
                </c:pt>
                <c:pt idx="4897">
                  <c:v>4.41E-2</c:v>
                </c:pt>
                <c:pt idx="4898">
                  <c:v>4.3099999999999999E-2</c:v>
                </c:pt>
                <c:pt idx="4899">
                  <c:v>4.3099999999999999E-2</c:v>
                </c:pt>
                <c:pt idx="4900">
                  <c:v>4.24E-2</c:v>
                </c:pt>
                <c:pt idx="4901">
                  <c:v>4.1799999999999997E-2</c:v>
                </c:pt>
                <c:pt idx="4902">
                  <c:v>4.1799999999999997E-2</c:v>
                </c:pt>
                <c:pt idx="4903">
                  <c:v>4.2099999999999999E-2</c:v>
                </c:pt>
                <c:pt idx="4904">
                  <c:v>4.1799999999999997E-2</c:v>
                </c:pt>
                <c:pt idx="4905">
                  <c:v>4.1599999999999998E-2</c:v>
                </c:pt>
                <c:pt idx="4906">
                  <c:v>4.1799999999999997E-2</c:v>
                </c:pt>
                <c:pt idx="4907">
                  <c:v>4.24E-2</c:v>
                </c:pt>
                <c:pt idx="4908">
                  <c:v>4.2700000000000002E-2</c:v>
                </c:pt>
                <c:pt idx="4909">
                  <c:v>4.2500000000000003E-2</c:v>
                </c:pt>
                <c:pt idx="4910">
                  <c:v>4.2599999999999999E-2</c:v>
                </c:pt>
                <c:pt idx="4911">
                  <c:v>4.2700000000000002E-2</c:v>
                </c:pt>
                <c:pt idx="4912">
                  <c:v>4.3299999999999998E-2</c:v>
                </c:pt>
                <c:pt idx="4913">
                  <c:v>4.3200000000000002E-2</c:v>
                </c:pt>
                <c:pt idx="4914">
                  <c:v>4.2500000000000003E-2</c:v>
                </c:pt>
                <c:pt idx="4915">
                  <c:v>4.1700000000000001E-2</c:v>
                </c:pt>
                <c:pt idx="4916">
                  <c:v>4.1599999999999998E-2</c:v>
                </c:pt>
                <c:pt idx="4917">
                  <c:v>4.1000000000000002E-2</c:v>
                </c:pt>
                <c:pt idx="4918">
                  <c:v>4.1099999999999998E-2</c:v>
                </c:pt>
                <c:pt idx="4919">
                  <c:v>4.1099999999999998E-2</c:v>
                </c:pt>
                <c:pt idx="4920">
                  <c:v>4.1300000000000003E-2</c:v>
                </c:pt>
                <c:pt idx="4921">
                  <c:v>4.1799999999999997E-2</c:v>
                </c:pt>
                <c:pt idx="4922">
                  <c:v>4.2299999999999997E-2</c:v>
                </c:pt>
                <c:pt idx="4923">
                  <c:v>4.2299999999999997E-2</c:v>
                </c:pt>
                <c:pt idx="4924">
                  <c:v>4.2299999999999997E-2</c:v>
                </c:pt>
                <c:pt idx="4925">
                  <c:v>4.2200000000000001E-2</c:v>
                </c:pt>
                <c:pt idx="4926">
                  <c:v>4.2299999999999997E-2</c:v>
                </c:pt>
                <c:pt idx="4927">
                  <c:v>4.2299999999999997E-2</c:v>
                </c:pt>
                <c:pt idx="4928">
                  <c:v>4.2500000000000003E-2</c:v>
                </c:pt>
                <c:pt idx="4929">
                  <c:v>4.1799999999999997E-2</c:v>
                </c:pt>
                <c:pt idx="4930">
                  <c:v>4.1099999999999998E-2</c:v>
                </c:pt>
                <c:pt idx="4931">
                  <c:v>4.0800000000000003E-2</c:v>
                </c:pt>
                <c:pt idx="4932">
                  <c:v>4.0800000000000003E-2</c:v>
                </c:pt>
                <c:pt idx="4933">
                  <c:v>0.04</c:v>
                </c:pt>
                <c:pt idx="4934">
                  <c:v>3.9600000000000003E-2</c:v>
                </c:pt>
                <c:pt idx="4935">
                  <c:v>4.0300000000000002E-2</c:v>
                </c:pt>
                <c:pt idx="4936">
                  <c:v>4.0099999999999997E-2</c:v>
                </c:pt>
                <c:pt idx="4937">
                  <c:v>3.95E-2</c:v>
                </c:pt>
                <c:pt idx="4938">
                  <c:v>3.9300000000000002E-2</c:v>
                </c:pt>
                <c:pt idx="4939">
                  <c:v>3.9100000000000003E-2</c:v>
                </c:pt>
                <c:pt idx="4940">
                  <c:v>3.9E-2</c:v>
                </c:pt>
                <c:pt idx="4941">
                  <c:v>3.8800000000000001E-2</c:v>
                </c:pt>
                <c:pt idx="4942">
                  <c:v>3.8399999999999997E-2</c:v>
                </c:pt>
                <c:pt idx="4943">
                  <c:v>3.7499999999999999E-2</c:v>
                </c:pt>
                <c:pt idx="4944">
                  <c:v>3.7199999999999997E-2</c:v>
                </c:pt>
                <c:pt idx="4945">
                  <c:v>3.73E-2</c:v>
                </c:pt>
                <c:pt idx="4946">
                  <c:v>3.6999999999999998E-2</c:v>
                </c:pt>
                <c:pt idx="4947">
                  <c:v>3.6700000000000003E-2</c:v>
                </c:pt>
                <c:pt idx="4948">
                  <c:v>3.6900000000000002E-2</c:v>
                </c:pt>
                <c:pt idx="4949">
                  <c:v>3.6499999999999998E-2</c:v>
                </c:pt>
                <c:pt idx="4950">
                  <c:v>3.6200000000000003E-2</c:v>
                </c:pt>
                <c:pt idx="4951">
                  <c:v>3.6200000000000003E-2</c:v>
                </c:pt>
                <c:pt idx="4952">
                  <c:v>3.6200000000000003E-2</c:v>
                </c:pt>
                <c:pt idx="4953">
                  <c:v>3.6299999999999999E-2</c:v>
                </c:pt>
                <c:pt idx="4954">
                  <c:v>3.5900000000000001E-2</c:v>
                </c:pt>
                <c:pt idx="4955">
                  <c:v>3.5700000000000003E-2</c:v>
                </c:pt>
                <c:pt idx="4956">
                  <c:v>3.5700000000000003E-2</c:v>
                </c:pt>
                <c:pt idx="4957">
                  <c:v>3.5799999999999998E-2</c:v>
                </c:pt>
                <c:pt idx="4958">
                  <c:v>3.61E-2</c:v>
                </c:pt>
                <c:pt idx="4959">
                  <c:v>3.61E-2</c:v>
                </c:pt>
                <c:pt idx="4960">
                  <c:v>3.5900000000000001E-2</c:v>
                </c:pt>
                <c:pt idx="4961">
                  <c:v>3.5999999999999997E-2</c:v>
                </c:pt>
                <c:pt idx="4962">
                  <c:v>3.5499999999999997E-2</c:v>
                </c:pt>
                <c:pt idx="4963">
                  <c:v>3.5200000000000002E-2</c:v>
                </c:pt>
                <c:pt idx="4964">
                  <c:v>3.5299999999999998E-2</c:v>
                </c:pt>
                <c:pt idx="4965">
                  <c:v>3.5400000000000001E-2</c:v>
                </c:pt>
                <c:pt idx="4966">
                  <c:v>3.5499999999999997E-2</c:v>
                </c:pt>
                <c:pt idx="4967">
                  <c:v>3.5299999999999998E-2</c:v>
                </c:pt>
                <c:pt idx="4968">
                  <c:v>3.49E-2</c:v>
                </c:pt>
                <c:pt idx="4969">
                  <c:v>3.49E-2</c:v>
                </c:pt>
                <c:pt idx="4970">
                  <c:v>3.5200000000000002E-2</c:v>
                </c:pt>
                <c:pt idx="4971">
                  <c:v>3.5299999999999998E-2</c:v>
                </c:pt>
                <c:pt idx="4972">
                  <c:v>3.61E-2</c:v>
                </c:pt>
                <c:pt idx="4973">
                  <c:v>3.6400000000000002E-2</c:v>
                </c:pt>
                <c:pt idx="4974">
                  <c:v>3.85E-2</c:v>
                </c:pt>
                <c:pt idx="4975">
                  <c:v>3.8300000000000001E-2</c:v>
                </c:pt>
                <c:pt idx="4976">
                  <c:v>3.7900000000000003E-2</c:v>
                </c:pt>
                <c:pt idx="4977">
                  <c:v>3.85E-2</c:v>
                </c:pt>
                <c:pt idx="4978">
                  <c:v>3.8699999999999998E-2</c:v>
                </c:pt>
                <c:pt idx="4979">
                  <c:v>3.9300000000000002E-2</c:v>
                </c:pt>
                <c:pt idx="4980">
                  <c:v>3.8399999999999997E-2</c:v>
                </c:pt>
                <c:pt idx="4981">
                  <c:v>3.7600000000000001E-2</c:v>
                </c:pt>
                <c:pt idx="4982">
                  <c:v>3.6999999999999998E-2</c:v>
                </c:pt>
                <c:pt idx="4983">
                  <c:v>3.7199999999999997E-2</c:v>
                </c:pt>
                <c:pt idx="4984">
                  <c:v>3.7499999999999999E-2</c:v>
                </c:pt>
                <c:pt idx="4985">
                  <c:v>3.6900000000000002E-2</c:v>
                </c:pt>
                <c:pt idx="4986">
                  <c:v>3.6499999999999998E-2</c:v>
                </c:pt>
                <c:pt idx="4987">
                  <c:v>3.6799999999999999E-2</c:v>
                </c:pt>
                <c:pt idx="4988">
                  <c:v>3.6499999999999998E-2</c:v>
                </c:pt>
                <c:pt idx="4989">
                  <c:v>3.6499999999999998E-2</c:v>
                </c:pt>
                <c:pt idx="4990">
                  <c:v>3.6600000000000001E-2</c:v>
                </c:pt>
                <c:pt idx="4991">
                  <c:v>3.6400000000000002E-2</c:v>
                </c:pt>
                <c:pt idx="4992">
                  <c:v>3.5700000000000003E-2</c:v>
                </c:pt>
                <c:pt idx="4993">
                  <c:v>3.61E-2</c:v>
                </c:pt>
                <c:pt idx="4994">
                  <c:v>3.9100000000000003E-2</c:v>
                </c:pt>
                <c:pt idx="4995">
                  <c:v>4.02E-2</c:v>
                </c:pt>
                <c:pt idx="4996">
                  <c:v>4.1700000000000001E-2</c:v>
                </c:pt>
                <c:pt idx="4997">
                  <c:v>4.4299999999999999E-2</c:v>
                </c:pt>
                <c:pt idx="4998">
                  <c:v>4.82E-2</c:v>
                </c:pt>
                <c:pt idx="4999">
                  <c:v>4.9099999999999998E-2</c:v>
                </c:pt>
                <c:pt idx="5000">
                  <c:v>4.7100000000000003E-2</c:v>
                </c:pt>
                <c:pt idx="5001">
                  <c:v>4.6899999999999997E-2</c:v>
                </c:pt>
                <c:pt idx="5002">
                  <c:v>4.8599999999999997E-2</c:v>
                </c:pt>
                <c:pt idx="5003">
                  <c:v>5.2999999999999999E-2</c:v>
                </c:pt>
                <c:pt idx="5004">
                  <c:v>6.3100000000000003E-2</c:v>
                </c:pt>
                <c:pt idx="5005">
                  <c:v>6.25E-2</c:v>
                </c:pt>
                <c:pt idx="5006">
                  <c:v>6.4899999999999999E-2</c:v>
                </c:pt>
                <c:pt idx="5007">
                  <c:v>7.4300000000000005E-2</c:v>
                </c:pt>
                <c:pt idx="5008">
                  <c:v>7.51E-2</c:v>
                </c:pt>
                <c:pt idx="5009">
                  <c:v>8.4400000000000003E-2</c:v>
                </c:pt>
                <c:pt idx="5010">
                  <c:v>9.01E-2</c:v>
                </c:pt>
                <c:pt idx="5011">
                  <c:v>9.6799999999999997E-2</c:v>
                </c:pt>
                <c:pt idx="5012">
                  <c:v>0.1003</c:v>
                </c:pt>
                <c:pt idx="5013">
                  <c:v>9.9900000000000003E-2</c:v>
                </c:pt>
                <c:pt idx="5014">
                  <c:v>0.1045</c:v>
                </c:pt>
                <c:pt idx="5015">
                  <c:v>0.1016</c:v>
                </c:pt>
                <c:pt idx="5016">
                  <c:v>9.5799999999999996E-2</c:v>
                </c:pt>
                <c:pt idx="5017">
                  <c:v>9.2299999999999993E-2</c:v>
                </c:pt>
                <c:pt idx="5018">
                  <c:v>9.0999999999999998E-2</c:v>
                </c:pt>
                <c:pt idx="5019">
                  <c:v>9.2600000000000002E-2</c:v>
                </c:pt>
                <c:pt idx="5020">
                  <c:v>9.01E-2</c:v>
                </c:pt>
                <c:pt idx="5021">
                  <c:v>0.09</c:v>
                </c:pt>
                <c:pt idx="5022">
                  <c:v>8.9300000000000004E-2</c:v>
                </c:pt>
                <c:pt idx="5023">
                  <c:v>8.9499999999999996E-2</c:v>
                </c:pt>
                <c:pt idx="5024">
                  <c:v>8.7800000000000003E-2</c:v>
                </c:pt>
                <c:pt idx="5025">
                  <c:v>8.4500000000000006E-2</c:v>
                </c:pt>
                <c:pt idx="5026">
                  <c:v>8.2299999999999998E-2</c:v>
                </c:pt>
                <c:pt idx="5027">
                  <c:v>7.8299999999999995E-2</c:v>
                </c:pt>
                <c:pt idx="5028">
                  <c:v>7.8299999999999995E-2</c:v>
                </c:pt>
                <c:pt idx="5029">
                  <c:v>7.8100000000000003E-2</c:v>
                </c:pt>
                <c:pt idx="5030">
                  <c:v>7.3599999999999999E-2</c:v>
                </c:pt>
                <c:pt idx="5031">
                  <c:v>7.3800000000000004E-2</c:v>
                </c:pt>
                <c:pt idx="5032">
                  <c:v>7.51E-2</c:v>
                </c:pt>
                <c:pt idx="5033">
                  <c:v>7.4800000000000005E-2</c:v>
                </c:pt>
                <c:pt idx="5034">
                  <c:v>7.4499999999999997E-2</c:v>
                </c:pt>
                <c:pt idx="5035">
                  <c:v>7.6399999999999996E-2</c:v>
                </c:pt>
                <c:pt idx="5036">
                  <c:v>7.5899999999999995E-2</c:v>
                </c:pt>
                <c:pt idx="5037">
                  <c:v>7.4999999999999997E-2</c:v>
                </c:pt>
                <c:pt idx="5038">
                  <c:v>7.5499999999999998E-2</c:v>
                </c:pt>
                <c:pt idx="5039">
                  <c:v>7.4499999999999997E-2</c:v>
                </c:pt>
                <c:pt idx="5040">
                  <c:v>7.4200000000000002E-2</c:v>
                </c:pt>
                <c:pt idx="5041">
                  <c:v>7.3899999999999993E-2</c:v>
                </c:pt>
                <c:pt idx="5042">
                  <c:v>7.46E-2</c:v>
                </c:pt>
                <c:pt idx="5043">
                  <c:v>7.4200000000000002E-2</c:v>
                </c:pt>
                <c:pt idx="5044">
                  <c:v>7.5800000000000006E-2</c:v>
                </c:pt>
                <c:pt idx="5045">
                  <c:v>7.6200000000000004E-2</c:v>
                </c:pt>
                <c:pt idx="5046">
                  <c:v>7.5600000000000001E-2</c:v>
                </c:pt>
                <c:pt idx="5047">
                  <c:v>7.5499999999999998E-2</c:v>
                </c:pt>
                <c:pt idx="5048">
                  <c:v>7.5700000000000003E-2</c:v>
                </c:pt>
                <c:pt idx="5049">
                  <c:v>7.4999999999999997E-2</c:v>
                </c:pt>
                <c:pt idx="5050">
                  <c:v>7.4700000000000003E-2</c:v>
                </c:pt>
                <c:pt idx="5051">
                  <c:v>7.51E-2</c:v>
                </c:pt>
                <c:pt idx="5052">
                  <c:v>7.6600000000000001E-2</c:v>
                </c:pt>
                <c:pt idx="5053">
                  <c:v>7.6999999999999999E-2</c:v>
                </c:pt>
                <c:pt idx="5054">
                  <c:v>7.5200000000000003E-2</c:v>
                </c:pt>
                <c:pt idx="5055">
                  <c:v>7.3899999999999993E-2</c:v>
                </c:pt>
                <c:pt idx="5056">
                  <c:v>7.2900000000000006E-2</c:v>
                </c:pt>
                <c:pt idx="5057">
                  <c:v>7.2599999999999998E-2</c:v>
                </c:pt>
                <c:pt idx="5058">
                  <c:v>7.2300000000000003E-2</c:v>
                </c:pt>
                <c:pt idx="5059">
                  <c:v>7.2300000000000003E-2</c:v>
                </c:pt>
                <c:pt idx="5060">
                  <c:v>7.0199999999999999E-2</c:v>
                </c:pt>
                <c:pt idx="5061">
                  <c:v>6.7299999999999999E-2</c:v>
                </c:pt>
                <c:pt idx="5062">
                  <c:v>6.59E-2</c:v>
                </c:pt>
                <c:pt idx="5063">
                  <c:v>6.5699999999999995E-2</c:v>
                </c:pt>
                <c:pt idx="5064">
                  <c:v>6.4399999999999999E-2</c:v>
                </c:pt>
                <c:pt idx="5065">
                  <c:v>6.2799999999999995E-2</c:v>
                </c:pt>
                <c:pt idx="5066">
                  <c:v>6.0999999999999999E-2</c:v>
                </c:pt>
                <c:pt idx="5067">
                  <c:v>5.96E-2</c:v>
                </c:pt>
                <c:pt idx="5068">
                  <c:v>5.6800000000000003E-2</c:v>
                </c:pt>
                <c:pt idx="5069">
                  <c:v>5.5899999999999998E-2</c:v>
                </c:pt>
                <c:pt idx="5070">
                  <c:v>5.7000000000000002E-2</c:v>
                </c:pt>
                <c:pt idx="5071">
                  <c:v>5.8000000000000003E-2</c:v>
                </c:pt>
                <c:pt idx="5072">
                  <c:v>6.0999999999999999E-2</c:v>
                </c:pt>
                <c:pt idx="5073">
                  <c:v>6.0699999999999997E-2</c:v>
                </c:pt>
                <c:pt idx="5074">
                  <c:v>6.13E-2</c:v>
                </c:pt>
                <c:pt idx="5075">
                  <c:v>5.8500000000000003E-2</c:v>
                </c:pt>
                <c:pt idx="5076">
                  <c:v>5.8299999999999998E-2</c:v>
                </c:pt>
                <c:pt idx="5077">
                  <c:v>5.8700000000000002E-2</c:v>
                </c:pt>
                <c:pt idx="5078">
                  <c:v>5.8999999999999997E-2</c:v>
                </c:pt>
                <c:pt idx="5079">
                  <c:v>5.9900000000000002E-2</c:v>
                </c:pt>
                <c:pt idx="5080">
                  <c:v>5.9400000000000001E-2</c:v>
                </c:pt>
                <c:pt idx="5081">
                  <c:v>5.9799999999999999E-2</c:v>
                </c:pt>
                <c:pt idx="5082">
                  <c:v>6.0900000000000003E-2</c:v>
                </c:pt>
                <c:pt idx="5083">
                  <c:v>6.08E-2</c:v>
                </c:pt>
                <c:pt idx="5084">
                  <c:v>6.1100000000000002E-2</c:v>
                </c:pt>
                <c:pt idx="5085">
                  <c:v>6.1100000000000002E-2</c:v>
                </c:pt>
                <c:pt idx="5086">
                  <c:v>5.9499999999999997E-2</c:v>
                </c:pt>
                <c:pt idx="5087">
                  <c:v>5.9499999999999997E-2</c:v>
                </c:pt>
                <c:pt idx="5088">
                  <c:v>5.9499999999999997E-2</c:v>
                </c:pt>
                <c:pt idx="5089">
                  <c:v>5.91E-2</c:v>
                </c:pt>
                <c:pt idx="5090">
                  <c:v>5.8799999999999998E-2</c:v>
                </c:pt>
                <c:pt idx="5091">
                  <c:v>5.8799999999999998E-2</c:v>
                </c:pt>
                <c:pt idx="5092">
                  <c:v>5.8900000000000001E-2</c:v>
                </c:pt>
                <c:pt idx="5093">
                  <c:v>5.9299999999999999E-2</c:v>
                </c:pt>
                <c:pt idx="5094">
                  <c:v>5.8700000000000002E-2</c:v>
                </c:pt>
                <c:pt idx="5095">
                  <c:v>5.8799999999999998E-2</c:v>
                </c:pt>
                <c:pt idx="5096">
                  <c:v>5.8400000000000001E-2</c:v>
                </c:pt>
                <c:pt idx="5097">
                  <c:v>5.8500000000000003E-2</c:v>
                </c:pt>
                <c:pt idx="5098">
                  <c:v>5.8000000000000003E-2</c:v>
                </c:pt>
                <c:pt idx="5099">
                  <c:v>5.7599999999999998E-2</c:v>
                </c:pt>
                <c:pt idx="5100">
                  <c:v>5.6800000000000003E-2</c:v>
                </c:pt>
                <c:pt idx="5101">
                  <c:v>5.6800000000000003E-2</c:v>
                </c:pt>
                <c:pt idx="5102">
                  <c:v>5.6000000000000001E-2</c:v>
                </c:pt>
                <c:pt idx="5103">
                  <c:v>5.5800000000000002E-2</c:v>
                </c:pt>
                <c:pt idx="5104">
                  <c:v>5.62E-2</c:v>
                </c:pt>
                <c:pt idx="5105">
                  <c:v>5.6599999999999998E-2</c:v>
                </c:pt>
                <c:pt idx="5106">
                  <c:v>5.6599999999999998E-2</c:v>
                </c:pt>
                <c:pt idx="5107">
                  <c:v>5.7000000000000002E-2</c:v>
                </c:pt>
                <c:pt idx="5108">
                  <c:v>5.7099999999999998E-2</c:v>
                </c:pt>
                <c:pt idx="5109">
                  <c:v>5.6399999999999999E-2</c:v>
                </c:pt>
                <c:pt idx="5110">
                  <c:v>5.62E-2</c:v>
                </c:pt>
                <c:pt idx="5111">
                  <c:v>5.5300000000000002E-2</c:v>
                </c:pt>
                <c:pt idx="5112">
                  <c:v>5.5100000000000003E-2</c:v>
                </c:pt>
                <c:pt idx="5113">
                  <c:v>5.4800000000000001E-2</c:v>
                </c:pt>
                <c:pt idx="5114">
                  <c:v>5.4699999999999999E-2</c:v>
                </c:pt>
                <c:pt idx="5115">
                  <c:v>5.3900000000000003E-2</c:v>
                </c:pt>
                <c:pt idx="5116">
                  <c:v>5.3199999999999997E-2</c:v>
                </c:pt>
                <c:pt idx="5117">
                  <c:v>5.2600000000000001E-2</c:v>
                </c:pt>
                <c:pt idx="5118">
                  <c:v>5.3100000000000001E-2</c:v>
                </c:pt>
                <c:pt idx="5119">
                  <c:v>5.3499999999999999E-2</c:v>
                </c:pt>
                <c:pt idx="5120">
                  <c:v>5.3600000000000002E-2</c:v>
                </c:pt>
                <c:pt idx="5121">
                  <c:v>5.3600000000000002E-2</c:v>
                </c:pt>
                <c:pt idx="5122">
                  <c:v>5.3699999999999998E-2</c:v>
                </c:pt>
                <c:pt idx="5123">
                  <c:v>5.3600000000000002E-2</c:v>
                </c:pt>
                <c:pt idx="5124">
                  <c:v>5.33E-2</c:v>
                </c:pt>
                <c:pt idx="5125">
                  <c:v>5.2600000000000001E-2</c:v>
                </c:pt>
                <c:pt idx="5126">
                  <c:v>5.2499999999999998E-2</c:v>
                </c:pt>
                <c:pt idx="5127">
                  <c:v>5.2400000000000002E-2</c:v>
                </c:pt>
                <c:pt idx="5128">
                  <c:v>5.2400000000000002E-2</c:v>
                </c:pt>
                <c:pt idx="5129">
                  <c:v>5.2400000000000002E-2</c:v>
                </c:pt>
                <c:pt idx="5130">
                  <c:v>5.2699999999999997E-2</c:v>
                </c:pt>
                <c:pt idx="5131">
                  <c:v>5.2299999999999999E-2</c:v>
                </c:pt>
                <c:pt idx="5132">
                  <c:v>5.1999999999999998E-2</c:v>
                </c:pt>
                <c:pt idx="5133">
                  <c:v>5.2200000000000003E-2</c:v>
                </c:pt>
                <c:pt idx="5134">
                  <c:v>5.2200000000000003E-2</c:v>
                </c:pt>
                <c:pt idx="5135">
                  <c:v>5.21E-2</c:v>
                </c:pt>
                <c:pt idx="5136">
                  <c:v>5.1900000000000002E-2</c:v>
                </c:pt>
                <c:pt idx="5137">
                  <c:v>5.1400000000000001E-2</c:v>
                </c:pt>
                <c:pt idx="5138">
                  <c:v>5.1900000000000002E-2</c:v>
                </c:pt>
                <c:pt idx="5139">
                  <c:v>5.1799999999999999E-2</c:v>
                </c:pt>
                <c:pt idx="5140">
                  <c:v>5.16E-2</c:v>
                </c:pt>
                <c:pt idx="5141">
                  <c:v>5.0799999999999998E-2</c:v>
                </c:pt>
                <c:pt idx="5142">
                  <c:v>5.11E-2</c:v>
                </c:pt>
                <c:pt idx="5143">
                  <c:v>5.1200000000000002E-2</c:v>
                </c:pt>
                <c:pt idx="5144">
                  <c:v>5.28E-2</c:v>
                </c:pt>
                <c:pt idx="5145">
                  <c:v>5.3699999999999998E-2</c:v>
                </c:pt>
                <c:pt idx="5146">
                  <c:v>5.33E-2</c:v>
                </c:pt>
                <c:pt idx="5147">
                  <c:v>5.5E-2</c:v>
                </c:pt>
                <c:pt idx="5148">
                  <c:v>5.6300000000000003E-2</c:v>
                </c:pt>
                <c:pt idx="5149">
                  <c:v>5.5800000000000002E-2</c:v>
                </c:pt>
                <c:pt idx="5150">
                  <c:v>5.5500000000000001E-2</c:v>
                </c:pt>
                <c:pt idx="5151">
                  <c:v>5.5399999999999998E-2</c:v>
                </c:pt>
                <c:pt idx="5152">
                  <c:v>5.4600000000000003E-2</c:v>
                </c:pt>
                <c:pt idx="5153">
                  <c:v>5.4699999999999999E-2</c:v>
                </c:pt>
                <c:pt idx="5154">
                  <c:v>5.3699999999999998E-2</c:v>
                </c:pt>
                <c:pt idx="5155">
                  <c:v>5.3199999999999997E-2</c:v>
                </c:pt>
                <c:pt idx="5156">
                  <c:v>5.2900000000000003E-2</c:v>
                </c:pt>
                <c:pt idx="5157">
                  <c:v>5.2600000000000001E-2</c:v>
                </c:pt>
                <c:pt idx="5158">
                  <c:v>5.2499999999999998E-2</c:v>
                </c:pt>
                <c:pt idx="5159">
                  <c:v>5.2499999999999998E-2</c:v>
                </c:pt>
                <c:pt idx="5160">
                  <c:v>5.2200000000000003E-2</c:v>
                </c:pt>
                <c:pt idx="5161">
                  <c:v>5.2600000000000001E-2</c:v>
                </c:pt>
                <c:pt idx="5162">
                  <c:v>5.3900000000000003E-2</c:v>
                </c:pt>
                <c:pt idx="5163">
                  <c:v>5.3600000000000002E-2</c:v>
                </c:pt>
                <c:pt idx="5164">
                  <c:v>5.3400000000000003E-2</c:v>
                </c:pt>
                <c:pt idx="5165">
                  <c:v>5.33E-2</c:v>
                </c:pt>
                <c:pt idx="5166">
                  <c:v>5.3100000000000001E-2</c:v>
                </c:pt>
                <c:pt idx="5167">
                  <c:v>5.3199999999999997E-2</c:v>
                </c:pt>
                <c:pt idx="5168">
                  <c:v>5.2400000000000002E-2</c:v>
                </c:pt>
                <c:pt idx="5169">
                  <c:v>5.28E-2</c:v>
                </c:pt>
                <c:pt idx="5170">
                  <c:v>5.33E-2</c:v>
                </c:pt>
                <c:pt idx="5171">
                  <c:v>5.5399999999999998E-2</c:v>
                </c:pt>
                <c:pt idx="5172">
                  <c:v>5.6399999999999999E-2</c:v>
                </c:pt>
                <c:pt idx="5173">
                  <c:v>5.67E-2</c:v>
                </c:pt>
                <c:pt idx="5174">
                  <c:v>5.4699999999999999E-2</c:v>
                </c:pt>
                <c:pt idx="5175">
                  <c:v>5.3199999999999997E-2</c:v>
                </c:pt>
                <c:pt idx="5176">
                  <c:v>5.2499999999999998E-2</c:v>
                </c:pt>
                <c:pt idx="5177">
                  <c:v>5.0299999999999997E-2</c:v>
                </c:pt>
                <c:pt idx="5178">
                  <c:v>0.05</c:v>
                </c:pt>
                <c:pt idx="5179">
                  <c:v>4.65E-2</c:v>
                </c:pt>
                <c:pt idx="5180">
                  <c:v>4.5999999999999999E-2</c:v>
                </c:pt>
                <c:pt idx="5181">
                  <c:v>4.5999999999999999E-2</c:v>
                </c:pt>
                <c:pt idx="5182">
                  <c:v>4.6100000000000002E-2</c:v>
                </c:pt>
                <c:pt idx="5183">
                  <c:v>4.6100000000000002E-2</c:v>
                </c:pt>
                <c:pt idx="5184">
                  <c:v>4.5100000000000001E-2</c:v>
                </c:pt>
                <c:pt idx="5185">
                  <c:v>4.48E-2</c:v>
                </c:pt>
                <c:pt idx="5186">
                  <c:v>4.4400000000000002E-2</c:v>
                </c:pt>
                <c:pt idx="5187">
                  <c:v>4.4600000000000001E-2</c:v>
                </c:pt>
                <c:pt idx="5188">
                  <c:v>4.4499999999999998E-2</c:v>
                </c:pt>
                <c:pt idx="5189">
                  <c:v>4.3900000000000002E-2</c:v>
                </c:pt>
                <c:pt idx="5190">
                  <c:v>4.2900000000000001E-2</c:v>
                </c:pt>
                <c:pt idx="5191">
                  <c:v>4.2700000000000002E-2</c:v>
                </c:pt>
                <c:pt idx="5192">
                  <c:v>4.2700000000000002E-2</c:v>
                </c:pt>
                <c:pt idx="5193">
                  <c:v>4.2500000000000003E-2</c:v>
                </c:pt>
                <c:pt idx="5194">
                  <c:v>4.2299999999999997E-2</c:v>
                </c:pt>
                <c:pt idx="5195">
                  <c:v>4.1500000000000002E-2</c:v>
                </c:pt>
                <c:pt idx="5196">
                  <c:v>4.1000000000000002E-2</c:v>
                </c:pt>
                <c:pt idx="5197">
                  <c:v>4.0599999999999997E-2</c:v>
                </c:pt>
                <c:pt idx="5198">
                  <c:v>4.0099999999999997E-2</c:v>
                </c:pt>
                <c:pt idx="5199">
                  <c:v>4.0300000000000002E-2</c:v>
                </c:pt>
                <c:pt idx="5200">
                  <c:v>4.0500000000000001E-2</c:v>
                </c:pt>
                <c:pt idx="5201">
                  <c:v>4.0300000000000002E-2</c:v>
                </c:pt>
                <c:pt idx="5202">
                  <c:v>4.0500000000000001E-2</c:v>
                </c:pt>
                <c:pt idx="5203">
                  <c:v>4.1300000000000003E-2</c:v>
                </c:pt>
                <c:pt idx="5204">
                  <c:v>4.1099999999999998E-2</c:v>
                </c:pt>
                <c:pt idx="5205">
                  <c:v>4.0899999999999999E-2</c:v>
                </c:pt>
                <c:pt idx="5206">
                  <c:v>4.07E-2</c:v>
                </c:pt>
                <c:pt idx="5207">
                  <c:v>4.0500000000000001E-2</c:v>
                </c:pt>
                <c:pt idx="5208">
                  <c:v>4.0399999999999998E-2</c:v>
                </c:pt>
                <c:pt idx="5209">
                  <c:v>4.1599999999999998E-2</c:v>
                </c:pt>
                <c:pt idx="5210">
                  <c:v>4.1399999999999999E-2</c:v>
                </c:pt>
                <c:pt idx="5211">
                  <c:v>4.0800000000000003E-2</c:v>
                </c:pt>
                <c:pt idx="5212">
                  <c:v>4.0599999999999997E-2</c:v>
                </c:pt>
                <c:pt idx="5213">
                  <c:v>4.0599999999999997E-2</c:v>
                </c:pt>
                <c:pt idx="5214">
                  <c:v>4.1200000000000001E-2</c:v>
                </c:pt>
                <c:pt idx="5215">
                  <c:v>4.0800000000000003E-2</c:v>
                </c:pt>
                <c:pt idx="5216">
                  <c:v>4.0800000000000003E-2</c:v>
                </c:pt>
                <c:pt idx="5217">
                  <c:v>4.0599999999999997E-2</c:v>
                </c:pt>
                <c:pt idx="5218">
                  <c:v>4.0599999999999997E-2</c:v>
                </c:pt>
                <c:pt idx="5219">
                  <c:v>4.0399999999999998E-2</c:v>
                </c:pt>
                <c:pt idx="5220">
                  <c:v>4.02E-2</c:v>
                </c:pt>
                <c:pt idx="5221">
                  <c:v>3.9800000000000002E-2</c:v>
                </c:pt>
                <c:pt idx="5222">
                  <c:v>3.95E-2</c:v>
                </c:pt>
                <c:pt idx="5223">
                  <c:v>3.9199999999999999E-2</c:v>
                </c:pt>
                <c:pt idx="5224">
                  <c:v>3.95E-2</c:v>
                </c:pt>
                <c:pt idx="5225">
                  <c:v>3.9800000000000002E-2</c:v>
                </c:pt>
                <c:pt idx="5226">
                  <c:v>3.9899999999999998E-2</c:v>
                </c:pt>
                <c:pt idx="5227">
                  <c:v>0.04</c:v>
                </c:pt>
                <c:pt idx="5228">
                  <c:v>4.0099999999999997E-2</c:v>
                </c:pt>
                <c:pt idx="5229">
                  <c:v>4.0099999999999997E-2</c:v>
                </c:pt>
                <c:pt idx="5230">
                  <c:v>0.04</c:v>
                </c:pt>
                <c:pt idx="5231">
                  <c:v>3.9399999999999998E-2</c:v>
                </c:pt>
                <c:pt idx="5232">
                  <c:v>3.8800000000000001E-2</c:v>
                </c:pt>
                <c:pt idx="5233">
                  <c:v>3.9100000000000003E-2</c:v>
                </c:pt>
                <c:pt idx="5234">
                  <c:v>3.9699999999999999E-2</c:v>
                </c:pt>
                <c:pt idx="5235">
                  <c:v>3.9899999999999998E-2</c:v>
                </c:pt>
                <c:pt idx="5236">
                  <c:v>4.0399999999999998E-2</c:v>
                </c:pt>
                <c:pt idx="5237">
                  <c:v>4.1099999999999998E-2</c:v>
                </c:pt>
                <c:pt idx="5238">
                  <c:v>4.07E-2</c:v>
                </c:pt>
                <c:pt idx="5239">
                  <c:v>4.0099999999999997E-2</c:v>
                </c:pt>
                <c:pt idx="5240">
                  <c:v>3.9300000000000002E-2</c:v>
                </c:pt>
                <c:pt idx="5241">
                  <c:v>3.8399999999999997E-2</c:v>
                </c:pt>
                <c:pt idx="5242">
                  <c:v>3.8100000000000002E-2</c:v>
                </c:pt>
                <c:pt idx="5243">
                  <c:v>3.78E-2</c:v>
                </c:pt>
                <c:pt idx="5244">
                  <c:v>3.7699999999999997E-2</c:v>
                </c:pt>
                <c:pt idx="5245">
                  <c:v>3.7900000000000003E-2</c:v>
                </c:pt>
                <c:pt idx="5246">
                  <c:v>3.7900000000000003E-2</c:v>
                </c:pt>
                <c:pt idx="5247">
                  <c:v>3.7699999999999997E-2</c:v>
                </c:pt>
                <c:pt idx="5248">
                  <c:v>3.78E-2</c:v>
                </c:pt>
                <c:pt idx="5249">
                  <c:v>3.78E-2</c:v>
                </c:pt>
                <c:pt idx="5250">
                  <c:v>3.7100000000000001E-2</c:v>
                </c:pt>
                <c:pt idx="5251">
                  <c:v>3.7199999999999997E-2</c:v>
                </c:pt>
                <c:pt idx="5252">
                  <c:v>3.6999999999999998E-2</c:v>
                </c:pt>
                <c:pt idx="5253">
                  <c:v>3.6900000000000002E-2</c:v>
                </c:pt>
                <c:pt idx="5254">
                  <c:v>3.7199999999999997E-2</c:v>
                </c:pt>
                <c:pt idx="5255">
                  <c:v>3.7100000000000001E-2</c:v>
                </c:pt>
                <c:pt idx="5256">
                  <c:v>3.6900000000000002E-2</c:v>
                </c:pt>
                <c:pt idx="5257">
                  <c:v>3.6900000000000002E-2</c:v>
                </c:pt>
                <c:pt idx="5258">
                  <c:v>3.8300000000000001E-2</c:v>
                </c:pt>
                <c:pt idx="5259">
                  <c:v>3.8300000000000001E-2</c:v>
                </c:pt>
                <c:pt idx="5260">
                  <c:v>3.7999999999999999E-2</c:v>
                </c:pt>
                <c:pt idx="5261">
                  <c:v>3.7699999999999997E-2</c:v>
                </c:pt>
                <c:pt idx="5262">
                  <c:v>3.7900000000000003E-2</c:v>
                </c:pt>
                <c:pt idx="5263">
                  <c:v>3.7999999999999999E-2</c:v>
                </c:pt>
                <c:pt idx="5264">
                  <c:v>3.7999999999999999E-2</c:v>
                </c:pt>
                <c:pt idx="5265">
                  <c:v>3.8399999999999997E-2</c:v>
                </c:pt>
                <c:pt idx="5266">
                  <c:v>3.7900000000000003E-2</c:v>
                </c:pt>
                <c:pt idx="5267">
                  <c:v>3.7199999999999997E-2</c:v>
                </c:pt>
                <c:pt idx="5268">
                  <c:v>3.6999999999999998E-2</c:v>
                </c:pt>
                <c:pt idx="5269">
                  <c:v>3.6999999999999998E-2</c:v>
                </c:pt>
                <c:pt idx="5270">
                  <c:v>3.6600000000000001E-2</c:v>
                </c:pt>
                <c:pt idx="5271">
                  <c:v>3.6799999999999999E-2</c:v>
                </c:pt>
                <c:pt idx="5272">
                  <c:v>3.6799999999999999E-2</c:v>
                </c:pt>
                <c:pt idx="5273">
                  <c:v>3.7199999999999997E-2</c:v>
                </c:pt>
                <c:pt idx="5274">
                  <c:v>3.7999999999999999E-2</c:v>
                </c:pt>
                <c:pt idx="5275">
                  <c:v>3.78E-2</c:v>
                </c:pt>
                <c:pt idx="5276">
                  <c:v>3.7699999999999997E-2</c:v>
                </c:pt>
                <c:pt idx="5277">
                  <c:v>3.7600000000000001E-2</c:v>
                </c:pt>
                <c:pt idx="5278">
                  <c:v>3.7400000000000003E-2</c:v>
                </c:pt>
                <c:pt idx="5279">
                  <c:v>3.73E-2</c:v>
                </c:pt>
                <c:pt idx="5280">
                  <c:v>3.7199999999999997E-2</c:v>
                </c:pt>
                <c:pt idx="5281">
                  <c:v>3.7100000000000001E-2</c:v>
                </c:pt>
                <c:pt idx="5282">
                  <c:v>3.6799999999999999E-2</c:v>
                </c:pt>
                <c:pt idx="5283">
                  <c:v>3.6700000000000003E-2</c:v>
                </c:pt>
                <c:pt idx="5284">
                  <c:v>3.6600000000000001E-2</c:v>
                </c:pt>
                <c:pt idx="5285">
                  <c:v>3.6200000000000003E-2</c:v>
                </c:pt>
                <c:pt idx="5286">
                  <c:v>3.5999999999999997E-2</c:v>
                </c:pt>
                <c:pt idx="5287">
                  <c:v>3.5799999999999998E-2</c:v>
                </c:pt>
                <c:pt idx="5288">
                  <c:v>3.5499999999999997E-2</c:v>
                </c:pt>
                <c:pt idx="5289">
                  <c:v>3.56E-2</c:v>
                </c:pt>
                <c:pt idx="5290">
                  <c:v>3.5700000000000003E-2</c:v>
                </c:pt>
                <c:pt idx="5291">
                  <c:v>3.56E-2</c:v>
                </c:pt>
                <c:pt idx="5292">
                  <c:v>3.5499999999999997E-2</c:v>
                </c:pt>
                <c:pt idx="5293">
                  <c:v>3.5299999999999998E-2</c:v>
                </c:pt>
                <c:pt idx="5294">
                  <c:v>3.5099999999999999E-2</c:v>
                </c:pt>
                <c:pt idx="5295">
                  <c:v>3.5999999999999997E-2</c:v>
                </c:pt>
                <c:pt idx="5296">
                  <c:v>3.6200000000000003E-2</c:v>
                </c:pt>
                <c:pt idx="5297">
                  <c:v>3.5999999999999997E-2</c:v>
                </c:pt>
                <c:pt idx="5298">
                  <c:v>3.5999999999999997E-2</c:v>
                </c:pt>
                <c:pt idx="5299">
                  <c:v>3.5999999999999997E-2</c:v>
                </c:pt>
                <c:pt idx="5300">
                  <c:v>3.5900000000000001E-2</c:v>
                </c:pt>
                <c:pt idx="5301">
                  <c:v>3.5799999999999998E-2</c:v>
                </c:pt>
                <c:pt idx="5302">
                  <c:v>3.5400000000000001E-2</c:v>
                </c:pt>
                <c:pt idx="5303">
                  <c:v>3.5299999999999998E-2</c:v>
                </c:pt>
                <c:pt idx="5304">
                  <c:v>3.5499999999999997E-2</c:v>
                </c:pt>
                <c:pt idx="5305">
                  <c:v>3.5499999999999997E-2</c:v>
                </c:pt>
                <c:pt idx="5306">
                  <c:v>3.5400000000000001E-2</c:v>
                </c:pt>
                <c:pt idx="5307">
                  <c:v>3.56E-2</c:v>
                </c:pt>
                <c:pt idx="5308">
                  <c:v>3.56E-2</c:v>
                </c:pt>
                <c:pt idx="5309">
                  <c:v>3.5499999999999997E-2</c:v>
                </c:pt>
                <c:pt idx="5310">
                  <c:v>3.5799999999999998E-2</c:v>
                </c:pt>
                <c:pt idx="5311">
                  <c:v>3.5700000000000003E-2</c:v>
                </c:pt>
                <c:pt idx="5312">
                  <c:v>3.6200000000000003E-2</c:v>
                </c:pt>
                <c:pt idx="5313">
                  <c:v>3.5999999999999997E-2</c:v>
                </c:pt>
                <c:pt idx="5314">
                  <c:v>3.5799999999999998E-2</c:v>
                </c:pt>
                <c:pt idx="5315">
                  <c:v>3.56E-2</c:v>
                </c:pt>
                <c:pt idx="5316">
                  <c:v>3.5999999999999997E-2</c:v>
                </c:pt>
                <c:pt idx="5317">
                  <c:v>3.5900000000000001E-2</c:v>
                </c:pt>
                <c:pt idx="5318">
                  <c:v>3.5799999999999998E-2</c:v>
                </c:pt>
                <c:pt idx="5319">
                  <c:v>3.5999999999999997E-2</c:v>
                </c:pt>
                <c:pt idx="5320">
                  <c:v>3.5799999999999998E-2</c:v>
                </c:pt>
                <c:pt idx="5321">
                  <c:v>3.5700000000000003E-2</c:v>
                </c:pt>
                <c:pt idx="5322">
                  <c:v>3.5400000000000001E-2</c:v>
                </c:pt>
                <c:pt idx="5323">
                  <c:v>3.5200000000000002E-2</c:v>
                </c:pt>
                <c:pt idx="5324">
                  <c:v>3.5200000000000002E-2</c:v>
                </c:pt>
                <c:pt idx="5325">
                  <c:v>3.4599999999999999E-2</c:v>
                </c:pt>
                <c:pt idx="5326">
                  <c:v>3.4299999999999997E-2</c:v>
                </c:pt>
                <c:pt idx="5327">
                  <c:v>3.4099999999999998E-2</c:v>
                </c:pt>
                <c:pt idx="5328">
                  <c:v>3.4200000000000001E-2</c:v>
                </c:pt>
                <c:pt idx="5329">
                  <c:v>3.4099999999999998E-2</c:v>
                </c:pt>
                <c:pt idx="5330">
                  <c:v>3.3799999999999997E-2</c:v>
                </c:pt>
                <c:pt idx="5331">
                  <c:v>3.3799999999999997E-2</c:v>
                </c:pt>
                <c:pt idx="5332">
                  <c:v>3.3599999999999998E-2</c:v>
                </c:pt>
                <c:pt idx="5333">
                  <c:v>3.3500000000000002E-2</c:v>
                </c:pt>
                <c:pt idx="5334">
                  <c:v>3.32E-2</c:v>
                </c:pt>
                <c:pt idx="5335">
                  <c:v>3.3300000000000003E-2</c:v>
                </c:pt>
                <c:pt idx="5336">
                  <c:v>3.3500000000000002E-2</c:v>
                </c:pt>
                <c:pt idx="5337">
                  <c:v>3.3700000000000001E-2</c:v>
                </c:pt>
                <c:pt idx="5338">
                  <c:v>3.3799999999999997E-2</c:v>
                </c:pt>
                <c:pt idx="5339">
                  <c:v>3.4000000000000002E-2</c:v>
                </c:pt>
                <c:pt idx="5340">
                  <c:v>3.4000000000000002E-2</c:v>
                </c:pt>
                <c:pt idx="5341">
                  <c:v>3.4000000000000002E-2</c:v>
                </c:pt>
                <c:pt idx="5342">
                  <c:v>3.4099999999999998E-2</c:v>
                </c:pt>
                <c:pt idx="5343">
                  <c:v>3.4000000000000002E-2</c:v>
                </c:pt>
                <c:pt idx="5344">
                  <c:v>3.4200000000000001E-2</c:v>
                </c:pt>
                <c:pt idx="5345">
                  <c:v>3.4299999999999997E-2</c:v>
                </c:pt>
                <c:pt idx="5346">
                  <c:v>3.4599999999999999E-2</c:v>
                </c:pt>
                <c:pt idx="5347">
                  <c:v>3.4599999999999999E-2</c:v>
                </c:pt>
                <c:pt idx="5348">
                  <c:v>3.44E-2</c:v>
                </c:pt>
                <c:pt idx="5349">
                  <c:v>3.44E-2</c:v>
                </c:pt>
                <c:pt idx="5350">
                  <c:v>3.4500000000000003E-2</c:v>
                </c:pt>
                <c:pt idx="5351">
                  <c:v>3.44E-2</c:v>
                </c:pt>
                <c:pt idx="5352">
                  <c:v>3.4799999999999998E-2</c:v>
                </c:pt>
                <c:pt idx="5353">
                  <c:v>3.4799999999999998E-2</c:v>
                </c:pt>
                <c:pt idx="5354">
                  <c:v>3.4799999999999998E-2</c:v>
                </c:pt>
                <c:pt idx="5355">
                  <c:v>3.4799999999999998E-2</c:v>
                </c:pt>
                <c:pt idx="5356">
                  <c:v>3.4700000000000002E-2</c:v>
                </c:pt>
                <c:pt idx="5357">
                  <c:v>3.4799999999999998E-2</c:v>
                </c:pt>
                <c:pt idx="5358">
                  <c:v>3.5000000000000003E-2</c:v>
                </c:pt>
                <c:pt idx="5359">
                  <c:v>3.5700000000000003E-2</c:v>
                </c:pt>
                <c:pt idx="5360">
                  <c:v>3.61E-2</c:v>
                </c:pt>
                <c:pt idx="5361">
                  <c:v>3.5999999999999997E-2</c:v>
                </c:pt>
                <c:pt idx="5362">
                  <c:v>3.5900000000000001E-2</c:v>
                </c:pt>
                <c:pt idx="5363">
                  <c:v>3.5799999999999998E-2</c:v>
                </c:pt>
                <c:pt idx="5364">
                  <c:v>3.5799999999999998E-2</c:v>
                </c:pt>
                <c:pt idx="5365">
                  <c:v>3.5999999999999997E-2</c:v>
                </c:pt>
                <c:pt idx="5366">
                  <c:v>3.5999999999999997E-2</c:v>
                </c:pt>
                <c:pt idx="5367">
                  <c:v>3.5900000000000001E-2</c:v>
                </c:pt>
                <c:pt idx="5368">
                  <c:v>3.5700000000000003E-2</c:v>
                </c:pt>
                <c:pt idx="5369">
                  <c:v>3.56E-2</c:v>
                </c:pt>
                <c:pt idx="5370">
                  <c:v>3.5400000000000001E-2</c:v>
                </c:pt>
                <c:pt idx="5371">
                  <c:v>3.5200000000000002E-2</c:v>
                </c:pt>
                <c:pt idx="5372">
                  <c:v>3.5000000000000003E-2</c:v>
                </c:pt>
                <c:pt idx="5373">
                  <c:v>3.4599999999999999E-2</c:v>
                </c:pt>
                <c:pt idx="5374">
                  <c:v>3.4599999999999999E-2</c:v>
                </c:pt>
                <c:pt idx="5375">
                  <c:v>3.4799999999999998E-2</c:v>
                </c:pt>
                <c:pt idx="5376">
                  <c:v>3.4799999999999998E-2</c:v>
                </c:pt>
                <c:pt idx="5377">
                  <c:v>3.4799999999999998E-2</c:v>
                </c:pt>
                <c:pt idx="5378">
                  <c:v>3.4599999999999999E-2</c:v>
                </c:pt>
                <c:pt idx="5379">
                  <c:v>3.4700000000000002E-2</c:v>
                </c:pt>
                <c:pt idx="5380">
                  <c:v>3.4799999999999998E-2</c:v>
                </c:pt>
                <c:pt idx="5381">
                  <c:v>3.4799999999999998E-2</c:v>
                </c:pt>
                <c:pt idx="5382">
                  <c:v>3.5299999999999998E-2</c:v>
                </c:pt>
                <c:pt idx="5383">
                  <c:v>3.5400000000000001E-2</c:v>
                </c:pt>
                <c:pt idx="5384">
                  <c:v>3.5299999999999998E-2</c:v>
                </c:pt>
                <c:pt idx="5385">
                  <c:v>3.5200000000000002E-2</c:v>
                </c:pt>
                <c:pt idx="5386">
                  <c:v>3.5000000000000003E-2</c:v>
                </c:pt>
                <c:pt idx="5387">
                  <c:v>3.49E-2</c:v>
                </c:pt>
                <c:pt idx="5388">
                  <c:v>3.49E-2</c:v>
                </c:pt>
                <c:pt idx="5389">
                  <c:v>3.5000000000000003E-2</c:v>
                </c:pt>
                <c:pt idx="5390">
                  <c:v>3.4599999999999999E-2</c:v>
                </c:pt>
                <c:pt idx="5391">
                  <c:v>3.4500000000000003E-2</c:v>
                </c:pt>
                <c:pt idx="5392">
                  <c:v>3.44E-2</c:v>
                </c:pt>
                <c:pt idx="5393">
                  <c:v>3.4200000000000001E-2</c:v>
                </c:pt>
                <c:pt idx="5394">
                  <c:v>3.4200000000000001E-2</c:v>
                </c:pt>
                <c:pt idx="5395">
                  <c:v>3.39E-2</c:v>
                </c:pt>
                <c:pt idx="5396">
                  <c:v>3.39E-2</c:v>
                </c:pt>
                <c:pt idx="5397">
                  <c:v>3.4000000000000002E-2</c:v>
                </c:pt>
                <c:pt idx="5398">
                  <c:v>3.39E-2</c:v>
                </c:pt>
                <c:pt idx="5399">
                  <c:v>3.3700000000000001E-2</c:v>
                </c:pt>
                <c:pt idx="5400">
                  <c:v>3.3500000000000002E-2</c:v>
                </c:pt>
                <c:pt idx="5401">
                  <c:v>3.3099999999999997E-2</c:v>
                </c:pt>
                <c:pt idx="5402">
                  <c:v>3.2800000000000003E-2</c:v>
                </c:pt>
                <c:pt idx="5403">
                  <c:v>3.27E-2</c:v>
                </c:pt>
                <c:pt idx="5404">
                  <c:v>3.3599999999999998E-2</c:v>
                </c:pt>
                <c:pt idx="5405">
                  <c:v>3.3599999999999998E-2</c:v>
                </c:pt>
                <c:pt idx="5406">
                  <c:v>3.3500000000000002E-2</c:v>
                </c:pt>
                <c:pt idx="5407">
                  <c:v>3.3500000000000002E-2</c:v>
                </c:pt>
                <c:pt idx="5408">
                  <c:v>3.3799999999999997E-2</c:v>
                </c:pt>
                <c:pt idx="5409">
                  <c:v>3.4000000000000002E-2</c:v>
                </c:pt>
                <c:pt idx="5410">
                  <c:v>3.4799999999999998E-2</c:v>
                </c:pt>
                <c:pt idx="5411">
                  <c:v>3.5000000000000003E-2</c:v>
                </c:pt>
                <c:pt idx="5412">
                  <c:v>3.5099999999999999E-2</c:v>
                </c:pt>
                <c:pt idx="5413">
                  <c:v>3.5700000000000003E-2</c:v>
                </c:pt>
                <c:pt idx="5414">
                  <c:v>3.5799999999999998E-2</c:v>
                </c:pt>
                <c:pt idx="5415">
                  <c:v>3.61E-2</c:v>
                </c:pt>
                <c:pt idx="5416">
                  <c:v>3.73E-2</c:v>
                </c:pt>
                <c:pt idx="5417">
                  <c:v>3.73E-2</c:v>
                </c:pt>
                <c:pt idx="5418">
                  <c:v>3.7600000000000001E-2</c:v>
                </c:pt>
                <c:pt idx="5419">
                  <c:v>3.7600000000000001E-2</c:v>
                </c:pt>
                <c:pt idx="5420">
                  <c:v>3.8800000000000001E-2</c:v>
                </c:pt>
                <c:pt idx="5421">
                  <c:v>3.85E-2</c:v>
                </c:pt>
                <c:pt idx="5422">
                  <c:v>3.8199999999999998E-2</c:v>
                </c:pt>
                <c:pt idx="5423">
                  <c:v>3.7900000000000003E-2</c:v>
                </c:pt>
                <c:pt idx="5424">
                  <c:v>3.78E-2</c:v>
                </c:pt>
                <c:pt idx="5425">
                  <c:v>3.7499999999999999E-2</c:v>
                </c:pt>
                <c:pt idx="5426">
                  <c:v>3.7600000000000001E-2</c:v>
                </c:pt>
                <c:pt idx="5427">
                  <c:v>3.78E-2</c:v>
                </c:pt>
                <c:pt idx="5428">
                  <c:v>3.78E-2</c:v>
                </c:pt>
                <c:pt idx="5429">
                  <c:v>3.8199999999999998E-2</c:v>
                </c:pt>
                <c:pt idx="5430">
                  <c:v>3.7900000000000003E-2</c:v>
                </c:pt>
                <c:pt idx="5431">
                  <c:v>3.7699999999999997E-2</c:v>
                </c:pt>
                <c:pt idx="5432">
                  <c:v>3.7600000000000001E-2</c:v>
                </c:pt>
                <c:pt idx="5433">
                  <c:v>3.7400000000000003E-2</c:v>
                </c:pt>
                <c:pt idx="5434">
                  <c:v>3.7600000000000001E-2</c:v>
                </c:pt>
                <c:pt idx="5435">
                  <c:v>3.8199999999999998E-2</c:v>
                </c:pt>
                <c:pt idx="5436">
                  <c:v>3.8100000000000002E-2</c:v>
                </c:pt>
                <c:pt idx="5437">
                  <c:v>3.8199999999999998E-2</c:v>
                </c:pt>
                <c:pt idx="5438">
                  <c:v>3.7999999999999999E-2</c:v>
                </c:pt>
                <c:pt idx="5439">
                  <c:v>3.7600000000000001E-2</c:v>
                </c:pt>
                <c:pt idx="5440">
                  <c:v>3.7600000000000001E-2</c:v>
                </c:pt>
                <c:pt idx="5441">
                  <c:v>3.7499999999999999E-2</c:v>
                </c:pt>
                <c:pt idx="5442">
                  <c:v>3.7499999999999999E-2</c:v>
                </c:pt>
                <c:pt idx="5443">
                  <c:v>3.78E-2</c:v>
                </c:pt>
                <c:pt idx="5444">
                  <c:v>3.78E-2</c:v>
                </c:pt>
                <c:pt idx="5445">
                  <c:v>3.7699999999999997E-2</c:v>
                </c:pt>
                <c:pt idx="5446">
                  <c:v>3.7699999999999997E-2</c:v>
                </c:pt>
                <c:pt idx="5447">
                  <c:v>3.78E-2</c:v>
                </c:pt>
                <c:pt idx="5448">
                  <c:v>3.8300000000000001E-2</c:v>
                </c:pt>
                <c:pt idx="5449">
                  <c:v>3.8199999999999998E-2</c:v>
                </c:pt>
                <c:pt idx="5450">
                  <c:v>3.8300000000000001E-2</c:v>
                </c:pt>
                <c:pt idx="5451">
                  <c:v>3.8600000000000002E-2</c:v>
                </c:pt>
                <c:pt idx="5452">
                  <c:v>3.8600000000000002E-2</c:v>
                </c:pt>
                <c:pt idx="5453">
                  <c:v>4.1200000000000001E-2</c:v>
                </c:pt>
                <c:pt idx="5454">
                  <c:v>4.1399999999999999E-2</c:v>
                </c:pt>
                <c:pt idx="5455">
                  <c:v>4.1599999999999998E-2</c:v>
                </c:pt>
                <c:pt idx="5456">
                  <c:v>4.07E-2</c:v>
                </c:pt>
                <c:pt idx="5457">
                  <c:v>4.0800000000000003E-2</c:v>
                </c:pt>
                <c:pt idx="5458">
                  <c:v>4.0300000000000002E-2</c:v>
                </c:pt>
                <c:pt idx="5459">
                  <c:v>4.0300000000000002E-2</c:v>
                </c:pt>
                <c:pt idx="5460">
                  <c:v>3.9199999999999999E-2</c:v>
                </c:pt>
                <c:pt idx="5461">
                  <c:v>3.8699999999999998E-2</c:v>
                </c:pt>
                <c:pt idx="5462">
                  <c:v>3.8899999999999997E-2</c:v>
                </c:pt>
                <c:pt idx="5463">
                  <c:v>3.8899999999999997E-2</c:v>
                </c:pt>
                <c:pt idx="5464">
                  <c:v>3.8899999999999997E-2</c:v>
                </c:pt>
                <c:pt idx="5465">
                  <c:v>3.8800000000000001E-2</c:v>
                </c:pt>
                <c:pt idx="5466">
                  <c:v>3.8699999999999998E-2</c:v>
                </c:pt>
                <c:pt idx="5467">
                  <c:v>3.8800000000000001E-2</c:v>
                </c:pt>
                <c:pt idx="5468">
                  <c:v>3.9E-2</c:v>
                </c:pt>
                <c:pt idx="5469">
                  <c:v>3.9399999999999998E-2</c:v>
                </c:pt>
                <c:pt idx="5470">
                  <c:v>3.8800000000000001E-2</c:v>
                </c:pt>
                <c:pt idx="5471">
                  <c:v>3.85E-2</c:v>
                </c:pt>
                <c:pt idx="5472">
                  <c:v>3.8199999999999998E-2</c:v>
                </c:pt>
                <c:pt idx="5473">
                  <c:v>3.8199999999999998E-2</c:v>
                </c:pt>
                <c:pt idx="5474">
                  <c:v>3.8100000000000002E-2</c:v>
                </c:pt>
                <c:pt idx="5475">
                  <c:v>3.8100000000000002E-2</c:v>
                </c:pt>
                <c:pt idx="5476">
                  <c:v>3.7999999999999999E-2</c:v>
                </c:pt>
                <c:pt idx="5477">
                  <c:v>3.78E-2</c:v>
                </c:pt>
                <c:pt idx="5478">
                  <c:v>3.78E-2</c:v>
                </c:pt>
                <c:pt idx="5479">
                  <c:v>3.7600000000000001E-2</c:v>
                </c:pt>
                <c:pt idx="5480">
                  <c:v>3.6900000000000002E-2</c:v>
                </c:pt>
                <c:pt idx="5481">
                  <c:v>3.6700000000000003E-2</c:v>
                </c:pt>
                <c:pt idx="5482">
                  <c:v>3.6600000000000001E-2</c:v>
                </c:pt>
                <c:pt idx="5483">
                  <c:v>3.6400000000000002E-2</c:v>
                </c:pt>
                <c:pt idx="5484">
                  <c:v>3.6700000000000003E-2</c:v>
                </c:pt>
                <c:pt idx="5485">
                  <c:v>3.6600000000000001E-2</c:v>
                </c:pt>
                <c:pt idx="5486">
                  <c:v>3.6700000000000003E-2</c:v>
                </c:pt>
                <c:pt idx="5487">
                  <c:v>3.6700000000000003E-2</c:v>
                </c:pt>
                <c:pt idx="5488">
                  <c:v>3.6900000000000002E-2</c:v>
                </c:pt>
                <c:pt idx="5489">
                  <c:v>3.6900000000000002E-2</c:v>
                </c:pt>
                <c:pt idx="5490">
                  <c:v>3.7499999999999999E-2</c:v>
                </c:pt>
                <c:pt idx="5491">
                  <c:v>3.7699999999999997E-2</c:v>
                </c:pt>
                <c:pt idx="5492">
                  <c:v>3.7699999999999997E-2</c:v>
                </c:pt>
                <c:pt idx="5493">
                  <c:v>3.8699999999999998E-2</c:v>
                </c:pt>
                <c:pt idx="5494">
                  <c:v>4.0099999999999997E-2</c:v>
                </c:pt>
                <c:pt idx="5495">
                  <c:v>4.0500000000000001E-2</c:v>
                </c:pt>
                <c:pt idx="5496">
                  <c:v>3.9899999999999998E-2</c:v>
                </c:pt>
                <c:pt idx="5497">
                  <c:v>4.0099999999999997E-2</c:v>
                </c:pt>
                <c:pt idx="5498">
                  <c:v>4.1300000000000003E-2</c:v>
                </c:pt>
                <c:pt idx="5499">
                  <c:v>4.1700000000000001E-2</c:v>
                </c:pt>
                <c:pt idx="5500">
                  <c:v>4.1099999999999998E-2</c:v>
                </c:pt>
                <c:pt idx="5501">
                  <c:v>4.0300000000000002E-2</c:v>
                </c:pt>
                <c:pt idx="5502">
                  <c:v>4.0300000000000002E-2</c:v>
                </c:pt>
                <c:pt idx="5503">
                  <c:v>4.2200000000000001E-2</c:v>
                </c:pt>
                <c:pt idx="5504">
                  <c:v>4.3999999999999997E-2</c:v>
                </c:pt>
                <c:pt idx="5505">
                  <c:v>4.3400000000000001E-2</c:v>
                </c:pt>
                <c:pt idx="5506">
                  <c:v>4.2799999999999998E-2</c:v>
                </c:pt>
                <c:pt idx="5507">
                  <c:v>4.2500000000000003E-2</c:v>
                </c:pt>
                <c:pt idx="5508">
                  <c:v>4.3299999999999998E-2</c:v>
                </c:pt>
                <c:pt idx="5509">
                  <c:v>4.4600000000000001E-2</c:v>
                </c:pt>
                <c:pt idx="5510">
                  <c:v>4.3799999999999999E-2</c:v>
                </c:pt>
                <c:pt idx="5511">
                  <c:v>4.3700000000000003E-2</c:v>
                </c:pt>
                <c:pt idx="5512">
                  <c:v>4.3999999999999997E-2</c:v>
                </c:pt>
                <c:pt idx="5513">
                  <c:v>4.4600000000000001E-2</c:v>
                </c:pt>
                <c:pt idx="5514">
                  <c:v>4.4600000000000001E-2</c:v>
                </c:pt>
                <c:pt idx="5515">
                  <c:v>4.5199999999999997E-2</c:v>
                </c:pt>
                <c:pt idx="5516">
                  <c:v>4.4999999999999998E-2</c:v>
                </c:pt>
                <c:pt idx="5517">
                  <c:v>4.8099999999999997E-2</c:v>
                </c:pt>
                <c:pt idx="5518">
                  <c:v>4.65E-2</c:v>
                </c:pt>
                <c:pt idx="5519">
                  <c:v>4.8599999999999997E-2</c:v>
                </c:pt>
                <c:pt idx="5520">
                  <c:v>0.05</c:v>
                </c:pt>
                <c:pt idx="5521">
                  <c:v>4.9399999999999999E-2</c:v>
                </c:pt>
                <c:pt idx="5522">
                  <c:v>4.9299999999999997E-2</c:v>
                </c:pt>
                <c:pt idx="5523">
                  <c:v>5.1700000000000003E-2</c:v>
                </c:pt>
                <c:pt idx="5524">
                  <c:v>5.3600000000000002E-2</c:v>
                </c:pt>
                <c:pt idx="5525">
                  <c:v>5.3699999999999998E-2</c:v>
                </c:pt>
                <c:pt idx="5526">
                  <c:v>5.21E-2</c:v>
                </c:pt>
                <c:pt idx="5527">
                  <c:v>5.0999999999999997E-2</c:v>
                </c:pt>
                <c:pt idx="5528">
                  <c:v>5.0900000000000001E-2</c:v>
                </c:pt>
                <c:pt idx="5529">
                  <c:v>5.1400000000000001E-2</c:v>
                </c:pt>
                <c:pt idx="5530">
                  <c:v>5.2600000000000001E-2</c:v>
                </c:pt>
                <c:pt idx="5531">
                  <c:v>5.1200000000000002E-2</c:v>
                </c:pt>
                <c:pt idx="5532">
                  <c:v>4.99E-2</c:v>
                </c:pt>
                <c:pt idx="5533">
                  <c:v>4.9599999999999998E-2</c:v>
                </c:pt>
                <c:pt idx="5534">
                  <c:v>4.8099999999999997E-2</c:v>
                </c:pt>
                <c:pt idx="5535">
                  <c:v>4.7300000000000002E-2</c:v>
                </c:pt>
                <c:pt idx="5536">
                  <c:v>4.7199999999999999E-2</c:v>
                </c:pt>
                <c:pt idx="5537">
                  <c:v>4.6899999999999997E-2</c:v>
                </c:pt>
                <c:pt idx="5538">
                  <c:v>4.6600000000000003E-2</c:v>
                </c:pt>
                <c:pt idx="5539">
                  <c:v>4.6300000000000001E-2</c:v>
                </c:pt>
                <c:pt idx="5540">
                  <c:v>4.4600000000000001E-2</c:v>
                </c:pt>
                <c:pt idx="5541">
                  <c:v>4.41E-2</c:v>
                </c:pt>
                <c:pt idx="5542">
                  <c:v>4.4999999999999998E-2</c:v>
                </c:pt>
                <c:pt idx="5543">
                  <c:v>4.4600000000000001E-2</c:v>
                </c:pt>
                <c:pt idx="5544">
                  <c:v>4.4900000000000002E-2</c:v>
                </c:pt>
                <c:pt idx="5545">
                  <c:v>4.4200000000000003E-2</c:v>
                </c:pt>
                <c:pt idx="5546">
                  <c:v>4.4999999999999998E-2</c:v>
                </c:pt>
                <c:pt idx="5547">
                  <c:v>4.4900000000000002E-2</c:v>
                </c:pt>
                <c:pt idx="5548">
                  <c:v>4.4999999999999998E-2</c:v>
                </c:pt>
                <c:pt idx="5549">
                  <c:v>4.4600000000000001E-2</c:v>
                </c:pt>
                <c:pt idx="5550">
                  <c:v>4.5999999999999999E-2</c:v>
                </c:pt>
                <c:pt idx="5551">
                  <c:v>4.6899999999999997E-2</c:v>
                </c:pt>
                <c:pt idx="5552">
                  <c:v>4.7E-2</c:v>
                </c:pt>
                <c:pt idx="5553">
                  <c:v>4.7E-2</c:v>
                </c:pt>
                <c:pt idx="5554">
                  <c:v>4.65E-2</c:v>
                </c:pt>
                <c:pt idx="5555">
                  <c:v>4.6800000000000001E-2</c:v>
                </c:pt>
                <c:pt idx="5556">
                  <c:v>4.7100000000000003E-2</c:v>
                </c:pt>
                <c:pt idx="5557">
                  <c:v>4.5999999999999999E-2</c:v>
                </c:pt>
                <c:pt idx="5558">
                  <c:v>4.58E-2</c:v>
                </c:pt>
                <c:pt idx="5559">
                  <c:v>4.8000000000000001E-2</c:v>
                </c:pt>
                <c:pt idx="5560">
                  <c:v>4.8899999999999999E-2</c:v>
                </c:pt>
                <c:pt idx="5561">
                  <c:v>5.0599999999999999E-2</c:v>
                </c:pt>
                <c:pt idx="5562">
                  <c:v>5.0200000000000002E-2</c:v>
                </c:pt>
                <c:pt idx="5563">
                  <c:v>5.0799999999999998E-2</c:v>
                </c:pt>
                <c:pt idx="5564">
                  <c:v>5.11E-2</c:v>
                </c:pt>
                <c:pt idx="5565">
                  <c:v>5.1799999999999999E-2</c:v>
                </c:pt>
                <c:pt idx="5566">
                  <c:v>5.2400000000000002E-2</c:v>
                </c:pt>
                <c:pt idx="5567">
                  <c:v>5.2699999999999997E-2</c:v>
                </c:pt>
                <c:pt idx="5568">
                  <c:v>5.3999999999999999E-2</c:v>
                </c:pt>
                <c:pt idx="5569">
                  <c:v>5.7299999999999997E-2</c:v>
                </c:pt>
                <c:pt idx="5570">
                  <c:v>5.7099999999999998E-2</c:v>
                </c:pt>
                <c:pt idx="5571">
                  <c:v>5.5399999999999998E-2</c:v>
                </c:pt>
                <c:pt idx="5572">
                  <c:v>5.6800000000000003E-2</c:v>
                </c:pt>
                <c:pt idx="5573">
                  <c:v>5.5800000000000002E-2</c:v>
                </c:pt>
                <c:pt idx="5574">
                  <c:v>5.5599999999999997E-2</c:v>
                </c:pt>
                <c:pt idx="5575">
                  <c:v>5.3499999999999999E-2</c:v>
                </c:pt>
                <c:pt idx="5576">
                  <c:v>5.3699999999999998E-2</c:v>
                </c:pt>
                <c:pt idx="5577">
                  <c:v>5.5800000000000002E-2</c:v>
                </c:pt>
                <c:pt idx="5578">
                  <c:v>5.5800000000000002E-2</c:v>
                </c:pt>
                <c:pt idx="5579">
                  <c:v>5.4600000000000003E-2</c:v>
                </c:pt>
                <c:pt idx="5580">
                  <c:v>5.5399999999999998E-2</c:v>
                </c:pt>
                <c:pt idx="5581">
                  <c:v>5.5800000000000002E-2</c:v>
                </c:pt>
                <c:pt idx="5582">
                  <c:v>5.4800000000000001E-2</c:v>
                </c:pt>
                <c:pt idx="5583">
                  <c:v>5.3999999999999999E-2</c:v>
                </c:pt>
                <c:pt idx="5584">
                  <c:v>5.3999999999999999E-2</c:v>
                </c:pt>
                <c:pt idx="5585">
                  <c:v>5.1999999999999998E-2</c:v>
                </c:pt>
                <c:pt idx="5586">
                  <c:v>5.3900000000000003E-2</c:v>
                </c:pt>
                <c:pt idx="5587">
                  <c:v>5.3400000000000003E-2</c:v>
                </c:pt>
                <c:pt idx="5588">
                  <c:v>5.3100000000000001E-2</c:v>
                </c:pt>
                <c:pt idx="5589">
                  <c:v>5.2699999999999997E-2</c:v>
                </c:pt>
                <c:pt idx="5590">
                  <c:v>5.3199999999999997E-2</c:v>
                </c:pt>
                <c:pt idx="5591">
                  <c:v>5.2900000000000003E-2</c:v>
                </c:pt>
                <c:pt idx="5592">
                  <c:v>5.3400000000000003E-2</c:v>
                </c:pt>
                <c:pt idx="5593">
                  <c:v>5.4699999999999999E-2</c:v>
                </c:pt>
                <c:pt idx="5594">
                  <c:v>5.7700000000000001E-2</c:v>
                </c:pt>
                <c:pt idx="5595">
                  <c:v>5.9400000000000001E-2</c:v>
                </c:pt>
                <c:pt idx="5596">
                  <c:v>0.06</c:v>
                </c:pt>
                <c:pt idx="5597">
                  <c:v>6.13E-2</c:v>
                </c:pt>
                <c:pt idx="5598">
                  <c:v>6.2399999999999997E-2</c:v>
                </c:pt>
                <c:pt idx="5599">
                  <c:v>6.2399999999999997E-2</c:v>
                </c:pt>
                <c:pt idx="5600">
                  <c:v>6.1499999999999999E-2</c:v>
                </c:pt>
                <c:pt idx="5601">
                  <c:v>6.3200000000000006E-2</c:v>
                </c:pt>
                <c:pt idx="5602">
                  <c:v>6.6100000000000006E-2</c:v>
                </c:pt>
                <c:pt idx="5603">
                  <c:v>6.6600000000000006E-2</c:v>
                </c:pt>
                <c:pt idx="5604">
                  <c:v>6.59E-2</c:v>
                </c:pt>
                <c:pt idx="5605">
                  <c:v>6.54E-2</c:v>
                </c:pt>
                <c:pt idx="5606">
                  <c:v>6.8199999999999997E-2</c:v>
                </c:pt>
                <c:pt idx="5607">
                  <c:v>7.2400000000000006E-2</c:v>
                </c:pt>
                <c:pt idx="5608">
                  <c:v>7.4300000000000005E-2</c:v>
                </c:pt>
                <c:pt idx="5609">
                  <c:v>7.4300000000000005E-2</c:v>
                </c:pt>
                <c:pt idx="5610">
                  <c:v>7.51E-2</c:v>
                </c:pt>
                <c:pt idx="5611">
                  <c:v>7.6200000000000004E-2</c:v>
                </c:pt>
                <c:pt idx="5612">
                  <c:v>7.4399999999999994E-2</c:v>
                </c:pt>
                <c:pt idx="5613">
                  <c:v>7.3099999999999998E-2</c:v>
                </c:pt>
                <c:pt idx="5614">
                  <c:v>7.3800000000000004E-2</c:v>
                </c:pt>
                <c:pt idx="5615">
                  <c:v>7.4499999999999997E-2</c:v>
                </c:pt>
                <c:pt idx="5616">
                  <c:v>7.3800000000000004E-2</c:v>
                </c:pt>
                <c:pt idx="5617">
                  <c:v>7.3599999999999999E-2</c:v>
                </c:pt>
                <c:pt idx="5618">
                  <c:v>7.4499999999999997E-2</c:v>
                </c:pt>
                <c:pt idx="5619">
                  <c:v>7.3099999999999998E-2</c:v>
                </c:pt>
                <c:pt idx="5620">
                  <c:v>7.0900000000000005E-2</c:v>
                </c:pt>
                <c:pt idx="5621">
                  <c:v>6.8000000000000005E-2</c:v>
                </c:pt>
                <c:pt idx="5622">
                  <c:v>6.7500000000000004E-2</c:v>
                </c:pt>
                <c:pt idx="5623">
                  <c:v>6.8199999999999997E-2</c:v>
                </c:pt>
                <c:pt idx="5624">
                  <c:v>6.6400000000000001E-2</c:v>
                </c:pt>
                <c:pt idx="5625">
                  <c:v>6.7699999999999996E-2</c:v>
                </c:pt>
                <c:pt idx="5626">
                  <c:v>6.7500000000000004E-2</c:v>
                </c:pt>
                <c:pt idx="5627">
                  <c:v>6.8000000000000005E-2</c:v>
                </c:pt>
                <c:pt idx="5628">
                  <c:v>6.6199999999999995E-2</c:v>
                </c:pt>
                <c:pt idx="5629">
                  <c:v>6.5500000000000003E-2</c:v>
                </c:pt>
                <c:pt idx="5630">
                  <c:v>6.54E-2</c:v>
                </c:pt>
                <c:pt idx="5631">
                  <c:v>6.3899999999999998E-2</c:v>
                </c:pt>
                <c:pt idx="5632">
                  <c:v>6.3500000000000001E-2</c:v>
                </c:pt>
                <c:pt idx="5633">
                  <c:v>6.2100000000000002E-2</c:v>
                </c:pt>
                <c:pt idx="5634">
                  <c:v>6.1800000000000001E-2</c:v>
                </c:pt>
                <c:pt idx="5635">
                  <c:v>6.1100000000000002E-2</c:v>
                </c:pt>
                <c:pt idx="5636">
                  <c:v>6.1600000000000002E-2</c:v>
                </c:pt>
                <c:pt idx="5637">
                  <c:v>0.06</c:v>
                </c:pt>
                <c:pt idx="5638">
                  <c:v>5.91E-2</c:v>
                </c:pt>
                <c:pt idx="5639">
                  <c:v>5.9400000000000001E-2</c:v>
                </c:pt>
                <c:pt idx="5640">
                  <c:v>5.8900000000000001E-2</c:v>
                </c:pt>
                <c:pt idx="5641">
                  <c:v>5.91E-2</c:v>
                </c:pt>
                <c:pt idx="5642">
                  <c:v>5.9700000000000003E-2</c:v>
                </c:pt>
                <c:pt idx="5643">
                  <c:v>5.9400000000000001E-2</c:v>
                </c:pt>
                <c:pt idx="5644">
                  <c:v>6.0999999999999999E-2</c:v>
                </c:pt>
                <c:pt idx="5645">
                  <c:v>6.1800000000000001E-2</c:v>
                </c:pt>
                <c:pt idx="5646">
                  <c:v>6.1199999999999997E-2</c:v>
                </c:pt>
                <c:pt idx="5647">
                  <c:v>6.13E-2</c:v>
                </c:pt>
                <c:pt idx="5648">
                  <c:v>6.0499999999999998E-2</c:v>
                </c:pt>
                <c:pt idx="5649">
                  <c:v>0.06</c:v>
                </c:pt>
                <c:pt idx="5650">
                  <c:v>6.0999999999999999E-2</c:v>
                </c:pt>
                <c:pt idx="5651">
                  <c:v>6.2399999999999997E-2</c:v>
                </c:pt>
                <c:pt idx="5652">
                  <c:v>6.4699999999999994E-2</c:v>
                </c:pt>
                <c:pt idx="5653">
                  <c:v>6.5000000000000002E-2</c:v>
                </c:pt>
                <c:pt idx="5654">
                  <c:v>6.5000000000000002E-2</c:v>
                </c:pt>
                <c:pt idx="5655">
                  <c:v>6.5600000000000006E-2</c:v>
                </c:pt>
                <c:pt idx="5656">
                  <c:v>6.54E-2</c:v>
                </c:pt>
                <c:pt idx="5657">
                  <c:v>6.2799999999999995E-2</c:v>
                </c:pt>
                <c:pt idx="5658">
                  <c:v>6.1699999999999998E-2</c:v>
                </c:pt>
                <c:pt idx="5659">
                  <c:v>6.0699999999999997E-2</c:v>
                </c:pt>
                <c:pt idx="5660">
                  <c:v>6.0499999999999998E-2</c:v>
                </c:pt>
                <c:pt idx="5661">
                  <c:v>6.1899999999999997E-2</c:v>
                </c:pt>
                <c:pt idx="5662">
                  <c:v>6.1499999999999999E-2</c:v>
                </c:pt>
                <c:pt idx="5663">
                  <c:v>6.2700000000000006E-2</c:v>
                </c:pt>
                <c:pt idx="5664">
                  <c:v>6.2300000000000001E-2</c:v>
                </c:pt>
                <c:pt idx="5665">
                  <c:v>6.2600000000000003E-2</c:v>
                </c:pt>
                <c:pt idx="5666">
                  <c:v>6.3399999999999998E-2</c:v>
                </c:pt>
                <c:pt idx="5667">
                  <c:v>6.3399999999999998E-2</c:v>
                </c:pt>
                <c:pt idx="5668">
                  <c:v>6.4399999999999999E-2</c:v>
                </c:pt>
                <c:pt idx="5669">
                  <c:v>6.6400000000000001E-2</c:v>
                </c:pt>
                <c:pt idx="5670">
                  <c:v>6.6100000000000006E-2</c:v>
                </c:pt>
                <c:pt idx="5671">
                  <c:v>6.93E-2</c:v>
                </c:pt>
                <c:pt idx="5672">
                  <c:v>7.1199999999999999E-2</c:v>
                </c:pt>
                <c:pt idx="5673">
                  <c:v>7.1400000000000005E-2</c:v>
                </c:pt>
                <c:pt idx="5674">
                  <c:v>7.2999999999999995E-2</c:v>
                </c:pt>
                <c:pt idx="5675">
                  <c:v>7.0199999999999999E-2</c:v>
                </c:pt>
                <c:pt idx="5676">
                  <c:v>6.88E-2</c:v>
                </c:pt>
                <c:pt idx="5677">
                  <c:v>6.8099999999999994E-2</c:v>
                </c:pt>
                <c:pt idx="5678">
                  <c:v>6.8699999999999997E-2</c:v>
                </c:pt>
                <c:pt idx="5679">
                  <c:v>6.8699999999999997E-2</c:v>
                </c:pt>
                <c:pt idx="5680">
                  <c:v>7.1300000000000002E-2</c:v>
                </c:pt>
                <c:pt idx="5681">
                  <c:v>7.1900000000000006E-2</c:v>
                </c:pt>
                <c:pt idx="5682">
                  <c:v>7.2599999999999998E-2</c:v>
                </c:pt>
                <c:pt idx="5683">
                  <c:v>7.1999999999999995E-2</c:v>
                </c:pt>
                <c:pt idx="5684">
                  <c:v>7.1400000000000005E-2</c:v>
                </c:pt>
                <c:pt idx="5685">
                  <c:v>7.0000000000000007E-2</c:v>
                </c:pt>
                <c:pt idx="5686">
                  <c:v>6.9000000000000006E-2</c:v>
                </c:pt>
                <c:pt idx="5687">
                  <c:v>6.9400000000000003E-2</c:v>
                </c:pt>
                <c:pt idx="5688">
                  <c:v>7.0000000000000007E-2</c:v>
                </c:pt>
                <c:pt idx="5689">
                  <c:v>7.0099999999999996E-2</c:v>
                </c:pt>
                <c:pt idx="5690">
                  <c:v>6.9800000000000001E-2</c:v>
                </c:pt>
                <c:pt idx="5691">
                  <c:v>6.9400000000000003E-2</c:v>
                </c:pt>
                <c:pt idx="5692">
                  <c:v>6.9599999999999995E-2</c:v>
                </c:pt>
                <c:pt idx="5693">
                  <c:v>6.83E-2</c:v>
                </c:pt>
                <c:pt idx="5694">
                  <c:v>6.6699999999999995E-2</c:v>
                </c:pt>
                <c:pt idx="5695">
                  <c:v>6.59E-2</c:v>
                </c:pt>
                <c:pt idx="5696">
                  <c:v>6.6000000000000003E-2</c:v>
                </c:pt>
                <c:pt idx="5697">
                  <c:v>6.6600000000000006E-2</c:v>
                </c:pt>
                <c:pt idx="5698">
                  <c:v>6.5299999999999997E-2</c:v>
                </c:pt>
                <c:pt idx="5699">
                  <c:v>6.3500000000000001E-2</c:v>
                </c:pt>
                <c:pt idx="5700">
                  <c:v>6.2600000000000003E-2</c:v>
                </c:pt>
                <c:pt idx="5701">
                  <c:v>6.3399999999999998E-2</c:v>
                </c:pt>
                <c:pt idx="5702">
                  <c:v>6.3E-2</c:v>
                </c:pt>
                <c:pt idx="5703">
                  <c:v>6.3E-2</c:v>
                </c:pt>
                <c:pt idx="5704">
                  <c:v>5.8700000000000002E-2</c:v>
                </c:pt>
                <c:pt idx="5705">
                  <c:v>5.8900000000000001E-2</c:v>
                </c:pt>
                <c:pt idx="5706">
                  <c:v>5.9700000000000003E-2</c:v>
                </c:pt>
                <c:pt idx="5707">
                  <c:v>6.0299999999999999E-2</c:v>
                </c:pt>
                <c:pt idx="5708">
                  <c:v>5.9499999999999997E-2</c:v>
                </c:pt>
                <c:pt idx="5709">
                  <c:v>5.9200000000000003E-2</c:v>
                </c:pt>
                <c:pt idx="5710">
                  <c:v>5.8400000000000001E-2</c:v>
                </c:pt>
                <c:pt idx="5711">
                  <c:v>5.7200000000000001E-2</c:v>
                </c:pt>
                <c:pt idx="5712">
                  <c:v>5.7200000000000001E-2</c:v>
                </c:pt>
                <c:pt idx="5713">
                  <c:v>5.5300000000000002E-2</c:v>
                </c:pt>
                <c:pt idx="5714">
                  <c:v>5.5500000000000001E-2</c:v>
                </c:pt>
                <c:pt idx="5715">
                  <c:v>5.62E-2</c:v>
                </c:pt>
                <c:pt idx="5716">
                  <c:v>5.6399999999999999E-2</c:v>
                </c:pt>
                <c:pt idx="5717">
                  <c:v>5.6599999999999998E-2</c:v>
                </c:pt>
                <c:pt idx="5718">
                  <c:v>5.5800000000000002E-2</c:v>
                </c:pt>
                <c:pt idx="5719">
                  <c:v>5.5399999999999998E-2</c:v>
                </c:pt>
                <c:pt idx="5720">
                  <c:v>5.62E-2</c:v>
                </c:pt>
                <c:pt idx="5721">
                  <c:v>5.7000000000000002E-2</c:v>
                </c:pt>
                <c:pt idx="5722">
                  <c:v>5.7200000000000001E-2</c:v>
                </c:pt>
                <c:pt idx="5723">
                  <c:v>5.6500000000000002E-2</c:v>
                </c:pt>
                <c:pt idx="5724">
                  <c:v>5.6399999999999999E-2</c:v>
                </c:pt>
                <c:pt idx="5725">
                  <c:v>5.5800000000000002E-2</c:v>
                </c:pt>
                <c:pt idx="5726">
                  <c:v>5.6099999999999997E-2</c:v>
                </c:pt>
                <c:pt idx="5727">
                  <c:v>5.3999999999999999E-2</c:v>
                </c:pt>
                <c:pt idx="5728">
                  <c:v>5.57E-2</c:v>
                </c:pt>
                <c:pt idx="5729">
                  <c:v>5.6099999999999997E-2</c:v>
                </c:pt>
                <c:pt idx="5730">
                  <c:v>5.6300000000000003E-2</c:v>
                </c:pt>
                <c:pt idx="5731">
                  <c:v>5.62E-2</c:v>
                </c:pt>
                <c:pt idx="5732">
                  <c:v>5.57E-2</c:v>
                </c:pt>
                <c:pt idx="5733">
                  <c:v>5.5199999999999999E-2</c:v>
                </c:pt>
                <c:pt idx="5734">
                  <c:v>5.5199999999999999E-2</c:v>
                </c:pt>
                <c:pt idx="5735">
                  <c:v>5.45E-2</c:v>
                </c:pt>
                <c:pt idx="5736">
                  <c:v>5.4800000000000001E-2</c:v>
                </c:pt>
                <c:pt idx="5737">
                  <c:v>5.5199999999999999E-2</c:v>
                </c:pt>
                <c:pt idx="5738">
                  <c:v>5.4699999999999999E-2</c:v>
                </c:pt>
                <c:pt idx="5739">
                  <c:v>5.4699999999999999E-2</c:v>
                </c:pt>
                <c:pt idx="5740">
                  <c:v>5.4100000000000002E-2</c:v>
                </c:pt>
                <c:pt idx="5741">
                  <c:v>5.3699999999999998E-2</c:v>
                </c:pt>
                <c:pt idx="5742">
                  <c:v>5.3199999999999997E-2</c:v>
                </c:pt>
                <c:pt idx="5743">
                  <c:v>5.3600000000000002E-2</c:v>
                </c:pt>
                <c:pt idx="5744">
                  <c:v>5.2400000000000002E-2</c:v>
                </c:pt>
                <c:pt idx="5745">
                  <c:v>5.16E-2</c:v>
                </c:pt>
                <c:pt idx="5746">
                  <c:v>5.16E-2</c:v>
                </c:pt>
                <c:pt idx="5747">
                  <c:v>5.1799999999999999E-2</c:v>
                </c:pt>
                <c:pt idx="5748">
                  <c:v>5.0200000000000002E-2</c:v>
                </c:pt>
                <c:pt idx="5749">
                  <c:v>5.0200000000000002E-2</c:v>
                </c:pt>
                <c:pt idx="5750">
                  <c:v>5.1499999999999997E-2</c:v>
                </c:pt>
                <c:pt idx="5751">
                  <c:v>5.0900000000000001E-2</c:v>
                </c:pt>
                <c:pt idx="5752">
                  <c:v>5.0900000000000001E-2</c:v>
                </c:pt>
                <c:pt idx="5753">
                  <c:v>5.0500000000000003E-2</c:v>
                </c:pt>
                <c:pt idx="5754">
                  <c:v>5.0200000000000002E-2</c:v>
                </c:pt>
                <c:pt idx="5755">
                  <c:v>5.0299999999999997E-2</c:v>
                </c:pt>
                <c:pt idx="5756">
                  <c:v>5.0299999999999997E-2</c:v>
                </c:pt>
                <c:pt idx="5757">
                  <c:v>4.9700000000000001E-2</c:v>
                </c:pt>
                <c:pt idx="5758">
                  <c:v>4.9200000000000001E-2</c:v>
                </c:pt>
                <c:pt idx="5759">
                  <c:v>4.9000000000000002E-2</c:v>
                </c:pt>
                <c:pt idx="5760">
                  <c:v>4.9099999999999998E-2</c:v>
                </c:pt>
                <c:pt idx="5761">
                  <c:v>4.87E-2</c:v>
                </c:pt>
                <c:pt idx="5762">
                  <c:v>4.8399999999999999E-2</c:v>
                </c:pt>
                <c:pt idx="5763">
                  <c:v>4.6899999999999997E-2</c:v>
                </c:pt>
                <c:pt idx="5764">
                  <c:v>4.6199999999999998E-2</c:v>
                </c:pt>
                <c:pt idx="5765">
                  <c:v>4.6300000000000001E-2</c:v>
                </c:pt>
                <c:pt idx="5766">
                  <c:v>4.5600000000000002E-2</c:v>
                </c:pt>
                <c:pt idx="5767">
                  <c:v>4.58E-2</c:v>
                </c:pt>
                <c:pt idx="5768">
                  <c:v>4.5999999999999999E-2</c:v>
                </c:pt>
                <c:pt idx="5769">
                  <c:v>4.6100000000000002E-2</c:v>
                </c:pt>
                <c:pt idx="5770">
                  <c:v>4.5900000000000003E-2</c:v>
                </c:pt>
                <c:pt idx="5771">
                  <c:v>4.58E-2</c:v>
                </c:pt>
                <c:pt idx="5772">
                  <c:v>4.5499999999999999E-2</c:v>
                </c:pt>
                <c:pt idx="5773">
                  <c:v>4.6399999999999997E-2</c:v>
                </c:pt>
                <c:pt idx="5774">
                  <c:v>4.6399999999999997E-2</c:v>
                </c:pt>
                <c:pt idx="5775">
                  <c:v>4.6800000000000001E-2</c:v>
                </c:pt>
                <c:pt idx="5776">
                  <c:v>4.8399999999999999E-2</c:v>
                </c:pt>
                <c:pt idx="5777">
                  <c:v>4.8099999999999997E-2</c:v>
                </c:pt>
                <c:pt idx="5778">
                  <c:v>4.7300000000000002E-2</c:v>
                </c:pt>
                <c:pt idx="5779">
                  <c:v>4.7E-2</c:v>
                </c:pt>
                <c:pt idx="5780">
                  <c:v>4.7100000000000003E-2</c:v>
                </c:pt>
                <c:pt idx="5781">
                  <c:v>4.6399999999999997E-2</c:v>
                </c:pt>
                <c:pt idx="5782">
                  <c:v>4.7100000000000003E-2</c:v>
                </c:pt>
                <c:pt idx="5783">
                  <c:v>4.6399999999999997E-2</c:v>
                </c:pt>
                <c:pt idx="5784">
                  <c:v>4.5100000000000001E-2</c:v>
                </c:pt>
                <c:pt idx="5785">
                  <c:v>4.48E-2</c:v>
                </c:pt>
                <c:pt idx="5786">
                  <c:v>4.5499999999999999E-2</c:v>
                </c:pt>
                <c:pt idx="5787">
                  <c:v>4.6100000000000002E-2</c:v>
                </c:pt>
                <c:pt idx="5788">
                  <c:v>4.9799999999999997E-2</c:v>
                </c:pt>
                <c:pt idx="5789">
                  <c:v>5.4800000000000001E-2</c:v>
                </c:pt>
                <c:pt idx="5790">
                  <c:v>5.2400000000000002E-2</c:v>
                </c:pt>
                <c:pt idx="5791">
                  <c:v>5.7299999999999997E-2</c:v>
                </c:pt>
                <c:pt idx="5792">
                  <c:v>5.7799999999999997E-2</c:v>
                </c:pt>
                <c:pt idx="5793">
                  <c:v>5.91E-2</c:v>
                </c:pt>
                <c:pt idx="5794">
                  <c:v>6.1899999999999997E-2</c:v>
                </c:pt>
                <c:pt idx="5795">
                  <c:v>5.7200000000000001E-2</c:v>
                </c:pt>
                <c:pt idx="5796">
                  <c:v>5.4699999999999999E-2</c:v>
                </c:pt>
                <c:pt idx="5797">
                  <c:v>5.6500000000000002E-2</c:v>
                </c:pt>
                <c:pt idx="5798">
                  <c:v>5.8700000000000002E-2</c:v>
                </c:pt>
                <c:pt idx="5799">
                  <c:v>5.7099999999999998E-2</c:v>
                </c:pt>
                <c:pt idx="5800">
                  <c:v>5.5599999999999997E-2</c:v>
                </c:pt>
                <c:pt idx="5801">
                  <c:v>5.4699999999999999E-2</c:v>
                </c:pt>
                <c:pt idx="5802">
                  <c:v>5.33E-2</c:v>
                </c:pt>
                <c:pt idx="5803">
                  <c:v>5.3600000000000002E-2</c:v>
                </c:pt>
                <c:pt idx="5804">
                  <c:v>5.3900000000000003E-2</c:v>
                </c:pt>
                <c:pt idx="5805">
                  <c:v>5.3800000000000001E-2</c:v>
                </c:pt>
                <c:pt idx="5806">
                  <c:v>5.57E-2</c:v>
                </c:pt>
                <c:pt idx="5807">
                  <c:v>5.5500000000000001E-2</c:v>
                </c:pt>
                <c:pt idx="5808">
                  <c:v>5.5500000000000001E-2</c:v>
                </c:pt>
                <c:pt idx="5809">
                  <c:v>5.5500000000000001E-2</c:v>
                </c:pt>
                <c:pt idx="5810">
                  <c:v>5.3900000000000003E-2</c:v>
                </c:pt>
                <c:pt idx="5811">
                  <c:v>5.3199999999999997E-2</c:v>
                </c:pt>
                <c:pt idx="5812">
                  <c:v>5.3100000000000001E-2</c:v>
                </c:pt>
                <c:pt idx="5813">
                  <c:v>5.21E-2</c:v>
                </c:pt>
                <c:pt idx="5814">
                  <c:v>5.1499999999999997E-2</c:v>
                </c:pt>
                <c:pt idx="5815">
                  <c:v>5.1299999999999998E-2</c:v>
                </c:pt>
                <c:pt idx="5816">
                  <c:v>5.11E-2</c:v>
                </c:pt>
                <c:pt idx="5817">
                  <c:v>5.1900000000000002E-2</c:v>
                </c:pt>
                <c:pt idx="5818">
                  <c:v>5.1700000000000003E-2</c:v>
                </c:pt>
                <c:pt idx="5819">
                  <c:v>5.2600000000000001E-2</c:v>
                </c:pt>
                <c:pt idx="5820">
                  <c:v>5.3900000000000003E-2</c:v>
                </c:pt>
                <c:pt idx="5821">
                  <c:v>5.45E-2</c:v>
                </c:pt>
                <c:pt idx="5822">
                  <c:v>5.3699999999999998E-2</c:v>
                </c:pt>
                <c:pt idx="5823">
                  <c:v>5.4300000000000001E-2</c:v>
                </c:pt>
                <c:pt idx="5824">
                  <c:v>5.45E-2</c:v>
                </c:pt>
                <c:pt idx="5825">
                  <c:v>5.4699999999999999E-2</c:v>
                </c:pt>
                <c:pt idx="5826">
                  <c:v>5.4600000000000003E-2</c:v>
                </c:pt>
                <c:pt idx="5827">
                  <c:v>5.62E-2</c:v>
                </c:pt>
                <c:pt idx="5828">
                  <c:v>5.5399999999999998E-2</c:v>
                </c:pt>
                <c:pt idx="5829">
                  <c:v>5.5599999999999997E-2</c:v>
                </c:pt>
                <c:pt idx="5830">
                  <c:v>5.5E-2</c:v>
                </c:pt>
                <c:pt idx="5831">
                  <c:v>5.5500000000000001E-2</c:v>
                </c:pt>
                <c:pt idx="5832">
                  <c:v>5.5899999999999998E-2</c:v>
                </c:pt>
                <c:pt idx="5833">
                  <c:v>5.5500000000000001E-2</c:v>
                </c:pt>
                <c:pt idx="5834">
                  <c:v>5.5199999999999999E-2</c:v>
                </c:pt>
                <c:pt idx="5835">
                  <c:v>5.3999999999999999E-2</c:v>
                </c:pt>
                <c:pt idx="5836">
                  <c:v>5.3900000000000003E-2</c:v>
                </c:pt>
                <c:pt idx="5837">
                  <c:v>5.2600000000000001E-2</c:v>
                </c:pt>
                <c:pt idx="5838">
                  <c:v>5.1999999999999998E-2</c:v>
                </c:pt>
                <c:pt idx="5839">
                  <c:v>5.1900000000000002E-2</c:v>
                </c:pt>
                <c:pt idx="5840">
                  <c:v>5.1499999999999997E-2</c:v>
                </c:pt>
                <c:pt idx="5841">
                  <c:v>5.2400000000000002E-2</c:v>
                </c:pt>
                <c:pt idx="5842">
                  <c:v>5.21E-2</c:v>
                </c:pt>
                <c:pt idx="5843">
                  <c:v>5.1700000000000003E-2</c:v>
                </c:pt>
                <c:pt idx="5844">
                  <c:v>5.1700000000000003E-2</c:v>
                </c:pt>
                <c:pt idx="5845">
                  <c:v>5.28E-2</c:v>
                </c:pt>
                <c:pt idx="5846">
                  <c:v>5.3499999999999999E-2</c:v>
                </c:pt>
                <c:pt idx="5847">
                  <c:v>5.33E-2</c:v>
                </c:pt>
                <c:pt idx="5848">
                  <c:v>5.1999999999999998E-2</c:v>
                </c:pt>
                <c:pt idx="5849">
                  <c:v>5.0799999999999998E-2</c:v>
                </c:pt>
                <c:pt idx="5850">
                  <c:v>5.0500000000000003E-2</c:v>
                </c:pt>
                <c:pt idx="5851">
                  <c:v>4.9599999999999998E-2</c:v>
                </c:pt>
                <c:pt idx="5852">
                  <c:v>4.9700000000000001E-2</c:v>
                </c:pt>
                <c:pt idx="5853">
                  <c:v>4.9500000000000002E-2</c:v>
                </c:pt>
                <c:pt idx="5854">
                  <c:v>4.9099999999999998E-2</c:v>
                </c:pt>
                <c:pt idx="5855">
                  <c:v>4.87E-2</c:v>
                </c:pt>
                <c:pt idx="5856">
                  <c:v>4.8099999999999997E-2</c:v>
                </c:pt>
                <c:pt idx="5857">
                  <c:v>4.7600000000000003E-2</c:v>
                </c:pt>
                <c:pt idx="5858">
                  <c:v>4.7399999999999998E-2</c:v>
                </c:pt>
                <c:pt idx="5859">
                  <c:v>4.7399999999999998E-2</c:v>
                </c:pt>
                <c:pt idx="5860">
                  <c:v>4.82E-2</c:v>
                </c:pt>
                <c:pt idx="5861">
                  <c:v>4.8800000000000003E-2</c:v>
                </c:pt>
                <c:pt idx="5862">
                  <c:v>4.87E-2</c:v>
                </c:pt>
                <c:pt idx="5863">
                  <c:v>4.9700000000000001E-2</c:v>
                </c:pt>
                <c:pt idx="5864">
                  <c:v>5.0299999999999997E-2</c:v>
                </c:pt>
                <c:pt idx="5865">
                  <c:v>4.99E-2</c:v>
                </c:pt>
                <c:pt idx="5866">
                  <c:v>5.0299999999999997E-2</c:v>
                </c:pt>
                <c:pt idx="5867">
                  <c:v>4.9500000000000002E-2</c:v>
                </c:pt>
                <c:pt idx="5868">
                  <c:v>4.9399999999999999E-2</c:v>
                </c:pt>
                <c:pt idx="5869">
                  <c:v>4.8399999999999999E-2</c:v>
                </c:pt>
                <c:pt idx="5870">
                  <c:v>4.8399999999999999E-2</c:v>
                </c:pt>
                <c:pt idx="5871">
                  <c:v>4.8899999999999999E-2</c:v>
                </c:pt>
                <c:pt idx="5872">
                  <c:v>4.8399999999999999E-2</c:v>
                </c:pt>
                <c:pt idx="5873">
                  <c:v>4.9599999999999998E-2</c:v>
                </c:pt>
                <c:pt idx="5874">
                  <c:v>4.9399999999999999E-2</c:v>
                </c:pt>
                <c:pt idx="5875">
                  <c:v>4.9099999999999998E-2</c:v>
                </c:pt>
                <c:pt idx="5876">
                  <c:v>4.9299999999999997E-2</c:v>
                </c:pt>
                <c:pt idx="5877">
                  <c:v>4.87E-2</c:v>
                </c:pt>
                <c:pt idx="5878">
                  <c:v>4.8399999999999999E-2</c:v>
                </c:pt>
                <c:pt idx="5879">
                  <c:v>4.9000000000000002E-2</c:v>
                </c:pt>
                <c:pt idx="5880">
                  <c:v>5.0500000000000003E-2</c:v>
                </c:pt>
                <c:pt idx="5881">
                  <c:v>4.99E-2</c:v>
                </c:pt>
                <c:pt idx="5882">
                  <c:v>4.9299999999999997E-2</c:v>
                </c:pt>
                <c:pt idx="5883">
                  <c:v>4.9399999999999999E-2</c:v>
                </c:pt>
                <c:pt idx="5884">
                  <c:v>0.05</c:v>
                </c:pt>
                <c:pt idx="5885">
                  <c:v>4.9700000000000001E-2</c:v>
                </c:pt>
                <c:pt idx="5886">
                  <c:v>4.9099999999999998E-2</c:v>
                </c:pt>
                <c:pt idx="5887">
                  <c:v>4.9099999999999998E-2</c:v>
                </c:pt>
                <c:pt idx="5888">
                  <c:v>4.9099999999999998E-2</c:v>
                </c:pt>
                <c:pt idx="5889">
                  <c:v>4.8899999999999999E-2</c:v>
                </c:pt>
                <c:pt idx="5890">
                  <c:v>4.8300000000000003E-2</c:v>
                </c:pt>
                <c:pt idx="5891">
                  <c:v>4.8800000000000003E-2</c:v>
                </c:pt>
                <c:pt idx="5892">
                  <c:v>4.9200000000000001E-2</c:v>
                </c:pt>
                <c:pt idx="5893">
                  <c:v>4.9200000000000001E-2</c:v>
                </c:pt>
                <c:pt idx="5894">
                  <c:v>4.9599999999999998E-2</c:v>
                </c:pt>
                <c:pt idx="5895">
                  <c:v>5.0599999999999999E-2</c:v>
                </c:pt>
                <c:pt idx="5896">
                  <c:v>4.9399999999999999E-2</c:v>
                </c:pt>
                <c:pt idx="5897">
                  <c:v>4.9000000000000002E-2</c:v>
                </c:pt>
                <c:pt idx="5898">
                  <c:v>4.8500000000000001E-2</c:v>
                </c:pt>
                <c:pt idx="5899">
                  <c:v>4.8300000000000003E-2</c:v>
                </c:pt>
                <c:pt idx="5900">
                  <c:v>4.82E-2</c:v>
                </c:pt>
                <c:pt idx="5901">
                  <c:v>4.87E-2</c:v>
                </c:pt>
                <c:pt idx="5902">
                  <c:v>4.9099999999999998E-2</c:v>
                </c:pt>
                <c:pt idx="5903">
                  <c:v>0.05</c:v>
                </c:pt>
                <c:pt idx="5904">
                  <c:v>4.9299999999999997E-2</c:v>
                </c:pt>
                <c:pt idx="5905">
                  <c:v>4.9399999999999999E-2</c:v>
                </c:pt>
                <c:pt idx="5906">
                  <c:v>5.0299999999999997E-2</c:v>
                </c:pt>
                <c:pt idx="5907">
                  <c:v>0.05</c:v>
                </c:pt>
                <c:pt idx="5908">
                  <c:v>4.9500000000000002E-2</c:v>
                </c:pt>
                <c:pt idx="5909">
                  <c:v>4.9299999999999997E-2</c:v>
                </c:pt>
                <c:pt idx="5910">
                  <c:v>4.9000000000000002E-2</c:v>
                </c:pt>
                <c:pt idx="5911">
                  <c:v>4.9000000000000002E-2</c:v>
                </c:pt>
                <c:pt idx="5912">
                  <c:v>4.9700000000000001E-2</c:v>
                </c:pt>
                <c:pt idx="5913">
                  <c:v>4.9599999999999998E-2</c:v>
                </c:pt>
                <c:pt idx="5914">
                  <c:v>4.9599999999999998E-2</c:v>
                </c:pt>
                <c:pt idx="5915">
                  <c:v>4.8800000000000003E-2</c:v>
                </c:pt>
                <c:pt idx="5916">
                  <c:v>4.82E-2</c:v>
                </c:pt>
                <c:pt idx="5917">
                  <c:v>4.8399999999999999E-2</c:v>
                </c:pt>
                <c:pt idx="5918">
                  <c:v>4.8500000000000001E-2</c:v>
                </c:pt>
                <c:pt idx="5919">
                  <c:v>4.8000000000000001E-2</c:v>
                </c:pt>
                <c:pt idx="5920">
                  <c:v>4.7699999999999999E-2</c:v>
                </c:pt>
                <c:pt idx="5921">
                  <c:v>4.7600000000000003E-2</c:v>
                </c:pt>
                <c:pt idx="5922">
                  <c:v>4.7600000000000003E-2</c:v>
                </c:pt>
                <c:pt idx="5923">
                  <c:v>4.6800000000000001E-2</c:v>
                </c:pt>
                <c:pt idx="5924">
                  <c:v>4.6300000000000001E-2</c:v>
                </c:pt>
                <c:pt idx="5925">
                  <c:v>4.6199999999999998E-2</c:v>
                </c:pt>
                <c:pt idx="5926">
                  <c:v>4.6600000000000003E-2</c:v>
                </c:pt>
                <c:pt idx="5927">
                  <c:v>4.7399999999999998E-2</c:v>
                </c:pt>
                <c:pt idx="5928">
                  <c:v>4.7699999999999999E-2</c:v>
                </c:pt>
                <c:pt idx="5929">
                  <c:v>4.82E-2</c:v>
                </c:pt>
                <c:pt idx="5930">
                  <c:v>4.8899999999999999E-2</c:v>
                </c:pt>
                <c:pt idx="5931">
                  <c:v>4.8800000000000003E-2</c:v>
                </c:pt>
                <c:pt idx="5932">
                  <c:v>4.87E-2</c:v>
                </c:pt>
                <c:pt idx="5933">
                  <c:v>4.9299999999999997E-2</c:v>
                </c:pt>
                <c:pt idx="5934">
                  <c:v>4.9000000000000002E-2</c:v>
                </c:pt>
                <c:pt idx="5935">
                  <c:v>0.05</c:v>
                </c:pt>
                <c:pt idx="5936">
                  <c:v>5.1400000000000001E-2</c:v>
                </c:pt>
                <c:pt idx="5937">
                  <c:v>5.2499999999999998E-2</c:v>
                </c:pt>
                <c:pt idx="5938">
                  <c:v>5.2999999999999999E-2</c:v>
                </c:pt>
                <c:pt idx="5939">
                  <c:v>5.2999999999999999E-2</c:v>
                </c:pt>
                <c:pt idx="5940">
                  <c:v>5.3400000000000003E-2</c:v>
                </c:pt>
                <c:pt idx="5941">
                  <c:v>5.2400000000000002E-2</c:v>
                </c:pt>
                <c:pt idx="5942">
                  <c:v>5.1799999999999999E-2</c:v>
                </c:pt>
                <c:pt idx="5943">
                  <c:v>5.2400000000000002E-2</c:v>
                </c:pt>
                <c:pt idx="5944">
                  <c:v>5.1799999999999999E-2</c:v>
                </c:pt>
                <c:pt idx="5945">
                  <c:v>5.1400000000000001E-2</c:v>
                </c:pt>
                <c:pt idx="5946">
                  <c:v>5.1999999999999998E-2</c:v>
                </c:pt>
                <c:pt idx="5947">
                  <c:v>5.3100000000000001E-2</c:v>
                </c:pt>
                <c:pt idx="5948">
                  <c:v>5.45E-2</c:v>
                </c:pt>
                <c:pt idx="5949">
                  <c:v>5.4600000000000003E-2</c:v>
                </c:pt>
                <c:pt idx="5950">
                  <c:v>5.3900000000000003E-2</c:v>
                </c:pt>
                <c:pt idx="5951">
                  <c:v>5.33E-2</c:v>
                </c:pt>
                <c:pt idx="5952">
                  <c:v>5.45E-2</c:v>
                </c:pt>
                <c:pt idx="5953">
                  <c:v>5.45E-2</c:v>
                </c:pt>
                <c:pt idx="5954">
                  <c:v>5.45E-2</c:v>
                </c:pt>
                <c:pt idx="5955">
                  <c:v>5.4100000000000002E-2</c:v>
                </c:pt>
                <c:pt idx="5956">
                  <c:v>5.3900000000000003E-2</c:v>
                </c:pt>
                <c:pt idx="5957">
                  <c:v>5.2699999999999997E-2</c:v>
                </c:pt>
                <c:pt idx="5958">
                  <c:v>5.2299999999999999E-2</c:v>
                </c:pt>
                <c:pt idx="5959">
                  <c:v>5.1400000000000001E-2</c:v>
                </c:pt>
                <c:pt idx="5960">
                  <c:v>5.1700000000000003E-2</c:v>
                </c:pt>
                <c:pt idx="5961">
                  <c:v>5.1499999999999997E-2</c:v>
                </c:pt>
                <c:pt idx="5962">
                  <c:v>5.1200000000000002E-2</c:v>
                </c:pt>
                <c:pt idx="5963">
                  <c:v>5.1200000000000002E-2</c:v>
                </c:pt>
                <c:pt idx="5964">
                  <c:v>5.0099999999999999E-2</c:v>
                </c:pt>
                <c:pt idx="5965">
                  <c:v>5.0200000000000002E-2</c:v>
                </c:pt>
                <c:pt idx="5966">
                  <c:v>4.9200000000000001E-2</c:v>
                </c:pt>
                <c:pt idx="5967">
                  <c:v>5.0200000000000002E-2</c:v>
                </c:pt>
                <c:pt idx="5968">
                  <c:v>5.0099999999999999E-2</c:v>
                </c:pt>
                <c:pt idx="5969">
                  <c:v>4.9700000000000001E-2</c:v>
                </c:pt>
                <c:pt idx="5970">
                  <c:v>4.9700000000000001E-2</c:v>
                </c:pt>
                <c:pt idx="5971">
                  <c:v>4.9399999999999999E-2</c:v>
                </c:pt>
                <c:pt idx="5972">
                  <c:v>4.9399999999999999E-2</c:v>
                </c:pt>
                <c:pt idx="5973">
                  <c:v>4.7500000000000001E-2</c:v>
                </c:pt>
                <c:pt idx="5974">
                  <c:v>4.8099999999999997E-2</c:v>
                </c:pt>
                <c:pt idx="5975">
                  <c:v>4.8500000000000001E-2</c:v>
                </c:pt>
                <c:pt idx="5976">
                  <c:v>4.8500000000000001E-2</c:v>
                </c:pt>
                <c:pt idx="5977">
                  <c:v>4.7300000000000002E-2</c:v>
                </c:pt>
                <c:pt idx="5978">
                  <c:v>4.82E-2</c:v>
                </c:pt>
                <c:pt idx="5979">
                  <c:v>4.7800000000000002E-2</c:v>
                </c:pt>
                <c:pt idx="5980">
                  <c:v>4.8500000000000001E-2</c:v>
                </c:pt>
                <c:pt idx="5981">
                  <c:v>4.8000000000000001E-2</c:v>
                </c:pt>
                <c:pt idx="5982">
                  <c:v>4.8000000000000001E-2</c:v>
                </c:pt>
                <c:pt idx="5983">
                  <c:v>4.6899999999999997E-2</c:v>
                </c:pt>
                <c:pt idx="5984">
                  <c:v>4.7E-2</c:v>
                </c:pt>
                <c:pt idx="5985">
                  <c:v>4.6699999999999998E-2</c:v>
                </c:pt>
                <c:pt idx="5986">
                  <c:v>4.6899999999999997E-2</c:v>
                </c:pt>
                <c:pt idx="5987">
                  <c:v>4.5400000000000003E-2</c:v>
                </c:pt>
                <c:pt idx="5988">
                  <c:v>4.53E-2</c:v>
                </c:pt>
                <c:pt idx="5989">
                  <c:v>4.4499999999999998E-2</c:v>
                </c:pt>
                <c:pt idx="5990">
                  <c:v>4.48E-2</c:v>
                </c:pt>
                <c:pt idx="5991">
                  <c:v>4.4699999999999997E-2</c:v>
                </c:pt>
                <c:pt idx="5992">
                  <c:v>4.4999999999999998E-2</c:v>
                </c:pt>
                <c:pt idx="5993">
                  <c:v>4.5199999999999997E-2</c:v>
                </c:pt>
                <c:pt idx="5994">
                  <c:v>4.5199999999999997E-2</c:v>
                </c:pt>
                <c:pt idx="5995">
                  <c:v>4.4999999999999998E-2</c:v>
                </c:pt>
                <c:pt idx="5996">
                  <c:v>4.53E-2</c:v>
                </c:pt>
                <c:pt idx="5997">
                  <c:v>4.5600000000000002E-2</c:v>
                </c:pt>
                <c:pt idx="5998">
                  <c:v>4.4900000000000002E-2</c:v>
                </c:pt>
                <c:pt idx="5999">
                  <c:v>4.4900000000000002E-2</c:v>
                </c:pt>
                <c:pt idx="6000">
                  <c:v>4.4299999999999999E-2</c:v>
                </c:pt>
                <c:pt idx="6001">
                  <c:v>4.5900000000000003E-2</c:v>
                </c:pt>
                <c:pt idx="6002">
                  <c:v>4.5499999999999999E-2</c:v>
                </c:pt>
                <c:pt idx="6003">
                  <c:v>4.6100000000000002E-2</c:v>
                </c:pt>
                <c:pt idx="6004">
                  <c:v>4.58E-2</c:v>
                </c:pt>
                <c:pt idx="6005">
                  <c:v>4.48E-2</c:v>
                </c:pt>
                <c:pt idx="6006">
                  <c:v>4.3299999999999998E-2</c:v>
                </c:pt>
                <c:pt idx="6007">
                  <c:v>4.2799999999999998E-2</c:v>
                </c:pt>
                <c:pt idx="6008">
                  <c:v>4.3400000000000001E-2</c:v>
                </c:pt>
                <c:pt idx="6009">
                  <c:v>4.3400000000000001E-2</c:v>
                </c:pt>
                <c:pt idx="6010">
                  <c:v>4.4999999999999998E-2</c:v>
                </c:pt>
                <c:pt idx="6011">
                  <c:v>4.4200000000000003E-2</c:v>
                </c:pt>
                <c:pt idx="6012">
                  <c:v>4.3700000000000003E-2</c:v>
                </c:pt>
                <c:pt idx="6013">
                  <c:v>4.3099999999999999E-2</c:v>
                </c:pt>
                <c:pt idx="6014">
                  <c:v>4.3099999999999999E-2</c:v>
                </c:pt>
                <c:pt idx="6015">
                  <c:v>4.2500000000000003E-2</c:v>
                </c:pt>
                <c:pt idx="6016">
                  <c:v>4.2299999999999997E-2</c:v>
                </c:pt>
                <c:pt idx="6017">
                  <c:v>4.2999999999999997E-2</c:v>
                </c:pt>
                <c:pt idx="6018">
                  <c:v>4.2500000000000003E-2</c:v>
                </c:pt>
                <c:pt idx="6019">
                  <c:v>4.3099999999999999E-2</c:v>
                </c:pt>
                <c:pt idx="6020">
                  <c:v>4.2999999999999997E-2</c:v>
                </c:pt>
                <c:pt idx="6021">
                  <c:v>4.4499999999999998E-2</c:v>
                </c:pt>
                <c:pt idx="6022">
                  <c:v>4.5400000000000003E-2</c:v>
                </c:pt>
                <c:pt idx="6023">
                  <c:v>4.4299999999999999E-2</c:v>
                </c:pt>
                <c:pt idx="6024">
                  <c:v>4.3499999999999997E-2</c:v>
                </c:pt>
                <c:pt idx="6025">
                  <c:v>4.3799999999999999E-2</c:v>
                </c:pt>
                <c:pt idx="6026">
                  <c:v>4.4200000000000003E-2</c:v>
                </c:pt>
                <c:pt idx="6027">
                  <c:v>4.2900000000000001E-2</c:v>
                </c:pt>
                <c:pt idx="6028">
                  <c:v>4.2099999999999999E-2</c:v>
                </c:pt>
                <c:pt idx="6029">
                  <c:v>4.19E-2</c:v>
                </c:pt>
                <c:pt idx="6030">
                  <c:v>4.1300000000000003E-2</c:v>
                </c:pt>
                <c:pt idx="6031">
                  <c:v>4.1599999999999998E-2</c:v>
                </c:pt>
                <c:pt idx="6032">
                  <c:v>4.1399999999999999E-2</c:v>
                </c:pt>
                <c:pt idx="6033">
                  <c:v>4.0800000000000003E-2</c:v>
                </c:pt>
                <c:pt idx="6034">
                  <c:v>4.0800000000000003E-2</c:v>
                </c:pt>
                <c:pt idx="6035">
                  <c:v>4.1200000000000001E-2</c:v>
                </c:pt>
                <c:pt idx="6036">
                  <c:v>4.0599999999999997E-2</c:v>
                </c:pt>
                <c:pt idx="6037">
                  <c:v>3.9899999999999998E-2</c:v>
                </c:pt>
                <c:pt idx="6038">
                  <c:v>3.9800000000000002E-2</c:v>
                </c:pt>
                <c:pt idx="6039">
                  <c:v>3.9399999999999998E-2</c:v>
                </c:pt>
                <c:pt idx="6040">
                  <c:v>3.9699999999999999E-2</c:v>
                </c:pt>
                <c:pt idx="6041">
                  <c:v>3.9800000000000002E-2</c:v>
                </c:pt>
                <c:pt idx="6042">
                  <c:v>4.0399999999999998E-2</c:v>
                </c:pt>
                <c:pt idx="6043">
                  <c:v>4.0399999999999998E-2</c:v>
                </c:pt>
                <c:pt idx="6044">
                  <c:v>4.0300000000000002E-2</c:v>
                </c:pt>
                <c:pt idx="6045">
                  <c:v>4.1000000000000002E-2</c:v>
                </c:pt>
                <c:pt idx="6046">
                  <c:v>4.1200000000000001E-2</c:v>
                </c:pt>
                <c:pt idx="6047">
                  <c:v>4.1399999999999999E-2</c:v>
                </c:pt>
                <c:pt idx="6048">
                  <c:v>4.1399999999999999E-2</c:v>
                </c:pt>
                <c:pt idx="6049">
                  <c:v>4.0899999999999999E-2</c:v>
                </c:pt>
                <c:pt idx="6050">
                  <c:v>4.0300000000000002E-2</c:v>
                </c:pt>
                <c:pt idx="6051">
                  <c:v>3.9899999999999998E-2</c:v>
                </c:pt>
                <c:pt idx="6052">
                  <c:v>3.9399999999999998E-2</c:v>
                </c:pt>
                <c:pt idx="6053">
                  <c:v>3.9399999999999998E-2</c:v>
                </c:pt>
                <c:pt idx="6054">
                  <c:v>4.0099999999999997E-2</c:v>
                </c:pt>
                <c:pt idx="6055">
                  <c:v>4.0399999999999998E-2</c:v>
                </c:pt>
                <c:pt idx="6056">
                  <c:v>4.0599999999999997E-2</c:v>
                </c:pt>
                <c:pt idx="6057">
                  <c:v>4.0800000000000003E-2</c:v>
                </c:pt>
                <c:pt idx="6058">
                  <c:v>4.1099999999999998E-2</c:v>
                </c:pt>
                <c:pt idx="6059">
                  <c:v>4.0500000000000001E-2</c:v>
                </c:pt>
                <c:pt idx="6060">
                  <c:v>4.0800000000000003E-2</c:v>
                </c:pt>
                <c:pt idx="6061">
                  <c:v>4.1399999999999999E-2</c:v>
                </c:pt>
                <c:pt idx="6062">
                  <c:v>4.1399999999999999E-2</c:v>
                </c:pt>
                <c:pt idx="6063">
                  <c:v>4.1399999999999999E-2</c:v>
                </c:pt>
                <c:pt idx="6064">
                  <c:v>4.1399999999999999E-2</c:v>
                </c:pt>
                <c:pt idx="6065">
                  <c:v>4.1099999999999998E-2</c:v>
                </c:pt>
                <c:pt idx="6066">
                  <c:v>4.1200000000000001E-2</c:v>
                </c:pt>
                <c:pt idx="6067">
                  <c:v>4.1099999999999998E-2</c:v>
                </c:pt>
                <c:pt idx="6068">
                  <c:v>4.1399999999999999E-2</c:v>
                </c:pt>
                <c:pt idx="6069">
                  <c:v>4.1200000000000001E-2</c:v>
                </c:pt>
                <c:pt idx="6070">
                  <c:v>4.19E-2</c:v>
                </c:pt>
                <c:pt idx="6071">
                  <c:v>4.1200000000000001E-2</c:v>
                </c:pt>
                <c:pt idx="6072">
                  <c:v>4.1500000000000002E-2</c:v>
                </c:pt>
                <c:pt idx="6073">
                  <c:v>4.2999999999999997E-2</c:v>
                </c:pt>
                <c:pt idx="6074">
                  <c:v>4.24E-2</c:v>
                </c:pt>
                <c:pt idx="6075">
                  <c:v>4.36E-2</c:v>
                </c:pt>
                <c:pt idx="6076">
                  <c:v>4.3299999999999998E-2</c:v>
                </c:pt>
                <c:pt idx="6077">
                  <c:v>4.2999999999999997E-2</c:v>
                </c:pt>
                <c:pt idx="6078">
                  <c:v>4.2599999999999999E-2</c:v>
                </c:pt>
                <c:pt idx="6079">
                  <c:v>4.2299999999999997E-2</c:v>
                </c:pt>
                <c:pt idx="6080">
                  <c:v>4.19E-2</c:v>
                </c:pt>
                <c:pt idx="6081">
                  <c:v>4.1399999999999999E-2</c:v>
                </c:pt>
                <c:pt idx="6082">
                  <c:v>4.1300000000000003E-2</c:v>
                </c:pt>
                <c:pt idx="6083">
                  <c:v>4.1599999999999998E-2</c:v>
                </c:pt>
                <c:pt idx="6084">
                  <c:v>4.1599999999999998E-2</c:v>
                </c:pt>
                <c:pt idx="6085">
                  <c:v>4.0899999999999999E-2</c:v>
                </c:pt>
                <c:pt idx="6086">
                  <c:v>4.0899999999999999E-2</c:v>
                </c:pt>
                <c:pt idx="6087">
                  <c:v>4.1300000000000003E-2</c:v>
                </c:pt>
                <c:pt idx="6088">
                  <c:v>4.0500000000000001E-2</c:v>
                </c:pt>
                <c:pt idx="6089">
                  <c:v>4.0800000000000003E-2</c:v>
                </c:pt>
                <c:pt idx="6090">
                  <c:v>4.0300000000000002E-2</c:v>
                </c:pt>
                <c:pt idx="6091">
                  <c:v>3.9E-2</c:v>
                </c:pt>
                <c:pt idx="6092">
                  <c:v>3.9E-2</c:v>
                </c:pt>
                <c:pt idx="6093">
                  <c:v>3.8699999999999998E-2</c:v>
                </c:pt>
                <c:pt idx="6094">
                  <c:v>3.8800000000000001E-2</c:v>
                </c:pt>
                <c:pt idx="6095">
                  <c:v>3.8899999999999997E-2</c:v>
                </c:pt>
                <c:pt idx="6096">
                  <c:v>3.9100000000000003E-2</c:v>
                </c:pt>
                <c:pt idx="6097">
                  <c:v>3.85E-2</c:v>
                </c:pt>
                <c:pt idx="6098">
                  <c:v>3.7900000000000003E-2</c:v>
                </c:pt>
                <c:pt idx="6099">
                  <c:v>3.78E-2</c:v>
                </c:pt>
                <c:pt idx="6100">
                  <c:v>3.7999999999999999E-2</c:v>
                </c:pt>
                <c:pt idx="6101">
                  <c:v>3.78E-2</c:v>
                </c:pt>
                <c:pt idx="6102">
                  <c:v>3.6900000000000002E-2</c:v>
                </c:pt>
                <c:pt idx="6103">
                  <c:v>3.7400000000000003E-2</c:v>
                </c:pt>
                <c:pt idx="6104">
                  <c:v>3.7400000000000003E-2</c:v>
                </c:pt>
                <c:pt idx="6105">
                  <c:v>3.73E-2</c:v>
                </c:pt>
                <c:pt idx="6106">
                  <c:v>3.7100000000000001E-2</c:v>
                </c:pt>
                <c:pt idx="6107">
                  <c:v>3.7499999999999999E-2</c:v>
                </c:pt>
                <c:pt idx="6108">
                  <c:v>3.7400000000000003E-2</c:v>
                </c:pt>
                <c:pt idx="6109">
                  <c:v>3.7499999999999999E-2</c:v>
                </c:pt>
                <c:pt idx="6110">
                  <c:v>3.7900000000000003E-2</c:v>
                </c:pt>
                <c:pt idx="6111">
                  <c:v>3.7699999999999997E-2</c:v>
                </c:pt>
                <c:pt idx="6112">
                  <c:v>3.7100000000000001E-2</c:v>
                </c:pt>
                <c:pt idx="6113">
                  <c:v>3.6400000000000002E-2</c:v>
                </c:pt>
                <c:pt idx="6114">
                  <c:v>3.6799999999999999E-2</c:v>
                </c:pt>
                <c:pt idx="6115">
                  <c:v>3.7699999999999997E-2</c:v>
                </c:pt>
                <c:pt idx="6116">
                  <c:v>3.8100000000000002E-2</c:v>
                </c:pt>
                <c:pt idx="6117">
                  <c:v>3.8600000000000002E-2</c:v>
                </c:pt>
                <c:pt idx="6118">
                  <c:v>4.1000000000000002E-2</c:v>
                </c:pt>
                <c:pt idx="6119">
                  <c:v>4.0899999999999999E-2</c:v>
                </c:pt>
                <c:pt idx="6120">
                  <c:v>4.0300000000000002E-2</c:v>
                </c:pt>
                <c:pt idx="6121">
                  <c:v>4.0300000000000002E-2</c:v>
                </c:pt>
                <c:pt idx="6122">
                  <c:v>0.04</c:v>
                </c:pt>
                <c:pt idx="6123">
                  <c:v>4.0500000000000001E-2</c:v>
                </c:pt>
                <c:pt idx="6124">
                  <c:v>0.04</c:v>
                </c:pt>
                <c:pt idx="6125">
                  <c:v>4.0399999999999998E-2</c:v>
                </c:pt>
                <c:pt idx="6126">
                  <c:v>4.02E-2</c:v>
                </c:pt>
                <c:pt idx="6127">
                  <c:v>4.0500000000000001E-2</c:v>
                </c:pt>
                <c:pt idx="6128">
                  <c:v>4.0399999999999998E-2</c:v>
                </c:pt>
                <c:pt idx="6129">
                  <c:v>3.9199999999999999E-2</c:v>
                </c:pt>
                <c:pt idx="6130">
                  <c:v>3.95E-2</c:v>
                </c:pt>
                <c:pt idx="6131">
                  <c:v>3.9399999999999998E-2</c:v>
                </c:pt>
                <c:pt idx="6132">
                  <c:v>3.9399999999999998E-2</c:v>
                </c:pt>
                <c:pt idx="6133">
                  <c:v>3.9199999999999999E-2</c:v>
                </c:pt>
                <c:pt idx="6134">
                  <c:v>3.9E-2</c:v>
                </c:pt>
                <c:pt idx="6135">
                  <c:v>3.8699999999999998E-2</c:v>
                </c:pt>
                <c:pt idx="6136">
                  <c:v>3.9E-2</c:v>
                </c:pt>
                <c:pt idx="6137">
                  <c:v>3.9800000000000002E-2</c:v>
                </c:pt>
                <c:pt idx="6138">
                  <c:v>3.9300000000000002E-2</c:v>
                </c:pt>
                <c:pt idx="6139">
                  <c:v>3.95E-2</c:v>
                </c:pt>
                <c:pt idx="6140">
                  <c:v>0.04</c:v>
                </c:pt>
                <c:pt idx="6141">
                  <c:v>4.0099999999999997E-2</c:v>
                </c:pt>
                <c:pt idx="6142">
                  <c:v>4.0399999999999998E-2</c:v>
                </c:pt>
                <c:pt idx="6143">
                  <c:v>0.04</c:v>
                </c:pt>
                <c:pt idx="6144">
                  <c:v>3.9600000000000003E-2</c:v>
                </c:pt>
                <c:pt idx="6145">
                  <c:v>4.0099999999999997E-2</c:v>
                </c:pt>
                <c:pt idx="6146">
                  <c:v>4.0500000000000001E-2</c:v>
                </c:pt>
                <c:pt idx="6147">
                  <c:v>4.1099999999999998E-2</c:v>
                </c:pt>
                <c:pt idx="6148">
                  <c:v>4.1300000000000003E-2</c:v>
                </c:pt>
                <c:pt idx="6149">
                  <c:v>4.1200000000000001E-2</c:v>
                </c:pt>
                <c:pt idx="6150">
                  <c:v>4.1399999999999999E-2</c:v>
                </c:pt>
                <c:pt idx="6151">
                  <c:v>4.1300000000000003E-2</c:v>
                </c:pt>
                <c:pt idx="6152">
                  <c:v>4.1799999999999997E-2</c:v>
                </c:pt>
                <c:pt idx="6153">
                  <c:v>4.3799999999999999E-2</c:v>
                </c:pt>
                <c:pt idx="6154">
                  <c:v>4.6600000000000003E-2</c:v>
                </c:pt>
                <c:pt idx="6155">
                  <c:v>4.5199999999999997E-2</c:v>
                </c:pt>
                <c:pt idx="6156">
                  <c:v>4.3700000000000003E-2</c:v>
                </c:pt>
                <c:pt idx="6157">
                  <c:v>4.3999999999999997E-2</c:v>
                </c:pt>
                <c:pt idx="6158">
                  <c:v>4.3999999999999997E-2</c:v>
                </c:pt>
                <c:pt idx="6159">
                  <c:v>4.3200000000000002E-2</c:v>
                </c:pt>
                <c:pt idx="6160">
                  <c:v>4.3799999999999999E-2</c:v>
                </c:pt>
                <c:pt idx="6161">
                  <c:v>4.3400000000000001E-2</c:v>
                </c:pt>
                <c:pt idx="6162">
                  <c:v>4.2500000000000003E-2</c:v>
                </c:pt>
                <c:pt idx="6163">
                  <c:v>4.19E-2</c:v>
                </c:pt>
                <c:pt idx="6164">
                  <c:v>4.1500000000000002E-2</c:v>
                </c:pt>
                <c:pt idx="6165">
                  <c:v>4.1799999999999997E-2</c:v>
                </c:pt>
                <c:pt idx="6166">
                  <c:v>4.2000000000000003E-2</c:v>
                </c:pt>
                <c:pt idx="6167">
                  <c:v>4.1599999999999998E-2</c:v>
                </c:pt>
                <c:pt idx="6168">
                  <c:v>4.19E-2</c:v>
                </c:pt>
                <c:pt idx="6169">
                  <c:v>4.1700000000000001E-2</c:v>
                </c:pt>
                <c:pt idx="6170">
                  <c:v>4.1099999999999998E-2</c:v>
                </c:pt>
                <c:pt idx="6171">
                  <c:v>4.1099999999999998E-2</c:v>
                </c:pt>
                <c:pt idx="6172">
                  <c:v>4.0899999999999999E-2</c:v>
                </c:pt>
                <c:pt idx="6173">
                  <c:v>4.0500000000000001E-2</c:v>
                </c:pt>
                <c:pt idx="6174">
                  <c:v>4.0500000000000001E-2</c:v>
                </c:pt>
                <c:pt idx="6175">
                  <c:v>4.07E-2</c:v>
                </c:pt>
                <c:pt idx="6176">
                  <c:v>4.1799999999999997E-2</c:v>
                </c:pt>
                <c:pt idx="6177">
                  <c:v>4.1799999999999997E-2</c:v>
                </c:pt>
                <c:pt idx="6178">
                  <c:v>4.24E-2</c:v>
                </c:pt>
                <c:pt idx="6179">
                  <c:v>4.24E-2</c:v>
                </c:pt>
                <c:pt idx="6180">
                  <c:v>4.2799999999999998E-2</c:v>
                </c:pt>
                <c:pt idx="6181">
                  <c:v>4.3999999999999997E-2</c:v>
                </c:pt>
                <c:pt idx="6182">
                  <c:v>4.2799999999999998E-2</c:v>
                </c:pt>
                <c:pt idx="6183">
                  <c:v>4.24E-2</c:v>
                </c:pt>
                <c:pt idx="6184">
                  <c:v>4.2500000000000003E-2</c:v>
                </c:pt>
                <c:pt idx="6185">
                  <c:v>4.19E-2</c:v>
                </c:pt>
                <c:pt idx="6186">
                  <c:v>4.1300000000000003E-2</c:v>
                </c:pt>
                <c:pt idx="6187">
                  <c:v>4.1099999999999998E-2</c:v>
                </c:pt>
                <c:pt idx="6188">
                  <c:v>4.0800000000000003E-2</c:v>
                </c:pt>
                <c:pt idx="6189">
                  <c:v>4.1399999999999999E-2</c:v>
                </c:pt>
                <c:pt idx="6190">
                  <c:v>4.1200000000000001E-2</c:v>
                </c:pt>
                <c:pt idx="6191">
                  <c:v>4.1300000000000003E-2</c:v>
                </c:pt>
                <c:pt idx="6192">
                  <c:v>4.1099999999999998E-2</c:v>
                </c:pt>
                <c:pt idx="6193">
                  <c:v>4.1399999999999999E-2</c:v>
                </c:pt>
                <c:pt idx="6194">
                  <c:v>4.1500000000000002E-2</c:v>
                </c:pt>
                <c:pt idx="6195">
                  <c:v>4.19E-2</c:v>
                </c:pt>
                <c:pt idx="6196">
                  <c:v>4.1500000000000002E-2</c:v>
                </c:pt>
                <c:pt idx="6197">
                  <c:v>4.1399999999999999E-2</c:v>
                </c:pt>
                <c:pt idx="6198">
                  <c:v>4.0500000000000001E-2</c:v>
                </c:pt>
                <c:pt idx="6199">
                  <c:v>4.0300000000000002E-2</c:v>
                </c:pt>
                <c:pt idx="6200">
                  <c:v>4.0599999999999997E-2</c:v>
                </c:pt>
                <c:pt idx="6201">
                  <c:v>4.0599999999999997E-2</c:v>
                </c:pt>
                <c:pt idx="6202">
                  <c:v>4.0599999999999997E-2</c:v>
                </c:pt>
                <c:pt idx="6203">
                  <c:v>4.0399999999999998E-2</c:v>
                </c:pt>
                <c:pt idx="6204">
                  <c:v>4.0399999999999998E-2</c:v>
                </c:pt>
                <c:pt idx="6205">
                  <c:v>4.0399999999999998E-2</c:v>
                </c:pt>
                <c:pt idx="6206">
                  <c:v>4.0899999999999999E-2</c:v>
                </c:pt>
                <c:pt idx="6207">
                  <c:v>4.0599999999999997E-2</c:v>
                </c:pt>
                <c:pt idx="6208">
                  <c:v>4.07E-2</c:v>
                </c:pt>
                <c:pt idx="6209">
                  <c:v>3.9899999999999998E-2</c:v>
                </c:pt>
                <c:pt idx="6210">
                  <c:v>4.0300000000000002E-2</c:v>
                </c:pt>
                <c:pt idx="6211">
                  <c:v>4.0500000000000001E-2</c:v>
                </c:pt>
                <c:pt idx="6212">
                  <c:v>4.1000000000000002E-2</c:v>
                </c:pt>
                <c:pt idx="6213">
                  <c:v>4.0899999999999999E-2</c:v>
                </c:pt>
                <c:pt idx="6214">
                  <c:v>4.0899999999999999E-2</c:v>
                </c:pt>
                <c:pt idx="6215">
                  <c:v>4.02E-2</c:v>
                </c:pt>
                <c:pt idx="6216">
                  <c:v>3.95E-2</c:v>
                </c:pt>
                <c:pt idx="6217">
                  <c:v>3.9199999999999999E-2</c:v>
                </c:pt>
                <c:pt idx="6218">
                  <c:v>4.0099999999999997E-2</c:v>
                </c:pt>
                <c:pt idx="6219">
                  <c:v>3.8899999999999997E-2</c:v>
                </c:pt>
                <c:pt idx="6220">
                  <c:v>3.8699999999999998E-2</c:v>
                </c:pt>
                <c:pt idx="6221">
                  <c:v>3.9100000000000003E-2</c:v>
                </c:pt>
                <c:pt idx="6222">
                  <c:v>3.8899999999999997E-2</c:v>
                </c:pt>
                <c:pt idx="6223">
                  <c:v>3.9E-2</c:v>
                </c:pt>
                <c:pt idx="6224">
                  <c:v>3.9E-2</c:v>
                </c:pt>
                <c:pt idx="6225">
                  <c:v>3.9600000000000003E-2</c:v>
                </c:pt>
                <c:pt idx="6226">
                  <c:v>3.9199999999999999E-2</c:v>
                </c:pt>
                <c:pt idx="6227">
                  <c:v>3.9600000000000003E-2</c:v>
                </c:pt>
                <c:pt idx="6228">
                  <c:v>3.9399999999999998E-2</c:v>
                </c:pt>
                <c:pt idx="6229">
                  <c:v>3.9100000000000003E-2</c:v>
                </c:pt>
                <c:pt idx="6230">
                  <c:v>3.95E-2</c:v>
                </c:pt>
                <c:pt idx="6231">
                  <c:v>3.9300000000000002E-2</c:v>
                </c:pt>
                <c:pt idx="6232">
                  <c:v>3.9800000000000002E-2</c:v>
                </c:pt>
                <c:pt idx="6233">
                  <c:v>3.9600000000000003E-2</c:v>
                </c:pt>
                <c:pt idx="6234">
                  <c:v>3.9699999999999999E-2</c:v>
                </c:pt>
                <c:pt idx="6235">
                  <c:v>3.95E-2</c:v>
                </c:pt>
                <c:pt idx="6236">
                  <c:v>3.9699999999999999E-2</c:v>
                </c:pt>
                <c:pt idx="6237">
                  <c:v>3.9699999999999999E-2</c:v>
                </c:pt>
                <c:pt idx="6238">
                  <c:v>4.0599999999999997E-2</c:v>
                </c:pt>
                <c:pt idx="6239">
                  <c:v>4.0899999999999999E-2</c:v>
                </c:pt>
                <c:pt idx="6240">
                  <c:v>0.04</c:v>
                </c:pt>
                <c:pt idx="6241">
                  <c:v>3.9899999999999998E-2</c:v>
                </c:pt>
                <c:pt idx="6242">
                  <c:v>3.9E-2</c:v>
                </c:pt>
                <c:pt idx="6243">
                  <c:v>3.8600000000000002E-2</c:v>
                </c:pt>
                <c:pt idx="6244">
                  <c:v>3.8300000000000001E-2</c:v>
                </c:pt>
                <c:pt idx="6245">
                  <c:v>3.8199999999999998E-2</c:v>
                </c:pt>
                <c:pt idx="6246">
                  <c:v>3.8100000000000002E-2</c:v>
                </c:pt>
                <c:pt idx="6247">
                  <c:v>3.7499999999999999E-2</c:v>
                </c:pt>
                <c:pt idx="6248">
                  <c:v>3.6999999999999998E-2</c:v>
                </c:pt>
                <c:pt idx="6249">
                  <c:v>3.7199999999999997E-2</c:v>
                </c:pt>
                <c:pt idx="6250">
                  <c:v>3.7499999999999999E-2</c:v>
                </c:pt>
                <c:pt idx="6251">
                  <c:v>3.7600000000000001E-2</c:v>
                </c:pt>
                <c:pt idx="6252">
                  <c:v>3.7999999999999999E-2</c:v>
                </c:pt>
                <c:pt idx="6253">
                  <c:v>3.8300000000000001E-2</c:v>
                </c:pt>
                <c:pt idx="6254">
                  <c:v>3.8300000000000001E-2</c:v>
                </c:pt>
                <c:pt idx="6255">
                  <c:v>3.8100000000000002E-2</c:v>
                </c:pt>
                <c:pt idx="6256">
                  <c:v>3.8100000000000002E-2</c:v>
                </c:pt>
                <c:pt idx="6257">
                  <c:v>3.7999999999999999E-2</c:v>
                </c:pt>
                <c:pt idx="6258">
                  <c:v>3.7699999999999997E-2</c:v>
                </c:pt>
                <c:pt idx="6259">
                  <c:v>3.7999999999999999E-2</c:v>
                </c:pt>
                <c:pt idx="6260">
                  <c:v>3.7699999999999997E-2</c:v>
                </c:pt>
                <c:pt idx="6261">
                  <c:v>3.7699999999999997E-2</c:v>
                </c:pt>
                <c:pt idx="6262">
                  <c:v>3.7499999999999999E-2</c:v>
                </c:pt>
                <c:pt idx="6263">
                  <c:v>3.6799999999999999E-2</c:v>
                </c:pt>
                <c:pt idx="6264">
                  <c:v>3.6700000000000003E-2</c:v>
                </c:pt>
                <c:pt idx="6265">
                  <c:v>3.6799999999999999E-2</c:v>
                </c:pt>
                <c:pt idx="6266">
                  <c:v>3.7699999999999997E-2</c:v>
                </c:pt>
                <c:pt idx="6267">
                  <c:v>3.8199999999999998E-2</c:v>
                </c:pt>
                <c:pt idx="6268">
                  <c:v>3.8300000000000001E-2</c:v>
                </c:pt>
                <c:pt idx="6269">
                  <c:v>3.9100000000000003E-2</c:v>
                </c:pt>
                <c:pt idx="6270">
                  <c:v>3.8100000000000002E-2</c:v>
                </c:pt>
                <c:pt idx="6271">
                  <c:v>3.7900000000000003E-2</c:v>
                </c:pt>
                <c:pt idx="6272">
                  <c:v>3.7600000000000001E-2</c:v>
                </c:pt>
                <c:pt idx="6273">
                  <c:v>3.7499999999999999E-2</c:v>
                </c:pt>
                <c:pt idx="6274">
                  <c:v>3.7499999999999999E-2</c:v>
                </c:pt>
                <c:pt idx="6275">
                  <c:v>3.7600000000000001E-2</c:v>
                </c:pt>
                <c:pt idx="6276">
                  <c:v>3.7100000000000001E-2</c:v>
                </c:pt>
                <c:pt idx="6277">
                  <c:v>3.6900000000000002E-2</c:v>
                </c:pt>
                <c:pt idx="6278">
                  <c:v>3.6499999999999998E-2</c:v>
                </c:pt>
                <c:pt idx="6279">
                  <c:v>3.7400000000000003E-2</c:v>
                </c:pt>
                <c:pt idx="6280">
                  <c:v>3.6799999999999999E-2</c:v>
                </c:pt>
                <c:pt idx="6281">
                  <c:v>3.6299999999999999E-2</c:v>
                </c:pt>
                <c:pt idx="6282">
                  <c:v>3.6600000000000001E-2</c:v>
                </c:pt>
                <c:pt idx="6283">
                  <c:v>3.6799999999999999E-2</c:v>
                </c:pt>
                <c:pt idx="6284">
                  <c:v>3.8300000000000001E-2</c:v>
                </c:pt>
                <c:pt idx="6285">
                  <c:v>3.7499999999999999E-2</c:v>
                </c:pt>
                <c:pt idx="6286">
                  <c:v>3.6799999999999999E-2</c:v>
                </c:pt>
                <c:pt idx="6287">
                  <c:v>3.6499999999999998E-2</c:v>
                </c:pt>
                <c:pt idx="6288">
                  <c:v>3.6299999999999999E-2</c:v>
                </c:pt>
                <c:pt idx="6289">
                  <c:v>3.6700000000000003E-2</c:v>
                </c:pt>
                <c:pt idx="6290">
                  <c:v>3.5900000000000001E-2</c:v>
                </c:pt>
                <c:pt idx="6291">
                  <c:v>3.5499999999999997E-2</c:v>
                </c:pt>
                <c:pt idx="6292">
                  <c:v>3.5299999999999998E-2</c:v>
                </c:pt>
                <c:pt idx="6293">
                  <c:v>3.4799999999999998E-2</c:v>
                </c:pt>
                <c:pt idx="6294">
                  <c:v>3.4799999999999998E-2</c:v>
                </c:pt>
                <c:pt idx="6295">
                  <c:v>3.4200000000000001E-2</c:v>
                </c:pt>
                <c:pt idx="6296">
                  <c:v>3.4200000000000001E-2</c:v>
                </c:pt>
                <c:pt idx="6297">
                  <c:v>3.4299999999999997E-2</c:v>
                </c:pt>
                <c:pt idx="6298">
                  <c:v>3.4599999999999999E-2</c:v>
                </c:pt>
                <c:pt idx="6299">
                  <c:v>3.4700000000000002E-2</c:v>
                </c:pt>
                <c:pt idx="6300">
                  <c:v>3.49E-2</c:v>
                </c:pt>
                <c:pt idx="6301">
                  <c:v>3.4700000000000002E-2</c:v>
                </c:pt>
                <c:pt idx="6302">
                  <c:v>3.4599999999999999E-2</c:v>
                </c:pt>
                <c:pt idx="6303">
                  <c:v>3.49E-2</c:v>
                </c:pt>
                <c:pt idx="6304">
                  <c:v>3.4299999999999997E-2</c:v>
                </c:pt>
                <c:pt idx="6305">
                  <c:v>3.5499999999999997E-2</c:v>
                </c:pt>
                <c:pt idx="6306">
                  <c:v>3.3700000000000001E-2</c:v>
                </c:pt>
                <c:pt idx="6307">
                  <c:v>3.4799999999999998E-2</c:v>
                </c:pt>
                <c:pt idx="6308">
                  <c:v>3.5400000000000001E-2</c:v>
                </c:pt>
                <c:pt idx="6309">
                  <c:v>3.6200000000000003E-2</c:v>
                </c:pt>
                <c:pt idx="6310">
                  <c:v>3.6900000000000002E-2</c:v>
                </c:pt>
                <c:pt idx="6311">
                  <c:v>3.6900000000000002E-2</c:v>
                </c:pt>
                <c:pt idx="6312">
                  <c:v>3.78E-2</c:v>
                </c:pt>
                <c:pt idx="6313">
                  <c:v>3.8300000000000001E-2</c:v>
                </c:pt>
                <c:pt idx="6314">
                  <c:v>3.8300000000000001E-2</c:v>
                </c:pt>
                <c:pt idx="6315">
                  <c:v>3.7699999999999997E-2</c:v>
                </c:pt>
                <c:pt idx="6316">
                  <c:v>3.7499999999999999E-2</c:v>
                </c:pt>
                <c:pt idx="6317">
                  <c:v>3.7499999999999999E-2</c:v>
                </c:pt>
                <c:pt idx="6318">
                  <c:v>3.7699999999999997E-2</c:v>
                </c:pt>
                <c:pt idx="6319">
                  <c:v>3.7400000000000003E-2</c:v>
                </c:pt>
                <c:pt idx="6320">
                  <c:v>3.7400000000000003E-2</c:v>
                </c:pt>
                <c:pt idx="6321">
                  <c:v>3.7699999999999997E-2</c:v>
                </c:pt>
                <c:pt idx="6322">
                  <c:v>3.9E-2</c:v>
                </c:pt>
                <c:pt idx="6323">
                  <c:v>3.9899999999999998E-2</c:v>
                </c:pt>
                <c:pt idx="6324">
                  <c:v>4.1300000000000003E-2</c:v>
                </c:pt>
                <c:pt idx="6325">
                  <c:v>4.0800000000000003E-2</c:v>
                </c:pt>
                <c:pt idx="6326">
                  <c:v>4.07E-2</c:v>
                </c:pt>
                <c:pt idx="6327">
                  <c:v>4.36E-2</c:v>
                </c:pt>
                <c:pt idx="6328">
                  <c:v>4.7199999999999999E-2</c:v>
                </c:pt>
                <c:pt idx="6329">
                  <c:v>5.1999999999999998E-2</c:v>
                </c:pt>
                <c:pt idx="6330">
                  <c:v>4.9799999999999997E-2</c:v>
                </c:pt>
                <c:pt idx="6331">
                  <c:v>5.3800000000000001E-2</c:v>
                </c:pt>
                <c:pt idx="6332">
                  <c:v>4.9299999999999997E-2</c:v>
                </c:pt>
                <c:pt idx="6333">
                  <c:v>5.11E-2</c:v>
                </c:pt>
                <c:pt idx="6334">
                  <c:v>5.04E-2</c:v>
                </c:pt>
                <c:pt idx="6335">
                  <c:v>4.9299999999999997E-2</c:v>
                </c:pt>
                <c:pt idx="6336">
                  <c:v>4.8899999999999999E-2</c:v>
                </c:pt>
                <c:pt idx="6337">
                  <c:v>4.8500000000000001E-2</c:v>
                </c:pt>
                <c:pt idx="6338">
                  <c:v>4.8500000000000001E-2</c:v>
                </c:pt>
                <c:pt idx="6339">
                  <c:v>4.8099999999999997E-2</c:v>
                </c:pt>
                <c:pt idx="6340">
                  <c:v>4.8099999999999997E-2</c:v>
                </c:pt>
                <c:pt idx="6341">
                  <c:v>4.5100000000000001E-2</c:v>
                </c:pt>
                <c:pt idx="6342">
                  <c:v>4.53E-2</c:v>
                </c:pt>
                <c:pt idx="6343">
                  <c:v>4.4499999999999998E-2</c:v>
                </c:pt>
                <c:pt idx="6344">
                  <c:v>4.4200000000000003E-2</c:v>
                </c:pt>
                <c:pt idx="6345">
                  <c:v>4.4299999999999999E-2</c:v>
                </c:pt>
                <c:pt idx="6346">
                  <c:v>4.5199999999999997E-2</c:v>
                </c:pt>
                <c:pt idx="6347">
                  <c:v>4.4699999999999997E-2</c:v>
                </c:pt>
                <c:pt idx="6348">
                  <c:v>4.3900000000000002E-2</c:v>
                </c:pt>
                <c:pt idx="6349">
                  <c:v>4.3700000000000003E-2</c:v>
                </c:pt>
                <c:pt idx="6350">
                  <c:v>4.36E-2</c:v>
                </c:pt>
                <c:pt idx="6351">
                  <c:v>4.36E-2</c:v>
                </c:pt>
                <c:pt idx="6352">
                  <c:v>4.3099999999999999E-2</c:v>
                </c:pt>
                <c:pt idx="6353">
                  <c:v>4.2500000000000003E-2</c:v>
                </c:pt>
                <c:pt idx="6354">
                  <c:v>4.0399999999999998E-2</c:v>
                </c:pt>
                <c:pt idx="6355">
                  <c:v>3.9800000000000002E-2</c:v>
                </c:pt>
                <c:pt idx="6356">
                  <c:v>3.9600000000000003E-2</c:v>
                </c:pt>
                <c:pt idx="6357">
                  <c:v>4.0300000000000002E-2</c:v>
                </c:pt>
                <c:pt idx="6358">
                  <c:v>4.0800000000000003E-2</c:v>
                </c:pt>
                <c:pt idx="6359">
                  <c:v>4.1000000000000002E-2</c:v>
                </c:pt>
                <c:pt idx="6360">
                  <c:v>4.0599999999999997E-2</c:v>
                </c:pt>
                <c:pt idx="6361">
                  <c:v>4.0599999999999997E-2</c:v>
                </c:pt>
                <c:pt idx="6362">
                  <c:v>4.0800000000000003E-2</c:v>
                </c:pt>
                <c:pt idx="6363">
                  <c:v>4.2000000000000003E-2</c:v>
                </c:pt>
                <c:pt idx="6364">
                  <c:v>4.2000000000000003E-2</c:v>
                </c:pt>
                <c:pt idx="6365">
                  <c:v>4.1799999999999997E-2</c:v>
                </c:pt>
                <c:pt idx="6366">
                  <c:v>4.1500000000000002E-2</c:v>
                </c:pt>
                <c:pt idx="6367">
                  <c:v>4.1099999999999998E-2</c:v>
                </c:pt>
                <c:pt idx="6368">
                  <c:v>4.0599999999999997E-2</c:v>
                </c:pt>
                <c:pt idx="6369">
                  <c:v>3.9699999999999999E-2</c:v>
                </c:pt>
                <c:pt idx="6370">
                  <c:v>3.9600000000000003E-2</c:v>
                </c:pt>
                <c:pt idx="6371">
                  <c:v>3.9100000000000003E-2</c:v>
                </c:pt>
                <c:pt idx="6372">
                  <c:v>3.8100000000000002E-2</c:v>
                </c:pt>
                <c:pt idx="6373">
                  <c:v>3.8100000000000002E-2</c:v>
                </c:pt>
                <c:pt idx="6374">
                  <c:v>3.7999999999999999E-2</c:v>
                </c:pt>
                <c:pt idx="6375">
                  <c:v>3.78E-2</c:v>
                </c:pt>
                <c:pt idx="6376">
                  <c:v>3.7699999999999997E-2</c:v>
                </c:pt>
                <c:pt idx="6377">
                  <c:v>3.8399999999999997E-2</c:v>
                </c:pt>
                <c:pt idx="6378">
                  <c:v>3.8800000000000001E-2</c:v>
                </c:pt>
                <c:pt idx="6379">
                  <c:v>3.8899999999999997E-2</c:v>
                </c:pt>
                <c:pt idx="6380">
                  <c:v>3.8699999999999998E-2</c:v>
                </c:pt>
                <c:pt idx="6381">
                  <c:v>3.9300000000000002E-2</c:v>
                </c:pt>
                <c:pt idx="6382">
                  <c:v>3.9300000000000002E-2</c:v>
                </c:pt>
                <c:pt idx="6383">
                  <c:v>3.95E-2</c:v>
                </c:pt>
                <c:pt idx="6384">
                  <c:v>3.9600000000000003E-2</c:v>
                </c:pt>
                <c:pt idx="6385">
                  <c:v>3.8800000000000001E-2</c:v>
                </c:pt>
                <c:pt idx="6386">
                  <c:v>3.8699999999999998E-2</c:v>
                </c:pt>
                <c:pt idx="6387">
                  <c:v>3.9399999999999998E-2</c:v>
                </c:pt>
                <c:pt idx="6388">
                  <c:v>3.7699999999999997E-2</c:v>
                </c:pt>
                <c:pt idx="6389">
                  <c:v>3.78E-2</c:v>
                </c:pt>
                <c:pt idx="6390">
                  <c:v>3.7900000000000003E-2</c:v>
                </c:pt>
                <c:pt idx="6391">
                  <c:v>3.7400000000000003E-2</c:v>
                </c:pt>
                <c:pt idx="6392">
                  <c:v>3.7699999999999997E-2</c:v>
                </c:pt>
                <c:pt idx="6393">
                  <c:v>3.7699999999999997E-2</c:v>
                </c:pt>
                <c:pt idx="6394">
                  <c:v>3.6999999999999998E-2</c:v>
                </c:pt>
                <c:pt idx="6395">
                  <c:v>3.6499999999999998E-2</c:v>
                </c:pt>
                <c:pt idx="6396">
                  <c:v>3.61E-2</c:v>
                </c:pt>
                <c:pt idx="6397">
                  <c:v>3.5900000000000001E-2</c:v>
                </c:pt>
                <c:pt idx="6398">
                  <c:v>3.5700000000000003E-2</c:v>
                </c:pt>
                <c:pt idx="6399">
                  <c:v>3.6200000000000003E-2</c:v>
                </c:pt>
                <c:pt idx="6400">
                  <c:v>3.6200000000000003E-2</c:v>
                </c:pt>
                <c:pt idx="6401">
                  <c:v>3.6700000000000003E-2</c:v>
                </c:pt>
                <c:pt idx="6402">
                  <c:v>3.6600000000000001E-2</c:v>
                </c:pt>
                <c:pt idx="6403">
                  <c:v>3.6299999999999999E-2</c:v>
                </c:pt>
                <c:pt idx="6404">
                  <c:v>3.6799999999999999E-2</c:v>
                </c:pt>
                <c:pt idx="6405">
                  <c:v>3.7199999999999997E-2</c:v>
                </c:pt>
                <c:pt idx="6406">
                  <c:v>3.6900000000000002E-2</c:v>
                </c:pt>
                <c:pt idx="6407">
                  <c:v>3.5499999999999997E-2</c:v>
                </c:pt>
                <c:pt idx="6408">
                  <c:v>3.5000000000000003E-2</c:v>
                </c:pt>
                <c:pt idx="6409">
                  <c:v>3.44E-2</c:v>
                </c:pt>
                <c:pt idx="6410">
                  <c:v>3.4000000000000002E-2</c:v>
                </c:pt>
                <c:pt idx="6411">
                  <c:v>3.4000000000000002E-2</c:v>
                </c:pt>
                <c:pt idx="6412">
                  <c:v>3.3700000000000001E-2</c:v>
                </c:pt>
                <c:pt idx="6413">
                  <c:v>3.4700000000000002E-2</c:v>
                </c:pt>
                <c:pt idx="6414">
                  <c:v>3.49E-2</c:v>
                </c:pt>
                <c:pt idx="6415">
                  <c:v>3.49E-2</c:v>
                </c:pt>
                <c:pt idx="6416">
                  <c:v>3.4700000000000002E-2</c:v>
                </c:pt>
                <c:pt idx="6417">
                  <c:v>3.4500000000000003E-2</c:v>
                </c:pt>
                <c:pt idx="6418">
                  <c:v>3.4200000000000001E-2</c:v>
                </c:pt>
                <c:pt idx="6419">
                  <c:v>3.4000000000000002E-2</c:v>
                </c:pt>
                <c:pt idx="6420">
                  <c:v>3.3500000000000002E-2</c:v>
                </c:pt>
                <c:pt idx="6421">
                  <c:v>3.4000000000000002E-2</c:v>
                </c:pt>
                <c:pt idx="6422">
                  <c:v>3.3500000000000002E-2</c:v>
                </c:pt>
                <c:pt idx="6423">
                  <c:v>3.32E-2</c:v>
                </c:pt>
                <c:pt idx="6424">
                  <c:v>3.32E-2</c:v>
                </c:pt>
                <c:pt idx="6425">
                  <c:v>3.3399999999999999E-2</c:v>
                </c:pt>
                <c:pt idx="6426">
                  <c:v>3.4000000000000002E-2</c:v>
                </c:pt>
                <c:pt idx="6427">
                  <c:v>3.4000000000000002E-2</c:v>
                </c:pt>
                <c:pt idx="6428">
                  <c:v>3.4299999999999997E-2</c:v>
                </c:pt>
                <c:pt idx="6429">
                  <c:v>3.4099999999999998E-2</c:v>
                </c:pt>
                <c:pt idx="6430">
                  <c:v>3.4700000000000002E-2</c:v>
                </c:pt>
                <c:pt idx="6431">
                  <c:v>3.5000000000000003E-2</c:v>
                </c:pt>
                <c:pt idx="6432">
                  <c:v>3.5000000000000003E-2</c:v>
                </c:pt>
                <c:pt idx="6433">
                  <c:v>3.5200000000000002E-2</c:v>
                </c:pt>
                <c:pt idx="6434">
                  <c:v>3.5200000000000002E-2</c:v>
                </c:pt>
                <c:pt idx="6435">
                  <c:v>3.4700000000000002E-2</c:v>
                </c:pt>
                <c:pt idx="6436">
                  <c:v>3.5099999999999999E-2</c:v>
                </c:pt>
                <c:pt idx="6437">
                  <c:v>3.5099999999999999E-2</c:v>
                </c:pt>
                <c:pt idx="6438">
                  <c:v>3.5200000000000002E-2</c:v>
                </c:pt>
                <c:pt idx="6439">
                  <c:v>3.49E-2</c:v>
                </c:pt>
                <c:pt idx="6440">
                  <c:v>3.49E-2</c:v>
                </c:pt>
                <c:pt idx="6441">
                  <c:v>3.49E-2</c:v>
                </c:pt>
                <c:pt idx="6442">
                  <c:v>3.4299999999999997E-2</c:v>
                </c:pt>
                <c:pt idx="6443">
                  <c:v>3.3799999999999997E-2</c:v>
                </c:pt>
                <c:pt idx="6444">
                  <c:v>3.39E-2</c:v>
                </c:pt>
                <c:pt idx="6445">
                  <c:v>3.39E-2</c:v>
                </c:pt>
                <c:pt idx="6446">
                  <c:v>3.39E-2</c:v>
                </c:pt>
                <c:pt idx="6447">
                  <c:v>3.3500000000000002E-2</c:v>
                </c:pt>
                <c:pt idx="6448">
                  <c:v>3.3099999999999997E-2</c:v>
                </c:pt>
                <c:pt idx="6449">
                  <c:v>3.3099999999999997E-2</c:v>
                </c:pt>
                <c:pt idx="6450">
                  <c:v>3.2599999999999997E-2</c:v>
                </c:pt>
                <c:pt idx="6451">
                  <c:v>3.2500000000000001E-2</c:v>
                </c:pt>
                <c:pt idx="6452">
                  <c:v>3.2800000000000003E-2</c:v>
                </c:pt>
                <c:pt idx="6453">
                  <c:v>3.32E-2</c:v>
                </c:pt>
                <c:pt idx="6454">
                  <c:v>3.2899999999999999E-2</c:v>
                </c:pt>
                <c:pt idx="6455">
                  <c:v>3.3300000000000003E-2</c:v>
                </c:pt>
                <c:pt idx="6456">
                  <c:v>3.3599999999999998E-2</c:v>
                </c:pt>
                <c:pt idx="6457">
                  <c:v>3.32E-2</c:v>
                </c:pt>
                <c:pt idx="6458">
                  <c:v>3.32E-2</c:v>
                </c:pt>
                <c:pt idx="6459">
                  <c:v>3.3799999999999997E-2</c:v>
                </c:pt>
                <c:pt idx="6460">
                  <c:v>3.4200000000000001E-2</c:v>
                </c:pt>
                <c:pt idx="6461">
                  <c:v>3.5299999999999998E-2</c:v>
                </c:pt>
                <c:pt idx="6462">
                  <c:v>3.56E-2</c:v>
                </c:pt>
                <c:pt idx="6463">
                  <c:v>3.7100000000000001E-2</c:v>
                </c:pt>
                <c:pt idx="6464">
                  <c:v>3.7100000000000001E-2</c:v>
                </c:pt>
                <c:pt idx="6465">
                  <c:v>3.7999999999999999E-2</c:v>
                </c:pt>
                <c:pt idx="6466">
                  <c:v>3.6900000000000002E-2</c:v>
                </c:pt>
                <c:pt idx="6467">
                  <c:v>3.6999999999999998E-2</c:v>
                </c:pt>
                <c:pt idx="6468">
                  <c:v>3.7499999999999999E-2</c:v>
                </c:pt>
                <c:pt idx="6469">
                  <c:v>3.7100000000000001E-2</c:v>
                </c:pt>
                <c:pt idx="6470">
                  <c:v>3.6900000000000002E-2</c:v>
                </c:pt>
                <c:pt idx="6471">
                  <c:v>3.6700000000000003E-2</c:v>
                </c:pt>
                <c:pt idx="6472">
                  <c:v>3.6700000000000003E-2</c:v>
                </c:pt>
                <c:pt idx="6473">
                  <c:v>3.5999999999999997E-2</c:v>
                </c:pt>
                <c:pt idx="6474">
                  <c:v>3.5499999999999997E-2</c:v>
                </c:pt>
                <c:pt idx="6475">
                  <c:v>3.5299999999999998E-2</c:v>
                </c:pt>
                <c:pt idx="6476">
                  <c:v>3.4799999999999998E-2</c:v>
                </c:pt>
                <c:pt idx="6477">
                  <c:v>3.4799999999999998E-2</c:v>
                </c:pt>
                <c:pt idx="6478">
                  <c:v>3.5099999999999999E-2</c:v>
                </c:pt>
                <c:pt idx="6479">
                  <c:v>3.5099999999999999E-2</c:v>
                </c:pt>
                <c:pt idx="6480">
                  <c:v>3.5700000000000003E-2</c:v>
                </c:pt>
                <c:pt idx="6481">
                  <c:v>3.56E-2</c:v>
                </c:pt>
                <c:pt idx="6482">
                  <c:v>3.5700000000000003E-2</c:v>
                </c:pt>
                <c:pt idx="6483">
                  <c:v>3.61E-2</c:v>
                </c:pt>
                <c:pt idx="6484">
                  <c:v>3.5799999999999998E-2</c:v>
                </c:pt>
                <c:pt idx="6485">
                  <c:v>3.5799999999999998E-2</c:v>
                </c:pt>
                <c:pt idx="6486">
                  <c:v>3.56E-2</c:v>
                </c:pt>
                <c:pt idx="6487">
                  <c:v>3.56E-2</c:v>
                </c:pt>
                <c:pt idx="6488">
                  <c:v>3.6200000000000003E-2</c:v>
                </c:pt>
                <c:pt idx="6489">
                  <c:v>3.6299999999999999E-2</c:v>
                </c:pt>
                <c:pt idx="6490">
                  <c:v>3.6999999999999998E-2</c:v>
                </c:pt>
                <c:pt idx="6491">
                  <c:v>3.7100000000000001E-2</c:v>
                </c:pt>
                <c:pt idx="6492">
                  <c:v>3.6799999999999999E-2</c:v>
                </c:pt>
                <c:pt idx="6493">
                  <c:v>3.7199999999999997E-2</c:v>
                </c:pt>
                <c:pt idx="6494">
                  <c:v>3.6900000000000002E-2</c:v>
                </c:pt>
                <c:pt idx="6495">
                  <c:v>3.6900000000000002E-2</c:v>
                </c:pt>
                <c:pt idx="6496">
                  <c:v>3.6600000000000001E-2</c:v>
                </c:pt>
                <c:pt idx="6497">
                  <c:v>3.6600000000000001E-2</c:v>
                </c:pt>
                <c:pt idx="6498">
                  <c:v>3.5999999999999997E-2</c:v>
                </c:pt>
                <c:pt idx="6499">
                  <c:v>3.5499999999999997E-2</c:v>
                </c:pt>
                <c:pt idx="6500">
                  <c:v>3.5499999999999997E-2</c:v>
                </c:pt>
                <c:pt idx="6501">
                  <c:v>3.5200000000000002E-2</c:v>
                </c:pt>
                <c:pt idx="6502">
                  <c:v>3.49E-2</c:v>
                </c:pt>
                <c:pt idx="6503">
                  <c:v>3.4500000000000003E-2</c:v>
                </c:pt>
                <c:pt idx="6504">
                  <c:v>3.3799999999999997E-2</c:v>
                </c:pt>
                <c:pt idx="6505">
                  <c:v>3.4000000000000002E-2</c:v>
                </c:pt>
                <c:pt idx="6506">
                  <c:v>3.4000000000000002E-2</c:v>
                </c:pt>
                <c:pt idx="6507">
                  <c:v>3.4099999999999998E-2</c:v>
                </c:pt>
                <c:pt idx="6508">
                  <c:v>3.4200000000000001E-2</c:v>
                </c:pt>
                <c:pt idx="6509">
                  <c:v>3.4299999999999997E-2</c:v>
                </c:pt>
                <c:pt idx="6510">
                  <c:v>3.4299999999999997E-2</c:v>
                </c:pt>
                <c:pt idx="6511">
                  <c:v>3.4299999999999997E-2</c:v>
                </c:pt>
                <c:pt idx="6512">
                  <c:v>3.4200000000000001E-2</c:v>
                </c:pt>
                <c:pt idx="6513">
                  <c:v>3.4099999999999998E-2</c:v>
                </c:pt>
                <c:pt idx="6514">
                  <c:v>3.39E-2</c:v>
                </c:pt>
                <c:pt idx="6515">
                  <c:v>3.4000000000000002E-2</c:v>
                </c:pt>
                <c:pt idx="6516">
                  <c:v>3.39E-2</c:v>
                </c:pt>
                <c:pt idx="6517">
                  <c:v>3.39E-2</c:v>
                </c:pt>
                <c:pt idx="6518">
                  <c:v>3.39E-2</c:v>
                </c:pt>
                <c:pt idx="6519">
                  <c:v>3.4200000000000001E-2</c:v>
                </c:pt>
                <c:pt idx="6520">
                  <c:v>3.4099999999999998E-2</c:v>
                </c:pt>
                <c:pt idx="6521">
                  <c:v>3.3700000000000001E-2</c:v>
                </c:pt>
                <c:pt idx="6522">
                  <c:v>3.3700000000000001E-2</c:v>
                </c:pt>
                <c:pt idx="6523">
                  <c:v>3.3799999999999997E-2</c:v>
                </c:pt>
                <c:pt idx="6524">
                  <c:v>3.32E-2</c:v>
                </c:pt>
                <c:pt idx="6525">
                  <c:v>3.3300000000000003E-2</c:v>
                </c:pt>
                <c:pt idx="6526">
                  <c:v>3.3300000000000003E-2</c:v>
                </c:pt>
                <c:pt idx="6527">
                  <c:v>3.3000000000000002E-2</c:v>
                </c:pt>
                <c:pt idx="6528">
                  <c:v>3.3099999999999997E-2</c:v>
                </c:pt>
                <c:pt idx="6529">
                  <c:v>3.3000000000000002E-2</c:v>
                </c:pt>
                <c:pt idx="6530">
                  <c:v>3.3099999999999997E-2</c:v>
                </c:pt>
                <c:pt idx="6531">
                  <c:v>3.3500000000000002E-2</c:v>
                </c:pt>
                <c:pt idx="6532">
                  <c:v>3.3500000000000002E-2</c:v>
                </c:pt>
                <c:pt idx="6533">
                  <c:v>3.3399999999999999E-2</c:v>
                </c:pt>
                <c:pt idx="6534">
                  <c:v>3.3399999999999999E-2</c:v>
                </c:pt>
                <c:pt idx="6535">
                  <c:v>3.4799999999999998E-2</c:v>
                </c:pt>
                <c:pt idx="6536">
                  <c:v>3.4599999999999999E-2</c:v>
                </c:pt>
                <c:pt idx="6537">
                  <c:v>3.3700000000000001E-2</c:v>
                </c:pt>
                <c:pt idx="6538">
                  <c:v>3.3500000000000002E-2</c:v>
                </c:pt>
                <c:pt idx="6539">
                  <c:v>3.39E-2</c:v>
                </c:pt>
                <c:pt idx="6540">
                  <c:v>3.4000000000000002E-2</c:v>
                </c:pt>
                <c:pt idx="6541">
                  <c:v>3.4299999999999997E-2</c:v>
                </c:pt>
                <c:pt idx="6542">
                  <c:v>3.4599999999999999E-2</c:v>
                </c:pt>
                <c:pt idx="6543">
                  <c:v>3.4700000000000002E-2</c:v>
                </c:pt>
                <c:pt idx="6544">
                  <c:v>3.4500000000000003E-2</c:v>
                </c:pt>
                <c:pt idx="6545">
                  <c:v>3.4200000000000001E-2</c:v>
                </c:pt>
                <c:pt idx="6546">
                  <c:v>3.4200000000000001E-2</c:v>
                </c:pt>
                <c:pt idx="6547">
                  <c:v>3.39E-2</c:v>
                </c:pt>
                <c:pt idx="6548">
                  <c:v>3.4000000000000002E-2</c:v>
                </c:pt>
                <c:pt idx="6549">
                  <c:v>3.4000000000000002E-2</c:v>
                </c:pt>
                <c:pt idx="6550">
                  <c:v>3.4299999999999997E-2</c:v>
                </c:pt>
                <c:pt idx="6551">
                  <c:v>3.44E-2</c:v>
                </c:pt>
                <c:pt idx="6552">
                  <c:v>3.4700000000000002E-2</c:v>
                </c:pt>
                <c:pt idx="6553">
                  <c:v>3.5000000000000003E-2</c:v>
                </c:pt>
                <c:pt idx="6554">
                  <c:v>3.5000000000000003E-2</c:v>
                </c:pt>
                <c:pt idx="6555">
                  <c:v>3.5499999999999997E-2</c:v>
                </c:pt>
                <c:pt idx="6556">
                  <c:v>3.5099999999999999E-2</c:v>
                </c:pt>
                <c:pt idx="6557">
                  <c:v>3.4799999999999998E-2</c:v>
                </c:pt>
                <c:pt idx="6558">
                  <c:v>3.4299999999999997E-2</c:v>
                </c:pt>
                <c:pt idx="6559">
                  <c:v>3.4700000000000002E-2</c:v>
                </c:pt>
                <c:pt idx="6560">
                  <c:v>3.5000000000000003E-2</c:v>
                </c:pt>
                <c:pt idx="6561">
                  <c:v>3.5000000000000003E-2</c:v>
                </c:pt>
                <c:pt idx="6562">
                  <c:v>3.4700000000000002E-2</c:v>
                </c:pt>
                <c:pt idx="6563">
                  <c:v>3.5400000000000001E-2</c:v>
                </c:pt>
                <c:pt idx="6564">
                  <c:v>3.6499999999999998E-2</c:v>
                </c:pt>
                <c:pt idx="6565">
                  <c:v>3.6999999999999998E-2</c:v>
                </c:pt>
                <c:pt idx="6566">
                  <c:v>3.6600000000000001E-2</c:v>
                </c:pt>
                <c:pt idx="6567">
                  <c:v>3.5400000000000001E-2</c:v>
                </c:pt>
                <c:pt idx="6568">
                  <c:v>3.6600000000000001E-2</c:v>
                </c:pt>
                <c:pt idx="6569">
                  <c:v>3.85E-2</c:v>
                </c:pt>
                <c:pt idx="6570">
                  <c:v>3.78E-2</c:v>
                </c:pt>
                <c:pt idx="6571">
                  <c:v>3.7199999999999997E-2</c:v>
                </c:pt>
                <c:pt idx="6572">
                  <c:v>3.7699999999999997E-2</c:v>
                </c:pt>
                <c:pt idx="6573">
                  <c:v>3.8800000000000001E-2</c:v>
                </c:pt>
                <c:pt idx="6574">
                  <c:v>3.9600000000000003E-2</c:v>
                </c:pt>
                <c:pt idx="6575">
                  <c:v>3.9300000000000002E-2</c:v>
                </c:pt>
                <c:pt idx="6576">
                  <c:v>3.8300000000000001E-2</c:v>
                </c:pt>
                <c:pt idx="6577">
                  <c:v>3.9100000000000003E-2</c:v>
                </c:pt>
                <c:pt idx="6578">
                  <c:v>3.8600000000000002E-2</c:v>
                </c:pt>
                <c:pt idx="6579">
                  <c:v>4.1099999999999998E-2</c:v>
                </c:pt>
                <c:pt idx="6580">
                  <c:v>3.9899999999999998E-2</c:v>
                </c:pt>
                <c:pt idx="6581">
                  <c:v>3.9100000000000003E-2</c:v>
                </c:pt>
                <c:pt idx="6582">
                  <c:v>3.8899999999999997E-2</c:v>
                </c:pt>
                <c:pt idx="6583">
                  <c:v>3.8800000000000001E-2</c:v>
                </c:pt>
                <c:pt idx="6584">
                  <c:v>4.1200000000000001E-2</c:v>
                </c:pt>
                <c:pt idx="6585">
                  <c:v>4.0800000000000003E-2</c:v>
                </c:pt>
                <c:pt idx="6586">
                  <c:v>3.9699999999999999E-2</c:v>
                </c:pt>
                <c:pt idx="6587">
                  <c:v>3.9699999999999999E-2</c:v>
                </c:pt>
                <c:pt idx="6588">
                  <c:v>3.9699999999999999E-2</c:v>
                </c:pt>
                <c:pt idx="6589">
                  <c:v>3.9699999999999999E-2</c:v>
                </c:pt>
                <c:pt idx="6590">
                  <c:v>3.8300000000000001E-2</c:v>
                </c:pt>
                <c:pt idx="6591">
                  <c:v>3.8600000000000002E-2</c:v>
                </c:pt>
                <c:pt idx="6592">
                  <c:v>3.7499999999999999E-2</c:v>
                </c:pt>
                <c:pt idx="6593">
                  <c:v>3.73E-2</c:v>
                </c:pt>
                <c:pt idx="6594">
                  <c:v>3.6999999999999998E-2</c:v>
                </c:pt>
                <c:pt idx="6595">
                  <c:v>3.73E-2</c:v>
                </c:pt>
                <c:pt idx="6596">
                  <c:v>3.7100000000000001E-2</c:v>
                </c:pt>
                <c:pt idx="6597">
                  <c:v>3.6900000000000002E-2</c:v>
                </c:pt>
                <c:pt idx="6598">
                  <c:v>3.73E-2</c:v>
                </c:pt>
                <c:pt idx="6599">
                  <c:v>3.6700000000000003E-2</c:v>
                </c:pt>
                <c:pt idx="6600">
                  <c:v>3.6200000000000003E-2</c:v>
                </c:pt>
                <c:pt idx="6601">
                  <c:v>3.5999999999999997E-2</c:v>
                </c:pt>
                <c:pt idx="6602">
                  <c:v>3.5999999999999997E-2</c:v>
                </c:pt>
                <c:pt idx="6603">
                  <c:v>3.61E-2</c:v>
                </c:pt>
                <c:pt idx="6604">
                  <c:v>3.5700000000000003E-2</c:v>
                </c:pt>
                <c:pt idx="6605">
                  <c:v>3.5700000000000003E-2</c:v>
                </c:pt>
                <c:pt idx="6606">
                  <c:v>3.5000000000000003E-2</c:v>
                </c:pt>
                <c:pt idx="6607">
                  <c:v>3.5799999999999998E-2</c:v>
                </c:pt>
                <c:pt idx="6608">
                  <c:v>3.5799999999999998E-2</c:v>
                </c:pt>
                <c:pt idx="6609">
                  <c:v>3.4799999999999998E-2</c:v>
                </c:pt>
                <c:pt idx="6610">
                  <c:v>3.5200000000000002E-2</c:v>
                </c:pt>
                <c:pt idx="6611">
                  <c:v>3.5700000000000003E-2</c:v>
                </c:pt>
                <c:pt idx="6612">
                  <c:v>3.5299999999999998E-2</c:v>
                </c:pt>
                <c:pt idx="6613">
                  <c:v>3.5000000000000003E-2</c:v>
                </c:pt>
                <c:pt idx="6614">
                  <c:v>3.4500000000000003E-2</c:v>
                </c:pt>
                <c:pt idx="6615">
                  <c:v>3.4099999999999998E-2</c:v>
                </c:pt>
                <c:pt idx="6616">
                  <c:v>3.39E-2</c:v>
                </c:pt>
                <c:pt idx="6617">
                  <c:v>3.44E-2</c:v>
                </c:pt>
                <c:pt idx="6618">
                  <c:v>3.3799999999999997E-2</c:v>
                </c:pt>
                <c:pt idx="6619">
                  <c:v>3.39E-2</c:v>
                </c:pt>
                <c:pt idx="6620">
                  <c:v>3.3799999999999997E-2</c:v>
                </c:pt>
                <c:pt idx="6621">
                  <c:v>3.49E-2</c:v>
                </c:pt>
                <c:pt idx="6622">
                  <c:v>3.4700000000000002E-2</c:v>
                </c:pt>
                <c:pt idx="6623">
                  <c:v>3.5200000000000002E-2</c:v>
                </c:pt>
                <c:pt idx="6624">
                  <c:v>3.5200000000000002E-2</c:v>
                </c:pt>
                <c:pt idx="6625">
                  <c:v>3.5499999999999997E-2</c:v>
                </c:pt>
                <c:pt idx="6626">
                  <c:v>3.5299999999999998E-2</c:v>
                </c:pt>
                <c:pt idx="6627">
                  <c:v>3.56E-2</c:v>
                </c:pt>
                <c:pt idx="6628">
                  <c:v>3.5299999999999998E-2</c:v>
                </c:pt>
                <c:pt idx="6629">
                  <c:v>3.4099999999999998E-2</c:v>
                </c:pt>
                <c:pt idx="6630">
                  <c:v>3.4299999999999997E-2</c:v>
                </c:pt>
                <c:pt idx="6631">
                  <c:v>3.39E-2</c:v>
                </c:pt>
                <c:pt idx="6632">
                  <c:v>3.4000000000000002E-2</c:v>
                </c:pt>
                <c:pt idx="6633">
                  <c:v>3.3799999999999997E-2</c:v>
                </c:pt>
                <c:pt idx="6634">
                  <c:v>3.3799999999999997E-2</c:v>
                </c:pt>
                <c:pt idx="6635">
                  <c:v>3.39E-2</c:v>
                </c:pt>
                <c:pt idx="6636">
                  <c:v>3.39E-2</c:v>
                </c:pt>
                <c:pt idx="6637">
                  <c:v>3.4200000000000001E-2</c:v>
                </c:pt>
                <c:pt idx="6638">
                  <c:v>3.4700000000000002E-2</c:v>
                </c:pt>
                <c:pt idx="6639">
                  <c:v>3.4700000000000002E-2</c:v>
                </c:pt>
                <c:pt idx="6640">
                  <c:v>3.4500000000000003E-2</c:v>
                </c:pt>
                <c:pt idx="6641">
                  <c:v>3.4599999999999999E-2</c:v>
                </c:pt>
                <c:pt idx="6642">
                  <c:v>3.4299999999999997E-2</c:v>
                </c:pt>
                <c:pt idx="6643">
                  <c:v>3.4299999999999997E-2</c:v>
                </c:pt>
                <c:pt idx="6644">
                  <c:v>3.4200000000000001E-2</c:v>
                </c:pt>
                <c:pt idx="6645">
                  <c:v>3.4700000000000002E-2</c:v>
                </c:pt>
                <c:pt idx="6646">
                  <c:v>3.5000000000000003E-2</c:v>
                </c:pt>
                <c:pt idx="6647">
                  <c:v>3.5000000000000003E-2</c:v>
                </c:pt>
                <c:pt idx="6648">
                  <c:v>3.5299999999999998E-2</c:v>
                </c:pt>
                <c:pt idx="6649">
                  <c:v>3.49E-2</c:v>
                </c:pt>
                <c:pt idx="6650">
                  <c:v>3.5000000000000003E-2</c:v>
                </c:pt>
                <c:pt idx="6651">
                  <c:v>3.5099999999999999E-2</c:v>
                </c:pt>
                <c:pt idx="6652">
                  <c:v>3.5200000000000002E-2</c:v>
                </c:pt>
                <c:pt idx="6653">
                  <c:v>3.5200000000000002E-2</c:v>
                </c:pt>
                <c:pt idx="6654">
                  <c:v>3.44E-2</c:v>
                </c:pt>
                <c:pt idx="6655">
                  <c:v>3.39E-2</c:v>
                </c:pt>
                <c:pt idx="6656">
                  <c:v>3.3399999999999999E-2</c:v>
                </c:pt>
                <c:pt idx="6657">
                  <c:v>3.3700000000000001E-2</c:v>
                </c:pt>
                <c:pt idx="6658">
                  <c:v>3.3700000000000001E-2</c:v>
                </c:pt>
                <c:pt idx="6659">
                  <c:v>3.3399999999999999E-2</c:v>
                </c:pt>
                <c:pt idx="6660">
                  <c:v>3.3399999999999999E-2</c:v>
                </c:pt>
                <c:pt idx="6661">
                  <c:v>3.3300000000000003E-2</c:v>
                </c:pt>
                <c:pt idx="6662">
                  <c:v>3.3000000000000002E-2</c:v>
                </c:pt>
                <c:pt idx="6663">
                  <c:v>3.3300000000000003E-2</c:v>
                </c:pt>
                <c:pt idx="6664">
                  <c:v>3.3399999999999999E-2</c:v>
                </c:pt>
                <c:pt idx="6665">
                  <c:v>3.3000000000000002E-2</c:v>
                </c:pt>
                <c:pt idx="6666">
                  <c:v>3.2899999999999999E-2</c:v>
                </c:pt>
                <c:pt idx="6667">
                  <c:v>3.3099999999999997E-2</c:v>
                </c:pt>
                <c:pt idx="6668">
                  <c:v>3.3700000000000001E-2</c:v>
                </c:pt>
                <c:pt idx="6669">
                  <c:v>3.4200000000000001E-2</c:v>
                </c:pt>
                <c:pt idx="6670">
                  <c:v>3.44E-2</c:v>
                </c:pt>
                <c:pt idx="6671">
                  <c:v>3.4200000000000001E-2</c:v>
                </c:pt>
                <c:pt idx="6672">
                  <c:v>3.4599999999999999E-2</c:v>
                </c:pt>
                <c:pt idx="6673">
                  <c:v>3.4200000000000001E-2</c:v>
                </c:pt>
                <c:pt idx="6674">
                  <c:v>3.44E-2</c:v>
                </c:pt>
                <c:pt idx="6675">
                  <c:v>3.4200000000000001E-2</c:v>
                </c:pt>
                <c:pt idx="6676">
                  <c:v>3.39E-2</c:v>
                </c:pt>
                <c:pt idx="6677">
                  <c:v>3.3700000000000001E-2</c:v>
                </c:pt>
                <c:pt idx="6678">
                  <c:v>3.3599999999999998E-2</c:v>
                </c:pt>
                <c:pt idx="6679">
                  <c:v>3.2899999999999999E-2</c:v>
                </c:pt>
                <c:pt idx="6680">
                  <c:v>3.3300000000000003E-2</c:v>
                </c:pt>
                <c:pt idx="6681">
                  <c:v>3.32E-2</c:v>
                </c:pt>
                <c:pt idx="6682">
                  <c:v>3.3500000000000002E-2</c:v>
                </c:pt>
                <c:pt idx="6683">
                  <c:v>3.3099999999999997E-2</c:v>
                </c:pt>
                <c:pt idx="6684">
                  <c:v>3.2899999999999999E-2</c:v>
                </c:pt>
                <c:pt idx="6685">
                  <c:v>3.2899999999999999E-2</c:v>
                </c:pt>
                <c:pt idx="6686">
                  <c:v>3.2800000000000003E-2</c:v>
                </c:pt>
                <c:pt idx="6687">
                  <c:v>3.2899999999999999E-2</c:v>
                </c:pt>
                <c:pt idx="6688">
                  <c:v>3.2899999999999999E-2</c:v>
                </c:pt>
                <c:pt idx="6689">
                  <c:v>3.2599999999999997E-2</c:v>
                </c:pt>
                <c:pt idx="6690">
                  <c:v>3.3099999999999997E-2</c:v>
                </c:pt>
                <c:pt idx="6691">
                  <c:v>3.3000000000000002E-2</c:v>
                </c:pt>
                <c:pt idx="6692">
                  <c:v>3.2800000000000003E-2</c:v>
                </c:pt>
                <c:pt idx="6693">
                  <c:v>3.2599999999999997E-2</c:v>
                </c:pt>
                <c:pt idx="6694">
                  <c:v>3.2199999999999999E-2</c:v>
                </c:pt>
                <c:pt idx="6695">
                  <c:v>3.2500000000000001E-2</c:v>
                </c:pt>
                <c:pt idx="6696">
                  <c:v>3.2800000000000003E-2</c:v>
                </c:pt>
                <c:pt idx="6697">
                  <c:v>3.32E-2</c:v>
                </c:pt>
                <c:pt idx="6698">
                  <c:v>3.3399999999999999E-2</c:v>
                </c:pt>
                <c:pt idx="6699">
                  <c:v>3.3399999999999999E-2</c:v>
                </c:pt>
                <c:pt idx="6700">
                  <c:v>3.32E-2</c:v>
                </c:pt>
                <c:pt idx="6701">
                  <c:v>3.2899999999999999E-2</c:v>
                </c:pt>
                <c:pt idx="6702">
                  <c:v>3.2399999999999998E-2</c:v>
                </c:pt>
                <c:pt idx="6703">
                  <c:v>3.3000000000000002E-2</c:v>
                </c:pt>
                <c:pt idx="6704">
                  <c:v>3.3399999999999999E-2</c:v>
                </c:pt>
                <c:pt idx="6705">
                  <c:v>3.4000000000000002E-2</c:v>
                </c:pt>
                <c:pt idx="6706">
                  <c:v>3.4099999999999998E-2</c:v>
                </c:pt>
                <c:pt idx="6707">
                  <c:v>3.3599999999999998E-2</c:v>
                </c:pt>
                <c:pt idx="6708">
                  <c:v>3.3300000000000003E-2</c:v>
                </c:pt>
                <c:pt idx="6709">
                  <c:v>3.4000000000000002E-2</c:v>
                </c:pt>
                <c:pt idx="6710">
                  <c:v>3.3799999999999997E-2</c:v>
                </c:pt>
                <c:pt idx="6711">
                  <c:v>3.3000000000000002E-2</c:v>
                </c:pt>
                <c:pt idx="6712">
                  <c:v>3.3799999999999997E-2</c:v>
                </c:pt>
                <c:pt idx="6713">
                  <c:v>3.44E-2</c:v>
                </c:pt>
                <c:pt idx="6714">
                  <c:v>3.5099999999999999E-2</c:v>
                </c:pt>
                <c:pt idx="6715">
                  <c:v>3.5799999999999998E-2</c:v>
                </c:pt>
                <c:pt idx="6716">
                  <c:v>3.6400000000000002E-2</c:v>
                </c:pt>
                <c:pt idx="6717">
                  <c:v>3.7999999999999999E-2</c:v>
                </c:pt>
                <c:pt idx="6718">
                  <c:v>3.9100000000000003E-2</c:v>
                </c:pt>
                <c:pt idx="6719">
                  <c:v>3.95E-2</c:v>
                </c:pt>
                <c:pt idx="6720">
                  <c:v>3.8300000000000001E-2</c:v>
                </c:pt>
                <c:pt idx="6721">
                  <c:v>3.8899999999999997E-2</c:v>
                </c:pt>
                <c:pt idx="6722">
                  <c:v>3.9199999999999999E-2</c:v>
                </c:pt>
                <c:pt idx="6723">
                  <c:v>3.8899999999999997E-2</c:v>
                </c:pt>
                <c:pt idx="6724">
                  <c:v>3.8899999999999997E-2</c:v>
                </c:pt>
                <c:pt idx="6725">
                  <c:v>3.9199999999999999E-2</c:v>
                </c:pt>
                <c:pt idx="6726">
                  <c:v>3.9399999999999998E-2</c:v>
                </c:pt>
                <c:pt idx="6727">
                  <c:v>4.0300000000000002E-2</c:v>
                </c:pt>
                <c:pt idx="6728">
                  <c:v>4.0300000000000002E-2</c:v>
                </c:pt>
                <c:pt idx="6729">
                  <c:v>0.04</c:v>
                </c:pt>
                <c:pt idx="6730">
                  <c:v>0.04</c:v>
                </c:pt>
              </c:numCache>
            </c:numRef>
          </c:val>
          <c:smooth val="0"/>
          <c:extLst>
            <c:ext xmlns:c16="http://schemas.microsoft.com/office/drawing/2014/chart" uri="{C3380CC4-5D6E-409C-BE32-E72D297353CC}">
              <c16:uniqueId val="{00000001-0FD3-4682-A0C6-166C21679F81}"/>
            </c:ext>
          </c:extLst>
        </c:ser>
        <c:ser>
          <c:idx val="3"/>
          <c:order val="3"/>
          <c:tx>
            <c:v>JPM EMBI</c:v>
          </c:tx>
          <c:spPr>
            <a:ln w="12700">
              <a:solidFill>
                <a:srgbClr val="FFCC00"/>
              </a:solidFill>
            </a:ln>
          </c:spPr>
          <c:marker>
            <c:symbol val="none"/>
          </c:marker>
          <c:cat>
            <c:numRef>
              <c:f>Spread_Calc!$B$7:$B$6974</c:f>
              <c:numCache>
                <c:formatCode>m/d/yyyy</c:formatCode>
                <c:ptCount val="6968"/>
                <c:pt idx="0">
                  <c:v>36893</c:v>
                </c:pt>
                <c:pt idx="1">
                  <c:v>36894</c:v>
                </c:pt>
                <c:pt idx="2">
                  <c:v>36895</c:v>
                </c:pt>
                <c:pt idx="3">
                  <c:v>36896</c:v>
                </c:pt>
                <c:pt idx="4">
                  <c:v>36899</c:v>
                </c:pt>
                <c:pt idx="5">
                  <c:v>36900</c:v>
                </c:pt>
                <c:pt idx="6">
                  <c:v>36901</c:v>
                </c:pt>
                <c:pt idx="7">
                  <c:v>36902</c:v>
                </c:pt>
                <c:pt idx="8">
                  <c:v>36903</c:v>
                </c:pt>
                <c:pt idx="9">
                  <c:v>36906</c:v>
                </c:pt>
                <c:pt idx="10">
                  <c:v>36907</c:v>
                </c:pt>
                <c:pt idx="11">
                  <c:v>36908</c:v>
                </c:pt>
                <c:pt idx="12">
                  <c:v>36909</c:v>
                </c:pt>
                <c:pt idx="13">
                  <c:v>36910</c:v>
                </c:pt>
                <c:pt idx="14">
                  <c:v>36913</c:v>
                </c:pt>
                <c:pt idx="15">
                  <c:v>36914</c:v>
                </c:pt>
                <c:pt idx="16">
                  <c:v>36915</c:v>
                </c:pt>
                <c:pt idx="17">
                  <c:v>36916</c:v>
                </c:pt>
                <c:pt idx="18">
                  <c:v>36917</c:v>
                </c:pt>
                <c:pt idx="19">
                  <c:v>36920</c:v>
                </c:pt>
                <c:pt idx="20">
                  <c:v>36921</c:v>
                </c:pt>
                <c:pt idx="21">
                  <c:v>36922</c:v>
                </c:pt>
                <c:pt idx="22">
                  <c:v>36923</c:v>
                </c:pt>
                <c:pt idx="23">
                  <c:v>36924</c:v>
                </c:pt>
                <c:pt idx="24">
                  <c:v>36927</c:v>
                </c:pt>
                <c:pt idx="25">
                  <c:v>36928</c:v>
                </c:pt>
                <c:pt idx="26">
                  <c:v>36929</c:v>
                </c:pt>
                <c:pt idx="27">
                  <c:v>36930</c:v>
                </c:pt>
                <c:pt idx="28">
                  <c:v>36931</c:v>
                </c:pt>
                <c:pt idx="29">
                  <c:v>36934</c:v>
                </c:pt>
                <c:pt idx="30">
                  <c:v>36935</c:v>
                </c:pt>
                <c:pt idx="31">
                  <c:v>36936</c:v>
                </c:pt>
                <c:pt idx="32">
                  <c:v>36937</c:v>
                </c:pt>
                <c:pt idx="33">
                  <c:v>36938</c:v>
                </c:pt>
                <c:pt idx="34">
                  <c:v>36941</c:v>
                </c:pt>
                <c:pt idx="35">
                  <c:v>36942</c:v>
                </c:pt>
                <c:pt idx="36">
                  <c:v>36943</c:v>
                </c:pt>
                <c:pt idx="37">
                  <c:v>36944</c:v>
                </c:pt>
                <c:pt idx="38">
                  <c:v>36945</c:v>
                </c:pt>
                <c:pt idx="39">
                  <c:v>36948</c:v>
                </c:pt>
                <c:pt idx="40">
                  <c:v>36949</c:v>
                </c:pt>
                <c:pt idx="41">
                  <c:v>36950</c:v>
                </c:pt>
                <c:pt idx="42">
                  <c:v>36951</c:v>
                </c:pt>
                <c:pt idx="43">
                  <c:v>36952</c:v>
                </c:pt>
                <c:pt idx="44">
                  <c:v>36955</c:v>
                </c:pt>
                <c:pt idx="45">
                  <c:v>36956</c:v>
                </c:pt>
                <c:pt idx="46">
                  <c:v>36957</c:v>
                </c:pt>
                <c:pt idx="47">
                  <c:v>36958</c:v>
                </c:pt>
                <c:pt idx="48">
                  <c:v>36959</c:v>
                </c:pt>
                <c:pt idx="49">
                  <c:v>36962</c:v>
                </c:pt>
                <c:pt idx="50">
                  <c:v>36963</c:v>
                </c:pt>
                <c:pt idx="51">
                  <c:v>36964</c:v>
                </c:pt>
                <c:pt idx="52">
                  <c:v>36965</c:v>
                </c:pt>
                <c:pt idx="53">
                  <c:v>36966</c:v>
                </c:pt>
                <c:pt idx="54">
                  <c:v>36969</c:v>
                </c:pt>
                <c:pt idx="55">
                  <c:v>36970</c:v>
                </c:pt>
                <c:pt idx="56">
                  <c:v>36971</c:v>
                </c:pt>
                <c:pt idx="57">
                  <c:v>36972</c:v>
                </c:pt>
                <c:pt idx="58">
                  <c:v>36973</c:v>
                </c:pt>
                <c:pt idx="59">
                  <c:v>36976</c:v>
                </c:pt>
                <c:pt idx="60">
                  <c:v>36977</c:v>
                </c:pt>
                <c:pt idx="61">
                  <c:v>36978</c:v>
                </c:pt>
                <c:pt idx="62">
                  <c:v>36979</c:v>
                </c:pt>
                <c:pt idx="63">
                  <c:v>36980</c:v>
                </c:pt>
                <c:pt idx="64">
                  <c:v>36983</c:v>
                </c:pt>
                <c:pt idx="65">
                  <c:v>36984</c:v>
                </c:pt>
                <c:pt idx="66">
                  <c:v>36985</c:v>
                </c:pt>
                <c:pt idx="67">
                  <c:v>36986</c:v>
                </c:pt>
                <c:pt idx="68">
                  <c:v>36987</c:v>
                </c:pt>
                <c:pt idx="69">
                  <c:v>36990</c:v>
                </c:pt>
                <c:pt idx="70">
                  <c:v>36991</c:v>
                </c:pt>
                <c:pt idx="71">
                  <c:v>36992</c:v>
                </c:pt>
                <c:pt idx="72">
                  <c:v>36993</c:v>
                </c:pt>
                <c:pt idx="73">
                  <c:v>36994</c:v>
                </c:pt>
                <c:pt idx="74">
                  <c:v>36997</c:v>
                </c:pt>
                <c:pt idx="75">
                  <c:v>36998</c:v>
                </c:pt>
                <c:pt idx="76">
                  <c:v>36999</c:v>
                </c:pt>
                <c:pt idx="77">
                  <c:v>37000</c:v>
                </c:pt>
                <c:pt idx="78">
                  <c:v>37001</c:v>
                </c:pt>
                <c:pt idx="79">
                  <c:v>37004</c:v>
                </c:pt>
                <c:pt idx="80">
                  <c:v>37005</c:v>
                </c:pt>
                <c:pt idx="81">
                  <c:v>37006</c:v>
                </c:pt>
                <c:pt idx="82">
                  <c:v>37007</c:v>
                </c:pt>
                <c:pt idx="83">
                  <c:v>37008</c:v>
                </c:pt>
                <c:pt idx="84">
                  <c:v>37011</c:v>
                </c:pt>
                <c:pt idx="85">
                  <c:v>37012</c:v>
                </c:pt>
                <c:pt idx="86">
                  <c:v>37013</c:v>
                </c:pt>
                <c:pt idx="87">
                  <c:v>37014</c:v>
                </c:pt>
                <c:pt idx="88">
                  <c:v>37015</c:v>
                </c:pt>
                <c:pt idx="89">
                  <c:v>37018</c:v>
                </c:pt>
                <c:pt idx="90">
                  <c:v>37019</c:v>
                </c:pt>
                <c:pt idx="91">
                  <c:v>37020</c:v>
                </c:pt>
                <c:pt idx="92">
                  <c:v>37021</c:v>
                </c:pt>
                <c:pt idx="93">
                  <c:v>37022</c:v>
                </c:pt>
                <c:pt idx="94">
                  <c:v>37025</c:v>
                </c:pt>
                <c:pt idx="95">
                  <c:v>37026</c:v>
                </c:pt>
                <c:pt idx="96">
                  <c:v>37027</c:v>
                </c:pt>
                <c:pt idx="97">
                  <c:v>37028</c:v>
                </c:pt>
                <c:pt idx="98">
                  <c:v>37029</c:v>
                </c:pt>
                <c:pt idx="99">
                  <c:v>37032</c:v>
                </c:pt>
                <c:pt idx="100">
                  <c:v>37033</c:v>
                </c:pt>
                <c:pt idx="101">
                  <c:v>37034</c:v>
                </c:pt>
                <c:pt idx="102">
                  <c:v>37035</c:v>
                </c:pt>
                <c:pt idx="103">
                  <c:v>37036</c:v>
                </c:pt>
                <c:pt idx="104">
                  <c:v>37039</c:v>
                </c:pt>
                <c:pt idx="105">
                  <c:v>37040</c:v>
                </c:pt>
                <c:pt idx="106">
                  <c:v>37041</c:v>
                </c:pt>
                <c:pt idx="107">
                  <c:v>37042</c:v>
                </c:pt>
                <c:pt idx="108">
                  <c:v>37043</c:v>
                </c:pt>
                <c:pt idx="109">
                  <c:v>37046</c:v>
                </c:pt>
                <c:pt idx="110">
                  <c:v>37047</c:v>
                </c:pt>
                <c:pt idx="111">
                  <c:v>37048</c:v>
                </c:pt>
                <c:pt idx="112">
                  <c:v>37049</c:v>
                </c:pt>
                <c:pt idx="113">
                  <c:v>37050</c:v>
                </c:pt>
                <c:pt idx="114">
                  <c:v>37053</c:v>
                </c:pt>
                <c:pt idx="115">
                  <c:v>37054</c:v>
                </c:pt>
                <c:pt idx="116">
                  <c:v>37055</c:v>
                </c:pt>
                <c:pt idx="117">
                  <c:v>37056</c:v>
                </c:pt>
                <c:pt idx="118">
                  <c:v>37057</c:v>
                </c:pt>
                <c:pt idx="119">
                  <c:v>37060</c:v>
                </c:pt>
                <c:pt idx="120">
                  <c:v>37061</c:v>
                </c:pt>
                <c:pt idx="121">
                  <c:v>37062</c:v>
                </c:pt>
                <c:pt idx="122">
                  <c:v>37063</c:v>
                </c:pt>
                <c:pt idx="123">
                  <c:v>37064</c:v>
                </c:pt>
                <c:pt idx="124">
                  <c:v>37067</c:v>
                </c:pt>
                <c:pt idx="125">
                  <c:v>37068</c:v>
                </c:pt>
                <c:pt idx="126">
                  <c:v>37069</c:v>
                </c:pt>
                <c:pt idx="127">
                  <c:v>37070</c:v>
                </c:pt>
                <c:pt idx="128">
                  <c:v>37071</c:v>
                </c:pt>
                <c:pt idx="129">
                  <c:v>37074</c:v>
                </c:pt>
                <c:pt idx="130">
                  <c:v>37075</c:v>
                </c:pt>
                <c:pt idx="131">
                  <c:v>37076</c:v>
                </c:pt>
                <c:pt idx="132">
                  <c:v>37077</c:v>
                </c:pt>
                <c:pt idx="133">
                  <c:v>37078</c:v>
                </c:pt>
                <c:pt idx="134">
                  <c:v>37081</c:v>
                </c:pt>
                <c:pt idx="135">
                  <c:v>37082</c:v>
                </c:pt>
                <c:pt idx="136">
                  <c:v>37083</c:v>
                </c:pt>
                <c:pt idx="137">
                  <c:v>37084</c:v>
                </c:pt>
                <c:pt idx="138">
                  <c:v>37085</c:v>
                </c:pt>
                <c:pt idx="139">
                  <c:v>37088</c:v>
                </c:pt>
                <c:pt idx="140">
                  <c:v>37089</c:v>
                </c:pt>
                <c:pt idx="141">
                  <c:v>37090</c:v>
                </c:pt>
                <c:pt idx="142">
                  <c:v>37091</c:v>
                </c:pt>
                <c:pt idx="143">
                  <c:v>37092</c:v>
                </c:pt>
                <c:pt idx="144">
                  <c:v>37095</c:v>
                </c:pt>
                <c:pt idx="145">
                  <c:v>37096</c:v>
                </c:pt>
                <c:pt idx="146">
                  <c:v>37097</c:v>
                </c:pt>
                <c:pt idx="147">
                  <c:v>37098</c:v>
                </c:pt>
                <c:pt idx="148">
                  <c:v>37099</c:v>
                </c:pt>
                <c:pt idx="149">
                  <c:v>37102</c:v>
                </c:pt>
                <c:pt idx="150">
                  <c:v>37103</c:v>
                </c:pt>
                <c:pt idx="151">
                  <c:v>37104</c:v>
                </c:pt>
                <c:pt idx="152">
                  <c:v>37105</c:v>
                </c:pt>
                <c:pt idx="153">
                  <c:v>37106</c:v>
                </c:pt>
                <c:pt idx="154">
                  <c:v>37109</c:v>
                </c:pt>
                <c:pt idx="155">
                  <c:v>37110</c:v>
                </c:pt>
                <c:pt idx="156">
                  <c:v>37111</c:v>
                </c:pt>
                <c:pt idx="157">
                  <c:v>37112</c:v>
                </c:pt>
                <c:pt idx="158">
                  <c:v>37113</c:v>
                </c:pt>
                <c:pt idx="159">
                  <c:v>37116</c:v>
                </c:pt>
                <c:pt idx="160">
                  <c:v>37117</c:v>
                </c:pt>
                <c:pt idx="161">
                  <c:v>37118</c:v>
                </c:pt>
                <c:pt idx="162">
                  <c:v>37119</c:v>
                </c:pt>
                <c:pt idx="163">
                  <c:v>37120</c:v>
                </c:pt>
                <c:pt idx="164">
                  <c:v>37123</c:v>
                </c:pt>
                <c:pt idx="165">
                  <c:v>37124</c:v>
                </c:pt>
                <c:pt idx="166">
                  <c:v>37125</c:v>
                </c:pt>
                <c:pt idx="167">
                  <c:v>37126</c:v>
                </c:pt>
                <c:pt idx="168">
                  <c:v>37127</c:v>
                </c:pt>
                <c:pt idx="169">
                  <c:v>37130</c:v>
                </c:pt>
                <c:pt idx="170">
                  <c:v>37131</c:v>
                </c:pt>
                <c:pt idx="171">
                  <c:v>37132</c:v>
                </c:pt>
                <c:pt idx="172">
                  <c:v>37133</c:v>
                </c:pt>
                <c:pt idx="173">
                  <c:v>37134</c:v>
                </c:pt>
                <c:pt idx="174">
                  <c:v>37137</c:v>
                </c:pt>
                <c:pt idx="175">
                  <c:v>37138</c:v>
                </c:pt>
                <c:pt idx="176">
                  <c:v>37139</c:v>
                </c:pt>
                <c:pt idx="177">
                  <c:v>37140</c:v>
                </c:pt>
                <c:pt idx="178">
                  <c:v>37141</c:v>
                </c:pt>
                <c:pt idx="179">
                  <c:v>37144</c:v>
                </c:pt>
                <c:pt idx="180">
                  <c:v>37145</c:v>
                </c:pt>
                <c:pt idx="181">
                  <c:v>37146</c:v>
                </c:pt>
                <c:pt idx="182">
                  <c:v>37147</c:v>
                </c:pt>
                <c:pt idx="183">
                  <c:v>37148</c:v>
                </c:pt>
                <c:pt idx="184">
                  <c:v>37151</c:v>
                </c:pt>
                <c:pt idx="185">
                  <c:v>37152</c:v>
                </c:pt>
                <c:pt idx="186">
                  <c:v>37153</c:v>
                </c:pt>
                <c:pt idx="187">
                  <c:v>37154</c:v>
                </c:pt>
                <c:pt idx="188">
                  <c:v>37155</c:v>
                </c:pt>
                <c:pt idx="189">
                  <c:v>37158</c:v>
                </c:pt>
                <c:pt idx="190">
                  <c:v>37159</c:v>
                </c:pt>
                <c:pt idx="191">
                  <c:v>37160</c:v>
                </c:pt>
                <c:pt idx="192">
                  <c:v>37161</c:v>
                </c:pt>
                <c:pt idx="193">
                  <c:v>37162</c:v>
                </c:pt>
                <c:pt idx="194">
                  <c:v>37165</c:v>
                </c:pt>
                <c:pt idx="195">
                  <c:v>37166</c:v>
                </c:pt>
                <c:pt idx="196">
                  <c:v>37167</c:v>
                </c:pt>
                <c:pt idx="197">
                  <c:v>37168</c:v>
                </c:pt>
                <c:pt idx="198">
                  <c:v>37169</c:v>
                </c:pt>
                <c:pt idx="199">
                  <c:v>37172</c:v>
                </c:pt>
                <c:pt idx="200">
                  <c:v>37173</c:v>
                </c:pt>
                <c:pt idx="201">
                  <c:v>37174</c:v>
                </c:pt>
                <c:pt idx="202">
                  <c:v>37175</c:v>
                </c:pt>
                <c:pt idx="203">
                  <c:v>37176</c:v>
                </c:pt>
                <c:pt idx="204">
                  <c:v>37179</c:v>
                </c:pt>
                <c:pt idx="205">
                  <c:v>37180</c:v>
                </c:pt>
                <c:pt idx="206">
                  <c:v>37181</c:v>
                </c:pt>
                <c:pt idx="207">
                  <c:v>37182</c:v>
                </c:pt>
                <c:pt idx="208">
                  <c:v>37183</c:v>
                </c:pt>
                <c:pt idx="209">
                  <c:v>37186</c:v>
                </c:pt>
                <c:pt idx="210">
                  <c:v>37187</c:v>
                </c:pt>
                <c:pt idx="211">
                  <c:v>37188</c:v>
                </c:pt>
                <c:pt idx="212">
                  <c:v>37189</c:v>
                </c:pt>
                <c:pt idx="213">
                  <c:v>37190</c:v>
                </c:pt>
                <c:pt idx="214">
                  <c:v>37193</c:v>
                </c:pt>
                <c:pt idx="215">
                  <c:v>37194</c:v>
                </c:pt>
                <c:pt idx="216">
                  <c:v>37195</c:v>
                </c:pt>
                <c:pt idx="217">
                  <c:v>37196</c:v>
                </c:pt>
                <c:pt idx="218">
                  <c:v>37197</c:v>
                </c:pt>
                <c:pt idx="219">
                  <c:v>37200</c:v>
                </c:pt>
                <c:pt idx="220">
                  <c:v>37201</c:v>
                </c:pt>
                <c:pt idx="221">
                  <c:v>37202</c:v>
                </c:pt>
                <c:pt idx="222">
                  <c:v>37203</c:v>
                </c:pt>
                <c:pt idx="223">
                  <c:v>37204</c:v>
                </c:pt>
                <c:pt idx="224">
                  <c:v>37207</c:v>
                </c:pt>
                <c:pt idx="225">
                  <c:v>37208</c:v>
                </c:pt>
                <c:pt idx="226">
                  <c:v>37209</c:v>
                </c:pt>
                <c:pt idx="227">
                  <c:v>37210</c:v>
                </c:pt>
                <c:pt idx="228">
                  <c:v>37211</c:v>
                </c:pt>
                <c:pt idx="229">
                  <c:v>37214</c:v>
                </c:pt>
                <c:pt idx="230">
                  <c:v>37215</c:v>
                </c:pt>
                <c:pt idx="231">
                  <c:v>37216</c:v>
                </c:pt>
                <c:pt idx="232">
                  <c:v>37217</c:v>
                </c:pt>
                <c:pt idx="233">
                  <c:v>37218</c:v>
                </c:pt>
                <c:pt idx="234">
                  <c:v>37221</c:v>
                </c:pt>
                <c:pt idx="235">
                  <c:v>37222</c:v>
                </c:pt>
                <c:pt idx="236">
                  <c:v>37223</c:v>
                </c:pt>
                <c:pt idx="237">
                  <c:v>37224</c:v>
                </c:pt>
                <c:pt idx="238">
                  <c:v>37225</c:v>
                </c:pt>
                <c:pt idx="239">
                  <c:v>37228</c:v>
                </c:pt>
                <c:pt idx="240">
                  <c:v>37229</c:v>
                </c:pt>
                <c:pt idx="241">
                  <c:v>37230</c:v>
                </c:pt>
                <c:pt idx="242">
                  <c:v>37231</c:v>
                </c:pt>
                <c:pt idx="243">
                  <c:v>37232</c:v>
                </c:pt>
                <c:pt idx="244">
                  <c:v>37235</c:v>
                </c:pt>
                <c:pt idx="245">
                  <c:v>37236</c:v>
                </c:pt>
                <c:pt idx="246">
                  <c:v>37237</c:v>
                </c:pt>
                <c:pt idx="247">
                  <c:v>37238</c:v>
                </c:pt>
                <c:pt idx="248">
                  <c:v>37239</c:v>
                </c:pt>
                <c:pt idx="249">
                  <c:v>37242</c:v>
                </c:pt>
                <c:pt idx="250">
                  <c:v>37243</c:v>
                </c:pt>
                <c:pt idx="251">
                  <c:v>37244</c:v>
                </c:pt>
                <c:pt idx="252">
                  <c:v>37245</c:v>
                </c:pt>
                <c:pt idx="253">
                  <c:v>37246</c:v>
                </c:pt>
                <c:pt idx="254">
                  <c:v>37249</c:v>
                </c:pt>
                <c:pt idx="255">
                  <c:v>37250</c:v>
                </c:pt>
                <c:pt idx="256">
                  <c:v>37251</c:v>
                </c:pt>
                <c:pt idx="257">
                  <c:v>37252</c:v>
                </c:pt>
                <c:pt idx="258">
                  <c:v>37253</c:v>
                </c:pt>
                <c:pt idx="259">
                  <c:v>37256</c:v>
                </c:pt>
                <c:pt idx="260">
                  <c:v>37257</c:v>
                </c:pt>
                <c:pt idx="261">
                  <c:v>37258</c:v>
                </c:pt>
                <c:pt idx="262">
                  <c:v>37259</c:v>
                </c:pt>
                <c:pt idx="263">
                  <c:v>37260</c:v>
                </c:pt>
                <c:pt idx="264">
                  <c:v>37263</c:v>
                </c:pt>
                <c:pt idx="265">
                  <c:v>37264</c:v>
                </c:pt>
                <c:pt idx="266">
                  <c:v>37265</c:v>
                </c:pt>
                <c:pt idx="267">
                  <c:v>37266</c:v>
                </c:pt>
                <c:pt idx="268">
                  <c:v>37267</c:v>
                </c:pt>
                <c:pt idx="269">
                  <c:v>37270</c:v>
                </c:pt>
                <c:pt idx="270">
                  <c:v>37271</c:v>
                </c:pt>
                <c:pt idx="271">
                  <c:v>37272</c:v>
                </c:pt>
                <c:pt idx="272">
                  <c:v>37273</c:v>
                </c:pt>
                <c:pt idx="273">
                  <c:v>37274</c:v>
                </c:pt>
                <c:pt idx="274">
                  <c:v>37277</c:v>
                </c:pt>
                <c:pt idx="275">
                  <c:v>37278</c:v>
                </c:pt>
                <c:pt idx="276">
                  <c:v>37279</c:v>
                </c:pt>
                <c:pt idx="277">
                  <c:v>37280</c:v>
                </c:pt>
                <c:pt idx="278">
                  <c:v>37281</c:v>
                </c:pt>
                <c:pt idx="279">
                  <c:v>37284</c:v>
                </c:pt>
                <c:pt idx="280">
                  <c:v>37285</c:v>
                </c:pt>
                <c:pt idx="281">
                  <c:v>37286</c:v>
                </c:pt>
                <c:pt idx="282">
                  <c:v>37287</c:v>
                </c:pt>
                <c:pt idx="283">
                  <c:v>37288</c:v>
                </c:pt>
                <c:pt idx="284">
                  <c:v>37291</c:v>
                </c:pt>
                <c:pt idx="285">
                  <c:v>37292</c:v>
                </c:pt>
                <c:pt idx="286">
                  <c:v>37293</c:v>
                </c:pt>
                <c:pt idx="287">
                  <c:v>37294</c:v>
                </c:pt>
                <c:pt idx="288">
                  <c:v>37295</c:v>
                </c:pt>
                <c:pt idx="289">
                  <c:v>37298</c:v>
                </c:pt>
                <c:pt idx="290">
                  <c:v>37299</c:v>
                </c:pt>
                <c:pt idx="291">
                  <c:v>37300</c:v>
                </c:pt>
                <c:pt idx="292">
                  <c:v>37301</c:v>
                </c:pt>
                <c:pt idx="293">
                  <c:v>37302</c:v>
                </c:pt>
                <c:pt idx="294">
                  <c:v>37305</c:v>
                </c:pt>
                <c:pt idx="295">
                  <c:v>37306</c:v>
                </c:pt>
                <c:pt idx="296">
                  <c:v>37307</c:v>
                </c:pt>
                <c:pt idx="297">
                  <c:v>37308</c:v>
                </c:pt>
                <c:pt idx="298">
                  <c:v>37309</c:v>
                </c:pt>
                <c:pt idx="299">
                  <c:v>37312</c:v>
                </c:pt>
                <c:pt idx="300">
                  <c:v>37313</c:v>
                </c:pt>
                <c:pt idx="301">
                  <c:v>37314</c:v>
                </c:pt>
                <c:pt idx="302">
                  <c:v>37315</c:v>
                </c:pt>
                <c:pt idx="303">
                  <c:v>37316</c:v>
                </c:pt>
                <c:pt idx="304">
                  <c:v>37319</c:v>
                </c:pt>
                <c:pt idx="305">
                  <c:v>37320</c:v>
                </c:pt>
                <c:pt idx="306">
                  <c:v>37321</c:v>
                </c:pt>
                <c:pt idx="307">
                  <c:v>37322</c:v>
                </c:pt>
                <c:pt idx="308">
                  <c:v>37323</c:v>
                </c:pt>
                <c:pt idx="309">
                  <c:v>37326</c:v>
                </c:pt>
                <c:pt idx="310">
                  <c:v>37327</c:v>
                </c:pt>
                <c:pt idx="311">
                  <c:v>37328</c:v>
                </c:pt>
                <c:pt idx="312">
                  <c:v>37329</c:v>
                </c:pt>
                <c:pt idx="313">
                  <c:v>37330</c:v>
                </c:pt>
                <c:pt idx="314">
                  <c:v>37333</c:v>
                </c:pt>
                <c:pt idx="315">
                  <c:v>37334</c:v>
                </c:pt>
                <c:pt idx="316">
                  <c:v>37335</c:v>
                </c:pt>
                <c:pt idx="317">
                  <c:v>37336</c:v>
                </c:pt>
                <c:pt idx="318">
                  <c:v>37337</c:v>
                </c:pt>
                <c:pt idx="319">
                  <c:v>37340</c:v>
                </c:pt>
                <c:pt idx="320">
                  <c:v>37341</c:v>
                </c:pt>
                <c:pt idx="321">
                  <c:v>37342</c:v>
                </c:pt>
                <c:pt idx="322">
                  <c:v>37343</c:v>
                </c:pt>
                <c:pt idx="323">
                  <c:v>37344</c:v>
                </c:pt>
                <c:pt idx="324">
                  <c:v>37347</c:v>
                </c:pt>
                <c:pt idx="325">
                  <c:v>37348</c:v>
                </c:pt>
                <c:pt idx="326">
                  <c:v>37349</c:v>
                </c:pt>
                <c:pt idx="327">
                  <c:v>37350</c:v>
                </c:pt>
                <c:pt idx="328">
                  <c:v>37351</c:v>
                </c:pt>
                <c:pt idx="329">
                  <c:v>37354</c:v>
                </c:pt>
                <c:pt idx="330">
                  <c:v>37355</c:v>
                </c:pt>
                <c:pt idx="331">
                  <c:v>37356</c:v>
                </c:pt>
                <c:pt idx="332">
                  <c:v>37357</c:v>
                </c:pt>
                <c:pt idx="333">
                  <c:v>37358</c:v>
                </c:pt>
                <c:pt idx="334">
                  <c:v>37361</c:v>
                </c:pt>
                <c:pt idx="335">
                  <c:v>37362</c:v>
                </c:pt>
                <c:pt idx="336">
                  <c:v>37363</c:v>
                </c:pt>
                <c:pt idx="337">
                  <c:v>37364</c:v>
                </c:pt>
                <c:pt idx="338">
                  <c:v>37365</c:v>
                </c:pt>
                <c:pt idx="339">
                  <c:v>37368</c:v>
                </c:pt>
                <c:pt idx="340">
                  <c:v>37369</c:v>
                </c:pt>
                <c:pt idx="341">
                  <c:v>37370</c:v>
                </c:pt>
                <c:pt idx="342">
                  <c:v>37371</c:v>
                </c:pt>
                <c:pt idx="343">
                  <c:v>37372</c:v>
                </c:pt>
                <c:pt idx="344">
                  <c:v>37375</c:v>
                </c:pt>
                <c:pt idx="345">
                  <c:v>37376</c:v>
                </c:pt>
                <c:pt idx="346">
                  <c:v>37377</c:v>
                </c:pt>
                <c:pt idx="347">
                  <c:v>37378</c:v>
                </c:pt>
                <c:pt idx="348">
                  <c:v>37379</c:v>
                </c:pt>
                <c:pt idx="349">
                  <c:v>37382</c:v>
                </c:pt>
                <c:pt idx="350">
                  <c:v>37383</c:v>
                </c:pt>
                <c:pt idx="351">
                  <c:v>37384</c:v>
                </c:pt>
                <c:pt idx="352">
                  <c:v>37385</c:v>
                </c:pt>
                <c:pt idx="353">
                  <c:v>37386</c:v>
                </c:pt>
                <c:pt idx="354">
                  <c:v>37389</c:v>
                </c:pt>
                <c:pt idx="355">
                  <c:v>37390</c:v>
                </c:pt>
                <c:pt idx="356">
                  <c:v>37391</c:v>
                </c:pt>
                <c:pt idx="357">
                  <c:v>37392</c:v>
                </c:pt>
                <c:pt idx="358">
                  <c:v>37393</c:v>
                </c:pt>
                <c:pt idx="359">
                  <c:v>37396</c:v>
                </c:pt>
                <c:pt idx="360">
                  <c:v>37397</c:v>
                </c:pt>
                <c:pt idx="361">
                  <c:v>37398</c:v>
                </c:pt>
                <c:pt idx="362">
                  <c:v>37399</c:v>
                </c:pt>
                <c:pt idx="363">
                  <c:v>37400</c:v>
                </c:pt>
                <c:pt idx="364">
                  <c:v>37403</c:v>
                </c:pt>
                <c:pt idx="365">
                  <c:v>37404</c:v>
                </c:pt>
                <c:pt idx="366">
                  <c:v>37405</c:v>
                </c:pt>
                <c:pt idx="367">
                  <c:v>37406</c:v>
                </c:pt>
                <c:pt idx="368">
                  <c:v>37407</c:v>
                </c:pt>
                <c:pt idx="369">
                  <c:v>37410</c:v>
                </c:pt>
                <c:pt idx="370">
                  <c:v>37411</c:v>
                </c:pt>
                <c:pt idx="371">
                  <c:v>37412</c:v>
                </c:pt>
                <c:pt idx="372">
                  <c:v>37413</c:v>
                </c:pt>
                <c:pt idx="373">
                  <c:v>37414</c:v>
                </c:pt>
                <c:pt idx="374">
                  <c:v>37417</c:v>
                </c:pt>
                <c:pt idx="375">
                  <c:v>37418</c:v>
                </c:pt>
                <c:pt idx="376">
                  <c:v>37419</c:v>
                </c:pt>
                <c:pt idx="377">
                  <c:v>37420</c:v>
                </c:pt>
                <c:pt idx="378">
                  <c:v>37421</c:v>
                </c:pt>
                <c:pt idx="379">
                  <c:v>37424</c:v>
                </c:pt>
                <c:pt idx="380">
                  <c:v>37425</c:v>
                </c:pt>
                <c:pt idx="381">
                  <c:v>37426</c:v>
                </c:pt>
                <c:pt idx="382">
                  <c:v>37427</c:v>
                </c:pt>
                <c:pt idx="383">
                  <c:v>37428</c:v>
                </c:pt>
                <c:pt idx="384">
                  <c:v>37431</c:v>
                </c:pt>
                <c:pt idx="385">
                  <c:v>37432</c:v>
                </c:pt>
                <c:pt idx="386">
                  <c:v>37433</c:v>
                </c:pt>
                <c:pt idx="387">
                  <c:v>37434</c:v>
                </c:pt>
                <c:pt idx="388">
                  <c:v>37435</c:v>
                </c:pt>
                <c:pt idx="389">
                  <c:v>37438</c:v>
                </c:pt>
                <c:pt idx="390">
                  <c:v>37439</c:v>
                </c:pt>
                <c:pt idx="391">
                  <c:v>37440</c:v>
                </c:pt>
                <c:pt idx="392">
                  <c:v>37441</c:v>
                </c:pt>
                <c:pt idx="393">
                  <c:v>37442</c:v>
                </c:pt>
                <c:pt idx="394">
                  <c:v>37445</c:v>
                </c:pt>
                <c:pt idx="395">
                  <c:v>37446</c:v>
                </c:pt>
                <c:pt idx="396">
                  <c:v>37447</c:v>
                </c:pt>
                <c:pt idx="397">
                  <c:v>37448</c:v>
                </c:pt>
                <c:pt idx="398">
                  <c:v>37449</c:v>
                </c:pt>
                <c:pt idx="399">
                  <c:v>37452</c:v>
                </c:pt>
                <c:pt idx="400">
                  <c:v>37453</c:v>
                </c:pt>
                <c:pt idx="401">
                  <c:v>37454</c:v>
                </c:pt>
                <c:pt idx="402">
                  <c:v>37455</c:v>
                </c:pt>
                <c:pt idx="403">
                  <c:v>37456</c:v>
                </c:pt>
                <c:pt idx="404">
                  <c:v>37459</c:v>
                </c:pt>
                <c:pt idx="405">
                  <c:v>37460</c:v>
                </c:pt>
                <c:pt idx="406">
                  <c:v>37461</c:v>
                </c:pt>
                <c:pt idx="407">
                  <c:v>37462</c:v>
                </c:pt>
                <c:pt idx="408">
                  <c:v>37463</c:v>
                </c:pt>
                <c:pt idx="409">
                  <c:v>37466</c:v>
                </c:pt>
                <c:pt idx="410">
                  <c:v>37467</c:v>
                </c:pt>
                <c:pt idx="411">
                  <c:v>37468</c:v>
                </c:pt>
                <c:pt idx="412">
                  <c:v>37469</c:v>
                </c:pt>
                <c:pt idx="413">
                  <c:v>37470</c:v>
                </c:pt>
                <c:pt idx="414">
                  <c:v>37473</c:v>
                </c:pt>
                <c:pt idx="415">
                  <c:v>37474</c:v>
                </c:pt>
                <c:pt idx="416">
                  <c:v>37475</c:v>
                </c:pt>
                <c:pt idx="417">
                  <c:v>37476</c:v>
                </c:pt>
                <c:pt idx="418">
                  <c:v>37477</c:v>
                </c:pt>
                <c:pt idx="419">
                  <c:v>37480</c:v>
                </c:pt>
                <c:pt idx="420">
                  <c:v>37481</c:v>
                </c:pt>
                <c:pt idx="421">
                  <c:v>37482</c:v>
                </c:pt>
                <c:pt idx="422">
                  <c:v>37483</c:v>
                </c:pt>
                <c:pt idx="423">
                  <c:v>37484</c:v>
                </c:pt>
                <c:pt idx="424">
                  <c:v>37487</c:v>
                </c:pt>
                <c:pt idx="425">
                  <c:v>37488</c:v>
                </c:pt>
                <c:pt idx="426">
                  <c:v>37489</c:v>
                </c:pt>
                <c:pt idx="427">
                  <c:v>37490</c:v>
                </c:pt>
                <c:pt idx="428">
                  <c:v>37491</c:v>
                </c:pt>
                <c:pt idx="429">
                  <c:v>37494</c:v>
                </c:pt>
                <c:pt idx="430">
                  <c:v>37495</c:v>
                </c:pt>
                <c:pt idx="431">
                  <c:v>37496</c:v>
                </c:pt>
                <c:pt idx="432">
                  <c:v>37497</c:v>
                </c:pt>
                <c:pt idx="433">
                  <c:v>37498</c:v>
                </c:pt>
                <c:pt idx="434">
                  <c:v>37501</c:v>
                </c:pt>
                <c:pt idx="435">
                  <c:v>37502</c:v>
                </c:pt>
                <c:pt idx="436">
                  <c:v>37503</c:v>
                </c:pt>
                <c:pt idx="437">
                  <c:v>37504</c:v>
                </c:pt>
                <c:pt idx="438">
                  <c:v>37505</c:v>
                </c:pt>
                <c:pt idx="439">
                  <c:v>37508</c:v>
                </c:pt>
                <c:pt idx="440">
                  <c:v>37509</c:v>
                </c:pt>
                <c:pt idx="441">
                  <c:v>37510</c:v>
                </c:pt>
                <c:pt idx="442">
                  <c:v>37511</c:v>
                </c:pt>
                <c:pt idx="443">
                  <c:v>37512</c:v>
                </c:pt>
                <c:pt idx="444">
                  <c:v>37515</c:v>
                </c:pt>
                <c:pt idx="445">
                  <c:v>37516</c:v>
                </c:pt>
                <c:pt idx="446">
                  <c:v>37517</c:v>
                </c:pt>
                <c:pt idx="447">
                  <c:v>37518</c:v>
                </c:pt>
                <c:pt idx="448">
                  <c:v>37519</c:v>
                </c:pt>
                <c:pt idx="449">
                  <c:v>37522</c:v>
                </c:pt>
                <c:pt idx="450">
                  <c:v>37523</c:v>
                </c:pt>
                <c:pt idx="451">
                  <c:v>37524</c:v>
                </c:pt>
                <c:pt idx="452">
                  <c:v>37525</c:v>
                </c:pt>
                <c:pt idx="453">
                  <c:v>37526</c:v>
                </c:pt>
                <c:pt idx="454">
                  <c:v>37529</c:v>
                </c:pt>
                <c:pt idx="455">
                  <c:v>37530</c:v>
                </c:pt>
                <c:pt idx="456">
                  <c:v>37531</c:v>
                </c:pt>
                <c:pt idx="457">
                  <c:v>37532</c:v>
                </c:pt>
                <c:pt idx="458">
                  <c:v>37533</c:v>
                </c:pt>
                <c:pt idx="459">
                  <c:v>37536</c:v>
                </c:pt>
                <c:pt idx="460">
                  <c:v>37537</c:v>
                </c:pt>
                <c:pt idx="461">
                  <c:v>37538</c:v>
                </c:pt>
                <c:pt idx="462">
                  <c:v>37539</c:v>
                </c:pt>
                <c:pt idx="463">
                  <c:v>37540</c:v>
                </c:pt>
                <c:pt idx="464">
                  <c:v>37543</c:v>
                </c:pt>
                <c:pt idx="465">
                  <c:v>37544</c:v>
                </c:pt>
                <c:pt idx="466">
                  <c:v>37545</c:v>
                </c:pt>
                <c:pt idx="467">
                  <c:v>37546</c:v>
                </c:pt>
                <c:pt idx="468">
                  <c:v>37547</c:v>
                </c:pt>
                <c:pt idx="469">
                  <c:v>37550</c:v>
                </c:pt>
                <c:pt idx="470">
                  <c:v>37551</c:v>
                </c:pt>
                <c:pt idx="471">
                  <c:v>37552</c:v>
                </c:pt>
                <c:pt idx="472">
                  <c:v>37553</c:v>
                </c:pt>
                <c:pt idx="473">
                  <c:v>37554</c:v>
                </c:pt>
                <c:pt idx="474">
                  <c:v>37557</c:v>
                </c:pt>
                <c:pt idx="475">
                  <c:v>37558</c:v>
                </c:pt>
                <c:pt idx="476">
                  <c:v>37559</c:v>
                </c:pt>
                <c:pt idx="477">
                  <c:v>37560</c:v>
                </c:pt>
                <c:pt idx="478">
                  <c:v>37561</c:v>
                </c:pt>
                <c:pt idx="479">
                  <c:v>37564</c:v>
                </c:pt>
                <c:pt idx="480">
                  <c:v>37565</c:v>
                </c:pt>
                <c:pt idx="481">
                  <c:v>37566</c:v>
                </c:pt>
                <c:pt idx="482">
                  <c:v>37567</c:v>
                </c:pt>
                <c:pt idx="483">
                  <c:v>37568</c:v>
                </c:pt>
                <c:pt idx="484">
                  <c:v>37571</c:v>
                </c:pt>
                <c:pt idx="485">
                  <c:v>37572</c:v>
                </c:pt>
                <c:pt idx="486">
                  <c:v>37573</c:v>
                </c:pt>
                <c:pt idx="487">
                  <c:v>37574</c:v>
                </c:pt>
                <c:pt idx="488">
                  <c:v>37575</c:v>
                </c:pt>
                <c:pt idx="489">
                  <c:v>37578</c:v>
                </c:pt>
                <c:pt idx="490">
                  <c:v>37579</c:v>
                </c:pt>
                <c:pt idx="491">
                  <c:v>37580</c:v>
                </c:pt>
                <c:pt idx="492">
                  <c:v>37581</c:v>
                </c:pt>
                <c:pt idx="493">
                  <c:v>37582</c:v>
                </c:pt>
                <c:pt idx="494">
                  <c:v>37585</c:v>
                </c:pt>
                <c:pt idx="495">
                  <c:v>37586</c:v>
                </c:pt>
                <c:pt idx="496">
                  <c:v>37587</c:v>
                </c:pt>
                <c:pt idx="497">
                  <c:v>37588</c:v>
                </c:pt>
                <c:pt idx="498">
                  <c:v>37589</c:v>
                </c:pt>
                <c:pt idx="499">
                  <c:v>37592</c:v>
                </c:pt>
                <c:pt idx="500">
                  <c:v>37593</c:v>
                </c:pt>
                <c:pt idx="501">
                  <c:v>37594</c:v>
                </c:pt>
                <c:pt idx="502">
                  <c:v>37595</c:v>
                </c:pt>
                <c:pt idx="503">
                  <c:v>37596</c:v>
                </c:pt>
                <c:pt idx="504">
                  <c:v>37599</c:v>
                </c:pt>
                <c:pt idx="505">
                  <c:v>37600</c:v>
                </c:pt>
                <c:pt idx="506">
                  <c:v>37601</c:v>
                </c:pt>
                <c:pt idx="507">
                  <c:v>37602</c:v>
                </c:pt>
                <c:pt idx="508">
                  <c:v>37603</c:v>
                </c:pt>
                <c:pt idx="509">
                  <c:v>37606</c:v>
                </c:pt>
                <c:pt idx="510">
                  <c:v>37607</c:v>
                </c:pt>
                <c:pt idx="511">
                  <c:v>37608</c:v>
                </c:pt>
                <c:pt idx="512">
                  <c:v>37609</c:v>
                </c:pt>
                <c:pt idx="513">
                  <c:v>37610</c:v>
                </c:pt>
                <c:pt idx="514">
                  <c:v>37613</c:v>
                </c:pt>
                <c:pt idx="515">
                  <c:v>37614</c:v>
                </c:pt>
                <c:pt idx="516">
                  <c:v>37615</c:v>
                </c:pt>
                <c:pt idx="517">
                  <c:v>37616</c:v>
                </c:pt>
                <c:pt idx="518">
                  <c:v>37617</c:v>
                </c:pt>
                <c:pt idx="519">
                  <c:v>37620</c:v>
                </c:pt>
                <c:pt idx="520">
                  <c:v>37621</c:v>
                </c:pt>
                <c:pt idx="521">
                  <c:v>37622</c:v>
                </c:pt>
                <c:pt idx="522">
                  <c:v>37623</c:v>
                </c:pt>
                <c:pt idx="523">
                  <c:v>37624</c:v>
                </c:pt>
                <c:pt idx="524">
                  <c:v>37627</c:v>
                </c:pt>
                <c:pt idx="525">
                  <c:v>37628</c:v>
                </c:pt>
                <c:pt idx="526">
                  <c:v>37629</c:v>
                </c:pt>
                <c:pt idx="527">
                  <c:v>37630</c:v>
                </c:pt>
                <c:pt idx="528">
                  <c:v>37631</c:v>
                </c:pt>
                <c:pt idx="529">
                  <c:v>37634</c:v>
                </c:pt>
                <c:pt idx="530">
                  <c:v>37635</c:v>
                </c:pt>
                <c:pt idx="531">
                  <c:v>37636</c:v>
                </c:pt>
                <c:pt idx="532">
                  <c:v>37637</c:v>
                </c:pt>
                <c:pt idx="533">
                  <c:v>37638</c:v>
                </c:pt>
                <c:pt idx="534">
                  <c:v>37641</c:v>
                </c:pt>
                <c:pt idx="535">
                  <c:v>37642</c:v>
                </c:pt>
                <c:pt idx="536">
                  <c:v>37643</c:v>
                </c:pt>
                <c:pt idx="537">
                  <c:v>37644</c:v>
                </c:pt>
                <c:pt idx="538">
                  <c:v>37645</c:v>
                </c:pt>
                <c:pt idx="539">
                  <c:v>37648</c:v>
                </c:pt>
                <c:pt idx="540">
                  <c:v>37649</c:v>
                </c:pt>
                <c:pt idx="541">
                  <c:v>37650</c:v>
                </c:pt>
                <c:pt idx="542">
                  <c:v>37651</c:v>
                </c:pt>
                <c:pt idx="543">
                  <c:v>37652</c:v>
                </c:pt>
                <c:pt idx="544">
                  <c:v>37655</c:v>
                </c:pt>
                <c:pt idx="545">
                  <c:v>37656</c:v>
                </c:pt>
                <c:pt idx="546">
                  <c:v>37657</c:v>
                </c:pt>
                <c:pt idx="547">
                  <c:v>37658</c:v>
                </c:pt>
                <c:pt idx="548">
                  <c:v>37659</c:v>
                </c:pt>
                <c:pt idx="549">
                  <c:v>37662</c:v>
                </c:pt>
                <c:pt idx="550">
                  <c:v>37663</c:v>
                </c:pt>
                <c:pt idx="551">
                  <c:v>37664</c:v>
                </c:pt>
                <c:pt idx="552">
                  <c:v>37665</c:v>
                </c:pt>
                <c:pt idx="553">
                  <c:v>37666</c:v>
                </c:pt>
                <c:pt idx="554">
                  <c:v>37669</c:v>
                </c:pt>
                <c:pt idx="555">
                  <c:v>37670</c:v>
                </c:pt>
                <c:pt idx="556">
                  <c:v>37671</c:v>
                </c:pt>
                <c:pt idx="557">
                  <c:v>37672</c:v>
                </c:pt>
                <c:pt idx="558">
                  <c:v>37673</c:v>
                </c:pt>
                <c:pt idx="559">
                  <c:v>37676</c:v>
                </c:pt>
                <c:pt idx="560">
                  <c:v>37677</c:v>
                </c:pt>
                <c:pt idx="561">
                  <c:v>37678</c:v>
                </c:pt>
                <c:pt idx="562">
                  <c:v>37679</c:v>
                </c:pt>
                <c:pt idx="563">
                  <c:v>37680</c:v>
                </c:pt>
                <c:pt idx="564">
                  <c:v>37683</c:v>
                </c:pt>
                <c:pt idx="565">
                  <c:v>37684</c:v>
                </c:pt>
                <c:pt idx="566">
                  <c:v>37685</c:v>
                </c:pt>
                <c:pt idx="567">
                  <c:v>37686</c:v>
                </c:pt>
                <c:pt idx="568">
                  <c:v>37687</c:v>
                </c:pt>
                <c:pt idx="569">
                  <c:v>37690</c:v>
                </c:pt>
                <c:pt idx="570">
                  <c:v>37691</c:v>
                </c:pt>
                <c:pt idx="571">
                  <c:v>37692</c:v>
                </c:pt>
                <c:pt idx="572">
                  <c:v>37693</c:v>
                </c:pt>
                <c:pt idx="573">
                  <c:v>37694</c:v>
                </c:pt>
                <c:pt idx="574">
                  <c:v>37697</c:v>
                </c:pt>
                <c:pt idx="575">
                  <c:v>37698</c:v>
                </c:pt>
                <c:pt idx="576">
                  <c:v>37699</c:v>
                </c:pt>
                <c:pt idx="577">
                  <c:v>37700</c:v>
                </c:pt>
                <c:pt idx="578">
                  <c:v>37701</c:v>
                </c:pt>
                <c:pt idx="579">
                  <c:v>37704</c:v>
                </c:pt>
                <c:pt idx="580">
                  <c:v>37705</c:v>
                </c:pt>
                <c:pt idx="581">
                  <c:v>37706</c:v>
                </c:pt>
                <c:pt idx="582">
                  <c:v>37707</c:v>
                </c:pt>
                <c:pt idx="583">
                  <c:v>37708</c:v>
                </c:pt>
                <c:pt idx="584">
                  <c:v>37711</c:v>
                </c:pt>
                <c:pt idx="585">
                  <c:v>37712</c:v>
                </c:pt>
                <c:pt idx="586">
                  <c:v>37713</c:v>
                </c:pt>
                <c:pt idx="587">
                  <c:v>37714</c:v>
                </c:pt>
                <c:pt idx="588">
                  <c:v>37715</c:v>
                </c:pt>
                <c:pt idx="589">
                  <c:v>37718</c:v>
                </c:pt>
                <c:pt idx="590">
                  <c:v>37719</c:v>
                </c:pt>
                <c:pt idx="591">
                  <c:v>37720</c:v>
                </c:pt>
                <c:pt idx="592">
                  <c:v>37721</c:v>
                </c:pt>
                <c:pt idx="593">
                  <c:v>37722</c:v>
                </c:pt>
                <c:pt idx="594">
                  <c:v>37725</c:v>
                </c:pt>
                <c:pt idx="595">
                  <c:v>37726</c:v>
                </c:pt>
                <c:pt idx="596">
                  <c:v>37727</c:v>
                </c:pt>
                <c:pt idx="597">
                  <c:v>37728</c:v>
                </c:pt>
                <c:pt idx="598">
                  <c:v>37729</c:v>
                </c:pt>
                <c:pt idx="599">
                  <c:v>37732</c:v>
                </c:pt>
                <c:pt idx="600">
                  <c:v>37733</c:v>
                </c:pt>
                <c:pt idx="601">
                  <c:v>37734</c:v>
                </c:pt>
                <c:pt idx="602">
                  <c:v>37735</c:v>
                </c:pt>
                <c:pt idx="603">
                  <c:v>37736</c:v>
                </c:pt>
                <c:pt idx="604">
                  <c:v>37739</c:v>
                </c:pt>
                <c:pt idx="605">
                  <c:v>37740</c:v>
                </c:pt>
                <c:pt idx="606">
                  <c:v>37741</c:v>
                </c:pt>
                <c:pt idx="607">
                  <c:v>37742</c:v>
                </c:pt>
                <c:pt idx="608">
                  <c:v>37743</c:v>
                </c:pt>
                <c:pt idx="609">
                  <c:v>37746</c:v>
                </c:pt>
                <c:pt idx="610">
                  <c:v>37747</c:v>
                </c:pt>
                <c:pt idx="611">
                  <c:v>37748</c:v>
                </c:pt>
                <c:pt idx="612">
                  <c:v>37749</c:v>
                </c:pt>
                <c:pt idx="613">
                  <c:v>37750</c:v>
                </c:pt>
                <c:pt idx="614">
                  <c:v>37753</c:v>
                </c:pt>
                <c:pt idx="615">
                  <c:v>37754</c:v>
                </c:pt>
                <c:pt idx="616">
                  <c:v>37755</c:v>
                </c:pt>
                <c:pt idx="617">
                  <c:v>37756</c:v>
                </c:pt>
                <c:pt idx="618">
                  <c:v>37757</c:v>
                </c:pt>
                <c:pt idx="619">
                  <c:v>37760</c:v>
                </c:pt>
                <c:pt idx="620">
                  <c:v>37761</c:v>
                </c:pt>
                <c:pt idx="621">
                  <c:v>37762</c:v>
                </c:pt>
                <c:pt idx="622">
                  <c:v>37763</c:v>
                </c:pt>
                <c:pt idx="623">
                  <c:v>37764</c:v>
                </c:pt>
                <c:pt idx="624">
                  <c:v>37767</c:v>
                </c:pt>
                <c:pt idx="625">
                  <c:v>37768</c:v>
                </c:pt>
                <c:pt idx="626">
                  <c:v>37769</c:v>
                </c:pt>
                <c:pt idx="627">
                  <c:v>37770</c:v>
                </c:pt>
                <c:pt idx="628">
                  <c:v>37771</c:v>
                </c:pt>
                <c:pt idx="629">
                  <c:v>37774</c:v>
                </c:pt>
                <c:pt idx="630">
                  <c:v>37775</c:v>
                </c:pt>
                <c:pt idx="631">
                  <c:v>37776</c:v>
                </c:pt>
                <c:pt idx="632">
                  <c:v>37777</c:v>
                </c:pt>
                <c:pt idx="633">
                  <c:v>37778</c:v>
                </c:pt>
                <c:pt idx="634">
                  <c:v>37781</c:v>
                </c:pt>
                <c:pt idx="635">
                  <c:v>37782</c:v>
                </c:pt>
                <c:pt idx="636">
                  <c:v>37783</c:v>
                </c:pt>
                <c:pt idx="637">
                  <c:v>37784</c:v>
                </c:pt>
                <c:pt idx="638">
                  <c:v>37785</c:v>
                </c:pt>
                <c:pt idx="639">
                  <c:v>37788</c:v>
                </c:pt>
                <c:pt idx="640">
                  <c:v>37789</c:v>
                </c:pt>
                <c:pt idx="641">
                  <c:v>37790</c:v>
                </c:pt>
                <c:pt idx="642">
                  <c:v>37791</c:v>
                </c:pt>
                <c:pt idx="643">
                  <c:v>37792</c:v>
                </c:pt>
                <c:pt idx="644">
                  <c:v>37795</c:v>
                </c:pt>
                <c:pt idx="645">
                  <c:v>37796</c:v>
                </c:pt>
                <c:pt idx="646">
                  <c:v>37797</c:v>
                </c:pt>
                <c:pt idx="647">
                  <c:v>37798</c:v>
                </c:pt>
                <c:pt idx="648">
                  <c:v>37799</c:v>
                </c:pt>
                <c:pt idx="649">
                  <c:v>37802</c:v>
                </c:pt>
                <c:pt idx="650">
                  <c:v>37803</c:v>
                </c:pt>
                <c:pt idx="651">
                  <c:v>37804</c:v>
                </c:pt>
                <c:pt idx="652">
                  <c:v>37805</c:v>
                </c:pt>
                <c:pt idx="653">
                  <c:v>37806</c:v>
                </c:pt>
                <c:pt idx="654">
                  <c:v>37809</c:v>
                </c:pt>
                <c:pt idx="655">
                  <c:v>37810</c:v>
                </c:pt>
                <c:pt idx="656">
                  <c:v>37811</c:v>
                </c:pt>
                <c:pt idx="657">
                  <c:v>37812</c:v>
                </c:pt>
                <c:pt idx="658">
                  <c:v>37813</c:v>
                </c:pt>
                <c:pt idx="659">
                  <c:v>37816</c:v>
                </c:pt>
                <c:pt idx="660">
                  <c:v>37817</c:v>
                </c:pt>
                <c:pt idx="661">
                  <c:v>37818</c:v>
                </c:pt>
                <c:pt idx="662">
                  <c:v>37819</c:v>
                </c:pt>
                <c:pt idx="663">
                  <c:v>37820</c:v>
                </c:pt>
                <c:pt idx="664">
                  <c:v>37823</c:v>
                </c:pt>
                <c:pt idx="665">
                  <c:v>37824</c:v>
                </c:pt>
                <c:pt idx="666">
                  <c:v>37825</c:v>
                </c:pt>
                <c:pt idx="667">
                  <c:v>37826</c:v>
                </c:pt>
                <c:pt idx="668">
                  <c:v>37827</c:v>
                </c:pt>
                <c:pt idx="669">
                  <c:v>37830</c:v>
                </c:pt>
                <c:pt idx="670">
                  <c:v>37831</c:v>
                </c:pt>
                <c:pt idx="671">
                  <c:v>37832</c:v>
                </c:pt>
                <c:pt idx="672">
                  <c:v>37833</c:v>
                </c:pt>
                <c:pt idx="673">
                  <c:v>37834</c:v>
                </c:pt>
                <c:pt idx="674">
                  <c:v>37837</c:v>
                </c:pt>
                <c:pt idx="675">
                  <c:v>37838</c:v>
                </c:pt>
                <c:pt idx="676">
                  <c:v>37839</c:v>
                </c:pt>
                <c:pt idx="677">
                  <c:v>37840</c:v>
                </c:pt>
                <c:pt idx="678">
                  <c:v>37841</c:v>
                </c:pt>
                <c:pt idx="679">
                  <c:v>37844</c:v>
                </c:pt>
                <c:pt idx="680">
                  <c:v>37845</c:v>
                </c:pt>
                <c:pt idx="681">
                  <c:v>37846</c:v>
                </c:pt>
                <c:pt idx="682">
                  <c:v>37847</c:v>
                </c:pt>
                <c:pt idx="683">
                  <c:v>37848</c:v>
                </c:pt>
                <c:pt idx="684">
                  <c:v>37851</c:v>
                </c:pt>
                <c:pt idx="685">
                  <c:v>37852</c:v>
                </c:pt>
                <c:pt idx="686">
                  <c:v>37853</c:v>
                </c:pt>
                <c:pt idx="687">
                  <c:v>37854</c:v>
                </c:pt>
                <c:pt idx="688">
                  <c:v>37855</c:v>
                </c:pt>
                <c:pt idx="689">
                  <c:v>37858</c:v>
                </c:pt>
                <c:pt idx="690">
                  <c:v>37859</c:v>
                </c:pt>
                <c:pt idx="691">
                  <c:v>37860</c:v>
                </c:pt>
                <c:pt idx="692">
                  <c:v>37861</c:v>
                </c:pt>
                <c:pt idx="693">
                  <c:v>37862</c:v>
                </c:pt>
                <c:pt idx="694">
                  <c:v>37865</c:v>
                </c:pt>
                <c:pt idx="695">
                  <c:v>37866</c:v>
                </c:pt>
                <c:pt idx="696">
                  <c:v>37867</c:v>
                </c:pt>
                <c:pt idx="697">
                  <c:v>37868</c:v>
                </c:pt>
                <c:pt idx="698">
                  <c:v>37869</c:v>
                </c:pt>
                <c:pt idx="699">
                  <c:v>37872</c:v>
                </c:pt>
                <c:pt idx="700">
                  <c:v>37873</c:v>
                </c:pt>
                <c:pt idx="701">
                  <c:v>37874</c:v>
                </c:pt>
                <c:pt idx="702">
                  <c:v>37875</c:v>
                </c:pt>
                <c:pt idx="703">
                  <c:v>37876</c:v>
                </c:pt>
                <c:pt idx="704">
                  <c:v>37879</c:v>
                </c:pt>
                <c:pt idx="705">
                  <c:v>37880</c:v>
                </c:pt>
                <c:pt idx="706">
                  <c:v>37881</c:v>
                </c:pt>
                <c:pt idx="707">
                  <c:v>37882</c:v>
                </c:pt>
                <c:pt idx="708">
                  <c:v>37883</c:v>
                </c:pt>
                <c:pt idx="709">
                  <c:v>37886</c:v>
                </c:pt>
                <c:pt idx="710">
                  <c:v>37887</c:v>
                </c:pt>
                <c:pt idx="711">
                  <c:v>37888</c:v>
                </c:pt>
                <c:pt idx="712">
                  <c:v>37889</c:v>
                </c:pt>
                <c:pt idx="713">
                  <c:v>37890</c:v>
                </c:pt>
                <c:pt idx="714">
                  <c:v>37893</c:v>
                </c:pt>
                <c:pt idx="715">
                  <c:v>37894</c:v>
                </c:pt>
                <c:pt idx="716">
                  <c:v>37895</c:v>
                </c:pt>
                <c:pt idx="717">
                  <c:v>37896</c:v>
                </c:pt>
                <c:pt idx="718">
                  <c:v>37897</c:v>
                </c:pt>
                <c:pt idx="719">
                  <c:v>37900</c:v>
                </c:pt>
                <c:pt idx="720">
                  <c:v>37901</c:v>
                </c:pt>
                <c:pt idx="721">
                  <c:v>37902</c:v>
                </c:pt>
                <c:pt idx="722">
                  <c:v>37903</c:v>
                </c:pt>
                <c:pt idx="723">
                  <c:v>37904</c:v>
                </c:pt>
                <c:pt idx="724">
                  <c:v>37907</c:v>
                </c:pt>
                <c:pt idx="725">
                  <c:v>37908</c:v>
                </c:pt>
                <c:pt idx="726">
                  <c:v>37909</c:v>
                </c:pt>
                <c:pt idx="727">
                  <c:v>37910</c:v>
                </c:pt>
                <c:pt idx="728">
                  <c:v>37911</c:v>
                </c:pt>
                <c:pt idx="729">
                  <c:v>37914</c:v>
                </c:pt>
                <c:pt idx="730">
                  <c:v>37915</c:v>
                </c:pt>
                <c:pt idx="731">
                  <c:v>37916</c:v>
                </c:pt>
                <c:pt idx="732">
                  <c:v>37917</c:v>
                </c:pt>
                <c:pt idx="733">
                  <c:v>37918</c:v>
                </c:pt>
                <c:pt idx="734">
                  <c:v>37921</c:v>
                </c:pt>
                <c:pt idx="735">
                  <c:v>37922</c:v>
                </c:pt>
                <c:pt idx="736">
                  <c:v>37923</c:v>
                </c:pt>
                <c:pt idx="737">
                  <c:v>37924</c:v>
                </c:pt>
                <c:pt idx="738">
                  <c:v>37925</c:v>
                </c:pt>
                <c:pt idx="739">
                  <c:v>37928</c:v>
                </c:pt>
                <c:pt idx="740">
                  <c:v>37929</c:v>
                </c:pt>
                <c:pt idx="741">
                  <c:v>37930</c:v>
                </c:pt>
                <c:pt idx="742">
                  <c:v>37931</c:v>
                </c:pt>
                <c:pt idx="743">
                  <c:v>37932</c:v>
                </c:pt>
                <c:pt idx="744">
                  <c:v>37935</c:v>
                </c:pt>
                <c:pt idx="745">
                  <c:v>37936</c:v>
                </c:pt>
                <c:pt idx="746">
                  <c:v>37937</c:v>
                </c:pt>
                <c:pt idx="747">
                  <c:v>37938</c:v>
                </c:pt>
                <c:pt idx="748">
                  <c:v>37939</c:v>
                </c:pt>
                <c:pt idx="749">
                  <c:v>37942</c:v>
                </c:pt>
                <c:pt idx="750">
                  <c:v>37943</c:v>
                </c:pt>
                <c:pt idx="751">
                  <c:v>37944</c:v>
                </c:pt>
                <c:pt idx="752">
                  <c:v>37945</c:v>
                </c:pt>
                <c:pt idx="753">
                  <c:v>37946</c:v>
                </c:pt>
                <c:pt idx="754">
                  <c:v>37949</c:v>
                </c:pt>
                <c:pt idx="755">
                  <c:v>37950</c:v>
                </c:pt>
                <c:pt idx="756">
                  <c:v>37951</c:v>
                </c:pt>
                <c:pt idx="757">
                  <c:v>37952</c:v>
                </c:pt>
                <c:pt idx="758">
                  <c:v>37953</c:v>
                </c:pt>
                <c:pt idx="759">
                  <c:v>37956</c:v>
                </c:pt>
                <c:pt idx="760">
                  <c:v>37957</c:v>
                </c:pt>
                <c:pt idx="761">
                  <c:v>37958</c:v>
                </c:pt>
                <c:pt idx="762">
                  <c:v>37959</c:v>
                </c:pt>
                <c:pt idx="763">
                  <c:v>37960</c:v>
                </c:pt>
                <c:pt idx="764">
                  <c:v>37963</c:v>
                </c:pt>
                <c:pt idx="765">
                  <c:v>37964</c:v>
                </c:pt>
                <c:pt idx="766">
                  <c:v>37965</c:v>
                </c:pt>
                <c:pt idx="767">
                  <c:v>37966</c:v>
                </c:pt>
                <c:pt idx="768">
                  <c:v>37967</c:v>
                </c:pt>
                <c:pt idx="769">
                  <c:v>37970</c:v>
                </c:pt>
                <c:pt idx="770">
                  <c:v>37971</c:v>
                </c:pt>
                <c:pt idx="771">
                  <c:v>37972</c:v>
                </c:pt>
                <c:pt idx="772">
                  <c:v>37973</c:v>
                </c:pt>
                <c:pt idx="773">
                  <c:v>37974</c:v>
                </c:pt>
                <c:pt idx="774">
                  <c:v>37977</c:v>
                </c:pt>
                <c:pt idx="775">
                  <c:v>37978</c:v>
                </c:pt>
                <c:pt idx="776">
                  <c:v>37979</c:v>
                </c:pt>
                <c:pt idx="777">
                  <c:v>37980</c:v>
                </c:pt>
                <c:pt idx="778">
                  <c:v>37981</c:v>
                </c:pt>
                <c:pt idx="779">
                  <c:v>37984</c:v>
                </c:pt>
                <c:pt idx="780">
                  <c:v>37985</c:v>
                </c:pt>
                <c:pt idx="781">
                  <c:v>37986</c:v>
                </c:pt>
                <c:pt idx="782">
                  <c:v>37987</c:v>
                </c:pt>
                <c:pt idx="783">
                  <c:v>37988</c:v>
                </c:pt>
                <c:pt idx="784">
                  <c:v>37991</c:v>
                </c:pt>
                <c:pt idx="785">
                  <c:v>37992</c:v>
                </c:pt>
                <c:pt idx="786">
                  <c:v>37993</c:v>
                </c:pt>
                <c:pt idx="787">
                  <c:v>37994</c:v>
                </c:pt>
                <c:pt idx="788">
                  <c:v>37995</c:v>
                </c:pt>
                <c:pt idx="789">
                  <c:v>37998</c:v>
                </c:pt>
                <c:pt idx="790">
                  <c:v>37999</c:v>
                </c:pt>
                <c:pt idx="791">
                  <c:v>38000</c:v>
                </c:pt>
                <c:pt idx="792">
                  <c:v>38001</c:v>
                </c:pt>
                <c:pt idx="793">
                  <c:v>38002</c:v>
                </c:pt>
                <c:pt idx="794">
                  <c:v>38005</c:v>
                </c:pt>
                <c:pt idx="795">
                  <c:v>38006</c:v>
                </c:pt>
                <c:pt idx="796">
                  <c:v>38007</c:v>
                </c:pt>
                <c:pt idx="797">
                  <c:v>38008</c:v>
                </c:pt>
                <c:pt idx="798">
                  <c:v>38009</c:v>
                </c:pt>
                <c:pt idx="799">
                  <c:v>38012</c:v>
                </c:pt>
                <c:pt idx="800">
                  <c:v>38013</c:v>
                </c:pt>
                <c:pt idx="801">
                  <c:v>38014</c:v>
                </c:pt>
                <c:pt idx="802">
                  <c:v>38015</c:v>
                </c:pt>
                <c:pt idx="803">
                  <c:v>38016</c:v>
                </c:pt>
                <c:pt idx="804">
                  <c:v>38019</c:v>
                </c:pt>
                <c:pt idx="805">
                  <c:v>38020</c:v>
                </c:pt>
                <c:pt idx="806">
                  <c:v>38021</c:v>
                </c:pt>
                <c:pt idx="807">
                  <c:v>38022</c:v>
                </c:pt>
                <c:pt idx="808">
                  <c:v>38023</c:v>
                </c:pt>
                <c:pt idx="809">
                  <c:v>38026</c:v>
                </c:pt>
                <c:pt idx="810">
                  <c:v>38027</c:v>
                </c:pt>
                <c:pt idx="811">
                  <c:v>38028</c:v>
                </c:pt>
                <c:pt idx="812">
                  <c:v>38029</c:v>
                </c:pt>
                <c:pt idx="813">
                  <c:v>38030</c:v>
                </c:pt>
                <c:pt idx="814">
                  <c:v>38033</c:v>
                </c:pt>
                <c:pt idx="815">
                  <c:v>38034</c:v>
                </c:pt>
                <c:pt idx="816">
                  <c:v>38035</c:v>
                </c:pt>
                <c:pt idx="817">
                  <c:v>38036</c:v>
                </c:pt>
                <c:pt idx="818">
                  <c:v>38037</c:v>
                </c:pt>
                <c:pt idx="819">
                  <c:v>38040</c:v>
                </c:pt>
                <c:pt idx="820">
                  <c:v>38041</c:v>
                </c:pt>
                <c:pt idx="821">
                  <c:v>38042</c:v>
                </c:pt>
                <c:pt idx="822">
                  <c:v>38043</c:v>
                </c:pt>
                <c:pt idx="823">
                  <c:v>38044</c:v>
                </c:pt>
                <c:pt idx="824">
                  <c:v>38047</c:v>
                </c:pt>
                <c:pt idx="825">
                  <c:v>38048</c:v>
                </c:pt>
                <c:pt idx="826">
                  <c:v>38049</c:v>
                </c:pt>
                <c:pt idx="827">
                  <c:v>38050</c:v>
                </c:pt>
                <c:pt idx="828">
                  <c:v>38051</c:v>
                </c:pt>
                <c:pt idx="829">
                  <c:v>38054</c:v>
                </c:pt>
                <c:pt idx="830">
                  <c:v>38055</c:v>
                </c:pt>
                <c:pt idx="831">
                  <c:v>38056</c:v>
                </c:pt>
                <c:pt idx="832">
                  <c:v>38057</c:v>
                </c:pt>
                <c:pt idx="833">
                  <c:v>38058</c:v>
                </c:pt>
                <c:pt idx="834">
                  <c:v>38061</c:v>
                </c:pt>
                <c:pt idx="835">
                  <c:v>38062</c:v>
                </c:pt>
                <c:pt idx="836">
                  <c:v>38063</c:v>
                </c:pt>
                <c:pt idx="837">
                  <c:v>38064</c:v>
                </c:pt>
                <c:pt idx="838">
                  <c:v>38065</c:v>
                </c:pt>
                <c:pt idx="839">
                  <c:v>38068</c:v>
                </c:pt>
                <c:pt idx="840">
                  <c:v>38069</c:v>
                </c:pt>
                <c:pt idx="841">
                  <c:v>38070</c:v>
                </c:pt>
                <c:pt idx="842">
                  <c:v>38071</c:v>
                </c:pt>
                <c:pt idx="843">
                  <c:v>38072</c:v>
                </c:pt>
                <c:pt idx="844">
                  <c:v>38075</c:v>
                </c:pt>
                <c:pt idx="845">
                  <c:v>38076</c:v>
                </c:pt>
                <c:pt idx="846">
                  <c:v>38077</c:v>
                </c:pt>
                <c:pt idx="847">
                  <c:v>38078</c:v>
                </c:pt>
                <c:pt idx="848">
                  <c:v>38079</c:v>
                </c:pt>
                <c:pt idx="849">
                  <c:v>38082</c:v>
                </c:pt>
                <c:pt idx="850">
                  <c:v>38083</c:v>
                </c:pt>
                <c:pt idx="851">
                  <c:v>38084</c:v>
                </c:pt>
                <c:pt idx="852">
                  <c:v>38085</c:v>
                </c:pt>
                <c:pt idx="853">
                  <c:v>38086</c:v>
                </c:pt>
                <c:pt idx="854">
                  <c:v>38089</c:v>
                </c:pt>
                <c:pt idx="855">
                  <c:v>38090</c:v>
                </c:pt>
                <c:pt idx="856">
                  <c:v>38091</c:v>
                </c:pt>
                <c:pt idx="857">
                  <c:v>38092</c:v>
                </c:pt>
                <c:pt idx="858">
                  <c:v>38093</c:v>
                </c:pt>
                <c:pt idx="859">
                  <c:v>38096</c:v>
                </c:pt>
                <c:pt idx="860">
                  <c:v>38097</c:v>
                </c:pt>
                <c:pt idx="861">
                  <c:v>38098</c:v>
                </c:pt>
                <c:pt idx="862">
                  <c:v>38099</c:v>
                </c:pt>
                <c:pt idx="863">
                  <c:v>38100</c:v>
                </c:pt>
                <c:pt idx="864">
                  <c:v>38103</c:v>
                </c:pt>
                <c:pt idx="865">
                  <c:v>38104</c:v>
                </c:pt>
                <c:pt idx="866">
                  <c:v>38105</c:v>
                </c:pt>
                <c:pt idx="867">
                  <c:v>38106</c:v>
                </c:pt>
                <c:pt idx="868">
                  <c:v>38107</c:v>
                </c:pt>
                <c:pt idx="869">
                  <c:v>38110</c:v>
                </c:pt>
                <c:pt idx="870">
                  <c:v>38111</c:v>
                </c:pt>
                <c:pt idx="871">
                  <c:v>38112</c:v>
                </c:pt>
                <c:pt idx="872">
                  <c:v>38113</c:v>
                </c:pt>
                <c:pt idx="873">
                  <c:v>38114</c:v>
                </c:pt>
                <c:pt idx="874">
                  <c:v>38117</c:v>
                </c:pt>
                <c:pt idx="875">
                  <c:v>38118</c:v>
                </c:pt>
                <c:pt idx="876">
                  <c:v>38119</c:v>
                </c:pt>
                <c:pt idx="877">
                  <c:v>38120</c:v>
                </c:pt>
                <c:pt idx="878">
                  <c:v>38121</c:v>
                </c:pt>
                <c:pt idx="879">
                  <c:v>38124</c:v>
                </c:pt>
                <c:pt idx="880">
                  <c:v>38125</c:v>
                </c:pt>
                <c:pt idx="881">
                  <c:v>38126</c:v>
                </c:pt>
                <c:pt idx="882">
                  <c:v>38127</c:v>
                </c:pt>
                <c:pt idx="883">
                  <c:v>38128</c:v>
                </c:pt>
                <c:pt idx="884">
                  <c:v>38131</c:v>
                </c:pt>
                <c:pt idx="885">
                  <c:v>38132</c:v>
                </c:pt>
                <c:pt idx="886">
                  <c:v>38133</c:v>
                </c:pt>
                <c:pt idx="887">
                  <c:v>38134</c:v>
                </c:pt>
                <c:pt idx="888">
                  <c:v>38135</c:v>
                </c:pt>
                <c:pt idx="889">
                  <c:v>38138</c:v>
                </c:pt>
                <c:pt idx="890">
                  <c:v>38139</c:v>
                </c:pt>
                <c:pt idx="891">
                  <c:v>38140</c:v>
                </c:pt>
                <c:pt idx="892">
                  <c:v>38141</c:v>
                </c:pt>
                <c:pt idx="893">
                  <c:v>38142</c:v>
                </c:pt>
                <c:pt idx="894">
                  <c:v>38145</c:v>
                </c:pt>
                <c:pt idx="895">
                  <c:v>38146</c:v>
                </c:pt>
                <c:pt idx="896">
                  <c:v>38147</c:v>
                </c:pt>
                <c:pt idx="897">
                  <c:v>38148</c:v>
                </c:pt>
                <c:pt idx="898">
                  <c:v>38149</c:v>
                </c:pt>
                <c:pt idx="899">
                  <c:v>38152</c:v>
                </c:pt>
                <c:pt idx="900">
                  <c:v>38153</c:v>
                </c:pt>
                <c:pt idx="901">
                  <c:v>38154</c:v>
                </c:pt>
                <c:pt idx="902">
                  <c:v>38155</c:v>
                </c:pt>
                <c:pt idx="903">
                  <c:v>38156</c:v>
                </c:pt>
                <c:pt idx="904">
                  <c:v>38159</c:v>
                </c:pt>
                <c:pt idx="905">
                  <c:v>38160</c:v>
                </c:pt>
                <c:pt idx="906">
                  <c:v>38161</c:v>
                </c:pt>
                <c:pt idx="907">
                  <c:v>38162</c:v>
                </c:pt>
                <c:pt idx="908">
                  <c:v>38163</c:v>
                </c:pt>
                <c:pt idx="909">
                  <c:v>38166</c:v>
                </c:pt>
                <c:pt idx="910">
                  <c:v>38167</c:v>
                </c:pt>
                <c:pt idx="911">
                  <c:v>38168</c:v>
                </c:pt>
                <c:pt idx="912">
                  <c:v>38169</c:v>
                </c:pt>
                <c:pt idx="913">
                  <c:v>38170</c:v>
                </c:pt>
                <c:pt idx="914">
                  <c:v>38173</c:v>
                </c:pt>
                <c:pt idx="915">
                  <c:v>38174</c:v>
                </c:pt>
                <c:pt idx="916">
                  <c:v>38175</c:v>
                </c:pt>
                <c:pt idx="917">
                  <c:v>38176</c:v>
                </c:pt>
                <c:pt idx="918">
                  <c:v>38177</c:v>
                </c:pt>
                <c:pt idx="919">
                  <c:v>38180</c:v>
                </c:pt>
                <c:pt idx="920">
                  <c:v>38181</c:v>
                </c:pt>
                <c:pt idx="921">
                  <c:v>38182</c:v>
                </c:pt>
                <c:pt idx="922">
                  <c:v>38183</c:v>
                </c:pt>
                <c:pt idx="923">
                  <c:v>38184</c:v>
                </c:pt>
                <c:pt idx="924">
                  <c:v>38187</c:v>
                </c:pt>
                <c:pt idx="925">
                  <c:v>38188</c:v>
                </c:pt>
                <c:pt idx="926">
                  <c:v>38189</c:v>
                </c:pt>
                <c:pt idx="927">
                  <c:v>38190</c:v>
                </c:pt>
                <c:pt idx="928">
                  <c:v>38191</c:v>
                </c:pt>
                <c:pt idx="929">
                  <c:v>38194</c:v>
                </c:pt>
                <c:pt idx="930">
                  <c:v>38195</c:v>
                </c:pt>
                <c:pt idx="931">
                  <c:v>38196</c:v>
                </c:pt>
                <c:pt idx="932">
                  <c:v>38197</c:v>
                </c:pt>
                <c:pt idx="933">
                  <c:v>38198</c:v>
                </c:pt>
                <c:pt idx="934">
                  <c:v>38201</c:v>
                </c:pt>
                <c:pt idx="935">
                  <c:v>38202</c:v>
                </c:pt>
                <c:pt idx="936">
                  <c:v>38203</c:v>
                </c:pt>
                <c:pt idx="937">
                  <c:v>38204</c:v>
                </c:pt>
                <c:pt idx="938">
                  <c:v>38205</c:v>
                </c:pt>
                <c:pt idx="939">
                  <c:v>38208</c:v>
                </c:pt>
                <c:pt idx="940">
                  <c:v>38209</c:v>
                </c:pt>
                <c:pt idx="941">
                  <c:v>38210</c:v>
                </c:pt>
                <c:pt idx="942">
                  <c:v>38211</c:v>
                </c:pt>
                <c:pt idx="943">
                  <c:v>38212</c:v>
                </c:pt>
                <c:pt idx="944">
                  <c:v>38215</c:v>
                </c:pt>
                <c:pt idx="945">
                  <c:v>38216</c:v>
                </c:pt>
                <c:pt idx="946">
                  <c:v>38217</c:v>
                </c:pt>
                <c:pt idx="947">
                  <c:v>38218</c:v>
                </c:pt>
                <c:pt idx="948">
                  <c:v>38219</c:v>
                </c:pt>
                <c:pt idx="949">
                  <c:v>38222</c:v>
                </c:pt>
                <c:pt idx="950">
                  <c:v>38223</c:v>
                </c:pt>
                <c:pt idx="951">
                  <c:v>38224</c:v>
                </c:pt>
                <c:pt idx="952">
                  <c:v>38225</c:v>
                </c:pt>
                <c:pt idx="953">
                  <c:v>38226</c:v>
                </c:pt>
                <c:pt idx="954">
                  <c:v>38229</c:v>
                </c:pt>
                <c:pt idx="955">
                  <c:v>38230</c:v>
                </c:pt>
                <c:pt idx="956">
                  <c:v>38231</c:v>
                </c:pt>
                <c:pt idx="957">
                  <c:v>38232</c:v>
                </c:pt>
                <c:pt idx="958">
                  <c:v>38233</c:v>
                </c:pt>
                <c:pt idx="959">
                  <c:v>38236</c:v>
                </c:pt>
                <c:pt idx="960">
                  <c:v>38237</c:v>
                </c:pt>
                <c:pt idx="961">
                  <c:v>38238</c:v>
                </c:pt>
                <c:pt idx="962">
                  <c:v>38239</c:v>
                </c:pt>
                <c:pt idx="963">
                  <c:v>38240</c:v>
                </c:pt>
                <c:pt idx="964">
                  <c:v>38243</c:v>
                </c:pt>
                <c:pt idx="965">
                  <c:v>38244</c:v>
                </c:pt>
                <c:pt idx="966">
                  <c:v>38245</c:v>
                </c:pt>
                <c:pt idx="967">
                  <c:v>38246</c:v>
                </c:pt>
                <c:pt idx="968">
                  <c:v>38247</c:v>
                </c:pt>
                <c:pt idx="969">
                  <c:v>38250</c:v>
                </c:pt>
                <c:pt idx="970">
                  <c:v>38251</c:v>
                </c:pt>
                <c:pt idx="971">
                  <c:v>38252</c:v>
                </c:pt>
                <c:pt idx="972">
                  <c:v>38253</c:v>
                </c:pt>
                <c:pt idx="973">
                  <c:v>38254</c:v>
                </c:pt>
                <c:pt idx="974">
                  <c:v>38257</c:v>
                </c:pt>
                <c:pt idx="975">
                  <c:v>38258</c:v>
                </c:pt>
                <c:pt idx="976">
                  <c:v>38259</c:v>
                </c:pt>
                <c:pt idx="977">
                  <c:v>38260</c:v>
                </c:pt>
                <c:pt idx="978">
                  <c:v>38261</c:v>
                </c:pt>
                <c:pt idx="979">
                  <c:v>38264</c:v>
                </c:pt>
                <c:pt idx="980">
                  <c:v>38265</c:v>
                </c:pt>
                <c:pt idx="981">
                  <c:v>38266</c:v>
                </c:pt>
                <c:pt idx="982">
                  <c:v>38267</c:v>
                </c:pt>
                <c:pt idx="983">
                  <c:v>38268</c:v>
                </c:pt>
                <c:pt idx="984">
                  <c:v>38271</c:v>
                </c:pt>
                <c:pt idx="985">
                  <c:v>38272</c:v>
                </c:pt>
                <c:pt idx="986">
                  <c:v>38273</c:v>
                </c:pt>
                <c:pt idx="987">
                  <c:v>38274</c:v>
                </c:pt>
                <c:pt idx="988">
                  <c:v>38275</c:v>
                </c:pt>
                <c:pt idx="989">
                  <c:v>38278</c:v>
                </c:pt>
                <c:pt idx="990">
                  <c:v>38279</c:v>
                </c:pt>
                <c:pt idx="991">
                  <c:v>38280</c:v>
                </c:pt>
                <c:pt idx="992">
                  <c:v>38281</c:v>
                </c:pt>
                <c:pt idx="993">
                  <c:v>38282</c:v>
                </c:pt>
                <c:pt idx="994">
                  <c:v>38285</c:v>
                </c:pt>
                <c:pt idx="995">
                  <c:v>38286</c:v>
                </c:pt>
                <c:pt idx="996">
                  <c:v>38287</c:v>
                </c:pt>
                <c:pt idx="997">
                  <c:v>38288</c:v>
                </c:pt>
                <c:pt idx="998">
                  <c:v>38289</c:v>
                </c:pt>
                <c:pt idx="999">
                  <c:v>38292</c:v>
                </c:pt>
                <c:pt idx="1000">
                  <c:v>38293</c:v>
                </c:pt>
                <c:pt idx="1001">
                  <c:v>38294</c:v>
                </c:pt>
                <c:pt idx="1002">
                  <c:v>38295</c:v>
                </c:pt>
                <c:pt idx="1003">
                  <c:v>38296</c:v>
                </c:pt>
                <c:pt idx="1004">
                  <c:v>38299</c:v>
                </c:pt>
                <c:pt idx="1005">
                  <c:v>38300</c:v>
                </c:pt>
                <c:pt idx="1006">
                  <c:v>38301</c:v>
                </c:pt>
                <c:pt idx="1007">
                  <c:v>38302</c:v>
                </c:pt>
                <c:pt idx="1008">
                  <c:v>38303</c:v>
                </c:pt>
                <c:pt idx="1009">
                  <c:v>38306</c:v>
                </c:pt>
                <c:pt idx="1010">
                  <c:v>38307</c:v>
                </c:pt>
                <c:pt idx="1011">
                  <c:v>38308</c:v>
                </c:pt>
                <c:pt idx="1012">
                  <c:v>38309</c:v>
                </c:pt>
                <c:pt idx="1013">
                  <c:v>38310</c:v>
                </c:pt>
                <c:pt idx="1014">
                  <c:v>38313</c:v>
                </c:pt>
                <c:pt idx="1015">
                  <c:v>38314</c:v>
                </c:pt>
                <c:pt idx="1016">
                  <c:v>38315</c:v>
                </c:pt>
                <c:pt idx="1017">
                  <c:v>38316</c:v>
                </c:pt>
                <c:pt idx="1018">
                  <c:v>38317</c:v>
                </c:pt>
                <c:pt idx="1019">
                  <c:v>38320</c:v>
                </c:pt>
                <c:pt idx="1020">
                  <c:v>38321</c:v>
                </c:pt>
                <c:pt idx="1021">
                  <c:v>38322</c:v>
                </c:pt>
                <c:pt idx="1022">
                  <c:v>38323</c:v>
                </c:pt>
                <c:pt idx="1023">
                  <c:v>38324</c:v>
                </c:pt>
                <c:pt idx="1024">
                  <c:v>38327</c:v>
                </c:pt>
                <c:pt idx="1025">
                  <c:v>38328</c:v>
                </c:pt>
                <c:pt idx="1026">
                  <c:v>38329</c:v>
                </c:pt>
                <c:pt idx="1027">
                  <c:v>38330</c:v>
                </c:pt>
                <c:pt idx="1028">
                  <c:v>38331</c:v>
                </c:pt>
                <c:pt idx="1029">
                  <c:v>38334</c:v>
                </c:pt>
                <c:pt idx="1030">
                  <c:v>38335</c:v>
                </c:pt>
                <c:pt idx="1031">
                  <c:v>38336</c:v>
                </c:pt>
                <c:pt idx="1032">
                  <c:v>38337</c:v>
                </c:pt>
                <c:pt idx="1033">
                  <c:v>38338</c:v>
                </c:pt>
                <c:pt idx="1034">
                  <c:v>38341</c:v>
                </c:pt>
                <c:pt idx="1035">
                  <c:v>38342</c:v>
                </c:pt>
                <c:pt idx="1036">
                  <c:v>38343</c:v>
                </c:pt>
                <c:pt idx="1037">
                  <c:v>38344</c:v>
                </c:pt>
                <c:pt idx="1038">
                  <c:v>38345</c:v>
                </c:pt>
                <c:pt idx="1039">
                  <c:v>38348</c:v>
                </c:pt>
                <c:pt idx="1040">
                  <c:v>38349</c:v>
                </c:pt>
                <c:pt idx="1041">
                  <c:v>38350</c:v>
                </c:pt>
                <c:pt idx="1042">
                  <c:v>38351</c:v>
                </c:pt>
                <c:pt idx="1043">
                  <c:v>38352</c:v>
                </c:pt>
                <c:pt idx="1044">
                  <c:v>38355</c:v>
                </c:pt>
                <c:pt idx="1045">
                  <c:v>38356</c:v>
                </c:pt>
                <c:pt idx="1046">
                  <c:v>38357</c:v>
                </c:pt>
                <c:pt idx="1047">
                  <c:v>38358</c:v>
                </c:pt>
                <c:pt idx="1048">
                  <c:v>38359</c:v>
                </c:pt>
                <c:pt idx="1049">
                  <c:v>38362</c:v>
                </c:pt>
                <c:pt idx="1050">
                  <c:v>38363</c:v>
                </c:pt>
                <c:pt idx="1051">
                  <c:v>38364</c:v>
                </c:pt>
                <c:pt idx="1052">
                  <c:v>38365</c:v>
                </c:pt>
                <c:pt idx="1053">
                  <c:v>38366</c:v>
                </c:pt>
                <c:pt idx="1054">
                  <c:v>38369</c:v>
                </c:pt>
                <c:pt idx="1055">
                  <c:v>38370</c:v>
                </c:pt>
                <c:pt idx="1056">
                  <c:v>38371</c:v>
                </c:pt>
                <c:pt idx="1057">
                  <c:v>38372</c:v>
                </c:pt>
                <c:pt idx="1058">
                  <c:v>38373</c:v>
                </c:pt>
                <c:pt idx="1059">
                  <c:v>38376</c:v>
                </c:pt>
                <c:pt idx="1060">
                  <c:v>38377</c:v>
                </c:pt>
                <c:pt idx="1061">
                  <c:v>38378</c:v>
                </c:pt>
                <c:pt idx="1062">
                  <c:v>38379</c:v>
                </c:pt>
                <c:pt idx="1063">
                  <c:v>38380</c:v>
                </c:pt>
                <c:pt idx="1064">
                  <c:v>38383</c:v>
                </c:pt>
                <c:pt idx="1065">
                  <c:v>38384</c:v>
                </c:pt>
                <c:pt idx="1066">
                  <c:v>38385</c:v>
                </c:pt>
                <c:pt idx="1067">
                  <c:v>38386</c:v>
                </c:pt>
                <c:pt idx="1068">
                  <c:v>38387</c:v>
                </c:pt>
                <c:pt idx="1069">
                  <c:v>38390</c:v>
                </c:pt>
                <c:pt idx="1070">
                  <c:v>38391</c:v>
                </c:pt>
                <c:pt idx="1071">
                  <c:v>38392</c:v>
                </c:pt>
                <c:pt idx="1072">
                  <c:v>38393</c:v>
                </c:pt>
                <c:pt idx="1073">
                  <c:v>38394</c:v>
                </c:pt>
                <c:pt idx="1074">
                  <c:v>38397</c:v>
                </c:pt>
                <c:pt idx="1075">
                  <c:v>38398</c:v>
                </c:pt>
                <c:pt idx="1076">
                  <c:v>38399</c:v>
                </c:pt>
                <c:pt idx="1077">
                  <c:v>38400</c:v>
                </c:pt>
                <c:pt idx="1078">
                  <c:v>38401</c:v>
                </c:pt>
                <c:pt idx="1079">
                  <c:v>38404</c:v>
                </c:pt>
                <c:pt idx="1080">
                  <c:v>38405</c:v>
                </c:pt>
                <c:pt idx="1081">
                  <c:v>38406</c:v>
                </c:pt>
                <c:pt idx="1082">
                  <c:v>38407</c:v>
                </c:pt>
                <c:pt idx="1083">
                  <c:v>38408</c:v>
                </c:pt>
                <c:pt idx="1084">
                  <c:v>38411</c:v>
                </c:pt>
                <c:pt idx="1085">
                  <c:v>38412</c:v>
                </c:pt>
                <c:pt idx="1086">
                  <c:v>38413</c:v>
                </c:pt>
                <c:pt idx="1087">
                  <c:v>38414</c:v>
                </c:pt>
                <c:pt idx="1088">
                  <c:v>38415</c:v>
                </c:pt>
                <c:pt idx="1089">
                  <c:v>38418</c:v>
                </c:pt>
                <c:pt idx="1090">
                  <c:v>38419</c:v>
                </c:pt>
                <c:pt idx="1091">
                  <c:v>38420</c:v>
                </c:pt>
                <c:pt idx="1092">
                  <c:v>38421</c:v>
                </c:pt>
                <c:pt idx="1093">
                  <c:v>38422</c:v>
                </c:pt>
                <c:pt idx="1094">
                  <c:v>38425</c:v>
                </c:pt>
                <c:pt idx="1095">
                  <c:v>38426</c:v>
                </c:pt>
                <c:pt idx="1096">
                  <c:v>38427</c:v>
                </c:pt>
                <c:pt idx="1097">
                  <c:v>38428</c:v>
                </c:pt>
                <c:pt idx="1098">
                  <c:v>38429</c:v>
                </c:pt>
                <c:pt idx="1099">
                  <c:v>38432</c:v>
                </c:pt>
                <c:pt idx="1100">
                  <c:v>38433</c:v>
                </c:pt>
                <c:pt idx="1101">
                  <c:v>38434</c:v>
                </c:pt>
                <c:pt idx="1102">
                  <c:v>38435</c:v>
                </c:pt>
                <c:pt idx="1103">
                  <c:v>38436</c:v>
                </c:pt>
                <c:pt idx="1104">
                  <c:v>38439</c:v>
                </c:pt>
                <c:pt idx="1105">
                  <c:v>38440</c:v>
                </c:pt>
                <c:pt idx="1106">
                  <c:v>38441</c:v>
                </c:pt>
                <c:pt idx="1107">
                  <c:v>38442</c:v>
                </c:pt>
                <c:pt idx="1108">
                  <c:v>38443</c:v>
                </c:pt>
                <c:pt idx="1109">
                  <c:v>38446</c:v>
                </c:pt>
                <c:pt idx="1110">
                  <c:v>38447</c:v>
                </c:pt>
                <c:pt idx="1111">
                  <c:v>38448</c:v>
                </c:pt>
                <c:pt idx="1112">
                  <c:v>38449</c:v>
                </c:pt>
                <c:pt idx="1113">
                  <c:v>38450</c:v>
                </c:pt>
                <c:pt idx="1114">
                  <c:v>38453</c:v>
                </c:pt>
                <c:pt idx="1115">
                  <c:v>38454</c:v>
                </c:pt>
                <c:pt idx="1116">
                  <c:v>38455</c:v>
                </c:pt>
                <c:pt idx="1117">
                  <c:v>38456</c:v>
                </c:pt>
                <c:pt idx="1118">
                  <c:v>38457</c:v>
                </c:pt>
                <c:pt idx="1119">
                  <c:v>38460</c:v>
                </c:pt>
                <c:pt idx="1120">
                  <c:v>38461</c:v>
                </c:pt>
                <c:pt idx="1121">
                  <c:v>38462</c:v>
                </c:pt>
                <c:pt idx="1122">
                  <c:v>38463</c:v>
                </c:pt>
                <c:pt idx="1123">
                  <c:v>38464</c:v>
                </c:pt>
                <c:pt idx="1124">
                  <c:v>38467</c:v>
                </c:pt>
                <c:pt idx="1125">
                  <c:v>38468</c:v>
                </c:pt>
                <c:pt idx="1126">
                  <c:v>38469</c:v>
                </c:pt>
                <c:pt idx="1127">
                  <c:v>38470</c:v>
                </c:pt>
                <c:pt idx="1128">
                  <c:v>38471</c:v>
                </c:pt>
                <c:pt idx="1129">
                  <c:v>38474</c:v>
                </c:pt>
                <c:pt idx="1130">
                  <c:v>38475</c:v>
                </c:pt>
                <c:pt idx="1131">
                  <c:v>38476</c:v>
                </c:pt>
                <c:pt idx="1132">
                  <c:v>38477</c:v>
                </c:pt>
                <c:pt idx="1133">
                  <c:v>38478</c:v>
                </c:pt>
                <c:pt idx="1134">
                  <c:v>38481</c:v>
                </c:pt>
                <c:pt idx="1135">
                  <c:v>38482</c:v>
                </c:pt>
                <c:pt idx="1136">
                  <c:v>38483</c:v>
                </c:pt>
                <c:pt idx="1137">
                  <c:v>38484</c:v>
                </c:pt>
                <c:pt idx="1138">
                  <c:v>38485</c:v>
                </c:pt>
                <c:pt idx="1139">
                  <c:v>38488</c:v>
                </c:pt>
                <c:pt idx="1140">
                  <c:v>38489</c:v>
                </c:pt>
                <c:pt idx="1141">
                  <c:v>38490</c:v>
                </c:pt>
                <c:pt idx="1142">
                  <c:v>38491</c:v>
                </c:pt>
                <c:pt idx="1143">
                  <c:v>38492</c:v>
                </c:pt>
                <c:pt idx="1144">
                  <c:v>38495</c:v>
                </c:pt>
                <c:pt idx="1145">
                  <c:v>38496</c:v>
                </c:pt>
                <c:pt idx="1146">
                  <c:v>38497</c:v>
                </c:pt>
                <c:pt idx="1147">
                  <c:v>38498</c:v>
                </c:pt>
                <c:pt idx="1148">
                  <c:v>38499</c:v>
                </c:pt>
                <c:pt idx="1149">
                  <c:v>38502</c:v>
                </c:pt>
                <c:pt idx="1150">
                  <c:v>38503</c:v>
                </c:pt>
                <c:pt idx="1151">
                  <c:v>38504</c:v>
                </c:pt>
                <c:pt idx="1152">
                  <c:v>38505</c:v>
                </c:pt>
                <c:pt idx="1153">
                  <c:v>38506</c:v>
                </c:pt>
                <c:pt idx="1154">
                  <c:v>38509</c:v>
                </c:pt>
                <c:pt idx="1155">
                  <c:v>38510</c:v>
                </c:pt>
                <c:pt idx="1156">
                  <c:v>38511</c:v>
                </c:pt>
                <c:pt idx="1157">
                  <c:v>38512</c:v>
                </c:pt>
                <c:pt idx="1158">
                  <c:v>38513</c:v>
                </c:pt>
                <c:pt idx="1159">
                  <c:v>38516</c:v>
                </c:pt>
                <c:pt idx="1160">
                  <c:v>38517</c:v>
                </c:pt>
                <c:pt idx="1161">
                  <c:v>38518</c:v>
                </c:pt>
                <c:pt idx="1162">
                  <c:v>38519</c:v>
                </c:pt>
                <c:pt idx="1163">
                  <c:v>38520</c:v>
                </c:pt>
                <c:pt idx="1164">
                  <c:v>38523</c:v>
                </c:pt>
                <c:pt idx="1165">
                  <c:v>38524</c:v>
                </c:pt>
                <c:pt idx="1166">
                  <c:v>38525</c:v>
                </c:pt>
                <c:pt idx="1167">
                  <c:v>38526</c:v>
                </c:pt>
                <c:pt idx="1168">
                  <c:v>38527</c:v>
                </c:pt>
                <c:pt idx="1169">
                  <c:v>38530</c:v>
                </c:pt>
                <c:pt idx="1170">
                  <c:v>38531</c:v>
                </c:pt>
                <c:pt idx="1171">
                  <c:v>38532</c:v>
                </c:pt>
                <c:pt idx="1172">
                  <c:v>38533</c:v>
                </c:pt>
                <c:pt idx="1173">
                  <c:v>38534</c:v>
                </c:pt>
                <c:pt idx="1174">
                  <c:v>38537</c:v>
                </c:pt>
                <c:pt idx="1175">
                  <c:v>38538</c:v>
                </c:pt>
                <c:pt idx="1176">
                  <c:v>38539</c:v>
                </c:pt>
                <c:pt idx="1177">
                  <c:v>38540</c:v>
                </c:pt>
                <c:pt idx="1178">
                  <c:v>38541</c:v>
                </c:pt>
                <c:pt idx="1179">
                  <c:v>38544</c:v>
                </c:pt>
                <c:pt idx="1180">
                  <c:v>38545</c:v>
                </c:pt>
                <c:pt idx="1181">
                  <c:v>38546</c:v>
                </c:pt>
                <c:pt idx="1182">
                  <c:v>38547</c:v>
                </c:pt>
                <c:pt idx="1183">
                  <c:v>38548</c:v>
                </c:pt>
                <c:pt idx="1184">
                  <c:v>38551</c:v>
                </c:pt>
                <c:pt idx="1185">
                  <c:v>38552</c:v>
                </c:pt>
                <c:pt idx="1186">
                  <c:v>38553</c:v>
                </c:pt>
                <c:pt idx="1187">
                  <c:v>38554</c:v>
                </c:pt>
                <c:pt idx="1188">
                  <c:v>38555</c:v>
                </c:pt>
                <c:pt idx="1189">
                  <c:v>38558</c:v>
                </c:pt>
                <c:pt idx="1190">
                  <c:v>38559</c:v>
                </c:pt>
                <c:pt idx="1191">
                  <c:v>38560</c:v>
                </c:pt>
                <c:pt idx="1192">
                  <c:v>38561</c:v>
                </c:pt>
                <c:pt idx="1193">
                  <c:v>38562</c:v>
                </c:pt>
                <c:pt idx="1194">
                  <c:v>38565</c:v>
                </c:pt>
                <c:pt idx="1195">
                  <c:v>38566</c:v>
                </c:pt>
                <c:pt idx="1196">
                  <c:v>38567</c:v>
                </c:pt>
                <c:pt idx="1197">
                  <c:v>38568</c:v>
                </c:pt>
                <c:pt idx="1198">
                  <c:v>38569</c:v>
                </c:pt>
                <c:pt idx="1199">
                  <c:v>38572</c:v>
                </c:pt>
                <c:pt idx="1200">
                  <c:v>38573</c:v>
                </c:pt>
                <c:pt idx="1201">
                  <c:v>38574</c:v>
                </c:pt>
                <c:pt idx="1202">
                  <c:v>38575</c:v>
                </c:pt>
                <c:pt idx="1203">
                  <c:v>38576</c:v>
                </c:pt>
                <c:pt idx="1204">
                  <c:v>38579</c:v>
                </c:pt>
                <c:pt idx="1205">
                  <c:v>38580</c:v>
                </c:pt>
                <c:pt idx="1206">
                  <c:v>38581</c:v>
                </c:pt>
                <c:pt idx="1207">
                  <c:v>38582</c:v>
                </c:pt>
                <c:pt idx="1208">
                  <c:v>38583</c:v>
                </c:pt>
                <c:pt idx="1209">
                  <c:v>38586</c:v>
                </c:pt>
                <c:pt idx="1210">
                  <c:v>38587</c:v>
                </c:pt>
                <c:pt idx="1211">
                  <c:v>38588</c:v>
                </c:pt>
                <c:pt idx="1212">
                  <c:v>38589</c:v>
                </c:pt>
                <c:pt idx="1213">
                  <c:v>38590</c:v>
                </c:pt>
                <c:pt idx="1214">
                  <c:v>38593</c:v>
                </c:pt>
                <c:pt idx="1215">
                  <c:v>38594</c:v>
                </c:pt>
                <c:pt idx="1216">
                  <c:v>38595</c:v>
                </c:pt>
                <c:pt idx="1217">
                  <c:v>38596</c:v>
                </c:pt>
                <c:pt idx="1218">
                  <c:v>38597</c:v>
                </c:pt>
                <c:pt idx="1219">
                  <c:v>38600</c:v>
                </c:pt>
                <c:pt idx="1220">
                  <c:v>38601</c:v>
                </c:pt>
                <c:pt idx="1221">
                  <c:v>38602</c:v>
                </c:pt>
                <c:pt idx="1222">
                  <c:v>38603</c:v>
                </c:pt>
                <c:pt idx="1223">
                  <c:v>38604</c:v>
                </c:pt>
                <c:pt idx="1224">
                  <c:v>38607</c:v>
                </c:pt>
                <c:pt idx="1225">
                  <c:v>38608</c:v>
                </c:pt>
                <c:pt idx="1226">
                  <c:v>38609</c:v>
                </c:pt>
                <c:pt idx="1227">
                  <c:v>38610</c:v>
                </c:pt>
                <c:pt idx="1228">
                  <c:v>38611</c:v>
                </c:pt>
                <c:pt idx="1229">
                  <c:v>38614</c:v>
                </c:pt>
                <c:pt idx="1230">
                  <c:v>38615</c:v>
                </c:pt>
                <c:pt idx="1231">
                  <c:v>38616</c:v>
                </c:pt>
                <c:pt idx="1232">
                  <c:v>38617</c:v>
                </c:pt>
                <c:pt idx="1233">
                  <c:v>38618</c:v>
                </c:pt>
                <c:pt idx="1234">
                  <c:v>38621</c:v>
                </c:pt>
                <c:pt idx="1235">
                  <c:v>38622</c:v>
                </c:pt>
                <c:pt idx="1236">
                  <c:v>38623</c:v>
                </c:pt>
                <c:pt idx="1237">
                  <c:v>38624</c:v>
                </c:pt>
                <c:pt idx="1238">
                  <c:v>38625</c:v>
                </c:pt>
                <c:pt idx="1239">
                  <c:v>38628</c:v>
                </c:pt>
                <c:pt idx="1240">
                  <c:v>38629</c:v>
                </c:pt>
                <c:pt idx="1241">
                  <c:v>38630</c:v>
                </c:pt>
                <c:pt idx="1242">
                  <c:v>38631</c:v>
                </c:pt>
                <c:pt idx="1243">
                  <c:v>38632</c:v>
                </c:pt>
                <c:pt idx="1244">
                  <c:v>38635</c:v>
                </c:pt>
                <c:pt idx="1245">
                  <c:v>38636</c:v>
                </c:pt>
                <c:pt idx="1246">
                  <c:v>38637</c:v>
                </c:pt>
                <c:pt idx="1247">
                  <c:v>38638</c:v>
                </c:pt>
                <c:pt idx="1248">
                  <c:v>38639</c:v>
                </c:pt>
                <c:pt idx="1249">
                  <c:v>38642</c:v>
                </c:pt>
                <c:pt idx="1250">
                  <c:v>38643</c:v>
                </c:pt>
                <c:pt idx="1251">
                  <c:v>38644</c:v>
                </c:pt>
                <c:pt idx="1252">
                  <c:v>38645</c:v>
                </c:pt>
                <c:pt idx="1253">
                  <c:v>38646</c:v>
                </c:pt>
                <c:pt idx="1254">
                  <c:v>38649</c:v>
                </c:pt>
                <c:pt idx="1255">
                  <c:v>38650</c:v>
                </c:pt>
                <c:pt idx="1256">
                  <c:v>38651</c:v>
                </c:pt>
                <c:pt idx="1257">
                  <c:v>38652</c:v>
                </c:pt>
                <c:pt idx="1258">
                  <c:v>38653</c:v>
                </c:pt>
                <c:pt idx="1259">
                  <c:v>38656</c:v>
                </c:pt>
                <c:pt idx="1260">
                  <c:v>38657</c:v>
                </c:pt>
                <c:pt idx="1261">
                  <c:v>38658</c:v>
                </c:pt>
                <c:pt idx="1262">
                  <c:v>38659</c:v>
                </c:pt>
                <c:pt idx="1263">
                  <c:v>38660</c:v>
                </c:pt>
                <c:pt idx="1264">
                  <c:v>38663</c:v>
                </c:pt>
                <c:pt idx="1265">
                  <c:v>38664</c:v>
                </c:pt>
                <c:pt idx="1266">
                  <c:v>38665</c:v>
                </c:pt>
                <c:pt idx="1267">
                  <c:v>38666</c:v>
                </c:pt>
                <c:pt idx="1268">
                  <c:v>38667</c:v>
                </c:pt>
                <c:pt idx="1269">
                  <c:v>38670</c:v>
                </c:pt>
                <c:pt idx="1270">
                  <c:v>38671</c:v>
                </c:pt>
                <c:pt idx="1271">
                  <c:v>38672</c:v>
                </c:pt>
                <c:pt idx="1272">
                  <c:v>38673</c:v>
                </c:pt>
                <c:pt idx="1273">
                  <c:v>38674</c:v>
                </c:pt>
                <c:pt idx="1274">
                  <c:v>38677</c:v>
                </c:pt>
                <c:pt idx="1275">
                  <c:v>38678</c:v>
                </c:pt>
                <c:pt idx="1276">
                  <c:v>38679</c:v>
                </c:pt>
                <c:pt idx="1277">
                  <c:v>38680</c:v>
                </c:pt>
                <c:pt idx="1278">
                  <c:v>38681</c:v>
                </c:pt>
                <c:pt idx="1279">
                  <c:v>38684</c:v>
                </c:pt>
                <c:pt idx="1280">
                  <c:v>38685</c:v>
                </c:pt>
                <c:pt idx="1281">
                  <c:v>38686</c:v>
                </c:pt>
                <c:pt idx="1282">
                  <c:v>38687</c:v>
                </c:pt>
                <c:pt idx="1283">
                  <c:v>38688</c:v>
                </c:pt>
                <c:pt idx="1284">
                  <c:v>38691</c:v>
                </c:pt>
                <c:pt idx="1285">
                  <c:v>38692</c:v>
                </c:pt>
                <c:pt idx="1286">
                  <c:v>38693</c:v>
                </c:pt>
                <c:pt idx="1287">
                  <c:v>38694</c:v>
                </c:pt>
                <c:pt idx="1288">
                  <c:v>38695</c:v>
                </c:pt>
                <c:pt idx="1289">
                  <c:v>38698</c:v>
                </c:pt>
                <c:pt idx="1290">
                  <c:v>38699</c:v>
                </c:pt>
                <c:pt idx="1291">
                  <c:v>38700</c:v>
                </c:pt>
                <c:pt idx="1292">
                  <c:v>38701</c:v>
                </c:pt>
                <c:pt idx="1293">
                  <c:v>38702</c:v>
                </c:pt>
                <c:pt idx="1294">
                  <c:v>38705</c:v>
                </c:pt>
                <c:pt idx="1295">
                  <c:v>38706</c:v>
                </c:pt>
                <c:pt idx="1296">
                  <c:v>38707</c:v>
                </c:pt>
                <c:pt idx="1297">
                  <c:v>38708</c:v>
                </c:pt>
                <c:pt idx="1298">
                  <c:v>38709</c:v>
                </c:pt>
                <c:pt idx="1299">
                  <c:v>38712</c:v>
                </c:pt>
                <c:pt idx="1300">
                  <c:v>38713</c:v>
                </c:pt>
                <c:pt idx="1301">
                  <c:v>38714</c:v>
                </c:pt>
                <c:pt idx="1302">
                  <c:v>38715</c:v>
                </c:pt>
                <c:pt idx="1303">
                  <c:v>38716</c:v>
                </c:pt>
                <c:pt idx="1304">
                  <c:v>38719</c:v>
                </c:pt>
                <c:pt idx="1305">
                  <c:v>38720</c:v>
                </c:pt>
                <c:pt idx="1306">
                  <c:v>38721</c:v>
                </c:pt>
                <c:pt idx="1307">
                  <c:v>38722</c:v>
                </c:pt>
                <c:pt idx="1308">
                  <c:v>38723</c:v>
                </c:pt>
                <c:pt idx="1309">
                  <c:v>38726</c:v>
                </c:pt>
                <c:pt idx="1310">
                  <c:v>38727</c:v>
                </c:pt>
                <c:pt idx="1311">
                  <c:v>38728</c:v>
                </c:pt>
                <c:pt idx="1312">
                  <c:v>38729</c:v>
                </c:pt>
                <c:pt idx="1313">
                  <c:v>38730</c:v>
                </c:pt>
                <c:pt idx="1314">
                  <c:v>38733</c:v>
                </c:pt>
                <c:pt idx="1315">
                  <c:v>38734</c:v>
                </c:pt>
                <c:pt idx="1316">
                  <c:v>38735</c:v>
                </c:pt>
                <c:pt idx="1317">
                  <c:v>38736</c:v>
                </c:pt>
                <c:pt idx="1318">
                  <c:v>38737</c:v>
                </c:pt>
                <c:pt idx="1319">
                  <c:v>38740</c:v>
                </c:pt>
                <c:pt idx="1320">
                  <c:v>38741</c:v>
                </c:pt>
                <c:pt idx="1321">
                  <c:v>38742</c:v>
                </c:pt>
                <c:pt idx="1322">
                  <c:v>38743</c:v>
                </c:pt>
                <c:pt idx="1323">
                  <c:v>38744</c:v>
                </c:pt>
                <c:pt idx="1324">
                  <c:v>38747</c:v>
                </c:pt>
                <c:pt idx="1325">
                  <c:v>38748</c:v>
                </c:pt>
                <c:pt idx="1326">
                  <c:v>38749</c:v>
                </c:pt>
                <c:pt idx="1327">
                  <c:v>38750</c:v>
                </c:pt>
                <c:pt idx="1328">
                  <c:v>38751</c:v>
                </c:pt>
                <c:pt idx="1329">
                  <c:v>38754</c:v>
                </c:pt>
                <c:pt idx="1330">
                  <c:v>38755</c:v>
                </c:pt>
                <c:pt idx="1331">
                  <c:v>38756</c:v>
                </c:pt>
                <c:pt idx="1332">
                  <c:v>38757</c:v>
                </c:pt>
                <c:pt idx="1333">
                  <c:v>38758</c:v>
                </c:pt>
                <c:pt idx="1334">
                  <c:v>38761</c:v>
                </c:pt>
                <c:pt idx="1335">
                  <c:v>38762</c:v>
                </c:pt>
                <c:pt idx="1336">
                  <c:v>38763</c:v>
                </c:pt>
                <c:pt idx="1337">
                  <c:v>38764</c:v>
                </c:pt>
                <c:pt idx="1338">
                  <c:v>38765</c:v>
                </c:pt>
                <c:pt idx="1339">
                  <c:v>38768</c:v>
                </c:pt>
                <c:pt idx="1340">
                  <c:v>38769</c:v>
                </c:pt>
                <c:pt idx="1341">
                  <c:v>38770</c:v>
                </c:pt>
                <c:pt idx="1342">
                  <c:v>38771</c:v>
                </c:pt>
                <c:pt idx="1343">
                  <c:v>38772</c:v>
                </c:pt>
                <c:pt idx="1344">
                  <c:v>38775</c:v>
                </c:pt>
                <c:pt idx="1345">
                  <c:v>38776</c:v>
                </c:pt>
                <c:pt idx="1346">
                  <c:v>38777</c:v>
                </c:pt>
                <c:pt idx="1347">
                  <c:v>38778</c:v>
                </c:pt>
                <c:pt idx="1348">
                  <c:v>38779</c:v>
                </c:pt>
                <c:pt idx="1349">
                  <c:v>38782</c:v>
                </c:pt>
                <c:pt idx="1350">
                  <c:v>38783</c:v>
                </c:pt>
                <c:pt idx="1351">
                  <c:v>38784</c:v>
                </c:pt>
                <c:pt idx="1352">
                  <c:v>38785</c:v>
                </c:pt>
                <c:pt idx="1353">
                  <c:v>38786</c:v>
                </c:pt>
                <c:pt idx="1354">
                  <c:v>38789</c:v>
                </c:pt>
                <c:pt idx="1355">
                  <c:v>38790</c:v>
                </c:pt>
                <c:pt idx="1356">
                  <c:v>38791</c:v>
                </c:pt>
                <c:pt idx="1357">
                  <c:v>38792</c:v>
                </c:pt>
                <c:pt idx="1358">
                  <c:v>38793</c:v>
                </c:pt>
                <c:pt idx="1359">
                  <c:v>38796</c:v>
                </c:pt>
                <c:pt idx="1360">
                  <c:v>38797</c:v>
                </c:pt>
                <c:pt idx="1361">
                  <c:v>38798</c:v>
                </c:pt>
                <c:pt idx="1362">
                  <c:v>38799</c:v>
                </c:pt>
                <c:pt idx="1363">
                  <c:v>38800</c:v>
                </c:pt>
                <c:pt idx="1364">
                  <c:v>38803</c:v>
                </c:pt>
                <c:pt idx="1365">
                  <c:v>38804</c:v>
                </c:pt>
                <c:pt idx="1366">
                  <c:v>38805</c:v>
                </c:pt>
                <c:pt idx="1367">
                  <c:v>38806</c:v>
                </c:pt>
                <c:pt idx="1368">
                  <c:v>38807</c:v>
                </c:pt>
                <c:pt idx="1369">
                  <c:v>38810</c:v>
                </c:pt>
                <c:pt idx="1370">
                  <c:v>38811</c:v>
                </c:pt>
                <c:pt idx="1371">
                  <c:v>38812</c:v>
                </c:pt>
                <c:pt idx="1372">
                  <c:v>38813</c:v>
                </c:pt>
                <c:pt idx="1373">
                  <c:v>38814</c:v>
                </c:pt>
                <c:pt idx="1374">
                  <c:v>38817</c:v>
                </c:pt>
                <c:pt idx="1375">
                  <c:v>38818</c:v>
                </c:pt>
                <c:pt idx="1376">
                  <c:v>38819</c:v>
                </c:pt>
                <c:pt idx="1377">
                  <c:v>38820</c:v>
                </c:pt>
                <c:pt idx="1378">
                  <c:v>38821</c:v>
                </c:pt>
                <c:pt idx="1379">
                  <c:v>38824</c:v>
                </c:pt>
                <c:pt idx="1380">
                  <c:v>38825</c:v>
                </c:pt>
                <c:pt idx="1381">
                  <c:v>38826</c:v>
                </c:pt>
                <c:pt idx="1382">
                  <c:v>38827</c:v>
                </c:pt>
                <c:pt idx="1383">
                  <c:v>38828</c:v>
                </c:pt>
                <c:pt idx="1384">
                  <c:v>38831</c:v>
                </c:pt>
                <c:pt idx="1385">
                  <c:v>38832</c:v>
                </c:pt>
                <c:pt idx="1386">
                  <c:v>38833</c:v>
                </c:pt>
                <c:pt idx="1387">
                  <c:v>38834</c:v>
                </c:pt>
                <c:pt idx="1388">
                  <c:v>38835</c:v>
                </c:pt>
                <c:pt idx="1389">
                  <c:v>38838</c:v>
                </c:pt>
                <c:pt idx="1390">
                  <c:v>38839</c:v>
                </c:pt>
                <c:pt idx="1391">
                  <c:v>38840</c:v>
                </c:pt>
                <c:pt idx="1392">
                  <c:v>38841</c:v>
                </c:pt>
                <c:pt idx="1393">
                  <c:v>38842</c:v>
                </c:pt>
                <c:pt idx="1394">
                  <c:v>38845</c:v>
                </c:pt>
                <c:pt idx="1395">
                  <c:v>38846</c:v>
                </c:pt>
                <c:pt idx="1396">
                  <c:v>38847</c:v>
                </c:pt>
                <c:pt idx="1397">
                  <c:v>38848</c:v>
                </c:pt>
                <c:pt idx="1398">
                  <c:v>38849</c:v>
                </c:pt>
                <c:pt idx="1399">
                  <c:v>38852</c:v>
                </c:pt>
                <c:pt idx="1400">
                  <c:v>38853</c:v>
                </c:pt>
                <c:pt idx="1401">
                  <c:v>38854</c:v>
                </c:pt>
                <c:pt idx="1402">
                  <c:v>38855</c:v>
                </c:pt>
                <c:pt idx="1403">
                  <c:v>38856</c:v>
                </c:pt>
                <c:pt idx="1404">
                  <c:v>38859</c:v>
                </c:pt>
                <c:pt idx="1405">
                  <c:v>38860</c:v>
                </c:pt>
                <c:pt idx="1406">
                  <c:v>38861</c:v>
                </c:pt>
                <c:pt idx="1407">
                  <c:v>38862</c:v>
                </c:pt>
                <c:pt idx="1408">
                  <c:v>38863</c:v>
                </c:pt>
                <c:pt idx="1409">
                  <c:v>38866</c:v>
                </c:pt>
                <c:pt idx="1410">
                  <c:v>38867</c:v>
                </c:pt>
                <c:pt idx="1411">
                  <c:v>38868</c:v>
                </c:pt>
                <c:pt idx="1412">
                  <c:v>38869</c:v>
                </c:pt>
                <c:pt idx="1413">
                  <c:v>38870</c:v>
                </c:pt>
                <c:pt idx="1414">
                  <c:v>38873</c:v>
                </c:pt>
                <c:pt idx="1415">
                  <c:v>38874</c:v>
                </c:pt>
                <c:pt idx="1416">
                  <c:v>38875</c:v>
                </c:pt>
                <c:pt idx="1417">
                  <c:v>38876</c:v>
                </c:pt>
                <c:pt idx="1418">
                  <c:v>38877</c:v>
                </c:pt>
                <c:pt idx="1419">
                  <c:v>38880</c:v>
                </c:pt>
                <c:pt idx="1420">
                  <c:v>38881</c:v>
                </c:pt>
                <c:pt idx="1421">
                  <c:v>38882</c:v>
                </c:pt>
                <c:pt idx="1422">
                  <c:v>38883</c:v>
                </c:pt>
                <c:pt idx="1423">
                  <c:v>38884</c:v>
                </c:pt>
                <c:pt idx="1424">
                  <c:v>38887</c:v>
                </c:pt>
                <c:pt idx="1425">
                  <c:v>38888</c:v>
                </c:pt>
                <c:pt idx="1426">
                  <c:v>38889</c:v>
                </c:pt>
                <c:pt idx="1427">
                  <c:v>38890</c:v>
                </c:pt>
                <c:pt idx="1428">
                  <c:v>38891</c:v>
                </c:pt>
                <c:pt idx="1429">
                  <c:v>38894</c:v>
                </c:pt>
                <c:pt idx="1430">
                  <c:v>38895</c:v>
                </c:pt>
                <c:pt idx="1431">
                  <c:v>38896</c:v>
                </c:pt>
                <c:pt idx="1432">
                  <c:v>38897</c:v>
                </c:pt>
                <c:pt idx="1433">
                  <c:v>38898</c:v>
                </c:pt>
                <c:pt idx="1434">
                  <c:v>38901</c:v>
                </c:pt>
                <c:pt idx="1435">
                  <c:v>38902</c:v>
                </c:pt>
                <c:pt idx="1436">
                  <c:v>38903</c:v>
                </c:pt>
                <c:pt idx="1437">
                  <c:v>38904</c:v>
                </c:pt>
                <c:pt idx="1438">
                  <c:v>38905</c:v>
                </c:pt>
                <c:pt idx="1439">
                  <c:v>38908</c:v>
                </c:pt>
                <c:pt idx="1440">
                  <c:v>38909</c:v>
                </c:pt>
                <c:pt idx="1441">
                  <c:v>38910</c:v>
                </c:pt>
                <c:pt idx="1442">
                  <c:v>38911</c:v>
                </c:pt>
                <c:pt idx="1443">
                  <c:v>38912</c:v>
                </c:pt>
                <c:pt idx="1444">
                  <c:v>38915</c:v>
                </c:pt>
                <c:pt idx="1445">
                  <c:v>38916</c:v>
                </c:pt>
                <c:pt idx="1446">
                  <c:v>38917</c:v>
                </c:pt>
                <c:pt idx="1447">
                  <c:v>38918</c:v>
                </c:pt>
                <c:pt idx="1448">
                  <c:v>38919</c:v>
                </c:pt>
                <c:pt idx="1449">
                  <c:v>38922</c:v>
                </c:pt>
                <c:pt idx="1450">
                  <c:v>38923</c:v>
                </c:pt>
                <c:pt idx="1451">
                  <c:v>38924</c:v>
                </c:pt>
                <c:pt idx="1452">
                  <c:v>38925</c:v>
                </c:pt>
                <c:pt idx="1453">
                  <c:v>38926</c:v>
                </c:pt>
                <c:pt idx="1454">
                  <c:v>38929</c:v>
                </c:pt>
                <c:pt idx="1455">
                  <c:v>38930</c:v>
                </c:pt>
                <c:pt idx="1456">
                  <c:v>38931</c:v>
                </c:pt>
                <c:pt idx="1457">
                  <c:v>38932</c:v>
                </c:pt>
                <c:pt idx="1458">
                  <c:v>38933</c:v>
                </c:pt>
                <c:pt idx="1459">
                  <c:v>38936</c:v>
                </c:pt>
                <c:pt idx="1460">
                  <c:v>38937</c:v>
                </c:pt>
                <c:pt idx="1461">
                  <c:v>38938</c:v>
                </c:pt>
                <c:pt idx="1462">
                  <c:v>38939</c:v>
                </c:pt>
                <c:pt idx="1463">
                  <c:v>38940</c:v>
                </c:pt>
                <c:pt idx="1464">
                  <c:v>38943</c:v>
                </c:pt>
                <c:pt idx="1465">
                  <c:v>38944</c:v>
                </c:pt>
                <c:pt idx="1466">
                  <c:v>38945</c:v>
                </c:pt>
                <c:pt idx="1467">
                  <c:v>38946</c:v>
                </c:pt>
                <c:pt idx="1468">
                  <c:v>38947</c:v>
                </c:pt>
                <c:pt idx="1469">
                  <c:v>38950</c:v>
                </c:pt>
                <c:pt idx="1470">
                  <c:v>38951</c:v>
                </c:pt>
                <c:pt idx="1471">
                  <c:v>38952</c:v>
                </c:pt>
                <c:pt idx="1472">
                  <c:v>38953</c:v>
                </c:pt>
                <c:pt idx="1473">
                  <c:v>38954</c:v>
                </c:pt>
                <c:pt idx="1474">
                  <c:v>38957</c:v>
                </c:pt>
                <c:pt idx="1475">
                  <c:v>38958</c:v>
                </c:pt>
                <c:pt idx="1476">
                  <c:v>38959</c:v>
                </c:pt>
                <c:pt idx="1477">
                  <c:v>38960</c:v>
                </c:pt>
                <c:pt idx="1478">
                  <c:v>38961</c:v>
                </c:pt>
                <c:pt idx="1479">
                  <c:v>38964</c:v>
                </c:pt>
                <c:pt idx="1480">
                  <c:v>38965</c:v>
                </c:pt>
                <c:pt idx="1481">
                  <c:v>38966</c:v>
                </c:pt>
                <c:pt idx="1482">
                  <c:v>38967</c:v>
                </c:pt>
                <c:pt idx="1483">
                  <c:v>38968</c:v>
                </c:pt>
                <c:pt idx="1484">
                  <c:v>38971</c:v>
                </c:pt>
                <c:pt idx="1485">
                  <c:v>38972</c:v>
                </c:pt>
                <c:pt idx="1486">
                  <c:v>38973</c:v>
                </c:pt>
                <c:pt idx="1487">
                  <c:v>38974</c:v>
                </c:pt>
                <c:pt idx="1488">
                  <c:v>38975</c:v>
                </c:pt>
                <c:pt idx="1489">
                  <c:v>38978</c:v>
                </c:pt>
                <c:pt idx="1490">
                  <c:v>38979</c:v>
                </c:pt>
                <c:pt idx="1491">
                  <c:v>38980</c:v>
                </c:pt>
                <c:pt idx="1492">
                  <c:v>38981</c:v>
                </c:pt>
                <c:pt idx="1493">
                  <c:v>38982</c:v>
                </c:pt>
                <c:pt idx="1494">
                  <c:v>38985</c:v>
                </c:pt>
                <c:pt idx="1495">
                  <c:v>38986</c:v>
                </c:pt>
                <c:pt idx="1496">
                  <c:v>38987</c:v>
                </c:pt>
                <c:pt idx="1497">
                  <c:v>38988</c:v>
                </c:pt>
                <c:pt idx="1498">
                  <c:v>38989</c:v>
                </c:pt>
                <c:pt idx="1499">
                  <c:v>38992</c:v>
                </c:pt>
                <c:pt idx="1500">
                  <c:v>38993</c:v>
                </c:pt>
                <c:pt idx="1501">
                  <c:v>38994</c:v>
                </c:pt>
                <c:pt idx="1502">
                  <c:v>38995</c:v>
                </c:pt>
                <c:pt idx="1503">
                  <c:v>38996</c:v>
                </c:pt>
                <c:pt idx="1504">
                  <c:v>38999</c:v>
                </c:pt>
                <c:pt idx="1505">
                  <c:v>39000</c:v>
                </c:pt>
                <c:pt idx="1506">
                  <c:v>39001</c:v>
                </c:pt>
                <c:pt idx="1507">
                  <c:v>39002</c:v>
                </c:pt>
                <c:pt idx="1508">
                  <c:v>39003</c:v>
                </c:pt>
                <c:pt idx="1509">
                  <c:v>39006</c:v>
                </c:pt>
                <c:pt idx="1510">
                  <c:v>39007</c:v>
                </c:pt>
                <c:pt idx="1511">
                  <c:v>39008</c:v>
                </c:pt>
                <c:pt idx="1512">
                  <c:v>39009</c:v>
                </c:pt>
                <c:pt idx="1513">
                  <c:v>39010</c:v>
                </c:pt>
                <c:pt idx="1514">
                  <c:v>39013</c:v>
                </c:pt>
                <c:pt idx="1515">
                  <c:v>39014</c:v>
                </c:pt>
                <c:pt idx="1516">
                  <c:v>39015</c:v>
                </c:pt>
                <c:pt idx="1517">
                  <c:v>39016</c:v>
                </c:pt>
                <c:pt idx="1518">
                  <c:v>39017</c:v>
                </c:pt>
                <c:pt idx="1519">
                  <c:v>39020</c:v>
                </c:pt>
                <c:pt idx="1520">
                  <c:v>39021</c:v>
                </c:pt>
                <c:pt idx="1521">
                  <c:v>39022</c:v>
                </c:pt>
                <c:pt idx="1522">
                  <c:v>39023</c:v>
                </c:pt>
                <c:pt idx="1523">
                  <c:v>39024</c:v>
                </c:pt>
                <c:pt idx="1524">
                  <c:v>39027</c:v>
                </c:pt>
                <c:pt idx="1525">
                  <c:v>39028</c:v>
                </c:pt>
                <c:pt idx="1526">
                  <c:v>39029</c:v>
                </c:pt>
                <c:pt idx="1527">
                  <c:v>39030</c:v>
                </c:pt>
                <c:pt idx="1528">
                  <c:v>39031</c:v>
                </c:pt>
                <c:pt idx="1529">
                  <c:v>39034</c:v>
                </c:pt>
                <c:pt idx="1530">
                  <c:v>39035</c:v>
                </c:pt>
                <c:pt idx="1531">
                  <c:v>39036</c:v>
                </c:pt>
                <c:pt idx="1532">
                  <c:v>39037</c:v>
                </c:pt>
                <c:pt idx="1533">
                  <c:v>39038</c:v>
                </c:pt>
                <c:pt idx="1534">
                  <c:v>39041</c:v>
                </c:pt>
                <c:pt idx="1535">
                  <c:v>39042</c:v>
                </c:pt>
                <c:pt idx="1536">
                  <c:v>39043</c:v>
                </c:pt>
                <c:pt idx="1537">
                  <c:v>39044</c:v>
                </c:pt>
                <c:pt idx="1538">
                  <c:v>39045</c:v>
                </c:pt>
                <c:pt idx="1539">
                  <c:v>39048</c:v>
                </c:pt>
                <c:pt idx="1540">
                  <c:v>39049</c:v>
                </c:pt>
                <c:pt idx="1541">
                  <c:v>39050</c:v>
                </c:pt>
                <c:pt idx="1542">
                  <c:v>39051</c:v>
                </c:pt>
                <c:pt idx="1543">
                  <c:v>39052</c:v>
                </c:pt>
                <c:pt idx="1544">
                  <c:v>39055</c:v>
                </c:pt>
                <c:pt idx="1545">
                  <c:v>39056</c:v>
                </c:pt>
                <c:pt idx="1546">
                  <c:v>39057</c:v>
                </c:pt>
                <c:pt idx="1547">
                  <c:v>39058</c:v>
                </c:pt>
                <c:pt idx="1548">
                  <c:v>39059</c:v>
                </c:pt>
                <c:pt idx="1549">
                  <c:v>39062</c:v>
                </c:pt>
                <c:pt idx="1550">
                  <c:v>39063</c:v>
                </c:pt>
                <c:pt idx="1551">
                  <c:v>39064</c:v>
                </c:pt>
                <c:pt idx="1552">
                  <c:v>39065</c:v>
                </c:pt>
                <c:pt idx="1553">
                  <c:v>39066</c:v>
                </c:pt>
                <c:pt idx="1554">
                  <c:v>39069</c:v>
                </c:pt>
                <c:pt idx="1555">
                  <c:v>39070</c:v>
                </c:pt>
                <c:pt idx="1556">
                  <c:v>39071</c:v>
                </c:pt>
                <c:pt idx="1557">
                  <c:v>39072</c:v>
                </c:pt>
                <c:pt idx="1558">
                  <c:v>39073</c:v>
                </c:pt>
                <c:pt idx="1559">
                  <c:v>39076</c:v>
                </c:pt>
                <c:pt idx="1560">
                  <c:v>39077</c:v>
                </c:pt>
                <c:pt idx="1561">
                  <c:v>39078</c:v>
                </c:pt>
                <c:pt idx="1562">
                  <c:v>39079</c:v>
                </c:pt>
                <c:pt idx="1563">
                  <c:v>39080</c:v>
                </c:pt>
                <c:pt idx="1564">
                  <c:v>39083</c:v>
                </c:pt>
                <c:pt idx="1565">
                  <c:v>39084</c:v>
                </c:pt>
                <c:pt idx="1566">
                  <c:v>39085</c:v>
                </c:pt>
                <c:pt idx="1567">
                  <c:v>39086</c:v>
                </c:pt>
                <c:pt idx="1568">
                  <c:v>39087</c:v>
                </c:pt>
                <c:pt idx="1569">
                  <c:v>39090</c:v>
                </c:pt>
                <c:pt idx="1570">
                  <c:v>39091</c:v>
                </c:pt>
                <c:pt idx="1571">
                  <c:v>39092</c:v>
                </c:pt>
                <c:pt idx="1572">
                  <c:v>39093</c:v>
                </c:pt>
                <c:pt idx="1573">
                  <c:v>39094</c:v>
                </c:pt>
                <c:pt idx="1574">
                  <c:v>39097</c:v>
                </c:pt>
                <c:pt idx="1575">
                  <c:v>39098</c:v>
                </c:pt>
                <c:pt idx="1576">
                  <c:v>39099</c:v>
                </c:pt>
                <c:pt idx="1577">
                  <c:v>39100</c:v>
                </c:pt>
                <c:pt idx="1578">
                  <c:v>39101</c:v>
                </c:pt>
                <c:pt idx="1579">
                  <c:v>39104</c:v>
                </c:pt>
                <c:pt idx="1580">
                  <c:v>39105</c:v>
                </c:pt>
                <c:pt idx="1581">
                  <c:v>39106</c:v>
                </c:pt>
                <c:pt idx="1582">
                  <c:v>39107</c:v>
                </c:pt>
                <c:pt idx="1583">
                  <c:v>39108</c:v>
                </c:pt>
                <c:pt idx="1584">
                  <c:v>39111</c:v>
                </c:pt>
                <c:pt idx="1585">
                  <c:v>39112</c:v>
                </c:pt>
                <c:pt idx="1586">
                  <c:v>39113</c:v>
                </c:pt>
                <c:pt idx="1587">
                  <c:v>39114</c:v>
                </c:pt>
                <c:pt idx="1588">
                  <c:v>39115</c:v>
                </c:pt>
                <c:pt idx="1589">
                  <c:v>39118</c:v>
                </c:pt>
                <c:pt idx="1590">
                  <c:v>39119</c:v>
                </c:pt>
                <c:pt idx="1591">
                  <c:v>39120</c:v>
                </c:pt>
                <c:pt idx="1592">
                  <c:v>39121</c:v>
                </c:pt>
                <c:pt idx="1593">
                  <c:v>39122</c:v>
                </c:pt>
                <c:pt idx="1594">
                  <c:v>39125</c:v>
                </c:pt>
                <c:pt idx="1595">
                  <c:v>39126</c:v>
                </c:pt>
                <c:pt idx="1596">
                  <c:v>39127</c:v>
                </c:pt>
                <c:pt idx="1597">
                  <c:v>39128</c:v>
                </c:pt>
                <c:pt idx="1598">
                  <c:v>39129</c:v>
                </c:pt>
                <c:pt idx="1599">
                  <c:v>39132</c:v>
                </c:pt>
                <c:pt idx="1600">
                  <c:v>39133</c:v>
                </c:pt>
                <c:pt idx="1601">
                  <c:v>39134</c:v>
                </c:pt>
                <c:pt idx="1602">
                  <c:v>39135</c:v>
                </c:pt>
                <c:pt idx="1603">
                  <c:v>39136</c:v>
                </c:pt>
                <c:pt idx="1604">
                  <c:v>39139</c:v>
                </c:pt>
                <c:pt idx="1605">
                  <c:v>39140</c:v>
                </c:pt>
                <c:pt idx="1606">
                  <c:v>39141</c:v>
                </c:pt>
                <c:pt idx="1607">
                  <c:v>39142</c:v>
                </c:pt>
                <c:pt idx="1608">
                  <c:v>39143</c:v>
                </c:pt>
                <c:pt idx="1609">
                  <c:v>39146</c:v>
                </c:pt>
                <c:pt idx="1610">
                  <c:v>39147</c:v>
                </c:pt>
                <c:pt idx="1611">
                  <c:v>39148</c:v>
                </c:pt>
                <c:pt idx="1612">
                  <c:v>39149</c:v>
                </c:pt>
                <c:pt idx="1613">
                  <c:v>39150</c:v>
                </c:pt>
                <c:pt idx="1614">
                  <c:v>39153</c:v>
                </c:pt>
                <c:pt idx="1615">
                  <c:v>39154</c:v>
                </c:pt>
                <c:pt idx="1616">
                  <c:v>39155</c:v>
                </c:pt>
                <c:pt idx="1617">
                  <c:v>39156</c:v>
                </c:pt>
                <c:pt idx="1618">
                  <c:v>39157</c:v>
                </c:pt>
                <c:pt idx="1619">
                  <c:v>39160</c:v>
                </c:pt>
                <c:pt idx="1620">
                  <c:v>39161</c:v>
                </c:pt>
                <c:pt idx="1621">
                  <c:v>39162</c:v>
                </c:pt>
                <c:pt idx="1622">
                  <c:v>39163</c:v>
                </c:pt>
                <c:pt idx="1623">
                  <c:v>39164</c:v>
                </c:pt>
                <c:pt idx="1624">
                  <c:v>39167</c:v>
                </c:pt>
                <c:pt idx="1625">
                  <c:v>39168</c:v>
                </c:pt>
                <c:pt idx="1626">
                  <c:v>39169</c:v>
                </c:pt>
                <c:pt idx="1627">
                  <c:v>39170</c:v>
                </c:pt>
                <c:pt idx="1628">
                  <c:v>39171</c:v>
                </c:pt>
                <c:pt idx="1629">
                  <c:v>39174</c:v>
                </c:pt>
                <c:pt idx="1630">
                  <c:v>39175</c:v>
                </c:pt>
                <c:pt idx="1631">
                  <c:v>39176</c:v>
                </c:pt>
                <c:pt idx="1632">
                  <c:v>39177</c:v>
                </c:pt>
                <c:pt idx="1633">
                  <c:v>39178</c:v>
                </c:pt>
                <c:pt idx="1634">
                  <c:v>39181</c:v>
                </c:pt>
                <c:pt idx="1635">
                  <c:v>39182</c:v>
                </c:pt>
                <c:pt idx="1636">
                  <c:v>39183</c:v>
                </c:pt>
                <c:pt idx="1637">
                  <c:v>39184</c:v>
                </c:pt>
                <c:pt idx="1638">
                  <c:v>39185</c:v>
                </c:pt>
                <c:pt idx="1639">
                  <c:v>39188</c:v>
                </c:pt>
                <c:pt idx="1640">
                  <c:v>39189</c:v>
                </c:pt>
                <c:pt idx="1641">
                  <c:v>39190</c:v>
                </c:pt>
                <c:pt idx="1642">
                  <c:v>39191</c:v>
                </c:pt>
                <c:pt idx="1643">
                  <c:v>39192</c:v>
                </c:pt>
                <c:pt idx="1644">
                  <c:v>39195</c:v>
                </c:pt>
                <c:pt idx="1645">
                  <c:v>39196</c:v>
                </c:pt>
                <c:pt idx="1646">
                  <c:v>39197</c:v>
                </c:pt>
                <c:pt idx="1647">
                  <c:v>39198</c:v>
                </c:pt>
                <c:pt idx="1648">
                  <c:v>39199</c:v>
                </c:pt>
                <c:pt idx="1649">
                  <c:v>39202</c:v>
                </c:pt>
                <c:pt idx="1650">
                  <c:v>39203</c:v>
                </c:pt>
                <c:pt idx="1651">
                  <c:v>39204</c:v>
                </c:pt>
                <c:pt idx="1652">
                  <c:v>39205</c:v>
                </c:pt>
                <c:pt idx="1653">
                  <c:v>39206</c:v>
                </c:pt>
                <c:pt idx="1654">
                  <c:v>39209</c:v>
                </c:pt>
                <c:pt idx="1655">
                  <c:v>39210</c:v>
                </c:pt>
                <c:pt idx="1656">
                  <c:v>39211</c:v>
                </c:pt>
                <c:pt idx="1657">
                  <c:v>39212</c:v>
                </c:pt>
                <c:pt idx="1658">
                  <c:v>39213</c:v>
                </c:pt>
                <c:pt idx="1659">
                  <c:v>39216</c:v>
                </c:pt>
                <c:pt idx="1660">
                  <c:v>39217</c:v>
                </c:pt>
                <c:pt idx="1661">
                  <c:v>39218</c:v>
                </c:pt>
                <c:pt idx="1662">
                  <c:v>39219</c:v>
                </c:pt>
                <c:pt idx="1663">
                  <c:v>39220</c:v>
                </c:pt>
                <c:pt idx="1664">
                  <c:v>39223</c:v>
                </c:pt>
                <c:pt idx="1665">
                  <c:v>39224</c:v>
                </c:pt>
                <c:pt idx="1666">
                  <c:v>39225</c:v>
                </c:pt>
                <c:pt idx="1667">
                  <c:v>39226</c:v>
                </c:pt>
                <c:pt idx="1668">
                  <c:v>39227</c:v>
                </c:pt>
                <c:pt idx="1669">
                  <c:v>39230</c:v>
                </c:pt>
                <c:pt idx="1670">
                  <c:v>39231</c:v>
                </c:pt>
                <c:pt idx="1671">
                  <c:v>39232</c:v>
                </c:pt>
                <c:pt idx="1672">
                  <c:v>39233</c:v>
                </c:pt>
                <c:pt idx="1673">
                  <c:v>39234</c:v>
                </c:pt>
                <c:pt idx="1674">
                  <c:v>39237</c:v>
                </c:pt>
                <c:pt idx="1675">
                  <c:v>39238</c:v>
                </c:pt>
                <c:pt idx="1676">
                  <c:v>39239</c:v>
                </c:pt>
                <c:pt idx="1677">
                  <c:v>39240</c:v>
                </c:pt>
                <c:pt idx="1678">
                  <c:v>39241</c:v>
                </c:pt>
                <c:pt idx="1679">
                  <c:v>39244</c:v>
                </c:pt>
                <c:pt idx="1680">
                  <c:v>39245</c:v>
                </c:pt>
                <c:pt idx="1681">
                  <c:v>39246</c:v>
                </c:pt>
                <c:pt idx="1682">
                  <c:v>39247</c:v>
                </c:pt>
                <c:pt idx="1683">
                  <c:v>39248</c:v>
                </c:pt>
                <c:pt idx="1684">
                  <c:v>39251</c:v>
                </c:pt>
                <c:pt idx="1685">
                  <c:v>39252</c:v>
                </c:pt>
                <c:pt idx="1686">
                  <c:v>39253</c:v>
                </c:pt>
                <c:pt idx="1687">
                  <c:v>39254</c:v>
                </c:pt>
                <c:pt idx="1688">
                  <c:v>39255</c:v>
                </c:pt>
                <c:pt idx="1689">
                  <c:v>39258</c:v>
                </c:pt>
                <c:pt idx="1690">
                  <c:v>39259</c:v>
                </c:pt>
                <c:pt idx="1691">
                  <c:v>39260</c:v>
                </c:pt>
                <c:pt idx="1692">
                  <c:v>39261</c:v>
                </c:pt>
                <c:pt idx="1693">
                  <c:v>39262</c:v>
                </c:pt>
                <c:pt idx="1694">
                  <c:v>39265</c:v>
                </c:pt>
                <c:pt idx="1695">
                  <c:v>39266</c:v>
                </c:pt>
                <c:pt idx="1696">
                  <c:v>39267</c:v>
                </c:pt>
                <c:pt idx="1697">
                  <c:v>39268</c:v>
                </c:pt>
                <c:pt idx="1698">
                  <c:v>39269</c:v>
                </c:pt>
                <c:pt idx="1699">
                  <c:v>39272</c:v>
                </c:pt>
                <c:pt idx="1700">
                  <c:v>39273</c:v>
                </c:pt>
                <c:pt idx="1701">
                  <c:v>39274</c:v>
                </c:pt>
                <c:pt idx="1702">
                  <c:v>39275</c:v>
                </c:pt>
                <c:pt idx="1703">
                  <c:v>39276</c:v>
                </c:pt>
                <c:pt idx="1704">
                  <c:v>39279</c:v>
                </c:pt>
                <c:pt idx="1705">
                  <c:v>39280</c:v>
                </c:pt>
                <c:pt idx="1706">
                  <c:v>39281</c:v>
                </c:pt>
                <c:pt idx="1707">
                  <c:v>39282</c:v>
                </c:pt>
                <c:pt idx="1708">
                  <c:v>39283</c:v>
                </c:pt>
                <c:pt idx="1709">
                  <c:v>39286</c:v>
                </c:pt>
                <c:pt idx="1710">
                  <c:v>39287</c:v>
                </c:pt>
                <c:pt idx="1711">
                  <c:v>39288</c:v>
                </c:pt>
                <c:pt idx="1712">
                  <c:v>39289</c:v>
                </c:pt>
                <c:pt idx="1713">
                  <c:v>39290</c:v>
                </c:pt>
                <c:pt idx="1714">
                  <c:v>39293</c:v>
                </c:pt>
                <c:pt idx="1715">
                  <c:v>39294</c:v>
                </c:pt>
                <c:pt idx="1716">
                  <c:v>39295</c:v>
                </c:pt>
                <c:pt idx="1717">
                  <c:v>39296</c:v>
                </c:pt>
                <c:pt idx="1718">
                  <c:v>39297</c:v>
                </c:pt>
                <c:pt idx="1719">
                  <c:v>39300</c:v>
                </c:pt>
                <c:pt idx="1720">
                  <c:v>39301</c:v>
                </c:pt>
                <c:pt idx="1721">
                  <c:v>39302</c:v>
                </c:pt>
                <c:pt idx="1722">
                  <c:v>39303</c:v>
                </c:pt>
                <c:pt idx="1723">
                  <c:v>39304</c:v>
                </c:pt>
                <c:pt idx="1724">
                  <c:v>39307</c:v>
                </c:pt>
                <c:pt idx="1725">
                  <c:v>39308</c:v>
                </c:pt>
                <c:pt idx="1726">
                  <c:v>39309</c:v>
                </c:pt>
                <c:pt idx="1727">
                  <c:v>39310</c:v>
                </c:pt>
                <c:pt idx="1728">
                  <c:v>39311</c:v>
                </c:pt>
                <c:pt idx="1729">
                  <c:v>39314</c:v>
                </c:pt>
                <c:pt idx="1730">
                  <c:v>39315</c:v>
                </c:pt>
                <c:pt idx="1731">
                  <c:v>39316</c:v>
                </c:pt>
                <c:pt idx="1732">
                  <c:v>39317</c:v>
                </c:pt>
                <c:pt idx="1733">
                  <c:v>39318</c:v>
                </c:pt>
                <c:pt idx="1734">
                  <c:v>39321</c:v>
                </c:pt>
                <c:pt idx="1735">
                  <c:v>39322</c:v>
                </c:pt>
                <c:pt idx="1736">
                  <c:v>39323</c:v>
                </c:pt>
                <c:pt idx="1737">
                  <c:v>39324</c:v>
                </c:pt>
                <c:pt idx="1738">
                  <c:v>39325</c:v>
                </c:pt>
                <c:pt idx="1739">
                  <c:v>39328</c:v>
                </c:pt>
                <c:pt idx="1740">
                  <c:v>39329</c:v>
                </c:pt>
                <c:pt idx="1741">
                  <c:v>39330</c:v>
                </c:pt>
                <c:pt idx="1742">
                  <c:v>39331</c:v>
                </c:pt>
                <c:pt idx="1743">
                  <c:v>39332</c:v>
                </c:pt>
                <c:pt idx="1744">
                  <c:v>39335</c:v>
                </c:pt>
                <c:pt idx="1745">
                  <c:v>39336</c:v>
                </c:pt>
                <c:pt idx="1746">
                  <c:v>39337</c:v>
                </c:pt>
                <c:pt idx="1747">
                  <c:v>39338</c:v>
                </c:pt>
                <c:pt idx="1748">
                  <c:v>39339</c:v>
                </c:pt>
                <c:pt idx="1749">
                  <c:v>39342</c:v>
                </c:pt>
                <c:pt idx="1750">
                  <c:v>39343</c:v>
                </c:pt>
                <c:pt idx="1751">
                  <c:v>39344</c:v>
                </c:pt>
                <c:pt idx="1752">
                  <c:v>39345</c:v>
                </c:pt>
                <c:pt idx="1753">
                  <c:v>39346</c:v>
                </c:pt>
                <c:pt idx="1754">
                  <c:v>39349</c:v>
                </c:pt>
                <c:pt idx="1755">
                  <c:v>39350</c:v>
                </c:pt>
                <c:pt idx="1756">
                  <c:v>39351</c:v>
                </c:pt>
                <c:pt idx="1757">
                  <c:v>39352</c:v>
                </c:pt>
                <c:pt idx="1758">
                  <c:v>39353</c:v>
                </c:pt>
                <c:pt idx="1759">
                  <c:v>39356</c:v>
                </c:pt>
                <c:pt idx="1760">
                  <c:v>39357</c:v>
                </c:pt>
                <c:pt idx="1761">
                  <c:v>39358</c:v>
                </c:pt>
                <c:pt idx="1762">
                  <c:v>39359</c:v>
                </c:pt>
                <c:pt idx="1763">
                  <c:v>39360</c:v>
                </c:pt>
                <c:pt idx="1764">
                  <c:v>39363</c:v>
                </c:pt>
                <c:pt idx="1765">
                  <c:v>39364</c:v>
                </c:pt>
                <c:pt idx="1766">
                  <c:v>39365</c:v>
                </c:pt>
                <c:pt idx="1767">
                  <c:v>39366</c:v>
                </c:pt>
                <c:pt idx="1768">
                  <c:v>39367</c:v>
                </c:pt>
                <c:pt idx="1769">
                  <c:v>39370</c:v>
                </c:pt>
                <c:pt idx="1770">
                  <c:v>39371</c:v>
                </c:pt>
                <c:pt idx="1771">
                  <c:v>39372</c:v>
                </c:pt>
                <c:pt idx="1772">
                  <c:v>39373</c:v>
                </c:pt>
                <c:pt idx="1773">
                  <c:v>39374</c:v>
                </c:pt>
                <c:pt idx="1774">
                  <c:v>39377</c:v>
                </c:pt>
                <c:pt idx="1775">
                  <c:v>39378</c:v>
                </c:pt>
                <c:pt idx="1776">
                  <c:v>39379</c:v>
                </c:pt>
                <c:pt idx="1777">
                  <c:v>39380</c:v>
                </c:pt>
                <c:pt idx="1778">
                  <c:v>39381</c:v>
                </c:pt>
                <c:pt idx="1779">
                  <c:v>39384</c:v>
                </c:pt>
                <c:pt idx="1780">
                  <c:v>39385</c:v>
                </c:pt>
                <c:pt idx="1781">
                  <c:v>39386</c:v>
                </c:pt>
                <c:pt idx="1782">
                  <c:v>39387</c:v>
                </c:pt>
                <c:pt idx="1783">
                  <c:v>39388</c:v>
                </c:pt>
                <c:pt idx="1784">
                  <c:v>39391</c:v>
                </c:pt>
                <c:pt idx="1785">
                  <c:v>39392</c:v>
                </c:pt>
                <c:pt idx="1786">
                  <c:v>39393</c:v>
                </c:pt>
                <c:pt idx="1787">
                  <c:v>39394</c:v>
                </c:pt>
                <c:pt idx="1788">
                  <c:v>39395</c:v>
                </c:pt>
                <c:pt idx="1789">
                  <c:v>39398</c:v>
                </c:pt>
                <c:pt idx="1790">
                  <c:v>39399</c:v>
                </c:pt>
                <c:pt idx="1791">
                  <c:v>39400</c:v>
                </c:pt>
                <c:pt idx="1792">
                  <c:v>39401</c:v>
                </c:pt>
                <c:pt idx="1793">
                  <c:v>39402</c:v>
                </c:pt>
                <c:pt idx="1794">
                  <c:v>39405</c:v>
                </c:pt>
                <c:pt idx="1795">
                  <c:v>39406</c:v>
                </c:pt>
                <c:pt idx="1796">
                  <c:v>39407</c:v>
                </c:pt>
                <c:pt idx="1797">
                  <c:v>39408</c:v>
                </c:pt>
                <c:pt idx="1798">
                  <c:v>39409</c:v>
                </c:pt>
                <c:pt idx="1799">
                  <c:v>39412</c:v>
                </c:pt>
                <c:pt idx="1800">
                  <c:v>39413</c:v>
                </c:pt>
                <c:pt idx="1801">
                  <c:v>39414</c:v>
                </c:pt>
                <c:pt idx="1802">
                  <c:v>39415</c:v>
                </c:pt>
                <c:pt idx="1803">
                  <c:v>39416</c:v>
                </c:pt>
                <c:pt idx="1804">
                  <c:v>39419</c:v>
                </c:pt>
                <c:pt idx="1805">
                  <c:v>39420</c:v>
                </c:pt>
                <c:pt idx="1806">
                  <c:v>39421</c:v>
                </c:pt>
                <c:pt idx="1807">
                  <c:v>39422</c:v>
                </c:pt>
                <c:pt idx="1808">
                  <c:v>39423</c:v>
                </c:pt>
                <c:pt idx="1809">
                  <c:v>39426</c:v>
                </c:pt>
                <c:pt idx="1810">
                  <c:v>39427</c:v>
                </c:pt>
                <c:pt idx="1811">
                  <c:v>39428</c:v>
                </c:pt>
                <c:pt idx="1812">
                  <c:v>39429</c:v>
                </c:pt>
                <c:pt idx="1813">
                  <c:v>39430</c:v>
                </c:pt>
                <c:pt idx="1814">
                  <c:v>39433</c:v>
                </c:pt>
                <c:pt idx="1815">
                  <c:v>39434</c:v>
                </c:pt>
                <c:pt idx="1816">
                  <c:v>39435</c:v>
                </c:pt>
                <c:pt idx="1817">
                  <c:v>39436</c:v>
                </c:pt>
                <c:pt idx="1818">
                  <c:v>39437</c:v>
                </c:pt>
                <c:pt idx="1819">
                  <c:v>39440</c:v>
                </c:pt>
                <c:pt idx="1820">
                  <c:v>39441</c:v>
                </c:pt>
                <c:pt idx="1821">
                  <c:v>39442</c:v>
                </c:pt>
                <c:pt idx="1822">
                  <c:v>39443</c:v>
                </c:pt>
                <c:pt idx="1823">
                  <c:v>39444</c:v>
                </c:pt>
                <c:pt idx="1824">
                  <c:v>39447</c:v>
                </c:pt>
                <c:pt idx="1825">
                  <c:v>39448</c:v>
                </c:pt>
                <c:pt idx="1826">
                  <c:v>39449</c:v>
                </c:pt>
                <c:pt idx="1827">
                  <c:v>39450</c:v>
                </c:pt>
                <c:pt idx="1828">
                  <c:v>39451</c:v>
                </c:pt>
                <c:pt idx="1829">
                  <c:v>39454</c:v>
                </c:pt>
                <c:pt idx="1830">
                  <c:v>39455</c:v>
                </c:pt>
                <c:pt idx="1831">
                  <c:v>39456</c:v>
                </c:pt>
                <c:pt idx="1832">
                  <c:v>39457</c:v>
                </c:pt>
                <c:pt idx="1833">
                  <c:v>39458</c:v>
                </c:pt>
                <c:pt idx="1834">
                  <c:v>39461</c:v>
                </c:pt>
                <c:pt idx="1835">
                  <c:v>39462</c:v>
                </c:pt>
                <c:pt idx="1836">
                  <c:v>39463</c:v>
                </c:pt>
                <c:pt idx="1837">
                  <c:v>39464</c:v>
                </c:pt>
                <c:pt idx="1838">
                  <c:v>39465</c:v>
                </c:pt>
                <c:pt idx="1839">
                  <c:v>39468</c:v>
                </c:pt>
                <c:pt idx="1840">
                  <c:v>39469</c:v>
                </c:pt>
                <c:pt idx="1841">
                  <c:v>39470</c:v>
                </c:pt>
                <c:pt idx="1842">
                  <c:v>39471</c:v>
                </c:pt>
                <c:pt idx="1843">
                  <c:v>39472</c:v>
                </c:pt>
                <c:pt idx="1844">
                  <c:v>39475</c:v>
                </c:pt>
                <c:pt idx="1845">
                  <c:v>39476</c:v>
                </c:pt>
                <c:pt idx="1846">
                  <c:v>39477</c:v>
                </c:pt>
                <c:pt idx="1847">
                  <c:v>39478</c:v>
                </c:pt>
                <c:pt idx="1848">
                  <c:v>39479</c:v>
                </c:pt>
                <c:pt idx="1849">
                  <c:v>39482</c:v>
                </c:pt>
                <c:pt idx="1850">
                  <c:v>39483</c:v>
                </c:pt>
                <c:pt idx="1851">
                  <c:v>39484</c:v>
                </c:pt>
                <c:pt idx="1852">
                  <c:v>39485</c:v>
                </c:pt>
                <c:pt idx="1853">
                  <c:v>39486</c:v>
                </c:pt>
                <c:pt idx="1854">
                  <c:v>39489</c:v>
                </c:pt>
                <c:pt idx="1855">
                  <c:v>39490</c:v>
                </c:pt>
                <c:pt idx="1856">
                  <c:v>39491</c:v>
                </c:pt>
                <c:pt idx="1857">
                  <c:v>39492</c:v>
                </c:pt>
                <c:pt idx="1858">
                  <c:v>39493</c:v>
                </c:pt>
                <c:pt idx="1859">
                  <c:v>39496</c:v>
                </c:pt>
                <c:pt idx="1860">
                  <c:v>39497</c:v>
                </c:pt>
                <c:pt idx="1861">
                  <c:v>39498</c:v>
                </c:pt>
                <c:pt idx="1862">
                  <c:v>39499</c:v>
                </c:pt>
                <c:pt idx="1863">
                  <c:v>39500</c:v>
                </c:pt>
                <c:pt idx="1864">
                  <c:v>39503</c:v>
                </c:pt>
                <c:pt idx="1865">
                  <c:v>39504</c:v>
                </c:pt>
                <c:pt idx="1866">
                  <c:v>39505</c:v>
                </c:pt>
                <c:pt idx="1867">
                  <c:v>39506</c:v>
                </c:pt>
                <c:pt idx="1868">
                  <c:v>39507</c:v>
                </c:pt>
                <c:pt idx="1869">
                  <c:v>39510</c:v>
                </c:pt>
                <c:pt idx="1870">
                  <c:v>39511</c:v>
                </c:pt>
                <c:pt idx="1871">
                  <c:v>39512</c:v>
                </c:pt>
                <c:pt idx="1872">
                  <c:v>39513</c:v>
                </c:pt>
                <c:pt idx="1873">
                  <c:v>39514</c:v>
                </c:pt>
                <c:pt idx="1874">
                  <c:v>39517</c:v>
                </c:pt>
                <c:pt idx="1875">
                  <c:v>39518</c:v>
                </c:pt>
                <c:pt idx="1876">
                  <c:v>39519</c:v>
                </c:pt>
                <c:pt idx="1877">
                  <c:v>39520</c:v>
                </c:pt>
                <c:pt idx="1878">
                  <c:v>39521</c:v>
                </c:pt>
                <c:pt idx="1879">
                  <c:v>39524</c:v>
                </c:pt>
                <c:pt idx="1880">
                  <c:v>39525</c:v>
                </c:pt>
                <c:pt idx="1881">
                  <c:v>39526</c:v>
                </c:pt>
                <c:pt idx="1882">
                  <c:v>39527</c:v>
                </c:pt>
                <c:pt idx="1883">
                  <c:v>39528</c:v>
                </c:pt>
                <c:pt idx="1884">
                  <c:v>39531</c:v>
                </c:pt>
                <c:pt idx="1885">
                  <c:v>39532</c:v>
                </c:pt>
                <c:pt idx="1886">
                  <c:v>39533</c:v>
                </c:pt>
                <c:pt idx="1887">
                  <c:v>39534</c:v>
                </c:pt>
                <c:pt idx="1888">
                  <c:v>39535</c:v>
                </c:pt>
                <c:pt idx="1889">
                  <c:v>39538</c:v>
                </c:pt>
                <c:pt idx="1890">
                  <c:v>39539</c:v>
                </c:pt>
                <c:pt idx="1891">
                  <c:v>39540</c:v>
                </c:pt>
                <c:pt idx="1892">
                  <c:v>39541</c:v>
                </c:pt>
                <c:pt idx="1893">
                  <c:v>39542</c:v>
                </c:pt>
                <c:pt idx="1894">
                  <c:v>39545</c:v>
                </c:pt>
                <c:pt idx="1895">
                  <c:v>39546</c:v>
                </c:pt>
                <c:pt idx="1896">
                  <c:v>39547</c:v>
                </c:pt>
                <c:pt idx="1897">
                  <c:v>39548</c:v>
                </c:pt>
                <c:pt idx="1898">
                  <c:v>39549</c:v>
                </c:pt>
                <c:pt idx="1899">
                  <c:v>39552</c:v>
                </c:pt>
                <c:pt idx="1900">
                  <c:v>39553</c:v>
                </c:pt>
                <c:pt idx="1901">
                  <c:v>39554</c:v>
                </c:pt>
                <c:pt idx="1902">
                  <c:v>39555</c:v>
                </c:pt>
                <c:pt idx="1903">
                  <c:v>39556</c:v>
                </c:pt>
                <c:pt idx="1904">
                  <c:v>39559</c:v>
                </c:pt>
                <c:pt idx="1905">
                  <c:v>39560</c:v>
                </c:pt>
                <c:pt idx="1906">
                  <c:v>39561</c:v>
                </c:pt>
                <c:pt idx="1907">
                  <c:v>39562</c:v>
                </c:pt>
                <c:pt idx="1908">
                  <c:v>39563</c:v>
                </c:pt>
                <c:pt idx="1909">
                  <c:v>39566</c:v>
                </c:pt>
                <c:pt idx="1910">
                  <c:v>39567</c:v>
                </c:pt>
                <c:pt idx="1911">
                  <c:v>39568</c:v>
                </c:pt>
                <c:pt idx="1912">
                  <c:v>39569</c:v>
                </c:pt>
                <c:pt idx="1913">
                  <c:v>39570</c:v>
                </c:pt>
                <c:pt idx="1914">
                  <c:v>39573</c:v>
                </c:pt>
                <c:pt idx="1915">
                  <c:v>39574</c:v>
                </c:pt>
                <c:pt idx="1916">
                  <c:v>39575</c:v>
                </c:pt>
                <c:pt idx="1917">
                  <c:v>39576</c:v>
                </c:pt>
                <c:pt idx="1918">
                  <c:v>39577</c:v>
                </c:pt>
                <c:pt idx="1919">
                  <c:v>39580</c:v>
                </c:pt>
                <c:pt idx="1920">
                  <c:v>39581</c:v>
                </c:pt>
                <c:pt idx="1921">
                  <c:v>39582</c:v>
                </c:pt>
                <c:pt idx="1922">
                  <c:v>39583</c:v>
                </c:pt>
                <c:pt idx="1923">
                  <c:v>39584</c:v>
                </c:pt>
                <c:pt idx="1924">
                  <c:v>39587</c:v>
                </c:pt>
                <c:pt idx="1925">
                  <c:v>39588</c:v>
                </c:pt>
                <c:pt idx="1926">
                  <c:v>39589</c:v>
                </c:pt>
                <c:pt idx="1927">
                  <c:v>39590</c:v>
                </c:pt>
                <c:pt idx="1928">
                  <c:v>39591</c:v>
                </c:pt>
                <c:pt idx="1929">
                  <c:v>39594</c:v>
                </c:pt>
                <c:pt idx="1930">
                  <c:v>39595</c:v>
                </c:pt>
                <c:pt idx="1931">
                  <c:v>39596</c:v>
                </c:pt>
                <c:pt idx="1932">
                  <c:v>39597</c:v>
                </c:pt>
                <c:pt idx="1933">
                  <c:v>39598</c:v>
                </c:pt>
                <c:pt idx="1934">
                  <c:v>39601</c:v>
                </c:pt>
                <c:pt idx="1935">
                  <c:v>39602</c:v>
                </c:pt>
                <c:pt idx="1936">
                  <c:v>39603</c:v>
                </c:pt>
                <c:pt idx="1937">
                  <c:v>39604</c:v>
                </c:pt>
                <c:pt idx="1938">
                  <c:v>39605</c:v>
                </c:pt>
                <c:pt idx="1939">
                  <c:v>39608</c:v>
                </c:pt>
                <c:pt idx="1940">
                  <c:v>39609</c:v>
                </c:pt>
                <c:pt idx="1941">
                  <c:v>39610</c:v>
                </c:pt>
                <c:pt idx="1942">
                  <c:v>39611</c:v>
                </c:pt>
                <c:pt idx="1943">
                  <c:v>39612</c:v>
                </c:pt>
                <c:pt idx="1944">
                  <c:v>39615</c:v>
                </c:pt>
                <c:pt idx="1945">
                  <c:v>39616</c:v>
                </c:pt>
                <c:pt idx="1946">
                  <c:v>39617</c:v>
                </c:pt>
                <c:pt idx="1947">
                  <c:v>39618</c:v>
                </c:pt>
                <c:pt idx="1948">
                  <c:v>39619</c:v>
                </c:pt>
                <c:pt idx="1949">
                  <c:v>39622</c:v>
                </c:pt>
                <c:pt idx="1950">
                  <c:v>39623</c:v>
                </c:pt>
                <c:pt idx="1951">
                  <c:v>39624</c:v>
                </c:pt>
                <c:pt idx="1952">
                  <c:v>39625</c:v>
                </c:pt>
                <c:pt idx="1953">
                  <c:v>39626</c:v>
                </c:pt>
                <c:pt idx="1954">
                  <c:v>39629</c:v>
                </c:pt>
                <c:pt idx="1955">
                  <c:v>39630</c:v>
                </c:pt>
                <c:pt idx="1956">
                  <c:v>39631</c:v>
                </c:pt>
                <c:pt idx="1957">
                  <c:v>39632</c:v>
                </c:pt>
                <c:pt idx="1958">
                  <c:v>39633</c:v>
                </c:pt>
                <c:pt idx="1959">
                  <c:v>39636</c:v>
                </c:pt>
                <c:pt idx="1960">
                  <c:v>39637</c:v>
                </c:pt>
                <c:pt idx="1961">
                  <c:v>39638</c:v>
                </c:pt>
                <c:pt idx="1962">
                  <c:v>39639</c:v>
                </c:pt>
                <c:pt idx="1963">
                  <c:v>39640</c:v>
                </c:pt>
                <c:pt idx="1964">
                  <c:v>39643</c:v>
                </c:pt>
                <c:pt idx="1965">
                  <c:v>39644</c:v>
                </c:pt>
                <c:pt idx="1966">
                  <c:v>39645</c:v>
                </c:pt>
                <c:pt idx="1967">
                  <c:v>39646</c:v>
                </c:pt>
                <c:pt idx="1968">
                  <c:v>39647</c:v>
                </c:pt>
                <c:pt idx="1969">
                  <c:v>39650</c:v>
                </c:pt>
                <c:pt idx="1970">
                  <c:v>39651</c:v>
                </c:pt>
                <c:pt idx="1971">
                  <c:v>39652</c:v>
                </c:pt>
                <c:pt idx="1972">
                  <c:v>39653</c:v>
                </c:pt>
                <c:pt idx="1973">
                  <c:v>39654</c:v>
                </c:pt>
                <c:pt idx="1974">
                  <c:v>39657</c:v>
                </c:pt>
                <c:pt idx="1975">
                  <c:v>39658</c:v>
                </c:pt>
                <c:pt idx="1976">
                  <c:v>39659</c:v>
                </c:pt>
                <c:pt idx="1977">
                  <c:v>39660</c:v>
                </c:pt>
                <c:pt idx="1978">
                  <c:v>39661</c:v>
                </c:pt>
                <c:pt idx="1979">
                  <c:v>39664</c:v>
                </c:pt>
                <c:pt idx="1980">
                  <c:v>39665</c:v>
                </c:pt>
                <c:pt idx="1981">
                  <c:v>39666</c:v>
                </c:pt>
                <c:pt idx="1982">
                  <c:v>39667</c:v>
                </c:pt>
                <c:pt idx="1983">
                  <c:v>39668</c:v>
                </c:pt>
                <c:pt idx="1984">
                  <c:v>39671</c:v>
                </c:pt>
                <c:pt idx="1985">
                  <c:v>39672</c:v>
                </c:pt>
                <c:pt idx="1986">
                  <c:v>39673</c:v>
                </c:pt>
                <c:pt idx="1987">
                  <c:v>39674</c:v>
                </c:pt>
                <c:pt idx="1988">
                  <c:v>39675</c:v>
                </c:pt>
                <c:pt idx="1989">
                  <c:v>39678</c:v>
                </c:pt>
                <c:pt idx="1990">
                  <c:v>39679</c:v>
                </c:pt>
                <c:pt idx="1991">
                  <c:v>39680</c:v>
                </c:pt>
                <c:pt idx="1992">
                  <c:v>39681</c:v>
                </c:pt>
                <c:pt idx="1993">
                  <c:v>39682</c:v>
                </c:pt>
                <c:pt idx="1994">
                  <c:v>39685</c:v>
                </c:pt>
                <c:pt idx="1995">
                  <c:v>39686</c:v>
                </c:pt>
                <c:pt idx="1996">
                  <c:v>39687</c:v>
                </c:pt>
                <c:pt idx="1997">
                  <c:v>39688</c:v>
                </c:pt>
                <c:pt idx="1998">
                  <c:v>39689</c:v>
                </c:pt>
                <c:pt idx="1999">
                  <c:v>39692</c:v>
                </c:pt>
                <c:pt idx="2000">
                  <c:v>39693</c:v>
                </c:pt>
                <c:pt idx="2001">
                  <c:v>39694</c:v>
                </c:pt>
                <c:pt idx="2002">
                  <c:v>39695</c:v>
                </c:pt>
                <c:pt idx="2003">
                  <c:v>39696</c:v>
                </c:pt>
                <c:pt idx="2004">
                  <c:v>39699</c:v>
                </c:pt>
                <c:pt idx="2005">
                  <c:v>39700</c:v>
                </c:pt>
                <c:pt idx="2006">
                  <c:v>39701</c:v>
                </c:pt>
                <c:pt idx="2007">
                  <c:v>39702</c:v>
                </c:pt>
                <c:pt idx="2008">
                  <c:v>39703</c:v>
                </c:pt>
                <c:pt idx="2009">
                  <c:v>39706</c:v>
                </c:pt>
                <c:pt idx="2010">
                  <c:v>39707</c:v>
                </c:pt>
                <c:pt idx="2011">
                  <c:v>39708</c:v>
                </c:pt>
                <c:pt idx="2012">
                  <c:v>39709</c:v>
                </c:pt>
                <c:pt idx="2013">
                  <c:v>39710</c:v>
                </c:pt>
                <c:pt idx="2014">
                  <c:v>39713</c:v>
                </c:pt>
                <c:pt idx="2015">
                  <c:v>39714</c:v>
                </c:pt>
                <c:pt idx="2016">
                  <c:v>39715</c:v>
                </c:pt>
                <c:pt idx="2017">
                  <c:v>39716</c:v>
                </c:pt>
                <c:pt idx="2018">
                  <c:v>39717</c:v>
                </c:pt>
                <c:pt idx="2019">
                  <c:v>39720</c:v>
                </c:pt>
                <c:pt idx="2020">
                  <c:v>39721</c:v>
                </c:pt>
                <c:pt idx="2021">
                  <c:v>39722</c:v>
                </c:pt>
                <c:pt idx="2022">
                  <c:v>39723</c:v>
                </c:pt>
                <c:pt idx="2023">
                  <c:v>39724</c:v>
                </c:pt>
                <c:pt idx="2024">
                  <c:v>39727</c:v>
                </c:pt>
                <c:pt idx="2025">
                  <c:v>39728</c:v>
                </c:pt>
                <c:pt idx="2026">
                  <c:v>39729</c:v>
                </c:pt>
                <c:pt idx="2027">
                  <c:v>39730</c:v>
                </c:pt>
                <c:pt idx="2028">
                  <c:v>39731</c:v>
                </c:pt>
                <c:pt idx="2029">
                  <c:v>39734</c:v>
                </c:pt>
                <c:pt idx="2030">
                  <c:v>39735</c:v>
                </c:pt>
                <c:pt idx="2031">
                  <c:v>39736</c:v>
                </c:pt>
                <c:pt idx="2032">
                  <c:v>39737</c:v>
                </c:pt>
                <c:pt idx="2033">
                  <c:v>39738</c:v>
                </c:pt>
                <c:pt idx="2034">
                  <c:v>39741</c:v>
                </c:pt>
                <c:pt idx="2035">
                  <c:v>39742</c:v>
                </c:pt>
                <c:pt idx="2036">
                  <c:v>39743</c:v>
                </c:pt>
                <c:pt idx="2037">
                  <c:v>39744</c:v>
                </c:pt>
                <c:pt idx="2038">
                  <c:v>39745</c:v>
                </c:pt>
                <c:pt idx="2039">
                  <c:v>39748</c:v>
                </c:pt>
                <c:pt idx="2040">
                  <c:v>39749</c:v>
                </c:pt>
                <c:pt idx="2041">
                  <c:v>39750</c:v>
                </c:pt>
                <c:pt idx="2042">
                  <c:v>39751</c:v>
                </c:pt>
                <c:pt idx="2043">
                  <c:v>39752</c:v>
                </c:pt>
                <c:pt idx="2044">
                  <c:v>39755</c:v>
                </c:pt>
                <c:pt idx="2045">
                  <c:v>39756</c:v>
                </c:pt>
                <c:pt idx="2046">
                  <c:v>39757</c:v>
                </c:pt>
                <c:pt idx="2047">
                  <c:v>39758</c:v>
                </c:pt>
                <c:pt idx="2048">
                  <c:v>39759</c:v>
                </c:pt>
                <c:pt idx="2049">
                  <c:v>39762</c:v>
                </c:pt>
                <c:pt idx="2050">
                  <c:v>39763</c:v>
                </c:pt>
                <c:pt idx="2051">
                  <c:v>39764</c:v>
                </c:pt>
                <c:pt idx="2052">
                  <c:v>39765</c:v>
                </c:pt>
                <c:pt idx="2053">
                  <c:v>39766</c:v>
                </c:pt>
                <c:pt idx="2054">
                  <c:v>39769</c:v>
                </c:pt>
                <c:pt idx="2055">
                  <c:v>39770</c:v>
                </c:pt>
                <c:pt idx="2056">
                  <c:v>39771</c:v>
                </c:pt>
                <c:pt idx="2057">
                  <c:v>39772</c:v>
                </c:pt>
                <c:pt idx="2058">
                  <c:v>39773</c:v>
                </c:pt>
                <c:pt idx="2059">
                  <c:v>39776</c:v>
                </c:pt>
                <c:pt idx="2060">
                  <c:v>39777</c:v>
                </c:pt>
                <c:pt idx="2061">
                  <c:v>39778</c:v>
                </c:pt>
                <c:pt idx="2062">
                  <c:v>39779</c:v>
                </c:pt>
                <c:pt idx="2063">
                  <c:v>39780</c:v>
                </c:pt>
                <c:pt idx="2064">
                  <c:v>39783</c:v>
                </c:pt>
                <c:pt idx="2065">
                  <c:v>39784</c:v>
                </c:pt>
                <c:pt idx="2066">
                  <c:v>39785</c:v>
                </c:pt>
                <c:pt idx="2067">
                  <c:v>39786</c:v>
                </c:pt>
                <c:pt idx="2068">
                  <c:v>39787</c:v>
                </c:pt>
                <c:pt idx="2069">
                  <c:v>39790</c:v>
                </c:pt>
                <c:pt idx="2070">
                  <c:v>39791</c:v>
                </c:pt>
                <c:pt idx="2071">
                  <c:v>39792</c:v>
                </c:pt>
                <c:pt idx="2072">
                  <c:v>39793</c:v>
                </c:pt>
                <c:pt idx="2073">
                  <c:v>39794</c:v>
                </c:pt>
                <c:pt idx="2074">
                  <c:v>39797</c:v>
                </c:pt>
                <c:pt idx="2075">
                  <c:v>39798</c:v>
                </c:pt>
                <c:pt idx="2076">
                  <c:v>39799</c:v>
                </c:pt>
                <c:pt idx="2077">
                  <c:v>39800</c:v>
                </c:pt>
                <c:pt idx="2078">
                  <c:v>39801</c:v>
                </c:pt>
                <c:pt idx="2079">
                  <c:v>39804</c:v>
                </c:pt>
                <c:pt idx="2080">
                  <c:v>39805</c:v>
                </c:pt>
                <c:pt idx="2081">
                  <c:v>39806</c:v>
                </c:pt>
                <c:pt idx="2082">
                  <c:v>39807</c:v>
                </c:pt>
                <c:pt idx="2083">
                  <c:v>39808</c:v>
                </c:pt>
                <c:pt idx="2084">
                  <c:v>39811</c:v>
                </c:pt>
                <c:pt idx="2085">
                  <c:v>39812</c:v>
                </c:pt>
                <c:pt idx="2086">
                  <c:v>39813</c:v>
                </c:pt>
                <c:pt idx="2087">
                  <c:v>39814</c:v>
                </c:pt>
                <c:pt idx="2088">
                  <c:v>39815</c:v>
                </c:pt>
                <c:pt idx="2089">
                  <c:v>39818</c:v>
                </c:pt>
                <c:pt idx="2090">
                  <c:v>39819</c:v>
                </c:pt>
                <c:pt idx="2091">
                  <c:v>39820</c:v>
                </c:pt>
                <c:pt idx="2092">
                  <c:v>39821</c:v>
                </c:pt>
                <c:pt idx="2093">
                  <c:v>39822</c:v>
                </c:pt>
                <c:pt idx="2094">
                  <c:v>39825</c:v>
                </c:pt>
                <c:pt idx="2095">
                  <c:v>39826</c:v>
                </c:pt>
                <c:pt idx="2096">
                  <c:v>39827</c:v>
                </c:pt>
                <c:pt idx="2097">
                  <c:v>39828</c:v>
                </c:pt>
                <c:pt idx="2098">
                  <c:v>39829</c:v>
                </c:pt>
                <c:pt idx="2099">
                  <c:v>39832</c:v>
                </c:pt>
                <c:pt idx="2100">
                  <c:v>39833</c:v>
                </c:pt>
                <c:pt idx="2101">
                  <c:v>39834</c:v>
                </c:pt>
                <c:pt idx="2102">
                  <c:v>39835</c:v>
                </c:pt>
                <c:pt idx="2103">
                  <c:v>39836</c:v>
                </c:pt>
                <c:pt idx="2104">
                  <c:v>39839</c:v>
                </c:pt>
                <c:pt idx="2105">
                  <c:v>39840</c:v>
                </c:pt>
                <c:pt idx="2106">
                  <c:v>39841</c:v>
                </c:pt>
                <c:pt idx="2107">
                  <c:v>39842</c:v>
                </c:pt>
                <c:pt idx="2108">
                  <c:v>39843</c:v>
                </c:pt>
                <c:pt idx="2109">
                  <c:v>39846</c:v>
                </c:pt>
                <c:pt idx="2110">
                  <c:v>39847</c:v>
                </c:pt>
                <c:pt idx="2111">
                  <c:v>39848</c:v>
                </c:pt>
                <c:pt idx="2112">
                  <c:v>39849</c:v>
                </c:pt>
                <c:pt idx="2113">
                  <c:v>39850</c:v>
                </c:pt>
                <c:pt idx="2114">
                  <c:v>39853</c:v>
                </c:pt>
                <c:pt idx="2115">
                  <c:v>39854</c:v>
                </c:pt>
                <c:pt idx="2116">
                  <c:v>39855</c:v>
                </c:pt>
                <c:pt idx="2117">
                  <c:v>39856</c:v>
                </c:pt>
                <c:pt idx="2118">
                  <c:v>39857</c:v>
                </c:pt>
                <c:pt idx="2119">
                  <c:v>39860</c:v>
                </c:pt>
                <c:pt idx="2120">
                  <c:v>39861</c:v>
                </c:pt>
                <c:pt idx="2121">
                  <c:v>39862</c:v>
                </c:pt>
                <c:pt idx="2122">
                  <c:v>39863</c:v>
                </c:pt>
                <c:pt idx="2123">
                  <c:v>39864</c:v>
                </c:pt>
                <c:pt idx="2124">
                  <c:v>39867</c:v>
                </c:pt>
                <c:pt idx="2125">
                  <c:v>39868</c:v>
                </c:pt>
                <c:pt idx="2126">
                  <c:v>39869</c:v>
                </c:pt>
                <c:pt idx="2127">
                  <c:v>39870</c:v>
                </c:pt>
                <c:pt idx="2128">
                  <c:v>39871</c:v>
                </c:pt>
                <c:pt idx="2129">
                  <c:v>39874</c:v>
                </c:pt>
                <c:pt idx="2130">
                  <c:v>39875</c:v>
                </c:pt>
                <c:pt idx="2131">
                  <c:v>39876</c:v>
                </c:pt>
                <c:pt idx="2132">
                  <c:v>39877</c:v>
                </c:pt>
                <c:pt idx="2133">
                  <c:v>39878</c:v>
                </c:pt>
                <c:pt idx="2134">
                  <c:v>39881</c:v>
                </c:pt>
                <c:pt idx="2135">
                  <c:v>39882</c:v>
                </c:pt>
                <c:pt idx="2136">
                  <c:v>39883</c:v>
                </c:pt>
                <c:pt idx="2137">
                  <c:v>39884</c:v>
                </c:pt>
                <c:pt idx="2138">
                  <c:v>39885</c:v>
                </c:pt>
                <c:pt idx="2139">
                  <c:v>39888</c:v>
                </c:pt>
                <c:pt idx="2140">
                  <c:v>39889</c:v>
                </c:pt>
                <c:pt idx="2141">
                  <c:v>39890</c:v>
                </c:pt>
                <c:pt idx="2142">
                  <c:v>39891</c:v>
                </c:pt>
                <c:pt idx="2143">
                  <c:v>39892</c:v>
                </c:pt>
                <c:pt idx="2144">
                  <c:v>39895</c:v>
                </c:pt>
                <c:pt idx="2145">
                  <c:v>39896</c:v>
                </c:pt>
                <c:pt idx="2146">
                  <c:v>39897</c:v>
                </c:pt>
                <c:pt idx="2147">
                  <c:v>39898</c:v>
                </c:pt>
                <c:pt idx="2148">
                  <c:v>39899</c:v>
                </c:pt>
                <c:pt idx="2149">
                  <c:v>39902</c:v>
                </c:pt>
                <c:pt idx="2150">
                  <c:v>39903</c:v>
                </c:pt>
                <c:pt idx="2151">
                  <c:v>39904</c:v>
                </c:pt>
                <c:pt idx="2152">
                  <c:v>39905</c:v>
                </c:pt>
                <c:pt idx="2153">
                  <c:v>39906</c:v>
                </c:pt>
                <c:pt idx="2154">
                  <c:v>39909</c:v>
                </c:pt>
                <c:pt idx="2155">
                  <c:v>39910</c:v>
                </c:pt>
                <c:pt idx="2156">
                  <c:v>39911</c:v>
                </c:pt>
                <c:pt idx="2157">
                  <c:v>39912</c:v>
                </c:pt>
                <c:pt idx="2158">
                  <c:v>39913</c:v>
                </c:pt>
                <c:pt idx="2159">
                  <c:v>39916</c:v>
                </c:pt>
                <c:pt idx="2160">
                  <c:v>39917</c:v>
                </c:pt>
                <c:pt idx="2161">
                  <c:v>39918</c:v>
                </c:pt>
                <c:pt idx="2162">
                  <c:v>39919</c:v>
                </c:pt>
                <c:pt idx="2163">
                  <c:v>39920</c:v>
                </c:pt>
                <c:pt idx="2164">
                  <c:v>39923</c:v>
                </c:pt>
                <c:pt idx="2165">
                  <c:v>39924</c:v>
                </c:pt>
                <c:pt idx="2166">
                  <c:v>39925</c:v>
                </c:pt>
                <c:pt idx="2167">
                  <c:v>39926</c:v>
                </c:pt>
                <c:pt idx="2168">
                  <c:v>39927</c:v>
                </c:pt>
                <c:pt idx="2169">
                  <c:v>39930</c:v>
                </c:pt>
                <c:pt idx="2170">
                  <c:v>39931</c:v>
                </c:pt>
                <c:pt idx="2171">
                  <c:v>39932</c:v>
                </c:pt>
                <c:pt idx="2172">
                  <c:v>39933</c:v>
                </c:pt>
                <c:pt idx="2173">
                  <c:v>39934</c:v>
                </c:pt>
                <c:pt idx="2174">
                  <c:v>39937</c:v>
                </c:pt>
                <c:pt idx="2175">
                  <c:v>39938</c:v>
                </c:pt>
                <c:pt idx="2176">
                  <c:v>39939</c:v>
                </c:pt>
                <c:pt idx="2177">
                  <c:v>39940</c:v>
                </c:pt>
                <c:pt idx="2178">
                  <c:v>39941</c:v>
                </c:pt>
                <c:pt idx="2179">
                  <c:v>39944</c:v>
                </c:pt>
                <c:pt idx="2180">
                  <c:v>39945</c:v>
                </c:pt>
                <c:pt idx="2181">
                  <c:v>39946</c:v>
                </c:pt>
                <c:pt idx="2182">
                  <c:v>39947</c:v>
                </c:pt>
                <c:pt idx="2183">
                  <c:v>39948</c:v>
                </c:pt>
                <c:pt idx="2184">
                  <c:v>39951</c:v>
                </c:pt>
                <c:pt idx="2185">
                  <c:v>39952</c:v>
                </c:pt>
                <c:pt idx="2186">
                  <c:v>39953</c:v>
                </c:pt>
                <c:pt idx="2187">
                  <c:v>39954</c:v>
                </c:pt>
                <c:pt idx="2188">
                  <c:v>39955</c:v>
                </c:pt>
                <c:pt idx="2189">
                  <c:v>39958</c:v>
                </c:pt>
                <c:pt idx="2190">
                  <c:v>39959</c:v>
                </c:pt>
                <c:pt idx="2191">
                  <c:v>39960</c:v>
                </c:pt>
                <c:pt idx="2192">
                  <c:v>39961</c:v>
                </c:pt>
                <c:pt idx="2193">
                  <c:v>39962</c:v>
                </c:pt>
                <c:pt idx="2194">
                  <c:v>39965</c:v>
                </c:pt>
                <c:pt idx="2195">
                  <c:v>39966</c:v>
                </c:pt>
                <c:pt idx="2196">
                  <c:v>39967</c:v>
                </c:pt>
                <c:pt idx="2197">
                  <c:v>39968</c:v>
                </c:pt>
                <c:pt idx="2198">
                  <c:v>39969</c:v>
                </c:pt>
                <c:pt idx="2199">
                  <c:v>39972</c:v>
                </c:pt>
                <c:pt idx="2200">
                  <c:v>39973</c:v>
                </c:pt>
                <c:pt idx="2201">
                  <c:v>39974</c:v>
                </c:pt>
                <c:pt idx="2202">
                  <c:v>39975</c:v>
                </c:pt>
                <c:pt idx="2203">
                  <c:v>39976</c:v>
                </c:pt>
                <c:pt idx="2204">
                  <c:v>39979</c:v>
                </c:pt>
                <c:pt idx="2205">
                  <c:v>39980</c:v>
                </c:pt>
                <c:pt idx="2206">
                  <c:v>39981</c:v>
                </c:pt>
                <c:pt idx="2207">
                  <c:v>39982</c:v>
                </c:pt>
                <c:pt idx="2208">
                  <c:v>39983</c:v>
                </c:pt>
                <c:pt idx="2209">
                  <c:v>39986</c:v>
                </c:pt>
                <c:pt idx="2210">
                  <c:v>39987</c:v>
                </c:pt>
                <c:pt idx="2211">
                  <c:v>39988</c:v>
                </c:pt>
                <c:pt idx="2212">
                  <c:v>39989</c:v>
                </c:pt>
                <c:pt idx="2213">
                  <c:v>39990</c:v>
                </c:pt>
                <c:pt idx="2214">
                  <c:v>39993</c:v>
                </c:pt>
                <c:pt idx="2215">
                  <c:v>39994</c:v>
                </c:pt>
                <c:pt idx="2216">
                  <c:v>39995</c:v>
                </c:pt>
                <c:pt idx="2217">
                  <c:v>39996</c:v>
                </c:pt>
                <c:pt idx="2218">
                  <c:v>39997</c:v>
                </c:pt>
                <c:pt idx="2219">
                  <c:v>40000</c:v>
                </c:pt>
                <c:pt idx="2220">
                  <c:v>40001</c:v>
                </c:pt>
                <c:pt idx="2221">
                  <c:v>40002</c:v>
                </c:pt>
                <c:pt idx="2222">
                  <c:v>40003</c:v>
                </c:pt>
                <c:pt idx="2223">
                  <c:v>40004</c:v>
                </c:pt>
                <c:pt idx="2224">
                  <c:v>40007</c:v>
                </c:pt>
                <c:pt idx="2225">
                  <c:v>40008</c:v>
                </c:pt>
                <c:pt idx="2226">
                  <c:v>40009</c:v>
                </c:pt>
                <c:pt idx="2227">
                  <c:v>40010</c:v>
                </c:pt>
                <c:pt idx="2228">
                  <c:v>40011</c:v>
                </c:pt>
                <c:pt idx="2229">
                  <c:v>40014</c:v>
                </c:pt>
                <c:pt idx="2230">
                  <c:v>40015</c:v>
                </c:pt>
                <c:pt idx="2231">
                  <c:v>40016</c:v>
                </c:pt>
                <c:pt idx="2232">
                  <c:v>40017</c:v>
                </c:pt>
                <c:pt idx="2233">
                  <c:v>40018</c:v>
                </c:pt>
                <c:pt idx="2234">
                  <c:v>40021</c:v>
                </c:pt>
                <c:pt idx="2235">
                  <c:v>40022</c:v>
                </c:pt>
                <c:pt idx="2236">
                  <c:v>40023</c:v>
                </c:pt>
                <c:pt idx="2237">
                  <c:v>40024</c:v>
                </c:pt>
                <c:pt idx="2238">
                  <c:v>40025</c:v>
                </c:pt>
                <c:pt idx="2239">
                  <c:v>40028</c:v>
                </c:pt>
                <c:pt idx="2240">
                  <c:v>40029</c:v>
                </c:pt>
                <c:pt idx="2241">
                  <c:v>40030</c:v>
                </c:pt>
                <c:pt idx="2242">
                  <c:v>40031</c:v>
                </c:pt>
                <c:pt idx="2243">
                  <c:v>40032</c:v>
                </c:pt>
                <c:pt idx="2244">
                  <c:v>40035</c:v>
                </c:pt>
                <c:pt idx="2245">
                  <c:v>40036</c:v>
                </c:pt>
                <c:pt idx="2246">
                  <c:v>40037</c:v>
                </c:pt>
                <c:pt idx="2247">
                  <c:v>40038</c:v>
                </c:pt>
                <c:pt idx="2248">
                  <c:v>40039</c:v>
                </c:pt>
                <c:pt idx="2249">
                  <c:v>40042</c:v>
                </c:pt>
                <c:pt idx="2250">
                  <c:v>40043</c:v>
                </c:pt>
                <c:pt idx="2251">
                  <c:v>40044</c:v>
                </c:pt>
                <c:pt idx="2252">
                  <c:v>40045</c:v>
                </c:pt>
                <c:pt idx="2253">
                  <c:v>40046</c:v>
                </c:pt>
                <c:pt idx="2254">
                  <c:v>40049</c:v>
                </c:pt>
                <c:pt idx="2255">
                  <c:v>40050</c:v>
                </c:pt>
                <c:pt idx="2256">
                  <c:v>40051</c:v>
                </c:pt>
                <c:pt idx="2257">
                  <c:v>40052</c:v>
                </c:pt>
                <c:pt idx="2258">
                  <c:v>40053</c:v>
                </c:pt>
                <c:pt idx="2259">
                  <c:v>40056</c:v>
                </c:pt>
                <c:pt idx="2260">
                  <c:v>40057</c:v>
                </c:pt>
                <c:pt idx="2261">
                  <c:v>40058</c:v>
                </c:pt>
                <c:pt idx="2262">
                  <c:v>40059</c:v>
                </c:pt>
                <c:pt idx="2263">
                  <c:v>40060</c:v>
                </c:pt>
                <c:pt idx="2264">
                  <c:v>40063</c:v>
                </c:pt>
                <c:pt idx="2265">
                  <c:v>40064</c:v>
                </c:pt>
                <c:pt idx="2266">
                  <c:v>40065</c:v>
                </c:pt>
                <c:pt idx="2267">
                  <c:v>40066</c:v>
                </c:pt>
                <c:pt idx="2268">
                  <c:v>40067</c:v>
                </c:pt>
                <c:pt idx="2269">
                  <c:v>40070</c:v>
                </c:pt>
                <c:pt idx="2270">
                  <c:v>40071</c:v>
                </c:pt>
                <c:pt idx="2271">
                  <c:v>40072</c:v>
                </c:pt>
                <c:pt idx="2272">
                  <c:v>40073</c:v>
                </c:pt>
                <c:pt idx="2273">
                  <c:v>40074</c:v>
                </c:pt>
                <c:pt idx="2274">
                  <c:v>40077</c:v>
                </c:pt>
                <c:pt idx="2275">
                  <c:v>40078</c:v>
                </c:pt>
                <c:pt idx="2276">
                  <c:v>40079</c:v>
                </c:pt>
                <c:pt idx="2277">
                  <c:v>40080</c:v>
                </c:pt>
                <c:pt idx="2278">
                  <c:v>40081</c:v>
                </c:pt>
                <c:pt idx="2279">
                  <c:v>40084</c:v>
                </c:pt>
                <c:pt idx="2280">
                  <c:v>40085</c:v>
                </c:pt>
                <c:pt idx="2281">
                  <c:v>40086</c:v>
                </c:pt>
                <c:pt idx="2282">
                  <c:v>40087</c:v>
                </c:pt>
                <c:pt idx="2283">
                  <c:v>40088</c:v>
                </c:pt>
                <c:pt idx="2284">
                  <c:v>40091</c:v>
                </c:pt>
                <c:pt idx="2285">
                  <c:v>40092</c:v>
                </c:pt>
                <c:pt idx="2286">
                  <c:v>40093</c:v>
                </c:pt>
                <c:pt idx="2287">
                  <c:v>40094</c:v>
                </c:pt>
                <c:pt idx="2288">
                  <c:v>40095</c:v>
                </c:pt>
                <c:pt idx="2289">
                  <c:v>40098</c:v>
                </c:pt>
                <c:pt idx="2290">
                  <c:v>40099</c:v>
                </c:pt>
                <c:pt idx="2291">
                  <c:v>40100</c:v>
                </c:pt>
                <c:pt idx="2292">
                  <c:v>40101</c:v>
                </c:pt>
                <c:pt idx="2293">
                  <c:v>40102</c:v>
                </c:pt>
                <c:pt idx="2294">
                  <c:v>40105</c:v>
                </c:pt>
                <c:pt idx="2295">
                  <c:v>40106</c:v>
                </c:pt>
                <c:pt idx="2296">
                  <c:v>40107</c:v>
                </c:pt>
                <c:pt idx="2297">
                  <c:v>40108</c:v>
                </c:pt>
                <c:pt idx="2298">
                  <c:v>40109</c:v>
                </c:pt>
                <c:pt idx="2299">
                  <c:v>40112</c:v>
                </c:pt>
                <c:pt idx="2300">
                  <c:v>40113</c:v>
                </c:pt>
                <c:pt idx="2301">
                  <c:v>40114</c:v>
                </c:pt>
                <c:pt idx="2302">
                  <c:v>40115</c:v>
                </c:pt>
                <c:pt idx="2303">
                  <c:v>40116</c:v>
                </c:pt>
                <c:pt idx="2304">
                  <c:v>40119</c:v>
                </c:pt>
                <c:pt idx="2305">
                  <c:v>40120</c:v>
                </c:pt>
                <c:pt idx="2306">
                  <c:v>40121</c:v>
                </c:pt>
                <c:pt idx="2307">
                  <c:v>40122</c:v>
                </c:pt>
                <c:pt idx="2308">
                  <c:v>40123</c:v>
                </c:pt>
                <c:pt idx="2309">
                  <c:v>40126</c:v>
                </c:pt>
                <c:pt idx="2310">
                  <c:v>40127</c:v>
                </c:pt>
                <c:pt idx="2311">
                  <c:v>40128</c:v>
                </c:pt>
                <c:pt idx="2312">
                  <c:v>40129</c:v>
                </c:pt>
                <c:pt idx="2313">
                  <c:v>40130</c:v>
                </c:pt>
                <c:pt idx="2314">
                  <c:v>40133</c:v>
                </c:pt>
                <c:pt idx="2315">
                  <c:v>40134</c:v>
                </c:pt>
                <c:pt idx="2316">
                  <c:v>40135</c:v>
                </c:pt>
                <c:pt idx="2317">
                  <c:v>40136</c:v>
                </c:pt>
                <c:pt idx="2318">
                  <c:v>40137</c:v>
                </c:pt>
                <c:pt idx="2319">
                  <c:v>40140</c:v>
                </c:pt>
                <c:pt idx="2320">
                  <c:v>40141</c:v>
                </c:pt>
                <c:pt idx="2321">
                  <c:v>40142</c:v>
                </c:pt>
                <c:pt idx="2322">
                  <c:v>40143</c:v>
                </c:pt>
                <c:pt idx="2323">
                  <c:v>40144</c:v>
                </c:pt>
                <c:pt idx="2324">
                  <c:v>40147</c:v>
                </c:pt>
                <c:pt idx="2325">
                  <c:v>40148</c:v>
                </c:pt>
                <c:pt idx="2326">
                  <c:v>40149</c:v>
                </c:pt>
                <c:pt idx="2327">
                  <c:v>40150</c:v>
                </c:pt>
                <c:pt idx="2328">
                  <c:v>40151</c:v>
                </c:pt>
                <c:pt idx="2329">
                  <c:v>40154</c:v>
                </c:pt>
                <c:pt idx="2330">
                  <c:v>40155</c:v>
                </c:pt>
                <c:pt idx="2331">
                  <c:v>40156</c:v>
                </c:pt>
                <c:pt idx="2332">
                  <c:v>40157</c:v>
                </c:pt>
                <c:pt idx="2333">
                  <c:v>40158</c:v>
                </c:pt>
                <c:pt idx="2334">
                  <c:v>40161</c:v>
                </c:pt>
                <c:pt idx="2335">
                  <c:v>40162</c:v>
                </c:pt>
                <c:pt idx="2336">
                  <c:v>40163</c:v>
                </c:pt>
                <c:pt idx="2337">
                  <c:v>40164</c:v>
                </c:pt>
                <c:pt idx="2338">
                  <c:v>40165</c:v>
                </c:pt>
                <c:pt idx="2339">
                  <c:v>40168</c:v>
                </c:pt>
                <c:pt idx="2340">
                  <c:v>40169</c:v>
                </c:pt>
                <c:pt idx="2341">
                  <c:v>40170</c:v>
                </c:pt>
                <c:pt idx="2342">
                  <c:v>40171</c:v>
                </c:pt>
                <c:pt idx="2343">
                  <c:v>40172</c:v>
                </c:pt>
                <c:pt idx="2344">
                  <c:v>40175</c:v>
                </c:pt>
                <c:pt idx="2345">
                  <c:v>40176</c:v>
                </c:pt>
                <c:pt idx="2346">
                  <c:v>40177</c:v>
                </c:pt>
                <c:pt idx="2347">
                  <c:v>40178</c:v>
                </c:pt>
                <c:pt idx="2348">
                  <c:v>40179</c:v>
                </c:pt>
                <c:pt idx="2349">
                  <c:v>40182</c:v>
                </c:pt>
                <c:pt idx="2350">
                  <c:v>40183</c:v>
                </c:pt>
                <c:pt idx="2351">
                  <c:v>40184</c:v>
                </c:pt>
                <c:pt idx="2352">
                  <c:v>40185</c:v>
                </c:pt>
                <c:pt idx="2353">
                  <c:v>40186</c:v>
                </c:pt>
                <c:pt idx="2354">
                  <c:v>40189</c:v>
                </c:pt>
                <c:pt idx="2355">
                  <c:v>40190</c:v>
                </c:pt>
                <c:pt idx="2356">
                  <c:v>40191</c:v>
                </c:pt>
                <c:pt idx="2357">
                  <c:v>40192</c:v>
                </c:pt>
                <c:pt idx="2358">
                  <c:v>40193</c:v>
                </c:pt>
                <c:pt idx="2359">
                  <c:v>40196</c:v>
                </c:pt>
                <c:pt idx="2360">
                  <c:v>40197</c:v>
                </c:pt>
                <c:pt idx="2361">
                  <c:v>40198</c:v>
                </c:pt>
                <c:pt idx="2362">
                  <c:v>40199</c:v>
                </c:pt>
                <c:pt idx="2363">
                  <c:v>40200</c:v>
                </c:pt>
                <c:pt idx="2364">
                  <c:v>40203</c:v>
                </c:pt>
                <c:pt idx="2365">
                  <c:v>40204</c:v>
                </c:pt>
                <c:pt idx="2366">
                  <c:v>40205</c:v>
                </c:pt>
                <c:pt idx="2367">
                  <c:v>40206</c:v>
                </c:pt>
                <c:pt idx="2368">
                  <c:v>40207</c:v>
                </c:pt>
                <c:pt idx="2369">
                  <c:v>40210</c:v>
                </c:pt>
                <c:pt idx="2370">
                  <c:v>40211</c:v>
                </c:pt>
                <c:pt idx="2371">
                  <c:v>40212</c:v>
                </c:pt>
                <c:pt idx="2372">
                  <c:v>40213</c:v>
                </c:pt>
                <c:pt idx="2373">
                  <c:v>40214</c:v>
                </c:pt>
                <c:pt idx="2374">
                  <c:v>40217</c:v>
                </c:pt>
                <c:pt idx="2375">
                  <c:v>40218</c:v>
                </c:pt>
                <c:pt idx="2376">
                  <c:v>40219</c:v>
                </c:pt>
                <c:pt idx="2377">
                  <c:v>40220</c:v>
                </c:pt>
                <c:pt idx="2378">
                  <c:v>40221</c:v>
                </c:pt>
                <c:pt idx="2379">
                  <c:v>40224</c:v>
                </c:pt>
                <c:pt idx="2380">
                  <c:v>40225</c:v>
                </c:pt>
                <c:pt idx="2381">
                  <c:v>40226</c:v>
                </c:pt>
                <c:pt idx="2382">
                  <c:v>40227</c:v>
                </c:pt>
                <c:pt idx="2383">
                  <c:v>40228</c:v>
                </c:pt>
                <c:pt idx="2384">
                  <c:v>40231</c:v>
                </c:pt>
                <c:pt idx="2385">
                  <c:v>40232</c:v>
                </c:pt>
                <c:pt idx="2386">
                  <c:v>40233</c:v>
                </c:pt>
                <c:pt idx="2387">
                  <c:v>40234</c:v>
                </c:pt>
                <c:pt idx="2388">
                  <c:v>40235</c:v>
                </c:pt>
                <c:pt idx="2389">
                  <c:v>40238</c:v>
                </c:pt>
                <c:pt idx="2390">
                  <c:v>40239</c:v>
                </c:pt>
                <c:pt idx="2391">
                  <c:v>40240</c:v>
                </c:pt>
                <c:pt idx="2392">
                  <c:v>40241</c:v>
                </c:pt>
                <c:pt idx="2393">
                  <c:v>40242</c:v>
                </c:pt>
                <c:pt idx="2394">
                  <c:v>40245</c:v>
                </c:pt>
                <c:pt idx="2395">
                  <c:v>40246</c:v>
                </c:pt>
                <c:pt idx="2396">
                  <c:v>40247</c:v>
                </c:pt>
                <c:pt idx="2397">
                  <c:v>40248</c:v>
                </c:pt>
                <c:pt idx="2398">
                  <c:v>40249</c:v>
                </c:pt>
                <c:pt idx="2399">
                  <c:v>40252</c:v>
                </c:pt>
                <c:pt idx="2400">
                  <c:v>40253</c:v>
                </c:pt>
                <c:pt idx="2401">
                  <c:v>40254</c:v>
                </c:pt>
                <c:pt idx="2402">
                  <c:v>40255</c:v>
                </c:pt>
                <c:pt idx="2403">
                  <c:v>40256</c:v>
                </c:pt>
                <c:pt idx="2404">
                  <c:v>40259</c:v>
                </c:pt>
                <c:pt idx="2405">
                  <c:v>40260</c:v>
                </c:pt>
                <c:pt idx="2406">
                  <c:v>40261</c:v>
                </c:pt>
                <c:pt idx="2407">
                  <c:v>40262</c:v>
                </c:pt>
                <c:pt idx="2408">
                  <c:v>40263</c:v>
                </c:pt>
                <c:pt idx="2409">
                  <c:v>40266</c:v>
                </c:pt>
                <c:pt idx="2410">
                  <c:v>40267</c:v>
                </c:pt>
                <c:pt idx="2411">
                  <c:v>40268</c:v>
                </c:pt>
                <c:pt idx="2412">
                  <c:v>40269</c:v>
                </c:pt>
                <c:pt idx="2413">
                  <c:v>40270</c:v>
                </c:pt>
                <c:pt idx="2414">
                  <c:v>40273</c:v>
                </c:pt>
                <c:pt idx="2415">
                  <c:v>40274</c:v>
                </c:pt>
                <c:pt idx="2416">
                  <c:v>40275</c:v>
                </c:pt>
                <c:pt idx="2417">
                  <c:v>40276</c:v>
                </c:pt>
                <c:pt idx="2418">
                  <c:v>40277</c:v>
                </c:pt>
                <c:pt idx="2419">
                  <c:v>40280</c:v>
                </c:pt>
                <c:pt idx="2420">
                  <c:v>40281</c:v>
                </c:pt>
                <c:pt idx="2421">
                  <c:v>40282</c:v>
                </c:pt>
                <c:pt idx="2422">
                  <c:v>40283</c:v>
                </c:pt>
                <c:pt idx="2423">
                  <c:v>40284</c:v>
                </c:pt>
                <c:pt idx="2424">
                  <c:v>40287</c:v>
                </c:pt>
                <c:pt idx="2425">
                  <c:v>40288</c:v>
                </c:pt>
                <c:pt idx="2426">
                  <c:v>40289</c:v>
                </c:pt>
                <c:pt idx="2427">
                  <c:v>40290</c:v>
                </c:pt>
                <c:pt idx="2428">
                  <c:v>40291</c:v>
                </c:pt>
                <c:pt idx="2429">
                  <c:v>40294</c:v>
                </c:pt>
                <c:pt idx="2430">
                  <c:v>40295</c:v>
                </c:pt>
                <c:pt idx="2431">
                  <c:v>40296</c:v>
                </c:pt>
                <c:pt idx="2432">
                  <c:v>40297</c:v>
                </c:pt>
                <c:pt idx="2433">
                  <c:v>40298</c:v>
                </c:pt>
                <c:pt idx="2434">
                  <c:v>40301</c:v>
                </c:pt>
                <c:pt idx="2435">
                  <c:v>40302</c:v>
                </c:pt>
                <c:pt idx="2436">
                  <c:v>40303</c:v>
                </c:pt>
                <c:pt idx="2437">
                  <c:v>40304</c:v>
                </c:pt>
                <c:pt idx="2438">
                  <c:v>40305</c:v>
                </c:pt>
                <c:pt idx="2439">
                  <c:v>40308</c:v>
                </c:pt>
                <c:pt idx="2440">
                  <c:v>40309</c:v>
                </c:pt>
                <c:pt idx="2441">
                  <c:v>40310</c:v>
                </c:pt>
                <c:pt idx="2442">
                  <c:v>40311</c:v>
                </c:pt>
                <c:pt idx="2443">
                  <c:v>40312</c:v>
                </c:pt>
                <c:pt idx="2444">
                  <c:v>40315</c:v>
                </c:pt>
                <c:pt idx="2445">
                  <c:v>40316</c:v>
                </c:pt>
                <c:pt idx="2446">
                  <c:v>40317</c:v>
                </c:pt>
                <c:pt idx="2447">
                  <c:v>40318</c:v>
                </c:pt>
                <c:pt idx="2448">
                  <c:v>40319</c:v>
                </c:pt>
                <c:pt idx="2449">
                  <c:v>40322</c:v>
                </c:pt>
                <c:pt idx="2450">
                  <c:v>40323</c:v>
                </c:pt>
                <c:pt idx="2451">
                  <c:v>40324</c:v>
                </c:pt>
                <c:pt idx="2452">
                  <c:v>40325</c:v>
                </c:pt>
                <c:pt idx="2453">
                  <c:v>40326</c:v>
                </c:pt>
                <c:pt idx="2454">
                  <c:v>40329</c:v>
                </c:pt>
                <c:pt idx="2455">
                  <c:v>40330</c:v>
                </c:pt>
                <c:pt idx="2456">
                  <c:v>40331</c:v>
                </c:pt>
                <c:pt idx="2457">
                  <c:v>40332</c:v>
                </c:pt>
                <c:pt idx="2458">
                  <c:v>40333</c:v>
                </c:pt>
                <c:pt idx="2459">
                  <c:v>40336</c:v>
                </c:pt>
                <c:pt idx="2460">
                  <c:v>40337</c:v>
                </c:pt>
                <c:pt idx="2461">
                  <c:v>40338</c:v>
                </c:pt>
                <c:pt idx="2462">
                  <c:v>40339</c:v>
                </c:pt>
                <c:pt idx="2463">
                  <c:v>40340</c:v>
                </c:pt>
                <c:pt idx="2464">
                  <c:v>40343</c:v>
                </c:pt>
                <c:pt idx="2465">
                  <c:v>40344</c:v>
                </c:pt>
                <c:pt idx="2466">
                  <c:v>40345</c:v>
                </c:pt>
                <c:pt idx="2467">
                  <c:v>40346</c:v>
                </c:pt>
                <c:pt idx="2468">
                  <c:v>40347</c:v>
                </c:pt>
                <c:pt idx="2469">
                  <c:v>40350</c:v>
                </c:pt>
                <c:pt idx="2470">
                  <c:v>40351</c:v>
                </c:pt>
                <c:pt idx="2471">
                  <c:v>40352</c:v>
                </c:pt>
                <c:pt idx="2472">
                  <c:v>40353</c:v>
                </c:pt>
                <c:pt idx="2473">
                  <c:v>40354</c:v>
                </c:pt>
                <c:pt idx="2474">
                  <c:v>40357</c:v>
                </c:pt>
                <c:pt idx="2475">
                  <c:v>40358</c:v>
                </c:pt>
                <c:pt idx="2476">
                  <c:v>40359</c:v>
                </c:pt>
                <c:pt idx="2477">
                  <c:v>40360</c:v>
                </c:pt>
                <c:pt idx="2478">
                  <c:v>40361</c:v>
                </c:pt>
                <c:pt idx="2479">
                  <c:v>40364</c:v>
                </c:pt>
                <c:pt idx="2480">
                  <c:v>40365</c:v>
                </c:pt>
                <c:pt idx="2481">
                  <c:v>40366</c:v>
                </c:pt>
                <c:pt idx="2482">
                  <c:v>40367</c:v>
                </c:pt>
                <c:pt idx="2483">
                  <c:v>40368</c:v>
                </c:pt>
                <c:pt idx="2484">
                  <c:v>40371</c:v>
                </c:pt>
                <c:pt idx="2485">
                  <c:v>40372</c:v>
                </c:pt>
                <c:pt idx="2486">
                  <c:v>40373</c:v>
                </c:pt>
                <c:pt idx="2487">
                  <c:v>40374</c:v>
                </c:pt>
                <c:pt idx="2488">
                  <c:v>40375</c:v>
                </c:pt>
                <c:pt idx="2489">
                  <c:v>40378</c:v>
                </c:pt>
                <c:pt idx="2490">
                  <c:v>40379</c:v>
                </c:pt>
                <c:pt idx="2491">
                  <c:v>40380</c:v>
                </c:pt>
                <c:pt idx="2492">
                  <c:v>40381</c:v>
                </c:pt>
                <c:pt idx="2493">
                  <c:v>40382</c:v>
                </c:pt>
                <c:pt idx="2494">
                  <c:v>40385</c:v>
                </c:pt>
                <c:pt idx="2495">
                  <c:v>40386</c:v>
                </c:pt>
                <c:pt idx="2496">
                  <c:v>40387</c:v>
                </c:pt>
                <c:pt idx="2497">
                  <c:v>40388</c:v>
                </c:pt>
                <c:pt idx="2498">
                  <c:v>40389</c:v>
                </c:pt>
                <c:pt idx="2499">
                  <c:v>40392</c:v>
                </c:pt>
                <c:pt idx="2500">
                  <c:v>40393</c:v>
                </c:pt>
                <c:pt idx="2501">
                  <c:v>40394</c:v>
                </c:pt>
                <c:pt idx="2502">
                  <c:v>40395</c:v>
                </c:pt>
                <c:pt idx="2503">
                  <c:v>40396</c:v>
                </c:pt>
                <c:pt idx="2504">
                  <c:v>40399</c:v>
                </c:pt>
                <c:pt idx="2505">
                  <c:v>40400</c:v>
                </c:pt>
                <c:pt idx="2506">
                  <c:v>40401</c:v>
                </c:pt>
                <c:pt idx="2507">
                  <c:v>40402</c:v>
                </c:pt>
                <c:pt idx="2508">
                  <c:v>40403</c:v>
                </c:pt>
                <c:pt idx="2509">
                  <c:v>40406</c:v>
                </c:pt>
                <c:pt idx="2510">
                  <c:v>40407</c:v>
                </c:pt>
                <c:pt idx="2511">
                  <c:v>40408</c:v>
                </c:pt>
                <c:pt idx="2512">
                  <c:v>40409</c:v>
                </c:pt>
                <c:pt idx="2513">
                  <c:v>40410</c:v>
                </c:pt>
                <c:pt idx="2514">
                  <c:v>40413</c:v>
                </c:pt>
                <c:pt idx="2515">
                  <c:v>40414</c:v>
                </c:pt>
                <c:pt idx="2516">
                  <c:v>40415</c:v>
                </c:pt>
                <c:pt idx="2517">
                  <c:v>40416</c:v>
                </c:pt>
                <c:pt idx="2518">
                  <c:v>40417</c:v>
                </c:pt>
                <c:pt idx="2519">
                  <c:v>40420</c:v>
                </c:pt>
                <c:pt idx="2520">
                  <c:v>40421</c:v>
                </c:pt>
                <c:pt idx="2521">
                  <c:v>40422</c:v>
                </c:pt>
                <c:pt idx="2522">
                  <c:v>40423</c:v>
                </c:pt>
                <c:pt idx="2523">
                  <c:v>40424</c:v>
                </c:pt>
                <c:pt idx="2524">
                  <c:v>40427</c:v>
                </c:pt>
                <c:pt idx="2525">
                  <c:v>40428</c:v>
                </c:pt>
                <c:pt idx="2526">
                  <c:v>40429</c:v>
                </c:pt>
                <c:pt idx="2527">
                  <c:v>40430</c:v>
                </c:pt>
                <c:pt idx="2528">
                  <c:v>40431</c:v>
                </c:pt>
                <c:pt idx="2529">
                  <c:v>40434</c:v>
                </c:pt>
                <c:pt idx="2530">
                  <c:v>40435</c:v>
                </c:pt>
                <c:pt idx="2531">
                  <c:v>40436</c:v>
                </c:pt>
                <c:pt idx="2532">
                  <c:v>40437</c:v>
                </c:pt>
                <c:pt idx="2533">
                  <c:v>40438</c:v>
                </c:pt>
                <c:pt idx="2534">
                  <c:v>40441</c:v>
                </c:pt>
                <c:pt idx="2535">
                  <c:v>40442</c:v>
                </c:pt>
                <c:pt idx="2536">
                  <c:v>40443</c:v>
                </c:pt>
                <c:pt idx="2537">
                  <c:v>40444</c:v>
                </c:pt>
                <c:pt idx="2538">
                  <c:v>40445</c:v>
                </c:pt>
                <c:pt idx="2539">
                  <c:v>40448</c:v>
                </c:pt>
                <c:pt idx="2540">
                  <c:v>40449</c:v>
                </c:pt>
                <c:pt idx="2541">
                  <c:v>40450</c:v>
                </c:pt>
                <c:pt idx="2542">
                  <c:v>40451</c:v>
                </c:pt>
                <c:pt idx="2543">
                  <c:v>40452</c:v>
                </c:pt>
                <c:pt idx="2544">
                  <c:v>40455</c:v>
                </c:pt>
                <c:pt idx="2545">
                  <c:v>40456</c:v>
                </c:pt>
                <c:pt idx="2546">
                  <c:v>40457</c:v>
                </c:pt>
                <c:pt idx="2547">
                  <c:v>40458</c:v>
                </c:pt>
                <c:pt idx="2548">
                  <c:v>40459</c:v>
                </c:pt>
                <c:pt idx="2549">
                  <c:v>40462</c:v>
                </c:pt>
                <c:pt idx="2550">
                  <c:v>40463</c:v>
                </c:pt>
                <c:pt idx="2551">
                  <c:v>40464</c:v>
                </c:pt>
                <c:pt idx="2552">
                  <c:v>40465</c:v>
                </c:pt>
                <c:pt idx="2553">
                  <c:v>40466</c:v>
                </c:pt>
                <c:pt idx="2554">
                  <c:v>40469</c:v>
                </c:pt>
                <c:pt idx="2555">
                  <c:v>40470</c:v>
                </c:pt>
                <c:pt idx="2556">
                  <c:v>40471</c:v>
                </c:pt>
                <c:pt idx="2557">
                  <c:v>40472</c:v>
                </c:pt>
                <c:pt idx="2558">
                  <c:v>40473</c:v>
                </c:pt>
                <c:pt idx="2559">
                  <c:v>40476</c:v>
                </c:pt>
                <c:pt idx="2560">
                  <c:v>40477</c:v>
                </c:pt>
                <c:pt idx="2561">
                  <c:v>40478</c:v>
                </c:pt>
                <c:pt idx="2562">
                  <c:v>40479</c:v>
                </c:pt>
                <c:pt idx="2563">
                  <c:v>40480</c:v>
                </c:pt>
                <c:pt idx="2564">
                  <c:v>40483</c:v>
                </c:pt>
                <c:pt idx="2565">
                  <c:v>40484</c:v>
                </c:pt>
                <c:pt idx="2566">
                  <c:v>40485</c:v>
                </c:pt>
                <c:pt idx="2567">
                  <c:v>40486</c:v>
                </c:pt>
                <c:pt idx="2568">
                  <c:v>40487</c:v>
                </c:pt>
                <c:pt idx="2569">
                  <c:v>40490</c:v>
                </c:pt>
                <c:pt idx="2570">
                  <c:v>40491</c:v>
                </c:pt>
                <c:pt idx="2571">
                  <c:v>40492</c:v>
                </c:pt>
                <c:pt idx="2572">
                  <c:v>40493</c:v>
                </c:pt>
                <c:pt idx="2573">
                  <c:v>40494</c:v>
                </c:pt>
                <c:pt idx="2574">
                  <c:v>40497</c:v>
                </c:pt>
                <c:pt idx="2575">
                  <c:v>40498</c:v>
                </c:pt>
                <c:pt idx="2576">
                  <c:v>40499</c:v>
                </c:pt>
                <c:pt idx="2577">
                  <c:v>40500</c:v>
                </c:pt>
                <c:pt idx="2578">
                  <c:v>40501</c:v>
                </c:pt>
                <c:pt idx="2579">
                  <c:v>40504</c:v>
                </c:pt>
                <c:pt idx="2580">
                  <c:v>40505</c:v>
                </c:pt>
                <c:pt idx="2581">
                  <c:v>40506</c:v>
                </c:pt>
                <c:pt idx="2582">
                  <c:v>40507</c:v>
                </c:pt>
                <c:pt idx="2583">
                  <c:v>40508</c:v>
                </c:pt>
                <c:pt idx="2584">
                  <c:v>40511</c:v>
                </c:pt>
                <c:pt idx="2585">
                  <c:v>40512</c:v>
                </c:pt>
                <c:pt idx="2586">
                  <c:v>40513</c:v>
                </c:pt>
                <c:pt idx="2587">
                  <c:v>40514</c:v>
                </c:pt>
                <c:pt idx="2588">
                  <c:v>40515</c:v>
                </c:pt>
                <c:pt idx="2589">
                  <c:v>40518</c:v>
                </c:pt>
                <c:pt idx="2590">
                  <c:v>40519</c:v>
                </c:pt>
                <c:pt idx="2591">
                  <c:v>40520</c:v>
                </c:pt>
                <c:pt idx="2592">
                  <c:v>40521</c:v>
                </c:pt>
                <c:pt idx="2593">
                  <c:v>40522</c:v>
                </c:pt>
                <c:pt idx="2594">
                  <c:v>40525</c:v>
                </c:pt>
                <c:pt idx="2595">
                  <c:v>40526</c:v>
                </c:pt>
                <c:pt idx="2596">
                  <c:v>40527</c:v>
                </c:pt>
                <c:pt idx="2597">
                  <c:v>40528</c:v>
                </c:pt>
                <c:pt idx="2598">
                  <c:v>40529</c:v>
                </c:pt>
                <c:pt idx="2599">
                  <c:v>40532</c:v>
                </c:pt>
                <c:pt idx="2600">
                  <c:v>40533</c:v>
                </c:pt>
                <c:pt idx="2601">
                  <c:v>40534</c:v>
                </c:pt>
                <c:pt idx="2602">
                  <c:v>40535</c:v>
                </c:pt>
                <c:pt idx="2603">
                  <c:v>40536</c:v>
                </c:pt>
                <c:pt idx="2604">
                  <c:v>40539</c:v>
                </c:pt>
                <c:pt idx="2605">
                  <c:v>40540</c:v>
                </c:pt>
                <c:pt idx="2606">
                  <c:v>40541</c:v>
                </c:pt>
                <c:pt idx="2607">
                  <c:v>40542</c:v>
                </c:pt>
                <c:pt idx="2608">
                  <c:v>40543</c:v>
                </c:pt>
                <c:pt idx="2609">
                  <c:v>40546</c:v>
                </c:pt>
                <c:pt idx="2610">
                  <c:v>40547</c:v>
                </c:pt>
                <c:pt idx="2611">
                  <c:v>40548</c:v>
                </c:pt>
                <c:pt idx="2612">
                  <c:v>40549</c:v>
                </c:pt>
                <c:pt idx="2613">
                  <c:v>40550</c:v>
                </c:pt>
                <c:pt idx="2614">
                  <c:v>40553</c:v>
                </c:pt>
                <c:pt idx="2615">
                  <c:v>40554</c:v>
                </c:pt>
                <c:pt idx="2616">
                  <c:v>40555</c:v>
                </c:pt>
                <c:pt idx="2617">
                  <c:v>40556</c:v>
                </c:pt>
                <c:pt idx="2618">
                  <c:v>40557</c:v>
                </c:pt>
                <c:pt idx="2619">
                  <c:v>40560</c:v>
                </c:pt>
                <c:pt idx="2620">
                  <c:v>40561</c:v>
                </c:pt>
                <c:pt idx="2621">
                  <c:v>40562</c:v>
                </c:pt>
                <c:pt idx="2622">
                  <c:v>40563</c:v>
                </c:pt>
                <c:pt idx="2623">
                  <c:v>40564</c:v>
                </c:pt>
                <c:pt idx="2624">
                  <c:v>40567</c:v>
                </c:pt>
                <c:pt idx="2625">
                  <c:v>40568</c:v>
                </c:pt>
                <c:pt idx="2626">
                  <c:v>40569</c:v>
                </c:pt>
                <c:pt idx="2627">
                  <c:v>40570</c:v>
                </c:pt>
                <c:pt idx="2628">
                  <c:v>40571</c:v>
                </c:pt>
                <c:pt idx="2629">
                  <c:v>40574</c:v>
                </c:pt>
                <c:pt idx="2630">
                  <c:v>40575</c:v>
                </c:pt>
                <c:pt idx="2631">
                  <c:v>40576</c:v>
                </c:pt>
                <c:pt idx="2632">
                  <c:v>40577</c:v>
                </c:pt>
                <c:pt idx="2633">
                  <c:v>40578</c:v>
                </c:pt>
                <c:pt idx="2634">
                  <c:v>40581</c:v>
                </c:pt>
                <c:pt idx="2635">
                  <c:v>40582</c:v>
                </c:pt>
                <c:pt idx="2636">
                  <c:v>40583</c:v>
                </c:pt>
                <c:pt idx="2637">
                  <c:v>40584</c:v>
                </c:pt>
                <c:pt idx="2638">
                  <c:v>40585</c:v>
                </c:pt>
                <c:pt idx="2639">
                  <c:v>40588</c:v>
                </c:pt>
                <c:pt idx="2640">
                  <c:v>40589</c:v>
                </c:pt>
                <c:pt idx="2641">
                  <c:v>40590</c:v>
                </c:pt>
                <c:pt idx="2642">
                  <c:v>40591</c:v>
                </c:pt>
                <c:pt idx="2643">
                  <c:v>40592</c:v>
                </c:pt>
                <c:pt idx="2644">
                  <c:v>40595</c:v>
                </c:pt>
                <c:pt idx="2645">
                  <c:v>40596</c:v>
                </c:pt>
                <c:pt idx="2646">
                  <c:v>40597</c:v>
                </c:pt>
                <c:pt idx="2647">
                  <c:v>40598</c:v>
                </c:pt>
                <c:pt idx="2648">
                  <c:v>40599</c:v>
                </c:pt>
                <c:pt idx="2649">
                  <c:v>40602</c:v>
                </c:pt>
                <c:pt idx="2650">
                  <c:v>40603</c:v>
                </c:pt>
                <c:pt idx="2651">
                  <c:v>40604</c:v>
                </c:pt>
                <c:pt idx="2652">
                  <c:v>40605</c:v>
                </c:pt>
                <c:pt idx="2653">
                  <c:v>40606</c:v>
                </c:pt>
                <c:pt idx="2654">
                  <c:v>40609</c:v>
                </c:pt>
                <c:pt idx="2655">
                  <c:v>40610</c:v>
                </c:pt>
                <c:pt idx="2656">
                  <c:v>40611</c:v>
                </c:pt>
                <c:pt idx="2657">
                  <c:v>40612</c:v>
                </c:pt>
                <c:pt idx="2658">
                  <c:v>40613</c:v>
                </c:pt>
                <c:pt idx="2659">
                  <c:v>40616</c:v>
                </c:pt>
                <c:pt idx="2660">
                  <c:v>40617</c:v>
                </c:pt>
                <c:pt idx="2661">
                  <c:v>40618</c:v>
                </c:pt>
                <c:pt idx="2662">
                  <c:v>40619</c:v>
                </c:pt>
                <c:pt idx="2663">
                  <c:v>40620</c:v>
                </c:pt>
                <c:pt idx="2664">
                  <c:v>40623</c:v>
                </c:pt>
                <c:pt idx="2665">
                  <c:v>40624</c:v>
                </c:pt>
                <c:pt idx="2666">
                  <c:v>40625</c:v>
                </c:pt>
                <c:pt idx="2667">
                  <c:v>40626</c:v>
                </c:pt>
                <c:pt idx="2668">
                  <c:v>40627</c:v>
                </c:pt>
                <c:pt idx="2669">
                  <c:v>40630</c:v>
                </c:pt>
                <c:pt idx="2670">
                  <c:v>40631</c:v>
                </c:pt>
                <c:pt idx="2671">
                  <c:v>40632</c:v>
                </c:pt>
                <c:pt idx="2672">
                  <c:v>40633</c:v>
                </c:pt>
                <c:pt idx="2673">
                  <c:v>40634</c:v>
                </c:pt>
                <c:pt idx="2674">
                  <c:v>40637</c:v>
                </c:pt>
                <c:pt idx="2675">
                  <c:v>40638</c:v>
                </c:pt>
                <c:pt idx="2676">
                  <c:v>40639</c:v>
                </c:pt>
                <c:pt idx="2677">
                  <c:v>40640</c:v>
                </c:pt>
                <c:pt idx="2678">
                  <c:v>40641</c:v>
                </c:pt>
                <c:pt idx="2679">
                  <c:v>40644</c:v>
                </c:pt>
                <c:pt idx="2680">
                  <c:v>40645</c:v>
                </c:pt>
                <c:pt idx="2681">
                  <c:v>40646</c:v>
                </c:pt>
                <c:pt idx="2682">
                  <c:v>40647</c:v>
                </c:pt>
                <c:pt idx="2683">
                  <c:v>40648</c:v>
                </c:pt>
                <c:pt idx="2684">
                  <c:v>40651</c:v>
                </c:pt>
                <c:pt idx="2685">
                  <c:v>40652</c:v>
                </c:pt>
                <c:pt idx="2686">
                  <c:v>40653</c:v>
                </c:pt>
                <c:pt idx="2687">
                  <c:v>40654</c:v>
                </c:pt>
                <c:pt idx="2688">
                  <c:v>40655</c:v>
                </c:pt>
                <c:pt idx="2689">
                  <c:v>40658</c:v>
                </c:pt>
                <c:pt idx="2690">
                  <c:v>40659</c:v>
                </c:pt>
                <c:pt idx="2691">
                  <c:v>40660</c:v>
                </c:pt>
                <c:pt idx="2692">
                  <c:v>40661</c:v>
                </c:pt>
                <c:pt idx="2693">
                  <c:v>40662</c:v>
                </c:pt>
                <c:pt idx="2694">
                  <c:v>40665</c:v>
                </c:pt>
                <c:pt idx="2695">
                  <c:v>40666</c:v>
                </c:pt>
                <c:pt idx="2696">
                  <c:v>40667</c:v>
                </c:pt>
                <c:pt idx="2697">
                  <c:v>40668</c:v>
                </c:pt>
                <c:pt idx="2698">
                  <c:v>40669</c:v>
                </c:pt>
                <c:pt idx="2699">
                  <c:v>40672</c:v>
                </c:pt>
                <c:pt idx="2700">
                  <c:v>40673</c:v>
                </c:pt>
                <c:pt idx="2701">
                  <c:v>40674</c:v>
                </c:pt>
                <c:pt idx="2702">
                  <c:v>40675</c:v>
                </c:pt>
                <c:pt idx="2703">
                  <c:v>40676</c:v>
                </c:pt>
                <c:pt idx="2704">
                  <c:v>40679</c:v>
                </c:pt>
                <c:pt idx="2705">
                  <c:v>40680</c:v>
                </c:pt>
                <c:pt idx="2706">
                  <c:v>40681</c:v>
                </c:pt>
                <c:pt idx="2707">
                  <c:v>40682</c:v>
                </c:pt>
                <c:pt idx="2708">
                  <c:v>40683</c:v>
                </c:pt>
                <c:pt idx="2709">
                  <c:v>40686</c:v>
                </c:pt>
                <c:pt idx="2710">
                  <c:v>40687</c:v>
                </c:pt>
                <c:pt idx="2711">
                  <c:v>40688</c:v>
                </c:pt>
                <c:pt idx="2712">
                  <c:v>40689</c:v>
                </c:pt>
                <c:pt idx="2713">
                  <c:v>40690</c:v>
                </c:pt>
                <c:pt idx="2714">
                  <c:v>40693</c:v>
                </c:pt>
                <c:pt idx="2715">
                  <c:v>40694</c:v>
                </c:pt>
                <c:pt idx="2716">
                  <c:v>40695</c:v>
                </c:pt>
                <c:pt idx="2717">
                  <c:v>40696</c:v>
                </c:pt>
                <c:pt idx="2718">
                  <c:v>40697</c:v>
                </c:pt>
                <c:pt idx="2719">
                  <c:v>40700</c:v>
                </c:pt>
                <c:pt idx="2720">
                  <c:v>40701</c:v>
                </c:pt>
                <c:pt idx="2721">
                  <c:v>40702</c:v>
                </c:pt>
                <c:pt idx="2722">
                  <c:v>40703</c:v>
                </c:pt>
                <c:pt idx="2723">
                  <c:v>40704</c:v>
                </c:pt>
                <c:pt idx="2724">
                  <c:v>40707</c:v>
                </c:pt>
                <c:pt idx="2725">
                  <c:v>40708</c:v>
                </c:pt>
                <c:pt idx="2726">
                  <c:v>40709</c:v>
                </c:pt>
                <c:pt idx="2727">
                  <c:v>40710</c:v>
                </c:pt>
                <c:pt idx="2728">
                  <c:v>40711</c:v>
                </c:pt>
                <c:pt idx="2729">
                  <c:v>40714</c:v>
                </c:pt>
                <c:pt idx="2730">
                  <c:v>40715</c:v>
                </c:pt>
                <c:pt idx="2731">
                  <c:v>40716</c:v>
                </c:pt>
                <c:pt idx="2732">
                  <c:v>40717</c:v>
                </c:pt>
                <c:pt idx="2733">
                  <c:v>40718</c:v>
                </c:pt>
                <c:pt idx="2734">
                  <c:v>40721</c:v>
                </c:pt>
                <c:pt idx="2735">
                  <c:v>40722</c:v>
                </c:pt>
                <c:pt idx="2736">
                  <c:v>40723</c:v>
                </c:pt>
                <c:pt idx="2737">
                  <c:v>40724</c:v>
                </c:pt>
                <c:pt idx="2738">
                  <c:v>40725</c:v>
                </c:pt>
                <c:pt idx="2739">
                  <c:v>40728</c:v>
                </c:pt>
                <c:pt idx="2740">
                  <c:v>40729</c:v>
                </c:pt>
                <c:pt idx="2741">
                  <c:v>40730</c:v>
                </c:pt>
                <c:pt idx="2742">
                  <c:v>40731</c:v>
                </c:pt>
                <c:pt idx="2743">
                  <c:v>40732</c:v>
                </c:pt>
                <c:pt idx="2744">
                  <c:v>40735</c:v>
                </c:pt>
                <c:pt idx="2745">
                  <c:v>40736</c:v>
                </c:pt>
                <c:pt idx="2746">
                  <c:v>40737</c:v>
                </c:pt>
                <c:pt idx="2747">
                  <c:v>40738</c:v>
                </c:pt>
                <c:pt idx="2748">
                  <c:v>40739</c:v>
                </c:pt>
                <c:pt idx="2749">
                  <c:v>40742</c:v>
                </c:pt>
                <c:pt idx="2750">
                  <c:v>40743</c:v>
                </c:pt>
                <c:pt idx="2751">
                  <c:v>40744</c:v>
                </c:pt>
                <c:pt idx="2752">
                  <c:v>40745</c:v>
                </c:pt>
                <c:pt idx="2753">
                  <c:v>40746</c:v>
                </c:pt>
                <c:pt idx="2754">
                  <c:v>40749</c:v>
                </c:pt>
                <c:pt idx="2755">
                  <c:v>40750</c:v>
                </c:pt>
                <c:pt idx="2756">
                  <c:v>40751</c:v>
                </c:pt>
                <c:pt idx="2757">
                  <c:v>40752</c:v>
                </c:pt>
                <c:pt idx="2758">
                  <c:v>40753</c:v>
                </c:pt>
                <c:pt idx="2759">
                  <c:v>40756</c:v>
                </c:pt>
                <c:pt idx="2760">
                  <c:v>40757</c:v>
                </c:pt>
                <c:pt idx="2761">
                  <c:v>40758</c:v>
                </c:pt>
                <c:pt idx="2762">
                  <c:v>40759</c:v>
                </c:pt>
                <c:pt idx="2763">
                  <c:v>40760</c:v>
                </c:pt>
                <c:pt idx="2764">
                  <c:v>40763</c:v>
                </c:pt>
                <c:pt idx="2765">
                  <c:v>40764</c:v>
                </c:pt>
                <c:pt idx="2766">
                  <c:v>40765</c:v>
                </c:pt>
                <c:pt idx="2767">
                  <c:v>40766</c:v>
                </c:pt>
                <c:pt idx="2768">
                  <c:v>40767</c:v>
                </c:pt>
                <c:pt idx="2769">
                  <c:v>40770</c:v>
                </c:pt>
                <c:pt idx="2770">
                  <c:v>40771</c:v>
                </c:pt>
                <c:pt idx="2771">
                  <c:v>40772</c:v>
                </c:pt>
                <c:pt idx="2772">
                  <c:v>40773</c:v>
                </c:pt>
                <c:pt idx="2773">
                  <c:v>40774</c:v>
                </c:pt>
                <c:pt idx="2774">
                  <c:v>40777</c:v>
                </c:pt>
                <c:pt idx="2775">
                  <c:v>40778</c:v>
                </c:pt>
                <c:pt idx="2776">
                  <c:v>40779</c:v>
                </c:pt>
                <c:pt idx="2777">
                  <c:v>40780</c:v>
                </c:pt>
                <c:pt idx="2778">
                  <c:v>40781</c:v>
                </c:pt>
                <c:pt idx="2779">
                  <c:v>40784</c:v>
                </c:pt>
                <c:pt idx="2780">
                  <c:v>40785</c:v>
                </c:pt>
                <c:pt idx="2781">
                  <c:v>40786</c:v>
                </c:pt>
                <c:pt idx="2782">
                  <c:v>40787</c:v>
                </c:pt>
                <c:pt idx="2783">
                  <c:v>40788</c:v>
                </c:pt>
                <c:pt idx="2784">
                  <c:v>40791</c:v>
                </c:pt>
                <c:pt idx="2785">
                  <c:v>40792</c:v>
                </c:pt>
                <c:pt idx="2786">
                  <c:v>40793</c:v>
                </c:pt>
                <c:pt idx="2787">
                  <c:v>40794</c:v>
                </c:pt>
                <c:pt idx="2788">
                  <c:v>40795</c:v>
                </c:pt>
                <c:pt idx="2789">
                  <c:v>40798</c:v>
                </c:pt>
                <c:pt idx="2790">
                  <c:v>40799</c:v>
                </c:pt>
                <c:pt idx="2791">
                  <c:v>40800</c:v>
                </c:pt>
                <c:pt idx="2792">
                  <c:v>40801</c:v>
                </c:pt>
                <c:pt idx="2793">
                  <c:v>40802</c:v>
                </c:pt>
                <c:pt idx="2794">
                  <c:v>40805</c:v>
                </c:pt>
                <c:pt idx="2795">
                  <c:v>40806</c:v>
                </c:pt>
                <c:pt idx="2796">
                  <c:v>40807</c:v>
                </c:pt>
                <c:pt idx="2797">
                  <c:v>40808</c:v>
                </c:pt>
                <c:pt idx="2798">
                  <c:v>40809</c:v>
                </c:pt>
                <c:pt idx="2799">
                  <c:v>40812</c:v>
                </c:pt>
                <c:pt idx="2800">
                  <c:v>40813</c:v>
                </c:pt>
                <c:pt idx="2801">
                  <c:v>40814</c:v>
                </c:pt>
                <c:pt idx="2802">
                  <c:v>40815</c:v>
                </c:pt>
                <c:pt idx="2803">
                  <c:v>40816</c:v>
                </c:pt>
                <c:pt idx="2804">
                  <c:v>40819</c:v>
                </c:pt>
                <c:pt idx="2805">
                  <c:v>40820</c:v>
                </c:pt>
                <c:pt idx="2806">
                  <c:v>40821</c:v>
                </c:pt>
                <c:pt idx="2807">
                  <c:v>40822</c:v>
                </c:pt>
                <c:pt idx="2808">
                  <c:v>40823</c:v>
                </c:pt>
                <c:pt idx="2809">
                  <c:v>40826</c:v>
                </c:pt>
                <c:pt idx="2810">
                  <c:v>40827</c:v>
                </c:pt>
                <c:pt idx="2811">
                  <c:v>40828</c:v>
                </c:pt>
                <c:pt idx="2812">
                  <c:v>40829</c:v>
                </c:pt>
                <c:pt idx="2813">
                  <c:v>40830</c:v>
                </c:pt>
                <c:pt idx="2814">
                  <c:v>40833</c:v>
                </c:pt>
                <c:pt idx="2815">
                  <c:v>40834</c:v>
                </c:pt>
                <c:pt idx="2816">
                  <c:v>40835</c:v>
                </c:pt>
                <c:pt idx="2817">
                  <c:v>40836</c:v>
                </c:pt>
                <c:pt idx="2818">
                  <c:v>40837</c:v>
                </c:pt>
                <c:pt idx="2819">
                  <c:v>40840</c:v>
                </c:pt>
                <c:pt idx="2820">
                  <c:v>40841</c:v>
                </c:pt>
                <c:pt idx="2821">
                  <c:v>40842</c:v>
                </c:pt>
                <c:pt idx="2822">
                  <c:v>40843</c:v>
                </c:pt>
                <c:pt idx="2823">
                  <c:v>40844</c:v>
                </c:pt>
                <c:pt idx="2824">
                  <c:v>40847</c:v>
                </c:pt>
                <c:pt idx="2825">
                  <c:v>40848</c:v>
                </c:pt>
                <c:pt idx="2826">
                  <c:v>40849</c:v>
                </c:pt>
                <c:pt idx="2827">
                  <c:v>40850</c:v>
                </c:pt>
                <c:pt idx="2828">
                  <c:v>40851</c:v>
                </c:pt>
                <c:pt idx="2829">
                  <c:v>40854</c:v>
                </c:pt>
                <c:pt idx="2830">
                  <c:v>40855</c:v>
                </c:pt>
                <c:pt idx="2831">
                  <c:v>40856</c:v>
                </c:pt>
                <c:pt idx="2832">
                  <c:v>40857</c:v>
                </c:pt>
                <c:pt idx="2833">
                  <c:v>40858</c:v>
                </c:pt>
                <c:pt idx="2834">
                  <c:v>40861</c:v>
                </c:pt>
                <c:pt idx="2835">
                  <c:v>40862</c:v>
                </c:pt>
                <c:pt idx="2836">
                  <c:v>40863</c:v>
                </c:pt>
                <c:pt idx="2837">
                  <c:v>40864</c:v>
                </c:pt>
                <c:pt idx="2838">
                  <c:v>40865</c:v>
                </c:pt>
                <c:pt idx="2839">
                  <c:v>40868</c:v>
                </c:pt>
                <c:pt idx="2840">
                  <c:v>40869</c:v>
                </c:pt>
                <c:pt idx="2841">
                  <c:v>40870</c:v>
                </c:pt>
                <c:pt idx="2842">
                  <c:v>40871</c:v>
                </c:pt>
                <c:pt idx="2843">
                  <c:v>40872</c:v>
                </c:pt>
                <c:pt idx="2844">
                  <c:v>40875</c:v>
                </c:pt>
                <c:pt idx="2845">
                  <c:v>40876</c:v>
                </c:pt>
                <c:pt idx="2846">
                  <c:v>40877</c:v>
                </c:pt>
                <c:pt idx="2847">
                  <c:v>40878</c:v>
                </c:pt>
                <c:pt idx="2848">
                  <c:v>40879</c:v>
                </c:pt>
                <c:pt idx="2849">
                  <c:v>40882</c:v>
                </c:pt>
                <c:pt idx="2850">
                  <c:v>40883</c:v>
                </c:pt>
                <c:pt idx="2851">
                  <c:v>40884</c:v>
                </c:pt>
                <c:pt idx="2852">
                  <c:v>40885</c:v>
                </c:pt>
                <c:pt idx="2853">
                  <c:v>40886</c:v>
                </c:pt>
                <c:pt idx="2854">
                  <c:v>40889</c:v>
                </c:pt>
                <c:pt idx="2855">
                  <c:v>40890</c:v>
                </c:pt>
                <c:pt idx="2856">
                  <c:v>40891</c:v>
                </c:pt>
                <c:pt idx="2857">
                  <c:v>40892</c:v>
                </c:pt>
                <c:pt idx="2858">
                  <c:v>40893</c:v>
                </c:pt>
                <c:pt idx="2859">
                  <c:v>40896</c:v>
                </c:pt>
                <c:pt idx="2860">
                  <c:v>40897</c:v>
                </c:pt>
                <c:pt idx="2861">
                  <c:v>40898</c:v>
                </c:pt>
                <c:pt idx="2862">
                  <c:v>40899</c:v>
                </c:pt>
                <c:pt idx="2863">
                  <c:v>40900</c:v>
                </c:pt>
                <c:pt idx="2864">
                  <c:v>40903</c:v>
                </c:pt>
                <c:pt idx="2865">
                  <c:v>40904</c:v>
                </c:pt>
                <c:pt idx="2866">
                  <c:v>40905</c:v>
                </c:pt>
                <c:pt idx="2867">
                  <c:v>40906</c:v>
                </c:pt>
                <c:pt idx="2868">
                  <c:v>40907</c:v>
                </c:pt>
                <c:pt idx="2869">
                  <c:v>40910</c:v>
                </c:pt>
                <c:pt idx="2870">
                  <c:v>40911</c:v>
                </c:pt>
                <c:pt idx="2871">
                  <c:v>40912</c:v>
                </c:pt>
                <c:pt idx="2872">
                  <c:v>40913</c:v>
                </c:pt>
                <c:pt idx="2873">
                  <c:v>40914</c:v>
                </c:pt>
                <c:pt idx="2874">
                  <c:v>40917</c:v>
                </c:pt>
                <c:pt idx="2875">
                  <c:v>40918</c:v>
                </c:pt>
                <c:pt idx="2876">
                  <c:v>40919</c:v>
                </c:pt>
                <c:pt idx="2877">
                  <c:v>40920</c:v>
                </c:pt>
                <c:pt idx="2878">
                  <c:v>40921</c:v>
                </c:pt>
                <c:pt idx="2879">
                  <c:v>40924</c:v>
                </c:pt>
                <c:pt idx="2880">
                  <c:v>40925</c:v>
                </c:pt>
                <c:pt idx="2881">
                  <c:v>40926</c:v>
                </c:pt>
                <c:pt idx="2882">
                  <c:v>40927</c:v>
                </c:pt>
                <c:pt idx="2883">
                  <c:v>40928</c:v>
                </c:pt>
                <c:pt idx="2884">
                  <c:v>40931</c:v>
                </c:pt>
                <c:pt idx="2885">
                  <c:v>40932</c:v>
                </c:pt>
                <c:pt idx="2886">
                  <c:v>40933</c:v>
                </c:pt>
                <c:pt idx="2887">
                  <c:v>40934</c:v>
                </c:pt>
                <c:pt idx="2888">
                  <c:v>40935</c:v>
                </c:pt>
                <c:pt idx="2889">
                  <c:v>40938</c:v>
                </c:pt>
                <c:pt idx="2890">
                  <c:v>40939</c:v>
                </c:pt>
                <c:pt idx="2891">
                  <c:v>40940</c:v>
                </c:pt>
                <c:pt idx="2892">
                  <c:v>40941</c:v>
                </c:pt>
                <c:pt idx="2893">
                  <c:v>40942</c:v>
                </c:pt>
                <c:pt idx="2894">
                  <c:v>40945</c:v>
                </c:pt>
                <c:pt idx="2895">
                  <c:v>40946</c:v>
                </c:pt>
                <c:pt idx="2896">
                  <c:v>40947</c:v>
                </c:pt>
                <c:pt idx="2897">
                  <c:v>40948</c:v>
                </c:pt>
                <c:pt idx="2898">
                  <c:v>40949</c:v>
                </c:pt>
                <c:pt idx="2899">
                  <c:v>40952</c:v>
                </c:pt>
                <c:pt idx="2900">
                  <c:v>40953</c:v>
                </c:pt>
                <c:pt idx="2901">
                  <c:v>40954</c:v>
                </c:pt>
                <c:pt idx="2902">
                  <c:v>40955</c:v>
                </c:pt>
                <c:pt idx="2903">
                  <c:v>40956</c:v>
                </c:pt>
                <c:pt idx="2904">
                  <c:v>40959</c:v>
                </c:pt>
                <c:pt idx="2905">
                  <c:v>40960</c:v>
                </c:pt>
                <c:pt idx="2906">
                  <c:v>40961</c:v>
                </c:pt>
                <c:pt idx="2907">
                  <c:v>40962</c:v>
                </c:pt>
                <c:pt idx="2908">
                  <c:v>40963</c:v>
                </c:pt>
                <c:pt idx="2909">
                  <c:v>40966</c:v>
                </c:pt>
                <c:pt idx="2910">
                  <c:v>40967</c:v>
                </c:pt>
                <c:pt idx="2911">
                  <c:v>40968</c:v>
                </c:pt>
                <c:pt idx="2912">
                  <c:v>40969</c:v>
                </c:pt>
                <c:pt idx="2913">
                  <c:v>40970</c:v>
                </c:pt>
                <c:pt idx="2914">
                  <c:v>40973</c:v>
                </c:pt>
                <c:pt idx="2915">
                  <c:v>40974</c:v>
                </c:pt>
                <c:pt idx="2916">
                  <c:v>40975</c:v>
                </c:pt>
                <c:pt idx="2917">
                  <c:v>40976</c:v>
                </c:pt>
                <c:pt idx="2918">
                  <c:v>40977</c:v>
                </c:pt>
                <c:pt idx="2919">
                  <c:v>40980</c:v>
                </c:pt>
                <c:pt idx="2920">
                  <c:v>40981</c:v>
                </c:pt>
                <c:pt idx="2921">
                  <c:v>40982</c:v>
                </c:pt>
                <c:pt idx="2922">
                  <c:v>40983</c:v>
                </c:pt>
                <c:pt idx="2923">
                  <c:v>40984</c:v>
                </c:pt>
                <c:pt idx="2924">
                  <c:v>40987</c:v>
                </c:pt>
                <c:pt idx="2925">
                  <c:v>40988</c:v>
                </c:pt>
                <c:pt idx="2926">
                  <c:v>40989</c:v>
                </c:pt>
                <c:pt idx="2927">
                  <c:v>40990</c:v>
                </c:pt>
                <c:pt idx="2928">
                  <c:v>40991</c:v>
                </c:pt>
                <c:pt idx="2929">
                  <c:v>40994</c:v>
                </c:pt>
                <c:pt idx="2930">
                  <c:v>40995</c:v>
                </c:pt>
                <c:pt idx="2931">
                  <c:v>40996</c:v>
                </c:pt>
                <c:pt idx="2932">
                  <c:v>40997</c:v>
                </c:pt>
                <c:pt idx="2933">
                  <c:v>40998</c:v>
                </c:pt>
                <c:pt idx="2934">
                  <c:v>41001</c:v>
                </c:pt>
                <c:pt idx="2935">
                  <c:v>41002</c:v>
                </c:pt>
                <c:pt idx="2936">
                  <c:v>41003</c:v>
                </c:pt>
                <c:pt idx="2937">
                  <c:v>41004</c:v>
                </c:pt>
                <c:pt idx="2938">
                  <c:v>41005</c:v>
                </c:pt>
                <c:pt idx="2939">
                  <c:v>41008</c:v>
                </c:pt>
                <c:pt idx="2940">
                  <c:v>41009</c:v>
                </c:pt>
                <c:pt idx="2941">
                  <c:v>41010</c:v>
                </c:pt>
                <c:pt idx="2942">
                  <c:v>41011</c:v>
                </c:pt>
                <c:pt idx="2943">
                  <c:v>41012</c:v>
                </c:pt>
                <c:pt idx="2944">
                  <c:v>41015</c:v>
                </c:pt>
                <c:pt idx="2945">
                  <c:v>41016</c:v>
                </c:pt>
                <c:pt idx="2946">
                  <c:v>41017</c:v>
                </c:pt>
                <c:pt idx="2947">
                  <c:v>41018</c:v>
                </c:pt>
                <c:pt idx="2948">
                  <c:v>41019</c:v>
                </c:pt>
                <c:pt idx="2949">
                  <c:v>41022</c:v>
                </c:pt>
                <c:pt idx="2950">
                  <c:v>41023</c:v>
                </c:pt>
                <c:pt idx="2951">
                  <c:v>41024</c:v>
                </c:pt>
                <c:pt idx="2952">
                  <c:v>41025</c:v>
                </c:pt>
                <c:pt idx="2953">
                  <c:v>41026</c:v>
                </c:pt>
                <c:pt idx="2954">
                  <c:v>41029</c:v>
                </c:pt>
                <c:pt idx="2955">
                  <c:v>41030</c:v>
                </c:pt>
                <c:pt idx="2956">
                  <c:v>41031</c:v>
                </c:pt>
                <c:pt idx="2957">
                  <c:v>41032</c:v>
                </c:pt>
                <c:pt idx="2958">
                  <c:v>41033</c:v>
                </c:pt>
                <c:pt idx="2959">
                  <c:v>41036</c:v>
                </c:pt>
                <c:pt idx="2960">
                  <c:v>41037</c:v>
                </c:pt>
                <c:pt idx="2961">
                  <c:v>41038</c:v>
                </c:pt>
                <c:pt idx="2962">
                  <c:v>41039</c:v>
                </c:pt>
                <c:pt idx="2963">
                  <c:v>41040</c:v>
                </c:pt>
                <c:pt idx="2964">
                  <c:v>41043</c:v>
                </c:pt>
                <c:pt idx="2965">
                  <c:v>41044</c:v>
                </c:pt>
                <c:pt idx="2966">
                  <c:v>41045</c:v>
                </c:pt>
                <c:pt idx="2967">
                  <c:v>41046</c:v>
                </c:pt>
                <c:pt idx="2968">
                  <c:v>41047</c:v>
                </c:pt>
                <c:pt idx="2969">
                  <c:v>41050</c:v>
                </c:pt>
                <c:pt idx="2970">
                  <c:v>41051</c:v>
                </c:pt>
                <c:pt idx="2971">
                  <c:v>41052</c:v>
                </c:pt>
                <c:pt idx="2972">
                  <c:v>41053</c:v>
                </c:pt>
                <c:pt idx="2973">
                  <c:v>41054</c:v>
                </c:pt>
                <c:pt idx="2974">
                  <c:v>41057</c:v>
                </c:pt>
                <c:pt idx="2975">
                  <c:v>41058</c:v>
                </c:pt>
                <c:pt idx="2976">
                  <c:v>41059</c:v>
                </c:pt>
                <c:pt idx="2977">
                  <c:v>41060</c:v>
                </c:pt>
                <c:pt idx="2978">
                  <c:v>41061</c:v>
                </c:pt>
                <c:pt idx="2979">
                  <c:v>41064</c:v>
                </c:pt>
                <c:pt idx="2980">
                  <c:v>41065</c:v>
                </c:pt>
                <c:pt idx="2981">
                  <c:v>41066</c:v>
                </c:pt>
                <c:pt idx="2982">
                  <c:v>41067</c:v>
                </c:pt>
                <c:pt idx="2983">
                  <c:v>41068</c:v>
                </c:pt>
                <c:pt idx="2984">
                  <c:v>41071</c:v>
                </c:pt>
                <c:pt idx="2985">
                  <c:v>41072</c:v>
                </c:pt>
                <c:pt idx="2986">
                  <c:v>41073</c:v>
                </c:pt>
                <c:pt idx="2987">
                  <c:v>41074</c:v>
                </c:pt>
                <c:pt idx="2988">
                  <c:v>41075</c:v>
                </c:pt>
                <c:pt idx="2989">
                  <c:v>41078</c:v>
                </c:pt>
                <c:pt idx="2990">
                  <c:v>41079</c:v>
                </c:pt>
                <c:pt idx="2991">
                  <c:v>41080</c:v>
                </c:pt>
                <c:pt idx="2992">
                  <c:v>41081</c:v>
                </c:pt>
                <c:pt idx="2993">
                  <c:v>41082</c:v>
                </c:pt>
                <c:pt idx="2994">
                  <c:v>41085</c:v>
                </c:pt>
                <c:pt idx="2995">
                  <c:v>41086</c:v>
                </c:pt>
                <c:pt idx="2996">
                  <c:v>41087</c:v>
                </c:pt>
                <c:pt idx="2997">
                  <c:v>41088</c:v>
                </c:pt>
                <c:pt idx="2998">
                  <c:v>41089</c:v>
                </c:pt>
                <c:pt idx="2999">
                  <c:v>41092</c:v>
                </c:pt>
                <c:pt idx="3000">
                  <c:v>41093</c:v>
                </c:pt>
                <c:pt idx="3001">
                  <c:v>41094</c:v>
                </c:pt>
                <c:pt idx="3002">
                  <c:v>41095</c:v>
                </c:pt>
                <c:pt idx="3003">
                  <c:v>41096</c:v>
                </c:pt>
                <c:pt idx="3004">
                  <c:v>41099</c:v>
                </c:pt>
                <c:pt idx="3005">
                  <c:v>41100</c:v>
                </c:pt>
                <c:pt idx="3006">
                  <c:v>41101</c:v>
                </c:pt>
                <c:pt idx="3007">
                  <c:v>41102</c:v>
                </c:pt>
                <c:pt idx="3008">
                  <c:v>41103</c:v>
                </c:pt>
                <c:pt idx="3009">
                  <c:v>41106</c:v>
                </c:pt>
                <c:pt idx="3010">
                  <c:v>41107</c:v>
                </c:pt>
                <c:pt idx="3011">
                  <c:v>41108</c:v>
                </c:pt>
                <c:pt idx="3012">
                  <c:v>41109</c:v>
                </c:pt>
                <c:pt idx="3013">
                  <c:v>41110</c:v>
                </c:pt>
                <c:pt idx="3014">
                  <c:v>41113</c:v>
                </c:pt>
                <c:pt idx="3015">
                  <c:v>41114</c:v>
                </c:pt>
                <c:pt idx="3016">
                  <c:v>41115</c:v>
                </c:pt>
                <c:pt idx="3017">
                  <c:v>41116</c:v>
                </c:pt>
                <c:pt idx="3018">
                  <c:v>41117</c:v>
                </c:pt>
                <c:pt idx="3019">
                  <c:v>41120</c:v>
                </c:pt>
                <c:pt idx="3020">
                  <c:v>41121</c:v>
                </c:pt>
                <c:pt idx="3021">
                  <c:v>41122</c:v>
                </c:pt>
                <c:pt idx="3022">
                  <c:v>41123</c:v>
                </c:pt>
                <c:pt idx="3023">
                  <c:v>41124</c:v>
                </c:pt>
                <c:pt idx="3024">
                  <c:v>41127</c:v>
                </c:pt>
                <c:pt idx="3025">
                  <c:v>41128</c:v>
                </c:pt>
                <c:pt idx="3026">
                  <c:v>41129</c:v>
                </c:pt>
                <c:pt idx="3027">
                  <c:v>41130</c:v>
                </c:pt>
                <c:pt idx="3028">
                  <c:v>41131</c:v>
                </c:pt>
                <c:pt idx="3029">
                  <c:v>41134</c:v>
                </c:pt>
                <c:pt idx="3030">
                  <c:v>41135</c:v>
                </c:pt>
                <c:pt idx="3031">
                  <c:v>41136</c:v>
                </c:pt>
                <c:pt idx="3032">
                  <c:v>41137</c:v>
                </c:pt>
                <c:pt idx="3033">
                  <c:v>41138</c:v>
                </c:pt>
                <c:pt idx="3034">
                  <c:v>41141</c:v>
                </c:pt>
                <c:pt idx="3035">
                  <c:v>41142</c:v>
                </c:pt>
                <c:pt idx="3036">
                  <c:v>41143</c:v>
                </c:pt>
                <c:pt idx="3037">
                  <c:v>41144</c:v>
                </c:pt>
                <c:pt idx="3038">
                  <c:v>41145</c:v>
                </c:pt>
                <c:pt idx="3039">
                  <c:v>41148</c:v>
                </c:pt>
                <c:pt idx="3040">
                  <c:v>41149</c:v>
                </c:pt>
                <c:pt idx="3041">
                  <c:v>41150</c:v>
                </c:pt>
                <c:pt idx="3042">
                  <c:v>41151</c:v>
                </c:pt>
                <c:pt idx="3043">
                  <c:v>41152</c:v>
                </c:pt>
                <c:pt idx="3044">
                  <c:v>41155</c:v>
                </c:pt>
                <c:pt idx="3045">
                  <c:v>41156</c:v>
                </c:pt>
                <c:pt idx="3046">
                  <c:v>41157</c:v>
                </c:pt>
                <c:pt idx="3047">
                  <c:v>41158</c:v>
                </c:pt>
                <c:pt idx="3048">
                  <c:v>41159</c:v>
                </c:pt>
                <c:pt idx="3049">
                  <c:v>41162</c:v>
                </c:pt>
                <c:pt idx="3050">
                  <c:v>41163</c:v>
                </c:pt>
                <c:pt idx="3051">
                  <c:v>41164</c:v>
                </c:pt>
                <c:pt idx="3052">
                  <c:v>41165</c:v>
                </c:pt>
                <c:pt idx="3053">
                  <c:v>41166</c:v>
                </c:pt>
                <c:pt idx="3054">
                  <c:v>41169</c:v>
                </c:pt>
                <c:pt idx="3055">
                  <c:v>41170</c:v>
                </c:pt>
                <c:pt idx="3056">
                  <c:v>41171</c:v>
                </c:pt>
                <c:pt idx="3057">
                  <c:v>41172</c:v>
                </c:pt>
                <c:pt idx="3058">
                  <c:v>41173</c:v>
                </c:pt>
                <c:pt idx="3059">
                  <c:v>41176</c:v>
                </c:pt>
                <c:pt idx="3060">
                  <c:v>41177</c:v>
                </c:pt>
                <c:pt idx="3061">
                  <c:v>41178</c:v>
                </c:pt>
                <c:pt idx="3062">
                  <c:v>41179</c:v>
                </c:pt>
                <c:pt idx="3063">
                  <c:v>41180</c:v>
                </c:pt>
                <c:pt idx="3064">
                  <c:v>41183</c:v>
                </c:pt>
                <c:pt idx="3065">
                  <c:v>41184</c:v>
                </c:pt>
                <c:pt idx="3066">
                  <c:v>41185</c:v>
                </c:pt>
                <c:pt idx="3067">
                  <c:v>41186</c:v>
                </c:pt>
                <c:pt idx="3068">
                  <c:v>41187</c:v>
                </c:pt>
                <c:pt idx="3069">
                  <c:v>41190</c:v>
                </c:pt>
                <c:pt idx="3070">
                  <c:v>41191</c:v>
                </c:pt>
                <c:pt idx="3071">
                  <c:v>41192</c:v>
                </c:pt>
                <c:pt idx="3072">
                  <c:v>41193</c:v>
                </c:pt>
                <c:pt idx="3073">
                  <c:v>41194</c:v>
                </c:pt>
                <c:pt idx="3074">
                  <c:v>41197</c:v>
                </c:pt>
                <c:pt idx="3075">
                  <c:v>41198</c:v>
                </c:pt>
                <c:pt idx="3076">
                  <c:v>41199</c:v>
                </c:pt>
                <c:pt idx="3077">
                  <c:v>41200</c:v>
                </c:pt>
                <c:pt idx="3078">
                  <c:v>41201</c:v>
                </c:pt>
                <c:pt idx="3079">
                  <c:v>41204</c:v>
                </c:pt>
                <c:pt idx="3080">
                  <c:v>41205</c:v>
                </c:pt>
                <c:pt idx="3081">
                  <c:v>41206</c:v>
                </c:pt>
                <c:pt idx="3082">
                  <c:v>41207</c:v>
                </c:pt>
                <c:pt idx="3083">
                  <c:v>41208</c:v>
                </c:pt>
                <c:pt idx="3084">
                  <c:v>41211</c:v>
                </c:pt>
                <c:pt idx="3085">
                  <c:v>41212</c:v>
                </c:pt>
                <c:pt idx="3086">
                  <c:v>41213</c:v>
                </c:pt>
                <c:pt idx="3087">
                  <c:v>41214</c:v>
                </c:pt>
                <c:pt idx="3088">
                  <c:v>41215</c:v>
                </c:pt>
                <c:pt idx="3089">
                  <c:v>41218</c:v>
                </c:pt>
                <c:pt idx="3090">
                  <c:v>41219</c:v>
                </c:pt>
                <c:pt idx="3091">
                  <c:v>41220</c:v>
                </c:pt>
                <c:pt idx="3092">
                  <c:v>41221</c:v>
                </c:pt>
                <c:pt idx="3093">
                  <c:v>41222</c:v>
                </c:pt>
                <c:pt idx="3094">
                  <c:v>41225</c:v>
                </c:pt>
                <c:pt idx="3095">
                  <c:v>41226</c:v>
                </c:pt>
                <c:pt idx="3096">
                  <c:v>41227</c:v>
                </c:pt>
                <c:pt idx="3097">
                  <c:v>41228</c:v>
                </c:pt>
                <c:pt idx="3098">
                  <c:v>41229</c:v>
                </c:pt>
                <c:pt idx="3099">
                  <c:v>41232</c:v>
                </c:pt>
                <c:pt idx="3100">
                  <c:v>41233</c:v>
                </c:pt>
                <c:pt idx="3101">
                  <c:v>41234</c:v>
                </c:pt>
                <c:pt idx="3102">
                  <c:v>41235</c:v>
                </c:pt>
                <c:pt idx="3103">
                  <c:v>41236</c:v>
                </c:pt>
                <c:pt idx="3104">
                  <c:v>41239</c:v>
                </c:pt>
                <c:pt idx="3105">
                  <c:v>41240</c:v>
                </c:pt>
                <c:pt idx="3106">
                  <c:v>41241</c:v>
                </c:pt>
                <c:pt idx="3107">
                  <c:v>41242</c:v>
                </c:pt>
                <c:pt idx="3108">
                  <c:v>41243</c:v>
                </c:pt>
                <c:pt idx="3109">
                  <c:v>41246</c:v>
                </c:pt>
                <c:pt idx="3110">
                  <c:v>41247</c:v>
                </c:pt>
                <c:pt idx="3111">
                  <c:v>41248</c:v>
                </c:pt>
                <c:pt idx="3112">
                  <c:v>41249</c:v>
                </c:pt>
                <c:pt idx="3113">
                  <c:v>41250</c:v>
                </c:pt>
                <c:pt idx="3114">
                  <c:v>41253</c:v>
                </c:pt>
                <c:pt idx="3115">
                  <c:v>41254</c:v>
                </c:pt>
                <c:pt idx="3116">
                  <c:v>41255</c:v>
                </c:pt>
                <c:pt idx="3117">
                  <c:v>41256</c:v>
                </c:pt>
                <c:pt idx="3118">
                  <c:v>41257</c:v>
                </c:pt>
                <c:pt idx="3119">
                  <c:v>41260</c:v>
                </c:pt>
                <c:pt idx="3120">
                  <c:v>41261</c:v>
                </c:pt>
                <c:pt idx="3121">
                  <c:v>41262</c:v>
                </c:pt>
                <c:pt idx="3122">
                  <c:v>41263</c:v>
                </c:pt>
                <c:pt idx="3123">
                  <c:v>41264</c:v>
                </c:pt>
                <c:pt idx="3124">
                  <c:v>41267</c:v>
                </c:pt>
                <c:pt idx="3125">
                  <c:v>41268</c:v>
                </c:pt>
                <c:pt idx="3126">
                  <c:v>41269</c:v>
                </c:pt>
                <c:pt idx="3127">
                  <c:v>41270</c:v>
                </c:pt>
                <c:pt idx="3128">
                  <c:v>41271</c:v>
                </c:pt>
                <c:pt idx="3129">
                  <c:v>41274</c:v>
                </c:pt>
                <c:pt idx="3130">
                  <c:v>41275</c:v>
                </c:pt>
                <c:pt idx="3131">
                  <c:v>41276</c:v>
                </c:pt>
                <c:pt idx="3132">
                  <c:v>41277</c:v>
                </c:pt>
                <c:pt idx="3133">
                  <c:v>41278</c:v>
                </c:pt>
                <c:pt idx="3134">
                  <c:v>41281</c:v>
                </c:pt>
                <c:pt idx="3135">
                  <c:v>41282</c:v>
                </c:pt>
                <c:pt idx="3136">
                  <c:v>41283</c:v>
                </c:pt>
                <c:pt idx="3137">
                  <c:v>41284</c:v>
                </c:pt>
                <c:pt idx="3138">
                  <c:v>41285</c:v>
                </c:pt>
                <c:pt idx="3139">
                  <c:v>41288</c:v>
                </c:pt>
                <c:pt idx="3140">
                  <c:v>41289</c:v>
                </c:pt>
                <c:pt idx="3141">
                  <c:v>41290</c:v>
                </c:pt>
                <c:pt idx="3142">
                  <c:v>41291</c:v>
                </c:pt>
                <c:pt idx="3143">
                  <c:v>41292</c:v>
                </c:pt>
                <c:pt idx="3144">
                  <c:v>41295</c:v>
                </c:pt>
                <c:pt idx="3145">
                  <c:v>41296</c:v>
                </c:pt>
                <c:pt idx="3146">
                  <c:v>41297</c:v>
                </c:pt>
                <c:pt idx="3147">
                  <c:v>41298</c:v>
                </c:pt>
                <c:pt idx="3148">
                  <c:v>41299</c:v>
                </c:pt>
                <c:pt idx="3149">
                  <c:v>41302</c:v>
                </c:pt>
                <c:pt idx="3150">
                  <c:v>41303</c:v>
                </c:pt>
                <c:pt idx="3151">
                  <c:v>41304</c:v>
                </c:pt>
                <c:pt idx="3152">
                  <c:v>41305</c:v>
                </c:pt>
                <c:pt idx="3153">
                  <c:v>41306</c:v>
                </c:pt>
                <c:pt idx="3154">
                  <c:v>41309</c:v>
                </c:pt>
                <c:pt idx="3155">
                  <c:v>41310</c:v>
                </c:pt>
                <c:pt idx="3156">
                  <c:v>41311</c:v>
                </c:pt>
                <c:pt idx="3157">
                  <c:v>41312</c:v>
                </c:pt>
                <c:pt idx="3158">
                  <c:v>41313</c:v>
                </c:pt>
                <c:pt idx="3159">
                  <c:v>41316</c:v>
                </c:pt>
                <c:pt idx="3160">
                  <c:v>41317</c:v>
                </c:pt>
                <c:pt idx="3161">
                  <c:v>41318</c:v>
                </c:pt>
                <c:pt idx="3162">
                  <c:v>41319</c:v>
                </c:pt>
                <c:pt idx="3163">
                  <c:v>41320</c:v>
                </c:pt>
                <c:pt idx="3164">
                  <c:v>41323</c:v>
                </c:pt>
                <c:pt idx="3165">
                  <c:v>41324</c:v>
                </c:pt>
                <c:pt idx="3166">
                  <c:v>41325</c:v>
                </c:pt>
                <c:pt idx="3167">
                  <c:v>41326</c:v>
                </c:pt>
                <c:pt idx="3168">
                  <c:v>41327</c:v>
                </c:pt>
                <c:pt idx="3169">
                  <c:v>41330</c:v>
                </c:pt>
                <c:pt idx="3170">
                  <c:v>41331</c:v>
                </c:pt>
                <c:pt idx="3171">
                  <c:v>41332</c:v>
                </c:pt>
                <c:pt idx="3172">
                  <c:v>41333</c:v>
                </c:pt>
                <c:pt idx="3173">
                  <c:v>41334</c:v>
                </c:pt>
                <c:pt idx="3174">
                  <c:v>41337</c:v>
                </c:pt>
                <c:pt idx="3175">
                  <c:v>41338</c:v>
                </c:pt>
                <c:pt idx="3176">
                  <c:v>41339</c:v>
                </c:pt>
                <c:pt idx="3177">
                  <c:v>41340</c:v>
                </c:pt>
                <c:pt idx="3178">
                  <c:v>41341</c:v>
                </c:pt>
                <c:pt idx="3179">
                  <c:v>41344</c:v>
                </c:pt>
                <c:pt idx="3180">
                  <c:v>41345</c:v>
                </c:pt>
                <c:pt idx="3181">
                  <c:v>41346</c:v>
                </c:pt>
                <c:pt idx="3182">
                  <c:v>41347</c:v>
                </c:pt>
                <c:pt idx="3183">
                  <c:v>41348</c:v>
                </c:pt>
                <c:pt idx="3184">
                  <c:v>41351</c:v>
                </c:pt>
                <c:pt idx="3185">
                  <c:v>41352</c:v>
                </c:pt>
                <c:pt idx="3186">
                  <c:v>41353</c:v>
                </c:pt>
                <c:pt idx="3187">
                  <c:v>41354</c:v>
                </c:pt>
                <c:pt idx="3188">
                  <c:v>41355</c:v>
                </c:pt>
                <c:pt idx="3189">
                  <c:v>41358</c:v>
                </c:pt>
                <c:pt idx="3190">
                  <c:v>41359</c:v>
                </c:pt>
                <c:pt idx="3191">
                  <c:v>41360</c:v>
                </c:pt>
                <c:pt idx="3192">
                  <c:v>41361</c:v>
                </c:pt>
                <c:pt idx="3193">
                  <c:v>41362</c:v>
                </c:pt>
                <c:pt idx="3194">
                  <c:v>41365</c:v>
                </c:pt>
                <c:pt idx="3195">
                  <c:v>41366</c:v>
                </c:pt>
                <c:pt idx="3196">
                  <c:v>41367</c:v>
                </c:pt>
                <c:pt idx="3197">
                  <c:v>41368</c:v>
                </c:pt>
                <c:pt idx="3198">
                  <c:v>41369</c:v>
                </c:pt>
                <c:pt idx="3199">
                  <c:v>41372</c:v>
                </c:pt>
                <c:pt idx="3200">
                  <c:v>41373</c:v>
                </c:pt>
                <c:pt idx="3201">
                  <c:v>41374</c:v>
                </c:pt>
                <c:pt idx="3202">
                  <c:v>41375</c:v>
                </c:pt>
                <c:pt idx="3203">
                  <c:v>41376</c:v>
                </c:pt>
                <c:pt idx="3204">
                  <c:v>41379</c:v>
                </c:pt>
                <c:pt idx="3205">
                  <c:v>41380</c:v>
                </c:pt>
                <c:pt idx="3206">
                  <c:v>41381</c:v>
                </c:pt>
                <c:pt idx="3207">
                  <c:v>41382</c:v>
                </c:pt>
                <c:pt idx="3208">
                  <c:v>41383</c:v>
                </c:pt>
                <c:pt idx="3209">
                  <c:v>41386</c:v>
                </c:pt>
                <c:pt idx="3210">
                  <c:v>41387</c:v>
                </c:pt>
                <c:pt idx="3211">
                  <c:v>41388</c:v>
                </c:pt>
                <c:pt idx="3212">
                  <c:v>41389</c:v>
                </c:pt>
                <c:pt idx="3213">
                  <c:v>41390</c:v>
                </c:pt>
                <c:pt idx="3214">
                  <c:v>41393</c:v>
                </c:pt>
                <c:pt idx="3215">
                  <c:v>41394</c:v>
                </c:pt>
                <c:pt idx="3216">
                  <c:v>41395</c:v>
                </c:pt>
                <c:pt idx="3217">
                  <c:v>41396</c:v>
                </c:pt>
                <c:pt idx="3218">
                  <c:v>41397</c:v>
                </c:pt>
                <c:pt idx="3219">
                  <c:v>41400</c:v>
                </c:pt>
                <c:pt idx="3220">
                  <c:v>41401</c:v>
                </c:pt>
                <c:pt idx="3221">
                  <c:v>41402</c:v>
                </c:pt>
                <c:pt idx="3222">
                  <c:v>41403</c:v>
                </c:pt>
                <c:pt idx="3223">
                  <c:v>41404</c:v>
                </c:pt>
                <c:pt idx="3224">
                  <c:v>41407</c:v>
                </c:pt>
                <c:pt idx="3225">
                  <c:v>41408</c:v>
                </c:pt>
                <c:pt idx="3226">
                  <c:v>41409</c:v>
                </c:pt>
                <c:pt idx="3227">
                  <c:v>41410</c:v>
                </c:pt>
                <c:pt idx="3228">
                  <c:v>41411</c:v>
                </c:pt>
                <c:pt idx="3229">
                  <c:v>41414</c:v>
                </c:pt>
                <c:pt idx="3230">
                  <c:v>41415</c:v>
                </c:pt>
                <c:pt idx="3231">
                  <c:v>41416</c:v>
                </c:pt>
                <c:pt idx="3232">
                  <c:v>41417</c:v>
                </c:pt>
                <c:pt idx="3233">
                  <c:v>41418</c:v>
                </c:pt>
                <c:pt idx="3234">
                  <c:v>41421</c:v>
                </c:pt>
                <c:pt idx="3235">
                  <c:v>41422</c:v>
                </c:pt>
                <c:pt idx="3236">
                  <c:v>41423</c:v>
                </c:pt>
                <c:pt idx="3237">
                  <c:v>41424</c:v>
                </c:pt>
                <c:pt idx="3238">
                  <c:v>41425</c:v>
                </c:pt>
                <c:pt idx="3239">
                  <c:v>41428</c:v>
                </c:pt>
                <c:pt idx="3240">
                  <c:v>41429</c:v>
                </c:pt>
                <c:pt idx="3241">
                  <c:v>41430</c:v>
                </c:pt>
                <c:pt idx="3242">
                  <c:v>41431</c:v>
                </c:pt>
                <c:pt idx="3243">
                  <c:v>41432</c:v>
                </c:pt>
                <c:pt idx="3244">
                  <c:v>41435</c:v>
                </c:pt>
                <c:pt idx="3245">
                  <c:v>41436</c:v>
                </c:pt>
                <c:pt idx="3246">
                  <c:v>41437</c:v>
                </c:pt>
                <c:pt idx="3247">
                  <c:v>41438</c:v>
                </c:pt>
                <c:pt idx="3248">
                  <c:v>41439</c:v>
                </c:pt>
                <c:pt idx="3249">
                  <c:v>41442</c:v>
                </c:pt>
                <c:pt idx="3250">
                  <c:v>41443</c:v>
                </c:pt>
                <c:pt idx="3251">
                  <c:v>41444</c:v>
                </c:pt>
                <c:pt idx="3252">
                  <c:v>41445</c:v>
                </c:pt>
                <c:pt idx="3253">
                  <c:v>41446</c:v>
                </c:pt>
                <c:pt idx="3254">
                  <c:v>41449</c:v>
                </c:pt>
                <c:pt idx="3255">
                  <c:v>41450</c:v>
                </c:pt>
                <c:pt idx="3256">
                  <c:v>41451</c:v>
                </c:pt>
                <c:pt idx="3257">
                  <c:v>41452</c:v>
                </c:pt>
                <c:pt idx="3258">
                  <c:v>41453</c:v>
                </c:pt>
                <c:pt idx="3259">
                  <c:v>41456</c:v>
                </c:pt>
                <c:pt idx="3260">
                  <c:v>41457</c:v>
                </c:pt>
                <c:pt idx="3261">
                  <c:v>41458</c:v>
                </c:pt>
                <c:pt idx="3262">
                  <c:v>41459</c:v>
                </c:pt>
                <c:pt idx="3263">
                  <c:v>41460</c:v>
                </c:pt>
                <c:pt idx="3264">
                  <c:v>41463</c:v>
                </c:pt>
                <c:pt idx="3265">
                  <c:v>41464</c:v>
                </c:pt>
                <c:pt idx="3266">
                  <c:v>41465</c:v>
                </c:pt>
                <c:pt idx="3267">
                  <c:v>41466</c:v>
                </c:pt>
                <c:pt idx="3268">
                  <c:v>41467</c:v>
                </c:pt>
                <c:pt idx="3269">
                  <c:v>41470</c:v>
                </c:pt>
                <c:pt idx="3270">
                  <c:v>41471</c:v>
                </c:pt>
                <c:pt idx="3271">
                  <c:v>41472</c:v>
                </c:pt>
                <c:pt idx="3272">
                  <c:v>41473</c:v>
                </c:pt>
                <c:pt idx="3273">
                  <c:v>41474</c:v>
                </c:pt>
                <c:pt idx="3274">
                  <c:v>41477</c:v>
                </c:pt>
                <c:pt idx="3275">
                  <c:v>41478</c:v>
                </c:pt>
                <c:pt idx="3276">
                  <c:v>41479</c:v>
                </c:pt>
                <c:pt idx="3277">
                  <c:v>41480</c:v>
                </c:pt>
                <c:pt idx="3278">
                  <c:v>41481</c:v>
                </c:pt>
                <c:pt idx="3279">
                  <c:v>41484</c:v>
                </c:pt>
                <c:pt idx="3280">
                  <c:v>41485</c:v>
                </c:pt>
                <c:pt idx="3281">
                  <c:v>41486</c:v>
                </c:pt>
                <c:pt idx="3282">
                  <c:v>41487</c:v>
                </c:pt>
                <c:pt idx="3283">
                  <c:v>41488</c:v>
                </c:pt>
                <c:pt idx="3284">
                  <c:v>41491</c:v>
                </c:pt>
                <c:pt idx="3285">
                  <c:v>41492</c:v>
                </c:pt>
                <c:pt idx="3286">
                  <c:v>41493</c:v>
                </c:pt>
                <c:pt idx="3287">
                  <c:v>41494</c:v>
                </c:pt>
                <c:pt idx="3288">
                  <c:v>41495</c:v>
                </c:pt>
                <c:pt idx="3289">
                  <c:v>41498</c:v>
                </c:pt>
                <c:pt idx="3290">
                  <c:v>41499</c:v>
                </c:pt>
                <c:pt idx="3291">
                  <c:v>41500</c:v>
                </c:pt>
                <c:pt idx="3292">
                  <c:v>41501</c:v>
                </c:pt>
                <c:pt idx="3293">
                  <c:v>41502</c:v>
                </c:pt>
                <c:pt idx="3294">
                  <c:v>41505</c:v>
                </c:pt>
                <c:pt idx="3295">
                  <c:v>41506</c:v>
                </c:pt>
                <c:pt idx="3296">
                  <c:v>41507</c:v>
                </c:pt>
                <c:pt idx="3297">
                  <c:v>41508</c:v>
                </c:pt>
                <c:pt idx="3298">
                  <c:v>41509</c:v>
                </c:pt>
                <c:pt idx="3299">
                  <c:v>41512</c:v>
                </c:pt>
                <c:pt idx="3300">
                  <c:v>41513</c:v>
                </c:pt>
                <c:pt idx="3301">
                  <c:v>41514</c:v>
                </c:pt>
                <c:pt idx="3302">
                  <c:v>41515</c:v>
                </c:pt>
                <c:pt idx="3303">
                  <c:v>41516</c:v>
                </c:pt>
                <c:pt idx="3304">
                  <c:v>41519</c:v>
                </c:pt>
                <c:pt idx="3305">
                  <c:v>41520</c:v>
                </c:pt>
                <c:pt idx="3306">
                  <c:v>41521</c:v>
                </c:pt>
                <c:pt idx="3307">
                  <c:v>41522</c:v>
                </c:pt>
                <c:pt idx="3308">
                  <c:v>41523</c:v>
                </c:pt>
                <c:pt idx="3309">
                  <c:v>41526</c:v>
                </c:pt>
                <c:pt idx="3310">
                  <c:v>41527</c:v>
                </c:pt>
                <c:pt idx="3311">
                  <c:v>41528</c:v>
                </c:pt>
                <c:pt idx="3312">
                  <c:v>41529</c:v>
                </c:pt>
                <c:pt idx="3313">
                  <c:v>41530</c:v>
                </c:pt>
                <c:pt idx="3314">
                  <c:v>41533</c:v>
                </c:pt>
                <c:pt idx="3315">
                  <c:v>41534</c:v>
                </c:pt>
                <c:pt idx="3316">
                  <c:v>41535</c:v>
                </c:pt>
                <c:pt idx="3317">
                  <c:v>41536</c:v>
                </c:pt>
                <c:pt idx="3318">
                  <c:v>41537</c:v>
                </c:pt>
                <c:pt idx="3319">
                  <c:v>41540</c:v>
                </c:pt>
                <c:pt idx="3320">
                  <c:v>41541</c:v>
                </c:pt>
                <c:pt idx="3321">
                  <c:v>41542</c:v>
                </c:pt>
                <c:pt idx="3322">
                  <c:v>41543</c:v>
                </c:pt>
                <c:pt idx="3323">
                  <c:v>41544</c:v>
                </c:pt>
                <c:pt idx="3324">
                  <c:v>41547</c:v>
                </c:pt>
                <c:pt idx="3325">
                  <c:v>41548</c:v>
                </c:pt>
                <c:pt idx="3326">
                  <c:v>41549</c:v>
                </c:pt>
                <c:pt idx="3327">
                  <c:v>41550</c:v>
                </c:pt>
                <c:pt idx="3328">
                  <c:v>41551</c:v>
                </c:pt>
                <c:pt idx="3329">
                  <c:v>41554</c:v>
                </c:pt>
                <c:pt idx="3330">
                  <c:v>41555</c:v>
                </c:pt>
                <c:pt idx="3331">
                  <c:v>41556</c:v>
                </c:pt>
                <c:pt idx="3332">
                  <c:v>41557</c:v>
                </c:pt>
                <c:pt idx="3333">
                  <c:v>41558</c:v>
                </c:pt>
                <c:pt idx="3334">
                  <c:v>41561</c:v>
                </c:pt>
                <c:pt idx="3335">
                  <c:v>41562</c:v>
                </c:pt>
                <c:pt idx="3336">
                  <c:v>41563</c:v>
                </c:pt>
                <c:pt idx="3337">
                  <c:v>41564</c:v>
                </c:pt>
                <c:pt idx="3338">
                  <c:v>41565</c:v>
                </c:pt>
                <c:pt idx="3339">
                  <c:v>41568</c:v>
                </c:pt>
                <c:pt idx="3340">
                  <c:v>41569</c:v>
                </c:pt>
                <c:pt idx="3341">
                  <c:v>41570</c:v>
                </c:pt>
                <c:pt idx="3342">
                  <c:v>41571</c:v>
                </c:pt>
                <c:pt idx="3343">
                  <c:v>41572</c:v>
                </c:pt>
                <c:pt idx="3344">
                  <c:v>41575</c:v>
                </c:pt>
                <c:pt idx="3345">
                  <c:v>41576</c:v>
                </c:pt>
                <c:pt idx="3346">
                  <c:v>41577</c:v>
                </c:pt>
                <c:pt idx="3347">
                  <c:v>41578</c:v>
                </c:pt>
                <c:pt idx="3348">
                  <c:v>41579</c:v>
                </c:pt>
                <c:pt idx="3349">
                  <c:v>41582</c:v>
                </c:pt>
                <c:pt idx="3350">
                  <c:v>41583</c:v>
                </c:pt>
                <c:pt idx="3351">
                  <c:v>41584</c:v>
                </c:pt>
                <c:pt idx="3352">
                  <c:v>41585</c:v>
                </c:pt>
                <c:pt idx="3353">
                  <c:v>41586</c:v>
                </c:pt>
                <c:pt idx="3354">
                  <c:v>41589</c:v>
                </c:pt>
                <c:pt idx="3355">
                  <c:v>41590</c:v>
                </c:pt>
                <c:pt idx="3356">
                  <c:v>41591</c:v>
                </c:pt>
                <c:pt idx="3357">
                  <c:v>41592</c:v>
                </c:pt>
                <c:pt idx="3358">
                  <c:v>41593</c:v>
                </c:pt>
                <c:pt idx="3359">
                  <c:v>41596</c:v>
                </c:pt>
                <c:pt idx="3360">
                  <c:v>41597</c:v>
                </c:pt>
                <c:pt idx="3361">
                  <c:v>41598</c:v>
                </c:pt>
                <c:pt idx="3362">
                  <c:v>41599</c:v>
                </c:pt>
                <c:pt idx="3363">
                  <c:v>41600</c:v>
                </c:pt>
                <c:pt idx="3364">
                  <c:v>41603</c:v>
                </c:pt>
                <c:pt idx="3365">
                  <c:v>41604</c:v>
                </c:pt>
                <c:pt idx="3366">
                  <c:v>41605</c:v>
                </c:pt>
                <c:pt idx="3367">
                  <c:v>41606</c:v>
                </c:pt>
                <c:pt idx="3368">
                  <c:v>41607</c:v>
                </c:pt>
                <c:pt idx="3369">
                  <c:v>41610</c:v>
                </c:pt>
                <c:pt idx="3370">
                  <c:v>41611</c:v>
                </c:pt>
                <c:pt idx="3371">
                  <c:v>41612</c:v>
                </c:pt>
                <c:pt idx="3372">
                  <c:v>41613</c:v>
                </c:pt>
                <c:pt idx="3373">
                  <c:v>41614</c:v>
                </c:pt>
                <c:pt idx="3374">
                  <c:v>41617</c:v>
                </c:pt>
                <c:pt idx="3375">
                  <c:v>41618</c:v>
                </c:pt>
                <c:pt idx="3376">
                  <c:v>41619</c:v>
                </c:pt>
                <c:pt idx="3377">
                  <c:v>41620</c:v>
                </c:pt>
                <c:pt idx="3378">
                  <c:v>41621</c:v>
                </c:pt>
                <c:pt idx="3379">
                  <c:v>41624</c:v>
                </c:pt>
                <c:pt idx="3380">
                  <c:v>41625</c:v>
                </c:pt>
                <c:pt idx="3381">
                  <c:v>41626</c:v>
                </c:pt>
                <c:pt idx="3382">
                  <c:v>41627</c:v>
                </c:pt>
                <c:pt idx="3383">
                  <c:v>41628</c:v>
                </c:pt>
                <c:pt idx="3384">
                  <c:v>41631</c:v>
                </c:pt>
                <c:pt idx="3385">
                  <c:v>41632</c:v>
                </c:pt>
                <c:pt idx="3386">
                  <c:v>41633</c:v>
                </c:pt>
                <c:pt idx="3387">
                  <c:v>41634</c:v>
                </c:pt>
                <c:pt idx="3388">
                  <c:v>41635</c:v>
                </c:pt>
                <c:pt idx="3389">
                  <c:v>41638</c:v>
                </c:pt>
                <c:pt idx="3390">
                  <c:v>41639</c:v>
                </c:pt>
                <c:pt idx="3391">
                  <c:v>41640</c:v>
                </c:pt>
                <c:pt idx="3392">
                  <c:v>41641</c:v>
                </c:pt>
                <c:pt idx="3393">
                  <c:v>41642</c:v>
                </c:pt>
                <c:pt idx="3394">
                  <c:v>41645</c:v>
                </c:pt>
                <c:pt idx="3395">
                  <c:v>41646</c:v>
                </c:pt>
                <c:pt idx="3396">
                  <c:v>41647</c:v>
                </c:pt>
                <c:pt idx="3397">
                  <c:v>41648</c:v>
                </c:pt>
                <c:pt idx="3398">
                  <c:v>41649</c:v>
                </c:pt>
                <c:pt idx="3399">
                  <c:v>41652</c:v>
                </c:pt>
                <c:pt idx="3400">
                  <c:v>41653</c:v>
                </c:pt>
                <c:pt idx="3401">
                  <c:v>41654</c:v>
                </c:pt>
                <c:pt idx="3402">
                  <c:v>41655</c:v>
                </c:pt>
                <c:pt idx="3403">
                  <c:v>41656</c:v>
                </c:pt>
                <c:pt idx="3404">
                  <c:v>41659</c:v>
                </c:pt>
                <c:pt idx="3405">
                  <c:v>41660</c:v>
                </c:pt>
                <c:pt idx="3406">
                  <c:v>41661</c:v>
                </c:pt>
                <c:pt idx="3407">
                  <c:v>41662</c:v>
                </c:pt>
                <c:pt idx="3408">
                  <c:v>41663</c:v>
                </c:pt>
                <c:pt idx="3409">
                  <c:v>41666</c:v>
                </c:pt>
                <c:pt idx="3410">
                  <c:v>41667</c:v>
                </c:pt>
                <c:pt idx="3411">
                  <c:v>41668</c:v>
                </c:pt>
                <c:pt idx="3412">
                  <c:v>41669</c:v>
                </c:pt>
                <c:pt idx="3413">
                  <c:v>41670</c:v>
                </c:pt>
                <c:pt idx="3414">
                  <c:v>41673</c:v>
                </c:pt>
                <c:pt idx="3415">
                  <c:v>41674</c:v>
                </c:pt>
                <c:pt idx="3416">
                  <c:v>41675</c:v>
                </c:pt>
                <c:pt idx="3417">
                  <c:v>41676</c:v>
                </c:pt>
                <c:pt idx="3418">
                  <c:v>41677</c:v>
                </c:pt>
                <c:pt idx="3419">
                  <c:v>41680</c:v>
                </c:pt>
                <c:pt idx="3420">
                  <c:v>41681</c:v>
                </c:pt>
                <c:pt idx="3421">
                  <c:v>41682</c:v>
                </c:pt>
                <c:pt idx="3422">
                  <c:v>41683</c:v>
                </c:pt>
                <c:pt idx="3423">
                  <c:v>41684</c:v>
                </c:pt>
                <c:pt idx="3424">
                  <c:v>41687</c:v>
                </c:pt>
                <c:pt idx="3425">
                  <c:v>41688</c:v>
                </c:pt>
                <c:pt idx="3426">
                  <c:v>41689</c:v>
                </c:pt>
                <c:pt idx="3427">
                  <c:v>41690</c:v>
                </c:pt>
                <c:pt idx="3428">
                  <c:v>41691</c:v>
                </c:pt>
                <c:pt idx="3429">
                  <c:v>41694</c:v>
                </c:pt>
                <c:pt idx="3430">
                  <c:v>41695</c:v>
                </c:pt>
                <c:pt idx="3431">
                  <c:v>41696</c:v>
                </c:pt>
                <c:pt idx="3432">
                  <c:v>41697</c:v>
                </c:pt>
                <c:pt idx="3433">
                  <c:v>41698</c:v>
                </c:pt>
                <c:pt idx="3434">
                  <c:v>41701</c:v>
                </c:pt>
                <c:pt idx="3435">
                  <c:v>41702</c:v>
                </c:pt>
                <c:pt idx="3436">
                  <c:v>41703</c:v>
                </c:pt>
                <c:pt idx="3437">
                  <c:v>41704</c:v>
                </c:pt>
                <c:pt idx="3438">
                  <c:v>41705</c:v>
                </c:pt>
                <c:pt idx="3439">
                  <c:v>41708</c:v>
                </c:pt>
                <c:pt idx="3440">
                  <c:v>41709</c:v>
                </c:pt>
                <c:pt idx="3441">
                  <c:v>41710</c:v>
                </c:pt>
                <c:pt idx="3442">
                  <c:v>41711</c:v>
                </c:pt>
                <c:pt idx="3443">
                  <c:v>41712</c:v>
                </c:pt>
                <c:pt idx="3444">
                  <c:v>41715</c:v>
                </c:pt>
                <c:pt idx="3445">
                  <c:v>41716</c:v>
                </c:pt>
                <c:pt idx="3446">
                  <c:v>41717</c:v>
                </c:pt>
                <c:pt idx="3447">
                  <c:v>41718</c:v>
                </c:pt>
                <c:pt idx="3448">
                  <c:v>41719</c:v>
                </c:pt>
                <c:pt idx="3449">
                  <c:v>41722</c:v>
                </c:pt>
                <c:pt idx="3450">
                  <c:v>41723</c:v>
                </c:pt>
                <c:pt idx="3451">
                  <c:v>41724</c:v>
                </c:pt>
                <c:pt idx="3452">
                  <c:v>41725</c:v>
                </c:pt>
                <c:pt idx="3453">
                  <c:v>41726</c:v>
                </c:pt>
                <c:pt idx="3454">
                  <c:v>41729</c:v>
                </c:pt>
                <c:pt idx="3455">
                  <c:v>41730</c:v>
                </c:pt>
                <c:pt idx="3456">
                  <c:v>41731</c:v>
                </c:pt>
                <c:pt idx="3457">
                  <c:v>41732</c:v>
                </c:pt>
                <c:pt idx="3458">
                  <c:v>41733</c:v>
                </c:pt>
                <c:pt idx="3459">
                  <c:v>41736</c:v>
                </c:pt>
                <c:pt idx="3460">
                  <c:v>41737</c:v>
                </c:pt>
                <c:pt idx="3461">
                  <c:v>41738</c:v>
                </c:pt>
                <c:pt idx="3462">
                  <c:v>41739</c:v>
                </c:pt>
                <c:pt idx="3463">
                  <c:v>41740</c:v>
                </c:pt>
                <c:pt idx="3464">
                  <c:v>41743</c:v>
                </c:pt>
                <c:pt idx="3465">
                  <c:v>41744</c:v>
                </c:pt>
                <c:pt idx="3466">
                  <c:v>41745</c:v>
                </c:pt>
                <c:pt idx="3467">
                  <c:v>41746</c:v>
                </c:pt>
                <c:pt idx="3468">
                  <c:v>41747</c:v>
                </c:pt>
                <c:pt idx="3469">
                  <c:v>41750</c:v>
                </c:pt>
                <c:pt idx="3470">
                  <c:v>41751</c:v>
                </c:pt>
                <c:pt idx="3471">
                  <c:v>41752</c:v>
                </c:pt>
                <c:pt idx="3472">
                  <c:v>41753</c:v>
                </c:pt>
                <c:pt idx="3473">
                  <c:v>41754</c:v>
                </c:pt>
                <c:pt idx="3474">
                  <c:v>41757</c:v>
                </c:pt>
                <c:pt idx="3475">
                  <c:v>41758</c:v>
                </c:pt>
                <c:pt idx="3476">
                  <c:v>41759</c:v>
                </c:pt>
                <c:pt idx="3477">
                  <c:v>41760</c:v>
                </c:pt>
                <c:pt idx="3478">
                  <c:v>41761</c:v>
                </c:pt>
                <c:pt idx="3479">
                  <c:v>41764</c:v>
                </c:pt>
                <c:pt idx="3480">
                  <c:v>41765</c:v>
                </c:pt>
                <c:pt idx="3481">
                  <c:v>41766</c:v>
                </c:pt>
                <c:pt idx="3482">
                  <c:v>41767</c:v>
                </c:pt>
                <c:pt idx="3483">
                  <c:v>41768</c:v>
                </c:pt>
                <c:pt idx="3484">
                  <c:v>41771</c:v>
                </c:pt>
                <c:pt idx="3485">
                  <c:v>41772</c:v>
                </c:pt>
                <c:pt idx="3486">
                  <c:v>41773</c:v>
                </c:pt>
                <c:pt idx="3487">
                  <c:v>41774</c:v>
                </c:pt>
                <c:pt idx="3488">
                  <c:v>41775</c:v>
                </c:pt>
                <c:pt idx="3489">
                  <c:v>41778</c:v>
                </c:pt>
                <c:pt idx="3490">
                  <c:v>41779</c:v>
                </c:pt>
                <c:pt idx="3491">
                  <c:v>41780</c:v>
                </c:pt>
                <c:pt idx="3492">
                  <c:v>41781</c:v>
                </c:pt>
                <c:pt idx="3493">
                  <c:v>41782</c:v>
                </c:pt>
                <c:pt idx="3494">
                  <c:v>41785</c:v>
                </c:pt>
                <c:pt idx="3495">
                  <c:v>41786</c:v>
                </c:pt>
                <c:pt idx="3496">
                  <c:v>41787</c:v>
                </c:pt>
                <c:pt idx="3497">
                  <c:v>41788</c:v>
                </c:pt>
                <c:pt idx="3498">
                  <c:v>41789</c:v>
                </c:pt>
                <c:pt idx="3499">
                  <c:v>41792</c:v>
                </c:pt>
                <c:pt idx="3500">
                  <c:v>41793</c:v>
                </c:pt>
                <c:pt idx="3501">
                  <c:v>41794</c:v>
                </c:pt>
                <c:pt idx="3502">
                  <c:v>41795</c:v>
                </c:pt>
                <c:pt idx="3503">
                  <c:v>41796</c:v>
                </c:pt>
                <c:pt idx="3504">
                  <c:v>41799</c:v>
                </c:pt>
                <c:pt idx="3505">
                  <c:v>41800</c:v>
                </c:pt>
                <c:pt idx="3506">
                  <c:v>41801</c:v>
                </c:pt>
                <c:pt idx="3507">
                  <c:v>41802</c:v>
                </c:pt>
                <c:pt idx="3508">
                  <c:v>41803</c:v>
                </c:pt>
                <c:pt idx="3509">
                  <c:v>41806</c:v>
                </c:pt>
                <c:pt idx="3510">
                  <c:v>41807</c:v>
                </c:pt>
                <c:pt idx="3511">
                  <c:v>41808</c:v>
                </c:pt>
                <c:pt idx="3512">
                  <c:v>41809</c:v>
                </c:pt>
                <c:pt idx="3513">
                  <c:v>41810</c:v>
                </c:pt>
                <c:pt idx="3514">
                  <c:v>41813</c:v>
                </c:pt>
                <c:pt idx="3515">
                  <c:v>41814</c:v>
                </c:pt>
                <c:pt idx="3516">
                  <c:v>41815</c:v>
                </c:pt>
                <c:pt idx="3517">
                  <c:v>41816</c:v>
                </c:pt>
                <c:pt idx="3518">
                  <c:v>41817</c:v>
                </c:pt>
                <c:pt idx="3519">
                  <c:v>41820</c:v>
                </c:pt>
                <c:pt idx="3520">
                  <c:v>41821</c:v>
                </c:pt>
                <c:pt idx="3521">
                  <c:v>41822</c:v>
                </c:pt>
                <c:pt idx="3522">
                  <c:v>41823</c:v>
                </c:pt>
                <c:pt idx="3523">
                  <c:v>41824</c:v>
                </c:pt>
                <c:pt idx="3524">
                  <c:v>41827</c:v>
                </c:pt>
                <c:pt idx="3525">
                  <c:v>41828</c:v>
                </c:pt>
                <c:pt idx="3526">
                  <c:v>41829</c:v>
                </c:pt>
                <c:pt idx="3527">
                  <c:v>41830</c:v>
                </c:pt>
                <c:pt idx="3528">
                  <c:v>41831</c:v>
                </c:pt>
                <c:pt idx="3529">
                  <c:v>41834</c:v>
                </c:pt>
                <c:pt idx="3530">
                  <c:v>41835</c:v>
                </c:pt>
                <c:pt idx="3531">
                  <c:v>41836</c:v>
                </c:pt>
                <c:pt idx="3532">
                  <c:v>41837</c:v>
                </c:pt>
                <c:pt idx="3533">
                  <c:v>41838</c:v>
                </c:pt>
                <c:pt idx="3534">
                  <c:v>41841</c:v>
                </c:pt>
                <c:pt idx="3535">
                  <c:v>41842</c:v>
                </c:pt>
                <c:pt idx="3536">
                  <c:v>41843</c:v>
                </c:pt>
                <c:pt idx="3537">
                  <c:v>41844</c:v>
                </c:pt>
                <c:pt idx="3538">
                  <c:v>41845</c:v>
                </c:pt>
                <c:pt idx="3539">
                  <c:v>41848</c:v>
                </c:pt>
                <c:pt idx="3540">
                  <c:v>41849</c:v>
                </c:pt>
                <c:pt idx="3541">
                  <c:v>41850</c:v>
                </c:pt>
                <c:pt idx="3542">
                  <c:v>41851</c:v>
                </c:pt>
                <c:pt idx="3543">
                  <c:v>41852</c:v>
                </c:pt>
                <c:pt idx="3544">
                  <c:v>41855</c:v>
                </c:pt>
                <c:pt idx="3545">
                  <c:v>41856</c:v>
                </c:pt>
                <c:pt idx="3546">
                  <c:v>41857</c:v>
                </c:pt>
                <c:pt idx="3547">
                  <c:v>41858</c:v>
                </c:pt>
                <c:pt idx="3548">
                  <c:v>41859</c:v>
                </c:pt>
                <c:pt idx="3549">
                  <c:v>41862</c:v>
                </c:pt>
                <c:pt idx="3550">
                  <c:v>41863</c:v>
                </c:pt>
                <c:pt idx="3551">
                  <c:v>41864</c:v>
                </c:pt>
                <c:pt idx="3552">
                  <c:v>41865</c:v>
                </c:pt>
                <c:pt idx="3553">
                  <c:v>41866</c:v>
                </c:pt>
                <c:pt idx="3554">
                  <c:v>41869</c:v>
                </c:pt>
                <c:pt idx="3555">
                  <c:v>41870</c:v>
                </c:pt>
                <c:pt idx="3556">
                  <c:v>41871</c:v>
                </c:pt>
                <c:pt idx="3557">
                  <c:v>41872</c:v>
                </c:pt>
                <c:pt idx="3558">
                  <c:v>41873</c:v>
                </c:pt>
                <c:pt idx="3559">
                  <c:v>41876</c:v>
                </c:pt>
                <c:pt idx="3560">
                  <c:v>41877</c:v>
                </c:pt>
                <c:pt idx="3561">
                  <c:v>41878</c:v>
                </c:pt>
                <c:pt idx="3562">
                  <c:v>41879</c:v>
                </c:pt>
                <c:pt idx="3563">
                  <c:v>41880</c:v>
                </c:pt>
                <c:pt idx="3564">
                  <c:v>41883</c:v>
                </c:pt>
                <c:pt idx="3565">
                  <c:v>41884</c:v>
                </c:pt>
                <c:pt idx="3566">
                  <c:v>41885</c:v>
                </c:pt>
                <c:pt idx="3567">
                  <c:v>41886</c:v>
                </c:pt>
                <c:pt idx="3568">
                  <c:v>41887</c:v>
                </c:pt>
                <c:pt idx="3569">
                  <c:v>41890</c:v>
                </c:pt>
                <c:pt idx="3570">
                  <c:v>41891</c:v>
                </c:pt>
                <c:pt idx="3571">
                  <c:v>41892</c:v>
                </c:pt>
                <c:pt idx="3572">
                  <c:v>41893</c:v>
                </c:pt>
                <c:pt idx="3573">
                  <c:v>41894</c:v>
                </c:pt>
                <c:pt idx="3574">
                  <c:v>41897</c:v>
                </c:pt>
                <c:pt idx="3575">
                  <c:v>41898</c:v>
                </c:pt>
                <c:pt idx="3576">
                  <c:v>41899</c:v>
                </c:pt>
                <c:pt idx="3577">
                  <c:v>41900</c:v>
                </c:pt>
                <c:pt idx="3578">
                  <c:v>41901</c:v>
                </c:pt>
                <c:pt idx="3579">
                  <c:v>41904</c:v>
                </c:pt>
                <c:pt idx="3580">
                  <c:v>41905</c:v>
                </c:pt>
                <c:pt idx="3581">
                  <c:v>41906</c:v>
                </c:pt>
                <c:pt idx="3582">
                  <c:v>41907</c:v>
                </c:pt>
                <c:pt idx="3583">
                  <c:v>41908</c:v>
                </c:pt>
                <c:pt idx="3584">
                  <c:v>41911</c:v>
                </c:pt>
                <c:pt idx="3585">
                  <c:v>41912</c:v>
                </c:pt>
                <c:pt idx="3586">
                  <c:v>41913</c:v>
                </c:pt>
                <c:pt idx="3587">
                  <c:v>41914</c:v>
                </c:pt>
                <c:pt idx="3588">
                  <c:v>41915</c:v>
                </c:pt>
                <c:pt idx="3589">
                  <c:v>41918</c:v>
                </c:pt>
                <c:pt idx="3590">
                  <c:v>41919</c:v>
                </c:pt>
                <c:pt idx="3591">
                  <c:v>41920</c:v>
                </c:pt>
                <c:pt idx="3592">
                  <c:v>41921</c:v>
                </c:pt>
                <c:pt idx="3593">
                  <c:v>41922</c:v>
                </c:pt>
                <c:pt idx="3594">
                  <c:v>41925</c:v>
                </c:pt>
                <c:pt idx="3595">
                  <c:v>41926</c:v>
                </c:pt>
                <c:pt idx="3596">
                  <c:v>41927</c:v>
                </c:pt>
                <c:pt idx="3597">
                  <c:v>41928</c:v>
                </c:pt>
                <c:pt idx="3598">
                  <c:v>41929</c:v>
                </c:pt>
                <c:pt idx="3599">
                  <c:v>41932</c:v>
                </c:pt>
                <c:pt idx="3600">
                  <c:v>41933</c:v>
                </c:pt>
                <c:pt idx="3601">
                  <c:v>41934</c:v>
                </c:pt>
                <c:pt idx="3602">
                  <c:v>41935</c:v>
                </c:pt>
                <c:pt idx="3603">
                  <c:v>41936</c:v>
                </c:pt>
                <c:pt idx="3604">
                  <c:v>41939</c:v>
                </c:pt>
                <c:pt idx="3605">
                  <c:v>41940</c:v>
                </c:pt>
                <c:pt idx="3606">
                  <c:v>41941</c:v>
                </c:pt>
                <c:pt idx="3607">
                  <c:v>41942</c:v>
                </c:pt>
                <c:pt idx="3608">
                  <c:v>41943</c:v>
                </c:pt>
                <c:pt idx="3609">
                  <c:v>41946</c:v>
                </c:pt>
                <c:pt idx="3610">
                  <c:v>41947</c:v>
                </c:pt>
                <c:pt idx="3611">
                  <c:v>41948</c:v>
                </c:pt>
                <c:pt idx="3612">
                  <c:v>41949</c:v>
                </c:pt>
                <c:pt idx="3613">
                  <c:v>41950</c:v>
                </c:pt>
                <c:pt idx="3614">
                  <c:v>41953</c:v>
                </c:pt>
                <c:pt idx="3615">
                  <c:v>41954</c:v>
                </c:pt>
                <c:pt idx="3616">
                  <c:v>41955</c:v>
                </c:pt>
                <c:pt idx="3617">
                  <c:v>41956</c:v>
                </c:pt>
                <c:pt idx="3618">
                  <c:v>41957</c:v>
                </c:pt>
                <c:pt idx="3619">
                  <c:v>41960</c:v>
                </c:pt>
                <c:pt idx="3620">
                  <c:v>41961</c:v>
                </c:pt>
                <c:pt idx="3621">
                  <c:v>41962</c:v>
                </c:pt>
                <c:pt idx="3622">
                  <c:v>41963</c:v>
                </c:pt>
                <c:pt idx="3623">
                  <c:v>41964</c:v>
                </c:pt>
                <c:pt idx="3624">
                  <c:v>41967</c:v>
                </c:pt>
                <c:pt idx="3625">
                  <c:v>41968</c:v>
                </c:pt>
                <c:pt idx="3626">
                  <c:v>41969</c:v>
                </c:pt>
                <c:pt idx="3627">
                  <c:v>41970</c:v>
                </c:pt>
                <c:pt idx="3628">
                  <c:v>41971</c:v>
                </c:pt>
                <c:pt idx="3629">
                  <c:v>41974</c:v>
                </c:pt>
                <c:pt idx="3630">
                  <c:v>41975</c:v>
                </c:pt>
                <c:pt idx="3631">
                  <c:v>41976</c:v>
                </c:pt>
                <c:pt idx="3632">
                  <c:v>41977</c:v>
                </c:pt>
                <c:pt idx="3633">
                  <c:v>41978</c:v>
                </c:pt>
                <c:pt idx="3634">
                  <c:v>41981</c:v>
                </c:pt>
                <c:pt idx="3635">
                  <c:v>41982</c:v>
                </c:pt>
                <c:pt idx="3636">
                  <c:v>41983</c:v>
                </c:pt>
                <c:pt idx="3637">
                  <c:v>41984</c:v>
                </c:pt>
                <c:pt idx="3638">
                  <c:v>41985</c:v>
                </c:pt>
                <c:pt idx="3639">
                  <c:v>41988</c:v>
                </c:pt>
                <c:pt idx="3640">
                  <c:v>41989</c:v>
                </c:pt>
                <c:pt idx="3641">
                  <c:v>41990</c:v>
                </c:pt>
                <c:pt idx="3642">
                  <c:v>41991</c:v>
                </c:pt>
                <c:pt idx="3643">
                  <c:v>41992</c:v>
                </c:pt>
                <c:pt idx="3644">
                  <c:v>41995</c:v>
                </c:pt>
                <c:pt idx="3645">
                  <c:v>41996</c:v>
                </c:pt>
                <c:pt idx="3646">
                  <c:v>41997</c:v>
                </c:pt>
                <c:pt idx="3647">
                  <c:v>41998</c:v>
                </c:pt>
                <c:pt idx="3648">
                  <c:v>41999</c:v>
                </c:pt>
                <c:pt idx="3649">
                  <c:v>42002</c:v>
                </c:pt>
                <c:pt idx="3650">
                  <c:v>42003</c:v>
                </c:pt>
                <c:pt idx="3651">
                  <c:v>42004</c:v>
                </c:pt>
                <c:pt idx="3652">
                  <c:v>42005</c:v>
                </c:pt>
                <c:pt idx="3653">
                  <c:v>42006</c:v>
                </c:pt>
                <c:pt idx="3654">
                  <c:v>42009</c:v>
                </c:pt>
                <c:pt idx="3655">
                  <c:v>42010</c:v>
                </c:pt>
                <c:pt idx="3656">
                  <c:v>42011</c:v>
                </c:pt>
                <c:pt idx="3657">
                  <c:v>42012</c:v>
                </c:pt>
                <c:pt idx="3658">
                  <c:v>42013</c:v>
                </c:pt>
                <c:pt idx="3659">
                  <c:v>42016</c:v>
                </c:pt>
                <c:pt idx="3660">
                  <c:v>42017</c:v>
                </c:pt>
                <c:pt idx="3661">
                  <c:v>42018</c:v>
                </c:pt>
                <c:pt idx="3662">
                  <c:v>42019</c:v>
                </c:pt>
                <c:pt idx="3663">
                  <c:v>42020</c:v>
                </c:pt>
                <c:pt idx="3664">
                  <c:v>42023</c:v>
                </c:pt>
                <c:pt idx="3665">
                  <c:v>42024</c:v>
                </c:pt>
                <c:pt idx="3666">
                  <c:v>42025</c:v>
                </c:pt>
                <c:pt idx="3667">
                  <c:v>42026</c:v>
                </c:pt>
                <c:pt idx="3668">
                  <c:v>42027</c:v>
                </c:pt>
                <c:pt idx="3669">
                  <c:v>42030</c:v>
                </c:pt>
                <c:pt idx="3670">
                  <c:v>42031</c:v>
                </c:pt>
                <c:pt idx="3671">
                  <c:v>42032</c:v>
                </c:pt>
                <c:pt idx="3672">
                  <c:v>42033</c:v>
                </c:pt>
                <c:pt idx="3673">
                  <c:v>42034</c:v>
                </c:pt>
                <c:pt idx="3674">
                  <c:v>42037</c:v>
                </c:pt>
                <c:pt idx="3675">
                  <c:v>42038</c:v>
                </c:pt>
                <c:pt idx="3676">
                  <c:v>42039</c:v>
                </c:pt>
                <c:pt idx="3677">
                  <c:v>42040</c:v>
                </c:pt>
                <c:pt idx="3678">
                  <c:v>42041</c:v>
                </c:pt>
                <c:pt idx="3679">
                  <c:v>42044</c:v>
                </c:pt>
                <c:pt idx="3680">
                  <c:v>42045</c:v>
                </c:pt>
                <c:pt idx="3681">
                  <c:v>42046</c:v>
                </c:pt>
                <c:pt idx="3682">
                  <c:v>42047</c:v>
                </c:pt>
                <c:pt idx="3683">
                  <c:v>42048</c:v>
                </c:pt>
                <c:pt idx="3684">
                  <c:v>42051</c:v>
                </c:pt>
                <c:pt idx="3685">
                  <c:v>42052</c:v>
                </c:pt>
                <c:pt idx="3686">
                  <c:v>42053</c:v>
                </c:pt>
                <c:pt idx="3687">
                  <c:v>42054</c:v>
                </c:pt>
                <c:pt idx="3688">
                  <c:v>42055</c:v>
                </c:pt>
                <c:pt idx="3689">
                  <c:v>42058</c:v>
                </c:pt>
                <c:pt idx="3690">
                  <c:v>42059</c:v>
                </c:pt>
                <c:pt idx="3691">
                  <c:v>42060</c:v>
                </c:pt>
                <c:pt idx="3692">
                  <c:v>42061</c:v>
                </c:pt>
                <c:pt idx="3693">
                  <c:v>42062</c:v>
                </c:pt>
                <c:pt idx="3694">
                  <c:v>42065</c:v>
                </c:pt>
                <c:pt idx="3695">
                  <c:v>42066</c:v>
                </c:pt>
                <c:pt idx="3696">
                  <c:v>42067</c:v>
                </c:pt>
                <c:pt idx="3697">
                  <c:v>42068</c:v>
                </c:pt>
                <c:pt idx="3698">
                  <c:v>42069</c:v>
                </c:pt>
                <c:pt idx="3699">
                  <c:v>42072</c:v>
                </c:pt>
                <c:pt idx="3700">
                  <c:v>42073</c:v>
                </c:pt>
                <c:pt idx="3701">
                  <c:v>42074</c:v>
                </c:pt>
                <c:pt idx="3702">
                  <c:v>42075</c:v>
                </c:pt>
                <c:pt idx="3703">
                  <c:v>42076</c:v>
                </c:pt>
                <c:pt idx="3704">
                  <c:v>42079</c:v>
                </c:pt>
                <c:pt idx="3705">
                  <c:v>42080</c:v>
                </c:pt>
                <c:pt idx="3706">
                  <c:v>42081</c:v>
                </c:pt>
                <c:pt idx="3707">
                  <c:v>42082</c:v>
                </c:pt>
                <c:pt idx="3708">
                  <c:v>42083</c:v>
                </c:pt>
                <c:pt idx="3709">
                  <c:v>42086</c:v>
                </c:pt>
                <c:pt idx="3710">
                  <c:v>42087</c:v>
                </c:pt>
                <c:pt idx="3711">
                  <c:v>42088</c:v>
                </c:pt>
                <c:pt idx="3712">
                  <c:v>42089</c:v>
                </c:pt>
                <c:pt idx="3713">
                  <c:v>42090</c:v>
                </c:pt>
                <c:pt idx="3714">
                  <c:v>42093</c:v>
                </c:pt>
                <c:pt idx="3715">
                  <c:v>42094</c:v>
                </c:pt>
                <c:pt idx="3716">
                  <c:v>42095</c:v>
                </c:pt>
                <c:pt idx="3717">
                  <c:v>42096</c:v>
                </c:pt>
                <c:pt idx="3718">
                  <c:v>42097</c:v>
                </c:pt>
                <c:pt idx="3719">
                  <c:v>42100</c:v>
                </c:pt>
                <c:pt idx="3720">
                  <c:v>42101</c:v>
                </c:pt>
                <c:pt idx="3721">
                  <c:v>42102</c:v>
                </c:pt>
                <c:pt idx="3722">
                  <c:v>42103</c:v>
                </c:pt>
                <c:pt idx="3723">
                  <c:v>42104</c:v>
                </c:pt>
                <c:pt idx="3724">
                  <c:v>42107</c:v>
                </c:pt>
                <c:pt idx="3725">
                  <c:v>42108</c:v>
                </c:pt>
                <c:pt idx="3726">
                  <c:v>42109</c:v>
                </c:pt>
                <c:pt idx="3727">
                  <c:v>42110</c:v>
                </c:pt>
                <c:pt idx="3728">
                  <c:v>42111</c:v>
                </c:pt>
                <c:pt idx="3729">
                  <c:v>42114</c:v>
                </c:pt>
                <c:pt idx="3730">
                  <c:v>42115</c:v>
                </c:pt>
                <c:pt idx="3731">
                  <c:v>42116</c:v>
                </c:pt>
                <c:pt idx="3732">
                  <c:v>42117</c:v>
                </c:pt>
                <c:pt idx="3733">
                  <c:v>42118</c:v>
                </c:pt>
                <c:pt idx="3734">
                  <c:v>42121</c:v>
                </c:pt>
                <c:pt idx="3735">
                  <c:v>42122</c:v>
                </c:pt>
                <c:pt idx="3736">
                  <c:v>42123</c:v>
                </c:pt>
                <c:pt idx="3737">
                  <c:v>42124</c:v>
                </c:pt>
                <c:pt idx="3738">
                  <c:v>42125</c:v>
                </c:pt>
                <c:pt idx="3739">
                  <c:v>42128</c:v>
                </c:pt>
                <c:pt idx="3740">
                  <c:v>42129</c:v>
                </c:pt>
                <c:pt idx="3741">
                  <c:v>42130</c:v>
                </c:pt>
                <c:pt idx="3742">
                  <c:v>42131</c:v>
                </c:pt>
                <c:pt idx="3743">
                  <c:v>42132</c:v>
                </c:pt>
                <c:pt idx="3744">
                  <c:v>42135</c:v>
                </c:pt>
                <c:pt idx="3745">
                  <c:v>42136</c:v>
                </c:pt>
                <c:pt idx="3746">
                  <c:v>42137</c:v>
                </c:pt>
                <c:pt idx="3747">
                  <c:v>42138</c:v>
                </c:pt>
                <c:pt idx="3748">
                  <c:v>42139</c:v>
                </c:pt>
                <c:pt idx="3749">
                  <c:v>42142</c:v>
                </c:pt>
                <c:pt idx="3750">
                  <c:v>42143</c:v>
                </c:pt>
                <c:pt idx="3751">
                  <c:v>42144</c:v>
                </c:pt>
                <c:pt idx="3752">
                  <c:v>42145</c:v>
                </c:pt>
                <c:pt idx="3753">
                  <c:v>42146</c:v>
                </c:pt>
                <c:pt idx="3754">
                  <c:v>42149</c:v>
                </c:pt>
                <c:pt idx="3755">
                  <c:v>42150</c:v>
                </c:pt>
                <c:pt idx="3756">
                  <c:v>42151</c:v>
                </c:pt>
                <c:pt idx="3757">
                  <c:v>42152</c:v>
                </c:pt>
                <c:pt idx="3758">
                  <c:v>42153</c:v>
                </c:pt>
                <c:pt idx="3759">
                  <c:v>42156</c:v>
                </c:pt>
                <c:pt idx="3760">
                  <c:v>42157</c:v>
                </c:pt>
                <c:pt idx="3761">
                  <c:v>42158</c:v>
                </c:pt>
                <c:pt idx="3762">
                  <c:v>42159</c:v>
                </c:pt>
                <c:pt idx="3763">
                  <c:v>42160</c:v>
                </c:pt>
                <c:pt idx="3764">
                  <c:v>42163</c:v>
                </c:pt>
                <c:pt idx="3765">
                  <c:v>42164</c:v>
                </c:pt>
                <c:pt idx="3766">
                  <c:v>42165</c:v>
                </c:pt>
                <c:pt idx="3767">
                  <c:v>42166</c:v>
                </c:pt>
                <c:pt idx="3768">
                  <c:v>42167</c:v>
                </c:pt>
                <c:pt idx="3769">
                  <c:v>42170</c:v>
                </c:pt>
                <c:pt idx="3770">
                  <c:v>42171</c:v>
                </c:pt>
                <c:pt idx="3771">
                  <c:v>42172</c:v>
                </c:pt>
                <c:pt idx="3772">
                  <c:v>42173</c:v>
                </c:pt>
                <c:pt idx="3773">
                  <c:v>42174</c:v>
                </c:pt>
                <c:pt idx="3774">
                  <c:v>42177</c:v>
                </c:pt>
                <c:pt idx="3775">
                  <c:v>42178</c:v>
                </c:pt>
                <c:pt idx="3776">
                  <c:v>42179</c:v>
                </c:pt>
                <c:pt idx="3777">
                  <c:v>42180</c:v>
                </c:pt>
                <c:pt idx="3778">
                  <c:v>42181</c:v>
                </c:pt>
                <c:pt idx="3779">
                  <c:v>42184</c:v>
                </c:pt>
                <c:pt idx="3780">
                  <c:v>42185</c:v>
                </c:pt>
                <c:pt idx="3781">
                  <c:v>42186</c:v>
                </c:pt>
                <c:pt idx="3782">
                  <c:v>42187</c:v>
                </c:pt>
                <c:pt idx="3783">
                  <c:v>42188</c:v>
                </c:pt>
                <c:pt idx="3784">
                  <c:v>42191</c:v>
                </c:pt>
                <c:pt idx="3785">
                  <c:v>42192</c:v>
                </c:pt>
                <c:pt idx="3786">
                  <c:v>42193</c:v>
                </c:pt>
                <c:pt idx="3787">
                  <c:v>42194</c:v>
                </c:pt>
                <c:pt idx="3788">
                  <c:v>42195</c:v>
                </c:pt>
                <c:pt idx="3789">
                  <c:v>42198</c:v>
                </c:pt>
                <c:pt idx="3790">
                  <c:v>42199</c:v>
                </c:pt>
                <c:pt idx="3791">
                  <c:v>42200</c:v>
                </c:pt>
                <c:pt idx="3792">
                  <c:v>42201</c:v>
                </c:pt>
                <c:pt idx="3793">
                  <c:v>42202</c:v>
                </c:pt>
                <c:pt idx="3794">
                  <c:v>42205</c:v>
                </c:pt>
                <c:pt idx="3795">
                  <c:v>42206</c:v>
                </c:pt>
                <c:pt idx="3796">
                  <c:v>42207</c:v>
                </c:pt>
                <c:pt idx="3797">
                  <c:v>42208</c:v>
                </c:pt>
                <c:pt idx="3798">
                  <c:v>42209</c:v>
                </c:pt>
                <c:pt idx="3799">
                  <c:v>42212</c:v>
                </c:pt>
                <c:pt idx="3800">
                  <c:v>42213</c:v>
                </c:pt>
                <c:pt idx="3801">
                  <c:v>42214</c:v>
                </c:pt>
                <c:pt idx="3802">
                  <c:v>42215</c:v>
                </c:pt>
                <c:pt idx="3803">
                  <c:v>42216</c:v>
                </c:pt>
                <c:pt idx="3804">
                  <c:v>42219</c:v>
                </c:pt>
                <c:pt idx="3805">
                  <c:v>42220</c:v>
                </c:pt>
                <c:pt idx="3806">
                  <c:v>42221</c:v>
                </c:pt>
                <c:pt idx="3807">
                  <c:v>42222</c:v>
                </c:pt>
                <c:pt idx="3808">
                  <c:v>42223</c:v>
                </c:pt>
                <c:pt idx="3809">
                  <c:v>42226</c:v>
                </c:pt>
                <c:pt idx="3810">
                  <c:v>42227</c:v>
                </c:pt>
                <c:pt idx="3811">
                  <c:v>42228</c:v>
                </c:pt>
                <c:pt idx="3812">
                  <c:v>42229</c:v>
                </c:pt>
                <c:pt idx="3813">
                  <c:v>42230</c:v>
                </c:pt>
                <c:pt idx="3814">
                  <c:v>42233</c:v>
                </c:pt>
                <c:pt idx="3815">
                  <c:v>42234</c:v>
                </c:pt>
                <c:pt idx="3816">
                  <c:v>42235</c:v>
                </c:pt>
                <c:pt idx="3817">
                  <c:v>42236</c:v>
                </c:pt>
                <c:pt idx="3818">
                  <c:v>42237</c:v>
                </c:pt>
                <c:pt idx="3819">
                  <c:v>42240</c:v>
                </c:pt>
                <c:pt idx="3820">
                  <c:v>42241</c:v>
                </c:pt>
                <c:pt idx="3821">
                  <c:v>42242</c:v>
                </c:pt>
                <c:pt idx="3822">
                  <c:v>42243</c:v>
                </c:pt>
                <c:pt idx="3823">
                  <c:v>42244</c:v>
                </c:pt>
                <c:pt idx="3824">
                  <c:v>42247</c:v>
                </c:pt>
                <c:pt idx="3825">
                  <c:v>42248</c:v>
                </c:pt>
                <c:pt idx="3826">
                  <c:v>42249</c:v>
                </c:pt>
                <c:pt idx="3827">
                  <c:v>42250</c:v>
                </c:pt>
                <c:pt idx="3828">
                  <c:v>42251</c:v>
                </c:pt>
                <c:pt idx="3829">
                  <c:v>42254</c:v>
                </c:pt>
                <c:pt idx="3830">
                  <c:v>42255</c:v>
                </c:pt>
                <c:pt idx="3831">
                  <c:v>42256</c:v>
                </c:pt>
                <c:pt idx="3832">
                  <c:v>42257</c:v>
                </c:pt>
                <c:pt idx="3833">
                  <c:v>42258</c:v>
                </c:pt>
                <c:pt idx="3834">
                  <c:v>42261</c:v>
                </c:pt>
                <c:pt idx="3835">
                  <c:v>42262</c:v>
                </c:pt>
                <c:pt idx="3836">
                  <c:v>42263</c:v>
                </c:pt>
                <c:pt idx="3837">
                  <c:v>42264</c:v>
                </c:pt>
                <c:pt idx="3838">
                  <c:v>42265</c:v>
                </c:pt>
                <c:pt idx="3839">
                  <c:v>42268</c:v>
                </c:pt>
                <c:pt idx="3840">
                  <c:v>42269</c:v>
                </c:pt>
                <c:pt idx="3841">
                  <c:v>42270</c:v>
                </c:pt>
                <c:pt idx="3842">
                  <c:v>42271</c:v>
                </c:pt>
                <c:pt idx="3843">
                  <c:v>42272</c:v>
                </c:pt>
                <c:pt idx="3844">
                  <c:v>42275</c:v>
                </c:pt>
                <c:pt idx="3845">
                  <c:v>42276</c:v>
                </c:pt>
                <c:pt idx="3846">
                  <c:v>42277</c:v>
                </c:pt>
                <c:pt idx="3847">
                  <c:v>42278</c:v>
                </c:pt>
                <c:pt idx="3848">
                  <c:v>42279</c:v>
                </c:pt>
                <c:pt idx="3849">
                  <c:v>42282</c:v>
                </c:pt>
                <c:pt idx="3850">
                  <c:v>42283</c:v>
                </c:pt>
                <c:pt idx="3851">
                  <c:v>42284</c:v>
                </c:pt>
                <c:pt idx="3852">
                  <c:v>42285</c:v>
                </c:pt>
                <c:pt idx="3853">
                  <c:v>42286</c:v>
                </c:pt>
                <c:pt idx="3854">
                  <c:v>42289</c:v>
                </c:pt>
                <c:pt idx="3855">
                  <c:v>42290</c:v>
                </c:pt>
                <c:pt idx="3856">
                  <c:v>42291</c:v>
                </c:pt>
                <c:pt idx="3857">
                  <c:v>42292</c:v>
                </c:pt>
                <c:pt idx="3858">
                  <c:v>42293</c:v>
                </c:pt>
                <c:pt idx="3859">
                  <c:v>42296</c:v>
                </c:pt>
                <c:pt idx="3860">
                  <c:v>42297</c:v>
                </c:pt>
                <c:pt idx="3861">
                  <c:v>42298</c:v>
                </c:pt>
                <c:pt idx="3862">
                  <c:v>42299</c:v>
                </c:pt>
                <c:pt idx="3863">
                  <c:v>42300</c:v>
                </c:pt>
                <c:pt idx="3864">
                  <c:v>42303</c:v>
                </c:pt>
                <c:pt idx="3865">
                  <c:v>42304</c:v>
                </c:pt>
                <c:pt idx="3866">
                  <c:v>42305</c:v>
                </c:pt>
                <c:pt idx="3867">
                  <c:v>42306</c:v>
                </c:pt>
                <c:pt idx="3868">
                  <c:v>42307</c:v>
                </c:pt>
                <c:pt idx="3869">
                  <c:v>42310</c:v>
                </c:pt>
                <c:pt idx="3870">
                  <c:v>42311</c:v>
                </c:pt>
                <c:pt idx="3871">
                  <c:v>42312</c:v>
                </c:pt>
                <c:pt idx="3872">
                  <c:v>42313</c:v>
                </c:pt>
                <c:pt idx="3873">
                  <c:v>42314</c:v>
                </c:pt>
                <c:pt idx="3874">
                  <c:v>42317</c:v>
                </c:pt>
                <c:pt idx="3875">
                  <c:v>42318</c:v>
                </c:pt>
                <c:pt idx="3876">
                  <c:v>42319</c:v>
                </c:pt>
                <c:pt idx="3877">
                  <c:v>42320</c:v>
                </c:pt>
                <c:pt idx="3878">
                  <c:v>42321</c:v>
                </c:pt>
                <c:pt idx="3879">
                  <c:v>42324</c:v>
                </c:pt>
                <c:pt idx="3880">
                  <c:v>42325</c:v>
                </c:pt>
                <c:pt idx="3881">
                  <c:v>42326</c:v>
                </c:pt>
                <c:pt idx="3882">
                  <c:v>42327</c:v>
                </c:pt>
                <c:pt idx="3883">
                  <c:v>42328</c:v>
                </c:pt>
                <c:pt idx="3884">
                  <c:v>42331</c:v>
                </c:pt>
                <c:pt idx="3885">
                  <c:v>42332</c:v>
                </c:pt>
                <c:pt idx="3886">
                  <c:v>42333</c:v>
                </c:pt>
                <c:pt idx="3887">
                  <c:v>42334</c:v>
                </c:pt>
                <c:pt idx="3888">
                  <c:v>42335</c:v>
                </c:pt>
                <c:pt idx="3889">
                  <c:v>42338</c:v>
                </c:pt>
                <c:pt idx="3890">
                  <c:v>42339</c:v>
                </c:pt>
                <c:pt idx="3891">
                  <c:v>42340</c:v>
                </c:pt>
                <c:pt idx="3892">
                  <c:v>42341</c:v>
                </c:pt>
                <c:pt idx="3893">
                  <c:v>42342</c:v>
                </c:pt>
                <c:pt idx="3894">
                  <c:v>42345</c:v>
                </c:pt>
                <c:pt idx="3895">
                  <c:v>42346</c:v>
                </c:pt>
                <c:pt idx="3896">
                  <c:v>42347</c:v>
                </c:pt>
                <c:pt idx="3897">
                  <c:v>42348</c:v>
                </c:pt>
                <c:pt idx="3898">
                  <c:v>42349</c:v>
                </c:pt>
                <c:pt idx="3899">
                  <c:v>42352</c:v>
                </c:pt>
                <c:pt idx="3900">
                  <c:v>42353</c:v>
                </c:pt>
                <c:pt idx="3901">
                  <c:v>42354</c:v>
                </c:pt>
                <c:pt idx="3902">
                  <c:v>42355</c:v>
                </c:pt>
                <c:pt idx="3903">
                  <c:v>42356</c:v>
                </c:pt>
                <c:pt idx="3904">
                  <c:v>42359</c:v>
                </c:pt>
                <c:pt idx="3905">
                  <c:v>42360</c:v>
                </c:pt>
                <c:pt idx="3906">
                  <c:v>42361</c:v>
                </c:pt>
                <c:pt idx="3907">
                  <c:v>42362</c:v>
                </c:pt>
                <c:pt idx="3908">
                  <c:v>42363</c:v>
                </c:pt>
                <c:pt idx="3909">
                  <c:v>42366</c:v>
                </c:pt>
                <c:pt idx="3910">
                  <c:v>42367</c:v>
                </c:pt>
                <c:pt idx="3911">
                  <c:v>42368</c:v>
                </c:pt>
                <c:pt idx="3912">
                  <c:v>42369</c:v>
                </c:pt>
                <c:pt idx="3913">
                  <c:v>42370</c:v>
                </c:pt>
                <c:pt idx="3914">
                  <c:v>42373</c:v>
                </c:pt>
                <c:pt idx="3915">
                  <c:v>42374</c:v>
                </c:pt>
                <c:pt idx="3916">
                  <c:v>42375</c:v>
                </c:pt>
                <c:pt idx="3917">
                  <c:v>42376</c:v>
                </c:pt>
                <c:pt idx="3918">
                  <c:v>42377</c:v>
                </c:pt>
                <c:pt idx="3919">
                  <c:v>42380</c:v>
                </c:pt>
                <c:pt idx="3920">
                  <c:v>42381</c:v>
                </c:pt>
                <c:pt idx="3921">
                  <c:v>42382</c:v>
                </c:pt>
                <c:pt idx="3922">
                  <c:v>42383</c:v>
                </c:pt>
                <c:pt idx="3923">
                  <c:v>42384</c:v>
                </c:pt>
                <c:pt idx="3924">
                  <c:v>42387</c:v>
                </c:pt>
                <c:pt idx="3925">
                  <c:v>42388</c:v>
                </c:pt>
                <c:pt idx="3926">
                  <c:v>42389</c:v>
                </c:pt>
                <c:pt idx="3927">
                  <c:v>42390</c:v>
                </c:pt>
                <c:pt idx="3928">
                  <c:v>42391</c:v>
                </c:pt>
                <c:pt idx="3929">
                  <c:v>42394</c:v>
                </c:pt>
                <c:pt idx="3930">
                  <c:v>42395</c:v>
                </c:pt>
                <c:pt idx="3931">
                  <c:v>42396</c:v>
                </c:pt>
                <c:pt idx="3932">
                  <c:v>42397</c:v>
                </c:pt>
                <c:pt idx="3933">
                  <c:v>42398</c:v>
                </c:pt>
                <c:pt idx="3934">
                  <c:v>42401</c:v>
                </c:pt>
                <c:pt idx="3935">
                  <c:v>42402</c:v>
                </c:pt>
                <c:pt idx="3936">
                  <c:v>42403</c:v>
                </c:pt>
                <c:pt idx="3937">
                  <c:v>42404</c:v>
                </c:pt>
                <c:pt idx="3938">
                  <c:v>42405</c:v>
                </c:pt>
                <c:pt idx="3939">
                  <c:v>42408</c:v>
                </c:pt>
                <c:pt idx="3940">
                  <c:v>42409</c:v>
                </c:pt>
                <c:pt idx="3941">
                  <c:v>42410</c:v>
                </c:pt>
                <c:pt idx="3942">
                  <c:v>42411</c:v>
                </c:pt>
                <c:pt idx="3943">
                  <c:v>42412</c:v>
                </c:pt>
                <c:pt idx="3944">
                  <c:v>42415</c:v>
                </c:pt>
                <c:pt idx="3945">
                  <c:v>42416</c:v>
                </c:pt>
                <c:pt idx="3946">
                  <c:v>42417</c:v>
                </c:pt>
                <c:pt idx="3947">
                  <c:v>42418</c:v>
                </c:pt>
                <c:pt idx="3948">
                  <c:v>42419</c:v>
                </c:pt>
                <c:pt idx="3949">
                  <c:v>42422</c:v>
                </c:pt>
                <c:pt idx="3950">
                  <c:v>42423</c:v>
                </c:pt>
                <c:pt idx="3951">
                  <c:v>42424</c:v>
                </c:pt>
                <c:pt idx="3952">
                  <c:v>42425</c:v>
                </c:pt>
                <c:pt idx="3953">
                  <c:v>42426</c:v>
                </c:pt>
                <c:pt idx="3954">
                  <c:v>42429</c:v>
                </c:pt>
                <c:pt idx="3955">
                  <c:v>42430</c:v>
                </c:pt>
                <c:pt idx="3956">
                  <c:v>42431</c:v>
                </c:pt>
                <c:pt idx="3957">
                  <c:v>42432</c:v>
                </c:pt>
                <c:pt idx="3958">
                  <c:v>42433</c:v>
                </c:pt>
                <c:pt idx="3959">
                  <c:v>42436</c:v>
                </c:pt>
                <c:pt idx="3960">
                  <c:v>42437</c:v>
                </c:pt>
                <c:pt idx="3961">
                  <c:v>42438</c:v>
                </c:pt>
                <c:pt idx="3962">
                  <c:v>42439</c:v>
                </c:pt>
                <c:pt idx="3963">
                  <c:v>42440</c:v>
                </c:pt>
                <c:pt idx="3964">
                  <c:v>42443</c:v>
                </c:pt>
                <c:pt idx="3965">
                  <c:v>42444</c:v>
                </c:pt>
                <c:pt idx="3966">
                  <c:v>42445</c:v>
                </c:pt>
                <c:pt idx="3967">
                  <c:v>42446</c:v>
                </c:pt>
                <c:pt idx="3968">
                  <c:v>42447</c:v>
                </c:pt>
                <c:pt idx="3969">
                  <c:v>42450</c:v>
                </c:pt>
                <c:pt idx="3970">
                  <c:v>42451</c:v>
                </c:pt>
                <c:pt idx="3971">
                  <c:v>42452</c:v>
                </c:pt>
                <c:pt idx="3972">
                  <c:v>42453</c:v>
                </c:pt>
                <c:pt idx="3973">
                  <c:v>42454</c:v>
                </c:pt>
                <c:pt idx="3974">
                  <c:v>42457</c:v>
                </c:pt>
                <c:pt idx="3975">
                  <c:v>42458</c:v>
                </c:pt>
                <c:pt idx="3976">
                  <c:v>42459</c:v>
                </c:pt>
                <c:pt idx="3977">
                  <c:v>42460</c:v>
                </c:pt>
                <c:pt idx="3978">
                  <c:v>42461</c:v>
                </c:pt>
                <c:pt idx="3979">
                  <c:v>42464</c:v>
                </c:pt>
                <c:pt idx="3980">
                  <c:v>42465</c:v>
                </c:pt>
                <c:pt idx="3981">
                  <c:v>42466</c:v>
                </c:pt>
                <c:pt idx="3982">
                  <c:v>42467</c:v>
                </c:pt>
                <c:pt idx="3983">
                  <c:v>42468</c:v>
                </c:pt>
                <c:pt idx="3984">
                  <c:v>42471</c:v>
                </c:pt>
                <c:pt idx="3985">
                  <c:v>42472</c:v>
                </c:pt>
                <c:pt idx="3986">
                  <c:v>42473</c:v>
                </c:pt>
                <c:pt idx="3987">
                  <c:v>42474</c:v>
                </c:pt>
                <c:pt idx="3988">
                  <c:v>42475</c:v>
                </c:pt>
                <c:pt idx="3989">
                  <c:v>42478</c:v>
                </c:pt>
                <c:pt idx="3990">
                  <c:v>42479</c:v>
                </c:pt>
                <c:pt idx="3991">
                  <c:v>42480</c:v>
                </c:pt>
                <c:pt idx="3992">
                  <c:v>42481</c:v>
                </c:pt>
                <c:pt idx="3993">
                  <c:v>42482</c:v>
                </c:pt>
                <c:pt idx="3994">
                  <c:v>42485</c:v>
                </c:pt>
                <c:pt idx="3995">
                  <c:v>42486</c:v>
                </c:pt>
                <c:pt idx="3996">
                  <c:v>42487</c:v>
                </c:pt>
                <c:pt idx="3997">
                  <c:v>42488</c:v>
                </c:pt>
                <c:pt idx="3998">
                  <c:v>42489</c:v>
                </c:pt>
                <c:pt idx="3999">
                  <c:v>42492</c:v>
                </c:pt>
                <c:pt idx="4000">
                  <c:v>42493</c:v>
                </c:pt>
                <c:pt idx="4001">
                  <c:v>42494</c:v>
                </c:pt>
                <c:pt idx="4002">
                  <c:v>42495</c:v>
                </c:pt>
                <c:pt idx="4003">
                  <c:v>42496</c:v>
                </c:pt>
                <c:pt idx="4004">
                  <c:v>42499</c:v>
                </c:pt>
                <c:pt idx="4005">
                  <c:v>42500</c:v>
                </c:pt>
                <c:pt idx="4006">
                  <c:v>42501</c:v>
                </c:pt>
                <c:pt idx="4007">
                  <c:v>42502</c:v>
                </c:pt>
                <c:pt idx="4008">
                  <c:v>42503</c:v>
                </c:pt>
                <c:pt idx="4009">
                  <c:v>42506</c:v>
                </c:pt>
                <c:pt idx="4010">
                  <c:v>42507</c:v>
                </c:pt>
                <c:pt idx="4011">
                  <c:v>42508</c:v>
                </c:pt>
                <c:pt idx="4012">
                  <c:v>42509</c:v>
                </c:pt>
                <c:pt idx="4013">
                  <c:v>42510</c:v>
                </c:pt>
                <c:pt idx="4014">
                  <c:v>42513</c:v>
                </c:pt>
                <c:pt idx="4015">
                  <c:v>42514</c:v>
                </c:pt>
                <c:pt idx="4016">
                  <c:v>42515</c:v>
                </c:pt>
                <c:pt idx="4017">
                  <c:v>42516</c:v>
                </c:pt>
                <c:pt idx="4018">
                  <c:v>42517</c:v>
                </c:pt>
                <c:pt idx="4019">
                  <c:v>42520</c:v>
                </c:pt>
                <c:pt idx="4020">
                  <c:v>42521</c:v>
                </c:pt>
                <c:pt idx="4021">
                  <c:v>42522</c:v>
                </c:pt>
                <c:pt idx="4022">
                  <c:v>42523</c:v>
                </c:pt>
                <c:pt idx="4023">
                  <c:v>42524</c:v>
                </c:pt>
                <c:pt idx="4024">
                  <c:v>42527</c:v>
                </c:pt>
                <c:pt idx="4025">
                  <c:v>42528</c:v>
                </c:pt>
                <c:pt idx="4026">
                  <c:v>42529</c:v>
                </c:pt>
                <c:pt idx="4027">
                  <c:v>42530</c:v>
                </c:pt>
                <c:pt idx="4028">
                  <c:v>42531</c:v>
                </c:pt>
                <c:pt idx="4029">
                  <c:v>42534</c:v>
                </c:pt>
                <c:pt idx="4030">
                  <c:v>42535</c:v>
                </c:pt>
                <c:pt idx="4031">
                  <c:v>42536</c:v>
                </c:pt>
                <c:pt idx="4032">
                  <c:v>42537</c:v>
                </c:pt>
                <c:pt idx="4033">
                  <c:v>42538</c:v>
                </c:pt>
                <c:pt idx="4034">
                  <c:v>42541</c:v>
                </c:pt>
                <c:pt idx="4035">
                  <c:v>42542</c:v>
                </c:pt>
                <c:pt idx="4036">
                  <c:v>42543</c:v>
                </c:pt>
                <c:pt idx="4037">
                  <c:v>42544</c:v>
                </c:pt>
                <c:pt idx="4038">
                  <c:v>42545</c:v>
                </c:pt>
                <c:pt idx="4039">
                  <c:v>42548</c:v>
                </c:pt>
                <c:pt idx="4040">
                  <c:v>42549</c:v>
                </c:pt>
                <c:pt idx="4041">
                  <c:v>42550</c:v>
                </c:pt>
                <c:pt idx="4042">
                  <c:v>42551</c:v>
                </c:pt>
                <c:pt idx="4043">
                  <c:v>42552</c:v>
                </c:pt>
                <c:pt idx="4044">
                  <c:v>42555</c:v>
                </c:pt>
                <c:pt idx="4045">
                  <c:v>42556</c:v>
                </c:pt>
                <c:pt idx="4046">
                  <c:v>42557</c:v>
                </c:pt>
                <c:pt idx="4047">
                  <c:v>42558</c:v>
                </c:pt>
                <c:pt idx="4048">
                  <c:v>42559</c:v>
                </c:pt>
                <c:pt idx="4049">
                  <c:v>42562</c:v>
                </c:pt>
                <c:pt idx="4050">
                  <c:v>42563</c:v>
                </c:pt>
                <c:pt idx="4051">
                  <c:v>42564</c:v>
                </c:pt>
                <c:pt idx="4052">
                  <c:v>42565</c:v>
                </c:pt>
                <c:pt idx="4053">
                  <c:v>42566</c:v>
                </c:pt>
                <c:pt idx="4054">
                  <c:v>42569</c:v>
                </c:pt>
                <c:pt idx="4055">
                  <c:v>42570</c:v>
                </c:pt>
                <c:pt idx="4056">
                  <c:v>42571</c:v>
                </c:pt>
                <c:pt idx="4057">
                  <c:v>42572</c:v>
                </c:pt>
                <c:pt idx="4058">
                  <c:v>42573</c:v>
                </c:pt>
                <c:pt idx="4059">
                  <c:v>42576</c:v>
                </c:pt>
                <c:pt idx="4060">
                  <c:v>42577</c:v>
                </c:pt>
                <c:pt idx="4061">
                  <c:v>42578</c:v>
                </c:pt>
                <c:pt idx="4062">
                  <c:v>42579</c:v>
                </c:pt>
                <c:pt idx="4063">
                  <c:v>42580</c:v>
                </c:pt>
                <c:pt idx="4064">
                  <c:v>42583</c:v>
                </c:pt>
                <c:pt idx="4065">
                  <c:v>42584</c:v>
                </c:pt>
                <c:pt idx="4066">
                  <c:v>42585</c:v>
                </c:pt>
                <c:pt idx="4067">
                  <c:v>42586</c:v>
                </c:pt>
                <c:pt idx="4068">
                  <c:v>42587</c:v>
                </c:pt>
                <c:pt idx="4069">
                  <c:v>42590</c:v>
                </c:pt>
                <c:pt idx="4070">
                  <c:v>42591</c:v>
                </c:pt>
                <c:pt idx="4071">
                  <c:v>42592</c:v>
                </c:pt>
                <c:pt idx="4072">
                  <c:v>42593</c:v>
                </c:pt>
                <c:pt idx="4073">
                  <c:v>42594</c:v>
                </c:pt>
                <c:pt idx="4074">
                  <c:v>42597</c:v>
                </c:pt>
                <c:pt idx="4075">
                  <c:v>42598</c:v>
                </c:pt>
                <c:pt idx="4076">
                  <c:v>42599</c:v>
                </c:pt>
                <c:pt idx="4077">
                  <c:v>42600</c:v>
                </c:pt>
                <c:pt idx="4078">
                  <c:v>42601</c:v>
                </c:pt>
                <c:pt idx="4079">
                  <c:v>42604</c:v>
                </c:pt>
                <c:pt idx="4080">
                  <c:v>42605</c:v>
                </c:pt>
                <c:pt idx="4081">
                  <c:v>42606</c:v>
                </c:pt>
                <c:pt idx="4082">
                  <c:v>42607</c:v>
                </c:pt>
                <c:pt idx="4083">
                  <c:v>42608</c:v>
                </c:pt>
                <c:pt idx="4084">
                  <c:v>42611</c:v>
                </c:pt>
                <c:pt idx="4085">
                  <c:v>42612</c:v>
                </c:pt>
                <c:pt idx="4086">
                  <c:v>42613</c:v>
                </c:pt>
                <c:pt idx="4087">
                  <c:v>42614</c:v>
                </c:pt>
                <c:pt idx="4088">
                  <c:v>42615</c:v>
                </c:pt>
                <c:pt idx="4089">
                  <c:v>42618</c:v>
                </c:pt>
                <c:pt idx="4090">
                  <c:v>42619</c:v>
                </c:pt>
                <c:pt idx="4091">
                  <c:v>42620</c:v>
                </c:pt>
                <c:pt idx="4092">
                  <c:v>42621</c:v>
                </c:pt>
                <c:pt idx="4093">
                  <c:v>42622</c:v>
                </c:pt>
                <c:pt idx="4094">
                  <c:v>42625</c:v>
                </c:pt>
                <c:pt idx="4095">
                  <c:v>42626</c:v>
                </c:pt>
                <c:pt idx="4096">
                  <c:v>42627</c:v>
                </c:pt>
                <c:pt idx="4097">
                  <c:v>42628</c:v>
                </c:pt>
                <c:pt idx="4098">
                  <c:v>42629</c:v>
                </c:pt>
                <c:pt idx="4099">
                  <c:v>42632</c:v>
                </c:pt>
                <c:pt idx="4100">
                  <c:v>42633</c:v>
                </c:pt>
                <c:pt idx="4101">
                  <c:v>42634</c:v>
                </c:pt>
                <c:pt idx="4102">
                  <c:v>42635</c:v>
                </c:pt>
                <c:pt idx="4103">
                  <c:v>42636</c:v>
                </c:pt>
                <c:pt idx="4104">
                  <c:v>42639</c:v>
                </c:pt>
                <c:pt idx="4105">
                  <c:v>42640</c:v>
                </c:pt>
                <c:pt idx="4106">
                  <c:v>42641</c:v>
                </c:pt>
                <c:pt idx="4107">
                  <c:v>42642</c:v>
                </c:pt>
                <c:pt idx="4108">
                  <c:v>42643</c:v>
                </c:pt>
                <c:pt idx="4109">
                  <c:v>42646</c:v>
                </c:pt>
                <c:pt idx="4110">
                  <c:v>42647</c:v>
                </c:pt>
                <c:pt idx="4111">
                  <c:v>42648</c:v>
                </c:pt>
                <c:pt idx="4112">
                  <c:v>42649</c:v>
                </c:pt>
                <c:pt idx="4113">
                  <c:v>42650</c:v>
                </c:pt>
                <c:pt idx="4114">
                  <c:v>42653</c:v>
                </c:pt>
                <c:pt idx="4115">
                  <c:v>42654</c:v>
                </c:pt>
                <c:pt idx="4116">
                  <c:v>42655</c:v>
                </c:pt>
                <c:pt idx="4117">
                  <c:v>42656</c:v>
                </c:pt>
                <c:pt idx="4118">
                  <c:v>42657</c:v>
                </c:pt>
                <c:pt idx="4119">
                  <c:v>42660</c:v>
                </c:pt>
                <c:pt idx="4120">
                  <c:v>42661</c:v>
                </c:pt>
                <c:pt idx="4121">
                  <c:v>42662</c:v>
                </c:pt>
                <c:pt idx="4122">
                  <c:v>42663</c:v>
                </c:pt>
                <c:pt idx="4123">
                  <c:v>42664</c:v>
                </c:pt>
                <c:pt idx="4124">
                  <c:v>42667</c:v>
                </c:pt>
                <c:pt idx="4125">
                  <c:v>42668</c:v>
                </c:pt>
                <c:pt idx="4126">
                  <c:v>42669</c:v>
                </c:pt>
                <c:pt idx="4127">
                  <c:v>42670</c:v>
                </c:pt>
                <c:pt idx="4128">
                  <c:v>42671</c:v>
                </c:pt>
                <c:pt idx="4129">
                  <c:v>42674</c:v>
                </c:pt>
                <c:pt idx="4130">
                  <c:v>42675</c:v>
                </c:pt>
                <c:pt idx="4131">
                  <c:v>42676</c:v>
                </c:pt>
                <c:pt idx="4132">
                  <c:v>42677</c:v>
                </c:pt>
                <c:pt idx="4133">
                  <c:v>42678</c:v>
                </c:pt>
                <c:pt idx="4134">
                  <c:v>42681</c:v>
                </c:pt>
                <c:pt idx="4135">
                  <c:v>42682</c:v>
                </c:pt>
                <c:pt idx="4136">
                  <c:v>42683</c:v>
                </c:pt>
                <c:pt idx="4137">
                  <c:v>42684</c:v>
                </c:pt>
                <c:pt idx="4138">
                  <c:v>42685</c:v>
                </c:pt>
                <c:pt idx="4139">
                  <c:v>42688</c:v>
                </c:pt>
                <c:pt idx="4140">
                  <c:v>42689</c:v>
                </c:pt>
                <c:pt idx="4141">
                  <c:v>42690</c:v>
                </c:pt>
                <c:pt idx="4142">
                  <c:v>42691</c:v>
                </c:pt>
                <c:pt idx="4143">
                  <c:v>42692</c:v>
                </c:pt>
                <c:pt idx="4144">
                  <c:v>42695</c:v>
                </c:pt>
                <c:pt idx="4145">
                  <c:v>42696</c:v>
                </c:pt>
                <c:pt idx="4146">
                  <c:v>42697</c:v>
                </c:pt>
                <c:pt idx="4147">
                  <c:v>42698</c:v>
                </c:pt>
                <c:pt idx="4148">
                  <c:v>42699</c:v>
                </c:pt>
                <c:pt idx="4149">
                  <c:v>42702</c:v>
                </c:pt>
                <c:pt idx="4150">
                  <c:v>42703</c:v>
                </c:pt>
                <c:pt idx="4151">
                  <c:v>42704</c:v>
                </c:pt>
                <c:pt idx="4152">
                  <c:v>42705</c:v>
                </c:pt>
                <c:pt idx="4153">
                  <c:v>42706</c:v>
                </c:pt>
                <c:pt idx="4154">
                  <c:v>42709</c:v>
                </c:pt>
                <c:pt idx="4155">
                  <c:v>42710</c:v>
                </c:pt>
                <c:pt idx="4156">
                  <c:v>42711</c:v>
                </c:pt>
                <c:pt idx="4157">
                  <c:v>42712</c:v>
                </c:pt>
                <c:pt idx="4158">
                  <c:v>42713</c:v>
                </c:pt>
                <c:pt idx="4159">
                  <c:v>42716</c:v>
                </c:pt>
                <c:pt idx="4160">
                  <c:v>42717</c:v>
                </c:pt>
                <c:pt idx="4161">
                  <c:v>42718</c:v>
                </c:pt>
                <c:pt idx="4162">
                  <c:v>42719</c:v>
                </c:pt>
                <c:pt idx="4163">
                  <c:v>42720</c:v>
                </c:pt>
                <c:pt idx="4164">
                  <c:v>42723</c:v>
                </c:pt>
                <c:pt idx="4165">
                  <c:v>42724</c:v>
                </c:pt>
                <c:pt idx="4166">
                  <c:v>42725</c:v>
                </c:pt>
                <c:pt idx="4167">
                  <c:v>42726</c:v>
                </c:pt>
                <c:pt idx="4168">
                  <c:v>42727</c:v>
                </c:pt>
                <c:pt idx="4169">
                  <c:v>42730</c:v>
                </c:pt>
                <c:pt idx="4170">
                  <c:v>42731</c:v>
                </c:pt>
                <c:pt idx="4171">
                  <c:v>42732</c:v>
                </c:pt>
                <c:pt idx="4172">
                  <c:v>42733</c:v>
                </c:pt>
                <c:pt idx="4173">
                  <c:v>42734</c:v>
                </c:pt>
                <c:pt idx="4174">
                  <c:v>42737</c:v>
                </c:pt>
                <c:pt idx="4175">
                  <c:v>42738</c:v>
                </c:pt>
                <c:pt idx="4176">
                  <c:v>42739</c:v>
                </c:pt>
                <c:pt idx="4177">
                  <c:v>42740</c:v>
                </c:pt>
                <c:pt idx="4178">
                  <c:v>42741</c:v>
                </c:pt>
                <c:pt idx="4179">
                  <c:v>42744</c:v>
                </c:pt>
                <c:pt idx="4180">
                  <c:v>42745</c:v>
                </c:pt>
                <c:pt idx="4181">
                  <c:v>42746</c:v>
                </c:pt>
                <c:pt idx="4182">
                  <c:v>42747</c:v>
                </c:pt>
                <c:pt idx="4183">
                  <c:v>42748</c:v>
                </c:pt>
                <c:pt idx="4184">
                  <c:v>42751</c:v>
                </c:pt>
                <c:pt idx="4185">
                  <c:v>42752</c:v>
                </c:pt>
                <c:pt idx="4186">
                  <c:v>42753</c:v>
                </c:pt>
                <c:pt idx="4187">
                  <c:v>42754</c:v>
                </c:pt>
                <c:pt idx="4188">
                  <c:v>42755</c:v>
                </c:pt>
                <c:pt idx="4189">
                  <c:v>42758</c:v>
                </c:pt>
                <c:pt idx="4190">
                  <c:v>42759</c:v>
                </c:pt>
                <c:pt idx="4191">
                  <c:v>42760</c:v>
                </c:pt>
                <c:pt idx="4192">
                  <c:v>42761</c:v>
                </c:pt>
                <c:pt idx="4193">
                  <c:v>42762</c:v>
                </c:pt>
                <c:pt idx="4194">
                  <c:v>42765</c:v>
                </c:pt>
                <c:pt idx="4195">
                  <c:v>42766</c:v>
                </c:pt>
                <c:pt idx="4196">
                  <c:v>42767</c:v>
                </c:pt>
                <c:pt idx="4197">
                  <c:v>42768</c:v>
                </c:pt>
                <c:pt idx="4198">
                  <c:v>42769</c:v>
                </c:pt>
                <c:pt idx="4199">
                  <c:v>42772</c:v>
                </c:pt>
                <c:pt idx="4200">
                  <c:v>42773</c:v>
                </c:pt>
                <c:pt idx="4201">
                  <c:v>42774</c:v>
                </c:pt>
                <c:pt idx="4202">
                  <c:v>42775</c:v>
                </c:pt>
                <c:pt idx="4203">
                  <c:v>42776</c:v>
                </c:pt>
                <c:pt idx="4204">
                  <c:v>42779</c:v>
                </c:pt>
                <c:pt idx="4205">
                  <c:v>42780</c:v>
                </c:pt>
                <c:pt idx="4206">
                  <c:v>42781</c:v>
                </c:pt>
                <c:pt idx="4207">
                  <c:v>42782</c:v>
                </c:pt>
                <c:pt idx="4208">
                  <c:v>42783</c:v>
                </c:pt>
                <c:pt idx="4209">
                  <c:v>42786</c:v>
                </c:pt>
                <c:pt idx="4210">
                  <c:v>42787</c:v>
                </c:pt>
                <c:pt idx="4211">
                  <c:v>42788</c:v>
                </c:pt>
                <c:pt idx="4212">
                  <c:v>42789</c:v>
                </c:pt>
                <c:pt idx="4213">
                  <c:v>42790</c:v>
                </c:pt>
                <c:pt idx="4214">
                  <c:v>42793</c:v>
                </c:pt>
                <c:pt idx="4215">
                  <c:v>42794</c:v>
                </c:pt>
                <c:pt idx="4216">
                  <c:v>42795</c:v>
                </c:pt>
                <c:pt idx="4217">
                  <c:v>42796</c:v>
                </c:pt>
                <c:pt idx="4218">
                  <c:v>42797</c:v>
                </c:pt>
                <c:pt idx="4219">
                  <c:v>42800</c:v>
                </c:pt>
                <c:pt idx="4220">
                  <c:v>42801</c:v>
                </c:pt>
                <c:pt idx="4221">
                  <c:v>42802</c:v>
                </c:pt>
                <c:pt idx="4222">
                  <c:v>42803</c:v>
                </c:pt>
                <c:pt idx="4223">
                  <c:v>42804</c:v>
                </c:pt>
                <c:pt idx="4224">
                  <c:v>42807</c:v>
                </c:pt>
                <c:pt idx="4225">
                  <c:v>42808</c:v>
                </c:pt>
                <c:pt idx="4226">
                  <c:v>42809</c:v>
                </c:pt>
                <c:pt idx="4227">
                  <c:v>42810</c:v>
                </c:pt>
                <c:pt idx="4228">
                  <c:v>42811</c:v>
                </c:pt>
                <c:pt idx="4229">
                  <c:v>42814</c:v>
                </c:pt>
                <c:pt idx="4230">
                  <c:v>42815</c:v>
                </c:pt>
                <c:pt idx="4231">
                  <c:v>42816</c:v>
                </c:pt>
                <c:pt idx="4232">
                  <c:v>42817</c:v>
                </c:pt>
                <c:pt idx="4233">
                  <c:v>42818</c:v>
                </c:pt>
                <c:pt idx="4234">
                  <c:v>42821</c:v>
                </c:pt>
                <c:pt idx="4235">
                  <c:v>42822</c:v>
                </c:pt>
                <c:pt idx="4236">
                  <c:v>42823</c:v>
                </c:pt>
                <c:pt idx="4237">
                  <c:v>42824</c:v>
                </c:pt>
                <c:pt idx="4238">
                  <c:v>42825</c:v>
                </c:pt>
                <c:pt idx="4239">
                  <c:v>42828</c:v>
                </c:pt>
                <c:pt idx="4240">
                  <c:v>42829</c:v>
                </c:pt>
                <c:pt idx="4241">
                  <c:v>42830</c:v>
                </c:pt>
                <c:pt idx="4242">
                  <c:v>42831</c:v>
                </c:pt>
                <c:pt idx="4243">
                  <c:v>42832</c:v>
                </c:pt>
                <c:pt idx="4244">
                  <c:v>42835</c:v>
                </c:pt>
                <c:pt idx="4245">
                  <c:v>42836</c:v>
                </c:pt>
                <c:pt idx="4246">
                  <c:v>42837</c:v>
                </c:pt>
                <c:pt idx="4247">
                  <c:v>42838</c:v>
                </c:pt>
                <c:pt idx="4248">
                  <c:v>42839</c:v>
                </c:pt>
                <c:pt idx="4249">
                  <c:v>42842</c:v>
                </c:pt>
                <c:pt idx="4250">
                  <c:v>42843</c:v>
                </c:pt>
                <c:pt idx="4251">
                  <c:v>42844</c:v>
                </c:pt>
                <c:pt idx="4252">
                  <c:v>42845</c:v>
                </c:pt>
                <c:pt idx="4253">
                  <c:v>42846</c:v>
                </c:pt>
                <c:pt idx="4254">
                  <c:v>42849</c:v>
                </c:pt>
                <c:pt idx="4255">
                  <c:v>42850</c:v>
                </c:pt>
                <c:pt idx="4256">
                  <c:v>42851</c:v>
                </c:pt>
                <c:pt idx="4257">
                  <c:v>42852</c:v>
                </c:pt>
                <c:pt idx="4258">
                  <c:v>42853</c:v>
                </c:pt>
                <c:pt idx="4259">
                  <c:v>42856</c:v>
                </c:pt>
                <c:pt idx="4260">
                  <c:v>42857</c:v>
                </c:pt>
                <c:pt idx="4261">
                  <c:v>42858</c:v>
                </c:pt>
                <c:pt idx="4262">
                  <c:v>42859</c:v>
                </c:pt>
                <c:pt idx="4263">
                  <c:v>42860</c:v>
                </c:pt>
                <c:pt idx="4264">
                  <c:v>42863</c:v>
                </c:pt>
                <c:pt idx="4265">
                  <c:v>42864</c:v>
                </c:pt>
                <c:pt idx="4266">
                  <c:v>42865</c:v>
                </c:pt>
                <c:pt idx="4267">
                  <c:v>42866</c:v>
                </c:pt>
                <c:pt idx="4268">
                  <c:v>42867</c:v>
                </c:pt>
                <c:pt idx="4269">
                  <c:v>42870</c:v>
                </c:pt>
                <c:pt idx="4270">
                  <c:v>42871</c:v>
                </c:pt>
                <c:pt idx="4271">
                  <c:v>42872</c:v>
                </c:pt>
                <c:pt idx="4272">
                  <c:v>42873</c:v>
                </c:pt>
                <c:pt idx="4273">
                  <c:v>42874</c:v>
                </c:pt>
                <c:pt idx="4274">
                  <c:v>42877</c:v>
                </c:pt>
                <c:pt idx="4275">
                  <c:v>42878</c:v>
                </c:pt>
                <c:pt idx="4276">
                  <c:v>42879</c:v>
                </c:pt>
                <c:pt idx="4277">
                  <c:v>42880</c:v>
                </c:pt>
                <c:pt idx="4278">
                  <c:v>42881</c:v>
                </c:pt>
                <c:pt idx="4279">
                  <c:v>42884</c:v>
                </c:pt>
                <c:pt idx="4280">
                  <c:v>42885</c:v>
                </c:pt>
                <c:pt idx="4281">
                  <c:v>42886</c:v>
                </c:pt>
                <c:pt idx="4282">
                  <c:v>42887</c:v>
                </c:pt>
                <c:pt idx="4283">
                  <c:v>42888</c:v>
                </c:pt>
                <c:pt idx="4284">
                  <c:v>42891</c:v>
                </c:pt>
                <c:pt idx="4285">
                  <c:v>42892</c:v>
                </c:pt>
                <c:pt idx="4286">
                  <c:v>42893</c:v>
                </c:pt>
                <c:pt idx="4287">
                  <c:v>42894</c:v>
                </c:pt>
                <c:pt idx="4288">
                  <c:v>42895</c:v>
                </c:pt>
                <c:pt idx="4289">
                  <c:v>42898</c:v>
                </c:pt>
                <c:pt idx="4290">
                  <c:v>42899</c:v>
                </c:pt>
                <c:pt idx="4291">
                  <c:v>42900</c:v>
                </c:pt>
                <c:pt idx="4292">
                  <c:v>42901</c:v>
                </c:pt>
                <c:pt idx="4293">
                  <c:v>42902</c:v>
                </c:pt>
                <c:pt idx="4294">
                  <c:v>42905</c:v>
                </c:pt>
                <c:pt idx="4295">
                  <c:v>42906</c:v>
                </c:pt>
                <c:pt idx="4296">
                  <c:v>42907</c:v>
                </c:pt>
                <c:pt idx="4297">
                  <c:v>42908</c:v>
                </c:pt>
                <c:pt idx="4298">
                  <c:v>42909</c:v>
                </c:pt>
                <c:pt idx="4299">
                  <c:v>42912</c:v>
                </c:pt>
                <c:pt idx="4300">
                  <c:v>42913</c:v>
                </c:pt>
                <c:pt idx="4301">
                  <c:v>42914</c:v>
                </c:pt>
                <c:pt idx="4302">
                  <c:v>42915</c:v>
                </c:pt>
                <c:pt idx="4303">
                  <c:v>42916</c:v>
                </c:pt>
                <c:pt idx="4304">
                  <c:v>42919</c:v>
                </c:pt>
                <c:pt idx="4305">
                  <c:v>42920</c:v>
                </c:pt>
                <c:pt idx="4306">
                  <c:v>42921</c:v>
                </c:pt>
                <c:pt idx="4307">
                  <c:v>42922</c:v>
                </c:pt>
                <c:pt idx="4308">
                  <c:v>42923</c:v>
                </c:pt>
                <c:pt idx="4309">
                  <c:v>42926</c:v>
                </c:pt>
                <c:pt idx="4310">
                  <c:v>42927</c:v>
                </c:pt>
                <c:pt idx="4311">
                  <c:v>42928</c:v>
                </c:pt>
                <c:pt idx="4312">
                  <c:v>42929</c:v>
                </c:pt>
                <c:pt idx="4313">
                  <c:v>42930</c:v>
                </c:pt>
                <c:pt idx="4314">
                  <c:v>42933</c:v>
                </c:pt>
                <c:pt idx="4315">
                  <c:v>42934</c:v>
                </c:pt>
                <c:pt idx="4316">
                  <c:v>42935</c:v>
                </c:pt>
                <c:pt idx="4317">
                  <c:v>42936</c:v>
                </c:pt>
                <c:pt idx="4318">
                  <c:v>42937</c:v>
                </c:pt>
                <c:pt idx="4319">
                  <c:v>42940</c:v>
                </c:pt>
                <c:pt idx="4320">
                  <c:v>42941</c:v>
                </c:pt>
                <c:pt idx="4321">
                  <c:v>42942</c:v>
                </c:pt>
                <c:pt idx="4322">
                  <c:v>42943</c:v>
                </c:pt>
                <c:pt idx="4323">
                  <c:v>42944</c:v>
                </c:pt>
                <c:pt idx="4324">
                  <c:v>42947</c:v>
                </c:pt>
                <c:pt idx="4325">
                  <c:v>42948</c:v>
                </c:pt>
                <c:pt idx="4326">
                  <c:v>42949</c:v>
                </c:pt>
                <c:pt idx="4327">
                  <c:v>42950</c:v>
                </c:pt>
                <c:pt idx="4328">
                  <c:v>42951</c:v>
                </c:pt>
                <c:pt idx="4329">
                  <c:v>42954</c:v>
                </c:pt>
                <c:pt idx="4330">
                  <c:v>42955</c:v>
                </c:pt>
                <c:pt idx="4331">
                  <c:v>42956</c:v>
                </c:pt>
                <c:pt idx="4332">
                  <c:v>42957</c:v>
                </c:pt>
                <c:pt idx="4333">
                  <c:v>42958</c:v>
                </c:pt>
                <c:pt idx="4334">
                  <c:v>42961</c:v>
                </c:pt>
                <c:pt idx="4335">
                  <c:v>42962</c:v>
                </c:pt>
                <c:pt idx="4336">
                  <c:v>42963</c:v>
                </c:pt>
                <c:pt idx="4337">
                  <c:v>42964</c:v>
                </c:pt>
                <c:pt idx="4338">
                  <c:v>42965</c:v>
                </c:pt>
                <c:pt idx="4339">
                  <c:v>42968</c:v>
                </c:pt>
                <c:pt idx="4340">
                  <c:v>42969</c:v>
                </c:pt>
                <c:pt idx="4341">
                  <c:v>42970</c:v>
                </c:pt>
                <c:pt idx="4342">
                  <c:v>42971</c:v>
                </c:pt>
                <c:pt idx="4343">
                  <c:v>42972</c:v>
                </c:pt>
                <c:pt idx="4344">
                  <c:v>42975</c:v>
                </c:pt>
                <c:pt idx="4345">
                  <c:v>42976</c:v>
                </c:pt>
                <c:pt idx="4346">
                  <c:v>42977</c:v>
                </c:pt>
                <c:pt idx="4347">
                  <c:v>42978</c:v>
                </c:pt>
                <c:pt idx="4348">
                  <c:v>42979</c:v>
                </c:pt>
                <c:pt idx="4349">
                  <c:v>42982</c:v>
                </c:pt>
                <c:pt idx="4350">
                  <c:v>42983</c:v>
                </c:pt>
                <c:pt idx="4351">
                  <c:v>42984</c:v>
                </c:pt>
                <c:pt idx="4352">
                  <c:v>42985</c:v>
                </c:pt>
                <c:pt idx="4353">
                  <c:v>42986</c:v>
                </c:pt>
                <c:pt idx="4354">
                  <c:v>42989</c:v>
                </c:pt>
                <c:pt idx="4355">
                  <c:v>42990</c:v>
                </c:pt>
                <c:pt idx="4356">
                  <c:v>42991</c:v>
                </c:pt>
                <c:pt idx="4357">
                  <c:v>42992</c:v>
                </c:pt>
                <c:pt idx="4358">
                  <c:v>42993</c:v>
                </c:pt>
                <c:pt idx="4359">
                  <c:v>42996</c:v>
                </c:pt>
                <c:pt idx="4360">
                  <c:v>42997</c:v>
                </c:pt>
                <c:pt idx="4361">
                  <c:v>42998</c:v>
                </c:pt>
                <c:pt idx="4362">
                  <c:v>42999</c:v>
                </c:pt>
                <c:pt idx="4363">
                  <c:v>43000</c:v>
                </c:pt>
                <c:pt idx="4364">
                  <c:v>43003</c:v>
                </c:pt>
                <c:pt idx="4365">
                  <c:v>43004</c:v>
                </c:pt>
                <c:pt idx="4366">
                  <c:v>43005</c:v>
                </c:pt>
                <c:pt idx="4367">
                  <c:v>43006</c:v>
                </c:pt>
                <c:pt idx="4368">
                  <c:v>43007</c:v>
                </c:pt>
                <c:pt idx="4369">
                  <c:v>43010</c:v>
                </c:pt>
                <c:pt idx="4370">
                  <c:v>43011</c:v>
                </c:pt>
                <c:pt idx="4371">
                  <c:v>43012</c:v>
                </c:pt>
                <c:pt idx="4372">
                  <c:v>43013</c:v>
                </c:pt>
                <c:pt idx="4373">
                  <c:v>43014</c:v>
                </c:pt>
                <c:pt idx="4374">
                  <c:v>43017</c:v>
                </c:pt>
                <c:pt idx="4375">
                  <c:v>43018</c:v>
                </c:pt>
                <c:pt idx="4376">
                  <c:v>43019</c:v>
                </c:pt>
                <c:pt idx="4377">
                  <c:v>43020</c:v>
                </c:pt>
                <c:pt idx="4378">
                  <c:v>43021</c:v>
                </c:pt>
                <c:pt idx="4379">
                  <c:v>43024</c:v>
                </c:pt>
                <c:pt idx="4380">
                  <c:v>43025</c:v>
                </c:pt>
                <c:pt idx="4381">
                  <c:v>43026</c:v>
                </c:pt>
                <c:pt idx="4382">
                  <c:v>43027</c:v>
                </c:pt>
                <c:pt idx="4383">
                  <c:v>43028</c:v>
                </c:pt>
                <c:pt idx="4384">
                  <c:v>43031</c:v>
                </c:pt>
                <c:pt idx="4385">
                  <c:v>43032</c:v>
                </c:pt>
                <c:pt idx="4386">
                  <c:v>43033</c:v>
                </c:pt>
                <c:pt idx="4387">
                  <c:v>43034</c:v>
                </c:pt>
                <c:pt idx="4388">
                  <c:v>43035</c:v>
                </c:pt>
                <c:pt idx="4389">
                  <c:v>43038</c:v>
                </c:pt>
                <c:pt idx="4390">
                  <c:v>43039</c:v>
                </c:pt>
                <c:pt idx="4391">
                  <c:v>43040</c:v>
                </c:pt>
                <c:pt idx="4392">
                  <c:v>43041</c:v>
                </c:pt>
                <c:pt idx="4393">
                  <c:v>43042</c:v>
                </c:pt>
                <c:pt idx="4394">
                  <c:v>43045</c:v>
                </c:pt>
                <c:pt idx="4395">
                  <c:v>43046</c:v>
                </c:pt>
                <c:pt idx="4396">
                  <c:v>43047</c:v>
                </c:pt>
                <c:pt idx="4397">
                  <c:v>43048</c:v>
                </c:pt>
                <c:pt idx="4398">
                  <c:v>43049</c:v>
                </c:pt>
                <c:pt idx="4399">
                  <c:v>43052</c:v>
                </c:pt>
                <c:pt idx="4400">
                  <c:v>43053</c:v>
                </c:pt>
                <c:pt idx="4401">
                  <c:v>43054</c:v>
                </c:pt>
                <c:pt idx="4402">
                  <c:v>43055</c:v>
                </c:pt>
                <c:pt idx="4403">
                  <c:v>43056</c:v>
                </c:pt>
                <c:pt idx="4404">
                  <c:v>43059</c:v>
                </c:pt>
                <c:pt idx="4405">
                  <c:v>43060</c:v>
                </c:pt>
                <c:pt idx="4406">
                  <c:v>43061</c:v>
                </c:pt>
                <c:pt idx="4407">
                  <c:v>43062</c:v>
                </c:pt>
                <c:pt idx="4408">
                  <c:v>43063</c:v>
                </c:pt>
                <c:pt idx="4409">
                  <c:v>43066</c:v>
                </c:pt>
                <c:pt idx="4410">
                  <c:v>43067</c:v>
                </c:pt>
                <c:pt idx="4411">
                  <c:v>43068</c:v>
                </c:pt>
                <c:pt idx="4412">
                  <c:v>43069</c:v>
                </c:pt>
                <c:pt idx="4413">
                  <c:v>43070</c:v>
                </c:pt>
                <c:pt idx="4414">
                  <c:v>43073</c:v>
                </c:pt>
                <c:pt idx="4415">
                  <c:v>43074</c:v>
                </c:pt>
                <c:pt idx="4416">
                  <c:v>43075</c:v>
                </c:pt>
                <c:pt idx="4417">
                  <c:v>43076</c:v>
                </c:pt>
                <c:pt idx="4418">
                  <c:v>43077</c:v>
                </c:pt>
                <c:pt idx="4419">
                  <c:v>43080</c:v>
                </c:pt>
                <c:pt idx="4420">
                  <c:v>43081</c:v>
                </c:pt>
                <c:pt idx="4421">
                  <c:v>43082</c:v>
                </c:pt>
                <c:pt idx="4422">
                  <c:v>43083</c:v>
                </c:pt>
                <c:pt idx="4423">
                  <c:v>43084</c:v>
                </c:pt>
                <c:pt idx="4424">
                  <c:v>43087</c:v>
                </c:pt>
                <c:pt idx="4425">
                  <c:v>43088</c:v>
                </c:pt>
                <c:pt idx="4426">
                  <c:v>43089</c:v>
                </c:pt>
                <c:pt idx="4427">
                  <c:v>43090</c:v>
                </c:pt>
                <c:pt idx="4428">
                  <c:v>43091</c:v>
                </c:pt>
                <c:pt idx="4429">
                  <c:v>43094</c:v>
                </c:pt>
                <c:pt idx="4430">
                  <c:v>43095</c:v>
                </c:pt>
                <c:pt idx="4431">
                  <c:v>43096</c:v>
                </c:pt>
                <c:pt idx="4432">
                  <c:v>43097</c:v>
                </c:pt>
                <c:pt idx="4433">
                  <c:v>43098</c:v>
                </c:pt>
                <c:pt idx="4434">
                  <c:v>43101</c:v>
                </c:pt>
                <c:pt idx="4435">
                  <c:v>43102</c:v>
                </c:pt>
                <c:pt idx="4436">
                  <c:v>43103</c:v>
                </c:pt>
                <c:pt idx="4437">
                  <c:v>43104</c:v>
                </c:pt>
                <c:pt idx="4438">
                  <c:v>43105</c:v>
                </c:pt>
                <c:pt idx="4439">
                  <c:v>43108</c:v>
                </c:pt>
                <c:pt idx="4440">
                  <c:v>43109</c:v>
                </c:pt>
                <c:pt idx="4441">
                  <c:v>43110</c:v>
                </c:pt>
                <c:pt idx="4442">
                  <c:v>43111</c:v>
                </c:pt>
                <c:pt idx="4443">
                  <c:v>43112</c:v>
                </c:pt>
                <c:pt idx="4444">
                  <c:v>43115</c:v>
                </c:pt>
                <c:pt idx="4445">
                  <c:v>43116</c:v>
                </c:pt>
                <c:pt idx="4446">
                  <c:v>43117</c:v>
                </c:pt>
                <c:pt idx="4447">
                  <c:v>43118</c:v>
                </c:pt>
                <c:pt idx="4448">
                  <c:v>43119</c:v>
                </c:pt>
                <c:pt idx="4449">
                  <c:v>43122</c:v>
                </c:pt>
                <c:pt idx="4450">
                  <c:v>43123</c:v>
                </c:pt>
                <c:pt idx="4451">
                  <c:v>43124</c:v>
                </c:pt>
                <c:pt idx="4452">
                  <c:v>43125</c:v>
                </c:pt>
                <c:pt idx="4453">
                  <c:v>43126</c:v>
                </c:pt>
                <c:pt idx="4454">
                  <c:v>43129</c:v>
                </c:pt>
                <c:pt idx="4455">
                  <c:v>43130</c:v>
                </c:pt>
                <c:pt idx="4456">
                  <c:v>43131</c:v>
                </c:pt>
                <c:pt idx="4457">
                  <c:v>43132</c:v>
                </c:pt>
                <c:pt idx="4458">
                  <c:v>43133</c:v>
                </c:pt>
                <c:pt idx="4459">
                  <c:v>43136</c:v>
                </c:pt>
                <c:pt idx="4460">
                  <c:v>43137</c:v>
                </c:pt>
                <c:pt idx="4461">
                  <c:v>43138</c:v>
                </c:pt>
                <c:pt idx="4462">
                  <c:v>43139</c:v>
                </c:pt>
                <c:pt idx="4463">
                  <c:v>43140</c:v>
                </c:pt>
                <c:pt idx="4464">
                  <c:v>43143</c:v>
                </c:pt>
                <c:pt idx="4465">
                  <c:v>43144</c:v>
                </c:pt>
                <c:pt idx="4466">
                  <c:v>43145</c:v>
                </c:pt>
                <c:pt idx="4467">
                  <c:v>43146</c:v>
                </c:pt>
                <c:pt idx="4468">
                  <c:v>43147</c:v>
                </c:pt>
                <c:pt idx="4469">
                  <c:v>43150</c:v>
                </c:pt>
                <c:pt idx="4470">
                  <c:v>43151</c:v>
                </c:pt>
                <c:pt idx="4471">
                  <c:v>43152</c:v>
                </c:pt>
                <c:pt idx="4472">
                  <c:v>43153</c:v>
                </c:pt>
                <c:pt idx="4473">
                  <c:v>43154</c:v>
                </c:pt>
                <c:pt idx="4474">
                  <c:v>43157</c:v>
                </c:pt>
                <c:pt idx="4475">
                  <c:v>43158</c:v>
                </c:pt>
                <c:pt idx="4476">
                  <c:v>43159</c:v>
                </c:pt>
                <c:pt idx="4477">
                  <c:v>43160</c:v>
                </c:pt>
                <c:pt idx="4478">
                  <c:v>43161</c:v>
                </c:pt>
                <c:pt idx="4479">
                  <c:v>43164</c:v>
                </c:pt>
                <c:pt idx="4480">
                  <c:v>43165</c:v>
                </c:pt>
                <c:pt idx="4481">
                  <c:v>43166</c:v>
                </c:pt>
                <c:pt idx="4482">
                  <c:v>43167</c:v>
                </c:pt>
                <c:pt idx="4483">
                  <c:v>43168</c:v>
                </c:pt>
                <c:pt idx="4484">
                  <c:v>43171</c:v>
                </c:pt>
                <c:pt idx="4485">
                  <c:v>43172</c:v>
                </c:pt>
                <c:pt idx="4486">
                  <c:v>43173</c:v>
                </c:pt>
                <c:pt idx="4487">
                  <c:v>43174</c:v>
                </c:pt>
                <c:pt idx="4488">
                  <c:v>43175</c:v>
                </c:pt>
                <c:pt idx="4489">
                  <c:v>43178</c:v>
                </c:pt>
                <c:pt idx="4490">
                  <c:v>43179</c:v>
                </c:pt>
                <c:pt idx="4491">
                  <c:v>43180</c:v>
                </c:pt>
                <c:pt idx="4492">
                  <c:v>43181</c:v>
                </c:pt>
                <c:pt idx="4493">
                  <c:v>43182</c:v>
                </c:pt>
                <c:pt idx="4494">
                  <c:v>43185</c:v>
                </c:pt>
                <c:pt idx="4495">
                  <c:v>43186</c:v>
                </c:pt>
                <c:pt idx="4496">
                  <c:v>43187</c:v>
                </c:pt>
                <c:pt idx="4497">
                  <c:v>43188</c:v>
                </c:pt>
                <c:pt idx="4498">
                  <c:v>43189</c:v>
                </c:pt>
                <c:pt idx="4499">
                  <c:v>43192</c:v>
                </c:pt>
                <c:pt idx="4500">
                  <c:v>43193</c:v>
                </c:pt>
                <c:pt idx="4501">
                  <c:v>43194</c:v>
                </c:pt>
                <c:pt idx="4502">
                  <c:v>43195</c:v>
                </c:pt>
                <c:pt idx="4503">
                  <c:v>43196</c:v>
                </c:pt>
                <c:pt idx="4504">
                  <c:v>43199</c:v>
                </c:pt>
                <c:pt idx="4505">
                  <c:v>43200</c:v>
                </c:pt>
                <c:pt idx="4506">
                  <c:v>43201</c:v>
                </c:pt>
                <c:pt idx="4507">
                  <c:v>43202</c:v>
                </c:pt>
                <c:pt idx="4508">
                  <c:v>43203</c:v>
                </c:pt>
                <c:pt idx="4509">
                  <c:v>43206</c:v>
                </c:pt>
                <c:pt idx="4510">
                  <c:v>43207</c:v>
                </c:pt>
                <c:pt idx="4511">
                  <c:v>43208</c:v>
                </c:pt>
                <c:pt idx="4512">
                  <c:v>43209</c:v>
                </c:pt>
                <c:pt idx="4513">
                  <c:v>43210</c:v>
                </c:pt>
                <c:pt idx="4514">
                  <c:v>43213</c:v>
                </c:pt>
                <c:pt idx="4515">
                  <c:v>43214</c:v>
                </c:pt>
                <c:pt idx="4516">
                  <c:v>43215</c:v>
                </c:pt>
                <c:pt idx="4517">
                  <c:v>43216</c:v>
                </c:pt>
                <c:pt idx="4518">
                  <c:v>43217</c:v>
                </c:pt>
                <c:pt idx="4519">
                  <c:v>43220</c:v>
                </c:pt>
                <c:pt idx="4520">
                  <c:v>43221</c:v>
                </c:pt>
                <c:pt idx="4521">
                  <c:v>43222</c:v>
                </c:pt>
                <c:pt idx="4522">
                  <c:v>43223</c:v>
                </c:pt>
                <c:pt idx="4523">
                  <c:v>43224</c:v>
                </c:pt>
                <c:pt idx="4524">
                  <c:v>43227</c:v>
                </c:pt>
                <c:pt idx="4525">
                  <c:v>43228</c:v>
                </c:pt>
                <c:pt idx="4526">
                  <c:v>43229</c:v>
                </c:pt>
                <c:pt idx="4527">
                  <c:v>43230</c:v>
                </c:pt>
                <c:pt idx="4528">
                  <c:v>43231</c:v>
                </c:pt>
                <c:pt idx="4529">
                  <c:v>43234</c:v>
                </c:pt>
                <c:pt idx="4530">
                  <c:v>43235</c:v>
                </c:pt>
                <c:pt idx="4531">
                  <c:v>43236</c:v>
                </c:pt>
                <c:pt idx="4532">
                  <c:v>43237</c:v>
                </c:pt>
                <c:pt idx="4533">
                  <c:v>43238</c:v>
                </c:pt>
                <c:pt idx="4534">
                  <c:v>43241</c:v>
                </c:pt>
                <c:pt idx="4535">
                  <c:v>43242</c:v>
                </c:pt>
                <c:pt idx="4536">
                  <c:v>43243</c:v>
                </c:pt>
                <c:pt idx="4537">
                  <c:v>43244</c:v>
                </c:pt>
                <c:pt idx="4538">
                  <c:v>43245</c:v>
                </c:pt>
                <c:pt idx="4539">
                  <c:v>43248</c:v>
                </c:pt>
                <c:pt idx="4540">
                  <c:v>43249</c:v>
                </c:pt>
                <c:pt idx="4541">
                  <c:v>43250</c:v>
                </c:pt>
                <c:pt idx="4542">
                  <c:v>43251</c:v>
                </c:pt>
                <c:pt idx="4543">
                  <c:v>43252</c:v>
                </c:pt>
                <c:pt idx="4544">
                  <c:v>43255</c:v>
                </c:pt>
                <c:pt idx="4545">
                  <c:v>43256</c:v>
                </c:pt>
                <c:pt idx="4546">
                  <c:v>43257</c:v>
                </c:pt>
                <c:pt idx="4547">
                  <c:v>43258</c:v>
                </c:pt>
                <c:pt idx="4548">
                  <c:v>43259</c:v>
                </c:pt>
                <c:pt idx="4549">
                  <c:v>43262</c:v>
                </c:pt>
                <c:pt idx="4550">
                  <c:v>43263</c:v>
                </c:pt>
                <c:pt idx="4551">
                  <c:v>43264</c:v>
                </c:pt>
                <c:pt idx="4552">
                  <c:v>43265</c:v>
                </c:pt>
                <c:pt idx="4553">
                  <c:v>43266</c:v>
                </c:pt>
                <c:pt idx="4554">
                  <c:v>43269</c:v>
                </c:pt>
                <c:pt idx="4555">
                  <c:v>43270</c:v>
                </c:pt>
                <c:pt idx="4556">
                  <c:v>43271</c:v>
                </c:pt>
                <c:pt idx="4557">
                  <c:v>43272</c:v>
                </c:pt>
                <c:pt idx="4558">
                  <c:v>43273</c:v>
                </c:pt>
                <c:pt idx="4559">
                  <c:v>43276</c:v>
                </c:pt>
                <c:pt idx="4560">
                  <c:v>43277</c:v>
                </c:pt>
                <c:pt idx="4561">
                  <c:v>43278</c:v>
                </c:pt>
                <c:pt idx="4562">
                  <c:v>43279</c:v>
                </c:pt>
                <c:pt idx="4563">
                  <c:v>43280</c:v>
                </c:pt>
                <c:pt idx="4564">
                  <c:v>43283</c:v>
                </c:pt>
                <c:pt idx="4565">
                  <c:v>43284</c:v>
                </c:pt>
                <c:pt idx="4566">
                  <c:v>43285</c:v>
                </c:pt>
                <c:pt idx="4567">
                  <c:v>43286</c:v>
                </c:pt>
                <c:pt idx="4568">
                  <c:v>43287</c:v>
                </c:pt>
                <c:pt idx="4569">
                  <c:v>43290</c:v>
                </c:pt>
                <c:pt idx="4570">
                  <c:v>43291</c:v>
                </c:pt>
                <c:pt idx="4571">
                  <c:v>43292</c:v>
                </c:pt>
                <c:pt idx="4572">
                  <c:v>43293</c:v>
                </c:pt>
                <c:pt idx="4573">
                  <c:v>43294</c:v>
                </c:pt>
                <c:pt idx="4574">
                  <c:v>43297</c:v>
                </c:pt>
                <c:pt idx="4575">
                  <c:v>43298</c:v>
                </c:pt>
                <c:pt idx="4576">
                  <c:v>43299</c:v>
                </c:pt>
                <c:pt idx="4577">
                  <c:v>43300</c:v>
                </c:pt>
                <c:pt idx="4578">
                  <c:v>43301</c:v>
                </c:pt>
                <c:pt idx="4579">
                  <c:v>43304</c:v>
                </c:pt>
                <c:pt idx="4580">
                  <c:v>43305</c:v>
                </c:pt>
                <c:pt idx="4581">
                  <c:v>43306</c:v>
                </c:pt>
                <c:pt idx="4582">
                  <c:v>43307</c:v>
                </c:pt>
                <c:pt idx="4583">
                  <c:v>43308</c:v>
                </c:pt>
                <c:pt idx="4584">
                  <c:v>43311</c:v>
                </c:pt>
                <c:pt idx="4585">
                  <c:v>43312</c:v>
                </c:pt>
                <c:pt idx="4586">
                  <c:v>43313</c:v>
                </c:pt>
                <c:pt idx="4587">
                  <c:v>43314</c:v>
                </c:pt>
                <c:pt idx="4588">
                  <c:v>43315</c:v>
                </c:pt>
                <c:pt idx="4589">
                  <c:v>43318</c:v>
                </c:pt>
                <c:pt idx="4590">
                  <c:v>43319</c:v>
                </c:pt>
                <c:pt idx="4591">
                  <c:v>43320</c:v>
                </c:pt>
                <c:pt idx="4592">
                  <c:v>43321</c:v>
                </c:pt>
                <c:pt idx="4593">
                  <c:v>43322</c:v>
                </c:pt>
                <c:pt idx="4594">
                  <c:v>43325</c:v>
                </c:pt>
                <c:pt idx="4595">
                  <c:v>43326</c:v>
                </c:pt>
                <c:pt idx="4596">
                  <c:v>43327</c:v>
                </c:pt>
                <c:pt idx="4597">
                  <c:v>43328</c:v>
                </c:pt>
                <c:pt idx="4598">
                  <c:v>43329</c:v>
                </c:pt>
                <c:pt idx="4599">
                  <c:v>43332</c:v>
                </c:pt>
                <c:pt idx="4600">
                  <c:v>43333</c:v>
                </c:pt>
                <c:pt idx="4601">
                  <c:v>43334</c:v>
                </c:pt>
                <c:pt idx="4602">
                  <c:v>43335</c:v>
                </c:pt>
                <c:pt idx="4603">
                  <c:v>43336</c:v>
                </c:pt>
                <c:pt idx="4604">
                  <c:v>43339</c:v>
                </c:pt>
                <c:pt idx="4605">
                  <c:v>43340</c:v>
                </c:pt>
                <c:pt idx="4606">
                  <c:v>43341</c:v>
                </c:pt>
                <c:pt idx="4607">
                  <c:v>43342</c:v>
                </c:pt>
                <c:pt idx="4608">
                  <c:v>43343</c:v>
                </c:pt>
                <c:pt idx="4609">
                  <c:v>43346</c:v>
                </c:pt>
                <c:pt idx="4610">
                  <c:v>43347</c:v>
                </c:pt>
                <c:pt idx="4611">
                  <c:v>43348</c:v>
                </c:pt>
                <c:pt idx="4612">
                  <c:v>43349</c:v>
                </c:pt>
                <c:pt idx="4613">
                  <c:v>43350</c:v>
                </c:pt>
                <c:pt idx="4614">
                  <c:v>43353</c:v>
                </c:pt>
                <c:pt idx="4615">
                  <c:v>43354</c:v>
                </c:pt>
                <c:pt idx="4616">
                  <c:v>43355</c:v>
                </c:pt>
                <c:pt idx="4617">
                  <c:v>43356</c:v>
                </c:pt>
                <c:pt idx="4618">
                  <c:v>43357</c:v>
                </c:pt>
                <c:pt idx="4619">
                  <c:v>43360</c:v>
                </c:pt>
                <c:pt idx="4620">
                  <c:v>43361</c:v>
                </c:pt>
                <c:pt idx="4621">
                  <c:v>43362</c:v>
                </c:pt>
                <c:pt idx="4622">
                  <c:v>43363</c:v>
                </c:pt>
                <c:pt idx="4623">
                  <c:v>43364</c:v>
                </c:pt>
                <c:pt idx="4624">
                  <c:v>43367</c:v>
                </c:pt>
                <c:pt idx="4625">
                  <c:v>43368</c:v>
                </c:pt>
                <c:pt idx="4626">
                  <c:v>43369</c:v>
                </c:pt>
                <c:pt idx="4627">
                  <c:v>43370</c:v>
                </c:pt>
                <c:pt idx="4628">
                  <c:v>43371</c:v>
                </c:pt>
                <c:pt idx="4629">
                  <c:v>43374</c:v>
                </c:pt>
                <c:pt idx="4630">
                  <c:v>43375</c:v>
                </c:pt>
                <c:pt idx="4631">
                  <c:v>43376</c:v>
                </c:pt>
                <c:pt idx="4632">
                  <c:v>43377</c:v>
                </c:pt>
                <c:pt idx="4633">
                  <c:v>43378</c:v>
                </c:pt>
                <c:pt idx="4634">
                  <c:v>43381</c:v>
                </c:pt>
                <c:pt idx="4635">
                  <c:v>43382</c:v>
                </c:pt>
                <c:pt idx="4636">
                  <c:v>43383</c:v>
                </c:pt>
                <c:pt idx="4637">
                  <c:v>43384</c:v>
                </c:pt>
                <c:pt idx="4638">
                  <c:v>43385</c:v>
                </c:pt>
                <c:pt idx="4639">
                  <c:v>43388</c:v>
                </c:pt>
                <c:pt idx="4640">
                  <c:v>43389</c:v>
                </c:pt>
                <c:pt idx="4641">
                  <c:v>43390</c:v>
                </c:pt>
                <c:pt idx="4642">
                  <c:v>43391</c:v>
                </c:pt>
                <c:pt idx="4643">
                  <c:v>43392</c:v>
                </c:pt>
                <c:pt idx="4644">
                  <c:v>43395</c:v>
                </c:pt>
                <c:pt idx="4645">
                  <c:v>43396</c:v>
                </c:pt>
                <c:pt idx="4646">
                  <c:v>43397</c:v>
                </c:pt>
                <c:pt idx="4647">
                  <c:v>43398</c:v>
                </c:pt>
                <c:pt idx="4648">
                  <c:v>43399</c:v>
                </c:pt>
                <c:pt idx="4649">
                  <c:v>43402</c:v>
                </c:pt>
                <c:pt idx="4650">
                  <c:v>43403</c:v>
                </c:pt>
                <c:pt idx="4651">
                  <c:v>43404</c:v>
                </c:pt>
                <c:pt idx="4652">
                  <c:v>43405</c:v>
                </c:pt>
                <c:pt idx="4653">
                  <c:v>43406</c:v>
                </c:pt>
                <c:pt idx="4654">
                  <c:v>43409</c:v>
                </c:pt>
                <c:pt idx="4655">
                  <c:v>43410</c:v>
                </c:pt>
                <c:pt idx="4656">
                  <c:v>43411</c:v>
                </c:pt>
                <c:pt idx="4657">
                  <c:v>43412</c:v>
                </c:pt>
                <c:pt idx="4658">
                  <c:v>43413</c:v>
                </c:pt>
                <c:pt idx="4659">
                  <c:v>43416</c:v>
                </c:pt>
                <c:pt idx="4660">
                  <c:v>43417</c:v>
                </c:pt>
                <c:pt idx="4661">
                  <c:v>43418</c:v>
                </c:pt>
                <c:pt idx="4662">
                  <c:v>43419</c:v>
                </c:pt>
                <c:pt idx="4663">
                  <c:v>43420</c:v>
                </c:pt>
                <c:pt idx="4664">
                  <c:v>43423</c:v>
                </c:pt>
                <c:pt idx="4665">
                  <c:v>43424</c:v>
                </c:pt>
                <c:pt idx="4666">
                  <c:v>43425</c:v>
                </c:pt>
                <c:pt idx="4667">
                  <c:v>43426</c:v>
                </c:pt>
                <c:pt idx="4668">
                  <c:v>43427</c:v>
                </c:pt>
                <c:pt idx="4669">
                  <c:v>43430</c:v>
                </c:pt>
                <c:pt idx="4670">
                  <c:v>43431</c:v>
                </c:pt>
                <c:pt idx="4671">
                  <c:v>43432</c:v>
                </c:pt>
                <c:pt idx="4672">
                  <c:v>43433</c:v>
                </c:pt>
                <c:pt idx="4673">
                  <c:v>43434</c:v>
                </c:pt>
                <c:pt idx="4674">
                  <c:v>43437</c:v>
                </c:pt>
                <c:pt idx="4675">
                  <c:v>43438</c:v>
                </c:pt>
                <c:pt idx="4676">
                  <c:v>43439</c:v>
                </c:pt>
                <c:pt idx="4677">
                  <c:v>43440</c:v>
                </c:pt>
                <c:pt idx="4678">
                  <c:v>43441</c:v>
                </c:pt>
                <c:pt idx="4679">
                  <c:v>43444</c:v>
                </c:pt>
                <c:pt idx="4680">
                  <c:v>43445</c:v>
                </c:pt>
                <c:pt idx="4681">
                  <c:v>43446</c:v>
                </c:pt>
                <c:pt idx="4682">
                  <c:v>43447</c:v>
                </c:pt>
                <c:pt idx="4683">
                  <c:v>43448</c:v>
                </c:pt>
                <c:pt idx="4684">
                  <c:v>43451</c:v>
                </c:pt>
                <c:pt idx="4685">
                  <c:v>43452</c:v>
                </c:pt>
                <c:pt idx="4686">
                  <c:v>43453</c:v>
                </c:pt>
                <c:pt idx="4687">
                  <c:v>43454</c:v>
                </c:pt>
                <c:pt idx="4688">
                  <c:v>43455</c:v>
                </c:pt>
                <c:pt idx="4689">
                  <c:v>43458</c:v>
                </c:pt>
                <c:pt idx="4690">
                  <c:v>43459</c:v>
                </c:pt>
                <c:pt idx="4691">
                  <c:v>43460</c:v>
                </c:pt>
                <c:pt idx="4692">
                  <c:v>43461</c:v>
                </c:pt>
                <c:pt idx="4693">
                  <c:v>43462</c:v>
                </c:pt>
                <c:pt idx="4694">
                  <c:v>43465</c:v>
                </c:pt>
                <c:pt idx="4695">
                  <c:v>43466</c:v>
                </c:pt>
                <c:pt idx="4696">
                  <c:v>43467</c:v>
                </c:pt>
                <c:pt idx="4697">
                  <c:v>43468</c:v>
                </c:pt>
                <c:pt idx="4698">
                  <c:v>43469</c:v>
                </c:pt>
                <c:pt idx="4699">
                  <c:v>43472</c:v>
                </c:pt>
                <c:pt idx="4700">
                  <c:v>43473</c:v>
                </c:pt>
                <c:pt idx="4701">
                  <c:v>43474</c:v>
                </c:pt>
                <c:pt idx="4702">
                  <c:v>43475</c:v>
                </c:pt>
                <c:pt idx="4703">
                  <c:v>43476</c:v>
                </c:pt>
                <c:pt idx="4704">
                  <c:v>43479</c:v>
                </c:pt>
                <c:pt idx="4705">
                  <c:v>43480</c:v>
                </c:pt>
                <c:pt idx="4706">
                  <c:v>43481</c:v>
                </c:pt>
                <c:pt idx="4707">
                  <c:v>43482</c:v>
                </c:pt>
                <c:pt idx="4708">
                  <c:v>43483</c:v>
                </c:pt>
                <c:pt idx="4709">
                  <c:v>43486</c:v>
                </c:pt>
                <c:pt idx="4710">
                  <c:v>43487</c:v>
                </c:pt>
                <c:pt idx="4711">
                  <c:v>43488</c:v>
                </c:pt>
                <c:pt idx="4712">
                  <c:v>43489</c:v>
                </c:pt>
                <c:pt idx="4713">
                  <c:v>43490</c:v>
                </c:pt>
                <c:pt idx="4714">
                  <c:v>43493</c:v>
                </c:pt>
                <c:pt idx="4715">
                  <c:v>43494</c:v>
                </c:pt>
                <c:pt idx="4716">
                  <c:v>43495</c:v>
                </c:pt>
                <c:pt idx="4717">
                  <c:v>43496</c:v>
                </c:pt>
                <c:pt idx="4718">
                  <c:v>43497</c:v>
                </c:pt>
                <c:pt idx="4719">
                  <c:v>43500</c:v>
                </c:pt>
                <c:pt idx="4720">
                  <c:v>43501</c:v>
                </c:pt>
                <c:pt idx="4721">
                  <c:v>43502</c:v>
                </c:pt>
                <c:pt idx="4722">
                  <c:v>43503</c:v>
                </c:pt>
                <c:pt idx="4723">
                  <c:v>43504</c:v>
                </c:pt>
                <c:pt idx="4724">
                  <c:v>43507</c:v>
                </c:pt>
                <c:pt idx="4725">
                  <c:v>43508</c:v>
                </c:pt>
                <c:pt idx="4726">
                  <c:v>43509</c:v>
                </c:pt>
                <c:pt idx="4727">
                  <c:v>43510</c:v>
                </c:pt>
                <c:pt idx="4728">
                  <c:v>43511</c:v>
                </c:pt>
                <c:pt idx="4729">
                  <c:v>43514</c:v>
                </c:pt>
                <c:pt idx="4730">
                  <c:v>43515</c:v>
                </c:pt>
                <c:pt idx="4731">
                  <c:v>43516</c:v>
                </c:pt>
                <c:pt idx="4732">
                  <c:v>43517</c:v>
                </c:pt>
                <c:pt idx="4733">
                  <c:v>43518</c:v>
                </c:pt>
                <c:pt idx="4734">
                  <c:v>43521</c:v>
                </c:pt>
                <c:pt idx="4735">
                  <c:v>43522</c:v>
                </c:pt>
                <c:pt idx="4736">
                  <c:v>43523</c:v>
                </c:pt>
                <c:pt idx="4737">
                  <c:v>43524</c:v>
                </c:pt>
                <c:pt idx="4738">
                  <c:v>43525</c:v>
                </c:pt>
                <c:pt idx="4739">
                  <c:v>43528</c:v>
                </c:pt>
                <c:pt idx="4740">
                  <c:v>43529</c:v>
                </c:pt>
                <c:pt idx="4741">
                  <c:v>43530</c:v>
                </c:pt>
                <c:pt idx="4742">
                  <c:v>43531</c:v>
                </c:pt>
                <c:pt idx="4743">
                  <c:v>43532</c:v>
                </c:pt>
                <c:pt idx="4744">
                  <c:v>43535</c:v>
                </c:pt>
                <c:pt idx="4745">
                  <c:v>43536</c:v>
                </c:pt>
                <c:pt idx="4746">
                  <c:v>43537</c:v>
                </c:pt>
                <c:pt idx="4747">
                  <c:v>43538</c:v>
                </c:pt>
                <c:pt idx="4748">
                  <c:v>43539</c:v>
                </c:pt>
                <c:pt idx="4749">
                  <c:v>43542</c:v>
                </c:pt>
                <c:pt idx="4750">
                  <c:v>43543</c:v>
                </c:pt>
                <c:pt idx="4751">
                  <c:v>43544</c:v>
                </c:pt>
                <c:pt idx="4752">
                  <c:v>43545</c:v>
                </c:pt>
                <c:pt idx="4753">
                  <c:v>43546</c:v>
                </c:pt>
                <c:pt idx="4754">
                  <c:v>43549</c:v>
                </c:pt>
                <c:pt idx="4755">
                  <c:v>43550</c:v>
                </c:pt>
                <c:pt idx="4756">
                  <c:v>43551</c:v>
                </c:pt>
                <c:pt idx="4757">
                  <c:v>43552</c:v>
                </c:pt>
                <c:pt idx="4758">
                  <c:v>43553</c:v>
                </c:pt>
                <c:pt idx="4759">
                  <c:v>43556</c:v>
                </c:pt>
                <c:pt idx="4760">
                  <c:v>43557</c:v>
                </c:pt>
                <c:pt idx="4761">
                  <c:v>43558</c:v>
                </c:pt>
                <c:pt idx="4762">
                  <c:v>43559</c:v>
                </c:pt>
                <c:pt idx="4763">
                  <c:v>43560</c:v>
                </c:pt>
                <c:pt idx="4764">
                  <c:v>43563</c:v>
                </c:pt>
                <c:pt idx="4765">
                  <c:v>43564</c:v>
                </c:pt>
                <c:pt idx="4766">
                  <c:v>43565</c:v>
                </c:pt>
                <c:pt idx="4767">
                  <c:v>43566</c:v>
                </c:pt>
                <c:pt idx="4768">
                  <c:v>43567</c:v>
                </c:pt>
                <c:pt idx="4769">
                  <c:v>43570</c:v>
                </c:pt>
                <c:pt idx="4770">
                  <c:v>43571</c:v>
                </c:pt>
                <c:pt idx="4771">
                  <c:v>43572</c:v>
                </c:pt>
                <c:pt idx="4772">
                  <c:v>43573</c:v>
                </c:pt>
                <c:pt idx="4773">
                  <c:v>43574</c:v>
                </c:pt>
                <c:pt idx="4774">
                  <c:v>43577</c:v>
                </c:pt>
                <c:pt idx="4775">
                  <c:v>43578</c:v>
                </c:pt>
                <c:pt idx="4776">
                  <c:v>43579</c:v>
                </c:pt>
                <c:pt idx="4777">
                  <c:v>43580</c:v>
                </c:pt>
                <c:pt idx="4778">
                  <c:v>43581</c:v>
                </c:pt>
                <c:pt idx="4779">
                  <c:v>43584</c:v>
                </c:pt>
                <c:pt idx="4780">
                  <c:v>43585</c:v>
                </c:pt>
                <c:pt idx="4781">
                  <c:v>43586</c:v>
                </c:pt>
                <c:pt idx="4782">
                  <c:v>43587</c:v>
                </c:pt>
                <c:pt idx="4783">
                  <c:v>43588</c:v>
                </c:pt>
                <c:pt idx="4784">
                  <c:v>43591</c:v>
                </c:pt>
                <c:pt idx="4785">
                  <c:v>43592</c:v>
                </c:pt>
                <c:pt idx="4786">
                  <c:v>43593</c:v>
                </c:pt>
                <c:pt idx="4787">
                  <c:v>43594</c:v>
                </c:pt>
                <c:pt idx="4788">
                  <c:v>43595</c:v>
                </c:pt>
                <c:pt idx="4789">
                  <c:v>43598</c:v>
                </c:pt>
                <c:pt idx="4790">
                  <c:v>43599</c:v>
                </c:pt>
                <c:pt idx="4791">
                  <c:v>43600</c:v>
                </c:pt>
                <c:pt idx="4792">
                  <c:v>43601</c:v>
                </c:pt>
                <c:pt idx="4793">
                  <c:v>43602</c:v>
                </c:pt>
                <c:pt idx="4794">
                  <c:v>43605</c:v>
                </c:pt>
                <c:pt idx="4795">
                  <c:v>43606</c:v>
                </c:pt>
                <c:pt idx="4796">
                  <c:v>43607</c:v>
                </c:pt>
                <c:pt idx="4797">
                  <c:v>43608</c:v>
                </c:pt>
                <c:pt idx="4798">
                  <c:v>43609</c:v>
                </c:pt>
                <c:pt idx="4799">
                  <c:v>43612</c:v>
                </c:pt>
                <c:pt idx="4800">
                  <c:v>43613</c:v>
                </c:pt>
                <c:pt idx="4801">
                  <c:v>43614</c:v>
                </c:pt>
                <c:pt idx="4802">
                  <c:v>43615</c:v>
                </c:pt>
                <c:pt idx="4803">
                  <c:v>43616</c:v>
                </c:pt>
                <c:pt idx="4804">
                  <c:v>43619</c:v>
                </c:pt>
                <c:pt idx="4805">
                  <c:v>43620</c:v>
                </c:pt>
                <c:pt idx="4806">
                  <c:v>43621</c:v>
                </c:pt>
                <c:pt idx="4807">
                  <c:v>43622</c:v>
                </c:pt>
                <c:pt idx="4808">
                  <c:v>43623</c:v>
                </c:pt>
                <c:pt idx="4809">
                  <c:v>43626</c:v>
                </c:pt>
                <c:pt idx="4810">
                  <c:v>43627</c:v>
                </c:pt>
                <c:pt idx="4811">
                  <c:v>43628</c:v>
                </c:pt>
                <c:pt idx="4812">
                  <c:v>43629</c:v>
                </c:pt>
                <c:pt idx="4813">
                  <c:v>43630</c:v>
                </c:pt>
                <c:pt idx="4814">
                  <c:v>43633</c:v>
                </c:pt>
                <c:pt idx="4815">
                  <c:v>43634</c:v>
                </c:pt>
                <c:pt idx="4816">
                  <c:v>43635</c:v>
                </c:pt>
                <c:pt idx="4817">
                  <c:v>43636</c:v>
                </c:pt>
                <c:pt idx="4818">
                  <c:v>43637</c:v>
                </c:pt>
                <c:pt idx="4819">
                  <c:v>43640</c:v>
                </c:pt>
                <c:pt idx="4820">
                  <c:v>43641</c:v>
                </c:pt>
                <c:pt idx="4821">
                  <c:v>43642</c:v>
                </c:pt>
                <c:pt idx="4822">
                  <c:v>43643</c:v>
                </c:pt>
                <c:pt idx="4823">
                  <c:v>43644</c:v>
                </c:pt>
                <c:pt idx="4824">
                  <c:v>43647</c:v>
                </c:pt>
                <c:pt idx="4825">
                  <c:v>43648</c:v>
                </c:pt>
                <c:pt idx="4826">
                  <c:v>43649</c:v>
                </c:pt>
                <c:pt idx="4827">
                  <c:v>43650</c:v>
                </c:pt>
                <c:pt idx="4828">
                  <c:v>43651</c:v>
                </c:pt>
                <c:pt idx="4829">
                  <c:v>43654</c:v>
                </c:pt>
                <c:pt idx="4830">
                  <c:v>43655</c:v>
                </c:pt>
                <c:pt idx="4831">
                  <c:v>43656</c:v>
                </c:pt>
                <c:pt idx="4832">
                  <c:v>43657</c:v>
                </c:pt>
                <c:pt idx="4833">
                  <c:v>43658</c:v>
                </c:pt>
                <c:pt idx="4834">
                  <c:v>43661</c:v>
                </c:pt>
                <c:pt idx="4835">
                  <c:v>43662</c:v>
                </c:pt>
                <c:pt idx="4836">
                  <c:v>43663</c:v>
                </c:pt>
                <c:pt idx="4837">
                  <c:v>43664</c:v>
                </c:pt>
                <c:pt idx="4838">
                  <c:v>43665</c:v>
                </c:pt>
                <c:pt idx="4839">
                  <c:v>43668</c:v>
                </c:pt>
                <c:pt idx="4840">
                  <c:v>43669</c:v>
                </c:pt>
                <c:pt idx="4841">
                  <c:v>43670</c:v>
                </c:pt>
                <c:pt idx="4842">
                  <c:v>43671</c:v>
                </c:pt>
                <c:pt idx="4843">
                  <c:v>43672</c:v>
                </c:pt>
                <c:pt idx="4844">
                  <c:v>43675</c:v>
                </c:pt>
                <c:pt idx="4845">
                  <c:v>43676</c:v>
                </c:pt>
                <c:pt idx="4846">
                  <c:v>43677</c:v>
                </c:pt>
                <c:pt idx="4847">
                  <c:v>43678</c:v>
                </c:pt>
                <c:pt idx="4848">
                  <c:v>43679</c:v>
                </c:pt>
                <c:pt idx="4849">
                  <c:v>43682</c:v>
                </c:pt>
                <c:pt idx="4850">
                  <c:v>43683</c:v>
                </c:pt>
                <c:pt idx="4851">
                  <c:v>43684</c:v>
                </c:pt>
                <c:pt idx="4852">
                  <c:v>43685</c:v>
                </c:pt>
                <c:pt idx="4853">
                  <c:v>43686</c:v>
                </c:pt>
                <c:pt idx="4854">
                  <c:v>43689</c:v>
                </c:pt>
                <c:pt idx="4855">
                  <c:v>43690</c:v>
                </c:pt>
                <c:pt idx="4856">
                  <c:v>43691</c:v>
                </c:pt>
                <c:pt idx="4857">
                  <c:v>43692</c:v>
                </c:pt>
                <c:pt idx="4858">
                  <c:v>43693</c:v>
                </c:pt>
                <c:pt idx="4859">
                  <c:v>43696</c:v>
                </c:pt>
                <c:pt idx="4860">
                  <c:v>43697</c:v>
                </c:pt>
                <c:pt idx="4861">
                  <c:v>43698</c:v>
                </c:pt>
                <c:pt idx="4862">
                  <c:v>43699</c:v>
                </c:pt>
                <c:pt idx="4863">
                  <c:v>43700</c:v>
                </c:pt>
                <c:pt idx="4864">
                  <c:v>43703</c:v>
                </c:pt>
                <c:pt idx="4865">
                  <c:v>43704</c:v>
                </c:pt>
                <c:pt idx="4866">
                  <c:v>43705</c:v>
                </c:pt>
                <c:pt idx="4867">
                  <c:v>43706</c:v>
                </c:pt>
                <c:pt idx="4868">
                  <c:v>43707</c:v>
                </c:pt>
                <c:pt idx="4869">
                  <c:v>43710</c:v>
                </c:pt>
                <c:pt idx="4870">
                  <c:v>43711</c:v>
                </c:pt>
                <c:pt idx="4871">
                  <c:v>43712</c:v>
                </c:pt>
                <c:pt idx="4872">
                  <c:v>43713</c:v>
                </c:pt>
                <c:pt idx="4873">
                  <c:v>43714</c:v>
                </c:pt>
                <c:pt idx="4874">
                  <c:v>43717</c:v>
                </c:pt>
                <c:pt idx="4875">
                  <c:v>43718</c:v>
                </c:pt>
                <c:pt idx="4876">
                  <c:v>43719</c:v>
                </c:pt>
                <c:pt idx="4877">
                  <c:v>43720</c:v>
                </c:pt>
                <c:pt idx="4878">
                  <c:v>43721</c:v>
                </c:pt>
                <c:pt idx="4879">
                  <c:v>43724</c:v>
                </c:pt>
                <c:pt idx="4880">
                  <c:v>43725</c:v>
                </c:pt>
                <c:pt idx="4881">
                  <c:v>43726</c:v>
                </c:pt>
                <c:pt idx="4882">
                  <c:v>43727</c:v>
                </c:pt>
                <c:pt idx="4883">
                  <c:v>43728</c:v>
                </c:pt>
                <c:pt idx="4884">
                  <c:v>43731</c:v>
                </c:pt>
                <c:pt idx="4885">
                  <c:v>43732</c:v>
                </c:pt>
                <c:pt idx="4886">
                  <c:v>43733</c:v>
                </c:pt>
                <c:pt idx="4887">
                  <c:v>43734</c:v>
                </c:pt>
                <c:pt idx="4888">
                  <c:v>43735</c:v>
                </c:pt>
                <c:pt idx="4889">
                  <c:v>43738</c:v>
                </c:pt>
                <c:pt idx="4890">
                  <c:v>43739</c:v>
                </c:pt>
                <c:pt idx="4891">
                  <c:v>43740</c:v>
                </c:pt>
                <c:pt idx="4892">
                  <c:v>43741</c:v>
                </c:pt>
                <c:pt idx="4893">
                  <c:v>43742</c:v>
                </c:pt>
                <c:pt idx="4894">
                  <c:v>43745</c:v>
                </c:pt>
                <c:pt idx="4895">
                  <c:v>43746</c:v>
                </c:pt>
                <c:pt idx="4896">
                  <c:v>43747</c:v>
                </c:pt>
                <c:pt idx="4897">
                  <c:v>43748</c:v>
                </c:pt>
                <c:pt idx="4898">
                  <c:v>43749</c:v>
                </c:pt>
                <c:pt idx="4899">
                  <c:v>43752</c:v>
                </c:pt>
                <c:pt idx="4900">
                  <c:v>43753</c:v>
                </c:pt>
                <c:pt idx="4901">
                  <c:v>43754</c:v>
                </c:pt>
                <c:pt idx="4902">
                  <c:v>43755</c:v>
                </c:pt>
                <c:pt idx="4903">
                  <c:v>43756</c:v>
                </c:pt>
                <c:pt idx="4904">
                  <c:v>43759</c:v>
                </c:pt>
                <c:pt idx="4905">
                  <c:v>43760</c:v>
                </c:pt>
                <c:pt idx="4906">
                  <c:v>43761</c:v>
                </c:pt>
                <c:pt idx="4907">
                  <c:v>43762</c:v>
                </c:pt>
                <c:pt idx="4908">
                  <c:v>43763</c:v>
                </c:pt>
                <c:pt idx="4909">
                  <c:v>43766</c:v>
                </c:pt>
                <c:pt idx="4910">
                  <c:v>43767</c:v>
                </c:pt>
                <c:pt idx="4911">
                  <c:v>43768</c:v>
                </c:pt>
                <c:pt idx="4912">
                  <c:v>43769</c:v>
                </c:pt>
                <c:pt idx="4913">
                  <c:v>43770</c:v>
                </c:pt>
                <c:pt idx="4914">
                  <c:v>43773</c:v>
                </c:pt>
                <c:pt idx="4915">
                  <c:v>43774</c:v>
                </c:pt>
                <c:pt idx="4916">
                  <c:v>43775</c:v>
                </c:pt>
                <c:pt idx="4917">
                  <c:v>43776</c:v>
                </c:pt>
                <c:pt idx="4918">
                  <c:v>43777</c:v>
                </c:pt>
                <c:pt idx="4919">
                  <c:v>43780</c:v>
                </c:pt>
                <c:pt idx="4920">
                  <c:v>43781</c:v>
                </c:pt>
                <c:pt idx="4921">
                  <c:v>43782</c:v>
                </c:pt>
                <c:pt idx="4922">
                  <c:v>43783</c:v>
                </c:pt>
                <c:pt idx="4923">
                  <c:v>43784</c:v>
                </c:pt>
                <c:pt idx="4924">
                  <c:v>43787</c:v>
                </c:pt>
                <c:pt idx="4925">
                  <c:v>43788</c:v>
                </c:pt>
                <c:pt idx="4926">
                  <c:v>43789</c:v>
                </c:pt>
                <c:pt idx="4927">
                  <c:v>43790</c:v>
                </c:pt>
                <c:pt idx="4928">
                  <c:v>43791</c:v>
                </c:pt>
                <c:pt idx="4929">
                  <c:v>43794</c:v>
                </c:pt>
                <c:pt idx="4930">
                  <c:v>43795</c:v>
                </c:pt>
                <c:pt idx="4931">
                  <c:v>43796</c:v>
                </c:pt>
                <c:pt idx="4932">
                  <c:v>43797</c:v>
                </c:pt>
                <c:pt idx="4933">
                  <c:v>43798</c:v>
                </c:pt>
                <c:pt idx="4934">
                  <c:v>43801</c:v>
                </c:pt>
                <c:pt idx="4935">
                  <c:v>43802</c:v>
                </c:pt>
                <c:pt idx="4936">
                  <c:v>43803</c:v>
                </c:pt>
                <c:pt idx="4937">
                  <c:v>43804</c:v>
                </c:pt>
                <c:pt idx="4938">
                  <c:v>43805</c:v>
                </c:pt>
                <c:pt idx="4939">
                  <c:v>43808</c:v>
                </c:pt>
                <c:pt idx="4940">
                  <c:v>43809</c:v>
                </c:pt>
                <c:pt idx="4941">
                  <c:v>43810</c:v>
                </c:pt>
                <c:pt idx="4942">
                  <c:v>43811</c:v>
                </c:pt>
                <c:pt idx="4943">
                  <c:v>43812</c:v>
                </c:pt>
                <c:pt idx="4944">
                  <c:v>43815</c:v>
                </c:pt>
                <c:pt idx="4945">
                  <c:v>43816</c:v>
                </c:pt>
                <c:pt idx="4946">
                  <c:v>43817</c:v>
                </c:pt>
                <c:pt idx="4947">
                  <c:v>43818</c:v>
                </c:pt>
                <c:pt idx="4948">
                  <c:v>43819</c:v>
                </c:pt>
                <c:pt idx="4949">
                  <c:v>43822</c:v>
                </c:pt>
                <c:pt idx="4950">
                  <c:v>43823</c:v>
                </c:pt>
                <c:pt idx="4951">
                  <c:v>43824</c:v>
                </c:pt>
                <c:pt idx="4952">
                  <c:v>43825</c:v>
                </c:pt>
                <c:pt idx="4953">
                  <c:v>43826</c:v>
                </c:pt>
                <c:pt idx="4954">
                  <c:v>43829</c:v>
                </c:pt>
                <c:pt idx="4955">
                  <c:v>43830</c:v>
                </c:pt>
                <c:pt idx="4956">
                  <c:v>43831</c:v>
                </c:pt>
                <c:pt idx="4957">
                  <c:v>43832</c:v>
                </c:pt>
                <c:pt idx="4958">
                  <c:v>43833</c:v>
                </c:pt>
                <c:pt idx="4959">
                  <c:v>43836</c:v>
                </c:pt>
                <c:pt idx="4960">
                  <c:v>43837</c:v>
                </c:pt>
                <c:pt idx="4961">
                  <c:v>43838</c:v>
                </c:pt>
                <c:pt idx="4962">
                  <c:v>43839</c:v>
                </c:pt>
                <c:pt idx="4963">
                  <c:v>43840</c:v>
                </c:pt>
                <c:pt idx="4964">
                  <c:v>43843</c:v>
                </c:pt>
                <c:pt idx="4965">
                  <c:v>43844</c:v>
                </c:pt>
                <c:pt idx="4966">
                  <c:v>43845</c:v>
                </c:pt>
                <c:pt idx="4967">
                  <c:v>43846</c:v>
                </c:pt>
                <c:pt idx="4968">
                  <c:v>43847</c:v>
                </c:pt>
                <c:pt idx="4969">
                  <c:v>43850</c:v>
                </c:pt>
                <c:pt idx="4970">
                  <c:v>43851</c:v>
                </c:pt>
                <c:pt idx="4971">
                  <c:v>43852</c:v>
                </c:pt>
                <c:pt idx="4972">
                  <c:v>43853</c:v>
                </c:pt>
                <c:pt idx="4973">
                  <c:v>43854</c:v>
                </c:pt>
                <c:pt idx="4974">
                  <c:v>43857</c:v>
                </c:pt>
                <c:pt idx="4975">
                  <c:v>43858</c:v>
                </c:pt>
                <c:pt idx="4976">
                  <c:v>43859</c:v>
                </c:pt>
                <c:pt idx="4977">
                  <c:v>43860</c:v>
                </c:pt>
                <c:pt idx="4978">
                  <c:v>43861</c:v>
                </c:pt>
                <c:pt idx="4979">
                  <c:v>43864</c:v>
                </c:pt>
                <c:pt idx="4980">
                  <c:v>43865</c:v>
                </c:pt>
                <c:pt idx="4981">
                  <c:v>43866</c:v>
                </c:pt>
                <c:pt idx="4982">
                  <c:v>43867</c:v>
                </c:pt>
                <c:pt idx="4983">
                  <c:v>43868</c:v>
                </c:pt>
                <c:pt idx="4984">
                  <c:v>43871</c:v>
                </c:pt>
                <c:pt idx="4985">
                  <c:v>43872</c:v>
                </c:pt>
                <c:pt idx="4986">
                  <c:v>43873</c:v>
                </c:pt>
                <c:pt idx="4987">
                  <c:v>43874</c:v>
                </c:pt>
                <c:pt idx="4988">
                  <c:v>43875</c:v>
                </c:pt>
                <c:pt idx="4989">
                  <c:v>43878</c:v>
                </c:pt>
                <c:pt idx="4990">
                  <c:v>43879</c:v>
                </c:pt>
                <c:pt idx="4991">
                  <c:v>43880</c:v>
                </c:pt>
                <c:pt idx="4992">
                  <c:v>43881</c:v>
                </c:pt>
                <c:pt idx="4993">
                  <c:v>43882</c:v>
                </c:pt>
                <c:pt idx="4994">
                  <c:v>43885</c:v>
                </c:pt>
                <c:pt idx="4995">
                  <c:v>43886</c:v>
                </c:pt>
                <c:pt idx="4996">
                  <c:v>43887</c:v>
                </c:pt>
                <c:pt idx="4997">
                  <c:v>43888</c:v>
                </c:pt>
                <c:pt idx="4998">
                  <c:v>43889</c:v>
                </c:pt>
                <c:pt idx="4999">
                  <c:v>43892</c:v>
                </c:pt>
                <c:pt idx="5000">
                  <c:v>43893</c:v>
                </c:pt>
                <c:pt idx="5001">
                  <c:v>43894</c:v>
                </c:pt>
                <c:pt idx="5002">
                  <c:v>43895</c:v>
                </c:pt>
                <c:pt idx="5003">
                  <c:v>43896</c:v>
                </c:pt>
                <c:pt idx="5004">
                  <c:v>43899</c:v>
                </c:pt>
                <c:pt idx="5005">
                  <c:v>43900</c:v>
                </c:pt>
                <c:pt idx="5006">
                  <c:v>43901</c:v>
                </c:pt>
                <c:pt idx="5007">
                  <c:v>43902</c:v>
                </c:pt>
                <c:pt idx="5008">
                  <c:v>43903</c:v>
                </c:pt>
                <c:pt idx="5009">
                  <c:v>43906</c:v>
                </c:pt>
                <c:pt idx="5010">
                  <c:v>43907</c:v>
                </c:pt>
                <c:pt idx="5011">
                  <c:v>43908</c:v>
                </c:pt>
                <c:pt idx="5012">
                  <c:v>43909</c:v>
                </c:pt>
                <c:pt idx="5013">
                  <c:v>43910</c:v>
                </c:pt>
                <c:pt idx="5014">
                  <c:v>43913</c:v>
                </c:pt>
                <c:pt idx="5015">
                  <c:v>43914</c:v>
                </c:pt>
                <c:pt idx="5016">
                  <c:v>43915</c:v>
                </c:pt>
                <c:pt idx="5017">
                  <c:v>43916</c:v>
                </c:pt>
                <c:pt idx="5018">
                  <c:v>43917</c:v>
                </c:pt>
                <c:pt idx="5019">
                  <c:v>43920</c:v>
                </c:pt>
                <c:pt idx="5020">
                  <c:v>43921</c:v>
                </c:pt>
                <c:pt idx="5021">
                  <c:v>43922</c:v>
                </c:pt>
                <c:pt idx="5022">
                  <c:v>43923</c:v>
                </c:pt>
                <c:pt idx="5023">
                  <c:v>43924</c:v>
                </c:pt>
                <c:pt idx="5024">
                  <c:v>43927</c:v>
                </c:pt>
                <c:pt idx="5025">
                  <c:v>43928</c:v>
                </c:pt>
                <c:pt idx="5026">
                  <c:v>43929</c:v>
                </c:pt>
                <c:pt idx="5027">
                  <c:v>43930</c:v>
                </c:pt>
                <c:pt idx="5028">
                  <c:v>43931</c:v>
                </c:pt>
                <c:pt idx="5029">
                  <c:v>43934</c:v>
                </c:pt>
                <c:pt idx="5030">
                  <c:v>43935</c:v>
                </c:pt>
                <c:pt idx="5031">
                  <c:v>43936</c:v>
                </c:pt>
                <c:pt idx="5032">
                  <c:v>43937</c:v>
                </c:pt>
                <c:pt idx="5033">
                  <c:v>43938</c:v>
                </c:pt>
                <c:pt idx="5034">
                  <c:v>43941</c:v>
                </c:pt>
                <c:pt idx="5035">
                  <c:v>43942</c:v>
                </c:pt>
                <c:pt idx="5036">
                  <c:v>43943</c:v>
                </c:pt>
                <c:pt idx="5037">
                  <c:v>43944</c:v>
                </c:pt>
                <c:pt idx="5038">
                  <c:v>43945</c:v>
                </c:pt>
                <c:pt idx="5039">
                  <c:v>43948</c:v>
                </c:pt>
                <c:pt idx="5040">
                  <c:v>43949</c:v>
                </c:pt>
                <c:pt idx="5041">
                  <c:v>43950</c:v>
                </c:pt>
                <c:pt idx="5042">
                  <c:v>43951</c:v>
                </c:pt>
                <c:pt idx="5043">
                  <c:v>43952</c:v>
                </c:pt>
                <c:pt idx="5044">
                  <c:v>43955</c:v>
                </c:pt>
                <c:pt idx="5045">
                  <c:v>43956</c:v>
                </c:pt>
                <c:pt idx="5046">
                  <c:v>43957</c:v>
                </c:pt>
                <c:pt idx="5047">
                  <c:v>43958</c:v>
                </c:pt>
                <c:pt idx="5048">
                  <c:v>43959</c:v>
                </c:pt>
                <c:pt idx="5049">
                  <c:v>43962</c:v>
                </c:pt>
                <c:pt idx="5050">
                  <c:v>43963</c:v>
                </c:pt>
                <c:pt idx="5051">
                  <c:v>43964</c:v>
                </c:pt>
                <c:pt idx="5052">
                  <c:v>43965</c:v>
                </c:pt>
                <c:pt idx="5053">
                  <c:v>43966</c:v>
                </c:pt>
                <c:pt idx="5054">
                  <c:v>43969</c:v>
                </c:pt>
                <c:pt idx="5055">
                  <c:v>43970</c:v>
                </c:pt>
                <c:pt idx="5056">
                  <c:v>43971</c:v>
                </c:pt>
                <c:pt idx="5057">
                  <c:v>43972</c:v>
                </c:pt>
                <c:pt idx="5058">
                  <c:v>43973</c:v>
                </c:pt>
                <c:pt idx="5059">
                  <c:v>43976</c:v>
                </c:pt>
                <c:pt idx="5060">
                  <c:v>43977</c:v>
                </c:pt>
                <c:pt idx="5061">
                  <c:v>43978</c:v>
                </c:pt>
                <c:pt idx="5062">
                  <c:v>43979</c:v>
                </c:pt>
                <c:pt idx="5063">
                  <c:v>43980</c:v>
                </c:pt>
                <c:pt idx="5064">
                  <c:v>43983</c:v>
                </c:pt>
                <c:pt idx="5065">
                  <c:v>43984</c:v>
                </c:pt>
                <c:pt idx="5066">
                  <c:v>43985</c:v>
                </c:pt>
                <c:pt idx="5067">
                  <c:v>43986</c:v>
                </c:pt>
                <c:pt idx="5068">
                  <c:v>43987</c:v>
                </c:pt>
                <c:pt idx="5069">
                  <c:v>43990</c:v>
                </c:pt>
                <c:pt idx="5070">
                  <c:v>43991</c:v>
                </c:pt>
                <c:pt idx="5071">
                  <c:v>43992</c:v>
                </c:pt>
                <c:pt idx="5072">
                  <c:v>43993</c:v>
                </c:pt>
                <c:pt idx="5073">
                  <c:v>43994</c:v>
                </c:pt>
                <c:pt idx="5074">
                  <c:v>43997</c:v>
                </c:pt>
                <c:pt idx="5075">
                  <c:v>43998</c:v>
                </c:pt>
                <c:pt idx="5076">
                  <c:v>43999</c:v>
                </c:pt>
                <c:pt idx="5077">
                  <c:v>44000</c:v>
                </c:pt>
                <c:pt idx="5078">
                  <c:v>44001</c:v>
                </c:pt>
                <c:pt idx="5079">
                  <c:v>44004</c:v>
                </c:pt>
                <c:pt idx="5080">
                  <c:v>44005</c:v>
                </c:pt>
                <c:pt idx="5081">
                  <c:v>44006</c:v>
                </c:pt>
                <c:pt idx="5082">
                  <c:v>44007</c:v>
                </c:pt>
                <c:pt idx="5083">
                  <c:v>44008</c:v>
                </c:pt>
                <c:pt idx="5084">
                  <c:v>44011</c:v>
                </c:pt>
                <c:pt idx="5085">
                  <c:v>44012</c:v>
                </c:pt>
                <c:pt idx="5086">
                  <c:v>44013</c:v>
                </c:pt>
                <c:pt idx="5087">
                  <c:v>44014</c:v>
                </c:pt>
                <c:pt idx="5088">
                  <c:v>44015</c:v>
                </c:pt>
                <c:pt idx="5089">
                  <c:v>44018</c:v>
                </c:pt>
                <c:pt idx="5090">
                  <c:v>44019</c:v>
                </c:pt>
                <c:pt idx="5091">
                  <c:v>44020</c:v>
                </c:pt>
                <c:pt idx="5092">
                  <c:v>44021</c:v>
                </c:pt>
                <c:pt idx="5093">
                  <c:v>44022</c:v>
                </c:pt>
                <c:pt idx="5094">
                  <c:v>44025</c:v>
                </c:pt>
                <c:pt idx="5095">
                  <c:v>44026</c:v>
                </c:pt>
                <c:pt idx="5096">
                  <c:v>44027</c:v>
                </c:pt>
                <c:pt idx="5097">
                  <c:v>44028</c:v>
                </c:pt>
                <c:pt idx="5098">
                  <c:v>44029</c:v>
                </c:pt>
                <c:pt idx="5099">
                  <c:v>44032</c:v>
                </c:pt>
                <c:pt idx="5100">
                  <c:v>44033</c:v>
                </c:pt>
                <c:pt idx="5101">
                  <c:v>44034</c:v>
                </c:pt>
                <c:pt idx="5102">
                  <c:v>44035</c:v>
                </c:pt>
                <c:pt idx="5103">
                  <c:v>44036</c:v>
                </c:pt>
                <c:pt idx="5104">
                  <c:v>44039</c:v>
                </c:pt>
                <c:pt idx="5105">
                  <c:v>44040</c:v>
                </c:pt>
                <c:pt idx="5106">
                  <c:v>44041</c:v>
                </c:pt>
                <c:pt idx="5107">
                  <c:v>44042</c:v>
                </c:pt>
                <c:pt idx="5108">
                  <c:v>44043</c:v>
                </c:pt>
                <c:pt idx="5109">
                  <c:v>44046</c:v>
                </c:pt>
                <c:pt idx="5110">
                  <c:v>44047</c:v>
                </c:pt>
                <c:pt idx="5111">
                  <c:v>44048</c:v>
                </c:pt>
                <c:pt idx="5112">
                  <c:v>44049</c:v>
                </c:pt>
                <c:pt idx="5113">
                  <c:v>44050</c:v>
                </c:pt>
                <c:pt idx="5114">
                  <c:v>44053</c:v>
                </c:pt>
                <c:pt idx="5115">
                  <c:v>44054</c:v>
                </c:pt>
                <c:pt idx="5116">
                  <c:v>44055</c:v>
                </c:pt>
                <c:pt idx="5117">
                  <c:v>44056</c:v>
                </c:pt>
                <c:pt idx="5118">
                  <c:v>44057</c:v>
                </c:pt>
                <c:pt idx="5119">
                  <c:v>44060</c:v>
                </c:pt>
                <c:pt idx="5120">
                  <c:v>44061</c:v>
                </c:pt>
                <c:pt idx="5121">
                  <c:v>44062</c:v>
                </c:pt>
                <c:pt idx="5122">
                  <c:v>44063</c:v>
                </c:pt>
                <c:pt idx="5123">
                  <c:v>44064</c:v>
                </c:pt>
                <c:pt idx="5124">
                  <c:v>44067</c:v>
                </c:pt>
                <c:pt idx="5125">
                  <c:v>44068</c:v>
                </c:pt>
                <c:pt idx="5126">
                  <c:v>44069</c:v>
                </c:pt>
                <c:pt idx="5127">
                  <c:v>44070</c:v>
                </c:pt>
                <c:pt idx="5128">
                  <c:v>44071</c:v>
                </c:pt>
                <c:pt idx="5129">
                  <c:v>44074</c:v>
                </c:pt>
                <c:pt idx="5130">
                  <c:v>44075</c:v>
                </c:pt>
                <c:pt idx="5131">
                  <c:v>44076</c:v>
                </c:pt>
                <c:pt idx="5132">
                  <c:v>44077</c:v>
                </c:pt>
                <c:pt idx="5133">
                  <c:v>44078</c:v>
                </c:pt>
                <c:pt idx="5134">
                  <c:v>44081</c:v>
                </c:pt>
                <c:pt idx="5135">
                  <c:v>44082</c:v>
                </c:pt>
                <c:pt idx="5136">
                  <c:v>44083</c:v>
                </c:pt>
                <c:pt idx="5137">
                  <c:v>44084</c:v>
                </c:pt>
                <c:pt idx="5138">
                  <c:v>44085</c:v>
                </c:pt>
                <c:pt idx="5139">
                  <c:v>44088</c:v>
                </c:pt>
                <c:pt idx="5140">
                  <c:v>44089</c:v>
                </c:pt>
                <c:pt idx="5141">
                  <c:v>44090</c:v>
                </c:pt>
                <c:pt idx="5142">
                  <c:v>44091</c:v>
                </c:pt>
                <c:pt idx="5143">
                  <c:v>44092</c:v>
                </c:pt>
                <c:pt idx="5144">
                  <c:v>44095</c:v>
                </c:pt>
                <c:pt idx="5145">
                  <c:v>44096</c:v>
                </c:pt>
                <c:pt idx="5146">
                  <c:v>44097</c:v>
                </c:pt>
                <c:pt idx="5147">
                  <c:v>44098</c:v>
                </c:pt>
                <c:pt idx="5148">
                  <c:v>44099</c:v>
                </c:pt>
                <c:pt idx="5149">
                  <c:v>44102</c:v>
                </c:pt>
                <c:pt idx="5150">
                  <c:v>44103</c:v>
                </c:pt>
                <c:pt idx="5151">
                  <c:v>44104</c:v>
                </c:pt>
                <c:pt idx="5152">
                  <c:v>44105</c:v>
                </c:pt>
                <c:pt idx="5153">
                  <c:v>44106</c:v>
                </c:pt>
                <c:pt idx="5154">
                  <c:v>44109</c:v>
                </c:pt>
                <c:pt idx="5155">
                  <c:v>44110</c:v>
                </c:pt>
                <c:pt idx="5156">
                  <c:v>44111</c:v>
                </c:pt>
                <c:pt idx="5157">
                  <c:v>44112</c:v>
                </c:pt>
                <c:pt idx="5158">
                  <c:v>44113</c:v>
                </c:pt>
                <c:pt idx="5159">
                  <c:v>44116</c:v>
                </c:pt>
                <c:pt idx="5160">
                  <c:v>44117</c:v>
                </c:pt>
                <c:pt idx="5161">
                  <c:v>44118</c:v>
                </c:pt>
                <c:pt idx="5162">
                  <c:v>44119</c:v>
                </c:pt>
                <c:pt idx="5163">
                  <c:v>44120</c:v>
                </c:pt>
                <c:pt idx="5164">
                  <c:v>44123</c:v>
                </c:pt>
                <c:pt idx="5165">
                  <c:v>44124</c:v>
                </c:pt>
                <c:pt idx="5166">
                  <c:v>44125</c:v>
                </c:pt>
                <c:pt idx="5167">
                  <c:v>44126</c:v>
                </c:pt>
                <c:pt idx="5168">
                  <c:v>44127</c:v>
                </c:pt>
                <c:pt idx="5169">
                  <c:v>44130</c:v>
                </c:pt>
                <c:pt idx="5170">
                  <c:v>44131</c:v>
                </c:pt>
                <c:pt idx="5171">
                  <c:v>44132</c:v>
                </c:pt>
                <c:pt idx="5172">
                  <c:v>44133</c:v>
                </c:pt>
                <c:pt idx="5173">
                  <c:v>44134</c:v>
                </c:pt>
                <c:pt idx="5174">
                  <c:v>44137</c:v>
                </c:pt>
                <c:pt idx="5175">
                  <c:v>44138</c:v>
                </c:pt>
                <c:pt idx="5176">
                  <c:v>44139</c:v>
                </c:pt>
                <c:pt idx="5177">
                  <c:v>44140</c:v>
                </c:pt>
                <c:pt idx="5178">
                  <c:v>44141</c:v>
                </c:pt>
                <c:pt idx="5179">
                  <c:v>44144</c:v>
                </c:pt>
                <c:pt idx="5180">
                  <c:v>44145</c:v>
                </c:pt>
                <c:pt idx="5181">
                  <c:v>44146</c:v>
                </c:pt>
                <c:pt idx="5182">
                  <c:v>44147</c:v>
                </c:pt>
                <c:pt idx="5183">
                  <c:v>44148</c:v>
                </c:pt>
                <c:pt idx="5184">
                  <c:v>44151</c:v>
                </c:pt>
                <c:pt idx="5185">
                  <c:v>44152</c:v>
                </c:pt>
                <c:pt idx="5186">
                  <c:v>44153</c:v>
                </c:pt>
                <c:pt idx="5187">
                  <c:v>44154</c:v>
                </c:pt>
                <c:pt idx="5188">
                  <c:v>44155</c:v>
                </c:pt>
                <c:pt idx="5189">
                  <c:v>44158</c:v>
                </c:pt>
                <c:pt idx="5190">
                  <c:v>44159</c:v>
                </c:pt>
                <c:pt idx="5191">
                  <c:v>44160</c:v>
                </c:pt>
                <c:pt idx="5192">
                  <c:v>44161</c:v>
                </c:pt>
                <c:pt idx="5193">
                  <c:v>44162</c:v>
                </c:pt>
                <c:pt idx="5194">
                  <c:v>44165</c:v>
                </c:pt>
                <c:pt idx="5195">
                  <c:v>44166</c:v>
                </c:pt>
                <c:pt idx="5196">
                  <c:v>44167</c:v>
                </c:pt>
                <c:pt idx="5197">
                  <c:v>44168</c:v>
                </c:pt>
                <c:pt idx="5198">
                  <c:v>44169</c:v>
                </c:pt>
                <c:pt idx="5199">
                  <c:v>44172</c:v>
                </c:pt>
                <c:pt idx="5200">
                  <c:v>44173</c:v>
                </c:pt>
                <c:pt idx="5201">
                  <c:v>44174</c:v>
                </c:pt>
                <c:pt idx="5202">
                  <c:v>44175</c:v>
                </c:pt>
                <c:pt idx="5203">
                  <c:v>44176</c:v>
                </c:pt>
                <c:pt idx="5204">
                  <c:v>44179</c:v>
                </c:pt>
                <c:pt idx="5205">
                  <c:v>44180</c:v>
                </c:pt>
                <c:pt idx="5206">
                  <c:v>44181</c:v>
                </c:pt>
                <c:pt idx="5207">
                  <c:v>44182</c:v>
                </c:pt>
                <c:pt idx="5208">
                  <c:v>44183</c:v>
                </c:pt>
                <c:pt idx="5209">
                  <c:v>44186</c:v>
                </c:pt>
                <c:pt idx="5210">
                  <c:v>44187</c:v>
                </c:pt>
                <c:pt idx="5211">
                  <c:v>44188</c:v>
                </c:pt>
                <c:pt idx="5212">
                  <c:v>44189</c:v>
                </c:pt>
                <c:pt idx="5213">
                  <c:v>44190</c:v>
                </c:pt>
                <c:pt idx="5214">
                  <c:v>44193</c:v>
                </c:pt>
                <c:pt idx="5215">
                  <c:v>44194</c:v>
                </c:pt>
                <c:pt idx="5216">
                  <c:v>44195</c:v>
                </c:pt>
                <c:pt idx="5217">
                  <c:v>44196</c:v>
                </c:pt>
                <c:pt idx="5218">
                  <c:v>44197</c:v>
                </c:pt>
                <c:pt idx="5219">
                  <c:v>44200</c:v>
                </c:pt>
                <c:pt idx="5220">
                  <c:v>44201</c:v>
                </c:pt>
                <c:pt idx="5221">
                  <c:v>44202</c:v>
                </c:pt>
                <c:pt idx="5222">
                  <c:v>44203</c:v>
                </c:pt>
                <c:pt idx="5223">
                  <c:v>44204</c:v>
                </c:pt>
                <c:pt idx="5224">
                  <c:v>44207</c:v>
                </c:pt>
                <c:pt idx="5225">
                  <c:v>44208</c:v>
                </c:pt>
                <c:pt idx="5226">
                  <c:v>44209</c:v>
                </c:pt>
                <c:pt idx="5227">
                  <c:v>44210</c:v>
                </c:pt>
                <c:pt idx="5228">
                  <c:v>44211</c:v>
                </c:pt>
                <c:pt idx="5229">
                  <c:v>44214</c:v>
                </c:pt>
                <c:pt idx="5230">
                  <c:v>44215</c:v>
                </c:pt>
                <c:pt idx="5231">
                  <c:v>44216</c:v>
                </c:pt>
                <c:pt idx="5232">
                  <c:v>44217</c:v>
                </c:pt>
                <c:pt idx="5233">
                  <c:v>44218</c:v>
                </c:pt>
                <c:pt idx="5234">
                  <c:v>44221</c:v>
                </c:pt>
                <c:pt idx="5235">
                  <c:v>44222</c:v>
                </c:pt>
                <c:pt idx="5236">
                  <c:v>44223</c:v>
                </c:pt>
                <c:pt idx="5237">
                  <c:v>44224</c:v>
                </c:pt>
                <c:pt idx="5238">
                  <c:v>44225</c:v>
                </c:pt>
                <c:pt idx="5239">
                  <c:v>44228</c:v>
                </c:pt>
                <c:pt idx="5240">
                  <c:v>44229</c:v>
                </c:pt>
                <c:pt idx="5241">
                  <c:v>44230</c:v>
                </c:pt>
                <c:pt idx="5242">
                  <c:v>44231</c:v>
                </c:pt>
                <c:pt idx="5243">
                  <c:v>44232</c:v>
                </c:pt>
                <c:pt idx="5244">
                  <c:v>44235</c:v>
                </c:pt>
                <c:pt idx="5245">
                  <c:v>44236</c:v>
                </c:pt>
                <c:pt idx="5246">
                  <c:v>44237</c:v>
                </c:pt>
                <c:pt idx="5247">
                  <c:v>44238</c:v>
                </c:pt>
                <c:pt idx="5248">
                  <c:v>44239</c:v>
                </c:pt>
                <c:pt idx="5249">
                  <c:v>44242</c:v>
                </c:pt>
                <c:pt idx="5250">
                  <c:v>44243</c:v>
                </c:pt>
                <c:pt idx="5251">
                  <c:v>44244</c:v>
                </c:pt>
                <c:pt idx="5252">
                  <c:v>44245</c:v>
                </c:pt>
                <c:pt idx="5253">
                  <c:v>44246</c:v>
                </c:pt>
                <c:pt idx="5254">
                  <c:v>44249</c:v>
                </c:pt>
                <c:pt idx="5255">
                  <c:v>44250</c:v>
                </c:pt>
                <c:pt idx="5256">
                  <c:v>44251</c:v>
                </c:pt>
                <c:pt idx="5257">
                  <c:v>44252</c:v>
                </c:pt>
                <c:pt idx="5258">
                  <c:v>44253</c:v>
                </c:pt>
                <c:pt idx="5259">
                  <c:v>44256</c:v>
                </c:pt>
                <c:pt idx="5260">
                  <c:v>44257</c:v>
                </c:pt>
                <c:pt idx="5261">
                  <c:v>44258</c:v>
                </c:pt>
                <c:pt idx="5262">
                  <c:v>44259</c:v>
                </c:pt>
                <c:pt idx="5263">
                  <c:v>44260</c:v>
                </c:pt>
                <c:pt idx="5264">
                  <c:v>44263</c:v>
                </c:pt>
                <c:pt idx="5265">
                  <c:v>44264</c:v>
                </c:pt>
                <c:pt idx="5266">
                  <c:v>44265</c:v>
                </c:pt>
                <c:pt idx="5267">
                  <c:v>44266</c:v>
                </c:pt>
                <c:pt idx="5268">
                  <c:v>44267</c:v>
                </c:pt>
                <c:pt idx="5269">
                  <c:v>44270</c:v>
                </c:pt>
                <c:pt idx="5270">
                  <c:v>44271</c:v>
                </c:pt>
                <c:pt idx="5271">
                  <c:v>44272</c:v>
                </c:pt>
                <c:pt idx="5272">
                  <c:v>44273</c:v>
                </c:pt>
                <c:pt idx="5273">
                  <c:v>44274</c:v>
                </c:pt>
                <c:pt idx="5274">
                  <c:v>44277</c:v>
                </c:pt>
                <c:pt idx="5275">
                  <c:v>44278</c:v>
                </c:pt>
                <c:pt idx="5276">
                  <c:v>44279</c:v>
                </c:pt>
                <c:pt idx="5277">
                  <c:v>44280</c:v>
                </c:pt>
                <c:pt idx="5278">
                  <c:v>44281</c:v>
                </c:pt>
                <c:pt idx="5279">
                  <c:v>44284</c:v>
                </c:pt>
                <c:pt idx="5280">
                  <c:v>44285</c:v>
                </c:pt>
                <c:pt idx="5281">
                  <c:v>44286</c:v>
                </c:pt>
                <c:pt idx="5282">
                  <c:v>44287</c:v>
                </c:pt>
                <c:pt idx="5283">
                  <c:v>44288</c:v>
                </c:pt>
                <c:pt idx="5284">
                  <c:v>44291</c:v>
                </c:pt>
                <c:pt idx="5285">
                  <c:v>44292</c:v>
                </c:pt>
                <c:pt idx="5286">
                  <c:v>44293</c:v>
                </c:pt>
                <c:pt idx="5287">
                  <c:v>44294</c:v>
                </c:pt>
                <c:pt idx="5288">
                  <c:v>44295</c:v>
                </c:pt>
                <c:pt idx="5289">
                  <c:v>44298</c:v>
                </c:pt>
                <c:pt idx="5290">
                  <c:v>44299</c:v>
                </c:pt>
                <c:pt idx="5291">
                  <c:v>44300</c:v>
                </c:pt>
                <c:pt idx="5292">
                  <c:v>44301</c:v>
                </c:pt>
                <c:pt idx="5293">
                  <c:v>44302</c:v>
                </c:pt>
                <c:pt idx="5294">
                  <c:v>44305</c:v>
                </c:pt>
                <c:pt idx="5295">
                  <c:v>44306</c:v>
                </c:pt>
                <c:pt idx="5296">
                  <c:v>44307</c:v>
                </c:pt>
                <c:pt idx="5297">
                  <c:v>44308</c:v>
                </c:pt>
                <c:pt idx="5298">
                  <c:v>44309</c:v>
                </c:pt>
                <c:pt idx="5299">
                  <c:v>44312</c:v>
                </c:pt>
                <c:pt idx="5300">
                  <c:v>44313</c:v>
                </c:pt>
                <c:pt idx="5301">
                  <c:v>44314</c:v>
                </c:pt>
                <c:pt idx="5302">
                  <c:v>44315</c:v>
                </c:pt>
                <c:pt idx="5303">
                  <c:v>44316</c:v>
                </c:pt>
                <c:pt idx="5304">
                  <c:v>44319</c:v>
                </c:pt>
                <c:pt idx="5305">
                  <c:v>44320</c:v>
                </c:pt>
                <c:pt idx="5306">
                  <c:v>44321</c:v>
                </c:pt>
                <c:pt idx="5307">
                  <c:v>44322</c:v>
                </c:pt>
                <c:pt idx="5308">
                  <c:v>44323</c:v>
                </c:pt>
                <c:pt idx="5309">
                  <c:v>44326</c:v>
                </c:pt>
                <c:pt idx="5310">
                  <c:v>44327</c:v>
                </c:pt>
                <c:pt idx="5311">
                  <c:v>44328</c:v>
                </c:pt>
                <c:pt idx="5312">
                  <c:v>44329</c:v>
                </c:pt>
                <c:pt idx="5313">
                  <c:v>44330</c:v>
                </c:pt>
                <c:pt idx="5314">
                  <c:v>44333</c:v>
                </c:pt>
                <c:pt idx="5315">
                  <c:v>44334</c:v>
                </c:pt>
                <c:pt idx="5316">
                  <c:v>44335</c:v>
                </c:pt>
                <c:pt idx="5317">
                  <c:v>44336</c:v>
                </c:pt>
                <c:pt idx="5318">
                  <c:v>44337</c:v>
                </c:pt>
                <c:pt idx="5319">
                  <c:v>44340</c:v>
                </c:pt>
                <c:pt idx="5320">
                  <c:v>44341</c:v>
                </c:pt>
                <c:pt idx="5321">
                  <c:v>44342</c:v>
                </c:pt>
                <c:pt idx="5322">
                  <c:v>44343</c:v>
                </c:pt>
                <c:pt idx="5323">
                  <c:v>44344</c:v>
                </c:pt>
                <c:pt idx="5324">
                  <c:v>44347</c:v>
                </c:pt>
                <c:pt idx="5325">
                  <c:v>44348</c:v>
                </c:pt>
                <c:pt idx="5326">
                  <c:v>44349</c:v>
                </c:pt>
                <c:pt idx="5327">
                  <c:v>44350</c:v>
                </c:pt>
                <c:pt idx="5328">
                  <c:v>44351</c:v>
                </c:pt>
                <c:pt idx="5329">
                  <c:v>44354</c:v>
                </c:pt>
                <c:pt idx="5330">
                  <c:v>44355</c:v>
                </c:pt>
                <c:pt idx="5331">
                  <c:v>44356</c:v>
                </c:pt>
                <c:pt idx="5332">
                  <c:v>44357</c:v>
                </c:pt>
                <c:pt idx="5333">
                  <c:v>44358</c:v>
                </c:pt>
                <c:pt idx="5334">
                  <c:v>44361</c:v>
                </c:pt>
                <c:pt idx="5335">
                  <c:v>44362</c:v>
                </c:pt>
                <c:pt idx="5336">
                  <c:v>44363</c:v>
                </c:pt>
                <c:pt idx="5337">
                  <c:v>44364</c:v>
                </c:pt>
                <c:pt idx="5338">
                  <c:v>44365</c:v>
                </c:pt>
                <c:pt idx="5339">
                  <c:v>44368</c:v>
                </c:pt>
                <c:pt idx="5340">
                  <c:v>44369</c:v>
                </c:pt>
                <c:pt idx="5341">
                  <c:v>44370</c:v>
                </c:pt>
                <c:pt idx="5342">
                  <c:v>44371</c:v>
                </c:pt>
                <c:pt idx="5343">
                  <c:v>44372</c:v>
                </c:pt>
                <c:pt idx="5344">
                  <c:v>44375</c:v>
                </c:pt>
                <c:pt idx="5345">
                  <c:v>44376</c:v>
                </c:pt>
                <c:pt idx="5346">
                  <c:v>44377</c:v>
                </c:pt>
                <c:pt idx="5347">
                  <c:v>44378</c:v>
                </c:pt>
                <c:pt idx="5348">
                  <c:v>44379</c:v>
                </c:pt>
                <c:pt idx="5349">
                  <c:v>44382</c:v>
                </c:pt>
                <c:pt idx="5350">
                  <c:v>44383</c:v>
                </c:pt>
                <c:pt idx="5351">
                  <c:v>44384</c:v>
                </c:pt>
                <c:pt idx="5352">
                  <c:v>44385</c:v>
                </c:pt>
                <c:pt idx="5353">
                  <c:v>44386</c:v>
                </c:pt>
                <c:pt idx="5354">
                  <c:v>44389</c:v>
                </c:pt>
                <c:pt idx="5355">
                  <c:v>44390</c:v>
                </c:pt>
                <c:pt idx="5356">
                  <c:v>44391</c:v>
                </c:pt>
                <c:pt idx="5357">
                  <c:v>44392</c:v>
                </c:pt>
                <c:pt idx="5358">
                  <c:v>44393</c:v>
                </c:pt>
                <c:pt idx="5359">
                  <c:v>44396</c:v>
                </c:pt>
                <c:pt idx="5360">
                  <c:v>44397</c:v>
                </c:pt>
                <c:pt idx="5361">
                  <c:v>44398</c:v>
                </c:pt>
                <c:pt idx="5362">
                  <c:v>44399</c:v>
                </c:pt>
                <c:pt idx="5363">
                  <c:v>44400</c:v>
                </c:pt>
                <c:pt idx="5364">
                  <c:v>44403</c:v>
                </c:pt>
                <c:pt idx="5365">
                  <c:v>44404</c:v>
                </c:pt>
                <c:pt idx="5366">
                  <c:v>44405</c:v>
                </c:pt>
                <c:pt idx="5367">
                  <c:v>44406</c:v>
                </c:pt>
                <c:pt idx="5368">
                  <c:v>44407</c:v>
                </c:pt>
                <c:pt idx="5369">
                  <c:v>44410</c:v>
                </c:pt>
                <c:pt idx="5370">
                  <c:v>44411</c:v>
                </c:pt>
                <c:pt idx="5371">
                  <c:v>44412</c:v>
                </c:pt>
                <c:pt idx="5372">
                  <c:v>44413</c:v>
                </c:pt>
                <c:pt idx="5373">
                  <c:v>44414</c:v>
                </c:pt>
                <c:pt idx="5374">
                  <c:v>44417</c:v>
                </c:pt>
                <c:pt idx="5375">
                  <c:v>44418</c:v>
                </c:pt>
                <c:pt idx="5376">
                  <c:v>44419</c:v>
                </c:pt>
                <c:pt idx="5377">
                  <c:v>44420</c:v>
                </c:pt>
                <c:pt idx="5378">
                  <c:v>44421</c:v>
                </c:pt>
                <c:pt idx="5379">
                  <c:v>44424</c:v>
                </c:pt>
                <c:pt idx="5380">
                  <c:v>44425</c:v>
                </c:pt>
                <c:pt idx="5381">
                  <c:v>44426</c:v>
                </c:pt>
                <c:pt idx="5382">
                  <c:v>44427</c:v>
                </c:pt>
                <c:pt idx="5383">
                  <c:v>44428</c:v>
                </c:pt>
                <c:pt idx="5384">
                  <c:v>44431</c:v>
                </c:pt>
                <c:pt idx="5385">
                  <c:v>44432</c:v>
                </c:pt>
                <c:pt idx="5386">
                  <c:v>44433</c:v>
                </c:pt>
                <c:pt idx="5387">
                  <c:v>44434</c:v>
                </c:pt>
                <c:pt idx="5388">
                  <c:v>44435</c:v>
                </c:pt>
                <c:pt idx="5389">
                  <c:v>44438</c:v>
                </c:pt>
                <c:pt idx="5390">
                  <c:v>44439</c:v>
                </c:pt>
                <c:pt idx="5391">
                  <c:v>44440</c:v>
                </c:pt>
                <c:pt idx="5392">
                  <c:v>44441</c:v>
                </c:pt>
                <c:pt idx="5393">
                  <c:v>44442</c:v>
                </c:pt>
                <c:pt idx="5394">
                  <c:v>44445</c:v>
                </c:pt>
                <c:pt idx="5395">
                  <c:v>44446</c:v>
                </c:pt>
                <c:pt idx="5396">
                  <c:v>44447</c:v>
                </c:pt>
                <c:pt idx="5397">
                  <c:v>44448</c:v>
                </c:pt>
                <c:pt idx="5398">
                  <c:v>44449</c:v>
                </c:pt>
                <c:pt idx="5399">
                  <c:v>44452</c:v>
                </c:pt>
                <c:pt idx="5400">
                  <c:v>44453</c:v>
                </c:pt>
                <c:pt idx="5401">
                  <c:v>44454</c:v>
                </c:pt>
                <c:pt idx="5402">
                  <c:v>44455</c:v>
                </c:pt>
                <c:pt idx="5403">
                  <c:v>44456</c:v>
                </c:pt>
                <c:pt idx="5404">
                  <c:v>44459</c:v>
                </c:pt>
                <c:pt idx="5405">
                  <c:v>44460</c:v>
                </c:pt>
                <c:pt idx="5406">
                  <c:v>44461</c:v>
                </c:pt>
                <c:pt idx="5407">
                  <c:v>44462</c:v>
                </c:pt>
                <c:pt idx="5408">
                  <c:v>44463</c:v>
                </c:pt>
                <c:pt idx="5409">
                  <c:v>44466</c:v>
                </c:pt>
                <c:pt idx="5410">
                  <c:v>44467</c:v>
                </c:pt>
                <c:pt idx="5411">
                  <c:v>44468</c:v>
                </c:pt>
                <c:pt idx="5412">
                  <c:v>44469</c:v>
                </c:pt>
                <c:pt idx="5413">
                  <c:v>44470</c:v>
                </c:pt>
                <c:pt idx="5414">
                  <c:v>44473</c:v>
                </c:pt>
                <c:pt idx="5415">
                  <c:v>44474</c:v>
                </c:pt>
                <c:pt idx="5416">
                  <c:v>44475</c:v>
                </c:pt>
                <c:pt idx="5417">
                  <c:v>44476</c:v>
                </c:pt>
                <c:pt idx="5418">
                  <c:v>44477</c:v>
                </c:pt>
                <c:pt idx="5419">
                  <c:v>44480</c:v>
                </c:pt>
                <c:pt idx="5420">
                  <c:v>44481</c:v>
                </c:pt>
                <c:pt idx="5421">
                  <c:v>44482</c:v>
                </c:pt>
                <c:pt idx="5422">
                  <c:v>44483</c:v>
                </c:pt>
                <c:pt idx="5423">
                  <c:v>44484</c:v>
                </c:pt>
                <c:pt idx="5424">
                  <c:v>44487</c:v>
                </c:pt>
                <c:pt idx="5425">
                  <c:v>44488</c:v>
                </c:pt>
                <c:pt idx="5426">
                  <c:v>44489</c:v>
                </c:pt>
                <c:pt idx="5427">
                  <c:v>44490</c:v>
                </c:pt>
                <c:pt idx="5428">
                  <c:v>44491</c:v>
                </c:pt>
                <c:pt idx="5429">
                  <c:v>44494</c:v>
                </c:pt>
                <c:pt idx="5430">
                  <c:v>44495</c:v>
                </c:pt>
                <c:pt idx="5431">
                  <c:v>44496</c:v>
                </c:pt>
                <c:pt idx="5432">
                  <c:v>44497</c:v>
                </c:pt>
                <c:pt idx="5433">
                  <c:v>44498</c:v>
                </c:pt>
                <c:pt idx="5434">
                  <c:v>44501</c:v>
                </c:pt>
                <c:pt idx="5435">
                  <c:v>44502</c:v>
                </c:pt>
                <c:pt idx="5436">
                  <c:v>44503</c:v>
                </c:pt>
                <c:pt idx="5437">
                  <c:v>44504</c:v>
                </c:pt>
                <c:pt idx="5438">
                  <c:v>44505</c:v>
                </c:pt>
                <c:pt idx="5439">
                  <c:v>44508</c:v>
                </c:pt>
                <c:pt idx="5440">
                  <c:v>44509</c:v>
                </c:pt>
                <c:pt idx="5441">
                  <c:v>44510</c:v>
                </c:pt>
                <c:pt idx="5442">
                  <c:v>44511</c:v>
                </c:pt>
                <c:pt idx="5443">
                  <c:v>44512</c:v>
                </c:pt>
                <c:pt idx="5444">
                  <c:v>44515</c:v>
                </c:pt>
                <c:pt idx="5445">
                  <c:v>44516</c:v>
                </c:pt>
                <c:pt idx="5446">
                  <c:v>44517</c:v>
                </c:pt>
                <c:pt idx="5447">
                  <c:v>44518</c:v>
                </c:pt>
                <c:pt idx="5448">
                  <c:v>44519</c:v>
                </c:pt>
                <c:pt idx="5449">
                  <c:v>44522</c:v>
                </c:pt>
                <c:pt idx="5450">
                  <c:v>44523</c:v>
                </c:pt>
                <c:pt idx="5451">
                  <c:v>44524</c:v>
                </c:pt>
                <c:pt idx="5452">
                  <c:v>44525</c:v>
                </c:pt>
                <c:pt idx="5453">
                  <c:v>44526</c:v>
                </c:pt>
                <c:pt idx="5454">
                  <c:v>44529</c:v>
                </c:pt>
                <c:pt idx="5455">
                  <c:v>44530</c:v>
                </c:pt>
                <c:pt idx="5456">
                  <c:v>44531</c:v>
                </c:pt>
                <c:pt idx="5457">
                  <c:v>44532</c:v>
                </c:pt>
                <c:pt idx="5458">
                  <c:v>44533</c:v>
                </c:pt>
                <c:pt idx="5459">
                  <c:v>44536</c:v>
                </c:pt>
                <c:pt idx="5460">
                  <c:v>44537</c:v>
                </c:pt>
                <c:pt idx="5461">
                  <c:v>44538</c:v>
                </c:pt>
                <c:pt idx="5462">
                  <c:v>44539</c:v>
                </c:pt>
                <c:pt idx="5463">
                  <c:v>44540</c:v>
                </c:pt>
                <c:pt idx="5464">
                  <c:v>44543</c:v>
                </c:pt>
                <c:pt idx="5465">
                  <c:v>44544</c:v>
                </c:pt>
                <c:pt idx="5466">
                  <c:v>44545</c:v>
                </c:pt>
                <c:pt idx="5467">
                  <c:v>44546</c:v>
                </c:pt>
                <c:pt idx="5468">
                  <c:v>44547</c:v>
                </c:pt>
                <c:pt idx="5469">
                  <c:v>44550</c:v>
                </c:pt>
                <c:pt idx="5470">
                  <c:v>44551</c:v>
                </c:pt>
                <c:pt idx="5471">
                  <c:v>44552</c:v>
                </c:pt>
                <c:pt idx="5472">
                  <c:v>44553</c:v>
                </c:pt>
                <c:pt idx="5473">
                  <c:v>44554</c:v>
                </c:pt>
                <c:pt idx="5474">
                  <c:v>44557</c:v>
                </c:pt>
                <c:pt idx="5475">
                  <c:v>44558</c:v>
                </c:pt>
                <c:pt idx="5476">
                  <c:v>44559</c:v>
                </c:pt>
                <c:pt idx="5477">
                  <c:v>44560</c:v>
                </c:pt>
                <c:pt idx="5478">
                  <c:v>44561</c:v>
                </c:pt>
                <c:pt idx="5479">
                  <c:v>44564</c:v>
                </c:pt>
                <c:pt idx="5480">
                  <c:v>44565</c:v>
                </c:pt>
                <c:pt idx="5481">
                  <c:v>44566</c:v>
                </c:pt>
                <c:pt idx="5482">
                  <c:v>44567</c:v>
                </c:pt>
                <c:pt idx="5483">
                  <c:v>44568</c:v>
                </c:pt>
                <c:pt idx="5484">
                  <c:v>44571</c:v>
                </c:pt>
                <c:pt idx="5485">
                  <c:v>44572</c:v>
                </c:pt>
                <c:pt idx="5486">
                  <c:v>44573</c:v>
                </c:pt>
                <c:pt idx="5487">
                  <c:v>44574</c:v>
                </c:pt>
                <c:pt idx="5488">
                  <c:v>44575</c:v>
                </c:pt>
                <c:pt idx="5489">
                  <c:v>44578</c:v>
                </c:pt>
                <c:pt idx="5490">
                  <c:v>44579</c:v>
                </c:pt>
                <c:pt idx="5491">
                  <c:v>44580</c:v>
                </c:pt>
                <c:pt idx="5492">
                  <c:v>44581</c:v>
                </c:pt>
                <c:pt idx="5493">
                  <c:v>44582</c:v>
                </c:pt>
                <c:pt idx="5494">
                  <c:v>44585</c:v>
                </c:pt>
                <c:pt idx="5495">
                  <c:v>44586</c:v>
                </c:pt>
                <c:pt idx="5496">
                  <c:v>44587</c:v>
                </c:pt>
                <c:pt idx="5497">
                  <c:v>44588</c:v>
                </c:pt>
                <c:pt idx="5498">
                  <c:v>44589</c:v>
                </c:pt>
                <c:pt idx="5499">
                  <c:v>44592</c:v>
                </c:pt>
                <c:pt idx="5500">
                  <c:v>44593</c:v>
                </c:pt>
                <c:pt idx="5501">
                  <c:v>44594</c:v>
                </c:pt>
                <c:pt idx="5502">
                  <c:v>44595</c:v>
                </c:pt>
                <c:pt idx="5503">
                  <c:v>44596</c:v>
                </c:pt>
                <c:pt idx="5504">
                  <c:v>44599</c:v>
                </c:pt>
                <c:pt idx="5505">
                  <c:v>44600</c:v>
                </c:pt>
                <c:pt idx="5506">
                  <c:v>44601</c:v>
                </c:pt>
                <c:pt idx="5507">
                  <c:v>44602</c:v>
                </c:pt>
                <c:pt idx="5508">
                  <c:v>44603</c:v>
                </c:pt>
                <c:pt idx="5509">
                  <c:v>44606</c:v>
                </c:pt>
                <c:pt idx="5510">
                  <c:v>44607</c:v>
                </c:pt>
                <c:pt idx="5511">
                  <c:v>44608</c:v>
                </c:pt>
                <c:pt idx="5512">
                  <c:v>44609</c:v>
                </c:pt>
                <c:pt idx="5513">
                  <c:v>44610</c:v>
                </c:pt>
                <c:pt idx="5514">
                  <c:v>44613</c:v>
                </c:pt>
                <c:pt idx="5515">
                  <c:v>44614</c:v>
                </c:pt>
                <c:pt idx="5516">
                  <c:v>44615</c:v>
                </c:pt>
                <c:pt idx="5517">
                  <c:v>44616</c:v>
                </c:pt>
                <c:pt idx="5518">
                  <c:v>44617</c:v>
                </c:pt>
                <c:pt idx="5519">
                  <c:v>44620</c:v>
                </c:pt>
                <c:pt idx="5520">
                  <c:v>44621</c:v>
                </c:pt>
                <c:pt idx="5521">
                  <c:v>44622</c:v>
                </c:pt>
                <c:pt idx="5522">
                  <c:v>44623</c:v>
                </c:pt>
                <c:pt idx="5523">
                  <c:v>44624</c:v>
                </c:pt>
                <c:pt idx="5524">
                  <c:v>44627</c:v>
                </c:pt>
                <c:pt idx="5525">
                  <c:v>44628</c:v>
                </c:pt>
                <c:pt idx="5526">
                  <c:v>44629</c:v>
                </c:pt>
                <c:pt idx="5527">
                  <c:v>44630</c:v>
                </c:pt>
                <c:pt idx="5528">
                  <c:v>44631</c:v>
                </c:pt>
                <c:pt idx="5529">
                  <c:v>44634</c:v>
                </c:pt>
                <c:pt idx="5530">
                  <c:v>44635</c:v>
                </c:pt>
                <c:pt idx="5531">
                  <c:v>44636</c:v>
                </c:pt>
                <c:pt idx="5532">
                  <c:v>44637</c:v>
                </c:pt>
                <c:pt idx="5533">
                  <c:v>44638</c:v>
                </c:pt>
                <c:pt idx="5534">
                  <c:v>44641</c:v>
                </c:pt>
                <c:pt idx="5535">
                  <c:v>44642</c:v>
                </c:pt>
                <c:pt idx="5536">
                  <c:v>44643</c:v>
                </c:pt>
                <c:pt idx="5537">
                  <c:v>44644</c:v>
                </c:pt>
                <c:pt idx="5538">
                  <c:v>44645</c:v>
                </c:pt>
                <c:pt idx="5539">
                  <c:v>44648</c:v>
                </c:pt>
                <c:pt idx="5540">
                  <c:v>44649</c:v>
                </c:pt>
                <c:pt idx="5541">
                  <c:v>44650</c:v>
                </c:pt>
                <c:pt idx="5542">
                  <c:v>44651</c:v>
                </c:pt>
                <c:pt idx="5543">
                  <c:v>44652</c:v>
                </c:pt>
                <c:pt idx="5544">
                  <c:v>44655</c:v>
                </c:pt>
                <c:pt idx="5545">
                  <c:v>44656</c:v>
                </c:pt>
                <c:pt idx="5546">
                  <c:v>44657</c:v>
                </c:pt>
                <c:pt idx="5547">
                  <c:v>44658</c:v>
                </c:pt>
                <c:pt idx="5548">
                  <c:v>44659</c:v>
                </c:pt>
                <c:pt idx="5549">
                  <c:v>44662</c:v>
                </c:pt>
                <c:pt idx="5550">
                  <c:v>44663</c:v>
                </c:pt>
                <c:pt idx="5551">
                  <c:v>44664</c:v>
                </c:pt>
                <c:pt idx="5552">
                  <c:v>44665</c:v>
                </c:pt>
                <c:pt idx="5553">
                  <c:v>44666</c:v>
                </c:pt>
                <c:pt idx="5554">
                  <c:v>44669</c:v>
                </c:pt>
                <c:pt idx="5555">
                  <c:v>44670</c:v>
                </c:pt>
                <c:pt idx="5556">
                  <c:v>44671</c:v>
                </c:pt>
                <c:pt idx="5557">
                  <c:v>44672</c:v>
                </c:pt>
                <c:pt idx="5558">
                  <c:v>44673</c:v>
                </c:pt>
                <c:pt idx="5559">
                  <c:v>44676</c:v>
                </c:pt>
                <c:pt idx="5560">
                  <c:v>44677</c:v>
                </c:pt>
                <c:pt idx="5561">
                  <c:v>44678</c:v>
                </c:pt>
                <c:pt idx="5562">
                  <c:v>44679</c:v>
                </c:pt>
                <c:pt idx="5563">
                  <c:v>44680</c:v>
                </c:pt>
                <c:pt idx="5564">
                  <c:v>44683</c:v>
                </c:pt>
                <c:pt idx="5565">
                  <c:v>44684</c:v>
                </c:pt>
                <c:pt idx="5566">
                  <c:v>44685</c:v>
                </c:pt>
                <c:pt idx="5567">
                  <c:v>44686</c:v>
                </c:pt>
                <c:pt idx="5568">
                  <c:v>44687</c:v>
                </c:pt>
                <c:pt idx="5569">
                  <c:v>44690</c:v>
                </c:pt>
                <c:pt idx="5570">
                  <c:v>44691</c:v>
                </c:pt>
                <c:pt idx="5571">
                  <c:v>44692</c:v>
                </c:pt>
                <c:pt idx="5572">
                  <c:v>44693</c:v>
                </c:pt>
                <c:pt idx="5573">
                  <c:v>44694</c:v>
                </c:pt>
                <c:pt idx="5574">
                  <c:v>44697</c:v>
                </c:pt>
                <c:pt idx="5575">
                  <c:v>44698</c:v>
                </c:pt>
                <c:pt idx="5576">
                  <c:v>44699</c:v>
                </c:pt>
                <c:pt idx="5577">
                  <c:v>44700</c:v>
                </c:pt>
                <c:pt idx="5578">
                  <c:v>44701</c:v>
                </c:pt>
                <c:pt idx="5579">
                  <c:v>44704</c:v>
                </c:pt>
                <c:pt idx="5580">
                  <c:v>44705</c:v>
                </c:pt>
                <c:pt idx="5581">
                  <c:v>44706</c:v>
                </c:pt>
                <c:pt idx="5582">
                  <c:v>44707</c:v>
                </c:pt>
                <c:pt idx="5583">
                  <c:v>44708</c:v>
                </c:pt>
                <c:pt idx="5584">
                  <c:v>44711</c:v>
                </c:pt>
                <c:pt idx="5585">
                  <c:v>44712</c:v>
                </c:pt>
                <c:pt idx="5586">
                  <c:v>44713</c:v>
                </c:pt>
                <c:pt idx="5587">
                  <c:v>44714</c:v>
                </c:pt>
                <c:pt idx="5588">
                  <c:v>44715</c:v>
                </c:pt>
                <c:pt idx="5589">
                  <c:v>44718</c:v>
                </c:pt>
                <c:pt idx="5590">
                  <c:v>44719</c:v>
                </c:pt>
                <c:pt idx="5591">
                  <c:v>44720</c:v>
                </c:pt>
                <c:pt idx="5592">
                  <c:v>44721</c:v>
                </c:pt>
                <c:pt idx="5593">
                  <c:v>44722</c:v>
                </c:pt>
                <c:pt idx="5594">
                  <c:v>44725</c:v>
                </c:pt>
                <c:pt idx="5595">
                  <c:v>44726</c:v>
                </c:pt>
                <c:pt idx="5596">
                  <c:v>44727</c:v>
                </c:pt>
                <c:pt idx="5597">
                  <c:v>44728</c:v>
                </c:pt>
                <c:pt idx="5598">
                  <c:v>44729</c:v>
                </c:pt>
                <c:pt idx="5599">
                  <c:v>44732</c:v>
                </c:pt>
                <c:pt idx="5600">
                  <c:v>44733</c:v>
                </c:pt>
                <c:pt idx="5601">
                  <c:v>44734</c:v>
                </c:pt>
                <c:pt idx="5602">
                  <c:v>44735</c:v>
                </c:pt>
                <c:pt idx="5603">
                  <c:v>44736</c:v>
                </c:pt>
                <c:pt idx="5604">
                  <c:v>44739</c:v>
                </c:pt>
                <c:pt idx="5605">
                  <c:v>44740</c:v>
                </c:pt>
                <c:pt idx="5606">
                  <c:v>44741</c:v>
                </c:pt>
                <c:pt idx="5607">
                  <c:v>44742</c:v>
                </c:pt>
                <c:pt idx="5608">
                  <c:v>44743</c:v>
                </c:pt>
                <c:pt idx="5609">
                  <c:v>44746</c:v>
                </c:pt>
                <c:pt idx="5610">
                  <c:v>44747</c:v>
                </c:pt>
                <c:pt idx="5611">
                  <c:v>44748</c:v>
                </c:pt>
                <c:pt idx="5612">
                  <c:v>44749</c:v>
                </c:pt>
                <c:pt idx="5613">
                  <c:v>44750</c:v>
                </c:pt>
                <c:pt idx="5614">
                  <c:v>44753</c:v>
                </c:pt>
                <c:pt idx="5615">
                  <c:v>44754</c:v>
                </c:pt>
                <c:pt idx="5616">
                  <c:v>44755</c:v>
                </c:pt>
                <c:pt idx="5617">
                  <c:v>44756</c:v>
                </c:pt>
                <c:pt idx="5618">
                  <c:v>44757</c:v>
                </c:pt>
                <c:pt idx="5619">
                  <c:v>44760</c:v>
                </c:pt>
                <c:pt idx="5620">
                  <c:v>44761</c:v>
                </c:pt>
                <c:pt idx="5621">
                  <c:v>44762</c:v>
                </c:pt>
                <c:pt idx="5622">
                  <c:v>44763</c:v>
                </c:pt>
                <c:pt idx="5623">
                  <c:v>44764</c:v>
                </c:pt>
                <c:pt idx="5624">
                  <c:v>44767</c:v>
                </c:pt>
                <c:pt idx="5625">
                  <c:v>44768</c:v>
                </c:pt>
                <c:pt idx="5626">
                  <c:v>44769</c:v>
                </c:pt>
                <c:pt idx="5627">
                  <c:v>44770</c:v>
                </c:pt>
                <c:pt idx="5628">
                  <c:v>44771</c:v>
                </c:pt>
                <c:pt idx="5629">
                  <c:v>44774</c:v>
                </c:pt>
                <c:pt idx="5630">
                  <c:v>44775</c:v>
                </c:pt>
                <c:pt idx="5631">
                  <c:v>44776</c:v>
                </c:pt>
                <c:pt idx="5632">
                  <c:v>44777</c:v>
                </c:pt>
                <c:pt idx="5633">
                  <c:v>44778</c:v>
                </c:pt>
                <c:pt idx="5634">
                  <c:v>44781</c:v>
                </c:pt>
                <c:pt idx="5635">
                  <c:v>44782</c:v>
                </c:pt>
                <c:pt idx="5636">
                  <c:v>44783</c:v>
                </c:pt>
                <c:pt idx="5637">
                  <c:v>44784</c:v>
                </c:pt>
                <c:pt idx="5638">
                  <c:v>44785</c:v>
                </c:pt>
                <c:pt idx="5639">
                  <c:v>44788</c:v>
                </c:pt>
                <c:pt idx="5640">
                  <c:v>44789</c:v>
                </c:pt>
                <c:pt idx="5641">
                  <c:v>44790</c:v>
                </c:pt>
                <c:pt idx="5642">
                  <c:v>44791</c:v>
                </c:pt>
                <c:pt idx="5643">
                  <c:v>44792</c:v>
                </c:pt>
                <c:pt idx="5644">
                  <c:v>44795</c:v>
                </c:pt>
                <c:pt idx="5645">
                  <c:v>44796</c:v>
                </c:pt>
                <c:pt idx="5646">
                  <c:v>44797</c:v>
                </c:pt>
                <c:pt idx="5647">
                  <c:v>44798</c:v>
                </c:pt>
                <c:pt idx="5648">
                  <c:v>44799</c:v>
                </c:pt>
                <c:pt idx="5649">
                  <c:v>44802</c:v>
                </c:pt>
                <c:pt idx="5650">
                  <c:v>44803</c:v>
                </c:pt>
                <c:pt idx="5651">
                  <c:v>44804</c:v>
                </c:pt>
                <c:pt idx="5652">
                  <c:v>44805</c:v>
                </c:pt>
                <c:pt idx="5653">
                  <c:v>44806</c:v>
                </c:pt>
                <c:pt idx="5654">
                  <c:v>44809</c:v>
                </c:pt>
                <c:pt idx="5655">
                  <c:v>44810</c:v>
                </c:pt>
                <c:pt idx="5656">
                  <c:v>44811</c:v>
                </c:pt>
                <c:pt idx="5657">
                  <c:v>44812</c:v>
                </c:pt>
                <c:pt idx="5658">
                  <c:v>44813</c:v>
                </c:pt>
                <c:pt idx="5659">
                  <c:v>44816</c:v>
                </c:pt>
                <c:pt idx="5660">
                  <c:v>44817</c:v>
                </c:pt>
                <c:pt idx="5661">
                  <c:v>44818</c:v>
                </c:pt>
                <c:pt idx="5662">
                  <c:v>44819</c:v>
                </c:pt>
                <c:pt idx="5663">
                  <c:v>44820</c:v>
                </c:pt>
                <c:pt idx="5664">
                  <c:v>44823</c:v>
                </c:pt>
                <c:pt idx="5665">
                  <c:v>44824</c:v>
                </c:pt>
                <c:pt idx="5666">
                  <c:v>44825</c:v>
                </c:pt>
                <c:pt idx="5667">
                  <c:v>44826</c:v>
                </c:pt>
                <c:pt idx="5668">
                  <c:v>44827</c:v>
                </c:pt>
                <c:pt idx="5669">
                  <c:v>44830</c:v>
                </c:pt>
                <c:pt idx="5670">
                  <c:v>44831</c:v>
                </c:pt>
                <c:pt idx="5671">
                  <c:v>44832</c:v>
                </c:pt>
                <c:pt idx="5672">
                  <c:v>44833</c:v>
                </c:pt>
                <c:pt idx="5673">
                  <c:v>44834</c:v>
                </c:pt>
                <c:pt idx="5674">
                  <c:v>44837</c:v>
                </c:pt>
                <c:pt idx="5675">
                  <c:v>44838</c:v>
                </c:pt>
                <c:pt idx="5676">
                  <c:v>44839</c:v>
                </c:pt>
                <c:pt idx="5677">
                  <c:v>44840</c:v>
                </c:pt>
                <c:pt idx="5678">
                  <c:v>44841</c:v>
                </c:pt>
                <c:pt idx="5679">
                  <c:v>44844</c:v>
                </c:pt>
                <c:pt idx="5680">
                  <c:v>44845</c:v>
                </c:pt>
                <c:pt idx="5681">
                  <c:v>44846</c:v>
                </c:pt>
                <c:pt idx="5682">
                  <c:v>44847</c:v>
                </c:pt>
                <c:pt idx="5683">
                  <c:v>44848</c:v>
                </c:pt>
                <c:pt idx="5684">
                  <c:v>44851</c:v>
                </c:pt>
                <c:pt idx="5685">
                  <c:v>44852</c:v>
                </c:pt>
                <c:pt idx="5686">
                  <c:v>44853</c:v>
                </c:pt>
                <c:pt idx="5687">
                  <c:v>44854</c:v>
                </c:pt>
                <c:pt idx="5688">
                  <c:v>44855</c:v>
                </c:pt>
                <c:pt idx="5689">
                  <c:v>44858</c:v>
                </c:pt>
                <c:pt idx="5690">
                  <c:v>44859</c:v>
                </c:pt>
                <c:pt idx="5691">
                  <c:v>44860</c:v>
                </c:pt>
                <c:pt idx="5692">
                  <c:v>44861</c:v>
                </c:pt>
                <c:pt idx="5693">
                  <c:v>44862</c:v>
                </c:pt>
                <c:pt idx="5694">
                  <c:v>44865</c:v>
                </c:pt>
                <c:pt idx="5695">
                  <c:v>44866</c:v>
                </c:pt>
                <c:pt idx="5696">
                  <c:v>44867</c:v>
                </c:pt>
                <c:pt idx="5697">
                  <c:v>44868</c:v>
                </c:pt>
                <c:pt idx="5698">
                  <c:v>44869</c:v>
                </c:pt>
                <c:pt idx="5699">
                  <c:v>44872</c:v>
                </c:pt>
                <c:pt idx="5700">
                  <c:v>44873</c:v>
                </c:pt>
                <c:pt idx="5701">
                  <c:v>44874</c:v>
                </c:pt>
                <c:pt idx="5702">
                  <c:v>44875</c:v>
                </c:pt>
                <c:pt idx="5703">
                  <c:v>44876</c:v>
                </c:pt>
                <c:pt idx="5704">
                  <c:v>44879</c:v>
                </c:pt>
                <c:pt idx="5705">
                  <c:v>44880</c:v>
                </c:pt>
                <c:pt idx="5706">
                  <c:v>44881</c:v>
                </c:pt>
                <c:pt idx="5707">
                  <c:v>44882</c:v>
                </c:pt>
                <c:pt idx="5708">
                  <c:v>44883</c:v>
                </c:pt>
                <c:pt idx="5709">
                  <c:v>44886</c:v>
                </c:pt>
                <c:pt idx="5710">
                  <c:v>44887</c:v>
                </c:pt>
                <c:pt idx="5711">
                  <c:v>44888</c:v>
                </c:pt>
                <c:pt idx="5712">
                  <c:v>44889</c:v>
                </c:pt>
                <c:pt idx="5713">
                  <c:v>44890</c:v>
                </c:pt>
                <c:pt idx="5714">
                  <c:v>44893</c:v>
                </c:pt>
                <c:pt idx="5715">
                  <c:v>44894</c:v>
                </c:pt>
                <c:pt idx="5716">
                  <c:v>44895</c:v>
                </c:pt>
                <c:pt idx="5717">
                  <c:v>44896</c:v>
                </c:pt>
                <c:pt idx="5718">
                  <c:v>44897</c:v>
                </c:pt>
                <c:pt idx="5719">
                  <c:v>44900</c:v>
                </c:pt>
                <c:pt idx="5720">
                  <c:v>44901</c:v>
                </c:pt>
                <c:pt idx="5721">
                  <c:v>44902</c:v>
                </c:pt>
                <c:pt idx="5722">
                  <c:v>44903</c:v>
                </c:pt>
                <c:pt idx="5723">
                  <c:v>44904</c:v>
                </c:pt>
                <c:pt idx="5724">
                  <c:v>44907</c:v>
                </c:pt>
                <c:pt idx="5725">
                  <c:v>44908</c:v>
                </c:pt>
                <c:pt idx="5726">
                  <c:v>44909</c:v>
                </c:pt>
                <c:pt idx="5727">
                  <c:v>44910</c:v>
                </c:pt>
                <c:pt idx="5728">
                  <c:v>44911</c:v>
                </c:pt>
                <c:pt idx="5729">
                  <c:v>44914</c:v>
                </c:pt>
                <c:pt idx="5730">
                  <c:v>44915</c:v>
                </c:pt>
                <c:pt idx="5731">
                  <c:v>44916</c:v>
                </c:pt>
                <c:pt idx="5732">
                  <c:v>44917</c:v>
                </c:pt>
                <c:pt idx="5733">
                  <c:v>44918</c:v>
                </c:pt>
                <c:pt idx="5734">
                  <c:v>44921</c:v>
                </c:pt>
                <c:pt idx="5735">
                  <c:v>44922</c:v>
                </c:pt>
                <c:pt idx="5736">
                  <c:v>44923</c:v>
                </c:pt>
                <c:pt idx="5737">
                  <c:v>44924</c:v>
                </c:pt>
                <c:pt idx="5738">
                  <c:v>44925</c:v>
                </c:pt>
                <c:pt idx="5739">
                  <c:v>44928</c:v>
                </c:pt>
                <c:pt idx="5740">
                  <c:v>44929</c:v>
                </c:pt>
                <c:pt idx="5741">
                  <c:v>44930</c:v>
                </c:pt>
                <c:pt idx="5742">
                  <c:v>44931</c:v>
                </c:pt>
                <c:pt idx="5743">
                  <c:v>44932</c:v>
                </c:pt>
                <c:pt idx="5744">
                  <c:v>44935</c:v>
                </c:pt>
                <c:pt idx="5745">
                  <c:v>44936</c:v>
                </c:pt>
                <c:pt idx="5746">
                  <c:v>44937</c:v>
                </c:pt>
                <c:pt idx="5747">
                  <c:v>44938</c:v>
                </c:pt>
                <c:pt idx="5748">
                  <c:v>44939</c:v>
                </c:pt>
                <c:pt idx="5749">
                  <c:v>44942</c:v>
                </c:pt>
                <c:pt idx="5750">
                  <c:v>44943</c:v>
                </c:pt>
                <c:pt idx="5751">
                  <c:v>44944</c:v>
                </c:pt>
                <c:pt idx="5752">
                  <c:v>44945</c:v>
                </c:pt>
                <c:pt idx="5753">
                  <c:v>44946</c:v>
                </c:pt>
                <c:pt idx="5754">
                  <c:v>44949</c:v>
                </c:pt>
                <c:pt idx="5755">
                  <c:v>44950</c:v>
                </c:pt>
                <c:pt idx="5756">
                  <c:v>44951</c:v>
                </c:pt>
                <c:pt idx="5757">
                  <c:v>44952</c:v>
                </c:pt>
                <c:pt idx="5758">
                  <c:v>44953</c:v>
                </c:pt>
                <c:pt idx="5759">
                  <c:v>44956</c:v>
                </c:pt>
                <c:pt idx="5760">
                  <c:v>44957</c:v>
                </c:pt>
                <c:pt idx="5761">
                  <c:v>44958</c:v>
                </c:pt>
                <c:pt idx="5762">
                  <c:v>44959</c:v>
                </c:pt>
                <c:pt idx="5763">
                  <c:v>44960</c:v>
                </c:pt>
                <c:pt idx="5764">
                  <c:v>44963</c:v>
                </c:pt>
                <c:pt idx="5765">
                  <c:v>44964</c:v>
                </c:pt>
                <c:pt idx="5766">
                  <c:v>44965</c:v>
                </c:pt>
                <c:pt idx="5767">
                  <c:v>44966</c:v>
                </c:pt>
                <c:pt idx="5768">
                  <c:v>44967</c:v>
                </c:pt>
                <c:pt idx="5769">
                  <c:v>44970</c:v>
                </c:pt>
                <c:pt idx="5770">
                  <c:v>44971</c:v>
                </c:pt>
                <c:pt idx="5771">
                  <c:v>44972</c:v>
                </c:pt>
                <c:pt idx="5772">
                  <c:v>44973</c:v>
                </c:pt>
                <c:pt idx="5773">
                  <c:v>44974</c:v>
                </c:pt>
                <c:pt idx="5774">
                  <c:v>44977</c:v>
                </c:pt>
                <c:pt idx="5775">
                  <c:v>44978</c:v>
                </c:pt>
                <c:pt idx="5776">
                  <c:v>44979</c:v>
                </c:pt>
                <c:pt idx="5777">
                  <c:v>44980</c:v>
                </c:pt>
                <c:pt idx="5778">
                  <c:v>44981</c:v>
                </c:pt>
                <c:pt idx="5779">
                  <c:v>44984</c:v>
                </c:pt>
                <c:pt idx="5780">
                  <c:v>44985</c:v>
                </c:pt>
                <c:pt idx="5781">
                  <c:v>44986</c:v>
                </c:pt>
                <c:pt idx="5782">
                  <c:v>44987</c:v>
                </c:pt>
                <c:pt idx="5783">
                  <c:v>44988</c:v>
                </c:pt>
                <c:pt idx="5784">
                  <c:v>44991</c:v>
                </c:pt>
                <c:pt idx="5785">
                  <c:v>44992</c:v>
                </c:pt>
                <c:pt idx="5786">
                  <c:v>44993</c:v>
                </c:pt>
                <c:pt idx="5787">
                  <c:v>44994</c:v>
                </c:pt>
                <c:pt idx="5788">
                  <c:v>44995</c:v>
                </c:pt>
                <c:pt idx="5789">
                  <c:v>44998</c:v>
                </c:pt>
                <c:pt idx="5790">
                  <c:v>44999</c:v>
                </c:pt>
                <c:pt idx="5791">
                  <c:v>45000</c:v>
                </c:pt>
                <c:pt idx="5792">
                  <c:v>45001</c:v>
                </c:pt>
                <c:pt idx="5793">
                  <c:v>45002</c:v>
                </c:pt>
                <c:pt idx="5794">
                  <c:v>45005</c:v>
                </c:pt>
                <c:pt idx="5795">
                  <c:v>45006</c:v>
                </c:pt>
                <c:pt idx="5796">
                  <c:v>45007</c:v>
                </c:pt>
                <c:pt idx="5797">
                  <c:v>45008</c:v>
                </c:pt>
                <c:pt idx="5798">
                  <c:v>45009</c:v>
                </c:pt>
                <c:pt idx="5799">
                  <c:v>45012</c:v>
                </c:pt>
                <c:pt idx="5800">
                  <c:v>45013</c:v>
                </c:pt>
                <c:pt idx="5801">
                  <c:v>45014</c:v>
                </c:pt>
                <c:pt idx="5802">
                  <c:v>45015</c:v>
                </c:pt>
                <c:pt idx="5803">
                  <c:v>45016</c:v>
                </c:pt>
                <c:pt idx="5804">
                  <c:v>45019</c:v>
                </c:pt>
                <c:pt idx="5805">
                  <c:v>45020</c:v>
                </c:pt>
                <c:pt idx="5806">
                  <c:v>45021</c:v>
                </c:pt>
                <c:pt idx="5807">
                  <c:v>45022</c:v>
                </c:pt>
                <c:pt idx="5808">
                  <c:v>45023</c:v>
                </c:pt>
                <c:pt idx="5809">
                  <c:v>45026</c:v>
                </c:pt>
                <c:pt idx="5810">
                  <c:v>45027</c:v>
                </c:pt>
                <c:pt idx="5811">
                  <c:v>45028</c:v>
                </c:pt>
                <c:pt idx="5812">
                  <c:v>45029</c:v>
                </c:pt>
                <c:pt idx="5813">
                  <c:v>45030</c:v>
                </c:pt>
                <c:pt idx="5814">
                  <c:v>45033</c:v>
                </c:pt>
                <c:pt idx="5815">
                  <c:v>45034</c:v>
                </c:pt>
                <c:pt idx="5816">
                  <c:v>45035</c:v>
                </c:pt>
                <c:pt idx="5817">
                  <c:v>45036</c:v>
                </c:pt>
                <c:pt idx="5818">
                  <c:v>45037</c:v>
                </c:pt>
                <c:pt idx="5819">
                  <c:v>45040</c:v>
                </c:pt>
                <c:pt idx="5820">
                  <c:v>45041</c:v>
                </c:pt>
                <c:pt idx="5821">
                  <c:v>45042</c:v>
                </c:pt>
                <c:pt idx="5822">
                  <c:v>45043</c:v>
                </c:pt>
                <c:pt idx="5823">
                  <c:v>45044</c:v>
                </c:pt>
                <c:pt idx="5824">
                  <c:v>45047</c:v>
                </c:pt>
                <c:pt idx="5825">
                  <c:v>45048</c:v>
                </c:pt>
                <c:pt idx="5826">
                  <c:v>45049</c:v>
                </c:pt>
                <c:pt idx="5827">
                  <c:v>45050</c:v>
                </c:pt>
                <c:pt idx="5828">
                  <c:v>45051</c:v>
                </c:pt>
                <c:pt idx="5829">
                  <c:v>45054</c:v>
                </c:pt>
                <c:pt idx="5830">
                  <c:v>45055</c:v>
                </c:pt>
                <c:pt idx="5831">
                  <c:v>45056</c:v>
                </c:pt>
                <c:pt idx="5832">
                  <c:v>45057</c:v>
                </c:pt>
                <c:pt idx="5833">
                  <c:v>45058</c:v>
                </c:pt>
                <c:pt idx="5834">
                  <c:v>45061</c:v>
                </c:pt>
                <c:pt idx="5835">
                  <c:v>45062</c:v>
                </c:pt>
                <c:pt idx="5836">
                  <c:v>45063</c:v>
                </c:pt>
                <c:pt idx="5837">
                  <c:v>45064</c:v>
                </c:pt>
                <c:pt idx="5838">
                  <c:v>45065</c:v>
                </c:pt>
                <c:pt idx="5839">
                  <c:v>45068</c:v>
                </c:pt>
                <c:pt idx="5840">
                  <c:v>45069</c:v>
                </c:pt>
                <c:pt idx="5841">
                  <c:v>45070</c:v>
                </c:pt>
                <c:pt idx="5842">
                  <c:v>45071</c:v>
                </c:pt>
                <c:pt idx="5843">
                  <c:v>45072</c:v>
                </c:pt>
                <c:pt idx="5844">
                  <c:v>45075</c:v>
                </c:pt>
                <c:pt idx="5845">
                  <c:v>45076</c:v>
                </c:pt>
                <c:pt idx="5846">
                  <c:v>45077</c:v>
                </c:pt>
                <c:pt idx="5847">
                  <c:v>45078</c:v>
                </c:pt>
                <c:pt idx="5848">
                  <c:v>45079</c:v>
                </c:pt>
                <c:pt idx="5849">
                  <c:v>45082</c:v>
                </c:pt>
                <c:pt idx="5850">
                  <c:v>45083</c:v>
                </c:pt>
                <c:pt idx="5851">
                  <c:v>45084</c:v>
                </c:pt>
                <c:pt idx="5852">
                  <c:v>45085</c:v>
                </c:pt>
                <c:pt idx="5853">
                  <c:v>45086</c:v>
                </c:pt>
                <c:pt idx="5854">
                  <c:v>45089</c:v>
                </c:pt>
                <c:pt idx="5855">
                  <c:v>45090</c:v>
                </c:pt>
                <c:pt idx="5856">
                  <c:v>45091</c:v>
                </c:pt>
                <c:pt idx="5857">
                  <c:v>45092</c:v>
                </c:pt>
                <c:pt idx="5858">
                  <c:v>45093</c:v>
                </c:pt>
                <c:pt idx="5859">
                  <c:v>45096</c:v>
                </c:pt>
                <c:pt idx="5860">
                  <c:v>45097</c:v>
                </c:pt>
                <c:pt idx="5861">
                  <c:v>45098</c:v>
                </c:pt>
                <c:pt idx="5862">
                  <c:v>45099</c:v>
                </c:pt>
                <c:pt idx="5863">
                  <c:v>45100</c:v>
                </c:pt>
                <c:pt idx="5864">
                  <c:v>45103</c:v>
                </c:pt>
                <c:pt idx="5865">
                  <c:v>45104</c:v>
                </c:pt>
                <c:pt idx="5866">
                  <c:v>45105</c:v>
                </c:pt>
                <c:pt idx="5867">
                  <c:v>45106</c:v>
                </c:pt>
                <c:pt idx="5868">
                  <c:v>45107</c:v>
                </c:pt>
                <c:pt idx="5869">
                  <c:v>45110</c:v>
                </c:pt>
                <c:pt idx="5870">
                  <c:v>45111</c:v>
                </c:pt>
                <c:pt idx="5871">
                  <c:v>45112</c:v>
                </c:pt>
                <c:pt idx="5872">
                  <c:v>45113</c:v>
                </c:pt>
                <c:pt idx="5873">
                  <c:v>45114</c:v>
                </c:pt>
                <c:pt idx="5874">
                  <c:v>45117</c:v>
                </c:pt>
                <c:pt idx="5875">
                  <c:v>45118</c:v>
                </c:pt>
                <c:pt idx="5876">
                  <c:v>45119</c:v>
                </c:pt>
                <c:pt idx="5877">
                  <c:v>45120</c:v>
                </c:pt>
                <c:pt idx="5878">
                  <c:v>45121</c:v>
                </c:pt>
                <c:pt idx="5879">
                  <c:v>45124</c:v>
                </c:pt>
                <c:pt idx="5880">
                  <c:v>45125</c:v>
                </c:pt>
                <c:pt idx="5881">
                  <c:v>45126</c:v>
                </c:pt>
                <c:pt idx="5882">
                  <c:v>45127</c:v>
                </c:pt>
                <c:pt idx="5883">
                  <c:v>45128</c:v>
                </c:pt>
                <c:pt idx="5884">
                  <c:v>45131</c:v>
                </c:pt>
                <c:pt idx="5885">
                  <c:v>45132</c:v>
                </c:pt>
                <c:pt idx="5886">
                  <c:v>45133</c:v>
                </c:pt>
                <c:pt idx="5887">
                  <c:v>45134</c:v>
                </c:pt>
                <c:pt idx="5888">
                  <c:v>45135</c:v>
                </c:pt>
                <c:pt idx="5889">
                  <c:v>45138</c:v>
                </c:pt>
                <c:pt idx="5890">
                  <c:v>45139</c:v>
                </c:pt>
                <c:pt idx="5891">
                  <c:v>45140</c:v>
                </c:pt>
                <c:pt idx="5892">
                  <c:v>45141</c:v>
                </c:pt>
                <c:pt idx="5893">
                  <c:v>45142</c:v>
                </c:pt>
                <c:pt idx="5894">
                  <c:v>45145</c:v>
                </c:pt>
                <c:pt idx="5895">
                  <c:v>45146</c:v>
                </c:pt>
                <c:pt idx="5896">
                  <c:v>45147</c:v>
                </c:pt>
                <c:pt idx="5897">
                  <c:v>45148</c:v>
                </c:pt>
                <c:pt idx="5898">
                  <c:v>45149</c:v>
                </c:pt>
                <c:pt idx="5899">
                  <c:v>45152</c:v>
                </c:pt>
                <c:pt idx="5900">
                  <c:v>45153</c:v>
                </c:pt>
                <c:pt idx="5901">
                  <c:v>45154</c:v>
                </c:pt>
                <c:pt idx="5902">
                  <c:v>45155</c:v>
                </c:pt>
                <c:pt idx="5903">
                  <c:v>45156</c:v>
                </c:pt>
                <c:pt idx="5904">
                  <c:v>45159</c:v>
                </c:pt>
                <c:pt idx="5905">
                  <c:v>45160</c:v>
                </c:pt>
                <c:pt idx="5906">
                  <c:v>45161</c:v>
                </c:pt>
                <c:pt idx="5907">
                  <c:v>45162</c:v>
                </c:pt>
                <c:pt idx="5908">
                  <c:v>45163</c:v>
                </c:pt>
                <c:pt idx="5909">
                  <c:v>45166</c:v>
                </c:pt>
                <c:pt idx="5910">
                  <c:v>45167</c:v>
                </c:pt>
                <c:pt idx="5911">
                  <c:v>45168</c:v>
                </c:pt>
                <c:pt idx="5912">
                  <c:v>45169</c:v>
                </c:pt>
                <c:pt idx="5913">
                  <c:v>45170</c:v>
                </c:pt>
                <c:pt idx="5914">
                  <c:v>45173</c:v>
                </c:pt>
                <c:pt idx="5915">
                  <c:v>45174</c:v>
                </c:pt>
                <c:pt idx="5916">
                  <c:v>45175</c:v>
                </c:pt>
                <c:pt idx="5917">
                  <c:v>45176</c:v>
                </c:pt>
                <c:pt idx="5918">
                  <c:v>45177</c:v>
                </c:pt>
                <c:pt idx="5919">
                  <c:v>45180</c:v>
                </c:pt>
                <c:pt idx="5920">
                  <c:v>45181</c:v>
                </c:pt>
                <c:pt idx="5921">
                  <c:v>45182</c:v>
                </c:pt>
                <c:pt idx="5922">
                  <c:v>45183</c:v>
                </c:pt>
                <c:pt idx="5923">
                  <c:v>45184</c:v>
                </c:pt>
                <c:pt idx="5924">
                  <c:v>45187</c:v>
                </c:pt>
                <c:pt idx="5925">
                  <c:v>45188</c:v>
                </c:pt>
                <c:pt idx="5926">
                  <c:v>45189</c:v>
                </c:pt>
                <c:pt idx="5927">
                  <c:v>45190</c:v>
                </c:pt>
                <c:pt idx="5928">
                  <c:v>45191</c:v>
                </c:pt>
                <c:pt idx="5929">
                  <c:v>45194</c:v>
                </c:pt>
                <c:pt idx="5930">
                  <c:v>45195</c:v>
                </c:pt>
                <c:pt idx="5931">
                  <c:v>45196</c:v>
                </c:pt>
                <c:pt idx="5932">
                  <c:v>45197</c:v>
                </c:pt>
                <c:pt idx="5933">
                  <c:v>45198</c:v>
                </c:pt>
                <c:pt idx="5934">
                  <c:v>45201</c:v>
                </c:pt>
                <c:pt idx="5935">
                  <c:v>45202</c:v>
                </c:pt>
                <c:pt idx="5936">
                  <c:v>45203</c:v>
                </c:pt>
                <c:pt idx="5937">
                  <c:v>45204</c:v>
                </c:pt>
                <c:pt idx="5938">
                  <c:v>45205</c:v>
                </c:pt>
                <c:pt idx="5939">
                  <c:v>45208</c:v>
                </c:pt>
                <c:pt idx="5940">
                  <c:v>45209</c:v>
                </c:pt>
                <c:pt idx="5941">
                  <c:v>45210</c:v>
                </c:pt>
                <c:pt idx="5942">
                  <c:v>45211</c:v>
                </c:pt>
                <c:pt idx="5943">
                  <c:v>45212</c:v>
                </c:pt>
                <c:pt idx="5944">
                  <c:v>45215</c:v>
                </c:pt>
                <c:pt idx="5945">
                  <c:v>45216</c:v>
                </c:pt>
                <c:pt idx="5946">
                  <c:v>45217</c:v>
                </c:pt>
                <c:pt idx="5947">
                  <c:v>45218</c:v>
                </c:pt>
                <c:pt idx="5948">
                  <c:v>45219</c:v>
                </c:pt>
                <c:pt idx="5949">
                  <c:v>45222</c:v>
                </c:pt>
                <c:pt idx="5950">
                  <c:v>45223</c:v>
                </c:pt>
                <c:pt idx="5951">
                  <c:v>45224</c:v>
                </c:pt>
                <c:pt idx="5952">
                  <c:v>45225</c:v>
                </c:pt>
                <c:pt idx="5953">
                  <c:v>45226</c:v>
                </c:pt>
                <c:pt idx="5954">
                  <c:v>45229</c:v>
                </c:pt>
                <c:pt idx="5955">
                  <c:v>45230</c:v>
                </c:pt>
                <c:pt idx="5956">
                  <c:v>45231</c:v>
                </c:pt>
                <c:pt idx="5957">
                  <c:v>45232</c:v>
                </c:pt>
                <c:pt idx="5958">
                  <c:v>45233</c:v>
                </c:pt>
                <c:pt idx="5959">
                  <c:v>45236</c:v>
                </c:pt>
                <c:pt idx="5960">
                  <c:v>45237</c:v>
                </c:pt>
                <c:pt idx="5961">
                  <c:v>45238</c:v>
                </c:pt>
                <c:pt idx="5962">
                  <c:v>45239</c:v>
                </c:pt>
                <c:pt idx="5963">
                  <c:v>45240</c:v>
                </c:pt>
                <c:pt idx="5964">
                  <c:v>45243</c:v>
                </c:pt>
                <c:pt idx="5965">
                  <c:v>45244</c:v>
                </c:pt>
                <c:pt idx="5966">
                  <c:v>45245</c:v>
                </c:pt>
                <c:pt idx="5967">
                  <c:v>45246</c:v>
                </c:pt>
                <c:pt idx="5968">
                  <c:v>45247</c:v>
                </c:pt>
                <c:pt idx="5969">
                  <c:v>45250</c:v>
                </c:pt>
                <c:pt idx="5970">
                  <c:v>45251</c:v>
                </c:pt>
                <c:pt idx="5971">
                  <c:v>45252</c:v>
                </c:pt>
                <c:pt idx="5972">
                  <c:v>45253</c:v>
                </c:pt>
                <c:pt idx="5973">
                  <c:v>45254</c:v>
                </c:pt>
                <c:pt idx="5974">
                  <c:v>45257</c:v>
                </c:pt>
                <c:pt idx="5975">
                  <c:v>45258</c:v>
                </c:pt>
                <c:pt idx="5976">
                  <c:v>45259</c:v>
                </c:pt>
                <c:pt idx="5977">
                  <c:v>45260</c:v>
                </c:pt>
                <c:pt idx="5978">
                  <c:v>45261</c:v>
                </c:pt>
                <c:pt idx="5979">
                  <c:v>45264</c:v>
                </c:pt>
                <c:pt idx="5980">
                  <c:v>45265</c:v>
                </c:pt>
                <c:pt idx="5981">
                  <c:v>45266</c:v>
                </c:pt>
                <c:pt idx="5982">
                  <c:v>45267</c:v>
                </c:pt>
                <c:pt idx="5983">
                  <c:v>45268</c:v>
                </c:pt>
                <c:pt idx="5984">
                  <c:v>45271</c:v>
                </c:pt>
                <c:pt idx="5985">
                  <c:v>45272</c:v>
                </c:pt>
                <c:pt idx="5986">
                  <c:v>45273</c:v>
                </c:pt>
                <c:pt idx="5987">
                  <c:v>45274</c:v>
                </c:pt>
                <c:pt idx="5988">
                  <c:v>45275</c:v>
                </c:pt>
                <c:pt idx="5989">
                  <c:v>45278</c:v>
                </c:pt>
                <c:pt idx="5990">
                  <c:v>45279</c:v>
                </c:pt>
                <c:pt idx="5991">
                  <c:v>45280</c:v>
                </c:pt>
                <c:pt idx="5992">
                  <c:v>45281</c:v>
                </c:pt>
                <c:pt idx="5993">
                  <c:v>45282</c:v>
                </c:pt>
                <c:pt idx="5994">
                  <c:v>45285</c:v>
                </c:pt>
                <c:pt idx="5995">
                  <c:v>45286</c:v>
                </c:pt>
                <c:pt idx="5996">
                  <c:v>45287</c:v>
                </c:pt>
                <c:pt idx="5997">
                  <c:v>45288</c:v>
                </c:pt>
                <c:pt idx="5998">
                  <c:v>45289</c:v>
                </c:pt>
                <c:pt idx="5999">
                  <c:v>45292</c:v>
                </c:pt>
                <c:pt idx="6000">
                  <c:v>45293</c:v>
                </c:pt>
                <c:pt idx="6001">
                  <c:v>45294</c:v>
                </c:pt>
                <c:pt idx="6002">
                  <c:v>45295</c:v>
                </c:pt>
                <c:pt idx="6003">
                  <c:v>45296</c:v>
                </c:pt>
                <c:pt idx="6004">
                  <c:v>45299</c:v>
                </c:pt>
                <c:pt idx="6005">
                  <c:v>45300</c:v>
                </c:pt>
                <c:pt idx="6006">
                  <c:v>45301</c:v>
                </c:pt>
                <c:pt idx="6007">
                  <c:v>45302</c:v>
                </c:pt>
                <c:pt idx="6008">
                  <c:v>45303</c:v>
                </c:pt>
                <c:pt idx="6009">
                  <c:v>45306</c:v>
                </c:pt>
                <c:pt idx="6010">
                  <c:v>45307</c:v>
                </c:pt>
                <c:pt idx="6011">
                  <c:v>45308</c:v>
                </c:pt>
                <c:pt idx="6012">
                  <c:v>45309</c:v>
                </c:pt>
                <c:pt idx="6013">
                  <c:v>45310</c:v>
                </c:pt>
                <c:pt idx="6014">
                  <c:v>45313</c:v>
                </c:pt>
                <c:pt idx="6015">
                  <c:v>45314</c:v>
                </c:pt>
                <c:pt idx="6016">
                  <c:v>45315</c:v>
                </c:pt>
                <c:pt idx="6017">
                  <c:v>45316</c:v>
                </c:pt>
                <c:pt idx="6018">
                  <c:v>45317</c:v>
                </c:pt>
                <c:pt idx="6019">
                  <c:v>45320</c:v>
                </c:pt>
                <c:pt idx="6020">
                  <c:v>45321</c:v>
                </c:pt>
                <c:pt idx="6021">
                  <c:v>45322</c:v>
                </c:pt>
                <c:pt idx="6022">
                  <c:v>45323</c:v>
                </c:pt>
                <c:pt idx="6023">
                  <c:v>45324</c:v>
                </c:pt>
                <c:pt idx="6024">
                  <c:v>45327</c:v>
                </c:pt>
                <c:pt idx="6025">
                  <c:v>45328</c:v>
                </c:pt>
                <c:pt idx="6026">
                  <c:v>45329</c:v>
                </c:pt>
                <c:pt idx="6027">
                  <c:v>45330</c:v>
                </c:pt>
                <c:pt idx="6028">
                  <c:v>45331</c:v>
                </c:pt>
                <c:pt idx="6029">
                  <c:v>45334</c:v>
                </c:pt>
                <c:pt idx="6030">
                  <c:v>45335</c:v>
                </c:pt>
                <c:pt idx="6031">
                  <c:v>45336</c:v>
                </c:pt>
                <c:pt idx="6032">
                  <c:v>45337</c:v>
                </c:pt>
                <c:pt idx="6033">
                  <c:v>45338</c:v>
                </c:pt>
                <c:pt idx="6034">
                  <c:v>45341</c:v>
                </c:pt>
                <c:pt idx="6035">
                  <c:v>45342</c:v>
                </c:pt>
                <c:pt idx="6036">
                  <c:v>45343</c:v>
                </c:pt>
                <c:pt idx="6037">
                  <c:v>45344</c:v>
                </c:pt>
                <c:pt idx="6038">
                  <c:v>45345</c:v>
                </c:pt>
                <c:pt idx="6039">
                  <c:v>45348</c:v>
                </c:pt>
                <c:pt idx="6040">
                  <c:v>45349</c:v>
                </c:pt>
                <c:pt idx="6041">
                  <c:v>45350</c:v>
                </c:pt>
                <c:pt idx="6042">
                  <c:v>45351</c:v>
                </c:pt>
                <c:pt idx="6043">
                  <c:v>45352</c:v>
                </c:pt>
                <c:pt idx="6044">
                  <c:v>45355</c:v>
                </c:pt>
                <c:pt idx="6045">
                  <c:v>45356</c:v>
                </c:pt>
                <c:pt idx="6046">
                  <c:v>45357</c:v>
                </c:pt>
                <c:pt idx="6047">
                  <c:v>45358</c:v>
                </c:pt>
                <c:pt idx="6048">
                  <c:v>45359</c:v>
                </c:pt>
                <c:pt idx="6049">
                  <c:v>45362</c:v>
                </c:pt>
                <c:pt idx="6050">
                  <c:v>45363</c:v>
                </c:pt>
                <c:pt idx="6051">
                  <c:v>45364</c:v>
                </c:pt>
                <c:pt idx="6052">
                  <c:v>45365</c:v>
                </c:pt>
                <c:pt idx="6053">
                  <c:v>45366</c:v>
                </c:pt>
                <c:pt idx="6054">
                  <c:v>45369</c:v>
                </c:pt>
                <c:pt idx="6055">
                  <c:v>45370</c:v>
                </c:pt>
                <c:pt idx="6056">
                  <c:v>45371</c:v>
                </c:pt>
                <c:pt idx="6057">
                  <c:v>45372</c:v>
                </c:pt>
                <c:pt idx="6058">
                  <c:v>45373</c:v>
                </c:pt>
                <c:pt idx="6059">
                  <c:v>45376</c:v>
                </c:pt>
                <c:pt idx="6060">
                  <c:v>45377</c:v>
                </c:pt>
                <c:pt idx="6061">
                  <c:v>45378</c:v>
                </c:pt>
                <c:pt idx="6062">
                  <c:v>45379</c:v>
                </c:pt>
                <c:pt idx="6063">
                  <c:v>45380</c:v>
                </c:pt>
                <c:pt idx="6064">
                  <c:v>45383</c:v>
                </c:pt>
                <c:pt idx="6065">
                  <c:v>45384</c:v>
                </c:pt>
                <c:pt idx="6066">
                  <c:v>45385</c:v>
                </c:pt>
                <c:pt idx="6067">
                  <c:v>45386</c:v>
                </c:pt>
                <c:pt idx="6068">
                  <c:v>45387</c:v>
                </c:pt>
                <c:pt idx="6069">
                  <c:v>45390</c:v>
                </c:pt>
                <c:pt idx="6070">
                  <c:v>45391</c:v>
                </c:pt>
                <c:pt idx="6071">
                  <c:v>45392</c:v>
                </c:pt>
                <c:pt idx="6072">
                  <c:v>45393</c:v>
                </c:pt>
                <c:pt idx="6073">
                  <c:v>45394</c:v>
                </c:pt>
                <c:pt idx="6074">
                  <c:v>45397</c:v>
                </c:pt>
                <c:pt idx="6075">
                  <c:v>45398</c:v>
                </c:pt>
                <c:pt idx="6076">
                  <c:v>45399</c:v>
                </c:pt>
                <c:pt idx="6077">
                  <c:v>45400</c:v>
                </c:pt>
                <c:pt idx="6078">
                  <c:v>45401</c:v>
                </c:pt>
                <c:pt idx="6079">
                  <c:v>45404</c:v>
                </c:pt>
                <c:pt idx="6080">
                  <c:v>45405</c:v>
                </c:pt>
                <c:pt idx="6081">
                  <c:v>45406</c:v>
                </c:pt>
                <c:pt idx="6082">
                  <c:v>45407</c:v>
                </c:pt>
                <c:pt idx="6083">
                  <c:v>45408</c:v>
                </c:pt>
                <c:pt idx="6084">
                  <c:v>45411</c:v>
                </c:pt>
                <c:pt idx="6085">
                  <c:v>45412</c:v>
                </c:pt>
                <c:pt idx="6086">
                  <c:v>45413</c:v>
                </c:pt>
                <c:pt idx="6087">
                  <c:v>45414</c:v>
                </c:pt>
                <c:pt idx="6088">
                  <c:v>45415</c:v>
                </c:pt>
                <c:pt idx="6089">
                  <c:v>45418</c:v>
                </c:pt>
                <c:pt idx="6090">
                  <c:v>45419</c:v>
                </c:pt>
                <c:pt idx="6091">
                  <c:v>45420</c:v>
                </c:pt>
                <c:pt idx="6092">
                  <c:v>45421</c:v>
                </c:pt>
                <c:pt idx="6093">
                  <c:v>45422</c:v>
                </c:pt>
                <c:pt idx="6094">
                  <c:v>45425</c:v>
                </c:pt>
                <c:pt idx="6095">
                  <c:v>45426</c:v>
                </c:pt>
                <c:pt idx="6096">
                  <c:v>45427</c:v>
                </c:pt>
                <c:pt idx="6097">
                  <c:v>45428</c:v>
                </c:pt>
                <c:pt idx="6098">
                  <c:v>45429</c:v>
                </c:pt>
                <c:pt idx="6099">
                  <c:v>45432</c:v>
                </c:pt>
                <c:pt idx="6100">
                  <c:v>45433</c:v>
                </c:pt>
                <c:pt idx="6101">
                  <c:v>45434</c:v>
                </c:pt>
                <c:pt idx="6102">
                  <c:v>45435</c:v>
                </c:pt>
                <c:pt idx="6103">
                  <c:v>45436</c:v>
                </c:pt>
                <c:pt idx="6104">
                  <c:v>45439</c:v>
                </c:pt>
                <c:pt idx="6105">
                  <c:v>45440</c:v>
                </c:pt>
                <c:pt idx="6106">
                  <c:v>45441</c:v>
                </c:pt>
                <c:pt idx="6107">
                  <c:v>45442</c:v>
                </c:pt>
                <c:pt idx="6108">
                  <c:v>45443</c:v>
                </c:pt>
                <c:pt idx="6109">
                  <c:v>45446</c:v>
                </c:pt>
                <c:pt idx="6110">
                  <c:v>45447</c:v>
                </c:pt>
                <c:pt idx="6111">
                  <c:v>45448</c:v>
                </c:pt>
                <c:pt idx="6112">
                  <c:v>45449</c:v>
                </c:pt>
                <c:pt idx="6113">
                  <c:v>45450</c:v>
                </c:pt>
                <c:pt idx="6114">
                  <c:v>45453</c:v>
                </c:pt>
                <c:pt idx="6115">
                  <c:v>45454</c:v>
                </c:pt>
                <c:pt idx="6116">
                  <c:v>45455</c:v>
                </c:pt>
                <c:pt idx="6117">
                  <c:v>45456</c:v>
                </c:pt>
                <c:pt idx="6118">
                  <c:v>45457</c:v>
                </c:pt>
                <c:pt idx="6119">
                  <c:v>45460</c:v>
                </c:pt>
                <c:pt idx="6120">
                  <c:v>45461</c:v>
                </c:pt>
                <c:pt idx="6121">
                  <c:v>45462</c:v>
                </c:pt>
                <c:pt idx="6122">
                  <c:v>45463</c:v>
                </c:pt>
                <c:pt idx="6123">
                  <c:v>45464</c:v>
                </c:pt>
                <c:pt idx="6124">
                  <c:v>45467</c:v>
                </c:pt>
                <c:pt idx="6125">
                  <c:v>45468</c:v>
                </c:pt>
                <c:pt idx="6126">
                  <c:v>45469</c:v>
                </c:pt>
                <c:pt idx="6127">
                  <c:v>45470</c:v>
                </c:pt>
                <c:pt idx="6128">
                  <c:v>45471</c:v>
                </c:pt>
                <c:pt idx="6129">
                  <c:v>45474</c:v>
                </c:pt>
                <c:pt idx="6130">
                  <c:v>45475</c:v>
                </c:pt>
                <c:pt idx="6131">
                  <c:v>45476</c:v>
                </c:pt>
                <c:pt idx="6132">
                  <c:v>45477</c:v>
                </c:pt>
                <c:pt idx="6133">
                  <c:v>45478</c:v>
                </c:pt>
                <c:pt idx="6134">
                  <c:v>45481</c:v>
                </c:pt>
                <c:pt idx="6135">
                  <c:v>45482</c:v>
                </c:pt>
                <c:pt idx="6136">
                  <c:v>45483</c:v>
                </c:pt>
                <c:pt idx="6137">
                  <c:v>45484</c:v>
                </c:pt>
                <c:pt idx="6138">
                  <c:v>45485</c:v>
                </c:pt>
                <c:pt idx="6139">
                  <c:v>45488</c:v>
                </c:pt>
                <c:pt idx="6140">
                  <c:v>45489</c:v>
                </c:pt>
                <c:pt idx="6141">
                  <c:v>45490</c:v>
                </c:pt>
                <c:pt idx="6142">
                  <c:v>45491</c:v>
                </c:pt>
                <c:pt idx="6143">
                  <c:v>45492</c:v>
                </c:pt>
                <c:pt idx="6144">
                  <c:v>45495</c:v>
                </c:pt>
                <c:pt idx="6145">
                  <c:v>45496</c:v>
                </c:pt>
                <c:pt idx="6146">
                  <c:v>45497</c:v>
                </c:pt>
                <c:pt idx="6147">
                  <c:v>45498</c:v>
                </c:pt>
                <c:pt idx="6148">
                  <c:v>45499</c:v>
                </c:pt>
                <c:pt idx="6149">
                  <c:v>45502</c:v>
                </c:pt>
                <c:pt idx="6150">
                  <c:v>45503</c:v>
                </c:pt>
                <c:pt idx="6151">
                  <c:v>45504</c:v>
                </c:pt>
                <c:pt idx="6152">
                  <c:v>45505</c:v>
                </c:pt>
                <c:pt idx="6153">
                  <c:v>45506</c:v>
                </c:pt>
                <c:pt idx="6154">
                  <c:v>45509</c:v>
                </c:pt>
                <c:pt idx="6155">
                  <c:v>45510</c:v>
                </c:pt>
                <c:pt idx="6156">
                  <c:v>45511</c:v>
                </c:pt>
                <c:pt idx="6157">
                  <c:v>45512</c:v>
                </c:pt>
                <c:pt idx="6158">
                  <c:v>45513</c:v>
                </c:pt>
                <c:pt idx="6159">
                  <c:v>45516</c:v>
                </c:pt>
                <c:pt idx="6160">
                  <c:v>45517</c:v>
                </c:pt>
                <c:pt idx="6161">
                  <c:v>45518</c:v>
                </c:pt>
                <c:pt idx="6162">
                  <c:v>45519</c:v>
                </c:pt>
                <c:pt idx="6163">
                  <c:v>45520</c:v>
                </c:pt>
                <c:pt idx="6164">
                  <c:v>45523</c:v>
                </c:pt>
                <c:pt idx="6165">
                  <c:v>45524</c:v>
                </c:pt>
                <c:pt idx="6166">
                  <c:v>45525</c:v>
                </c:pt>
                <c:pt idx="6167">
                  <c:v>45526</c:v>
                </c:pt>
                <c:pt idx="6168">
                  <c:v>45527</c:v>
                </c:pt>
                <c:pt idx="6169">
                  <c:v>45530</c:v>
                </c:pt>
                <c:pt idx="6170">
                  <c:v>45531</c:v>
                </c:pt>
                <c:pt idx="6171">
                  <c:v>45532</c:v>
                </c:pt>
                <c:pt idx="6172">
                  <c:v>45533</c:v>
                </c:pt>
                <c:pt idx="6173">
                  <c:v>45534</c:v>
                </c:pt>
                <c:pt idx="6174">
                  <c:v>45537</c:v>
                </c:pt>
                <c:pt idx="6175">
                  <c:v>45538</c:v>
                </c:pt>
                <c:pt idx="6176">
                  <c:v>45539</c:v>
                </c:pt>
                <c:pt idx="6177">
                  <c:v>45540</c:v>
                </c:pt>
                <c:pt idx="6178">
                  <c:v>45541</c:v>
                </c:pt>
                <c:pt idx="6179">
                  <c:v>45544</c:v>
                </c:pt>
                <c:pt idx="6180">
                  <c:v>45545</c:v>
                </c:pt>
                <c:pt idx="6181">
                  <c:v>45546</c:v>
                </c:pt>
                <c:pt idx="6182">
                  <c:v>45547</c:v>
                </c:pt>
                <c:pt idx="6183">
                  <c:v>45548</c:v>
                </c:pt>
                <c:pt idx="6184">
                  <c:v>45551</c:v>
                </c:pt>
                <c:pt idx="6185">
                  <c:v>45552</c:v>
                </c:pt>
                <c:pt idx="6186">
                  <c:v>45553</c:v>
                </c:pt>
                <c:pt idx="6187">
                  <c:v>45554</c:v>
                </c:pt>
                <c:pt idx="6188">
                  <c:v>45555</c:v>
                </c:pt>
                <c:pt idx="6189">
                  <c:v>45558</c:v>
                </c:pt>
                <c:pt idx="6190">
                  <c:v>45559</c:v>
                </c:pt>
                <c:pt idx="6191">
                  <c:v>45560</c:v>
                </c:pt>
                <c:pt idx="6192">
                  <c:v>45561</c:v>
                </c:pt>
                <c:pt idx="6193">
                  <c:v>45562</c:v>
                </c:pt>
                <c:pt idx="6194">
                  <c:v>45565</c:v>
                </c:pt>
                <c:pt idx="6195">
                  <c:v>45566</c:v>
                </c:pt>
                <c:pt idx="6196">
                  <c:v>45567</c:v>
                </c:pt>
                <c:pt idx="6197">
                  <c:v>45568</c:v>
                </c:pt>
                <c:pt idx="6198">
                  <c:v>45569</c:v>
                </c:pt>
                <c:pt idx="6199">
                  <c:v>45572</c:v>
                </c:pt>
                <c:pt idx="6200">
                  <c:v>45573</c:v>
                </c:pt>
                <c:pt idx="6201">
                  <c:v>45574</c:v>
                </c:pt>
                <c:pt idx="6202">
                  <c:v>45575</c:v>
                </c:pt>
                <c:pt idx="6203">
                  <c:v>45576</c:v>
                </c:pt>
                <c:pt idx="6204">
                  <c:v>45579</c:v>
                </c:pt>
                <c:pt idx="6205">
                  <c:v>45580</c:v>
                </c:pt>
                <c:pt idx="6206">
                  <c:v>45581</c:v>
                </c:pt>
                <c:pt idx="6207">
                  <c:v>45582</c:v>
                </c:pt>
                <c:pt idx="6208">
                  <c:v>45583</c:v>
                </c:pt>
                <c:pt idx="6209">
                  <c:v>45586</c:v>
                </c:pt>
                <c:pt idx="6210">
                  <c:v>45587</c:v>
                </c:pt>
                <c:pt idx="6211">
                  <c:v>45588</c:v>
                </c:pt>
                <c:pt idx="6212">
                  <c:v>45589</c:v>
                </c:pt>
                <c:pt idx="6213">
                  <c:v>45590</c:v>
                </c:pt>
                <c:pt idx="6214">
                  <c:v>45593</c:v>
                </c:pt>
                <c:pt idx="6215">
                  <c:v>45594</c:v>
                </c:pt>
                <c:pt idx="6216">
                  <c:v>45595</c:v>
                </c:pt>
                <c:pt idx="6217">
                  <c:v>45596</c:v>
                </c:pt>
                <c:pt idx="6218">
                  <c:v>45597</c:v>
                </c:pt>
                <c:pt idx="6219">
                  <c:v>45600</c:v>
                </c:pt>
                <c:pt idx="6220">
                  <c:v>45601</c:v>
                </c:pt>
                <c:pt idx="6221">
                  <c:v>45602</c:v>
                </c:pt>
                <c:pt idx="6222">
                  <c:v>45603</c:v>
                </c:pt>
                <c:pt idx="6223">
                  <c:v>45604</c:v>
                </c:pt>
                <c:pt idx="6224">
                  <c:v>45607</c:v>
                </c:pt>
                <c:pt idx="6225">
                  <c:v>45608</c:v>
                </c:pt>
                <c:pt idx="6226">
                  <c:v>45609</c:v>
                </c:pt>
                <c:pt idx="6227">
                  <c:v>45610</c:v>
                </c:pt>
                <c:pt idx="6228">
                  <c:v>45611</c:v>
                </c:pt>
                <c:pt idx="6229">
                  <c:v>45614</c:v>
                </c:pt>
                <c:pt idx="6230">
                  <c:v>45615</c:v>
                </c:pt>
                <c:pt idx="6231">
                  <c:v>45616</c:v>
                </c:pt>
                <c:pt idx="6232">
                  <c:v>45617</c:v>
                </c:pt>
                <c:pt idx="6233">
                  <c:v>45618</c:v>
                </c:pt>
                <c:pt idx="6234">
                  <c:v>45621</c:v>
                </c:pt>
                <c:pt idx="6235">
                  <c:v>45622</c:v>
                </c:pt>
                <c:pt idx="6236">
                  <c:v>45623</c:v>
                </c:pt>
                <c:pt idx="6237">
                  <c:v>45624</c:v>
                </c:pt>
                <c:pt idx="6238">
                  <c:v>45625</c:v>
                </c:pt>
                <c:pt idx="6239">
                  <c:v>45628</c:v>
                </c:pt>
                <c:pt idx="6240">
                  <c:v>45629</c:v>
                </c:pt>
                <c:pt idx="6241">
                  <c:v>45630</c:v>
                </c:pt>
                <c:pt idx="6242">
                  <c:v>45631</c:v>
                </c:pt>
                <c:pt idx="6243">
                  <c:v>45632</c:v>
                </c:pt>
                <c:pt idx="6244">
                  <c:v>45635</c:v>
                </c:pt>
                <c:pt idx="6245">
                  <c:v>45636</c:v>
                </c:pt>
                <c:pt idx="6246">
                  <c:v>45637</c:v>
                </c:pt>
                <c:pt idx="6247">
                  <c:v>45638</c:v>
                </c:pt>
                <c:pt idx="6248">
                  <c:v>45639</c:v>
                </c:pt>
                <c:pt idx="6249">
                  <c:v>45642</c:v>
                </c:pt>
                <c:pt idx="6250">
                  <c:v>45643</c:v>
                </c:pt>
                <c:pt idx="6251">
                  <c:v>45644</c:v>
                </c:pt>
                <c:pt idx="6252">
                  <c:v>45645</c:v>
                </c:pt>
                <c:pt idx="6253">
                  <c:v>45646</c:v>
                </c:pt>
                <c:pt idx="6254">
                  <c:v>45649</c:v>
                </c:pt>
                <c:pt idx="6255">
                  <c:v>45650</c:v>
                </c:pt>
                <c:pt idx="6256">
                  <c:v>45651</c:v>
                </c:pt>
                <c:pt idx="6257">
                  <c:v>45652</c:v>
                </c:pt>
                <c:pt idx="6258">
                  <c:v>45653</c:v>
                </c:pt>
                <c:pt idx="6259">
                  <c:v>45656</c:v>
                </c:pt>
                <c:pt idx="6260">
                  <c:v>45657</c:v>
                </c:pt>
                <c:pt idx="6261">
                  <c:v>45658</c:v>
                </c:pt>
                <c:pt idx="6262">
                  <c:v>45659</c:v>
                </c:pt>
                <c:pt idx="6263">
                  <c:v>45660</c:v>
                </c:pt>
                <c:pt idx="6264">
                  <c:v>45663</c:v>
                </c:pt>
                <c:pt idx="6265">
                  <c:v>45664</c:v>
                </c:pt>
                <c:pt idx="6266">
                  <c:v>45665</c:v>
                </c:pt>
                <c:pt idx="6267">
                  <c:v>45666</c:v>
                </c:pt>
                <c:pt idx="6268">
                  <c:v>45667</c:v>
                </c:pt>
                <c:pt idx="6269">
                  <c:v>45670</c:v>
                </c:pt>
                <c:pt idx="6270">
                  <c:v>45671</c:v>
                </c:pt>
                <c:pt idx="6271">
                  <c:v>45672</c:v>
                </c:pt>
                <c:pt idx="6272">
                  <c:v>45673</c:v>
                </c:pt>
                <c:pt idx="6273">
                  <c:v>45674</c:v>
                </c:pt>
                <c:pt idx="6274">
                  <c:v>45677</c:v>
                </c:pt>
                <c:pt idx="6275">
                  <c:v>45678</c:v>
                </c:pt>
                <c:pt idx="6276">
                  <c:v>45679</c:v>
                </c:pt>
                <c:pt idx="6277">
                  <c:v>45680</c:v>
                </c:pt>
                <c:pt idx="6278">
                  <c:v>45681</c:v>
                </c:pt>
                <c:pt idx="6279">
                  <c:v>45684</c:v>
                </c:pt>
                <c:pt idx="6280">
                  <c:v>45685</c:v>
                </c:pt>
                <c:pt idx="6281">
                  <c:v>45686</c:v>
                </c:pt>
                <c:pt idx="6282">
                  <c:v>45687</c:v>
                </c:pt>
                <c:pt idx="6283">
                  <c:v>45688</c:v>
                </c:pt>
                <c:pt idx="6284">
                  <c:v>45691</c:v>
                </c:pt>
                <c:pt idx="6285">
                  <c:v>45692</c:v>
                </c:pt>
                <c:pt idx="6286">
                  <c:v>45693</c:v>
                </c:pt>
                <c:pt idx="6287">
                  <c:v>45694</c:v>
                </c:pt>
                <c:pt idx="6288">
                  <c:v>45695</c:v>
                </c:pt>
                <c:pt idx="6289">
                  <c:v>45698</c:v>
                </c:pt>
                <c:pt idx="6290">
                  <c:v>45699</c:v>
                </c:pt>
                <c:pt idx="6291">
                  <c:v>45700</c:v>
                </c:pt>
                <c:pt idx="6292">
                  <c:v>45701</c:v>
                </c:pt>
                <c:pt idx="6293">
                  <c:v>45702</c:v>
                </c:pt>
                <c:pt idx="6294">
                  <c:v>45705</c:v>
                </c:pt>
                <c:pt idx="6295">
                  <c:v>45706</c:v>
                </c:pt>
                <c:pt idx="6296">
                  <c:v>45707</c:v>
                </c:pt>
                <c:pt idx="6297">
                  <c:v>45708</c:v>
                </c:pt>
                <c:pt idx="6298">
                  <c:v>45709</c:v>
                </c:pt>
                <c:pt idx="6299">
                  <c:v>45712</c:v>
                </c:pt>
                <c:pt idx="6300">
                  <c:v>45713</c:v>
                </c:pt>
                <c:pt idx="6301">
                  <c:v>45714</c:v>
                </c:pt>
                <c:pt idx="6302">
                  <c:v>45715</c:v>
                </c:pt>
                <c:pt idx="6303">
                  <c:v>45716</c:v>
                </c:pt>
                <c:pt idx="6304">
                  <c:v>45719</c:v>
                </c:pt>
                <c:pt idx="6305">
                  <c:v>45720</c:v>
                </c:pt>
                <c:pt idx="6306">
                  <c:v>45721</c:v>
                </c:pt>
                <c:pt idx="6307">
                  <c:v>45722</c:v>
                </c:pt>
                <c:pt idx="6308">
                  <c:v>45723</c:v>
                </c:pt>
                <c:pt idx="6309">
                  <c:v>45726</c:v>
                </c:pt>
                <c:pt idx="6310">
                  <c:v>45727</c:v>
                </c:pt>
                <c:pt idx="6311">
                  <c:v>45728</c:v>
                </c:pt>
                <c:pt idx="6312">
                  <c:v>45729</c:v>
                </c:pt>
                <c:pt idx="6313">
                  <c:v>45730</c:v>
                </c:pt>
                <c:pt idx="6314">
                  <c:v>45733</c:v>
                </c:pt>
                <c:pt idx="6315">
                  <c:v>45734</c:v>
                </c:pt>
                <c:pt idx="6316">
                  <c:v>45735</c:v>
                </c:pt>
                <c:pt idx="6317">
                  <c:v>45736</c:v>
                </c:pt>
                <c:pt idx="6318">
                  <c:v>45737</c:v>
                </c:pt>
                <c:pt idx="6319">
                  <c:v>45740</c:v>
                </c:pt>
                <c:pt idx="6320">
                  <c:v>45741</c:v>
                </c:pt>
                <c:pt idx="6321">
                  <c:v>45742</c:v>
                </c:pt>
                <c:pt idx="6322">
                  <c:v>45743</c:v>
                </c:pt>
                <c:pt idx="6323">
                  <c:v>45744</c:v>
                </c:pt>
                <c:pt idx="6324">
                  <c:v>45747</c:v>
                </c:pt>
                <c:pt idx="6325">
                  <c:v>45748</c:v>
                </c:pt>
                <c:pt idx="6326">
                  <c:v>45749</c:v>
                </c:pt>
                <c:pt idx="6327">
                  <c:v>45750</c:v>
                </c:pt>
                <c:pt idx="6328">
                  <c:v>45751</c:v>
                </c:pt>
                <c:pt idx="6329">
                  <c:v>45754</c:v>
                </c:pt>
                <c:pt idx="6330">
                  <c:v>45755</c:v>
                </c:pt>
                <c:pt idx="6331">
                  <c:v>45756</c:v>
                </c:pt>
                <c:pt idx="6332">
                  <c:v>45757</c:v>
                </c:pt>
                <c:pt idx="6333">
                  <c:v>45758</c:v>
                </c:pt>
                <c:pt idx="6334">
                  <c:v>45761</c:v>
                </c:pt>
                <c:pt idx="6335">
                  <c:v>45762</c:v>
                </c:pt>
                <c:pt idx="6336">
                  <c:v>45763</c:v>
                </c:pt>
                <c:pt idx="6337">
                  <c:v>45764</c:v>
                </c:pt>
                <c:pt idx="6338">
                  <c:v>45765</c:v>
                </c:pt>
                <c:pt idx="6339">
                  <c:v>45768</c:v>
                </c:pt>
                <c:pt idx="6340">
                  <c:v>45769</c:v>
                </c:pt>
                <c:pt idx="6341">
                  <c:v>45770</c:v>
                </c:pt>
                <c:pt idx="6342">
                  <c:v>45771</c:v>
                </c:pt>
                <c:pt idx="6343">
                  <c:v>45772</c:v>
                </c:pt>
                <c:pt idx="6344">
                  <c:v>45775</c:v>
                </c:pt>
                <c:pt idx="6345">
                  <c:v>45776</c:v>
                </c:pt>
                <c:pt idx="6346">
                  <c:v>45777</c:v>
                </c:pt>
                <c:pt idx="6347">
                  <c:v>45778</c:v>
                </c:pt>
                <c:pt idx="6348">
                  <c:v>45779</c:v>
                </c:pt>
                <c:pt idx="6349">
                  <c:v>45782</c:v>
                </c:pt>
                <c:pt idx="6350">
                  <c:v>45783</c:v>
                </c:pt>
                <c:pt idx="6351">
                  <c:v>45784</c:v>
                </c:pt>
                <c:pt idx="6352">
                  <c:v>45785</c:v>
                </c:pt>
                <c:pt idx="6353">
                  <c:v>45786</c:v>
                </c:pt>
                <c:pt idx="6354">
                  <c:v>45789</c:v>
                </c:pt>
                <c:pt idx="6355">
                  <c:v>45790</c:v>
                </c:pt>
                <c:pt idx="6356">
                  <c:v>45791</c:v>
                </c:pt>
                <c:pt idx="6357">
                  <c:v>45792</c:v>
                </c:pt>
                <c:pt idx="6358">
                  <c:v>45793</c:v>
                </c:pt>
                <c:pt idx="6359">
                  <c:v>45796</c:v>
                </c:pt>
                <c:pt idx="6360">
                  <c:v>45797</c:v>
                </c:pt>
                <c:pt idx="6361">
                  <c:v>45798</c:v>
                </c:pt>
                <c:pt idx="6362">
                  <c:v>45799</c:v>
                </c:pt>
                <c:pt idx="6363">
                  <c:v>45800</c:v>
                </c:pt>
                <c:pt idx="6364">
                  <c:v>45803</c:v>
                </c:pt>
                <c:pt idx="6365">
                  <c:v>45804</c:v>
                </c:pt>
                <c:pt idx="6366">
                  <c:v>45805</c:v>
                </c:pt>
                <c:pt idx="6367">
                  <c:v>45806</c:v>
                </c:pt>
                <c:pt idx="6368">
                  <c:v>45807</c:v>
                </c:pt>
                <c:pt idx="6369">
                  <c:v>45810</c:v>
                </c:pt>
                <c:pt idx="6370">
                  <c:v>45811</c:v>
                </c:pt>
                <c:pt idx="6371">
                  <c:v>45812</c:v>
                </c:pt>
                <c:pt idx="6372">
                  <c:v>45813</c:v>
                </c:pt>
                <c:pt idx="6373">
                  <c:v>45814</c:v>
                </c:pt>
                <c:pt idx="6374">
                  <c:v>45817</c:v>
                </c:pt>
                <c:pt idx="6375">
                  <c:v>45818</c:v>
                </c:pt>
                <c:pt idx="6376">
                  <c:v>45819</c:v>
                </c:pt>
                <c:pt idx="6377">
                  <c:v>45820</c:v>
                </c:pt>
                <c:pt idx="6378">
                  <c:v>45821</c:v>
                </c:pt>
                <c:pt idx="6379">
                  <c:v>45824</c:v>
                </c:pt>
                <c:pt idx="6380">
                  <c:v>45825</c:v>
                </c:pt>
                <c:pt idx="6381">
                  <c:v>45826</c:v>
                </c:pt>
                <c:pt idx="6382">
                  <c:v>45827</c:v>
                </c:pt>
                <c:pt idx="6383">
                  <c:v>45828</c:v>
                </c:pt>
                <c:pt idx="6384">
                  <c:v>45831</c:v>
                </c:pt>
                <c:pt idx="6385">
                  <c:v>45832</c:v>
                </c:pt>
                <c:pt idx="6386">
                  <c:v>45833</c:v>
                </c:pt>
                <c:pt idx="6387">
                  <c:v>45834</c:v>
                </c:pt>
                <c:pt idx="6388">
                  <c:v>45835</c:v>
                </c:pt>
                <c:pt idx="6389">
                  <c:v>45838</c:v>
                </c:pt>
                <c:pt idx="6390">
                  <c:v>45839</c:v>
                </c:pt>
                <c:pt idx="6391">
                  <c:v>45840</c:v>
                </c:pt>
                <c:pt idx="6392">
                  <c:v>45841</c:v>
                </c:pt>
                <c:pt idx="6393">
                  <c:v>45842</c:v>
                </c:pt>
                <c:pt idx="6394">
                  <c:v>45845</c:v>
                </c:pt>
                <c:pt idx="6395">
                  <c:v>45846</c:v>
                </c:pt>
                <c:pt idx="6396">
                  <c:v>45847</c:v>
                </c:pt>
                <c:pt idx="6397">
                  <c:v>45848</c:v>
                </c:pt>
                <c:pt idx="6398">
                  <c:v>45849</c:v>
                </c:pt>
                <c:pt idx="6399">
                  <c:v>45852</c:v>
                </c:pt>
                <c:pt idx="6400">
                  <c:v>45853</c:v>
                </c:pt>
                <c:pt idx="6401">
                  <c:v>45854</c:v>
                </c:pt>
                <c:pt idx="6402">
                  <c:v>45855</c:v>
                </c:pt>
                <c:pt idx="6403">
                  <c:v>45856</c:v>
                </c:pt>
                <c:pt idx="6404">
                  <c:v>45859</c:v>
                </c:pt>
                <c:pt idx="6405">
                  <c:v>45860</c:v>
                </c:pt>
                <c:pt idx="6406">
                  <c:v>45861</c:v>
                </c:pt>
                <c:pt idx="6407">
                  <c:v>45862</c:v>
                </c:pt>
                <c:pt idx="6408">
                  <c:v>45863</c:v>
                </c:pt>
                <c:pt idx="6409">
                  <c:v>45866</c:v>
                </c:pt>
                <c:pt idx="6410">
                  <c:v>45867</c:v>
                </c:pt>
                <c:pt idx="6411">
                  <c:v>45868</c:v>
                </c:pt>
                <c:pt idx="6412">
                  <c:v>45869</c:v>
                </c:pt>
                <c:pt idx="6413">
                  <c:v>45870</c:v>
                </c:pt>
                <c:pt idx="6414">
                  <c:v>45873</c:v>
                </c:pt>
                <c:pt idx="6415">
                  <c:v>45874</c:v>
                </c:pt>
                <c:pt idx="6416">
                  <c:v>45875</c:v>
                </c:pt>
                <c:pt idx="6417">
                  <c:v>45876</c:v>
                </c:pt>
                <c:pt idx="6418">
                  <c:v>45877</c:v>
                </c:pt>
                <c:pt idx="6419">
                  <c:v>45880</c:v>
                </c:pt>
                <c:pt idx="6420">
                  <c:v>45881</c:v>
                </c:pt>
                <c:pt idx="6421">
                  <c:v>45882</c:v>
                </c:pt>
                <c:pt idx="6422">
                  <c:v>45883</c:v>
                </c:pt>
                <c:pt idx="6423">
                  <c:v>45884</c:v>
                </c:pt>
                <c:pt idx="6424">
                  <c:v>45887</c:v>
                </c:pt>
                <c:pt idx="6425">
                  <c:v>45888</c:v>
                </c:pt>
                <c:pt idx="6426">
                  <c:v>45889</c:v>
                </c:pt>
                <c:pt idx="6427">
                  <c:v>45890</c:v>
                </c:pt>
                <c:pt idx="6428">
                  <c:v>45891</c:v>
                </c:pt>
                <c:pt idx="6429">
                  <c:v>45894</c:v>
                </c:pt>
                <c:pt idx="6430">
                  <c:v>45895</c:v>
                </c:pt>
                <c:pt idx="6431">
                  <c:v>45896</c:v>
                </c:pt>
                <c:pt idx="6432">
                  <c:v>45897</c:v>
                </c:pt>
                <c:pt idx="6433">
                  <c:v>45898</c:v>
                </c:pt>
                <c:pt idx="6434">
                  <c:v>45901</c:v>
                </c:pt>
                <c:pt idx="6435">
                  <c:v>45902</c:v>
                </c:pt>
                <c:pt idx="6436">
                  <c:v>45903</c:v>
                </c:pt>
                <c:pt idx="6437">
                  <c:v>45904</c:v>
                </c:pt>
                <c:pt idx="6438">
                  <c:v>45905</c:v>
                </c:pt>
                <c:pt idx="6439">
                  <c:v>45908</c:v>
                </c:pt>
                <c:pt idx="6440">
                  <c:v>45909</c:v>
                </c:pt>
                <c:pt idx="6441">
                  <c:v>45910</c:v>
                </c:pt>
                <c:pt idx="6442">
                  <c:v>45911</c:v>
                </c:pt>
                <c:pt idx="6443">
                  <c:v>45912</c:v>
                </c:pt>
                <c:pt idx="6444">
                  <c:v>45915</c:v>
                </c:pt>
                <c:pt idx="6445">
                  <c:v>45916</c:v>
                </c:pt>
                <c:pt idx="6446">
                  <c:v>45917</c:v>
                </c:pt>
                <c:pt idx="6447">
                  <c:v>45918</c:v>
                </c:pt>
                <c:pt idx="6448">
                  <c:v>45919</c:v>
                </c:pt>
                <c:pt idx="6449">
                  <c:v>45922</c:v>
                </c:pt>
                <c:pt idx="6450">
                  <c:v>45923</c:v>
                </c:pt>
                <c:pt idx="6451">
                  <c:v>45924</c:v>
                </c:pt>
                <c:pt idx="6452">
                  <c:v>45925</c:v>
                </c:pt>
                <c:pt idx="6453">
                  <c:v>45926</c:v>
                </c:pt>
                <c:pt idx="6454">
                  <c:v>45929</c:v>
                </c:pt>
                <c:pt idx="6455">
                  <c:v>45930</c:v>
                </c:pt>
                <c:pt idx="6456">
                  <c:v>45931</c:v>
                </c:pt>
                <c:pt idx="6457">
                  <c:v>45932</c:v>
                </c:pt>
                <c:pt idx="6458">
                  <c:v>45933</c:v>
                </c:pt>
                <c:pt idx="6459">
                  <c:v>45936</c:v>
                </c:pt>
                <c:pt idx="6460">
                  <c:v>45937</c:v>
                </c:pt>
                <c:pt idx="6461">
                  <c:v>45938</c:v>
                </c:pt>
                <c:pt idx="6462">
                  <c:v>45939</c:v>
                </c:pt>
                <c:pt idx="6463">
                  <c:v>45940</c:v>
                </c:pt>
                <c:pt idx="6464">
                  <c:v>45943</c:v>
                </c:pt>
                <c:pt idx="6465">
                  <c:v>45944</c:v>
                </c:pt>
                <c:pt idx="6466">
                  <c:v>45945</c:v>
                </c:pt>
                <c:pt idx="6467">
                  <c:v>45946</c:v>
                </c:pt>
                <c:pt idx="6468">
                  <c:v>45947</c:v>
                </c:pt>
                <c:pt idx="6469">
                  <c:v>45950</c:v>
                </c:pt>
                <c:pt idx="6470">
                  <c:v>45951</c:v>
                </c:pt>
                <c:pt idx="6471">
                  <c:v>45952</c:v>
                </c:pt>
                <c:pt idx="6472">
                  <c:v>45953</c:v>
                </c:pt>
                <c:pt idx="6473">
                  <c:v>45954</c:v>
                </c:pt>
                <c:pt idx="6474">
                  <c:v>45957</c:v>
                </c:pt>
                <c:pt idx="6475">
                  <c:v>45958</c:v>
                </c:pt>
                <c:pt idx="6476">
                  <c:v>45959</c:v>
                </c:pt>
                <c:pt idx="6477">
                  <c:v>45960</c:v>
                </c:pt>
                <c:pt idx="6478">
                  <c:v>45961</c:v>
                </c:pt>
                <c:pt idx="6479">
                  <c:v>45964</c:v>
                </c:pt>
                <c:pt idx="6480">
                  <c:v>45965</c:v>
                </c:pt>
                <c:pt idx="6481">
                  <c:v>45966</c:v>
                </c:pt>
                <c:pt idx="6482">
                  <c:v>45967</c:v>
                </c:pt>
                <c:pt idx="6483">
                  <c:v>45968</c:v>
                </c:pt>
                <c:pt idx="6484">
                  <c:v>45971</c:v>
                </c:pt>
                <c:pt idx="6485">
                  <c:v>45972</c:v>
                </c:pt>
                <c:pt idx="6486">
                  <c:v>45973</c:v>
                </c:pt>
                <c:pt idx="6487">
                  <c:v>45974</c:v>
                </c:pt>
                <c:pt idx="6488">
                  <c:v>45975</c:v>
                </c:pt>
                <c:pt idx="6489">
                  <c:v>45978</c:v>
                </c:pt>
                <c:pt idx="6490">
                  <c:v>45979</c:v>
                </c:pt>
                <c:pt idx="6491">
                  <c:v>45980</c:v>
                </c:pt>
                <c:pt idx="6492">
                  <c:v>45981</c:v>
                </c:pt>
                <c:pt idx="6493">
                  <c:v>45982</c:v>
                </c:pt>
                <c:pt idx="6494">
                  <c:v>45985</c:v>
                </c:pt>
                <c:pt idx="6495">
                  <c:v>45986</c:v>
                </c:pt>
                <c:pt idx="6496">
                  <c:v>45987</c:v>
                </c:pt>
                <c:pt idx="6497">
                  <c:v>45988</c:v>
                </c:pt>
                <c:pt idx="6498">
                  <c:v>45989</c:v>
                </c:pt>
                <c:pt idx="6499">
                  <c:v>45992</c:v>
                </c:pt>
                <c:pt idx="6500">
                  <c:v>45993</c:v>
                </c:pt>
                <c:pt idx="6501">
                  <c:v>45994</c:v>
                </c:pt>
                <c:pt idx="6502">
                  <c:v>45995</c:v>
                </c:pt>
                <c:pt idx="6503">
                  <c:v>45996</c:v>
                </c:pt>
                <c:pt idx="6504">
                  <c:v>45999</c:v>
                </c:pt>
                <c:pt idx="6505">
                  <c:v>46000</c:v>
                </c:pt>
                <c:pt idx="6506">
                  <c:v>46001</c:v>
                </c:pt>
                <c:pt idx="6507">
                  <c:v>46002</c:v>
                </c:pt>
                <c:pt idx="6508">
                  <c:v>46003</c:v>
                </c:pt>
                <c:pt idx="6509">
                  <c:v>46006</c:v>
                </c:pt>
                <c:pt idx="6510">
                  <c:v>46007</c:v>
                </c:pt>
                <c:pt idx="6511">
                  <c:v>46008</c:v>
                </c:pt>
                <c:pt idx="6512">
                  <c:v>46009</c:v>
                </c:pt>
                <c:pt idx="6513">
                  <c:v>46010</c:v>
                </c:pt>
                <c:pt idx="6514">
                  <c:v>46013</c:v>
                </c:pt>
                <c:pt idx="6515">
                  <c:v>46014</c:v>
                </c:pt>
                <c:pt idx="6516">
                  <c:v>46015</c:v>
                </c:pt>
                <c:pt idx="6517">
                  <c:v>46016</c:v>
                </c:pt>
                <c:pt idx="6518">
                  <c:v>46017</c:v>
                </c:pt>
                <c:pt idx="6519">
                  <c:v>46020</c:v>
                </c:pt>
                <c:pt idx="6520">
                  <c:v>46021</c:v>
                </c:pt>
                <c:pt idx="6521">
                  <c:v>46022</c:v>
                </c:pt>
                <c:pt idx="6522">
                  <c:v>46023</c:v>
                </c:pt>
                <c:pt idx="6523">
                  <c:v>46024</c:v>
                </c:pt>
                <c:pt idx="6524">
                  <c:v>46027</c:v>
                </c:pt>
                <c:pt idx="6525">
                  <c:v>46028</c:v>
                </c:pt>
                <c:pt idx="6526">
                  <c:v>46029</c:v>
                </c:pt>
                <c:pt idx="6527">
                  <c:v>46030</c:v>
                </c:pt>
                <c:pt idx="6528">
                  <c:v>46031</c:v>
                </c:pt>
                <c:pt idx="6529">
                  <c:v>46034</c:v>
                </c:pt>
                <c:pt idx="6530">
                  <c:v>46035</c:v>
                </c:pt>
                <c:pt idx="6531">
                  <c:v>46036</c:v>
                </c:pt>
                <c:pt idx="6532">
                  <c:v>46037</c:v>
                </c:pt>
                <c:pt idx="6533">
                  <c:v>46038</c:v>
                </c:pt>
                <c:pt idx="6534">
                  <c:v>46041</c:v>
                </c:pt>
                <c:pt idx="6535">
                  <c:v>46042</c:v>
                </c:pt>
                <c:pt idx="6536">
                  <c:v>46043</c:v>
                </c:pt>
                <c:pt idx="6537">
                  <c:v>46044</c:v>
                </c:pt>
                <c:pt idx="6538">
                  <c:v>46045</c:v>
                </c:pt>
                <c:pt idx="6539">
                  <c:v>46048</c:v>
                </c:pt>
                <c:pt idx="6540">
                  <c:v>46049</c:v>
                </c:pt>
                <c:pt idx="6541">
                  <c:v>46050</c:v>
                </c:pt>
                <c:pt idx="6542">
                  <c:v>46051</c:v>
                </c:pt>
                <c:pt idx="6543">
                  <c:v>46052</c:v>
                </c:pt>
                <c:pt idx="6544">
                  <c:v>46055</c:v>
                </c:pt>
                <c:pt idx="6545">
                  <c:v>46056</c:v>
                </c:pt>
                <c:pt idx="6546">
                  <c:v>46057</c:v>
                </c:pt>
                <c:pt idx="6547">
                  <c:v>46058</c:v>
                </c:pt>
                <c:pt idx="6548">
                  <c:v>46059</c:v>
                </c:pt>
                <c:pt idx="6549">
                  <c:v>46062</c:v>
                </c:pt>
                <c:pt idx="6550">
                  <c:v>46063</c:v>
                </c:pt>
                <c:pt idx="6551">
                  <c:v>46064</c:v>
                </c:pt>
                <c:pt idx="6552">
                  <c:v>46065</c:v>
                </c:pt>
                <c:pt idx="6553">
                  <c:v>46066</c:v>
                </c:pt>
                <c:pt idx="6554">
                  <c:v>46069</c:v>
                </c:pt>
                <c:pt idx="6555">
                  <c:v>46070</c:v>
                </c:pt>
                <c:pt idx="6556">
                  <c:v>46071</c:v>
                </c:pt>
                <c:pt idx="6557">
                  <c:v>46072</c:v>
                </c:pt>
                <c:pt idx="6558">
                  <c:v>46073</c:v>
                </c:pt>
                <c:pt idx="6559">
                  <c:v>46076</c:v>
                </c:pt>
                <c:pt idx="6560">
                  <c:v>46077</c:v>
                </c:pt>
                <c:pt idx="6561">
                  <c:v>46078</c:v>
                </c:pt>
                <c:pt idx="6562">
                  <c:v>46079</c:v>
                </c:pt>
                <c:pt idx="6563">
                  <c:v>46080</c:v>
                </c:pt>
                <c:pt idx="6564">
                  <c:v>46083</c:v>
                </c:pt>
                <c:pt idx="6565">
                  <c:v>46084</c:v>
                </c:pt>
                <c:pt idx="6566">
                  <c:v>46085</c:v>
                </c:pt>
                <c:pt idx="6567">
                  <c:v>46086</c:v>
                </c:pt>
                <c:pt idx="6568">
                  <c:v>46087</c:v>
                </c:pt>
                <c:pt idx="6569">
                  <c:v>46090</c:v>
                </c:pt>
                <c:pt idx="6570">
                  <c:v>46091</c:v>
                </c:pt>
                <c:pt idx="6571">
                  <c:v>46092</c:v>
                </c:pt>
                <c:pt idx="6572">
                  <c:v>46093</c:v>
                </c:pt>
                <c:pt idx="6573">
                  <c:v>46094</c:v>
                </c:pt>
                <c:pt idx="6574">
                  <c:v>46097</c:v>
                </c:pt>
                <c:pt idx="6575">
                  <c:v>46098</c:v>
                </c:pt>
                <c:pt idx="6576">
                  <c:v>46099</c:v>
                </c:pt>
                <c:pt idx="6577">
                  <c:v>46100</c:v>
                </c:pt>
                <c:pt idx="6578">
                  <c:v>46101</c:v>
                </c:pt>
                <c:pt idx="6579">
                  <c:v>46104</c:v>
                </c:pt>
                <c:pt idx="6580">
                  <c:v>46105</c:v>
                </c:pt>
                <c:pt idx="6581">
                  <c:v>46106</c:v>
                </c:pt>
                <c:pt idx="6582">
                  <c:v>46107</c:v>
                </c:pt>
                <c:pt idx="6583">
                  <c:v>46108</c:v>
                </c:pt>
                <c:pt idx="6584">
                  <c:v>46111</c:v>
                </c:pt>
                <c:pt idx="6585">
                  <c:v>46112</c:v>
                </c:pt>
                <c:pt idx="6586">
                  <c:v>46113</c:v>
                </c:pt>
                <c:pt idx="6587">
                  <c:v>46114</c:v>
                </c:pt>
                <c:pt idx="6588">
                  <c:v>46115</c:v>
                </c:pt>
                <c:pt idx="6589">
                  <c:v>46118</c:v>
                </c:pt>
                <c:pt idx="6590">
                  <c:v>46119</c:v>
                </c:pt>
                <c:pt idx="6591">
                  <c:v>46120</c:v>
                </c:pt>
                <c:pt idx="6592">
                  <c:v>46121</c:v>
                </c:pt>
                <c:pt idx="6593">
                  <c:v>46122</c:v>
                </c:pt>
                <c:pt idx="6594">
                  <c:v>46125</c:v>
                </c:pt>
                <c:pt idx="6595">
                  <c:v>46126</c:v>
                </c:pt>
                <c:pt idx="6596">
                  <c:v>46127</c:v>
                </c:pt>
                <c:pt idx="6597">
                  <c:v>46128</c:v>
                </c:pt>
                <c:pt idx="6598">
                  <c:v>46129</c:v>
                </c:pt>
                <c:pt idx="6599">
                  <c:v>46132</c:v>
                </c:pt>
                <c:pt idx="6600">
                  <c:v>46133</c:v>
                </c:pt>
                <c:pt idx="6601">
                  <c:v>46134</c:v>
                </c:pt>
                <c:pt idx="6602">
                  <c:v>46135</c:v>
                </c:pt>
                <c:pt idx="6603">
                  <c:v>46136</c:v>
                </c:pt>
                <c:pt idx="6604">
                  <c:v>46139</c:v>
                </c:pt>
                <c:pt idx="6605">
                  <c:v>46140</c:v>
                </c:pt>
                <c:pt idx="6606">
                  <c:v>46141</c:v>
                </c:pt>
                <c:pt idx="6607">
                  <c:v>46142</c:v>
                </c:pt>
                <c:pt idx="6608">
                  <c:v>46143</c:v>
                </c:pt>
                <c:pt idx="6609">
                  <c:v>46146</c:v>
                </c:pt>
                <c:pt idx="6610">
                  <c:v>46147</c:v>
                </c:pt>
                <c:pt idx="6611">
                  <c:v>46148</c:v>
                </c:pt>
                <c:pt idx="6612">
                  <c:v>46149</c:v>
                </c:pt>
                <c:pt idx="6613">
                  <c:v>46150</c:v>
                </c:pt>
                <c:pt idx="6614">
                  <c:v>46153</c:v>
                </c:pt>
                <c:pt idx="6615">
                  <c:v>46154</c:v>
                </c:pt>
                <c:pt idx="6616">
                  <c:v>46155</c:v>
                </c:pt>
                <c:pt idx="6617">
                  <c:v>46156</c:v>
                </c:pt>
                <c:pt idx="6618">
                  <c:v>46157</c:v>
                </c:pt>
                <c:pt idx="6619">
                  <c:v>46160</c:v>
                </c:pt>
                <c:pt idx="6620">
                  <c:v>46161</c:v>
                </c:pt>
                <c:pt idx="6621">
                  <c:v>46162</c:v>
                </c:pt>
                <c:pt idx="6622">
                  <c:v>46163</c:v>
                </c:pt>
                <c:pt idx="6623">
                  <c:v>46164</c:v>
                </c:pt>
                <c:pt idx="6624">
                  <c:v>46167</c:v>
                </c:pt>
                <c:pt idx="6625">
                  <c:v>46168</c:v>
                </c:pt>
                <c:pt idx="6626">
                  <c:v>46169</c:v>
                </c:pt>
                <c:pt idx="6627">
                  <c:v>46170</c:v>
                </c:pt>
                <c:pt idx="6628">
                  <c:v>46171</c:v>
                </c:pt>
                <c:pt idx="6629">
                  <c:v>46174</c:v>
                </c:pt>
                <c:pt idx="6630">
                  <c:v>46175</c:v>
                </c:pt>
                <c:pt idx="6631">
                  <c:v>46176</c:v>
                </c:pt>
                <c:pt idx="6632">
                  <c:v>46177</c:v>
                </c:pt>
                <c:pt idx="6633">
                  <c:v>46178</c:v>
                </c:pt>
                <c:pt idx="6634">
                  <c:v>46181</c:v>
                </c:pt>
                <c:pt idx="6635">
                  <c:v>46182</c:v>
                </c:pt>
                <c:pt idx="6636">
                  <c:v>46183</c:v>
                </c:pt>
                <c:pt idx="6637">
                  <c:v>46184</c:v>
                </c:pt>
                <c:pt idx="6638">
                  <c:v>46185</c:v>
                </c:pt>
                <c:pt idx="6639">
                  <c:v>46188</c:v>
                </c:pt>
                <c:pt idx="6640">
                  <c:v>46189</c:v>
                </c:pt>
                <c:pt idx="6641">
                  <c:v>46190</c:v>
                </c:pt>
                <c:pt idx="6642">
                  <c:v>46191</c:v>
                </c:pt>
                <c:pt idx="6643">
                  <c:v>46192</c:v>
                </c:pt>
                <c:pt idx="6644">
                  <c:v>46195</c:v>
                </c:pt>
                <c:pt idx="6645">
                  <c:v>46196</c:v>
                </c:pt>
                <c:pt idx="6646">
                  <c:v>46197</c:v>
                </c:pt>
                <c:pt idx="6647">
                  <c:v>46198</c:v>
                </c:pt>
                <c:pt idx="6648">
                  <c:v>46199</c:v>
                </c:pt>
                <c:pt idx="6649">
                  <c:v>46202</c:v>
                </c:pt>
                <c:pt idx="6650">
                  <c:v>46203</c:v>
                </c:pt>
                <c:pt idx="6651">
                  <c:v>46204</c:v>
                </c:pt>
                <c:pt idx="6652">
                  <c:v>46205</c:v>
                </c:pt>
                <c:pt idx="6653">
                  <c:v>46206</c:v>
                </c:pt>
                <c:pt idx="6654">
                  <c:v>46209</c:v>
                </c:pt>
                <c:pt idx="6655">
                  <c:v>46210</c:v>
                </c:pt>
                <c:pt idx="6656">
                  <c:v>46211</c:v>
                </c:pt>
                <c:pt idx="6657">
                  <c:v>46212</c:v>
                </c:pt>
                <c:pt idx="6658">
                  <c:v>46213</c:v>
                </c:pt>
                <c:pt idx="6659">
                  <c:v>46216</c:v>
                </c:pt>
                <c:pt idx="6660">
                  <c:v>46217</c:v>
                </c:pt>
                <c:pt idx="6661">
                  <c:v>46218</c:v>
                </c:pt>
                <c:pt idx="6662">
                  <c:v>46219</c:v>
                </c:pt>
                <c:pt idx="6663">
                  <c:v>46220</c:v>
                </c:pt>
                <c:pt idx="6664">
                  <c:v>46223</c:v>
                </c:pt>
                <c:pt idx="6665">
                  <c:v>46224</c:v>
                </c:pt>
                <c:pt idx="6666">
                  <c:v>46225</c:v>
                </c:pt>
                <c:pt idx="6667">
                  <c:v>46226</c:v>
                </c:pt>
                <c:pt idx="6668">
                  <c:v>46227</c:v>
                </c:pt>
                <c:pt idx="6669">
                  <c:v>46230</c:v>
                </c:pt>
                <c:pt idx="6670">
                  <c:v>46231</c:v>
                </c:pt>
                <c:pt idx="6671">
                  <c:v>46232</c:v>
                </c:pt>
                <c:pt idx="6672">
                  <c:v>46233</c:v>
                </c:pt>
                <c:pt idx="6673">
                  <c:v>46234</c:v>
                </c:pt>
                <c:pt idx="6674">
                  <c:v>46237</c:v>
                </c:pt>
                <c:pt idx="6675">
                  <c:v>46238</c:v>
                </c:pt>
                <c:pt idx="6676">
                  <c:v>46239</c:v>
                </c:pt>
                <c:pt idx="6677">
                  <c:v>46240</c:v>
                </c:pt>
                <c:pt idx="6678">
                  <c:v>46241</c:v>
                </c:pt>
                <c:pt idx="6679">
                  <c:v>46244</c:v>
                </c:pt>
                <c:pt idx="6680">
                  <c:v>46245</c:v>
                </c:pt>
                <c:pt idx="6681">
                  <c:v>46246</c:v>
                </c:pt>
                <c:pt idx="6682">
                  <c:v>46247</c:v>
                </c:pt>
                <c:pt idx="6683">
                  <c:v>46248</c:v>
                </c:pt>
                <c:pt idx="6684">
                  <c:v>46251</c:v>
                </c:pt>
                <c:pt idx="6685">
                  <c:v>46252</c:v>
                </c:pt>
                <c:pt idx="6686">
                  <c:v>46253</c:v>
                </c:pt>
                <c:pt idx="6687">
                  <c:v>46254</c:v>
                </c:pt>
                <c:pt idx="6688">
                  <c:v>46255</c:v>
                </c:pt>
                <c:pt idx="6689">
                  <c:v>46258</c:v>
                </c:pt>
                <c:pt idx="6690">
                  <c:v>46259</c:v>
                </c:pt>
                <c:pt idx="6691">
                  <c:v>46260</c:v>
                </c:pt>
                <c:pt idx="6692">
                  <c:v>46261</c:v>
                </c:pt>
                <c:pt idx="6693">
                  <c:v>46262</c:v>
                </c:pt>
                <c:pt idx="6694">
                  <c:v>46265</c:v>
                </c:pt>
                <c:pt idx="6695">
                  <c:v>46266</c:v>
                </c:pt>
                <c:pt idx="6696">
                  <c:v>46267</c:v>
                </c:pt>
                <c:pt idx="6697">
                  <c:v>46268</c:v>
                </c:pt>
                <c:pt idx="6698">
                  <c:v>46269</c:v>
                </c:pt>
                <c:pt idx="6699">
                  <c:v>46272</c:v>
                </c:pt>
                <c:pt idx="6700">
                  <c:v>46273</c:v>
                </c:pt>
                <c:pt idx="6701">
                  <c:v>46274</c:v>
                </c:pt>
                <c:pt idx="6702">
                  <c:v>46275</c:v>
                </c:pt>
                <c:pt idx="6703">
                  <c:v>46276</c:v>
                </c:pt>
                <c:pt idx="6704">
                  <c:v>46279</c:v>
                </c:pt>
                <c:pt idx="6705">
                  <c:v>46280</c:v>
                </c:pt>
                <c:pt idx="6706">
                  <c:v>46281</c:v>
                </c:pt>
                <c:pt idx="6707">
                  <c:v>46282</c:v>
                </c:pt>
                <c:pt idx="6708">
                  <c:v>46283</c:v>
                </c:pt>
                <c:pt idx="6709">
                  <c:v>46286</c:v>
                </c:pt>
                <c:pt idx="6710">
                  <c:v>46287</c:v>
                </c:pt>
                <c:pt idx="6711">
                  <c:v>46288</c:v>
                </c:pt>
                <c:pt idx="6712">
                  <c:v>46289</c:v>
                </c:pt>
                <c:pt idx="6713">
                  <c:v>46290</c:v>
                </c:pt>
                <c:pt idx="6714">
                  <c:v>46293</c:v>
                </c:pt>
                <c:pt idx="6715">
                  <c:v>46294</c:v>
                </c:pt>
                <c:pt idx="6716">
                  <c:v>46295</c:v>
                </c:pt>
                <c:pt idx="6717">
                  <c:v>46296</c:v>
                </c:pt>
                <c:pt idx="6718">
                  <c:v>46297</c:v>
                </c:pt>
                <c:pt idx="6719">
                  <c:v>46300</c:v>
                </c:pt>
                <c:pt idx="6720">
                  <c:v>46301</c:v>
                </c:pt>
                <c:pt idx="6721">
                  <c:v>46302</c:v>
                </c:pt>
                <c:pt idx="6722">
                  <c:v>46303</c:v>
                </c:pt>
                <c:pt idx="6723">
                  <c:v>46304</c:v>
                </c:pt>
                <c:pt idx="6724">
                  <c:v>46307</c:v>
                </c:pt>
                <c:pt idx="6725">
                  <c:v>46308</c:v>
                </c:pt>
                <c:pt idx="6726">
                  <c:v>46309</c:v>
                </c:pt>
                <c:pt idx="6727">
                  <c:v>46310</c:v>
                </c:pt>
                <c:pt idx="6728">
                  <c:v>46311</c:v>
                </c:pt>
                <c:pt idx="6729">
                  <c:v>46314</c:v>
                </c:pt>
                <c:pt idx="6730">
                  <c:v>46315</c:v>
                </c:pt>
              </c:numCache>
            </c:numRef>
          </c:cat>
          <c:val>
            <c:numRef>
              <c:f>Spread_Calc!$O$7:$O$6974</c:f>
              <c:numCache>
                <c:formatCode>_(#,##0.00%_);\(#,##0.00%\);_("–"_)_%;_(@_)_%</c:formatCode>
                <c:ptCount val="6968"/>
                <c:pt idx="0">
                  <c:v>#N/A</c:v>
                </c:pt>
                <c:pt idx="1">
                  <c:v>#N/A</c:v>
                </c:pt>
                <c:pt idx="2">
                  <c:v>#N/A</c:v>
                </c:pt>
                <c:pt idx="3">
                  <c:v>#N/A</c:v>
                </c:pt>
                <c:pt idx="4">
                  <c:v>#N/A</c:v>
                </c:pt>
                <c:pt idx="5">
                  <c:v>#N/A</c:v>
                </c:pt>
                <c:pt idx="6">
                  <c:v>#N/A</c:v>
                </c:pt>
                <c:pt idx="7">
                  <c:v>#N/A</c:v>
                </c:pt>
                <c:pt idx="8">
                  <c:v>#N/A</c:v>
                </c:pt>
                <c:pt idx="9">
                  <c:v>#N/A</c:v>
                </c:pt>
                <c:pt idx="10">
                  <c:v>#N/A</c:v>
                </c:pt>
                <c:pt idx="11">
                  <c:v>#N/A</c:v>
                </c:pt>
                <c:pt idx="12">
                  <c:v>#N/A</c:v>
                </c:pt>
                <c:pt idx="13">
                  <c:v>#N/A</c:v>
                </c:pt>
                <c:pt idx="14">
                  <c:v>#N/A</c:v>
                </c:pt>
                <c:pt idx="15">
                  <c:v>#N/A</c:v>
                </c:pt>
                <c:pt idx="16">
                  <c:v>#N/A</c:v>
                </c:pt>
                <c:pt idx="17">
                  <c:v>#N/A</c:v>
                </c:pt>
                <c:pt idx="18">
                  <c:v>#N/A</c:v>
                </c:pt>
                <c:pt idx="19">
                  <c:v>#N/A</c:v>
                </c:pt>
                <c:pt idx="20">
                  <c:v>#N/A</c:v>
                </c:pt>
                <c:pt idx="21">
                  <c:v>#N/A</c:v>
                </c:pt>
                <c:pt idx="22">
                  <c:v>#N/A</c:v>
                </c:pt>
                <c:pt idx="23">
                  <c:v>#N/A</c:v>
                </c:pt>
                <c:pt idx="24">
                  <c:v>#N/A</c:v>
                </c:pt>
                <c:pt idx="25">
                  <c:v>#N/A</c:v>
                </c:pt>
                <c:pt idx="26">
                  <c:v>#N/A</c:v>
                </c:pt>
                <c:pt idx="27">
                  <c:v>#N/A</c:v>
                </c:pt>
                <c:pt idx="28">
                  <c:v>#N/A</c:v>
                </c:pt>
                <c:pt idx="29">
                  <c:v>#N/A</c:v>
                </c:pt>
                <c:pt idx="30">
                  <c:v>#N/A</c:v>
                </c:pt>
                <c:pt idx="31">
                  <c:v>#N/A</c:v>
                </c:pt>
                <c:pt idx="32">
                  <c:v>#N/A</c:v>
                </c:pt>
                <c:pt idx="33">
                  <c:v>#N/A</c:v>
                </c:pt>
                <c:pt idx="34">
                  <c:v>#N/A</c:v>
                </c:pt>
                <c:pt idx="35">
                  <c:v>#N/A</c:v>
                </c:pt>
                <c:pt idx="36">
                  <c:v>#N/A</c:v>
                </c:pt>
                <c:pt idx="37">
                  <c:v>#N/A</c:v>
                </c:pt>
                <c:pt idx="38">
                  <c:v>#N/A</c:v>
                </c:pt>
                <c:pt idx="39">
                  <c:v>#N/A</c:v>
                </c:pt>
                <c:pt idx="40">
                  <c:v>#N/A</c:v>
                </c:pt>
                <c:pt idx="41">
                  <c:v>#N/A</c:v>
                </c:pt>
                <c:pt idx="42">
                  <c:v>#N/A</c:v>
                </c:pt>
                <c:pt idx="43">
                  <c:v>#N/A</c:v>
                </c:pt>
                <c:pt idx="44">
                  <c:v>#N/A</c:v>
                </c:pt>
                <c:pt idx="45">
                  <c:v>#N/A</c:v>
                </c:pt>
                <c:pt idx="46">
                  <c:v>#N/A</c:v>
                </c:pt>
                <c:pt idx="47">
                  <c:v>#N/A</c:v>
                </c:pt>
                <c:pt idx="48">
                  <c:v>#N/A</c:v>
                </c:pt>
                <c:pt idx="49">
                  <c:v>#N/A</c:v>
                </c:pt>
                <c:pt idx="50">
                  <c:v>#N/A</c:v>
                </c:pt>
                <c:pt idx="51">
                  <c:v>#N/A</c:v>
                </c:pt>
                <c:pt idx="52">
                  <c:v>#N/A</c:v>
                </c:pt>
                <c:pt idx="53">
                  <c:v>#N/A</c:v>
                </c:pt>
                <c:pt idx="54">
                  <c:v>#N/A</c:v>
                </c:pt>
                <c:pt idx="55">
                  <c:v>#N/A</c:v>
                </c:pt>
                <c:pt idx="56">
                  <c:v>#N/A</c:v>
                </c:pt>
                <c:pt idx="57">
                  <c:v>#N/A</c:v>
                </c:pt>
                <c:pt idx="58">
                  <c:v>#N/A</c:v>
                </c:pt>
                <c:pt idx="59">
                  <c:v>#N/A</c:v>
                </c:pt>
                <c:pt idx="60">
                  <c:v>#N/A</c:v>
                </c:pt>
                <c:pt idx="61">
                  <c:v>#N/A</c:v>
                </c:pt>
                <c:pt idx="62">
                  <c:v>#N/A</c:v>
                </c:pt>
                <c:pt idx="63">
                  <c:v>#N/A</c:v>
                </c:pt>
                <c:pt idx="64">
                  <c:v>#N/A</c:v>
                </c:pt>
                <c:pt idx="65">
                  <c:v>#N/A</c:v>
                </c:pt>
                <c:pt idx="66">
                  <c:v>#N/A</c:v>
                </c:pt>
                <c:pt idx="67">
                  <c:v>#N/A</c:v>
                </c:pt>
                <c:pt idx="68">
                  <c:v>#N/A</c:v>
                </c:pt>
                <c:pt idx="69">
                  <c:v>#N/A</c:v>
                </c:pt>
                <c:pt idx="70">
                  <c:v>#N/A</c:v>
                </c:pt>
                <c:pt idx="71">
                  <c:v>#N/A</c:v>
                </c:pt>
                <c:pt idx="72">
                  <c:v>#N/A</c:v>
                </c:pt>
                <c:pt idx="73">
                  <c:v>#N/A</c:v>
                </c:pt>
                <c:pt idx="74">
                  <c:v>#N/A</c:v>
                </c:pt>
                <c:pt idx="75">
                  <c:v>#N/A</c:v>
                </c:pt>
                <c:pt idx="76">
                  <c:v>#N/A</c:v>
                </c:pt>
                <c:pt idx="77">
                  <c:v>#N/A</c:v>
                </c:pt>
                <c:pt idx="78">
                  <c:v>#N/A</c:v>
                </c:pt>
                <c:pt idx="79">
                  <c:v>#N/A</c:v>
                </c:pt>
                <c:pt idx="80">
                  <c:v>#N/A</c:v>
                </c:pt>
                <c:pt idx="81">
                  <c:v>#N/A</c:v>
                </c:pt>
                <c:pt idx="82">
                  <c:v>#N/A</c:v>
                </c:pt>
                <c:pt idx="83">
                  <c:v>#N/A</c:v>
                </c:pt>
                <c:pt idx="84">
                  <c:v>#N/A</c:v>
                </c:pt>
                <c:pt idx="85">
                  <c:v>#N/A</c:v>
                </c:pt>
                <c:pt idx="86">
                  <c:v>#N/A</c:v>
                </c:pt>
                <c:pt idx="87">
                  <c:v>#N/A</c:v>
                </c:pt>
                <c:pt idx="88">
                  <c:v>#N/A</c:v>
                </c:pt>
                <c:pt idx="89">
                  <c:v>#N/A</c:v>
                </c:pt>
                <c:pt idx="90">
                  <c:v>#N/A</c:v>
                </c:pt>
                <c:pt idx="91">
                  <c:v>#N/A</c:v>
                </c:pt>
                <c:pt idx="92">
                  <c:v>#N/A</c:v>
                </c:pt>
                <c:pt idx="93">
                  <c:v>#N/A</c:v>
                </c:pt>
                <c:pt idx="94">
                  <c:v>#N/A</c:v>
                </c:pt>
                <c:pt idx="95">
                  <c:v>#N/A</c:v>
                </c:pt>
                <c:pt idx="96">
                  <c:v>#N/A</c:v>
                </c:pt>
                <c:pt idx="97">
                  <c:v>#N/A</c:v>
                </c:pt>
                <c:pt idx="98">
                  <c:v>#N/A</c:v>
                </c:pt>
                <c:pt idx="99">
                  <c:v>#N/A</c:v>
                </c:pt>
                <c:pt idx="100">
                  <c:v>#N/A</c:v>
                </c:pt>
                <c:pt idx="101">
                  <c:v>#N/A</c:v>
                </c:pt>
                <c:pt idx="102">
                  <c:v>#N/A</c:v>
                </c:pt>
                <c:pt idx="103">
                  <c:v>#N/A</c:v>
                </c:pt>
                <c:pt idx="104">
                  <c:v>#N/A</c:v>
                </c:pt>
                <c:pt idx="105">
                  <c:v>#N/A</c:v>
                </c:pt>
                <c:pt idx="106">
                  <c:v>#N/A</c:v>
                </c:pt>
                <c:pt idx="107">
                  <c:v>#N/A</c:v>
                </c:pt>
                <c:pt idx="108">
                  <c:v>#N/A</c:v>
                </c:pt>
                <c:pt idx="109">
                  <c:v>#N/A</c:v>
                </c:pt>
                <c:pt idx="110">
                  <c:v>#N/A</c:v>
                </c:pt>
                <c:pt idx="111">
                  <c:v>#N/A</c:v>
                </c:pt>
                <c:pt idx="112">
                  <c:v>#N/A</c:v>
                </c:pt>
                <c:pt idx="113">
                  <c:v>#N/A</c:v>
                </c:pt>
                <c:pt idx="114">
                  <c:v>#N/A</c:v>
                </c:pt>
                <c:pt idx="115">
                  <c:v>#N/A</c:v>
                </c:pt>
                <c:pt idx="116">
                  <c:v>#N/A</c:v>
                </c:pt>
                <c:pt idx="117">
                  <c:v>#N/A</c:v>
                </c:pt>
                <c:pt idx="118">
                  <c:v>#N/A</c:v>
                </c:pt>
                <c:pt idx="119">
                  <c:v>#N/A</c:v>
                </c:pt>
                <c:pt idx="120">
                  <c:v>#N/A</c:v>
                </c:pt>
                <c:pt idx="121">
                  <c:v>#N/A</c:v>
                </c:pt>
                <c:pt idx="122">
                  <c:v>#N/A</c:v>
                </c:pt>
                <c:pt idx="123">
                  <c:v>#N/A</c:v>
                </c:pt>
                <c:pt idx="124">
                  <c:v>#N/A</c:v>
                </c:pt>
                <c:pt idx="125">
                  <c:v>#N/A</c:v>
                </c:pt>
                <c:pt idx="126">
                  <c:v>#N/A</c:v>
                </c:pt>
                <c:pt idx="127">
                  <c:v>#N/A</c:v>
                </c:pt>
                <c:pt idx="128">
                  <c:v>#N/A</c:v>
                </c:pt>
                <c:pt idx="129">
                  <c:v>#N/A</c:v>
                </c:pt>
                <c:pt idx="130">
                  <c:v>#N/A</c:v>
                </c:pt>
                <c:pt idx="131">
                  <c:v>#N/A</c:v>
                </c:pt>
                <c:pt idx="132">
                  <c:v>#N/A</c:v>
                </c:pt>
                <c:pt idx="133">
                  <c:v>#N/A</c:v>
                </c:pt>
                <c:pt idx="134">
                  <c:v>#N/A</c:v>
                </c:pt>
                <c:pt idx="135">
                  <c:v>#N/A</c:v>
                </c:pt>
                <c:pt idx="136">
                  <c:v>#N/A</c:v>
                </c:pt>
                <c:pt idx="137">
                  <c:v>#N/A</c:v>
                </c:pt>
                <c:pt idx="138">
                  <c:v>#N/A</c:v>
                </c:pt>
                <c:pt idx="139">
                  <c:v>#N/A</c:v>
                </c:pt>
                <c:pt idx="140">
                  <c:v>#N/A</c:v>
                </c:pt>
                <c:pt idx="141">
                  <c:v>#N/A</c:v>
                </c:pt>
                <c:pt idx="142">
                  <c:v>#N/A</c:v>
                </c:pt>
                <c:pt idx="143">
                  <c:v>#N/A</c:v>
                </c:pt>
                <c:pt idx="144">
                  <c:v>#N/A</c:v>
                </c:pt>
                <c:pt idx="145">
                  <c:v>#N/A</c:v>
                </c:pt>
                <c:pt idx="146">
                  <c:v>#N/A</c:v>
                </c:pt>
                <c:pt idx="147">
                  <c:v>#N/A</c:v>
                </c:pt>
                <c:pt idx="148">
                  <c:v>#N/A</c:v>
                </c:pt>
                <c:pt idx="149">
                  <c:v>#N/A</c:v>
                </c:pt>
                <c:pt idx="150">
                  <c:v>#N/A</c:v>
                </c:pt>
                <c:pt idx="151">
                  <c:v>#N/A</c:v>
                </c:pt>
                <c:pt idx="152">
                  <c:v>#N/A</c:v>
                </c:pt>
                <c:pt idx="153">
                  <c:v>#N/A</c:v>
                </c:pt>
                <c:pt idx="154">
                  <c:v>#N/A</c:v>
                </c:pt>
                <c:pt idx="155">
                  <c:v>#N/A</c:v>
                </c:pt>
                <c:pt idx="156">
                  <c:v>#N/A</c:v>
                </c:pt>
                <c:pt idx="157">
                  <c:v>#N/A</c:v>
                </c:pt>
                <c:pt idx="158">
                  <c:v>#N/A</c:v>
                </c:pt>
                <c:pt idx="159">
                  <c:v>#N/A</c:v>
                </c:pt>
                <c:pt idx="160">
                  <c:v>#N/A</c:v>
                </c:pt>
                <c:pt idx="161">
                  <c:v>#N/A</c:v>
                </c:pt>
                <c:pt idx="162">
                  <c:v>#N/A</c:v>
                </c:pt>
                <c:pt idx="163">
                  <c:v>#N/A</c:v>
                </c:pt>
                <c:pt idx="164">
                  <c:v>#N/A</c:v>
                </c:pt>
                <c:pt idx="165">
                  <c:v>#N/A</c:v>
                </c:pt>
                <c:pt idx="166">
                  <c:v>#N/A</c:v>
                </c:pt>
                <c:pt idx="167">
                  <c:v>#N/A</c:v>
                </c:pt>
                <c:pt idx="168">
                  <c:v>#N/A</c:v>
                </c:pt>
                <c:pt idx="169">
                  <c:v>#N/A</c:v>
                </c:pt>
                <c:pt idx="170">
                  <c:v>#N/A</c:v>
                </c:pt>
                <c:pt idx="171">
                  <c:v>#N/A</c:v>
                </c:pt>
                <c:pt idx="172">
                  <c:v>#N/A</c:v>
                </c:pt>
                <c:pt idx="173">
                  <c:v>#N/A</c:v>
                </c:pt>
                <c:pt idx="174">
                  <c:v>#N/A</c:v>
                </c:pt>
                <c:pt idx="175">
                  <c:v>#N/A</c:v>
                </c:pt>
                <c:pt idx="176">
                  <c:v>#N/A</c:v>
                </c:pt>
                <c:pt idx="177">
                  <c:v>#N/A</c:v>
                </c:pt>
                <c:pt idx="178">
                  <c:v>#N/A</c:v>
                </c:pt>
                <c:pt idx="179">
                  <c:v>#N/A</c:v>
                </c:pt>
                <c:pt idx="180">
                  <c:v>#N/A</c:v>
                </c:pt>
                <c:pt idx="181">
                  <c:v>#N/A</c:v>
                </c:pt>
                <c:pt idx="182">
                  <c:v>#N/A</c:v>
                </c:pt>
                <c:pt idx="183">
                  <c:v>#N/A</c:v>
                </c:pt>
                <c:pt idx="184">
                  <c:v>#N/A</c:v>
                </c:pt>
                <c:pt idx="185">
                  <c:v>#N/A</c:v>
                </c:pt>
                <c:pt idx="186">
                  <c:v>#N/A</c:v>
                </c:pt>
                <c:pt idx="187">
                  <c:v>#N/A</c:v>
                </c:pt>
                <c:pt idx="188">
                  <c:v>#N/A</c:v>
                </c:pt>
                <c:pt idx="189">
                  <c:v>#N/A</c:v>
                </c:pt>
                <c:pt idx="190">
                  <c:v>#N/A</c:v>
                </c:pt>
                <c:pt idx="191">
                  <c:v>#N/A</c:v>
                </c:pt>
                <c:pt idx="192">
                  <c:v>#N/A</c:v>
                </c:pt>
                <c:pt idx="193">
                  <c:v>#N/A</c:v>
                </c:pt>
                <c:pt idx="194">
                  <c:v>#N/A</c:v>
                </c:pt>
                <c:pt idx="195">
                  <c:v>#N/A</c:v>
                </c:pt>
                <c:pt idx="196">
                  <c:v>#N/A</c:v>
                </c:pt>
                <c:pt idx="197">
                  <c:v>#N/A</c:v>
                </c:pt>
                <c:pt idx="198">
                  <c:v>#N/A</c:v>
                </c:pt>
                <c:pt idx="199">
                  <c:v>#N/A</c:v>
                </c:pt>
                <c:pt idx="200">
                  <c:v>#N/A</c:v>
                </c:pt>
                <c:pt idx="201">
                  <c:v>#N/A</c:v>
                </c:pt>
                <c:pt idx="202">
                  <c:v>#N/A</c:v>
                </c:pt>
                <c:pt idx="203">
                  <c:v>#N/A</c:v>
                </c:pt>
                <c:pt idx="204">
                  <c:v>#N/A</c:v>
                </c:pt>
                <c:pt idx="205">
                  <c:v>#N/A</c:v>
                </c:pt>
                <c:pt idx="206">
                  <c:v>#N/A</c:v>
                </c:pt>
                <c:pt idx="207">
                  <c:v>#N/A</c:v>
                </c:pt>
                <c:pt idx="208">
                  <c:v>#N/A</c:v>
                </c:pt>
                <c:pt idx="209">
                  <c:v>#N/A</c:v>
                </c:pt>
                <c:pt idx="210">
                  <c:v>#N/A</c:v>
                </c:pt>
                <c:pt idx="211">
                  <c:v>#N/A</c:v>
                </c:pt>
                <c:pt idx="212">
                  <c:v>#N/A</c:v>
                </c:pt>
                <c:pt idx="213">
                  <c:v>#N/A</c:v>
                </c:pt>
                <c:pt idx="214">
                  <c:v>#N/A</c:v>
                </c:pt>
                <c:pt idx="215">
                  <c:v>#N/A</c:v>
                </c:pt>
                <c:pt idx="216">
                  <c:v>#N/A</c:v>
                </c:pt>
                <c:pt idx="217">
                  <c:v>#N/A</c:v>
                </c:pt>
                <c:pt idx="218">
                  <c:v>#N/A</c:v>
                </c:pt>
                <c:pt idx="219">
                  <c:v>#N/A</c:v>
                </c:pt>
                <c:pt idx="220">
                  <c:v>#N/A</c:v>
                </c:pt>
                <c:pt idx="221">
                  <c:v>#N/A</c:v>
                </c:pt>
                <c:pt idx="222">
                  <c:v>#N/A</c:v>
                </c:pt>
                <c:pt idx="223">
                  <c:v>#N/A</c:v>
                </c:pt>
                <c:pt idx="224">
                  <c:v>#N/A</c:v>
                </c:pt>
                <c:pt idx="225">
                  <c:v>#N/A</c:v>
                </c:pt>
                <c:pt idx="226">
                  <c:v>#N/A</c:v>
                </c:pt>
                <c:pt idx="227">
                  <c:v>#N/A</c:v>
                </c:pt>
                <c:pt idx="228">
                  <c:v>#N/A</c:v>
                </c:pt>
                <c:pt idx="229">
                  <c:v>#N/A</c:v>
                </c:pt>
                <c:pt idx="230">
                  <c:v>#N/A</c:v>
                </c:pt>
                <c:pt idx="231">
                  <c:v>#N/A</c:v>
                </c:pt>
                <c:pt idx="232">
                  <c:v>#N/A</c:v>
                </c:pt>
                <c:pt idx="233">
                  <c:v>#N/A</c:v>
                </c:pt>
                <c:pt idx="234">
                  <c:v>#N/A</c:v>
                </c:pt>
                <c:pt idx="235">
                  <c:v>#N/A</c:v>
                </c:pt>
                <c:pt idx="236">
                  <c:v>#N/A</c:v>
                </c:pt>
                <c:pt idx="237">
                  <c:v>#N/A</c:v>
                </c:pt>
                <c:pt idx="238">
                  <c:v>#N/A</c:v>
                </c:pt>
                <c:pt idx="239">
                  <c:v>#N/A</c:v>
                </c:pt>
                <c:pt idx="240">
                  <c:v>#N/A</c:v>
                </c:pt>
                <c:pt idx="241">
                  <c:v>#N/A</c:v>
                </c:pt>
                <c:pt idx="242">
                  <c:v>#N/A</c:v>
                </c:pt>
                <c:pt idx="243">
                  <c:v>#N/A</c:v>
                </c:pt>
                <c:pt idx="244">
                  <c:v>#N/A</c:v>
                </c:pt>
                <c:pt idx="245">
                  <c:v>#N/A</c:v>
                </c:pt>
                <c:pt idx="246">
                  <c:v>#N/A</c:v>
                </c:pt>
                <c:pt idx="247">
                  <c:v>#N/A</c:v>
                </c:pt>
                <c:pt idx="248">
                  <c:v>#N/A</c:v>
                </c:pt>
                <c:pt idx="249">
                  <c:v>#N/A</c:v>
                </c:pt>
                <c:pt idx="250">
                  <c:v>#N/A</c:v>
                </c:pt>
                <c:pt idx="251">
                  <c:v>#N/A</c:v>
                </c:pt>
                <c:pt idx="252">
                  <c:v>#N/A</c:v>
                </c:pt>
                <c:pt idx="253">
                  <c:v>#N/A</c:v>
                </c:pt>
                <c:pt idx="254">
                  <c:v>#N/A</c:v>
                </c:pt>
                <c:pt idx="255">
                  <c:v>#N/A</c:v>
                </c:pt>
                <c:pt idx="256">
                  <c:v>#N/A</c:v>
                </c:pt>
                <c:pt idx="257">
                  <c:v>#N/A</c:v>
                </c:pt>
                <c:pt idx="258">
                  <c:v>#N/A</c:v>
                </c:pt>
                <c:pt idx="259">
                  <c:v>#N/A</c:v>
                </c:pt>
                <c:pt idx="260">
                  <c:v>#N/A</c:v>
                </c:pt>
                <c:pt idx="261">
                  <c:v>#N/A</c:v>
                </c:pt>
                <c:pt idx="262">
                  <c:v>#N/A</c:v>
                </c:pt>
                <c:pt idx="263">
                  <c:v>#N/A</c:v>
                </c:pt>
                <c:pt idx="264">
                  <c:v>#N/A</c:v>
                </c:pt>
                <c:pt idx="265">
                  <c:v>#N/A</c:v>
                </c:pt>
                <c:pt idx="266">
                  <c:v>#N/A</c:v>
                </c:pt>
                <c:pt idx="267">
                  <c:v>#N/A</c:v>
                </c:pt>
                <c:pt idx="268">
                  <c:v>#N/A</c:v>
                </c:pt>
                <c:pt idx="269">
                  <c:v>#N/A</c:v>
                </c:pt>
                <c:pt idx="270">
                  <c:v>#N/A</c:v>
                </c:pt>
                <c:pt idx="271">
                  <c:v>#N/A</c:v>
                </c:pt>
                <c:pt idx="272">
                  <c:v>#N/A</c:v>
                </c:pt>
                <c:pt idx="273">
                  <c:v>#N/A</c:v>
                </c:pt>
                <c:pt idx="274">
                  <c:v>#N/A</c:v>
                </c:pt>
                <c:pt idx="275">
                  <c:v>#N/A</c:v>
                </c:pt>
                <c:pt idx="276">
                  <c:v>#N/A</c:v>
                </c:pt>
                <c:pt idx="277">
                  <c:v>#N/A</c:v>
                </c:pt>
                <c:pt idx="278">
                  <c:v>#N/A</c:v>
                </c:pt>
                <c:pt idx="279">
                  <c:v>#N/A</c:v>
                </c:pt>
                <c:pt idx="280">
                  <c:v>#N/A</c:v>
                </c:pt>
                <c:pt idx="281">
                  <c:v>#N/A</c:v>
                </c:pt>
                <c:pt idx="282">
                  <c:v>#N/A</c:v>
                </c:pt>
                <c:pt idx="283">
                  <c:v>#N/A</c:v>
                </c:pt>
                <c:pt idx="284">
                  <c:v>#N/A</c:v>
                </c:pt>
                <c:pt idx="285">
                  <c:v>#N/A</c:v>
                </c:pt>
                <c:pt idx="286">
                  <c:v>#N/A</c:v>
                </c:pt>
                <c:pt idx="287">
                  <c:v>#N/A</c:v>
                </c:pt>
                <c:pt idx="288">
                  <c:v>#N/A</c:v>
                </c:pt>
                <c:pt idx="289">
                  <c:v>#N/A</c:v>
                </c:pt>
                <c:pt idx="290">
                  <c:v>#N/A</c:v>
                </c:pt>
                <c:pt idx="291">
                  <c:v>#N/A</c:v>
                </c:pt>
                <c:pt idx="292">
                  <c:v>#N/A</c:v>
                </c:pt>
                <c:pt idx="293">
                  <c:v>#N/A</c:v>
                </c:pt>
                <c:pt idx="294">
                  <c:v>#N/A</c:v>
                </c:pt>
                <c:pt idx="295">
                  <c:v>#N/A</c:v>
                </c:pt>
                <c:pt idx="296">
                  <c:v>#N/A</c:v>
                </c:pt>
                <c:pt idx="297">
                  <c:v>#N/A</c:v>
                </c:pt>
                <c:pt idx="298">
                  <c:v>#N/A</c:v>
                </c:pt>
                <c:pt idx="299">
                  <c:v>#N/A</c:v>
                </c:pt>
                <c:pt idx="300">
                  <c:v>#N/A</c:v>
                </c:pt>
                <c:pt idx="301">
                  <c:v>#N/A</c:v>
                </c:pt>
                <c:pt idx="302">
                  <c:v>#N/A</c:v>
                </c:pt>
                <c:pt idx="303">
                  <c:v>#N/A</c:v>
                </c:pt>
                <c:pt idx="304">
                  <c:v>#N/A</c:v>
                </c:pt>
                <c:pt idx="305">
                  <c:v>#N/A</c:v>
                </c:pt>
                <c:pt idx="306">
                  <c:v>#N/A</c:v>
                </c:pt>
                <c:pt idx="307">
                  <c:v>#N/A</c:v>
                </c:pt>
                <c:pt idx="308">
                  <c:v>#N/A</c:v>
                </c:pt>
                <c:pt idx="309">
                  <c:v>#N/A</c:v>
                </c:pt>
                <c:pt idx="310">
                  <c:v>#N/A</c:v>
                </c:pt>
                <c:pt idx="311">
                  <c:v>#N/A</c:v>
                </c:pt>
                <c:pt idx="312">
                  <c:v>#N/A</c:v>
                </c:pt>
                <c:pt idx="313">
                  <c:v>#N/A</c:v>
                </c:pt>
                <c:pt idx="314">
                  <c:v>#N/A</c:v>
                </c:pt>
                <c:pt idx="315">
                  <c:v>#N/A</c:v>
                </c:pt>
                <c:pt idx="316">
                  <c:v>#N/A</c:v>
                </c:pt>
                <c:pt idx="317">
                  <c:v>#N/A</c:v>
                </c:pt>
                <c:pt idx="318">
                  <c:v>#N/A</c:v>
                </c:pt>
                <c:pt idx="319">
                  <c:v>#N/A</c:v>
                </c:pt>
                <c:pt idx="320">
                  <c:v>#N/A</c:v>
                </c:pt>
                <c:pt idx="321">
                  <c:v>#N/A</c:v>
                </c:pt>
                <c:pt idx="322">
                  <c:v>#N/A</c:v>
                </c:pt>
                <c:pt idx="323">
                  <c:v>#N/A</c:v>
                </c:pt>
                <c:pt idx="324">
                  <c:v>#N/A</c:v>
                </c:pt>
                <c:pt idx="325">
                  <c:v>#N/A</c:v>
                </c:pt>
                <c:pt idx="326">
                  <c:v>#N/A</c:v>
                </c:pt>
                <c:pt idx="327">
                  <c:v>#N/A</c:v>
                </c:pt>
                <c:pt idx="328">
                  <c:v>#N/A</c:v>
                </c:pt>
                <c:pt idx="329">
                  <c:v>#N/A</c:v>
                </c:pt>
                <c:pt idx="330">
                  <c:v>#N/A</c:v>
                </c:pt>
                <c:pt idx="331">
                  <c:v>#N/A</c:v>
                </c:pt>
                <c:pt idx="332">
                  <c:v>#N/A</c:v>
                </c:pt>
                <c:pt idx="333">
                  <c:v>#N/A</c:v>
                </c:pt>
                <c:pt idx="334">
                  <c:v>#N/A</c:v>
                </c:pt>
                <c:pt idx="335">
                  <c:v>#N/A</c:v>
                </c:pt>
                <c:pt idx="336">
                  <c:v>#N/A</c:v>
                </c:pt>
                <c:pt idx="337">
                  <c:v>#N/A</c:v>
                </c:pt>
                <c:pt idx="338">
                  <c:v>#N/A</c:v>
                </c:pt>
                <c:pt idx="339">
                  <c:v>#N/A</c:v>
                </c:pt>
                <c:pt idx="340">
                  <c:v>#N/A</c:v>
                </c:pt>
                <c:pt idx="341">
                  <c:v>#N/A</c:v>
                </c:pt>
                <c:pt idx="342">
                  <c:v>#N/A</c:v>
                </c:pt>
                <c:pt idx="343">
                  <c:v>#N/A</c:v>
                </c:pt>
                <c:pt idx="344">
                  <c:v>#N/A</c:v>
                </c:pt>
                <c:pt idx="345">
                  <c:v>#N/A</c:v>
                </c:pt>
                <c:pt idx="346">
                  <c:v>#N/A</c:v>
                </c:pt>
                <c:pt idx="347">
                  <c:v>#N/A</c:v>
                </c:pt>
                <c:pt idx="348">
                  <c:v>#N/A</c:v>
                </c:pt>
                <c:pt idx="349">
                  <c:v>#N/A</c:v>
                </c:pt>
                <c:pt idx="350">
                  <c:v>#N/A</c:v>
                </c:pt>
                <c:pt idx="351">
                  <c:v>#N/A</c:v>
                </c:pt>
                <c:pt idx="352">
                  <c:v>#N/A</c:v>
                </c:pt>
                <c:pt idx="353">
                  <c:v>#N/A</c:v>
                </c:pt>
                <c:pt idx="354">
                  <c:v>#N/A</c:v>
                </c:pt>
                <c:pt idx="355">
                  <c:v>#N/A</c:v>
                </c:pt>
                <c:pt idx="356">
                  <c:v>#N/A</c:v>
                </c:pt>
                <c:pt idx="357">
                  <c:v>#N/A</c:v>
                </c:pt>
                <c:pt idx="358">
                  <c:v>#N/A</c:v>
                </c:pt>
                <c:pt idx="359">
                  <c:v>#N/A</c:v>
                </c:pt>
                <c:pt idx="360">
                  <c:v>#N/A</c:v>
                </c:pt>
                <c:pt idx="361">
                  <c:v>#N/A</c:v>
                </c:pt>
                <c:pt idx="362">
                  <c:v>#N/A</c:v>
                </c:pt>
                <c:pt idx="363">
                  <c:v>#N/A</c:v>
                </c:pt>
                <c:pt idx="364">
                  <c:v>#N/A</c:v>
                </c:pt>
                <c:pt idx="365">
                  <c:v>#N/A</c:v>
                </c:pt>
                <c:pt idx="366">
                  <c:v>#N/A</c:v>
                </c:pt>
                <c:pt idx="367">
                  <c:v>#N/A</c:v>
                </c:pt>
                <c:pt idx="368">
                  <c:v>#N/A</c:v>
                </c:pt>
                <c:pt idx="369">
                  <c:v>#N/A</c:v>
                </c:pt>
                <c:pt idx="370">
                  <c:v>#N/A</c:v>
                </c:pt>
                <c:pt idx="371">
                  <c:v>#N/A</c:v>
                </c:pt>
                <c:pt idx="372">
                  <c:v>#N/A</c:v>
                </c:pt>
                <c:pt idx="373">
                  <c:v>#N/A</c:v>
                </c:pt>
                <c:pt idx="374">
                  <c:v>#N/A</c:v>
                </c:pt>
                <c:pt idx="375">
                  <c:v>#N/A</c:v>
                </c:pt>
                <c:pt idx="376">
                  <c:v>#N/A</c:v>
                </c:pt>
                <c:pt idx="377">
                  <c:v>#N/A</c:v>
                </c:pt>
                <c:pt idx="378">
                  <c:v>#N/A</c:v>
                </c:pt>
                <c:pt idx="379">
                  <c:v>#N/A</c:v>
                </c:pt>
                <c:pt idx="380">
                  <c:v>#N/A</c:v>
                </c:pt>
                <c:pt idx="381">
                  <c:v>#N/A</c:v>
                </c:pt>
                <c:pt idx="382">
                  <c:v>#N/A</c:v>
                </c:pt>
                <c:pt idx="383">
                  <c:v>#N/A</c:v>
                </c:pt>
                <c:pt idx="384">
                  <c:v>#N/A</c:v>
                </c:pt>
                <c:pt idx="385">
                  <c:v>#N/A</c:v>
                </c:pt>
                <c:pt idx="386">
                  <c:v>#N/A</c:v>
                </c:pt>
                <c:pt idx="387">
                  <c:v>#N/A</c:v>
                </c:pt>
                <c:pt idx="388">
                  <c:v>#N/A</c:v>
                </c:pt>
                <c:pt idx="389">
                  <c:v>#N/A</c:v>
                </c:pt>
                <c:pt idx="390">
                  <c:v>#N/A</c:v>
                </c:pt>
                <c:pt idx="391">
                  <c:v>#N/A</c:v>
                </c:pt>
                <c:pt idx="392">
                  <c:v>#N/A</c:v>
                </c:pt>
                <c:pt idx="393">
                  <c:v>#N/A</c:v>
                </c:pt>
                <c:pt idx="394">
                  <c:v>#N/A</c:v>
                </c:pt>
                <c:pt idx="395">
                  <c:v>#N/A</c:v>
                </c:pt>
                <c:pt idx="396">
                  <c:v>#N/A</c:v>
                </c:pt>
                <c:pt idx="397">
                  <c:v>#N/A</c:v>
                </c:pt>
                <c:pt idx="398">
                  <c:v>#N/A</c:v>
                </c:pt>
                <c:pt idx="399">
                  <c:v>#N/A</c:v>
                </c:pt>
                <c:pt idx="400">
                  <c:v>#N/A</c:v>
                </c:pt>
                <c:pt idx="401">
                  <c:v>#N/A</c:v>
                </c:pt>
                <c:pt idx="402">
                  <c:v>#N/A</c:v>
                </c:pt>
                <c:pt idx="403">
                  <c:v>#N/A</c:v>
                </c:pt>
                <c:pt idx="404">
                  <c:v>#N/A</c:v>
                </c:pt>
                <c:pt idx="405">
                  <c:v>#N/A</c:v>
                </c:pt>
                <c:pt idx="406">
                  <c:v>#N/A</c:v>
                </c:pt>
                <c:pt idx="407">
                  <c:v>#N/A</c:v>
                </c:pt>
                <c:pt idx="408">
                  <c:v>#N/A</c:v>
                </c:pt>
                <c:pt idx="409">
                  <c:v>#N/A</c:v>
                </c:pt>
                <c:pt idx="410">
                  <c:v>#N/A</c:v>
                </c:pt>
                <c:pt idx="411">
                  <c:v>#N/A</c:v>
                </c:pt>
                <c:pt idx="412">
                  <c:v>#N/A</c:v>
                </c:pt>
                <c:pt idx="413">
                  <c:v>#N/A</c:v>
                </c:pt>
                <c:pt idx="414">
                  <c:v>#N/A</c:v>
                </c:pt>
                <c:pt idx="415">
                  <c:v>#N/A</c:v>
                </c:pt>
                <c:pt idx="416">
                  <c:v>#N/A</c:v>
                </c:pt>
                <c:pt idx="417">
                  <c:v>#N/A</c:v>
                </c:pt>
                <c:pt idx="418">
                  <c:v>#N/A</c:v>
                </c:pt>
                <c:pt idx="419">
                  <c:v>#N/A</c:v>
                </c:pt>
                <c:pt idx="420">
                  <c:v>#N/A</c:v>
                </c:pt>
                <c:pt idx="421">
                  <c:v>#N/A</c:v>
                </c:pt>
                <c:pt idx="422">
                  <c:v>#N/A</c:v>
                </c:pt>
                <c:pt idx="423">
                  <c:v>#N/A</c:v>
                </c:pt>
                <c:pt idx="424">
                  <c:v>#N/A</c:v>
                </c:pt>
                <c:pt idx="425">
                  <c:v>#N/A</c:v>
                </c:pt>
                <c:pt idx="426">
                  <c:v>#N/A</c:v>
                </c:pt>
                <c:pt idx="427">
                  <c:v>#N/A</c:v>
                </c:pt>
                <c:pt idx="428">
                  <c:v>#N/A</c:v>
                </c:pt>
                <c:pt idx="429">
                  <c:v>#N/A</c:v>
                </c:pt>
                <c:pt idx="430">
                  <c:v>#N/A</c:v>
                </c:pt>
                <c:pt idx="431">
                  <c:v>#N/A</c:v>
                </c:pt>
                <c:pt idx="432">
                  <c:v>#N/A</c:v>
                </c:pt>
                <c:pt idx="433">
                  <c:v>#N/A</c:v>
                </c:pt>
                <c:pt idx="434">
                  <c:v>#N/A</c:v>
                </c:pt>
                <c:pt idx="435">
                  <c:v>#N/A</c:v>
                </c:pt>
                <c:pt idx="436">
                  <c:v>#N/A</c:v>
                </c:pt>
                <c:pt idx="437">
                  <c:v>#N/A</c:v>
                </c:pt>
                <c:pt idx="438">
                  <c:v>#N/A</c:v>
                </c:pt>
                <c:pt idx="439">
                  <c:v>#N/A</c:v>
                </c:pt>
                <c:pt idx="440">
                  <c:v>#N/A</c:v>
                </c:pt>
                <c:pt idx="441">
                  <c:v>#N/A</c:v>
                </c:pt>
                <c:pt idx="442">
                  <c:v>#N/A</c:v>
                </c:pt>
                <c:pt idx="443">
                  <c:v>#N/A</c:v>
                </c:pt>
                <c:pt idx="444">
                  <c:v>#N/A</c:v>
                </c:pt>
                <c:pt idx="445">
                  <c:v>#N/A</c:v>
                </c:pt>
                <c:pt idx="446">
                  <c:v>#N/A</c:v>
                </c:pt>
                <c:pt idx="447">
                  <c:v>#N/A</c:v>
                </c:pt>
                <c:pt idx="448">
                  <c:v>#N/A</c:v>
                </c:pt>
                <c:pt idx="449">
                  <c:v>#N/A</c:v>
                </c:pt>
                <c:pt idx="450">
                  <c:v>#N/A</c:v>
                </c:pt>
                <c:pt idx="451">
                  <c:v>#N/A</c:v>
                </c:pt>
                <c:pt idx="452">
                  <c:v>#N/A</c:v>
                </c:pt>
                <c:pt idx="453">
                  <c:v>#N/A</c:v>
                </c:pt>
                <c:pt idx="454">
                  <c:v>#N/A</c:v>
                </c:pt>
                <c:pt idx="455">
                  <c:v>#N/A</c:v>
                </c:pt>
                <c:pt idx="456">
                  <c:v>#N/A</c:v>
                </c:pt>
                <c:pt idx="457">
                  <c:v>#N/A</c:v>
                </c:pt>
                <c:pt idx="458">
                  <c:v>#N/A</c:v>
                </c:pt>
                <c:pt idx="459">
                  <c:v>#N/A</c:v>
                </c:pt>
                <c:pt idx="460">
                  <c:v>#N/A</c:v>
                </c:pt>
                <c:pt idx="461">
                  <c:v>#N/A</c:v>
                </c:pt>
                <c:pt idx="462">
                  <c:v>#N/A</c:v>
                </c:pt>
                <c:pt idx="463">
                  <c:v>#N/A</c:v>
                </c:pt>
                <c:pt idx="464">
                  <c:v>#N/A</c:v>
                </c:pt>
                <c:pt idx="465">
                  <c:v>#N/A</c:v>
                </c:pt>
                <c:pt idx="466">
                  <c:v>#N/A</c:v>
                </c:pt>
                <c:pt idx="467">
                  <c:v>#N/A</c:v>
                </c:pt>
                <c:pt idx="468">
                  <c:v>#N/A</c:v>
                </c:pt>
                <c:pt idx="469">
                  <c:v>#N/A</c:v>
                </c:pt>
                <c:pt idx="470">
                  <c:v>#N/A</c:v>
                </c:pt>
                <c:pt idx="471">
                  <c:v>#N/A</c:v>
                </c:pt>
                <c:pt idx="472">
                  <c:v>#N/A</c:v>
                </c:pt>
                <c:pt idx="473">
                  <c:v>#N/A</c:v>
                </c:pt>
                <c:pt idx="474">
                  <c:v>#N/A</c:v>
                </c:pt>
                <c:pt idx="475">
                  <c:v>#N/A</c:v>
                </c:pt>
                <c:pt idx="476">
                  <c:v>#N/A</c:v>
                </c:pt>
                <c:pt idx="477">
                  <c:v>#N/A</c:v>
                </c:pt>
                <c:pt idx="478">
                  <c:v>#N/A</c:v>
                </c:pt>
                <c:pt idx="479">
                  <c:v>#N/A</c:v>
                </c:pt>
                <c:pt idx="480">
                  <c:v>#N/A</c:v>
                </c:pt>
                <c:pt idx="481">
                  <c:v>#N/A</c:v>
                </c:pt>
                <c:pt idx="482">
                  <c:v>#N/A</c:v>
                </c:pt>
                <c:pt idx="483">
                  <c:v>#N/A</c:v>
                </c:pt>
                <c:pt idx="484">
                  <c:v>#N/A</c:v>
                </c:pt>
                <c:pt idx="485">
                  <c:v>#N/A</c:v>
                </c:pt>
                <c:pt idx="486">
                  <c:v>#N/A</c:v>
                </c:pt>
                <c:pt idx="487">
                  <c:v>#N/A</c:v>
                </c:pt>
                <c:pt idx="488">
                  <c:v>#N/A</c:v>
                </c:pt>
                <c:pt idx="489">
                  <c:v>#N/A</c:v>
                </c:pt>
                <c:pt idx="490">
                  <c:v>#N/A</c:v>
                </c:pt>
                <c:pt idx="491">
                  <c:v>#N/A</c:v>
                </c:pt>
                <c:pt idx="492">
                  <c:v>#N/A</c:v>
                </c:pt>
                <c:pt idx="493">
                  <c:v>#N/A</c:v>
                </c:pt>
                <c:pt idx="494">
                  <c:v>#N/A</c:v>
                </c:pt>
                <c:pt idx="495">
                  <c:v>#N/A</c:v>
                </c:pt>
                <c:pt idx="496">
                  <c:v>#N/A</c:v>
                </c:pt>
                <c:pt idx="497">
                  <c:v>#N/A</c:v>
                </c:pt>
                <c:pt idx="498">
                  <c:v>#N/A</c:v>
                </c:pt>
                <c:pt idx="499">
                  <c:v>#N/A</c:v>
                </c:pt>
                <c:pt idx="500">
                  <c:v>#N/A</c:v>
                </c:pt>
                <c:pt idx="501">
                  <c:v>#N/A</c:v>
                </c:pt>
                <c:pt idx="502">
                  <c:v>#N/A</c:v>
                </c:pt>
                <c:pt idx="503">
                  <c:v>#N/A</c:v>
                </c:pt>
                <c:pt idx="504">
                  <c:v>#N/A</c:v>
                </c:pt>
                <c:pt idx="505">
                  <c:v>#N/A</c:v>
                </c:pt>
                <c:pt idx="506">
                  <c:v>#N/A</c:v>
                </c:pt>
                <c:pt idx="507">
                  <c:v>#N/A</c:v>
                </c:pt>
                <c:pt idx="508">
                  <c:v>#N/A</c:v>
                </c:pt>
                <c:pt idx="509">
                  <c:v>#N/A</c:v>
                </c:pt>
                <c:pt idx="510">
                  <c:v>#N/A</c:v>
                </c:pt>
                <c:pt idx="511">
                  <c:v>#N/A</c:v>
                </c:pt>
                <c:pt idx="512">
                  <c:v>#N/A</c:v>
                </c:pt>
                <c:pt idx="513">
                  <c:v>#N/A</c:v>
                </c:pt>
                <c:pt idx="514">
                  <c:v>#N/A</c:v>
                </c:pt>
                <c:pt idx="515">
                  <c:v>#N/A</c:v>
                </c:pt>
                <c:pt idx="516">
                  <c:v>#N/A</c:v>
                </c:pt>
                <c:pt idx="517">
                  <c:v>#N/A</c:v>
                </c:pt>
                <c:pt idx="518">
                  <c:v>#N/A</c:v>
                </c:pt>
                <c:pt idx="519">
                  <c:v>#N/A</c:v>
                </c:pt>
                <c:pt idx="520">
                  <c:v>#N/A</c:v>
                </c:pt>
                <c:pt idx="521">
                  <c:v>#N/A</c:v>
                </c:pt>
                <c:pt idx="522">
                  <c:v>#N/A</c:v>
                </c:pt>
                <c:pt idx="523">
                  <c:v>#N/A</c:v>
                </c:pt>
                <c:pt idx="524">
                  <c:v>#N/A</c:v>
                </c:pt>
                <c:pt idx="525">
                  <c:v>#N/A</c:v>
                </c:pt>
                <c:pt idx="526">
                  <c:v>#N/A</c:v>
                </c:pt>
                <c:pt idx="527">
                  <c:v>#N/A</c:v>
                </c:pt>
                <c:pt idx="528">
                  <c:v>#N/A</c:v>
                </c:pt>
                <c:pt idx="529">
                  <c:v>#N/A</c:v>
                </c:pt>
                <c:pt idx="530">
                  <c:v>#N/A</c:v>
                </c:pt>
                <c:pt idx="531">
                  <c:v>#N/A</c:v>
                </c:pt>
                <c:pt idx="532">
                  <c:v>#N/A</c:v>
                </c:pt>
                <c:pt idx="533">
                  <c:v>#N/A</c:v>
                </c:pt>
                <c:pt idx="534">
                  <c:v>#N/A</c:v>
                </c:pt>
                <c:pt idx="535">
                  <c:v>#N/A</c:v>
                </c:pt>
                <c:pt idx="536">
                  <c:v>#N/A</c:v>
                </c:pt>
                <c:pt idx="537">
                  <c:v>#N/A</c:v>
                </c:pt>
                <c:pt idx="538">
                  <c:v>#N/A</c:v>
                </c:pt>
                <c:pt idx="539">
                  <c:v>#N/A</c:v>
                </c:pt>
                <c:pt idx="540">
                  <c:v>#N/A</c:v>
                </c:pt>
                <c:pt idx="541">
                  <c:v>#N/A</c:v>
                </c:pt>
                <c:pt idx="542">
                  <c:v>#N/A</c:v>
                </c:pt>
                <c:pt idx="543">
                  <c:v>#N/A</c:v>
                </c:pt>
                <c:pt idx="544">
                  <c:v>#N/A</c:v>
                </c:pt>
                <c:pt idx="545">
                  <c:v>#N/A</c:v>
                </c:pt>
                <c:pt idx="546">
                  <c:v>#N/A</c:v>
                </c:pt>
                <c:pt idx="547">
                  <c:v>#N/A</c:v>
                </c:pt>
                <c:pt idx="548">
                  <c:v>#N/A</c:v>
                </c:pt>
                <c:pt idx="549">
                  <c:v>#N/A</c:v>
                </c:pt>
                <c:pt idx="550">
                  <c:v>#N/A</c:v>
                </c:pt>
                <c:pt idx="551">
                  <c:v>#N/A</c:v>
                </c:pt>
                <c:pt idx="552">
                  <c:v>#N/A</c:v>
                </c:pt>
                <c:pt idx="553">
                  <c:v>#N/A</c:v>
                </c:pt>
                <c:pt idx="554">
                  <c:v>#N/A</c:v>
                </c:pt>
                <c:pt idx="555">
                  <c:v>#N/A</c:v>
                </c:pt>
                <c:pt idx="556">
                  <c:v>#N/A</c:v>
                </c:pt>
                <c:pt idx="557">
                  <c:v>#N/A</c:v>
                </c:pt>
                <c:pt idx="558">
                  <c:v>#N/A</c:v>
                </c:pt>
                <c:pt idx="559">
                  <c:v>#N/A</c:v>
                </c:pt>
                <c:pt idx="560">
                  <c:v>#N/A</c:v>
                </c:pt>
                <c:pt idx="561">
                  <c:v>#N/A</c:v>
                </c:pt>
                <c:pt idx="562">
                  <c:v>#N/A</c:v>
                </c:pt>
                <c:pt idx="563">
                  <c:v>#N/A</c:v>
                </c:pt>
                <c:pt idx="564">
                  <c:v>#N/A</c:v>
                </c:pt>
                <c:pt idx="565">
                  <c:v>#N/A</c:v>
                </c:pt>
                <c:pt idx="566">
                  <c:v>#N/A</c:v>
                </c:pt>
                <c:pt idx="567">
                  <c:v>#N/A</c:v>
                </c:pt>
                <c:pt idx="568">
                  <c:v>#N/A</c:v>
                </c:pt>
                <c:pt idx="569">
                  <c:v>#N/A</c:v>
                </c:pt>
                <c:pt idx="570">
                  <c:v>#N/A</c:v>
                </c:pt>
                <c:pt idx="571">
                  <c:v>#N/A</c:v>
                </c:pt>
                <c:pt idx="572">
                  <c:v>#N/A</c:v>
                </c:pt>
                <c:pt idx="573">
                  <c:v>#N/A</c:v>
                </c:pt>
                <c:pt idx="574">
                  <c:v>#N/A</c:v>
                </c:pt>
                <c:pt idx="575">
                  <c:v>#N/A</c:v>
                </c:pt>
                <c:pt idx="576">
                  <c:v>#N/A</c:v>
                </c:pt>
                <c:pt idx="577">
                  <c:v>#N/A</c:v>
                </c:pt>
                <c:pt idx="578">
                  <c:v>#N/A</c:v>
                </c:pt>
                <c:pt idx="579">
                  <c:v>#N/A</c:v>
                </c:pt>
                <c:pt idx="580">
                  <c:v>#N/A</c:v>
                </c:pt>
                <c:pt idx="581">
                  <c:v>#N/A</c:v>
                </c:pt>
                <c:pt idx="582">
                  <c:v>#N/A</c:v>
                </c:pt>
                <c:pt idx="583">
                  <c:v>#N/A</c:v>
                </c:pt>
                <c:pt idx="584">
                  <c:v>#N/A</c:v>
                </c:pt>
                <c:pt idx="585">
                  <c:v>#N/A</c:v>
                </c:pt>
                <c:pt idx="586">
                  <c:v>#N/A</c:v>
                </c:pt>
                <c:pt idx="587">
                  <c:v>#N/A</c:v>
                </c:pt>
                <c:pt idx="588">
                  <c:v>#N/A</c:v>
                </c:pt>
                <c:pt idx="589">
                  <c:v>#N/A</c:v>
                </c:pt>
                <c:pt idx="590">
                  <c:v>#N/A</c:v>
                </c:pt>
                <c:pt idx="591">
                  <c:v>#N/A</c:v>
                </c:pt>
                <c:pt idx="592">
                  <c:v>#N/A</c:v>
                </c:pt>
                <c:pt idx="593">
                  <c:v>#N/A</c:v>
                </c:pt>
                <c:pt idx="594">
                  <c:v>#N/A</c:v>
                </c:pt>
                <c:pt idx="595">
                  <c:v>#N/A</c:v>
                </c:pt>
                <c:pt idx="596">
                  <c:v>#N/A</c:v>
                </c:pt>
                <c:pt idx="597">
                  <c:v>#N/A</c:v>
                </c:pt>
                <c:pt idx="598">
                  <c:v>#N/A</c:v>
                </c:pt>
                <c:pt idx="599">
                  <c:v>#N/A</c:v>
                </c:pt>
                <c:pt idx="600">
                  <c:v>#N/A</c:v>
                </c:pt>
                <c:pt idx="601">
                  <c:v>#N/A</c:v>
                </c:pt>
                <c:pt idx="602">
                  <c:v>#N/A</c:v>
                </c:pt>
                <c:pt idx="603">
                  <c:v>#N/A</c:v>
                </c:pt>
                <c:pt idx="604">
                  <c:v>#N/A</c:v>
                </c:pt>
                <c:pt idx="605">
                  <c:v>#N/A</c:v>
                </c:pt>
                <c:pt idx="606">
                  <c:v>#N/A</c:v>
                </c:pt>
                <c:pt idx="607">
                  <c:v>#N/A</c:v>
                </c:pt>
                <c:pt idx="608">
                  <c:v>#N/A</c:v>
                </c:pt>
                <c:pt idx="609">
                  <c:v>#N/A</c:v>
                </c:pt>
                <c:pt idx="610">
                  <c:v>#N/A</c:v>
                </c:pt>
                <c:pt idx="611">
                  <c:v>#N/A</c:v>
                </c:pt>
                <c:pt idx="612">
                  <c:v>#N/A</c:v>
                </c:pt>
                <c:pt idx="613">
                  <c:v>#N/A</c:v>
                </c:pt>
                <c:pt idx="614">
                  <c:v>#N/A</c:v>
                </c:pt>
                <c:pt idx="615">
                  <c:v>#N/A</c:v>
                </c:pt>
                <c:pt idx="616">
                  <c:v>#N/A</c:v>
                </c:pt>
                <c:pt idx="617">
                  <c:v>#N/A</c:v>
                </c:pt>
                <c:pt idx="618">
                  <c:v>#N/A</c:v>
                </c:pt>
                <c:pt idx="619">
                  <c:v>#N/A</c:v>
                </c:pt>
                <c:pt idx="620">
                  <c:v>#N/A</c:v>
                </c:pt>
                <c:pt idx="621">
                  <c:v>#N/A</c:v>
                </c:pt>
                <c:pt idx="622">
                  <c:v>#N/A</c:v>
                </c:pt>
                <c:pt idx="623">
                  <c:v>#N/A</c:v>
                </c:pt>
                <c:pt idx="624">
                  <c:v>#N/A</c:v>
                </c:pt>
                <c:pt idx="625">
                  <c:v>#N/A</c:v>
                </c:pt>
                <c:pt idx="626">
                  <c:v>#N/A</c:v>
                </c:pt>
                <c:pt idx="627">
                  <c:v>#N/A</c:v>
                </c:pt>
                <c:pt idx="628">
                  <c:v>#N/A</c:v>
                </c:pt>
                <c:pt idx="629">
                  <c:v>#N/A</c:v>
                </c:pt>
                <c:pt idx="630">
                  <c:v>#N/A</c:v>
                </c:pt>
                <c:pt idx="631">
                  <c:v>#N/A</c:v>
                </c:pt>
                <c:pt idx="632">
                  <c:v>#N/A</c:v>
                </c:pt>
                <c:pt idx="633">
                  <c:v>#N/A</c:v>
                </c:pt>
                <c:pt idx="634">
                  <c:v>#N/A</c:v>
                </c:pt>
                <c:pt idx="635">
                  <c:v>#N/A</c:v>
                </c:pt>
                <c:pt idx="636">
                  <c:v>#N/A</c:v>
                </c:pt>
                <c:pt idx="637">
                  <c:v>#N/A</c:v>
                </c:pt>
                <c:pt idx="638">
                  <c:v>#N/A</c:v>
                </c:pt>
                <c:pt idx="639">
                  <c:v>#N/A</c:v>
                </c:pt>
                <c:pt idx="640">
                  <c:v>#N/A</c:v>
                </c:pt>
                <c:pt idx="641">
                  <c:v>#N/A</c:v>
                </c:pt>
                <c:pt idx="642">
                  <c:v>#N/A</c:v>
                </c:pt>
                <c:pt idx="643">
                  <c:v>#N/A</c:v>
                </c:pt>
                <c:pt idx="644">
                  <c:v>#N/A</c:v>
                </c:pt>
                <c:pt idx="645">
                  <c:v>#N/A</c:v>
                </c:pt>
                <c:pt idx="646">
                  <c:v>#N/A</c:v>
                </c:pt>
                <c:pt idx="647">
                  <c:v>#N/A</c:v>
                </c:pt>
                <c:pt idx="648">
                  <c:v>#N/A</c:v>
                </c:pt>
                <c:pt idx="649">
                  <c:v>#N/A</c:v>
                </c:pt>
                <c:pt idx="650">
                  <c:v>#N/A</c:v>
                </c:pt>
                <c:pt idx="651">
                  <c:v>#N/A</c:v>
                </c:pt>
                <c:pt idx="652">
                  <c:v>#N/A</c:v>
                </c:pt>
                <c:pt idx="653">
                  <c:v>#N/A</c:v>
                </c:pt>
                <c:pt idx="654">
                  <c:v>#N/A</c:v>
                </c:pt>
                <c:pt idx="655">
                  <c:v>#N/A</c:v>
                </c:pt>
                <c:pt idx="656">
                  <c:v>#N/A</c:v>
                </c:pt>
                <c:pt idx="657">
                  <c:v>#N/A</c:v>
                </c:pt>
                <c:pt idx="658">
                  <c:v>#N/A</c:v>
                </c:pt>
                <c:pt idx="659">
                  <c:v>#N/A</c:v>
                </c:pt>
                <c:pt idx="660">
                  <c:v>#N/A</c:v>
                </c:pt>
                <c:pt idx="661">
                  <c:v>#N/A</c:v>
                </c:pt>
                <c:pt idx="662">
                  <c:v>#N/A</c:v>
                </c:pt>
                <c:pt idx="663">
                  <c:v>#N/A</c:v>
                </c:pt>
                <c:pt idx="664">
                  <c:v>#N/A</c:v>
                </c:pt>
                <c:pt idx="665">
                  <c:v>#N/A</c:v>
                </c:pt>
                <c:pt idx="666">
                  <c:v>#N/A</c:v>
                </c:pt>
                <c:pt idx="667">
                  <c:v>#N/A</c:v>
                </c:pt>
                <c:pt idx="668">
                  <c:v>#N/A</c:v>
                </c:pt>
                <c:pt idx="669">
                  <c:v>#N/A</c:v>
                </c:pt>
                <c:pt idx="670">
                  <c:v>#N/A</c:v>
                </c:pt>
                <c:pt idx="671">
                  <c:v>#N/A</c:v>
                </c:pt>
                <c:pt idx="672">
                  <c:v>#N/A</c:v>
                </c:pt>
                <c:pt idx="673">
                  <c:v>#N/A</c:v>
                </c:pt>
                <c:pt idx="674">
                  <c:v>#N/A</c:v>
                </c:pt>
                <c:pt idx="675">
                  <c:v>#N/A</c:v>
                </c:pt>
                <c:pt idx="676">
                  <c:v>#N/A</c:v>
                </c:pt>
                <c:pt idx="677">
                  <c:v>#N/A</c:v>
                </c:pt>
                <c:pt idx="678">
                  <c:v>#N/A</c:v>
                </c:pt>
                <c:pt idx="679">
                  <c:v>#N/A</c:v>
                </c:pt>
                <c:pt idx="680">
                  <c:v>#N/A</c:v>
                </c:pt>
                <c:pt idx="681">
                  <c:v>#N/A</c:v>
                </c:pt>
                <c:pt idx="682">
                  <c:v>#N/A</c:v>
                </c:pt>
                <c:pt idx="683">
                  <c:v>#N/A</c:v>
                </c:pt>
                <c:pt idx="684">
                  <c:v>#N/A</c:v>
                </c:pt>
                <c:pt idx="685">
                  <c:v>#N/A</c:v>
                </c:pt>
                <c:pt idx="686">
                  <c:v>#N/A</c:v>
                </c:pt>
                <c:pt idx="687">
                  <c:v>#N/A</c:v>
                </c:pt>
                <c:pt idx="688">
                  <c:v>#N/A</c:v>
                </c:pt>
                <c:pt idx="689">
                  <c:v>#N/A</c:v>
                </c:pt>
                <c:pt idx="690">
                  <c:v>#N/A</c:v>
                </c:pt>
                <c:pt idx="691">
                  <c:v>#N/A</c:v>
                </c:pt>
                <c:pt idx="692">
                  <c:v>#N/A</c:v>
                </c:pt>
                <c:pt idx="693">
                  <c:v>#N/A</c:v>
                </c:pt>
                <c:pt idx="694">
                  <c:v>#N/A</c:v>
                </c:pt>
                <c:pt idx="695">
                  <c:v>#N/A</c:v>
                </c:pt>
                <c:pt idx="696">
                  <c:v>#N/A</c:v>
                </c:pt>
                <c:pt idx="697">
                  <c:v>#N/A</c:v>
                </c:pt>
                <c:pt idx="698">
                  <c:v>#N/A</c:v>
                </c:pt>
                <c:pt idx="699">
                  <c:v>#N/A</c:v>
                </c:pt>
                <c:pt idx="700">
                  <c:v>#N/A</c:v>
                </c:pt>
                <c:pt idx="701">
                  <c:v>#N/A</c:v>
                </c:pt>
                <c:pt idx="702">
                  <c:v>#N/A</c:v>
                </c:pt>
                <c:pt idx="703">
                  <c:v>#N/A</c:v>
                </c:pt>
                <c:pt idx="704">
                  <c:v>#N/A</c:v>
                </c:pt>
                <c:pt idx="705">
                  <c:v>#N/A</c:v>
                </c:pt>
                <c:pt idx="706">
                  <c:v>#N/A</c:v>
                </c:pt>
                <c:pt idx="707">
                  <c:v>#N/A</c:v>
                </c:pt>
                <c:pt idx="708">
                  <c:v>#N/A</c:v>
                </c:pt>
                <c:pt idx="709">
                  <c:v>#N/A</c:v>
                </c:pt>
                <c:pt idx="710">
                  <c:v>#N/A</c:v>
                </c:pt>
                <c:pt idx="711">
                  <c:v>#N/A</c:v>
                </c:pt>
                <c:pt idx="712">
                  <c:v>#N/A</c:v>
                </c:pt>
                <c:pt idx="713">
                  <c:v>#N/A</c:v>
                </c:pt>
                <c:pt idx="714">
                  <c:v>#N/A</c:v>
                </c:pt>
                <c:pt idx="715">
                  <c:v>#N/A</c:v>
                </c:pt>
                <c:pt idx="716">
                  <c:v>#N/A</c:v>
                </c:pt>
                <c:pt idx="717">
                  <c:v>#N/A</c:v>
                </c:pt>
                <c:pt idx="718">
                  <c:v>#N/A</c:v>
                </c:pt>
                <c:pt idx="719">
                  <c:v>#N/A</c:v>
                </c:pt>
                <c:pt idx="720">
                  <c:v>#N/A</c:v>
                </c:pt>
                <c:pt idx="721">
                  <c:v>#N/A</c:v>
                </c:pt>
                <c:pt idx="722">
                  <c:v>#N/A</c:v>
                </c:pt>
                <c:pt idx="723">
                  <c:v>#N/A</c:v>
                </c:pt>
                <c:pt idx="724">
                  <c:v>#N/A</c:v>
                </c:pt>
                <c:pt idx="725">
                  <c:v>#N/A</c:v>
                </c:pt>
                <c:pt idx="726">
                  <c:v>#N/A</c:v>
                </c:pt>
                <c:pt idx="727">
                  <c:v>#N/A</c:v>
                </c:pt>
                <c:pt idx="728">
                  <c:v>#N/A</c:v>
                </c:pt>
                <c:pt idx="729">
                  <c:v>#N/A</c:v>
                </c:pt>
                <c:pt idx="730">
                  <c:v>#N/A</c:v>
                </c:pt>
                <c:pt idx="731">
                  <c:v>#N/A</c:v>
                </c:pt>
                <c:pt idx="732">
                  <c:v>#N/A</c:v>
                </c:pt>
                <c:pt idx="733">
                  <c:v>#N/A</c:v>
                </c:pt>
                <c:pt idx="734">
                  <c:v>#N/A</c:v>
                </c:pt>
                <c:pt idx="735">
                  <c:v>#N/A</c:v>
                </c:pt>
                <c:pt idx="736">
                  <c:v>#N/A</c:v>
                </c:pt>
                <c:pt idx="737">
                  <c:v>#N/A</c:v>
                </c:pt>
                <c:pt idx="738">
                  <c:v>#N/A</c:v>
                </c:pt>
                <c:pt idx="739">
                  <c:v>#N/A</c:v>
                </c:pt>
                <c:pt idx="740">
                  <c:v>#N/A</c:v>
                </c:pt>
                <c:pt idx="741">
                  <c:v>#N/A</c:v>
                </c:pt>
                <c:pt idx="742">
                  <c:v>#N/A</c:v>
                </c:pt>
                <c:pt idx="743">
                  <c:v>#N/A</c:v>
                </c:pt>
                <c:pt idx="744">
                  <c:v>#N/A</c:v>
                </c:pt>
                <c:pt idx="745">
                  <c:v>#N/A</c:v>
                </c:pt>
                <c:pt idx="746">
                  <c:v>#N/A</c:v>
                </c:pt>
                <c:pt idx="747">
                  <c:v>#N/A</c:v>
                </c:pt>
                <c:pt idx="748">
                  <c:v>#N/A</c:v>
                </c:pt>
                <c:pt idx="749">
                  <c:v>#N/A</c:v>
                </c:pt>
                <c:pt idx="750">
                  <c:v>#N/A</c:v>
                </c:pt>
                <c:pt idx="751">
                  <c:v>#N/A</c:v>
                </c:pt>
                <c:pt idx="752">
                  <c:v>#N/A</c:v>
                </c:pt>
                <c:pt idx="753">
                  <c:v>#N/A</c:v>
                </c:pt>
                <c:pt idx="754">
                  <c:v>#N/A</c:v>
                </c:pt>
                <c:pt idx="755">
                  <c:v>#N/A</c:v>
                </c:pt>
                <c:pt idx="756">
                  <c:v>#N/A</c:v>
                </c:pt>
                <c:pt idx="757">
                  <c:v>#N/A</c:v>
                </c:pt>
                <c:pt idx="758">
                  <c:v>#N/A</c:v>
                </c:pt>
                <c:pt idx="759">
                  <c:v>#N/A</c:v>
                </c:pt>
                <c:pt idx="760">
                  <c:v>#N/A</c:v>
                </c:pt>
                <c:pt idx="761">
                  <c:v>#N/A</c:v>
                </c:pt>
                <c:pt idx="762">
                  <c:v>#N/A</c:v>
                </c:pt>
                <c:pt idx="763">
                  <c:v>#N/A</c:v>
                </c:pt>
                <c:pt idx="764">
                  <c:v>#N/A</c:v>
                </c:pt>
                <c:pt idx="765">
                  <c:v>#N/A</c:v>
                </c:pt>
                <c:pt idx="766">
                  <c:v>#N/A</c:v>
                </c:pt>
                <c:pt idx="767">
                  <c:v>#N/A</c:v>
                </c:pt>
                <c:pt idx="768">
                  <c:v>#N/A</c:v>
                </c:pt>
                <c:pt idx="769">
                  <c:v>#N/A</c:v>
                </c:pt>
                <c:pt idx="770">
                  <c:v>#N/A</c:v>
                </c:pt>
                <c:pt idx="771">
                  <c:v>#N/A</c:v>
                </c:pt>
                <c:pt idx="772">
                  <c:v>#N/A</c:v>
                </c:pt>
                <c:pt idx="773">
                  <c:v>#N/A</c:v>
                </c:pt>
                <c:pt idx="774">
                  <c:v>#N/A</c:v>
                </c:pt>
                <c:pt idx="775">
                  <c:v>#N/A</c:v>
                </c:pt>
                <c:pt idx="776">
                  <c:v>#N/A</c:v>
                </c:pt>
                <c:pt idx="777">
                  <c:v>#N/A</c:v>
                </c:pt>
                <c:pt idx="778">
                  <c:v>#N/A</c:v>
                </c:pt>
                <c:pt idx="779">
                  <c:v>#N/A</c:v>
                </c:pt>
                <c:pt idx="780">
                  <c:v>#N/A</c:v>
                </c:pt>
                <c:pt idx="781">
                  <c:v>#N/A</c:v>
                </c:pt>
                <c:pt idx="782">
                  <c:v>#N/A</c:v>
                </c:pt>
                <c:pt idx="783">
                  <c:v>#N/A</c:v>
                </c:pt>
                <c:pt idx="784">
                  <c:v>#N/A</c:v>
                </c:pt>
                <c:pt idx="785">
                  <c:v>#N/A</c:v>
                </c:pt>
                <c:pt idx="786">
                  <c:v>#N/A</c:v>
                </c:pt>
                <c:pt idx="787">
                  <c:v>#N/A</c:v>
                </c:pt>
                <c:pt idx="788">
                  <c:v>#N/A</c:v>
                </c:pt>
                <c:pt idx="789">
                  <c:v>#N/A</c:v>
                </c:pt>
                <c:pt idx="790">
                  <c:v>#N/A</c:v>
                </c:pt>
                <c:pt idx="791">
                  <c:v>#N/A</c:v>
                </c:pt>
                <c:pt idx="792">
                  <c:v>#N/A</c:v>
                </c:pt>
                <c:pt idx="793">
                  <c:v>#N/A</c:v>
                </c:pt>
                <c:pt idx="794">
                  <c:v>#N/A</c:v>
                </c:pt>
                <c:pt idx="795">
                  <c:v>#N/A</c:v>
                </c:pt>
                <c:pt idx="796">
                  <c:v>#N/A</c:v>
                </c:pt>
                <c:pt idx="797">
                  <c:v>#N/A</c:v>
                </c:pt>
                <c:pt idx="798">
                  <c:v>#N/A</c:v>
                </c:pt>
                <c:pt idx="799">
                  <c:v>#N/A</c:v>
                </c:pt>
                <c:pt idx="800">
                  <c:v>#N/A</c:v>
                </c:pt>
                <c:pt idx="801">
                  <c:v>#N/A</c:v>
                </c:pt>
                <c:pt idx="802">
                  <c:v>#N/A</c:v>
                </c:pt>
                <c:pt idx="803">
                  <c:v>#N/A</c:v>
                </c:pt>
                <c:pt idx="804">
                  <c:v>#N/A</c:v>
                </c:pt>
                <c:pt idx="805">
                  <c:v>#N/A</c:v>
                </c:pt>
                <c:pt idx="806">
                  <c:v>#N/A</c:v>
                </c:pt>
                <c:pt idx="807">
                  <c:v>#N/A</c:v>
                </c:pt>
                <c:pt idx="808">
                  <c:v>#N/A</c:v>
                </c:pt>
                <c:pt idx="809">
                  <c:v>#N/A</c:v>
                </c:pt>
                <c:pt idx="810">
                  <c:v>#N/A</c:v>
                </c:pt>
                <c:pt idx="811">
                  <c:v>#N/A</c:v>
                </c:pt>
                <c:pt idx="812">
                  <c:v>#N/A</c:v>
                </c:pt>
                <c:pt idx="813">
                  <c:v>#N/A</c:v>
                </c:pt>
                <c:pt idx="814">
                  <c:v>#N/A</c:v>
                </c:pt>
                <c:pt idx="815">
                  <c:v>#N/A</c:v>
                </c:pt>
                <c:pt idx="816">
                  <c:v>#N/A</c:v>
                </c:pt>
                <c:pt idx="817">
                  <c:v>#N/A</c:v>
                </c:pt>
                <c:pt idx="818">
                  <c:v>#N/A</c:v>
                </c:pt>
                <c:pt idx="819">
                  <c:v>#N/A</c:v>
                </c:pt>
                <c:pt idx="820">
                  <c:v>#N/A</c:v>
                </c:pt>
                <c:pt idx="821">
                  <c:v>#N/A</c:v>
                </c:pt>
                <c:pt idx="822">
                  <c:v>#N/A</c:v>
                </c:pt>
                <c:pt idx="823">
                  <c:v>#N/A</c:v>
                </c:pt>
                <c:pt idx="824">
                  <c:v>#N/A</c:v>
                </c:pt>
                <c:pt idx="825">
                  <c:v>#N/A</c:v>
                </c:pt>
                <c:pt idx="826">
                  <c:v>#N/A</c:v>
                </c:pt>
                <c:pt idx="827">
                  <c:v>#N/A</c:v>
                </c:pt>
                <c:pt idx="828">
                  <c:v>#N/A</c:v>
                </c:pt>
                <c:pt idx="829">
                  <c:v>#N/A</c:v>
                </c:pt>
                <c:pt idx="830">
                  <c:v>#N/A</c:v>
                </c:pt>
                <c:pt idx="831">
                  <c:v>#N/A</c:v>
                </c:pt>
                <c:pt idx="832">
                  <c:v>#N/A</c:v>
                </c:pt>
                <c:pt idx="833">
                  <c:v>#N/A</c:v>
                </c:pt>
                <c:pt idx="834">
                  <c:v>#N/A</c:v>
                </c:pt>
                <c:pt idx="835">
                  <c:v>#N/A</c:v>
                </c:pt>
                <c:pt idx="836">
                  <c:v>#N/A</c:v>
                </c:pt>
                <c:pt idx="837">
                  <c:v>#N/A</c:v>
                </c:pt>
                <c:pt idx="838">
                  <c:v>#N/A</c:v>
                </c:pt>
                <c:pt idx="839">
                  <c:v>#N/A</c:v>
                </c:pt>
                <c:pt idx="840">
                  <c:v>#N/A</c:v>
                </c:pt>
                <c:pt idx="841">
                  <c:v>#N/A</c:v>
                </c:pt>
                <c:pt idx="842">
                  <c:v>#N/A</c:v>
                </c:pt>
                <c:pt idx="843">
                  <c:v>#N/A</c:v>
                </c:pt>
                <c:pt idx="844">
                  <c:v>#N/A</c:v>
                </c:pt>
                <c:pt idx="845">
                  <c:v>#N/A</c:v>
                </c:pt>
                <c:pt idx="846">
                  <c:v>#N/A</c:v>
                </c:pt>
                <c:pt idx="847">
                  <c:v>#N/A</c:v>
                </c:pt>
                <c:pt idx="848">
                  <c:v>#N/A</c:v>
                </c:pt>
                <c:pt idx="849">
                  <c:v>#N/A</c:v>
                </c:pt>
                <c:pt idx="850">
                  <c:v>#N/A</c:v>
                </c:pt>
                <c:pt idx="851">
                  <c:v>#N/A</c:v>
                </c:pt>
                <c:pt idx="852">
                  <c:v>#N/A</c:v>
                </c:pt>
                <c:pt idx="853">
                  <c:v>#N/A</c:v>
                </c:pt>
                <c:pt idx="854">
                  <c:v>#N/A</c:v>
                </c:pt>
                <c:pt idx="855">
                  <c:v>#N/A</c:v>
                </c:pt>
                <c:pt idx="856">
                  <c:v>#N/A</c:v>
                </c:pt>
                <c:pt idx="857">
                  <c:v>#N/A</c:v>
                </c:pt>
                <c:pt idx="858">
                  <c:v>#N/A</c:v>
                </c:pt>
                <c:pt idx="859">
                  <c:v>#N/A</c:v>
                </c:pt>
                <c:pt idx="860">
                  <c:v>#N/A</c:v>
                </c:pt>
                <c:pt idx="861">
                  <c:v>#N/A</c:v>
                </c:pt>
                <c:pt idx="862">
                  <c:v>#N/A</c:v>
                </c:pt>
                <c:pt idx="863">
                  <c:v>#N/A</c:v>
                </c:pt>
                <c:pt idx="864">
                  <c:v>#N/A</c:v>
                </c:pt>
                <c:pt idx="865">
                  <c:v>#N/A</c:v>
                </c:pt>
                <c:pt idx="866">
                  <c:v>#N/A</c:v>
                </c:pt>
                <c:pt idx="867">
                  <c:v>#N/A</c:v>
                </c:pt>
                <c:pt idx="868">
                  <c:v>#N/A</c:v>
                </c:pt>
                <c:pt idx="869">
                  <c:v>#N/A</c:v>
                </c:pt>
                <c:pt idx="870">
                  <c:v>#N/A</c:v>
                </c:pt>
                <c:pt idx="871">
                  <c:v>#N/A</c:v>
                </c:pt>
                <c:pt idx="872">
                  <c:v>#N/A</c:v>
                </c:pt>
                <c:pt idx="873">
                  <c:v>#N/A</c:v>
                </c:pt>
                <c:pt idx="874">
                  <c:v>#N/A</c:v>
                </c:pt>
                <c:pt idx="875">
                  <c:v>#N/A</c:v>
                </c:pt>
                <c:pt idx="876">
                  <c:v>#N/A</c:v>
                </c:pt>
                <c:pt idx="877">
                  <c:v>#N/A</c:v>
                </c:pt>
                <c:pt idx="878">
                  <c:v>#N/A</c:v>
                </c:pt>
                <c:pt idx="879">
                  <c:v>#N/A</c:v>
                </c:pt>
                <c:pt idx="880">
                  <c:v>#N/A</c:v>
                </c:pt>
                <c:pt idx="881">
                  <c:v>#N/A</c:v>
                </c:pt>
                <c:pt idx="882">
                  <c:v>#N/A</c:v>
                </c:pt>
                <c:pt idx="883">
                  <c:v>#N/A</c:v>
                </c:pt>
                <c:pt idx="884">
                  <c:v>#N/A</c:v>
                </c:pt>
                <c:pt idx="885">
                  <c:v>#N/A</c:v>
                </c:pt>
                <c:pt idx="886">
                  <c:v>#N/A</c:v>
                </c:pt>
                <c:pt idx="887">
                  <c:v>#N/A</c:v>
                </c:pt>
                <c:pt idx="888">
                  <c:v>#N/A</c:v>
                </c:pt>
                <c:pt idx="889">
                  <c:v>#N/A</c:v>
                </c:pt>
                <c:pt idx="890">
                  <c:v>#N/A</c:v>
                </c:pt>
                <c:pt idx="891">
                  <c:v>#N/A</c:v>
                </c:pt>
                <c:pt idx="892">
                  <c:v>#N/A</c:v>
                </c:pt>
                <c:pt idx="893">
                  <c:v>#N/A</c:v>
                </c:pt>
                <c:pt idx="894">
                  <c:v>#N/A</c:v>
                </c:pt>
                <c:pt idx="895">
                  <c:v>#N/A</c:v>
                </c:pt>
                <c:pt idx="896">
                  <c:v>#N/A</c:v>
                </c:pt>
                <c:pt idx="897">
                  <c:v>#N/A</c:v>
                </c:pt>
                <c:pt idx="898">
                  <c:v>#N/A</c:v>
                </c:pt>
                <c:pt idx="899">
                  <c:v>#N/A</c:v>
                </c:pt>
                <c:pt idx="900">
                  <c:v>#N/A</c:v>
                </c:pt>
                <c:pt idx="901">
                  <c:v>#N/A</c:v>
                </c:pt>
                <c:pt idx="902">
                  <c:v>#N/A</c:v>
                </c:pt>
                <c:pt idx="903">
                  <c:v>#N/A</c:v>
                </c:pt>
                <c:pt idx="904">
                  <c:v>#N/A</c:v>
                </c:pt>
                <c:pt idx="905">
                  <c:v>#N/A</c:v>
                </c:pt>
                <c:pt idx="906">
                  <c:v>#N/A</c:v>
                </c:pt>
                <c:pt idx="907">
                  <c:v>#N/A</c:v>
                </c:pt>
                <c:pt idx="908">
                  <c:v>#N/A</c:v>
                </c:pt>
                <c:pt idx="909">
                  <c:v>#N/A</c:v>
                </c:pt>
                <c:pt idx="910">
                  <c:v>#N/A</c:v>
                </c:pt>
                <c:pt idx="911">
                  <c:v>#N/A</c:v>
                </c:pt>
                <c:pt idx="912">
                  <c:v>#N/A</c:v>
                </c:pt>
                <c:pt idx="913">
                  <c:v>#N/A</c:v>
                </c:pt>
                <c:pt idx="914">
                  <c:v>#N/A</c:v>
                </c:pt>
                <c:pt idx="915">
                  <c:v>#N/A</c:v>
                </c:pt>
                <c:pt idx="916">
                  <c:v>#N/A</c:v>
                </c:pt>
                <c:pt idx="917">
                  <c:v>#N/A</c:v>
                </c:pt>
                <c:pt idx="918">
                  <c:v>#N/A</c:v>
                </c:pt>
                <c:pt idx="919">
                  <c:v>#N/A</c:v>
                </c:pt>
                <c:pt idx="920">
                  <c:v>#N/A</c:v>
                </c:pt>
                <c:pt idx="921">
                  <c:v>#N/A</c:v>
                </c:pt>
                <c:pt idx="922">
                  <c:v>#N/A</c:v>
                </c:pt>
                <c:pt idx="923">
                  <c:v>#N/A</c:v>
                </c:pt>
                <c:pt idx="924">
                  <c:v>#N/A</c:v>
                </c:pt>
                <c:pt idx="925">
                  <c:v>#N/A</c:v>
                </c:pt>
                <c:pt idx="926">
                  <c:v>#N/A</c:v>
                </c:pt>
                <c:pt idx="927">
                  <c:v>#N/A</c:v>
                </c:pt>
                <c:pt idx="928">
                  <c:v>#N/A</c:v>
                </c:pt>
                <c:pt idx="929">
                  <c:v>#N/A</c:v>
                </c:pt>
                <c:pt idx="930">
                  <c:v>#N/A</c:v>
                </c:pt>
                <c:pt idx="931">
                  <c:v>#N/A</c:v>
                </c:pt>
                <c:pt idx="932">
                  <c:v>#N/A</c:v>
                </c:pt>
                <c:pt idx="933">
                  <c:v>#N/A</c:v>
                </c:pt>
                <c:pt idx="934">
                  <c:v>#N/A</c:v>
                </c:pt>
                <c:pt idx="935">
                  <c:v>#N/A</c:v>
                </c:pt>
                <c:pt idx="936">
                  <c:v>#N/A</c:v>
                </c:pt>
                <c:pt idx="937">
                  <c:v>#N/A</c:v>
                </c:pt>
                <c:pt idx="938">
                  <c:v>#N/A</c:v>
                </c:pt>
                <c:pt idx="939">
                  <c:v>#N/A</c:v>
                </c:pt>
                <c:pt idx="940">
                  <c:v>#N/A</c:v>
                </c:pt>
                <c:pt idx="941">
                  <c:v>#N/A</c:v>
                </c:pt>
                <c:pt idx="942">
                  <c:v>#N/A</c:v>
                </c:pt>
                <c:pt idx="943">
                  <c:v>#N/A</c:v>
                </c:pt>
                <c:pt idx="944">
                  <c:v>#N/A</c:v>
                </c:pt>
                <c:pt idx="945">
                  <c:v>#N/A</c:v>
                </c:pt>
                <c:pt idx="946">
                  <c:v>#N/A</c:v>
                </c:pt>
                <c:pt idx="947">
                  <c:v>#N/A</c:v>
                </c:pt>
                <c:pt idx="948">
                  <c:v>#N/A</c:v>
                </c:pt>
                <c:pt idx="949">
                  <c:v>#N/A</c:v>
                </c:pt>
                <c:pt idx="950">
                  <c:v>#N/A</c:v>
                </c:pt>
                <c:pt idx="951">
                  <c:v>#N/A</c:v>
                </c:pt>
                <c:pt idx="952">
                  <c:v>#N/A</c:v>
                </c:pt>
                <c:pt idx="953">
                  <c:v>#N/A</c:v>
                </c:pt>
                <c:pt idx="954">
                  <c:v>#N/A</c:v>
                </c:pt>
                <c:pt idx="955">
                  <c:v>#N/A</c:v>
                </c:pt>
                <c:pt idx="956">
                  <c:v>#N/A</c:v>
                </c:pt>
                <c:pt idx="957">
                  <c:v>#N/A</c:v>
                </c:pt>
                <c:pt idx="958">
                  <c:v>#N/A</c:v>
                </c:pt>
                <c:pt idx="959">
                  <c:v>#N/A</c:v>
                </c:pt>
                <c:pt idx="960">
                  <c:v>#N/A</c:v>
                </c:pt>
                <c:pt idx="961">
                  <c:v>#N/A</c:v>
                </c:pt>
                <c:pt idx="962">
                  <c:v>#N/A</c:v>
                </c:pt>
                <c:pt idx="963">
                  <c:v>#N/A</c:v>
                </c:pt>
                <c:pt idx="964">
                  <c:v>#N/A</c:v>
                </c:pt>
                <c:pt idx="965">
                  <c:v>#N/A</c:v>
                </c:pt>
                <c:pt idx="966">
                  <c:v>#N/A</c:v>
                </c:pt>
                <c:pt idx="967">
                  <c:v>#N/A</c:v>
                </c:pt>
                <c:pt idx="968">
                  <c:v>#N/A</c:v>
                </c:pt>
                <c:pt idx="969">
                  <c:v>#N/A</c:v>
                </c:pt>
                <c:pt idx="970">
                  <c:v>#N/A</c:v>
                </c:pt>
                <c:pt idx="971">
                  <c:v>#N/A</c:v>
                </c:pt>
                <c:pt idx="972">
                  <c:v>#N/A</c:v>
                </c:pt>
                <c:pt idx="973">
                  <c:v>#N/A</c:v>
                </c:pt>
                <c:pt idx="974">
                  <c:v>#N/A</c:v>
                </c:pt>
                <c:pt idx="975">
                  <c:v>#N/A</c:v>
                </c:pt>
                <c:pt idx="976">
                  <c:v>#N/A</c:v>
                </c:pt>
                <c:pt idx="977">
                  <c:v>#N/A</c:v>
                </c:pt>
                <c:pt idx="978">
                  <c:v>#N/A</c:v>
                </c:pt>
                <c:pt idx="979">
                  <c:v>#N/A</c:v>
                </c:pt>
                <c:pt idx="980">
                  <c:v>#N/A</c:v>
                </c:pt>
                <c:pt idx="981">
                  <c:v>#N/A</c:v>
                </c:pt>
                <c:pt idx="982">
                  <c:v>#N/A</c:v>
                </c:pt>
                <c:pt idx="983">
                  <c:v>#N/A</c:v>
                </c:pt>
                <c:pt idx="984">
                  <c:v>#N/A</c:v>
                </c:pt>
                <c:pt idx="985">
                  <c:v>#N/A</c:v>
                </c:pt>
                <c:pt idx="986">
                  <c:v>#N/A</c:v>
                </c:pt>
                <c:pt idx="987">
                  <c:v>#N/A</c:v>
                </c:pt>
                <c:pt idx="988">
                  <c:v>#N/A</c:v>
                </c:pt>
                <c:pt idx="989">
                  <c:v>#N/A</c:v>
                </c:pt>
                <c:pt idx="990">
                  <c:v>#N/A</c:v>
                </c:pt>
                <c:pt idx="991">
                  <c:v>#N/A</c:v>
                </c:pt>
                <c:pt idx="992">
                  <c:v>#N/A</c:v>
                </c:pt>
                <c:pt idx="993">
                  <c:v>#N/A</c:v>
                </c:pt>
                <c:pt idx="994">
                  <c:v>#N/A</c:v>
                </c:pt>
                <c:pt idx="995">
                  <c:v>#N/A</c:v>
                </c:pt>
                <c:pt idx="996">
                  <c:v>#N/A</c:v>
                </c:pt>
                <c:pt idx="997">
                  <c:v>#N/A</c:v>
                </c:pt>
                <c:pt idx="998">
                  <c:v>#N/A</c:v>
                </c:pt>
                <c:pt idx="999">
                  <c:v>#N/A</c:v>
                </c:pt>
                <c:pt idx="1000">
                  <c:v>#N/A</c:v>
                </c:pt>
                <c:pt idx="1001">
                  <c:v>#N/A</c:v>
                </c:pt>
                <c:pt idx="1002">
                  <c:v>#N/A</c:v>
                </c:pt>
                <c:pt idx="1003">
                  <c:v>#N/A</c:v>
                </c:pt>
                <c:pt idx="1004">
                  <c:v>#N/A</c:v>
                </c:pt>
                <c:pt idx="1005">
                  <c:v>#N/A</c:v>
                </c:pt>
                <c:pt idx="1006">
                  <c:v>#N/A</c:v>
                </c:pt>
                <c:pt idx="1007">
                  <c:v>#N/A</c:v>
                </c:pt>
                <c:pt idx="1008">
                  <c:v>#N/A</c:v>
                </c:pt>
                <c:pt idx="1009">
                  <c:v>#N/A</c:v>
                </c:pt>
                <c:pt idx="1010">
                  <c:v>#N/A</c:v>
                </c:pt>
                <c:pt idx="1011">
                  <c:v>#N/A</c:v>
                </c:pt>
                <c:pt idx="1012">
                  <c:v>#N/A</c:v>
                </c:pt>
                <c:pt idx="1013">
                  <c:v>#N/A</c:v>
                </c:pt>
                <c:pt idx="1014">
                  <c:v>#N/A</c:v>
                </c:pt>
                <c:pt idx="1015">
                  <c:v>#N/A</c:v>
                </c:pt>
                <c:pt idx="1016">
                  <c:v>#N/A</c:v>
                </c:pt>
                <c:pt idx="1017">
                  <c:v>#N/A</c:v>
                </c:pt>
                <c:pt idx="1018">
                  <c:v>#N/A</c:v>
                </c:pt>
                <c:pt idx="1019">
                  <c:v>#N/A</c:v>
                </c:pt>
                <c:pt idx="1020">
                  <c:v>#N/A</c:v>
                </c:pt>
                <c:pt idx="1021">
                  <c:v>#N/A</c:v>
                </c:pt>
                <c:pt idx="1022">
                  <c:v>#N/A</c:v>
                </c:pt>
                <c:pt idx="1023">
                  <c:v>#N/A</c:v>
                </c:pt>
                <c:pt idx="1024">
                  <c:v>#N/A</c:v>
                </c:pt>
                <c:pt idx="1025">
                  <c:v>#N/A</c:v>
                </c:pt>
                <c:pt idx="1026">
                  <c:v>#N/A</c:v>
                </c:pt>
                <c:pt idx="1027">
                  <c:v>#N/A</c:v>
                </c:pt>
                <c:pt idx="1028">
                  <c:v>#N/A</c:v>
                </c:pt>
                <c:pt idx="1029">
                  <c:v>#N/A</c:v>
                </c:pt>
                <c:pt idx="1030">
                  <c:v>#N/A</c:v>
                </c:pt>
                <c:pt idx="1031">
                  <c:v>#N/A</c:v>
                </c:pt>
                <c:pt idx="1032">
                  <c:v>#N/A</c:v>
                </c:pt>
                <c:pt idx="1033">
                  <c:v>#N/A</c:v>
                </c:pt>
                <c:pt idx="1034">
                  <c:v>#N/A</c:v>
                </c:pt>
                <c:pt idx="1035">
                  <c:v>#N/A</c:v>
                </c:pt>
                <c:pt idx="1036">
                  <c:v>#N/A</c:v>
                </c:pt>
                <c:pt idx="1037">
                  <c:v>#N/A</c:v>
                </c:pt>
                <c:pt idx="1038">
                  <c:v>#N/A</c:v>
                </c:pt>
                <c:pt idx="1039">
                  <c:v>#N/A</c:v>
                </c:pt>
                <c:pt idx="1040">
                  <c:v>#N/A</c:v>
                </c:pt>
                <c:pt idx="1041">
                  <c:v>#N/A</c:v>
                </c:pt>
                <c:pt idx="1042">
                  <c:v>#N/A</c:v>
                </c:pt>
                <c:pt idx="1043">
                  <c:v>#N/A</c:v>
                </c:pt>
                <c:pt idx="1044">
                  <c:v>#N/A</c:v>
                </c:pt>
                <c:pt idx="1045">
                  <c:v>#N/A</c:v>
                </c:pt>
                <c:pt idx="1046">
                  <c:v>#N/A</c:v>
                </c:pt>
                <c:pt idx="1047">
                  <c:v>#N/A</c:v>
                </c:pt>
                <c:pt idx="1048">
                  <c:v>#N/A</c:v>
                </c:pt>
                <c:pt idx="1049">
                  <c:v>#N/A</c:v>
                </c:pt>
                <c:pt idx="1050">
                  <c:v>#N/A</c:v>
                </c:pt>
                <c:pt idx="1051">
                  <c:v>#N/A</c:v>
                </c:pt>
                <c:pt idx="1052">
                  <c:v>#N/A</c:v>
                </c:pt>
                <c:pt idx="1053">
                  <c:v>#N/A</c:v>
                </c:pt>
                <c:pt idx="1054">
                  <c:v>#N/A</c:v>
                </c:pt>
                <c:pt idx="1055">
                  <c:v>#N/A</c:v>
                </c:pt>
                <c:pt idx="1056">
                  <c:v>#N/A</c:v>
                </c:pt>
                <c:pt idx="1057">
                  <c:v>#N/A</c:v>
                </c:pt>
                <c:pt idx="1058">
                  <c:v>#N/A</c:v>
                </c:pt>
                <c:pt idx="1059">
                  <c:v>#N/A</c:v>
                </c:pt>
                <c:pt idx="1060">
                  <c:v>#N/A</c:v>
                </c:pt>
                <c:pt idx="1061">
                  <c:v>#N/A</c:v>
                </c:pt>
                <c:pt idx="1062">
                  <c:v>#N/A</c:v>
                </c:pt>
                <c:pt idx="1063">
                  <c:v>#N/A</c:v>
                </c:pt>
                <c:pt idx="1064">
                  <c:v>#N/A</c:v>
                </c:pt>
                <c:pt idx="1065">
                  <c:v>#N/A</c:v>
                </c:pt>
                <c:pt idx="1066">
                  <c:v>#N/A</c:v>
                </c:pt>
                <c:pt idx="1067">
                  <c:v>#N/A</c:v>
                </c:pt>
                <c:pt idx="1068">
                  <c:v>#N/A</c:v>
                </c:pt>
                <c:pt idx="1069">
                  <c:v>#N/A</c:v>
                </c:pt>
                <c:pt idx="1070">
                  <c:v>#N/A</c:v>
                </c:pt>
                <c:pt idx="1071">
                  <c:v>#N/A</c:v>
                </c:pt>
                <c:pt idx="1072">
                  <c:v>#N/A</c:v>
                </c:pt>
                <c:pt idx="1073">
                  <c:v>#N/A</c:v>
                </c:pt>
                <c:pt idx="1074">
                  <c:v>#N/A</c:v>
                </c:pt>
                <c:pt idx="1075">
                  <c:v>#N/A</c:v>
                </c:pt>
                <c:pt idx="1076">
                  <c:v>#N/A</c:v>
                </c:pt>
                <c:pt idx="1077">
                  <c:v>#N/A</c:v>
                </c:pt>
                <c:pt idx="1078">
                  <c:v>#N/A</c:v>
                </c:pt>
                <c:pt idx="1079">
                  <c:v>#N/A</c:v>
                </c:pt>
                <c:pt idx="1080">
                  <c:v>#N/A</c:v>
                </c:pt>
                <c:pt idx="1081">
                  <c:v>#N/A</c:v>
                </c:pt>
                <c:pt idx="1082">
                  <c:v>#N/A</c:v>
                </c:pt>
                <c:pt idx="1083">
                  <c:v>#N/A</c:v>
                </c:pt>
                <c:pt idx="1084">
                  <c:v>#N/A</c:v>
                </c:pt>
                <c:pt idx="1085">
                  <c:v>#N/A</c:v>
                </c:pt>
                <c:pt idx="1086">
                  <c:v>#N/A</c:v>
                </c:pt>
                <c:pt idx="1087">
                  <c:v>#N/A</c:v>
                </c:pt>
                <c:pt idx="1088">
                  <c:v>#N/A</c:v>
                </c:pt>
                <c:pt idx="1089">
                  <c:v>#N/A</c:v>
                </c:pt>
                <c:pt idx="1090">
                  <c:v>#N/A</c:v>
                </c:pt>
                <c:pt idx="1091">
                  <c:v>#N/A</c:v>
                </c:pt>
                <c:pt idx="1092">
                  <c:v>#N/A</c:v>
                </c:pt>
                <c:pt idx="1093">
                  <c:v>#N/A</c:v>
                </c:pt>
                <c:pt idx="1094">
                  <c:v>#N/A</c:v>
                </c:pt>
                <c:pt idx="1095">
                  <c:v>#N/A</c:v>
                </c:pt>
                <c:pt idx="1096">
                  <c:v>#N/A</c:v>
                </c:pt>
                <c:pt idx="1097">
                  <c:v>#N/A</c:v>
                </c:pt>
                <c:pt idx="1098">
                  <c:v>#N/A</c:v>
                </c:pt>
                <c:pt idx="1099">
                  <c:v>#N/A</c:v>
                </c:pt>
                <c:pt idx="1100">
                  <c:v>#N/A</c:v>
                </c:pt>
                <c:pt idx="1101">
                  <c:v>#N/A</c:v>
                </c:pt>
                <c:pt idx="1102">
                  <c:v>#N/A</c:v>
                </c:pt>
                <c:pt idx="1103">
                  <c:v>#N/A</c:v>
                </c:pt>
                <c:pt idx="1104">
                  <c:v>#N/A</c:v>
                </c:pt>
                <c:pt idx="1105">
                  <c:v>#N/A</c:v>
                </c:pt>
                <c:pt idx="1106">
                  <c:v>#N/A</c:v>
                </c:pt>
                <c:pt idx="1107">
                  <c:v>#N/A</c:v>
                </c:pt>
                <c:pt idx="1108">
                  <c:v>#N/A</c:v>
                </c:pt>
                <c:pt idx="1109">
                  <c:v>#N/A</c:v>
                </c:pt>
                <c:pt idx="1110">
                  <c:v>#N/A</c:v>
                </c:pt>
                <c:pt idx="1111">
                  <c:v>#N/A</c:v>
                </c:pt>
                <c:pt idx="1112">
                  <c:v>#N/A</c:v>
                </c:pt>
                <c:pt idx="1113">
                  <c:v>#N/A</c:v>
                </c:pt>
                <c:pt idx="1114">
                  <c:v>#N/A</c:v>
                </c:pt>
                <c:pt idx="1115">
                  <c:v>#N/A</c:v>
                </c:pt>
                <c:pt idx="1116">
                  <c:v>#N/A</c:v>
                </c:pt>
                <c:pt idx="1117">
                  <c:v>#N/A</c:v>
                </c:pt>
                <c:pt idx="1118">
                  <c:v>#N/A</c:v>
                </c:pt>
                <c:pt idx="1119">
                  <c:v>#N/A</c:v>
                </c:pt>
                <c:pt idx="1120">
                  <c:v>#N/A</c:v>
                </c:pt>
                <c:pt idx="1121">
                  <c:v>#N/A</c:v>
                </c:pt>
                <c:pt idx="1122">
                  <c:v>#N/A</c:v>
                </c:pt>
                <c:pt idx="1123">
                  <c:v>#N/A</c:v>
                </c:pt>
                <c:pt idx="1124">
                  <c:v>#N/A</c:v>
                </c:pt>
                <c:pt idx="1125">
                  <c:v>#N/A</c:v>
                </c:pt>
                <c:pt idx="1126">
                  <c:v>#N/A</c:v>
                </c:pt>
                <c:pt idx="1127">
                  <c:v>#N/A</c:v>
                </c:pt>
                <c:pt idx="1128">
                  <c:v>#N/A</c:v>
                </c:pt>
                <c:pt idx="1129">
                  <c:v>#N/A</c:v>
                </c:pt>
                <c:pt idx="1130">
                  <c:v>#N/A</c:v>
                </c:pt>
                <c:pt idx="1131">
                  <c:v>#N/A</c:v>
                </c:pt>
                <c:pt idx="1132">
                  <c:v>#N/A</c:v>
                </c:pt>
                <c:pt idx="1133">
                  <c:v>#N/A</c:v>
                </c:pt>
                <c:pt idx="1134">
                  <c:v>#N/A</c:v>
                </c:pt>
                <c:pt idx="1135">
                  <c:v>#N/A</c:v>
                </c:pt>
                <c:pt idx="1136">
                  <c:v>#N/A</c:v>
                </c:pt>
                <c:pt idx="1137">
                  <c:v>#N/A</c:v>
                </c:pt>
                <c:pt idx="1138">
                  <c:v>#N/A</c:v>
                </c:pt>
                <c:pt idx="1139">
                  <c:v>#N/A</c:v>
                </c:pt>
                <c:pt idx="1140">
                  <c:v>#N/A</c:v>
                </c:pt>
                <c:pt idx="1141">
                  <c:v>#N/A</c:v>
                </c:pt>
                <c:pt idx="1142">
                  <c:v>#N/A</c:v>
                </c:pt>
                <c:pt idx="1143">
                  <c:v>#N/A</c:v>
                </c:pt>
                <c:pt idx="1144">
                  <c:v>#N/A</c:v>
                </c:pt>
                <c:pt idx="1145">
                  <c:v>#N/A</c:v>
                </c:pt>
                <c:pt idx="1146">
                  <c:v>#N/A</c:v>
                </c:pt>
                <c:pt idx="1147">
                  <c:v>#N/A</c:v>
                </c:pt>
                <c:pt idx="1148">
                  <c:v>#N/A</c:v>
                </c:pt>
                <c:pt idx="1149">
                  <c:v>#N/A</c:v>
                </c:pt>
                <c:pt idx="1150">
                  <c:v>#N/A</c:v>
                </c:pt>
                <c:pt idx="1151">
                  <c:v>#N/A</c:v>
                </c:pt>
                <c:pt idx="1152">
                  <c:v>#N/A</c:v>
                </c:pt>
                <c:pt idx="1153">
                  <c:v>#N/A</c:v>
                </c:pt>
                <c:pt idx="1154">
                  <c:v>#N/A</c:v>
                </c:pt>
                <c:pt idx="1155">
                  <c:v>#N/A</c:v>
                </c:pt>
                <c:pt idx="1156">
                  <c:v>#N/A</c:v>
                </c:pt>
                <c:pt idx="1157">
                  <c:v>#N/A</c:v>
                </c:pt>
                <c:pt idx="1158">
                  <c:v>#N/A</c:v>
                </c:pt>
                <c:pt idx="1159">
                  <c:v>#N/A</c:v>
                </c:pt>
                <c:pt idx="1160">
                  <c:v>#N/A</c:v>
                </c:pt>
                <c:pt idx="1161">
                  <c:v>#N/A</c:v>
                </c:pt>
                <c:pt idx="1162">
                  <c:v>#N/A</c:v>
                </c:pt>
                <c:pt idx="1163">
                  <c:v>#N/A</c:v>
                </c:pt>
                <c:pt idx="1164">
                  <c:v>#N/A</c:v>
                </c:pt>
                <c:pt idx="1165">
                  <c:v>#N/A</c:v>
                </c:pt>
                <c:pt idx="1166">
                  <c:v>#N/A</c:v>
                </c:pt>
                <c:pt idx="1167">
                  <c:v>#N/A</c:v>
                </c:pt>
                <c:pt idx="1168">
                  <c:v>#N/A</c:v>
                </c:pt>
                <c:pt idx="1169">
                  <c:v>#N/A</c:v>
                </c:pt>
                <c:pt idx="1170">
                  <c:v>#N/A</c:v>
                </c:pt>
                <c:pt idx="1171">
                  <c:v>#N/A</c:v>
                </c:pt>
                <c:pt idx="1172">
                  <c:v>#N/A</c:v>
                </c:pt>
                <c:pt idx="1173">
                  <c:v>#N/A</c:v>
                </c:pt>
                <c:pt idx="1174">
                  <c:v>#N/A</c:v>
                </c:pt>
                <c:pt idx="1175">
                  <c:v>#N/A</c:v>
                </c:pt>
                <c:pt idx="1176">
                  <c:v>#N/A</c:v>
                </c:pt>
                <c:pt idx="1177">
                  <c:v>#N/A</c:v>
                </c:pt>
                <c:pt idx="1178">
                  <c:v>#N/A</c:v>
                </c:pt>
                <c:pt idx="1179">
                  <c:v>#N/A</c:v>
                </c:pt>
                <c:pt idx="1180">
                  <c:v>#N/A</c:v>
                </c:pt>
                <c:pt idx="1181">
                  <c:v>#N/A</c:v>
                </c:pt>
                <c:pt idx="1182">
                  <c:v>#N/A</c:v>
                </c:pt>
                <c:pt idx="1183">
                  <c:v>#N/A</c:v>
                </c:pt>
                <c:pt idx="1184">
                  <c:v>#N/A</c:v>
                </c:pt>
                <c:pt idx="1185">
                  <c:v>#N/A</c:v>
                </c:pt>
                <c:pt idx="1186">
                  <c:v>#N/A</c:v>
                </c:pt>
                <c:pt idx="1187">
                  <c:v>#N/A</c:v>
                </c:pt>
                <c:pt idx="1188">
                  <c:v>#N/A</c:v>
                </c:pt>
                <c:pt idx="1189">
                  <c:v>#N/A</c:v>
                </c:pt>
                <c:pt idx="1190">
                  <c:v>#N/A</c:v>
                </c:pt>
                <c:pt idx="1191">
                  <c:v>#N/A</c:v>
                </c:pt>
                <c:pt idx="1192">
                  <c:v>#N/A</c:v>
                </c:pt>
                <c:pt idx="1193">
                  <c:v>#N/A</c:v>
                </c:pt>
                <c:pt idx="1194">
                  <c:v>#N/A</c:v>
                </c:pt>
                <c:pt idx="1195">
                  <c:v>#N/A</c:v>
                </c:pt>
                <c:pt idx="1196">
                  <c:v>#N/A</c:v>
                </c:pt>
                <c:pt idx="1197">
                  <c:v>#N/A</c:v>
                </c:pt>
                <c:pt idx="1198">
                  <c:v>#N/A</c:v>
                </c:pt>
                <c:pt idx="1199">
                  <c:v>#N/A</c:v>
                </c:pt>
                <c:pt idx="1200">
                  <c:v>#N/A</c:v>
                </c:pt>
                <c:pt idx="1201">
                  <c:v>#N/A</c:v>
                </c:pt>
                <c:pt idx="1202">
                  <c:v>#N/A</c:v>
                </c:pt>
                <c:pt idx="1203">
                  <c:v>#N/A</c:v>
                </c:pt>
                <c:pt idx="1204">
                  <c:v>#N/A</c:v>
                </c:pt>
                <c:pt idx="1205">
                  <c:v>#N/A</c:v>
                </c:pt>
                <c:pt idx="1206">
                  <c:v>#N/A</c:v>
                </c:pt>
                <c:pt idx="1207">
                  <c:v>#N/A</c:v>
                </c:pt>
                <c:pt idx="1208">
                  <c:v>#N/A</c:v>
                </c:pt>
                <c:pt idx="1209">
                  <c:v>#N/A</c:v>
                </c:pt>
                <c:pt idx="1210">
                  <c:v>#N/A</c:v>
                </c:pt>
                <c:pt idx="1211">
                  <c:v>#N/A</c:v>
                </c:pt>
                <c:pt idx="1212">
                  <c:v>#N/A</c:v>
                </c:pt>
                <c:pt idx="1213">
                  <c:v>#N/A</c:v>
                </c:pt>
                <c:pt idx="1214">
                  <c:v>#N/A</c:v>
                </c:pt>
                <c:pt idx="1215">
                  <c:v>#N/A</c:v>
                </c:pt>
                <c:pt idx="1216">
                  <c:v>#N/A</c:v>
                </c:pt>
                <c:pt idx="1217">
                  <c:v>#N/A</c:v>
                </c:pt>
                <c:pt idx="1218">
                  <c:v>#N/A</c:v>
                </c:pt>
                <c:pt idx="1219">
                  <c:v>#N/A</c:v>
                </c:pt>
                <c:pt idx="1220">
                  <c:v>#N/A</c:v>
                </c:pt>
                <c:pt idx="1221">
                  <c:v>#N/A</c:v>
                </c:pt>
                <c:pt idx="1222">
                  <c:v>#N/A</c:v>
                </c:pt>
                <c:pt idx="1223">
                  <c:v>#N/A</c:v>
                </c:pt>
                <c:pt idx="1224">
                  <c:v>#N/A</c:v>
                </c:pt>
                <c:pt idx="1225">
                  <c:v>#N/A</c:v>
                </c:pt>
                <c:pt idx="1226">
                  <c:v>#N/A</c:v>
                </c:pt>
                <c:pt idx="1227">
                  <c:v>#N/A</c:v>
                </c:pt>
                <c:pt idx="1228">
                  <c:v>#N/A</c:v>
                </c:pt>
                <c:pt idx="1229">
                  <c:v>#N/A</c:v>
                </c:pt>
                <c:pt idx="1230">
                  <c:v>#N/A</c:v>
                </c:pt>
                <c:pt idx="1231">
                  <c:v>#N/A</c:v>
                </c:pt>
                <c:pt idx="1232">
                  <c:v>#N/A</c:v>
                </c:pt>
                <c:pt idx="1233">
                  <c:v>#N/A</c:v>
                </c:pt>
                <c:pt idx="1234">
                  <c:v>#N/A</c:v>
                </c:pt>
                <c:pt idx="1235">
                  <c:v>#N/A</c:v>
                </c:pt>
                <c:pt idx="1236">
                  <c:v>#N/A</c:v>
                </c:pt>
                <c:pt idx="1237">
                  <c:v>#N/A</c:v>
                </c:pt>
                <c:pt idx="1238">
                  <c:v>#N/A</c:v>
                </c:pt>
                <c:pt idx="1239">
                  <c:v>#N/A</c:v>
                </c:pt>
                <c:pt idx="1240">
                  <c:v>#N/A</c:v>
                </c:pt>
                <c:pt idx="1241">
                  <c:v>#N/A</c:v>
                </c:pt>
                <c:pt idx="1242">
                  <c:v>#N/A</c:v>
                </c:pt>
                <c:pt idx="1243">
                  <c:v>#N/A</c:v>
                </c:pt>
                <c:pt idx="1244">
                  <c:v>#N/A</c:v>
                </c:pt>
                <c:pt idx="1245">
                  <c:v>#N/A</c:v>
                </c:pt>
                <c:pt idx="1246">
                  <c:v>#N/A</c:v>
                </c:pt>
                <c:pt idx="1247">
                  <c:v>#N/A</c:v>
                </c:pt>
                <c:pt idx="1248">
                  <c:v>#N/A</c:v>
                </c:pt>
                <c:pt idx="1249">
                  <c:v>#N/A</c:v>
                </c:pt>
                <c:pt idx="1250">
                  <c:v>#N/A</c:v>
                </c:pt>
                <c:pt idx="1251">
                  <c:v>#N/A</c:v>
                </c:pt>
                <c:pt idx="1252">
                  <c:v>#N/A</c:v>
                </c:pt>
                <c:pt idx="1253">
                  <c:v>#N/A</c:v>
                </c:pt>
                <c:pt idx="1254">
                  <c:v>#N/A</c:v>
                </c:pt>
                <c:pt idx="1255">
                  <c:v>#N/A</c:v>
                </c:pt>
                <c:pt idx="1256">
                  <c:v>#N/A</c:v>
                </c:pt>
                <c:pt idx="1257">
                  <c:v>#N/A</c:v>
                </c:pt>
                <c:pt idx="1258">
                  <c:v>#N/A</c:v>
                </c:pt>
                <c:pt idx="1259">
                  <c:v>#N/A</c:v>
                </c:pt>
                <c:pt idx="1260">
                  <c:v>#N/A</c:v>
                </c:pt>
                <c:pt idx="1261">
                  <c:v>#N/A</c:v>
                </c:pt>
                <c:pt idx="1262">
                  <c:v>#N/A</c:v>
                </c:pt>
                <c:pt idx="1263">
                  <c:v>#N/A</c:v>
                </c:pt>
                <c:pt idx="1264">
                  <c:v>#N/A</c:v>
                </c:pt>
                <c:pt idx="1265">
                  <c:v>#N/A</c:v>
                </c:pt>
                <c:pt idx="1266">
                  <c:v>#N/A</c:v>
                </c:pt>
                <c:pt idx="1267">
                  <c:v>#N/A</c:v>
                </c:pt>
                <c:pt idx="1268">
                  <c:v>#N/A</c:v>
                </c:pt>
                <c:pt idx="1269">
                  <c:v>#N/A</c:v>
                </c:pt>
                <c:pt idx="1270">
                  <c:v>#N/A</c:v>
                </c:pt>
                <c:pt idx="1271">
                  <c:v>#N/A</c:v>
                </c:pt>
                <c:pt idx="1272">
                  <c:v>#N/A</c:v>
                </c:pt>
                <c:pt idx="1273">
                  <c:v>#N/A</c:v>
                </c:pt>
                <c:pt idx="1274">
                  <c:v>#N/A</c:v>
                </c:pt>
                <c:pt idx="1275">
                  <c:v>#N/A</c:v>
                </c:pt>
                <c:pt idx="1276">
                  <c:v>#N/A</c:v>
                </c:pt>
                <c:pt idx="1277">
                  <c:v>#N/A</c:v>
                </c:pt>
                <c:pt idx="1278">
                  <c:v>#N/A</c:v>
                </c:pt>
                <c:pt idx="1279">
                  <c:v>#N/A</c:v>
                </c:pt>
                <c:pt idx="1280">
                  <c:v>#N/A</c:v>
                </c:pt>
                <c:pt idx="1281">
                  <c:v>#N/A</c:v>
                </c:pt>
                <c:pt idx="1282">
                  <c:v>#N/A</c:v>
                </c:pt>
                <c:pt idx="1283">
                  <c:v>#N/A</c:v>
                </c:pt>
                <c:pt idx="1284">
                  <c:v>#N/A</c:v>
                </c:pt>
                <c:pt idx="1285">
                  <c:v>#N/A</c:v>
                </c:pt>
                <c:pt idx="1286">
                  <c:v>#N/A</c:v>
                </c:pt>
                <c:pt idx="1287">
                  <c:v>#N/A</c:v>
                </c:pt>
                <c:pt idx="1288">
                  <c:v>#N/A</c:v>
                </c:pt>
                <c:pt idx="1289">
                  <c:v>#N/A</c:v>
                </c:pt>
                <c:pt idx="1290">
                  <c:v>#N/A</c:v>
                </c:pt>
                <c:pt idx="1291">
                  <c:v>#N/A</c:v>
                </c:pt>
                <c:pt idx="1292">
                  <c:v>#N/A</c:v>
                </c:pt>
                <c:pt idx="1293">
                  <c:v>#N/A</c:v>
                </c:pt>
                <c:pt idx="1294">
                  <c:v>#N/A</c:v>
                </c:pt>
                <c:pt idx="1295">
                  <c:v>#N/A</c:v>
                </c:pt>
                <c:pt idx="1296">
                  <c:v>#N/A</c:v>
                </c:pt>
                <c:pt idx="1297">
                  <c:v>#N/A</c:v>
                </c:pt>
                <c:pt idx="1298">
                  <c:v>#N/A</c:v>
                </c:pt>
                <c:pt idx="1299">
                  <c:v>#N/A</c:v>
                </c:pt>
                <c:pt idx="1300">
                  <c:v>#N/A</c:v>
                </c:pt>
                <c:pt idx="1301">
                  <c:v>#N/A</c:v>
                </c:pt>
                <c:pt idx="1302">
                  <c:v>#N/A</c:v>
                </c:pt>
                <c:pt idx="1303">
                  <c:v>#N/A</c:v>
                </c:pt>
                <c:pt idx="1304">
                  <c:v>#N/A</c:v>
                </c:pt>
                <c:pt idx="1305">
                  <c:v>#N/A</c:v>
                </c:pt>
                <c:pt idx="1306">
                  <c:v>#N/A</c:v>
                </c:pt>
                <c:pt idx="1307">
                  <c:v>#N/A</c:v>
                </c:pt>
                <c:pt idx="1308">
                  <c:v>#N/A</c:v>
                </c:pt>
                <c:pt idx="1309">
                  <c:v>#N/A</c:v>
                </c:pt>
                <c:pt idx="1310">
                  <c:v>#N/A</c:v>
                </c:pt>
                <c:pt idx="1311">
                  <c:v>#N/A</c:v>
                </c:pt>
                <c:pt idx="1312">
                  <c:v>#N/A</c:v>
                </c:pt>
                <c:pt idx="1313">
                  <c:v>#N/A</c:v>
                </c:pt>
                <c:pt idx="1314">
                  <c:v>#N/A</c:v>
                </c:pt>
                <c:pt idx="1315">
                  <c:v>#N/A</c:v>
                </c:pt>
                <c:pt idx="1316">
                  <c:v>#N/A</c:v>
                </c:pt>
                <c:pt idx="1317">
                  <c:v>#N/A</c:v>
                </c:pt>
                <c:pt idx="1318">
                  <c:v>#N/A</c:v>
                </c:pt>
                <c:pt idx="1319">
                  <c:v>#N/A</c:v>
                </c:pt>
                <c:pt idx="1320">
                  <c:v>#N/A</c:v>
                </c:pt>
                <c:pt idx="1321">
                  <c:v>#N/A</c:v>
                </c:pt>
                <c:pt idx="1322">
                  <c:v>#N/A</c:v>
                </c:pt>
                <c:pt idx="1323">
                  <c:v>#N/A</c:v>
                </c:pt>
                <c:pt idx="1324">
                  <c:v>#N/A</c:v>
                </c:pt>
                <c:pt idx="1325">
                  <c:v>#N/A</c:v>
                </c:pt>
                <c:pt idx="1326">
                  <c:v>#N/A</c:v>
                </c:pt>
                <c:pt idx="1327">
                  <c:v>#N/A</c:v>
                </c:pt>
                <c:pt idx="1328">
                  <c:v>#N/A</c:v>
                </c:pt>
                <c:pt idx="1329">
                  <c:v>#N/A</c:v>
                </c:pt>
                <c:pt idx="1330">
                  <c:v>#N/A</c:v>
                </c:pt>
                <c:pt idx="1331">
                  <c:v>#N/A</c:v>
                </c:pt>
                <c:pt idx="1332">
                  <c:v>#N/A</c:v>
                </c:pt>
                <c:pt idx="1333">
                  <c:v>#N/A</c:v>
                </c:pt>
                <c:pt idx="1334">
                  <c:v>#N/A</c:v>
                </c:pt>
                <c:pt idx="1335">
                  <c:v>#N/A</c:v>
                </c:pt>
                <c:pt idx="1336">
                  <c:v>#N/A</c:v>
                </c:pt>
                <c:pt idx="1337">
                  <c:v>#N/A</c:v>
                </c:pt>
                <c:pt idx="1338">
                  <c:v>#N/A</c:v>
                </c:pt>
                <c:pt idx="1339">
                  <c:v>#N/A</c:v>
                </c:pt>
                <c:pt idx="1340">
                  <c:v>#N/A</c:v>
                </c:pt>
                <c:pt idx="1341">
                  <c:v>#N/A</c:v>
                </c:pt>
                <c:pt idx="1342">
                  <c:v>#N/A</c:v>
                </c:pt>
                <c:pt idx="1343">
                  <c:v>#N/A</c:v>
                </c:pt>
                <c:pt idx="1344">
                  <c:v>#N/A</c:v>
                </c:pt>
                <c:pt idx="1345">
                  <c:v>#N/A</c:v>
                </c:pt>
                <c:pt idx="1346">
                  <c:v>#N/A</c:v>
                </c:pt>
                <c:pt idx="1347">
                  <c:v>#N/A</c:v>
                </c:pt>
                <c:pt idx="1348">
                  <c:v>#N/A</c:v>
                </c:pt>
                <c:pt idx="1349">
                  <c:v>#N/A</c:v>
                </c:pt>
                <c:pt idx="1350">
                  <c:v>#N/A</c:v>
                </c:pt>
                <c:pt idx="1351">
                  <c:v>#N/A</c:v>
                </c:pt>
                <c:pt idx="1352">
                  <c:v>#N/A</c:v>
                </c:pt>
                <c:pt idx="1353">
                  <c:v>#N/A</c:v>
                </c:pt>
                <c:pt idx="1354">
                  <c:v>#N/A</c:v>
                </c:pt>
                <c:pt idx="1355">
                  <c:v>#N/A</c:v>
                </c:pt>
                <c:pt idx="1356">
                  <c:v>#N/A</c:v>
                </c:pt>
                <c:pt idx="1357">
                  <c:v>#N/A</c:v>
                </c:pt>
                <c:pt idx="1358">
                  <c:v>#N/A</c:v>
                </c:pt>
                <c:pt idx="1359">
                  <c:v>#N/A</c:v>
                </c:pt>
                <c:pt idx="1360">
                  <c:v>#N/A</c:v>
                </c:pt>
                <c:pt idx="1361">
                  <c:v>#N/A</c:v>
                </c:pt>
                <c:pt idx="1362">
                  <c:v>#N/A</c:v>
                </c:pt>
                <c:pt idx="1363">
                  <c:v>#N/A</c:v>
                </c:pt>
                <c:pt idx="1364">
                  <c:v>#N/A</c:v>
                </c:pt>
                <c:pt idx="1365">
                  <c:v>#N/A</c:v>
                </c:pt>
                <c:pt idx="1366">
                  <c:v>#N/A</c:v>
                </c:pt>
                <c:pt idx="1367">
                  <c:v>#N/A</c:v>
                </c:pt>
                <c:pt idx="1368">
                  <c:v>#N/A</c:v>
                </c:pt>
                <c:pt idx="1369">
                  <c:v>#N/A</c:v>
                </c:pt>
                <c:pt idx="1370">
                  <c:v>#N/A</c:v>
                </c:pt>
                <c:pt idx="1371">
                  <c:v>#N/A</c:v>
                </c:pt>
                <c:pt idx="1372">
                  <c:v>#N/A</c:v>
                </c:pt>
                <c:pt idx="1373">
                  <c:v>#N/A</c:v>
                </c:pt>
                <c:pt idx="1374">
                  <c:v>#N/A</c:v>
                </c:pt>
                <c:pt idx="1375">
                  <c:v>#N/A</c:v>
                </c:pt>
                <c:pt idx="1376">
                  <c:v>#N/A</c:v>
                </c:pt>
                <c:pt idx="1377">
                  <c:v>#N/A</c:v>
                </c:pt>
                <c:pt idx="1378">
                  <c:v>#N/A</c:v>
                </c:pt>
                <c:pt idx="1379">
                  <c:v>#N/A</c:v>
                </c:pt>
                <c:pt idx="1380">
                  <c:v>#N/A</c:v>
                </c:pt>
                <c:pt idx="1381">
                  <c:v>#N/A</c:v>
                </c:pt>
                <c:pt idx="1382">
                  <c:v>#N/A</c:v>
                </c:pt>
                <c:pt idx="1383">
                  <c:v>#N/A</c:v>
                </c:pt>
                <c:pt idx="1384">
                  <c:v>#N/A</c:v>
                </c:pt>
                <c:pt idx="1385">
                  <c:v>#N/A</c:v>
                </c:pt>
                <c:pt idx="1386">
                  <c:v>#N/A</c:v>
                </c:pt>
                <c:pt idx="1387">
                  <c:v>#N/A</c:v>
                </c:pt>
                <c:pt idx="1388">
                  <c:v>#N/A</c:v>
                </c:pt>
                <c:pt idx="1389">
                  <c:v>#N/A</c:v>
                </c:pt>
                <c:pt idx="1390">
                  <c:v>#N/A</c:v>
                </c:pt>
                <c:pt idx="1391">
                  <c:v>#N/A</c:v>
                </c:pt>
                <c:pt idx="1392">
                  <c:v>#N/A</c:v>
                </c:pt>
                <c:pt idx="1393">
                  <c:v>#N/A</c:v>
                </c:pt>
                <c:pt idx="1394">
                  <c:v>#N/A</c:v>
                </c:pt>
                <c:pt idx="1395">
                  <c:v>#N/A</c:v>
                </c:pt>
                <c:pt idx="1396">
                  <c:v>#N/A</c:v>
                </c:pt>
                <c:pt idx="1397">
                  <c:v>#N/A</c:v>
                </c:pt>
                <c:pt idx="1398">
                  <c:v>#N/A</c:v>
                </c:pt>
                <c:pt idx="1399">
                  <c:v>#N/A</c:v>
                </c:pt>
                <c:pt idx="1400">
                  <c:v>#N/A</c:v>
                </c:pt>
                <c:pt idx="1401">
                  <c:v>#N/A</c:v>
                </c:pt>
                <c:pt idx="1402">
                  <c:v>#N/A</c:v>
                </c:pt>
                <c:pt idx="1403">
                  <c:v>#N/A</c:v>
                </c:pt>
                <c:pt idx="1404">
                  <c:v>#N/A</c:v>
                </c:pt>
                <c:pt idx="1405">
                  <c:v>#N/A</c:v>
                </c:pt>
                <c:pt idx="1406">
                  <c:v>#N/A</c:v>
                </c:pt>
                <c:pt idx="1407">
                  <c:v>#N/A</c:v>
                </c:pt>
                <c:pt idx="1408">
                  <c:v>#N/A</c:v>
                </c:pt>
                <c:pt idx="1409">
                  <c:v>#N/A</c:v>
                </c:pt>
                <c:pt idx="1410">
                  <c:v>#N/A</c:v>
                </c:pt>
                <c:pt idx="1411">
                  <c:v>#N/A</c:v>
                </c:pt>
                <c:pt idx="1412">
                  <c:v>#N/A</c:v>
                </c:pt>
                <c:pt idx="1413">
                  <c:v>#N/A</c:v>
                </c:pt>
                <c:pt idx="1414">
                  <c:v>#N/A</c:v>
                </c:pt>
                <c:pt idx="1415">
                  <c:v>#N/A</c:v>
                </c:pt>
                <c:pt idx="1416">
                  <c:v>#N/A</c:v>
                </c:pt>
                <c:pt idx="1417">
                  <c:v>#N/A</c:v>
                </c:pt>
                <c:pt idx="1418">
                  <c:v>#N/A</c:v>
                </c:pt>
                <c:pt idx="1419">
                  <c:v>#N/A</c:v>
                </c:pt>
                <c:pt idx="1420">
                  <c:v>#N/A</c:v>
                </c:pt>
                <c:pt idx="1421">
                  <c:v>#N/A</c:v>
                </c:pt>
                <c:pt idx="1422">
                  <c:v>#N/A</c:v>
                </c:pt>
                <c:pt idx="1423">
                  <c:v>#N/A</c:v>
                </c:pt>
                <c:pt idx="1424">
                  <c:v>#N/A</c:v>
                </c:pt>
                <c:pt idx="1425">
                  <c:v>#N/A</c:v>
                </c:pt>
                <c:pt idx="1426">
                  <c:v>#N/A</c:v>
                </c:pt>
                <c:pt idx="1427">
                  <c:v>#N/A</c:v>
                </c:pt>
                <c:pt idx="1428">
                  <c:v>#N/A</c:v>
                </c:pt>
                <c:pt idx="1429">
                  <c:v>#N/A</c:v>
                </c:pt>
                <c:pt idx="1430">
                  <c:v>#N/A</c:v>
                </c:pt>
                <c:pt idx="1431">
                  <c:v>#N/A</c:v>
                </c:pt>
                <c:pt idx="1432">
                  <c:v>#N/A</c:v>
                </c:pt>
                <c:pt idx="1433">
                  <c:v>#N/A</c:v>
                </c:pt>
                <c:pt idx="1434">
                  <c:v>#N/A</c:v>
                </c:pt>
                <c:pt idx="1435">
                  <c:v>#N/A</c:v>
                </c:pt>
                <c:pt idx="1436">
                  <c:v>#N/A</c:v>
                </c:pt>
                <c:pt idx="1437">
                  <c:v>#N/A</c:v>
                </c:pt>
                <c:pt idx="1438">
                  <c:v>#N/A</c:v>
                </c:pt>
                <c:pt idx="1439">
                  <c:v>#N/A</c:v>
                </c:pt>
                <c:pt idx="1440">
                  <c:v>#N/A</c:v>
                </c:pt>
                <c:pt idx="1441">
                  <c:v>#N/A</c:v>
                </c:pt>
                <c:pt idx="1442">
                  <c:v>#N/A</c:v>
                </c:pt>
                <c:pt idx="1443">
                  <c:v>#N/A</c:v>
                </c:pt>
                <c:pt idx="1444">
                  <c:v>#N/A</c:v>
                </c:pt>
                <c:pt idx="1445">
                  <c:v>#N/A</c:v>
                </c:pt>
                <c:pt idx="1446">
                  <c:v>#N/A</c:v>
                </c:pt>
                <c:pt idx="1447">
                  <c:v>#N/A</c:v>
                </c:pt>
                <c:pt idx="1448">
                  <c:v>#N/A</c:v>
                </c:pt>
                <c:pt idx="1449">
                  <c:v>#N/A</c:v>
                </c:pt>
                <c:pt idx="1450">
                  <c:v>#N/A</c:v>
                </c:pt>
                <c:pt idx="1451">
                  <c:v>#N/A</c:v>
                </c:pt>
                <c:pt idx="1452">
                  <c:v>#N/A</c:v>
                </c:pt>
                <c:pt idx="1453">
                  <c:v>#N/A</c:v>
                </c:pt>
                <c:pt idx="1454">
                  <c:v>#N/A</c:v>
                </c:pt>
                <c:pt idx="1455">
                  <c:v>#N/A</c:v>
                </c:pt>
                <c:pt idx="1456">
                  <c:v>#N/A</c:v>
                </c:pt>
                <c:pt idx="1457">
                  <c:v>#N/A</c:v>
                </c:pt>
                <c:pt idx="1458">
                  <c:v>#N/A</c:v>
                </c:pt>
                <c:pt idx="1459">
                  <c:v>#N/A</c:v>
                </c:pt>
                <c:pt idx="1460">
                  <c:v>#N/A</c:v>
                </c:pt>
                <c:pt idx="1461">
                  <c:v>#N/A</c:v>
                </c:pt>
                <c:pt idx="1462">
                  <c:v>#N/A</c:v>
                </c:pt>
                <c:pt idx="1463">
                  <c:v>#N/A</c:v>
                </c:pt>
                <c:pt idx="1464">
                  <c:v>#N/A</c:v>
                </c:pt>
                <c:pt idx="1465">
                  <c:v>#N/A</c:v>
                </c:pt>
                <c:pt idx="1466">
                  <c:v>#N/A</c:v>
                </c:pt>
                <c:pt idx="1467">
                  <c:v>#N/A</c:v>
                </c:pt>
                <c:pt idx="1468">
                  <c:v>#N/A</c:v>
                </c:pt>
                <c:pt idx="1469">
                  <c:v>#N/A</c:v>
                </c:pt>
                <c:pt idx="1470">
                  <c:v>#N/A</c:v>
                </c:pt>
                <c:pt idx="1471">
                  <c:v>#N/A</c:v>
                </c:pt>
                <c:pt idx="1472">
                  <c:v>#N/A</c:v>
                </c:pt>
                <c:pt idx="1473">
                  <c:v>#N/A</c:v>
                </c:pt>
                <c:pt idx="1474">
                  <c:v>#N/A</c:v>
                </c:pt>
                <c:pt idx="1475">
                  <c:v>#N/A</c:v>
                </c:pt>
                <c:pt idx="1476">
                  <c:v>#N/A</c:v>
                </c:pt>
                <c:pt idx="1477">
                  <c:v>#N/A</c:v>
                </c:pt>
                <c:pt idx="1478">
                  <c:v>#N/A</c:v>
                </c:pt>
                <c:pt idx="1479">
                  <c:v>#N/A</c:v>
                </c:pt>
                <c:pt idx="1480">
                  <c:v>#N/A</c:v>
                </c:pt>
                <c:pt idx="1481">
                  <c:v>#N/A</c:v>
                </c:pt>
                <c:pt idx="1482">
                  <c:v>#N/A</c:v>
                </c:pt>
                <c:pt idx="1483">
                  <c:v>#N/A</c:v>
                </c:pt>
                <c:pt idx="1484">
                  <c:v>#N/A</c:v>
                </c:pt>
                <c:pt idx="1485">
                  <c:v>#N/A</c:v>
                </c:pt>
                <c:pt idx="1486">
                  <c:v>#N/A</c:v>
                </c:pt>
                <c:pt idx="1487">
                  <c:v>#N/A</c:v>
                </c:pt>
                <c:pt idx="1488">
                  <c:v>#N/A</c:v>
                </c:pt>
                <c:pt idx="1489">
                  <c:v>#N/A</c:v>
                </c:pt>
                <c:pt idx="1490">
                  <c:v>#N/A</c:v>
                </c:pt>
                <c:pt idx="1491">
                  <c:v>#N/A</c:v>
                </c:pt>
                <c:pt idx="1492">
                  <c:v>#N/A</c:v>
                </c:pt>
                <c:pt idx="1493">
                  <c:v>#N/A</c:v>
                </c:pt>
                <c:pt idx="1494">
                  <c:v>#N/A</c:v>
                </c:pt>
                <c:pt idx="1495">
                  <c:v>#N/A</c:v>
                </c:pt>
                <c:pt idx="1496">
                  <c:v>#N/A</c:v>
                </c:pt>
                <c:pt idx="1497">
                  <c:v>#N/A</c:v>
                </c:pt>
                <c:pt idx="1498">
                  <c:v>#N/A</c:v>
                </c:pt>
                <c:pt idx="1499">
                  <c:v>#N/A</c:v>
                </c:pt>
                <c:pt idx="1500">
                  <c:v>#N/A</c:v>
                </c:pt>
                <c:pt idx="1501">
                  <c:v>#N/A</c:v>
                </c:pt>
                <c:pt idx="1502">
                  <c:v>#N/A</c:v>
                </c:pt>
                <c:pt idx="1503">
                  <c:v>#N/A</c:v>
                </c:pt>
                <c:pt idx="1504">
                  <c:v>#N/A</c:v>
                </c:pt>
                <c:pt idx="1505">
                  <c:v>#N/A</c:v>
                </c:pt>
                <c:pt idx="1506">
                  <c:v>#N/A</c:v>
                </c:pt>
                <c:pt idx="1507">
                  <c:v>#N/A</c:v>
                </c:pt>
                <c:pt idx="1508">
                  <c:v>#N/A</c:v>
                </c:pt>
                <c:pt idx="1509">
                  <c:v>#N/A</c:v>
                </c:pt>
                <c:pt idx="1510">
                  <c:v>#N/A</c:v>
                </c:pt>
                <c:pt idx="1511">
                  <c:v>#N/A</c:v>
                </c:pt>
                <c:pt idx="1512">
                  <c:v>#N/A</c:v>
                </c:pt>
                <c:pt idx="1513">
                  <c:v>#N/A</c:v>
                </c:pt>
                <c:pt idx="1514">
                  <c:v>#N/A</c:v>
                </c:pt>
                <c:pt idx="1515">
                  <c:v>#N/A</c:v>
                </c:pt>
                <c:pt idx="1516">
                  <c:v>#N/A</c:v>
                </c:pt>
                <c:pt idx="1517">
                  <c:v>#N/A</c:v>
                </c:pt>
                <c:pt idx="1518">
                  <c:v>#N/A</c:v>
                </c:pt>
                <c:pt idx="1519">
                  <c:v>#N/A</c:v>
                </c:pt>
                <c:pt idx="1520">
                  <c:v>#N/A</c:v>
                </c:pt>
                <c:pt idx="1521">
                  <c:v>#N/A</c:v>
                </c:pt>
                <c:pt idx="1522">
                  <c:v>#N/A</c:v>
                </c:pt>
                <c:pt idx="1523">
                  <c:v>#N/A</c:v>
                </c:pt>
                <c:pt idx="1524">
                  <c:v>#N/A</c:v>
                </c:pt>
                <c:pt idx="1525">
                  <c:v>#N/A</c:v>
                </c:pt>
                <c:pt idx="1526">
                  <c:v>#N/A</c:v>
                </c:pt>
                <c:pt idx="1527">
                  <c:v>#N/A</c:v>
                </c:pt>
                <c:pt idx="1528">
                  <c:v>#N/A</c:v>
                </c:pt>
                <c:pt idx="1529">
                  <c:v>#N/A</c:v>
                </c:pt>
                <c:pt idx="1530">
                  <c:v>#N/A</c:v>
                </c:pt>
                <c:pt idx="1531">
                  <c:v>#N/A</c:v>
                </c:pt>
                <c:pt idx="1532">
                  <c:v>#N/A</c:v>
                </c:pt>
                <c:pt idx="1533">
                  <c:v>#N/A</c:v>
                </c:pt>
                <c:pt idx="1534">
                  <c:v>#N/A</c:v>
                </c:pt>
                <c:pt idx="1535">
                  <c:v>#N/A</c:v>
                </c:pt>
                <c:pt idx="1536">
                  <c:v>#N/A</c:v>
                </c:pt>
                <c:pt idx="1537">
                  <c:v>#N/A</c:v>
                </c:pt>
                <c:pt idx="1538">
                  <c:v>#N/A</c:v>
                </c:pt>
                <c:pt idx="1539">
                  <c:v>#N/A</c:v>
                </c:pt>
                <c:pt idx="1540">
                  <c:v>#N/A</c:v>
                </c:pt>
                <c:pt idx="1541">
                  <c:v>#N/A</c:v>
                </c:pt>
                <c:pt idx="1542">
                  <c:v>#N/A</c:v>
                </c:pt>
                <c:pt idx="1543">
                  <c:v>#N/A</c:v>
                </c:pt>
                <c:pt idx="1544">
                  <c:v>#N/A</c:v>
                </c:pt>
                <c:pt idx="1545">
                  <c:v>#N/A</c:v>
                </c:pt>
                <c:pt idx="1546">
                  <c:v>#N/A</c:v>
                </c:pt>
                <c:pt idx="1547">
                  <c:v>#N/A</c:v>
                </c:pt>
                <c:pt idx="1548">
                  <c:v>#N/A</c:v>
                </c:pt>
                <c:pt idx="1549">
                  <c:v>#N/A</c:v>
                </c:pt>
                <c:pt idx="1550">
                  <c:v>#N/A</c:v>
                </c:pt>
                <c:pt idx="1551">
                  <c:v>#N/A</c:v>
                </c:pt>
                <c:pt idx="1552">
                  <c:v>#N/A</c:v>
                </c:pt>
                <c:pt idx="1553">
                  <c:v>#N/A</c:v>
                </c:pt>
                <c:pt idx="1554">
                  <c:v>#N/A</c:v>
                </c:pt>
                <c:pt idx="1555">
                  <c:v>#N/A</c:v>
                </c:pt>
                <c:pt idx="1556">
                  <c:v>#N/A</c:v>
                </c:pt>
                <c:pt idx="1557">
                  <c:v>#N/A</c:v>
                </c:pt>
                <c:pt idx="1558">
                  <c:v>#N/A</c:v>
                </c:pt>
                <c:pt idx="1559">
                  <c:v>#N/A</c:v>
                </c:pt>
                <c:pt idx="1560">
                  <c:v>#N/A</c:v>
                </c:pt>
                <c:pt idx="1561">
                  <c:v>#N/A</c:v>
                </c:pt>
                <c:pt idx="1562">
                  <c:v>#N/A</c:v>
                </c:pt>
                <c:pt idx="1563">
                  <c:v>#N/A</c:v>
                </c:pt>
                <c:pt idx="1564">
                  <c:v>#N/A</c:v>
                </c:pt>
                <c:pt idx="1565">
                  <c:v>#N/A</c:v>
                </c:pt>
                <c:pt idx="1566">
                  <c:v>#N/A</c:v>
                </c:pt>
                <c:pt idx="1567">
                  <c:v>#N/A</c:v>
                </c:pt>
                <c:pt idx="1568">
                  <c:v>#N/A</c:v>
                </c:pt>
                <c:pt idx="1569">
                  <c:v>#N/A</c:v>
                </c:pt>
                <c:pt idx="1570">
                  <c:v>#N/A</c:v>
                </c:pt>
                <c:pt idx="1571">
                  <c:v>#N/A</c:v>
                </c:pt>
                <c:pt idx="1572">
                  <c:v>#N/A</c:v>
                </c:pt>
                <c:pt idx="1573">
                  <c:v>#N/A</c:v>
                </c:pt>
                <c:pt idx="1574">
                  <c:v>#N/A</c:v>
                </c:pt>
                <c:pt idx="1575">
                  <c:v>#N/A</c:v>
                </c:pt>
                <c:pt idx="1576">
                  <c:v>#N/A</c:v>
                </c:pt>
                <c:pt idx="1577">
                  <c:v>#N/A</c:v>
                </c:pt>
                <c:pt idx="1578">
                  <c:v>#N/A</c:v>
                </c:pt>
                <c:pt idx="1579">
                  <c:v>#N/A</c:v>
                </c:pt>
                <c:pt idx="1580">
                  <c:v>#N/A</c:v>
                </c:pt>
                <c:pt idx="1581">
                  <c:v>#N/A</c:v>
                </c:pt>
                <c:pt idx="1582">
                  <c:v>#N/A</c:v>
                </c:pt>
                <c:pt idx="1583">
                  <c:v>#N/A</c:v>
                </c:pt>
                <c:pt idx="1584">
                  <c:v>#N/A</c:v>
                </c:pt>
                <c:pt idx="1585">
                  <c:v>#N/A</c:v>
                </c:pt>
                <c:pt idx="1586">
                  <c:v>#N/A</c:v>
                </c:pt>
                <c:pt idx="1587">
                  <c:v>#N/A</c:v>
                </c:pt>
                <c:pt idx="1588">
                  <c:v>#N/A</c:v>
                </c:pt>
                <c:pt idx="1589">
                  <c:v>#N/A</c:v>
                </c:pt>
                <c:pt idx="1590">
                  <c:v>#N/A</c:v>
                </c:pt>
                <c:pt idx="1591">
                  <c:v>#N/A</c:v>
                </c:pt>
                <c:pt idx="1592">
                  <c:v>#N/A</c:v>
                </c:pt>
                <c:pt idx="1593">
                  <c:v>#N/A</c:v>
                </c:pt>
                <c:pt idx="1594">
                  <c:v>#N/A</c:v>
                </c:pt>
                <c:pt idx="1595">
                  <c:v>#N/A</c:v>
                </c:pt>
                <c:pt idx="1596">
                  <c:v>#N/A</c:v>
                </c:pt>
                <c:pt idx="1597">
                  <c:v>#N/A</c:v>
                </c:pt>
                <c:pt idx="1598">
                  <c:v>#N/A</c:v>
                </c:pt>
                <c:pt idx="1599">
                  <c:v>#N/A</c:v>
                </c:pt>
                <c:pt idx="1600">
                  <c:v>#N/A</c:v>
                </c:pt>
                <c:pt idx="1601">
                  <c:v>#N/A</c:v>
                </c:pt>
                <c:pt idx="1602">
                  <c:v>#N/A</c:v>
                </c:pt>
                <c:pt idx="1603">
                  <c:v>#N/A</c:v>
                </c:pt>
                <c:pt idx="1604">
                  <c:v>#N/A</c:v>
                </c:pt>
                <c:pt idx="1605">
                  <c:v>#N/A</c:v>
                </c:pt>
                <c:pt idx="1606">
                  <c:v>#N/A</c:v>
                </c:pt>
                <c:pt idx="1607">
                  <c:v>#N/A</c:v>
                </c:pt>
                <c:pt idx="1608">
                  <c:v>#N/A</c:v>
                </c:pt>
                <c:pt idx="1609">
                  <c:v>#N/A</c:v>
                </c:pt>
                <c:pt idx="1610">
                  <c:v>#N/A</c:v>
                </c:pt>
                <c:pt idx="1611">
                  <c:v>#N/A</c:v>
                </c:pt>
                <c:pt idx="1612">
                  <c:v>#N/A</c:v>
                </c:pt>
                <c:pt idx="1613">
                  <c:v>#N/A</c:v>
                </c:pt>
                <c:pt idx="1614">
                  <c:v>#N/A</c:v>
                </c:pt>
                <c:pt idx="1615">
                  <c:v>#N/A</c:v>
                </c:pt>
                <c:pt idx="1616">
                  <c:v>#N/A</c:v>
                </c:pt>
                <c:pt idx="1617">
                  <c:v>#N/A</c:v>
                </c:pt>
                <c:pt idx="1618">
                  <c:v>#N/A</c:v>
                </c:pt>
                <c:pt idx="1619">
                  <c:v>#N/A</c:v>
                </c:pt>
                <c:pt idx="1620">
                  <c:v>#N/A</c:v>
                </c:pt>
                <c:pt idx="1621">
                  <c:v>#N/A</c:v>
                </c:pt>
                <c:pt idx="1622">
                  <c:v>#N/A</c:v>
                </c:pt>
                <c:pt idx="1623">
                  <c:v>#N/A</c:v>
                </c:pt>
                <c:pt idx="1624">
                  <c:v>#N/A</c:v>
                </c:pt>
                <c:pt idx="1625">
                  <c:v>#N/A</c:v>
                </c:pt>
                <c:pt idx="1626">
                  <c:v>#N/A</c:v>
                </c:pt>
                <c:pt idx="1627">
                  <c:v>#N/A</c:v>
                </c:pt>
                <c:pt idx="1628">
                  <c:v>#N/A</c:v>
                </c:pt>
                <c:pt idx="1629">
                  <c:v>#N/A</c:v>
                </c:pt>
                <c:pt idx="1630">
                  <c:v>#N/A</c:v>
                </c:pt>
                <c:pt idx="1631">
                  <c:v>#N/A</c:v>
                </c:pt>
                <c:pt idx="1632">
                  <c:v>#N/A</c:v>
                </c:pt>
                <c:pt idx="1633">
                  <c:v>#N/A</c:v>
                </c:pt>
                <c:pt idx="1634">
                  <c:v>#N/A</c:v>
                </c:pt>
                <c:pt idx="1635">
                  <c:v>#N/A</c:v>
                </c:pt>
                <c:pt idx="1636">
                  <c:v>#N/A</c:v>
                </c:pt>
                <c:pt idx="1637">
                  <c:v>#N/A</c:v>
                </c:pt>
                <c:pt idx="1638">
                  <c:v>#N/A</c:v>
                </c:pt>
                <c:pt idx="1639">
                  <c:v>#N/A</c:v>
                </c:pt>
                <c:pt idx="1640">
                  <c:v>#N/A</c:v>
                </c:pt>
                <c:pt idx="1641">
                  <c:v>#N/A</c:v>
                </c:pt>
                <c:pt idx="1642">
                  <c:v>#N/A</c:v>
                </c:pt>
                <c:pt idx="1643">
                  <c:v>#N/A</c:v>
                </c:pt>
                <c:pt idx="1644">
                  <c:v>#N/A</c:v>
                </c:pt>
                <c:pt idx="1645">
                  <c:v>#N/A</c:v>
                </c:pt>
                <c:pt idx="1646">
                  <c:v>#N/A</c:v>
                </c:pt>
                <c:pt idx="1647">
                  <c:v>#N/A</c:v>
                </c:pt>
                <c:pt idx="1648">
                  <c:v>#N/A</c:v>
                </c:pt>
                <c:pt idx="1649">
                  <c:v>#N/A</c:v>
                </c:pt>
                <c:pt idx="1650">
                  <c:v>#N/A</c:v>
                </c:pt>
                <c:pt idx="1651">
                  <c:v>#N/A</c:v>
                </c:pt>
                <c:pt idx="1652">
                  <c:v>#N/A</c:v>
                </c:pt>
                <c:pt idx="1653">
                  <c:v>#N/A</c:v>
                </c:pt>
                <c:pt idx="1654">
                  <c:v>#N/A</c:v>
                </c:pt>
                <c:pt idx="1655">
                  <c:v>#N/A</c:v>
                </c:pt>
                <c:pt idx="1656">
                  <c:v>#N/A</c:v>
                </c:pt>
                <c:pt idx="1657">
                  <c:v>#N/A</c:v>
                </c:pt>
                <c:pt idx="1658">
                  <c:v>#N/A</c:v>
                </c:pt>
                <c:pt idx="1659">
                  <c:v>#N/A</c:v>
                </c:pt>
                <c:pt idx="1660">
                  <c:v>#N/A</c:v>
                </c:pt>
                <c:pt idx="1661">
                  <c:v>#N/A</c:v>
                </c:pt>
                <c:pt idx="1662">
                  <c:v>#N/A</c:v>
                </c:pt>
                <c:pt idx="1663">
                  <c:v>#N/A</c:v>
                </c:pt>
                <c:pt idx="1664">
                  <c:v>#N/A</c:v>
                </c:pt>
                <c:pt idx="1665">
                  <c:v>#N/A</c:v>
                </c:pt>
                <c:pt idx="1666">
                  <c:v>#N/A</c:v>
                </c:pt>
                <c:pt idx="1667">
                  <c:v>#N/A</c:v>
                </c:pt>
                <c:pt idx="1668">
                  <c:v>#N/A</c:v>
                </c:pt>
                <c:pt idx="1669">
                  <c:v>#N/A</c:v>
                </c:pt>
                <c:pt idx="1670">
                  <c:v>#N/A</c:v>
                </c:pt>
                <c:pt idx="1671">
                  <c:v>#N/A</c:v>
                </c:pt>
                <c:pt idx="1672">
                  <c:v>#N/A</c:v>
                </c:pt>
                <c:pt idx="1673">
                  <c:v>#N/A</c:v>
                </c:pt>
                <c:pt idx="1674">
                  <c:v>#N/A</c:v>
                </c:pt>
                <c:pt idx="1675">
                  <c:v>#N/A</c:v>
                </c:pt>
                <c:pt idx="1676">
                  <c:v>#N/A</c:v>
                </c:pt>
                <c:pt idx="1677">
                  <c:v>#N/A</c:v>
                </c:pt>
                <c:pt idx="1678">
                  <c:v>#N/A</c:v>
                </c:pt>
                <c:pt idx="1679">
                  <c:v>#N/A</c:v>
                </c:pt>
                <c:pt idx="1680">
                  <c:v>#N/A</c:v>
                </c:pt>
                <c:pt idx="1681">
                  <c:v>#N/A</c:v>
                </c:pt>
                <c:pt idx="1682">
                  <c:v>#N/A</c:v>
                </c:pt>
                <c:pt idx="1683">
                  <c:v>#N/A</c:v>
                </c:pt>
                <c:pt idx="1684">
                  <c:v>#N/A</c:v>
                </c:pt>
                <c:pt idx="1685">
                  <c:v>#N/A</c:v>
                </c:pt>
                <c:pt idx="1686">
                  <c:v>#N/A</c:v>
                </c:pt>
                <c:pt idx="1687">
                  <c:v>#N/A</c:v>
                </c:pt>
                <c:pt idx="1688">
                  <c:v>#N/A</c:v>
                </c:pt>
                <c:pt idx="1689">
                  <c:v>#N/A</c:v>
                </c:pt>
                <c:pt idx="1690">
                  <c:v>#N/A</c:v>
                </c:pt>
                <c:pt idx="1691">
                  <c:v>#N/A</c:v>
                </c:pt>
                <c:pt idx="1692">
                  <c:v>#N/A</c:v>
                </c:pt>
                <c:pt idx="1693">
                  <c:v>#N/A</c:v>
                </c:pt>
                <c:pt idx="1694">
                  <c:v>#N/A</c:v>
                </c:pt>
                <c:pt idx="1695">
                  <c:v>#N/A</c:v>
                </c:pt>
                <c:pt idx="1696">
                  <c:v>#N/A</c:v>
                </c:pt>
                <c:pt idx="1697">
                  <c:v>#N/A</c:v>
                </c:pt>
                <c:pt idx="1698">
                  <c:v>#N/A</c:v>
                </c:pt>
                <c:pt idx="1699">
                  <c:v>#N/A</c:v>
                </c:pt>
                <c:pt idx="1700">
                  <c:v>#N/A</c:v>
                </c:pt>
                <c:pt idx="1701">
                  <c:v>#N/A</c:v>
                </c:pt>
                <c:pt idx="1702">
                  <c:v>#N/A</c:v>
                </c:pt>
                <c:pt idx="1703">
                  <c:v>#N/A</c:v>
                </c:pt>
                <c:pt idx="1704">
                  <c:v>#N/A</c:v>
                </c:pt>
                <c:pt idx="1705">
                  <c:v>#N/A</c:v>
                </c:pt>
                <c:pt idx="1706">
                  <c:v>#N/A</c:v>
                </c:pt>
                <c:pt idx="1707">
                  <c:v>#N/A</c:v>
                </c:pt>
                <c:pt idx="1708">
                  <c:v>#N/A</c:v>
                </c:pt>
                <c:pt idx="1709">
                  <c:v>#N/A</c:v>
                </c:pt>
                <c:pt idx="1710">
                  <c:v>#N/A</c:v>
                </c:pt>
                <c:pt idx="1711">
                  <c:v>#N/A</c:v>
                </c:pt>
                <c:pt idx="1712">
                  <c:v>#N/A</c:v>
                </c:pt>
                <c:pt idx="1713">
                  <c:v>#N/A</c:v>
                </c:pt>
                <c:pt idx="1714">
                  <c:v>#N/A</c:v>
                </c:pt>
                <c:pt idx="1715">
                  <c:v>#N/A</c:v>
                </c:pt>
                <c:pt idx="1716">
                  <c:v>#N/A</c:v>
                </c:pt>
                <c:pt idx="1717">
                  <c:v>#N/A</c:v>
                </c:pt>
                <c:pt idx="1718">
                  <c:v>#N/A</c:v>
                </c:pt>
                <c:pt idx="1719">
                  <c:v>#N/A</c:v>
                </c:pt>
                <c:pt idx="1720">
                  <c:v>#N/A</c:v>
                </c:pt>
                <c:pt idx="1721">
                  <c:v>#N/A</c:v>
                </c:pt>
                <c:pt idx="1722">
                  <c:v>#N/A</c:v>
                </c:pt>
                <c:pt idx="1723">
                  <c:v>#N/A</c:v>
                </c:pt>
                <c:pt idx="1724">
                  <c:v>#N/A</c:v>
                </c:pt>
                <c:pt idx="1725">
                  <c:v>#N/A</c:v>
                </c:pt>
                <c:pt idx="1726">
                  <c:v>#N/A</c:v>
                </c:pt>
                <c:pt idx="1727">
                  <c:v>#N/A</c:v>
                </c:pt>
                <c:pt idx="1728">
                  <c:v>#N/A</c:v>
                </c:pt>
                <c:pt idx="1729">
                  <c:v>#N/A</c:v>
                </c:pt>
                <c:pt idx="1730">
                  <c:v>#N/A</c:v>
                </c:pt>
                <c:pt idx="1731">
                  <c:v>#N/A</c:v>
                </c:pt>
                <c:pt idx="1732">
                  <c:v>#N/A</c:v>
                </c:pt>
                <c:pt idx="1733">
                  <c:v>#N/A</c:v>
                </c:pt>
                <c:pt idx="1734">
                  <c:v>#N/A</c:v>
                </c:pt>
                <c:pt idx="1735">
                  <c:v>#N/A</c:v>
                </c:pt>
                <c:pt idx="1736">
                  <c:v>#N/A</c:v>
                </c:pt>
                <c:pt idx="1737">
                  <c:v>#N/A</c:v>
                </c:pt>
                <c:pt idx="1738">
                  <c:v>#N/A</c:v>
                </c:pt>
                <c:pt idx="1739">
                  <c:v>#N/A</c:v>
                </c:pt>
                <c:pt idx="1740">
                  <c:v>#N/A</c:v>
                </c:pt>
                <c:pt idx="1741">
                  <c:v>#N/A</c:v>
                </c:pt>
                <c:pt idx="1742">
                  <c:v>#N/A</c:v>
                </c:pt>
                <c:pt idx="1743">
                  <c:v>#N/A</c:v>
                </c:pt>
                <c:pt idx="1744">
                  <c:v>#N/A</c:v>
                </c:pt>
                <c:pt idx="1745">
                  <c:v>#N/A</c:v>
                </c:pt>
                <c:pt idx="1746">
                  <c:v>#N/A</c:v>
                </c:pt>
                <c:pt idx="1747">
                  <c:v>#N/A</c:v>
                </c:pt>
                <c:pt idx="1748">
                  <c:v>#N/A</c:v>
                </c:pt>
                <c:pt idx="1749">
                  <c:v>#N/A</c:v>
                </c:pt>
                <c:pt idx="1750">
                  <c:v>#N/A</c:v>
                </c:pt>
                <c:pt idx="1751">
                  <c:v>#N/A</c:v>
                </c:pt>
                <c:pt idx="1752">
                  <c:v>#N/A</c:v>
                </c:pt>
                <c:pt idx="1753">
                  <c:v>#N/A</c:v>
                </c:pt>
                <c:pt idx="1754">
                  <c:v>#N/A</c:v>
                </c:pt>
                <c:pt idx="1755">
                  <c:v>#N/A</c:v>
                </c:pt>
                <c:pt idx="1756">
                  <c:v>#N/A</c:v>
                </c:pt>
                <c:pt idx="1757">
                  <c:v>#N/A</c:v>
                </c:pt>
                <c:pt idx="1758">
                  <c:v>#N/A</c:v>
                </c:pt>
                <c:pt idx="1759">
                  <c:v>#N/A</c:v>
                </c:pt>
                <c:pt idx="1760">
                  <c:v>#N/A</c:v>
                </c:pt>
                <c:pt idx="1761">
                  <c:v>#N/A</c:v>
                </c:pt>
                <c:pt idx="1762">
                  <c:v>#N/A</c:v>
                </c:pt>
                <c:pt idx="1763">
                  <c:v>#N/A</c:v>
                </c:pt>
                <c:pt idx="1764">
                  <c:v>#N/A</c:v>
                </c:pt>
                <c:pt idx="1765">
                  <c:v>#N/A</c:v>
                </c:pt>
                <c:pt idx="1766">
                  <c:v>#N/A</c:v>
                </c:pt>
                <c:pt idx="1767">
                  <c:v>#N/A</c:v>
                </c:pt>
                <c:pt idx="1768">
                  <c:v>#N/A</c:v>
                </c:pt>
                <c:pt idx="1769">
                  <c:v>#N/A</c:v>
                </c:pt>
                <c:pt idx="1770">
                  <c:v>#N/A</c:v>
                </c:pt>
                <c:pt idx="1771">
                  <c:v>#N/A</c:v>
                </c:pt>
                <c:pt idx="1772">
                  <c:v>#N/A</c:v>
                </c:pt>
                <c:pt idx="1773">
                  <c:v>#N/A</c:v>
                </c:pt>
                <c:pt idx="1774">
                  <c:v>#N/A</c:v>
                </c:pt>
                <c:pt idx="1775">
                  <c:v>#N/A</c:v>
                </c:pt>
                <c:pt idx="1776">
                  <c:v>#N/A</c:v>
                </c:pt>
                <c:pt idx="1777">
                  <c:v>#N/A</c:v>
                </c:pt>
                <c:pt idx="1778">
                  <c:v>#N/A</c:v>
                </c:pt>
                <c:pt idx="1779">
                  <c:v>#N/A</c:v>
                </c:pt>
                <c:pt idx="1780">
                  <c:v>#N/A</c:v>
                </c:pt>
                <c:pt idx="1781">
                  <c:v>#N/A</c:v>
                </c:pt>
                <c:pt idx="1782">
                  <c:v>#N/A</c:v>
                </c:pt>
                <c:pt idx="1783">
                  <c:v>#N/A</c:v>
                </c:pt>
                <c:pt idx="1784">
                  <c:v>#N/A</c:v>
                </c:pt>
                <c:pt idx="1785">
                  <c:v>#N/A</c:v>
                </c:pt>
                <c:pt idx="1786">
                  <c:v>#N/A</c:v>
                </c:pt>
                <c:pt idx="1787">
                  <c:v>#N/A</c:v>
                </c:pt>
                <c:pt idx="1788">
                  <c:v>#N/A</c:v>
                </c:pt>
                <c:pt idx="1789">
                  <c:v>#N/A</c:v>
                </c:pt>
                <c:pt idx="1790">
                  <c:v>#N/A</c:v>
                </c:pt>
                <c:pt idx="1791">
                  <c:v>#N/A</c:v>
                </c:pt>
                <c:pt idx="1792">
                  <c:v>#N/A</c:v>
                </c:pt>
                <c:pt idx="1793">
                  <c:v>#N/A</c:v>
                </c:pt>
                <c:pt idx="1794">
                  <c:v>#N/A</c:v>
                </c:pt>
                <c:pt idx="1795">
                  <c:v>#N/A</c:v>
                </c:pt>
                <c:pt idx="1796">
                  <c:v>#N/A</c:v>
                </c:pt>
                <c:pt idx="1797">
                  <c:v>#N/A</c:v>
                </c:pt>
                <c:pt idx="1798">
                  <c:v>#N/A</c:v>
                </c:pt>
                <c:pt idx="1799">
                  <c:v>#N/A</c:v>
                </c:pt>
                <c:pt idx="1800">
                  <c:v>#N/A</c:v>
                </c:pt>
                <c:pt idx="1801">
                  <c:v>#N/A</c:v>
                </c:pt>
                <c:pt idx="1802">
                  <c:v>#N/A</c:v>
                </c:pt>
                <c:pt idx="1803">
                  <c:v>#N/A</c:v>
                </c:pt>
                <c:pt idx="1804">
                  <c:v>#N/A</c:v>
                </c:pt>
                <c:pt idx="1805">
                  <c:v>#N/A</c:v>
                </c:pt>
                <c:pt idx="1806">
                  <c:v>#N/A</c:v>
                </c:pt>
                <c:pt idx="1807">
                  <c:v>#N/A</c:v>
                </c:pt>
                <c:pt idx="1808">
                  <c:v>#N/A</c:v>
                </c:pt>
                <c:pt idx="1809">
                  <c:v>#N/A</c:v>
                </c:pt>
                <c:pt idx="1810">
                  <c:v>#N/A</c:v>
                </c:pt>
                <c:pt idx="1811">
                  <c:v>#N/A</c:v>
                </c:pt>
                <c:pt idx="1812">
                  <c:v>#N/A</c:v>
                </c:pt>
                <c:pt idx="1813">
                  <c:v>#N/A</c:v>
                </c:pt>
                <c:pt idx="1814">
                  <c:v>#N/A</c:v>
                </c:pt>
                <c:pt idx="1815">
                  <c:v>#N/A</c:v>
                </c:pt>
                <c:pt idx="1816">
                  <c:v>#N/A</c:v>
                </c:pt>
                <c:pt idx="1817">
                  <c:v>#N/A</c:v>
                </c:pt>
                <c:pt idx="1818">
                  <c:v>#N/A</c:v>
                </c:pt>
                <c:pt idx="1819">
                  <c:v>#N/A</c:v>
                </c:pt>
                <c:pt idx="1820">
                  <c:v>#N/A</c:v>
                </c:pt>
                <c:pt idx="1821">
                  <c:v>#N/A</c:v>
                </c:pt>
                <c:pt idx="1822">
                  <c:v>#N/A</c:v>
                </c:pt>
                <c:pt idx="1823">
                  <c:v>#N/A</c:v>
                </c:pt>
                <c:pt idx="1824">
                  <c:v>#N/A</c:v>
                </c:pt>
                <c:pt idx="1825">
                  <c:v>#N/A</c:v>
                </c:pt>
                <c:pt idx="1826">
                  <c:v>#N/A</c:v>
                </c:pt>
                <c:pt idx="1827">
                  <c:v>#N/A</c:v>
                </c:pt>
                <c:pt idx="1828">
                  <c:v>#N/A</c:v>
                </c:pt>
                <c:pt idx="1829">
                  <c:v>#N/A</c:v>
                </c:pt>
                <c:pt idx="1830">
                  <c:v>#N/A</c:v>
                </c:pt>
                <c:pt idx="1831">
                  <c:v>#N/A</c:v>
                </c:pt>
                <c:pt idx="1832">
                  <c:v>#N/A</c:v>
                </c:pt>
                <c:pt idx="1833">
                  <c:v>#N/A</c:v>
                </c:pt>
                <c:pt idx="1834">
                  <c:v>#N/A</c:v>
                </c:pt>
                <c:pt idx="1835">
                  <c:v>#N/A</c:v>
                </c:pt>
                <c:pt idx="1836">
                  <c:v>#N/A</c:v>
                </c:pt>
                <c:pt idx="1837">
                  <c:v>#N/A</c:v>
                </c:pt>
                <c:pt idx="1838">
                  <c:v>#N/A</c:v>
                </c:pt>
                <c:pt idx="1839">
                  <c:v>#N/A</c:v>
                </c:pt>
                <c:pt idx="1840">
                  <c:v>#N/A</c:v>
                </c:pt>
                <c:pt idx="1841">
                  <c:v>#N/A</c:v>
                </c:pt>
                <c:pt idx="1842">
                  <c:v>#N/A</c:v>
                </c:pt>
                <c:pt idx="1843">
                  <c:v>#N/A</c:v>
                </c:pt>
                <c:pt idx="1844">
                  <c:v>#N/A</c:v>
                </c:pt>
                <c:pt idx="1845">
                  <c:v>#N/A</c:v>
                </c:pt>
                <c:pt idx="1846">
                  <c:v>#N/A</c:v>
                </c:pt>
                <c:pt idx="1847">
                  <c:v>#N/A</c:v>
                </c:pt>
                <c:pt idx="1848">
                  <c:v>#N/A</c:v>
                </c:pt>
                <c:pt idx="1849">
                  <c:v>#N/A</c:v>
                </c:pt>
                <c:pt idx="1850">
                  <c:v>#N/A</c:v>
                </c:pt>
                <c:pt idx="1851">
                  <c:v>#N/A</c:v>
                </c:pt>
                <c:pt idx="1852">
                  <c:v>#N/A</c:v>
                </c:pt>
                <c:pt idx="1853">
                  <c:v>#N/A</c:v>
                </c:pt>
                <c:pt idx="1854">
                  <c:v>#N/A</c:v>
                </c:pt>
                <c:pt idx="1855">
                  <c:v>#N/A</c:v>
                </c:pt>
                <c:pt idx="1856">
                  <c:v>#N/A</c:v>
                </c:pt>
                <c:pt idx="1857">
                  <c:v>#N/A</c:v>
                </c:pt>
                <c:pt idx="1858">
                  <c:v>#N/A</c:v>
                </c:pt>
                <c:pt idx="1859">
                  <c:v>#N/A</c:v>
                </c:pt>
                <c:pt idx="1860">
                  <c:v>#N/A</c:v>
                </c:pt>
                <c:pt idx="1861">
                  <c:v>#N/A</c:v>
                </c:pt>
                <c:pt idx="1862">
                  <c:v>#N/A</c:v>
                </c:pt>
                <c:pt idx="1863">
                  <c:v>#N/A</c:v>
                </c:pt>
                <c:pt idx="1864">
                  <c:v>#N/A</c:v>
                </c:pt>
                <c:pt idx="1865">
                  <c:v>#N/A</c:v>
                </c:pt>
                <c:pt idx="1866">
                  <c:v>#N/A</c:v>
                </c:pt>
                <c:pt idx="1867">
                  <c:v>#N/A</c:v>
                </c:pt>
                <c:pt idx="1868">
                  <c:v>#N/A</c:v>
                </c:pt>
                <c:pt idx="1869">
                  <c:v>#N/A</c:v>
                </c:pt>
                <c:pt idx="1870">
                  <c:v>#N/A</c:v>
                </c:pt>
                <c:pt idx="1871">
                  <c:v>#N/A</c:v>
                </c:pt>
                <c:pt idx="1872">
                  <c:v>#N/A</c:v>
                </c:pt>
                <c:pt idx="1873">
                  <c:v>#N/A</c:v>
                </c:pt>
                <c:pt idx="1874">
                  <c:v>#N/A</c:v>
                </c:pt>
                <c:pt idx="1875">
                  <c:v>#N/A</c:v>
                </c:pt>
                <c:pt idx="1876">
                  <c:v>#N/A</c:v>
                </c:pt>
                <c:pt idx="1877">
                  <c:v>#N/A</c:v>
                </c:pt>
                <c:pt idx="1878">
                  <c:v>#N/A</c:v>
                </c:pt>
                <c:pt idx="1879">
                  <c:v>#N/A</c:v>
                </c:pt>
                <c:pt idx="1880">
                  <c:v>#N/A</c:v>
                </c:pt>
                <c:pt idx="1881">
                  <c:v>#N/A</c:v>
                </c:pt>
                <c:pt idx="1882">
                  <c:v>#N/A</c:v>
                </c:pt>
                <c:pt idx="1883">
                  <c:v>#N/A</c:v>
                </c:pt>
                <c:pt idx="1884">
                  <c:v>#N/A</c:v>
                </c:pt>
                <c:pt idx="1885">
                  <c:v>#N/A</c:v>
                </c:pt>
                <c:pt idx="1886">
                  <c:v>#N/A</c:v>
                </c:pt>
                <c:pt idx="1887">
                  <c:v>#N/A</c:v>
                </c:pt>
                <c:pt idx="1888">
                  <c:v>#N/A</c:v>
                </c:pt>
                <c:pt idx="1889">
                  <c:v>#N/A</c:v>
                </c:pt>
                <c:pt idx="1890">
                  <c:v>#N/A</c:v>
                </c:pt>
                <c:pt idx="1891">
                  <c:v>#N/A</c:v>
                </c:pt>
                <c:pt idx="1892">
                  <c:v>#N/A</c:v>
                </c:pt>
                <c:pt idx="1893">
                  <c:v>#N/A</c:v>
                </c:pt>
                <c:pt idx="1894">
                  <c:v>#N/A</c:v>
                </c:pt>
                <c:pt idx="1895">
                  <c:v>#N/A</c:v>
                </c:pt>
                <c:pt idx="1896">
                  <c:v>#N/A</c:v>
                </c:pt>
                <c:pt idx="1897">
                  <c:v>#N/A</c:v>
                </c:pt>
                <c:pt idx="1898">
                  <c:v>#N/A</c:v>
                </c:pt>
                <c:pt idx="1899">
                  <c:v>#N/A</c:v>
                </c:pt>
                <c:pt idx="1900">
                  <c:v>#N/A</c:v>
                </c:pt>
                <c:pt idx="1901">
                  <c:v>#N/A</c:v>
                </c:pt>
                <c:pt idx="1902">
                  <c:v>#N/A</c:v>
                </c:pt>
                <c:pt idx="1903">
                  <c:v>#N/A</c:v>
                </c:pt>
                <c:pt idx="1904">
                  <c:v>#N/A</c:v>
                </c:pt>
                <c:pt idx="1905">
                  <c:v>#N/A</c:v>
                </c:pt>
                <c:pt idx="1906">
                  <c:v>#N/A</c:v>
                </c:pt>
                <c:pt idx="1907">
                  <c:v>#N/A</c:v>
                </c:pt>
                <c:pt idx="1908">
                  <c:v>#N/A</c:v>
                </c:pt>
                <c:pt idx="1909">
                  <c:v>#N/A</c:v>
                </c:pt>
                <c:pt idx="1910">
                  <c:v>#N/A</c:v>
                </c:pt>
                <c:pt idx="1911">
                  <c:v>#N/A</c:v>
                </c:pt>
                <c:pt idx="1912">
                  <c:v>#N/A</c:v>
                </c:pt>
                <c:pt idx="1913">
                  <c:v>#N/A</c:v>
                </c:pt>
                <c:pt idx="1914">
                  <c:v>#N/A</c:v>
                </c:pt>
                <c:pt idx="1915">
                  <c:v>#N/A</c:v>
                </c:pt>
                <c:pt idx="1916">
                  <c:v>#N/A</c:v>
                </c:pt>
                <c:pt idx="1917">
                  <c:v>#N/A</c:v>
                </c:pt>
                <c:pt idx="1918">
                  <c:v>#N/A</c:v>
                </c:pt>
                <c:pt idx="1919">
                  <c:v>#N/A</c:v>
                </c:pt>
                <c:pt idx="1920">
                  <c:v>#N/A</c:v>
                </c:pt>
                <c:pt idx="1921">
                  <c:v>#N/A</c:v>
                </c:pt>
                <c:pt idx="1922">
                  <c:v>#N/A</c:v>
                </c:pt>
                <c:pt idx="1923">
                  <c:v>#N/A</c:v>
                </c:pt>
                <c:pt idx="1924">
                  <c:v>#N/A</c:v>
                </c:pt>
                <c:pt idx="1925">
                  <c:v>#N/A</c:v>
                </c:pt>
                <c:pt idx="1926">
                  <c:v>#N/A</c:v>
                </c:pt>
                <c:pt idx="1927">
                  <c:v>#N/A</c:v>
                </c:pt>
                <c:pt idx="1928">
                  <c:v>#N/A</c:v>
                </c:pt>
                <c:pt idx="1929">
                  <c:v>#N/A</c:v>
                </c:pt>
                <c:pt idx="1930">
                  <c:v>#N/A</c:v>
                </c:pt>
                <c:pt idx="1931">
                  <c:v>#N/A</c:v>
                </c:pt>
                <c:pt idx="1932">
                  <c:v>#N/A</c:v>
                </c:pt>
                <c:pt idx="1933">
                  <c:v>#N/A</c:v>
                </c:pt>
                <c:pt idx="1934">
                  <c:v>#N/A</c:v>
                </c:pt>
                <c:pt idx="1935">
                  <c:v>#N/A</c:v>
                </c:pt>
                <c:pt idx="1936">
                  <c:v>#N/A</c:v>
                </c:pt>
                <c:pt idx="1937">
                  <c:v>#N/A</c:v>
                </c:pt>
                <c:pt idx="1938">
                  <c:v>#N/A</c:v>
                </c:pt>
                <c:pt idx="1939">
                  <c:v>#N/A</c:v>
                </c:pt>
                <c:pt idx="1940">
                  <c:v>#N/A</c:v>
                </c:pt>
                <c:pt idx="1941">
                  <c:v>#N/A</c:v>
                </c:pt>
                <c:pt idx="1942">
                  <c:v>#N/A</c:v>
                </c:pt>
                <c:pt idx="1943">
                  <c:v>#N/A</c:v>
                </c:pt>
                <c:pt idx="1944">
                  <c:v>#N/A</c:v>
                </c:pt>
                <c:pt idx="1945">
                  <c:v>#N/A</c:v>
                </c:pt>
                <c:pt idx="1946">
                  <c:v>#N/A</c:v>
                </c:pt>
                <c:pt idx="1947">
                  <c:v>#N/A</c:v>
                </c:pt>
                <c:pt idx="1948">
                  <c:v>#N/A</c:v>
                </c:pt>
                <c:pt idx="1949">
                  <c:v>#N/A</c:v>
                </c:pt>
                <c:pt idx="1950">
                  <c:v>#N/A</c:v>
                </c:pt>
                <c:pt idx="1951">
                  <c:v>#N/A</c:v>
                </c:pt>
                <c:pt idx="1952">
                  <c:v>#N/A</c:v>
                </c:pt>
                <c:pt idx="1953">
                  <c:v>#N/A</c:v>
                </c:pt>
                <c:pt idx="1954">
                  <c:v>#N/A</c:v>
                </c:pt>
                <c:pt idx="1955">
                  <c:v>#N/A</c:v>
                </c:pt>
                <c:pt idx="1956">
                  <c:v>#N/A</c:v>
                </c:pt>
                <c:pt idx="1957">
                  <c:v>#N/A</c:v>
                </c:pt>
                <c:pt idx="1958">
                  <c:v>#N/A</c:v>
                </c:pt>
                <c:pt idx="1959">
                  <c:v>#N/A</c:v>
                </c:pt>
                <c:pt idx="1960">
                  <c:v>#N/A</c:v>
                </c:pt>
                <c:pt idx="1961">
                  <c:v>#N/A</c:v>
                </c:pt>
                <c:pt idx="1962">
                  <c:v>#N/A</c:v>
                </c:pt>
                <c:pt idx="1963">
                  <c:v>#N/A</c:v>
                </c:pt>
                <c:pt idx="1964">
                  <c:v>#N/A</c:v>
                </c:pt>
                <c:pt idx="1965">
                  <c:v>#N/A</c:v>
                </c:pt>
                <c:pt idx="1966">
                  <c:v>#N/A</c:v>
                </c:pt>
                <c:pt idx="1967">
                  <c:v>#N/A</c:v>
                </c:pt>
                <c:pt idx="1968">
                  <c:v>#N/A</c:v>
                </c:pt>
                <c:pt idx="1969">
                  <c:v>#N/A</c:v>
                </c:pt>
                <c:pt idx="1970">
                  <c:v>#N/A</c:v>
                </c:pt>
                <c:pt idx="1971">
                  <c:v>#N/A</c:v>
                </c:pt>
                <c:pt idx="1972">
                  <c:v>#N/A</c:v>
                </c:pt>
                <c:pt idx="1973">
                  <c:v>#N/A</c:v>
                </c:pt>
                <c:pt idx="1974">
                  <c:v>#N/A</c:v>
                </c:pt>
                <c:pt idx="1975">
                  <c:v>#N/A</c:v>
                </c:pt>
                <c:pt idx="1976">
                  <c:v>#N/A</c:v>
                </c:pt>
                <c:pt idx="1977">
                  <c:v>#N/A</c:v>
                </c:pt>
                <c:pt idx="1978">
                  <c:v>#N/A</c:v>
                </c:pt>
                <c:pt idx="1979">
                  <c:v>#N/A</c:v>
                </c:pt>
                <c:pt idx="1980">
                  <c:v>#N/A</c:v>
                </c:pt>
                <c:pt idx="1981">
                  <c:v>#N/A</c:v>
                </c:pt>
                <c:pt idx="1982">
                  <c:v>#N/A</c:v>
                </c:pt>
                <c:pt idx="1983">
                  <c:v>#N/A</c:v>
                </c:pt>
                <c:pt idx="1984">
                  <c:v>#N/A</c:v>
                </c:pt>
                <c:pt idx="1985">
                  <c:v>#N/A</c:v>
                </c:pt>
                <c:pt idx="1986">
                  <c:v>#N/A</c:v>
                </c:pt>
                <c:pt idx="1987">
                  <c:v>#N/A</c:v>
                </c:pt>
                <c:pt idx="1988">
                  <c:v>#N/A</c:v>
                </c:pt>
                <c:pt idx="1989">
                  <c:v>#N/A</c:v>
                </c:pt>
                <c:pt idx="1990">
                  <c:v>#N/A</c:v>
                </c:pt>
                <c:pt idx="1991">
                  <c:v>#N/A</c:v>
                </c:pt>
                <c:pt idx="1992">
                  <c:v>#N/A</c:v>
                </c:pt>
                <c:pt idx="1993">
                  <c:v>#N/A</c:v>
                </c:pt>
                <c:pt idx="1994">
                  <c:v>#N/A</c:v>
                </c:pt>
                <c:pt idx="1995">
                  <c:v>#N/A</c:v>
                </c:pt>
                <c:pt idx="1996">
                  <c:v>#N/A</c:v>
                </c:pt>
                <c:pt idx="1997">
                  <c:v>#N/A</c:v>
                </c:pt>
                <c:pt idx="1998">
                  <c:v>#N/A</c:v>
                </c:pt>
                <c:pt idx="1999">
                  <c:v>#N/A</c:v>
                </c:pt>
                <c:pt idx="2000">
                  <c:v>#N/A</c:v>
                </c:pt>
                <c:pt idx="2001">
                  <c:v>#N/A</c:v>
                </c:pt>
                <c:pt idx="2002">
                  <c:v>#N/A</c:v>
                </c:pt>
                <c:pt idx="2003">
                  <c:v>#N/A</c:v>
                </c:pt>
                <c:pt idx="2004">
                  <c:v>#N/A</c:v>
                </c:pt>
                <c:pt idx="2005">
                  <c:v>#N/A</c:v>
                </c:pt>
                <c:pt idx="2006">
                  <c:v>#N/A</c:v>
                </c:pt>
                <c:pt idx="2007">
                  <c:v>#N/A</c:v>
                </c:pt>
                <c:pt idx="2008">
                  <c:v>#N/A</c:v>
                </c:pt>
                <c:pt idx="2009">
                  <c:v>#N/A</c:v>
                </c:pt>
                <c:pt idx="2010">
                  <c:v>#N/A</c:v>
                </c:pt>
                <c:pt idx="2011">
                  <c:v>#N/A</c:v>
                </c:pt>
                <c:pt idx="2012">
                  <c:v>#N/A</c:v>
                </c:pt>
                <c:pt idx="2013">
                  <c:v>#N/A</c:v>
                </c:pt>
                <c:pt idx="2014">
                  <c:v>#N/A</c:v>
                </c:pt>
                <c:pt idx="2015">
                  <c:v>#N/A</c:v>
                </c:pt>
                <c:pt idx="2016">
                  <c:v>#N/A</c:v>
                </c:pt>
                <c:pt idx="2017">
                  <c:v>#N/A</c:v>
                </c:pt>
                <c:pt idx="2018">
                  <c:v>#N/A</c:v>
                </c:pt>
                <c:pt idx="2019">
                  <c:v>#N/A</c:v>
                </c:pt>
                <c:pt idx="2020">
                  <c:v>#N/A</c:v>
                </c:pt>
                <c:pt idx="2021">
                  <c:v>#N/A</c:v>
                </c:pt>
                <c:pt idx="2022">
                  <c:v>#N/A</c:v>
                </c:pt>
                <c:pt idx="2023">
                  <c:v>#N/A</c:v>
                </c:pt>
                <c:pt idx="2024">
                  <c:v>#N/A</c:v>
                </c:pt>
                <c:pt idx="2025">
                  <c:v>#N/A</c:v>
                </c:pt>
                <c:pt idx="2026">
                  <c:v>#N/A</c:v>
                </c:pt>
                <c:pt idx="2027">
                  <c:v>#N/A</c:v>
                </c:pt>
                <c:pt idx="2028">
                  <c:v>#N/A</c:v>
                </c:pt>
                <c:pt idx="2029">
                  <c:v>#N/A</c:v>
                </c:pt>
                <c:pt idx="2030">
                  <c:v>#N/A</c:v>
                </c:pt>
                <c:pt idx="2031">
                  <c:v>#N/A</c:v>
                </c:pt>
                <c:pt idx="2032">
                  <c:v>#N/A</c:v>
                </c:pt>
                <c:pt idx="2033">
                  <c:v>#N/A</c:v>
                </c:pt>
                <c:pt idx="2034">
                  <c:v>#N/A</c:v>
                </c:pt>
                <c:pt idx="2035">
                  <c:v>#N/A</c:v>
                </c:pt>
                <c:pt idx="2036">
                  <c:v>#N/A</c:v>
                </c:pt>
                <c:pt idx="2037">
                  <c:v>#N/A</c:v>
                </c:pt>
                <c:pt idx="2038">
                  <c:v>#N/A</c:v>
                </c:pt>
                <c:pt idx="2039">
                  <c:v>#N/A</c:v>
                </c:pt>
                <c:pt idx="2040">
                  <c:v>#N/A</c:v>
                </c:pt>
                <c:pt idx="2041">
                  <c:v>#N/A</c:v>
                </c:pt>
                <c:pt idx="2042">
                  <c:v>#N/A</c:v>
                </c:pt>
                <c:pt idx="2043">
                  <c:v>#N/A</c:v>
                </c:pt>
                <c:pt idx="2044">
                  <c:v>#N/A</c:v>
                </c:pt>
                <c:pt idx="2045">
                  <c:v>#N/A</c:v>
                </c:pt>
                <c:pt idx="2046">
                  <c:v>#N/A</c:v>
                </c:pt>
                <c:pt idx="2047">
                  <c:v>#N/A</c:v>
                </c:pt>
                <c:pt idx="2048">
                  <c:v>#N/A</c:v>
                </c:pt>
                <c:pt idx="2049">
                  <c:v>#N/A</c:v>
                </c:pt>
                <c:pt idx="2050">
                  <c:v>#N/A</c:v>
                </c:pt>
                <c:pt idx="2051">
                  <c:v>#N/A</c:v>
                </c:pt>
                <c:pt idx="2052">
                  <c:v>#N/A</c:v>
                </c:pt>
                <c:pt idx="2053">
                  <c:v>#N/A</c:v>
                </c:pt>
                <c:pt idx="2054">
                  <c:v>#N/A</c:v>
                </c:pt>
                <c:pt idx="2055">
                  <c:v>#N/A</c:v>
                </c:pt>
                <c:pt idx="2056">
                  <c:v>#N/A</c:v>
                </c:pt>
                <c:pt idx="2057">
                  <c:v>#N/A</c:v>
                </c:pt>
                <c:pt idx="2058">
                  <c:v>#N/A</c:v>
                </c:pt>
                <c:pt idx="2059">
                  <c:v>#N/A</c:v>
                </c:pt>
                <c:pt idx="2060">
                  <c:v>#N/A</c:v>
                </c:pt>
                <c:pt idx="2061">
                  <c:v>#N/A</c:v>
                </c:pt>
                <c:pt idx="2062">
                  <c:v>#N/A</c:v>
                </c:pt>
                <c:pt idx="2063">
                  <c:v>#N/A</c:v>
                </c:pt>
                <c:pt idx="2064">
                  <c:v>#N/A</c:v>
                </c:pt>
                <c:pt idx="2065">
                  <c:v>#N/A</c:v>
                </c:pt>
                <c:pt idx="2066">
                  <c:v>#N/A</c:v>
                </c:pt>
                <c:pt idx="2067">
                  <c:v>#N/A</c:v>
                </c:pt>
                <c:pt idx="2068">
                  <c:v>#N/A</c:v>
                </c:pt>
                <c:pt idx="2069">
                  <c:v>#N/A</c:v>
                </c:pt>
                <c:pt idx="2070">
                  <c:v>#N/A</c:v>
                </c:pt>
                <c:pt idx="2071">
                  <c:v>#N/A</c:v>
                </c:pt>
                <c:pt idx="2072">
                  <c:v>#N/A</c:v>
                </c:pt>
                <c:pt idx="2073">
                  <c:v>#N/A</c:v>
                </c:pt>
                <c:pt idx="2074">
                  <c:v>#N/A</c:v>
                </c:pt>
                <c:pt idx="2075">
                  <c:v>#N/A</c:v>
                </c:pt>
                <c:pt idx="2076">
                  <c:v>#N/A</c:v>
                </c:pt>
                <c:pt idx="2077">
                  <c:v>#N/A</c:v>
                </c:pt>
                <c:pt idx="2078">
                  <c:v>#N/A</c:v>
                </c:pt>
                <c:pt idx="2079">
                  <c:v>#N/A</c:v>
                </c:pt>
                <c:pt idx="2080">
                  <c:v>#N/A</c:v>
                </c:pt>
                <c:pt idx="2081">
                  <c:v>#N/A</c:v>
                </c:pt>
                <c:pt idx="2082">
                  <c:v>#N/A</c:v>
                </c:pt>
                <c:pt idx="2083">
                  <c:v>#N/A</c:v>
                </c:pt>
                <c:pt idx="2084">
                  <c:v>#N/A</c:v>
                </c:pt>
                <c:pt idx="2085">
                  <c:v>#N/A</c:v>
                </c:pt>
                <c:pt idx="2086">
                  <c:v>#N/A</c:v>
                </c:pt>
                <c:pt idx="2087">
                  <c:v>#N/A</c:v>
                </c:pt>
                <c:pt idx="2088">
                  <c:v>#N/A</c:v>
                </c:pt>
                <c:pt idx="2089">
                  <c:v>#N/A</c:v>
                </c:pt>
                <c:pt idx="2090">
                  <c:v>#N/A</c:v>
                </c:pt>
                <c:pt idx="2091">
                  <c:v>#N/A</c:v>
                </c:pt>
                <c:pt idx="2092">
                  <c:v>#N/A</c:v>
                </c:pt>
                <c:pt idx="2093">
                  <c:v>#N/A</c:v>
                </c:pt>
                <c:pt idx="2094">
                  <c:v>#N/A</c:v>
                </c:pt>
                <c:pt idx="2095">
                  <c:v>#N/A</c:v>
                </c:pt>
                <c:pt idx="2096">
                  <c:v>#N/A</c:v>
                </c:pt>
                <c:pt idx="2097">
                  <c:v>#N/A</c:v>
                </c:pt>
                <c:pt idx="2098">
                  <c:v>#N/A</c:v>
                </c:pt>
                <c:pt idx="2099">
                  <c:v>#N/A</c:v>
                </c:pt>
                <c:pt idx="2100">
                  <c:v>#N/A</c:v>
                </c:pt>
                <c:pt idx="2101">
                  <c:v>#N/A</c:v>
                </c:pt>
                <c:pt idx="2102">
                  <c:v>#N/A</c:v>
                </c:pt>
                <c:pt idx="2103">
                  <c:v>#N/A</c:v>
                </c:pt>
                <c:pt idx="2104">
                  <c:v>#N/A</c:v>
                </c:pt>
                <c:pt idx="2105">
                  <c:v>#N/A</c:v>
                </c:pt>
                <c:pt idx="2106">
                  <c:v>#N/A</c:v>
                </c:pt>
                <c:pt idx="2107">
                  <c:v>#N/A</c:v>
                </c:pt>
                <c:pt idx="2108">
                  <c:v>#N/A</c:v>
                </c:pt>
                <c:pt idx="2109">
                  <c:v>#N/A</c:v>
                </c:pt>
                <c:pt idx="2110">
                  <c:v>#N/A</c:v>
                </c:pt>
                <c:pt idx="2111">
                  <c:v>#N/A</c:v>
                </c:pt>
                <c:pt idx="2112">
                  <c:v>#N/A</c:v>
                </c:pt>
                <c:pt idx="2113">
                  <c:v>#N/A</c:v>
                </c:pt>
                <c:pt idx="2114">
                  <c:v>#N/A</c:v>
                </c:pt>
                <c:pt idx="2115">
                  <c:v>#N/A</c:v>
                </c:pt>
                <c:pt idx="2116">
                  <c:v>#N/A</c:v>
                </c:pt>
                <c:pt idx="2117">
                  <c:v>#N/A</c:v>
                </c:pt>
                <c:pt idx="2118">
                  <c:v>#N/A</c:v>
                </c:pt>
                <c:pt idx="2119">
                  <c:v>#N/A</c:v>
                </c:pt>
                <c:pt idx="2120">
                  <c:v>#N/A</c:v>
                </c:pt>
                <c:pt idx="2121">
                  <c:v>#N/A</c:v>
                </c:pt>
                <c:pt idx="2122">
                  <c:v>#N/A</c:v>
                </c:pt>
                <c:pt idx="2123">
                  <c:v>#N/A</c:v>
                </c:pt>
                <c:pt idx="2124">
                  <c:v>#N/A</c:v>
                </c:pt>
                <c:pt idx="2125">
                  <c:v>#N/A</c:v>
                </c:pt>
                <c:pt idx="2126">
                  <c:v>#N/A</c:v>
                </c:pt>
                <c:pt idx="2127">
                  <c:v>#N/A</c:v>
                </c:pt>
                <c:pt idx="2128">
                  <c:v>#N/A</c:v>
                </c:pt>
                <c:pt idx="2129">
                  <c:v>#N/A</c:v>
                </c:pt>
                <c:pt idx="2130">
                  <c:v>#N/A</c:v>
                </c:pt>
                <c:pt idx="2131">
                  <c:v>#N/A</c:v>
                </c:pt>
                <c:pt idx="2132">
                  <c:v>#N/A</c:v>
                </c:pt>
                <c:pt idx="2133">
                  <c:v>#N/A</c:v>
                </c:pt>
                <c:pt idx="2134">
                  <c:v>#N/A</c:v>
                </c:pt>
                <c:pt idx="2135">
                  <c:v>#N/A</c:v>
                </c:pt>
                <c:pt idx="2136">
                  <c:v>#N/A</c:v>
                </c:pt>
                <c:pt idx="2137">
                  <c:v>#N/A</c:v>
                </c:pt>
                <c:pt idx="2138">
                  <c:v>#N/A</c:v>
                </c:pt>
                <c:pt idx="2139">
                  <c:v>#N/A</c:v>
                </c:pt>
                <c:pt idx="2140">
                  <c:v>#N/A</c:v>
                </c:pt>
                <c:pt idx="2141">
                  <c:v>#N/A</c:v>
                </c:pt>
                <c:pt idx="2142">
                  <c:v>#N/A</c:v>
                </c:pt>
                <c:pt idx="2143">
                  <c:v>#N/A</c:v>
                </c:pt>
                <c:pt idx="2144">
                  <c:v>#N/A</c:v>
                </c:pt>
                <c:pt idx="2145">
                  <c:v>#N/A</c:v>
                </c:pt>
                <c:pt idx="2146">
                  <c:v>#N/A</c:v>
                </c:pt>
                <c:pt idx="2147">
                  <c:v>#N/A</c:v>
                </c:pt>
                <c:pt idx="2148">
                  <c:v>#N/A</c:v>
                </c:pt>
                <c:pt idx="2149">
                  <c:v>#N/A</c:v>
                </c:pt>
                <c:pt idx="2150">
                  <c:v>#N/A</c:v>
                </c:pt>
                <c:pt idx="2151">
                  <c:v>#N/A</c:v>
                </c:pt>
                <c:pt idx="2152">
                  <c:v>#N/A</c:v>
                </c:pt>
                <c:pt idx="2153">
                  <c:v>#N/A</c:v>
                </c:pt>
                <c:pt idx="2154">
                  <c:v>#N/A</c:v>
                </c:pt>
                <c:pt idx="2155">
                  <c:v>#N/A</c:v>
                </c:pt>
                <c:pt idx="2156">
                  <c:v>#N/A</c:v>
                </c:pt>
                <c:pt idx="2157">
                  <c:v>#N/A</c:v>
                </c:pt>
                <c:pt idx="2158">
                  <c:v>#N/A</c:v>
                </c:pt>
                <c:pt idx="2159">
                  <c:v>#N/A</c:v>
                </c:pt>
                <c:pt idx="2160">
                  <c:v>#N/A</c:v>
                </c:pt>
                <c:pt idx="2161">
                  <c:v>#N/A</c:v>
                </c:pt>
                <c:pt idx="2162">
                  <c:v>#N/A</c:v>
                </c:pt>
                <c:pt idx="2163">
                  <c:v>#N/A</c:v>
                </c:pt>
                <c:pt idx="2164">
                  <c:v>#N/A</c:v>
                </c:pt>
                <c:pt idx="2165">
                  <c:v>#N/A</c:v>
                </c:pt>
                <c:pt idx="2166">
                  <c:v>#N/A</c:v>
                </c:pt>
                <c:pt idx="2167">
                  <c:v>#N/A</c:v>
                </c:pt>
                <c:pt idx="2168">
                  <c:v>#N/A</c:v>
                </c:pt>
                <c:pt idx="2169">
                  <c:v>#N/A</c:v>
                </c:pt>
                <c:pt idx="2170">
                  <c:v>#N/A</c:v>
                </c:pt>
                <c:pt idx="2171">
                  <c:v>#N/A</c:v>
                </c:pt>
                <c:pt idx="2172">
                  <c:v>#N/A</c:v>
                </c:pt>
                <c:pt idx="2173">
                  <c:v>#N/A</c:v>
                </c:pt>
                <c:pt idx="2174">
                  <c:v>#N/A</c:v>
                </c:pt>
                <c:pt idx="2175">
                  <c:v>#N/A</c:v>
                </c:pt>
                <c:pt idx="2176">
                  <c:v>#N/A</c:v>
                </c:pt>
                <c:pt idx="2177">
                  <c:v>#N/A</c:v>
                </c:pt>
                <c:pt idx="2178">
                  <c:v>#N/A</c:v>
                </c:pt>
                <c:pt idx="2179">
                  <c:v>#N/A</c:v>
                </c:pt>
                <c:pt idx="2180">
                  <c:v>#N/A</c:v>
                </c:pt>
                <c:pt idx="2181">
                  <c:v>#N/A</c:v>
                </c:pt>
                <c:pt idx="2182">
                  <c:v>#N/A</c:v>
                </c:pt>
                <c:pt idx="2183">
                  <c:v>#N/A</c:v>
                </c:pt>
                <c:pt idx="2184">
                  <c:v>#N/A</c:v>
                </c:pt>
                <c:pt idx="2185">
                  <c:v>#N/A</c:v>
                </c:pt>
                <c:pt idx="2186">
                  <c:v>#N/A</c:v>
                </c:pt>
                <c:pt idx="2187">
                  <c:v>#N/A</c:v>
                </c:pt>
                <c:pt idx="2188">
                  <c:v>#N/A</c:v>
                </c:pt>
                <c:pt idx="2189">
                  <c:v>#N/A</c:v>
                </c:pt>
                <c:pt idx="2190">
                  <c:v>#N/A</c:v>
                </c:pt>
                <c:pt idx="2191">
                  <c:v>#N/A</c:v>
                </c:pt>
                <c:pt idx="2192">
                  <c:v>#N/A</c:v>
                </c:pt>
                <c:pt idx="2193">
                  <c:v>#N/A</c:v>
                </c:pt>
                <c:pt idx="2194">
                  <c:v>#N/A</c:v>
                </c:pt>
                <c:pt idx="2195">
                  <c:v>#N/A</c:v>
                </c:pt>
                <c:pt idx="2196">
                  <c:v>#N/A</c:v>
                </c:pt>
                <c:pt idx="2197">
                  <c:v>#N/A</c:v>
                </c:pt>
                <c:pt idx="2198">
                  <c:v>#N/A</c:v>
                </c:pt>
                <c:pt idx="2199">
                  <c:v>#N/A</c:v>
                </c:pt>
                <c:pt idx="2200">
                  <c:v>#N/A</c:v>
                </c:pt>
                <c:pt idx="2201">
                  <c:v>#N/A</c:v>
                </c:pt>
                <c:pt idx="2202">
                  <c:v>#N/A</c:v>
                </c:pt>
                <c:pt idx="2203">
                  <c:v>#N/A</c:v>
                </c:pt>
                <c:pt idx="2204">
                  <c:v>#N/A</c:v>
                </c:pt>
                <c:pt idx="2205">
                  <c:v>#N/A</c:v>
                </c:pt>
                <c:pt idx="2206">
                  <c:v>#N/A</c:v>
                </c:pt>
                <c:pt idx="2207">
                  <c:v>#N/A</c:v>
                </c:pt>
                <c:pt idx="2208">
                  <c:v>#N/A</c:v>
                </c:pt>
                <c:pt idx="2209">
                  <c:v>#N/A</c:v>
                </c:pt>
                <c:pt idx="2210">
                  <c:v>#N/A</c:v>
                </c:pt>
                <c:pt idx="2211">
                  <c:v>#N/A</c:v>
                </c:pt>
                <c:pt idx="2212">
                  <c:v>#N/A</c:v>
                </c:pt>
                <c:pt idx="2213">
                  <c:v>#N/A</c:v>
                </c:pt>
                <c:pt idx="2214">
                  <c:v>#N/A</c:v>
                </c:pt>
                <c:pt idx="2215">
                  <c:v>#N/A</c:v>
                </c:pt>
                <c:pt idx="2216">
                  <c:v>#N/A</c:v>
                </c:pt>
                <c:pt idx="2217">
                  <c:v>#N/A</c:v>
                </c:pt>
                <c:pt idx="2218">
                  <c:v>#N/A</c:v>
                </c:pt>
                <c:pt idx="2219">
                  <c:v>#N/A</c:v>
                </c:pt>
                <c:pt idx="2220">
                  <c:v>#N/A</c:v>
                </c:pt>
                <c:pt idx="2221">
                  <c:v>#N/A</c:v>
                </c:pt>
                <c:pt idx="2222">
                  <c:v>#N/A</c:v>
                </c:pt>
                <c:pt idx="2223">
                  <c:v>#N/A</c:v>
                </c:pt>
                <c:pt idx="2224">
                  <c:v>#N/A</c:v>
                </c:pt>
                <c:pt idx="2225">
                  <c:v>#N/A</c:v>
                </c:pt>
                <c:pt idx="2226">
                  <c:v>#N/A</c:v>
                </c:pt>
                <c:pt idx="2227">
                  <c:v>#N/A</c:v>
                </c:pt>
                <c:pt idx="2228">
                  <c:v>#N/A</c:v>
                </c:pt>
                <c:pt idx="2229">
                  <c:v>#N/A</c:v>
                </c:pt>
                <c:pt idx="2230">
                  <c:v>#N/A</c:v>
                </c:pt>
                <c:pt idx="2231">
                  <c:v>#N/A</c:v>
                </c:pt>
                <c:pt idx="2232">
                  <c:v>#N/A</c:v>
                </c:pt>
                <c:pt idx="2233">
                  <c:v>#N/A</c:v>
                </c:pt>
                <c:pt idx="2234">
                  <c:v>#N/A</c:v>
                </c:pt>
                <c:pt idx="2235">
                  <c:v>#N/A</c:v>
                </c:pt>
                <c:pt idx="2236">
                  <c:v>#N/A</c:v>
                </c:pt>
                <c:pt idx="2237">
                  <c:v>#N/A</c:v>
                </c:pt>
                <c:pt idx="2238">
                  <c:v>#N/A</c:v>
                </c:pt>
                <c:pt idx="2239">
                  <c:v>#N/A</c:v>
                </c:pt>
                <c:pt idx="2240">
                  <c:v>#N/A</c:v>
                </c:pt>
                <c:pt idx="2241">
                  <c:v>#N/A</c:v>
                </c:pt>
                <c:pt idx="2242">
                  <c:v>#N/A</c:v>
                </c:pt>
                <c:pt idx="2243">
                  <c:v>#N/A</c:v>
                </c:pt>
                <c:pt idx="2244">
                  <c:v>#N/A</c:v>
                </c:pt>
                <c:pt idx="2245">
                  <c:v>#N/A</c:v>
                </c:pt>
                <c:pt idx="2246">
                  <c:v>#N/A</c:v>
                </c:pt>
                <c:pt idx="2247">
                  <c:v>#N/A</c:v>
                </c:pt>
                <c:pt idx="2248">
                  <c:v>#N/A</c:v>
                </c:pt>
                <c:pt idx="2249">
                  <c:v>#N/A</c:v>
                </c:pt>
                <c:pt idx="2250">
                  <c:v>#N/A</c:v>
                </c:pt>
                <c:pt idx="2251">
                  <c:v>#N/A</c:v>
                </c:pt>
                <c:pt idx="2252">
                  <c:v>#N/A</c:v>
                </c:pt>
                <c:pt idx="2253">
                  <c:v>#N/A</c:v>
                </c:pt>
                <c:pt idx="2254">
                  <c:v>#N/A</c:v>
                </c:pt>
                <c:pt idx="2255">
                  <c:v>#N/A</c:v>
                </c:pt>
                <c:pt idx="2256">
                  <c:v>#N/A</c:v>
                </c:pt>
                <c:pt idx="2257">
                  <c:v>#N/A</c:v>
                </c:pt>
                <c:pt idx="2258">
                  <c:v>#N/A</c:v>
                </c:pt>
                <c:pt idx="2259">
                  <c:v>#N/A</c:v>
                </c:pt>
                <c:pt idx="2260">
                  <c:v>#N/A</c:v>
                </c:pt>
                <c:pt idx="2261">
                  <c:v>#N/A</c:v>
                </c:pt>
                <c:pt idx="2262">
                  <c:v>#N/A</c:v>
                </c:pt>
                <c:pt idx="2263">
                  <c:v>#N/A</c:v>
                </c:pt>
                <c:pt idx="2264">
                  <c:v>#N/A</c:v>
                </c:pt>
                <c:pt idx="2265">
                  <c:v>#N/A</c:v>
                </c:pt>
                <c:pt idx="2266">
                  <c:v>#N/A</c:v>
                </c:pt>
                <c:pt idx="2267">
                  <c:v>#N/A</c:v>
                </c:pt>
                <c:pt idx="2268">
                  <c:v>#N/A</c:v>
                </c:pt>
                <c:pt idx="2269">
                  <c:v>#N/A</c:v>
                </c:pt>
                <c:pt idx="2270">
                  <c:v>#N/A</c:v>
                </c:pt>
                <c:pt idx="2271">
                  <c:v>#N/A</c:v>
                </c:pt>
                <c:pt idx="2272">
                  <c:v>#N/A</c:v>
                </c:pt>
                <c:pt idx="2273">
                  <c:v>#N/A</c:v>
                </c:pt>
                <c:pt idx="2274">
                  <c:v>#N/A</c:v>
                </c:pt>
                <c:pt idx="2275">
                  <c:v>#N/A</c:v>
                </c:pt>
                <c:pt idx="2276">
                  <c:v>#N/A</c:v>
                </c:pt>
                <c:pt idx="2277">
                  <c:v>#N/A</c:v>
                </c:pt>
                <c:pt idx="2278">
                  <c:v>#N/A</c:v>
                </c:pt>
                <c:pt idx="2279">
                  <c:v>#N/A</c:v>
                </c:pt>
                <c:pt idx="2280">
                  <c:v>#N/A</c:v>
                </c:pt>
                <c:pt idx="2281">
                  <c:v>#N/A</c:v>
                </c:pt>
                <c:pt idx="2282">
                  <c:v>#N/A</c:v>
                </c:pt>
                <c:pt idx="2283">
                  <c:v>#N/A</c:v>
                </c:pt>
                <c:pt idx="2284">
                  <c:v>#N/A</c:v>
                </c:pt>
                <c:pt idx="2285">
                  <c:v>#N/A</c:v>
                </c:pt>
                <c:pt idx="2286">
                  <c:v>#N/A</c:v>
                </c:pt>
                <c:pt idx="2287">
                  <c:v>#N/A</c:v>
                </c:pt>
                <c:pt idx="2288">
                  <c:v>#N/A</c:v>
                </c:pt>
                <c:pt idx="2289">
                  <c:v>#N/A</c:v>
                </c:pt>
                <c:pt idx="2290">
                  <c:v>#N/A</c:v>
                </c:pt>
                <c:pt idx="2291">
                  <c:v>#N/A</c:v>
                </c:pt>
                <c:pt idx="2292">
                  <c:v>#N/A</c:v>
                </c:pt>
                <c:pt idx="2293">
                  <c:v>#N/A</c:v>
                </c:pt>
                <c:pt idx="2294">
                  <c:v>#N/A</c:v>
                </c:pt>
                <c:pt idx="2295">
                  <c:v>#N/A</c:v>
                </c:pt>
                <c:pt idx="2296">
                  <c:v>#N/A</c:v>
                </c:pt>
                <c:pt idx="2297">
                  <c:v>#N/A</c:v>
                </c:pt>
                <c:pt idx="2298">
                  <c:v>#N/A</c:v>
                </c:pt>
                <c:pt idx="2299">
                  <c:v>#N/A</c:v>
                </c:pt>
                <c:pt idx="2300">
                  <c:v>#N/A</c:v>
                </c:pt>
                <c:pt idx="2301">
                  <c:v>#N/A</c:v>
                </c:pt>
                <c:pt idx="2302">
                  <c:v>#N/A</c:v>
                </c:pt>
                <c:pt idx="2303">
                  <c:v>#N/A</c:v>
                </c:pt>
                <c:pt idx="2304">
                  <c:v>#N/A</c:v>
                </c:pt>
                <c:pt idx="2305">
                  <c:v>#N/A</c:v>
                </c:pt>
                <c:pt idx="2306">
                  <c:v>#N/A</c:v>
                </c:pt>
                <c:pt idx="2307">
                  <c:v>#N/A</c:v>
                </c:pt>
                <c:pt idx="2308">
                  <c:v>#N/A</c:v>
                </c:pt>
                <c:pt idx="2309">
                  <c:v>#N/A</c:v>
                </c:pt>
                <c:pt idx="2310">
                  <c:v>#N/A</c:v>
                </c:pt>
                <c:pt idx="2311">
                  <c:v>#N/A</c:v>
                </c:pt>
                <c:pt idx="2312">
                  <c:v>#N/A</c:v>
                </c:pt>
                <c:pt idx="2313">
                  <c:v>#N/A</c:v>
                </c:pt>
                <c:pt idx="2314">
                  <c:v>#N/A</c:v>
                </c:pt>
                <c:pt idx="2315">
                  <c:v>#N/A</c:v>
                </c:pt>
                <c:pt idx="2316">
                  <c:v>#N/A</c:v>
                </c:pt>
                <c:pt idx="2317">
                  <c:v>#N/A</c:v>
                </c:pt>
                <c:pt idx="2318">
                  <c:v>#N/A</c:v>
                </c:pt>
                <c:pt idx="2319">
                  <c:v>#N/A</c:v>
                </c:pt>
                <c:pt idx="2320">
                  <c:v>#N/A</c:v>
                </c:pt>
                <c:pt idx="2321">
                  <c:v>#N/A</c:v>
                </c:pt>
                <c:pt idx="2322">
                  <c:v>#N/A</c:v>
                </c:pt>
                <c:pt idx="2323">
                  <c:v>#N/A</c:v>
                </c:pt>
                <c:pt idx="2324">
                  <c:v>#N/A</c:v>
                </c:pt>
                <c:pt idx="2325">
                  <c:v>#N/A</c:v>
                </c:pt>
                <c:pt idx="2326">
                  <c:v>#N/A</c:v>
                </c:pt>
                <c:pt idx="2327">
                  <c:v>#N/A</c:v>
                </c:pt>
                <c:pt idx="2328">
                  <c:v>#N/A</c:v>
                </c:pt>
                <c:pt idx="2329">
                  <c:v>#N/A</c:v>
                </c:pt>
                <c:pt idx="2330">
                  <c:v>#N/A</c:v>
                </c:pt>
                <c:pt idx="2331">
                  <c:v>#N/A</c:v>
                </c:pt>
                <c:pt idx="2332">
                  <c:v>#N/A</c:v>
                </c:pt>
                <c:pt idx="2333">
                  <c:v>#N/A</c:v>
                </c:pt>
                <c:pt idx="2334">
                  <c:v>#N/A</c:v>
                </c:pt>
                <c:pt idx="2335">
                  <c:v>#N/A</c:v>
                </c:pt>
                <c:pt idx="2336">
                  <c:v>#N/A</c:v>
                </c:pt>
                <c:pt idx="2337">
                  <c:v>#N/A</c:v>
                </c:pt>
                <c:pt idx="2338">
                  <c:v>#N/A</c:v>
                </c:pt>
                <c:pt idx="2339">
                  <c:v>#N/A</c:v>
                </c:pt>
                <c:pt idx="2340">
                  <c:v>#N/A</c:v>
                </c:pt>
                <c:pt idx="2341">
                  <c:v>#N/A</c:v>
                </c:pt>
                <c:pt idx="2342">
                  <c:v>#N/A</c:v>
                </c:pt>
                <c:pt idx="2343">
                  <c:v>#N/A</c:v>
                </c:pt>
                <c:pt idx="2344">
                  <c:v>#N/A</c:v>
                </c:pt>
                <c:pt idx="2345">
                  <c:v>#N/A</c:v>
                </c:pt>
                <c:pt idx="2346">
                  <c:v>#N/A</c:v>
                </c:pt>
                <c:pt idx="2347">
                  <c:v>#N/A</c:v>
                </c:pt>
                <c:pt idx="2348">
                  <c:v>#N/A</c:v>
                </c:pt>
                <c:pt idx="2349">
                  <c:v>#N/A</c:v>
                </c:pt>
                <c:pt idx="2350">
                  <c:v>#N/A</c:v>
                </c:pt>
                <c:pt idx="2351">
                  <c:v>#N/A</c:v>
                </c:pt>
                <c:pt idx="2352">
                  <c:v>#N/A</c:v>
                </c:pt>
                <c:pt idx="2353">
                  <c:v>#N/A</c:v>
                </c:pt>
                <c:pt idx="2354">
                  <c:v>#N/A</c:v>
                </c:pt>
                <c:pt idx="2355">
                  <c:v>#N/A</c:v>
                </c:pt>
                <c:pt idx="2356">
                  <c:v>#N/A</c:v>
                </c:pt>
                <c:pt idx="2357">
                  <c:v>#N/A</c:v>
                </c:pt>
                <c:pt idx="2358">
                  <c:v>#N/A</c:v>
                </c:pt>
                <c:pt idx="2359">
                  <c:v>#N/A</c:v>
                </c:pt>
                <c:pt idx="2360">
                  <c:v>#N/A</c:v>
                </c:pt>
                <c:pt idx="2361">
                  <c:v>#N/A</c:v>
                </c:pt>
                <c:pt idx="2362">
                  <c:v>#N/A</c:v>
                </c:pt>
                <c:pt idx="2363">
                  <c:v>#N/A</c:v>
                </c:pt>
                <c:pt idx="2364">
                  <c:v>#N/A</c:v>
                </c:pt>
                <c:pt idx="2365">
                  <c:v>#N/A</c:v>
                </c:pt>
                <c:pt idx="2366">
                  <c:v>#N/A</c:v>
                </c:pt>
                <c:pt idx="2367">
                  <c:v>#N/A</c:v>
                </c:pt>
                <c:pt idx="2368">
                  <c:v>#N/A</c:v>
                </c:pt>
                <c:pt idx="2369">
                  <c:v>#N/A</c:v>
                </c:pt>
                <c:pt idx="2370">
                  <c:v>#N/A</c:v>
                </c:pt>
                <c:pt idx="2371">
                  <c:v>#N/A</c:v>
                </c:pt>
                <c:pt idx="2372">
                  <c:v>#N/A</c:v>
                </c:pt>
                <c:pt idx="2373">
                  <c:v>#N/A</c:v>
                </c:pt>
                <c:pt idx="2374">
                  <c:v>#N/A</c:v>
                </c:pt>
                <c:pt idx="2375">
                  <c:v>#N/A</c:v>
                </c:pt>
                <c:pt idx="2376">
                  <c:v>#N/A</c:v>
                </c:pt>
                <c:pt idx="2377">
                  <c:v>#N/A</c:v>
                </c:pt>
                <c:pt idx="2378">
                  <c:v>#N/A</c:v>
                </c:pt>
                <c:pt idx="2379">
                  <c:v>#N/A</c:v>
                </c:pt>
                <c:pt idx="2380">
                  <c:v>#N/A</c:v>
                </c:pt>
                <c:pt idx="2381">
                  <c:v>#N/A</c:v>
                </c:pt>
                <c:pt idx="2382">
                  <c:v>#N/A</c:v>
                </c:pt>
                <c:pt idx="2383">
                  <c:v>#N/A</c:v>
                </c:pt>
                <c:pt idx="2384">
                  <c:v>#N/A</c:v>
                </c:pt>
                <c:pt idx="2385">
                  <c:v>#N/A</c:v>
                </c:pt>
                <c:pt idx="2386">
                  <c:v>#N/A</c:v>
                </c:pt>
                <c:pt idx="2387">
                  <c:v>#N/A</c:v>
                </c:pt>
                <c:pt idx="2388">
                  <c:v>#N/A</c:v>
                </c:pt>
                <c:pt idx="2389">
                  <c:v>#N/A</c:v>
                </c:pt>
                <c:pt idx="2390">
                  <c:v>#N/A</c:v>
                </c:pt>
                <c:pt idx="2391">
                  <c:v>#N/A</c:v>
                </c:pt>
                <c:pt idx="2392">
                  <c:v>#N/A</c:v>
                </c:pt>
                <c:pt idx="2393">
                  <c:v>#N/A</c:v>
                </c:pt>
                <c:pt idx="2394">
                  <c:v>#N/A</c:v>
                </c:pt>
                <c:pt idx="2395">
                  <c:v>#N/A</c:v>
                </c:pt>
                <c:pt idx="2396">
                  <c:v>#N/A</c:v>
                </c:pt>
                <c:pt idx="2397">
                  <c:v>#N/A</c:v>
                </c:pt>
                <c:pt idx="2398">
                  <c:v>#N/A</c:v>
                </c:pt>
                <c:pt idx="2399">
                  <c:v>#N/A</c:v>
                </c:pt>
                <c:pt idx="2400">
                  <c:v>#N/A</c:v>
                </c:pt>
                <c:pt idx="2401">
                  <c:v>#N/A</c:v>
                </c:pt>
                <c:pt idx="2402">
                  <c:v>#N/A</c:v>
                </c:pt>
                <c:pt idx="2403">
                  <c:v>#N/A</c:v>
                </c:pt>
                <c:pt idx="2404">
                  <c:v>#N/A</c:v>
                </c:pt>
                <c:pt idx="2405">
                  <c:v>#N/A</c:v>
                </c:pt>
                <c:pt idx="2406">
                  <c:v>#N/A</c:v>
                </c:pt>
                <c:pt idx="2407">
                  <c:v>#N/A</c:v>
                </c:pt>
                <c:pt idx="2408">
                  <c:v>#N/A</c:v>
                </c:pt>
                <c:pt idx="2409">
                  <c:v>#N/A</c:v>
                </c:pt>
                <c:pt idx="2410">
                  <c:v>#N/A</c:v>
                </c:pt>
                <c:pt idx="2411">
                  <c:v>#N/A</c:v>
                </c:pt>
                <c:pt idx="2412">
                  <c:v>#N/A</c:v>
                </c:pt>
                <c:pt idx="2413">
                  <c:v>#N/A</c:v>
                </c:pt>
                <c:pt idx="2414">
                  <c:v>#N/A</c:v>
                </c:pt>
                <c:pt idx="2415">
                  <c:v>#N/A</c:v>
                </c:pt>
                <c:pt idx="2416">
                  <c:v>#N/A</c:v>
                </c:pt>
                <c:pt idx="2417">
                  <c:v>#N/A</c:v>
                </c:pt>
                <c:pt idx="2418">
                  <c:v>#N/A</c:v>
                </c:pt>
                <c:pt idx="2419">
                  <c:v>#N/A</c:v>
                </c:pt>
                <c:pt idx="2420">
                  <c:v>#N/A</c:v>
                </c:pt>
                <c:pt idx="2421">
                  <c:v>#N/A</c:v>
                </c:pt>
                <c:pt idx="2422">
                  <c:v>#N/A</c:v>
                </c:pt>
                <c:pt idx="2423">
                  <c:v>#N/A</c:v>
                </c:pt>
                <c:pt idx="2424">
                  <c:v>#N/A</c:v>
                </c:pt>
                <c:pt idx="2425">
                  <c:v>#N/A</c:v>
                </c:pt>
                <c:pt idx="2426">
                  <c:v>#N/A</c:v>
                </c:pt>
                <c:pt idx="2427">
                  <c:v>#N/A</c:v>
                </c:pt>
                <c:pt idx="2428">
                  <c:v>#N/A</c:v>
                </c:pt>
                <c:pt idx="2429">
                  <c:v>#N/A</c:v>
                </c:pt>
                <c:pt idx="2430">
                  <c:v>#N/A</c:v>
                </c:pt>
                <c:pt idx="2431">
                  <c:v>#N/A</c:v>
                </c:pt>
                <c:pt idx="2432">
                  <c:v>#N/A</c:v>
                </c:pt>
                <c:pt idx="2433">
                  <c:v>#N/A</c:v>
                </c:pt>
                <c:pt idx="2434">
                  <c:v>#N/A</c:v>
                </c:pt>
                <c:pt idx="2435">
                  <c:v>#N/A</c:v>
                </c:pt>
                <c:pt idx="2436">
                  <c:v>#N/A</c:v>
                </c:pt>
                <c:pt idx="2437">
                  <c:v>#N/A</c:v>
                </c:pt>
                <c:pt idx="2438">
                  <c:v>#N/A</c:v>
                </c:pt>
                <c:pt idx="2439">
                  <c:v>#N/A</c:v>
                </c:pt>
                <c:pt idx="2440">
                  <c:v>#N/A</c:v>
                </c:pt>
                <c:pt idx="2441">
                  <c:v>#N/A</c:v>
                </c:pt>
                <c:pt idx="2442">
                  <c:v>#N/A</c:v>
                </c:pt>
                <c:pt idx="2443">
                  <c:v>#N/A</c:v>
                </c:pt>
                <c:pt idx="2444">
                  <c:v>#N/A</c:v>
                </c:pt>
                <c:pt idx="2445">
                  <c:v>#N/A</c:v>
                </c:pt>
                <c:pt idx="2446">
                  <c:v>#N/A</c:v>
                </c:pt>
                <c:pt idx="2447">
                  <c:v>#N/A</c:v>
                </c:pt>
                <c:pt idx="2448">
                  <c:v>#N/A</c:v>
                </c:pt>
                <c:pt idx="2449">
                  <c:v>#N/A</c:v>
                </c:pt>
                <c:pt idx="2450">
                  <c:v>#N/A</c:v>
                </c:pt>
                <c:pt idx="2451">
                  <c:v>#N/A</c:v>
                </c:pt>
                <c:pt idx="2452">
                  <c:v>#N/A</c:v>
                </c:pt>
                <c:pt idx="2453">
                  <c:v>#N/A</c:v>
                </c:pt>
                <c:pt idx="2454">
                  <c:v>#N/A</c:v>
                </c:pt>
                <c:pt idx="2455">
                  <c:v>#N/A</c:v>
                </c:pt>
                <c:pt idx="2456">
                  <c:v>#N/A</c:v>
                </c:pt>
                <c:pt idx="2457">
                  <c:v>#N/A</c:v>
                </c:pt>
                <c:pt idx="2458">
                  <c:v>#N/A</c:v>
                </c:pt>
                <c:pt idx="2459">
                  <c:v>#N/A</c:v>
                </c:pt>
                <c:pt idx="2460">
                  <c:v>#N/A</c:v>
                </c:pt>
                <c:pt idx="2461">
                  <c:v>#N/A</c:v>
                </c:pt>
                <c:pt idx="2462">
                  <c:v>#N/A</c:v>
                </c:pt>
                <c:pt idx="2463">
                  <c:v>#N/A</c:v>
                </c:pt>
                <c:pt idx="2464">
                  <c:v>#N/A</c:v>
                </c:pt>
                <c:pt idx="2465">
                  <c:v>#N/A</c:v>
                </c:pt>
                <c:pt idx="2466">
                  <c:v>#N/A</c:v>
                </c:pt>
                <c:pt idx="2467">
                  <c:v>#N/A</c:v>
                </c:pt>
                <c:pt idx="2468">
                  <c:v>#N/A</c:v>
                </c:pt>
                <c:pt idx="2469">
                  <c:v>#N/A</c:v>
                </c:pt>
                <c:pt idx="2470">
                  <c:v>#N/A</c:v>
                </c:pt>
                <c:pt idx="2471">
                  <c:v>#N/A</c:v>
                </c:pt>
                <c:pt idx="2472">
                  <c:v>#N/A</c:v>
                </c:pt>
                <c:pt idx="2473">
                  <c:v>#N/A</c:v>
                </c:pt>
                <c:pt idx="2474">
                  <c:v>#N/A</c:v>
                </c:pt>
                <c:pt idx="2475">
                  <c:v>#N/A</c:v>
                </c:pt>
                <c:pt idx="2476">
                  <c:v>#N/A</c:v>
                </c:pt>
                <c:pt idx="2477">
                  <c:v>#N/A</c:v>
                </c:pt>
                <c:pt idx="2478">
                  <c:v>#N/A</c:v>
                </c:pt>
                <c:pt idx="2479">
                  <c:v>#N/A</c:v>
                </c:pt>
                <c:pt idx="2480">
                  <c:v>#N/A</c:v>
                </c:pt>
                <c:pt idx="2481">
                  <c:v>#N/A</c:v>
                </c:pt>
                <c:pt idx="2482">
                  <c:v>#N/A</c:v>
                </c:pt>
                <c:pt idx="2483">
                  <c:v>#N/A</c:v>
                </c:pt>
                <c:pt idx="2484">
                  <c:v>#N/A</c:v>
                </c:pt>
                <c:pt idx="2485">
                  <c:v>#N/A</c:v>
                </c:pt>
                <c:pt idx="2486">
                  <c:v>#N/A</c:v>
                </c:pt>
                <c:pt idx="2487">
                  <c:v>#N/A</c:v>
                </c:pt>
                <c:pt idx="2488">
                  <c:v>#N/A</c:v>
                </c:pt>
                <c:pt idx="2489">
                  <c:v>#N/A</c:v>
                </c:pt>
                <c:pt idx="2490">
                  <c:v>#N/A</c:v>
                </c:pt>
                <c:pt idx="2491">
                  <c:v>#N/A</c:v>
                </c:pt>
                <c:pt idx="2492">
                  <c:v>#N/A</c:v>
                </c:pt>
                <c:pt idx="2493">
                  <c:v>#N/A</c:v>
                </c:pt>
                <c:pt idx="2494">
                  <c:v>#N/A</c:v>
                </c:pt>
                <c:pt idx="2495">
                  <c:v>#N/A</c:v>
                </c:pt>
                <c:pt idx="2496">
                  <c:v>#N/A</c:v>
                </c:pt>
                <c:pt idx="2497">
                  <c:v>#N/A</c:v>
                </c:pt>
                <c:pt idx="2498">
                  <c:v>#N/A</c:v>
                </c:pt>
                <c:pt idx="2499">
                  <c:v>#N/A</c:v>
                </c:pt>
                <c:pt idx="2500">
                  <c:v>#N/A</c:v>
                </c:pt>
                <c:pt idx="2501">
                  <c:v>#N/A</c:v>
                </c:pt>
                <c:pt idx="2502">
                  <c:v>#N/A</c:v>
                </c:pt>
                <c:pt idx="2503">
                  <c:v>#N/A</c:v>
                </c:pt>
                <c:pt idx="2504">
                  <c:v>#N/A</c:v>
                </c:pt>
                <c:pt idx="2505">
                  <c:v>#N/A</c:v>
                </c:pt>
                <c:pt idx="2506">
                  <c:v>#N/A</c:v>
                </c:pt>
                <c:pt idx="2507">
                  <c:v>#N/A</c:v>
                </c:pt>
                <c:pt idx="2508">
                  <c:v>#N/A</c:v>
                </c:pt>
                <c:pt idx="2509">
                  <c:v>#N/A</c:v>
                </c:pt>
                <c:pt idx="2510">
                  <c:v>#N/A</c:v>
                </c:pt>
                <c:pt idx="2511">
                  <c:v>#N/A</c:v>
                </c:pt>
                <c:pt idx="2512">
                  <c:v>#N/A</c:v>
                </c:pt>
                <c:pt idx="2513">
                  <c:v>#N/A</c:v>
                </c:pt>
                <c:pt idx="2514">
                  <c:v>#N/A</c:v>
                </c:pt>
                <c:pt idx="2515">
                  <c:v>#N/A</c:v>
                </c:pt>
                <c:pt idx="2516">
                  <c:v>#N/A</c:v>
                </c:pt>
                <c:pt idx="2517">
                  <c:v>#N/A</c:v>
                </c:pt>
                <c:pt idx="2518">
                  <c:v>#N/A</c:v>
                </c:pt>
                <c:pt idx="2519">
                  <c:v>#N/A</c:v>
                </c:pt>
                <c:pt idx="2520">
                  <c:v>#N/A</c:v>
                </c:pt>
                <c:pt idx="2521">
                  <c:v>#N/A</c:v>
                </c:pt>
                <c:pt idx="2522">
                  <c:v>#N/A</c:v>
                </c:pt>
                <c:pt idx="2523">
                  <c:v>#N/A</c:v>
                </c:pt>
                <c:pt idx="2524">
                  <c:v>#N/A</c:v>
                </c:pt>
                <c:pt idx="2525">
                  <c:v>#N/A</c:v>
                </c:pt>
                <c:pt idx="2526">
                  <c:v>#N/A</c:v>
                </c:pt>
                <c:pt idx="2527">
                  <c:v>#N/A</c:v>
                </c:pt>
                <c:pt idx="2528">
                  <c:v>#N/A</c:v>
                </c:pt>
                <c:pt idx="2529">
                  <c:v>#N/A</c:v>
                </c:pt>
                <c:pt idx="2530">
                  <c:v>#N/A</c:v>
                </c:pt>
                <c:pt idx="2531">
                  <c:v>#N/A</c:v>
                </c:pt>
                <c:pt idx="2532">
                  <c:v>#N/A</c:v>
                </c:pt>
                <c:pt idx="2533">
                  <c:v>#N/A</c:v>
                </c:pt>
                <c:pt idx="2534">
                  <c:v>#N/A</c:v>
                </c:pt>
                <c:pt idx="2535">
                  <c:v>#N/A</c:v>
                </c:pt>
                <c:pt idx="2536">
                  <c:v>#N/A</c:v>
                </c:pt>
                <c:pt idx="2537">
                  <c:v>#N/A</c:v>
                </c:pt>
                <c:pt idx="2538">
                  <c:v>#N/A</c:v>
                </c:pt>
                <c:pt idx="2539">
                  <c:v>#N/A</c:v>
                </c:pt>
                <c:pt idx="2540">
                  <c:v>#N/A</c:v>
                </c:pt>
                <c:pt idx="2541">
                  <c:v>#N/A</c:v>
                </c:pt>
                <c:pt idx="2542">
                  <c:v>#N/A</c:v>
                </c:pt>
                <c:pt idx="2543">
                  <c:v>#N/A</c:v>
                </c:pt>
                <c:pt idx="2544">
                  <c:v>#N/A</c:v>
                </c:pt>
                <c:pt idx="2545">
                  <c:v>#N/A</c:v>
                </c:pt>
                <c:pt idx="2546">
                  <c:v>#N/A</c:v>
                </c:pt>
                <c:pt idx="2547">
                  <c:v>#N/A</c:v>
                </c:pt>
                <c:pt idx="2548">
                  <c:v>#N/A</c:v>
                </c:pt>
                <c:pt idx="2549">
                  <c:v>#N/A</c:v>
                </c:pt>
                <c:pt idx="2550">
                  <c:v>#N/A</c:v>
                </c:pt>
                <c:pt idx="2551">
                  <c:v>#N/A</c:v>
                </c:pt>
                <c:pt idx="2552">
                  <c:v>#N/A</c:v>
                </c:pt>
                <c:pt idx="2553">
                  <c:v>#N/A</c:v>
                </c:pt>
                <c:pt idx="2554">
                  <c:v>#N/A</c:v>
                </c:pt>
                <c:pt idx="2555">
                  <c:v>#N/A</c:v>
                </c:pt>
                <c:pt idx="2556">
                  <c:v>#N/A</c:v>
                </c:pt>
                <c:pt idx="2557">
                  <c:v>#N/A</c:v>
                </c:pt>
                <c:pt idx="2558">
                  <c:v>#N/A</c:v>
                </c:pt>
                <c:pt idx="2559">
                  <c:v>#N/A</c:v>
                </c:pt>
                <c:pt idx="2560">
                  <c:v>#N/A</c:v>
                </c:pt>
                <c:pt idx="2561">
                  <c:v>#N/A</c:v>
                </c:pt>
                <c:pt idx="2562">
                  <c:v>#N/A</c:v>
                </c:pt>
                <c:pt idx="2563">
                  <c:v>#N/A</c:v>
                </c:pt>
                <c:pt idx="2564">
                  <c:v>#N/A</c:v>
                </c:pt>
                <c:pt idx="2565">
                  <c:v>#N/A</c:v>
                </c:pt>
                <c:pt idx="2566">
                  <c:v>#N/A</c:v>
                </c:pt>
                <c:pt idx="2567">
                  <c:v>#N/A</c:v>
                </c:pt>
                <c:pt idx="2568">
                  <c:v>#N/A</c:v>
                </c:pt>
                <c:pt idx="2569">
                  <c:v>#N/A</c:v>
                </c:pt>
                <c:pt idx="2570">
                  <c:v>#N/A</c:v>
                </c:pt>
                <c:pt idx="2571">
                  <c:v>#N/A</c:v>
                </c:pt>
                <c:pt idx="2572">
                  <c:v>#N/A</c:v>
                </c:pt>
                <c:pt idx="2573">
                  <c:v>#N/A</c:v>
                </c:pt>
                <c:pt idx="2574">
                  <c:v>#N/A</c:v>
                </c:pt>
                <c:pt idx="2575">
                  <c:v>#N/A</c:v>
                </c:pt>
                <c:pt idx="2576">
                  <c:v>#N/A</c:v>
                </c:pt>
                <c:pt idx="2577">
                  <c:v>#N/A</c:v>
                </c:pt>
                <c:pt idx="2578">
                  <c:v>#N/A</c:v>
                </c:pt>
                <c:pt idx="2579">
                  <c:v>#N/A</c:v>
                </c:pt>
                <c:pt idx="2580">
                  <c:v>#N/A</c:v>
                </c:pt>
                <c:pt idx="2581">
                  <c:v>#N/A</c:v>
                </c:pt>
                <c:pt idx="2582">
                  <c:v>#N/A</c:v>
                </c:pt>
                <c:pt idx="2583">
                  <c:v>#N/A</c:v>
                </c:pt>
                <c:pt idx="2584">
                  <c:v>#N/A</c:v>
                </c:pt>
                <c:pt idx="2585">
                  <c:v>#N/A</c:v>
                </c:pt>
                <c:pt idx="2586">
                  <c:v>#N/A</c:v>
                </c:pt>
                <c:pt idx="2587">
                  <c:v>#N/A</c:v>
                </c:pt>
                <c:pt idx="2588">
                  <c:v>#N/A</c:v>
                </c:pt>
                <c:pt idx="2589">
                  <c:v>#N/A</c:v>
                </c:pt>
                <c:pt idx="2590">
                  <c:v>#N/A</c:v>
                </c:pt>
                <c:pt idx="2591">
                  <c:v>#N/A</c:v>
                </c:pt>
                <c:pt idx="2592">
                  <c:v>#N/A</c:v>
                </c:pt>
                <c:pt idx="2593">
                  <c:v>#N/A</c:v>
                </c:pt>
                <c:pt idx="2594">
                  <c:v>#N/A</c:v>
                </c:pt>
                <c:pt idx="2595">
                  <c:v>#N/A</c:v>
                </c:pt>
                <c:pt idx="2596">
                  <c:v>#N/A</c:v>
                </c:pt>
                <c:pt idx="2597">
                  <c:v>#N/A</c:v>
                </c:pt>
                <c:pt idx="2598">
                  <c:v>#N/A</c:v>
                </c:pt>
                <c:pt idx="2599">
                  <c:v>#N/A</c:v>
                </c:pt>
                <c:pt idx="2600">
                  <c:v>#N/A</c:v>
                </c:pt>
                <c:pt idx="2601">
                  <c:v>#N/A</c:v>
                </c:pt>
                <c:pt idx="2602">
                  <c:v>#N/A</c:v>
                </c:pt>
                <c:pt idx="2603">
                  <c:v>#N/A</c:v>
                </c:pt>
                <c:pt idx="2604">
                  <c:v>#N/A</c:v>
                </c:pt>
                <c:pt idx="2605">
                  <c:v>#N/A</c:v>
                </c:pt>
                <c:pt idx="2606">
                  <c:v>#N/A</c:v>
                </c:pt>
                <c:pt idx="2607">
                  <c:v>#N/A</c:v>
                </c:pt>
                <c:pt idx="2608">
                  <c:v>#N/A</c:v>
                </c:pt>
                <c:pt idx="2609">
                  <c:v>#N/A</c:v>
                </c:pt>
                <c:pt idx="2610">
                  <c:v>#N/A</c:v>
                </c:pt>
                <c:pt idx="2611">
                  <c:v>#N/A</c:v>
                </c:pt>
                <c:pt idx="2612">
                  <c:v>#N/A</c:v>
                </c:pt>
                <c:pt idx="2613">
                  <c:v>#N/A</c:v>
                </c:pt>
                <c:pt idx="2614">
                  <c:v>#N/A</c:v>
                </c:pt>
                <c:pt idx="2615">
                  <c:v>#N/A</c:v>
                </c:pt>
                <c:pt idx="2616">
                  <c:v>#N/A</c:v>
                </c:pt>
                <c:pt idx="2617">
                  <c:v>#N/A</c:v>
                </c:pt>
                <c:pt idx="2618">
                  <c:v>#N/A</c:v>
                </c:pt>
                <c:pt idx="2619">
                  <c:v>#N/A</c:v>
                </c:pt>
                <c:pt idx="2620">
                  <c:v>#N/A</c:v>
                </c:pt>
                <c:pt idx="2621">
                  <c:v>#N/A</c:v>
                </c:pt>
                <c:pt idx="2622">
                  <c:v>#N/A</c:v>
                </c:pt>
                <c:pt idx="2623">
                  <c:v>#N/A</c:v>
                </c:pt>
                <c:pt idx="2624">
                  <c:v>#N/A</c:v>
                </c:pt>
                <c:pt idx="2625">
                  <c:v>#N/A</c:v>
                </c:pt>
                <c:pt idx="2626">
                  <c:v>#N/A</c:v>
                </c:pt>
                <c:pt idx="2627">
                  <c:v>#N/A</c:v>
                </c:pt>
                <c:pt idx="2628">
                  <c:v>#N/A</c:v>
                </c:pt>
                <c:pt idx="2629">
                  <c:v>#N/A</c:v>
                </c:pt>
                <c:pt idx="2630">
                  <c:v>#N/A</c:v>
                </c:pt>
                <c:pt idx="2631">
                  <c:v>#N/A</c:v>
                </c:pt>
                <c:pt idx="2632">
                  <c:v>#N/A</c:v>
                </c:pt>
                <c:pt idx="2633">
                  <c:v>#N/A</c:v>
                </c:pt>
                <c:pt idx="2634">
                  <c:v>#N/A</c:v>
                </c:pt>
                <c:pt idx="2635">
                  <c:v>#N/A</c:v>
                </c:pt>
                <c:pt idx="2636">
                  <c:v>#N/A</c:v>
                </c:pt>
                <c:pt idx="2637">
                  <c:v>#N/A</c:v>
                </c:pt>
                <c:pt idx="2638">
                  <c:v>#N/A</c:v>
                </c:pt>
                <c:pt idx="2639">
                  <c:v>#N/A</c:v>
                </c:pt>
                <c:pt idx="2640">
                  <c:v>#N/A</c:v>
                </c:pt>
                <c:pt idx="2641">
                  <c:v>#N/A</c:v>
                </c:pt>
                <c:pt idx="2642">
                  <c:v>#N/A</c:v>
                </c:pt>
                <c:pt idx="2643">
                  <c:v>#N/A</c:v>
                </c:pt>
                <c:pt idx="2644">
                  <c:v>#N/A</c:v>
                </c:pt>
                <c:pt idx="2645">
                  <c:v>#N/A</c:v>
                </c:pt>
                <c:pt idx="2646">
                  <c:v>#N/A</c:v>
                </c:pt>
                <c:pt idx="2647">
                  <c:v>#N/A</c:v>
                </c:pt>
                <c:pt idx="2648">
                  <c:v>#N/A</c:v>
                </c:pt>
                <c:pt idx="2649">
                  <c:v>#N/A</c:v>
                </c:pt>
                <c:pt idx="2650">
                  <c:v>#N/A</c:v>
                </c:pt>
                <c:pt idx="2651">
                  <c:v>#N/A</c:v>
                </c:pt>
                <c:pt idx="2652">
                  <c:v>#N/A</c:v>
                </c:pt>
                <c:pt idx="2653">
                  <c:v>#N/A</c:v>
                </c:pt>
                <c:pt idx="2654">
                  <c:v>#N/A</c:v>
                </c:pt>
                <c:pt idx="2655">
                  <c:v>#N/A</c:v>
                </c:pt>
                <c:pt idx="2656">
                  <c:v>#N/A</c:v>
                </c:pt>
                <c:pt idx="2657">
                  <c:v>#N/A</c:v>
                </c:pt>
                <c:pt idx="2658">
                  <c:v>#N/A</c:v>
                </c:pt>
                <c:pt idx="2659">
                  <c:v>#N/A</c:v>
                </c:pt>
                <c:pt idx="2660">
                  <c:v>#N/A</c:v>
                </c:pt>
                <c:pt idx="2661">
                  <c:v>#N/A</c:v>
                </c:pt>
                <c:pt idx="2662">
                  <c:v>#N/A</c:v>
                </c:pt>
                <c:pt idx="2663">
                  <c:v>#N/A</c:v>
                </c:pt>
                <c:pt idx="2664">
                  <c:v>#N/A</c:v>
                </c:pt>
                <c:pt idx="2665">
                  <c:v>#N/A</c:v>
                </c:pt>
                <c:pt idx="2666">
                  <c:v>#N/A</c:v>
                </c:pt>
                <c:pt idx="2667">
                  <c:v>#N/A</c:v>
                </c:pt>
                <c:pt idx="2668">
                  <c:v>#N/A</c:v>
                </c:pt>
                <c:pt idx="2669">
                  <c:v>#N/A</c:v>
                </c:pt>
                <c:pt idx="2670">
                  <c:v>#N/A</c:v>
                </c:pt>
                <c:pt idx="2671">
                  <c:v>#N/A</c:v>
                </c:pt>
                <c:pt idx="2672">
                  <c:v>#N/A</c:v>
                </c:pt>
                <c:pt idx="2673">
                  <c:v>#N/A</c:v>
                </c:pt>
                <c:pt idx="2674">
                  <c:v>#N/A</c:v>
                </c:pt>
                <c:pt idx="2675">
                  <c:v>#N/A</c:v>
                </c:pt>
                <c:pt idx="2676">
                  <c:v>#N/A</c:v>
                </c:pt>
                <c:pt idx="2677">
                  <c:v>#N/A</c:v>
                </c:pt>
                <c:pt idx="2678">
                  <c:v>#N/A</c:v>
                </c:pt>
                <c:pt idx="2679">
                  <c:v>#N/A</c:v>
                </c:pt>
                <c:pt idx="2680">
                  <c:v>#N/A</c:v>
                </c:pt>
                <c:pt idx="2681">
                  <c:v>#N/A</c:v>
                </c:pt>
                <c:pt idx="2682">
                  <c:v>#N/A</c:v>
                </c:pt>
                <c:pt idx="2683">
                  <c:v>#N/A</c:v>
                </c:pt>
                <c:pt idx="2684">
                  <c:v>#N/A</c:v>
                </c:pt>
                <c:pt idx="2685">
                  <c:v>#N/A</c:v>
                </c:pt>
                <c:pt idx="2686">
                  <c:v>#N/A</c:v>
                </c:pt>
                <c:pt idx="2687">
                  <c:v>#N/A</c:v>
                </c:pt>
                <c:pt idx="2688">
                  <c:v>#N/A</c:v>
                </c:pt>
                <c:pt idx="2689">
                  <c:v>#N/A</c:v>
                </c:pt>
                <c:pt idx="2690">
                  <c:v>#N/A</c:v>
                </c:pt>
                <c:pt idx="2691">
                  <c:v>#N/A</c:v>
                </c:pt>
                <c:pt idx="2692">
                  <c:v>#N/A</c:v>
                </c:pt>
                <c:pt idx="2693">
                  <c:v>#N/A</c:v>
                </c:pt>
                <c:pt idx="2694">
                  <c:v>#N/A</c:v>
                </c:pt>
                <c:pt idx="2695">
                  <c:v>#N/A</c:v>
                </c:pt>
                <c:pt idx="2696">
                  <c:v>#N/A</c:v>
                </c:pt>
                <c:pt idx="2697">
                  <c:v>#N/A</c:v>
                </c:pt>
                <c:pt idx="2698">
                  <c:v>#N/A</c:v>
                </c:pt>
                <c:pt idx="2699">
                  <c:v>#N/A</c:v>
                </c:pt>
                <c:pt idx="2700">
                  <c:v>#N/A</c:v>
                </c:pt>
                <c:pt idx="2701">
                  <c:v>#N/A</c:v>
                </c:pt>
                <c:pt idx="2702">
                  <c:v>#N/A</c:v>
                </c:pt>
                <c:pt idx="2703">
                  <c:v>#N/A</c:v>
                </c:pt>
                <c:pt idx="2704">
                  <c:v>#N/A</c:v>
                </c:pt>
                <c:pt idx="2705">
                  <c:v>#N/A</c:v>
                </c:pt>
                <c:pt idx="2706">
                  <c:v>#N/A</c:v>
                </c:pt>
                <c:pt idx="2707">
                  <c:v>#N/A</c:v>
                </c:pt>
                <c:pt idx="2708">
                  <c:v>#N/A</c:v>
                </c:pt>
                <c:pt idx="2709">
                  <c:v>#N/A</c:v>
                </c:pt>
                <c:pt idx="2710">
                  <c:v>#N/A</c:v>
                </c:pt>
                <c:pt idx="2711">
                  <c:v>#N/A</c:v>
                </c:pt>
                <c:pt idx="2712">
                  <c:v>#N/A</c:v>
                </c:pt>
                <c:pt idx="2713">
                  <c:v>#N/A</c:v>
                </c:pt>
                <c:pt idx="2714">
                  <c:v>#N/A</c:v>
                </c:pt>
                <c:pt idx="2715">
                  <c:v>#N/A</c:v>
                </c:pt>
                <c:pt idx="2716">
                  <c:v>#N/A</c:v>
                </c:pt>
                <c:pt idx="2717">
                  <c:v>#N/A</c:v>
                </c:pt>
                <c:pt idx="2718">
                  <c:v>#N/A</c:v>
                </c:pt>
                <c:pt idx="2719">
                  <c:v>#N/A</c:v>
                </c:pt>
                <c:pt idx="2720">
                  <c:v>#N/A</c:v>
                </c:pt>
                <c:pt idx="2721">
                  <c:v>#N/A</c:v>
                </c:pt>
                <c:pt idx="2722">
                  <c:v>#N/A</c:v>
                </c:pt>
                <c:pt idx="2723">
                  <c:v>#N/A</c:v>
                </c:pt>
                <c:pt idx="2724">
                  <c:v>#N/A</c:v>
                </c:pt>
                <c:pt idx="2725">
                  <c:v>#N/A</c:v>
                </c:pt>
                <c:pt idx="2726">
                  <c:v>#N/A</c:v>
                </c:pt>
                <c:pt idx="2727">
                  <c:v>#N/A</c:v>
                </c:pt>
                <c:pt idx="2728">
                  <c:v>#N/A</c:v>
                </c:pt>
                <c:pt idx="2729">
                  <c:v>#N/A</c:v>
                </c:pt>
                <c:pt idx="2730">
                  <c:v>#N/A</c:v>
                </c:pt>
                <c:pt idx="2731">
                  <c:v>#N/A</c:v>
                </c:pt>
                <c:pt idx="2732">
                  <c:v>#N/A</c:v>
                </c:pt>
                <c:pt idx="2733">
                  <c:v>#N/A</c:v>
                </c:pt>
                <c:pt idx="2734">
                  <c:v>#N/A</c:v>
                </c:pt>
                <c:pt idx="2735">
                  <c:v>#N/A</c:v>
                </c:pt>
                <c:pt idx="2736">
                  <c:v>#N/A</c:v>
                </c:pt>
                <c:pt idx="2737">
                  <c:v>#N/A</c:v>
                </c:pt>
                <c:pt idx="2738">
                  <c:v>#N/A</c:v>
                </c:pt>
                <c:pt idx="2739">
                  <c:v>#N/A</c:v>
                </c:pt>
                <c:pt idx="2740">
                  <c:v>#N/A</c:v>
                </c:pt>
                <c:pt idx="2741">
                  <c:v>#N/A</c:v>
                </c:pt>
                <c:pt idx="2742">
                  <c:v>#N/A</c:v>
                </c:pt>
                <c:pt idx="2743">
                  <c:v>#N/A</c:v>
                </c:pt>
                <c:pt idx="2744">
                  <c:v>#N/A</c:v>
                </c:pt>
                <c:pt idx="2745">
                  <c:v>#N/A</c:v>
                </c:pt>
                <c:pt idx="2746">
                  <c:v>#N/A</c:v>
                </c:pt>
                <c:pt idx="2747">
                  <c:v>#N/A</c:v>
                </c:pt>
                <c:pt idx="2748">
                  <c:v>#N/A</c:v>
                </c:pt>
                <c:pt idx="2749">
                  <c:v>#N/A</c:v>
                </c:pt>
                <c:pt idx="2750">
                  <c:v>#N/A</c:v>
                </c:pt>
                <c:pt idx="2751">
                  <c:v>#N/A</c:v>
                </c:pt>
                <c:pt idx="2752">
                  <c:v>#N/A</c:v>
                </c:pt>
                <c:pt idx="2753">
                  <c:v>#N/A</c:v>
                </c:pt>
                <c:pt idx="2754">
                  <c:v>#N/A</c:v>
                </c:pt>
                <c:pt idx="2755">
                  <c:v>#N/A</c:v>
                </c:pt>
                <c:pt idx="2756">
                  <c:v>#N/A</c:v>
                </c:pt>
                <c:pt idx="2757">
                  <c:v>#N/A</c:v>
                </c:pt>
                <c:pt idx="2758">
                  <c:v>#N/A</c:v>
                </c:pt>
                <c:pt idx="2759">
                  <c:v>#N/A</c:v>
                </c:pt>
                <c:pt idx="2760">
                  <c:v>#N/A</c:v>
                </c:pt>
                <c:pt idx="2761">
                  <c:v>#N/A</c:v>
                </c:pt>
                <c:pt idx="2762">
                  <c:v>#N/A</c:v>
                </c:pt>
                <c:pt idx="2763">
                  <c:v>#N/A</c:v>
                </c:pt>
                <c:pt idx="2764">
                  <c:v>#N/A</c:v>
                </c:pt>
                <c:pt idx="2765">
                  <c:v>#N/A</c:v>
                </c:pt>
                <c:pt idx="2766">
                  <c:v>#N/A</c:v>
                </c:pt>
                <c:pt idx="2767">
                  <c:v>#N/A</c:v>
                </c:pt>
                <c:pt idx="2768">
                  <c:v>#N/A</c:v>
                </c:pt>
                <c:pt idx="2769">
                  <c:v>#N/A</c:v>
                </c:pt>
                <c:pt idx="2770">
                  <c:v>#N/A</c:v>
                </c:pt>
                <c:pt idx="2771">
                  <c:v>#N/A</c:v>
                </c:pt>
                <c:pt idx="2772">
                  <c:v>#N/A</c:v>
                </c:pt>
                <c:pt idx="2773">
                  <c:v>#N/A</c:v>
                </c:pt>
                <c:pt idx="2774">
                  <c:v>#N/A</c:v>
                </c:pt>
                <c:pt idx="2775">
                  <c:v>#N/A</c:v>
                </c:pt>
                <c:pt idx="2776">
                  <c:v>#N/A</c:v>
                </c:pt>
                <c:pt idx="2777">
                  <c:v>#N/A</c:v>
                </c:pt>
                <c:pt idx="2778">
                  <c:v>#N/A</c:v>
                </c:pt>
                <c:pt idx="2779">
                  <c:v>#N/A</c:v>
                </c:pt>
                <c:pt idx="2780">
                  <c:v>#N/A</c:v>
                </c:pt>
                <c:pt idx="2781">
                  <c:v>#N/A</c:v>
                </c:pt>
                <c:pt idx="2782">
                  <c:v>#N/A</c:v>
                </c:pt>
                <c:pt idx="2783">
                  <c:v>#N/A</c:v>
                </c:pt>
                <c:pt idx="2784">
                  <c:v>#N/A</c:v>
                </c:pt>
                <c:pt idx="2785">
                  <c:v>#N/A</c:v>
                </c:pt>
                <c:pt idx="2786">
                  <c:v>#N/A</c:v>
                </c:pt>
                <c:pt idx="2787">
                  <c:v>#N/A</c:v>
                </c:pt>
                <c:pt idx="2788">
                  <c:v>#N/A</c:v>
                </c:pt>
                <c:pt idx="2789">
                  <c:v>#N/A</c:v>
                </c:pt>
                <c:pt idx="2790">
                  <c:v>#N/A</c:v>
                </c:pt>
                <c:pt idx="2791">
                  <c:v>#N/A</c:v>
                </c:pt>
                <c:pt idx="2792">
                  <c:v>#N/A</c:v>
                </c:pt>
                <c:pt idx="2793">
                  <c:v>#N/A</c:v>
                </c:pt>
                <c:pt idx="2794">
                  <c:v>#N/A</c:v>
                </c:pt>
                <c:pt idx="2795">
                  <c:v>#N/A</c:v>
                </c:pt>
                <c:pt idx="2796">
                  <c:v>#N/A</c:v>
                </c:pt>
                <c:pt idx="2797">
                  <c:v>#N/A</c:v>
                </c:pt>
                <c:pt idx="2798">
                  <c:v>#N/A</c:v>
                </c:pt>
                <c:pt idx="2799">
                  <c:v>#N/A</c:v>
                </c:pt>
                <c:pt idx="2800">
                  <c:v>#N/A</c:v>
                </c:pt>
                <c:pt idx="2801">
                  <c:v>#N/A</c:v>
                </c:pt>
                <c:pt idx="2802">
                  <c:v>#N/A</c:v>
                </c:pt>
                <c:pt idx="2803">
                  <c:v>#N/A</c:v>
                </c:pt>
                <c:pt idx="2804">
                  <c:v>#N/A</c:v>
                </c:pt>
                <c:pt idx="2805">
                  <c:v>#N/A</c:v>
                </c:pt>
                <c:pt idx="2806">
                  <c:v>#N/A</c:v>
                </c:pt>
                <c:pt idx="2807">
                  <c:v>#N/A</c:v>
                </c:pt>
                <c:pt idx="2808">
                  <c:v>#N/A</c:v>
                </c:pt>
                <c:pt idx="2809">
                  <c:v>#N/A</c:v>
                </c:pt>
                <c:pt idx="2810">
                  <c:v>#N/A</c:v>
                </c:pt>
                <c:pt idx="2811">
                  <c:v>#N/A</c:v>
                </c:pt>
                <c:pt idx="2812">
                  <c:v>#N/A</c:v>
                </c:pt>
                <c:pt idx="2813">
                  <c:v>#N/A</c:v>
                </c:pt>
                <c:pt idx="2814">
                  <c:v>#N/A</c:v>
                </c:pt>
                <c:pt idx="2815">
                  <c:v>#N/A</c:v>
                </c:pt>
                <c:pt idx="2816">
                  <c:v>#N/A</c:v>
                </c:pt>
                <c:pt idx="2817">
                  <c:v>#N/A</c:v>
                </c:pt>
                <c:pt idx="2818">
                  <c:v>#N/A</c:v>
                </c:pt>
                <c:pt idx="2819">
                  <c:v>#N/A</c:v>
                </c:pt>
                <c:pt idx="2820">
                  <c:v>#N/A</c:v>
                </c:pt>
                <c:pt idx="2821">
                  <c:v>#N/A</c:v>
                </c:pt>
                <c:pt idx="2822">
                  <c:v>#N/A</c:v>
                </c:pt>
                <c:pt idx="2823">
                  <c:v>#N/A</c:v>
                </c:pt>
                <c:pt idx="2824">
                  <c:v>#N/A</c:v>
                </c:pt>
                <c:pt idx="2825">
                  <c:v>#N/A</c:v>
                </c:pt>
                <c:pt idx="2826">
                  <c:v>#N/A</c:v>
                </c:pt>
                <c:pt idx="2827">
                  <c:v>#N/A</c:v>
                </c:pt>
                <c:pt idx="2828">
                  <c:v>#N/A</c:v>
                </c:pt>
                <c:pt idx="2829">
                  <c:v>#N/A</c:v>
                </c:pt>
                <c:pt idx="2830">
                  <c:v>#N/A</c:v>
                </c:pt>
                <c:pt idx="2831">
                  <c:v>#N/A</c:v>
                </c:pt>
                <c:pt idx="2832">
                  <c:v>#N/A</c:v>
                </c:pt>
                <c:pt idx="2833">
                  <c:v>#N/A</c:v>
                </c:pt>
                <c:pt idx="2834">
                  <c:v>#N/A</c:v>
                </c:pt>
                <c:pt idx="2835">
                  <c:v>#N/A</c:v>
                </c:pt>
                <c:pt idx="2836">
                  <c:v>#N/A</c:v>
                </c:pt>
                <c:pt idx="2837">
                  <c:v>#N/A</c:v>
                </c:pt>
                <c:pt idx="2838">
                  <c:v>#N/A</c:v>
                </c:pt>
                <c:pt idx="2839">
                  <c:v>#N/A</c:v>
                </c:pt>
                <c:pt idx="2840">
                  <c:v>#N/A</c:v>
                </c:pt>
                <c:pt idx="2841">
                  <c:v>#N/A</c:v>
                </c:pt>
                <c:pt idx="2842">
                  <c:v>#N/A</c:v>
                </c:pt>
                <c:pt idx="2843">
                  <c:v>#N/A</c:v>
                </c:pt>
                <c:pt idx="2844">
                  <c:v>#N/A</c:v>
                </c:pt>
                <c:pt idx="2845">
                  <c:v>#N/A</c:v>
                </c:pt>
                <c:pt idx="2846">
                  <c:v>#N/A</c:v>
                </c:pt>
                <c:pt idx="2847">
                  <c:v>#N/A</c:v>
                </c:pt>
                <c:pt idx="2848">
                  <c:v>#N/A</c:v>
                </c:pt>
                <c:pt idx="2849">
                  <c:v>#N/A</c:v>
                </c:pt>
                <c:pt idx="2850">
                  <c:v>#N/A</c:v>
                </c:pt>
                <c:pt idx="2851">
                  <c:v>#N/A</c:v>
                </c:pt>
                <c:pt idx="2852">
                  <c:v>#N/A</c:v>
                </c:pt>
                <c:pt idx="2853">
                  <c:v>#N/A</c:v>
                </c:pt>
                <c:pt idx="2854">
                  <c:v>#N/A</c:v>
                </c:pt>
                <c:pt idx="2855">
                  <c:v>#N/A</c:v>
                </c:pt>
                <c:pt idx="2856">
                  <c:v>#N/A</c:v>
                </c:pt>
                <c:pt idx="2857">
                  <c:v>#N/A</c:v>
                </c:pt>
                <c:pt idx="2858">
                  <c:v>#N/A</c:v>
                </c:pt>
                <c:pt idx="2859">
                  <c:v>#N/A</c:v>
                </c:pt>
                <c:pt idx="2860">
                  <c:v>#N/A</c:v>
                </c:pt>
                <c:pt idx="2861">
                  <c:v>#N/A</c:v>
                </c:pt>
                <c:pt idx="2862">
                  <c:v>#N/A</c:v>
                </c:pt>
                <c:pt idx="2863">
                  <c:v>#N/A</c:v>
                </c:pt>
                <c:pt idx="2864">
                  <c:v>#N/A</c:v>
                </c:pt>
                <c:pt idx="2865">
                  <c:v>#N/A</c:v>
                </c:pt>
                <c:pt idx="2866">
                  <c:v>#N/A</c:v>
                </c:pt>
                <c:pt idx="2867">
                  <c:v>#N/A</c:v>
                </c:pt>
                <c:pt idx="2868">
                  <c:v>#N/A</c:v>
                </c:pt>
                <c:pt idx="2869">
                  <c:v>#N/A</c:v>
                </c:pt>
                <c:pt idx="2870">
                  <c:v>#N/A</c:v>
                </c:pt>
                <c:pt idx="2871">
                  <c:v>#N/A</c:v>
                </c:pt>
                <c:pt idx="2872">
                  <c:v>#N/A</c:v>
                </c:pt>
                <c:pt idx="2873">
                  <c:v>#N/A</c:v>
                </c:pt>
                <c:pt idx="2874">
                  <c:v>#N/A</c:v>
                </c:pt>
                <c:pt idx="2875">
                  <c:v>#N/A</c:v>
                </c:pt>
                <c:pt idx="2876">
                  <c:v>#N/A</c:v>
                </c:pt>
                <c:pt idx="2877">
                  <c:v>#N/A</c:v>
                </c:pt>
                <c:pt idx="2878">
                  <c:v>#N/A</c:v>
                </c:pt>
                <c:pt idx="2879">
                  <c:v>#N/A</c:v>
                </c:pt>
                <c:pt idx="2880">
                  <c:v>#N/A</c:v>
                </c:pt>
                <c:pt idx="2881">
                  <c:v>#N/A</c:v>
                </c:pt>
                <c:pt idx="2882">
                  <c:v>#N/A</c:v>
                </c:pt>
                <c:pt idx="2883">
                  <c:v>#N/A</c:v>
                </c:pt>
                <c:pt idx="2884">
                  <c:v>#N/A</c:v>
                </c:pt>
                <c:pt idx="2885">
                  <c:v>#N/A</c:v>
                </c:pt>
                <c:pt idx="2886">
                  <c:v>#N/A</c:v>
                </c:pt>
                <c:pt idx="2887">
                  <c:v>#N/A</c:v>
                </c:pt>
                <c:pt idx="2888">
                  <c:v>#N/A</c:v>
                </c:pt>
                <c:pt idx="2889">
                  <c:v>#N/A</c:v>
                </c:pt>
                <c:pt idx="2890">
                  <c:v>#N/A</c:v>
                </c:pt>
                <c:pt idx="2891">
                  <c:v>#N/A</c:v>
                </c:pt>
                <c:pt idx="2892">
                  <c:v>#N/A</c:v>
                </c:pt>
                <c:pt idx="2893">
                  <c:v>#N/A</c:v>
                </c:pt>
                <c:pt idx="2894">
                  <c:v>#N/A</c:v>
                </c:pt>
                <c:pt idx="2895">
                  <c:v>#N/A</c:v>
                </c:pt>
                <c:pt idx="2896">
                  <c:v>#N/A</c:v>
                </c:pt>
                <c:pt idx="2897">
                  <c:v>#N/A</c:v>
                </c:pt>
                <c:pt idx="2898">
                  <c:v>#N/A</c:v>
                </c:pt>
                <c:pt idx="2899">
                  <c:v>#N/A</c:v>
                </c:pt>
                <c:pt idx="2900">
                  <c:v>#N/A</c:v>
                </c:pt>
                <c:pt idx="2901">
                  <c:v>#N/A</c:v>
                </c:pt>
                <c:pt idx="2902">
                  <c:v>#N/A</c:v>
                </c:pt>
                <c:pt idx="2903">
                  <c:v>#N/A</c:v>
                </c:pt>
                <c:pt idx="2904">
                  <c:v>#N/A</c:v>
                </c:pt>
                <c:pt idx="2905">
                  <c:v>#N/A</c:v>
                </c:pt>
                <c:pt idx="2906">
                  <c:v>#N/A</c:v>
                </c:pt>
                <c:pt idx="2907">
                  <c:v>#N/A</c:v>
                </c:pt>
                <c:pt idx="2908">
                  <c:v>#N/A</c:v>
                </c:pt>
                <c:pt idx="2909">
                  <c:v>#N/A</c:v>
                </c:pt>
                <c:pt idx="2910">
                  <c:v>#N/A</c:v>
                </c:pt>
                <c:pt idx="2911">
                  <c:v>#N/A</c:v>
                </c:pt>
                <c:pt idx="2912">
                  <c:v>#N/A</c:v>
                </c:pt>
                <c:pt idx="2913">
                  <c:v>#N/A</c:v>
                </c:pt>
                <c:pt idx="2914">
                  <c:v>#N/A</c:v>
                </c:pt>
                <c:pt idx="2915">
                  <c:v>#N/A</c:v>
                </c:pt>
                <c:pt idx="2916">
                  <c:v>#N/A</c:v>
                </c:pt>
                <c:pt idx="2917">
                  <c:v>#N/A</c:v>
                </c:pt>
                <c:pt idx="2918">
                  <c:v>#N/A</c:v>
                </c:pt>
                <c:pt idx="2919">
                  <c:v>#N/A</c:v>
                </c:pt>
                <c:pt idx="2920">
                  <c:v>#N/A</c:v>
                </c:pt>
                <c:pt idx="2921">
                  <c:v>#N/A</c:v>
                </c:pt>
                <c:pt idx="2922">
                  <c:v>#N/A</c:v>
                </c:pt>
                <c:pt idx="2923">
                  <c:v>#N/A</c:v>
                </c:pt>
                <c:pt idx="2924">
                  <c:v>#N/A</c:v>
                </c:pt>
                <c:pt idx="2925">
                  <c:v>#N/A</c:v>
                </c:pt>
                <c:pt idx="2926">
                  <c:v>#N/A</c:v>
                </c:pt>
                <c:pt idx="2927">
                  <c:v>#N/A</c:v>
                </c:pt>
                <c:pt idx="2928">
                  <c:v>#N/A</c:v>
                </c:pt>
                <c:pt idx="2929">
                  <c:v>#N/A</c:v>
                </c:pt>
                <c:pt idx="2930">
                  <c:v>#N/A</c:v>
                </c:pt>
                <c:pt idx="2931">
                  <c:v>#N/A</c:v>
                </c:pt>
                <c:pt idx="2932">
                  <c:v>#N/A</c:v>
                </c:pt>
                <c:pt idx="2933">
                  <c:v>#N/A</c:v>
                </c:pt>
                <c:pt idx="2934">
                  <c:v>#N/A</c:v>
                </c:pt>
                <c:pt idx="2935">
                  <c:v>#N/A</c:v>
                </c:pt>
                <c:pt idx="2936">
                  <c:v>#N/A</c:v>
                </c:pt>
                <c:pt idx="2937">
                  <c:v>#N/A</c:v>
                </c:pt>
                <c:pt idx="2938">
                  <c:v>#N/A</c:v>
                </c:pt>
                <c:pt idx="2939">
                  <c:v>#N/A</c:v>
                </c:pt>
                <c:pt idx="2940">
                  <c:v>#N/A</c:v>
                </c:pt>
                <c:pt idx="2941">
                  <c:v>#N/A</c:v>
                </c:pt>
                <c:pt idx="2942">
                  <c:v>#N/A</c:v>
                </c:pt>
                <c:pt idx="2943">
                  <c:v>#N/A</c:v>
                </c:pt>
                <c:pt idx="2944">
                  <c:v>#N/A</c:v>
                </c:pt>
                <c:pt idx="2945">
                  <c:v>#N/A</c:v>
                </c:pt>
                <c:pt idx="2946">
                  <c:v>#N/A</c:v>
                </c:pt>
                <c:pt idx="2947">
                  <c:v>#N/A</c:v>
                </c:pt>
                <c:pt idx="2948">
                  <c:v>#N/A</c:v>
                </c:pt>
                <c:pt idx="2949">
                  <c:v>#N/A</c:v>
                </c:pt>
                <c:pt idx="2950">
                  <c:v>#N/A</c:v>
                </c:pt>
                <c:pt idx="2951">
                  <c:v>#N/A</c:v>
                </c:pt>
                <c:pt idx="2952">
                  <c:v>#N/A</c:v>
                </c:pt>
                <c:pt idx="2953">
                  <c:v>#N/A</c:v>
                </c:pt>
                <c:pt idx="2954">
                  <c:v>#N/A</c:v>
                </c:pt>
                <c:pt idx="2955">
                  <c:v>#N/A</c:v>
                </c:pt>
                <c:pt idx="2956">
                  <c:v>#N/A</c:v>
                </c:pt>
                <c:pt idx="2957">
                  <c:v>#N/A</c:v>
                </c:pt>
                <c:pt idx="2958">
                  <c:v>#N/A</c:v>
                </c:pt>
                <c:pt idx="2959">
                  <c:v>#N/A</c:v>
                </c:pt>
                <c:pt idx="2960">
                  <c:v>#N/A</c:v>
                </c:pt>
                <c:pt idx="2961">
                  <c:v>#N/A</c:v>
                </c:pt>
                <c:pt idx="2962">
                  <c:v>#N/A</c:v>
                </c:pt>
                <c:pt idx="2963">
                  <c:v>#N/A</c:v>
                </c:pt>
                <c:pt idx="2964">
                  <c:v>#N/A</c:v>
                </c:pt>
                <c:pt idx="2965">
                  <c:v>#N/A</c:v>
                </c:pt>
                <c:pt idx="2966">
                  <c:v>#N/A</c:v>
                </c:pt>
                <c:pt idx="2967">
                  <c:v>#N/A</c:v>
                </c:pt>
                <c:pt idx="2968">
                  <c:v>#N/A</c:v>
                </c:pt>
                <c:pt idx="2969">
                  <c:v>#N/A</c:v>
                </c:pt>
                <c:pt idx="2970">
                  <c:v>#N/A</c:v>
                </c:pt>
                <c:pt idx="2971">
                  <c:v>#N/A</c:v>
                </c:pt>
                <c:pt idx="2972">
                  <c:v>#N/A</c:v>
                </c:pt>
                <c:pt idx="2973">
                  <c:v>#N/A</c:v>
                </c:pt>
                <c:pt idx="2974">
                  <c:v>#N/A</c:v>
                </c:pt>
                <c:pt idx="2975">
                  <c:v>#N/A</c:v>
                </c:pt>
                <c:pt idx="2976">
                  <c:v>#N/A</c:v>
                </c:pt>
                <c:pt idx="2977">
                  <c:v>#N/A</c:v>
                </c:pt>
                <c:pt idx="2978">
                  <c:v>#N/A</c:v>
                </c:pt>
                <c:pt idx="2979">
                  <c:v>#N/A</c:v>
                </c:pt>
                <c:pt idx="2980">
                  <c:v>#N/A</c:v>
                </c:pt>
                <c:pt idx="2981">
                  <c:v>#N/A</c:v>
                </c:pt>
                <c:pt idx="2982">
                  <c:v>#N/A</c:v>
                </c:pt>
                <c:pt idx="2983">
                  <c:v>#N/A</c:v>
                </c:pt>
                <c:pt idx="2984">
                  <c:v>#N/A</c:v>
                </c:pt>
                <c:pt idx="2985">
                  <c:v>#N/A</c:v>
                </c:pt>
                <c:pt idx="2986">
                  <c:v>#N/A</c:v>
                </c:pt>
                <c:pt idx="2987">
                  <c:v>#N/A</c:v>
                </c:pt>
                <c:pt idx="2988">
                  <c:v>#N/A</c:v>
                </c:pt>
                <c:pt idx="2989">
                  <c:v>#N/A</c:v>
                </c:pt>
                <c:pt idx="2990">
                  <c:v>#N/A</c:v>
                </c:pt>
                <c:pt idx="2991">
                  <c:v>#N/A</c:v>
                </c:pt>
                <c:pt idx="2992">
                  <c:v>#N/A</c:v>
                </c:pt>
                <c:pt idx="2993">
                  <c:v>#N/A</c:v>
                </c:pt>
                <c:pt idx="2994">
                  <c:v>#N/A</c:v>
                </c:pt>
                <c:pt idx="2995">
                  <c:v>#N/A</c:v>
                </c:pt>
                <c:pt idx="2996">
                  <c:v>#N/A</c:v>
                </c:pt>
                <c:pt idx="2997">
                  <c:v>#N/A</c:v>
                </c:pt>
                <c:pt idx="2998">
                  <c:v>#N/A</c:v>
                </c:pt>
                <c:pt idx="2999">
                  <c:v>#N/A</c:v>
                </c:pt>
                <c:pt idx="3000">
                  <c:v>#N/A</c:v>
                </c:pt>
                <c:pt idx="3001">
                  <c:v>#N/A</c:v>
                </c:pt>
                <c:pt idx="3002">
                  <c:v>#N/A</c:v>
                </c:pt>
                <c:pt idx="3003">
                  <c:v>#N/A</c:v>
                </c:pt>
                <c:pt idx="3004">
                  <c:v>#N/A</c:v>
                </c:pt>
                <c:pt idx="3005">
                  <c:v>#N/A</c:v>
                </c:pt>
                <c:pt idx="3006">
                  <c:v>#N/A</c:v>
                </c:pt>
                <c:pt idx="3007">
                  <c:v>#N/A</c:v>
                </c:pt>
                <c:pt idx="3008">
                  <c:v>#N/A</c:v>
                </c:pt>
                <c:pt idx="3009">
                  <c:v>#N/A</c:v>
                </c:pt>
                <c:pt idx="3010">
                  <c:v>#N/A</c:v>
                </c:pt>
                <c:pt idx="3011">
                  <c:v>#N/A</c:v>
                </c:pt>
                <c:pt idx="3012">
                  <c:v>#N/A</c:v>
                </c:pt>
                <c:pt idx="3013">
                  <c:v>#N/A</c:v>
                </c:pt>
                <c:pt idx="3014">
                  <c:v>#N/A</c:v>
                </c:pt>
                <c:pt idx="3015">
                  <c:v>#N/A</c:v>
                </c:pt>
                <c:pt idx="3016">
                  <c:v>#N/A</c:v>
                </c:pt>
                <c:pt idx="3017">
                  <c:v>#N/A</c:v>
                </c:pt>
                <c:pt idx="3018">
                  <c:v>#N/A</c:v>
                </c:pt>
                <c:pt idx="3019">
                  <c:v>#N/A</c:v>
                </c:pt>
                <c:pt idx="3020">
                  <c:v>#N/A</c:v>
                </c:pt>
                <c:pt idx="3021">
                  <c:v>#N/A</c:v>
                </c:pt>
                <c:pt idx="3022">
                  <c:v>#N/A</c:v>
                </c:pt>
                <c:pt idx="3023">
                  <c:v>#N/A</c:v>
                </c:pt>
                <c:pt idx="3024">
                  <c:v>#N/A</c:v>
                </c:pt>
                <c:pt idx="3025">
                  <c:v>#N/A</c:v>
                </c:pt>
                <c:pt idx="3026">
                  <c:v>#N/A</c:v>
                </c:pt>
                <c:pt idx="3027">
                  <c:v>#N/A</c:v>
                </c:pt>
                <c:pt idx="3028">
                  <c:v>#N/A</c:v>
                </c:pt>
                <c:pt idx="3029">
                  <c:v>#N/A</c:v>
                </c:pt>
                <c:pt idx="3030">
                  <c:v>#N/A</c:v>
                </c:pt>
                <c:pt idx="3031">
                  <c:v>#N/A</c:v>
                </c:pt>
                <c:pt idx="3032">
                  <c:v>#N/A</c:v>
                </c:pt>
                <c:pt idx="3033">
                  <c:v>#N/A</c:v>
                </c:pt>
                <c:pt idx="3034">
                  <c:v>#N/A</c:v>
                </c:pt>
                <c:pt idx="3035">
                  <c:v>#N/A</c:v>
                </c:pt>
                <c:pt idx="3036">
                  <c:v>#N/A</c:v>
                </c:pt>
                <c:pt idx="3037">
                  <c:v>#N/A</c:v>
                </c:pt>
                <c:pt idx="3038">
                  <c:v>#N/A</c:v>
                </c:pt>
                <c:pt idx="3039">
                  <c:v>#N/A</c:v>
                </c:pt>
                <c:pt idx="3040">
                  <c:v>#N/A</c:v>
                </c:pt>
                <c:pt idx="3041">
                  <c:v>#N/A</c:v>
                </c:pt>
                <c:pt idx="3042">
                  <c:v>#N/A</c:v>
                </c:pt>
                <c:pt idx="3043">
                  <c:v>#N/A</c:v>
                </c:pt>
                <c:pt idx="3044">
                  <c:v>#N/A</c:v>
                </c:pt>
                <c:pt idx="3045">
                  <c:v>#N/A</c:v>
                </c:pt>
                <c:pt idx="3046">
                  <c:v>#N/A</c:v>
                </c:pt>
                <c:pt idx="3047">
                  <c:v>#N/A</c:v>
                </c:pt>
                <c:pt idx="3048">
                  <c:v>#N/A</c:v>
                </c:pt>
                <c:pt idx="3049">
                  <c:v>#N/A</c:v>
                </c:pt>
                <c:pt idx="3050">
                  <c:v>#N/A</c:v>
                </c:pt>
                <c:pt idx="3051">
                  <c:v>#N/A</c:v>
                </c:pt>
                <c:pt idx="3052">
                  <c:v>#N/A</c:v>
                </c:pt>
                <c:pt idx="3053">
                  <c:v>#N/A</c:v>
                </c:pt>
                <c:pt idx="3054">
                  <c:v>#N/A</c:v>
                </c:pt>
                <c:pt idx="3055">
                  <c:v>#N/A</c:v>
                </c:pt>
                <c:pt idx="3056">
                  <c:v>#N/A</c:v>
                </c:pt>
                <c:pt idx="3057">
                  <c:v>#N/A</c:v>
                </c:pt>
                <c:pt idx="3058">
                  <c:v>#N/A</c:v>
                </c:pt>
                <c:pt idx="3059">
                  <c:v>#N/A</c:v>
                </c:pt>
                <c:pt idx="3060">
                  <c:v>#N/A</c:v>
                </c:pt>
                <c:pt idx="3061">
                  <c:v>#N/A</c:v>
                </c:pt>
                <c:pt idx="3062">
                  <c:v>#N/A</c:v>
                </c:pt>
                <c:pt idx="3063">
                  <c:v>#N/A</c:v>
                </c:pt>
                <c:pt idx="3064">
                  <c:v>#N/A</c:v>
                </c:pt>
                <c:pt idx="3065">
                  <c:v>#N/A</c:v>
                </c:pt>
                <c:pt idx="3066">
                  <c:v>#N/A</c:v>
                </c:pt>
                <c:pt idx="3067">
                  <c:v>#N/A</c:v>
                </c:pt>
                <c:pt idx="3068">
                  <c:v>#N/A</c:v>
                </c:pt>
                <c:pt idx="3069">
                  <c:v>#N/A</c:v>
                </c:pt>
                <c:pt idx="3070">
                  <c:v>#N/A</c:v>
                </c:pt>
                <c:pt idx="3071">
                  <c:v>#N/A</c:v>
                </c:pt>
                <c:pt idx="3072">
                  <c:v>#N/A</c:v>
                </c:pt>
                <c:pt idx="3073">
                  <c:v>#N/A</c:v>
                </c:pt>
                <c:pt idx="3074">
                  <c:v>#N/A</c:v>
                </c:pt>
                <c:pt idx="3075">
                  <c:v>#N/A</c:v>
                </c:pt>
                <c:pt idx="3076">
                  <c:v>#N/A</c:v>
                </c:pt>
                <c:pt idx="3077">
                  <c:v>#N/A</c:v>
                </c:pt>
                <c:pt idx="3078">
                  <c:v>#N/A</c:v>
                </c:pt>
                <c:pt idx="3079">
                  <c:v>#N/A</c:v>
                </c:pt>
                <c:pt idx="3080">
                  <c:v>#N/A</c:v>
                </c:pt>
                <c:pt idx="3081">
                  <c:v>#N/A</c:v>
                </c:pt>
                <c:pt idx="3082">
                  <c:v>#N/A</c:v>
                </c:pt>
                <c:pt idx="3083">
                  <c:v>#N/A</c:v>
                </c:pt>
                <c:pt idx="3084">
                  <c:v>#N/A</c:v>
                </c:pt>
                <c:pt idx="3085">
                  <c:v>#N/A</c:v>
                </c:pt>
                <c:pt idx="3086">
                  <c:v>#N/A</c:v>
                </c:pt>
                <c:pt idx="3087">
                  <c:v>#N/A</c:v>
                </c:pt>
                <c:pt idx="3088">
                  <c:v>#N/A</c:v>
                </c:pt>
                <c:pt idx="3089">
                  <c:v>#N/A</c:v>
                </c:pt>
                <c:pt idx="3090">
                  <c:v>#N/A</c:v>
                </c:pt>
                <c:pt idx="3091">
                  <c:v>#N/A</c:v>
                </c:pt>
                <c:pt idx="3092">
                  <c:v>#N/A</c:v>
                </c:pt>
                <c:pt idx="3093">
                  <c:v>#N/A</c:v>
                </c:pt>
                <c:pt idx="3094">
                  <c:v>#N/A</c:v>
                </c:pt>
                <c:pt idx="3095">
                  <c:v>#N/A</c:v>
                </c:pt>
                <c:pt idx="3096">
                  <c:v>#N/A</c:v>
                </c:pt>
                <c:pt idx="3097">
                  <c:v>#N/A</c:v>
                </c:pt>
                <c:pt idx="3098">
                  <c:v>#N/A</c:v>
                </c:pt>
                <c:pt idx="3099">
                  <c:v>#N/A</c:v>
                </c:pt>
                <c:pt idx="3100">
                  <c:v>#N/A</c:v>
                </c:pt>
                <c:pt idx="3101">
                  <c:v>#N/A</c:v>
                </c:pt>
                <c:pt idx="3102">
                  <c:v>#N/A</c:v>
                </c:pt>
                <c:pt idx="3103">
                  <c:v>#N/A</c:v>
                </c:pt>
                <c:pt idx="3104">
                  <c:v>#N/A</c:v>
                </c:pt>
                <c:pt idx="3105">
                  <c:v>#N/A</c:v>
                </c:pt>
                <c:pt idx="3106">
                  <c:v>#N/A</c:v>
                </c:pt>
                <c:pt idx="3107">
                  <c:v>#N/A</c:v>
                </c:pt>
                <c:pt idx="3108">
                  <c:v>#N/A</c:v>
                </c:pt>
                <c:pt idx="3109">
                  <c:v>#N/A</c:v>
                </c:pt>
                <c:pt idx="3110">
                  <c:v>#N/A</c:v>
                </c:pt>
                <c:pt idx="3111">
                  <c:v>#N/A</c:v>
                </c:pt>
                <c:pt idx="3112">
                  <c:v>#N/A</c:v>
                </c:pt>
                <c:pt idx="3113">
                  <c:v>#N/A</c:v>
                </c:pt>
                <c:pt idx="3114">
                  <c:v>#N/A</c:v>
                </c:pt>
                <c:pt idx="3115">
                  <c:v>#N/A</c:v>
                </c:pt>
                <c:pt idx="3116">
                  <c:v>#N/A</c:v>
                </c:pt>
                <c:pt idx="3117">
                  <c:v>#N/A</c:v>
                </c:pt>
                <c:pt idx="3118">
                  <c:v>#N/A</c:v>
                </c:pt>
                <c:pt idx="3119">
                  <c:v>#N/A</c:v>
                </c:pt>
                <c:pt idx="3120">
                  <c:v>#N/A</c:v>
                </c:pt>
                <c:pt idx="3121">
                  <c:v>#N/A</c:v>
                </c:pt>
                <c:pt idx="3122">
                  <c:v>#N/A</c:v>
                </c:pt>
                <c:pt idx="3123">
                  <c:v>#N/A</c:v>
                </c:pt>
                <c:pt idx="3124">
                  <c:v>#N/A</c:v>
                </c:pt>
                <c:pt idx="3125">
                  <c:v>#N/A</c:v>
                </c:pt>
                <c:pt idx="3126">
                  <c:v>#N/A</c:v>
                </c:pt>
                <c:pt idx="3127">
                  <c:v>#N/A</c:v>
                </c:pt>
                <c:pt idx="3128">
                  <c:v>#N/A</c:v>
                </c:pt>
                <c:pt idx="3129">
                  <c:v>#N/A</c:v>
                </c:pt>
                <c:pt idx="3130">
                  <c:v>#N/A</c:v>
                </c:pt>
                <c:pt idx="3131">
                  <c:v>#N/A</c:v>
                </c:pt>
                <c:pt idx="3132">
                  <c:v>#N/A</c:v>
                </c:pt>
                <c:pt idx="3133">
                  <c:v>#N/A</c:v>
                </c:pt>
                <c:pt idx="3134">
                  <c:v>#N/A</c:v>
                </c:pt>
                <c:pt idx="3135">
                  <c:v>#N/A</c:v>
                </c:pt>
                <c:pt idx="3136">
                  <c:v>#N/A</c:v>
                </c:pt>
                <c:pt idx="3137">
                  <c:v>#N/A</c:v>
                </c:pt>
                <c:pt idx="3138">
                  <c:v>#N/A</c:v>
                </c:pt>
                <c:pt idx="3139">
                  <c:v>#N/A</c:v>
                </c:pt>
                <c:pt idx="3140">
                  <c:v>#N/A</c:v>
                </c:pt>
                <c:pt idx="3141">
                  <c:v>#N/A</c:v>
                </c:pt>
                <c:pt idx="3142">
                  <c:v>#N/A</c:v>
                </c:pt>
                <c:pt idx="3143">
                  <c:v>#N/A</c:v>
                </c:pt>
                <c:pt idx="3144">
                  <c:v>#N/A</c:v>
                </c:pt>
                <c:pt idx="3145">
                  <c:v>#N/A</c:v>
                </c:pt>
                <c:pt idx="3146">
                  <c:v>#N/A</c:v>
                </c:pt>
                <c:pt idx="3147">
                  <c:v>#N/A</c:v>
                </c:pt>
                <c:pt idx="3148">
                  <c:v>#N/A</c:v>
                </c:pt>
                <c:pt idx="3149">
                  <c:v>#N/A</c:v>
                </c:pt>
                <c:pt idx="3150">
                  <c:v>#N/A</c:v>
                </c:pt>
                <c:pt idx="3151">
                  <c:v>#N/A</c:v>
                </c:pt>
                <c:pt idx="3152">
                  <c:v>#N/A</c:v>
                </c:pt>
                <c:pt idx="3153">
                  <c:v>#N/A</c:v>
                </c:pt>
                <c:pt idx="3154">
                  <c:v>#N/A</c:v>
                </c:pt>
                <c:pt idx="3155">
                  <c:v>#N/A</c:v>
                </c:pt>
                <c:pt idx="3156">
                  <c:v>#N/A</c:v>
                </c:pt>
                <c:pt idx="3157">
                  <c:v>#N/A</c:v>
                </c:pt>
                <c:pt idx="3158">
                  <c:v>#N/A</c:v>
                </c:pt>
                <c:pt idx="3159">
                  <c:v>#N/A</c:v>
                </c:pt>
                <c:pt idx="3160">
                  <c:v>#N/A</c:v>
                </c:pt>
                <c:pt idx="3161">
                  <c:v>#N/A</c:v>
                </c:pt>
                <c:pt idx="3162">
                  <c:v>#N/A</c:v>
                </c:pt>
                <c:pt idx="3163">
                  <c:v>#N/A</c:v>
                </c:pt>
                <c:pt idx="3164">
                  <c:v>#N/A</c:v>
                </c:pt>
                <c:pt idx="3165">
                  <c:v>#N/A</c:v>
                </c:pt>
                <c:pt idx="3166">
                  <c:v>#N/A</c:v>
                </c:pt>
                <c:pt idx="3167">
                  <c:v>#N/A</c:v>
                </c:pt>
                <c:pt idx="3168">
                  <c:v>#N/A</c:v>
                </c:pt>
                <c:pt idx="3169">
                  <c:v>#N/A</c:v>
                </c:pt>
                <c:pt idx="3170">
                  <c:v>#N/A</c:v>
                </c:pt>
                <c:pt idx="3171">
                  <c:v>#N/A</c:v>
                </c:pt>
                <c:pt idx="3172">
                  <c:v>#N/A</c:v>
                </c:pt>
                <c:pt idx="3173">
                  <c:v>#N/A</c:v>
                </c:pt>
                <c:pt idx="3174">
                  <c:v>#N/A</c:v>
                </c:pt>
                <c:pt idx="3175">
                  <c:v>#N/A</c:v>
                </c:pt>
                <c:pt idx="3176">
                  <c:v>#N/A</c:v>
                </c:pt>
                <c:pt idx="3177">
                  <c:v>#N/A</c:v>
                </c:pt>
                <c:pt idx="3178">
                  <c:v>#N/A</c:v>
                </c:pt>
                <c:pt idx="3179">
                  <c:v>#N/A</c:v>
                </c:pt>
                <c:pt idx="3180">
                  <c:v>#N/A</c:v>
                </c:pt>
                <c:pt idx="3181">
                  <c:v>#N/A</c:v>
                </c:pt>
                <c:pt idx="3182">
                  <c:v>#N/A</c:v>
                </c:pt>
                <c:pt idx="3183">
                  <c:v>#N/A</c:v>
                </c:pt>
                <c:pt idx="3184">
                  <c:v>#N/A</c:v>
                </c:pt>
                <c:pt idx="3185">
                  <c:v>#N/A</c:v>
                </c:pt>
                <c:pt idx="3186">
                  <c:v>#N/A</c:v>
                </c:pt>
                <c:pt idx="3187">
                  <c:v>#N/A</c:v>
                </c:pt>
                <c:pt idx="3188">
                  <c:v>#N/A</c:v>
                </c:pt>
                <c:pt idx="3189">
                  <c:v>#N/A</c:v>
                </c:pt>
                <c:pt idx="3190">
                  <c:v>#N/A</c:v>
                </c:pt>
                <c:pt idx="3191">
                  <c:v>#N/A</c:v>
                </c:pt>
                <c:pt idx="3192">
                  <c:v>#N/A</c:v>
                </c:pt>
                <c:pt idx="3193">
                  <c:v>#N/A</c:v>
                </c:pt>
                <c:pt idx="3194">
                  <c:v>#N/A</c:v>
                </c:pt>
                <c:pt idx="3195">
                  <c:v>#N/A</c:v>
                </c:pt>
                <c:pt idx="3196">
                  <c:v>#N/A</c:v>
                </c:pt>
                <c:pt idx="3197">
                  <c:v>#N/A</c:v>
                </c:pt>
                <c:pt idx="3198">
                  <c:v>#N/A</c:v>
                </c:pt>
                <c:pt idx="3199">
                  <c:v>#N/A</c:v>
                </c:pt>
                <c:pt idx="3200">
                  <c:v>#N/A</c:v>
                </c:pt>
                <c:pt idx="3201">
                  <c:v>#N/A</c:v>
                </c:pt>
                <c:pt idx="3202">
                  <c:v>#N/A</c:v>
                </c:pt>
                <c:pt idx="3203">
                  <c:v>#N/A</c:v>
                </c:pt>
                <c:pt idx="3204">
                  <c:v>#N/A</c:v>
                </c:pt>
                <c:pt idx="3205">
                  <c:v>#N/A</c:v>
                </c:pt>
                <c:pt idx="3206">
                  <c:v>#N/A</c:v>
                </c:pt>
                <c:pt idx="3207">
                  <c:v>#N/A</c:v>
                </c:pt>
                <c:pt idx="3208">
                  <c:v>#N/A</c:v>
                </c:pt>
                <c:pt idx="3209">
                  <c:v>#N/A</c:v>
                </c:pt>
                <c:pt idx="3210">
                  <c:v>#N/A</c:v>
                </c:pt>
                <c:pt idx="3211">
                  <c:v>#N/A</c:v>
                </c:pt>
                <c:pt idx="3212">
                  <c:v>#N/A</c:v>
                </c:pt>
                <c:pt idx="3213">
                  <c:v>#N/A</c:v>
                </c:pt>
                <c:pt idx="3214">
                  <c:v>#N/A</c:v>
                </c:pt>
                <c:pt idx="3215">
                  <c:v>#N/A</c:v>
                </c:pt>
                <c:pt idx="3216">
                  <c:v>#N/A</c:v>
                </c:pt>
                <c:pt idx="3217">
                  <c:v>#N/A</c:v>
                </c:pt>
                <c:pt idx="3218">
                  <c:v>#N/A</c:v>
                </c:pt>
                <c:pt idx="3219">
                  <c:v>#N/A</c:v>
                </c:pt>
                <c:pt idx="3220">
                  <c:v>#N/A</c:v>
                </c:pt>
                <c:pt idx="3221">
                  <c:v>#N/A</c:v>
                </c:pt>
                <c:pt idx="3222">
                  <c:v>#N/A</c:v>
                </c:pt>
                <c:pt idx="3223">
                  <c:v>#N/A</c:v>
                </c:pt>
                <c:pt idx="3224">
                  <c:v>#N/A</c:v>
                </c:pt>
                <c:pt idx="3225">
                  <c:v>#N/A</c:v>
                </c:pt>
                <c:pt idx="3226">
                  <c:v>#N/A</c:v>
                </c:pt>
                <c:pt idx="3227">
                  <c:v>#N/A</c:v>
                </c:pt>
                <c:pt idx="3228">
                  <c:v>#N/A</c:v>
                </c:pt>
                <c:pt idx="3229">
                  <c:v>#N/A</c:v>
                </c:pt>
                <c:pt idx="3230">
                  <c:v>#N/A</c:v>
                </c:pt>
                <c:pt idx="3231">
                  <c:v>#N/A</c:v>
                </c:pt>
                <c:pt idx="3232">
                  <c:v>#N/A</c:v>
                </c:pt>
                <c:pt idx="3233">
                  <c:v>#N/A</c:v>
                </c:pt>
                <c:pt idx="3234">
                  <c:v>#N/A</c:v>
                </c:pt>
                <c:pt idx="3235">
                  <c:v>#N/A</c:v>
                </c:pt>
                <c:pt idx="3236">
                  <c:v>#N/A</c:v>
                </c:pt>
                <c:pt idx="3237">
                  <c:v>#N/A</c:v>
                </c:pt>
                <c:pt idx="3238">
                  <c:v>#N/A</c:v>
                </c:pt>
                <c:pt idx="3239">
                  <c:v>#N/A</c:v>
                </c:pt>
                <c:pt idx="3240">
                  <c:v>#N/A</c:v>
                </c:pt>
                <c:pt idx="3241">
                  <c:v>#N/A</c:v>
                </c:pt>
                <c:pt idx="3242">
                  <c:v>#N/A</c:v>
                </c:pt>
                <c:pt idx="3243">
                  <c:v>#N/A</c:v>
                </c:pt>
                <c:pt idx="3244">
                  <c:v>#N/A</c:v>
                </c:pt>
                <c:pt idx="3245">
                  <c:v>#N/A</c:v>
                </c:pt>
                <c:pt idx="3246">
                  <c:v>#N/A</c:v>
                </c:pt>
                <c:pt idx="3247">
                  <c:v>#N/A</c:v>
                </c:pt>
                <c:pt idx="3248">
                  <c:v>#N/A</c:v>
                </c:pt>
                <c:pt idx="3249">
                  <c:v>#N/A</c:v>
                </c:pt>
                <c:pt idx="3250">
                  <c:v>#N/A</c:v>
                </c:pt>
                <c:pt idx="3251">
                  <c:v>#N/A</c:v>
                </c:pt>
                <c:pt idx="3252">
                  <c:v>#N/A</c:v>
                </c:pt>
                <c:pt idx="3253">
                  <c:v>#N/A</c:v>
                </c:pt>
                <c:pt idx="3254">
                  <c:v>#N/A</c:v>
                </c:pt>
                <c:pt idx="3255">
                  <c:v>#N/A</c:v>
                </c:pt>
                <c:pt idx="3256">
                  <c:v>#N/A</c:v>
                </c:pt>
                <c:pt idx="3257">
                  <c:v>#N/A</c:v>
                </c:pt>
                <c:pt idx="3258">
                  <c:v>#N/A</c:v>
                </c:pt>
                <c:pt idx="3259">
                  <c:v>#N/A</c:v>
                </c:pt>
                <c:pt idx="3260">
                  <c:v>#N/A</c:v>
                </c:pt>
                <c:pt idx="3261">
                  <c:v>#N/A</c:v>
                </c:pt>
                <c:pt idx="3262">
                  <c:v>#N/A</c:v>
                </c:pt>
                <c:pt idx="3263">
                  <c:v>#N/A</c:v>
                </c:pt>
                <c:pt idx="3264">
                  <c:v>#N/A</c:v>
                </c:pt>
                <c:pt idx="3265">
                  <c:v>#N/A</c:v>
                </c:pt>
                <c:pt idx="3266">
                  <c:v>#N/A</c:v>
                </c:pt>
                <c:pt idx="3267">
                  <c:v>#N/A</c:v>
                </c:pt>
                <c:pt idx="3268">
                  <c:v>#N/A</c:v>
                </c:pt>
                <c:pt idx="3269">
                  <c:v>#N/A</c:v>
                </c:pt>
                <c:pt idx="3270">
                  <c:v>#N/A</c:v>
                </c:pt>
                <c:pt idx="3271">
                  <c:v>#N/A</c:v>
                </c:pt>
                <c:pt idx="3272">
                  <c:v>#N/A</c:v>
                </c:pt>
                <c:pt idx="3273">
                  <c:v>#N/A</c:v>
                </c:pt>
                <c:pt idx="3274">
                  <c:v>#N/A</c:v>
                </c:pt>
                <c:pt idx="3275">
                  <c:v>#N/A</c:v>
                </c:pt>
                <c:pt idx="3276">
                  <c:v>#N/A</c:v>
                </c:pt>
                <c:pt idx="3277">
                  <c:v>#N/A</c:v>
                </c:pt>
                <c:pt idx="3278">
                  <c:v>#N/A</c:v>
                </c:pt>
                <c:pt idx="3279">
                  <c:v>#N/A</c:v>
                </c:pt>
                <c:pt idx="3280">
                  <c:v>#N/A</c:v>
                </c:pt>
                <c:pt idx="3281">
                  <c:v>#N/A</c:v>
                </c:pt>
                <c:pt idx="3282">
                  <c:v>#N/A</c:v>
                </c:pt>
                <c:pt idx="3283">
                  <c:v>#N/A</c:v>
                </c:pt>
                <c:pt idx="3284">
                  <c:v>#N/A</c:v>
                </c:pt>
                <c:pt idx="3285">
                  <c:v>#N/A</c:v>
                </c:pt>
                <c:pt idx="3286">
                  <c:v>#N/A</c:v>
                </c:pt>
                <c:pt idx="3287">
                  <c:v>#N/A</c:v>
                </c:pt>
                <c:pt idx="3288">
                  <c:v>#N/A</c:v>
                </c:pt>
                <c:pt idx="3289">
                  <c:v>#N/A</c:v>
                </c:pt>
                <c:pt idx="3290">
                  <c:v>#N/A</c:v>
                </c:pt>
                <c:pt idx="3291">
                  <c:v>#N/A</c:v>
                </c:pt>
                <c:pt idx="3292">
                  <c:v>#N/A</c:v>
                </c:pt>
                <c:pt idx="3293">
                  <c:v>#N/A</c:v>
                </c:pt>
                <c:pt idx="3294">
                  <c:v>#N/A</c:v>
                </c:pt>
                <c:pt idx="3295">
                  <c:v>#N/A</c:v>
                </c:pt>
                <c:pt idx="3296">
                  <c:v>#N/A</c:v>
                </c:pt>
                <c:pt idx="3297">
                  <c:v>#N/A</c:v>
                </c:pt>
                <c:pt idx="3298">
                  <c:v>#N/A</c:v>
                </c:pt>
                <c:pt idx="3299">
                  <c:v>#N/A</c:v>
                </c:pt>
                <c:pt idx="3300">
                  <c:v>#N/A</c:v>
                </c:pt>
                <c:pt idx="3301">
                  <c:v>#N/A</c:v>
                </c:pt>
                <c:pt idx="3302">
                  <c:v>#N/A</c:v>
                </c:pt>
                <c:pt idx="3303">
                  <c:v>#N/A</c:v>
                </c:pt>
                <c:pt idx="3304">
                  <c:v>#N/A</c:v>
                </c:pt>
                <c:pt idx="3305">
                  <c:v>#N/A</c:v>
                </c:pt>
                <c:pt idx="3306">
                  <c:v>#N/A</c:v>
                </c:pt>
                <c:pt idx="3307">
                  <c:v>#N/A</c:v>
                </c:pt>
                <c:pt idx="3308">
                  <c:v>#N/A</c:v>
                </c:pt>
                <c:pt idx="3309">
                  <c:v>#N/A</c:v>
                </c:pt>
                <c:pt idx="3310">
                  <c:v>#N/A</c:v>
                </c:pt>
                <c:pt idx="3311">
                  <c:v>#N/A</c:v>
                </c:pt>
                <c:pt idx="3312">
                  <c:v>#N/A</c:v>
                </c:pt>
                <c:pt idx="3313">
                  <c:v>#N/A</c:v>
                </c:pt>
                <c:pt idx="3314">
                  <c:v>#N/A</c:v>
                </c:pt>
                <c:pt idx="3315">
                  <c:v>#N/A</c:v>
                </c:pt>
                <c:pt idx="3316">
                  <c:v>#N/A</c:v>
                </c:pt>
                <c:pt idx="3317">
                  <c:v>#N/A</c:v>
                </c:pt>
                <c:pt idx="3318">
                  <c:v>#N/A</c:v>
                </c:pt>
                <c:pt idx="3319">
                  <c:v>#N/A</c:v>
                </c:pt>
                <c:pt idx="3320">
                  <c:v>#N/A</c:v>
                </c:pt>
                <c:pt idx="3321">
                  <c:v>#N/A</c:v>
                </c:pt>
                <c:pt idx="3322">
                  <c:v>#N/A</c:v>
                </c:pt>
                <c:pt idx="3323">
                  <c:v>#N/A</c:v>
                </c:pt>
                <c:pt idx="3324">
                  <c:v>#N/A</c:v>
                </c:pt>
                <c:pt idx="3325">
                  <c:v>#N/A</c:v>
                </c:pt>
                <c:pt idx="3326">
                  <c:v>#N/A</c:v>
                </c:pt>
                <c:pt idx="3327">
                  <c:v>#N/A</c:v>
                </c:pt>
                <c:pt idx="3328">
                  <c:v>#N/A</c:v>
                </c:pt>
                <c:pt idx="3329">
                  <c:v>#N/A</c:v>
                </c:pt>
                <c:pt idx="3330">
                  <c:v>#N/A</c:v>
                </c:pt>
                <c:pt idx="3331">
                  <c:v>#N/A</c:v>
                </c:pt>
                <c:pt idx="3332">
                  <c:v>#N/A</c:v>
                </c:pt>
                <c:pt idx="3333">
                  <c:v>#N/A</c:v>
                </c:pt>
                <c:pt idx="3334">
                  <c:v>#N/A</c:v>
                </c:pt>
                <c:pt idx="3335">
                  <c:v>#N/A</c:v>
                </c:pt>
                <c:pt idx="3336">
                  <c:v>#N/A</c:v>
                </c:pt>
                <c:pt idx="3337">
                  <c:v>#N/A</c:v>
                </c:pt>
                <c:pt idx="3338">
                  <c:v>#N/A</c:v>
                </c:pt>
                <c:pt idx="3339">
                  <c:v>#N/A</c:v>
                </c:pt>
                <c:pt idx="3340">
                  <c:v>#N/A</c:v>
                </c:pt>
                <c:pt idx="3341">
                  <c:v>#N/A</c:v>
                </c:pt>
                <c:pt idx="3342">
                  <c:v>#N/A</c:v>
                </c:pt>
                <c:pt idx="3343">
                  <c:v>#N/A</c:v>
                </c:pt>
                <c:pt idx="3344">
                  <c:v>#N/A</c:v>
                </c:pt>
                <c:pt idx="3345">
                  <c:v>#N/A</c:v>
                </c:pt>
                <c:pt idx="3346">
                  <c:v>#N/A</c:v>
                </c:pt>
                <c:pt idx="3347">
                  <c:v>#N/A</c:v>
                </c:pt>
                <c:pt idx="3348">
                  <c:v>#N/A</c:v>
                </c:pt>
                <c:pt idx="3349">
                  <c:v>#N/A</c:v>
                </c:pt>
                <c:pt idx="3350">
                  <c:v>#N/A</c:v>
                </c:pt>
                <c:pt idx="3351">
                  <c:v>#N/A</c:v>
                </c:pt>
                <c:pt idx="3352">
                  <c:v>#N/A</c:v>
                </c:pt>
                <c:pt idx="3353">
                  <c:v>#N/A</c:v>
                </c:pt>
                <c:pt idx="3354">
                  <c:v>#N/A</c:v>
                </c:pt>
                <c:pt idx="3355">
                  <c:v>#N/A</c:v>
                </c:pt>
                <c:pt idx="3356">
                  <c:v>#N/A</c:v>
                </c:pt>
                <c:pt idx="3357">
                  <c:v>#N/A</c:v>
                </c:pt>
                <c:pt idx="3358">
                  <c:v>#N/A</c:v>
                </c:pt>
                <c:pt idx="3359">
                  <c:v>#N/A</c:v>
                </c:pt>
                <c:pt idx="3360">
                  <c:v>#N/A</c:v>
                </c:pt>
                <c:pt idx="3361">
                  <c:v>#N/A</c:v>
                </c:pt>
                <c:pt idx="3362">
                  <c:v>#N/A</c:v>
                </c:pt>
                <c:pt idx="3363">
                  <c:v>#N/A</c:v>
                </c:pt>
                <c:pt idx="3364">
                  <c:v>#N/A</c:v>
                </c:pt>
                <c:pt idx="3365">
                  <c:v>#N/A</c:v>
                </c:pt>
                <c:pt idx="3366">
                  <c:v>#N/A</c:v>
                </c:pt>
                <c:pt idx="3367">
                  <c:v>#N/A</c:v>
                </c:pt>
                <c:pt idx="3368">
                  <c:v>#N/A</c:v>
                </c:pt>
                <c:pt idx="3369">
                  <c:v>#N/A</c:v>
                </c:pt>
                <c:pt idx="3370">
                  <c:v>#N/A</c:v>
                </c:pt>
                <c:pt idx="3371">
                  <c:v>#N/A</c:v>
                </c:pt>
                <c:pt idx="3372">
                  <c:v>#N/A</c:v>
                </c:pt>
                <c:pt idx="3373">
                  <c:v>#N/A</c:v>
                </c:pt>
                <c:pt idx="3374">
                  <c:v>#N/A</c:v>
                </c:pt>
                <c:pt idx="3375">
                  <c:v>#N/A</c:v>
                </c:pt>
                <c:pt idx="3376">
                  <c:v>#N/A</c:v>
                </c:pt>
                <c:pt idx="3377">
                  <c:v>#N/A</c:v>
                </c:pt>
                <c:pt idx="3378">
                  <c:v>#N/A</c:v>
                </c:pt>
                <c:pt idx="3379">
                  <c:v>#N/A</c:v>
                </c:pt>
                <c:pt idx="3380">
                  <c:v>#N/A</c:v>
                </c:pt>
                <c:pt idx="3381">
                  <c:v>#N/A</c:v>
                </c:pt>
                <c:pt idx="3382">
                  <c:v>#N/A</c:v>
                </c:pt>
                <c:pt idx="3383">
                  <c:v>#N/A</c:v>
                </c:pt>
                <c:pt idx="3384">
                  <c:v>#N/A</c:v>
                </c:pt>
                <c:pt idx="3385">
                  <c:v>#N/A</c:v>
                </c:pt>
                <c:pt idx="3386">
                  <c:v>#N/A</c:v>
                </c:pt>
                <c:pt idx="3387">
                  <c:v>#N/A</c:v>
                </c:pt>
                <c:pt idx="3388">
                  <c:v>#N/A</c:v>
                </c:pt>
                <c:pt idx="3389">
                  <c:v>#N/A</c:v>
                </c:pt>
                <c:pt idx="3390">
                  <c:v>#N/A</c:v>
                </c:pt>
                <c:pt idx="3391">
                  <c:v>#N/A</c:v>
                </c:pt>
                <c:pt idx="3392">
                  <c:v>#N/A</c:v>
                </c:pt>
                <c:pt idx="3393">
                  <c:v>#N/A</c:v>
                </c:pt>
                <c:pt idx="3394">
                  <c:v>#N/A</c:v>
                </c:pt>
                <c:pt idx="3395">
                  <c:v>#N/A</c:v>
                </c:pt>
                <c:pt idx="3396">
                  <c:v>#N/A</c:v>
                </c:pt>
                <c:pt idx="3397">
                  <c:v>#N/A</c:v>
                </c:pt>
                <c:pt idx="3398">
                  <c:v>#N/A</c:v>
                </c:pt>
                <c:pt idx="3399">
                  <c:v>#N/A</c:v>
                </c:pt>
                <c:pt idx="3400">
                  <c:v>#N/A</c:v>
                </c:pt>
                <c:pt idx="3401">
                  <c:v>#N/A</c:v>
                </c:pt>
                <c:pt idx="3402">
                  <c:v>#N/A</c:v>
                </c:pt>
                <c:pt idx="3403">
                  <c:v>#N/A</c:v>
                </c:pt>
                <c:pt idx="3404">
                  <c:v>#N/A</c:v>
                </c:pt>
                <c:pt idx="3405">
                  <c:v>#N/A</c:v>
                </c:pt>
                <c:pt idx="3406">
                  <c:v>#N/A</c:v>
                </c:pt>
                <c:pt idx="3407">
                  <c:v>#N/A</c:v>
                </c:pt>
                <c:pt idx="3408">
                  <c:v>#N/A</c:v>
                </c:pt>
                <c:pt idx="3409">
                  <c:v>#N/A</c:v>
                </c:pt>
                <c:pt idx="3410">
                  <c:v>#N/A</c:v>
                </c:pt>
                <c:pt idx="3411">
                  <c:v>#N/A</c:v>
                </c:pt>
                <c:pt idx="3412">
                  <c:v>#N/A</c:v>
                </c:pt>
                <c:pt idx="3413">
                  <c:v>#N/A</c:v>
                </c:pt>
                <c:pt idx="3414">
                  <c:v>#N/A</c:v>
                </c:pt>
                <c:pt idx="3415">
                  <c:v>#N/A</c:v>
                </c:pt>
                <c:pt idx="3416">
                  <c:v>#N/A</c:v>
                </c:pt>
                <c:pt idx="3417">
                  <c:v>#N/A</c:v>
                </c:pt>
                <c:pt idx="3418">
                  <c:v>#N/A</c:v>
                </c:pt>
                <c:pt idx="3419">
                  <c:v>#N/A</c:v>
                </c:pt>
                <c:pt idx="3420">
                  <c:v>#N/A</c:v>
                </c:pt>
                <c:pt idx="3421">
                  <c:v>#N/A</c:v>
                </c:pt>
                <c:pt idx="3422">
                  <c:v>#N/A</c:v>
                </c:pt>
                <c:pt idx="3423">
                  <c:v>#N/A</c:v>
                </c:pt>
                <c:pt idx="3424">
                  <c:v>#N/A</c:v>
                </c:pt>
                <c:pt idx="3425">
                  <c:v>#N/A</c:v>
                </c:pt>
                <c:pt idx="3426">
                  <c:v>#N/A</c:v>
                </c:pt>
                <c:pt idx="3427">
                  <c:v>#N/A</c:v>
                </c:pt>
                <c:pt idx="3428">
                  <c:v>#N/A</c:v>
                </c:pt>
                <c:pt idx="3429">
                  <c:v>#N/A</c:v>
                </c:pt>
                <c:pt idx="3430">
                  <c:v>#N/A</c:v>
                </c:pt>
                <c:pt idx="3431">
                  <c:v>#N/A</c:v>
                </c:pt>
                <c:pt idx="3432">
                  <c:v>#N/A</c:v>
                </c:pt>
                <c:pt idx="3433">
                  <c:v>#N/A</c:v>
                </c:pt>
                <c:pt idx="3434">
                  <c:v>#N/A</c:v>
                </c:pt>
                <c:pt idx="3435">
                  <c:v>#N/A</c:v>
                </c:pt>
                <c:pt idx="3436">
                  <c:v>#N/A</c:v>
                </c:pt>
                <c:pt idx="3437">
                  <c:v>#N/A</c:v>
                </c:pt>
                <c:pt idx="3438">
                  <c:v>#N/A</c:v>
                </c:pt>
                <c:pt idx="3439">
                  <c:v>#N/A</c:v>
                </c:pt>
                <c:pt idx="3440">
                  <c:v>#N/A</c:v>
                </c:pt>
                <c:pt idx="3441">
                  <c:v>#N/A</c:v>
                </c:pt>
                <c:pt idx="3442">
                  <c:v>#N/A</c:v>
                </c:pt>
                <c:pt idx="3443">
                  <c:v>#N/A</c:v>
                </c:pt>
                <c:pt idx="3444">
                  <c:v>#N/A</c:v>
                </c:pt>
                <c:pt idx="3445">
                  <c:v>#N/A</c:v>
                </c:pt>
                <c:pt idx="3446">
                  <c:v>#N/A</c:v>
                </c:pt>
                <c:pt idx="3447">
                  <c:v>#N/A</c:v>
                </c:pt>
                <c:pt idx="3448">
                  <c:v>#N/A</c:v>
                </c:pt>
                <c:pt idx="3449">
                  <c:v>#N/A</c:v>
                </c:pt>
                <c:pt idx="3450">
                  <c:v>#N/A</c:v>
                </c:pt>
                <c:pt idx="3451">
                  <c:v>#N/A</c:v>
                </c:pt>
                <c:pt idx="3452">
                  <c:v>#N/A</c:v>
                </c:pt>
                <c:pt idx="3453">
                  <c:v>#N/A</c:v>
                </c:pt>
                <c:pt idx="3454">
                  <c:v>#N/A</c:v>
                </c:pt>
                <c:pt idx="3455">
                  <c:v>#N/A</c:v>
                </c:pt>
                <c:pt idx="3456">
                  <c:v>#N/A</c:v>
                </c:pt>
                <c:pt idx="3457">
                  <c:v>#N/A</c:v>
                </c:pt>
                <c:pt idx="3458">
                  <c:v>#N/A</c:v>
                </c:pt>
                <c:pt idx="3459">
                  <c:v>#N/A</c:v>
                </c:pt>
                <c:pt idx="3460">
                  <c:v>#N/A</c:v>
                </c:pt>
                <c:pt idx="3461">
                  <c:v>#N/A</c:v>
                </c:pt>
                <c:pt idx="3462">
                  <c:v>#N/A</c:v>
                </c:pt>
                <c:pt idx="3463">
                  <c:v>#N/A</c:v>
                </c:pt>
                <c:pt idx="3464">
                  <c:v>#N/A</c:v>
                </c:pt>
                <c:pt idx="3465">
                  <c:v>#N/A</c:v>
                </c:pt>
                <c:pt idx="3466">
                  <c:v>#N/A</c:v>
                </c:pt>
                <c:pt idx="3467">
                  <c:v>#N/A</c:v>
                </c:pt>
                <c:pt idx="3468">
                  <c:v>#N/A</c:v>
                </c:pt>
                <c:pt idx="3469">
                  <c:v>#N/A</c:v>
                </c:pt>
                <c:pt idx="3470">
                  <c:v>#N/A</c:v>
                </c:pt>
                <c:pt idx="3471">
                  <c:v>#N/A</c:v>
                </c:pt>
                <c:pt idx="3472">
                  <c:v>#N/A</c:v>
                </c:pt>
                <c:pt idx="3473">
                  <c:v>#N/A</c:v>
                </c:pt>
                <c:pt idx="3474">
                  <c:v>#N/A</c:v>
                </c:pt>
                <c:pt idx="3475">
                  <c:v>#N/A</c:v>
                </c:pt>
                <c:pt idx="3476">
                  <c:v>#N/A</c:v>
                </c:pt>
                <c:pt idx="3477">
                  <c:v>#N/A</c:v>
                </c:pt>
                <c:pt idx="3478">
                  <c:v>#N/A</c:v>
                </c:pt>
                <c:pt idx="3479">
                  <c:v>#N/A</c:v>
                </c:pt>
                <c:pt idx="3480">
                  <c:v>#N/A</c:v>
                </c:pt>
                <c:pt idx="3481">
                  <c:v>#N/A</c:v>
                </c:pt>
                <c:pt idx="3482">
                  <c:v>#N/A</c:v>
                </c:pt>
                <c:pt idx="3483">
                  <c:v>#N/A</c:v>
                </c:pt>
                <c:pt idx="3484">
                  <c:v>#N/A</c:v>
                </c:pt>
                <c:pt idx="3485">
                  <c:v>#N/A</c:v>
                </c:pt>
                <c:pt idx="3486">
                  <c:v>#N/A</c:v>
                </c:pt>
                <c:pt idx="3487">
                  <c:v>#N/A</c:v>
                </c:pt>
                <c:pt idx="3488">
                  <c:v>#N/A</c:v>
                </c:pt>
                <c:pt idx="3489">
                  <c:v>#N/A</c:v>
                </c:pt>
                <c:pt idx="3490">
                  <c:v>#N/A</c:v>
                </c:pt>
                <c:pt idx="3491">
                  <c:v>#N/A</c:v>
                </c:pt>
                <c:pt idx="3492">
                  <c:v>#N/A</c:v>
                </c:pt>
                <c:pt idx="3493">
                  <c:v>#N/A</c:v>
                </c:pt>
                <c:pt idx="3494">
                  <c:v>#N/A</c:v>
                </c:pt>
                <c:pt idx="3495">
                  <c:v>#N/A</c:v>
                </c:pt>
                <c:pt idx="3496">
                  <c:v>#N/A</c:v>
                </c:pt>
                <c:pt idx="3497">
                  <c:v>#N/A</c:v>
                </c:pt>
                <c:pt idx="3498">
                  <c:v>#N/A</c:v>
                </c:pt>
                <c:pt idx="3499">
                  <c:v>#N/A</c:v>
                </c:pt>
                <c:pt idx="3500">
                  <c:v>#N/A</c:v>
                </c:pt>
                <c:pt idx="3501">
                  <c:v>#N/A</c:v>
                </c:pt>
                <c:pt idx="3502">
                  <c:v>#N/A</c:v>
                </c:pt>
                <c:pt idx="3503">
                  <c:v>#N/A</c:v>
                </c:pt>
                <c:pt idx="3504">
                  <c:v>#N/A</c:v>
                </c:pt>
                <c:pt idx="3505">
                  <c:v>#N/A</c:v>
                </c:pt>
                <c:pt idx="3506">
                  <c:v>#N/A</c:v>
                </c:pt>
                <c:pt idx="3507">
                  <c:v>#N/A</c:v>
                </c:pt>
                <c:pt idx="3508">
                  <c:v>#N/A</c:v>
                </c:pt>
                <c:pt idx="3509">
                  <c:v>#N/A</c:v>
                </c:pt>
                <c:pt idx="3510">
                  <c:v>#N/A</c:v>
                </c:pt>
                <c:pt idx="3511">
                  <c:v>#N/A</c:v>
                </c:pt>
                <c:pt idx="3512">
                  <c:v>#N/A</c:v>
                </c:pt>
                <c:pt idx="3513">
                  <c:v>#N/A</c:v>
                </c:pt>
                <c:pt idx="3514">
                  <c:v>#N/A</c:v>
                </c:pt>
                <c:pt idx="3515">
                  <c:v>#N/A</c:v>
                </c:pt>
                <c:pt idx="3516">
                  <c:v>#N/A</c:v>
                </c:pt>
                <c:pt idx="3517">
                  <c:v>#N/A</c:v>
                </c:pt>
                <c:pt idx="3518">
                  <c:v>#N/A</c:v>
                </c:pt>
                <c:pt idx="3519">
                  <c:v>#N/A</c:v>
                </c:pt>
                <c:pt idx="3520">
                  <c:v>#N/A</c:v>
                </c:pt>
                <c:pt idx="3521">
                  <c:v>#N/A</c:v>
                </c:pt>
                <c:pt idx="3522">
                  <c:v>#N/A</c:v>
                </c:pt>
                <c:pt idx="3523">
                  <c:v>#N/A</c:v>
                </c:pt>
                <c:pt idx="3524">
                  <c:v>#N/A</c:v>
                </c:pt>
                <c:pt idx="3525">
                  <c:v>#N/A</c:v>
                </c:pt>
                <c:pt idx="3526">
                  <c:v>#N/A</c:v>
                </c:pt>
                <c:pt idx="3527">
                  <c:v>#N/A</c:v>
                </c:pt>
                <c:pt idx="3528">
                  <c:v>#N/A</c:v>
                </c:pt>
                <c:pt idx="3529">
                  <c:v>#N/A</c:v>
                </c:pt>
                <c:pt idx="3530">
                  <c:v>#N/A</c:v>
                </c:pt>
                <c:pt idx="3531">
                  <c:v>#N/A</c:v>
                </c:pt>
                <c:pt idx="3532">
                  <c:v>#N/A</c:v>
                </c:pt>
                <c:pt idx="3533">
                  <c:v>#N/A</c:v>
                </c:pt>
                <c:pt idx="3534">
                  <c:v>#N/A</c:v>
                </c:pt>
                <c:pt idx="3535">
                  <c:v>#N/A</c:v>
                </c:pt>
                <c:pt idx="3536">
                  <c:v>#N/A</c:v>
                </c:pt>
                <c:pt idx="3537">
                  <c:v>#N/A</c:v>
                </c:pt>
                <c:pt idx="3538">
                  <c:v>#N/A</c:v>
                </c:pt>
                <c:pt idx="3539">
                  <c:v>#N/A</c:v>
                </c:pt>
                <c:pt idx="3540">
                  <c:v>#N/A</c:v>
                </c:pt>
                <c:pt idx="3541">
                  <c:v>#N/A</c:v>
                </c:pt>
                <c:pt idx="3542">
                  <c:v>#N/A</c:v>
                </c:pt>
                <c:pt idx="3543">
                  <c:v>#N/A</c:v>
                </c:pt>
                <c:pt idx="3544">
                  <c:v>#N/A</c:v>
                </c:pt>
                <c:pt idx="3545">
                  <c:v>#N/A</c:v>
                </c:pt>
                <c:pt idx="3546">
                  <c:v>#N/A</c:v>
                </c:pt>
                <c:pt idx="3547">
                  <c:v>#N/A</c:v>
                </c:pt>
                <c:pt idx="3548">
                  <c:v>#N/A</c:v>
                </c:pt>
                <c:pt idx="3549">
                  <c:v>#N/A</c:v>
                </c:pt>
                <c:pt idx="3550">
                  <c:v>#N/A</c:v>
                </c:pt>
                <c:pt idx="3551">
                  <c:v>#N/A</c:v>
                </c:pt>
                <c:pt idx="3552">
                  <c:v>#N/A</c:v>
                </c:pt>
                <c:pt idx="3553">
                  <c:v>#N/A</c:v>
                </c:pt>
                <c:pt idx="3554">
                  <c:v>#N/A</c:v>
                </c:pt>
                <c:pt idx="3555">
                  <c:v>#N/A</c:v>
                </c:pt>
                <c:pt idx="3556">
                  <c:v>#N/A</c:v>
                </c:pt>
                <c:pt idx="3557">
                  <c:v>#N/A</c:v>
                </c:pt>
                <c:pt idx="3558">
                  <c:v>#N/A</c:v>
                </c:pt>
                <c:pt idx="3559">
                  <c:v>#N/A</c:v>
                </c:pt>
                <c:pt idx="3560">
                  <c:v>#N/A</c:v>
                </c:pt>
                <c:pt idx="3561">
                  <c:v>#N/A</c:v>
                </c:pt>
                <c:pt idx="3562">
                  <c:v>#N/A</c:v>
                </c:pt>
                <c:pt idx="3563">
                  <c:v>#N/A</c:v>
                </c:pt>
                <c:pt idx="3564">
                  <c:v>#N/A</c:v>
                </c:pt>
                <c:pt idx="3565">
                  <c:v>#N/A</c:v>
                </c:pt>
                <c:pt idx="3566">
                  <c:v>#N/A</c:v>
                </c:pt>
                <c:pt idx="3567">
                  <c:v>#N/A</c:v>
                </c:pt>
                <c:pt idx="3568">
                  <c:v>#N/A</c:v>
                </c:pt>
                <c:pt idx="3569">
                  <c:v>#N/A</c:v>
                </c:pt>
                <c:pt idx="3570">
                  <c:v>#N/A</c:v>
                </c:pt>
                <c:pt idx="3571">
                  <c:v>#N/A</c:v>
                </c:pt>
                <c:pt idx="3572">
                  <c:v>#N/A</c:v>
                </c:pt>
                <c:pt idx="3573">
                  <c:v>#N/A</c:v>
                </c:pt>
                <c:pt idx="3574">
                  <c:v>#N/A</c:v>
                </c:pt>
                <c:pt idx="3575">
                  <c:v>#N/A</c:v>
                </c:pt>
                <c:pt idx="3576">
                  <c:v>#N/A</c:v>
                </c:pt>
                <c:pt idx="3577">
                  <c:v>#N/A</c:v>
                </c:pt>
                <c:pt idx="3578">
                  <c:v>#N/A</c:v>
                </c:pt>
                <c:pt idx="3579">
                  <c:v>#N/A</c:v>
                </c:pt>
                <c:pt idx="3580">
                  <c:v>#N/A</c:v>
                </c:pt>
                <c:pt idx="3581">
                  <c:v>#N/A</c:v>
                </c:pt>
                <c:pt idx="3582">
                  <c:v>#N/A</c:v>
                </c:pt>
                <c:pt idx="3583">
                  <c:v>#N/A</c:v>
                </c:pt>
                <c:pt idx="3584">
                  <c:v>#N/A</c:v>
                </c:pt>
                <c:pt idx="3585">
                  <c:v>#N/A</c:v>
                </c:pt>
                <c:pt idx="3586">
                  <c:v>#N/A</c:v>
                </c:pt>
                <c:pt idx="3587">
                  <c:v>#N/A</c:v>
                </c:pt>
                <c:pt idx="3588">
                  <c:v>#N/A</c:v>
                </c:pt>
                <c:pt idx="3589">
                  <c:v>#N/A</c:v>
                </c:pt>
                <c:pt idx="3590">
                  <c:v>#N/A</c:v>
                </c:pt>
                <c:pt idx="3591">
                  <c:v>#N/A</c:v>
                </c:pt>
                <c:pt idx="3592">
                  <c:v>#N/A</c:v>
                </c:pt>
                <c:pt idx="3593">
                  <c:v>#N/A</c:v>
                </c:pt>
                <c:pt idx="3594">
                  <c:v>#N/A</c:v>
                </c:pt>
                <c:pt idx="3595">
                  <c:v>#N/A</c:v>
                </c:pt>
                <c:pt idx="3596">
                  <c:v>#N/A</c:v>
                </c:pt>
                <c:pt idx="3597">
                  <c:v>#N/A</c:v>
                </c:pt>
                <c:pt idx="3598">
                  <c:v>#N/A</c:v>
                </c:pt>
                <c:pt idx="3599">
                  <c:v>#N/A</c:v>
                </c:pt>
                <c:pt idx="3600">
                  <c:v>#N/A</c:v>
                </c:pt>
                <c:pt idx="3601">
                  <c:v>#N/A</c:v>
                </c:pt>
                <c:pt idx="3602">
                  <c:v>#N/A</c:v>
                </c:pt>
                <c:pt idx="3603">
                  <c:v>#N/A</c:v>
                </c:pt>
                <c:pt idx="3604">
                  <c:v>#N/A</c:v>
                </c:pt>
                <c:pt idx="3605">
                  <c:v>#N/A</c:v>
                </c:pt>
                <c:pt idx="3606">
                  <c:v>#N/A</c:v>
                </c:pt>
                <c:pt idx="3607">
                  <c:v>#N/A</c:v>
                </c:pt>
                <c:pt idx="3608">
                  <c:v>#N/A</c:v>
                </c:pt>
                <c:pt idx="3609">
                  <c:v>#N/A</c:v>
                </c:pt>
                <c:pt idx="3610">
                  <c:v>#N/A</c:v>
                </c:pt>
                <c:pt idx="3611">
                  <c:v>#N/A</c:v>
                </c:pt>
                <c:pt idx="3612">
                  <c:v>#N/A</c:v>
                </c:pt>
                <c:pt idx="3613">
                  <c:v>#N/A</c:v>
                </c:pt>
                <c:pt idx="3614">
                  <c:v>#N/A</c:v>
                </c:pt>
                <c:pt idx="3615">
                  <c:v>#N/A</c:v>
                </c:pt>
                <c:pt idx="3616">
                  <c:v>#N/A</c:v>
                </c:pt>
                <c:pt idx="3617">
                  <c:v>#N/A</c:v>
                </c:pt>
                <c:pt idx="3618">
                  <c:v>#N/A</c:v>
                </c:pt>
                <c:pt idx="3619">
                  <c:v>#N/A</c:v>
                </c:pt>
                <c:pt idx="3620">
                  <c:v>#N/A</c:v>
                </c:pt>
                <c:pt idx="3621">
                  <c:v>#N/A</c:v>
                </c:pt>
                <c:pt idx="3622">
                  <c:v>#N/A</c:v>
                </c:pt>
                <c:pt idx="3623">
                  <c:v>#N/A</c:v>
                </c:pt>
                <c:pt idx="3624">
                  <c:v>#N/A</c:v>
                </c:pt>
                <c:pt idx="3625">
                  <c:v>#N/A</c:v>
                </c:pt>
                <c:pt idx="3626">
                  <c:v>#N/A</c:v>
                </c:pt>
                <c:pt idx="3627">
                  <c:v>#N/A</c:v>
                </c:pt>
                <c:pt idx="3628">
                  <c:v>#N/A</c:v>
                </c:pt>
                <c:pt idx="3629">
                  <c:v>#N/A</c:v>
                </c:pt>
                <c:pt idx="3630">
                  <c:v>#N/A</c:v>
                </c:pt>
                <c:pt idx="3631">
                  <c:v>#N/A</c:v>
                </c:pt>
                <c:pt idx="3632">
                  <c:v>#N/A</c:v>
                </c:pt>
                <c:pt idx="3633">
                  <c:v>#N/A</c:v>
                </c:pt>
                <c:pt idx="3634">
                  <c:v>#N/A</c:v>
                </c:pt>
                <c:pt idx="3635">
                  <c:v>#N/A</c:v>
                </c:pt>
                <c:pt idx="3636">
                  <c:v>#N/A</c:v>
                </c:pt>
                <c:pt idx="3637">
                  <c:v>#N/A</c:v>
                </c:pt>
                <c:pt idx="3638">
                  <c:v>#N/A</c:v>
                </c:pt>
                <c:pt idx="3639">
                  <c:v>#N/A</c:v>
                </c:pt>
                <c:pt idx="3640">
                  <c:v>#N/A</c:v>
                </c:pt>
                <c:pt idx="3641">
                  <c:v>#N/A</c:v>
                </c:pt>
                <c:pt idx="3642">
                  <c:v>#N/A</c:v>
                </c:pt>
                <c:pt idx="3643">
                  <c:v>#N/A</c:v>
                </c:pt>
                <c:pt idx="3644">
                  <c:v>#N/A</c:v>
                </c:pt>
                <c:pt idx="3645">
                  <c:v>#N/A</c:v>
                </c:pt>
                <c:pt idx="3646">
                  <c:v>#N/A</c:v>
                </c:pt>
                <c:pt idx="3647">
                  <c:v>#N/A</c:v>
                </c:pt>
                <c:pt idx="3648">
                  <c:v>#N/A</c:v>
                </c:pt>
                <c:pt idx="3649">
                  <c:v>#N/A</c:v>
                </c:pt>
                <c:pt idx="3650">
                  <c:v>#N/A</c:v>
                </c:pt>
                <c:pt idx="3651">
                  <c:v>#N/A</c:v>
                </c:pt>
                <c:pt idx="3652">
                  <c:v>#N/A</c:v>
                </c:pt>
                <c:pt idx="3653">
                  <c:v>#N/A</c:v>
                </c:pt>
                <c:pt idx="3654">
                  <c:v>#N/A</c:v>
                </c:pt>
                <c:pt idx="3655">
                  <c:v>#N/A</c:v>
                </c:pt>
                <c:pt idx="3656">
                  <c:v>#N/A</c:v>
                </c:pt>
                <c:pt idx="3657">
                  <c:v>#N/A</c:v>
                </c:pt>
                <c:pt idx="3658">
                  <c:v>#N/A</c:v>
                </c:pt>
                <c:pt idx="3659">
                  <c:v>#N/A</c:v>
                </c:pt>
                <c:pt idx="3660">
                  <c:v>#N/A</c:v>
                </c:pt>
                <c:pt idx="3661">
                  <c:v>#N/A</c:v>
                </c:pt>
                <c:pt idx="3662">
                  <c:v>#N/A</c:v>
                </c:pt>
                <c:pt idx="3663">
                  <c:v>#N/A</c:v>
                </c:pt>
                <c:pt idx="3664">
                  <c:v>#N/A</c:v>
                </c:pt>
                <c:pt idx="3665">
                  <c:v>#N/A</c:v>
                </c:pt>
                <c:pt idx="3666">
                  <c:v>#N/A</c:v>
                </c:pt>
                <c:pt idx="3667">
                  <c:v>#N/A</c:v>
                </c:pt>
                <c:pt idx="3668">
                  <c:v>#N/A</c:v>
                </c:pt>
                <c:pt idx="3669">
                  <c:v>#N/A</c:v>
                </c:pt>
                <c:pt idx="3670">
                  <c:v>#N/A</c:v>
                </c:pt>
                <c:pt idx="3671">
                  <c:v>#N/A</c:v>
                </c:pt>
                <c:pt idx="3672">
                  <c:v>#N/A</c:v>
                </c:pt>
                <c:pt idx="3673">
                  <c:v>#N/A</c:v>
                </c:pt>
                <c:pt idx="3674">
                  <c:v>#N/A</c:v>
                </c:pt>
                <c:pt idx="3675">
                  <c:v>#N/A</c:v>
                </c:pt>
                <c:pt idx="3676">
                  <c:v>#N/A</c:v>
                </c:pt>
                <c:pt idx="3677">
                  <c:v>#N/A</c:v>
                </c:pt>
                <c:pt idx="3678">
                  <c:v>#N/A</c:v>
                </c:pt>
                <c:pt idx="3679">
                  <c:v>#N/A</c:v>
                </c:pt>
                <c:pt idx="3680">
                  <c:v>#N/A</c:v>
                </c:pt>
                <c:pt idx="3681">
                  <c:v>#N/A</c:v>
                </c:pt>
                <c:pt idx="3682">
                  <c:v>#N/A</c:v>
                </c:pt>
                <c:pt idx="3683">
                  <c:v>#N/A</c:v>
                </c:pt>
                <c:pt idx="3684">
                  <c:v>#N/A</c:v>
                </c:pt>
                <c:pt idx="3685">
                  <c:v>#N/A</c:v>
                </c:pt>
                <c:pt idx="3686">
                  <c:v>#N/A</c:v>
                </c:pt>
                <c:pt idx="3687">
                  <c:v>#N/A</c:v>
                </c:pt>
                <c:pt idx="3688">
                  <c:v>#N/A</c:v>
                </c:pt>
                <c:pt idx="3689">
                  <c:v>#N/A</c:v>
                </c:pt>
                <c:pt idx="3690">
                  <c:v>#N/A</c:v>
                </c:pt>
                <c:pt idx="3691">
                  <c:v>#N/A</c:v>
                </c:pt>
                <c:pt idx="3692">
                  <c:v>#N/A</c:v>
                </c:pt>
                <c:pt idx="3693">
                  <c:v>#N/A</c:v>
                </c:pt>
                <c:pt idx="3694">
                  <c:v>#N/A</c:v>
                </c:pt>
                <c:pt idx="3695">
                  <c:v>#N/A</c:v>
                </c:pt>
                <c:pt idx="3696">
                  <c:v>#N/A</c:v>
                </c:pt>
                <c:pt idx="3697">
                  <c:v>#N/A</c:v>
                </c:pt>
                <c:pt idx="3698">
                  <c:v>#N/A</c:v>
                </c:pt>
                <c:pt idx="3699">
                  <c:v>#N/A</c:v>
                </c:pt>
                <c:pt idx="3700">
                  <c:v>#N/A</c:v>
                </c:pt>
                <c:pt idx="3701">
                  <c:v>#N/A</c:v>
                </c:pt>
                <c:pt idx="3702">
                  <c:v>#N/A</c:v>
                </c:pt>
                <c:pt idx="3703">
                  <c:v>#N/A</c:v>
                </c:pt>
                <c:pt idx="3704">
                  <c:v>#N/A</c:v>
                </c:pt>
                <c:pt idx="3705">
                  <c:v>#N/A</c:v>
                </c:pt>
                <c:pt idx="3706">
                  <c:v>#N/A</c:v>
                </c:pt>
                <c:pt idx="3707">
                  <c:v>#N/A</c:v>
                </c:pt>
                <c:pt idx="3708">
                  <c:v>#N/A</c:v>
                </c:pt>
                <c:pt idx="3709">
                  <c:v>#N/A</c:v>
                </c:pt>
                <c:pt idx="3710">
                  <c:v>#N/A</c:v>
                </c:pt>
                <c:pt idx="3711">
                  <c:v>#N/A</c:v>
                </c:pt>
                <c:pt idx="3712">
                  <c:v>#N/A</c:v>
                </c:pt>
                <c:pt idx="3713">
                  <c:v>#N/A</c:v>
                </c:pt>
                <c:pt idx="3714">
                  <c:v>#N/A</c:v>
                </c:pt>
                <c:pt idx="3715">
                  <c:v>#N/A</c:v>
                </c:pt>
                <c:pt idx="3716">
                  <c:v>#N/A</c:v>
                </c:pt>
                <c:pt idx="3717">
                  <c:v>#N/A</c:v>
                </c:pt>
                <c:pt idx="3718">
                  <c:v>#N/A</c:v>
                </c:pt>
                <c:pt idx="3719">
                  <c:v>#N/A</c:v>
                </c:pt>
                <c:pt idx="3720">
                  <c:v>#N/A</c:v>
                </c:pt>
                <c:pt idx="3721">
                  <c:v>#N/A</c:v>
                </c:pt>
                <c:pt idx="3722">
                  <c:v>#N/A</c:v>
                </c:pt>
                <c:pt idx="3723">
                  <c:v>#N/A</c:v>
                </c:pt>
                <c:pt idx="3724">
                  <c:v>#N/A</c:v>
                </c:pt>
                <c:pt idx="3725">
                  <c:v>#N/A</c:v>
                </c:pt>
                <c:pt idx="3726">
                  <c:v>#N/A</c:v>
                </c:pt>
                <c:pt idx="3727">
                  <c:v>#N/A</c:v>
                </c:pt>
                <c:pt idx="3728">
                  <c:v>#N/A</c:v>
                </c:pt>
                <c:pt idx="3729">
                  <c:v>#N/A</c:v>
                </c:pt>
                <c:pt idx="3730">
                  <c:v>#N/A</c:v>
                </c:pt>
                <c:pt idx="3731">
                  <c:v>#N/A</c:v>
                </c:pt>
                <c:pt idx="3732">
                  <c:v>#N/A</c:v>
                </c:pt>
                <c:pt idx="3733">
                  <c:v>#N/A</c:v>
                </c:pt>
                <c:pt idx="3734">
                  <c:v>#N/A</c:v>
                </c:pt>
                <c:pt idx="3735">
                  <c:v>#N/A</c:v>
                </c:pt>
                <c:pt idx="3736">
                  <c:v>#N/A</c:v>
                </c:pt>
                <c:pt idx="3737">
                  <c:v>#N/A</c:v>
                </c:pt>
                <c:pt idx="3738">
                  <c:v>#N/A</c:v>
                </c:pt>
                <c:pt idx="3739">
                  <c:v>#N/A</c:v>
                </c:pt>
                <c:pt idx="3740">
                  <c:v>#N/A</c:v>
                </c:pt>
                <c:pt idx="3741">
                  <c:v>#N/A</c:v>
                </c:pt>
                <c:pt idx="3742">
                  <c:v>#N/A</c:v>
                </c:pt>
                <c:pt idx="3743">
                  <c:v>#N/A</c:v>
                </c:pt>
                <c:pt idx="3744">
                  <c:v>#N/A</c:v>
                </c:pt>
                <c:pt idx="3745">
                  <c:v>#N/A</c:v>
                </c:pt>
                <c:pt idx="3746">
                  <c:v>#N/A</c:v>
                </c:pt>
                <c:pt idx="3747">
                  <c:v>#N/A</c:v>
                </c:pt>
                <c:pt idx="3748">
                  <c:v>#N/A</c:v>
                </c:pt>
                <c:pt idx="3749">
                  <c:v>#N/A</c:v>
                </c:pt>
                <c:pt idx="3750">
                  <c:v>#N/A</c:v>
                </c:pt>
                <c:pt idx="3751">
                  <c:v>#N/A</c:v>
                </c:pt>
                <c:pt idx="3752">
                  <c:v>#N/A</c:v>
                </c:pt>
                <c:pt idx="3753">
                  <c:v>#N/A</c:v>
                </c:pt>
                <c:pt idx="3754">
                  <c:v>#N/A</c:v>
                </c:pt>
                <c:pt idx="3755">
                  <c:v>#N/A</c:v>
                </c:pt>
                <c:pt idx="3756">
                  <c:v>#N/A</c:v>
                </c:pt>
                <c:pt idx="3757">
                  <c:v>#N/A</c:v>
                </c:pt>
                <c:pt idx="3758">
                  <c:v>#N/A</c:v>
                </c:pt>
                <c:pt idx="3759">
                  <c:v>#N/A</c:v>
                </c:pt>
                <c:pt idx="3760">
                  <c:v>#N/A</c:v>
                </c:pt>
                <c:pt idx="3761">
                  <c:v>#N/A</c:v>
                </c:pt>
                <c:pt idx="3762">
                  <c:v>#N/A</c:v>
                </c:pt>
                <c:pt idx="3763">
                  <c:v>#N/A</c:v>
                </c:pt>
                <c:pt idx="3764">
                  <c:v>#N/A</c:v>
                </c:pt>
                <c:pt idx="3765">
                  <c:v>#N/A</c:v>
                </c:pt>
                <c:pt idx="3766">
                  <c:v>#N/A</c:v>
                </c:pt>
                <c:pt idx="3767">
                  <c:v>#N/A</c:v>
                </c:pt>
                <c:pt idx="3768">
                  <c:v>#N/A</c:v>
                </c:pt>
                <c:pt idx="3769">
                  <c:v>#N/A</c:v>
                </c:pt>
                <c:pt idx="3770">
                  <c:v>#N/A</c:v>
                </c:pt>
                <c:pt idx="3771">
                  <c:v>#N/A</c:v>
                </c:pt>
                <c:pt idx="3772">
                  <c:v>#N/A</c:v>
                </c:pt>
                <c:pt idx="3773">
                  <c:v>#N/A</c:v>
                </c:pt>
                <c:pt idx="3774">
                  <c:v>#N/A</c:v>
                </c:pt>
                <c:pt idx="3775">
                  <c:v>#N/A</c:v>
                </c:pt>
                <c:pt idx="3776">
                  <c:v>#N/A</c:v>
                </c:pt>
                <c:pt idx="3777">
                  <c:v>#N/A</c:v>
                </c:pt>
                <c:pt idx="3778">
                  <c:v>#N/A</c:v>
                </c:pt>
                <c:pt idx="3779">
                  <c:v>#N/A</c:v>
                </c:pt>
                <c:pt idx="3780">
                  <c:v>#N/A</c:v>
                </c:pt>
                <c:pt idx="3781">
                  <c:v>#N/A</c:v>
                </c:pt>
                <c:pt idx="3782">
                  <c:v>#N/A</c:v>
                </c:pt>
                <c:pt idx="3783">
                  <c:v>#N/A</c:v>
                </c:pt>
                <c:pt idx="3784">
                  <c:v>#N/A</c:v>
                </c:pt>
                <c:pt idx="3785">
                  <c:v>#N/A</c:v>
                </c:pt>
                <c:pt idx="3786">
                  <c:v>#N/A</c:v>
                </c:pt>
                <c:pt idx="3787">
                  <c:v>#N/A</c:v>
                </c:pt>
                <c:pt idx="3788">
                  <c:v>#N/A</c:v>
                </c:pt>
                <c:pt idx="3789">
                  <c:v>#N/A</c:v>
                </c:pt>
                <c:pt idx="3790">
                  <c:v>#N/A</c:v>
                </c:pt>
                <c:pt idx="3791">
                  <c:v>#N/A</c:v>
                </c:pt>
                <c:pt idx="3792">
                  <c:v>#N/A</c:v>
                </c:pt>
                <c:pt idx="3793">
                  <c:v>#N/A</c:v>
                </c:pt>
                <c:pt idx="3794">
                  <c:v>#N/A</c:v>
                </c:pt>
                <c:pt idx="3795">
                  <c:v>#N/A</c:v>
                </c:pt>
                <c:pt idx="3796">
                  <c:v>#N/A</c:v>
                </c:pt>
                <c:pt idx="3797">
                  <c:v>#N/A</c:v>
                </c:pt>
                <c:pt idx="3798">
                  <c:v>#N/A</c:v>
                </c:pt>
                <c:pt idx="3799">
                  <c:v>#N/A</c:v>
                </c:pt>
                <c:pt idx="3800">
                  <c:v>#N/A</c:v>
                </c:pt>
                <c:pt idx="3801">
                  <c:v>#N/A</c:v>
                </c:pt>
                <c:pt idx="3802">
                  <c:v>#N/A</c:v>
                </c:pt>
                <c:pt idx="3803">
                  <c:v>#N/A</c:v>
                </c:pt>
                <c:pt idx="3804">
                  <c:v>#N/A</c:v>
                </c:pt>
                <c:pt idx="3805">
                  <c:v>#N/A</c:v>
                </c:pt>
                <c:pt idx="3806">
                  <c:v>#N/A</c:v>
                </c:pt>
                <c:pt idx="3807">
                  <c:v>#N/A</c:v>
                </c:pt>
                <c:pt idx="3808">
                  <c:v>#N/A</c:v>
                </c:pt>
                <c:pt idx="3809">
                  <c:v>#N/A</c:v>
                </c:pt>
                <c:pt idx="3810">
                  <c:v>#N/A</c:v>
                </c:pt>
                <c:pt idx="3811">
                  <c:v>#N/A</c:v>
                </c:pt>
                <c:pt idx="3812">
                  <c:v>#N/A</c:v>
                </c:pt>
                <c:pt idx="3813">
                  <c:v>#N/A</c:v>
                </c:pt>
                <c:pt idx="3814">
                  <c:v>#N/A</c:v>
                </c:pt>
                <c:pt idx="3815">
                  <c:v>#N/A</c:v>
                </c:pt>
                <c:pt idx="3816">
                  <c:v>#N/A</c:v>
                </c:pt>
                <c:pt idx="3817">
                  <c:v>#N/A</c:v>
                </c:pt>
                <c:pt idx="3818">
                  <c:v>#N/A</c:v>
                </c:pt>
                <c:pt idx="3819">
                  <c:v>#N/A</c:v>
                </c:pt>
                <c:pt idx="3820">
                  <c:v>#N/A</c:v>
                </c:pt>
                <c:pt idx="3821">
                  <c:v>#N/A</c:v>
                </c:pt>
                <c:pt idx="3822">
                  <c:v>#N/A</c:v>
                </c:pt>
                <c:pt idx="3823">
                  <c:v>#N/A</c:v>
                </c:pt>
                <c:pt idx="3824">
                  <c:v>#N/A</c:v>
                </c:pt>
                <c:pt idx="3825">
                  <c:v>#N/A</c:v>
                </c:pt>
                <c:pt idx="3826">
                  <c:v>#N/A</c:v>
                </c:pt>
                <c:pt idx="3827">
                  <c:v>#N/A</c:v>
                </c:pt>
                <c:pt idx="3828">
                  <c:v>#N/A</c:v>
                </c:pt>
                <c:pt idx="3829">
                  <c:v>#N/A</c:v>
                </c:pt>
                <c:pt idx="3830">
                  <c:v>#N/A</c:v>
                </c:pt>
                <c:pt idx="3831">
                  <c:v>#N/A</c:v>
                </c:pt>
                <c:pt idx="3832">
                  <c:v>#N/A</c:v>
                </c:pt>
                <c:pt idx="3833">
                  <c:v>#N/A</c:v>
                </c:pt>
                <c:pt idx="3834">
                  <c:v>#N/A</c:v>
                </c:pt>
                <c:pt idx="3835">
                  <c:v>#N/A</c:v>
                </c:pt>
                <c:pt idx="3836">
                  <c:v>#N/A</c:v>
                </c:pt>
                <c:pt idx="3837">
                  <c:v>#N/A</c:v>
                </c:pt>
                <c:pt idx="3838">
                  <c:v>#N/A</c:v>
                </c:pt>
                <c:pt idx="3839">
                  <c:v>#N/A</c:v>
                </c:pt>
                <c:pt idx="3840">
                  <c:v>#N/A</c:v>
                </c:pt>
                <c:pt idx="3841">
                  <c:v>#N/A</c:v>
                </c:pt>
                <c:pt idx="3842">
                  <c:v>#N/A</c:v>
                </c:pt>
                <c:pt idx="3843">
                  <c:v>#N/A</c:v>
                </c:pt>
                <c:pt idx="3844">
                  <c:v>#N/A</c:v>
                </c:pt>
                <c:pt idx="3845">
                  <c:v>#N/A</c:v>
                </c:pt>
                <c:pt idx="3846">
                  <c:v>#N/A</c:v>
                </c:pt>
                <c:pt idx="3847">
                  <c:v>#N/A</c:v>
                </c:pt>
                <c:pt idx="3848">
                  <c:v>#N/A</c:v>
                </c:pt>
                <c:pt idx="3849">
                  <c:v>#N/A</c:v>
                </c:pt>
                <c:pt idx="3850">
                  <c:v>#N/A</c:v>
                </c:pt>
                <c:pt idx="3851">
                  <c:v>#N/A</c:v>
                </c:pt>
                <c:pt idx="3852">
                  <c:v>#N/A</c:v>
                </c:pt>
                <c:pt idx="3853">
                  <c:v>#N/A</c:v>
                </c:pt>
                <c:pt idx="3854">
                  <c:v>#N/A</c:v>
                </c:pt>
                <c:pt idx="3855">
                  <c:v>#N/A</c:v>
                </c:pt>
                <c:pt idx="3856">
                  <c:v>#N/A</c:v>
                </c:pt>
                <c:pt idx="3857">
                  <c:v>#N/A</c:v>
                </c:pt>
                <c:pt idx="3858">
                  <c:v>#N/A</c:v>
                </c:pt>
                <c:pt idx="3859">
                  <c:v>#N/A</c:v>
                </c:pt>
                <c:pt idx="3860">
                  <c:v>#N/A</c:v>
                </c:pt>
                <c:pt idx="3861">
                  <c:v>#N/A</c:v>
                </c:pt>
                <c:pt idx="3862">
                  <c:v>#N/A</c:v>
                </c:pt>
                <c:pt idx="3863">
                  <c:v>#N/A</c:v>
                </c:pt>
                <c:pt idx="3864">
                  <c:v>#N/A</c:v>
                </c:pt>
                <c:pt idx="3865">
                  <c:v>#N/A</c:v>
                </c:pt>
                <c:pt idx="3866">
                  <c:v>#N/A</c:v>
                </c:pt>
                <c:pt idx="3867">
                  <c:v>#N/A</c:v>
                </c:pt>
                <c:pt idx="3868">
                  <c:v>#N/A</c:v>
                </c:pt>
                <c:pt idx="3869">
                  <c:v>#N/A</c:v>
                </c:pt>
                <c:pt idx="3870">
                  <c:v>#N/A</c:v>
                </c:pt>
                <c:pt idx="3871">
                  <c:v>#N/A</c:v>
                </c:pt>
                <c:pt idx="3872">
                  <c:v>#N/A</c:v>
                </c:pt>
                <c:pt idx="3873">
                  <c:v>#N/A</c:v>
                </c:pt>
                <c:pt idx="3874">
                  <c:v>#N/A</c:v>
                </c:pt>
                <c:pt idx="3875">
                  <c:v>#N/A</c:v>
                </c:pt>
                <c:pt idx="3876">
                  <c:v>#N/A</c:v>
                </c:pt>
                <c:pt idx="3877">
                  <c:v>#N/A</c:v>
                </c:pt>
                <c:pt idx="3878">
                  <c:v>#N/A</c:v>
                </c:pt>
                <c:pt idx="3879">
                  <c:v>#N/A</c:v>
                </c:pt>
                <c:pt idx="3880">
                  <c:v>#N/A</c:v>
                </c:pt>
                <c:pt idx="3881">
                  <c:v>#N/A</c:v>
                </c:pt>
                <c:pt idx="3882">
                  <c:v>#N/A</c:v>
                </c:pt>
                <c:pt idx="3883">
                  <c:v>#N/A</c:v>
                </c:pt>
                <c:pt idx="3884">
                  <c:v>#N/A</c:v>
                </c:pt>
                <c:pt idx="3885">
                  <c:v>#N/A</c:v>
                </c:pt>
                <c:pt idx="3886">
                  <c:v>#N/A</c:v>
                </c:pt>
                <c:pt idx="3887">
                  <c:v>#N/A</c:v>
                </c:pt>
                <c:pt idx="3888">
                  <c:v>#N/A</c:v>
                </c:pt>
                <c:pt idx="3889">
                  <c:v>#N/A</c:v>
                </c:pt>
                <c:pt idx="3890">
                  <c:v>#N/A</c:v>
                </c:pt>
                <c:pt idx="3891">
                  <c:v>#N/A</c:v>
                </c:pt>
                <c:pt idx="3892">
                  <c:v>#N/A</c:v>
                </c:pt>
                <c:pt idx="3893">
                  <c:v>#N/A</c:v>
                </c:pt>
                <c:pt idx="3894">
                  <c:v>#N/A</c:v>
                </c:pt>
                <c:pt idx="3895">
                  <c:v>#N/A</c:v>
                </c:pt>
                <c:pt idx="3896">
                  <c:v>#N/A</c:v>
                </c:pt>
                <c:pt idx="3897">
                  <c:v>#N/A</c:v>
                </c:pt>
                <c:pt idx="3898">
                  <c:v>#N/A</c:v>
                </c:pt>
                <c:pt idx="3899">
                  <c:v>#N/A</c:v>
                </c:pt>
                <c:pt idx="3900">
                  <c:v>#N/A</c:v>
                </c:pt>
                <c:pt idx="3901">
                  <c:v>#N/A</c:v>
                </c:pt>
                <c:pt idx="3902">
                  <c:v>#N/A</c:v>
                </c:pt>
                <c:pt idx="3903">
                  <c:v>#N/A</c:v>
                </c:pt>
                <c:pt idx="3904">
                  <c:v>#N/A</c:v>
                </c:pt>
                <c:pt idx="3905">
                  <c:v>#N/A</c:v>
                </c:pt>
                <c:pt idx="3906">
                  <c:v>#N/A</c:v>
                </c:pt>
                <c:pt idx="3907">
                  <c:v>#N/A</c:v>
                </c:pt>
                <c:pt idx="3908">
                  <c:v>#N/A</c:v>
                </c:pt>
                <c:pt idx="3909">
                  <c:v>#N/A</c:v>
                </c:pt>
                <c:pt idx="3910">
                  <c:v>#N/A</c:v>
                </c:pt>
                <c:pt idx="3911">
                  <c:v>#N/A</c:v>
                </c:pt>
                <c:pt idx="3912">
                  <c:v>#N/A</c:v>
                </c:pt>
                <c:pt idx="3913">
                  <c:v>#N/A</c:v>
                </c:pt>
                <c:pt idx="3914">
                  <c:v>#N/A</c:v>
                </c:pt>
                <c:pt idx="3915">
                  <c:v>#N/A</c:v>
                </c:pt>
                <c:pt idx="3916">
                  <c:v>#N/A</c:v>
                </c:pt>
                <c:pt idx="3917">
                  <c:v>#N/A</c:v>
                </c:pt>
                <c:pt idx="3918">
                  <c:v>#N/A</c:v>
                </c:pt>
                <c:pt idx="3919">
                  <c:v>#N/A</c:v>
                </c:pt>
                <c:pt idx="3920">
                  <c:v>#N/A</c:v>
                </c:pt>
                <c:pt idx="3921">
                  <c:v>#N/A</c:v>
                </c:pt>
                <c:pt idx="3922">
                  <c:v>#N/A</c:v>
                </c:pt>
                <c:pt idx="3923">
                  <c:v>#N/A</c:v>
                </c:pt>
                <c:pt idx="3924">
                  <c:v>#N/A</c:v>
                </c:pt>
                <c:pt idx="3925">
                  <c:v>#N/A</c:v>
                </c:pt>
                <c:pt idx="3926">
                  <c:v>#N/A</c:v>
                </c:pt>
                <c:pt idx="3927">
                  <c:v>#N/A</c:v>
                </c:pt>
                <c:pt idx="3928">
                  <c:v>#N/A</c:v>
                </c:pt>
                <c:pt idx="3929">
                  <c:v>#N/A</c:v>
                </c:pt>
                <c:pt idx="3930">
                  <c:v>#N/A</c:v>
                </c:pt>
                <c:pt idx="3931">
                  <c:v>#N/A</c:v>
                </c:pt>
                <c:pt idx="3932">
                  <c:v>#N/A</c:v>
                </c:pt>
                <c:pt idx="3933">
                  <c:v>#N/A</c:v>
                </c:pt>
                <c:pt idx="3934">
                  <c:v>#N/A</c:v>
                </c:pt>
                <c:pt idx="3935">
                  <c:v>#N/A</c:v>
                </c:pt>
                <c:pt idx="3936">
                  <c:v>#N/A</c:v>
                </c:pt>
                <c:pt idx="3937">
                  <c:v>#N/A</c:v>
                </c:pt>
                <c:pt idx="3938">
                  <c:v>#N/A</c:v>
                </c:pt>
                <c:pt idx="3939">
                  <c:v>#N/A</c:v>
                </c:pt>
                <c:pt idx="3940">
                  <c:v>#N/A</c:v>
                </c:pt>
                <c:pt idx="3941">
                  <c:v>#N/A</c:v>
                </c:pt>
                <c:pt idx="3942">
                  <c:v>#N/A</c:v>
                </c:pt>
                <c:pt idx="3943">
                  <c:v>#N/A</c:v>
                </c:pt>
                <c:pt idx="3944">
                  <c:v>#N/A</c:v>
                </c:pt>
                <c:pt idx="3945">
                  <c:v>#N/A</c:v>
                </c:pt>
                <c:pt idx="3946">
                  <c:v>#N/A</c:v>
                </c:pt>
                <c:pt idx="3947">
                  <c:v>#N/A</c:v>
                </c:pt>
                <c:pt idx="3948">
                  <c:v>#N/A</c:v>
                </c:pt>
                <c:pt idx="3949">
                  <c:v>#N/A</c:v>
                </c:pt>
                <c:pt idx="3950">
                  <c:v>#N/A</c:v>
                </c:pt>
                <c:pt idx="3951">
                  <c:v>#N/A</c:v>
                </c:pt>
                <c:pt idx="3952">
                  <c:v>#N/A</c:v>
                </c:pt>
                <c:pt idx="3953">
                  <c:v>#N/A</c:v>
                </c:pt>
                <c:pt idx="3954">
                  <c:v>#N/A</c:v>
                </c:pt>
                <c:pt idx="3955">
                  <c:v>#N/A</c:v>
                </c:pt>
                <c:pt idx="3956">
                  <c:v>#N/A</c:v>
                </c:pt>
                <c:pt idx="3957">
                  <c:v>#N/A</c:v>
                </c:pt>
                <c:pt idx="3958">
                  <c:v>#N/A</c:v>
                </c:pt>
                <c:pt idx="3959">
                  <c:v>#N/A</c:v>
                </c:pt>
                <c:pt idx="3960">
                  <c:v>#N/A</c:v>
                </c:pt>
                <c:pt idx="3961">
                  <c:v>#N/A</c:v>
                </c:pt>
                <c:pt idx="3962">
                  <c:v>#N/A</c:v>
                </c:pt>
                <c:pt idx="3963">
                  <c:v>#N/A</c:v>
                </c:pt>
                <c:pt idx="3964">
                  <c:v>#N/A</c:v>
                </c:pt>
                <c:pt idx="3965">
                  <c:v>#N/A</c:v>
                </c:pt>
                <c:pt idx="3966">
                  <c:v>#N/A</c:v>
                </c:pt>
                <c:pt idx="3967">
                  <c:v>#N/A</c:v>
                </c:pt>
                <c:pt idx="3968">
                  <c:v>#N/A</c:v>
                </c:pt>
                <c:pt idx="3969">
                  <c:v>#N/A</c:v>
                </c:pt>
                <c:pt idx="3970">
                  <c:v>#N/A</c:v>
                </c:pt>
                <c:pt idx="3971">
                  <c:v>#N/A</c:v>
                </c:pt>
                <c:pt idx="3972">
                  <c:v>#N/A</c:v>
                </c:pt>
                <c:pt idx="3973">
                  <c:v>#N/A</c:v>
                </c:pt>
                <c:pt idx="3974">
                  <c:v>#N/A</c:v>
                </c:pt>
                <c:pt idx="3975">
                  <c:v>#N/A</c:v>
                </c:pt>
                <c:pt idx="3976">
                  <c:v>#N/A</c:v>
                </c:pt>
                <c:pt idx="3977">
                  <c:v>#N/A</c:v>
                </c:pt>
                <c:pt idx="3978">
                  <c:v>#N/A</c:v>
                </c:pt>
                <c:pt idx="3979">
                  <c:v>#N/A</c:v>
                </c:pt>
                <c:pt idx="3980">
                  <c:v>#N/A</c:v>
                </c:pt>
                <c:pt idx="3981">
                  <c:v>#N/A</c:v>
                </c:pt>
                <c:pt idx="3982">
                  <c:v>#N/A</c:v>
                </c:pt>
                <c:pt idx="3983">
                  <c:v>#N/A</c:v>
                </c:pt>
                <c:pt idx="3984">
                  <c:v>#N/A</c:v>
                </c:pt>
                <c:pt idx="3985">
                  <c:v>#N/A</c:v>
                </c:pt>
                <c:pt idx="3986">
                  <c:v>#N/A</c:v>
                </c:pt>
                <c:pt idx="3987">
                  <c:v>#N/A</c:v>
                </c:pt>
                <c:pt idx="3988">
                  <c:v>#N/A</c:v>
                </c:pt>
                <c:pt idx="3989">
                  <c:v>#N/A</c:v>
                </c:pt>
                <c:pt idx="3990">
                  <c:v>#N/A</c:v>
                </c:pt>
                <c:pt idx="3991">
                  <c:v>#N/A</c:v>
                </c:pt>
                <c:pt idx="3992">
                  <c:v>#N/A</c:v>
                </c:pt>
                <c:pt idx="3993">
                  <c:v>#N/A</c:v>
                </c:pt>
                <c:pt idx="3994">
                  <c:v>#N/A</c:v>
                </c:pt>
                <c:pt idx="3995">
                  <c:v>#N/A</c:v>
                </c:pt>
                <c:pt idx="3996">
                  <c:v>#N/A</c:v>
                </c:pt>
                <c:pt idx="3997">
                  <c:v>#N/A</c:v>
                </c:pt>
                <c:pt idx="3998">
                  <c:v>#N/A</c:v>
                </c:pt>
                <c:pt idx="3999">
                  <c:v>#N/A</c:v>
                </c:pt>
                <c:pt idx="4000">
                  <c:v>#N/A</c:v>
                </c:pt>
                <c:pt idx="4001">
                  <c:v>#N/A</c:v>
                </c:pt>
                <c:pt idx="4002">
                  <c:v>#N/A</c:v>
                </c:pt>
                <c:pt idx="4003">
                  <c:v>#N/A</c:v>
                </c:pt>
                <c:pt idx="4004">
                  <c:v>#N/A</c:v>
                </c:pt>
                <c:pt idx="4005">
                  <c:v>#N/A</c:v>
                </c:pt>
                <c:pt idx="4006">
                  <c:v>#N/A</c:v>
                </c:pt>
                <c:pt idx="4007">
                  <c:v>#N/A</c:v>
                </c:pt>
                <c:pt idx="4008">
                  <c:v>#N/A</c:v>
                </c:pt>
                <c:pt idx="4009">
                  <c:v>#N/A</c:v>
                </c:pt>
                <c:pt idx="4010">
                  <c:v>#N/A</c:v>
                </c:pt>
                <c:pt idx="4011">
                  <c:v>#N/A</c:v>
                </c:pt>
                <c:pt idx="4012">
                  <c:v>#N/A</c:v>
                </c:pt>
                <c:pt idx="4013">
                  <c:v>#N/A</c:v>
                </c:pt>
                <c:pt idx="4014">
                  <c:v>#N/A</c:v>
                </c:pt>
                <c:pt idx="4015">
                  <c:v>#N/A</c:v>
                </c:pt>
                <c:pt idx="4016">
                  <c:v>#N/A</c:v>
                </c:pt>
                <c:pt idx="4017">
                  <c:v>#N/A</c:v>
                </c:pt>
                <c:pt idx="4018">
                  <c:v>#N/A</c:v>
                </c:pt>
                <c:pt idx="4019">
                  <c:v>#N/A</c:v>
                </c:pt>
                <c:pt idx="4020">
                  <c:v>#N/A</c:v>
                </c:pt>
                <c:pt idx="4021">
                  <c:v>#N/A</c:v>
                </c:pt>
                <c:pt idx="4022">
                  <c:v>#N/A</c:v>
                </c:pt>
                <c:pt idx="4023">
                  <c:v>#N/A</c:v>
                </c:pt>
                <c:pt idx="4024">
                  <c:v>#N/A</c:v>
                </c:pt>
                <c:pt idx="4025">
                  <c:v>#N/A</c:v>
                </c:pt>
                <c:pt idx="4026">
                  <c:v>#N/A</c:v>
                </c:pt>
                <c:pt idx="4027">
                  <c:v>#N/A</c:v>
                </c:pt>
                <c:pt idx="4028">
                  <c:v>#N/A</c:v>
                </c:pt>
                <c:pt idx="4029">
                  <c:v>#N/A</c:v>
                </c:pt>
                <c:pt idx="4030">
                  <c:v>#N/A</c:v>
                </c:pt>
                <c:pt idx="4031">
                  <c:v>#N/A</c:v>
                </c:pt>
                <c:pt idx="4032">
                  <c:v>#N/A</c:v>
                </c:pt>
                <c:pt idx="4033">
                  <c:v>#N/A</c:v>
                </c:pt>
                <c:pt idx="4034">
                  <c:v>#N/A</c:v>
                </c:pt>
                <c:pt idx="4035">
                  <c:v>#N/A</c:v>
                </c:pt>
                <c:pt idx="4036">
                  <c:v>#N/A</c:v>
                </c:pt>
                <c:pt idx="4037">
                  <c:v>#N/A</c:v>
                </c:pt>
                <c:pt idx="4038">
                  <c:v>#N/A</c:v>
                </c:pt>
                <c:pt idx="4039">
                  <c:v>#N/A</c:v>
                </c:pt>
                <c:pt idx="4040">
                  <c:v>#N/A</c:v>
                </c:pt>
                <c:pt idx="4041">
                  <c:v>#N/A</c:v>
                </c:pt>
                <c:pt idx="4042">
                  <c:v>#N/A</c:v>
                </c:pt>
                <c:pt idx="4043">
                  <c:v>#N/A</c:v>
                </c:pt>
                <c:pt idx="4044">
                  <c:v>#N/A</c:v>
                </c:pt>
                <c:pt idx="4045">
                  <c:v>#N/A</c:v>
                </c:pt>
                <c:pt idx="4046">
                  <c:v>#N/A</c:v>
                </c:pt>
                <c:pt idx="4047">
                  <c:v>#N/A</c:v>
                </c:pt>
                <c:pt idx="4048">
                  <c:v>#N/A</c:v>
                </c:pt>
                <c:pt idx="4049">
                  <c:v>#N/A</c:v>
                </c:pt>
                <c:pt idx="4050">
                  <c:v>#N/A</c:v>
                </c:pt>
                <c:pt idx="4051">
                  <c:v>#N/A</c:v>
                </c:pt>
                <c:pt idx="4052">
                  <c:v>#N/A</c:v>
                </c:pt>
                <c:pt idx="4053">
                  <c:v>#N/A</c:v>
                </c:pt>
                <c:pt idx="4054">
                  <c:v>#N/A</c:v>
                </c:pt>
                <c:pt idx="4055">
                  <c:v>#N/A</c:v>
                </c:pt>
                <c:pt idx="4056">
                  <c:v>#N/A</c:v>
                </c:pt>
                <c:pt idx="4057">
                  <c:v>#N/A</c:v>
                </c:pt>
                <c:pt idx="4058">
                  <c:v>#N/A</c:v>
                </c:pt>
                <c:pt idx="4059">
                  <c:v>#N/A</c:v>
                </c:pt>
                <c:pt idx="4060">
                  <c:v>#N/A</c:v>
                </c:pt>
                <c:pt idx="4061">
                  <c:v>#N/A</c:v>
                </c:pt>
                <c:pt idx="4062">
                  <c:v>#N/A</c:v>
                </c:pt>
                <c:pt idx="4063">
                  <c:v>#N/A</c:v>
                </c:pt>
                <c:pt idx="4064">
                  <c:v>#N/A</c:v>
                </c:pt>
                <c:pt idx="4065">
                  <c:v>#N/A</c:v>
                </c:pt>
                <c:pt idx="4066">
                  <c:v>#N/A</c:v>
                </c:pt>
                <c:pt idx="4067">
                  <c:v>#N/A</c:v>
                </c:pt>
                <c:pt idx="4068">
                  <c:v>#N/A</c:v>
                </c:pt>
                <c:pt idx="4069">
                  <c:v>#N/A</c:v>
                </c:pt>
                <c:pt idx="4070">
                  <c:v>#N/A</c:v>
                </c:pt>
                <c:pt idx="4071">
                  <c:v>#N/A</c:v>
                </c:pt>
                <c:pt idx="4072">
                  <c:v>#N/A</c:v>
                </c:pt>
                <c:pt idx="4073">
                  <c:v>#N/A</c:v>
                </c:pt>
                <c:pt idx="4074">
                  <c:v>#N/A</c:v>
                </c:pt>
                <c:pt idx="4075">
                  <c:v>#N/A</c:v>
                </c:pt>
                <c:pt idx="4076">
                  <c:v>#N/A</c:v>
                </c:pt>
                <c:pt idx="4077">
                  <c:v>#N/A</c:v>
                </c:pt>
                <c:pt idx="4078">
                  <c:v>#N/A</c:v>
                </c:pt>
                <c:pt idx="4079">
                  <c:v>#N/A</c:v>
                </c:pt>
                <c:pt idx="4080">
                  <c:v>#N/A</c:v>
                </c:pt>
                <c:pt idx="4081">
                  <c:v>#N/A</c:v>
                </c:pt>
                <c:pt idx="4082">
                  <c:v>#N/A</c:v>
                </c:pt>
                <c:pt idx="4083">
                  <c:v>#N/A</c:v>
                </c:pt>
                <c:pt idx="4084">
                  <c:v>#N/A</c:v>
                </c:pt>
                <c:pt idx="4085">
                  <c:v>#N/A</c:v>
                </c:pt>
                <c:pt idx="4086">
                  <c:v>#N/A</c:v>
                </c:pt>
                <c:pt idx="4087">
                  <c:v>#N/A</c:v>
                </c:pt>
                <c:pt idx="4088">
                  <c:v>#N/A</c:v>
                </c:pt>
                <c:pt idx="4089">
                  <c:v>#N/A</c:v>
                </c:pt>
                <c:pt idx="4090">
                  <c:v>#N/A</c:v>
                </c:pt>
                <c:pt idx="4091">
                  <c:v>#N/A</c:v>
                </c:pt>
                <c:pt idx="4092">
                  <c:v>#N/A</c:v>
                </c:pt>
                <c:pt idx="4093">
                  <c:v>#N/A</c:v>
                </c:pt>
                <c:pt idx="4094">
                  <c:v>#N/A</c:v>
                </c:pt>
                <c:pt idx="4095">
                  <c:v>#N/A</c:v>
                </c:pt>
                <c:pt idx="4096">
                  <c:v>#N/A</c:v>
                </c:pt>
                <c:pt idx="4097">
                  <c:v>#N/A</c:v>
                </c:pt>
                <c:pt idx="4098">
                  <c:v>#N/A</c:v>
                </c:pt>
                <c:pt idx="4099">
                  <c:v>#N/A</c:v>
                </c:pt>
                <c:pt idx="4100">
                  <c:v>#N/A</c:v>
                </c:pt>
                <c:pt idx="4101">
                  <c:v>#N/A</c:v>
                </c:pt>
                <c:pt idx="4102">
                  <c:v>#N/A</c:v>
                </c:pt>
                <c:pt idx="4103">
                  <c:v>#N/A</c:v>
                </c:pt>
                <c:pt idx="4104">
                  <c:v>#N/A</c:v>
                </c:pt>
                <c:pt idx="4105">
                  <c:v>#N/A</c:v>
                </c:pt>
                <c:pt idx="4106">
                  <c:v>#N/A</c:v>
                </c:pt>
                <c:pt idx="4107">
                  <c:v>#N/A</c:v>
                </c:pt>
                <c:pt idx="4108">
                  <c:v>#N/A</c:v>
                </c:pt>
                <c:pt idx="4109">
                  <c:v>#N/A</c:v>
                </c:pt>
                <c:pt idx="4110">
                  <c:v>#N/A</c:v>
                </c:pt>
                <c:pt idx="4111">
                  <c:v>#N/A</c:v>
                </c:pt>
                <c:pt idx="4112">
                  <c:v>#N/A</c:v>
                </c:pt>
                <c:pt idx="4113">
                  <c:v>#N/A</c:v>
                </c:pt>
                <c:pt idx="4114">
                  <c:v>#N/A</c:v>
                </c:pt>
                <c:pt idx="4115">
                  <c:v>#N/A</c:v>
                </c:pt>
                <c:pt idx="4116">
                  <c:v>#N/A</c:v>
                </c:pt>
                <c:pt idx="4117">
                  <c:v>#N/A</c:v>
                </c:pt>
                <c:pt idx="4118">
                  <c:v>#N/A</c:v>
                </c:pt>
                <c:pt idx="4119">
                  <c:v>#N/A</c:v>
                </c:pt>
                <c:pt idx="4120">
                  <c:v>#N/A</c:v>
                </c:pt>
                <c:pt idx="4121">
                  <c:v>#N/A</c:v>
                </c:pt>
                <c:pt idx="4122">
                  <c:v>#N/A</c:v>
                </c:pt>
                <c:pt idx="4123">
                  <c:v>#N/A</c:v>
                </c:pt>
                <c:pt idx="4124">
                  <c:v>#N/A</c:v>
                </c:pt>
                <c:pt idx="4125">
                  <c:v>#N/A</c:v>
                </c:pt>
                <c:pt idx="4126">
                  <c:v>#N/A</c:v>
                </c:pt>
                <c:pt idx="4127">
                  <c:v>#N/A</c:v>
                </c:pt>
                <c:pt idx="4128">
                  <c:v>#N/A</c:v>
                </c:pt>
                <c:pt idx="4129">
                  <c:v>#N/A</c:v>
                </c:pt>
                <c:pt idx="4130">
                  <c:v>#N/A</c:v>
                </c:pt>
                <c:pt idx="4131">
                  <c:v>#N/A</c:v>
                </c:pt>
                <c:pt idx="4132">
                  <c:v>#N/A</c:v>
                </c:pt>
                <c:pt idx="4133">
                  <c:v>#N/A</c:v>
                </c:pt>
                <c:pt idx="4134">
                  <c:v>#N/A</c:v>
                </c:pt>
                <c:pt idx="4135">
                  <c:v>#N/A</c:v>
                </c:pt>
                <c:pt idx="4136">
                  <c:v>#N/A</c:v>
                </c:pt>
                <c:pt idx="4137">
                  <c:v>#N/A</c:v>
                </c:pt>
                <c:pt idx="4138">
                  <c:v>#N/A</c:v>
                </c:pt>
                <c:pt idx="4139">
                  <c:v>#N/A</c:v>
                </c:pt>
                <c:pt idx="4140">
                  <c:v>#N/A</c:v>
                </c:pt>
                <c:pt idx="4141">
                  <c:v>#N/A</c:v>
                </c:pt>
                <c:pt idx="4142">
                  <c:v>#N/A</c:v>
                </c:pt>
                <c:pt idx="4143">
                  <c:v>#N/A</c:v>
                </c:pt>
                <c:pt idx="4144">
                  <c:v>#N/A</c:v>
                </c:pt>
                <c:pt idx="4145">
                  <c:v>#N/A</c:v>
                </c:pt>
                <c:pt idx="4146">
                  <c:v>#N/A</c:v>
                </c:pt>
                <c:pt idx="4147">
                  <c:v>#N/A</c:v>
                </c:pt>
                <c:pt idx="4148">
                  <c:v>#N/A</c:v>
                </c:pt>
                <c:pt idx="4149">
                  <c:v>#N/A</c:v>
                </c:pt>
                <c:pt idx="4150">
                  <c:v>#N/A</c:v>
                </c:pt>
                <c:pt idx="4151">
                  <c:v>#N/A</c:v>
                </c:pt>
                <c:pt idx="4152">
                  <c:v>#N/A</c:v>
                </c:pt>
                <c:pt idx="4153">
                  <c:v>#N/A</c:v>
                </c:pt>
                <c:pt idx="4154">
                  <c:v>#N/A</c:v>
                </c:pt>
                <c:pt idx="4155">
                  <c:v>#N/A</c:v>
                </c:pt>
                <c:pt idx="4156">
                  <c:v>#N/A</c:v>
                </c:pt>
                <c:pt idx="4157">
                  <c:v>#N/A</c:v>
                </c:pt>
                <c:pt idx="4158">
                  <c:v>#N/A</c:v>
                </c:pt>
                <c:pt idx="4159">
                  <c:v>#N/A</c:v>
                </c:pt>
                <c:pt idx="4160">
                  <c:v>#N/A</c:v>
                </c:pt>
                <c:pt idx="4161">
                  <c:v>#N/A</c:v>
                </c:pt>
                <c:pt idx="4162">
                  <c:v>#N/A</c:v>
                </c:pt>
                <c:pt idx="4163">
                  <c:v>#N/A</c:v>
                </c:pt>
                <c:pt idx="4164">
                  <c:v>#N/A</c:v>
                </c:pt>
                <c:pt idx="4165">
                  <c:v>#N/A</c:v>
                </c:pt>
                <c:pt idx="4166">
                  <c:v>#N/A</c:v>
                </c:pt>
                <c:pt idx="4167">
                  <c:v>#N/A</c:v>
                </c:pt>
                <c:pt idx="4168">
                  <c:v>#N/A</c:v>
                </c:pt>
                <c:pt idx="4169">
                  <c:v>#N/A</c:v>
                </c:pt>
                <c:pt idx="4170">
                  <c:v>#N/A</c:v>
                </c:pt>
                <c:pt idx="4171">
                  <c:v>#N/A</c:v>
                </c:pt>
                <c:pt idx="4172">
                  <c:v>#N/A</c:v>
                </c:pt>
                <c:pt idx="4173">
                  <c:v>#N/A</c:v>
                </c:pt>
                <c:pt idx="4174">
                  <c:v>#N/A</c:v>
                </c:pt>
                <c:pt idx="4175">
                  <c:v>#N/A</c:v>
                </c:pt>
                <c:pt idx="4176">
                  <c:v>#N/A</c:v>
                </c:pt>
                <c:pt idx="4177">
                  <c:v>#N/A</c:v>
                </c:pt>
                <c:pt idx="4178">
                  <c:v>#N/A</c:v>
                </c:pt>
                <c:pt idx="4179">
                  <c:v>#N/A</c:v>
                </c:pt>
                <c:pt idx="4180">
                  <c:v>#N/A</c:v>
                </c:pt>
                <c:pt idx="4181">
                  <c:v>#N/A</c:v>
                </c:pt>
                <c:pt idx="4182">
                  <c:v>#N/A</c:v>
                </c:pt>
                <c:pt idx="4183">
                  <c:v>#N/A</c:v>
                </c:pt>
                <c:pt idx="4184">
                  <c:v>#N/A</c:v>
                </c:pt>
                <c:pt idx="4185">
                  <c:v>#N/A</c:v>
                </c:pt>
                <c:pt idx="4186">
                  <c:v>#N/A</c:v>
                </c:pt>
                <c:pt idx="4187">
                  <c:v>#N/A</c:v>
                </c:pt>
                <c:pt idx="4188">
                  <c:v>#N/A</c:v>
                </c:pt>
                <c:pt idx="4189">
                  <c:v>#N/A</c:v>
                </c:pt>
                <c:pt idx="4190">
                  <c:v>#N/A</c:v>
                </c:pt>
                <c:pt idx="4191">
                  <c:v>#N/A</c:v>
                </c:pt>
                <c:pt idx="4192">
                  <c:v>#N/A</c:v>
                </c:pt>
                <c:pt idx="4193">
                  <c:v>#N/A</c:v>
                </c:pt>
                <c:pt idx="4194">
                  <c:v>#N/A</c:v>
                </c:pt>
                <c:pt idx="4195">
                  <c:v>#N/A</c:v>
                </c:pt>
                <c:pt idx="4196">
                  <c:v>#N/A</c:v>
                </c:pt>
                <c:pt idx="4197">
                  <c:v>#N/A</c:v>
                </c:pt>
                <c:pt idx="4198">
                  <c:v>#N/A</c:v>
                </c:pt>
                <c:pt idx="4199">
                  <c:v>#N/A</c:v>
                </c:pt>
                <c:pt idx="4200">
                  <c:v>#N/A</c:v>
                </c:pt>
                <c:pt idx="4201">
                  <c:v>#N/A</c:v>
                </c:pt>
                <c:pt idx="4202">
                  <c:v>#N/A</c:v>
                </c:pt>
                <c:pt idx="4203">
                  <c:v>#N/A</c:v>
                </c:pt>
                <c:pt idx="4204">
                  <c:v>#N/A</c:v>
                </c:pt>
                <c:pt idx="4205">
                  <c:v>#N/A</c:v>
                </c:pt>
                <c:pt idx="4206">
                  <c:v>#N/A</c:v>
                </c:pt>
                <c:pt idx="4207">
                  <c:v>#N/A</c:v>
                </c:pt>
                <c:pt idx="4208">
                  <c:v>#N/A</c:v>
                </c:pt>
                <c:pt idx="4209">
                  <c:v>#N/A</c:v>
                </c:pt>
                <c:pt idx="4210">
                  <c:v>#N/A</c:v>
                </c:pt>
                <c:pt idx="4211">
                  <c:v>#N/A</c:v>
                </c:pt>
                <c:pt idx="4212">
                  <c:v>#N/A</c:v>
                </c:pt>
                <c:pt idx="4213">
                  <c:v>#N/A</c:v>
                </c:pt>
                <c:pt idx="4214">
                  <c:v>#N/A</c:v>
                </c:pt>
                <c:pt idx="4215">
                  <c:v>#N/A</c:v>
                </c:pt>
                <c:pt idx="4216">
                  <c:v>#N/A</c:v>
                </c:pt>
                <c:pt idx="4217">
                  <c:v>#N/A</c:v>
                </c:pt>
                <c:pt idx="4218">
                  <c:v>#N/A</c:v>
                </c:pt>
                <c:pt idx="4219">
                  <c:v>#N/A</c:v>
                </c:pt>
                <c:pt idx="4220">
                  <c:v>#N/A</c:v>
                </c:pt>
                <c:pt idx="4221">
                  <c:v>#N/A</c:v>
                </c:pt>
                <c:pt idx="4222">
                  <c:v>#N/A</c:v>
                </c:pt>
                <c:pt idx="4223">
                  <c:v>#N/A</c:v>
                </c:pt>
                <c:pt idx="4224">
                  <c:v>#N/A</c:v>
                </c:pt>
                <c:pt idx="4225">
                  <c:v>#N/A</c:v>
                </c:pt>
                <c:pt idx="4226">
                  <c:v>#N/A</c:v>
                </c:pt>
                <c:pt idx="4227">
                  <c:v>#N/A</c:v>
                </c:pt>
                <c:pt idx="4228">
                  <c:v>#N/A</c:v>
                </c:pt>
                <c:pt idx="4229">
                  <c:v>#N/A</c:v>
                </c:pt>
                <c:pt idx="4230">
                  <c:v>#N/A</c:v>
                </c:pt>
                <c:pt idx="4231">
                  <c:v>#N/A</c:v>
                </c:pt>
                <c:pt idx="4232">
                  <c:v>#N/A</c:v>
                </c:pt>
                <c:pt idx="4233">
                  <c:v>#N/A</c:v>
                </c:pt>
                <c:pt idx="4234">
                  <c:v>#N/A</c:v>
                </c:pt>
                <c:pt idx="4235">
                  <c:v>#N/A</c:v>
                </c:pt>
                <c:pt idx="4236">
                  <c:v>#N/A</c:v>
                </c:pt>
                <c:pt idx="4237">
                  <c:v>#N/A</c:v>
                </c:pt>
                <c:pt idx="4238">
                  <c:v>#N/A</c:v>
                </c:pt>
                <c:pt idx="4239">
                  <c:v>#N/A</c:v>
                </c:pt>
                <c:pt idx="4240">
                  <c:v>#N/A</c:v>
                </c:pt>
                <c:pt idx="4241">
                  <c:v>#N/A</c:v>
                </c:pt>
                <c:pt idx="4242">
                  <c:v>#N/A</c:v>
                </c:pt>
                <c:pt idx="4243">
                  <c:v>#N/A</c:v>
                </c:pt>
                <c:pt idx="4244">
                  <c:v>#N/A</c:v>
                </c:pt>
                <c:pt idx="4245">
                  <c:v>#N/A</c:v>
                </c:pt>
                <c:pt idx="4246">
                  <c:v>#N/A</c:v>
                </c:pt>
                <c:pt idx="4247">
                  <c:v>#N/A</c:v>
                </c:pt>
                <c:pt idx="4248">
                  <c:v>#N/A</c:v>
                </c:pt>
                <c:pt idx="4249">
                  <c:v>#N/A</c:v>
                </c:pt>
                <c:pt idx="4250">
                  <c:v>#N/A</c:v>
                </c:pt>
                <c:pt idx="4251">
                  <c:v>#N/A</c:v>
                </c:pt>
                <c:pt idx="4252">
                  <c:v>#N/A</c:v>
                </c:pt>
                <c:pt idx="4253">
                  <c:v>#N/A</c:v>
                </c:pt>
                <c:pt idx="4254">
                  <c:v>#N/A</c:v>
                </c:pt>
                <c:pt idx="4255">
                  <c:v>#N/A</c:v>
                </c:pt>
                <c:pt idx="4256">
                  <c:v>#N/A</c:v>
                </c:pt>
                <c:pt idx="4257">
                  <c:v>#N/A</c:v>
                </c:pt>
                <c:pt idx="4258">
                  <c:v>#N/A</c:v>
                </c:pt>
                <c:pt idx="4259">
                  <c:v>#N/A</c:v>
                </c:pt>
                <c:pt idx="4260">
                  <c:v>#N/A</c:v>
                </c:pt>
                <c:pt idx="4261">
                  <c:v>#N/A</c:v>
                </c:pt>
                <c:pt idx="4262">
                  <c:v>#N/A</c:v>
                </c:pt>
                <c:pt idx="4263">
                  <c:v>#N/A</c:v>
                </c:pt>
                <c:pt idx="4264">
                  <c:v>#N/A</c:v>
                </c:pt>
                <c:pt idx="4265">
                  <c:v>#N/A</c:v>
                </c:pt>
                <c:pt idx="4266">
                  <c:v>#N/A</c:v>
                </c:pt>
                <c:pt idx="4267">
                  <c:v>#N/A</c:v>
                </c:pt>
                <c:pt idx="4268">
                  <c:v>#N/A</c:v>
                </c:pt>
                <c:pt idx="4269">
                  <c:v>#N/A</c:v>
                </c:pt>
                <c:pt idx="4270">
                  <c:v>#N/A</c:v>
                </c:pt>
                <c:pt idx="4271">
                  <c:v>#N/A</c:v>
                </c:pt>
                <c:pt idx="4272">
                  <c:v>#N/A</c:v>
                </c:pt>
                <c:pt idx="4273">
                  <c:v>#N/A</c:v>
                </c:pt>
                <c:pt idx="4274">
                  <c:v>#N/A</c:v>
                </c:pt>
                <c:pt idx="4275">
                  <c:v>#N/A</c:v>
                </c:pt>
                <c:pt idx="4276">
                  <c:v>#N/A</c:v>
                </c:pt>
                <c:pt idx="4277">
                  <c:v>#N/A</c:v>
                </c:pt>
                <c:pt idx="4278">
                  <c:v>#N/A</c:v>
                </c:pt>
                <c:pt idx="4279">
                  <c:v>#N/A</c:v>
                </c:pt>
                <c:pt idx="4280">
                  <c:v>#N/A</c:v>
                </c:pt>
                <c:pt idx="4281">
                  <c:v>#N/A</c:v>
                </c:pt>
                <c:pt idx="4282">
                  <c:v>#N/A</c:v>
                </c:pt>
                <c:pt idx="4283">
                  <c:v>#N/A</c:v>
                </c:pt>
                <c:pt idx="4284">
                  <c:v>#N/A</c:v>
                </c:pt>
                <c:pt idx="4285">
                  <c:v>#N/A</c:v>
                </c:pt>
                <c:pt idx="4286">
                  <c:v>#N/A</c:v>
                </c:pt>
                <c:pt idx="4287">
                  <c:v>#N/A</c:v>
                </c:pt>
                <c:pt idx="4288">
                  <c:v>#N/A</c:v>
                </c:pt>
                <c:pt idx="4289">
                  <c:v>#N/A</c:v>
                </c:pt>
                <c:pt idx="4290">
                  <c:v>#N/A</c:v>
                </c:pt>
                <c:pt idx="4291">
                  <c:v>#N/A</c:v>
                </c:pt>
                <c:pt idx="4292">
                  <c:v>#N/A</c:v>
                </c:pt>
                <c:pt idx="4293">
                  <c:v>#N/A</c:v>
                </c:pt>
                <c:pt idx="4294">
                  <c:v>#N/A</c:v>
                </c:pt>
                <c:pt idx="4295">
                  <c:v>#N/A</c:v>
                </c:pt>
                <c:pt idx="4296">
                  <c:v>#N/A</c:v>
                </c:pt>
                <c:pt idx="4297">
                  <c:v>#N/A</c:v>
                </c:pt>
                <c:pt idx="4298">
                  <c:v>#N/A</c:v>
                </c:pt>
                <c:pt idx="4299">
                  <c:v>#N/A</c:v>
                </c:pt>
                <c:pt idx="4300">
                  <c:v>#N/A</c:v>
                </c:pt>
                <c:pt idx="4301">
                  <c:v>#N/A</c:v>
                </c:pt>
                <c:pt idx="4302">
                  <c:v>#N/A</c:v>
                </c:pt>
                <c:pt idx="4303">
                  <c:v>#N/A</c:v>
                </c:pt>
                <c:pt idx="4304">
                  <c:v>#N/A</c:v>
                </c:pt>
                <c:pt idx="4305">
                  <c:v>#N/A</c:v>
                </c:pt>
                <c:pt idx="4306">
                  <c:v>#N/A</c:v>
                </c:pt>
                <c:pt idx="4307">
                  <c:v>#N/A</c:v>
                </c:pt>
                <c:pt idx="4308">
                  <c:v>#N/A</c:v>
                </c:pt>
                <c:pt idx="4309">
                  <c:v>#N/A</c:v>
                </c:pt>
                <c:pt idx="4310">
                  <c:v>#N/A</c:v>
                </c:pt>
                <c:pt idx="4311">
                  <c:v>#N/A</c:v>
                </c:pt>
                <c:pt idx="4312">
                  <c:v>#N/A</c:v>
                </c:pt>
                <c:pt idx="4313">
                  <c:v>#N/A</c:v>
                </c:pt>
                <c:pt idx="4314">
                  <c:v>#N/A</c:v>
                </c:pt>
                <c:pt idx="4315">
                  <c:v>#N/A</c:v>
                </c:pt>
                <c:pt idx="4316">
                  <c:v>#N/A</c:v>
                </c:pt>
                <c:pt idx="4317">
                  <c:v>#N/A</c:v>
                </c:pt>
                <c:pt idx="4318">
                  <c:v>#N/A</c:v>
                </c:pt>
                <c:pt idx="4319">
                  <c:v>#N/A</c:v>
                </c:pt>
                <c:pt idx="4320">
                  <c:v>#N/A</c:v>
                </c:pt>
                <c:pt idx="4321">
                  <c:v>#N/A</c:v>
                </c:pt>
                <c:pt idx="4322">
                  <c:v>#N/A</c:v>
                </c:pt>
                <c:pt idx="4323">
                  <c:v>#N/A</c:v>
                </c:pt>
                <c:pt idx="4324">
                  <c:v>#N/A</c:v>
                </c:pt>
                <c:pt idx="4325">
                  <c:v>#N/A</c:v>
                </c:pt>
                <c:pt idx="4326">
                  <c:v>#N/A</c:v>
                </c:pt>
                <c:pt idx="4327">
                  <c:v>#N/A</c:v>
                </c:pt>
                <c:pt idx="4328">
                  <c:v>#N/A</c:v>
                </c:pt>
                <c:pt idx="4329">
                  <c:v>#N/A</c:v>
                </c:pt>
                <c:pt idx="4330">
                  <c:v>#N/A</c:v>
                </c:pt>
                <c:pt idx="4331">
                  <c:v>#N/A</c:v>
                </c:pt>
                <c:pt idx="4332">
                  <c:v>#N/A</c:v>
                </c:pt>
                <c:pt idx="4333">
                  <c:v>#N/A</c:v>
                </c:pt>
                <c:pt idx="4334">
                  <c:v>#N/A</c:v>
                </c:pt>
                <c:pt idx="4335">
                  <c:v>#N/A</c:v>
                </c:pt>
                <c:pt idx="4336">
                  <c:v>#N/A</c:v>
                </c:pt>
                <c:pt idx="4337">
                  <c:v>#N/A</c:v>
                </c:pt>
                <c:pt idx="4338">
                  <c:v>#N/A</c:v>
                </c:pt>
                <c:pt idx="4339">
                  <c:v>#N/A</c:v>
                </c:pt>
                <c:pt idx="4340">
                  <c:v>#N/A</c:v>
                </c:pt>
                <c:pt idx="4341">
                  <c:v>#N/A</c:v>
                </c:pt>
                <c:pt idx="4342">
                  <c:v>#N/A</c:v>
                </c:pt>
                <c:pt idx="4343">
                  <c:v>#N/A</c:v>
                </c:pt>
                <c:pt idx="4344">
                  <c:v>#N/A</c:v>
                </c:pt>
                <c:pt idx="4345">
                  <c:v>#N/A</c:v>
                </c:pt>
                <c:pt idx="4346">
                  <c:v>#N/A</c:v>
                </c:pt>
                <c:pt idx="4347">
                  <c:v>#N/A</c:v>
                </c:pt>
                <c:pt idx="4348">
                  <c:v>#N/A</c:v>
                </c:pt>
                <c:pt idx="4349">
                  <c:v>#N/A</c:v>
                </c:pt>
                <c:pt idx="4350">
                  <c:v>#N/A</c:v>
                </c:pt>
                <c:pt idx="4351">
                  <c:v>#N/A</c:v>
                </c:pt>
                <c:pt idx="4352">
                  <c:v>#N/A</c:v>
                </c:pt>
                <c:pt idx="4353">
                  <c:v>#N/A</c:v>
                </c:pt>
                <c:pt idx="4354">
                  <c:v>#N/A</c:v>
                </c:pt>
                <c:pt idx="4355">
                  <c:v>#N/A</c:v>
                </c:pt>
                <c:pt idx="4356">
                  <c:v>#N/A</c:v>
                </c:pt>
                <c:pt idx="4357">
                  <c:v>#N/A</c:v>
                </c:pt>
                <c:pt idx="4358">
                  <c:v>#N/A</c:v>
                </c:pt>
                <c:pt idx="4359">
                  <c:v>#N/A</c:v>
                </c:pt>
                <c:pt idx="4360">
                  <c:v>#N/A</c:v>
                </c:pt>
                <c:pt idx="4361">
                  <c:v>#N/A</c:v>
                </c:pt>
                <c:pt idx="4362">
                  <c:v>#N/A</c:v>
                </c:pt>
                <c:pt idx="4363">
                  <c:v>#N/A</c:v>
                </c:pt>
                <c:pt idx="4364">
                  <c:v>#N/A</c:v>
                </c:pt>
                <c:pt idx="4365">
                  <c:v>#N/A</c:v>
                </c:pt>
                <c:pt idx="4366">
                  <c:v>#N/A</c:v>
                </c:pt>
                <c:pt idx="4367">
                  <c:v>#N/A</c:v>
                </c:pt>
                <c:pt idx="4368">
                  <c:v>#N/A</c:v>
                </c:pt>
                <c:pt idx="4369">
                  <c:v>#N/A</c:v>
                </c:pt>
                <c:pt idx="4370">
                  <c:v>#N/A</c:v>
                </c:pt>
                <c:pt idx="4371">
                  <c:v>#N/A</c:v>
                </c:pt>
                <c:pt idx="4372">
                  <c:v>#N/A</c:v>
                </c:pt>
                <c:pt idx="4373">
                  <c:v>#N/A</c:v>
                </c:pt>
                <c:pt idx="4374">
                  <c:v>#N/A</c:v>
                </c:pt>
                <c:pt idx="4375">
                  <c:v>#N/A</c:v>
                </c:pt>
                <c:pt idx="4376">
                  <c:v>#N/A</c:v>
                </c:pt>
                <c:pt idx="4377">
                  <c:v>#N/A</c:v>
                </c:pt>
                <c:pt idx="4378">
                  <c:v>#N/A</c:v>
                </c:pt>
                <c:pt idx="4379">
                  <c:v>#N/A</c:v>
                </c:pt>
                <c:pt idx="4380">
                  <c:v>#N/A</c:v>
                </c:pt>
                <c:pt idx="4381">
                  <c:v>#N/A</c:v>
                </c:pt>
                <c:pt idx="4382">
                  <c:v>#N/A</c:v>
                </c:pt>
                <c:pt idx="4383">
                  <c:v>#N/A</c:v>
                </c:pt>
                <c:pt idx="4384">
                  <c:v>#N/A</c:v>
                </c:pt>
                <c:pt idx="4385">
                  <c:v>#N/A</c:v>
                </c:pt>
                <c:pt idx="4386">
                  <c:v>#N/A</c:v>
                </c:pt>
                <c:pt idx="4387">
                  <c:v>#N/A</c:v>
                </c:pt>
                <c:pt idx="4388">
                  <c:v>#N/A</c:v>
                </c:pt>
                <c:pt idx="4389">
                  <c:v>#N/A</c:v>
                </c:pt>
                <c:pt idx="4390">
                  <c:v>#N/A</c:v>
                </c:pt>
                <c:pt idx="4391">
                  <c:v>#N/A</c:v>
                </c:pt>
                <c:pt idx="4392">
                  <c:v>#N/A</c:v>
                </c:pt>
                <c:pt idx="4393">
                  <c:v>#N/A</c:v>
                </c:pt>
                <c:pt idx="4394">
                  <c:v>#N/A</c:v>
                </c:pt>
                <c:pt idx="4395">
                  <c:v>#N/A</c:v>
                </c:pt>
                <c:pt idx="4396">
                  <c:v>#N/A</c:v>
                </c:pt>
                <c:pt idx="4397">
                  <c:v>#N/A</c:v>
                </c:pt>
                <c:pt idx="4398">
                  <c:v>#N/A</c:v>
                </c:pt>
                <c:pt idx="4399">
                  <c:v>#N/A</c:v>
                </c:pt>
                <c:pt idx="4400">
                  <c:v>#N/A</c:v>
                </c:pt>
                <c:pt idx="4401">
                  <c:v>#N/A</c:v>
                </c:pt>
                <c:pt idx="4402">
                  <c:v>#N/A</c:v>
                </c:pt>
                <c:pt idx="4403">
                  <c:v>#N/A</c:v>
                </c:pt>
                <c:pt idx="4404">
                  <c:v>#N/A</c:v>
                </c:pt>
                <c:pt idx="4405">
                  <c:v>#N/A</c:v>
                </c:pt>
                <c:pt idx="4406">
                  <c:v>#N/A</c:v>
                </c:pt>
                <c:pt idx="4407">
                  <c:v>#N/A</c:v>
                </c:pt>
                <c:pt idx="4408">
                  <c:v>#N/A</c:v>
                </c:pt>
                <c:pt idx="4409">
                  <c:v>#N/A</c:v>
                </c:pt>
                <c:pt idx="4410">
                  <c:v>#N/A</c:v>
                </c:pt>
                <c:pt idx="4411">
                  <c:v>#N/A</c:v>
                </c:pt>
                <c:pt idx="4412">
                  <c:v>#N/A</c:v>
                </c:pt>
                <c:pt idx="4413">
                  <c:v>#N/A</c:v>
                </c:pt>
                <c:pt idx="4414">
                  <c:v>#N/A</c:v>
                </c:pt>
                <c:pt idx="4415">
                  <c:v>#N/A</c:v>
                </c:pt>
                <c:pt idx="4416">
                  <c:v>#N/A</c:v>
                </c:pt>
                <c:pt idx="4417">
                  <c:v>#N/A</c:v>
                </c:pt>
                <c:pt idx="4418">
                  <c:v>#N/A</c:v>
                </c:pt>
                <c:pt idx="4419">
                  <c:v>#N/A</c:v>
                </c:pt>
                <c:pt idx="4420">
                  <c:v>#N/A</c:v>
                </c:pt>
                <c:pt idx="4421">
                  <c:v>#N/A</c:v>
                </c:pt>
                <c:pt idx="4422">
                  <c:v>#N/A</c:v>
                </c:pt>
                <c:pt idx="4423">
                  <c:v>#N/A</c:v>
                </c:pt>
                <c:pt idx="4424">
                  <c:v>#N/A</c:v>
                </c:pt>
                <c:pt idx="4425">
                  <c:v>#N/A</c:v>
                </c:pt>
                <c:pt idx="4426">
                  <c:v>#N/A</c:v>
                </c:pt>
                <c:pt idx="4427">
                  <c:v>#N/A</c:v>
                </c:pt>
                <c:pt idx="4428">
                  <c:v>#N/A</c:v>
                </c:pt>
                <c:pt idx="4429">
                  <c:v>#N/A</c:v>
                </c:pt>
                <c:pt idx="4430">
                  <c:v>#N/A</c:v>
                </c:pt>
                <c:pt idx="4431">
                  <c:v>#N/A</c:v>
                </c:pt>
                <c:pt idx="4432">
                  <c:v>#N/A</c:v>
                </c:pt>
                <c:pt idx="4433">
                  <c:v>#N/A</c:v>
                </c:pt>
                <c:pt idx="4434">
                  <c:v>#N/A</c:v>
                </c:pt>
                <c:pt idx="4435">
                  <c:v>#N/A</c:v>
                </c:pt>
                <c:pt idx="4436">
                  <c:v>#N/A</c:v>
                </c:pt>
                <c:pt idx="4437">
                  <c:v>#N/A</c:v>
                </c:pt>
                <c:pt idx="4438">
                  <c:v>#N/A</c:v>
                </c:pt>
                <c:pt idx="4439">
                  <c:v>#N/A</c:v>
                </c:pt>
                <c:pt idx="4440">
                  <c:v>#N/A</c:v>
                </c:pt>
                <c:pt idx="4441">
                  <c:v>#N/A</c:v>
                </c:pt>
                <c:pt idx="4442">
                  <c:v>#N/A</c:v>
                </c:pt>
                <c:pt idx="4443">
                  <c:v>#N/A</c:v>
                </c:pt>
                <c:pt idx="4444">
                  <c:v>#N/A</c:v>
                </c:pt>
                <c:pt idx="4445">
                  <c:v>#N/A</c:v>
                </c:pt>
                <c:pt idx="4446">
                  <c:v>#N/A</c:v>
                </c:pt>
                <c:pt idx="4447">
                  <c:v>#N/A</c:v>
                </c:pt>
                <c:pt idx="4448">
                  <c:v>#N/A</c:v>
                </c:pt>
                <c:pt idx="4449">
                  <c:v>#N/A</c:v>
                </c:pt>
                <c:pt idx="4450">
                  <c:v>#N/A</c:v>
                </c:pt>
                <c:pt idx="4451">
                  <c:v>#N/A</c:v>
                </c:pt>
                <c:pt idx="4452">
                  <c:v>#N/A</c:v>
                </c:pt>
                <c:pt idx="4453">
                  <c:v>#N/A</c:v>
                </c:pt>
                <c:pt idx="4454">
                  <c:v>#N/A</c:v>
                </c:pt>
                <c:pt idx="4455">
                  <c:v>#N/A</c:v>
                </c:pt>
                <c:pt idx="4456">
                  <c:v>#N/A</c:v>
                </c:pt>
                <c:pt idx="4457">
                  <c:v>#N/A</c:v>
                </c:pt>
                <c:pt idx="4458">
                  <c:v>#N/A</c:v>
                </c:pt>
                <c:pt idx="4459">
                  <c:v>#N/A</c:v>
                </c:pt>
                <c:pt idx="4460">
                  <c:v>#N/A</c:v>
                </c:pt>
                <c:pt idx="4461">
                  <c:v>#N/A</c:v>
                </c:pt>
                <c:pt idx="4462">
                  <c:v>#N/A</c:v>
                </c:pt>
                <c:pt idx="4463">
                  <c:v>#N/A</c:v>
                </c:pt>
                <c:pt idx="4464">
                  <c:v>#N/A</c:v>
                </c:pt>
                <c:pt idx="4465">
                  <c:v>#N/A</c:v>
                </c:pt>
                <c:pt idx="4466">
                  <c:v>#N/A</c:v>
                </c:pt>
                <c:pt idx="4467">
                  <c:v>#N/A</c:v>
                </c:pt>
                <c:pt idx="4468">
                  <c:v>#N/A</c:v>
                </c:pt>
                <c:pt idx="4469">
                  <c:v>#N/A</c:v>
                </c:pt>
                <c:pt idx="4470">
                  <c:v>#N/A</c:v>
                </c:pt>
                <c:pt idx="4471">
                  <c:v>#N/A</c:v>
                </c:pt>
                <c:pt idx="4472">
                  <c:v>#N/A</c:v>
                </c:pt>
                <c:pt idx="4473">
                  <c:v>#N/A</c:v>
                </c:pt>
                <c:pt idx="4474">
                  <c:v>#N/A</c:v>
                </c:pt>
                <c:pt idx="4475">
                  <c:v>#N/A</c:v>
                </c:pt>
                <c:pt idx="4476">
                  <c:v>#N/A</c:v>
                </c:pt>
                <c:pt idx="4477">
                  <c:v>#N/A</c:v>
                </c:pt>
                <c:pt idx="4478">
                  <c:v>#N/A</c:v>
                </c:pt>
                <c:pt idx="4479">
                  <c:v>#N/A</c:v>
                </c:pt>
                <c:pt idx="4480">
                  <c:v>#N/A</c:v>
                </c:pt>
                <c:pt idx="4481">
                  <c:v>#N/A</c:v>
                </c:pt>
                <c:pt idx="4482">
                  <c:v>#N/A</c:v>
                </c:pt>
                <c:pt idx="4483">
                  <c:v>#N/A</c:v>
                </c:pt>
                <c:pt idx="4484">
                  <c:v>#N/A</c:v>
                </c:pt>
                <c:pt idx="4485">
                  <c:v>#N/A</c:v>
                </c:pt>
                <c:pt idx="4486">
                  <c:v>#N/A</c:v>
                </c:pt>
                <c:pt idx="4487">
                  <c:v>#N/A</c:v>
                </c:pt>
                <c:pt idx="4488">
                  <c:v>#N/A</c:v>
                </c:pt>
                <c:pt idx="4489">
                  <c:v>#N/A</c:v>
                </c:pt>
                <c:pt idx="4490">
                  <c:v>#N/A</c:v>
                </c:pt>
                <c:pt idx="4491">
                  <c:v>#N/A</c:v>
                </c:pt>
                <c:pt idx="4492">
                  <c:v>#N/A</c:v>
                </c:pt>
                <c:pt idx="4493">
                  <c:v>#N/A</c:v>
                </c:pt>
                <c:pt idx="4494">
                  <c:v>#N/A</c:v>
                </c:pt>
                <c:pt idx="4495">
                  <c:v>#N/A</c:v>
                </c:pt>
                <c:pt idx="4496">
                  <c:v>#N/A</c:v>
                </c:pt>
                <c:pt idx="4497">
                  <c:v>#N/A</c:v>
                </c:pt>
                <c:pt idx="4498">
                  <c:v>#N/A</c:v>
                </c:pt>
                <c:pt idx="4499">
                  <c:v>#N/A</c:v>
                </c:pt>
                <c:pt idx="4500">
                  <c:v>#N/A</c:v>
                </c:pt>
                <c:pt idx="4501">
                  <c:v>#N/A</c:v>
                </c:pt>
                <c:pt idx="4502">
                  <c:v>#N/A</c:v>
                </c:pt>
                <c:pt idx="4503">
                  <c:v>#N/A</c:v>
                </c:pt>
                <c:pt idx="4504">
                  <c:v>#N/A</c:v>
                </c:pt>
                <c:pt idx="4505">
                  <c:v>#N/A</c:v>
                </c:pt>
                <c:pt idx="4506">
                  <c:v>#N/A</c:v>
                </c:pt>
                <c:pt idx="4507">
                  <c:v>#N/A</c:v>
                </c:pt>
                <c:pt idx="4508">
                  <c:v>#N/A</c:v>
                </c:pt>
                <c:pt idx="4509">
                  <c:v>#N/A</c:v>
                </c:pt>
                <c:pt idx="4510">
                  <c:v>#N/A</c:v>
                </c:pt>
                <c:pt idx="4511">
                  <c:v>#N/A</c:v>
                </c:pt>
                <c:pt idx="4512">
                  <c:v>#N/A</c:v>
                </c:pt>
                <c:pt idx="4513">
                  <c:v>#N/A</c:v>
                </c:pt>
                <c:pt idx="4514">
                  <c:v>#N/A</c:v>
                </c:pt>
                <c:pt idx="4515">
                  <c:v>#N/A</c:v>
                </c:pt>
                <c:pt idx="4516">
                  <c:v>#N/A</c:v>
                </c:pt>
                <c:pt idx="4517">
                  <c:v>#N/A</c:v>
                </c:pt>
                <c:pt idx="4518">
                  <c:v>#N/A</c:v>
                </c:pt>
                <c:pt idx="4519">
                  <c:v>#N/A</c:v>
                </c:pt>
                <c:pt idx="4520">
                  <c:v>#N/A</c:v>
                </c:pt>
                <c:pt idx="4521">
                  <c:v>#N/A</c:v>
                </c:pt>
                <c:pt idx="4522">
                  <c:v>#N/A</c:v>
                </c:pt>
                <c:pt idx="4523">
                  <c:v>#N/A</c:v>
                </c:pt>
                <c:pt idx="4524">
                  <c:v>#N/A</c:v>
                </c:pt>
                <c:pt idx="4525">
                  <c:v>#N/A</c:v>
                </c:pt>
                <c:pt idx="4526">
                  <c:v>#N/A</c:v>
                </c:pt>
                <c:pt idx="4527">
                  <c:v>#N/A</c:v>
                </c:pt>
                <c:pt idx="4528">
                  <c:v>#N/A</c:v>
                </c:pt>
                <c:pt idx="4529">
                  <c:v>#N/A</c:v>
                </c:pt>
                <c:pt idx="4530">
                  <c:v>#N/A</c:v>
                </c:pt>
                <c:pt idx="4531">
                  <c:v>#N/A</c:v>
                </c:pt>
                <c:pt idx="4532">
                  <c:v>#N/A</c:v>
                </c:pt>
                <c:pt idx="4533">
                  <c:v>#N/A</c:v>
                </c:pt>
                <c:pt idx="4534">
                  <c:v>#N/A</c:v>
                </c:pt>
                <c:pt idx="4535">
                  <c:v>#N/A</c:v>
                </c:pt>
                <c:pt idx="4536">
                  <c:v>#N/A</c:v>
                </c:pt>
                <c:pt idx="4537">
                  <c:v>#N/A</c:v>
                </c:pt>
                <c:pt idx="4538">
                  <c:v>#N/A</c:v>
                </c:pt>
                <c:pt idx="4539">
                  <c:v>#N/A</c:v>
                </c:pt>
                <c:pt idx="4540">
                  <c:v>#N/A</c:v>
                </c:pt>
                <c:pt idx="4541">
                  <c:v>#N/A</c:v>
                </c:pt>
                <c:pt idx="4542">
                  <c:v>#N/A</c:v>
                </c:pt>
                <c:pt idx="4543">
                  <c:v>#N/A</c:v>
                </c:pt>
                <c:pt idx="4544">
                  <c:v>#N/A</c:v>
                </c:pt>
                <c:pt idx="4545">
                  <c:v>#N/A</c:v>
                </c:pt>
                <c:pt idx="4546">
                  <c:v>#N/A</c:v>
                </c:pt>
                <c:pt idx="4547">
                  <c:v>#N/A</c:v>
                </c:pt>
                <c:pt idx="4548">
                  <c:v>#N/A</c:v>
                </c:pt>
                <c:pt idx="4549">
                  <c:v>#N/A</c:v>
                </c:pt>
                <c:pt idx="4550">
                  <c:v>#N/A</c:v>
                </c:pt>
                <c:pt idx="4551">
                  <c:v>#N/A</c:v>
                </c:pt>
                <c:pt idx="4552">
                  <c:v>#N/A</c:v>
                </c:pt>
                <c:pt idx="4553">
                  <c:v>#N/A</c:v>
                </c:pt>
                <c:pt idx="4554">
                  <c:v>#N/A</c:v>
                </c:pt>
                <c:pt idx="4555">
                  <c:v>#N/A</c:v>
                </c:pt>
                <c:pt idx="4556">
                  <c:v>#N/A</c:v>
                </c:pt>
                <c:pt idx="4557">
                  <c:v>#N/A</c:v>
                </c:pt>
                <c:pt idx="4558">
                  <c:v>#N/A</c:v>
                </c:pt>
                <c:pt idx="4559">
                  <c:v>#N/A</c:v>
                </c:pt>
                <c:pt idx="4560">
                  <c:v>#N/A</c:v>
                </c:pt>
                <c:pt idx="4561">
                  <c:v>#N/A</c:v>
                </c:pt>
                <c:pt idx="4562">
                  <c:v>#N/A</c:v>
                </c:pt>
                <c:pt idx="4563">
                  <c:v>#N/A</c:v>
                </c:pt>
                <c:pt idx="4564">
                  <c:v>#N/A</c:v>
                </c:pt>
                <c:pt idx="4565">
                  <c:v>#N/A</c:v>
                </c:pt>
                <c:pt idx="4566">
                  <c:v>#N/A</c:v>
                </c:pt>
                <c:pt idx="4567">
                  <c:v>#N/A</c:v>
                </c:pt>
                <c:pt idx="4568">
                  <c:v>#N/A</c:v>
                </c:pt>
                <c:pt idx="4569">
                  <c:v>#N/A</c:v>
                </c:pt>
                <c:pt idx="4570">
                  <c:v>#N/A</c:v>
                </c:pt>
                <c:pt idx="4571">
                  <c:v>#N/A</c:v>
                </c:pt>
                <c:pt idx="4572">
                  <c:v>#N/A</c:v>
                </c:pt>
                <c:pt idx="4573">
                  <c:v>#N/A</c:v>
                </c:pt>
                <c:pt idx="4574">
                  <c:v>#N/A</c:v>
                </c:pt>
                <c:pt idx="4575">
                  <c:v>#N/A</c:v>
                </c:pt>
                <c:pt idx="4576">
                  <c:v>#N/A</c:v>
                </c:pt>
                <c:pt idx="4577">
                  <c:v>#N/A</c:v>
                </c:pt>
                <c:pt idx="4578">
                  <c:v>#N/A</c:v>
                </c:pt>
                <c:pt idx="4579">
                  <c:v>#N/A</c:v>
                </c:pt>
                <c:pt idx="4580">
                  <c:v>#N/A</c:v>
                </c:pt>
                <c:pt idx="4581">
                  <c:v>#N/A</c:v>
                </c:pt>
                <c:pt idx="4582">
                  <c:v>#N/A</c:v>
                </c:pt>
                <c:pt idx="4583">
                  <c:v>#N/A</c:v>
                </c:pt>
                <c:pt idx="4584">
                  <c:v>#N/A</c:v>
                </c:pt>
                <c:pt idx="4585">
                  <c:v>#N/A</c:v>
                </c:pt>
                <c:pt idx="4586">
                  <c:v>#N/A</c:v>
                </c:pt>
                <c:pt idx="4587">
                  <c:v>#N/A</c:v>
                </c:pt>
                <c:pt idx="4588">
                  <c:v>#N/A</c:v>
                </c:pt>
                <c:pt idx="4589">
                  <c:v>#N/A</c:v>
                </c:pt>
                <c:pt idx="4590">
                  <c:v>#N/A</c:v>
                </c:pt>
                <c:pt idx="4591">
                  <c:v>#N/A</c:v>
                </c:pt>
                <c:pt idx="4592">
                  <c:v>#N/A</c:v>
                </c:pt>
                <c:pt idx="4593">
                  <c:v>#N/A</c:v>
                </c:pt>
                <c:pt idx="4594">
                  <c:v>#N/A</c:v>
                </c:pt>
                <c:pt idx="4595">
                  <c:v>#N/A</c:v>
                </c:pt>
                <c:pt idx="4596">
                  <c:v>#N/A</c:v>
                </c:pt>
                <c:pt idx="4597">
                  <c:v>#N/A</c:v>
                </c:pt>
                <c:pt idx="4598">
                  <c:v>#N/A</c:v>
                </c:pt>
                <c:pt idx="4599">
                  <c:v>#N/A</c:v>
                </c:pt>
                <c:pt idx="4600">
                  <c:v>#N/A</c:v>
                </c:pt>
                <c:pt idx="4601">
                  <c:v>#N/A</c:v>
                </c:pt>
                <c:pt idx="4602">
                  <c:v>#N/A</c:v>
                </c:pt>
                <c:pt idx="4603">
                  <c:v>#N/A</c:v>
                </c:pt>
                <c:pt idx="4604">
                  <c:v>#N/A</c:v>
                </c:pt>
                <c:pt idx="4605">
                  <c:v>#N/A</c:v>
                </c:pt>
                <c:pt idx="4606">
                  <c:v>#N/A</c:v>
                </c:pt>
                <c:pt idx="4607">
                  <c:v>#N/A</c:v>
                </c:pt>
                <c:pt idx="4608">
                  <c:v>#N/A</c:v>
                </c:pt>
                <c:pt idx="4609">
                  <c:v>#N/A</c:v>
                </c:pt>
                <c:pt idx="4610">
                  <c:v>#N/A</c:v>
                </c:pt>
                <c:pt idx="4611">
                  <c:v>#N/A</c:v>
                </c:pt>
                <c:pt idx="4612">
                  <c:v>#N/A</c:v>
                </c:pt>
                <c:pt idx="4613">
                  <c:v>#N/A</c:v>
                </c:pt>
                <c:pt idx="4614">
                  <c:v>#N/A</c:v>
                </c:pt>
                <c:pt idx="4615">
                  <c:v>#N/A</c:v>
                </c:pt>
                <c:pt idx="4616">
                  <c:v>#N/A</c:v>
                </c:pt>
                <c:pt idx="4617">
                  <c:v>#N/A</c:v>
                </c:pt>
                <c:pt idx="4618">
                  <c:v>#N/A</c:v>
                </c:pt>
                <c:pt idx="4619">
                  <c:v>#N/A</c:v>
                </c:pt>
                <c:pt idx="4620">
                  <c:v>#N/A</c:v>
                </c:pt>
                <c:pt idx="4621">
                  <c:v>#N/A</c:v>
                </c:pt>
                <c:pt idx="4622">
                  <c:v>#N/A</c:v>
                </c:pt>
                <c:pt idx="4623">
                  <c:v>#N/A</c:v>
                </c:pt>
                <c:pt idx="4624">
                  <c:v>#N/A</c:v>
                </c:pt>
                <c:pt idx="4625">
                  <c:v>#N/A</c:v>
                </c:pt>
                <c:pt idx="4626">
                  <c:v>#N/A</c:v>
                </c:pt>
                <c:pt idx="4627">
                  <c:v>#N/A</c:v>
                </c:pt>
                <c:pt idx="4628">
                  <c:v>#N/A</c:v>
                </c:pt>
                <c:pt idx="4629">
                  <c:v>#N/A</c:v>
                </c:pt>
                <c:pt idx="4630">
                  <c:v>#N/A</c:v>
                </c:pt>
                <c:pt idx="4631">
                  <c:v>#N/A</c:v>
                </c:pt>
                <c:pt idx="4632">
                  <c:v>#N/A</c:v>
                </c:pt>
                <c:pt idx="4633">
                  <c:v>#N/A</c:v>
                </c:pt>
                <c:pt idx="4634">
                  <c:v>#N/A</c:v>
                </c:pt>
                <c:pt idx="4635">
                  <c:v>#N/A</c:v>
                </c:pt>
                <c:pt idx="4636">
                  <c:v>#N/A</c:v>
                </c:pt>
                <c:pt idx="4637">
                  <c:v>#N/A</c:v>
                </c:pt>
                <c:pt idx="4638">
                  <c:v>#N/A</c:v>
                </c:pt>
                <c:pt idx="4639">
                  <c:v>#N/A</c:v>
                </c:pt>
                <c:pt idx="4640">
                  <c:v>#N/A</c:v>
                </c:pt>
                <c:pt idx="4641">
                  <c:v>#N/A</c:v>
                </c:pt>
                <c:pt idx="4642">
                  <c:v>#N/A</c:v>
                </c:pt>
                <c:pt idx="4643">
                  <c:v>#N/A</c:v>
                </c:pt>
                <c:pt idx="4644">
                  <c:v>#N/A</c:v>
                </c:pt>
                <c:pt idx="4645">
                  <c:v>#N/A</c:v>
                </c:pt>
                <c:pt idx="4646">
                  <c:v>#N/A</c:v>
                </c:pt>
                <c:pt idx="4647">
                  <c:v>#N/A</c:v>
                </c:pt>
                <c:pt idx="4648">
                  <c:v>#N/A</c:v>
                </c:pt>
                <c:pt idx="4649">
                  <c:v>#N/A</c:v>
                </c:pt>
                <c:pt idx="4650">
                  <c:v>#N/A</c:v>
                </c:pt>
                <c:pt idx="4651">
                  <c:v>#N/A</c:v>
                </c:pt>
                <c:pt idx="4652">
                  <c:v>#N/A</c:v>
                </c:pt>
                <c:pt idx="4653">
                  <c:v>#N/A</c:v>
                </c:pt>
                <c:pt idx="4654">
                  <c:v>#N/A</c:v>
                </c:pt>
                <c:pt idx="4655">
                  <c:v>#N/A</c:v>
                </c:pt>
                <c:pt idx="4656">
                  <c:v>#N/A</c:v>
                </c:pt>
                <c:pt idx="4657">
                  <c:v>#N/A</c:v>
                </c:pt>
                <c:pt idx="4658">
                  <c:v>#N/A</c:v>
                </c:pt>
                <c:pt idx="4659">
                  <c:v>#N/A</c:v>
                </c:pt>
                <c:pt idx="4660">
                  <c:v>#N/A</c:v>
                </c:pt>
                <c:pt idx="4661">
                  <c:v>#N/A</c:v>
                </c:pt>
                <c:pt idx="4662">
                  <c:v>#N/A</c:v>
                </c:pt>
                <c:pt idx="4663">
                  <c:v>#N/A</c:v>
                </c:pt>
                <c:pt idx="4664">
                  <c:v>#N/A</c:v>
                </c:pt>
                <c:pt idx="4665">
                  <c:v>#N/A</c:v>
                </c:pt>
                <c:pt idx="4666">
                  <c:v>#N/A</c:v>
                </c:pt>
                <c:pt idx="4667">
                  <c:v>#N/A</c:v>
                </c:pt>
                <c:pt idx="4668">
                  <c:v>#N/A</c:v>
                </c:pt>
                <c:pt idx="4669">
                  <c:v>#N/A</c:v>
                </c:pt>
                <c:pt idx="4670">
                  <c:v>#N/A</c:v>
                </c:pt>
                <c:pt idx="4671">
                  <c:v>#N/A</c:v>
                </c:pt>
                <c:pt idx="4672">
                  <c:v>#N/A</c:v>
                </c:pt>
                <c:pt idx="4673">
                  <c:v>#N/A</c:v>
                </c:pt>
                <c:pt idx="4674">
                  <c:v>#N/A</c:v>
                </c:pt>
                <c:pt idx="4675">
                  <c:v>#N/A</c:v>
                </c:pt>
                <c:pt idx="4676">
                  <c:v>#N/A</c:v>
                </c:pt>
                <c:pt idx="4677">
                  <c:v>#N/A</c:v>
                </c:pt>
                <c:pt idx="4678">
                  <c:v>#N/A</c:v>
                </c:pt>
                <c:pt idx="4679">
                  <c:v>#N/A</c:v>
                </c:pt>
                <c:pt idx="4680">
                  <c:v>#N/A</c:v>
                </c:pt>
                <c:pt idx="4681">
                  <c:v>#N/A</c:v>
                </c:pt>
                <c:pt idx="4682">
                  <c:v>#N/A</c:v>
                </c:pt>
                <c:pt idx="4683">
                  <c:v>#N/A</c:v>
                </c:pt>
                <c:pt idx="4684">
                  <c:v>#N/A</c:v>
                </c:pt>
                <c:pt idx="4685">
                  <c:v>#N/A</c:v>
                </c:pt>
                <c:pt idx="4686">
                  <c:v>#N/A</c:v>
                </c:pt>
                <c:pt idx="4687">
                  <c:v>#N/A</c:v>
                </c:pt>
                <c:pt idx="4688">
                  <c:v>#N/A</c:v>
                </c:pt>
                <c:pt idx="4689">
                  <c:v>#N/A</c:v>
                </c:pt>
                <c:pt idx="4690">
                  <c:v>#N/A</c:v>
                </c:pt>
                <c:pt idx="4691">
                  <c:v>#N/A</c:v>
                </c:pt>
                <c:pt idx="4692">
                  <c:v>#N/A</c:v>
                </c:pt>
                <c:pt idx="4693">
                  <c:v>#N/A</c:v>
                </c:pt>
                <c:pt idx="4694">
                  <c:v>#N/A</c:v>
                </c:pt>
                <c:pt idx="4695">
                  <c:v>#N/A</c:v>
                </c:pt>
                <c:pt idx="4696">
                  <c:v>#N/A</c:v>
                </c:pt>
                <c:pt idx="4697">
                  <c:v>#N/A</c:v>
                </c:pt>
                <c:pt idx="4698">
                  <c:v>#N/A</c:v>
                </c:pt>
                <c:pt idx="4699">
                  <c:v>#N/A</c:v>
                </c:pt>
                <c:pt idx="4700">
                  <c:v>#N/A</c:v>
                </c:pt>
                <c:pt idx="4701">
                  <c:v>#N/A</c:v>
                </c:pt>
                <c:pt idx="4702">
                  <c:v>#N/A</c:v>
                </c:pt>
                <c:pt idx="4703">
                  <c:v>#N/A</c:v>
                </c:pt>
                <c:pt idx="4704">
                  <c:v>#N/A</c:v>
                </c:pt>
                <c:pt idx="4705">
                  <c:v>#N/A</c:v>
                </c:pt>
                <c:pt idx="4706">
                  <c:v>#N/A</c:v>
                </c:pt>
                <c:pt idx="4707">
                  <c:v>#N/A</c:v>
                </c:pt>
                <c:pt idx="4708">
                  <c:v>#N/A</c:v>
                </c:pt>
                <c:pt idx="4709">
                  <c:v>#N/A</c:v>
                </c:pt>
                <c:pt idx="4710">
                  <c:v>#N/A</c:v>
                </c:pt>
                <c:pt idx="4711">
                  <c:v>#N/A</c:v>
                </c:pt>
                <c:pt idx="4712">
                  <c:v>#N/A</c:v>
                </c:pt>
                <c:pt idx="4713">
                  <c:v>#N/A</c:v>
                </c:pt>
                <c:pt idx="4714">
                  <c:v>#N/A</c:v>
                </c:pt>
                <c:pt idx="4715">
                  <c:v>#N/A</c:v>
                </c:pt>
                <c:pt idx="4716">
                  <c:v>#N/A</c:v>
                </c:pt>
                <c:pt idx="4717">
                  <c:v>#N/A</c:v>
                </c:pt>
                <c:pt idx="4718">
                  <c:v>#N/A</c:v>
                </c:pt>
                <c:pt idx="4719">
                  <c:v>#N/A</c:v>
                </c:pt>
                <c:pt idx="4720">
                  <c:v>#N/A</c:v>
                </c:pt>
                <c:pt idx="4721">
                  <c:v>#N/A</c:v>
                </c:pt>
                <c:pt idx="4722">
                  <c:v>#N/A</c:v>
                </c:pt>
                <c:pt idx="4723">
                  <c:v>#N/A</c:v>
                </c:pt>
                <c:pt idx="4724">
                  <c:v>#N/A</c:v>
                </c:pt>
                <c:pt idx="4725">
                  <c:v>#N/A</c:v>
                </c:pt>
                <c:pt idx="4726">
                  <c:v>#N/A</c:v>
                </c:pt>
                <c:pt idx="4727">
                  <c:v>#N/A</c:v>
                </c:pt>
                <c:pt idx="4728">
                  <c:v>#N/A</c:v>
                </c:pt>
                <c:pt idx="4729">
                  <c:v>#N/A</c:v>
                </c:pt>
                <c:pt idx="4730">
                  <c:v>#N/A</c:v>
                </c:pt>
                <c:pt idx="4731">
                  <c:v>#N/A</c:v>
                </c:pt>
                <c:pt idx="4732">
                  <c:v>#N/A</c:v>
                </c:pt>
                <c:pt idx="4733">
                  <c:v>#N/A</c:v>
                </c:pt>
                <c:pt idx="4734">
                  <c:v>#N/A</c:v>
                </c:pt>
                <c:pt idx="4735">
                  <c:v>#N/A</c:v>
                </c:pt>
                <c:pt idx="4736">
                  <c:v>#N/A</c:v>
                </c:pt>
                <c:pt idx="4737">
                  <c:v>#N/A</c:v>
                </c:pt>
                <c:pt idx="4738">
                  <c:v>#N/A</c:v>
                </c:pt>
                <c:pt idx="4739">
                  <c:v>#N/A</c:v>
                </c:pt>
                <c:pt idx="4740">
                  <c:v>#N/A</c:v>
                </c:pt>
                <c:pt idx="4741">
                  <c:v>#N/A</c:v>
                </c:pt>
                <c:pt idx="4742">
                  <c:v>#N/A</c:v>
                </c:pt>
                <c:pt idx="4743">
                  <c:v>#N/A</c:v>
                </c:pt>
                <c:pt idx="4744">
                  <c:v>#N/A</c:v>
                </c:pt>
                <c:pt idx="4745">
                  <c:v>#N/A</c:v>
                </c:pt>
                <c:pt idx="4746">
                  <c:v>#N/A</c:v>
                </c:pt>
                <c:pt idx="4747">
                  <c:v>#N/A</c:v>
                </c:pt>
                <c:pt idx="4748">
                  <c:v>#N/A</c:v>
                </c:pt>
                <c:pt idx="4749">
                  <c:v>#N/A</c:v>
                </c:pt>
                <c:pt idx="4750">
                  <c:v>#N/A</c:v>
                </c:pt>
                <c:pt idx="4751">
                  <c:v>#N/A</c:v>
                </c:pt>
                <c:pt idx="4752">
                  <c:v>#N/A</c:v>
                </c:pt>
                <c:pt idx="4753">
                  <c:v>#N/A</c:v>
                </c:pt>
                <c:pt idx="4754">
                  <c:v>#N/A</c:v>
                </c:pt>
                <c:pt idx="4755">
                  <c:v>#N/A</c:v>
                </c:pt>
                <c:pt idx="4756">
                  <c:v>#N/A</c:v>
                </c:pt>
                <c:pt idx="4757">
                  <c:v>#N/A</c:v>
                </c:pt>
                <c:pt idx="4758">
                  <c:v>#N/A</c:v>
                </c:pt>
                <c:pt idx="4759">
                  <c:v>#N/A</c:v>
                </c:pt>
                <c:pt idx="4760">
                  <c:v>#N/A</c:v>
                </c:pt>
                <c:pt idx="4761">
                  <c:v>#N/A</c:v>
                </c:pt>
                <c:pt idx="4762">
                  <c:v>#N/A</c:v>
                </c:pt>
                <c:pt idx="4763">
                  <c:v>#N/A</c:v>
                </c:pt>
                <c:pt idx="4764">
                  <c:v>#N/A</c:v>
                </c:pt>
                <c:pt idx="4765">
                  <c:v>#N/A</c:v>
                </c:pt>
                <c:pt idx="4766">
                  <c:v>#N/A</c:v>
                </c:pt>
                <c:pt idx="4767">
                  <c:v>#N/A</c:v>
                </c:pt>
                <c:pt idx="4768">
                  <c:v>#N/A</c:v>
                </c:pt>
                <c:pt idx="4769">
                  <c:v>#N/A</c:v>
                </c:pt>
                <c:pt idx="4770">
                  <c:v>#N/A</c:v>
                </c:pt>
                <c:pt idx="4771">
                  <c:v>#N/A</c:v>
                </c:pt>
                <c:pt idx="4772">
                  <c:v>#N/A</c:v>
                </c:pt>
                <c:pt idx="4773">
                  <c:v>#N/A</c:v>
                </c:pt>
                <c:pt idx="4774">
                  <c:v>#N/A</c:v>
                </c:pt>
                <c:pt idx="4775">
                  <c:v>#N/A</c:v>
                </c:pt>
                <c:pt idx="4776">
                  <c:v>#N/A</c:v>
                </c:pt>
                <c:pt idx="4777">
                  <c:v>#N/A</c:v>
                </c:pt>
                <c:pt idx="4778">
                  <c:v>#N/A</c:v>
                </c:pt>
                <c:pt idx="4779">
                  <c:v>#N/A</c:v>
                </c:pt>
                <c:pt idx="4780">
                  <c:v>#N/A</c:v>
                </c:pt>
                <c:pt idx="4781">
                  <c:v>#N/A</c:v>
                </c:pt>
                <c:pt idx="4782">
                  <c:v>#N/A</c:v>
                </c:pt>
                <c:pt idx="4783">
                  <c:v>#N/A</c:v>
                </c:pt>
                <c:pt idx="4784">
                  <c:v>#N/A</c:v>
                </c:pt>
                <c:pt idx="4785">
                  <c:v>#N/A</c:v>
                </c:pt>
                <c:pt idx="4786">
                  <c:v>#N/A</c:v>
                </c:pt>
                <c:pt idx="4787">
                  <c:v>#N/A</c:v>
                </c:pt>
                <c:pt idx="4788">
                  <c:v>#N/A</c:v>
                </c:pt>
                <c:pt idx="4789">
                  <c:v>#N/A</c:v>
                </c:pt>
                <c:pt idx="4790">
                  <c:v>#N/A</c:v>
                </c:pt>
                <c:pt idx="4791">
                  <c:v>#N/A</c:v>
                </c:pt>
                <c:pt idx="4792">
                  <c:v>#N/A</c:v>
                </c:pt>
                <c:pt idx="4793">
                  <c:v>#N/A</c:v>
                </c:pt>
                <c:pt idx="4794">
                  <c:v>#N/A</c:v>
                </c:pt>
                <c:pt idx="4795">
                  <c:v>#N/A</c:v>
                </c:pt>
                <c:pt idx="4796">
                  <c:v>#N/A</c:v>
                </c:pt>
                <c:pt idx="4797">
                  <c:v>#N/A</c:v>
                </c:pt>
                <c:pt idx="4798">
                  <c:v>#N/A</c:v>
                </c:pt>
                <c:pt idx="4799">
                  <c:v>#N/A</c:v>
                </c:pt>
                <c:pt idx="4800">
                  <c:v>#N/A</c:v>
                </c:pt>
                <c:pt idx="4801">
                  <c:v>#N/A</c:v>
                </c:pt>
                <c:pt idx="4802">
                  <c:v>#N/A</c:v>
                </c:pt>
                <c:pt idx="4803">
                  <c:v>#N/A</c:v>
                </c:pt>
                <c:pt idx="4804">
                  <c:v>#N/A</c:v>
                </c:pt>
                <c:pt idx="4805">
                  <c:v>#N/A</c:v>
                </c:pt>
                <c:pt idx="4806">
                  <c:v>#N/A</c:v>
                </c:pt>
                <c:pt idx="4807">
                  <c:v>#N/A</c:v>
                </c:pt>
                <c:pt idx="4808">
                  <c:v>#N/A</c:v>
                </c:pt>
                <c:pt idx="4809">
                  <c:v>#N/A</c:v>
                </c:pt>
                <c:pt idx="4810">
                  <c:v>#N/A</c:v>
                </c:pt>
                <c:pt idx="4811">
                  <c:v>#N/A</c:v>
                </c:pt>
                <c:pt idx="4812">
                  <c:v>#N/A</c:v>
                </c:pt>
                <c:pt idx="4813">
                  <c:v>#N/A</c:v>
                </c:pt>
                <c:pt idx="4814">
                  <c:v>#N/A</c:v>
                </c:pt>
                <c:pt idx="4815">
                  <c:v>#N/A</c:v>
                </c:pt>
                <c:pt idx="4816">
                  <c:v>#N/A</c:v>
                </c:pt>
                <c:pt idx="4817">
                  <c:v>#N/A</c:v>
                </c:pt>
                <c:pt idx="4818">
                  <c:v>#N/A</c:v>
                </c:pt>
                <c:pt idx="4819">
                  <c:v>#N/A</c:v>
                </c:pt>
                <c:pt idx="4820">
                  <c:v>#N/A</c:v>
                </c:pt>
                <c:pt idx="4821">
                  <c:v>#N/A</c:v>
                </c:pt>
                <c:pt idx="4822">
                  <c:v>#N/A</c:v>
                </c:pt>
                <c:pt idx="4823">
                  <c:v>#N/A</c:v>
                </c:pt>
                <c:pt idx="4824">
                  <c:v>#N/A</c:v>
                </c:pt>
                <c:pt idx="4825">
                  <c:v>#N/A</c:v>
                </c:pt>
                <c:pt idx="4826">
                  <c:v>#N/A</c:v>
                </c:pt>
                <c:pt idx="4827">
                  <c:v>#N/A</c:v>
                </c:pt>
                <c:pt idx="4828">
                  <c:v>#N/A</c:v>
                </c:pt>
                <c:pt idx="4829">
                  <c:v>#N/A</c:v>
                </c:pt>
                <c:pt idx="4830">
                  <c:v>#N/A</c:v>
                </c:pt>
                <c:pt idx="4831">
                  <c:v>#N/A</c:v>
                </c:pt>
                <c:pt idx="4832">
                  <c:v>#N/A</c:v>
                </c:pt>
                <c:pt idx="4833">
                  <c:v>#N/A</c:v>
                </c:pt>
                <c:pt idx="4834">
                  <c:v>#N/A</c:v>
                </c:pt>
                <c:pt idx="4835">
                  <c:v>#N/A</c:v>
                </c:pt>
                <c:pt idx="4836">
                  <c:v>#N/A</c:v>
                </c:pt>
                <c:pt idx="4837">
                  <c:v>#N/A</c:v>
                </c:pt>
                <c:pt idx="4838">
                  <c:v>#N/A</c:v>
                </c:pt>
                <c:pt idx="4839">
                  <c:v>#N/A</c:v>
                </c:pt>
                <c:pt idx="4840">
                  <c:v>#N/A</c:v>
                </c:pt>
                <c:pt idx="4841">
                  <c:v>#N/A</c:v>
                </c:pt>
                <c:pt idx="4842">
                  <c:v>#N/A</c:v>
                </c:pt>
                <c:pt idx="4843">
                  <c:v>#N/A</c:v>
                </c:pt>
                <c:pt idx="4844">
                  <c:v>#N/A</c:v>
                </c:pt>
                <c:pt idx="4845">
                  <c:v>#N/A</c:v>
                </c:pt>
                <c:pt idx="4846">
                  <c:v>#N/A</c:v>
                </c:pt>
                <c:pt idx="4847">
                  <c:v>#N/A</c:v>
                </c:pt>
                <c:pt idx="4848">
                  <c:v>#N/A</c:v>
                </c:pt>
                <c:pt idx="4849">
                  <c:v>#N/A</c:v>
                </c:pt>
                <c:pt idx="4850">
                  <c:v>#N/A</c:v>
                </c:pt>
                <c:pt idx="4851">
                  <c:v>#N/A</c:v>
                </c:pt>
                <c:pt idx="4852">
                  <c:v>#N/A</c:v>
                </c:pt>
                <c:pt idx="4853">
                  <c:v>#N/A</c:v>
                </c:pt>
                <c:pt idx="4854">
                  <c:v>#N/A</c:v>
                </c:pt>
                <c:pt idx="4855">
                  <c:v>#N/A</c:v>
                </c:pt>
                <c:pt idx="4856">
                  <c:v>#N/A</c:v>
                </c:pt>
                <c:pt idx="4857">
                  <c:v>#N/A</c:v>
                </c:pt>
                <c:pt idx="4858">
                  <c:v>#N/A</c:v>
                </c:pt>
                <c:pt idx="4859">
                  <c:v>#N/A</c:v>
                </c:pt>
                <c:pt idx="4860">
                  <c:v>#N/A</c:v>
                </c:pt>
                <c:pt idx="4861">
                  <c:v>#N/A</c:v>
                </c:pt>
                <c:pt idx="4862">
                  <c:v>#N/A</c:v>
                </c:pt>
                <c:pt idx="4863">
                  <c:v>#N/A</c:v>
                </c:pt>
                <c:pt idx="4864">
                  <c:v>#N/A</c:v>
                </c:pt>
                <c:pt idx="4865">
                  <c:v>#N/A</c:v>
                </c:pt>
                <c:pt idx="4866">
                  <c:v>#N/A</c:v>
                </c:pt>
                <c:pt idx="4867">
                  <c:v>#N/A</c:v>
                </c:pt>
                <c:pt idx="4868">
                  <c:v>#N/A</c:v>
                </c:pt>
                <c:pt idx="4869">
                  <c:v>#N/A</c:v>
                </c:pt>
                <c:pt idx="4870">
                  <c:v>#N/A</c:v>
                </c:pt>
                <c:pt idx="4871">
                  <c:v>#N/A</c:v>
                </c:pt>
                <c:pt idx="4872">
                  <c:v>#N/A</c:v>
                </c:pt>
                <c:pt idx="4873">
                  <c:v>#N/A</c:v>
                </c:pt>
                <c:pt idx="4874">
                  <c:v>#N/A</c:v>
                </c:pt>
                <c:pt idx="4875">
                  <c:v>#N/A</c:v>
                </c:pt>
                <c:pt idx="4876">
                  <c:v>#N/A</c:v>
                </c:pt>
                <c:pt idx="4877">
                  <c:v>#N/A</c:v>
                </c:pt>
                <c:pt idx="4878">
                  <c:v>#N/A</c:v>
                </c:pt>
                <c:pt idx="4879">
                  <c:v>#N/A</c:v>
                </c:pt>
                <c:pt idx="4880">
                  <c:v>#N/A</c:v>
                </c:pt>
                <c:pt idx="4881">
                  <c:v>#N/A</c:v>
                </c:pt>
                <c:pt idx="4882">
                  <c:v>#N/A</c:v>
                </c:pt>
                <c:pt idx="4883">
                  <c:v>#N/A</c:v>
                </c:pt>
                <c:pt idx="4884">
                  <c:v>#N/A</c:v>
                </c:pt>
                <c:pt idx="4885">
                  <c:v>#N/A</c:v>
                </c:pt>
                <c:pt idx="4886">
                  <c:v>#N/A</c:v>
                </c:pt>
                <c:pt idx="4887">
                  <c:v>#N/A</c:v>
                </c:pt>
                <c:pt idx="4888">
                  <c:v>#N/A</c:v>
                </c:pt>
                <c:pt idx="4889">
                  <c:v>#N/A</c:v>
                </c:pt>
                <c:pt idx="4890">
                  <c:v>#N/A</c:v>
                </c:pt>
                <c:pt idx="4891">
                  <c:v>#N/A</c:v>
                </c:pt>
                <c:pt idx="4892">
                  <c:v>#N/A</c:v>
                </c:pt>
                <c:pt idx="4893">
                  <c:v>#N/A</c:v>
                </c:pt>
                <c:pt idx="4894">
                  <c:v>#N/A</c:v>
                </c:pt>
                <c:pt idx="4895">
                  <c:v>#N/A</c:v>
                </c:pt>
                <c:pt idx="4896">
                  <c:v>#N/A</c:v>
                </c:pt>
                <c:pt idx="4897">
                  <c:v>#N/A</c:v>
                </c:pt>
                <c:pt idx="4898">
                  <c:v>#N/A</c:v>
                </c:pt>
                <c:pt idx="4899">
                  <c:v>#N/A</c:v>
                </c:pt>
                <c:pt idx="4900">
                  <c:v>#N/A</c:v>
                </c:pt>
                <c:pt idx="4901">
                  <c:v>#N/A</c:v>
                </c:pt>
                <c:pt idx="4902">
                  <c:v>#N/A</c:v>
                </c:pt>
                <c:pt idx="4903">
                  <c:v>#N/A</c:v>
                </c:pt>
                <c:pt idx="4904">
                  <c:v>#N/A</c:v>
                </c:pt>
                <c:pt idx="4905">
                  <c:v>#N/A</c:v>
                </c:pt>
                <c:pt idx="4906">
                  <c:v>#N/A</c:v>
                </c:pt>
                <c:pt idx="4907">
                  <c:v>#N/A</c:v>
                </c:pt>
                <c:pt idx="4908">
                  <c:v>#N/A</c:v>
                </c:pt>
                <c:pt idx="4909">
                  <c:v>#N/A</c:v>
                </c:pt>
                <c:pt idx="4910">
                  <c:v>#N/A</c:v>
                </c:pt>
                <c:pt idx="4911">
                  <c:v>#N/A</c:v>
                </c:pt>
                <c:pt idx="4912">
                  <c:v>#N/A</c:v>
                </c:pt>
                <c:pt idx="4913">
                  <c:v>#N/A</c:v>
                </c:pt>
                <c:pt idx="4914">
                  <c:v>#N/A</c:v>
                </c:pt>
                <c:pt idx="4915">
                  <c:v>#N/A</c:v>
                </c:pt>
                <c:pt idx="4916">
                  <c:v>#N/A</c:v>
                </c:pt>
                <c:pt idx="4917">
                  <c:v>#N/A</c:v>
                </c:pt>
                <c:pt idx="4918">
                  <c:v>#N/A</c:v>
                </c:pt>
                <c:pt idx="4919">
                  <c:v>#N/A</c:v>
                </c:pt>
                <c:pt idx="4920">
                  <c:v>#N/A</c:v>
                </c:pt>
                <c:pt idx="4921">
                  <c:v>#N/A</c:v>
                </c:pt>
                <c:pt idx="4922">
                  <c:v>#N/A</c:v>
                </c:pt>
                <c:pt idx="4923">
                  <c:v>#N/A</c:v>
                </c:pt>
                <c:pt idx="4924">
                  <c:v>#N/A</c:v>
                </c:pt>
                <c:pt idx="4925">
                  <c:v>#N/A</c:v>
                </c:pt>
                <c:pt idx="4926">
                  <c:v>#N/A</c:v>
                </c:pt>
                <c:pt idx="4927">
                  <c:v>#N/A</c:v>
                </c:pt>
                <c:pt idx="4928">
                  <c:v>#N/A</c:v>
                </c:pt>
                <c:pt idx="4929">
                  <c:v>#N/A</c:v>
                </c:pt>
                <c:pt idx="4930">
                  <c:v>#N/A</c:v>
                </c:pt>
                <c:pt idx="4931">
                  <c:v>#N/A</c:v>
                </c:pt>
                <c:pt idx="4932">
                  <c:v>#N/A</c:v>
                </c:pt>
                <c:pt idx="4933">
                  <c:v>#N/A</c:v>
                </c:pt>
                <c:pt idx="4934">
                  <c:v>#N/A</c:v>
                </c:pt>
                <c:pt idx="4935">
                  <c:v>#N/A</c:v>
                </c:pt>
                <c:pt idx="4936">
                  <c:v>#N/A</c:v>
                </c:pt>
                <c:pt idx="4937">
                  <c:v>#N/A</c:v>
                </c:pt>
                <c:pt idx="4938">
                  <c:v>#N/A</c:v>
                </c:pt>
                <c:pt idx="4939">
                  <c:v>#N/A</c:v>
                </c:pt>
                <c:pt idx="4940">
                  <c:v>#N/A</c:v>
                </c:pt>
                <c:pt idx="4941">
                  <c:v>#N/A</c:v>
                </c:pt>
                <c:pt idx="4942">
                  <c:v>#N/A</c:v>
                </c:pt>
                <c:pt idx="4943">
                  <c:v>#N/A</c:v>
                </c:pt>
                <c:pt idx="4944">
                  <c:v>#N/A</c:v>
                </c:pt>
                <c:pt idx="4945">
                  <c:v>#N/A</c:v>
                </c:pt>
                <c:pt idx="4946">
                  <c:v>#N/A</c:v>
                </c:pt>
                <c:pt idx="4947">
                  <c:v>#N/A</c:v>
                </c:pt>
                <c:pt idx="4948">
                  <c:v>#N/A</c:v>
                </c:pt>
                <c:pt idx="4949">
                  <c:v>#N/A</c:v>
                </c:pt>
                <c:pt idx="4950">
                  <c:v>#N/A</c:v>
                </c:pt>
                <c:pt idx="4951">
                  <c:v>#N/A</c:v>
                </c:pt>
                <c:pt idx="4952">
                  <c:v>#N/A</c:v>
                </c:pt>
                <c:pt idx="4953">
                  <c:v>#N/A</c:v>
                </c:pt>
                <c:pt idx="4954">
                  <c:v>#N/A</c:v>
                </c:pt>
                <c:pt idx="4955">
                  <c:v>#N/A</c:v>
                </c:pt>
                <c:pt idx="4956">
                  <c:v>#N/A</c:v>
                </c:pt>
                <c:pt idx="4957">
                  <c:v>2.5261501000000002E-2</c:v>
                </c:pt>
                <c:pt idx="4958">
                  <c:v>2.5922059000000001E-2</c:v>
                </c:pt>
                <c:pt idx="4959">
                  <c:v>2.5728422999999997E-2</c:v>
                </c:pt>
                <c:pt idx="4960">
                  <c:v>2.5513036999999999E-2</c:v>
                </c:pt>
                <c:pt idx="4961">
                  <c:v>2.4976499000000003E-2</c:v>
                </c:pt>
                <c:pt idx="4962">
                  <c:v>2.5349738E-2</c:v>
                </c:pt>
                <c:pt idx="4963">
                  <c:v>2.5496691999999998E-2</c:v>
                </c:pt>
                <c:pt idx="4964">
                  <c:v>2.5326164000000002E-2</c:v>
                </c:pt>
                <c:pt idx="4965">
                  <c:v>2.5512497999999998E-2</c:v>
                </c:pt>
                <c:pt idx="4966">
                  <c:v>2.5492056999999999E-2</c:v>
                </c:pt>
                <c:pt idx="4967">
                  <c:v>2.5139955000000002E-2</c:v>
                </c:pt>
                <c:pt idx="4968">
                  <c:v>2.4905765E-2</c:v>
                </c:pt>
                <c:pt idx="4969">
                  <c:v>2.4905765E-2</c:v>
                </c:pt>
                <c:pt idx="4970">
                  <c:v>2.5416000000000001E-2</c:v>
                </c:pt>
                <c:pt idx="4971">
                  <c:v>2.5367211000000001E-2</c:v>
                </c:pt>
                <c:pt idx="4972">
                  <c:v>2.5757868999999999E-2</c:v>
                </c:pt>
                <c:pt idx="4973">
                  <c:v>2.6166244000000002E-2</c:v>
                </c:pt>
                <c:pt idx="4974">
                  <c:v>2.7047596E-2</c:v>
                </c:pt>
                <c:pt idx="4975">
                  <c:v>2.6315580999999998E-2</c:v>
                </c:pt>
                <c:pt idx="4976">
                  <c:v>2.6505049000000003E-2</c:v>
                </c:pt>
                <c:pt idx="4977">
                  <c:v>2.6540611999999998E-2</c:v>
                </c:pt>
                <c:pt idx="4978">
                  <c:v>2.6704595000000001E-2</c:v>
                </c:pt>
                <c:pt idx="4979">
                  <c:v>2.6641517E-2</c:v>
                </c:pt>
                <c:pt idx="4980">
                  <c:v>2.6204266E-2</c:v>
                </c:pt>
                <c:pt idx="4981">
                  <c:v>2.5665091999999997E-2</c:v>
                </c:pt>
                <c:pt idx="4982">
                  <c:v>2.5608538E-2</c:v>
                </c:pt>
                <c:pt idx="4983">
                  <c:v>2.6069592999999999E-2</c:v>
                </c:pt>
                <c:pt idx="4984">
                  <c:v>2.6333249E-2</c:v>
                </c:pt>
                <c:pt idx="4985">
                  <c:v>2.5868157999999999E-2</c:v>
                </c:pt>
                <c:pt idx="4986">
                  <c:v>2.5312643999999999E-2</c:v>
                </c:pt>
                <c:pt idx="4987">
                  <c:v>2.5354633000000001E-2</c:v>
                </c:pt>
                <c:pt idx="4988">
                  <c:v>2.5343762000000002E-2</c:v>
                </c:pt>
                <c:pt idx="4989">
                  <c:v>2.5343762000000002E-2</c:v>
                </c:pt>
                <c:pt idx="4990">
                  <c:v>2.5474307999999998E-2</c:v>
                </c:pt>
                <c:pt idx="4991">
                  <c:v>2.5158214000000002E-2</c:v>
                </c:pt>
                <c:pt idx="4992">
                  <c:v>2.5472900999999999E-2</c:v>
                </c:pt>
                <c:pt idx="4993">
                  <c:v>2.5690928000000002E-2</c:v>
                </c:pt>
                <c:pt idx="4994">
                  <c:v>2.6472561000000002E-2</c:v>
                </c:pt>
                <c:pt idx="4995">
                  <c:v>2.7114692999999999E-2</c:v>
                </c:pt>
                <c:pt idx="4996">
                  <c:v>2.7578953E-2</c:v>
                </c:pt>
                <c:pt idx="4997">
                  <c:v>2.858929E-2</c:v>
                </c:pt>
                <c:pt idx="4998">
                  <c:v>3.1301504000000001E-2</c:v>
                </c:pt>
                <c:pt idx="4999">
                  <c:v>3.0874565E-2</c:v>
                </c:pt>
                <c:pt idx="5000">
                  <c:v>3.0643159999999999E-2</c:v>
                </c:pt>
                <c:pt idx="5001">
                  <c:v>2.9534210999999998E-2</c:v>
                </c:pt>
                <c:pt idx="5002">
                  <c:v>3.0479424000000001E-2</c:v>
                </c:pt>
                <c:pt idx="5003">
                  <c:v>3.3360475000000001E-2</c:v>
                </c:pt>
                <c:pt idx="5004">
                  <c:v>3.8843556000000001E-2</c:v>
                </c:pt>
                <c:pt idx="5005">
                  <c:v>3.6589352999999998E-2</c:v>
                </c:pt>
                <c:pt idx="5006">
                  <c:v>3.8195472000000001E-2</c:v>
                </c:pt>
                <c:pt idx="5007">
                  <c:v>4.2943182999999996E-2</c:v>
                </c:pt>
                <c:pt idx="5008">
                  <c:v>4.2295276E-2</c:v>
                </c:pt>
                <c:pt idx="5009">
                  <c:v>4.7189097999999999E-2</c:v>
                </c:pt>
                <c:pt idx="5010">
                  <c:v>4.6339816999999998E-2</c:v>
                </c:pt>
                <c:pt idx="5011">
                  <c:v>5.1035003000000002E-2</c:v>
                </c:pt>
                <c:pt idx="5012">
                  <c:v>5.5725385000000002E-2</c:v>
                </c:pt>
                <c:pt idx="5013">
                  <c:v>5.4886216000000002E-2</c:v>
                </c:pt>
                <c:pt idx="5014">
                  <c:v>5.7715722000000004E-2</c:v>
                </c:pt>
                <c:pt idx="5015">
                  <c:v>5.5203659000000002E-2</c:v>
                </c:pt>
                <c:pt idx="5016">
                  <c:v>5.0387223000000002E-2</c:v>
                </c:pt>
                <c:pt idx="5017">
                  <c:v>4.7511693000000001E-2</c:v>
                </c:pt>
                <c:pt idx="5018">
                  <c:v>4.9140935999999996E-2</c:v>
                </c:pt>
                <c:pt idx="5019">
                  <c:v>5.0380461000000001E-2</c:v>
                </c:pt>
                <c:pt idx="5020">
                  <c:v>4.942817E-2</c:v>
                </c:pt>
                <c:pt idx="5021">
                  <c:v>5.0998309999999998E-2</c:v>
                </c:pt>
                <c:pt idx="5022">
                  <c:v>5.1434885E-2</c:v>
                </c:pt>
                <c:pt idx="5023">
                  <c:v>5.1578295000000003E-2</c:v>
                </c:pt>
                <c:pt idx="5024">
                  <c:v>5.0957450000000001E-2</c:v>
                </c:pt>
                <c:pt idx="5025">
                  <c:v>4.9775381E-2</c:v>
                </c:pt>
                <c:pt idx="5026">
                  <c:v>4.9690929000000002E-2</c:v>
                </c:pt>
                <c:pt idx="5027">
                  <c:v>4.8333425999999999E-2</c:v>
                </c:pt>
                <c:pt idx="5028">
                  <c:v>4.8333425999999999E-2</c:v>
                </c:pt>
                <c:pt idx="5029">
                  <c:v>4.7546069000000003E-2</c:v>
                </c:pt>
                <c:pt idx="5030">
                  <c:v>4.6557093000000001E-2</c:v>
                </c:pt>
                <c:pt idx="5031">
                  <c:v>4.8322886999999995E-2</c:v>
                </c:pt>
                <c:pt idx="5032">
                  <c:v>4.8717833000000002E-2</c:v>
                </c:pt>
                <c:pt idx="5033">
                  <c:v>4.8081162000000004E-2</c:v>
                </c:pt>
                <c:pt idx="5034">
                  <c:v>4.8634759E-2</c:v>
                </c:pt>
                <c:pt idx="5035">
                  <c:v>5.0032355000000001E-2</c:v>
                </c:pt>
                <c:pt idx="5036">
                  <c:v>4.9971906999999996E-2</c:v>
                </c:pt>
                <c:pt idx="5037">
                  <c:v>4.9659320999999999E-2</c:v>
                </c:pt>
                <c:pt idx="5038">
                  <c:v>4.9968849000000003E-2</c:v>
                </c:pt>
                <c:pt idx="5039">
                  <c:v>4.960556E-2</c:v>
                </c:pt>
                <c:pt idx="5040">
                  <c:v>5.0016130999999998E-2</c:v>
                </c:pt>
                <c:pt idx="5041">
                  <c:v>4.9142261E-2</c:v>
                </c:pt>
                <c:pt idx="5042">
                  <c:v>4.7553201999999996E-2</c:v>
                </c:pt>
                <c:pt idx="5043">
                  <c:v>4.7509661000000002E-2</c:v>
                </c:pt>
                <c:pt idx="5044">
                  <c:v>4.7597450999999999E-2</c:v>
                </c:pt>
                <c:pt idx="5045">
                  <c:v>4.6711961000000003E-2</c:v>
                </c:pt>
                <c:pt idx="5046">
                  <c:v>4.6203684000000002E-2</c:v>
                </c:pt>
                <c:pt idx="5047">
                  <c:v>4.6637998999999999E-2</c:v>
                </c:pt>
                <c:pt idx="5048">
                  <c:v>4.5730315000000001E-2</c:v>
                </c:pt>
                <c:pt idx="5049">
                  <c:v>4.4897309999999996E-2</c:v>
                </c:pt>
                <c:pt idx="5050">
                  <c:v>4.5018203999999999E-2</c:v>
                </c:pt>
                <c:pt idx="5051">
                  <c:v>4.5711966999999999E-2</c:v>
                </c:pt>
                <c:pt idx="5052">
                  <c:v>4.6426339999999996E-2</c:v>
                </c:pt>
                <c:pt idx="5053">
                  <c:v>4.5646402000000003E-2</c:v>
                </c:pt>
                <c:pt idx="5054">
                  <c:v>4.3608676999999998E-2</c:v>
                </c:pt>
                <c:pt idx="5055">
                  <c:v>4.3214879999999997E-2</c:v>
                </c:pt>
                <c:pt idx="5056">
                  <c:v>4.2107335000000003E-2</c:v>
                </c:pt>
                <c:pt idx="5057">
                  <c:v>4.1241327000000001E-2</c:v>
                </c:pt>
                <c:pt idx="5058">
                  <c:v>4.1739837999999994E-2</c:v>
                </c:pt>
                <c:pt idx="5059">
                  <c:v>4.1739837999999994E-2</c:v>
                </c:pt>
                <c:pt idx="5060">
                  <c:v>4.0939449000000003E-2</c:v>
                </c:pt>
                <c:pt idx="5061">
                  <c:v>4.1056475999999995E-2</c:v>
                </c:pt>
                <c:pt idx="5062">
                  <c:v>4.0785592000000002E-2</c:v>
                </c:pt>
                <c:pt idx="5063">
                  <c:v>4.0394998000000001E-2</c:v>
                </c:pt>
                <c:pt idx="5064">
                  <c:v>4.0039387000000003E-2</c:v>
                </c:pt>
                <c:pt idx="5065">
                  <c:v>3.9319191000000003E-2</c:v>
                </c:pt>
                <c:pt idx="5066">
                  <c:v>3.7776107000000003E-2</c:v>
                </c:pt>
                <c:pt idx="5067">
                  <c:v>3.7350859E-2</c:v>
                </c:pt>
                <c:pt idx="5068">
                  <c:v>3.6399705999999997E-2</c:v>
                </c:pt>
                <c:pt idx="5069">
                  <c:v>3.6030173999999998E-2</c:v>
                </c:pt>
                <c:pt idx="5070">
                  <c:v>3.6387716000000001E-2</c:v>
                </c:pt>
                <c:pt idx="5071">
                  <c:v>3.7080563999999996E-2</c:v>
                </c:pt>
                <c:pt idx="5072">
                  <c:v>3.8538217999999999E-2</c:v>
                </c:pt>
                <c:pt idx="5073">
                  <c:v>3.8444950999999998E-2</c:v>
                </c:pt>
                <c:pt idx="5074">
                  <c:v>3.8933719000000006E-2</c:v>
                </c:pt>
                <c:pt idx="5075">
                  <c:v>3.7223138000000003E-2</c:v>
                </c:pt>
                <c:pt idx="5076">
                  <c:v>3.7353575999999999E-2</c:v>
                </c:pt>
                <c:pt idx="5077">
                  <c:v>3.7681870999999999E-2</c:v>
                </c:pt>
                <c:pt idx="5078">
                  <c:v>3.7336538000000002E-2</c:v>
                </c:pt>
                <c:pt idx="5079">
                  <c:v>3.723452E-2</c:v>
                </c:pt>
                <c:pt idx="5080">
                  <c:v>3.7018256999999999E-2</c:v>
                </c:pt>
                <c:pt idx="5081">
                  <c:v>3.7399263000000002E-2</c:v>
                </c:pt>
                <c:pt idx="5082">
                  <c:v>3.7592567E-2</c:v>
                </c:pt>
                <c:pt idx="5083">
                  <c:v>3.7843831000000001E-2</c:v>
                </c:pt>
                <c:pt idx="5084">
                  <c:v>3.7990547999999999E-2</c:v>
                </c:pt>
                <c:pt idx="5085">
                  <c:v>3.7698268E-2</c:v>
                </c:pt>
                <c:pt idx="5086">
                  <c:v>3.7039039000000003E-2</c:v>
                </c:pt>
                <c:pt idx="5087">
                  <c:v>3.6577893E-2</c:v>
                </c:pt>
                <c:pt idx="5088">
                  <c:v>3.6577893E-2</c:v>
                </c:pt>
                <c:pt idx="5089">
                  <c:v>3.6170492999999998E-2</c:v>
                </c:pt>
                <c:pt idx="5090">
                  <c:v>3.6676197000000001E-2</c:v>
                </c:pt>
                <c:pt idx="5091">
                  <c:v>3.6694214000000003E-2</c:v>
                </c:pt>
                <c:pt idx="5092">
                  <c:v>3.7230229000000004E-2</c:v>
                </c:pt>
                <c:pt idx="5093">
                  <c:v>3.7237900000000004E-2</c:v>
                </c:pt>
                <c:pt idx="5094">
                  <c:v>3.7086437E-2</c:v>
                </c:pt>
                <c:pt idx="5095">
                  <c:v>3.7469176999999999E-2</c:v>
                </c:pt>
                <c:pt idx="5096">
                  <c:v>3.6945587000000002E-2</c:v>
                </c:pt>
                <c:pt idx="5097">
                  <c:v>3.6941205999999997E-2</c:v>
                </c:pt>
                <c:pt idx="5098">
                  <c:v>3.6496014E-2</c:v>
                </c:pt>
                <c:pt idx="5099">
                  <c:v>3.6104337E-2</c:v>
                </c:pt>
                <c:pt idx="5100">
                  <c:v>3.5455058999999997E-2</c:v>
                </c:pt>
                <c:pt idx="5101">
                  <c:v>3.5234107000000001E-2</c:v>
                </c:pt>
                <c:pt idx="5102">
                  <c:v>3.5376544000000003E-2</c:v>
                </c:pt>
                <c:pt idx="5103">
                  <c:v>3.5694163000000001E-2</c:v>
                </c:pt>
                <c:pt idx="5104">
                  <c:v>3.5310719999999997E-2</c:v>
                </c:pt>
                <c:pt idx="5105">
                  <c:v>3.5641010000000001E-2</c:v>
                </c:pt>
                <c:pt idx="5106">
                  <c:v>3.5187089999999997E-2</c:v>
                </c:pt>
                <c:pt idx="5107">
                  <c:v>3.5354565999999997E-2</c:v>
                </c:pt>
                <c:pt idx="5108">
                  <c:v>3.4942437E-2</c:v>
                </c:pt>
                <c:pt idx="5109">
                  <c:v>3.4509318999999997E-2</c:v>
                </c:pt>
                <c:pt idx="5110">
                  <c:v>3.4591457000000006E-2</c:v>
                </c:pt>
                <c:pt idx="5111">
                  <c:v>3.3742236000000002E-2</c:v>
                </c:pt>
                <c:pt idx="5112">
                  <c:v>3.3428991999999998E-2</c:v>
                </c:pt>
                <c:pt idx="5113">
                  <c:v>3.3151867000000002E-2</c:v>
                </c:pt>
                <c:pt idx="5114">
                  <c:v>3.2920154E-2</c:v>
                </c:pt>
                <c:pt idx="5115">
                  <c:v>3.2325506999999996E-2</c:v>
                </c:pt>
                <c:pt idx="5116">
                  <c:v>3.24476E-2</c:v>
                </c:pt>
                <c:pt idx="5117">
                  <c:v>3.2023284999999999E-2</c:v>
                </c:pt>
                <c:pt idx="5118">
                  <c:v>3.2564965000000001E-2</c:v>
                </c:pt>
                <c:pt idx="5119">
                  <c:v>3.2936525000000001E-2</c:v>
                </c:pt>
                <c:pt idx="5120">
                  <c:v>3.3333187E-2</c:v>
                </c:pt>
                <c:pt idx="5121">
                  <c:v>3.2986529000000001E-2</c:v>
                </c:pt>
                <c:pt idx="5122">
                  <c:v>3.3564805000000003E-2</c:v>
                </c:pt>
                <c:pt idx="5123">
                  <c:v>3.3495493000000001E-2</c:v>
                </c:pt>
                <c:pt idx="5124">
                  <c:v>3.3228010999999995E-2</c:v>
                </c:pt>
                <c:pt idx="5125">
                  <c:v>3.3256068E-2</c:v>
                </c:pt>
                <c:pt idx="5126">
                  <c:v>3.3425011999999997E-2</c:v>
                </c:pt>
                <c:pt idx="5127">
                  <c:v>3.3128071000000002E-2</c:v>
                </c:pt>
                <c:pt idx="5128">
                  <c:v>3.3260831999999997E-2</c:v>
                </c:pt>
                <c:pt idx="5129">
                  <c:v>3.3620558999999994E-2</c:v>
                </c:pt>
                <c:pt idx="5130">
                  <c:v>3.3384822000000001E-2</c:v>
                </c:pt>
                <c:pt idx="5131">
                  <c:v>3.3040844E-2</c:v>
                </c:pt>
                <c:pt idx="5132">
                  <c:v>3.3347106000000001E-2</c:v>
                </c:pt>
                <c:pt idx="5133">
                  <c:v>3.2725839E-2</c:v>
                </c:pt>
                <c:pt idx="5134">
                  <c:v>3.2725839E-2</c:v>
                </c:pt>
                <c:pt idx="5135">
                  <c:v>3.3415082999999998E-2</c:v>
                </c:pt>
                <c:pt idx="5136">
                  <c:v>3.3146559999999999E-2</c:v>
                </c:pt>
                <c:pt idx="5137">
                  <c:v>3.3068886999999998E-2</c:v>
                </c:pt>
                <c:pt idx="5138">
                  <c:v>3.3284858E-2</c:v>
                </c:pt>
                <c:pt idx="5139">
                  <c:v>3.3375601999999997E-2</c:v>
                </c:pt>
                <c:pt idx="5140">
                  <c:v>3.3114265999999996E-2</c:v>
                </c:pt>
                <c:pt idx="5141">
                  <c:v>3.3026332999999998E-2</c:v>
                </c:pt>
                <c:pt idx="5142">
                  <c:v>3.3435869999999999E-2</c:v>
                </c:pt>
                <c:pt idx="5143">
                  <c:v>3.3505320999999998E-2</c:v>
                </c:pt>
                <c:pt idx="5144">
                  <c:v>3.4579602000000001E-2</c:v>
                </c:pt>
                <c:pt idx="5145">
                  <c:v>3.5044273000000001E-2</c:v>
                </c:pt>
                <c:pt idx="5146">
                  <c:v>3.5550321000000003E-2</c:v>
                </c:pt>
                <c:pt idx="5147">
                  <c:v>3.6072370999999999E-2</c:v>
                </c:pt>
                <c:pt idx="5148">
                  <c:v>3.5840802000000005E-2</c:v>
                </c:pt>
                <c:pt idx="5149">
                  <c:v>3.5634742999999997E-2</c:v>
                </c:pt>
                <c:pt idx="5150">
                  <c:v>3.5775180999999996E-2</c:v>
                </c:pt>
                <c:pt idx="5151">
                  <c:v>3.5210010999999999E-2</c:v>
                </c:pt>
                <c:pt idx="5152">
                  <c:v>3.5082459999999996E-2</c:v>
                </c:pt>
                <c:pt idx="5153">
                  <c:v>3.4919130999999999E-2</c:v>
                </c:pt>
                <c:pt idx="5154">
                  <c:v>3.4038612999999995E-2</c:v>
                </c:pt>
                <c:pt idx="5155">
                  <c:v>3.4090453999999999E-2</c:v>
                </c:pt>
                <c:pt idx="5156">
                  <c:v>3.3490300000000001E-2</c:v>
                </c:pt>
                <c:pt idx="5157">
                  <c:v>3.3088248000000001E-2</c:v>
                </c:pt>
                <c:pt idx="5158">
                  <c:v>3.2635496E-2</c:v>
                </c:pt>
                <c:pt idx="5159">
                  <c:v>3.2635496E-2</c:v>
                </c:pt>
                <c:pt idx="5160">
                  <c:v>3.2794059E-2</c:v>
                </c:pt>
                <c:pt idx="5161">
                  <c:v>3.2805560999999997E-2</c:v>
                </c:pt>
                <c:pt idx="5162">
                  <c:v>3.2842323E-2</c:v>
                </c:pt>
                <c:pt idx="5163">
                  <c:v>3.2646830000000002E-2</c:v>
                </c:pt>
                <c:pt idx="5164">
                  <c:v>3.2539517000000004E-2</c:v>
                </c:pt>
                <c:pt idx="5165">
                  <c:v>3.2568268999999997E-2</c:v>
                </c:pt>
                <c:pt idx="5166">
                  <c:v>3.2746456E-2</c:v>
                </c:pt>
                <c:pt idx="5167">
                  <c:v>3.2744276000000003E-2</c:v>
                </c:pt>
                <c:pt idx="5168">
                  <c:v>3.3014661000000001E-2</c:v>
                </c:pt>
                <c:pt idx="5169">
                  <c:v>3.3423737999999995E-2</c:v>
                </c:pt>
                <c:pt idx="5170">
                  <c:v>3.3407188000000004E-2</c:v>
                </c:pt>
                <c:pt idx="5171">
                  <c:v>3.3713574000000003E-2</c:v>
                </c:pt>
                <c:pt idx="5172">
                  <c:v>3.3556229999999999E-2</c:v>
                </c:pt>
                <c:pt idx="5173">
                  <c:v>3.3487442999999999E-2</c:v>
                </c:pt>
                <c:pt idx="5174">
                  <c:v>3.3719458000000001E-2</c:v>
                </c:pt>
                <c:pt idx="5175">
                  <c:v>3.3086838E-2</c:v>
                </c:pt>
                <c:pt idx="5176">
                  <c:v>3.2869740000000001E-2</c:v>
                </c:pt>
                <c:pt idx="5177">
                  <c:v>3.1810532000000002E-2</c:v>
                </c:pt>
                <c:pt idx="5178">
                  <c:v>3.1707119999999998E-2</c:v>
                </c:pt>
                <c:pt idx="5179">
                  <c:v>2.9814244000000004E-2</c:v>
                </c:pt>
                <c:pt idx="5180">
                  <c:v>3.0061469E-2</c:v>
                </c:pt>
                <c:pt idx="5181">
                  <c:v>3.0061469E-2</c:v>
                </c:pt>
                <c:pt idx="5182">
                  <c:v>3.0347453E-2</c:v>
                </c:pt>
                <c:pt idx="5183">
                  <c:v>3.0220796000000001E-2</c:v>
                </c:pt>
                <c:pt idx="5184">
                  <c:v>3.0027947999999999E-2</c:v>
                </c:pt>
                <c:pt idx="5185">
                  <c:v>3.0409694000000001E-2</c:v>
                </c:pt>
                <c:pt idx="5186">
                  <c:v>3.0246100000000001E-2</c:v>
                </c:pt>
                <c:pt idx="5187">
                  <c:v>3.0503811000000002E-2</c:v>
                </c:pt>
                <c:pt idx="5188">
                  <c:v>3.0475454000000003E-2</c:v>
                </c:pt>
                <c:pt idx="5189">
                  <c:v>3.0321892999999999E-2</c:v>
                </c:pt>
                <c:pt idx="5190">
                  <c:v>3.0059512E-2</c:v>
                </c:pt>
                <c:pt idx="5191">
                  <c:v>3.0078467999999997E-2</c:v>
                </c:pt>
                <c:pt idx="5192">
                  <c:v>3.0078467999999997E-2</c:v>
                </c:pt>
                <c:pt idx="5193">
                  <c:v>3.0383693E-2</c:v>
                </c:pt>
                <c:pt idx="5194">
                  <c:v>3.0390093E-2</c:v>
                </c:pt>
                <c:pt idx="5195">
                  <c:v>2.9502650999999998E-2</c:v>
                </c:pt>
                <c:pt idx="5196">
                  <c:v>2.9234282E-2</c:v>
                </c:pt>
                <c:pt idx="5197">
                  <c:v>2.9162849999999997E-2</c:v>
                </c:pt>
                <c:pt idx="5198">
                  <c:v>2.8502854000000001E-2</c:v>
                </c:pt>
                <c:pt idx="5199">
                  <c:v>2.8930286999999999E-2</c:v>
                </c:pt>
                <c:pt idx="5200">
                  <c:v>2.9137948999999996E-2</c:v>
                </c:pt>
                <c:pt idx="5201">
                  <c:v>2.9000721E-2</c:v>
                </c:pt>
                <c:pt idx="5202">
                  <c:v>2.9296055000000001E-2</c:v>
                </c:pt>
                <c:pt idx="5203">
                  <c:v>2.9351056999999996E-2</c:v>
                </c:pt>
                <c:pt idx="5204">
                  <c:v>2.9237051999999999E-2</c:v>
                </c:pt>
                <c:pt idx="5205">
                  <c:v>2.8804984999999998E-2</c:v>
                </c:pt>
                <c:pt idx="5206">
                  <c:v>2.8674435999999998E-2</c:v>
                </c:pt>
                <c:pt idx="5207">
                  <c:v>2.8298340999999998E-2</c:v>
                </c:pt>
                <c:pt idx="5208">
                  <c:v>2.8135433999999997E-2</c:v>
                </c:pt>
                <c:pt idx="5209">
                  <c:v>2.8424919999999996E-2</c:v>
                </c:pt>
                <c:pt idx="5210">
                  <c:v>2.8596584000000001E-2</c:v>
                </c:pt>
                <c:pt idx="5211">
                  <c:v>2.8278813999999999E-2</c:v>
                </c:pt>
                <c:pt idx="5212">
                  <c:v>2.8497568999999997E-2</c:v>
                </c:pt>
                <c:pt idx="5213">
                  <c:v>2.8497568999999997E-2</c:v>
                </c:pt>
                <c:pt idx="5214">
                  <c:v>2.8430335000000001E-2</c:v>
                </c:pt>
                <c:pt idx="5215">
                  <c:v>2.8305518999999998E-2</c:v>
                </c:pt>
                <c:pt idx="5216">
                  <c:v>2.8280092999999999E-2</c:v>
                </c:pt>
                <c:pt idx="5217">
                  <c:v>2.8126871000000001E-2</c:v>
                </c:pt>
                <c:pt idx="5218">
                  <c:v>2.8126871000000001E-2</c:v>
                </c:pt>
                <c:pt idx="5219">
                  <c:v>2.8056695999999999E-2</c:v>
                </c:pt>
                <c:pt idx="5220">
                  <c:v>2.8020744000000004E-2</c:v>
                </c:pt>
                <c:pt idx="5221">
                  <c:v>2.7855970000000001E-2</c:v>
                </c:pt>
                <c:pt idx="5222">
                  <c:v>2.7785153000000003E-2</c:v>
                </c:pt>
                <c:pt idx="5223">
                  <c:v>2.7465336999999999E-2</c:v>
                </c:pt>
                <c:pt idx="5224">
                  <c:v>2.7735343999999999E-2</c:v>
                </c:pt>
                <c:pt idx="5225">
                  <c:v>2.8428415999999998E-2</c:v>
                </c:pt>
                <c:pt idx="5226">
                  <c:v>2.8496190000000001E-2</c:v>
                </c:pt>
                <c:pt idx="5227">
                  <c:v>2.7986288000000002E-2</c:v>
                </c:pt>
                <c:pt idx="5228">
                  <c:v>2.8403726999999997E-2</c:v>
                </c:pt>
                <c:pt idx="5229">
                  <c:v>2.8403726999999997E-2</c:v>
                </c:pt>
                <c:pt idx="5230">
                  <c:v>2.8449373000000003E-2</c:v>
                </c:pt>
                <c:pt idx="5231">
                  <c:v>2.8371264000000004E-2</c:v>
                </c:pt>
                <c:pt idx="5232">
                  <c:v>2.8101756999999998E-2</c:v>
                </c:pt>
                <c:pt idx="5233">
                  <c:v>2.8286253000000001E-2</c:v>
                </c:pt>
                <c:pt idx="5234">
                  <c:v>2.8533177999999999E-2</c:v>
                </c:pt>
                <c:pt idx="5235">
                  <c:v>2.8463279000000001E-2</c:v>
                </c:pt>
                <c:pt idx="5236">
                  <c:v>2.8678861E-2</c:v>
                </c:pt>
                <c:pt idx="5237">
                  <c:v>2.8436067000000002E-2</c:v>
                </c:pt>
                <c:pt idx="5238">
                  <c:v>2.7890275999999999E-2</c:v>
                </c:pt>
                <c:pt idx="5239">
                  <c:v>2.8037081000000002E-2</c:v>
                </c:pt>
                <c:pt idx="5240">
                  <c:v>2.7677032000000004E-2</c:v>
                </c:pt>
                <c:pt idx="5241">
                  <c:v>2.7523426E-2</c:v>
                </c:pt>
                <c:pt idx="5242">
                  <c:v>2.7487718000000001E-2</c:v>
                </c:pt>
                <c:pt idx="5243">
                  <c:v>2.6951566000000003E-2</c:v>
                </c:pt>
                <c:pt idx="5244">
                  <c:v>2.7220487000000002E-2</c:v>
                </c:pt>
                <c:pt idx="5245">
                  <c:v>2.7225610999999997E-2</c:v>
                </c:pt>
                <c:pt idx="5246">
                  <c:v>2.7400490999999999E-2</c:v>
                </c:pt>
                <c:pt idx="5247">
                  <c:v>2.7148808999999999E-2</c:v>
                </c:pt>
                <c:pt idx="5248">
                  <c:v>2.7003106999999998E-2</c:v>
                </c:pt>
                <c:pt idx="5249">
                  <c:v>2.7003106999999998E-2</c:v>
                </c:pt>
                <c:pt idx="5250">
                  <c:v>2.7145976999999998E-2</c:v>
                </c:pt>
                <c:pt idx="5251">
                  <c:v>2.7556272E-2</c:v>
                </c:pt>
                <c:pt idx="5252">
                  <c:v>2.7474135E-2</c:v>
                </c:pt>
                <c:pt idx="5253">
                  <c:v>2.7268590999999998E-2</c:v>
                </c:pt>
                <c:pt idx="5254">
                  <c:v>2.7716483E-2</c:v>
                </c:pt>
                <c:pt idx="5255">
                  <c:v>2.7929223999999999E-2</c:v>
                </c:pt>
                <c:pt idx="5256">
                  <c:v>2.775992E-2</c:v>
                </c:pt>
                <c:pt idx="5257">
                  <c:v>2.7596267000000001E-2</c:v>
                </c:pt>
                <c:pt idx="5258">
                  <c:v>2.8706898000000002E-2</c:v>
                </c:pt>
                <c:pt idx="5259">
                  <c:v>2.8130399999999996E-2</c:v>
                </c:pt>
                <c:pt idx="5260">
                  <c:v>2.8353043000000001E-2</c:v>
                </c:pt>
                <c:pt idx="5261">
                  <c:v>2.8195952E-2</c:v>
                </c:pt>
                <c:pt idx="5262">
                  <c:v>2.7977453999999999E-2</c:v>
                </c:pt>
                <c:pt idx="5263">
                  <c:v>2.8926889000000001E-2</c:v>
                </c:pt>
                <c:pt idx="5264">
                  <c:v>2.9701548000000001E-2</c:v>
                </c:pt>
                <c:pt idx="5265">
                  <c:v>2.9767342999999998E-2</c:v>
                </c:pt>
                <c:pt idx="5266">
                  <c:v>2.9470109000000001E-2</c:v>
                </c:pt>
                <c:pt idx="5267">
                  <c:v>2.8521933000000003E-2</c:v>
                </c:pt>
                <c:pt idx="5268">
                  <c:v>2.8295834999999998E-2</c:v>
                </c:pt>
                <c:pt idx="5269">
                  <c:v>2.8398894000000001E-2</c:v>
                </c:pt>
                <c:pt idx="5270">
                  <c:v>2.7844171000000001E-2</c:v>
                </c:pt>
                <c:pt idx="5271">
                  <c:v>2.8035293000000003E-2</c:v>
                </c:pt>
                <c:pt idx="5272">
                  <c:v>2.7668524999999999E-2</c:v>
                </c:pt>
                <c:pt idx="5273">
                  <c:v>2.7550150000000002E-2</c:v>
                </c:pt>
                <c:pt idx="5274">
                  <c:v>2.8002138999999999E-2</c:v>
                </c:pt>
                <c:pt idx="5275">
                  <c:v>2.8130783999999999E-2</c:v>
                </c:pt>
                <c:pt idx="5276">
                  <c:v>2.8302228999999998E-2</c:v>
                </c:pt>
                <c:pt idx="5277">
                  <c:v>2.8302474999999997E-2</c:v>
                </c:pt>
                <c:pt idx="5278">
                  <c:v>2.8156333999999998E-2</c:v>
                </c:pt>
                <c:pt idx="5279">
                  <c:v>2.7796341000000002E-2</c:v>
                </c:pt>
                <c:pt idx="5280">
                  <c:v>2.8465449E-2</c:v>
                </c:pt>
                <c:pt idx="5281">
                  <c:v>2.8034222999999997E-2</c:v>
                </c:pt>
                <c:pt idx="5282">
                  <c:v>2.8123248999999999E-2</c:v>
                </c:pt>
                <c:pt idx="5283">
                  <c:v>2.8123248999999999E-2</c:v>
                </c:pt>
                <c:pt idx="5284">
                  <c:v>2.7857481999999999E-2</c:v>
                </c:pt>
                <c:pt idx="5285">
                  <c:v>2.8020711E-2</c:v>
                </c:pt>
                <c:pt idx="5286">
                  <c:v>2.7743452000000002E-2</c:v>
                </c:pt>
                <c:pt idx="5287">
                  <c:v>2.7899786999999999E-2</c:v>
                </c:pt>
                <c:pt idx="5288">
                  <c:v>2.7718472000000004E-2</c:v>
                </c:pt>
                <c:pt idx="5289">
                  <c:v>2.7570051000000002E-2</c:v>
                </c:pt>
                <c:pt idx="5290">
                  <c:v>2.7989332999999998E-2</c:v>
                </c:pt>
                <c:pt idx="5291">
                  <c:v>2.7562594999999999E-2</c:v>
                </c:pt>
                <c:pt idx="5292">
                  <c:v>2.777845E-2</c:v>
                </c:pt>
                <c:pt idx="5293">
                  <c:v>2.7196344000000001E-2</c:v>
                </c:pt>
                <c:pt idx="5294">
                  <c:v>2.6899975999999999E-2</c:v>
                </c:pt>
                <c:pt idx="5295">
                  <c:v>2.7542921999999997E-2</c:v>
                </c:pt>
                <c:pt idx="5296">
                  <c:v>2.7565293000000001E-2</c:v>
                </c:pt>
                <c:pt idx="5297">
                  <c:v>2.7596136E-2</c:v>
                </c:pt>
                <c:pt idx="5298">
                  <c:v>2.7468658E-2</c:v>
                </c:pt>
                <c:pt idx="5299">
                  <c:v>2.7709624000000002E-2</c:v>
                </c:pt>
                <c:pt idx="5300">
                  <c:v>2.7570573000000001E-2</c:v>
                </c:pt>
                <c:pt idx="5301">
                  <c:v>2.7837979999999998E-2</c:v>
                </c:pt>
                <c:pt idx="5302">
                  <c:v>2.7568741000000001E-2</c:v>
                </c:pt>
                <c:pt idx="5303">
                  <c:v>2.7512995000000002E-2</c:v>
                </c:pt>
                <c:pt idx="5304">
                  <c:v>2.7726175000000002E-2</c:v>
                </c:pt>
                <c:pt idx="5305">
                  <c:v>2.7847881999999997E-2</c:v>
                </c:pt>
                <c:pt idx="5306">
                  <c:v>2.7940579000000004E-2</c:v>
                </c:pt>
                <c:pt idx="5307">
                  <c:v>2.7779514999999998E-2</c:v>
                </c:pt>
                <c:pt idx="5308">
                  <c:v>2.7240847999999998E-2</c:v>
                </c:pt>
                <c:pt idx="5309">
                  <c:v>2.6865804000000004E-2</c:v>
                </c:pt>
                <c:pt idx="5310">
                  <c:v>2.6970331E-2</c:v>
                </c:pt>
                <c:pt idx="5311">
                  <c:v>2.6828068000000004E-2</c:v>
                </c:pt>
                <c:pt idx="5312">
                  <c:v>2.7126267999999999E-2</c:v>
                </c:pt>
                <c:pt idx="5313">
                  <c:v>2.7068162999999999E-2</c:v>
                </c:pt>
                <c:pt idx="5314">
                  <c:v>2.6986784999999999E-2</c:v>
                </c:pt>
                <c:pt idx="5315">
                  <c:v>2.6891695E-2</c:v>
                </c:pt>
                <c:pt idx="5316">
                  <c:v>2.6872399000000002E-2</c:v>
                </c:pt>
                <c:pt idx="5317">
                  <c:v>2.7262707999999997E-2</c:v>
                </c:pt>
                <c:pt idx="5318">
                  <c:v>2.7141158000000002E-2</c:v>
                </c:pt>
                <c:pt idx="5319">
                  <c:v>2.7356914999999999E-2</c:v>
                </c:pt>
                <c:pt idx="5320">
                  <c:v>2.7539211000000001E-2</c:v>
                </c:pt>
                <c:pt idx="5321">
                  <c:v>2.7307395000000002E-2</c:v>
                </c:pt>
                <c:pt idx="5322">
                  <c:v>2.7173009000000001E-2</c:v>
                </c:pt>
                <c:pt idx="5323">
                  <c:v>2.7076994000000004E-2</c:v>
                </c:pt>
                <c:pt idx="5324">
                  <c:v>2.7076994000000004E-2</c:v>
                </c:pt>
                <c:pt idx="5325">
                  <c:v>2.6951681000000002E-2</c:v>
                </c:pt>
                <c:pt idx="5326">
                  <c:v>2.6919995999999998E-2</c:v>
                </c:pt>
                <c:pt idx="5327">
                  <c:v>2.6849713000000004E-2</c:v>
                </c:pt>
                <c:pt idx="5328">
                  <c:v>2.7208058999999996E-2</c:v>
                </c:pt>
                <c:pt idx="5329">
                  <c:v>2.7144824000000001E-2</c:v>
                </c:pt>
                <c:pt idx="5330">
                  <c:v>2.7149871000000003E-2</c:v>
                </c:pt>
                <c:pt idx="5331">
                  <c:v>2.7066885000000002E-2</c:v>
                </c:pt>
                <c:pt idx="5332">
                  <c:v>2.7261038000000001E-2</c:v>
                </c:pt>
                <c:pt idx="5333">
                  <c:v>2.6908503E-2</c:v>
                </c:pt>
                <c:pt idx="5334">
                  <c:v>2.6818990000000001E-2</c:v>
                </c:pt>
                <c:pt idx="5335">
                  <c:v>2.7106409000000001E-2</c:v>
                </c:pt>
                <c:pt idx="5336">
                  <c:v>2.6828717999999998E-2</c:v>
                </c:pt>
                <c:pt idx="5337">
                  <c:v>2.7395452000000001E-2</c:v>
                </c:pt>
                <c:pt idx="5338">
                  <c:v>2.7607692999999999E-2</c:v>
                </c:pt>
                <c:pt idx="5339">
                  <c:v>2.7175803000000002E-2</c:v>
                </c:pt>
                <c:pt idx="5340">
                  <c:v>2.7499737E-2</c:v>
                </c:pt>
                <c:pt idx="5341">
                  <c:v>2.7256064999999999E-2</c:v>
                </c:pt>
                <c:pt idx="5342">
                  <c:v>2.7273577E-2</c:v>
                </c:pt>
                <c:pt idx="5343">
                  <c:v>2.6888936999999998E-2</c:v>
                </c:pt>
                <c:pt idx="5344">
                  <c:v>2.7312720999999998E-2</c:v>
                </c:pt>
                <c:pt idx="5345">
                  <c:v>2.7394101000000001E-2</c:v>
                </c:pt>
                <c:pt idx="5346">
                  <c:v>2.7482454E-2</c:v>
                </c:pt>
                <c:pt idx="5347">
                  <c:v>2.7414049999999999E-2</c:v>
                </c:pt>
                <c:pt idx="5348">
                  <c:v>2.7855932E-2</c:v>
                </c:pt>
                <c:pt idx="5349">
                  <c:v>2.7855932E-2</c:v>
                </c:pt>
                <c:pt idx="5350">
                  <c:v>2.8270499000000001E-2</c:v>
                </c:pt>
                <c:pt idx="5351">
                  <c:v>2.8387162000000001E-2</c:v>
                </c:pt>
                <c:pt idx="5352">
                  <c:v>2.8652704000000001E-2</c:v>
                </c:pt>
                <c:pt idx="5353">
                  <c:v>2.8199986E-2</c:v>
                </c:pt>
                <c:pt idx="5354">
                  <c:v>2.8117680999999999E-2</c:v>
                </c:pt>
                <c:pt idx="5355">
                  <c:v>2.7896244000000001E-2</c:v>
                </c:pt>
                <c:pt idx="5356">
                  <c:v>2.8290257999999999E-2</c:v>
                </c:pt>
                <c:pt idx="5357">
                  <c:v>2.8525851999999997E-2</c:v>
                </c:pt>
                <c:pt idx="5358">
                  <c:v>2.8357317999999999E-2</c:v>
                </c:pt>
                <c:pt idx="5359">
                  <c:v>2.9290762000000001E-2</c:v>
                </c:pt>
                <c:pt idx="5360">
                  <c:v>2.8979295000000002E-2</c:v>
                </c:pt>
                <c:pt idx="5361">
                  <c:v>2.8628455000000004E-2</c:v>
                </c:pt>
                <c:pt idx="5362">
                  <c:v>2.8896627999999997E-2</c:v>
                </c:pt>
                <c:pt idx="5363">
                  <c:v>2.8725975000000001E-2</c:v>
                </c:pt>
                <c:pt idx="5364">
                  <c:v>2.8795129999999999E-2</c:v>
                </c:pt>
                <c:pt idx="5365">
                  <c:v>2.9258479E-2</c:v>
                </c:pt>
                <c:pt idx="5366">
                  <c:v>2.9183269999999997E-2</c:v>
                </c:pt>
                <c:pt idx="5367">
                  <c:v>2.9042718999999998E-2</c:v>
                </c:pt>
                <c:pt idx="5368">
                  <c:v>2.8980817000000002E-2</c:v>
                </c:pt>
                <c:pt idx="5369">
                  <c:v>2.9168830999999999E-2</c:v>
                </c:pt>
                <c:pt idx="5370">
                  <c:v>2.9052156999999999E-2</c:v>
                </c:pt>
                <c:pt idx="5371">
                  <c:v>2.8979876999999998E-2</c:v>
                </c:pt>
                <c:pt idx="5372">
                  <c:v>2.8687659000000001E-2</c:v>
                </c:pt>
                <c:pt idx="5373">
                  <c:v>2.8349183E-2</c:v>
                </c:pt>
                <c:pt idx="5374">
                  <c:v>2.8245445999999997E-2</c:v>
                </c:pt>
                <c:pt idx="5375">
                  <c:v>2.8247082999999999E-2</c:v>
                </c:pt>
                <c:pt idx="5376">
                  <c:v>2.8354784999999997E-2</c:v>
                </c:pt>
                <c:pt idx="5377">
                  <c:v>2.8171709E-2</c:v>
                </c:pt>
                <c:pt idx="5378">
                  <c:v>2.8595647000000002E-2</c:v>
                </c:pt>
                <c:pt idx="5379">
                  <c:v>2.8734711E-2</c:v>
                </c:pt>
                <c:pt idx="5380">
                  <c:v>2.8659170000000001E-2</c:v>
                </c:pt>
                <c:pt idx="5381">
                  <c:v>2.8677789000000002E-2</c:v>
                </c:pt>
                <c:pt idx="5382">
                  <c:v>2.8878005999999998E-2</c:v>
                </c:pt>
                <c:pt idx="5383">
                  <c:v>2.8763517999999998E-2</c:v>
                </c:pt>
                <c:pt idx="5384">
                  <c:v>2.8777785E-2</c:v>
                </c:pt>
                <c:pt idx="5385">
                  <c:v>2.8374320000000001E-2</c:v>
                </c:pt>
                <c:pt idx="5386">
                  <c:v>2.7928214000000003E-2</c:v>
                </c:pt>
                <c:pt idx="5387">
                  <c:v>2.8162247000000001E-2</c:v>
                </c:pt>
                <c:pt idx="5388">
                  <c:v>2.8266598E-2</c:v>
                </c:pt>
                <c:pt idx="5389">
                  <c:v>2.8249491000000002E-2</c:v>
                </c:pt>
                <c:pt idx="5390">
                  <c:v>2.7945765999999997E-2</c:v>
                </c:pt>
                <c:pt idx="5391">
                  <c:v>2.7920236999999997E-2</c:v>
                </c:pt>
                <c:pt idx="5392">
                  <c:v>2.7934607E-2</c:v>
                </c:pt>
                <c:pt idx="5393">
                  <c:v>2.7724684000000003E-2</c:v>
                </c:pt>
                <c:pt idx="5394">
                  <c:v>2.7724684000000003E-2</c:v>
                </c:pt>
                <c:pt idx="5395">
                  <c:v>2.7514192000000003E-2</c:v>
                </c:pt>
                <c:pt idx="5396">
                  <c:v>2.7777640999999999E-2</c:v>
                </c:pt>
                <c:pt idx="5397">
                  <c:v>2.8044880000000001E-2</c:v>
                </c:pt>
                <c:pt idx="5398">
                  <c:v>2.7763545000000001E-2</c:v>
                </c:pt>
                <c:pt idx="5399">
                  <c:v>2.8072815000000004E-2</c:v>
                </c:pt>
                <c:pt idx="5400">
                  <c:v>2.8418304000000002E-2</c:v>
                </c:pt>
                <c:pt idx="5401">
                  <c:v>2.8112682999999999E-2</c:v>
                </c:pt>
                <c:pt idx="5402">
                  <c:v>2.8039666000000001E-2</c:v>
                </c:pt>
                <c:pt idx="5403">
                  <c:v>2.797432E-2</c:v>
                </c:pt>
                <c:pt idx="5404">
                  <c:v>2.8908903E-2</c:v>
                </c:pt>
                <c:pt idx="5405">
                  <c:v>2.8766388E-2</c:v>
                </c:pt>
                <c:pt idx="5406">
                  <c:v>2.8855365000000001E-2</c:v>
                </c:pt>
                <c:pt idx="5407">
                  <c:v>2.8380977000000002E-2</c:v>
                </c:pt>
                <c:pt idx="5408">
                  <c:v>2.8603496000000003E-2</c:v>
                </c:pt>
                <c:pt idx="5409">
                  <c:v>2.8829261000000002E-2</c:v>
                </c:pt>
                <c:pt idx="5410">
                  <c:v>2.8940881000000002E-2</c:v>
                </c:pt>
                <c:pt idx="5411">
                  <c:v>2.8843331999999999E-2</c:v>
                </c:pt>
                <c:pt idx="5412">
                  <c:v>2.9058006000000001E-2</c:v>
                </c:pt>
                <c:pt idx="5413">
                  <c:v>2.9623088000000002E-2</c:v>
                </c:pt>
                <c:pt idx="5414">
                  <c:v>2.9696465999999998E-2</c:v>
                </c:pt>
                <c:pt idx="5415">
                  <c:v>2.9595524999999998E-2</c:v>
                </c:pt>
                <c:pt idx="5416">
                  <c:v>3.0056268000000001E-2</c:v>
                </c:pt>
                <c:pt idx="5417">
                  <c:v>2.9338959000000001E-2</c:v>
                </c:pt>
                <c:pt idx="5418">
                  <c:v>2.9349295999999997E-2</c:v>
                </c:pt>
                <c:pt idx="5419">
                  <c:v>2.9349295999999997E-2</c:v>
                </c:pt>
                <c:pt idx="5420">
                  <c:v>2.9908937999999999E-2</c:v>
                </c:pt>
                <c:pt idx="5421">
                  <c:v>2.9784469000000001E-2</c:v>
                </c:pt>
                <c:pt idx="5422">
                  <c:v>2.9623983E-2</c:v>
                </c:pt>
                <c:pt idx="5423">
                  <c:v>2.9107681999999999E-2</c:v>
                </c:pt>
                <c:pt idx="5424">
                  <c:v>2.9397962999999999E-2</c:v>
                </c:pt>
                <c:pt idx="5425">
                  <c:v>2.8840775999999999E-2</c:v>
                </c:pt>
                <c:pt idx="5426">
                  <c:v>2.8896868999999999E-2</c:v>
                </c:pt>
                <c:pt idx="5427">
                  <c:v>2.8815496000000003E-2</c:v>
                </c:pt>
                <c:pt idx="5428">
                  <c:v>2.8969016E-2</c:v>
                </c:pt>
                <c:pt idx="5429">
                  <c:v>2.9031062999999999E-2</c:v>
                </c:pt>
                <c:pt idx="5430">
                  <c:v>2.9087775E-2</c:v>
                </c:pt>
                <c:pt idx="5431">
                  <c:v>2.9344745000000002E-2</c:v>
                </c:pt>
                <c:pt idx="5432">
                  <c:v>2.9038544999999999E-2</c:v>
                </c:pt>
                <c:pt idx="5433">
                  <c:v>2.9171330999999998E-2</c:v>
                </c:pt>
                <c:pt idx="5434">
                  <c:v>2.8972948000000002E-2</c:v>
                </c:pt>
                <c:pt idx="5435">
                  <c:v>2.9321415000000003E-2</c:v>
                </c:pt>
                <c:pt idx="5436">
                  <c:v>2.8857486999999998E-2</c:v>
                </c:pt>
                <c:pt idx="5437">
                  <c:v>2.9134852999999999E-2</c:v>
                </c:pt>
                <c:pt idx="5438">
                  <c:v>2.9310665999999999E-2</c:v>
                </c:pt>
                <c:pt idx="5439">
                  <c:v>2.8159762999999997E-2</c:v>
                </c:pt>
                <c:pt idx="5440">
                  <c:v>2.8528754999999999E-2</c:v>
                </c:pt>
                <c:pt idx="5441">
                  <c:v>2.7996947000000001E-2</c:v>
                </c:pt>
                <c:pt idx="5442">
                  <c:v>2.7996947000000001E-2</c:v>
                </c:pt>
                <c:pt idx="5443">
                  <c:v>2.8209624999999999E-2</c:v>
                </c:pt>
                <c:pt idx="5444">
                  <c:v>2.7983478999999999E-2</c:v>
                </c:pt>
                <c:pt idx="5445">
                  <c:v>2.8168007999999998E-2</c:v>
                </c:pt>
                <c:pt idx="5446">
                  <c:v>2.8484195999999996E-2</c:v>
                </c:pt>
                <c:pt idx="5447">
                  <c:v>2.8595949999999998E-2</c:v>
                </c:pt>
                <c:pt idx="5448">
                  <c:v>2.8870211E-2</c:v>
                </c:pt>
                <c:pt idx="5449">
                  <c:v>2.8495217000000003E-2</c:v>
                </c:pt>
                <c:pt idx="5450">
                  <c:v>2.9027543999999999E-2</c:v>
                </c:pt>
                <c:pt idx="5451">
                  <c:v>2.9469826000000001E-2</c:v>
                </c:pt>
                <c:pt idx="5452">
                  <c:v>2.9469826000000001E-2</c:v>
                </c:pt>
                <c:pt idx="5453">
                  <c:v>3.1441091999999997E-2</c:v>
                </c:pt>
                <c:pt idx="5454">
                  <c:v>3.1047613000000002E-2</c:v>
                </c:pt>
                <c:pt idx="5455">
                  <c:v>3.1378134000000002E-2</c:v>
                </c:pt>
                <c:pt idx="5456">
                  <c:v>3.1086714999999997E-2</c:v>
                </c:pt>
                <c:pt idx="5457">
                  <c:v>3.0568831999999997E-2</c:v>
                </c:pt>
                <c:pt idx="5458">
                  <c:v>3.1143723000000002E-2</c:v>
                </c:pt>
                <c:pt idx="5459">
                  <c:v>3.0297446999999998E-2</c:v>
                </c:pt>
                <c:pt idx="5460">
                  <c:v>2.9555934999999998E-2</c:v>
                </c:pt>
                <c:pt idx="5461">
                  <c:v>2.9026069999999998E-2</c:v>
                </c:pt>
                <c:pt idx="5462">
                  <c:v>2.9240156999999999E-2</c:v>
                </c:pt>
                <c:pt idx="5463">
                  <c:v>2.9173840000000003E-2</c:v>
                </c:pt>
                <c:pt idx="5464">
                  <c:v>2.9637927000000001E-2</c:v>
                </c:pt>
                <c:pt idx="5465">
                  <c:v>2.9564487000000004E-2</c:v>
                </c:pt>
                <c:pt idx="5466">
                  <c:v>2.9404056000000001E-2</c:v>
                </c:pt>
                <c:pt idx="5467">
                  <c:v>2.9671647000000002E-2</c:v>
                </c:pt>
                <c:pt idx="5468">
                  <c:v>2.9935181999999998E-2</c:v>
                </c:pt>
                <c:pt idx="5469">
                  <c:v>3.0068202000000002E-2</c:v>
                </c:pt>
                <c:pt idx="5470">
                  <c:v>2.9750009000000001E-2</c:v>
                </c:pt>
                <c:pt idx="5471">
                  <c:v>2.9925718E-2</c:v>
                </c:pt>
                <c:pt idx="5472">
                  <c:v>2.9456740000000002E-2</c:v>
                </c:pt>
                <c:pt idx="5473">
                  <c:v>2.9456740000000002E-2</c:v>
                </c:pt>
                <c:pt idx="5474">
                  <c:v>2.9599952000000002E-2</c:v>
                </c:pt>
                <c:pt idx="5475">
                  <c:v>2.9465343999999997E-2</c:v>
                </c:pt>
                <c:pt idx="5476">
                  <c:v>2.9465343999999997E-2</c:v>
                </c:pt>
                <c:pt idx="5477">
                  <c:v>2.9465343999999997E-2</c:v>
                </c:pt>
                <c:pt idx="5478">
                  <c:v>2.9465343999999997E-2</c:v>
                </c:pt>
                <c:pt idx="5479">
                  <c:v>2.8379340000000003E-2</c:v>
                </c:pt>
                <c:pt idx="5480">
                  <c:v>2.8459104000000002E-2</c:v>
                </c:pt>
                <c:pt idx="5481">
                  <c:v>2.8434474000000001E-2</c:v>
                </c:pt>
                <c:pt idx="5482">
                  <c:v>2.9283017000000001E-2</c:v>
                </c:pt>
                <c:pt idx="5483">
                  <c:v>2.9192183999999996E-2</c:v>
                </c:pt>
                <c:pt idx="5484">
                  <c:v>2.9731186999999999E-2</c:v>
                </c:pt>
                <c:pt idx="5485">
                  <c:v>2.9879896000000003E-2</c:v>
                </c:pt>
                <c:pt idx="5486">
                  <c:v>2.9747448999999999E-2</c:v>
                </c:pt>
                <c:pt idx="5487">
                  <c:v>3.0322057999999999E-2</c:v>
                </c:pt>
                <c:pt idx="5488">
                  <c:v>3.0224581999999996E-2</c:v>
                </c:pt>
                <c:pt idx="5489">
                  <c:v>3.0224581999999996E-2</c:v>
                </c:pt>
                <c:pt idx="5490">
                  <c:v>3.0678615000000003E-2</c:v>
                </c:pt>
                <c:pt idx="5491">
                  <c:v>3.0765235000000002E-2</c:v>
                </c:pt>
                <c:pt idx="5492">
                  <c:v>3.0395096E-2</c:v>
                </c:pt>
                <c:pt idx="5493">
                  <c:v>3.0715066999999999E-2</c:v>
                </c:pt>
                <c:pt idx="5494">
                  <c:v>3.1082727000000001E-2</c:v>
                </c:pt>
                <c:pt idx="5495">
                  <c:v>3.1015641E-2</c:v>
                </c:pt>
                <c:pt idx="5496">
                  <c:v>3.0425144000000001E-2</c:v>
                </c:pt>
                <c:pt idx="5497">
                  <c:v>3.0763306999999997E-2</c:v>
                </c:pt>
                <c:pt idx="5498">
                  <c:v>3.1264413000000005E-2</c:v>
                </c:pt>
                <c:pt idx="5499">
                  <c:v>3.0973915000000001E-2</c:v>
                </c:pt>
                <c:pt idx="5500">
                  <c:v>3.0822730999999999E-2</c:v>
                </c:pt>
                <c:pt idx="5501">
                  <c:v>3.0599538000000003E-2</c:v>
                </c:pt>
                <c:pt idx="5502">
                  <c:v>3.0412533000000002E-2</c:v>
                </c:pt>
                <c:pt idx="5503">
                  <c:v>3.0367259000000001E-2</c:v>
                </c:pt>
                <c:pt idx="5504">
                  <c:v>3.0807889999999997E-2</c:v>
                </c:pt>
                <c:pt idx="5505">
                  <c:v>3.0846801E-2</c:v>
                </c:pt>
                <c:pt idx="5506">
                  <c:v>3.0432558999999998E-2</c:v>
                </c:pt>
                <c:pt idx="5507">
                  <c:v>2.9941295000000003E-2</c:v>
                </c:pt>
                <c:pt idx="5508">
                  <c:v>3.1541613999999996E-2</c:v>
                </c:pt>
                <c:pt idx="5509">
                  <c:v>3.1512968999999995E-2</c:v>
                </c:pt>
                <c:pt idx="5510">
                  <c:v>3.0842849000000002E-2</c:v>
                </c:pt>
                <c:pt idx="5511">
                  <c:v>3.1029030999999999E-2</c:v>
                </c:pt>
                <c:pt idx="5512">
                  <c:v>3.1731571E-2</c:v>
                </c:pt>
                <c:pt idx="5513">
                  <c:v>3.2296194E-2</c:v>
                </c:pt>
                <c:pt idx="5514">
                  <c:v>3.2296194E-2</c:v>
                </c:pt>
                <c:pt idx="5515">
                  <c:v>3.2872122999999996E-2</c:v>
                </c:pt>
                <c:pt idx="5516">
                  <c:v>3.3410995999999998E-2</c:v>
                </c:pt>
                <c:pt idx="5517">
                  <c:v>3.5279216000000002E-2</c:v>
                </c:pt>
                <c:pt idx="5518">
                  <c:v>3.4261122999999997E-2</c:v>
                </c:pt>
                <c:pt idx="5519">
                  <c:v>3.5688413000000002E-2</c:v>
                </c:pt>
                <c:pt idx="5520">
                  <c:v>3.5580925999999999E-2</c:v>
                </c:pt>
                <c:pt idx="5521">
                  <c:v>3.4347137E-2</c:v>
                </c:pt>
                <c:pt idx="5522">
                  <c:v>3.5364242999999997E-2</c:v>
                </c:pt>
                <c:pt idx="5523">
                  <c:v>3.6523092E-2</c:v>
                </c:pt>
                <c:pt idx="5524">
                  <c:v>3.7165645000000004E-2</c:v>
                </c:pt>
                <c:pt idx="5525">
                  <c:v>3.7004162E-2</c:v>
                </c:pt>
                <c:pt idx="5526">
                  <c:v>3.5921225000000001E-2</c:v>
                </c:pt>
                <c:pt idx="5527">
                  <c:v>3.5454806000000005E-2</c:v>
                </c:pt>
                <c:pt idx="5528">
                  <c:v>3.5437578000000004E-2</c:v>
                </c:pt>
                <c:pt idx="5529">
                  <c:v>3.4890003000000003E-2</c:v>
                </c:pt>
                <c:pt idx="5530">
                  <c:v>3.5071429000000001E-2</c:v>
                </c:pt>
                <c:pt idx="5531">
                  <c:v>3.4863544999999996E-2</c:v>
                </c:pt>
                <c:pt idx="5532">
                  <c:v>3.3908011000000002E-2</c:v>
                </c:pt>
                <c:pt idx="5533">
                  <c:v>3.4146229E-2</c:v>
                </c:pt>
                <c:pt idx="5534">
                  <c:v>3.3428429000000003E-2</c:v>
                </c:pt>
                <c:pt idx="5535">
                  <c:v>3.3696496999999999E-2</c:v>
                </c:pt>
                <c:pt idx="5536">
                  <c:v>3.4466761000000005E-2</c:v>
                </c:pt>
                <c:pt idx="5537">
                  <c:v>3.3776486000000001E-2</c:v>
                </c:pt>
                <c:pt idx="5538">
                  <c:v>3.3062820999999999E-2</c:v>
                </c:pt>
                <c:pt idx="5539">
                  <c:v>3.3236639000000005E-2</c:v>
                </c:pt>
                <c:pt idx="5540">
                  <c:v>3.3073956000000002E-2</c:v>
                </c:pt>
                <c:pt idx="5541">
                  <c:v>3.2783298000000002E-2</c:v>
                </c:pt>
                <c:pt idx="5542">
                  <c:v>3.1418636999999999E-2</c:v>
                </c:pt>
                <c:pt idx="5543">
                  <c:v>3.1450635999999997E-2</c:v>
                </c:pt>
                <c:pt idx="5544">
                  <c:v>3.0751247000000002E-2</c:v>
                </c:pt>
                <c:pt idx="5545">
                  <c:v>3.0137547999999997E-2</c:v>
                </c:pt>
                <c:pt idx="5546">
                  <c:v>3.0824367999999998E-2</c:v>
                </c:pt>
                <c:pt idx="5547">
                  <c:v>3.0793336000000001E-2</c:v>
                </c:pt>
                <c:pt idx="5548">
                  <c:v>3.0982697999999999E-2</c:v>
                </c:pt>
                <c:pt idx="5549">
                  <c:v>3.1395686999999999E-2</c:v>
                </c:pt>
                <c:pt idx="5550">
                  <c:v>3.1990699999999997E-2</c:v>
                </c:pt>
                <c:pt idx="5551">
                  <c:v>3.2006137999999996E-2</c:v>
                </c:pt>
                <c:pt idx="5552">
                  <c:v>3.1212002999999999E-2</c:v>
                </c:pt>
                <c:pt idx="5553">
                  <c:v>3.1212002999999999E-2</c:v>
                </c:pt>
                <c:pt idx="5554">
                  <c:v>3.1202832999999999E-2</c:v>
                </c:pt>
                <c:pt idx="5555">
                  <c:v>3.1233069999999998E-2</c:v>
                </c:pt>
                <c:pt idx="5556">
                  <c:v>3.2013994000000004E-2</c:v>
                </c:pt>
                <c:pt idx="5557">
                  <c:v>3.1965730000000005E-2</c:v>
                </c:pt>
                <c:pt idx="5558">
                  <c:v>3.2476314999999999E-2</c:v>
                </c:pt>
                <c:pt idx="5559">
                  <c:v>3.3344985000000001E-2</c:v>
                </c:pt>
                <c:pt idx="5560">
                  <c:v>3.3707912E-2</c:v>
                </c:pt>
                <c:pt idx="5561">
                  <c:v>3.3462320999999996E-2</c:v>
                </c:pt>
                <c:pt idx="5562">
                  <c:v>3.3953302000000005E-2</c:v>
                </c:pt>
                <c:pt idx="5563">
                  <c:v>3.4040194000000003E-2</c:v>
                </c:pt>
                <c:pt idx="5564">
                  <c:v>3.4164046000000003E-2</c:v>
                </c:pt>
                <c:pt idx="5565">
                  <c:v>3.4658262000000002E-2</c:v>
                </c:pt>
                <c:pt idx="5566">
                  <c:v>3.4837657000000001E-2</c:v>
                </c:pt>
                <c:pt idx="5567">
                  <c:v>3.4276353000000002E-2</c:v>
                </c:pt>
                <c:pt idx="5568">
                  <c:v>3.4351365000000002E-2</c:v>
                </c:pt>
                <c:pt idx="5569">
                  <c:v>3.6226902999999998E-2</c:v>
                </c:pt>
                <c:pt idx="5570">
                  <c:v>3.6360494E-2</c:v>
                </c:pt>
                <c:pt idx="5571">
                  <c:v>3.6719808999999999E-2</c:v>
                </c:pt>
                <c:pt idx="5572">
                  <c:v>3.6775493999999999E-2</c:v>
                </c:pt>
                <c:pt idx="5573">
                  <c:v>3.6257758000000001E-2</c:v>
                </c:pt>
                <c:pt idx="5574">
                  <c:v>3.6555217000000001E-2</c:v>
                </c:pt>
                <c:pt idx="5575">
                  <c:v>3.5968707999999995E-2</c:v>
                </c:pt>
                <c:pt idx="5576">
                  <c:v>3.7368211000000005E-2</c:v>
                </c:pt>
                <c:pt idx="5577">
                  <c:v>3.7471558000000002E-2</c:v>
                </c:pt>
                <c:pt idx="5578">
                  <c:v>3.7809330000000002E-2</c:v>
                </c:pt>
                <c:pt idx="5579">
                  <c:v>3.6645398999999995E-2</c:v>
                </c:pt>
                <c:pt idx="5580">
                  <c:v>3.7148751000000001E-2</c:v>
                </c:pt>
                <c:pt idx="5581">
                  <c:v>3.6226062999999996E-2</c:v>
                </c:pt>
                <c:pt idx="5582">
                  <c:v>3.5552073999999996E-2</c:v>
                </c:pt>
                <c:pt idx="5583">
                  <c:v>3.4857777E-2</c:v>
                </c:pt>
                <c:pt idx="5584">
                  <c:v>3.4857777E-2</c:v>
                </c:pt>
                <c:pt idx="5585">
                  <c:v>3.4127694E-2</c:v>
                </c:pt>
                <c:pt idx="5586">
                  <c:v>3.4110714E-2</c:v>
                </c:pt>
                <c:pt idx="5587">
                  <c:v>3.4193052000000002E-2</c:v>
                </c:pt>
                <c:pt idx="5588">
                  <c:v>3.4064791999999997E-2</c:v>
                </c:pt>
                <c:pt idx="5589">
                  <c:v>3.3687343000000002E-2</c:v>
                </c:pt>
                <c:pt idx="5590">
                  <c:v>3.4368467E-2</c:v>
                </c:pt>
                <c:pt idx="5591">
                  <c:v>3.4346318000000001E-2</c:v>
                </c:pt>
                <c:pt idx="5592">
                  <c:v>3.5054423000000001E-2</c:v>
                </c:pt>
                <c:pt idx="5593">
                  <c:v>3.5345945999999996E-2</c:v>
                </c:pt>
                <c:pt idx="5594">
                  <c:v>3.6488321000000004E-2</c:v>
                </c:pt>
                <c:pt idx="5595">
                  <c:v>3.6201628E-2</c:v>
                </c:pt>
                <c:pt idx="5596">
                  <c:v>3.6913934000000002E-2</c:v>
                </c:pt>
                <c:pt idx="5597">
                  <c:v>3.7932923E-2</c:v>
                </c:pt>
                <c:pt idx="5598">
                  <c:v>3.7628572000000006E-2</c:v>
                </c:pt>
                <c:pt idx="5599">
                  <c:v>3.7628572000000006E-2</c:v>
                </c:pt>
                <c:pt idx="5600">
                  <c:v>3.7092349000000004E-2</c:v>
                </c:pt>
                <c:pt idx="5601">
                  <c:v>3.8095026000000004E-2</c:v>
                </c:pt>
                <c:pt idx="5602">
                  <c:v>3.7940107000000001E-2</c:v>
                </c:pt>
                <c:pt idx="5603">
                  <c:v>3.7390055999999998E-2</c:v>
                </c:pt>
                <c:pt idx="5604">
                  <c:v>3.6991523999999998E-2</c:v>
                </c:pt>
                <c:pt idx="5605">
                  <c:v>3.8272534000000004E-2</c:v>
                </c:pt>
                <c:pt idx="5606">
                  <c:v>3.9325751999999999E-2</c:v>
                </c:pt>
                <c:pt idx="5607">
                  <c:v>3.9578257999999998E-2</c:v>
                </c:pt>
                <c:pt idx="5608">
                  <c:v>3.9773647999999995E-2</c:v>
                </c:pt>
                <c:pt idx="5609">
                  <c:v>3.9773647999999995E-2</c:v>
                </c:pt>
                <c:pt idx="5610">
                  <c:v>4.0028963000000001E-2</c:v>
                </c:pt>
                <c:pt idx="5611">
                  <c:v>3.9186586000000002E-2</c:v>
                </c:pt>
                <c:pt idx="5612">
                  <c:v>3.8906920999999997E-2</c:v>
                </c:pt>
                <c:pt idx="5613">
                  <c:v>3.8516939E-2</c:v>
                </c:pt>
                <c:pt idx="5614">
                  <c:v>3.9624678999999996E-2</c:v>
                </c:pt>
                <c:pt idx="5615">
                  <c:v>4.0066410999999996E-2</c:v>
                </c:pt>
                <c:pt idx="5616">
                  <c:v>4.1100309000000002E-2</c:v>
                </c:pt>
                <c:pt idx="5617">
                  <c:v>4.1634022999999999E-2</c:v>
                </c:pt>
                <c:pt idx="5618">
                  <c:v>4.1761891000000002E-2</c:v>
                </c:pt>
                <c:pt idx="5619">
                  <c:v>4.0845364000000002E-2</c:v>
                </c:pt>
                <c:pt idx="5620">
                  <c:v>4.0018501999999997E-2</c:v>
                </c:pt>
                <c:pt idx="5621">
                  <c:v>3.9137655E-2</c:v>
                </c:pt>
                <c:pt idx="5622">
                  <c:v>3.9781171999999997E-2</c:v>
                </c:pt>
                <c:pt idx="5623">
                  <c:v>3.9814227000000001E-2</c:v>
                </c:pt>
                <c:pt idx="5624">
                  <c:v>3.9050889999999998E-2</c:v>
                </c:pt>
                <c:pt idx="5625">
                  <c:v>3.9007060000000003E-2</c:v>
                </c:pt>
                <c:pt idx="5626">
                  <c:v>3.8911063000000003E-2</c:v>
                </c:pt>
                <c:pt idx="5627">
                  <c:v>3.8331911000000003E-2</c:v>
                </c:pt>
                <c:pt idx="5628">
                  <c:v>3.7530957999999996E-2</c:v>
                </c:pt>
                <c:pt idx="5629">
                  <c:v>3.7570940000000004E-2</c:v>
                </c:pt>
                <c:pt idx="5630">
                  <c:v>3.6410532000000002E-2</c:v>
                </c:pt>
                <c:pt idx="5631">
                  <c:v>3.7235055999999996E-2</c:v>
                </c:pt>
                <c:pt idx="5632">
                  <c:v>3.6493836000000002E-2</c:v>
                </c:pt>
                <c:pt idx="5633">
                  <c:v>3.5432946E-2</c:v>
                </c:pt>
                <c:pt idx="5634">
                  <c:v>3.5651979E-2</c:v>
                </c:pt>
                <c:pt idx="5635">
                  <c:v>3.5392311999999995E-2</c:v>
                </c:pt>
                <c:pt idx="5636">
                  <c:v>3.4616648E-2</c:v>
                </c:pt>
                <c:pt idx="5637">
                  <c:v>3.3003769000000002E-2</c:v>
                </c:pt>
                <c:pt idx="5638">
                  <c:v>3.3822406999999999E-2</c:v>
                </c:pt>
                <c:pt idx="5639">
                  <c:v>3.4031189999999996E-2</c:v>
                </c:pt>
                <c:pt idx="5640">
                  <c:v>3.4382505000000001E-2</c:v>
                </c:pt>
                <c:pt idx="5641">
                  <c:v>3.4587301000000001E-2</c:v>
                </c:pt>
                <c:pt idx="5642">
                  <c:v>3.4959481000000001E-2</c:v>
                </c:pt>
                <c:pt idx="5643">
                  <c:v>3.5131152999999998E-2</c:v>
                </c:pt>
                <c:pt idx="5644">
                  <c:v>3.5887991000000001E-2</c:v>
                </c:pt>
                <c:pt idx="5645">
                  <c:v>3.5434818E-2</c:v>
                </c:pt>
                <c:pt idx="5646">
                  <c:v>3.4742957999999997E-2</c:v>
                </c:pt>
                <c:pt idx="5647">
                  <c:v>3.5081166999999996E-2</c:v>
                </c:pt>
                <c:pt idx="5648">
                  <c:v>3.5326455E-2</c:v>
                </c:pt>
                <c:pt idx="5649">
                  <c:v>3.5521482E-2</c:v>
                </c:pt>
                <c:pt idx="5650">
                  <c:v>3.5893133000000001E-2</c:v>
                </c:pt>
                <c:pt idx="5651">
                  <c:v>3.5716824000000001E-2</c:v>
                </c:pt>
                <c:pt idx="5652">
                  <c:v>3.6360493000000001E-2</c:v>
                </c:pt>
                <c:pt idx="5653">
                  <c:v>3.6531207999999996E-2</c:v>
                </c:pt>
                <c:pt idx="5654">
                  <c:v>3.6531207999999996E-2</c:v>
                </c:pt>
                <c:pt idx="5655">
                  <c:v>3.6086567E-2</c:v>
                </c:pt>
                <c:pt idx="5656">
                  <c:v>3.6475652999999997E-2</c:v>
                </c:pt>
                <c:pt idx="5657">
                  <c:v>3.5467149000000003E-2</c:v>
                </c:pt>
                <c:pt idx="5658">
                  <c:v>3.4994071000000002E-2</c:v>
                </c:pt>
                <c:pt idx="5659">
                  <c:v>3.4281202000000004E-2</c:v>
                </c:pt>
                <c:pt idx="5660">
                  <c:v>3.4990084999999997E-2</c:v>
                </c:pt>
                <c:pt idx="5661">
                  <c:v>3.5548146000000003E-2</c:v>
                </c:pt>
                <c:pt idx="5662">
                  <c:v>3.5506415E-2</c:v>
                </c:pt>
                <c:pt idx="5663">
                  <c:v>3.6223993000000003E-2</c:v>
                </c:pt>
                <c:pt idx="5664">
                  <c:v>3.6060277000000002E-2</c:v>
                </c:pt>
                <c:pt idx="5665">
                  <c:v>3.6301339000000002E-2</c:v>
                </c:pt>
                <c:pt idx="5666">
                  <c:v>3.6513797000000001E-2</c:v>
                </c:pt>
                <c:pt idx="5667">
                  <c:v>3.5923508E-2</c:v>
                </c:pt>
                <c:pt idx="5668">
                  <c:v>3.6953143000000001E-2</c:v>
                </c:pt>
                <c:pt idx="5669">
                  <c:v>3.7416434999999998E-2</c:v>
                </c:pt>
                <c:pt idx="5670">
                  <c:v>3.7807875999999997E-2</c:v>
                </c:pt>
                <c:pt idx="5671">
                  <c:v>4.0095440000000003E-2</c:v>
                </c:pt>
                <c:pt idx="5672">
                  <c:v>4.0405904999999999E-2</c:v>
                </c:pt>
                <c:pt idx="5673">
                  <c:v>3.9482256E-2</c:v>
                </c:pt>
                <c:pt idx="5674">
                  <c:v>4.0160534999999997E-2</c:v>
                </c:pt>
                <c:pt idx="5675">
                  <c:v>3.8403470000000002E-2</c:v>
                </c:pt>
                <c:pt idx="5676">
                  <c:v>3.8728209999999999E-2</c:v>
                </c:pt>
                <c:pt idx="5677">
                  <c:v>3.8423333999999996E-2</c:v>
                </c:pt>
                <c:pt idx="5678">
                  <c:v>3.8763114000000001E-2</c:v>
                </c:pt>
                <c:pt idx="5679">
                  <c:v>3.8763114000000001E-2</c:v>
                </c:pt>
                <c:pt idx="5680">
                  <c:v>3.9458641000000003E-2</c:v>
                </c:pt>
                <c:pt idx="5681">
                  <c:v>4.0106353000000004E-2</c:v>
                </c:pt>
                <c:pt idx="5682">
                  <c:v>4.0347613000000004E-2</c:v>
                </c:pt>
                <c:pt idx="5683">
                  <c:v>4.0030797999999999E-2</c:v>
                </c:pt>
                <c:pt idx="5684">
                  <c:v>3.9945592000000002E-2</c:v>
                </c:pt>
                <c:pt idx="5685">
                  <c:v>3.9873131999999999E-2</c:v>
                </c:pt>
                <c:pt idx="5686">
                  <c:v>3.9613796999999999E-2</c:v>
                </c:pt>
                <c:pt idx="5687">
                  <c:v>3.9584938E-2</c:v>
                </c:pt>
                <c:pt idx="5688">
                  <c:v>4.0318097999999997E-2</c:v>
                </c:pt>
                <c:pt idx="5689">
                  <c:v>3.9616717999999995E-2</c:v>
                </c:pt>
                <c:pt idx="5690">
                  <c:v>3.9248155999999999E-2</c:v>
                </c:pt>
                <c:pt idx="5691">
                  <c:v>3.8398428999999998E-2</c:v>
                </c:pt>
                <c:pt idx="5692">
                  <c:v>3.8662562000000004E-2</c:v>
                </c:pt>
                <c:pt idx="5693">
                  <c:v>3.7386354999999996E-2</c:v>
                </c:pt>
                <c:pt idx="5694">
                  <c:v>3.7397653000000003E-2</c:v>
                </c:pt>
                <c:pt idx="5695">
                  <c:v>3.6941531E-2</c:v>
                </c:pt>
                <c:pt idx="5696">
                  <c:v>3.6917460999999999E-2</c:v>
                </c:pt>
                <c:pt idx="5697">
                  <c:v>3.7081612999999999E-2</c:v>
                </c:pt>
                <c:pt idx="5698">
                  <c:v>3.6283119000000003E-2</c:v>
                </c:pt>
                <c:pt idx="5699">
                  <c:v>3.5074453999999998E-2</c:v>
                </c:pt>
                <c:pt idx="5700">
                  <c:v>3.5346194000000004E-2</c:v>
                </c:pt>
                <c:pt idx="5701">
                  <c:v>3.5933801000000001E-2</c:v>
                </c:pt>
                <c:pt idx="5702">
                  <c:v>3.5632933999999998E-2</c:v>
                </c:pt>
                <c:pt idx="5703">
                  <c:v>3.5632933999999998E-2</c:v>
                </c:pt>
                <c:pt idx="5704">
                  <c:v>3.3893859999999998E-2</c:v>
                </c:pt>
                <c:pt idx="5705">
                  <c:v>3.3828679E-2</c:v>
                </c:pt>
                <c:pt idx="5706">
                  <c:v>3.4145619000000002E-2</c:v>
                </c:pt>
                <c:pt idx="5707">
                  <c:v>3.4436752000000001E-2</c:v>
                </c:pt>
                <c:pt idx="5708">
                  <c:v>3.4077978000000002E-2</c:v>
                </c:pt>
                <c:pt idx="5709">
                  <c:v>3.4186266E-2</c:v>
                </c:pt>
                <c:pt idx="5710">
                  <c:v>3.4145393999999996E-2</c:v>
                </c:pt>
                <c:pt idx="5711">
                  <c:v>3.4354951999999994E-2</c:v>
                </c:pt>
                <c:pt idx="5712">
                  <c:v>3.4354951999999994E-2</c:v>
                </c:pt>
                <c:pt idx="5713">
                  <c:v>3.3779835000000001E-2</c:v>
                </c:pt>
                <c:pt idx="5714">
                  <c:v>3.3488262999999997E-2</c:v>
                </c:pt>
                <c:pt idx="5715">
                  <c:v>3.2742604000000002E-2</c:v>
                </c:pt>
                <c:pt idx="5716">
                  <c:v>3.3189989000000003E-2</c:v>
                </c:pt>
                <c:pt idx="5717">
                  <c:v>3.2984894000000001E-2</c:v>
                </c:pt>
                <c:pt idx="5718">
                  <c:v>3.2962311000000001E-2</c:v>
                </c:pt>
                <c:pt idx="5719">
                  <c:v>3.2171165000000002E-2</c:v>
                </c:pt>
                <c:pt idx="5720">
                  <c:v>3.2940976000000004E-2</c:v>
                </c:pt>
                <c:pt idx="5721">
                  <c:v>3.3588093999999999E-2</c:v>
                </c:pt>
                <c:pt idx="5722">
                  <c:v>3.2594775999999999E-2</c:v>
                </c:pt>
                <c:pt idx="5723">
                  <c:v>3.1685973999999999E-2</c:v>
                </c:pt>
                <c:pt idx="5724">
                  <c:v>3.1851305000000003E-2</c:v>
                </c:pt>
                <c:pt idx="5725">
                  <c:v>3.1640519999999998E-2</c:v>
                </c:pt>
                <c:pt idx="5726">
                  <c:v>3.2110829E-2</c:v>
                </c:pt>
                <c:pt idx="5727">
                  <c:v>3.2386983000000001E-2</c:v>
                </c:pt>
                <c:pt idx="5728">
                  <c:v>3.2757923000000001E-2</c:v>
                </c:pt>
                <c:pt idx="5729">
                  <c:v>3.2498149999999996E-2</c:v>
                </c:pt>
                <c:pt idx="5730">
                  <c:v>3.2511392E-2</c:v>
                </c:pt>
                <c:pt idx="5731">
                  <c:v>3.2343258E-2</c:v>
                </c:pt>
                <c:pt idx="5732">
                  <c:v>3.2000488000000001E-2</c:v>
                </c:pt>
                <c:pt idx="5733">
                  <c:v>3.1665674000000005E-2</c:v>
                </c:pt>
                <c:pt idx="5734">
                  <c:v>3.1665674000000005E-2</c:v>
                </c:pt>
                <c:pt idx="5735">
                  <c:v>3.1122442E-2</c:v>
                </c:pt>
                <c:pt idx="5736">
                  <c:v>3.1045217000000003E-2</c:v>
                </c:pt>
                <c:pt idx="5737">
                  <c:v>3.1615753999999996E-2</c:v>
                </c:pt>
                <c:pt idx="5738">
                  <c:v>3.1307671000000002E-2</c:v>
                </c:pt>
                <c:pt idx="5739">
                  <c:v>3.1307671000000002E-2</c:v>
                </c:pt>
                <c:pt idx="5740">
                  <c:v>3.1966569E-2</c:v>
                </c:pt>
                <c:pt idx="5741">
                  <c:v>3.2493112999999997E-2</c:v>
                </c:pt>
                <c:pt idx="5742">
                  <c:v>3.3032341999999999E-2</c:v>
                </c:pt>
                <c:pt idx="5743">
                  <c:v>3.3457184000000001E-2</c:v>
                </c:pt>
                <c:pt idx="5744">
                  <c:v>3.3202534999999998E-2</c:v>
                </c:pt>
                <c:pt idx="5745">
                  <c:v>3.3046132999999998E-2</c:v>
                </c:pt>
                <c:pt idx="5746">
                  <c:v>3.3266998999999998E-2</c:v>
                </c:pt>
                <c:pt idx="5747">
                  <c:v>3.3429394000000001E-2</c:v>
                </c:pt>
                <c:pt idx="5748">
                  <c:v>3.2457346999999998E-2</c:v>
                </c:pt>
                <c:pt idx="5749">
                  <c:v>3.2457346999999998E-2</c:v>
                </c:pt>
                <c:pt idx="5750">
                  <c:v>3.2245217999999999E-2</c:v>
                </c:pt>
                <c:pt idx="5751">
                  <c:v>3.2416189999999998E-2</c:v>
                </c:pt>
                <c:pt idx="5752">
                  <c:v>3.2098020999999997E-2</c:v>
                </c:pt>
                <c:pt idx="5753">
                  <c:v>3.1691680999999999E-2</c:v>
                </c:pt>
                <c:pt idx="5754">
                  <c:v>3.1295246999999998E-2</c:v>
                </c:pt>
                <c:pt idx="5755">
                  <c:v>3.1824283000000002E-2</c:v>
                </c:pt>
                <c:pt idx="5756">
                  <c:v>3.1940797999999999E-2</c:v>
                </c:pt>
                <c:pt idx="5757">
                  <c:v>3.1474932000000004E-2</c:v>
                </c:pt>
                <c:pt idx="5758">
                  <c:v>3.1445136000000005E-2</c:v>
                </c:pt>
                <c:pt idx="5759">
                  <c:v>3.1788700000000003E-2</c:v>
                </c:pt>
                <c:pt idx="5760">
                  <c:v>3.1765971000000004E-2</c:v>
                </c:pt>
                <c:pt idx="5761">
                  <c:v>3.1860159999999998E-2</c:v>
                </c:pt>
                <c:pt idx="5762">
                  <c:v>3.0601024999999997E-2</c:v>
                </c:pt>
                <c:pt idx="5763">
                  <c:v>3.0344060000000003E-2</c:v>
                </c:pt>
                <c:pt idx="5764">
                  <c:v>3.0425052000000001E-2</c:v>
                </c:pt>
                <c:pt idx="5765">
                  <c:v>3.0540499999999998E-2</c:v>
                </c:pt>
                <c:pt idx="5766">
                  <c:v>3.1267027000000003E-2</c:v>
                </c:pt>
                <c:pt idx="5767">
                  <c:v>3.0856033000000001E-2</c:v>
                </c:pt>
                <c:pt idx="5768">
                  <c:v>3.1336220999999997E-2</c:v>
                </c:pt>
                <c:pt idx="5769">
                  <c:v>3.1652384999999998E-2</c:v>
                </c:pt>
                <c:pt idx="5770">
                  <c:v>3.1261281000000002E-2</c:v>
                </c:pt>
                <c:pt idx="5771">
                  <c:v>3.1320348999999997E-2</c:v>
                </c:pt>
                <c:pt idx="5772">
                  <c:v>3.0953291000000001E-2</c:v>
                </c:pt>
                <c:pt idx="5773">
                  <c:v>3.1873394999999999E-2</c:v>
                </c:pt>
                <c:pt idx="5774">
                  <c:v>3.1873394999999999E-2</c:v>
                </c:pt>
                <c:pt idx="5775">
                  <c:v>3.1626674E-2</c:v>
                </c:pt>
                <c:pt idx="5776">
                  <c:v>3.1992313000000001E-2</c:v>
                </c:pt>
                <c:pt idx="5777">
                  <c:v>3.1481470999999997E-2</c:v>
                </c:pt>
                <c:pt idx="5778">
                  <c:v>3.1134323999999998E-2</c:v>
                </c:pt>
                <c:pt idx="5779">
                  <c:v>3.1127819000000001E-2</c:v>
                </c:pt>
                <c:pt idx="5780">
                  <c:v>3.1280809999999999E-2</c:v>
                </c:pt>
                <c:pt idx="5781">
                  <c:v>3.1184829000000001E-2</c:v>
                </c:pt>
                <c:pt idx="5782">
                  <c:v>3.1458969000000003E-2</c:v>
                </c:pt>
                <c:pt idx="5783">
                  <c:v>3.1566982E-2</c:v>
                </c:pt>
                <c:pt idx="5784">
                  <c:v>3.0794815999999996E-2</c:v>
                </c:pt>
                <c:pt idx="5785">
                  <c:v>3.1121890999999999E-2</c:v>
                </c:pt>
                <c:pt idx="5786">
                  <c:v>3.1398509999999998E-2</c:v>
                </c:pt>
                <c:pt idx="5787">
                  <c:v>3.2269594999999998E-2</c:v>
                </c:pt>
                <c:pt idx="5788">
                  <c:v>3.3322206E-2</c:v>
                </c:pt>
                <c:pt idx="5789">
                  <c:v>3.3816399999999996E-2</c:v>
                </c:pt>
                <c:pt idx="5790">
                  <c:v>3.3061387999999997E-2</c:v>
                </c:pt>
                <c:pt idx="5791">
                  <c:v>3.4801088000000001E-2</c:v>
                </c:pt>
                <c:pt idx="5792">
                  <c:v>3.3941978999999997E-2</c:v>
                </c:pt>
                <c:pt idx="5793">
                  <c:v>3.5103971000000005E-2</c:v>
                </c:pt>
                <c:pt idx="5794">
                  <c:v>3.4787672999999998E-2</c:v>
                </c:pt>
                <c:pt idx="5795">
                  <c:v>3.3840132000000002E-2</c:v>
                </c:pt>
                <c:pt idx="5796">
                  <c:v>3.4796730999999997E-2</c:v>
                </c:pt>
                <c:pt idx="5797">
                  <c:v>3.4441526E-2</c:v>
                </c:pt>
                <c:pt idx="5798">
                  <c:v>3.4498928999999998E-2</c:v>
                </c:pt>
                <c:pt idx="5799">
                  <c:v>3.3226152000000002E-2</c:v>
                </c:pt>
                <c:pt idx="5800">
                  <c:v>3.3425181999999998E-2</c:v>
                </c:pt>
                <c:pt idx="5801">
                  <c:v>3.33262E-2</c:v>
                </c:pt>
                <c:pt idx="5802">
                  <c:v>3.3246821000000003E-2</c:v>
                </c:pt>
                <c:pt idx="5803">
                  <c:v>3.3415436999999999E-2</c:v>
                </c:pt>
                <c:pt idx="5804">
                  <c:v>3.3154687000000002E-2</c:v>
                </c:pt>
                <c:pt idx="5805">
                  <c:v>3.3455504999999996E-2</c:v>
                </c:pt>
                <c:pt idx="5806">
                  <c:v>3.3673202999999999E-2</c:v>
                </c:pt>
                <c:pt idx="5807">
                  <c:v>3.3709428999999999E-2</c:v>
                </c:pt>
                <c:pt idx="5808">
                  <c:v>3.3198078999999998E-2</c:v>
                </c:pt>
                <c:pt idx="5809">
                  <c:v>3.3233312000000001E-2</c:v>
                </c:pt>
                <c:pt idx="5810">
                  <c:v>3.3164577000000001E-2</c:v>
                </c:pt>
                <c:pt idx="5811">
                  <c:v>3.3210309E-2</c:v>
                </c:pt>
                <c:pt idx="5812">
                  <c:v>3.2920096999999995E-2</c:v>
                </c:pt>
                <c:pt idx="5813">
                  <c:v>3.2381294999999997E-2</c:v>
                </c:pt>
                <c:pt idx="5814">
                  <c:v>3.2266980000000001E-2</c:v>
                </c:pt>
                <c:pt idx="5815">
                  <c:v>3.2507269999999998E-2</c:v>
                </c:pt>
                <c:pt idx="5816">
                  <c:v>3.2857571000000002E-2</c:v>
                </c:pt>
                <c:pt idx="5817">
                  <c:v>3.3331992999999997E-2</c:v>
                </c:pt>
                <c:pt idx="5818">
                  <c:v>3.3059221999999999E-2</c:v>
                </c:pt>
                <c:pt idx="5819">
                  <c:v>3.3491806999999998E-2</c:v>
                </c:pt>
                <c:pt idx="5820">
                  <c:v>3.3613069000000002E-2</c:v>
                </c:pt>
                <c:pt idx="5821">
                  <c:v>3.3335715000000002E-2</c:v>
                </c:pt>
                <c:pt idx="5822">
                  <c:v>3.2865768000000004E-2</c:v>
                </c:pt>
                <c:pt idx="5823">
                  <c:v>3.2650808999999996E-2</c:v>
                </c:pt>
                <c:pt idx="5824">
                  <c:v>3.1691698000000004E-2</c:v>
                </c:pt>
                <c:pt idx="5825">
                  <c:v>3.3195913000000001E-2</c:v>
                </c:pt>
                <c:pt idx="5826">
                  <c:v>3.3299859000000001E-2</c:v>
                </c:pt>
                <c:pt idx="5827">
                  <c:v>3.3304317999999999E-2</c:v>
                </c:pt>
                <c:pt idx="5828">
                  <c:v>3.3148193999999999E-2</c:v>
                </c:pt>
                <c:pt idx="5829">
                  <c:v>3.2660515000000001E-2</c:v>
                </c:pt>
                <c:pt idx="5830">
                  <c:v>3.2641104999999997E-2</c:v>
                </c:pt>
                <c:pt idx="5831">
                  <c:v>3.3132664999999999E-2</c:v>
                </c:pt>
                <c:pt idx="5832">
                  <c:v>3.3113412000000002E-2</c:v>
                </c:pt>
                <c:pt idx="5833">
                  <c:v>3.2665904999999995E-2</c:v>
                </c:pt>
                <c:pt idx="5834">
                  <c:v>3.3169143999999998E-2</c:v>
                </c:pt>
                <c:pt idx="5835">
                  <c:v>3.2982607999999997E-2</c:v>
                </c:pt>
                <c:pt idx="5836">
                  <c:v>3.3098581000000002E-2</c:v>
                </c:pt>
                <c:pt idx="5837">
                  <c:v>3.2841927999999999E-2</c:v>
                </c:pt>
                <c:pt idx="5838">
                  <c:v>3.2772922999999995E-2</c:v>
                </c:pt>
                <c:pt idx="5839">
                  <c:v>3.2694961000000002E-2</c:v>
                </c:pt>
                <c:pt idx="5840">
                  <c:v>3.3085201000000002E-2</c:v>
                </c:pt>
                <c:pt idx="5841">
                  <c:v>3.2757073000000005E-2</c:v>
                </c:pt>
                <c:pt idx="5842">
                  <c:v>3.2380932000000001E-2</c:v>
                </c:pt>
                <c:pt idx="5843">
                  <c:v>3.2738105999999996E-2</c:v>
                </c:pt>
                <c:pt idx="5844">
                  <c:v>3.2738105999999996E-2</c:v>
                </c:pt>
                <c:pt idx="5845">
                  <c:v>3.2668823E-2</c:v>
                </c:pt>
                <c:pt idx="5846">
                  <c:v>3.2805952999999999E-2</c:v>
                </c:pt>
                <c:pt idx="5847">
                  <c:v>3.3072565999999998E-2</c:v>
                </c:pt>
                <c:pt idx="5848">
                  <c:v>3.1777223E-2</c:v>
                </c:pt>
                <c:pt idx="5849">
                  <c:v>3.1999241999999997E-2</c:v>
                </c:pt>
                <c:pt idx="5850">
                  <c:v>3.1971534000000003E-2</c:v>
                </c:pt>
                <c:pt idx="5851">
                  <c:v>3.1308645999999996E-2</c:v>
                </c:pt>
                <c:pt idx="5852">
                  <c:v>3.1998847999999996E-2</c:v>
                </c:pt>
                <c:pt idx="5853">
                  <c:v>3.1598140999999996E-2</c:v>
                </c:pt>
                <c:pt idx="5854">
                  <c:v>3.1570774999999995E-2</c:v>
                </c:pt>
                <c:pt idx="5855">
                  <c:v>3.0721778000000002E-2</c:v>
                </c:pt>
                <c:pt idx="5856">
                  <c:v>3.0821898E-2</c:v>
                </c:pt>
                <c:pt idx="5857">
                  <c:v>3.1253319000000002E-2</c:v>
                </c:pt>
                <c:pt idx="5858">
                  <c:v>3.0908697999999998E-2</c:v>
                </c:pt>
                <c:pt idx="5859">
                  <c:v>3.0908697999999998E-2</c:v>
                </c:pt>
                <c:pt idx="5860">
                  <c:v>3.1345167E-2</c:v>
                </c:pt>
                <c:pt idx="5861">
                  <c:v>3.1262403000000001E-2</c:v>
                </c:pt>
                <c:pt idx="5862">
                  <c:v>3.0755003E-2</c:v>
                </c:pt>
                <c:pt idx="5863">
                  <c:v>3.1069688000000002E-2</c:v>
                </c:pt>
                <c:pt idx="5864">
                  <c:v>3.1101015000000003E-2</c:v>
                </c:pt>
                <c:pt idx="5865">
                  <c:v>3.0763094000000001E-2</c:v>
                </c:pt>
                <c:pt idx="5866">
                  <c:v>3.1211304000000002E-2</c:v>
                </c:pt>
                <c:pt idx="5867">
                  <c:v>3.0755775999999999E-2</c:v>
                </c:pt>
                <c:pt idx="5868">
                  <c:v>3.0774686000000002E-2</c:v>
                </c:pt>
                <c:pt idx="5869">
                  <c:v>3.0374705000000002E-2</c:v>
                </c:pt>
                <c:pt idx="5870">
                  <c:v>3.0374705000000002E-2</c:v>
                </c:pt>
                <c:pt idx="5871">
                  <c:v>2.9926184999999998E-2</c:v>
                </c:pt>
                <c:pt idx="5872">
                  <c:v>3.0326879000000001E-2</c:v>
                </c:pt>
                <c:pt idx="5873">
                  <c:v>3.0561144000000002E-2</c:v>
                </c:pt>
                <c:pt idx="5874">
                  <c:v>3.0977614999999997E-2</c:v>
                </c:pt>
                <c:pt idx="5875">
                  <c:v>3.0424371999999998E-2</c:v>
                </c:pt>
                <c:pt idx="5876">
                  <c:v>3.0663756E-2</c:v>
                </c:pt>
                <c:pt idx="5877">
                  <c:v>3.0589096E-2</c:v>
                </c:pt>
                <c:pt idx="5878">
                  <c:v>2.9969619999999999E-2</c:v>
                </c:pt>
                <c:pt idx="5879">
                  <c:v>3.0088903E-2</c:v>
                </c:pt>
                <c:pt idx="5880">
                  <c:v>2.9848507E-2</c:v>
                </c:pt>
                <c:pt idx="5881">
                  <c:v>3.0119720999999999E-2</c:v>
                </c:pt>
                <c:pt idx="5882">
                  <c:v>2.9779686E-2</c:v>
                </c:pt>
                <c:pt idx="5883">
                  <c:v>2.9770531999999999E-2</c:v>
                </c:pt>
                <c:pt idx="5884">
                  <c:v>2.9419094999999999E-2</c:v>
                </c:pt>
                <c:pt idx="5885">
                  <c:v>2.9585987000000001E-2</c:v>
                </c:pt>
                <c:pt idx="5886">
                  <c:v>2.9500272000000001E-2</c:v>
                </c:pt>
                <c:pt idx="5887">
                  <c:v>2.8422229E-2</c:v>
                </c:pt>
                <c:pt idx="5888">
                  <c:v>2.8893529000000001E-2</c:v>
                </c:pt>
                <c:pt idx="5889">
                  <c:v>2.8510176000000002E-2</c:v>
                </c:pt>
                <c:pt idx="5890">
                  <c:v>2.8413609999999999E-2</c:v>
                </c:pt>
                <c:pt idx="5891">
                  <c:v>2.8917863999999998E-2</c:v>
                </c:pt>
                <c:pt idx="5892">
                  <c:v>2.8864353999999998E-2</c:v>
                </c:pt>
                <c:pt idx="5893">
                  <c:v>2.9459881E-2</c:v>
                </c:pt>
                <c:pt idx="5894">
                  <c:v>2.9092464999999998E-2</c:v>
                </c:pt>
                <c:pt idx="5895">
                  <c:v>2.9197443E-2</c:v>
                </c:pt>
                <c:pt idx="5896">
                  <c:v>2.9400803999999999E-2</c:v>
                </c:pt>
                <c:pt idx="5897">
                  <c:v>2.8580518999999999E-2</c:v>
                </c:pt>
                <c:pt idx="5898">
                  <c:v>2.8703750000000004E-2</c:v>
                </c:pt>
                <c:pt idx="5899">
                  <c:v>2.8986230999999998E-2</c:v>
                </c:pt>
                <c:pt idx="5900">
                  <c:v>2.9698426999999999E-2</c:v>
                </c:pt>
                <c:pt idx="5901">
                  <c:v>2.9538707000000001E-2</c:v>
                </c:pt>
                <c:pt idx="5902">
                  <c:v>3.0160568000000002E-2</c:v>
                </c:pt>
                <c:pt idx="5903">
                  <c:v>3.0405808000000003E-2</c:v>
                </c:pt>
                <c:pt idx="5904">
                  <c:v>3.0332069999999999E-2</c:v>
                </c:pt>
                <c:pt idx="5905">
                  <c:v>3.0366621999999999E-2</c:v>
                </c:pt>
                <c:pt idx="5906">
                  <c:v>2.9977152E-2</c:v>
                </c:pt>
                <c:pt idx="5907">
                  <c:v>2.9894152000000004E-2</c:v>
                </c:pt>
                <c:pt idx="5908">
                  <c:v>3.0141010999999999E-2</c:v>
                </c:pt>
                <c:pt idx="5909">
                  <c:v>3.0152501000000002E-2</c:v>
                </c:pt>
                <c:pt idx="5910">
                  <c:v>3.0265522E-2</c:v>
                </c:pt>
                <c:pt idx="5911">
                  <c:v>2.9859891E-2</c:v>
                </c:pt>
                <c:pt idx="5912">
                  <c:v>3.0017110999999999E-2</c:v>
                </c:pt>
                <c:pt idx="5913">
                  <c:v>2.9587664999999999E-2</c:v>
                </c:pt>
                <c:pt idx="5914">
                  <c:v>2.9587664999999999E-2</c:v>
                </c:pt>
                <c:pt idx="5915">
                  <c:v>2.9543371000000002E-2</c:v>
                </c:pt>
                <c:pt idx="5916">
                  <c:v>3.0042977000000002E-2</c:v>
                </c:pt>
                <c:pt idx="5917">
                  <c:v>3.0450851999999997E-2</c:v>
                </c:pt>
                <c:pt idx="5918">
                  <c:v>3.0098898000000002E-2</c:v>
                </c:pt>
                <c:pt idx="5919">
                  <c:v>3.0143013000000003E-2</c:v>
                </c:pt>
                <c:pt idx="5920">
                  <c:v>3.0394117999999998E-2</c:v>
                </c:pt>
                <c:pt idx="5921">
                  <c:v>3.0511430000000003E-2</c:v>
                </c:pt>
                <c:pt idx="5922">
                  <c:v>3.0008425999999998E-2</c:v>
                </c:pt>
                <c:pt idx="5923">
                  <c:v>2.9920306000000001E-2</c:v>
                </c:pt>
                <c:pt idx="5924">
                  <c:v>3.0351494000000003E-2</c:v>
                </c:pt>
                <c:pt idx="5925">
                  <c:v>2.9947613999999997E-2</c:v>
                </c:pt>
                <c:pt idx="5926">
                  <c:v>2.9556751999999999E-2</c:v>
                </c:pt>
                <c:pt idx="5927">
                  <c:v>2.9733030000000001E-2</c:v>
                </c:pt>
                <c:pt idx="5928">
                  <c:v>3.0227529E-2</c:v>
                </c:pt>
                <c:pt idx="5929">
                  <c:v>2.9831911000000003E-2</c:v>
                </c:pt>
                <c:pt idx="5930">
                  <c:v>3.0170915000000003E-2</c:v>
                </c:pt>
                <c:pt idx="5931">
                  <c:v>3.0132915000000003E-2</c:v>
                </c:pt>
                <c:pt idx="5932">
                  <c:v>3.1322066000000003E-2</c:v>
                </c:pt>
                <c:pt idx="5933">
                  <c:v>3.0674737000000001E-2</c:v>
                </c:pt>
                <c:pt idx="5934">
                  <c:v>3.0767725000000003E-2</c:v>
                </c:pt>
                <c:pt idx="5935">
                  <c:v>3.1166453E-2</c:v>
                </c:pt>
                <c:pt idx="5936">
                  <c:v>3.2118232000000004E-2</c:v>
                </c:pt>
                <c:pt idx="5937">
                  <c:v>3.2054766999999998E-2</c:v>
                </c:pt>
                <c:pt idx="5938">
                  <c:v>3.1939631000000003E-2</c:v>
                </c:pt>
                <c:pt idx="5939">
                  <c:v>3.1939631000000003E-2</c:v>
                </c:pt>
                <c:pt idx="5940">
                  <c:v>3.1951463999999999E-2</c:v>
                </c:pt>
                <c:pt idx="5941">
                  <c:v>3.1998855999999999E-2</c:v>
                </c:pt>
                <c:pt idx="5942">
                  <c:v>3.1238878000000001E-2</c:v>
                </c:pt>
                <c:pt idx="5943">
                  <c:v>3.2024955000000001E-2</c:v>
                </c:pt>
                <c:pt idx="5944">
                  <c:v>3.1739897000000003E-2</c:v>
                </c:pt>
                <c:pt idx="5945">
                  <c:v>3.1490724999999997E-2</c:v>
                </c:pt>
                <c:pt idx="5946">
                  <c:v>3.1714856E-2</c:v>
                </c:pt>
                <c:pt idx="5947">
                  <c:v>3.1637419E-2</c:v>
                </c:pt>
                <c:pt idx="5948">
                  <c:v>3.2189681999999997E-2</c:v>
                </c:pt>
                <c:pt idx="5949">
                  <c:v>3.2526224999999999E-2</c:v>
                </c:pt>
                <c:pt idx="5950">
                  <c:v>3.1855232000000004E-2</c:v>
                </c:pt>
                <c:pt idx="5951">
                  <c:v>3.0998538999999999E-2</c:v>
                </c:pt>
                <c:pt idx="5952">
                  <c:v>3.2092876999999999E-2</c:v>
                </c:pt>
                <c:pt idx="5953">
                  <c:v>3.1890260999999996E-2</c:v>
                </c:pt>
                <c:pt idx="5954">
                  <c:v>3.1469000999999996E-2</c:v>
                </c:pt>
                <c:pt idx="5955">
                  <c:v>3.0994872E-2</c:v>
                </c:pt>
                <c:pt idx="5956">
                  <c:v>3.1733206E-2</c:v>
                </c:pt>
                <c:pt idx="5957">
                  <c:v>3.0714731000000002E-2</c:v>
                </c:pt>
                <c:pt idx="5958">
                  <c:v>3.0246066999999998E-2</c:v>
                </c:pt>
                <c:pt idx="5959">
                  <c:v>3.0139091999999999E-2</c:v>
                </c:pt>
                <c:pt idx="5960">
                  <c:v>3.0792235000000001E-2</c:v>
                </c:pt>
                <c:pt idx="5961">
                  <c:v>3.1019596E-2</c:v>
                </c:pt>
                <c:pt idx="5962">
                  <c:v>3.0318016E-2</c:v>
                </c:pt>
                <c:pt idx="5963">
                  <c:v>3.0608882999999996E-2</c:v>
                </c:pt>
                <c:pt idx="5964">
                  <c:v>3.0900855999999997E-2</c:v>
                </c:pt>
                <c:pt idx="5965">
                  <c:v>3.0927181000000002E-2</c:v>
                </c:pt>
                <c:pt idx="5966">
                  <c:v>3.0290207E-2</c:v>
                </c:pt>
                <c:pt idx="5967">
                  <c:v>3.0540001999999997E-2</c:v>
                </c:pt>
                <c:pt idx="5968">
                  <c:v>3.0231599999999997E-2</c:v>
                </c:pt>
                <c:pt idx="5969">
                  <c:v>3.0262887999999998E-2</c:v>
                </c:pt>
                <c:pt idx="5970">
                  <c:v>2.9791230000000002E-2</c:v>
                </c:pt>
                <c:pt idx="5971">
                  <c:v>2.964839E-2</c:v>
                </c:pt>
                <c:pt idx="5972">
                  <c:v>2.964839E-2</c:v>
                </c:pt>
                <c:pt idx="5973">
                  <c:v>2.9334728000000001E-2</c:v>
                </c:pt>
                <c:pt idx="5974">
                  <c:v>2.9795377000000001E-2</c:v>
                </c:pt>
                <c:pt idx="5975">
                  <c:v>2.9997550000000001E-2</c:v>
                </c:pt>
                <c:pt idx="5976">
                  <c:v>2.9369839999999998E-2</c:v>
                </c:pt>
                <c:pt idx="5977">
                  <c:v>2.8824713000000002E-2</c:v>
                </c:pt>
                <c:pt idx="5978">
                  <c:v>2.9411874999999997E-2</c:v>
                </c:pt>
                <c:pt idx="5979">
                  <c:v>2.8726931000000001E-2</c:v>
                </c:pt>
                <c:pt idx="5980">
                  <c:v>2.8907781999999996E-2</c:v>
                </c:pt>
                <c:pt idx="5981">
                  <c:v>2.8710944999999998E-2</c:v>
                </c:pt>
                <c:pt idx="5982">
                  <c:v>2.8506117999999997E-2</c:v>
                </c:pt>
                <c:pt idx="5983">
                  <c:v>2.8266111E-2</c:v>
                </c:pt>
                <c:pt idx="5984">
                  <c:v>2.8400742000000003E-2</c:v>
                </c:pt>
                <c:pt idx="5985">
                  <c:v>2.8431045000000002E-2</c:v>
                </c:pt>
                <c:pt idx="5986">
                  <c:v>2.9325871999999999E-2</c:v>
                </c:pt>
                <c:pt idx="5987">
                  <c:v>2.7880678999999998E-2</c:v>
                </c:pt>
                <c:pt idx="5988">
                  <c:v>2.7705774999999998E-2</c:v>
                </c:pt>
                <c:pt idx="5989">
                  <c:v>2.7362601E-2</c:v>
                </c:pt>
                <c:pt idx="5990">
                  <c:v>2.7206948999999998E-2</c:v>
                </c:pt>
                <c:pt idx="5991">
                  <c:v>2.7574964999999996E-2</c:v>
                </c:pt>
                <c:pt idx="5992">
                  <c:v>2.7212923999999999E-2</c:v>
                </c:pt>
                <c:pt idx="5993">
                  <c:v>2.7106880999999999E-2</c:v>
                </c:pt>
                <c:pt idx="5994">
                  <c:v>2.7106880999999999E-2</c:v>
                </c:pt>
                <c:pt idx="5995">
                  <c:v>2.7245726000000001E-2</c:v>
                </c:pt>
                <c:pt idx="5996">
                  <c:v>2.7882308999999997E-2</c:v>
                </c:pt>
                <c:pt idx="5997">
                  <c:v>2.7364476000000002E-2</c:v>
                </c:pt>
                <c:pt idx="5998">
                  <c:v>2.7112405000000003E-2</c:v>
                </c:pt>
                <c:pt idx="5999">
                  <c:v>2.7112405000000003E-2</c:v>
                </c:pt>
                <c:pt idx="6000">
                  <c:v>2.7528492999999998E-2</c:v>
                </c:pt>
                <c:pt idx="6001">
                  <c:v>2.8926299999999999E-2</c:v>
                </c:pt>
                <c:pt idx="6002">
                  <c:v>2.8620301000000001E-2</c:v>
                </c:pt>
                <c:pt idx="6003">
                  <c:v>2.8504534000000002E-2</c:v>
                </c:pt>
                <c:pt idx="6004">
                  <c:v>2.9195558999999996E-2</c:v>
                </c:pt>
                <c:pt idx="6005">
                  <c:v>2.9218078000000001E-2</c:v>
                </c:pt>
                <c:pt idx="6006">
                  <c:v>2.8580655999999999E-2</c:v>
                </c:pt>
                <c:pt idx="6007">
                  <c:v>2.8647626000000002E-2</c:v>
                </c:pt>
                <c:pt idx="6008">
                  <c:v>2.8494195000000003E-2</c:v>
                </c:pt>
                <c:pt idx="6009">
                  <c:v>2.8494195000000003E-2</c:v>
                </c:pt>
                <c:pt idx="6010">
                  <c:v>2.8069024999999997E-2</c:v>
                </c:pt>
                <c:pt idx="6011">
                  <c:v>2.8389068999999999E-2</c:v>
                </c:pt>
                <c:pt idx="6012">
                  <c:v>2.8156853000000003E-2</c:v>
                </c:pt>
                <c:pt idx="6013">
                  <c:v>2.8449058999999999E-2</c:v>
                </c:pt>
                <c:pt idx="6014">
                  <c:v>2.8547762000000001E-2</c:v>
                </c:pt>
                <c:pt idx="6015">
                  <c:v>2.8819432999999998E-2</c:v>
                </c:pt>
                <c:pt idx="6016">
                  <c:v>2.8527811000000004E-2</c:v>
                </c:pt>
                <c:pt idx="6017">
                  <c:v>2.8927269000000002E-2</c:v>
                </c:pt>
                <c:pt idx="6018">
                  <c:v>2.8672439000000004E-2</c:v>
                </c:pt>
                <c:pt idx="6019">
                  <c:v>2.8697739999999999E-2</c:v>
                </c:pt>
                <c:pt idx="6020">
                  <c:v>2.8718917E-2</c:v>
                </c:pt>
                <c:pt idx="6021">
                  <c:v>2.8975017000000002E-2</c:v>
                </c:pt>
                <c:pt idx="6022">
                  <c:v>2.8931481000000002E-2</c:v>
                </c:pt>
                <c:pt idx="6023">
                  <c:v>2.8395551999999998E-2</c:v>
                </c:pt>
                <c:pt idx="6024">
                  <c:v>2.8188862000000002E-2</c:v>
                </c:pt>
                <c:pt idx="6025">
                  <c:v>2.8433089999999998E-2</c:v>
                </c:pt>
                <c:pt idx="6026">
                  <c:v>2.7922787000000001E-2</c:v>
                </c:pt>
                <c:pt idx="6027">
                  <c:v>2.7816980000000002E-2</c:v>
                </c:pt>
                <c:pt idx="6028">
                  <c:v>2.7784588000000002E-2</c:v>
                </c:pt>
                <c:pt idx="6029">
                  <c:v>2.7724939999999997E-2</c:v>
                </c:pt>
                <c:pt idx="6030">
                  <c:v>2.7260802000000001E-2</c:v>
                </c:pt>
                <c:pt idx="6031">
                  <c:v>2.7714657999999996E-2</c:v>
                </c:pt>
                <c:pt idx="6032">
                  <c:v>2.7347937000000003E-2</c:v>
                </c:pt>
                <c:pt idx="6033">
                  <c:v>2.7321028000000001E-2</c:v>
                </c:pt>
                <c:pt idx="6034">
                  <c:v>2.7321028000000001E-2</c:v>
                </c:pt>
                <c:pt idx="6035">
                  <c:v>2.7351011000000001E-2</c:v>
                </c:pt>
                <c:pt idx="6036">
                  <c:v>2.7016890999999998E-2</c:v>
                </c:pt>
                <c:pt idx="6037">
                  <c:v>2.6972041000000002E-2</c:v>
                </c:pt>
                <c:pt idx="6038">
                  <c:v>2.7081362999999997E-2</c:v>
                </c:pt>
                <c:pt idx="6039">
                  <c:v>2.6620674000000004E-2</c:v>
                </c:pt>
                <c:pt idx="6040">
                  <c:v>2.6625873999999997E-2</c:v>
                </c:pt>
                <c:pt idx="6041">
                  <c:v>2.6874711000000003E-2</c:v>
                </c:pt>
                <c:pt idx="6042">
                  <c:v>2.6941521E-2</c:v>
                </c:pt>
                <c:pt idx="6043">
                  <c:v>2.7277345000000001E-2</c:v>
                </c:pt>
                <c:pt idx="6044">
                  <c:v>2.7066217E-2</c:v>
                </c:pt>
                <c:pt idx="6045">
                  <c:v>2.7447917999999998E-2</c:v>
                </c:pt>
                <c:pt idx="6046">
                  <c:v>2.7446611999999999E-2</c:v>
                </c:pt>
                <c:pt idx="6047">
                  <c:v>2.7487363000000001E-2</c:v>
                </c:pt>
                <c:pt idx="6048">
                  <c:v>2.7341588999999999E-2</c:v>
                </c:pt>
                <c:pt idx="6049">
                  <c:v>2.7139708000000002E-2</c:v>
                </c:pt>
                <c:pt idx="6050">
                  <c:v>2.6859791000000001E-2</c:v>
                </c:pt>
                <c:pt idx="6051">
                  <c:v>2.6497402E-2</c:v>
                </c:pt>
                <c:pt idx="6052">
                  <c:v>2.6279512999999997E-2</c:v>
                </c:pt>
                <c:pt idx="6053">
                  <c:v>2.6406486999999999E-2</c:v>
                </c:pt>
                <c:pt idx="6054">
                  <c:v>2.6480482E-2</c:v>
                </c:pt>
                <c:pt idx="6055">
                  <c:v>2.6541381000000003E-2</c:v>
                </c:pt>
                <c:pt idx="6056">
                  <c:v>2.6300438999999998E-2</c:v>
                </c:pt>
                <c:pt idx="6057">
                  <c:v>2.5659809000000002E-2</c:v>
                </c:pt>
                <c:pt idx="6058">
                  <c:v>2.5990636000000001E-2</c:v>
                </c:pt>
                <c:pt idx="6059">
                  <c:v>2.5900693000000002E-2</c:v>
                </c:pt>
                <c:pt idx="6060">
                  <c:v>2.6036633E-2</c:v>
                </c:pt>
                <c:pt idx="6061">
                  <c:v>2.6184708000000001E-2</c:v>
                </c:pt>
                <c:pt idx="6062">
                  <c:v>2.5927172999999998E-2</c:v>
                </c:pt>
                <c:pt idx="6063">
                  <c:v>2.5927172999999998E-2</c:v>
                </c:pt>
                <c:pt idx="6064">
                  <c:v>2.5310383999999998E-2</c:v>
                </c:pt>
                <c:pt idx="6065">
                  <c:v>2.5695519999999999E-2</c:v>
                </c:pt>
                <c:pt idx="6066">
                  <c:v>2.5661887000000001E-2</c:v>
                </c:pt>
                <c:pt idx="6067">
                  <c:v>2.5499951E-2</c:v>
                </c:pt>
                <c:pt idx="6068">
                  <c:v>2.4974901000000001E-2</c:v>
                </c:pt>
                <c:pt idx="6069">
                  <c:v>2.5054066999999999E-2</c:v>
                </c:pt>
                <c:pt idx="6070">
                  <c:v>2.5097545999999998E-2</c:v>
                </c:pt>
                <c:pt idx="6071">
                  <c:v>2.4360929E-2</c:v>
                </c:pt>
                <c:pt idx="6072">
                  <c:v>2.4932650000000001E-2</c:v>
                </c:pt>
                <c:pt idx="6073">
                  <c:v>2.5488426999999998E-2</c:v>
                </c:pt>
                <c:pt idx="6074">
                  <c:v>2.5794168999999999E-2</c:v>
                </c:pt>
                <c:pt idx="6075">
                  <c:v>2.6212916000000003E-2</c:v>
                </c:pt>
                <c:pt idx="6076">
                  <c:v>2.6265123999999997E-2</c:v>
                </c:pt>
                <c:pt idx="6077">
                  <c:v>2.5809392000000004E-2</c:v>
                </c:pt>
                <c:pt idx="6078">
                  <c:v>2.5884949000000001E-2</c:v>
                </c:pt>
                <c:pt idx="6079">
                  <c:v>2.5691472E-2</c:v>
                </c:pt>
                <c:pt idx="6080">
                  <c:v>2.5515052999999999E-2</c:v>
                </c:pt>
                <c:pt idx="6081">
                  <c:v>2.5675949000000003E-2</c:v>
                </c:pt>
                <c:pt idx="6082">
                  <c:v>2.578652E-2</c:v>
                </c:pt>
                <c:pt idx="6083">
                  <c:v>2.5712006999999999E-2</c:v>
                </c:pt>
                <c:pt idx="6084">
                  <c:v>2.5638762000000002E-2</c:v>
                </c:pt>
                <c:pt idx="6085">
                  <c:v>2.6088862000000001E-2</c:v>
                </c:pt>
                <c:pt idx="6086">
                  <c:v>2.6612238999999999E-2</c:v>
                </c:pt>
                <c:pt idx="6087">
                  <c:v>2.6576409000000002E-2</c:v>
                </c:pt>
                <c:pt idx="6088">
                  <c:v>2.6278681000000002E-2</c:v>
                </c:pt>
                <c:pt idx="6089">
                  <c:v>2.6173106999999998E-2</c:v>
                </c:pt>
                <c:pt idx="6090">
                  <c:v>2.6178698000000004E-2</c:v>
                </c:pt>
                <c:pt idx="6091">
                  <c:v>2.5791030999999999E-2</c:v>
                </c:pt>
                <c:pt idx="6092">
                  <c:v>2.5902730000000002E-2</c:v>
                </c:pt>
                <c:pt idx="6093">
                  <c:v>2.5593675E-2</c:v>
                </c:pt>
                <c:pt idx="6094">
                  <c:v>2.5596422000000001E-2</c:v>
                </c:pt>
                <c:pt idx="6095">
                  <c:v>2.5886566E-2</c:v>
                </c:pt>
                <c:pt idx="6096">
                  <c:v>2.5840159000000001E-2</c:v>
                </c:pt>
                <c:pt idx="6097">
                  <c:v>2.5319731999999998E-2</c:v>
                </c:pt>
                <c:pt idx="6098">
                  <c:v>2.5257597999999999E-2</c:v>
                </c:pt>
                <c:pt idx="6099">
                  <c:v>2.5070258000000002E-2</c:v>
                </c:pt>
                <c:pt idx="6100">
                  <c:v>2.5231337E-2</c:v>
                </c:pt>
                <c:pt idx="6101">
                  <c:v>2.5412087E-2</c:v>
                </c:pt>
                <c:pt idx="6102">
                  <c:v>2.5523598000000002E-2</c:v>
                </c:pt>
                <c:pt idx="6103">
                  <c:v>2.5680531999999999E-2</c:v>
                </c:pt>
                <c:pt idx="6104">
                  <c:v>2.5680531999999999E-2</c:v>
                </c:pt>
                <c:pt idx="6105">
                  <c:v>2.6102339000000002E-2</c:v>
                </c:pt>
                <c:pt idx="6106">
                  <c:v>2.5390573E-2</c:v>
                </c:pt>
                <c:pt idx="6107">
                  <c:v>2.5577771999999999E-2</c:v>
                </c:pt>
                <c:pt idx="6108">
                  <c:v>2.5812061999999997E-2</c:v>
                </c:pt>
                <c:pt idx="6109">
                  <c:v>2.6183348999999998E-2</c:v>
                </c:pt>
                <c:pt idx="6110">
                  <c:v>2.6591699999999996E-2</c:v>
                </c:pt>
                <c:pt idx="6111">
                  <c:v>2.6721069E-2</c:v>
                </c:pt>
                <c:pt idx="6112">
                  <c:v>2.6695355E-2</c:v>
                </c:pt>
                <c:pt idx="6113">
                  <c:v>2.6085752000000004E-2</c:v>
                </c:pt>
                <c:pt idx="6114">
                  <c:v>2.6101398999999997E-2</c:v>
                </c:pt>
                <c:pt idx="6115">
                  <c:v>2.6549029000000002E-2</c:v>
                </c:pt>
                <c:pt idx="6116">
                  <c:v>2.6098059999999999E-2</c:v>
                </c:pt>
                <c:pt idx="6117">
                  <c:v>2.6649829E-2</c:v>
                </c:pt>
                <c:pt idx="6118">
                  <c:v>2.702067E-2</c:v>
                </c:pt>
                <c:pt idx="6119">
                  <c:v>2.6937225999999998E-2</c:v>
                </c:pt>
                <c:pt idx="6120">
                  <c:v>2.7118538999999997E-2</c:v>
                </c:pt>
                <c:pt idx="6121">
                  <c:v>2.7118538999999997E-2</c:v>
                </c:pt>
                <c:pt idx="6122">
                  <c:v>2.6911899E-2</c:v>
                </c:pt>
                <c:pt idx="6123">
                  <c:v>2.6909910999999998E-2</c:v>
                </c:pt>
                <c:pt idx="6124">
                  <c:v>2.7173108000000001E-2</c:v>
                </c:pt>
                <c:pt idx="6125">
                  <c:v>2.7046796999999997E-2</c:v>
                </c:pt>
                <c:pt idx="6126">
                  <c:v>2.6741622E-2</c:v>
                </c:pt>
                <c:pt idx="6127">
                  <c:v>2.6934329000000003E-2</c:v>
                </c:pt>
                <c:pt idx="6128">
                  <c:v>2.6090951999999997E-2</c:v>
                </c:pt>
                <c:pt idx="6129">
                  <c:v>2.6363502999999996E-2</c:v>
                </c:pt>
                <c:pt idx="6130">
                  <c:v>2.655124E-2</c:v>
                </c:pt>
                <c:pt idx="6131">
                  <c:v>2.6418491999999998E-2</c:v>
                </c:pt>
                <c:pt idx="6132">
                  <c:v>2.6418491999999998E-2</c:v>
                </c:pt>
                <c:pt idx="6133">
                  <c:v>2.6343585999999999E-2</c:v>
                </c:pt>
                <c:pt idx="6134">
                  <c:v>2.6104804999999998E-2</c:v>
                </c:pt>
                <c:pt idx="6135">
                  <c:v>2.6233271000000002E-2</c:v>
                </c:pt>
                <c:pt idx="6136">
                  <c:v>2.6139335E-2</c:v>
                </c:pt>
                <c:pt idx="6137">
                  <c:v>2.5973653000000003E-2</c:v>
                </c:pt>
                <c:pt idx="6138">
                  <c:v>2.608311E-2</c:v>
                </c:pt>
                <c:pt idx="6139">
                  <c:v>2.5896897000000002E-2</c:v>
                </c:pt>
                <c:pt idx="6140">
                  <c:v>2.627473E-2</c:v>
                </c:pt>
                <c:pt idx="6141">
                  <c:v>2.6501924000000003E-2</c:v>
                </c:pt>
                <c:pt idx="6142">
                  <c:v>2.6277625999999998E-2</c:v>
                </c:pt>
                <c:pt idx="6143">
                  <c:v>2.6229397999999998E-2</c:v>
                </c:pt>
                <c:pt idx="6144">
                  <c:v>2.6256290000000002E-2</c:v>
                </c:pt>
                <c:pt idx="6145">
                  <c:v>2.6167967E-2</c:v>
                </c:pt>
                <c:pt idx="6146">
                  <c:v>2.6054914000000002E-2</c:v>
                </c:pt>
                <c:pt idx="6147">
                  <c:v>2.6557691000000001E-2</c:v>
                </c:pt>
                <c:pt idx="6148">
                  <c:v>2.6713978999999999E-2</c:v>
                </c:pt>
                <c:pt idx="6149">
                  <c:v>2.6500128000000001E-2</c:v>
                </c:pt>
                <c:pt idx="6150">
                  <c:v>2.6732170999999999E-2</c:v>
                </c:pt>
                <c:pt idx="6151">
                  <c:v>2.6976159999999999E-2</c:v>
                </c:pt>
                <c:pt idx="6152">
                  <c:v>2.7394664999999999E-2</c:v>
                </c:pt>
                <c:pt idx="6153">
                  <c:v>2.8569920999999998E-2</c:v>
                </c:pt>
                <c:pt idx="6154">
                  <c:v>2.9134775000000002E-2</c:v>
                </c:pt>
                <c:pt idx="6155">
                  <c:v>2.8341056999999999E-2</c:v>
                </c:pt>
                <c:pt idx="6156">
                  <c:v>2.7843306999999998E-2</c:v>
                </c:pt>
                <c:pt idx="6157">
                  <c:v>2.7629430999999999E-2</c:v>
                </c:pt>
                <c:pt idx="6158">
                  <c:v>2.7604782999999997E-2</c:v>
                </c:pt>
                <c:pt idx="6159">
                  <c:v>2.7782186E-2</c:v>
                </c:pt>
                <c:pt idx="6160">
                  <c:v>2.7838583E-2</c:v>
                </c:pt>
                <c:pt idx="6161">
                  <c:v>2.7461817000000003E-2</c:v>
                </c:pt>
                <c:pt idx="6162">
                  <c:v>2.6937236E-2</c:v>
                </c:pt>
                <c:pt idx="6163">
                  <c:v>2.6946009999999999E-2</c:v>
                </c:pt>
                <c:pt idx="6164">
                  <c:v>2.6625335999999999E-2</c:v>
                </c:pt>
                <c:pt idx="6165">
                  <c:v>2.6763297999999998E-2</c:v>
                </c:pt>
                <c:pt idx="6166">
                  <c:v>2.6614917000000002E-2</c:v>
                </c:pt>
                <c:pt idx="6167">
                  <c:v>2.6358118999999999E-2</c:v>
                </c:pt>
                <c:pt idx="6168">
                  <c:v>2.6488380000000002E-2</c:v>
                </c:pt>
                <c:pt idx="6169">
                  <c:v>2.6153516000000002E-2</c:v>
                </c:pt>
                <c:pt idx="6170">
                  <c:v>2.6186817000000001E-2</c:v>
                </c:pt>
                <c:pt idx="6171">
                  <c:v>2.6128640000000002E-2</c:v>
                </c:pt>
                <c:pt idx="6172">
                  <c:v>2.6101895000000003E-2</c:v>
                </c:pt>
                <c:pt idx="6173">
                  <c:v>2.5709652999999999E-2</c:v>
                </c:pt>
                <c:pt idx="6174">
                  <c:v>2.5709652999999999E-2</c:v>
                </c:pt>
                <c:pt idx="6175">
                  <c:v>2.6542397999999998E-2</c:v>
                </c:pt>
                <c:pt idx="6176">
                  <c:v>2.7128224999999999E-2</c:v>
                </c:pt>
                <c:pt idx="6177">
                  <c:v>2.6924597000000002E-2</c:v>
                </c:pt>
                <c:pt idx="6178">
                  <c:v>2.6874862000000003E-2</c:v>
                </c:pt>
                <c:pt idx="6179">
                  <c:v>2.7133328999999998E-2</c:v>
                </c:pt>
                <c:pt idx="6180">
                  <c:v>2.7596512E-2</c:v>
                </c:pt>
                <c:pt idx="6181">
                  <c:v>2.7296568000000004E-2</c:v>
                </c:pt>
                <c:pt idx="6182">
                  <c:v>2.6965890000000003E-2</c:v>
                </c:pt>
                <c:pt idx="6183">
                  <c:v>2.6688373999999997E-2</c:v>
                </c:pt>
                <c:pt idx="6184">
                  <c:v>2.6796963E-2</c:v>
                </c:pt>
                <c:pt idx="6185">
                  <c:v>2.6158532000000002E-2</c:v>
                </c:pt>
                <c:pt idx="6186">
                  <c:v>2.5539285000000002E-2</c:v>
                </c:pt>
                <c:pt idx="6187">
                  <c:v>2.5358679000000002E-2</c:v>
                </c:pt>
                <c:pt idx="6188">
                  <c:v>2.5401045000000001E-2</c:v>
                </c:pt>
                <c:pt idx="6189">
                  <c:v>2.5564028999999999E-2</c:v>
                </c:pt>
                <c:pt idx="6190">
                  <c:v>2.5688744000000003E-2</c:v>
                </c:pt>
                <c:pt idx="6191">
                  <c:v>2.5241845000000002E-2</c:v>
                </c:pt>
                <c:pt idx="6192">
                  <c:v>2.5238981000000001E-2</c:v>
                </c:pt>
                <c:pt idx="6193">
                  <c:v>2.5433393000000002E-2</c:v>
                </c:pt>
                <c:pt idx="6194">
                  <c:v>2.5125639000000002E-2</c:v>
                </c:pt>
                <c:pt idx="6195">
                  <c:v>2.5192671999999999E-2</c:v>
                </c:pt>
                <c:pt idx="6196">
                  <c:v>2.5044533000000001E-2</c:v>
                </c:pt>
                <c:pt idx="6197">
                  <c:v>2.4740199000000001E-2</c:v>
                </c:pt>
                <c:pt idx="6198">
                  <c:v>2.4318595999999998E-2</c:v>
                </c:pt>
                <c:pt idx="6199">
                  <c:v>2.4383528999999998E-2</c:v>
                </c:pt>
                <c:pt idx="6200">
                  <c:v>2.4643920999999999E-2</c:v>
                </c:pt>
                <c:pt idx="6201">
                  <c:v>2.4216806E-2</c:v>
                </c:pt>
                <c:pt idx="6202">
                  <c:v>2.4566958999999999E-2</c:v>
                </c:pt>
                <c:pt idx="6203">
                  <c:v>2.4399176000000002E-2</c:v>
                </c:pt>
                <c:pt idx="6204">
                  <c:v>2.4399176000000002E-2</c:v>
                </c:pt>
                <c:pt idx="6205">
                  <c:v>2.4566797000000001E-2</c:v>
                </c:pt>
                <c:pt idx="6206">
                  <c:v>2.4461495999999999E-2</c:v>
                </c:pt>
                <c:pt idx="6207">
                  <c:v>2.3534544000000001E-2</c:v>
                </c:pt>
                <c:pt idx="6208">
                  <c:v>2.3796012999999998E-2</c:v>
                </c:pt>
                <c:pt idx="6209">
                  <c:v>2.3615873999999999E-2</c:v>
                </c:pt>
                <c:pt idx="6210">
                  <c:v>2.4137297000000002E-2</c:v>
                </c:pt>
                <c:pt idx="6211">
                  <c:v>2.4219294999999998E-2</c:v>
                </c:pt>
                <c:pt idx="6212">
                  <c:v>2.4235797E-2</c:v>
                </c:pt>
                <c:pt idx="6213">
                  <c:v>2.3756397000000002E-2</c:v>
                </c:pt>
                <c:pt idx="6214">
                  <c:v>2.3774164E-2</c:v>
                </c:pt>
                <c:pt idx="6215">
                  <c:v>2.3985618E-2</c:v>
                </c:pt>
                <c:pt idx="6216">
                  <c:v>2.3528014E-2</c:v>
                </c:pt>
                <c:pt idx="6217">
                  <c:v>2.4004745000000001E-2</c:v>
                </c:pt>
                <c:pt idx="6218">
                  <c:v>2.3562204E-2</c:v>
                </c:pt>
                <c:pt idx="6219">
                  <c:v>2.4215048999999999E-2</c:v>
                </c:pt>
                <c:pt idx="6220">
                  <c:v>2.4582521999999999E-2</c:v>
                </c:pt>
                <c:pt idx="6221">
                  <c:v>2.3965117000000001E-2</c:v>
                </c:pt>
                <c:pt idx="6222">
                  <c:v>2.3596834000000001E-2</c:v>
                </c:pt>
                <c:pt idx="6223">
                  <c:v>2.3324418999999999E-2</c:v>
                </c:pt>
                <c:pt idx="6224">
                  <c:v>2.3324418999999999E-2</c:v>
                </c:pt>
                <c:pt idx="6225">
                  <c:v>2.2959367000000001E-2</c:v>
                </c:pt>
                <c:pt idx="6226">
                  <c:v>2.2881545E-2</c:v>
                </c:pt>
                <c:pt idx="6227">
                  <c:v>2.3060482E-2</c:v>
                </c:pt>
                <c:pt idx="6228">
                  <c:v>2.3692850000000001E-2</c:v>
                </c:pt>
                <c:pt idx="6229">
                  <c:v>2.4110788000000001E-2</c:v>
                </c:pt>
                <c:pt idx="6230">
                  <c:v>2.3855732000000001E-2</c:v>
                </c:pt>
                <c:pt idx="6231">
                  <c:v>2.3598878E-2</c:v>
                </c:pt>
                <c:pt idx="6232">
                  <c:v>2.3459289999999997E-2</c:v>
                </c:pt>
                <c:pt idx="6233">
                  <c:v>2.3488021000000001E-2</c:v>
                </c:pt>
                <c:pt idx="6234">
                  <c:v>2.4180074999999999E-2</c:v>
                </c:pt>
                <c:pt idx="6235">
                  <c:v>2.4049632000000001E-2</c:v>
                </c:pt>
                <c:pt idx="6236">
                  <c:v>2.4107327000000001E-2</c:v>
                </c:pt>
                <c:pt idx="6237">
                  <c:v>2.4107327000000001E-2</c:v>
                </c:pt>
                <c:pt idx="6238">
                  <c:v>2.4397777999999998E-2</c:v>
                </c:pt>
                <c:pt idx="6239">
                  <c:v>2.4431993999999999E-2</c:v>
                </c:pt>
                <c:pt idx="6240">
                  <c:v>2.4071928999999999E-2</c:v>
                </c:pt>
                <c:pt idx="6241">
                  <c:v>2.4452736999999999E-2</c:v>
                </c:pt>
                <c:pt idx="6242">
                  <c:v>2.4241831999999998E-2</c:v>
                </c:pt>
                <c:pt idx="6243">
                  <c:v>2.4125745000000001E-2</c:v>
                </c:pt>
                <c:pt idx="6244">
                  <c:v>2.3881988999999999E-2</c:v>
                </c:pt>
                <c:pt idx="6245">
                  <c:v>2.3827778000000001E-2</c:v>
                </c:pt>
                <c:pt idx="6246">
                  <c:v>2.3438144000000001E-2</c:v>
                </c:pt>
                <c:pt idx="6247">
                  <c:v>2.3198410999999999E-2</c:v>
                </c:pt>
                <c:pt idx="6248">
                  <c:v>2.3204789999999999E-2</c:v>
                </c:pt>
                <c:pt idx="6249">
                  <c:v>2.3604006E-2</c:v>
                </c:pt>
                <c:pt idx="6250">
                  <c:v>2.3915591E-2</c:v>
                </c:pt>
                <c:pt idx="6251">
                  <c:v>2.3126104000000001E-2</c:v>
                </c:pt>
                <c:pt idx="6252">
                  <c:v>2.4063938E-2</c:v>
                </c:pt>
                <c:pt idx="6253">
                  <c:v>2.4334829999999998E-2</c:v>
                </c:pt>
                <c:pt idx="6254">
                  <c:v>2.4029933E-2</c:v>
                </c:pt>
                <c:pt idx="6255">
                  <c:v>2.4206116E-2</c:v>
                </c:pt>
                <c:pt idx="6256">
                  <c:v>2.4206116E-2</c:v>
                </c:pt>
                <c:pt idx="6257">
                  <c:v>2.4253897999999999E-2</c:v>
                </c:pt>
                <c:pt idx="6258">
                  <c:v>2.3875286999999999E-2</c:v>
                </c:pt>
                <c:pt idx="6259">
                  <c:v>2.4657537E-2</c:v>
                </c:pt>
                <c:pt idx="6260">
                  <c:v>2.3810355999999998E-2</c:v>
                </c:pt>
                <c:pt idx="6261">
                  <c:v>2.3810355999999998E-2</c:v>
                </c:pt>
                <c:pt idx="6262">
                  <c:v>2.3982979000000001E-2</c:v>
                </c:pt>
                <c:pt idx="6263">
                  <c:v>2.3536503E-2</c:v>
                </c:pt>
                <c:pt idx="6264">
                  <c:v>2.3731042000000001E-2</c:v>
                </c:pt>
                <c:pt idx="6265">
                  <c:v>2.3394515000000001E-2</c:v>
                </c:pt>
                <c:pt idx="6266">
                  <c:v>2.39534E-2</c:v>
                </c:pt>
                <c:pt idx="6267">
                  <c:v>2.3603590000000001E-2</c:v>
                </c:pt>
                <c:pt idx="6268">
                  <c:v>2.3668009E-2</c:v>
                </c:pt>
                <c:pt idx="6269">
                  <c:v>2.4057269999999999E-2</c:v>
                </c:pt>
                <c:pt idx="6270">
                  <c:v>2.3955260999999999E-2</c:v>
                </c:pt>
                <c:pt idx="6271">
                  <c:v>2.4019577E-2</c:v>
                </c:pt>
                <c:pt idx="6272">
                  <c:v>2.3982756000000001E-2</c:v>
                </c:pt>
                <c:pt idx="6273">
                  <c:v>2.3780368000000003E-2</c:v>
                </c:pt>
                <c:pt idx="6274">
                  <c:v>2.3780368000000003E-2</c:v>
                </c:pt>
                <c:pt idx="6275">
                  <c:v>2.3767676000000001E-2</c:v>
                </c:pt>
                <c:pt idx="6276">
                  <c:v>2.3330152E-2</c:v>
                </c:pt>
                <c:pt idx="6277">
                  <c:v>2.3388662000000001E-2</c:v>
                </c:pt>
                <c:pt idx="6278">
                  <c:v>2.3406603000000002E-2</c:v>
                </c:pt>
                <c:pt idx="6279">
                  <c:v>2.3988404000000001E-2</c:v>
                </c:pt>
                <c:pt idx="6280">
                  <c:v>2.3870979000000001E-2</c:v>
                </c:pt>
                <c:pt idx="6281">
                  <c:v>2.3683104999999999E-2</c:v>
                </c:pt>
                <c:pt idx="6282">
                  <c:v>2.3505523E-2</c:v>
                </c:pt>
                <c:pt idx="6283">
                  <c:v>2.3533493999999999E-2</c:v>
                </c:pt>
                <c:pt idx="6284">
                  <c:v>2.3826328000000001E-2</c:v>
                </c:pt>
                <c:pt idx="6285">
                  <c:v>2.3927797000000001E-2</c:v>
                </c:pt>
                <c:pt idx="6286">
                  <c:v>2.4025675E-2</c:v>
                </c:pt>
                <c:pt idx="6287">
                  <c:v>2.3928998E-2</c:v>
                </c:pt>
                <c:pt idx="6288">
                  <c:v>2.3758750000000002E-2</c:v>
                </c:pt>
                <c:pt idx="6289">
                  <c:v>2.3723609999999999E-2</c:v>
                </c:pt>
                <c:pt idx="6290">
                  <c:v>2.3807759999999997E-2</c:v>
                </c:pt>
                <c:pt idx="6291">
                  <c:v>2.3499947E-2</c:v>
                </c:pt>
                <c:pt idx="6292">
                  <c:v>2.3717366E-2</c:v>
                </c:pt>
                <c:pt idx="6293">
                  <c:v>2.352104E-2</c:v>
                </c:pt>
                <c:pt idx="6294">
                  <c:v>2.352104E-2</c:v>
                </c:pt>
                <c:pt idx="6295">
                  <c:v>2.3188515E-2</c:v>
                </c:pt>
                <c:pt idx="6296">
                  <c:v>2.3582520999999999E-2</c:v>
                </c:pt>
                <c:pt idx="6297">
                  <c:v>2.3726711000000001E-2</c:v>
                </c:pt>
                <c:pt idx="6298">
                  <c:v>2.4134214000000001E-2</c:v>
                </c:pt>
                <c:pt idx="6299">
                  <c:v>2.4305009999999998E-2</c:v>
                </c:pt>
                <c:pt idx="6300">
                  <c:v>2.4755917999999998E-2</c:v>
                </c:pt>
                <c:pt idx="6301">
                  <c:v>2.4628747999999999E-2</c:v>
                </c:pt>
                <c:pt idx="6302">
                  <c:v>2.4509104E-2</c:v>
                </c:pt>
                <c:pt idx="6303">
                  <c:v>2.4897296999999999E-2</c:v>
                </c:pt>
                <c:pt idx="6304">
                  <c:v>2.5185803E-2</c:v>
                </c:pt>
                <c:pt idx="6305">
                  <c:v>2.4698515000000001E-2</c:v>
                </c:pt>
                <c:pt idx="6306">
                  <c:v>2.4261750000000002E-2</c:v>
                </c:pt>
                <c:pt idx="6307">
                  <c:v>2.4882105999999998E-2</c:v>
                </c:pt>
                <c:pt idx="6308">
                  <c:v>2.4524404999999999E-2</c:v>
                </c:pt>
                <c:pt idx="6309">
                  <c:v>2.5088453E-2</c:v>
                </c:pt>
                <c:pt idx="6310">
                  <c:v>2.4857686E-2</c:v>
                </c:pt>
                <c:pt idx="6311">
                  <c:v>2.4665298000000002E-2</c:v>
                </c:pt>
                <c:pt idx="6312">
                  <c:v>2.5400371000000001E-2</c:v>
                </c:pt>
                <c:pt idx="6313">
                  <c:v>2.4998421E-2</c:v>
                </c:pt>
                <c:pt idx="6314">
                  <c:v>2.4984225000000002E-2</c:v>
                </c:pt>
                <c:pt idx="6315">
                  <c:v>2.5103037000000002E-2</c:v>
                </c:pt>
                <c:pt idx="6316">
                  <c:v>2.5248164E-2</c:v>
                </c:pt>
                <c:pt idx="6317">
                  <c:v>2.4907333E-2</c:v>
                </c:pt>
                <c:pt idx="6318">
                  <c:v>2.5155958999999999E-2</c:v>
                </c:pt>
                <c:pt idx="6319">
                  <c:v>2.4722839999999999E-2</c:v>
                </c:pt>
                <c:pt idx="6320">
                  <c:v>2.4814863E-2</c:v>
                </c:pt>
                <c:pt idx="6321">
                  <c:v>2.479574E-2</c:v>
                </c:pt>
                <c:pt idx="6322">
                  <c:v>2.5139267E-2</c:v>
                </c:pt>
                <c:pt idx="6323">
                  <c:v>2.5941797000000003E-2</c:v>
                </c:pt>
                <c:pt idx="6324">
                  <c:v>2.6224774999999999E-2</c:v>
                </c:pt>
                <c:pt idx="6325">
                  <c:v>2.6103890000000001E-2</c:v>
                </c:pt>
                <c:pt idx="6326">
                  <c:v>2.6016968000000001E-2</c:v>
                </c:pt>
                <c:pt idx="6327">
                  <c:v>2.7450902999999999E-2</c:v>
                </c:pt>
                <c:pt idx="6328">
                  <c:v>2.8746847000000002E-2</c:v>
                </c:pt>
                <c:pt idx="6329">
                  <c:v>2.9150639000000002E-2</c:v>
                </c:pt>
                <c:pt idx="6330">
                  <c:v>2.8587835999999998E-2</c:v>
                </c:pt>
                <c:pt idx="6331">
                  <c:v>2.9416131999999998E-2</c:v>
                </c:pt>
                <c:pt idx="6332">
                  <c:v>2.7962257000000001E-2</c:v>
                </c:pt>
                <c:pt idx="6333">
                  <c:v>2.882289E-2</c:v>
                </c:pt>
                <c:pt idx="6334">
                  <c:v>2.8130162E-2</c:v>
                </c:pt>
                <c:pt idx="6335">
                  <c:v>2.7983345999999999E-2</c:v>
                </c:pt>
                <c:pt idx="6336">
                  <c:v>2.8361543999999999E-2</c:v>
                </c:pt>
                <c:pt idx="6337">
                  <c:v>2.7740958E-2</c:v>
                </c:pt>
                <c:pt idx="6338">
                  <c:v>2.7740958E-2</c:v>
                </c:pt>
                <c:pt idx="6339">
                  <c:v>2.7551227999999997E-2</c:v>
                </c:pt>
                <c:pt idx="6340">
                  <c:v>2.7382759E-2</c:v>
                </c:pt>
                <c:pt idx="6341">
                  <c:v>2.6516352999999999E-2</c:v>
                </c:pt>
                <c:pt idx="6342">
                  <c:v>2.6957887E-2</c:v>
                </c:pt>
                <c:pt idx="6343">
                  <c:v>2.6781758999999999E-2</c:v>
                </c:pt>
                <c:pt idx="6344">
                  <c:v>2.7017543000000002E-2</c:v>
                </c:pt>
                <c:pt idx="6345">
                  <c:v>2.7213602999999999E-2</c:v>
                </c:pt>
                <c:pt idx="6346">
                  <c:v>2.7547600999999998E-2</c:v>
                </c:pt>
                <c:pt idx="6347">
                  <c:v>2.7136416999999999E-2</c:v>
                </c:pt>
                <c:pt idx="6348">
                  <c:v>2.6542257999999999E-2</c:v>
                </c:pt>
                <c:pt idx="6349">
                  <c:v>2.6611881E-2</c:v>
                </c:pt>
                <c:pt idx="6350">
                  <c:v>2.6770992E-2</c:v>
                </c:pt>
                <c:pt idx="6351">
                  <c:v>2.647762E-2</c:v>
                </c:pt>
                <c:pt idx="6352">
                  <c:v>2.5737623000000001E-2</c:v>
                </c:pt>
                <c:pt idx="6353">
                  <c:v>2.5916021000000001E-2</c:v>
                </c:pt>
                <c:pt idx="6354">
                  <c:v>2.4664771999999998E-2</c:v>
                </c:pt>
                <c:pt idx="6355">
                  <c:v>2.4475380000000001E-2</c:v>
                </c:pt>
                <c:pt idx="6356">
                  <c:v>2.4166492000000001E-2</c:v>
                </c:pt>
                <c:pt idx="6357">
                  <c:v>2.4960755000000001E-2</c:v>
                </c:pt>
                <c:pt idx="6358">
                  <c:v>2.4608463000000001E-2</c:v>
                </c:pt>
                <c:pt idx="6359">
                  <c:v>2.4883385000000001E-2</c:v>
                </c:pt>
                <c:pt idx="6360">
                  <c:v>2.4374013999999999E-2</c:v>
                </c:pt>
                <c:pt idx="6361">
                  <c:v>2.3881191999999999E-2</c:v>
                </c:pt>
                <c:pt idx="6362">
                  <c:v>2.4618144000000002E-2</c:v>
                </c:pt>
                <c:pt idx="6363">
                  <c:v>2.4730766000000001E-2</c:v>
                </c:pt>
                <c:pt idx="6364">
                  <c:v>2.4730766000000001E-2</c:v>
                </c:pt>
                <c:pt idx="6365">
                  <c:v>2.4642078000000001E-2</c:v>
                </c:pt>
                <c:pt idx="6366">
                  <c:v>2.4523783E-2</c:v>
                </c:pt>
                <c:pt idx="6367">
                  <c:v>2.4644513E-2</c:v>
                </c:pt>
                <c:pt idx="6368">
                  <c:v>2.4867241000000002E-2</c:v>
                </c:pt>
                <c:pt idx="6369">
                  <c:v>2.4653165000000001E-2</c:v>
                </c:pt>
                <c:pt idx="6370">
                  <c:v>2.4236798E-2</c:v>
                </c:pt>
                <c:pt idx="6371">
                  <c:v>2.4588784999999998E-2</c:v>
                </c:pt>
                <c:pt idx="6372">
                  <c:v>2.4204178999999999E-2</c:v>
                </c:pt>
                <c:pt idx="6373">
                  <c:v>2.3454604E-2</c:v>
                </c:pt>
                <c:pt idx="6374">
                  <c:v>2.3700626999999998E-2</c:v>
                </c:pt>
                <c:pt idx="6375">
                  <c:v>2.3448050000000002E-2</c:v>
                </c:pt>
                <c:pt idx="6376">
                  <c:v>2.3529642E-2</c:v>
                </c:pt>
                <c:pt idx="6377">
                  <c:v>2.3891139000000002E-2</c:v>
                </c:pt>
                <c:pt idx="6378">
                  <c:v>2.3763116000000001E-2</c:v>
                </c:pt>
                <c:pt idx="6379">
                  <c:v>2.3306888000000001E-2</c:v>
                </c:pt>
                <c:pt idx="6380">
                  <c:v>2.3918406E-2</c:v>
                </c:pt>
                <c:pt idx="6381">
                  <c:v>2.3835727000000001E-2</c:v>
                </c:pt>
                <c:pt idx="6382">
                  <c:v>2.3835727000000001E-2</c:v>
                </c:pt>
                <c:pt idx="6383">
                  <c:v>2.4140589E-2</c:v>
                </c:pt>
                <c:pt idx="6384">
                  <c:v>2.4164086000000001E-2</c:v>
                </c:pt>
                <c:pt idx="6385">
                  <c:v>2.3996216000000001E-2</c:v>
                </c:pt>
                <c:pt idx="6386">
                  <c:v>2.4015783999999998E-2</c:v>
                </c:pt>
                <c:pt idx="6387">
                  <c:v>2.4204902E-2</c:v>
                </c:pt>
                <c:pt idx="6388">
                  <c:v>2.3856375999999999E-2</c:v>
                </c:pt>
                <c:pt idx="6389">
                  <c:v>2.4104228000000002E-2</c:v>
                </c:pt>
                <c:pt idx="6390">
                  <c:v>2.3582541000000002E-2</c:v>
                </c:pt>
                <c:pt idx="6391">
                  <c:v>2.3403436E-2</c:v>
                </c:pt>
                <c:pt idx="6392">
                  <c:v>2.2629504000000002E-2</c:v>
                </c:pt>
                <c:pt idx="6393">
                  <c:v>2.2629504000000002E-2</c:v>
                </c:pt>
                <c:pt idx="6394">
                  <c:v>2.2527179000000001E-2</c:v>
                </c:pt>
                <c:pt idx="6395">
                  <c:v>2.2860511E-2</c:v>
                </c:pt>
                <c:pt idx="6396">
                  <c:v>2.302104E-2</c:v>
                </c:pt>
                <c:pt idx="6397">
                  <c:v>2.2876408000000001E-2</c:v>
                </c:pt>
                <c:pt idx="6398">
                  <c:v>2.2614147000000001E-2</c:v>
                </c:pt>
                <c:pt idx="6399">
                  <c:v>2.2725895999999999E-2</c:v>
                </c:pt>
                <c:pt idx="6400">
                  <c:v>2.2363995000000001E-2</c:v>
                </c:pt>
                <c:pt idx="6401">
                  <c:v>2.2832996000000001E-2</c:v>
                </c:pt>
                <c:pt idx="6402">
                  <c:v>2.2717897000000001E-2</c:v>
                </c:pt>
                <c:pt idx="6403">
                  <c:v>2.2681112E-2</c:v>
                </c:pt>
                <c:pt idx="6404">
                  <c:v>2.2580439000000001E-2</c:v>
                </c:pt>
                <c:pt idx="6405">
                  <c:v>2.2781886000000001E-2</c:v>
                </c:pt>
                <c:pt idx="6406">
                  <c:v>2.2427923000000002E-2</c:v>
                </c:pt>
                <c:pt idx="6407">
                  <c:v>2.2282083000000001E-2</c:v>
                </c:pt>
                <c:pt idx="6408">
                  <c:v>2.2370963000000001E-2</c:v>
                </c:pt>
                <c:pt idx="6409">
                  <c:v>2.1883257E-2</c:v>
                </c:pt>
                <c:pt idx="6410">
                  <c:v>2.2445119999999999E-2</c:v>
                </c:pt>
                <c:pt idx="6411">
                  <c:v>2.2046022999999998E-2</c:v>
                </c:pt>
                <c:pt idx="6412">
                  <c:v>2.2096727E-2</c:v>
                </c:pt>
                <c:pt idx="6413">
                  <c:v>2.3474460999999999E-2</c:v>
                </c:pt>
                <c:pt idx="6414">
                  <c:v>2.320359E-2</c:v>
                </c:pt>
                <c:pt idx="6415">
                  <c:v>2.2998155999999999E-2</c:v>
                </c:pt>
                <c:pt idx="6416">
                  <c:v>2.2831052000000001E-2</c:v>
                </c:pt>
                <c:pt idx="6417">
                  <c:v>2.2510098999999999E-2</c:v>
                </c:pt>
                <c:pt idx="6418">
                  <c:v>2.2192148000000002E-2</c:v>
                </c:pt>
                <c:pt idx="6419">
                  <c:v>2.2027484E-2</c:v>
                </c:pt>
                <c:pt idx="6420">
                  <c:v>2.1816473999999999E-2</c:v>
                </c:pt>
                <c:pt idx="6421">
                  <c:v>2.1696442E-2</c:v>
                </c:pt>
                <c:pt idx="6422">
                  <c:v>2.1290238999999999E-2</c:v>
                </c:pt>
                <c:pt idx="6423">
                  <c:v>2.1083281999999998E-2</c:v>
                </c:pt>
                <c:pt idx="6424">
                  <c:v>2.0984039000000003E-2</c:v>
                </c:pt>
                <c:pt idx="6425">
                  <c:v>2.1123741999999997E-2</c:v>
                </c:pt>
                <c:pt idx="6426">
                  <c:v>2.1502011999999997E-2</c:v>
                </c:pt>
                <c:pt idx="6427">
                  <c:v>2.1462248E-2</c:v>
                </c:pt>
                <c:pt idx="6428">
                  <c:v>2.1740097E-2</c:v>
                </c:pt>
                <c:pt idx="6429">
                  <c:v>2.1555946999999999E-2</c:v>
                </c:pt>
                <c:pt idx="6430">
                  <c:v>2.1898089999999999E-2</c:v>
                </c:pt>
                <c:pt idx="6431">
                  <c:v>2.2203126E-2</c:v>
                </c:pt>
                <c:pt idx="6432">
                  <c:v>2.2081198999999999E-2</c:v>
                </c:pt>
                <c:pt idx="6433">
                  <c:v>2.2032059E-2</c:v>
                </c:pt>
                <c:pt idx="6434">
                  <c:v>2.2032059E-2</c:v>
                </c:pt>
                <c:pt idx="6435">
                  <c:v>2.2246497E-2</c:v>
                </c:pt>
                <c:pt idx="6436">
                  <c:v>2.2349638999999998E-2</c:v>
                </c:pt>
                <c:pt idx="6437">
                  <c:v>2.2398717999999998E-2</c:v>
                </c:pt>
                <c:pt idx="6438">
                  <c:v>2.2293435E-2</c:v>
                </c:pt>
                <c:pt idx="6439">
                  <c:v>2.257727E-2</c:v>
                </c:pt>
                <c:pt idx="6440">
                  <c:v>2.2242082E-2</c:v>
                </c:pt>
                <c:pt idx="6441">
                  <c:v>2.2055475999999997E-2</c:v>
                </c:pt>
                <c:pt idx="6442">
                  <c:v>2.1701363000000001E-2</c:v>
                </c:pt>
                <c:pt idx="6443">
                  <c:v>2.1428035000000002E-2</c:v>
                </c:pt>
                <c:pt idx="6444">
                  <c:v>2.1519984999999998E-2</c:v>
                </c:pt>
                <c:pt idx="6445">
                  <c:v>2.1441663999999999E-2</c:v>
                </c:pt>
                <c:pt idx="6446">
                  <c:v>2.1106584000000001E-2</c:v>
                </c:pt>
                <c:pt idx="6447">
                  <c:v>2.0963884999999998E-2</c:v>
                </c:pt>
                <c:pt idx="6448">
                  <c:v>2.1207152E-2</c:v>
                </c:pt>
                <c:pt idx="6449">
                  <c:v>2.090477E-2</c:v>
                </c:pt>
                <c:pt idx="6450">
                  <c:v>2.1014093000000001E-2</c:v>
                </c:pt>
                <c:pt idx="6451">
                  <c:v>2.0572155000000002E-2</c:v>
                </c:pt>
                <c:pt idx="6452">
                  <c:v>2.0745197E-2</c:v>
                </c:pt>
                <c:pt idx="6453">
                  <c:v>2.0791305E-2</c:v>
                </c:pt>
                <c:pt idx="6454">
                  <c:v>2.0980711999999999E-2</c:v>
                </c:pt>
                <c:pt idx="6455">
                  <c:v>2.0894482999999998E-2</c:v>
                </c:pt>
                <c:pt idx="6456">
                  <c:v>2.1252575999999999E-2</c:v>
                </c:pt>
                <c:pt idx="6457">
                  <c:v>2.1153772000000001E-2</c:v>
                </c:pt>
                <c:pt idx="6458">
                  <c:v>2.0760654999999999E-2</c:v>
                </c:pt>
                <c:pt idx="6459">
                  <c:v>2.0600756000000001E-2</c:v>
                </c:pt>
                <c:pt idx="6460">
                  <c:v>2.095791E-2</c:v>
                </c:pt>
                <c:pt idx="6461">
                  <c:v>2.0901711999999999E-2</c:v>
                </c:pt>
                <c:pt idx="6462">
                  <c:v>2.0836143000000001E-2</c:v>
                </c:pt>
                <c:pt idx="6463">
                  <c:v>2.1929048999999999E-2</c:v>
                </c:pt>
                <c:pt idx="6464">
                  <c:v>2.1929048999999999E-2</c:v>
                </c:pt>
                <c:pt idx="6465">
                  <c:v>2.2204988000000002E-2</c:v>
                </c:pt>
                <c:pt idx="6466">
                  <c:v>2.1685714999999998E-2</c:v>
                </c:pt>
                <c:pt idx="6467">
                  <c:v>2.1993714000000001E-2</c:v>
                </c:pt>
                <c:pt idx="6468">
                  <c:v>2.1825426999999998E-2</c:v>
                </c:pt>
                <c:pt idx="6469">
                  <c:v>2.1752963E-2</c:v>
                </c:pt>
                <c:pt idx="6470">
                  <c:v>2.1451623E-2</c:v>
                </c:pt>
                <c:pt idx="6471">
                  <c:v>2.1537743000000002E-2</c:v>
                </c:pt>
                <c:pt idx="6472">
                  <c:v>2.1211087999999999E-2</c:v>
                </c:pt>
                <c:pt idx="6473">
                  <c:v>2.1119524000000001E-2</c:v>
                </c:pt>
                <c:pt idx="6474">
                  <c:v>2.0743329000000001E-2</c:v>
                </c:pt>
                <c:pt idx="6475">
                  <c:v>2.0725488E-2</c:v>
                </c:pt>
                <c:pt idx="6476">
                  <c:v>1.9848504999999999E-2</c:v>
                </c:pt>
                <c:pt idx="6477">
                  <c:v>2.0082946000000001E-2</c:v>
                </c:pt>
                <c:pt idx="6478">
                  <c:v>2.0013756000000001E-2</c:v>
                </c:pt>
                <c:pt idx="6479">
                  <c:v>2.0118713999999999E-2</c:v>
                </c:pt>
                <c:pt idx="6480">
                  <c:v>2.0575292999999998E-2</c:v>
                </c:pt>
                <c:pt idx="6481">
                  <c:v>2.0184064000000002E-2</c:v>
                </c:pt>
                <c:pt idx="6482">
                  <c:v>2.0623443000000002E-2</c:v>
                </c:pt>
                <c:pt idx="6483">
                  <c:v>2.0749059E-2</c:v>
                </c:pt>
                <c:pt idx="6484">
                  <c:v>2.0432003000000001E-2</c:v>
                </c:pt>
                <c:pt idx="6485">
                  <c:v>2.0432003000000001E-2</c:v>
                </c:pt>
                <c:pt idx="6486">
                  <c:v>2.0543081000000001E-2</c:v>
                </c:pt>
                <c:pt idx="6487">
                  <c:v>2.0236769000000002E-2</c:v>
                </c:pt>
                <c:pt idx="6488">
                  <c:v>2.0283037E-2</c:v>
                </c:pt>
                <c:pt idx="6489">
                  <c:v>2.0362810999999998E-2</c:v>
                </c:pt>
                <c:pt idx="6490">
                  <c:v>2.0568103000000001E-2</c:v>
                </c:pt>
                <c:pt idx="6491">
                  <c:v>2.0503994000000001E-2</c:v>
                </c:pt>
                <c:pt idx="6492">
                  <c:v>2.0757855000000002E-2</c:v>
                </c:pt>
                <c:pt idx="6493">
                  <c:v>2.1143829999999999E-2</c:v>
                </c:pt>
                <c:pt idx="6494">
                  <c:v>2.1211844000000001E-2</c:v>
                </c:pt>
                <c:pt idx="6495">
                  <c:v>2.137008E-2</c:v>
                </c:pt>
                <c:pt idx="6496">
                  <c:v>2.1267205000000001E-2</c:v>
                </c:pt>
                <c:pt idx="6497">
                  <c:v>2.1267205000000001E-2</c:v>
                </c:pt>
                <c:pt idx="6498">
                  <c:v>2.0933845999999999E-2</c:v>
                </c:pt>
                <c:pt idx="6499">
                  <c:v>2.0602237999999998E-2</c:v>
                </c:pt>
                <c:pt idx="6500">
                  <c:v>2.0523209000000001E-2</c:v>
                </c:pt>
                <c:pt idx="6501">
                  <c:v>2.03938E-2</c:v>
                </c:pt>
                <c:pt idx="6502">
                  <c:v>2.0074261999999999E-2</c:v>
                </c:pt>
                <c:pt idx="6503">
                  <c:v>1.9842587000000002E-2</c:v>
                </c:pt>
                <c:pt idx="6504">
                  <c:v>2.0004966999999999E-2</c:v>
                </c:pt>
                <c:pt idx="6505">
                  <c:v>2.0140528000000001E-2</c:v>
                </c:pt>
                <c:pt idx="6506">
                  <c:v>2.0341305E-2</c:v>
                </c:pt>
                <c:pt idx="6507">
                  <c:v>2.0090085000000001E-2</c:v>
                </c:pt>
                <c:pt idx="6508">
                  <c:v>1.9747980999999998E-2</c:v>
                </c:pt>
                <c:pt idx="6509">
                  <c:v>1.9581732000000001E-2</c:v>
                </c:pt>
                <c:pt idx="6510">
                  <c:v>1.9849448000000002E-2</c:v>
                </c:pt>
                <c:pt idx="6511">
                  <c:v>1.9870410000000002E-2</c:v>
                </c:pt>
                <c:pt idx="6512">
                  <c:v>1.9965860000000002E-2</c:v>
                </c:pt>
                <c:pt idx="6513">
                  <c:v>1.9663387000000001E-2</c:v>
                </c:pt>
                <c:pt idx="6514">
                  <c:v>1.9529838000000001E-2</c:v>
                </c:pt>
                <c:pt idx="6515">
                  <c:v>1.9552088000000002E-2</c:v>
                </c:pt>
                <c:pt idx="6516">
                  <c:v>1.9791409999999999E-2</c:v>
                </c:pt>
                <c:pt idx="6517">
                  <c:v>1.9791409999999999E-2</c:v>
                </c:pt>
                <c:pt idx="6518">
                  <c:v>1.9756176E-2</c:v>
                </c:pt>
                <c:pt idx="6519">
                  <c:v>1.9880458E-2</c:v>
                </c:pt>
                <c:pt idx="6520">
                  <c:v>1.9781455E-2</c:v>
                </c:pt>
                <c:pt idx="6521">
                  <c:v>1.9496693999999998E-2</c:v>
                </c:pt>
                <c:pt idx="6522">
                  <c:v>1.9496693999999998E-2</c:v>
                </c:pt>
                <c:pt idx="6523">
                  <c:v>1.9352030999999999E-2</c:v>
                </c:pt>
                <c:pt idx="6524">
                  <c:v>1.9882332999999999E-2</c:v>
                </c:pt>
                <c:pt idx="6525">
                  <c:v>1.9990644000000002E-2</c:v>
                </c:pt>
                <c:pt idx="6526">
                  <c:v>2.0202345E-2</c:v>
                </c:pt>
                <c:pt idx="6527">
                  <c:v>2.0227320999999999E-2</c:v>
                </c:pt>
                <c:pt idx="6528">
                  <c:v>2.0333806000000003E-2</c:v>
                </c:pt>
                <c:pt idx="6529">
                  <c:v>2.0253752E-2</c:v>
                </c:pt>
                <c:pt idx="6530">
                  <c:v>2.0304994999999999E-2</c:v>
                </c:pt>
                <c:pt idx="6531">
                  <c:v>2.0594065000000002E-2</c:v>
                </c:pt>
                <c:pt idx="6532">
                  <c:v>2.0147643999999999E-2</c:v>
                </c:pt>
                <c:pt idx="6533">
                  <c:v>1.983832E-2</c:v>
                </c:pt>
                <c:pt idx="6534">
                  <c:v>1.983832E-2</c:v>
                </c:pt>
                <c:pt idx="6535">
                  <c:v>1.9991082E-2</c:v>
                </c:pt>
                <c:pt idx="6536">
                  <c:v>1.9948739E-2</c:v>
                </c:pt>
                <c:pt idx="6537">
                  <c:v>1.9661607000000001E-2</c:v>
                </c:pt>
                <c:pt idx="6538">
                  <c:v>1.9717959E-2</c:v>
                </c:pt>
                <c:pt idx="6539">
                  <c:v>1.9653278999999999E-2</c:v>
                </c:pt>
                <c:pt idx="6540">
                  <c:v>1.9509465E-2</c:v>
                </c:pt>
                <c:pt idx="6541">
                  <c:v>1.9531258999999999E-2</c:v>
                </c:pt>
                <c:pt idx="6542">
                  <c:v>1.9748398E-2</c:v>
                </c:pt>
                <c:pt idx="6543">
                  <c:v>1.9752314999999999E-2</c:v>
                </c:pt>
                <c:pt idx="6544">
                  <c:v>1.9484688E-2</c:v>
                </c:pt>
                <c:pt idx="6545">
                  <c:v>1.9664267000000003E-2</c:v>
                </c:pt>
                <c:pt idx="6546">
                  <c:v>1.9494477E-2</c:v>
                </c:pt>
                <c:pt idx="6547">
                  <c:v>2.0200594000000002E-2</c:v>
                </c:pt>
                <c:pt idx="6548">
                  <c:v>1.9920410999999999E-2</c:v>
                </c:pt>
                <c:pt idx="6549">
                  <c:v>1.9800000000000002E-2</c:v>
                </c:pt>
                <c:pt idx="6550">
                  <c:v>1.9900000000000001E-2</c:v>
                </c:pt>
                <c:pt idx="6551">
                  <c:v>1.9599999999999999E-2</c:v>
                </c:pt>
                <c:pt idx="6552">
                  <c:v>2.01E-2</c:v>
                </c:pt>
                <c:pt idx="6553">
                  <c:v>2.0299999999999999E-2</c:v>
                </c:pt>
                <c:pt idx="6554">
                  <c:v>2.0299999999999999E-2</c:v>
                </c:pt>
                <c:pt idx="6555">
                  <c:v>0.02</c:v>
                </c:pt>
                <c:pt idx="6556">
                  <c:v>1.9800000000000002E-2</c:v>
                </c:pt>
                <c:pt idx="6557">
                  <c:v>0.02</c:v>
                </c:pt>
                <c:pt idx="6558">
                  <c:v>1.9900000000000001E-2</c:v>
                </c:pt>
                <c:pt idx="6559">
                  <c:v>2.0199999999999999E-2</c:v>
                </c:pt>
                <c:pt idx="6560">
                  <c:v>2.0299999999999999E-2</c:v>
                </c:pt>
                <c:pt idx="6561">
                  <c:v>2.01E-2</c:v>
                </c:pt>
                <c:pt idx="6562">
                  <c:v>2.0500000000000001E-2</c:v>
                </c:pt>
                <c:pt idx="6563">
                  <c:v>2.12E-2</c:v>
                </c:pt>
                <c:pt idx="6564">
                  <c:v>2.12E-2</c:v>
                </c:pt>
                <c:pt idx="6565">
                  <c:v>2.18E-2</c:v>
                </c:pt>
                <c:pt idx="6566">
                  <c:v>2.1000000000000001E-2</c:v>
                </c:pt>
                <c:pt idx="6567">
                  <c:v>2.0899999999999998E-2</c:v>
                </c:pt>
                <c:pt idx="6568">
                  <c:v>2.1600000000000001E-2</c:v>
                </c:pt>
                <c:pt idx="6569">
                  <c:v>2.2499999999999999E-2</c:v>
                </c:pt>
                <c:pt idx="6570">
                  <c:v>2.1100000000000001E-2</c:v>
                </c:pt>
                <c:pt idx="6571">
                  <c:v>2.0799999999999999E-2</c:v>
                </c:pt>
                <c:pt idx="6572">
                  <c:v>2.12E-2</c:v>
                </c:pt>
                <c:pt idx="6573">
                  <c:v>2.1700000000000001E-2</c:v>
                </c:pt>
                <c:pt idx="6574">
                  <c:v>2.23E-2</c:v>
                </c:pt>
                <c:pt idx="6575">
                  <c:v>2.2200000000000001E-2</c:v>
                </c:pt>
                <c:pt idx="6576">
                  <c:v>2.1899999999999999E-2</c:v>
                </c:pt>
                <c:pt idx="6577">
                  <c:v>2.29E-2</c:v>
                </c:pt>
                <c:pt idx="6578">
                  <c:v>2.2800000000000001E-2</c:v>
                </c:pt>
                <c:pt idx="6579">
                  <c:v>2.29E-2</c:v>
                </c:pt>
                <c:pt idx="6580">
                  <c:v>2.2700000000000001E-2</c:v>
                </c:pt>
                <c:pt idx="6581">
                  <c:v>2.24E-2</c:v>
                </c:pt>
                <c:pt idx="6582">
                  <c:v>2.2200000000000001E-2</c:v>
                </c:pt>
                <c:pt idx="6583">
                  <c:v>2.3099999999999999E-2</c:v>
                </c:pt>
                <c:pt idx="6584">
                  <c:v>2.3800000000000002E-2</c:v>
                </c:pt>
                <c:pt idx="6585">
                  <c:v>2.3699999999999999E-2</c:v>
                </c:pt>
                <c:pt idx="6586">
                  <c:v>2.2800000000000001E-2</c:v>
                </c:pt>
                <c:pt idx="6587">
                  <c:v>2.3199999999999998E-2</c:v>
                </c:pt>
                <c:pt idx="6588">
                  <c:v>2.3E-2</c:v>
                </c:pt>
                <c:pt idx="6589">
                  <c:v>2.3E-2</c:v>
                </c:pt>
                <c:pt idx="6590">
                  <c:v>2.3300000000000001E-2</c:v>
                </c:pt>
                <c:pt idx="6591">
                  <c:v>2.1499999999999998E-2</c:v>
                </c:pt>
                <c:pt idx="6592">
                  <c:v>2.1600000000000001E-2</c:v>
                </c:pt>
                <c:pt idx="6593">
                  <c:v>2.1000000000000001E-2</c:v>
                </c:pt>
                <c:pt idx="6594">
                  <c:v>2.1100000000000001E-2</c:v>
                </c:pt>
                <c:pt idx="6595">
                  <c:v>2.06E-2</c:v>
                </c:pt>
                <c:pt idx="6596">
                  <c:v>2.0299999999999999E-2</c:v>
                </c:pt>
                <c:pt idx="6597">
                  <c:v>2.0299999999999999E-2</c:v>
                </c:pt>
                <c:pt idx="6598">
                  <c:v>2.0199999999999999E-2</c:v>
                </c:pt>
                <c:pt idx="6599">
                  <c:v>2.0199999999999999E-2</c:v>
                </c:pt>
                <c:pt idx="6600">
                  <c:v>0.02</c:v>
                </c:pt>
                <c:pt idx="6601">
                  <c:v>1.9900000000000001E-2</c:v>
                </c:pt>
                <c:pt idx="6602">
                  <c:v>2.01E-2</c:v>
                </c:pt>
                <c:pt idx="6603">
                  <c:v>2.0400000000000001E-2</c:v>
                </c:pt>
                <c:pt idx="6604">
                  <c:v>2.0299999999999999E-2</c:v>
                </c:pt>
                <c:pt idx="6605">
                  <c:v>2.06E-2</c:v>
                </c:pt>
                <c:pt idx="6606">
                  <c:v>0.02</c:v>
                </c:pt>
                <c:pt idx="6607">
                  <c:v>2.0400000000000001E-2</c:v>
                </c:pt>
                <c:pt idx="6608">
                  <c:v>2.01E-2</c:v>
                </c:pt>
                <c:pt idx="6609">
                  <c:v>1.9900000000000001E-2</c:v>
                </c:pt>
                <c:pt idx="6610">
                  <c:v>0.02</c:v>
                </c:pt>
                <c:pt idx="6611">
                  <c:v>1.9699999999999999E-2</c:v>
                </c:pt>
                <c:pt idx="6612">
                  <c:v>1.95E-2</c:v>
                </c:pt>
                <c:pt idx="6613">
                  <c:v>1.9699999999999999E-2</c:v>
                </c:pt>
                <c:pt idx="6614">
                  <c:v>1.95E-2</c:v>
                </c:pt>
                <c:pt idx="6615">
                  <c:v>1.95E-2</c:v>
                </c:pt>
                <c:pt idx="6616">
                  <c:v>1.9599999999999999E-2</c:v>
                </c:pt>
                <c:pt idx="6617">
                  <c:v>1.9400000000000001E-2</c:v>
                </c:pt>
                <c:pt idx="6618">
                  <c:v>1.95E-2</c:v>
                </c:pt>
                <c:pt idx="6619">
                  <c:v>0.02</c:v>
                </c:pt>
                <c:pt idx="6620">
                  <c:v>0.02</c:v>
                </c:pt>
                <c:pt idx="6621">
                  <c:v>2.0199999999999999E-2</c:v>
                </c:pt>
                <c:pt idx="6622">
                  <c:v>2.0199999999999999E-2</c:v>
                </c:pt>
                <c:pt idx="6623">
                  <c:v>1.9900000000000001E-2</c:v>
                </c:pt>
                <c:pt idx="6624">
                  <c:v>1.9900000000000001E-2</c:v>
                </c:pt>
                <c:pt idx="6625">
                  <c:v>0.02</c:v>
                </c:pt>
                <c:pt idx="6626">
                  <c:v>1.9699999999999999E-2</c:v>
                </c:pt>
                <c:pt idx="6627">
                  <c:v>1.9599999999999999E-2</c:v>
                </c:pt>
                <c:pt idx="6628">
                  <c:v>1.95E-2</c:v>
                </c:pt>
                <c:pt idx="6629">
                  <c:v>1.95E-2</c:v>
                </c:pt>
                <c:pt idx="6630">
                  <c:v>1.9199999999999998E-2</c:v>
                </c:pt>
                <c:pt idx="6631">
                  <c:v>1.9199999999999998E-2</c:v>
                </c:pt>
                <c:pt idx="6632">
                  <c:v>1.9199999999999998E-2</c:v>
                </c:pt>
                <c:pt idx="6633">
                  <c:v>1.9199999999999998E-2</c:v>
                </c:pt>
                <c:pt idx="6634">
                  <c:v>1.9300000000000001E-2</c:v>
                </c:pt>
                <c:pt idx="6635">
                  <c:v>1.95E-2</c:v>
                </c:pt>
                <c:pt idx="6636">
                  <c:v>1.9400000000000001E-2</c:v>
                </c:pt>
                <c:pt idx="6637">
                  <c:v>1.9800000000000002E-2</c:v>
                </c:pt>
                <c:pt idx="6638">
                  <c:v>1.9E-2</c:v>
                </c:pt>
                <c:pt idx="6639">
                  <c:v>1.84E-2</c:v>
                </c:pt>
                <c:pt idx="6640">
                  <c:v>1.8700000000000001E-2</c:v>
                </c:pt>
                <c:pt idx="6641">
                  <c:v>1.8499999999999999E-2</c:v>
                </c:pt>
                <c:pt idx="6642">
                  <c:v>1.8800000000000001E-2</c:v>
                </c:pt>
                <c:pt idx="6643">
                  <c:v>1.8800000000000001E-2</c:v>
                </c:pt>
                <c:pt idx="6644">
                  <c:v>1.8599999999999998E-2</c:v>
                </c:pt>
                <c:pt idx="6645">
                  <c:v>1.9E-2</c:v>
                </c:pt>
                <c:pt idx="6646">
                  <c:v>1.95E-2</c:v>
                </c:pt>
                <c:pt idx="6647">
                  <c:v>1.9400000000000001E-2</c:v>
                </c:pt>
                <c:pt idx="6648">
                  <c:v>1.9699999999999999E-2</c:v>
                </c:pt>
                <c:pt idx="6649">
                  <c:v>1.9699999999999999E-2</c:v>
                </c:pt>
                <c:pt idx="6650">
                  <c:v>1.9400000000000001E-2</c:v>
                </c:pt>
                <c:pt idx="6651">
                  <c:v>1.95E-2</c:v>
                </c:pt>
                <c:pt idx="6652">
                  <c:v>1.9599999999999999E-2</c:v>
                </c:pt>
                <c:pt idx="6653">
                  <c:v>1.9599999999999999E-2</c:v>
                </c:pt>
                <c:pt idx="6654">
                  <c:v>1.95E-2</c:v>
                </c:pt>
                <c:pt idx="6655">
                  <c:v>1.9E-2</c:v>
                </c:pt>
                <c:pt idx="6656">
                  <c:v>1.95E-2</c:v>
                </c:pt>
                <c:pt idx="6657">
                  <c:v>1.9400000000000001E-2</c:v>
                </c:pt>
                <c:pt idx="6658">
                  <c:v>1.9199999999999998E-2</c:v>
                </c:pt>
                <c:pt idx="6659">
                  <c:v>1.9099999999999999E-2</c:v>
                </c:pt>
                <c:pt idx="6660">
                  <c:v>1.95E-2</c:v>
                </c:pt>
                <c:pt idx="6661">
                  <c:v>1.9599999999999999E-2</c:v>
                </c:pt>
                <c:pt idx="6662">
                  <c:v>1.9800000000000002E-2</c:v>
                </c:pt>
                <c:pt idx="6663">
                  <c:v>1.9800000000000002E-2</c:v>
                </c:pt>
                <c:pt idx="6664">
                  <c:v>1.9599999999999999E-2</c:v>
                </c:pt>
                <c:pt idx="6665">
                  <c:v>1.95E-2</c:v>
                </c:pt>
                <c:pt idx="6666">
                  <c:v>1.95E-2</c:v>
                </c:pt>
                <c:pt idx="6667">
                  <c:v>0.02</c:v>
                </c:pt>
                <c:pt idx="6668">
                  <c:v>2.0199999999999999E-2</c:v>
                </c:pt>
                <c:pt idx="6669">
                  <c:v>0.02</c:v>
                </c:pt>
                <c:pt idx="6670">
                  <c:v>2.0500000000000001E-2</c:v>
                </c:pt>
                <c:pt idx="6671">
                  <c:v>0.02</c:v>
                </c:pt>
                <c:pt idx="6672">
                  <c:v>2.0500000000000001E-2</c:v>
                </c:pt>
                <c:pt idx="6673">
                  <c:v>2.0277006300000001E-2</c:v>
                </c:pt>
                <c:pt idx="6674">
                  <c:v>1.9900000000000001E-2</c:v>
                </c:pt>
                <c:pt idx="6675">
                  <c:v>2.0030327600000002E-2</c:v>
                </c:pt>
                <c:pt idx="6676">
                  <c:v>1.9803681900000002E-2</c:v>
                </c:pt>
                <c:pt idx="6677">
                  <c:v>1.95517394E-2</c:v>
                </c:pt>
                <c:pt idx="6678">
                  <c:v>1.9653291600000001E-2</c:v>
                </c:pt>
                <c:pt idx="6679">
                  <c:v>1.9281980899999999E-2</c:v>
                </c:pt>
                <c:pt idx="6680">
                  <c:v>1.95614746E-2</c:v>
                </c:pt>
                <c:pt idx="6681">
                  <c:v>1.9539779100000002E-2</c:v>
                </c:pt>
                <c:pt idx="6682">
                  <c:v>1.9613986199999999E-2</c:v>
                </c:pt>
                <c:pt idx="6683">
                  <c:v>1.9434025099999998E-2</c:v>
                </c:pt>
                <c:pt idx="6684">
                  <c:v>1.9385512399999999E-2</c:v>
                </c:pt>
                <c:pt idx="6685">
                  <c:v>2.01031128E-2</c:v>
                </c:pt>
                <c:pt idx="6686">
                  <c:v>2.0286232300000002E-2</c:v>
                </c:pt>
                <c:pt idx="6687">
                  <c:v>2.0015527800000002E-2</c:v>
                </c:pt>
                <c:pt idx="6688">
                  <c:v>1.9811707500000001E-2</c:v>
                </c:pt>
                <c:pt idx="6689">
                  <c:v>1.9959914200000001E-2</c:v>
                </c:pt>
                <c:pt idx="6690">
                  <c:v>2.02948503E-2</c:v>
                </c:pt>
                <c:pt idx="6691">
                  <c:v>2.00636675E-2</c:v>
                </c:pt>
                <c:pt idx="6692">
                  <c:v>1.9834459699999998E-2</c:v>
                </c:pt>
                <c:pt idx="6693">
                  <c:v>1.9443275499999999E-2</c:v>
                </c:pt>
                <c:pt idx="6694">
                  <c:v>1.9400000000000001E-2</c:v>
                </c:pt>
                <c:pt idx="6695">
                  <c:v>1.9602629E-2</c:v>
                </c:pt>
                <c:pt idx="6696">
                  <c:v>1.9921228199999998E-2</c:v>
                </c:pt>
                <c:pt idx="6697">
                  <c:v>1.9674138800000001E-2</c:v>
                </c:pt>
                <c:pt idx="6698">
                  <c:v>1.7164622299999998E-2</c:v>
                </c:pt>
                <c:pt idx="6699">
                  <c:v>1.7164622299999998E-2</c:v>
                </c:pt>
                <c:pt idx="6700">
                  <c:v>1.72489589E-2</c:v>
                </c:pt>
                <c:pt idx="6701">
                  <c:v>1.71966047E-2</c:v>
                </c:pt>
                <c:pt idx="6702">
                  <c:v>1.69324205E-2</c:v>
                </c:pt>
                <c:pt idx="6703">
                  <c:v>1.6937940000000002E-2</c:v>
                </c:pt>
                <c:pt idx="6704">
                  <c:v>1.7421328100000001E-2</c:v>
                </c:pt>
                <c:pt idx="6705">
                  <c:v>1.76479464E-2</c:v>
                </c:pt>
                <c:pt idx="6706">
                  <c:v>1.7328427699999999E-2</c:v>
                </c:pt>
                <c:pt idx="6707">
                  <c:v>1.7624707600000001E-2</c:v>
                </c:pt>
                <c:pt idx="6708">
                  <c:v>1.71322078E-2</c:v>
                </c:pt>
                <c:pt idx="6709">
                  <c:v>1.7284816499999998E-2</c:v>
                </c:pt>
                <c:pt idx="6710">
                  <c:v>1.70790618E-2</c:v>
                </c:pt>
                <c:pt idx="6711">
                  <c:v>1.6769620800000003E-2</c:v>
                </c:pt>
                <c:pt idx="6712">
                  <c:v>1.69578206E-2</c:v>
                </c:pt>
                <c:pt idx="6713">
                  <c:v>1.7961258900000002E-2</c:v>
                </c:pt>
                <c:pt idx="6714">
                  <c:v>1.85035128E-2</c:v>
                </c:pt>
                <c:pt idx="6715">
                  <c:v>1.8398522299999998E-2</c:v>
                </c:pt>
                <c:pt idx="6716">
                  <c:v>1.8595027099999998E-2</c:v>
                </c:pt>
                <c:pt idx="6717">
                  <c:v>1.9962312100000001E-2</c:v>
                </c:pt>
                <c:pt idx="6718">
                  <c:v>1.9516424000000001E-2</c:v>
                </c:pt>
                <c:pt idx="6719">
                  <c:v>1.94350605E-2</c:v>
                </c:pt>
                <c:pt idx="6720">
                  <c:v>1.85912838E-2</c:v>
                </c:pt>
                <c:pt idx="6721">
                  <c:v>1.9056705400000002E-2</c:v>
                </c:pt>
                <c:pt idx="6722">
                  <c:v>1.9426797199999998E-2</c:v>
                </c:pt>
                <c:pt idx="6723">
                  <c:v>1.8734819E-2</c:v>
                </c:pt>
                <c:pt idx="6724">
                  <c:v>1.8734819E-2</c:v>
                </c:pt>
                <c:pt idx="6725">
                  <c:v>1.8707065600000003E-2</c:v>
                </c:pt>
                <c:pt idx="6726">
                  <c:v>1.9203842299999999E-2</c:v>
                </c:pt>
                <c:pt idx="6727">
                  <c:v>1.9153159400000001E-2</c:v>
                </c:pt>
                <c:pt idx="6728">
                  <c:v>1.9338935599999999E-2</c:v>
                </c:pt>
                <c:pt idx="6729">
                  <c:v>1.94096941E-2</c:v>
                </c:pt>
                <c:pt idx="6730">
                  <c:v>1.98890153E-2</c:v>
                </c:pt>
              </c:numCache>
            </c:numRef>
          </c:val>
          <c:smooth val="0"/>
          <c:extLst>
            <c:ext xmlns:c16="http://schemas.microsoft.com/office/drawing/2014/chart" uri="{C3380CC4-5D6E-409C-BE32-E72D297353CC}">
              <c16:uniqueId val="{00000002-0FD3-4682-A0C6-166C21679F81}"/>
            </c:ext>
          </c:extLst>
        </c:ser>
        <c:ser>
          <c:idx val="4"/>
          <c:order val="4"/>
          <c:tx>
            <c:v>JPM CEMBI</c:v>
          </c:tx>
          <c:spPr>
            <a:ln w="12700">
              <a:solidFill>
                <a:schemeClr val="bg1">
                  <a:lumMod val="50000"/>
                </a:schemeClr>
              </a:solidFill>
            </a:ln>
          </c:spPr>
          <c:marker>
            <c:symbol val="none"/>
          </c:marker>
          <c:cat>
            <c:numRef>
              <c:f>Spread_Calc!$B$7:$B$6974</c:f>
              <c:numCache>
                <c:formatCode>m/d/yyyy</c:formatCode>
                <c:ptCount val="6968"/>
                <c:pt idx="0">
                  <c:v>36893</c:v>
                </c:pt>
                <c:pt idx="1">
                  <c:v>36894</c:v>
                </c:pt>
                <c:pt idx="2">
                  <c:v>36895</c:v>
                </c:pt>
                <c:pt idx="3">
                  <c:v>36896</c:v>
                </c:pt>
                <c:pt idx="4">
                  <c:v>36899</c:v>
                </c:pt>
                <c:pt idx="5">
                  <c:v>36900</c:v>
                </c:pt>
                <c:pt idx="6">
                  <c:v>36901</c:v>
                </c:pt>
                <c:pt idx="7">
                  <c:v>36902</c:v>
                </c:pt>
                <c:pt idx="8">
                  <c:v>36903</c:v>
                </c:pt>
                <c:pt idx="9">
                  <c:v>36906</c:v>
                </c:pt>
                <c:pt idx="10">
                  <c:v>36907</c:v>
                </c:pt>
                <c:pt idx="11">
                  <c:v>36908</c:v>
                </c:pt>
                <c:pt idx="12">
                  <c:v>36909</c:v>
                </c:pt>
                <c:pt idx="13">
                  <c:v>36910</c:v>
                </c:pt>
                <c:pt idx="14">
                  <c:v>36913</c:v>
                </c:pt>
                <c:pt idx="15">
                  <c:v>36914</c:v>
                </c:pt>
                <c:pt idx="16">
                  <c:v>36915</c:v>
                </c:pt>
                <c:pt idx="17">
                  <c:v>36916</c:v>
                </c:pt>
                <c:pt idx="18">
                  <c:v>36917</c:v>
                </c:pt>
                <c:pt idx="19">
                  <c:v>36920</c:v>
                </c:pt>
                <c:pt idx="20">
                  <c:v>36921</c:v>
                </c:pt>
                <c:pt idx="21">
                  <c:v>36922</c:v>
                </c:pt>
                <c:pt idx="22">
                  <c:v>36923</c:v>
                </c:pt>
                <c:pt idx="23">
                  <c:v>36924</c:v>
                </c:pt>
                <c:pt idx="24">
                  <c:v>36927</c:v>
                </c:pt>
                <c:pt idx="25">
                  <c:v>36928</c:v>
                </c:pt>
                <c:pt idx="26">
                  <c:v>36929</c:v>
                </c:pt>
                <c:pt idx="27">
                  <c:v>36930</c:v>
                </c:pt>
                <c:pt idx="28">
                  <c:v>36931</c:v>
                </c:pt>
                <c:pt idx="29">
                  <c:v>36934</c:v>
                </c:pt>
                <c:pt idx="30">
                  <c:v>36935</c:v>
                </c:pt>
                <c:pt idx="31">
                  <c:v>36936</c:v>
                </c:pt>
                <c:pt idx="32">
                  <c:v>36937</c:v>
                </c:pt>
                <c:pt idx="33">
                  <c:v>36938</c:v>
                </c:pt>
                <c:pt idx="34">
                  <c:v>36941</c:v>
                </c:pt>
                <c:pt idx="35">
                  <c:v>36942</c:v>
                </c:pt>
                <c:pt idx="36">
                  <c:v>36943</c:v>
                </c:pt>
                <c:pt idx="37">
                  <c:v>36944</c:v>
                </c:pt>
                <c:pt idx="38">
                  <c:v>36945</c:v>
                </c:pt>
                <c:pt idx="39">
                  <c:v>36948</c:v>
                </c:pt>
                <c:pt idx="40">
                  <c:v>36949</c:v>
                </c:pt>
                <c:pt idx="41">
                  <c:v>36950</c:v>
                </c:pt>
                <c:pt idx="42">
                  <c:v>36951</c:v>
                </c:pt>
                <c:pt idx="43">
                  <c:v>36952</c:v>
                </c:pt>
                <c:pt idx="44">
                  <c:v>36955</c:v>
                </c:pt>
                <c:pt idx="45">
                  <c:v>36956</c:v>
                </c:pt>
                <c:pt idx="46">
                  <c:v>36957</c:v>
                </c:pt>
                <c:pt idx="47">
                  <c:v>36958</c:v>
                </c:pt>
                <c:pt idx="48">
                  <c:v>36959</c:v>
                </c:pt>
                <c:pt idx="49">
                  <c:v>36962</c:v>
                </c:pt>
                <c:pt idx="50">
                  <c:v>36963</c:v>
                </c:pt>
                <c:pt idx="51">
                  <c:v>36964</c:v>
                </c:pt>
                <c:pt idx="52">
                  <c:v>36965</c:v>
                </c:pt>
                <c:pt idx="53">
                  <c:v>36966</c:v>
                </c:pt>
                <c:pt idx="54">
                  <c:v>36969</c:v>
                </c:pt>
                <c:pt idx="55">
                  <c:v>36970</c:v>
                </c:pt>
                <c:pt idx="56">
                  <c:v>36971</c:v>
                </c:pt>
                <c:pt idx="57">
                  <c:v>36972</c:v>
                </c:pt>
                <c:pt idx="58">
                  <c:v>36973</c:v>
                </c:pt>
                <c:pt idx="59">
                  <c:v>36976</c:v>
                </c:pt>
                <c:pt idx="60">
                  <c:v>36977</c:v>
                </c:pt>
                <c:pt idx="61">
                  <c:v>36978</c:v>
                </c:pt>
                <c:pt idx="62">
                  <c:v>36979</c:v>
                </c:pt>
                <c:pt idx="63">
                  <c:v>36980</c:v>
                </c:pt>
                <c:pt idx="64">
                  <c:v>36983</c:v>
                </c:pt>
                <c:pt idx="65">
                  <c:v>36984</c:v>
                </c:pt>
                <c:pt idx="66">
                  <c:v>36985</c:v>
                </c:pt>
                <c:pt idx="67">
                  <c:v>36986</c:v>
                </c:pt>
                <c:pt idx="68">
                  <c:v>36987</c:v>
                </c:pt>
                <c:pt idx="69">
                  <c:v>36990</c:v>
                </c:pt>
                <c:pt idx="70">
                  <c:v>36991</c:v>
                </c:pt>
                <c:pt idx="71">
                  <c:v>36992</c:v>
                </c:pt>
                <c:pt idx="72">
                  <c:v>36993</c:v>
                </c:pt>
                <c:pt idx="73">
                  <c:v>36994</c:v>
                </c:pt>
                <c:pt idx="74">
                  <c:v>36997</c:v>
                </c:pt>
                <c:pt idx="75">
                  <c:v>36998</c:v>
                </c:pt>
                <c:pt idx="76">
                  <c:v>36999</c:v>
                </c:pt>
                <c:pt idx="77">
                  <c:v>37000</c:v>
                </c:pt>
                <c:pt idx="78">
                  <c:v>37001</c:v>
                </c:pt>
                <c:pt idx="79">
                  <c:v>37004</c:v>
                </c:pt>
                <c:pt idx="80">
                  <c:v>37005</c:v>
                </c:pt>
                <c:pt idx="81">
                  <c:v>37006</c:v>
                </c:pt>
                <c:pt idx="82">
                  <c:v>37007</c:v>
                </c:pt>
                <c:pt idx="83">
                  <c:v>37008</c:v>
                </c:pt>
                <c:pt idx="84">
                  <c:v>37011</c:v>
                </c:pt>
                <c:pt idx="85">
                  <c:v>37012</c:v>
                </c:pt>
                <c:pt idx="86">
                  <c:v>37013</c:v>
                </c:pt>
                <c:pt idx="87">
                  <c:v>37014</c:v>
                </c:pt>
                <c:pt idx="88">
                  <c:v>37015</c:v>
                </c:pt>
                <c:pt idx="89">
                  <c:v>37018</c:v>
                </c:pt>
                <c:pt idx="90">
                  <c:v>37019</c:v>
                </c:pt>
                <c:pt idx="91">
                  <c:v>37020</c:v>
                </c:pt>
                <c:pt idx="92">
                  <c:v>37021</c:v>
                </c:pt>
                <c:pt idx="93">
                  <c:v>37022</c:v>
                </c:pt>
                <c:pt idx="94">
                  <c:v>37025</c:v>
                </c:pt>
                <c:pt idx="95">
                  <c:v>37026</c:v>
                </c:pt>
                <c:pt idx="96">
                  <c:v>37027</c:v>
                </c:pt>
                <c:pt idx="97">
                  <c:v>37028</c:v>
                </c:pt>
                <c:pt idx="98">
                  <c:v>37029</c:v>
                </c:pt>
                <c:pt idx="99">
                  <c:v>37032</c:v>
                </c:pt>
                <c:pt idx="100">
                  <c:v>37033</c:v>
                </c:pt>
                <c:pt idx="101">
                  <c:v>37034</c:v>
                </c:pt>
                <c:pt idx="102">
                  <c:v>37035</c:v>
                </c:pt>
                <c:pt idx="103">
                  <c:v>37036</c:v>
                </c:pt>
                <c:pt idx="104">
                  <c:v>37039</c:v>
                </c:pt>
                <c:pt idx="105">
                  <c:v>37040</c:v>
                </c:pt>
                <c:pt idx="106">
                  <c:v>37041</c:v>
                </c:pt>
                <c:pt idx="107">
                  <c:v>37042</c:v>
                </c:pt>
                <c:pt idx="108">
                  <c:v>37043</c:v>
                </c:pt>
                <c:pt idx="109">
                  <c:v>37046</c:v>
                </c:pt>
                <c:pt idx="110">
                  <c:v>37047</c:v>
                </c:pt>
                <c:pt idx="111">
                  <c:v>37048</c:v>
                </c:pt>
                <c:pt idx="112">
                  <c:v>37049</c:v>
                </c:pt>
                <c:pt idx="113">
                  <c:v>37050</c:v>
                </c:pt>
                <c:pt idx="114">
                  <c:v>37053</c:v>
                </c:pt>
                <c:pt idx="115">
                  <c:v>37054</c:v>
                </c:pt>
                <c:pt idx="116">
                  <c:v>37055</c:v>
                </c:pt>
                <c:pt idx="117">
                  <c:v>37056</c:v>
                </c:pt>
                <c:pt idx="118">
                  <c:v>37057</c:v>
                </c:pt>
                <c:pt idx="119">
                  <c:v>37060</c:v>
                </c:pt>
                <c:pt idx="120">
                  <c:v>37061</c:v>
                </c:pt>
                <c:pt idx="121">
                  <c:v>37062</c:v>
                </c:pt>
                <c:pt idx="122">
                  <c:v>37063</c:v>
                </c:pt>
                <c:pt idx="123">
                  <c:v>37064</c:v>
                </c:pt>
                <c:pt idx="124">
                  <c:v>37067</c:v>
                </c:pt>
                <c:pt idx="125">
                  <c:v>37068</c:v>
                </c:pt>
                <c:pt idx="126">
                  <c:v>37069</c:v>
                </c:pt>
                <c:pt idx="127">
                  <c:v>37070</c:v>
                </c:pt>
                <c:pt idx="128">
                  <c:v>37071</c:v>
                </c:pt>
                <c:pt idx="129">
                  <c:v>37074</c:v>
                </c:pt>
                <c:pt idx="130">
                  <c:v>37075</c:v>
                </c:pt>
                <c:pt idx="131">
                  <c:v>37076</c:v>
                </c:pt>
                <c:pt idx="132">
                  <c:v>37077</c:v>
                </c:pt>
                <c:pt idx="133">
                  <c:v>37078</c:v>
                </c:pt>
                <c:pt idx="134">
                  <c:v>37081</c:v>
                </c:pt>
                <c:pt idx="135">
                  <c:v>37082</c:v>
                </c:pt>
                <c:pt idx="136">
                  <c:v>37083</c:v>
                </c:pt>
                <c:pt idx="137">
                  <c:v>37084</c:v>
                </c:pt>
                <c:pt idx="138">
                  <c:v>37085</c:v>
                </c:pt>
                <c:pt idx="139">
                  <c:v>37088</c:v>
                </c:pt>
                <c:pt idx="140">
                  <c:v>37089</c:v>
                </c:pt>
                <c:pt idx="141">
                  <c:v>37090</c:v>
                </c:pt>
                <c:pt idx="142">
                  <c:v>37091</c:v>
                </c:pt>
                <c:pt idx="143">
                  <c:v>37092</c:v>
                </c:pt>
                <c:pt idx="144">
                  <c:v>37095</c:v>
                </c:pt>
                <c:pt idx="145">
                  <c:v>37096</c:v>
                </c:pt>
                <c:pt idx="146">
                  <c:v>37097</c:v>
                </c:pt>
                <c:pt idx="147">
                  <c:v>37098</c:v>
                </c:pt>
                <c:pt idx="148">
                  <c:v>37099</c:v>
                </c:pt>
                <c:pt idx="149">
                  <c:v>37102</c:v>
                </c:pt>
                <c:pt idx="150">
                  <c:v>37103</c:v>
                </c:pt>
                <c:pt idx="151">
                  <c:v>37104</c:v>
                </c:pt>
                <c:pt idx="152">
                  <c:v>37105</c:v>
                </c:pt>
                <c:pt idx="153">
                  <c:v>37106</c:v>
                </c:pt>
                <c:pt idx="154">
                  <c:v>37109</c:v>
                </c:pt>
                <c:pt idx="155">
                  <c:v>37110</c:v>
                </c:pt>
                <c:pt idx="156">
                  <c:v>37111</c:v>
                </c:pt>
                <c:pt idx="157">
                  <c:v>37112</c:v>
                </c:pt>
                <c:pt idx="158">
                  <c:v>37113</c:v>
                </c:pt>
                <c:pt idx="159">
                  <c:v>37116</c:v>
                </c:pt>
                <c:pt idx="160">
                  <c:v>37117</c:v>
                </c:pt>
                <c:pt idx="161">
                  <c:v>37118</c:v>
                </c:pt>
                <c:pt idx="162">
                  <c:v>37119</c:v>
                </c:pt>
                <c:pt idx="163">
                  <c:v>37120</c:v>
                </c:pt>
                <c:pt idx="164">
                  <c:v>37123</c:v>
                </c:pt>
                <c:pt idx="165">
                  <c:v>37124</c:v>
                </c:pt>
                <c:pt idx="166">
                  <c:v>37125</c:v>
                </c:pt>
                <c:pt idx="167">
                  <c:v>37126</c:v>
                </c:pt>
                <c:pt idx="168">
                  <c:v>37127</c:v>
                </c:pt>
                <c:pt idx="169">
                  <c:v>37130</c:v>
                </c:pt>
                <c:pt idx="170">
                  <c:v>37131</c:v>
                </c:pt>
                <c:pt idx="171">
                  <c:v>37132</c:v>
                </c:pt>
                <c:pt idx="172">
                  <c:v>37133</c:v>
                </c:pt>
                <c:pt idx="173">
                  <c:v>37134</c:v>
                </c:pt>
                <c:pt idx="174">
                  <c:v>37137</c:v>
                </c:pt>
                <c:pt idx="175">
                  <c:v>37138</c:v>
                </c:pt>
                <c:pt idx="176">
                  <c:v>37139</c:v>
                </c:pt>
                <c:pt idx="177">
                  <c:v>37140</c:v>
                </c:pt>
                <c:pt idx="178">
                  <c:v>37141</c:v>
                </c:pt>
                <c:pt idx="179">
                  <c:v>37144</c:v>
                </c:pt>
                <c:pt idx="180">
                  <c:v>37145</c:v>
                </c:pt>
                <c:pt idx="181">
                  <c:v>37146</c:v>
                </c:pt>
                <c:pt idx="182">
                  <c:v>37147</c:v>
                </c:pt>
                <c:pt idx="183">
                  <c:v>37148</c:v>
                </c:pt>
                <c:pt idx="184">
                  <c:v>37151</c:v>
                </c:pt>
                <c:pt idx="185">
                  <c:v>37152</c:v>
                </c:pt>
                <c:pt idx="186">
                  <c:v>37153</c:v>
                </c:pt>
                <c:pt idx="187">
                  <c:v>37154</c:v>
                </c:pt>
                <c:pt idx="188">
                  <c:v>37155</c:v>
                </c:pt>
                <c:pt idx="189">
                  <c:v>37158</c:v>
                </c:pt>
                <c:pt idx="190">
                  <c:v>37159</c:v>
                </c:pt>
                <c:pt idx="191">
                  <c:v>37160</c:v>
                </c:pt>
                <c:pt idx="192">
                  <c:v>37161</c:v>
                </c:pt>
                <c:pt idx="193">
                  <c:v>37162</c:v>
                </c:pt>
                <c:pt idx="194">
                  <c:v>37165</c:v>
                </c:pt>
                <c:pt idx="195">
                  <c:v>37166</c:v>
                </c:pt>
                <c:pt idx="196">
                  <c:v>37167</c:v>
                </c:pt>
                <c:pt idx="197">
                  <c:v>37168</c:v>
                </c:pt>
                <c:pt idx="198">
                  <c:v>37169</c:v>
                </c:pt>
                <c:pt idx="199">
                  <c:v>37172</c:v>
                </c:pt>
                <c:pt idx="200">
                  <c:v>37173</c:v>
                </c:pt>
                <c:pt idx="201">
                  <c:v>37174</c:v>
                </c:pt>
                <c:pt idx="202">
                  <c:v>37175</c:v>
                </c:pt>
                <c:pt idx="203">
                  <c:v>37176</c:v>
                </c:pt>
                <c:pt idx="204">
                  <c:v>37179</c:v>
                </c:pt>
                <c:pt idx="205">
                  <c:v>37180</c:v>
                </c:pt>
                <c:pt idx="206">
                  <c:v>37181</c:v>
                </c:pt>
                <c:pt idx="207">
                  <c:v>37182</c:v>
                </c:pt>
                <c:pt idx="208">
                  <c:v>37183</c:v>
                </c:pt>
                <c:pt idx="209">
                  <c:v>37186</c:v>
                </c:pt>
                <c:pt idx="210">
                  <c:v>37187</c:v>
                </c:pt>
                <c:pt idx="211">
                  <c:v>37188</c:v>
                </c:pt>
                <c:pt idx="212">
                  <c:v>37189</c:v>
                </c:pt>
                <c:pt idx="213">
                  <c:v>37190</c:v>
                </c:pt>
                <c:pt idx="214">
                  <c:v>37193</c:v>
                </c:pt>
                <c:pt idx="215">
                  <c:v>37194</c:v>
                </c:pt>
                <c:pt idx="216">
                  <c:v>37195</c:v>
                </c:pt>
                <c:pt idx="217">
                  <c:v>37196</c:v>
                </c:pt>
                <c:pt idx="218">
                  <c:v>37197</c:v>
                </c:pt>
                <c:pt idx="219">
                  <c:v>37200</c:v>
                </c:pt>
                <c:pt idx="220">
                  <c:v>37201</c:v>
                </c:pt>
                <c:pt idx="221">
                  <c:v>37202</c:v>
                </c:pt>
                <c:pt idx="222">
                  <c:v>37203</c:v>
                </c:pt>
                <c:pt idx="223">
                  <c:v>37204</c:v>
                </c:pt>
                <c:pt idx="224">
                  <c:v>37207</c:v>
                </c:pt>
                <c:pt idx="225">
                  <c:v>37208</c:v>
                </c:pt>
                <c:pt idx="226">
                  <c:v>37209</c:v>
                </c:pt>
                <c:pt idx="227">
                  <c:v>37210</c:v>
                </c:pt>
                <c:pt idx="228">
                  <c:v>37211</c:v>
                </c:pt>
                <c:pt idx="229">
                  <c:v>37214</c:v>
                </c:pt>
                <c:pt idx="230">
                  <c:v>37215</c:v>
                </c:pt>
                <c:pt idx="231">
                  <c:v>37216</c:v>
                </c:pt>
                <c:pt idx="232">
                  <c:v>37217</c:v>
                </c:pt>
                <c:pt idx="233">
                  <c:v>37218</c:v>
                </c:pt>
                <c:pt idx="234">
                  <c:v>37221</c:v>
                </c:pt>
                <c:pt idx="235">
                  <c:v>37222</c:v>
                </c:pt>
                <c:pt idx="236">
                  <c:v>37223</c:v>
                </c:pt>
                <c:pt idx="237">
                  <c:v>37224</c:v>
                </c:pt>
                <c:pt idx="238">
                  <c:v>37225</c:v>
                </c:pt>
                <c:pt idx="239">
                  <c:v>37228</c:v>
                </c:pt>
                <c:pt idx="240">
                  <c:v>37229</c:v>
                </c:pt>
                <c:pt idx="241">
                  <c:v>37230</c:v>
                </c:pt>
                <c:pt idx="242">
                  <c:v>37231</c:v>
                </c:pt>
                <c:pt idx="243">
                  <c:v>37232</c:v>
                </c:pt>
                <c:pt idx="244">
                  <c:v>37235</c:v>
                </c:pt>
                <c:pt idx="245">
                  <c:v>37236</c:v>
                </c:pt>
                <c:pt idx="246">
                  <c:v>37237</c:v>
                </c:pt>
                <c:pt idx="247">
                  <c:v>37238</c:v>
                </c:pt>
                <c:pt idx="248">
                  <c:v>37239</c:v>
                </c:pt>
                <c:pt idx="249">
                  <c:v>37242</c:v>
                </c:pt>
                <c:pt idx="250">
                  <c:v>37243</c:v>
                </c:pt>
                <c:pt idx="251">
                  <c:v>37244</c:v>
                </c:pt>
                <c:pt idx="252">
                  <c:v>37245</c:v>
                </c:pt>
                <c:pt idx="253">
                  <c:v>37246</c:v>
                </c:pt>
                <c:pt idx="254">
                  <c:v>37249</c:v>
                </c:pt>
                <c:pt idx="255">
                  <c:v>37250</c:v>
                </c:pt>
                <c:pt idx="256">
                  <c:v>37251</c:v>
                </c:pt>
                <c:pt idx="257">
                  <c:v>37252</c:v>
                </c:pt>
                <c:pt idx="258">
                  <c:v>37253</c:v>
                </c:pt>
                <c:pt idx="259">
                  <c:v>37256</c:v>
                </c:pt>
                <c:pt idx="260">
                  <c:v>37257</c:v>
                </c:pt>
                <c:pt idx="261">
                  <c:v>37258</c:v>
                </c:pt>
                <c:pt idx="262">
                  <c:v>37259</c:v>
                </c:pt>
                <c:pt idx="263">
                  <c:v>37260</c:v>
                </c:pt>
                <c:pt idx="264">
                  <c:v>37263</c:v>
                </c:pt>
                <c:pt idx="265">
                  <c:v>37264</c:v>
                </c:pt>
                <c:pt idx="266">
                  <c:v>37265</c:v>
                </c:pt>
                <c:pt idx="267">
                  <c:v>37266</c:v>
                </c:pt>
                <c:pt idx="268">
                  <c:v>37267</c:v>
                </c:pt>
                <c:pt idx="269">
                  <c:v>37270</c:v>
                </c:pt>
                <c:pt idx="270">
                  <c:v>37271</c:v>
                </c:pt>
                <c:pt idx="271">
                  <c:v>37272</c:v>
                </c:pt>
                <c:pt idx="272">
                  <c:v>37273</c:v>
                </c:pt>
                <c:pt idx="273">
                  <c:v>37274</c:v>
                </c:pt>
                <c:pt idx="274">
                  <c:v>37277</c:v>
                </c:pt>
                <c:pt idx="275">
                  <c:v>37278</c:v>
                </c:pt>
                <c:pt idx="276">
                  <c:v>37279</c:v>
                </c:pt>
                <c:pt idx="277">
                  <c:v>37280</c:v>
                </c:pt>
                <c:pt idx="278">
                  <c:v>37281</c:v>
                </c:pt>
                <c:pt idx="279">
                  <c:v>37284</c:v>
                </c:pt>
                <c:pt idx="280">
                  <c:v>37285</c:v>
                </c:pt>
                <c:pt idx="281">
                  <c:v>37286</c:v>
                </c:pt>
                <c:pt idx="282">
                  <c:v>37287</c:v>
                </c:pt>
                <c:pt idx="283">
                  <c:v>37288</c:v>
                </c:pt>
                <c:pt idx="284">
                  <c:v>37291</c:v>
                </c:pt>
                <c:pt idx="285">
                  <c:v>37292</c:v>
                </c:pt>
                <c:pt idx="286">
                  <c:v>37293</c:v>
                </c:pt>
                <c:pt idx="287">
                  <c:v>37294</c:v>
                </c:pt>
                <c:pt idx="288">
                  <c:v>37295</c:v>
                </c:pt>
                <c:pt idx="289">
                  <c:v>37298</c:v>
                </c:pt>
                <c:pt idx="290">
                  <c:v>37299</c:v>
                </c:pt>
                <c:pt idx="291">
                  <c:v>37300</c:v>
                </c:pt>
                <c:pt idx="292">
                  <c:v>37301</c:v>
                </c:pt>
                <c:pt idx="293">
                  <c:v>37302</c:v>
                </c:pt>
                <c:pt idx="294">
                  <c:v>37305</c:v>
                </c:pt>
                <c:pt idx="295">
                  <c:v>37306</c:v>
                </c:pt>
                <c:pt idx="296">
                  <c:v>37307</c:v>
                </c:pt>
                <c:pt idx="297">
                  <c:v>37308</c:v>
                </c:pt>
                <c:pt idx="298">
                  <c:v>37309</c:v>
                </c:pt>
                <c:pt idx="299">
                  <c:v>37312</c:v>
                </c:pt>
                <c:pt idx="300">
                  <c:v>37313</c:v>
                </c:pt>
                <c:pt idx="301">
                  <c:v>37314</c:v>
                </c:pt>
                <c:pt idx="302">
                  <c:v>37315</c:v>
                </c:pt>
                <c:pt idx="303">
                  <c:v>37316</c:v>
                </c:pt>
                <c:pt idx="304">
                  <c:v>37319</c:v>
                </c:pt>
                <c:pt idx="305">
                  <c:v>37320</c:v>
                </c:pt>
                <c:pt idx="306">
                  <c:v>37321</c:v>
                </c:pt>
                <c:pt idx="307">
                  <c:v>37322</c:v>
                </c:pt>
                <c:pt idx="308">
                  <c:v>37323</c:v>
                </c:pt>
                <c:pt idx="309">
                  <c:v>37326</c:v>
                </c:pt>
                <c:pt idx="310">
                  <c:v>37327</c:v>
                </c:pt>
                <c:pt idx="311">
                  <c:v>37328</c:v>
                </c:pt>
                <c:pt idx="312">
                  <c:v>37329</c:v>
                </c:pt>
                <c:pt idx="313">
                  <c:v>37330</c:v>
                </c:pt>
                <c:pt idx="314">
                  <c:v>37333</c:v>
                </c:pt>
                <c:pt idx="315">
                  <c:v>37334</c:v>
                </c:pt>
                <c:pt idx="316">
                  <c:v>37335</c:v>
                </c:pt>
                <c:pt idx="317">
                  <c:v>37336</c:v>
                </c:pt>
                <c:pt idx="318">
                  <c:v>37337</c:v>
                </c:pt>
                <c:pt idx="319">
                  <c:v>37340</c:v>
                </c:pt>
                <c:pt idx="320">
                  <c:v>37341</c:v>
                </c:pt>
                <c:pt idx="321">
                  <c:v>37342</c:v>
                </c:pt>
                <c:pt idx="322">
                  <c:v>37343</c:v>
                </c:pt>
                <c:pt idx="323">
                  <c:v>37344</c:v>
                </c:pt>
                <c:pt idx="324">
                  <c:v>37347</c:v>
                </c:pt>
                <c:pt idx="325">
                  <c:v>37348</c:v>
                </c:pt>
                <c:pt idx="326">
                  <c:v>37349</c:v>
                </c:pt>
                <c:pt idx="327">
                  <c:v>37350</c:v>
                </c:pt>
                <c:pt idx="328">
                  <c:v>37351</c:v>
                </c:pt>
                <c:pt idx="329">
                  <c:v>37354</c:v>
                </c:pt>
                <c:pt idx="330">
                  <c:v>37355</c:v>
                </c:pt>
                <c:pt idx="331">
                  <c:v>37356</c:v>
                </c:pt>
                <c:pt idx="332">
                  <c:v>37357</c:v>
                </c:pt>
                <c:pt idx="333">
                  <c:v>37358</c:v>
                </c:pt>
                <c:pt idx="334">
                  <c:v>37361</c:v>
                </c:pt>
                <c:pt idx="335">
                  <c:v>37362</c:v>
                </c:pt>
                <c:pt idx="336">
                  <c:v>37363</c:v>
                </c:pt>
                <c:pt idx="337">
                  <c:v>37364</c:v>
                </c:pt>
                <c:pt idx="338">
                  <c:v>37365</c:v>
                </c:pt>
                <c:pt idx="339">
                  <c:v>37368</c:v>
                </c:pt>
                <c:pt idx="340">
                  <c:v>37369</c:v>
                </c:pt>
                <c:pt idx="341">
                  <c:v>37370</c:v>
                </c:pt>
                <c:pt idx="342">
                  <c:v>37371</c:v>
                </c:pt>
                <c:pt idx="343">
                  <c:v>37372</c:v>
                </c:pt>
                <c:pt idx="344">
                  <c:v>37375</c:v>
                </c:pt>
                <c:pt idx="345">
                  <c:v>37376</c:v>
                </c:pt>
                <c:pt idx="346">
                  <c:v>37377</c:v>
                </c:pt>
                <c:pt idx="347">
                  <c:v>37378</c:v>
                </c:pt>
                <c:pt idx="348">
                  <c:v>37379</c:v>
                </c:pt>
                <c:pt idx="349">
                  <c:v>37382</c:v>
                </c:pt>
                <c:pt idx="350">
                  <c:v>37383</c:v>
                </c:pt>
                <c:pt idx="351">
                  <c:v>37384</c:v>
                </c:pt>
                <c:pt idx="352">
                  <c:v>37385</c:v>
                </c:pt>
                <c:pt idx="353">
                  <c:v>37386</c:v>
                </c:pt>
                <c:pt idx="354">
                  <c:v>37389</c:v>
                </c:pt>
                <c:pt idx="355">
                  <c:v>37390</c:v>
                </c:pt>
                <c:pt idx="356">
                  <c:v>37391</c:v>
                </c:pt>
                <c:pt idx="357">
                  <c:v>37392</c:v>
                </c:pt>
                <c:pt idx="358">
                  <c:v>37393</c:v>
                </c:pt>
                <c:pt idx="359">
                  <c:v>37396</c:v>
                </c:pt>
                <c:pt idx="360">
                  <c:v>37397</c:v>
                </c:pt>
                <c:pt idx="361">
                  <c:v>37398</c:v>
                </c:pt>
                <c:pt idx="362">
                  <c:v>37399</c:v>
                </c:pt>
                <c:pt idx="363">
                  <c:v>37400</c:v>
                </c:pt>
                <c:pt idx="364">
                  <c:v>37403</c:v>
                </c:pt>
                <c:pt idx="365">
                  <c:v>37404</c:v>
                </c:pt>
                <c:pt idx="366">
                  <c:v>37405</c:v>
                </c:pt>
                <c:pt idx="367">
                  <c:v>37406</c:v>
                </c:pt>
                <c:pt idx="368">
                  <c:v>37407</c:v>
                </c:pt>
                <c:pt idx="369">
                  <c:v>37410</c:v>
                </c:pt>
                <c:pt idx="370">
                  <c:v>37411</c:v>
                </c:pt>
                <c:pt idx="371">
                  <c:v>37412</c:v>
                </c:pt>
                <c:pt idx="372">
                  <c:v>37413</c:v>
                </c:pt>
                <c:pt idx="373">
                  <c:v>37414</c:v>
                </c:pt>
                <c:pt idx="374">
                  <c:v>37417</c:v>
                </c:pt>
                <c:pt idx="375">
                  <c:v>37418</c:v>
                </c:pt>
                <c:pt idx="376">
                  <c:v>37419</c:v>
                </c:pt>
                <c:pt idx="377">
                  <c:v>37420</c:v>
                </c:pt>
                <c:pt idx="378">
                  <c:v>37421</c:v>
                </c:pt>
                <c:pt idx="379">
                  <c:v>37424</c:v>
                </c:pt>
                <c:pt idx="380">
                  <c:v>37425</c:v>
                </c:pt>
                <c:pt idx="381">
                  <c:v>37426</c:v>
                </c:pt>
                <c:pt idx="382">
                  <c:v>37427</c:v>
                </c:pt>
                <c:pt idx="383">
                  <c:v>37428</c:v>
                </c:pt>
                <c:pt idx="384">
                  <c:v>37431</c:v>
                </c:pt>
                <c:pt idx="385">
                  <c:v>37432</c:v>
                </c:pt>
                <c:pt idx="386">
                  <c:v>37433</c:v>
                </c:pt>
                <c:pt idx="387">
                  <c:v>37434</c:v>
                </c:pt>
                <c:pt idx="388">
                  <c:v>37435</c:v>
                </c:pt>
                <c:pt idx="389">
                  <c:v>37438</c:v>
                </c:pt>
                <c:pt idx="390">
                  <c:v>37439</c:v>
                </c:pt>
                <c:pt idx="391">
                  <c:v>37440</c:v>
                </c:pt>
                <c:pt idx="392">
                  <c:v>37441</c:v>
                </c:pt>
                <c:pt idx="393">
                  <c:v>37442</c:v>
                </c:pt>
                <c:pt idx="394">
                  <c:v>37445</c:v>
                </c:pt>
                <c:pt idx="395">
                  <c:v>37446</c:v>
                </c:pt>
                <c:pt idx="396">
                  <c:v>37447</c:v>
                </c:pt>
                <c:pt idx="397">
                  <c:v>37448</c:v>
                </c:pt>
                <c:pt idx="398">
                  <c:v>37449</c:v>
                </c:pt>
                <c:pt idx="399">
                  <c:v>37452</c:v>
                </c:pt>
                <c:pt idx="400">
                  <c:v>37453</c:v>
                </c:pt>
                <c:pt idx="401">
                  <c:v>37454</c:v>
                </c:pt>
                <c:pt idx="402">
                  <c:v>37455</c:v>
                </c:pt>
                <c:pt idx="403">
                  <c:v>37456</c:v>
                </c:pt>
                <c:pt idx="404">
                  <c:v>37459</c:v>
                </c:pt>
                <c:pt idx="405">
                  <c:v>37460</c:v>
                </c:pt>
                <c:pt idx="406">
                  <c:v>37461</c:v>
                </c:pt>
                <c:pt idx="407">
                  <c:v>37462</c:v>
                </c:pt>
                <c:pt idx="408">
                  <c:v>37463</c:v>
                </c:pt>
                <c:pt idx="409">
                  <c:v>37466</c:v>
                </c:pt>
                <c:pt idx="410">
                  <c:v>37467</c:v>
                </c:pt>
                <c:pt idx="411">
                  <c:v>37468</c:v>
                </c:pt>
                <c:pt idx="412">
                  <c:v>37469</c:v>
                </c:pt>
                <c:pt idx="413">
                  <c:v>37470</c:v>
                </c:pt>
                <c:pt idx="414">
                  <c:v>37473</c:v>
                </c:pt>
                <c:pt idx="415">
                  <c:v>37474</c:v>
                </c:pt>
                <c:pt idx="416">
                  <c:v>37475</c:v>
                </c:pt>
                <c:pt idx="417">
                  <c:v>37476</c:v>
                </c:pt>
                <c:pt idx="418">
                  <c:v>37477</c:v>
                </c:pt>
                <c:pt idx="419">
                  <c:v>37480</c:v>
                </c:pt>
                <c:pt idx="420">
                  <c:v>37481</c:v>
                </c:pt>
                <c:pt idx="421">
                  <c:v>37482</c:v>
                </c:pt>
                <c:pt idx="422">
                  <c:v>37483</c:v>
                </c:pt>
                <c:pt idx="423">
                  <c:v>37484</c:v>
                </c:pt>
                <c:pt idx="424">
                  <c:v>37487</c:v>
                </c:pt>
                <c:pt idx="425">
                  <c:v>37488</c:v>
                </c:pt>
                <c:pt idx="426">
                  <c:v>37489</c:v>
                </c:pt>
                <c:pt idx="427">
                  <c:v>37490</c:v>
                </c:pt>
                <c:pt idx="428">
                  <c:v>37491</c:v>
                </c:pt>
                <c:pt idx="429">
                  <c:v>37494</c:v>
                </c:pt>
                <c:pt idx="430">
                  <c:v>37495</c:v>
                </c:pt>
                <c:pt idx="431">
                  <c:v>37496</c:v>
                </c:pt>
                <c:pt idx="432">
                  <c:v>37497</c:v>
                </c:pt>
                <c:pt idx="433">
                  <c:v>37498</c:v>
                </c:pt>
                <c:pt idx="434">
                  <c:v>37501</c:v>
                </c:pt>
                <c:pt idx="435">
                  <c:v>37502</c:v>
                </c:pt>
                <c:pt idx="436">
                  <c:v>37503</c:v>
                </c:pt>
                <c:pt idx="437">
                  <c:v>37504</c:v>
                </c:pt>
                <c:pt idx="438">
                  <c:v>37505</c:v>
                </c:pt>
                <c:pt idx="439">
                  <c:v>37508</c:v>
                </c:pt>
                <c:pt idx="440">
                  <c:v>37509</c:v>
                </c:pt>
                <c:pt idx="441">
                  <c:v>37510</c:v>
                </c:pt>
                <c:pt idx="442">
                  <c:v>37511</c:v>
                </c:pt>
                <c:pt idx="443">
                  <c:v>37512</c:v>
                </c:pt>
                <c:pt idx="444">
                  <c:v>37515</c:v>
                </c:pt>
                <c:pt idx="445">
                  <c:v>37516</c:v>
                </c:pt>
                <c:pt idx="446">
                  <c:v>37517</c:v>
                </c:pt>
                <c:pt idx="447">
                  <c:v>37518</c:v>
                </c:pt>
                <c:pt idx="448">
                  <c:v>37519</c:v>
                </c:pt>
                <c:pt idx="449">
                  <c:v>37522</c:v>
                </c:pt>
                <c:pt idx="450">
                  <c:v>37523</c:v>
                </c:pt>
                <c:pt idx="451">
                  <c:v>37524</c:v>
                </c:pt>
                <c:pt idx="452">
                  <c:v>37525</c:v>
                </c:pt>
                <c:pt idx="453">
                  <c:v>37526</c:v>
                </c:pt>
                <c:pt idx="454">
                  <c:v>37529</c:v>
                </c:pt>
                <c:pt idx="455">
                  <c:v>37530</c:v>
                </c:pt>
                <c:pt idx="456">
                  <c:v>37531</c:v>
                </c:pt>
                <c:pt idx="457">
                  <c:v>37532</c:v>
                </c:pt>
                <c:pt idx="458">
                  <c:v>37533</c:v>
                </c:pt>
                <c:pt idx="459">
                  <c:v>37536</c:v>
                </c:pt>
                <c:pt idx="460">
                  <c:v>37537</c:v>
                </c:pt>
                <c:pt idx="461">
                  <c:v>37538</c:v>
                </c:pt>
                <c:pt idx="462">
                  <c:v>37539</c:v>
                </c:pt>
                <c:pt idx="463">
                  <c:v>37540</c:v>
                </c:pt>
                <c:pt idx="464">
                  <c:v>37543</c:v>
                </c:pt>
                <c:pt idx="465">
                  <c:v>37544</c:v>
                </c:pt>
                <c:pt idx="466">
                  <c:v>37545</c:v>
                </c:pt>
                <c:pt idx="467">
                  <c:v>37546</c:v>
                </c:pt>
                <c:pt idx="468">
                  <c:v>37547</c:v>
                </c:pt>
                <c:pt idx="469">
                  <c:v>37550</c:v>
                </c:pt>
                <c:pt idx="470">
                  <c:v>37551</c:v>
                </c:pt>
                <c:pt idx="471">
                  <c:v>37552</c:v>
                </c:pt>
                <c:pt idx="472">
                  <c:v>37553</c:v>
                </c:pt>
                <c:pt idx="473">
                  <c:v>37554</c:v>
                </c:pt>
                <c:pt idx="474">
                  <c:v>37557</c:v>
                </c:pt>
                <c:pt idx="475">
                  <c:v>37558</c:v>
                </c:pt>
                <c:pt idx="476">
                  <c:v>37559</c:v>
                </c:pt>
                <c:pt idx="477">
                  <c:v>37560</c:v>
                </c:pt>
                <c:pt idx="478">
                  <c:v>37561</c:v>
                </c:pt>
                <c:pt idx="479">
                  <c:v>37564</c:v>
                </c:pt>
                <c:pt idx="480">
                  <c:v>37565</c:v>
                </c:pt>
                <c:pt idx="481">
                  <c:v>37566</c:v>
                </c:pt>
                <c:pt idx="482">
                  <c:v>37567</c:v>
                </c:pt>
                <c:pt idx="483">
                  <c:v>37568</c:v>
                </c:pt>
                <c:pt idx="484">
                  <c:v>37571</c:v>
                </c:pt>
                <c:pt idx="485">
                  <c:v>37572</c:v>
                </c:pt>
                <c:pt idx="486">
                  <c:v>37573</c:v>
                </c:pt>
                <c:pt idx="487">
                  <c:v>37574</c:v>
                </c:pt>
                <c:pt idx="488">
                  <c:v>37575</c:v>
                </c:pt>
                <c:pt idx="489">
                  <c:v>37578</c:v>
                </c:pt>
                <c:pt idx="490">
                  <c:v>37579</c:v>
                </c:pt>
                <c:pt idx="491">
                  <c:v>37580</c:v>
                </c:pt>
                <c:pt idx="492">
                  <c:v>37581</c:v>
                </c:pt>
                <c:pt idx="493">
                  <c:v>37582</c:v>
                </c:pt>
                <c:pt idx="494">
                  <c:v>37585</c:v>
                </c:pt>
                <c:pt idx="495">
                  <c:v>37586</c:v>
                </c:pt>
                <c:pt idx="496">
                  <c:v>37587</c:v>
                </c:pt>
                <c:pt idx="497">
                  <c:v>37588</c:v>
                </c:pt>
                <c:pt idx="498">
                  <c:v>37589</c:v>
                </c:pt>
                <c:pt idx="499">
                  <c:v>37592</c:v>
                </c:pt>
                <c:pt idx="500">
                  <c:v>37593</c:v>
                </c:pt>
                <c:pt idx="501">
                  <c:v>37594</c:v>
                </c:pt>
                <c:pt idx="502">
                  <c:v>37595</c:v>
                </c:pt>
                <c:pt idx="503">
                  <c:v>37596</c:v>
                </c:pt>
                <c:pt idx="504">
                  <c:v>37599</c:v>
                </c:pt>
                <c:pt idx="505">
                  <c:v>37600</c:v>
                </c:pt>
                <c:pt idx="506">
                  <c:v>37601</c:v>
                </c:pt>
                <c:pt idx="507">
                  <c:v>37602</c:v>
                </c:pt>
                <c:pt idx="508">
                  <c:v>37603</c:v>
                </c:pt>
                <c:pt idx="509">
                  <c:v>37606</c:v>
                </c:pt>
                <c:pt idx="510">
                  <c:v>37607</c:v>
                </c:pt>
                <c:pt idx="511">
                  <c:v>37608</c:v>
                </c:pt>
                <c:pt idx="512">
                  <c:v>37609</c:v>
                </c:pt>
                <c:pt idx="513">
                  <c:v>37610</c:v>
                </c:pt>
                <c:pt idx="514">
                  <c:v>37613</c:v>
                </c:pt>
                <c:pt idx="515">
                  <c:v>37614</c:v>
                </c:pt>
                <c:pt idx="516">
                  <c:v>37615</c:v>
                </c:pt>
                <c:pt idx="517">
                  <c:v>37616</c:v>
                </c:pt>
                <c:pt idx="518">
                  <c:v>37617</c:v>
                </c:pt>
                <c:pt idx="519">
                  <c:v>37620</c:v>
                </c:pt>
                <c:pt idx="520">
                  <c:v>37621</c:v>
                </c:pt>
                <c:pt idx="521">
                  <c:v>37622</c:v>
                </c:pt>
                <c:pt idx="522">
                  <c:v>37623</c:v>
                </c:pt>
                <c:pt idx="523">
                  <c:v>37624</c:v>
                </c:pt>
                <c:pt idx="524">
                  <c:v>37627</c:v>
                </c:pt>
                <c:pt idx="525">
                  <c:v>37628</c:v>
                </c:pt>
                <c:pt idx="526">
                  <c:v>37629</c:v>
                </c:pt>
                <c:pt idx="527">
                  <c:v>37630</c:v>
                </c:pt>
                <c:pt idx="528">
                  <c:v>37631</c:v>
                </c:pt>
                <c:pt idx="529">
                  <c:v>37634</c:v>
                </c:pt>
                <c:pt idx="530">
                  <c:v>37635</c:v>
                </c:pt>
                <c:pt idx="531">
                  <c:v>37636</c:v>
                </c:pt>
                <c:pt idx="532">
                  <c:v>37637</c:v>
                </c:pt>
                <c:pt idx="533">
                  <c:v>37638</c:v>
                </c:pt>
                <c:pt idx="534">
                  <c:v>37641</c:v>
                </c:pt>
                <c:pt idx="535">
                  <c:v>37642</c:v>
                </c:pt>
                <c:pt idx="536">
                  <c:v>37643</c:v>
                </c:pt>
                <c:pt idx="537">
                  <c:v>37644</c:v>
                </c:pt>
                <c:pt idx="538">
                  <c:v>37645</c:v>
                </c:pt>
                <c:pt idx="539">
                  <c:v>37648</c:v>
                </c:pt>
                <c:pt idx="540">
                  <c:v>37649</c:v>
                </c:pt>
                <c:pt idx="541">
                  <c:v>37650</c:v>
                </c:pt>
                <c:pt idx="542">
                  <c:v>37651</c:v>
                </c:pt>
                <c:pt idx="543">
                  <c:v>37652</c:v>
                </c:pt>
                <c:pt idx="544">
                  <c:v>37655</c:v>
                </c:pt>
                <c:pt idx="545">
                  <c:v>37656</c:v>
                </c:pt>
                <c:pt idx="546">
                  <c:v>37657</c:v>
                </c:pt>
                <c:pt idx="547">
                  <c:v>37658</c:v>
                </c:pt>
                <c:pt idx="548">
                  <c:v>37659</c:v>
                </c:pt>
                <c:pt idx="549">
                  <c:v>37662</c:v>
                </c:pt>
                <c:pt idx="550">
                  <c:v>37663</c:v>
                </c:pt>
                <c:pt idx="551">
                  <c:v>37664</c:v>
                </c:pt>
                <c:pt idx="552">
                  <c:v>37665</c:v>
                </c:pt>
                <c:pt idx="553">
                  <c:v>37666</c:v>
                </c:pt>
                <c:pt idx="554">
                  <c:v>37669</c:v>
                </c:pt>
                <c:pt idx="555">
                  <c:v>37670</c:v>
                </c:pt>
                <c:pt idx="556">
                  <c:v>37671</c:v>
                </c:pt>
                <c:pt idx="557">
                  <c:v>37672</c:v>
                </c:pt>
                <c:pt idx="558">
                  <c:v>37673</c:v>
                </c:pt>
                <c:pt idx="559">
                  <c:v>37676</c:v>
                </c:pt>
                <c:pt idx="560">
                  <c:v>37677</c:v>
                </c:pt>
                <c:pt idx="561">
                  <c:v>37678</c:v>
                </c:pt>
                <c:pt idx="562">
                  <c:v>37679</c:v>
                </c:pt>
                <c:pt idx="563">
                  <c:v>37680</c:v>
                </c:pt>
                <c:pt idx="564">
                  <c:v>37683</c:v>
                </c:pt>
                <c:pt idx="565">
                  <c:v>37684</c:v>
                </c:pt>
                <c:pt idx="566">
                  <c:v>37685</c:v>
                </c:pt>
                <c:pt idx="567">
                  <c:v>37686</c:v>
                </c:pt>
                <c:pt idx="568">
                  <c:v>37687</c:v>
                </c:pt>
                <c:pt idx="569">
                  <c:v>37690</c:v>
                </c:pt>
                <c:pt idx="570">
                  <c:v>37691</c:v>
                </c:pt>
                <c:pt idx="571">
                  <c:v>37692</c:v>
                </c:pt>
                <c:pt idx="572">
                  <c:v>37693</c:v>
                </c:pt>
                <c:pt idx="573">
                  <c:v>37694</c:v>
                </c:pt>
                <c:pt idx="574">
                  <c:v>37697</c:v>
                </c:pt>
                <c:pt idx="575">
                  <c:v>37698</c:v>
                </c:pt>
                <c:pt idx="576">
                  <c:v>37699</c:v>
                </c:pt>
                <c:pt idx="577">
                  <c:v>37700</c:v>
                </c:pt>
                <c:pt idx="578">
                  <c:v>37701</c:v>
                </c:pt>
                <c:pt idx="579">
                  <c:v>37704</c:v>
                </c:pt>
                <c:pt idx="580">
                  <c:v>37705</c:v>
                </c:pt>
                <c:pt idx="581">
                  <c:v>37706</c:v>
                </c:pt>
                <c:pt idx="582">
                  <c:v>37707</c:v>
                </c:pt>
                <c:pt idx="583">
                  <c:v>37708</c:v>
                </c:pt>
                <c:pt idx="584">
                  <c:v>37711</c:v>
                </c:pt>
                <c:pt idx="585">
                  <c:v>37712</c:v>
                </c:pt>
                <c:pt idx="586">
                  <c:v>37713</c:v>
                </c:pt>
                <c:pt idx="587">
                  <c:v>37714</c:v>
                </c:pt>
                <c:pt idx="588">
                  <c:v>37715</c:v>
                </c:pt>
                <c:pt idx="589">
                  <c:v>37718</c:v>
                </c:pt>
                <c:pt idx="590">
                  <c:v>37719</c:v>
                </c:pt>
                <c:pt idx="591">
                  <c:v>37720</c:v>
                </c:pt>
                <c:pt idx="592">
                  <c:v>37721</c:v>
                </c:pt>
                <c:pt idx="593">
                  <c:v>37722</c:v>
                </c:pt>
                <c:pt idx="594">
                  <c:v>37725</c:v>
                </c:pt>
                <c:pt idx="595">
                  <c:v>37726</c:v>
                </c:pt>
                <c:pt idx="596">
                  <c:v>37727</c:v>
                </c:pt>
                <c:pt idx="597">
                  <c:v>37728</c:v>
                </c:pt>
                <c:pt idx="598">
                  <c:v>37729</c:v>
                </c:pt>
                <c:pt idx="599">
                  <c:v>37732</c:v>
                </c:pt>
                <c:pt idx="600">
                  <c:v>37733</c:v>
                </c:pt>
                <c:pt idx="601">
                  <c:v>37734</c:v>
                </c:pt>
                <c:pt idx="602">
                  <c:v>37735</c:v>
                </c:pt>
                <c:pt idx="603">
                  <c:v>37736</c:v>
                </c:pt>
                <c:pt idx="604">
                  <c:v>37739</c:v>
                </c:pt>
                <c:pt idx="605">
                  <c:v>37740</c:v>
                </c:pt>
                <c:pt idx="606">
                  <c:v>37741</c:v>
                </c:pt>
                <c:pt idx="607">
                  <c:v>37742</c:v>
                </c:pt>
                <c:pt idx="608">
                  <c:v>37743</c:v>
                </c:pt>
                <c:pt idx="609">
                  <c:v>37746</c:v>
                </c:pt>
                <c:pt idx="610">
                  <c:v>37747</c:v>
                </c:pt>
                <c:pt idx="611">
                  <c:v>37748</c:v>
                </c:pt>
                <c:pt idx="612">
                  <c:v>37749</c:v>
                </c:pt>
                <c:pt idx="613">
                  <c:v>37750</c:v>
                </c:pt>
                <c:pt idx="614">
                  <c:v>37753</c:v>
                </c:pt>
                <c:pt idx="615">
                  <c:v>37754</c:v>
                </c:pt>
                <c:pt idx="616">
                  <c:v>37755</c:v>
                </c:pt>
                <c:pt idx="617">
                  <c:v>37756</c:v>
                </c:pt>
                <c:pt idx="618">
                  <c:v>37757</c:v>
                </c:pt>
                <c:pt idx="619">
                  <c:v>37760</c:v>
                </c:pt>
                <c:pt idx="620">
                  <c:v>37761</c:v>
                </c:pt>
                <c:pt idx="621">
                  <c:v>37762</c:v>
                </c:pt>
                <c:pt idx="622">
                  <c:v>37763</c:v>
                </c:pt>
                <c:pt idx="623">
                  <c:v>37764</c:v>
                </c:pt>
                <c:pt idx="624">
                  <c:v>37767</c:v>
                </c:pt>
                <c:pt idx="625">
                  <c:v>37768</c:v>
                </c:pt>
                <c:pt idx="626">
                  <c:v>37769</c:v>
                </c:pt>
                <c:pt idx="627">
                  <c:v>37770</c:v>
                </c:pt>
                <c:pt idx="628">
                  <c:v>37771</c:v>
                </c:pt>
                <c:pt idx="629">
                  <c:v>37774</c:v>
                </c:pt>
                <c:pt idx="630">
                  <c:v>37775</c:v>
                </c:pt>
                <c:pt idx="631">
                  <c:v>37776</c:v>
                </c:pt>
                <c:pt idx="632">
                  <c:v>37777</c:v>
                </c:pt>
                <c:pt idx="633">
                  <c:v>37778</c:v>
                </c:pt>
                <c:pt idx="634">
                  <c:v>37781</c:v>
                </c:pt>
                <c:pt idx="635">
                  <c:v>37782</c:v>
                </c:pt>
                <c:pt idx="636">
                  <c:v>37783</c:v>
                </c:pt>
                <c:pt idx="637">
                  <c:v>37784</c:v>
                </c:pt>
                <c:pt idx="638">
                  <c:v>37785</c:v>
                </c:pt>
                <c:pt idx="639">
                  <c:v>37788</c:v>
                </c:pt>
                <c:pt idx="640">
                  <c:v>37789</c:v>
                </c:pt>
                <c:pt idx="641">
                  <c:v>37790</c:v>
                </c:pt>
                <c:pt idx="642">
                  <c:v>37791</c:v>
                </c:pt>
                <c:pt idx="643">
                  <c:v>37792</c:v>
                </c:pt>
                <c:pt idx="644">
                  <c:v>37795</c:v>
                </c:pt>
                <c:pt idx="645">
                  <c:v>37796</c:v>
                </c:pt>
                <c:pt idx="646">
                  <c:v>37797</c:v>
                </c:pt>
                <c:pt idx="647">
                  <c:v>37798</c:v>
                </c:pt>
                <c:pt idx="648">
                  <c:v>37799</c:v>
                </c:pt>
                <c:pt idx="649">
                  <c:v>37802</c:v>
                </c:pt>
                <c:pt idx="650">
                  <c:v>37803</c:v>
                </c:pt>
                <c:pt idx="651">
                  <c:v>37804</c:v>
                </c:pt>
                <c:pt idx="652">
                  <c:v>37805</c:v>
                </c:pt>
                <c:pt idx="653">
                  <c:v>37806</c:v>
                </c:pt>
                <c:pt idx="654">
                  <c:v>37809</c:v>
                </c:pt>
                <c:pt idx="655">
                  <c:v>37810</c:v>
                </c:pt>
                <c:pt idx="656">
                  <c:v>37811</c:v>
                </c:pt>
                <c:pt idx="657">
                  <c:v>37812</c:v>
                </c:pt>
                <c:pt idx="658">
                  <c:v>37813</c:v>
                </c:pt>
                <c:pt idx="659">
                  <c:v>37816</c:v>
                </c:pt>
                <c:pt idx="660">
                  <c:v>37817</c:v>
                </c:pt>
                <c:pt idx="661">
                  <c:v>37818</c:v>
                </c:pt>
                <c:pt idx="662">
                  <c:v>37819</c:v>
                </c:pt>
                <c:pt idx="663">
                  <c:v>37820</c:v>
                </c:pt>
                <c:pt idx="664">
                  <c:v>37823</c:v>
                </c:pt>
                <c:pt idx="665">
                  <c:v>37824</c:v>
                </c:pt>
                <c:pt idx="666">
                  <c:v>37825</c:v>
                </c:pt>
                <c:pt idx="667">
                  <c:v>37826</c:v>
                </c:pt>
                <c:pt idx="668">
                  <c:v>37827</c:v>
                </c:pt>
                <c:pt idx="669">
                  <c:v>37830</c:v>
                </c:pt>
                <c:pt idx="670">
                  <c:v>37831</c:v>
                </c:pt>
                <c:pt idx="671">
                  <c:v>37832</c:v>
                </c:pt>
                <c:pt idx="672">
                  <c:v>37833</c:v>
                </c:pt>
                <c:pt idx="673">
                  <c:v>37834</c:v>
                </c:pt>
                <c:pt idx="674">
                  <c:v>37837</c:v>
                </c:pt>
                <c:pt idx="675">
                  <c:v>37838</c:v>
                </c:pt>
                <c:pt idx="676">
                  <c:v>37839</c:v>
                </c:pt>
                <c:pt idx="677">
                  <c:v>37840</c:v>
                </c:pt>
                <c:pt idx="678">
                  <c:v>37841</c:v>
                </c:pt>
                <c:pt idx="679">
                  <c:v>37844</c:v>
                </c:pt>
                <c:pt idx="680">
                  <c:v>37845</c:v>
                </c:pt>
                <c:pt idx="681">
                  <c:v>37846</c:v>
                </c:pt>
                <c:pt idx="682">
                  <c:v>37847</c:v>
                </c:pt>
                <c:pt idx="683">
                  <c:v>37848</c:v>
                </c:pt>
                <c:pt idx="684">
                  <c:v>37851</c:v>
                </c:pt>
                <c:pt idx="685">
                  <c:v>37852</c:v>
                </c:pt>
                <c:pt idx="686">
                  <c:v>37853</c:v>
                </c:pt>
                <c:pt idx="687">
                  <c:v>37854</c:v>
                </c:pt>
                <c:pt idx="688">
                  <c:v>37855</c:v>
                </c:pt>
                <c:pt idx="689">
                  <c:v>37858</c:v>
                </c:pt>
                <c:pt idx="690">
                  <c:v>37859</c:v>
                </c:pt>
                <c:pt idx="691">
                  <c:v>37860</c:v>
                </c:pt>
                <c:pt idx="692">
                  <c:v>37861</c:v>
                </c:pt>
                <c:pt idx="693">
                  <c:v>37862</c:v>
                </c:pt>
                <c:pt idx="694">
                  <c:v>37865</c:v>
                </c:pt>
                <c:pt idx="695">
                  <c:v>37866</c:v>
                </c:pt>
                <c:pt idx="696">
                  <c:v>37867</c:v>
                </c:pt>
                <c:pt idx="697">
                  <c:v>37868</c:v>
                </c:pt>
                <c:pt idx="698">
                  <c:v>37869</c:v>
                </c:pt>
                <c:pt idx="699">
                  <c:v>37872</c:v>
                </c:pt>
                <c:pt idx="700">
                  <c:v>37873</c:v>
                </c:pt>
                <c:pt idx="701">
                  <c:v>37874</c:v>
                </c:pt>
                <c:pt idx="702">
                  <c:v>37875</c:v>
                </c:pt>
                <c:pt idx="703">
                  <c:v>37876</c:v>
                </c:pt>
                <c:pt idx="704">
                  <c:v>37879</c:v>
                </c:pt>
                <c:pt idx="705">
                  <c:v>37880</c:v>
                </c:pt>
                <c:pt idx="706">
                  <c:v>37881</c:v>
                </c:pt>
                <c:pt idx="707">
                  <c:v>37882</c:v>
                </c:pt>
                <c:pt idx="708">
                  <c:v>37883</c:v>
                </c:pt>
                <c:pt idx="709">
                  <c:v>37886</c:v>
                </c:pt>
                <c:pt idx="710">
                  <c:v>37887</c:v>
                </c:pt>
                <c:pt idx="711">
                  <c:v>37888</c:v>
                </c:pt>
                <c:pt idx="712">
                  <c:v>37889</c:v>
                </c:pt>
                <c:pt idx="713">
                  <c:v>37890</c:v>
                </c:pt>
                <c:pt idx="714">
                  <c:v>37893</c:v>
                </c:pt>
                <c:pt idx="715">
                  <c:v>37894</c:v>
                </c:pt>
                <c:pt idx="716">
                  <c:v>37895</c:v>
                </c:pt>
                <c:pt idx="717">
                  <c:v>37896</c:v>
                </c:pt>
                <c:pt idx="718">
                  <c:v>37897</c:v>
                </c:pt>
                <c:pt idx="719">
                  <c:v>37900</c:v>
                </c:pt>
                <c:pt idx="720">
                  <c:v>37901</c:v>
                </c:pt>
                <c:pt idx="721">
                  <c:v>37902</c:v>
                </c:pt>
                <c:pt idx="722">
                  <c:v>37903</c:v>
                </c:pt>
                <c:pt idx="723">
                  <c:v>37904</c:v>
                </c:pt>
                <c:pt idx="724">
                  <c:v>37907</c:v>
                </c:pt>
                <c:pt idx="725">
                  <c:v>37908</c:v>
                </c:pt>
                <c:pt idx="726">
                  <c:v>37909</c:v>
                </c:pt>
                <c:pt idx="727">
                  <c:v>37910</c:v>
                </c:pt>
                <c:pt idx="728">
                  <c:v>37911</c:v>
                </c:pt>
                <c:pt idx="729">
                  <c:v>37914</c:v>
                </c:pt>
                <c:pt idx="730">
                  <c:v>37915</c:v>
                </c:pt>
                <c:pt idx="731">
                  <c:v>37916</c:v>
                </c:pt>
                <c:pt idx="732">
                  <c:v>37917</c:v>
                </c:pt>
                <c:pt idx="733">
                  <c:v>37918</c:v>
                </c:pt>
                <c:pt idx="734">
                  <c:v>37921</c:v>
                </c:pt>
                <c:pt idx="735">
                  <c:v>37922</c:v>
                </c:pt>
                <c:pt idx="736">
                  <c:v>37923</c:v>
                </c:pt>
                <c:pt idx="737">
                  <c:v>37924</c:v>
                </c:pt>
                <c:pt idx="738">
                  <c:v>37925</c:v>
                </c:pt>
                <c:pt idx="739">
                  <c:v>37928</c:v>
                </c:pt>
                <c:pt idx="740">
                  <c:v>37929</c:v>
                </c:pt>
                <c:pt idx="741">
                  <c:v>37930</c:v>
                </c:pt>
                <c:pt idx="742">
                  <c:v>37931</c:v>
                </c:pt>
                <c:pt idx="743">
                  <c:v>37932</c:v>
                </c:pt>
                <c:pt idx="744">
                  <c:v>37935</c:v>
                </c:pt>
                <c:pt idx="745">
                  <c:v>37936</c:v>
                </c:pt>
                <c:pt idx="746">
                  <c:v>37937</c:v>
                </c:pt>
                <c:pt idx="747">
                  <c:v>37938</c:v>
                </c:pt>
                <c:pt idx="748">
                  <c:v>37939</c:v>
                </c:pt>
                <c:pt idx="749">
                  <c:v>37942</c:v>
                </c:pt>
                <c:pt idx="750">
                  <c:v>37943</c:v>
                </c:pt>
                <c:pt idx="751">
                  <c:v>37944</c:v>
                </c:pt>
                <c:pt idx="752">
                  <c:v>37945</c:v>
                </c:pt>
                <c:pt idx="753">
                  <c:v>37946</c:v>
                </c:pt>
                <c:pt idx="754">
                  <c:v>37949</c:v>
                </c:pt>
                <c:pt idx="755">
                  <c:v>37950</c:v>
                </c:pt>
                <c:pt idx="756">
                  <c:v>37951</c:v>
                </c:pt>
                <c:pt idx="757">
                  <c:v>37952</c:v>
                </c:pt>
                <c:pt idx="758">
                  <c:v>37953</c:v>
                </c:pt>
                <c:pt idx="759">
                  <c:v>37956</c:v>
                </c:pt>
                <c:pt idx="760">
                  <c:v>37957</c:v>
                </c:pt>
                <c:pt idx="761">
                  <c:v>37958</c:v>
                </c:pt>
                <c:pt idx="762">
                  <c:v>37959</c:v>
                </c:pt>
                <c:pt idx="763">
                  <c:v>37960</c:v>
                </c:pt>
                <c:pt idx="764">
                  <c:v>37963</c:v>
                </c:pt>
                <c:pt idx="765">
                  <c:v>37964</c:v>
                </c:pt>
                <c:pt idx="766">
                  <c:v>37965</c:v>
                </c:pt>
                <c:pt idx="767">
                  <c:v>37966</c:v>
                </c:pt>
                <c:pt idx="768">
                  <c:v>37967</c:v>
                </c:pt>
                <c:pt idx="769">
                  <c:v>37970</c:v>
                </c:pt>
                <c:pt idx="770">
                  <c:v>37971</c:v>
                </c:pt>
                <c:pt idx="771">
                  <c:v>37972</c:v>
                </c:pt>
                <c:pt idx="772">
                  <c:v>37973</c:v>
                </c:pt>
                <c:pt idx="773">
                  <c:v>37974</c:v>
                </c:pt>
                <c:pt idx="774">
                  <c:v>37977</c:v>
                </c:pt>
                <c:pt idx="775">
                  <c:v>37978</c:v>
                </c:pt>
                <c:pt idx="776">
                  <c:v>37979</c:v>
                </c:pt>
                <c:pt idx="777">
                  <c:v>37980</c:v>
                </c:pt>
                <c:pt idx="778">
                  <c:v>37981</c:v>
                </c:pt>
                <c:pt idx="779">
                  <c:v>37984</c:v>
                </c:pt>
                <c:pt idx="780">
                  <c:v>37985</c:v>
                </c:pt>
                <c:pt idx="781">
                  <c:v>37986</c:v>
                </c:pt>
                <c:pt idx="782">
                  <c:v>37987</c:v>
                </c:pt>
                <c:pt idx="783">
                  <c:v>37988</c:v>
                </c:pt>
                <c:pt idx="784">
                  <c:v>37991</c:v>
                </c:pt>
                <c:pt idx="785">
                  <c:v>37992</c:v>
                </c:pt>
                <c:pt idx="786">
                  <c:v>37993</c:v>
                </c:pt>
                <c:pt idx="787">
                  <c:v>37994</c:v>
                </c:pt>
                <c:pt idx="788">
                  <c:v>37995</c:v>
                </c:pt>
                <c:pt idx="789">
                  <c:v>37998</c:v>
                </c:pt>
                <c:pt idx="790">
                  <c:v>37999</c:v>
                </c:pt>
                <c:pt idx="791">
                  <c:v>38000</c:v>
                </c:pt>
                <c:pt idx="792">
                  <c:v>38001</c:v>
                </c:pt>
                <c:pt idx="793">
                  <c:v>38002</c:v>
                </c:pt>
                <c:pt idx="794">
                  <c:v>38005</c:v>
                </c:pt>
                <c:pt idx="795">
                  <c:v>38006</c:v>
                </c:pt>
                <c:pt idx="796">
                  <c:v>38007</c:v>
                </c:pt>
                <c:pt idx="797">
                  <c:v>38008</c:v>
                </c:pt>
                <c:pt idx="798">
                  <c:v>38009</c:v>
                </c:pt>
                <c:pt idx="799">
                  <c:v>38012</c:v>
                </c:pt>
                <c:pt idx="800">
                  <c:v>38013</c:v>
                </c:pt>
                <c:pt idx="801">
                  <c:v>38014</c:v>
                </c:pt>
                <c:pt idx="802">
                  <c:v>38015</c:v>
                </c:pt>
                <c:pt idx="803">
                  <c:v>38016</c:v>
                </c:pt>
                <c:pt idx="804">
                  <c:v>38019</c:v>
                </c:pt>
                <c:pt idx="805">
                  <c:v>38020</c:v>
                </c:pt>
                <c:pt idx="806">
                  <c:v>38021</c:v>
                </c:pt>
                <c:pt idx="807">
                  <c:v>38022</c:v>
                </c:pt>
                <c:pt idx="808">
                  <c:v>38023</c:v>
                </c:pt>
                <c:pt idx="809">
                  <c:v>38026</c:v>
                </c:pt>
                <c:pt idx="810">
                  <c:v>38027</c:v>
                </c:pt>
                <c:pt idx="811">
                  <c:v>38028</c:v>
                </c:pt>
                <c:pt idx="812">
                  <c:v>38029</c:v>
                </c:pt>
                <c:pt idx="813">
                  <c:v>38030</c:v>
                </c:pt>
                <c:pt idx="814">
                  <c:v>38033</c:v>
                </c:pt>
                <c:pt idx="815">
                  <c:v>38034</c:v>
                </c:pt>
                <c:pt idx="816">
                  <c:v>38035</c:v>
                </c:pt>
                <c:pt idx="817">
                  <c:v>38036</c:v>
                </c:pt>
                <c:pt idx="818">
                  <c:v>38037</c:v>
                </c:pt>
                <c:pt idx="819">
                  <c:v>38040</c:v>
                </c:pt>
                <c:pt idx="820">
                  <c:v>38041</c:v>
                </c:pt>
                <c:pt idx="821">
                  <c:v>38042</c:v>
                </c:pt>
                <c:pt idx="822">
                  <c:v>38043</c:v>
                </c:pt>
                <c:pt idx="823">
                  <c:v>38044</c:v>
                </c:pt>
                <c:pt idx="824">
                  <c:v>38047</c:v>
                </c:pt>
                <c:pt idx="825">
                  <c:v>38048</c:v>
                </c:pt>
                <c:pt idx="826">
                  <c:v>38049</c:v>
                </c:pt>
                <c:pt idx="827">
                  <c:v>38050</c:v>
                </c:pt>
                <c:pt idx="828">
                  <c:v>38051</c:v>
                </c:pt>
                <c:pt idx="829">
                  <c:v>38054</c:v>
                </c:pt>
                <c:pt idx="830">
                  <c:v>38055</c:v>
                </c:pt>
                <c:pt idx="831">
                  <c:v>38056</c:v>
                </c:pt>
                <c:pt idx="832">
                  <c:v>38057</c:v>
                </c:pt>
                <c:pt idx="833">
                  <c:v>38058</c:v>
                </c:pt>
                <c:pt idx="834">
                  <c:v>38061</c:v>
                </c:pt>
                <c:pt idx="835">
                  <c:v>38062</c:v>
                </c:pt>
                <c:pt idx="836">
                  <c:v>38063</c:v>
                </c:pt>
                <c:pt idx="837">
                  <c:v>38064</c:v>
                </c:pt>
                <c:pt idx="838">
                  <c:v>38065</c:v>
                </c:pt>
                <c:pt idx="839">
                  <c:v>38068</c:v>
                </c:pt>
                <c:pt idx="840">
                  <c:v>38069</c:v>
                </c:pt>
                <c:pt idx="841">
                  <c:v>38070</c:v>
                </c:pt>
                <c:pt idx="842">
                  <c:v>38071</c:v>
                </c:pt>
                <c:pt idx="843">
                  <c:v>38072</c:v>
                </c:pt>
                <c:pt idx="844">
                  <c:v>38075</c:v>
                </c:pt>
                <c:pt idx="845">
                  <c:v>38076</c:v>
                </c:pt>
                <c:pt idx="846">
                  <c:v>38077</c:v>
                </c:pt>
                <c:pt idx="847">
                  <c:v>38078</c:v>
                </c:pt>
                <c:pt idx="848">
                  <c:v>38079</c:v>
                </c:pt>
                <c:pt idx="849">
                  <c:v>38082</c:v>
                </c:pt>
                <c:pt idx="850">
                  <c:v>38083</c:v>
                </c:pt>
                <c:pt idx="851">
                  <c:v>38084</c:v>
                </c:pt>
                <c:pt idx="852">
                  <c:v>38085</c:v>
                </c:pt>
                <c:pt idx="853">
                  <c:v>38086</c:v>
                </c:pt>
                <c:pt idx="854">
                  <c:v>38089</c:v>
                </c:pt>
                <c:pt idx="855">
                  <c:v>38090</c:v>
                </c:pt>
                <c:pt idx="856">
                  <c:v>38091</c:v>
                </c:pt>
                <c:pt idx="857">
                  <c:v>38092</c:v>
                </c:pt>
                <c:pt idx="858">
                  <c:v>38093</c:v>
                </c:pt>
                <c:pt idx="859">
                  <c:v>38096</c:v>
                </c:pt>
                <c:pt idx="860">
                  <c:v>38097</c:v>
                </c:pt>
                <c:pt idx="861">
                  <c:v>38098</c:v>
                </c:pt>
                <c:pt idx="862">
                  <c:v>38099</c:v>
                </c:pt>
                <c:pt idx="863">
                  <c:v>38100</c:v>
                </c:pt>
                <c:pt idx="864">
                  <c:v>38103</c:v>
                </c:pt>
                <c:pt idx="865">
                  <c:v>38104</c:v>
                </c:pt>
                <c:pt idx="866">
                  <c:v>38105</c:v>
                </c:pt>
                <c:pt idx="867">
                  <c:v>38106</c:v>
                </c:pt>
                <c:pt idx="868">
                  <c:v>38107</c:v>
                </c:pt>
                <c:pt idx="869">
                  <c:v>38110</c:v>
                </c:pt>
                <c:pt idx="870">
                  <c:v>38111</c:v>
                </c:pt>
                <c:pt idx="871">
                  <c:v>38112</c:v>
                </c:pt>
                <c:pt idx="872">
                  <c:v>38113</c:v>
                </c:pt>
                <c:pt idx="873">
                  <c:v>38114</c:v>
                </c:pt>
                <c:pt idx="874">
                  <c:v>38117</c:v>
                </c:pt>
                <c:pt idx="875">
                  <c:v>38118</c:v>
                </c:pt>
                <c:pt idx="876">
                  <c:v>38119</c:v>
                </c:pt>
                <c:pt idx="877">
                  <c:v>38120</c:v>
                </c:pt>
                <c:pt idx="878">
                  <c:v>38121</c:v>
                </c:pt>
                <c:pt idx="879">
                  <c:v>38124</c:v>
                </c:pt>
                <c:pt idx="880">
                  <c:v>38125</c:v>
                </c:pt>
                <c:pt idx="881">
                  <c:v>38126</c:v>
                </c:pt>
                <c:pt idx="882">
                  <c:v>38127</c:v>
                </c:pt>
                <c:pt idx="883">
                  <c:v>38128</c:v>
                </c:pt>
                <c:pt idx="884">
                  <c:v>38131</c:v>
                </c:pt>
                <c:pt idx="885">
                  <c:v>38132</c:v>
                </c:pt>
                <c:pt idx="886">
                  <c:v>38133</c:v>
                </c:pt>
                <c:pt idx="887">
                  <c:v>38134</c:v>
                </c:pt>
                <c:pt idx="888">
                  <c:v>38135</c:v>
                </c:pt>
                <c:pt idx="889">
                  <c:v>38138</c:v>
                </c:pt>
                <c:pt idx="890">
                  <c:v>38139</c:v>
                </c:pt>
                <c:pt idx="891">
                  <c:v>38140</c:v>
                </c:pt>
                <c:pt idx="892">
                  <c:v>38141</c:v>
                </c:pt>
                <c:pt idx="893">
                  <c:v>38142</c:v>
                </c:pt>
                <c:pt idx="894">
                  <c:v>38145</c:v>
                </c:pt>
                <c:pt idx="895">
                  <c:v>38146</c:v>
                </c:pt>
                <c:pt idx="896">
                  <c:v>38147</c:v>
                </c:pt>
                <c:pt idx="897">
                  <c:v>38148</c:v>
                </c:pt>
                <c:pt idx="898">
                  <c:v>38149</c:v>
                </c:pt>
                <c:pt idx="899">
                  <c:v>38152</c:v>
                </c:pt>
                <c:pt idx="900">
                  <c:v>38153</c:v>
                </c:pt>
                <c:pt idx="901">
                  <c:v>38154</c:v>
                </c:pt>
                <c:pt idx="902">
                  <c:v>38155</c:v>
                </c:pt>
                <c:pt idx="903">
                  <c:v>38156</c:v>
                </c:pt>
                <c:pt idx="904">
                  <c:v>38159</c:v>
                </c:pt>
                <c:pt idx="905">
                  <c:v>38160</c:v>
                </c:pt>
                <c:pt idx="906">
                  <c:v>38161</c:v>
                </c:pt>
                <c:pt idx="907">
                  <c:v>38162</c:v>
                </c:pt>
                <c:pt idx="908">
                  <c:v>38163</c:v>
                </c:pt>
                <c:pt idx="909">
                  <c:v>38166</c:v>
                </c:pt>
                <c:pt idx="910">
                  <c:v>38167</c:v>
                </c:pt>
                <c:pt idx="911">
                  <c:v>38168</c:v>
                </c:pt>
                <c:pt idx="912">
                  <c:v>38169</c:v>
                </c:pt>
                <c:pt idx="913">
                  <c:v>38170</c:v>
                </c:pt>
                <c:pt idx="914">
                  <c:v>38173</c:v>
                </c:pt>
                <c:pt idx="915">
                  <c:v>38174</c:v>
                </c:pt>
                <c:pt idx="916">
                  <c:v>38175</c:v>
                </c:pt>
                <c:pt idx="917">
                  <c:v>38176</c:v>
                </c:pt>
                <c:pt idx="918">
                  <c:v>38177</c:v>
                </c:pt>
                <c:pt idx="919">
                  <c:v>38180</c:v>
                </c:pt>
                <c:pt idx="920">
                  <c:v>38181</c:v>
                </c:pt>
                <c:pt idx="921">
                  <c:v>38182</c:v>
                </c:pt>
                <c:pt idx="922">
                  <c:v>38183</c:v>
                </c:pt>
                <c:pt idx="923">
                  <c:v>38184</c:v>
                </c:pt>
                <c:pt idx="924">
                  <c:v>38187</c:v>
                </c:pt>
                <c:pt idx="925">
                  <c:v>38188</c:v>
                </c:pt>
                <c:pt idx="926">
                  <c:v>38189</c:v>
                </c:pt>
                <c:pt idx="927">
                  <c:v>38190</c:v>
                </c:pt>
                <c:pt idx="928">
                  <c:v>38191</c:v>
                </c:pt>
                <c:pt idx="929">
                  <c:v>38194</c:v>
                </c:pt>
                <c:pt idx="930">
                  <c:v>38195</c:v>
                </c:pt>
                <c:pt idx="931">
                  <c:v>38196</c:v>
                </c:pt>
                <c:pt idx="932">
                  <c:v>38197</c:v>
                </c:pt>
                <c:pt idx="933">
                  <c:v>38198</c:v>
                </c:pt>
                <c:pt idx="934">
                  <c:v>38201</c:v>
                </c:pt>
                <c:pt idx="935">
                  <c:v>38202</c:v>
                </c:pt>
                <c:pt idx="936">
                  <c:v>38203</c:v>
                </c:pt>
                <c:pt idx="937">
                  <c:v>38204</c:v>
                </c:pt>
                <c:pt idx="938">
                  <c:v>38205</c:v>
                </c:pt>
                <c:pt idx="939">
                  <c:v>38208</c:v>
                </c:pt>
                <c:pt idx="940">
                  <c:v>38209</c:v>
                </c:pt>
                <c:pt idx="941">
                  <c:v>38210</c:v>
                </c:pt>
                <c:pt idx="942">
                  <c:v>38211</c:v>
                </c:pt>
                <c:pt idx="943">
                  <c:v>38212</c:v>
                </c:pt>
                <c:pt idx="944">
                  <c:v>38215</c:v>
                </c:pt>
                <c:pt idx="945">
                  <c:v>38216</c:v>
                </c:pt>
                <c:pt idx="946">
                  <c:v>38217</c:v>
                </c:pt>
                <c:pt idx="947">
                  <c:v>38218</c:v>
                </c:pt>
                <c:pt idx="948">
                  <c:v>38219</c:v>
                </c:pt>
                <c:pt idx="949">
                  <c:v>38222</c:v>
                </c:pt>
                <c:pt idx="950">
                  <c:v>38223</c:v>
                </c:pt>
                <c:pt idx="951">
                  <c:v>38224</c:v>
                </c:pt>
                <c:pt idx="952">
                  <c:v>38225</c:v>
                </c:pt>
                <c:pt idx="953">
                  <c:v>38226</c:v>
                </c:pt>
                <c:pt idx="954">
                  <c:v>38229</c:v>
                </c:pt>
                <c:pt idx="955">
                  <c:v>38230</c:v>
                </c:pt>
                <c:pt idx="956">
                  <c:v>38231</c:v>
                </c:pt>
                <c:pt idx="957">
                  <c:v>38232</c:v>
                </c:pt>
                <c:pt idx="958">
                  <c:v>38233</c:v>
                </c:pt>
                <c:pt idx="959">
                  <c:v>38236</c:v>
                </c:pt>
                <c:pt idx="960">
                  <c:v>38237</c:v>
                </c:pt>
                <c:pt idx="961">
                  <c:v>38238</c:v>
                </c:pt>
                <c:pt idx="962">
                  <c:v>38239</c:v>
                </c:pt>
                <c:pt idx="963">
                  <c:v>38240</c:v>
                </c:pt>
                <c:pt idx="964">
                  <c:v>38243</c:v>
                </c:pt>
                <c:pt idx="965">
                  <c:v>38244</c:v>
                </c:pt>
                <c:pt idx="966">
                  <c:v>38245</c:v>
                </c:pt>
                <c:pt idx="967">
                  <c:v>38246</c:v>
                </c:pt>
                <c:pt idx="968">
                  <c:v>38247</c:v>
                </c:pt>
                <c:pt idx="969">
                  <c:v>38250</c:v>
                </c:pt>
                <c:pt idx="970">
                  <c:v>38251</c:v>
                </c:pt>
                <c:pt idx="971">
                  <c:v>38252</c:v>
                </c:pt>
                <c:pt idx="972">
                  <c:v>38253</c:v>
                </c:pt>
                <c:pt idx="973">
                  <c:v>38254</c:v>
                </c:pt>
                <c:pt idx="974">
                  <c:v>38257</c:v>
                </c:pt>
                <c:pt idx="975">
                  <c:v>38258</c:v>
                </c:pt>
                <c:pt idx="976">
                  <c:v>38259</c:v>
                </c:pt>
                <c:pt idx="977">
                  <c:v>38260</c:v>
                </c:pt>
                <c:pt idx="978">
                  <c:v>38261</c:v>
                </c:pt>
                <c:pt idx="979">
                  <c:v>38264</c:v>
                </c:pt>
                <c:pt idx="980">
                  <c:v>38265</c:v>
                </c:pt>
                <c:pt idx="981">
                  <c:v>38266</c:v>
                </c:pt>
                <c:pt idx="982">
                  <c:v>38267</c:v>
                </c:pt>
                <c:pt idx="983">
                  <c:v>38268</c:v>
                </c:pt>
                <c:pt idx="984">
                  <c:v>38271</c:v>
                </c:pt>
                <c:pt idx="985">
                  <c:v>38272</c:v>
                </c:pt>
                <c:pt idx="986">
                  <c:v>38273</c:v>
                </c:pt>
                <c:pt idx="987">
                  <c:v>38274</c:v>
                </c:pt>
                <c:pt idx="988">
                  <c:v>38275</c:v>
                </c:pt>
                <c:pt idx="989">
                  <c:v>38278</c:v>
                </c:pt>
                <c:pt idx="990">
                  <c:v>38279</c:v>
                </c:pt>
                <c:pt idx="991">
                  <c:v>38280</c:v>
                </c:pt>
                <c:pt idx="992">
                  <c:v>38281</c:v>
                </c:pt>
                <c:pt idx="993">
                  <c:v>38282</c:v>
                </c:pt>
                <c:pt idx="994">
                  <c:v>38285</c:v>
                </c:pt>
                <c:pt idx="995">
                  <c:v>38286</c:v>
                </c:pt>
                <c:pt idx="996">
                  <c:v>38287</c:v>
                </c:pt>
                <c:pt idx="997">
                  <c:v>38288</c:v>
                </c:pt>
                <c:pt idx="998">
                  <c:v>38289</c:v>
                </c:pt>
                <c:pt idx="999">
                  <c:v>38292</c:v>
                </c:pt>
                <c:pt idx="1000">
                  <c:v>38293</c:v>
                </c:pt>
                <c:pt idx="1001">
                  <c:v>38294</c:v>
                </c:pt>
                <c:pt idx="1002">
                  <c:v>38295</c:v>
                </c:pt>
                <c:pt idx="1003">
                  <c:v>38296</c:v>
                </c:pt>
                <c:pt idx="1004">
                  <c:v>38299</c:v>
                </c:pt>
                <c:pt idx="1005">
                  <c:v>38300</c:v>
                </c:pt>
                <c:pt idx="1006">
                  <c:v>38301</c:v>
                </c:pt>
                <c:pt idx="1007">
                  <c:v>38302</c:v>
                </c:pt>
                <c:pt idx="1008">
                  <c:v>38303</c:v>
                </c:pt>
                <c:pt idx="1009">
                  <c:v>38306</c:v>
                </c:pt>
                <c:pt idx="1010">
                  <c:v>38307</c:v>
                </c:pt>
                <c:pt idx="1011">
                  <c:v>38308</c:v>
                </c:pt>
                <c:pt idx="1012">
                  <c:v>38309</c:v>
                </c:pt>
                <c:pt idx="1013">
                  <c:v>38310</c:v>
                </c:pt>
                <c:pt idx="1014">
                  <c:v>38313</c:v>
                </c:pt>
                <c:pt idx="1015">
                  <c:v>38314</c:v>
                </c:pt>
                <c:pt idx="1016">
                  <c:v>38315</c:v>
                </c:pt>
                <c:pt idx="1017">
                  <c:v>38316</c:v>
                </c:pt>
                <c:pt idx="1018">
                  <c:v>38317</c:v>
                </c:pt>
                <c:pt idx="1019">
                  <c:v>38320</c:v>
                </c:pt>
                <c:pt idx="1020">
                  <c:v>38321</c:v>
                </c:pt>
                <c:pt idx="1021">
                  <c:v>38322</c:v>
                </c:pt>
                <c:pt idx="1022">
                  <c:v>38323</c:v>
                </c:pt>
                <c:pt idx="1023">
                  <c:v>38324</c:v>
                </c:pt>
                <c:pt idx="1024">
                  <c:v>38327</c:v>
                </c:pt>
                <c:pt idx="1025">
                  <c:v>38328</c:v>
                </c:pt>
                <c:pt idx="1026">
                  <c:v>38329</c:v>
                </c:pt>
                <c:pt idx="1027">
                  <c:v>38330</c:v>
                </c:pt>
                <c:pt idx="1028">
                  <c:v>38331</c:v>
                </c:pt>
                <c:pt idx="1029">
                  <c:v>38334</c:v>
                </c:pt>
                <c:pt idx="1030">
                  <c:v>38335</c:v>
                </c:pt>
                <c:pt idx="1031">
                  <c:v>38336</c:v>
                </c:pt>
                <c:pt idx="1032">
                  <c:v>38337</c:v>
                </c:pt>
                <c:pt idx="1033">
                  <c:v>38338</c:v>
                </c:pt>
                <c:pt idx="1034">
                  <c:v>38341</c:v>
                </c:pt>
                <c:pt idx="1035">
                  <c:v>38342</c:v>
                </c:pt>
                <c:pt idx="1036">
                  <c:v>38343</c:v>
                </c:pt>
                <c:pt idx="1037">
                  <c:v>38344</c:v>
                </c:pt>
                <c:pt idx="1038">
                  <c:v>38345</c:v>
                </c:pt>
                <c:pt idx="1039">
                  <c:v>38348</c:v>
                </c:pt>
                <c:pt idx="1040">
                  <c:v>38349</c:v>
                </c:pt>
                <c:pt idx="1041">
                  <c:v>38350</c:v>
                </c:pt>
                <c:pt idx="1042">
                  <c:v>38351</c:v>
                </c:pt>
                <c:pt idx="1043">
                  <c:v>38352</c:v>
                </c:pt>
                <c:pt idx="1044">
                  <c:v>38355</c:v>
                </c:pt>
                <c:pt idx="1045">
                  <c:v>38356</c:v>
                </c:pt>
                <c:pt idx="1046">
                  <c:v>38357</c:v>
                </c:pt>
                <c:pt idx="1047">
                  <c:v>38358</c:v>
                </c:pt>
                <c:pt idx="1048">
                  <c:v>38359</c:v>
                </c:pt>
                <c:pt idx="1049">
                  <c:v>38362</c:v>
                </c:pt>
                <c:pt idx="1050">
                  <c:v>38363</c:v>
                </c:pt>
                <c:pt idx="1051">
                  <c:v>38364</c:v>
                </c:pt>
                <c:pt idx="1052">
                  <c:v>38365</c:v>
                </c:pt>
                <c:pt idx="1053">
                  <c:v>38366</c:v>
                </c:pt>
                <c:pt idx="1054">
                  <c:v>38369</c:v>
                </c:pt>
                <c:pt idx="1055">
                  <c:v>38370</c:v>
                </c:pt>
                <c:pt idx="1056">
                  <c:v>38371</c:v>
                </c:pt>
                <c:pt idx="1057">
                  <c:v>38372</c:v>
                </c:pt>
                <c:pt idx="1058">
                  <c:v>38373</c:v>
                </c:pt>
                <c:pt idx="1059">
                  <c:v>38376</c:v>
                </c:pt>
                <c:pt idx="1060">
                  <c:v>38377</c:v>
                </c:pt>
                <c:pt idx="1061">
                  <c:v>38378</c:v>
                </c:pt>
                <c:pt idx="1062">
                  <c:v>38379</c:v>
                </c:pt>
                <c:pt idx="1063">
                  <c:v>38380</c:v>
                </c:pt>
                <c:pt idx="1064">
                  <c:v>38383</c:v>
                </c:pt>
                <c:pt idx="1065">
                  <c:v>38384</c:v>
                </c:pt>
                <c:pt idx="1066">
                  <c:v>38385</c:v>
                </c:pt>
                <c:pt idx="1067">
                  <c:v>38386</c:v>
                </c:pt>
                <c:pt idx="1068">
                  <c:v>38387</c:v>
                </c:pt>
                <c:pt idx="1069">
                  <c:v>38390</c:v>
                </c:pt>
                <c:pt idx="1070">
                  <c:v>38391</c:v>
                </c:pt>
                <c:pt idx="1071">
                  <c:v>38392</c:v>
                </c:pt>
                <c:pt idx="1072">
                  <c:v>38393</c:v>
                </c:pt>
                <c:pt idx="1073">
                  <c:v>38394</c:v>
                </c:pt>
                <c:pt idx="1074">
                  <c:v>38397</c:v>
                </c:pt>
                <c:pt idx="1075">
                  <c:v>38398</c:v>
                </c:pt>
                <c:pt idx="1076">
                  <c:v>38399</c:v>
                </c:pt>
                <c:pt idx="1077">
                  <c:v>38400</c:v>
                </c:pt>
                <c:pt idx="1078">
                  <c:v>38401</c:v>
                </c:pt>
                <c:pt idx="1079">
                  <c:v>38404</c:v>
                </c:pt>
                <c:pt idx="1080">
                  <c:v>38405</c:v>
                </c:pt>
                <c:pt idx="1081">
                  <c:v>38406</c:v>
                </c:pt>
                <c:pt idx="1082">
                  <c:v>38407</c:v>
                </c:pt>
                <c:pt idx="1083">
                  <c:v>38408</c:v>
                </c:pt>
                <c:pt idx="1084">
                  <c:v>38411</c:v>
                </c:pt>
                <c:pt idx="1085">
                  <c:v>38412</c:v>
                </c:pt>
                <c:pt idx="1086">
                  <c:v>38413</c:v>
                </c:pt>
                <c:pt idx="1087">
                  <c:v>38414</c:v>
                </c:pt>
                <c:pt idx="1088">
                  <c:v>38415</c:v>
                </c:pt>
                <c:pt idx="1089">
                  <c:v>38418</c:v>
                </c:pt>
                <c:pt idx="1090">
                  <c:v>38419</c:v>
                </c:pt>
                <c:pt idx="1091">
                  <c:v>38420</c:v>
                </c:pt>
                <c:pt idx="1092">
                  <c:v>38421</c:v>
                </c:pt>
                <c:pt idx="1093">
                  <c:v>38422</c:v>
                </c:pt>
                <c:pt idx="1094">
                  <c:v>38425</c:v>
                </c:pt>
                <c:pt idx="1095">
                  <c:v>38426</c:v>
                </c:pt>
                <c:pt idx="1096">
                  <c:v>38427</c:v>
                </c:pt>
                <c:pt idx="1097">
                  <c:v>38428</c:v>
                </c:pt>
                <c:pt idx="1098">
                  <c:v>38429</c:v>
                </c:pt>
                <c:pt idx="1099">
                  <c:v>38432</c:v>
                </c:pt>
                <c:pt idx="1100">
                  <c:v>38433</c:v>
                </c:pt>
                <c:pt idx="1101">
                  <c:v>38434</c:v>
                </c:pt>
                <c:pt idx="1102">
                  <c:v>38435</c:v>
                </c:pt>
                <c:pt idx="1103">
                  <c:v>38436</c:v>
                </c:pt>
                <c:pt idx="1104">
                  <c:v>38439</c:v>
                </c:pt>
                <c:pt idx="1105">
                  <c:v>38440</c:v>
                </c:pt>
                <c:pt idx="1106">
                  <c:v>38441</c:v>
                </c:pt>
                <c:pt idx="1107">
                  <c:v>38442</c:v>
                </c:pt>
                <c:pt idx="1108">
                  <c:v>38443</c:v>
                </c:pt>
                <c:pt idx="1109">
                  <c:v>38446</c:v>
                </c:pt>
                <c:pt idx="1110">
                  <c:v>38447</c:v>
                </c:pt>
                <c:pt idx="1111">
                  <c:v>38448</c:v>
                </c:pt>
                <c:pt idx="1112">
                  <c:v>38449</c:v>
                </c:pt>
                <c:pt idx="1113">
                  <c:v>38450</c:v>
                </c:pt>
                <c:pt idx="1114">
                  <c:v>38453</c:v>
                </c:pt>
                <c:pt idx="1115">
                  <c:v>38454</c:v>
                </c:pt>
                <c:pt idx="1116">
                  <c:v>38455</c:v>
                </c:pt>
                <c:pt idx="1117">
                  <c:v>38456</c:v>
                </c:pt>
                <c:pt idx="1118">
                  <c:v>38457</c:v>
                </c:pt>
                <c:pt idx="1119">
                  <c:v>38460</c:v>
                </c:pt>
                <c:pt idx="1120">
                  <c:v>38461</c:v>
                </c:pt>
                <c:pt idx="1121">
                  <c:v>38462</c:v>
                </c:pt>
                <c:pt idx="1122">
                  <c:v>38463</c:v>
                </c:pt>
                <c:pt idx="1123">
                  <c:v>38464</c:v>
                </c:pt>
                <c:pt idx="1124">
                  <c:v>38467</c:v>
                </c:pt>
                <c:pt idx="1125">
                  <c:v>38468</c:v>
                </c:pt>
                <c:pt idx="1126">
                  <c:v>38469</c:v>
                </c:pt>
                <c:pt idx="1127">
                  <c:v>38470</c:v>
                </c:pt>
                <c:pt idx="1128">
                  <c:v>38471</c:v>
                </c:pt>
                <c:pt idx="1129">
                  <c:v>38474</c:v>
                </c:pt>
                <c:pt idx="1130">
                  <c:v>38475</c:v>
                </c:pt>
                <c:pt idx="1131">
                  <c:v>38476</c:v>
                </c:pt>
                <c:pt idx="1132">
                  <c:v>38477</c:v>
                </c:pt>
                <c:pt idx="1133">
                  <c:v>38478</c:v>
                </c:pt>
                <c:pt idx="1134">
                  <c:v>38481</c:v>
                </c:pt>
                <c:pt idx="1135">
                  <c:v>38482</c:v>
                </c:pt>
                <c:pt idx="1136">
                  <c:v>38483</c:v>
                </c:pt>
                <c:pt idx="1137">
                  <c:v>38484</c:v>
                </c:pt>
                <c:pt idx="1138">
                  <c:v>38485</c:v>
                </c:pt>
                <c:pt idx="1139">
                  <c:v>38488</c:v>
                </c:pt>
                <c:pt idx="1140">
                  <c:v>38489</c:v>
                </c:pt>
                <c:pt idx="1141">
                  <c:v>38490</c:v>
                </c:pt>
                <c:pt idx="1142">
                  <c:v>38491</c:v>
                </c:pt>
                <c:pt idx="1143">
                  <c:v>38492</c:v>
                </c:pt>
                <c:pt idx="1144">
                  <c:v>38495</c:v>
                </c:pt>
                <c:pt idx="1145">
                  <c:v>38496</c:v>
                </c:pt>
                <c:pt idx="1146">
                  <c:v>38497</c:v>
                </c:pt>
                <c:pt idx="1147">
                  <c:v>38498</c:v>
                </c:pt>
                <c:pt idx="1148">
                  <c:v>38499</c:v>
                </c:pt>
                <c:pt idx="1149">
                  <c:v>38502</c:v>
                </c:pt>
                <c:pt idx="1150">
                  <c:v>38503</c:v>
                </c:pt>
                <c:pt idx="1151">
                  <c:v>38504</c:v>
                </c:pt>
                <c:pt idx="1152">
                  <c:v>38505</c:v>
                </c:pt>
                <c:pt idx="1153">
                  <c:v>38506</c:v>
                </c:pt>
                <c:pt idx="1154">
                  <c:v>38509</c:v>
                </c:pt>
                <c:pt idx="1155">
                  <c:v>38510</c:v>
                </c:pt>
                <c:pt idx="1156">
                  <c:v>38511</c:v>
                </c:pt>
                <c:pt idx="1157">
                  <c:v>38512</c:v>
                </c:pt>
                <c:pt idx="1158">
                  <c:v>38513</c:v>
                </c:pt>
                <c:pt idx="1159">
                  <c:v>38516</c:v>
                </c:pt>
                <c:pt idx="1160">
                  <c:v>38517</c:v>
                </c:pt>
                <c:pt idx="1161">
                  <c:v>38518</c:v>
                </c:pt>
                <c:pt idx="1162">
                  <c:v>38519</c:v>
                </c:pt>
                <c:pt idx="1163">
                  <c:v>38520</c:v>
                </c:pt>
                <c:pt idx="1164">
                  <c:v>38523</c:v>
                </c:pt>
                <c:pt idx="1165">
                  <c:v>38524</c:v>
                </c:pt>
                <c:pt idx="1166">
                  <c:v>38525</c:v>
                </c:pt>
                <c:pt idx="1167">
                  <c:v>38526</c:v>
                </c:pt>
                <c:pt idx="1168">
                  <c:v>38527</c:v>
                </c:pt>
                <c:pt idx="1169">
                  <c:v>38530</c:v>
                </c:pt>
                <c:pt idx="1170">
                  <c:v>38531</c:v>
                </c:pt>
                <c:pt idx="1171">
                  <c:v>38532</c:v>
                </c:pt>
                <c:pt idx="1172">
                  <c:v>38533</c:v>
                </c:pt>
                <c:pt idx="1173">
                  <c:v>38534</c:v>
                </c:pt>
                <c:pt idx="1174">
                  <c:v>38537</c:v>
                </c:pt>
                <c:pt idx="1175">
                  <c:v>38538</c:v>
                </c:pt>
                <c:pt idx="1176">
                  <c:v>38539</c:v>
                </c:pt>
                <c:pt idx="1177">
                  <c:v>38540</c:v>
                </c:pt>
                <c:pt idx="1178">
                  <c:v>38541</c:v>
                </c:pt>
                <c:pt idx="1179">
                  <c:v>38544</c:v>
                </c:pt>
                <c:pt idx="1180">
                  <c:v>38545</c:v>
                </c:pt>
                <c:pt idx="1181">
                  <c:v>38546</c:v>
                </c:pt>
                <c:pt idx="1182">
                  <c:v>38547</c:v>
                </c:pt>
                <c:pt idx="1183">
                  <c:v>38548</c:v>
                </c:pt>
                <c:pt idx="1184">
                  <c:v>38551</c:v>
                </c:pt>
                <c:pt idx="1185">
                  <c:v>38552</c:v>
                </c:pt>
                <c:pt idx="1186">
                  <c:v>38553</c:v>
                </c:pt>
                <c:pt idx="1187">
                  <c:v>38554</c:v>
                </c:pt>
                <c:pt idx="1188">
                  <c:v>38555</c:v>
                </c:pt>
                <c:pt idx="1189">
                  <c:v>38558</c:v>
                </c:pt>
                <c:pt idx="1190">
                  <c:v>38559</c:v>
                </c:pt>
                <c:pt idx="1191">
                  <c:v>38560</c:v>
                </c:pt>
                <c:pt idx="1192">
                  <c:v>38561</c:v>
                </c:pt>
                <c:pt idx="1193">
                  <c:v>38562</c:v>
                </c:pt>
                <c:pt idx="1194">
                  <c:v>38565</c:v>
                </c:pt>
                <c:pt idx="1195">
                  <c:v>38566</c:v>
                </c:pt>
                <c:pt idx="1196">
                  <c:v>38567</c:v>
                </c:pt>
                <c:pt idx="1197">
                  <c:v>38568</c:v>
                </c:pt>
                <c:pt idx="1198">
                  <c:v>38569</c:v>
                </c:pt>
                <c:pt idx="1199">
                  <c:v>38572</c:v>
                </c:pt>
                <c:pt idx="1200">
                  <c:v>38573</c:v>
                </c:pt>
                <c:pt idx="1201">
                  <c:v>38574</c:v>
                </c:pt>
                <c:pt idx="1202">
                  <c:v>38575</c:v>
                </c:pt>
                <c:pt idx="1203">
                  <c:v>38576</c:v>
                </c:pt>
                <c:pt idx="1204">
                  <c:v>38579</c:v>
                </c:pt>
                <c:pt idx="1205">
                  <c:v>38580</c:v>
                </c:pt>
                <c:pt idx="1206">
                  <c:v>38581</c:v>
                </c:pt>
                <c:pt idx="1207">
                  <c:v>38582</c:v>
                </c:pt>
                <c:pt idx="1208">
                  <c:v>38583</c:v>
                </c:pt>
                <c:pt idx="1209">
                  <c:v>38586</c:v>
                </c:pt>
                <c:pt idx="1210">
                  <c:v>38587</c:v>
                </c:pt>
                <c:pt idx="1211">
                  <c:v>38588</c:v>
                </c:pt>
                <c:pt idx="1212">
                  <c:v>38589</c:v>
                </c:pt>
                <c:pt idx="1213">
                  <c:v>38590</c:v>
                </c:pt>
                <c:pt idx="1214">
                  <c:v>38593</c:v>
                </c:pt>
                <c:pt idx="1215">
                  <c:v>38594</c:v>
                </c:pt>
                <c:pt idx="1216">
                  <c:v>38595</c:v>
                </c:pt>
                <c:pt idx="1217">
                  <c:v>38596</c:v>
                </c:pt>
                <c:pt idx="1218">
                  <c:v>38597</c:v>
                </c:pt>
                <c:pt idx="1219">
                  <c:v>38600</c:v>
                </c:pt>
                <c:pt idx="1220">
                  <c:v>38601</c:v>
                </c:pt>
                <c:pt idx="1221">
                  <c:v>38602</c:v>
                </c:pt>
                <c:pt idx="1222">
                  <c:v>38603</c:v>
                </c:pt>
                <c:pt idx="1223">
                  <c:v>38604</c:v>
                </c:pt>
                <c:pt idx="1224">
                  <c:v>38607</c:v>
                </c:pt>
                <c:pt idx="1225">
                  <c:v>38608</c:v>
                </c:pt>
                <c:pt idx="1226">
                  <c:v>38609</c:v>
                </c:pt>
                <c:pt idx="1227">
                  <c:v>38610</c:v>
                </c:pt>
                <c:pt idx="1228">
                  <c:v>38611</c:v>
                </c:pt>
                <c:pt idx="1229">
                  <c:v>38614</c:v>
                </c:pt>
                <c:pt idx="1230">
                  <c:v>38615</c:v>
                </c:pt>
                <c:pt idx="1231">
                  <c:v>38616</c:v>
                </c:pt>
                <c:pt idx="1232">
                  <c:v>38617</c:v>
                </c:pt>
                <c:pt idx="1233">
                  <c:v>38618</c:v>
                </c:pt>
                <c:pt idx="1234">
                  <c:v>38621</c:v>
                </c:pt>
                <c:pt idx="1235">
                  <c:v>38622</c:v>
                </c:pt>
                <c:pt idx="1236">
                  <c:v>38623</c:v>
                </c:pt>
                <c:pt idx="1237">
                  <c:v>38624</c:v>
                </c:pt>
                <c:pt idx="1238">
                  <c:v>38625</c:v>
                </c:pt>
                <c:pt idx="1239">
                  <c:v>38628</c:v>
                </c:pt>
                <c:pt idx="1240">
                  <c:v>38629</c:v>
                </c:pt>
                <c:pt idx="1241">
                  <c:v>38630</c:v>
                </c:pt>
                <c:pt idx="1242">
                  <c:v>38631</c:v>
                </c:pt>
                <c:pt idx="1243">
                  <c:v>38632</c:v>
                </c:pt>
                <c:pt idx="1244">
                  <c:v>38635</c:v>
                </c:pt>
                <c:pt idx="1245">
                  <c:v>38636</c:v>
                </c:pt>
                <c:pt idx="1246">
                  <c:v>38637</c:v>
                </c:pt>
                <c:pt idx="1247">
                  <c:v>38638</c:v>
                </c:pt>
                <c:pt idx="1248">
                  <c:v>38639</c:v>
                </c:pt>
                <c:pt idx="1249">
                  <c:v>38642</c:v>
                </c:pt>
                <c:pt idx="1250">
                  <c:v>38643</c:v>
                </c:pt>
                <c:pt idx="1251">
                  <c:v>38644</c:v>
                </c:pt>
                <c:pt idx="1252">
                  <c:v>38645</c:v>
                </c:pt>
                <c:pt idx="1253">
                  <c:v>38646</c:v>
                </c:pt>
                <c:pt idx="1254">
                  <c:v>38649</c:v>
                </c:pt>
                <c:pt idx="1255">
                  <c:v>38650</c:v>
                </c:pt>
                <c:pt idx="1256">
                  <c:v>38651</c:v>
                </c:pt>
                <c:pt idx="1257">
                  <c:v>38652</c:v>
                </c:pt>
                <c:pt idx="1258">
                  <c:v>38653</c:v>
                </c:pt>
                <c:pt idx="1259">
                  <c:v>38656</c:v>
                </c:pt>
                <c:pt idx="1260">
                  <c:v>38657</c:v>
                </c:pt>
                <c:pt idx="1261">
                  <c:v>38658</c:v>
                </c:pt>
                <c:pt idx="1262">
                  <c:v>38659</c:v>
                </c:pt>
                <c:pt idx="1263">
                  <c:v>38660</c:v>
                </c:pt>
                <c:pt idx="1264">
                  <c:v>38663</c:v>
                </c:pt>
                <c:pt idx="1265">
                  <c:v>38664</c:v>
                </c:pt>
                <c:pt idx="1266">
                  <c:v>38665</c:v>
                </c:pt>
                <c:pt idx="1267">
                  <c:v>38666</c:v>
                </c:pt>
                <c:pt idx="1268">
                  <c:v>38667</c:v>
                </c:pt>
                <c:pt idx="1269">
                  <c:v>38670</c:v>
                </c:pt>
                <c:pt idx="1270">
                  <c:v>38671</c:v>
                </c:pt>
                <c:pt idx="1271">
                  <c:v>38672</c:v>
                </c:pt>
                <c:pt idx="1272">
                  <c:v>38673</c:v>
                </c:pt>
                <c:pt idx="1273">
                  <c:v>38674</c:v>
                </c:pt>
                <c:pt idx="1274">
                  <c:v>38677</c:v>
                </c:pt>
                <c:pt idx="1275">
                  <c:v>38678</c:v>
                </c:pt>
                <c:pt idx="1276">
                  <c:v>38679</c:v>
                </c:pt>
                <c:pt idx="1277">
                  <c:v>38680</c:v>
                </c:pt>
                <c:pt idx="1278">
                  <c:v>38681</c:v>
                </c:pt>
                <c:pt idx="1279">
                  <c:v>38684</c:v>
                </c:pt>
                <c:pt idx="1280">
                  <c:v>38685</c:v>
                </c:pt>
                <c:pt idx="1281">
                  <c:v>38686</c:v>
                </c:pt>
                <c:pt idx="1282">
                  <c:v>38687</c:v>
                </c:pt>
                <c:pt idx="1283">
                  <c:v>38688</c:v>
                </c:pt>
                <c:pt idx="1284">
                  <c:v>38691</c:v>
                </c:pt>
                <c:pt idx="1285">
                  <c:v>38692</c:v>
                </c:pt>
                <c:pt idx="1286">
                  <c:v>38693</c:v>
                </c:pt>
                <c:pt idx="1287">
                  <c:v>38694</c:v>
                </c:pt>
                <c:pt idx="1288">
                  <c:v>38695</c:v>
                </c:pt>
                <c:pt idx="1289">
                  <c:v>38698</c:v>
                </c:pt>
                <c:pt idx="1290">
                  <c:v>38699</c:v>
                </c:pt>
                <c:pt idx="1291">
                  <c:v>38700</c:v>
                </c:pt>
                <c:pt idx="1292">
                  <c:v>38701</c:v>
                </c:pt>
                <c:pt idx="1293">
                  <c:v>38702</c:v>
                </c:pt>
                <c:pt idx="1294">
                  <c:v>38705</c:v>
                </c:pt>
                <c:pt idx="1295">
                  <c:v>38706</c:v>
                </c:pt>
                <c:pt idx="1296">
                  <c:v>38707</c:v>
                </c:pt>
                <c:pt idx="1297">
                  <c:v>38708</c:v>
                </c:pt>
                <c:pt idx="1298">
                  <c:v>38709</c:v>
                </c:pt>
                <c:pt idx="1299">
                  <c:v>38712</c:v>
                </c:pt>
                <c:pt idx="1300">
                  <c:v>38713</c:v>
                </c:pt>
                <c:pt idx="1301">
                  <c:v>38714</c:v>
                </c:pt>
                <c:pt idx="1302">
                  <c:v>38715</c:v>
                </c:pt>
                <c:pt idx="1303">
                  <c:v>38716</c:v>
                </c:pt>
                <c:pt idx="1304">
                  <c:v>38719</c:v>
                </c:pt>
                <c:pt idx="1305">
                  <c:v>38720</c:v>
                </c:pt>
                <c:pt idx="1306">
                  <c:v>38721</c:v>
                </c:pt>
                <c:pt idx="1307">
                  <c:v>38722</c:v>
                </c:pt>
                <c:pt idx="1308">
                  <c:v>38723</c:v>
                </c:pt>
                <c:pt idx="1309">
                  <c:v>38726</c:v>
                </c:pt>
                <c:pt idx="1310">
                  <c:v>38727</c:v>
                </c:pt>
                <c:pt idx="1311">
                  <c:v>38728</c:v>
                </c:pt>
                <c:pt idx="1312">
                  <c:v>38729</c:v>
                </c:pt>
                <c:pt idx="1313">
                  <c:v>38730</c:v>
                </c:pt>
                <c:pt idx="1314">
                  <c:v>38733</c:v>
                </c:pt>
                <c:pt idx="1315">
                  <c:v>38734</c:v>
                </c:pt>
                <c:pt idx="1316">
                  <c:v>38735</c:v>
                </c:pt>
                <c:pt idx="1317">
                  <c:v>38736</c:v>
                </c:pt>
                <c:pt idx="1318">
                  <c:v>38737</c:v>
                </c:pt>
                <c:pt idx="1319">
                  <c:v>38740</c:v>
                </c:pt>
                <c:pt idx="1320">
                  <c:v>38741</c:v>
                </c:pt>
                <c:pt idx="1321">
                  <c:v>38742</c:v>
                </c:pt>
                <c:pt idx="1322">
                  <c:v>38743</c:v>
                </c:pt>
                <c:pt idx="1323">
                  <c:v>38744</c:v>
                </c:pt>
                <c:pt idx="1324">
                  <c:v>38747</c:v>
                </c:pt>
                <c:pt idx="1325">
                  <c:v>38748</c:v>
                </c:pt>
                <c:pt idx="1326">
                  <c:v>38749</c:v>
                </c:pt>
                <c:pt idx="1327">
                  <c:v>38750</c:v>
                </c:pt>
                <c:pt idx="1328">
                  <c:v>38751</c:v>
                </c:pt>
                <c:pt idx="1329">
                  <c:v>38754</c:v>
                </c:pt>
                <c:pt idx="1330">
                  <c:v>38755</c:v>
                </c:pt>
                <c:pt idx="1331">
                  <c:v>38756</c:v>
                </c:pt>
                <c:pt idx="1332">
                  <c:v>38757</c:v>
                </c:pt>
                <c:pt idx="1333">
                  <c:v>38758</c:v>
                </c:pt>
                <c:pt idx="1334">
                  <c:v>38761</c:v>
                </c:pt>
                <c:pt idx="1335">
                  <c:v>38762</c:v>
                </c:pt>
                <c:pt idx="1336">
                  <c:v>38763</c:v>
                </c:pt>
                <c:pt idx="1337">
                  <c:v>38764</c:v>
                </c:pt>
                <c:pt idx="1338">
                  <c:v>38765</c:v>
                </c:pt>
                <c:pt idx="1339">
                  <c:v>38768</c:v>
                </c:pt>
                <c:pt idx="1340">
                  <c:v>38769</c:v>
                </c:pt>
                <c:pt idx="1341">
                  <c:v>38770</c:v>
                </c:pt>
                <c:pt idx="1342">
                  <c:v>38771</c:v>
                </c:pt>
                <c:pt idx="1343">
                  <c:v>38772</c:v>
                </c:pt>
                <c:pt idx="1344">
                  <c:v>38775</c:v>
                </c:pt>
                <c:pt idx="1345">
                  <c:v>38776</c:v>
                </c:pt>
                <c:pt idx="1346">
                  <c:v>38777</c:v>
                </c:pt>
                <c:pt idx="1347">
                  <c:v>38778</c:v>
                </c:pt>
                <c:pt idx="1348">
                  <c:v>38779</c:v>
                </c:pt>
                <c:pt idx="1349">
                  <c:v>38782</c:v>
                </c:pt>
                <c:pt idx="1350">
                  <c:v>38783</c:v>
                </c:pt>
                <c:pt idx="1351">
                  <c:v>38784</c:v>
                </c:pt>
                <c:pt idx="1352">
                  <c:v>38785</c:v>
                </c:pt>
                <c:pt idx="1353">
                  <c:v>38786</c:v>
                </c:pt>
                <c:pt idx="1354">
                  <c:v>38789</c:v>
                </c:pt>
                <c:pt idx="1355">
                  <c:v>38790</c:v>
                </c:pt>
                <c:pt idx="1356">
                  <c:v>38791</c:v>
                </c:pt>
                <c:pt idx="1357">
                  <c:v>38792</c:v>
                </c:pt>
                <c:pt idx="1358">
                  <c:v>38793</c:v>
                </c:pt>
                <c:pt idx="1359">
                  <c:v>38796</c:v>
                </c:pt>
                <c:pt idx="1360">
                  <c:v>38797</c:v>
                </c:pt>
                <c:pt idx="1361">
                  <c:v>38798</c:v>
                </c:pt>
                <c:pt idx="1362">
                  <c:v>38799</c:v>
                </c:pt>
                <c:pt idx="1363">
                  <c:v>38800</c:v>
                </c:pt>
                <c:pt idx="1364">
                  <c:v>38803</c:v>
                </c:pt>
                <c:pt idx="1365">
                  <c:v>38804</c:v>
                </c:pt>
                <c:pt idx="1366">
                  <c:v>38805</c:v>
                </c:pt>
                <c:pt idx="1367">
                  <c:v>38806</c:v>
                </c:pt>
                <c:pt idx="1368">
                  <c:v>38807</c:v>
                </c:pt>
                <c:pt idx="1369">
                  <c:v>38810</c:v>
                </c:pt>
                <c:pt idx="1370">
                  <c:v>38811</c:v>
                </c:pt>
                <c:pt idx="1371">
                  <c:v>38812</c:v>
                </c:pt>
                <c:pt idx="1372">
                  <c:v>38813</c:v>
                </c:pt>
                <c:pt idx="1373">
                  <c:v>38814</c:v>
                </c:pt>
                <c:pt idx="1374">
                  <c:v>38817</c:v>
                </c:pt>
                <c:pt idx="1375">
                  <c:v>38818</c:v>
                </c:pt>
                <c:pt idx="1376">
                  <c:v>38819</c:v>
                </c:pt>
                <c:pt idx="1377">
                  <c:v>38820</c:v>
                </c:pt>
                <c:pt idx="1378">
                  <c:v>38821</c:v>
                </c:pt>
                <c:pt idx="1379">
                  <c:v>38824</c:v>
                </c:pt>
                <c:pt idx="1380">
                  <c:v>38825</c:v>
                </c:pt>
                <c:pt idx="1381">
                  <c:v>38826</c:v>
                </c:pt>
                <c:pt idx="1382">
                  <c:v>38827</c:v>
                </c:pt>
                <c:pt idx="1383">
                  <c:v>38828</c:v>
                </c:pt>
                <c:pt idx="1384">
                  <c:v>38831</c:v>
                </c:pt>
                <c:pt idx="1385">
                  <c:v>38832</c:v>
                </c:pt>
                <c:pt idx="1386">
                  <c:v>38833</c:v>
                </c:pt>
                <c:pt idx="1387">
                  <c:v>38834</c:v>
                </c:pt>
                <c:pt idx="1388">
                  <c:v>38835</c:v>
                </c:pt>
                <c:pt idx="1389">
                  <c:v>38838</c:v>
                </c:pt>
                <c:pt idx="1390">
                  <c:v>38839</c:v>
                </c:pt>
                <c:pt idx="1391">
                  <c:v>38840</c:v>
                </c:pt>
                <c:pt idx="1392">
                  <c:v>38841</c:v>
                </c:pt>
                <c:pt idx="1393">
                  <c:v>38842</c:v>
                </c:pt>
                <c:pt idx="1394">
                  <c:v>38845</c:v>
                </c:pt>
                <c:pt idx="1395">
                  <c:v>38846</c:v>
                </c:pt>
                <c:pt idx="1396">
                  <c:v>38847</c:v>
                </c:pt>
                <c:pt idx="1397">
                  <c:v>38848</c:v>
                </c:pt>
                <c:pt idx="1398">
                  <c:v>38849</c:v>
                </c:pt>
                <c:pt idx="1399">
                  <c:v>38852</c:v>
                </c:pt>
                <c:pt idx="1400">
                  <c:v>38853</c:v>
                </c:pt>
                <c:pt idx="1401">
                  <c:v>38854</c:v>
                </c:pt>
                <c:pt idx="1402">
                  <c:v>38855</c:v>
                </c:pt>
                <c:pt idx="1403">
                  <c:v>38856</c:v>
                </c:pt>
                <c:pt idx="1404">
                  <c:v>38859</c:v>
                </c:pt>
                <c:pt idx="1405">
                  <c:v>38860</c:v>
                </c:pt>
                <c:pt idx="1406">
                  <c:v>38861</c:v>
                </c:pt>
                <c:pt idx="1407">
                  <c:v>38862</c:v>
                </c:pt>
                <c:pt idx="1408">
                  <c:v>38863</c:v>
                </c:pt>
                <c:pt idx="1409">
                  <c:v>38866</c:v>
                </c:pt>
                <c:pt idx="1410">
                  <c:v>38867</c:v>
                </c:pt>
                <c:pt idx="1411">
                  <c:v>38868</c:v>
                </c:pt>
                <c:pt idx="1412">
                  <c:v>38869</c:v>
                </c:pt>
                <c:pt idx="1413">
                  <c:v>38870</c:v>
                </c:pt>
                <c:pt idx="1414">
                  <c:v>38873</c:v>
                </c:pt>
                <c:pt idx="1415">
                  <c:v>38874</c:v>
                </c:pt>
                <c:pt idx="1416">
                  <c:v>38875</c:v>
                </c:pt>
                <c:pt idx="1417">
                  <c:v>38876</c:v>
                </c:pt>
                <c:pt idx="1418">
                  <c:v>38877</c:v>
                </c:pt>
                <c:pt idx="1419">
                  <c:v>38880</c:v>
                </c:pt>
                <c:pt idx="1420">
                  <c:v>38881</c:v>
                </c:pt>
                <c:pt idx="1421">
                  <c:v>38882</c:v>
                </c:pt>
                <c:pt idx="1422">
                  <c:v>38883</c:v>
                </c:pt>
                <c:pt idx="1423">
                  <c:v>38884</c:v>
                </c:pt>
                <c:pt idx="1424">
                  <c:v>38887</c:v>
                </c:pt>
                <c:pt idx="1425">
                  <c:v>38888</c:v>
                </c:pt>
                <c:pt idx="1426">
                  <c:v>38889</c:v>
                </c:pt>
                <c:pt idx="1427">
                  <c:v>38890</c:v>
                </c:pt>
                <c:pt idx="1428">
                  <c:v>38891</c:v>
                </c:pt>
                <c:pt idx="1429">
                  <c:v>38894</c:v>
                </c:pt>
                <c:pt idx="1430">
                  <c:v>38895</c:v>
                </c:pt>
                <c:pt idx="1431">
                  <c:v>38896</c:v>
                </c:pt>
                <c:pt idx="1432">
                  <c:v>38897</c:v>
                </c:pt>
                <c:pt idx="1433">
                  <c:v>38898</c:v>
                </c:pt>
                <c:pt idx="1434">
                  <c:v>38901</c:v>
                </c:pt>
                <c:pt idx="1435">
                  <c:v>38902</c:v>
                </c:pt>
                <c:pt idx="1436">
                  <c:v>38903</c:v>
                </c:pt>
                <c:pt idx="1437">
                  <c:v>38904</c:v>
                </c:pt>
                <c:pt idx="1438">
                  <c:v>38905</c:v>
                </c:pt>
                <c:pt idx="1439">
                  <c:v>38908</c:v>
                </c:pt>
                <c:pt idx="1440">
                  <c:v>38909</c:v>
                </c:pt>
                <c:pt idx="1441">
                  <c:v>38910</c:v>
                </c:pt>
                <c:pt idx="1442">
                  <c:v>38911</c:v>
                </c:pt>
                <c:pt idx="1443">
                  <c:v>38912</c:v>
                </c:pt>
                <c:pt idx="1444">
                  <c:v>38915</c:v>
                </c:pt>
                <c:pt idx="1445">
                  <c:v>38916</c:v>
                </c:pt>
                <c:pt idx="1446">
                  <c:v>38917</c:v>
                </c:pt>
                <c:pt idx="1447">
                  <c:v>38918</c:v>
                </c:pt>
                <c:pt idx="1448">
                  <c:v>38919</c:v>
                </c:pt>
                <c:pt idx="1449">
                  <c:v>38922</c:v>
                </c:pt>
                <c:pt idx="1450">
                  <c:v>38923</c:v>
                </c:pt>
                <c:pt idx="1451">
                  <c:v>38924</c:v>
                </c:pt>
                <c:pt idx="1452">
                  <c:v>38925</c:v>
                </c:pt>
                <c:pt idx="1453">
                  <c:v>38926</c:v>
                </c:pt>
                <c:pt idx="1454">
                  <c:v>38929</c:v>
                </c:pt>
                <c:pt idx="1455">
                  <c:v>38930</c:v>
                </c:pt>
                <c:pt idx="1456">
                  <c:v>38931</c:v>
                </c:pt>
                <c:pt idx="1457">
                  <c:v>38932</c:v>
                </c:pt>
                <c:pt idx="1458">
                  <c:v>38933</c:v>
                </c:pt>
                <c:pt idx="1459">
                  <c:v>38936</c:v>
                </c:pt>
                <c:pt idx="1460">
                  <c:v>38937</c:v>
                </c:pt>
                <c:pt idx="1461">
                  <c:v>38938</c:v>
                </c:pt>
                <c:pt idx="1462">
                  <c:v>38939</c:v>
                </c:pt>
                <c:pt idx="1463">
                  <c:v>38940</c:v>
                </c:pt>
                <c:pt idx="1464">
                  <c:v>38943</c:v>
                </c:pt>
                <c:pt idx="1465">
                  <c:v>38944</c:v>
                </c:pt>
                <c:pt idx="1466">
                  <c:v>38945</c:v>
                </c:pt>
                <c:pt idx="1467">
                  <c:v>38946</c:v>
                </c:pt>
                <c:pt idx="1468">
                  <c:v>38947</c:v>
                </c:pt>
                <c:pt idx="1469">
                  <c:v>38950</c:v>
                </c:pt>
                <c:pt idx="1470">
                  <c:v>38951</c:v>
                </c:pt>
                <c:pt idx="1471">
                  <c:v>38952</c:v>
                </c:pt>
                <c:pt idx="1472">
                  <c:v>38953</c:v>
                </c:pt>
                <c:pt idx="1473">
                  <c:v>38954</c:v>
                </c:pt>
                <c:pt idx="1474">
                  <c:v>38957</c:v>
                </c:pt>
                <c:pt idx="1475">
                  <c:v>38958</c:v>
                </c:pt>
                <c:pt idx="1476">
                  <c:v>38959</c:v>
                </c:pt>
                <c:pt idx="1477">
                  <c:v>38960</c:v>
                </c:pt>
                <c:pt idx="1478">
                  <c:v>38961</c:v>
                </c:pt>
                <c:pt idx="1479">
                  <c:v>38964</c:v>
                </c:pt>
                <c:pt idx="1480">
                  <c:v>38965</c:v>
                </c:pt>
                <c:pt idx="1481">
                  <c:v>38966</c:v>
                </c:pt>
                <c:pt idx="1482">
                  <c:v>38967</c:v>
                </c:pt>
                <c:pt idx="1483">
                  <c:v>38968</c:v>
                </c:pt>
                <c:pt idx="1484">
                  <c:v>38971</c:v>
                </c:pt>
                <c:pt idx="1485">
                  <c:v>38972</c:v>
                </c:pt>
                <c:pt idx="1486">
                  <c:v>38973</c:v>
                </c:pt>
                <c:pt idx="1487">
                  <c:v>38974</c:v>
                </c:pt>
                <c:pt idx="1488">
                  <c:v>38975</c:v>
                </c:pt>
                <c:pt idx="1489">
                  <c:v>38978</c:v>
                </c:pt>
                <c:pt idx="1490">
                  <c:v>38979</c:v>
                </c:pt>
                <c:pt idx="1491">
                  <c:v>38980</c:v>
                </c:pt>
                <c:pt idx="1492">
                  <c:v>38981</c:v>
                </c:pt>
                <c:pt idx="1493">
                  <c:v>38982</c:v>
                </c:pt>
                <c:pt idx="1494">
                  <c:v>38985</c:v>
                </c:pt>
                <c:pt idx="1495">
                  <c:v>38986</c:v>
                </c:pt>
                <c:pt idx="1496">
                  <c:v>38987</c:v>
                </c:pt>
                <c:pt idx="1497">
                  <c:v>38988</c:v>
                </c:pt>
                <c:pt idx="1498">
                  <c:v>38989</c:v>
                </c:pt>
                <c:pt idx="1499">
                  <c:v>38992</c:v>
                </c:pt>
                <c:pt idx="1500">
                  <c:v>38993</c:v>
                </c:pt>
                <c:pt idx="1501">
                  <c:v>38994</c:v>
                </c:pt>
                <c:pt idx="1502">
                  <c:v>38995</c:v>
                </c:pt>
                <c:pt idx="1503">
                  <c:v>38996</c:v>
                </c:pt>
                <c:pt idx="1504">
                  <c:v>38999</c:v>
                </c:pt>
                <c:pt idx="1505">
                  <c:v>39000</c:v>
                </c:pt>
                <c:pt idx="1506">
                  <c:v>39001</c:v>
                </c:pt>
                <c:pt idx="1507">
                  <c:v>39002</c:v>
                </c:pt>
                <c:pt idx="1508">
                  <c:v>39003</c:v>
                </c:pt>
                <c:pt idx="1509">
                  <c:v>39006</c:v>
                </c:pt>
                <c:pt idx="1510">
                  <c:v>39007</c:v>
                </c:pt>
                <c:pt idx="1511">
                  <c:v>39008</c:v>
                </c:pt>
                <c:pt idx="1512">
                  <c:v>39009</c:v>
                </c:pt>
                <c:pt idx="1513">
                  <c:v>39010</c:v>
                </c:pt>
                <c:pt idx="1514">
                  <c:v>39013</c:v>
                </c:pt>
                <c:pt idx="1515">
                  <c:v>39014</c:v>
                </c:pt>
                <c:pt idx="1516">
                  <c:v>39015</c:v>
                </c:pt>
                <c:pt idx="1517">
                  <c:v>39016</c:v>
                </c:pt>
                <c:pt idx="1518">
                  <c:v>39017</c:v>
                </c:pt>
                <c:pt idx="1519">
                  <c:v>39020</c:v>
                </c:pt>
                <c:pt idx="1520">
                  <c:v>39021</c:v>
                </c:pt>
                <c:pt idx="1521">
                  <c:v>39022</c:v>
                </c:pt>
                <c:pt idx="1522">
                  <c:v>39023</c:v>
                </c:pt>
                <c:pt idx="1523">
                  <c:v>39024</c:v>
                </c:pt>
                <c:pt idx="1524">
                  <c:v>39027</c:v>
                </c:pt>
                <c:pt idx="1525">
                  <c:v>39028</c:v>
                </c:pt>
                <c:pt idx="1526">
                  <c:v>39029</c:v>
                </c:pt>
                <c:pt idx="1527">
                  <c:v>39030</c:v>
                </c:pt>
                <c:pt idx="1528">
                  <c:v>39031</c:v>
                </c:pt>
                <c:pt idx="1529">
                  <c:v>39034</c:v>
                </c:pt>
                <c:pt idx="1530">
                  <c:v>39035</c:v>
                </c:pt>
                <c:pt idx="1531">
                  <c:v>39036</c:v>
                </c:pt>
                <c:pt idx="1532">
                  <c:v>39037</c:v>
                </c:pt>
                <c:pt idx="1533">
                  <c:v>39038</c:v>
                </c:pt>
                <c:pt idx="1534">
                  <c:v>39041</c:v>
                </c:pt>
                <c:pt idx="1535">
                  <c:v>39042</c:v>
                </c:pt>
                <c:pt idx="1536">
                  <c:v>39043</c:v>
                </c:pt>
                <c:pt idx="1537">
                  <c:v>39044</c:v>
                </c:pt>
                <c:pt idx="1538">
                  <c:v>39045</c:v>
                </c:pt>
                <c:pt idx="1539">
                  <c:v>39048</c:v>
                </c:pt>
                <c:pt idx="1540">
                  <c:v>39049</c:v>
                </c:pt>
                <c:pt idx="1541">
                  <c:v>39050</c:v>
                </c:pt>
                <c:pt idx="1542">
                  <c:v>39051</c:v>
                </c:pt>
                <c:pt idx="1543">
                  <c:v>39052</c:v>
                </c:pt>
                <c:pt idx="1544">
                  <c:v>39055</c:v>
                </c:pt>
                <c:pt idx="1545">
                  <c:v>39056</c:v>
                </c:pt>
                <c:pt idx="1546">
                  <c:v>39057</c:v>
                </c:pt>
                <c:pt idx="1547">
                  <c:v>39058</c:v>
                </c:pt>
                <c:pt idx="1548">
                  <c:v>39059</c:v>
                </c:pt>
                <c:pt idx="1549">
                  <c:v>39062</c:v>
                </c:pt>
                <c:pt idx="1550">
                  <c:v>39063</c:v>
                </c:pt>
                <c:pt idx="1551">
                  <c:v>39064</c:v>
                </c:pt>
                <c:pt idx="1552">
                  <c:v>39065</c:v>
                </c:pt>
                <c:pt idx="1553">
                  <c:v>39066</c:v>
                </c:pt>
                <c:pt idx="1554">
                  <c:v>39069</c:v>
                </c:pt>
                <c:pt idx="1555">
                  <c:v>39070</c:v>
                </c:pt>
                <c:pt idx="1556">
                  <c:v>39071</c:v>
                </c:pt>
                <c:pt idx="1557">
                  <c:v>39072</c:v>
                </c:pt>
                <c:pt idx="1558">
                  <c:v>39073</c:v>
                </c:pt>
                <c:pt idx="1559">
                  <c:v>39076</c:v>
                </c:pt>
                <c:pt idx="1560">
                  <c:v>39077</c:v>
                </c:pt>
                <c:pt idx="1561">
                  <c:v>39078</c:v>
                </c:pt>
                <c:pt idx="1562">
                  <c:v>39079</c:v>
                </c:pt>
                <c:pt idx="1563">
                  <c:v>39080</c:v>
                </c:pt>
                <c:pt idx="1564">
                  <c:v>39083</c:v>
                </c:pt>
                <c:pt idx="1565">
                  <c:v>39084</c:v>
                </c:pt>
                <c:pt idx="1566">
                  <c:v>39085</c:v>
                </c:pt>
                <c:pt idx="1567">
                  <c:v>39086</c:v>
                </c:pt>
                <c:pt idx="1568">
                  <c:v>39087</c:v>
                </c:pt>
                <c:pt idx="1569">
                  <c:v>39090</c:v>
                </c:pt>
                <c:pt idx="1570">
                  <c:v>39091</c:v>
                </c:pt>
                <c:pt idx="1571">
                  <c:v>39092</c:v>
                </c:pt>
                <c:pt idx="1572">
                  <c:v>39093</c:v>
                </c:pt>
                <c:pt idx="1573">
                  <c:v>39094</c:v>
                </c:pt>
                <c:pt idx="1574">
                  <c:v>39097</c:v>
                </c:pt>
                <c:pt idx="1575">
                  <c:v>39098</c:v>
                </c:pt>
                <c:pt idx="1576">
                  <c:v>39099</c:v>
                </c:pt>
                <c:pt idx="1577">
                  <c:v>39100</c:v>
                </c:pt>
                <c:pt idx="1578">
                  <c:v>39101</c:v>
                </c:pt>
                <c:pt idx="1579">
                  <c:v>39104</c:v>
                </c:pt>
                <c:pt idx="1580">
                  <c:v>39105</c:v>
                </c:pt>
                <c:pt idx="1581">
                  <c:v>39106</c:v>
                </c:pt>
                <c:pt idx="1582">
                  <c:v>39107</c:v>
                </c:pt>
                <c:pt idx="1583">
                  <c:v>39108</c:v>
                </c:pt>
                <c:pt idx="1584">
                  <c:v>39111</c:v>
                </c:pt>
                <c:pt idx="1585">
                  <c:v>39112</c:v>
                </c:pt>
                <c:pt idx="1586">
                  <c:v>39113</c:v>
                </c:pt>
                <c:pt idx="1587">
                  <c:v>39114</c:v>
                </c:pt>
                <c:pt idx="1588">
                  <c:v>39115</c:v>
                </c:pt>
                <c:pt idx="1589">
                  <c:v>39118</c:v>
                </c:pt>
                <c:pt idx="1590">
                  <c:v>39119</c:v>
                </c:pt>
                <c:pt idx="1591">
                  <c:v>39120</c:v>
                </c:pt>
                <c:pt idx="1592">
                  <c:v>39121</c:v>
                </c:pt>
                <c:pt idx="1593">
                  <c:v>39122</c:v>
                </c:pt>
                <c:pt idx="1594">
                  <c:v>39125</c:v>
                </c:pt>
                <c:pt idx="1595">
                  <c:v>39126</c:v>
                </c:pt>
                <c:pt idx="1596">
                  <c:v>39127</c:v>
                </c:pt>
                <c:pt idx="1597">
                  <c:v>39128</c:v>
                </c:pt>
                <c:pt idx="1598">
                  <c:v>39129</c:v>
                </c:pt>
                <c:pt idx="1599">
                  <c:v>39132</c:v>
                </c:pt>
                <c:pt idx="1600">
                  <c:v>39133</c:v>
                </c:pt>
                <c:pt idx="1601">
                  <c:v>39134</c:v>
                </c:pt>
                <c:pt idx="1602">
                  <c:v>39135</c:v>
                </c:pt>
                <c:pt idx="1603">
                  <c:v>39136</c:v>
                </c:pt>
                <c:pt idx="1604">
                  <c:v>39139</c:v>
                </c:pt>
                <c:pt idx="1605">
                  <c:v>39140</c:v>
                </c:pt>
                <c:pt idx="1606">
                  <c:v>39141</c:v>
                </c:pt>
                <c:pt idx="1607">
                  <c:v>39142</c:v>
                </c:pt>
                <c:pt idx="1608">
                  <c:v>39143</c:v>
                </c:pt>
                <c:pt idx="1609">
                  <c:v>39146</c:v>
                </c:pt>
                <c:pt idx="1610">
                  <c:v>39147</c:v>
                </c:pt>
                <c:pt idx="1611">
                  <c:v>39148</c:v>
                </c:pt>
                <c:pt idx="1612">
                  <c:v>39149</c:v>
                </c:pt>
                <c:pt idx="1613">
                  <c:v>39150</c:v>
                </c:pt>
                <c:pt idx="1614">
                  <c:v>39153</c:v>
                </c:pt>
                <c:pt idx="1615">
                  <c:v>39154</c:v>
                </c:pt>
                <c:pt idx="1616">
                  <c:v>39155</c:v>
                </c:pt>
                <c:pt idx="1617">
                  <c:v>39156</c:v>
                </c:pt>
                <c:pt idx="1618">
                  <c:v>39157</c:v>
                </c:pt>
                <c:pt idx="1619">
                  <c:v>39160</c:v>
                </c:pt>
                <c:pt idx="1620">
                  <c:v>39161</c:v>
                </c:pt>
                <c:pt idx="1621">
                  <c:v>39162</c:v>
                </c:pt>
                <c:pt idx="1622">
                  <c:v>39163</c:v>
                </c:pt>
                <c:pt idx="1623">
                  <c:v>39164</c:v>
                </c:pt>
                <c:pt idx="1624">
                  <c:v>39167</c:v>
                </c:pt>
                <c:pt idx="1625">
                  <c:v>39168</c:v>
                </c:pt>
                <c:pt idx="1626">
                  <c:v>39169</c:v>
                </c:pt>
                <c:pt idx="1627">
                  <c:v>39170</c:v>
                </c:pt>
                <c:pt idx="1628">
                  <c:v>39171</c:v>
                </c:pt>
                <c:pt idx="1629">
                  <c:v>39174</c:v>
                </c:pt>
                <c:pt idx="1630">
                  <c:v>39175</c:v>
                </c:pt>
                <c:pt idx="1631">
                  <c:v>39176</c:v>
                </c:pt>
                <c:pt idx="1632">
                  <c:v>39177</c:v>
                </c:pt>
                <c:pt idx="1633">
                  <c:v>39178</c:v>
                </c:pt>
                <c:pt idx="1634">
                  <c:v>39181</c:v>
                </c:pt>
                <c:pt idx="1635">
                  <c:v>39182</c:v>
                </c:pt>
                <c:pt idx="1636">
                  <c:v>39183</c:v>
                </c:pt>
                <c:pt idx="1637">
                  <c:v>39184</c:v>
                </c:pt>
                <c:pt idx="1638">
                  <c:v>39185</c:v>
                </c:pt>
                <c:pt idx="1639">
                  <c:v>39188</c:v>
                </c:pt>
                <c:pt idx="1640">
                  <c:v>39189</c:v>
                </c:pt>
                <c:pt idx="1641">
                  <c:v>39190</c:v>
                </c:pt>
                <c:pt idx="1642">
                  <c:v>39191</c:v>
                </c:pt>
                <c:pt idx="1643">
                  <c:v>39192</c:v>
                </c:pt>
                <c:pt idx="1644">
                  <c:v>39195</c:v>
                </c:pt>
                <c:pt idx="1645">
                  <c:v>39196</c:v>
                </c:pt>
                <c:pt idx="1646">
                  <c:v>39197</c:v>
                </c:pt>
                <c:pt idx="1647">
                  <c:v>39198</c:v>
                </c:pt>
                <c:pt idx="1648">
                  <c:v>39199</c:v>
                </c:pt>
                <c:pt idx="1649">
                  <c:v>39202</c:v>
                </c:pt>
                <c:pt idx="1650">
                  <c:v>39203</c:v>
                </c:pt>
                <c:pt idx="1651">
                  <c:v>39204</c:v>
                </c:pt>
                <c:pt idx="1652">
                  <c:v>39205</c:v>
                </c:pt>
                <c:pt idx="1653">
                  <c:v>39206</c:v>
                </c:pt>
                <c:pt idx="1654">
                  <c:v>39209</c:v>
                </c:pt>
                <c:pt idx="1655">
                  <c:v>39210</c:v>
                </c:pt>
                <c:pt idx="1656">
                  <c:v>39211</c:v>
                </c:pt>
                <c:pt idx="1657">
                  <c:v>39212</c:v>
                </c:pt>
                <c:pt idx="1658">
                  <c:v>39213</c:v>
                </c:pt>
                <c:pt idx="1659">
                  <c:v>39216</c:v>
                </c:pt>
                <c:pt idx="1660">
                  <c:v>39217</c:v>
                </c:pt>
                <c:pt idx="1661">
                  <c:v>39218</c:v>
                </c:pt>
                <c:pt idx="1662">
                  <c:v>39219</c:v>
                </c:pt>
                <c:pt idx="1663">
                  <c:v>39220</c:v>
                </c:pt>
                <c:pt idx="1664">
                  <c:v>39223</c:v>
                </c:pt>
                <c:pt idx="1665">
                  <c:v>39224</c:v>
                </c:pt>
                <c:pt idx="1666">
                  <c:v>39225</c:v>
                </c:pt>
                <c:pt idx="1667">
                  <c:v>39226</c:v>
                </c:pt>
                <c:pt idx="1668">
                  <c:v>39227</c:v>
                </c:pt>
                <c:pt idx="1669">
                  <c:v>39230</c:v>
                </c:pt>
                <c:pt idx="1670">
                  <c:v>39231</c:v>
                </c:pt>
                <c:pt idx="1671">
                  <c:v>39232</c:v>
                </c:pt>
                <c:pt idx="1672">
                  <c:v>39233</c:v>
                </c:pt>
                <c:pt idx="1673">
                  <c:v>39234</c:v>
                </c:pt>
                <c:pt idx="1674">
                  <c:v>39237</c:v>
                </c:pt>
                <c:pt idx="1675">
                  <c:v>39238</c:v>
                </c:pt>
                <c:pt idx="1676">
                  <c:v>39239</c:v>
                </c:pt>
                <c:pt idx="1677">
                  <c:v>39240</c:v>
                </c:pt>
                <c:pt idx="1678">
                  <c:v>39241</c:v>
                </c:pt>
                <c:pt idx="1679">
                  <c:v>39244</c:v>
                </c:pt>
                <c:pt idx="1680">
                  <c:v>39245</c:v>
                </c:pt>
                <c:pt idx="1681">
                  <c:v>39246</c:v>
                </c:pt>
                <c:pt idx="1682">
                  <c:v>39247</c:v>
                </c:pt>
                <c:pt idx="1683">
                  <c:v>39248</c:v>
                </c:pt>
                <c:pt idx="1684">
                  <c:v>39251</c:v>
                </c:pt>
                <c:pt idx="1685">
                  <c:v>39252</c:v>
                </c:pt>
                <c:pt idx="1686">
                  <c:v>39253</c:v>
                </c:pt>
                <c:pt idx="1687">
                  <c:v>39254</c:v>
                </c:pt>
                <c:pt idx="1688">
                  <c:v>39255</c:v>
                </c:pt>
                <c:pt idx="1689">
                  <c:v>39258</c:v>
                </c:pt>
                <c:pt idx="1690">
                  <c:v>39259</c:v>
                </c:pt>
                <c:pt idx="1691">
                  <c:v>39260</c:v>
                </c:pt>
                <c:pt idx="1692">
                  <c:v>39261</c:v>
                </c:pt>
                <c:pt idx="1693">
                  <c:v>39262</c:v>
                </c:pt>
                <c:pt idx="1694">
                  <c:v>39265</c:v>
                </c:pt>
                <c:pt idx="1695">
                  <c:v>39266</c:v>
                </c:pt>
                <c:pt idx="1696">
                  <c:v>39267</c:v>
                </c:pt>
                <c:pt idx="1697">
                  <c:v>39268</c:v>
                </c:pt>
                <c:pt idx="1698">
                  <c:v>39269</c:v>
                </c:pt>
                <c:pt idx="1699">
                  <c:v>39272</c:v>
                </c:pt>
                <c:pt idx="1700">
                  <c:v>39273</c:v>
                </c:pt>
                <c:pt idx="1701">
                  <c:v>39274</c:v>
                </c:pt>
                <c:pt idx="1702">
                  <c:v>39275</c:v>
                </c:pt>
                <c:pt idx="1703">
                  <c:v>39276</c:v>
                </c:pt>
                <c:pt idx="1704">
                  <c:v>39279</c:v>
                </c:pt>
                <c:pt idx="1705">
                  <c:v>39280</c:v>
                </c:pt>
                <c:pt idx="1706">
                  <c:v>39281</c:v>
                </c:pt>
                <c:pt idx="1707">
                  <c:v>39282</c:v>
                </c:pt>
                <c:pt idx="1708">
                  <c:v>39283</c:v>
                </c:pt>
                <c:pt idx="1709">
                  <c:v>39286</c:v>
                </c:pt>
                <c:pt idx="1710">
                  <c:v>39287</c:v>
                </c:pt>
                <c:pt idx="1711">
                  <c:v>39288</c:v>
                </c:pt>
                <c:pt idx="1712">
                  <c:v>39289</c:v>
                </c:pt>
                <c:pt idx="1713">
                  <c:v>39290</c:v>
                </c:pt>
                <c:pt idx="1714">
                  <c:v>39293</c:v>
                </c:pt>
                <c:pt idx="1715">
                  <c:v>39294</c:v>
                </c:pt>
                <c:pt idx="1716">
                  <c:v>39295</c:v>
                </c:pt>
                <c:pt idx="1717">
                  <c:v>39296</c:v>
                </c:pt>
                <c:pt idx="1718">
                  <c:v>39297</c:v>
                </c:pt>
                <c:pt idx="1719">
                  <c:v>39300</c:v>
                </c:pt>
                <c:pt idx="1720">
                  <c:v>39301</c:v>
                </c:pt>
                <c:pt idx="1721">
                  <c:v>39302</c:v>
                </c:pt>
                <c:pt idx="1722">
                  <c:v>39303</c:v>
                </c:pt>
                <c:pt idx="1723">
                  <c:v>39304</c:v>
                </c:pt>
                <c:pt idx="1724">
                  <c:v>39307</c:v>
                </c:pt>
                <c:pt idx="1725">
                  <c:v>39308</c:v>
                </c:pt>
                <c:pt idx="1726">
                  <c:v>39309</c:v>
                </c:pt>
                <c:pt idx="1727">
                  <c:v>39310</c:v>
                </c:pt>
                <c:pt idx="1728">
                  <c:v>39311</c:v>
                </c:pt>
                <c:pt idx="1729">
                  <c:v>39314</c:v>
                </c:pt>
                <c:pt idx="1730">
                  <c:v>39315</c:v>
                </c:pt>
                <c:pt idx="1731">
                  <c:v>39316</c:v>
                </c:pt>
                <c:pt idx="1732">
                  <c:v>39317</c:v>
                </c:pt>
                <c:pt idx="1733">
                  <c:v>39318</c:v>
                </c:pt>
                <c:pt idx="1734">
                  <c:v>39321</c:v>
                </c:pt>
                <c:pt idx="1735">
                  <c:v>39322</c:v>
                </c:pt>
                <c:pt idx="1736">
                  <c:v>39323</c:v>
                </c:pt>
                <c:pt idx="1737">
                  <c:v>39324</c:v>
                </c:pt>
                <c:pt idx="1738">
                  <c:v>39325</c:v>
                </c:pt>
                <c:pt idx="1739">
                  <c:v>39328</c:v>
                </c:pt>
                <c:pt idx="1740">
                  <c:v>39329</c:v>
                </c:pt>
                <c:pt idx="1741">
                  <c:v>39330</c:v>
                </c:pt>
                <c:pt idx="1742">
                  <c:v>39331</c:v>
                </c:pt>
                <c:pt idx="1743">
                  <c:v>39332</c:v>
                </c:pt>
                <c:pt idx="1744">
                  <c:v>39335</c:v>
                </c:pt>
                <c:pt idx="1745">
                  <c:v>39336</c:v>
                </c:pt>
                <c:pt idx="1746">
                  <c:v>39337</c:v>
                </c:pt>
                <c:pt idx="1747">
                  <c:v>39338</c:v>
                </c:pt>
                <c:pt idx="1748">
                  <c:v>39339</c:v>
                </c:pt>
                <c:pt idx="1749">
                  <c:v>39342</c:v>
                </c:pt>
                <c:pt idx="1750">
                  <c:v>39343</c:v>
                </c:pt>
                <c:pt idx="1751">
                  <c:v>39344</c:v>
                </c:pt>
                <c:pt idx="1752">
                  <c:v>39345</c:v>
                </c:pt>
                <c:pt idx="1753">
                  <c:v>39346</c:v>
                </c:pt>
                <c:pt idx="1754">
                  <c:v>39349</c:v>
                </c:pt>
                <c:pt idx="1755">
                  <c:v>39350</c:v>
                </c:pt>
                <c:pt idx="1756">
                  <c:v>39351</c:v>
                </c:pt>
                <c:pt idx="1757">
                  <c:v>39352</c:v>
                </c:pt>
                <c:pt idx="1758">
                  <c:v>39353</c:v>
                </c:pt>
                <c:pt idx="1759">
                  <c:v>39356</c:v>
                </c:pt>
                <c:pt idx="1760">
                  <c:v>39357</c:v>
                </c:pt>
                <c:pt idx="1761">
                  <c:v>39358</c:v>
                </c:pt>
                <c:pt idx="1762">
                  <c:v>39359</c:v>
                </c:pt>
                <c:pt idx="1763">
                  <c:v>39360</c:v>
                </c:pt>
                <c:pt idx="1764">
                  <c:v>39363</c:v>
                </c:pt>
                <c:pt idx="1765">
                  <c:v>39364</c:v>
                </c:pt>
                <c:pt idx="1766">
                  <c:v>39365</c:v>
                </c:pt>
                <c:pt idx="1767">
                  <c:v>39366</c:v>
                </c:pt>
                <c:pt idx="1768">
                  <c:v>39367</c:v>
                </c:pt>
                <c:pt idx="1769">
                  <c:v>39370</c:v>
                </c:pt>
                <c:pt idx="1770">
                  <c:v>39371</c:v>
                </c:pt>
                <c:pt idx="1771">
                  <c:v>39372</c:v>
                </c:pt>
                <c:pt idx="1772">
                  <c:v>39373</c:v>
                </c:pt>
                <c:pt idx="1773">
                  <c:v>39374</c:v>
                </c:pt>
                <c:pt idx="1774">
                  <c:v>39377</c:v>
                </c:pt>
                <c:pt idx="1775">
                  <c:v>39378</c:v>
                </c:pt>
                <c:pt idx="1776">
                  <c:v>39379</c:v>
                </c:pt>
                <c:pt idx="1777">
                  <c:v>39380</c:v>
                </c:pt>
                <c:pt idx="1778">
                  <c:v>39381</c:v>
                </c:pt>
                <c:pt idx="1779">
                  <c:v>39384</c:v>
                </c:pt>
                <c:pt idx="1780">
                  <c:v>39385</c:v>
                </c:pt>
                <c:pt idx="1781">
                  <c:v>39386</c:v>
                </c:pt>
                <c:pt idx="1782">
                  <c:v>39387</c:v>
                </c:pt>
                <c:pt idx="1783">
                  <c:v>39388</c:v>
                </c:pt>
                <c:pt idx="1784">
                  <c:v>39391</c:v>
                </c:pt>
                <c:pt idx="1785">
                  <c:v>39392</c:v>
                </c:pt>
                <c:pt idx="1786">
                  <c:v>39393</c:v>
                </c:pt>
                <c:pt idx="1787">
                  <c:v>39394</c:v>
                </c:pt>
                <c:pt idx="1788">
                  <c:v>39395</c:v>
                </c:pt>
                <c:pt idx="1789">
                  <c:v>39398</c:v>
                </c:pt>
                <c:pt idx="1790">
                  <c:v>39399</c:v>
                </c:pt>
                <c:pt idx="1791">
                  <c:v>39400</c:v>
                </c:pt>
                <c:pt idx="1792">
                  <c:v>39401</c:v>
                </c:pt>
                <c:pt idx="1793">
                  <c:v>39402</c:v>
                </c:pt>
                <c:pt idx="1794">
                  <c:v>39405</c:v>
                </c:pt>
                <c:pt idx="1795">
                  <c:v>39406</c:v>
                </c:pt>
                <c:pt idx="1796">
                  <c:v>39407</c:v>
                </c:pt>
                <c:pt idx="1797">
                  <c:v>39408</c:v>
                </c:pt>
                <c:pt idx="1798">
                  <c:v>39409</c:v>
                </c:pt>
                <c:pt idx="1799">
                  <c:v>39412</c:v>
                </c:pt>
                <c:pt idx="1800">
                  <c:v>39413</c:v>
                </c:pt>
                <c:pt idx="1801">
                  <c:v>39414</c:v>
                </c:pt>
                <c:pt idx="1802">
                  <c:v>39415</c:v>
                </c:pt>
                <c:pt idx="1803">
                  <c:v>39416</c:v>
                </c:pt>
                <c:pt idx="1804">
                  <c:v>39419</c:v>
                </c:pt>
                <c:pt idx="1805">
                  <c:v>39420</c:v>
                </c:pt>
                <c:pt idx="1806">
                  <c:v>39421</c:v>
                </c:pt>
                <c:pt idx="1807">
                  <c:v>39422</c:v>
                </c:pt>
                <c:pt idx="1808">
                  <c:v>39423</c:v>
                </c:pt>
                <c:pt idx="1809">
                  <c:v>39426</c:v>
                </c:pt>
                <c:pt idx="1810">
                  <c:v>39427</c:v>
                </c:pt>
                <c:pt idx="1811">
                  <c:v>39428</c:v>
                </c:pt>
                <c:pt idx="1812">
                  <c:v>39429</c:v>
                </c:pt>
                <c:pt idx="1813">
                  <c:v>39430</c:v>
                </c:pt>
                <c:pt idx="1814">
                  <c:v>39433</c:v>
                </c:pt>
                <c:pt idx="1815">
                  <c:v>39434</c:v>
                </c:pt>
                <c:pt idx="1816">
                  <c:v>39435</c:v>
                </c:pt>
                <c:pt idx="1817">
                  <c:v>39436</c:v>
                </c:pt>
                <c:pt idx="1818">
                  <c:v>39437</c:v>
                </c:pt>
                <c:pt idx="1819">
                  <c:v>39440</c:v>
                </c:pt>
                <c:pt idx="1820">
                  <c:v>39441</c:v>
                </c:pt>
                <c:pt idx="1821">
                  <c:v>39442</c:v>
                </c:pt>
                <c:pt idx="1822">
                  <c:v>39443</c:v>
                </c:pt>
                <c:pt idx="1823">
                  <c:v>39444</c:v>
                </c:pt>
                <c:pt idx="1824">
                  <c:v>39447</c:v>
                </c:pt>
                <c:pt idx="1825">
                  <c:v>39448</c:v>
                </c:pt>
                <c:pt idx="1826">
                  <c:v>39449</c:v>
                </c:pt>
                <c:pt idx="1827">
                  <c:v>39450</c:v>
                </c:pt>
                <c:pt idx="1828">
                  <c:v>39451</c:v>
                </c:pt>
                <c:pt idx="1829">
                  <c:v>39454</c:v>
                </c:pt>
                <c:pt idx="1830">
                  <c:v>39455</c:v>
                </c:pt>
                <c:pt idx="1831">
                  <c:v>39456</c:v>
                </c:pt>
                <c:pt idx="1832">
                  <c:v>39457</c:v>
                </c:pt>
                <c:pt idx="1833">
                  <c:v>39458</c:v>
                </c:pt>
                <c:pt idx="1834">
                  <c:v>39461</c:v>
                </c:pt>
                <c:pt idx="1835">
                  <c:v>39462</c:v>
                </c:pt>
                <c:pt idx="1836">
                  <c:v>39463</c:v>
                </c:pt>
                <c:pt idx="1837">
                  <c:v>39464</c:v>
                </c:pt>
                <c:pt idx="1838">
                  <c:v>39465</c:v>
                </c:pt>
                <c:pt idx="1839">
                  <c:v>39468</c:v>
                </c:pt>
                <c:pt idx="1840">
                  <c:v>39469</c:v>
                </c:pt>
                <c:pt idx="1841">
                  <c:v>39470</c:v>
                </c:pt>
                <c:pt idx="1842">
                  <c:v>39471</c:v>
                </c:pt>
                <c:pt idx="1843">
                  <c:v>39472</c:v>
                </c:pt>
                <c:pt idx="1844">
                  <c:v>39475</c:v>
                </c:pt>
                <c:pt idx="1845">
                  <c:v>39476</c:v>
                </c:pt>
                <c:pt idx="1846">
                  <c:v>39477</c:v>
                </c:pt>
                <c:pt idx="1847">
                  <c:v>39478</c:v>
                </c:pt>
                <c:pt idx="1848">
                  <c:v>39479</c:v>
                </c:pt>
                <c:pt idx="1849">
                  <c:v>39482</c:v>
                </c:pt>
                <c:pt idx="1850">
                  <c:v>39483</c:v>
                </c:pt>
                <c:pt idx="1851">
                  <c:v>39484</c:v>
                </c:pt>
                <c:pt idx="1852">
                  <c:v>39485</c:v>
                </c:pt>
                <c:pt idx="1853">
                  <c:v>39486</c:v>
                </c:pt>
                <c:pt idx="1854">
                  <c:v>39489</c:v>
                </c:pt>
                <c:pt idx="1855">
                  <c:v>39490</c:v>
                </c:pt>
                <c:pt idx="1856">
                  <c:v>39491</c:v>
                </c:pt>
                <c:pt idx="1857">
                  <c:v>39492</c:v>
                </c:pt>
                <c:pt idx="1858">
                  <c:v>39493</c:v>
                </c:pt>
                <c:pt idx="1859">
                  <c:v>39496</c:v>
                </c:pt>
                <c:pt idx="1860">
                  <c:v>39497</c:v>
                </c:pt>
                <c:pt idx="1861">
                  <c:v>39498</c:v>
                </c:pt>
                <c:pt idx="1862">
                  <c:v>39499</c:v>
                </c:pt>
                <c:pt idx="1863">
                  <c:v>39500</c:v>
                </c:pt>
                <c:pt idx="1864">
                  <c:v>39503</c:v>
                </c:pt>
                <c:pt idx="1865">
                  <c:v>39504</c:v>
                </c:pt>
                <c:pt idx="1866">
                  <c:v>39505</c:v>
                </c:pt>
                <c:pt idx="1867">
                  <c:v>39506</c:v>
                </c:pt>
                <c:pt idx="1868">
                  <c:v>39507</c:v>
                </c:pt>
                <c:pt idx="1869">
                  <c:v>39510</c:v>
                </c:pt>
                <c:pt idx="1870">
                  <c:v>39511</c:v>
                </c:pt>
                <c:pt idx="1871">
                  <c:v>39512</c:v>
                </c:pt>
                <c:pt idx="1872">
                  <c:v>39513</c:v>
                </c:pt>
                <c:pt idx="1873">
                  <c:v>39514</c:v>
                </c:pt>
                <c:pt idx="1874">
                  <c:v>39517</c:v>
                </c:pt>
                <c:pt idx="1875">
                  <c:v>39518</c:v>
                </c:pt>
                <c:pt idx="1876">
                  <c:v>39519</c:v>
                </c:pt>
                <c:pt idx="1877">
                  <c:v>39520</c:v>
                </c:pt>
                <c:pt idx="1878">
                  <c:v>39521</c:v>
                </c:pt>
                <c:pt idx="1879">
                  <c:v>39524</c:v>
                </c:pt>
                <c:pt idx="1880">
                  <c:v>39525</c:v>
                </c:pt>
                <c:pt idx="1881">
                  <c:v>39526</c:v>
                </c:pt>
                <c:pt idx="1882">
                  <c:v>39527</c:v>
                </c:pt>
                <c:pt idx="1883">
                  <c:v>39528</c:v>
                </c:pt>
                <c:pt idx="1884">
                  <c:v>39531</c:v>
                </c:pt>
                <c:pt idx="1885">
                  <c:v>39532</c:v>
                </c:pt>
                <c:pt idx="1886">
                  <c:v>39533</c:v>
                </c:pt>
                <c:pt idx="1887">
                  <c:v>39534</c:v>
                </c:pt>
                <c:pt idx="1888">
                  <c:v>39535</c:v>
                </c:pt>
                <c:pt idx="1889">
                  <c:v>39538</c:v>
                </c:pt>
                <c:pt idx="1890">
                  <c:v>39539</c:v>
                </c:pt>
                <c:pt idx="1891">
                  <c:v>39540</c:v>
                </c:pt>
                <c:pt idx="1892">
                  <c:v>39541</c:v>
                </c:pt>
                <c:pt idx="1893">
                  <c:v>39542</c:v>
                </c:pt>
                <c:pt idx="1894">
                  <c:v>39545</c:v>
                </c:pt>
                <c:pt idx="1895">
                  <c:v>39546</c:v>
                </c:pt>
                <c:pt idx="1896">
                  <c:v>39547</c:v>
                </c:pt>
                <c:pt idx="1897">
                  <c:v>39548</c:v>
                </c:pt>
                <c:pt idx="1898">
                  <c:v>39549</c:v>
                </c:pt>
                <c:pt idx="1899">
                  <c:v>39552</c:v>
                </c:pt>
                <c:pt idx="1900">
                  <c:v>39553</c:v>
                </c:pt>
                <c:pt idx="1901">
                  <c:v>39554</c:v>
                </c:pt>
                <c:pt idx="1902">
                  <c:v>39555</c:v>
                </c:pt>
                <c:pt idx="1903">
                  <c:v>39556</c:v>
                </c:pt>
                <c:pt idx="1904">
                  <c:v>39559</c:v>
                </c:pt>
                <c:pt idx="1905">
                  <c:v>39560</c:v>
                </c:pt>
                <c:pt idx="1906">
                  <c:v>39561</c:v>
                </c:pt>
                <c:pt idx="1907">
                  <c:v>39562</c:v>
                </c:pt>
                <c:pt idx="1908">
                  <c:v>39563</c:v>
                </c:pt>
                <c:pt idx="1909">
                  <c:v>39566</c:v>
                </c:pt>
                <c:pt idx="1910">
                  <c:v>39567</c:v>
                </c:pt>
                <c:pt idx="1911">
                  <c:v>39568</c:v>
                </c:pt>
                <c:pt idx="1912">
                  <c:v>39569</c:v>
                </c:pt>
                <c:pt idx="1913">
                  <c:v>39570</c:v>
                </c:pt>
                <c:pt idx="1914">
                  <c:v>39573</c:v>
                </c:pt>
                <c:pt idx="1915">
                  <c:v>39574</c:v>
                </c:pt>
                <c:pt idx="1916">
                  <c:v>39575</c:v>
                </c:pt>
                <c:pt idx="1917">
                  <c:v>39576</c:v>
                </c:pt>
                <c:pt idx="1918">
                  <c:v>39577</c:v>
                </c:pt>
                <c:pt idx="1919">
                  <c:v>39580</c:v>
                </c:pt>
                <c:pt idx="1920">
                  <c:v>39581</c:v>
                </c:pt>
                <c:pt idx="1921">
                  <c:v>39582</c:v>
                </c:pt>
                <c:pt idx="1922">
                  <c:v>39583</c:v>
                </c:pt>
                <c:pt idx="1923">
                  <c:v>39584</c:v>
                </c:pt>
                <c:pt idx="1924">
                  <c:v>39587</c:v>
                </c:pt>
                <c:pt idx="1925">
                  <c:v>39588</c:v>
                </c:pt>
                <c:pt idx="1926">
                  <c:v>39589</c:v>
                </c:pt>
                <c:pt idx="1927">
                  <c:v>39590</c:v>
                </c:pt>
                <c:pt idx="1928">
                  <c:v>39591</c:v>
                </c:pt>
                <c:pt idx="1929">
                  <c:v>39594</c:v>
                </c:pt>
                <c:pt idx="1930">
                  <c:v>39595</c:v>
                </c:pt>
                <c:pt idx="1931">
                  <c:v>39596</c:v>
                </c:pt>
                <c:pt idx="1932">
                  <c:v>39597</c:v>
                </c:pt>
                <c:pt idx="1933">
                  <c:v>39598</c:v>
                </c:pt>
                <c:pt idx="1934">
                  <c:v>39601</c:v>
                </c:pt>
                <c:pt idx="1935">
                  <c:v>39602</c:v>
                </c:pt>
                <c:pt idx="1936">
                  <c:v>39603</c:v>
                </c:pt>
                <c:pt idx="1937">
                  <c:v>39604</c:v>
                </c:pt>
                <c:pt idx="1938">
                  <c:v>39605</c:v>
                </c:pt>
                <c:pt idx="1939">
                  <c:v>39608</c:v>
                </c:pt>
                <c:pt idx="1940">
                  <c:v>39609</c:v>
                </c:pt>
                <c:pt idx="1941">
                  <c:v>39610</c:v>
                </c:pt>
                <c:pt idx="1942">
                  <c:v>39611</c:v>
                </c:pt>
                <c:pt idx="1943">
                  <c:v>39612</c:v>
                </c:pt>
                <c:pt idx="1944">
                  <c:v>39615</c:v>
                </c:pt>
                <c:pt idx="1945">
                  <c:v>39616</c:v>
                </c:pt>
                <c:pt idx="1946">
                  <c:v>39617</c:v>
                </c:pt>
                <c:pt idx="1947">
                  <c:v>39618</c:v>
                </c:pt>
                <c:pt idx="1948">
                  <c:v>39619</c:v>
                </c:pt>
                <c:pt idx="1949">
                  <c:v>39622</c:v>
                </c:pt>
                <c:pt idx="1950">
                  <c:v>39623</c:v>
                </c:pt>
                <c:pt idx="1951">
                  <c:v>39624</c:v>
                </c:pt>
                <c:pt idx="1952">
                  <c:v>39625</c:v>
                </c:pt>
                <c:pt idx="1953">
                  <c:v>39626</c:v>
                </c:pt>
                <c:pt idx="1954">
                  <c:v>39629</c:v>
                </c:pt>
                <c:pt idx="1955">
                  <c:v>39630</c:v>
                </c:pt>
                <c:pt idx="1956">
                  <c:v>39631</c:v>
                </c:pt>
                <c:pt idx="1957">
                  <c:v>39632</c:v>
                </c:pt>
                <c:pt idx="1958">
                  <c:v>39633</c:v>
                </c:pt>
                <c:pt idx="1959">
                  <c:v>39636</c:v>
                </c:pt>
                <c:pt idx="1960">
                  <c:v>39637</c:v>
                </c:pt>
                <c:pt idx="1961">
                  <c:v>39638</c:v>
                </c:pt>
                <c:pt idx="1962">
                  <c:v>39639</c:v>
                </c:pt>
                <c:pt idx="1963">
                  <c:v>39640</c:v>
                </c:pt>
                <c:pt idx="1964">
                  <c:v>39643</c:v>
                </c:pt>
                <c:pt idx="1965">
                  <c:v>39644</c:v>
                </c:pt>
                <c:pt idx="1966">
                  <c:v>39645</c:v>
                </c:pt>
                <c:pt idx="1967">
                  <c:v>39646</c:v>
                </c:pt>
                <c:pt idx="1968">
                  <c:v>39647</c:v>
                </c:pt>
                <c:pt idx="1969">
                  <c:v>39650</c:v>
                </c:pt>
                <c:pt idx="1970">
                  <c:v>39651</c:v>
                </c:pt>
                <c:pt idx="1971">
                  <c:v>39652</c:v>
                </c:pt>
                <c:pt idx="1972">
                  <c:v>39653</c:v>
                </c:pt>
                <c:pt idx="1973">
                  <c:v>39654</c:v>
                </c:pt>
                <c:pt idx="1974">
                  <c:v>39657</c:v>
                </c:pt>
                <c:pt idx="1975">
                  <c:v>39658</c:v>
                </c:pt>
                <c:pt idx="1976">
                  <c:v>39659</c:v>
                </c:pt>
                <c:pt idx="1977">
                  <c:v>39660</c:v>
                </c:pt>
                <c:pt idx="1978">
                  <c:v>39661</c:v>
                </c:pt>
                <c:pt idx="1979">
                  <c:v>39664</c:v>
                </c:pt>
                <c:pt idx="1980">
                  <c:v>39665</c:v>
                </c:pt>
                <c:pt idx="1981">
                  <c:v>39666</c:v>
                </c:pt>
                <c:pt idx="1982">
                  <c:v>39667</c:v>
                </c:pt>
                <c:pt idx="1983">
                  <c:v>39668</c:v>
                </c:pt>
                <c:pt idx="1984">
                  <c:v>39671</c:v>
                </c:pt>
                <c:pt idx="1985">
                  <c:v>39672</c:v>
                </c:pt>
                <c:pt idx="1986">
                  <c:v>39673</c:v>
                </c:pt>
                <c:pt idx="1987">
                  <c:v>39674</c:v>
                </c:pt>
                <c:pt idx="1988">
                  <c:v>39675</c:v>
                </c:pt>
                <c:pt idx="1989">
                  <c:v>39678</c:v>
                </c:pt>
                <c:pt idx="1990">
                  <c:v>39679</c:v>
                </c:pt>
                <c:pt idx="1991">
                  <c:v>39680</c:v>
                </c:pt>
                <c:pt idx="1992">
                  <c:v>39681</c:v>
                </c:pt>
                <c:pt idx="1993">
                  <c:v>39682</c:v>
                </c:pt>
                <c:pt idx="1994">
                  <c:v>39685</c:v>
                </c:pt>
                <c:pt idx="1995">
                  <c:v>39686</c:v>
                </c:pt>
                <c:pt idx="1996">
                  <c:v>39687</c:v>
                </c:pt>
                <c:pt idx="1997">
                  <c:v>39688</c:v>
                </c:pt>
                <c:pt idx="1998">
                  <c:v>39689</c:v>
                </c:pt>
                <c:pt idx="1999">
                  <c:v>39692</c:v>
                </c:pt>
                <c:pt idx="2000">
                  <c:v>39693</c:v>
                </c:pt>
                <c:pt idx="2001">
                  <c:v>39694</c:v>
                </c:pt>
                <c:pt idx="2002">
                  <c:v>39695</c:v>
                </c:pt>
                <c:pt idx="2003">
                  <c:v>39696</c:v>
                </c:pt>
                <c:pt idx="2004">
                  <c:v>39699</c:v>
                </c:pt>
                <c:pt idx="2005">
                  <c:v>39700</c:v>
                </c:pt>
                <c:pt idx="2006">
                  <c:v>39701</c:v>
                </c:pt>
                <c:pt idx="2007">
                  <c:v>39702</c:v>
                </c:pt>
                <c:pt idx="2008">
                  <c:v>39703</c:v>
                </c:pt>
                <c:pt idx="2009">
                  <c:v>39706</c:v>
                </c:pt>
                <c:pt idx="2010">
                  <c:v>39707</c:v>
                </c:pt>
                <c:pt idx="2011">
                  <c:v>39708</c:v>
                </c:pt>
                <c:pt idx="2012">
                  <c:v>39709</c:v>
                </c:pt>
                <c:pt idx="2013">
                  <c:v>39710</c:v>
                </c:pt>
                <c:pt idx="2014">
                  <c:v>39713</c:v>
                </c:pt>
                <c:pt idx="2015">
                  <c:v>39714</c:v>
                </c:pt>
                <c:pt idx="2016">
                  <c:v>39715</c:v>
                </c:pt>
                <c:pt idx="2017">
                  <c:v>39716</c:v>
                </c:pt>
                <c:pt idx="2018">
                  <c:v>39717</c:v>
                </c:pt>
                <c:pt idx="2019">
                  <c:v>39720</c:v>
                </c:pt>
                <c:pt idx="2020">
                  <c:v>39721</c:v>
                </c:pt>
                <c:pt idx="2021">
                  <c:v>39722</c:v>
                </c:pt>
                <c:pt idx="2022">
                  <c:v>39723</c:v>
                </c:pt>
                <c:pt idx="2023">
                  <c:v>39724</c:v>
                </c:pt>
                <c:pt idx="2024">
                  <c:v>39727</c:v>
                </c:pt>
                <c:pt idx="2025">
                  <c:v>39728</c:v>
                </c:pt>
                <c:pt idx="2026">
                  <c:v>39729</c:v>
                </c:pt>
                <c:pt idx="2027">
                  <c:v>39730</c:v>
                </c:pt>
                <c:pt idx="2028">
                  <c:v>39731</c:v>
                </c:pt>
                <c:pt idx="2029">
                  <c:v>39734</c:v>
                </c:pt>
                <c:pt idx="2030">
                  <c:v>39735</c:v>
                </c:pt>
                <c:pt idx="2031">
                  <c:v>39736</c:v>
                </c:pt>
                <c:pt idx="2032">
                  <c:v>39737</c:v>
                </c:pt>
                <c:pt idx="2033">
                  <c:v>39738</c:v>
                </c:pt>
                <c:pt idx="2034">
                  <c:v>39741</c:v>
                </c:pt>
                <c:pt idx="2035">
                  <c:v>39742</c:v>
                </c:pt>
                <c:pt idx="2036">
                  <c:v>39743</c:v>
                </c:pt>
                <c:pt idx="2037">
                  <c:v>39744</c:v>
                </c:pt>
                <c:pt idx="2038">
                  <c:v>39745</c:v>
                </c:pt>
                <c:pt idx="2039">
                  <c:v>39748</c:v>
                </c:pt>
                <c:pt idx="2040">
                  <c:v>39749</c:v>
                </c:pt>
                <c:pt idx="2041">
                  <c:v>39750</c:v>
                </c:pt>
                <c:pt idx="2042">
                  <c:v>39751</c:v>
                </c:pt>
                <c:pt idx="2043">
                  <c:v>39752</c:v>
                </c:pt>
                <c:pt idx="2044">
                  <c:v>39755</c:v>
                </c:pt>
                <c:pt idx="2045">
                  <c:v>39756</c:v>
                </c:pt>
                <c:pt idx="2046">
                  <c:v>39757</c:v>
                </c:pt>
                <c:pt idx="2047">
                  <c:v>39758</c:v>
                </c:pt>
                <c:pt idx="2048">
                  <c:v>39759</c:v>
                </c:pt>
                <c:pt idx="2049">
                  <c:v>39762</c:v>
                </c:pt>
                <c:pt idx="2050">
                  <c:v>39763</c:v>
                </c:pt>
                <c:pt idx="2051">
                  <c:v>39764</c:v>
                </c:pt>
                <c:pt idx="2052">
                  <c:v>39765</c:v>
                </c:pt>
                <c:pt idx="2053">
                  <c:v>39766</c:v>
                </c:pt>
                <c:pt idx="2054">
                  <c:v>39769</c:v>
                </c:pt>
                <c:pt idx="2055">
                  <c:v>39770</c:v>
                </c:pt>
                <c:pt idx="2056">
                  <c:v>39771</c:v>
                </c:pt>
                <c:pt idx="2057">
                  <c:v>39772</c:v>
                </c:pt>
                <c:pt idx="2058">
                  <c:v>39773</c:v>
                </c:pt>
                <c:pt idx="2059">
                  <c:v>39776</c:v>
                </c:pt>
                <c:pt idx="2060">
                  <c:v>39777</c:v>
                </c:pt>
                <c:pt idx="2061">
                  <c:v>39778</c:v>
                </c:pt>
                <c:pt idx="2062">
                  <c:v>39779</c:v>
                </c:pt>
                <c:pt idx="2063">
                  <c:v>39780</c:v>
                </c:pt>
                <c:pt idx="2064">
                  <c:v>39783</c:v>
                </c:pt>
                <c:pt idx="2065">
                  <c:v>39784</c:v>
                </c:pt>
                <c:pt idx="2066">
                  <c:v>39785</c:v>
                </c:pt>
                <c:pt idx="2067">
                  <c:v>39786</c:v>
                </c:pt>
                <c:pt idx="2068">
                  <c:v>39787</c:v>
                </c:pt>
                <c:pt idx="2069">
                  <c:v>39790</c:v>
                </c:pt>
                <c:pt idx="2070">
                  <c:v>39791</c:v>
                </c:pt>
                <c:pt idx="2071">
                  <c:v>39792</c:v>
                </c:pt>
                <c:pt idx="2072">
                  <c:v>39793</c:v>
                </c:pt>
                <c:pt idx="2073">
                  <c:v>39794</c:v>
                </c:pt>
                <c:pt idx="2074">
                  <c:v>39797</c:v>
                </c:pt>
                <c:pt idx="2075">
                  <c:v>39798</c:v>
                </c:pt>
                <c:pt idx="2076">
                  <c:v>39799</c:v>
                </c:pt>
                <c:pt idx="2077">
                  <c:v>39800</c:v>
                </c:pt>
                <c:pt idx="2078">
                  <c:v>39801</c:v>
                </c:pt>
                <c:pt idx="2079">
                  <c:v>39804</c:v>
                </c:pt>
                <c:pt idx="2080">
                  <c:v>39805</c:v>
                </c:pt>
                <c:pt idx="2081">
                  <c:v>39806</c:v>
                </c:pt>
                <c:pt idx="2082">
                  <c:v>39807</c:v>
                </c:pt>
                <c:pt idx="2083">
                  <c:v>39808</c:v>
                </c:pt>
                <c:pt idx="2084">
                  <c:v>39811</c:v>
                </c:pt>
                <c:pt idx="2085">
                  <c:v>39812</c:v>
                </c:pt>
                <c:pt idx="2086">
                  <c:v>39813</c:v>
                </c:pt>
                <c:pt idx="2087">
                  <c:v>39814</c:v>
                </c:pt>
                <c:pt idx="2088">
                  <c:v>39815</c:v>
                </c:pt>
                <c:pt idx="2089">
                  <c:v>39818</c:v>
                </c:pt>
                <c:pt idx="2090">
                  <c:v>39819</c:v>
                </c:pt>
                <c:pt idx="2091">
                  <c:v>39820</c:v>
                </c:pt>
                <c:pt idx="2092">
                  <c:v>39821</c:v>
                </c:pt>
                <c:pt idx="2093">
                  <c:v>39822</c:v>
                </c:pt>
                <c:pt idx="2094">
                  <c:v>39825</c:v>
                </c:pt>
                <c:pt idx="2095">
                  <c:v>39826</c:v>
                </c:pt>
                <c:pt idx="2096">
                  <c:v>39827</c:v>
                </c:pt>
                <c:pt idx="2097">
                  <c:v>39828</c:v>
                </c:pt>
                <c:pt idx="2098">
                  <c:v>39829</c:v>
                </c:pt>
                <c:pt idx="2099">
                  <c:v>39832</c:v>
                </c:pt>
                <c:pt idx="2100">
                  <c:v>39833</c:v>
                </c:pt>
                <c:pt idx="2101">
                  <c:v>39834</c:v>
                </c:pt>
                <c:pt idx="2102">
                  <c:v>39835</c:v>
                </c:pt>
                <c:pt idx="2103">
                  <c:v>39836</c:v>
                </c:pt>
                <c:pt idx="2104">
                  <c:v>39839</c:v>
                </c:pt>
                <c:pt idx="2105">
                  <c:v>39840</c:v>
                </c:pt>
                <c:pt idx="2106">
                  <c:v>39841</c:v>
                </c:pt>
                <c:pt idx="2107">
                  <c:v>39842</c:v>
                </c:pt>
                <c:pt idx="2108">
                  <c:v>39843</c:v>
                </c:pt>
                <c:pt idx="2109">
                  <c:v>39846</c:v>
                </c:pt>
                <c:pt idx="2110">
                  <c:v>39847</c:v>
                </c:pt>
                <c:pt idx="2111">
                  <c:v>39848</c:v>
                </c:pt>
                <c:pt idx="2112">
                  <c:v>39849</c:v>
                </c:pt>
                <c:pt idx="2113">
                  <c:v>39850</c:v>
                </c:pt>
                <c:pt idx="2114">
                  <c:v>39853</c:v>
                </c:pt>
                <c:pt idx="2115">
                  <c:v>39854</c:v>
                </c:pt>
                <c:pt idx="2116">
                  <c:v>39855</c:v>
                </c:pt>
                <c:pt idx="2117">
                  <c:v>39856</c:v>
                </c:pt>
                <c:pt idx="2118">
                  <c:v>39857</c:v>
                </c:pt>
                <c:pt idx="2119">
                  <c:v>39860</c:v>
                </c:pt>
                <c:pt idx="2120">
                  <c:v>39861</c:v>
                </c:pt>
                <c:pt idx="2121">
                  <c:v>39862</c:v>
                </c:pt>
                <c:pt idx="2122">
                  <c:v>39863</c:v>
                </c:pt>
                <c:pt idx="2123">
                  <c:v>39864</c:v>
                </c:pt>
                <c:pt idx="2124">
                  <c:v>39867</c:v>
                </c:pt>
                <c:pt idx="2125">
                  <c:v>39868</c:v>
                </c:pt>
                <c:pt idx="2126">
                  <c:v>39869</c:v>
                </c:pt>
                <c:pt idx="2127">
                  <c:v>39870</c:v>
                </c:pt>
                <c:pt idx="2128">
                  <c:v>39871</c:v>
                </c:pt>
                <c:pt idx="2129">
                  <c:v>39874</c:v>
                </c:pt>
                <c:pt idx="2130">
                  <c:v>39875</c:v>
                </c:pt>
                <c:pt idx="2131">
                  <c:v>39876</c:v>
                </c:pt>
                <c:pt idx="2132">
                  <c:v>39877</c:v>
                </c:pt>
                <c:pt idx="2133">
                  <c:v>39878</c:v>
                </c:pt>
                <c:pt idx="2134">
                  <c:v>39881</c:v>
                </c:pt>
                <c:pt idx="2135">
                  <c:v>39882</c:v>
                </c:pt>
                <c:pt idx="2136">
                  <c:v>39883</c:v>
                </c:pt>
                <c:pt idx="2137">
                  <c:v>39884</c:v>
                </c:pt>
                <c:pt idx="2138">
                  <c:v>39885</c:v>
                </c:pt>
                <c:pt idx="2139">
                  <c:v>39888</c:v>
                </c:pt>
                <c:pt idx="2140">
                  <c:v>39889</c:v>
                </c:pt>
                <c:pt idx="2141">
                  <c:v>39890</c:v>
                </c:pt>
                <c:pt idx="2142">
                  <c:v>39891</c:v>
                </c:pt>
                <c:pt idx="2143">
                  <c:v>39892</c:v>
                </c:pt>
                <c:pt idx="2144">
                  <c:v>39895</c:v>
                </c:pt>
                <c:pt idx="2145">
                  <c:v>39896</c:v>
                </c:pt>
                <c:pt idx="2146">
                  <c:v>39897</c:v>
                </c:pt>
                <c:pt idx="2147">
                  <c:v>39898</c:v>
                </c:pt>
                <c:pt idx="2148">
                  <c:v>39899</c:v>
                </c:pt>
                <c:pt idx="2149">
                  <c:v>39902</c:v>
                </c:pt>
                <c:pt idx="2150">
                  <c:v>39903</c:v>
                </c:pt>
                <c:pt idx="2151">
                  <c:v>39904</c:v>
                </c:pt>
                <c:pt idx="2152">
                  <c:v>39905</c:v>
                </c:pt>
                <c:pt idx="2153">
                  <c:v>39906</c:v>
                </c:pt>
                <c:pt idx="2154">
                  <c:v>39909</c:v>
                </c:pt>
                <c:pt idx="2155">
                  <c:v>39910</c:v>
                </c:pt>
                <c:pt idx="2156">
                  <c:v>39911</c:v>
                </c:pt>
                <c:pt idx="2157">
                  <c:v>39912</c:v>
                </c:pt>
                <c:pt idx="2158">
                  <c:v>39913</c:v>
                </c:pt>
                <c:pt idx="2159">
                  <c:v>39916</c:v>
                </c:pt>
                <c:pt idx="2160">
                  <c:v>39917</c:v>
                </c:pt>
                <c:pt idx="2161">
                  <c:v>39918</c:v>
                </c:pt>
                <c:pt idx="2162">
                  <c:v>39919</c:v>
                </c:pt>
                <c:pt idx="2163">
                  <c:v>39920</c:v>
                </c:pt>
                <c:pt idx="2164">
                  <c:v>39923</c:v>
                </c:pt>
                <c:pt idx="2165">
                  <c:v>39924</c:v>
                </c:pt>
                <c:pt idx="2166">
                  <c:v>39925</c:v>
                </c:pt>
                <c:pt idx="2167">
                  <c:v>39926</c:v>
                </c:pt>
                <c:pt idx="2168">
                  <c:v>39927</c:v>
                </c:pt>
                <c:pt idx="2169">
                  <c:v>39930</c:v>
                </c:pt>
                <c:pt idx="2170">
                  <c:v>39931</c:v>
                </c:pt>
                <c:pt idx="2171">
                  <c:v>39932</c:v>
                </c:pt>
                <c:pt idx="2172">
                  <c:v>39933</c:v>
                </c:pt>
                <c:pt idx="2173">
                  <c:v>39934</c:v>
                </c:pt>
                <c:pt idx="2174">
                  <c:v>39937</c:v>
                </c:pt>
                <c:pt idx="2175">
                  <c:v>39938</c:v>
                </c:pt>
                <c:pt idx="2176">
                  <c:v>39939</c:v>
                </c:pt>
                <c:pt idx="2177">
                  <c:v>39940</c:v>
                </c:pt>
                <c:pt idx="2178">
                  <c:v>39941</c:v>
                </c:pt>
                <c:pt idx="2179">
                  <c:v>39944</c:v>
                </c:pt>
                <c:pt idx="2180">
                  <c:v>39945</c:v>
                </c:pt>
                <c:pt idx="2181">
                  <c:v>39946</c:v>
                </c:pt>
                <c:pt idx="2182">
                  <c:v>39947</c:v>
                </c:pt>
                <c:pt idx="2183">
                  <c:v>39948</c:v>
                </c:pt>
                <c:pt idx="2184">
                  <c:v>39951</c:v>
                </c:pt>
                <c:pt idx="2185">
                  <c:v>39952</c:v>
                </c:pt>
                <c:pt idx="2186">
                  <c:v>39953</c:v>
                </c:pt>
                <c:pt idx="2187">
                  <c:v>39954</c:v>
                </c:pt>
                <c:pt idx="2188">
                  <c:v>39955</c:v>
                </c:pt>
                <c:pt idx="2189">
                  <c:v>39958</c:v>
                </c:pt>
                <c:pt idx="2190">
                  <c:v>39959</c:v>
                </c:pt>
                <c:pt idx="2191">
                  <c:v>39960</c:v>
                </c:pt>
                <c:pt idx="2192">
                  <c:v>39961</c:v>
                </c:pt>
                <c:pt idx="2193">
                  <c:v>39962</c:v>
                </c:pt>
                <c:pt idx="2194">
                  <c:v>39965</c:v>
                </c:pt>
                <c:pt idx="2195">
                  <c:v>39966</c:v>
                </c:pt>
                <c:pt idx="2196">
                  <c:v>39967</c:v>
                </c:pt>
                <c:pt idx="2197">
                  <c:v>39968</c:v>
                </c:pt>
                <c:pt idx="2198">
                  <c:v>39969</c:v>
                </c:pt>
                <c:pt idx="2199">
                  <c:v>39972</c:v>
                </c:pt>
                <c:pt idx="2200">
                  <c:v>39973</c:v>
                </c:pt>
                <c:pt idx="2201">
                  <c:v>39974</c:v>
                </c:pt>
                <c:pt idx="2202">
                  <c:v>39975</c:v>
                </c:pt>
                <c:pt idx="2203">
                  <c:v>39976</c:v>
                </c:pt>
                <c:pt idx="2204">
                  <c:v>39979</c:v>
                </c:pt>
                <c:pt idx="2205">
                  <c:v>39980</c:v>
                </c:pt>
                <c:pt idx="2206">
                  <c:v>39981</c:v>
                </c:pt>
                <c:pt idx="2207">
                  <c:v>39982</c:v>
                </c:pt>
                <c:pt idx="2208">
                  <c:v>39983</c:v>
                </c:pt>
                <c:pt idx="2209">
                  <c:v>39986</c:v>
                </c:pt>
                <c:pt idx="2210">
                  <c:v>39987</c:v>
                </c:pt>
                <c:pt idx="2211">
                  <c:v>39988</c:v>
                </c:pt>
                <c:pt idx="2212">
                  <c:v>39989</c:v>
                </c:pt>
                <c:pt idx="2213">
                  <c:v>39990</c:v>
                </c:pt>
                <c:pt idx="2214">
                  <c:v>39993</c:v>
                </c:pt>
                <c:pt idx="2215">
                  <c:v>39994</c:v>
                </c:pt>
                <c:pt idx="2216">
                  <c:v>39995</c:v>
                </c:pt>
                <c:pt idx="2217">
                  <c:v>39996</c:v>
                </c:pt>
                <c:pt idx="2218">
                  <c:v>39997</c:v>
                </c:pt>
                <c:pt idx="2219">
                  <c:v>40000</c:v>
                </c:pt>
                <c:pt idx="2220">
                  <c:v>40001</c:v>
                </c:pt>
                <c:pt idx="2221">
                  <c:v>40002</c:v>
                </c:pt>
                <c:pt idx="2222">
                  <c:v>40003</c:v>
                </c:pt>
                <c:pt idx="2223">
                  <c:v>40004</c:v>
                </c:pt>
                <c:pt idx="2224">
                  <c:v>40007</c:v>
                </c:pt>
                <c:pt idx="2225">
                  <c:v>40008</c:v>
                </c:pt>
                <c:pt idx="2226">
                  <c:v>40009</c:v>
                </c:pt>
                <c:pt idx="2227">
                  <c:v>40010</c:v>
                </c:pt>
                <c:pt idx="2228">
                  <c:v>40011</c:v>
                </c:pt>
                <c:pt idx="2229">
                  <c:v>40014</c:v>
                </c:pt>
                <c:pt idx="2230">
                  <c:v>40015</c:v>
                </c:pt>
                <c:pt idx="2231">
                  <c:v>40016</c:v>
                </c:pt>
                <c:pt idx="2232">
                  <c:v>40017</c:v>
                </c:pt>
                <c:pt idx="2233">
                  <c:v>40018</c:v>
                </c:pt>
                <c:pt idx="2234">
                  <c:v>40021</c:v>
                </c:pt>
                <c:pt idx="2235">
                  <c:v>40022</c:v>
                </c:pt>
                <c:pt idx="2236">
                  <c:v>40023</c:v>
                </c:pt>
                <c:pt idx="2237">
                  <c:v>40024</c:v>
                </c:pt>
                <c:pt idx="2238">
                  <c:v>40025</c:v>
                </c:pt>
                <c:pt idx="2239">
                  <c:v>40028</c:v>
                </c:pt>
                <c:pt idx="2240">
                  <c:v>40029</c:v>
                </c:pt>
                <c:pt idx="2241">
                  <c:v>40030</c:v>
                </c:pt>
                <c:pt idx="2242">
                  <c:v>40031</c:v>
                </c:pt>
                <c:pt idx="2243">
                  <c:v>40032</c:v>
                </c:pt>
                <c:pt idx="2244">
                  <c:v>40035</c:v>
                </c:pt>
                <c:pt idx="2245">
                  <c:v>40036</c:v>
                </c:pt>
                <c:pt idx="2246">
                  <c:v>40037</c:v>
                </c:pt>
                <c:pt idx="2247">
                  <c:v>40038</c:v>
                </c:pt>
                <c:pt idx="2248">
                  <c:v>40039</c:v>
                </c:pt>
                <c:pt idx="2249">
                  <c:v>40042</c:v>
                </c:pt>
                <c:pt idx="2250">
                  <c:v>40043</c:v>
                </c:pt>
                <c:pt idx="2251">
                  <c:v>40044</c:v>
                </c:pt>
                <c:pt idx="2252">
                  <c:v>40045</c:v>
                </c:pt>
                <c:pt idx="2253">
                  <c:v>40046</c:v>
                </c:pt>
                <c:pt idx="2254">
                  <c:v>40049</c:v>
                </c:pt>
                <c:pt idx="2255">
                  <c:v>40050</c:v>
                </c:pt>
                <c:pt idx="2256">
                  <c:v>40051</c:v>
                </c:pt>
                <c:pt idx="2257">
                  <c:v>40052</c:v>
                </c:pt>
                <c:pt idx="2258">
                  <c:v>40053</c:v>
                </c:pt>
                <c:pt idx="2259">
                  <c:v>40056</c:v>
                </c:pt>
                <c:pt idx="2260">
                  <c:v>40057</c:v>
                </c:pt>
                <c:pt idx="2261">
                  <c:v>40058</c:v>
                </c:pt>
                <c:pt idx="2262">
                  <c:v>40059</c:v>
                </c:pt>
                <c:pt idx="2263">
                  <c:v>40060</c:v>
                </c:pt>
                <c:pt idx="2264">
                  <c:v>40063</c:v>
                </c:pt>
                <c:pt idx="2265">
                  <c:v>40064</c:v>
                </c:pt>
                <c:pt idx="2266">
                  <c:v>40065</c:v>
                </c:pt>
                <c:pt idx="2267">
                  <c:v>40066</c:v>
                </c:pt>
                <c:pt idx="2268">
                  <c:v>40067</c:v>
                </c:pt>
                <c:pt idx="2269">
                  <c:v>40070</c:v>
                </c:pt>
                <c:pt idx="2270">
                  <c:v>40071</c:v>
                </c:pt>
                <c:pt idx="2271">
                  <c:v>40072</c:v>
                </c:pt>
                <c:pt idx="2272">
                  <c:v>40073</c:v>
                </c:pt>
                <c:pt idx="2273">
                  <c:v>40074</c:v>
                </c:pt>
                <c:pt idx="2274">
                  <c:v>40077</c:v>
                </c:pt>
                <c:pt idx="2275">
                  <c:v>40078</c:v>
                </c:pt>
                <c:pt idx="2276">
                  <c:v>40079</c:v>
                </c:pt>
                <c:pt idx="2277">
                  <c:v>40080</c:v>
                </c:pt>
                <c:pt idx="2278">
                  <c:v>40081</c:v>
                </c:pt>
                <c:pt idx="2279">
                  <c:v>40084</c:v>
                </c:pt>
                <c:pt idx="2280">
                  <c:v>40085</c:v>
                </c:pt>
                <c:pt idx="2281">
                  <c:v>40086</c:v>
                </c:pt>
                <c:pt idx="2282">
                  <c:v>40087</c:v>
                </c:pt>
                <c:pt idx="2283">
                  <c:v>40088</c:v>
                </c:pt>
                <c:pt idx="2284">
                  <c:v>40091</c:v>
                </c:pt>
                <c:pt idx="2285">
                  <c:v>40092</c:v>
                </c:pt>
                <c:pt idx="2286">
                  <c:v>40093</c:v>
                </c:pt>
                <c:pt idx="2287">
                  <c:v>40094</c:v>
                </c:pt>
                <c:pt idx="2288">
                  <c:v>40095</c:v>
                </c:pt>
                <c:pt idx="2289">
                  <c:v>40098</c:v>
                </c:pt>
                <c:pt idx="2290">
                  <c:v>40099</c:v>
                </c:pt>
                <c:pt idx="2291">
                  <c:v>40100</c:v>
                </c:pt>
                <c:pt idx="2292">
                  <c:v>40101</c:v>
                </c:pt>
                <c:pt idx="2293">
                  <c:v>40102</c:v>
                </c:pt>
                <c:pt idx="2294">
                  <c:v>40105</c:v>
                </c:pt>
                <c:pt idx="2295">
                  <c:v>40106</c:v>
                </c:pt>
                <c:pt idx="2296">
                  <c:v>40107</c:v>
                </c:pt>
                <c:pt idx="2297">
                  <c:v>40108</c:v>
                </c:pt>
                <c:pt idx="2298">
                  <c:v>40109</c:v>
                </c:pt>
                <c:pt idx="2299">
                  <c:v>40112</c:v>
                </c:pt>
                <c:pt idx="2300">
                  <c:v>40113</c:v>
                </c:pt>
                <c:pt idx="2301">
                  <c:v>40114</c:v>
                </c:pt>
                <c:pt idx="2302">
                  <c:v>40115</c:v>
                </c:pt>
                <c:pt idx="2303">
                  <c:v>40116</c:v>
                </c:pt>
                <c:pt idx="2304">
                  <c:v>40119</c:v>
                </c:pt>
                <c:pt idx="2305">
                  <c:v>40120</c:v>
                </c:pt>
                <c:pt idx="2306">
                  <c:v>40121</c:v>
                </c:pt>
                <c:pt idx="2307">
                  <c:v>40122</c:v>
                </c:pt>
                <c:pt idx="2308">
                  <c:v>40123</c:v>
                </c:pt>
                <c:pt idx="2309">
                  <c:v>40126</c:v>
                </c:pt>
                <c:pt idx="2310">
                  <c:v>40127</c:v>
                </c:pt>
                <c:pt idx="2311">
                  <c:v>40128</c:v>
                </c:pt>
                <c:pt idx="2312">
                  <c:v>40129</c:v>
                </c:pt>
                <c:pt idx="2313">
                  <c:v>40130</c:v>
                </c:pt>
                <c:pt idx="2314">
                  <c:v>40133</c:v>
                </c:pt>
                <c:pt idx="2315">
                  <c:v>40134</c:v>
                </c:pt>
                <c:pt idx="2316">
                  <c:v>40135</c:v>
                </c:pt>
                <c:pt idx="2317">
                  <c:v>40136</c:v>
                </c:pt>
                <c:pt idx="2318">
                  <c:v>40137</c:v>
                </c:pt>
                <c:pt idx="2319">
                  <c:v>40140</c:v>
                </c:pt>
                <c:pt idx="2320">
                  <c:v>40141</c:v>
                </c:pt>
                <c:pt idx="2321">
                  <c:v>40142</c:v>
                </c:pt>
                <c:pt idx="2322">
                  <c:v>40143</c:v>
                </c:pt>
                <c:pt idx="2323">
                  <c:v>40144</c:v>
                </c:pt>
                <c:pt idx="2324">
                  <c:v>40147</c:v>
                </c:pt>
                <c:pt idx="2325">
                  <c:v>40148</c:v>
                </c:pt>
                <c:pt idx="2326">
                  <c:v>40149</c:v>
                </c:pt>
                <c:pt idx="2327">
                  <c:v>40150</c:v>
                </c:pt>
                <c:pt idx="2328">
                  <c:v>40151</c:v>
                </c:pt>
                <c:pt idx="2329">
                  <c:v>40154</c:v>
                </c:pt>
                <c:pt idx="2330">
                  <c:v>40155</c:v>
                </c:pt>
                <c:pt idx="2331">
                  <c:v>40156</c:v>
                </c:pt>
                <c:pt idx="2332">
                  <c:v>40157</c:v>
                </c:pt>
                <c:pt idx="2333">
                  <c:v>40158</c:v>
                </c:pt>
                <c:pt idx="2334">
                  <c:v>40161</c:v>
                </c:pt>
                <c:pt idx="2335">
                  <c:v>40162</c:v>
                </c:pt>
                <c:pt idx="2336">
                  <c:v>40163</c:v>
                </c:pt>
                <c:pt idx="2337">
                  <c:v>40164</c:v>
                </c:pt>
                <c:pt idx="2338">
                  <c:v>40165</c:v>
                </c:pt>
                <c:pt idx="2339">
                  <c:v>40168</c:v>
                </c:pt>
                <c:pt idx="2340">
                  <c:v>40169</c:v>
                </c:pt>
                <c:pt idx="2341">
                  <c:v>40170</c:v>
                </c:pt>
                <c:pt idx="2342">
                  <c:v>40171</c:v>
                </c:pt>
                <c:pt idx="2343">
                  <c:v>40172</c:v>
                </c:pt>
                <c:pt idx="2344">
                  <c:v>40175</c:v>
                </c:pt>
                <c:pt idx="2345">
                  <c:v>40176</c:v>
                </c:pt>
                <c:pt idx="2346">
                  <c:v>40177</c:v>
                </c:pt>
                <c:pt idx="2347">
                  <c:v>40178</c:v>
                </c:pt>
                <c:pt idx="2348">
                  <c:v>40179</c:v>
                </c:pt>
                <c:pt idx="2349">
                  <c:v>40182</c:v>
                </c:pt>
                <c:pt idx="2350">
                  <c:v>40183</c:v>
                </c:pt>
                <c:pt idx="2351">
                  <c:v>40184</c:v>
                </c:pt>
                <c:pt idx="2352">
                  <c:v>40185</c:v>
                </c:pt>
                <c:pt idx="2353">
                  <c:v>40186</c:v>
                </c:pt>
                <c:pt idx="2354">
                  <c:v>40189</c:v>
                </c:pt>
                <c:pt idx="2355">
                  <c:v>40190</c:v>
                </c:pt>
                <c:pt idx="2356">
                  <c:v>40191</c:v>
                </c:pt>
                <c:pt idx="2357">
                  <c:v>40192</c:v>
                </c:pt>
                <c:pt idx="2358">
                  <c:v>40193</c:v>
                </c:pt>
                <c:pt idx="2359">
                  <c:v>40196</c:v>
                </c:pt>
                <c:pt idx="2360">
                  <c:v>40197</c:v>
                </c:pt>
                <c:pt idx="2361">
                  <c:v>40198</c:v>
                </c:pt>
                <c:pt idx="2362">
                  <c:v>40199</c:v>
                </c:pt>
                <c:pt idx="2363">
                  <c:v>40200</c:v>
                </c:pt>
                <c:pt idx="2364">
                  <c:v>40203</c:v>
                </c:pt>
                <c:pt idx="2365">
                  <c:v>40204</c:v>
                </c:pt>
                <c:pt idx="2366">
                  <c:v>40205</c:v>
                </c:pt>
                <c:pt idx="2367">
                  <c:v>40206</c:v>
                </c:pt>
                <c:pt idx="2368">
                  <c:v>40207</c:v>
                </c:pt>
                <c:pt idx="2369">
                  <c:v>40210</c:v>
                </c:pt>
                <c:pt idx="2370">
                  <c:v>40211</c:v>
                </c:pt>
                <c:pt idx="2371">
                  <c:v>40212</c:v>
                </c:pt>
                <c:pt idx="2372">
                  <c:v>40213</c:v>
                </c:pt>
                <c:pt idx="2373">
                  <c:v>40214</c:v>
                </c:pt>
                <c:pt idx="2374">
                  <c:v>40217</c:v>
                </c:pt>
                <c:pt idx="2375">
                  <c:v>40218</c:v>
                </c:pt>
                <c:pt idx="2376">
                  <c:v>40219</c:v>
                </c:pt>
                <c:pt idx="2377">
                  <c:v>40220</c:v>
                </c:pt>
                <c:pt idx="2378">
                  <c:v>40221</c:v>
                </c:pt>
                <c:pt idx="2379">
                  <c:v>40224</c:v>
                </c:pt>
                <c:pt idx="2380">
                  <c:v>40225</c:v>
                </c:pt>
                <c:pt idx="2381">
                  <c:v>40226</c:v>
                </c:pt>
                <c:pt idx="2382">
                  <c:v>40227</c:v>
                </c:pt>
                <c:pt idx="2383">
                  <c:v>40228</c:v>
                </c:pt>
                <c:pt idx="2384">
                  <c:v>40231</c:v>
                </c:pt>
                <c:pt idx="2385">
                  <c:v>40232</c:v>
                </c:pt>
                <c:pt idx="2386">
                  <c:v>40233</c:v>
                </c:pt>
                <c:pt idx="2387">
                  <c:v>40234</c:v>
                </c:pt>
                <c:pt idx="2388">
                  <c:v>40235</c:v>
                </c:pt>
                <c:pt idx="2389">
                  <c:v>40238</c:v>
                </c:pt>
                <c:pt idx="2390">
                  <c:v>40239</c:v>
                </c:pt>
                <c:pt idx="2391">
                  <c:v>40240</c:v>
                </c:pt>
                <c:pt idx="2392">
                  <c:v>40241</c:v>
                </c:pt>
                <c:pt idx="2393">
                  <c:v>40242</c:v>
                </c:pt>
                <c:pt idx="2394">
                  <c:v>40245</c:v>
                </c:pt>
                <c:pt idx="2395">
                  <c:v>40246</c:v>
                </c:pt>
                <c:pt idx="2396">
                  <c:v>40247</c:v>
                </c:pt>
                <c:pt idx="2397">
                  <c:v>40248</c:v>
                </c:pt>
                <c:pt idx="2398">
                  <c:v>40249</c:v>
                </c:pt>
                <c:pt idx="2399">
                  <c:v>40252</c:v>
                </c:pt>
                <c:pt idx="2400">
                  <c:v>40253</c:v>
                </c:pt>
                <c:pt idx="2401">
                  <c:v>40254</c:v>
                </c:pt>
                <c:pt idx="2402">
                  <c:v>40255</c:v>
                </c:pt>
                <c:pt idx="2403">
                  <c:v>40256</c:v>
                </c:pt>
                <c:pt idx="2404">
                  <c:v>40259</c:v>
                </c:pt>
                <c:pt idx="2405">
                  <c:v>40260</c:v>
                </c:pt>
                <c:pt idx="2406">
                  <c:v>40261</c:v>
                </c:pt>
                <c:pt idx="2407">
                  <c:v>40262</c:v>
                </c:pt>
                <c:pt idx="2408">
                  <c:v>40263</c:v>
                </c:pt>
                <c:pt idx="2409">
                  <c:v>40266</c:v>
                </c:pt>
                <c:pt idx="2410">
                  <c:v>40267</c:v>
                </c:pt>
                <c:pt idx="2411">
                  <c:v>40268</c:v>
                </c:pt>
                <c:pt idx="2412">
                  <c:v>40269</c:v>
                </c:pt>
                <c:pt idx="2413">
                  <c:v>40270</c:v>
                </c:pt>
                <c:pt idx="2414">
                  <c:v>40273</c:v>
                </c:pt>
                <c:pt idx="2415">
                  <c:v>40274</c:v>
                </c:pt>
                <c:pt idx="2416">
                  <c:v>40275</c:v>
                </c:pt>
                <c:pt idx="2417">
                  <c:v>40276</c:v>
                </c:pt>
                <c:pt idx="2418">
                  <c:v>40277</c:v>
                </c:pt>
                <c:pt idx="2419">
                  <c:v>40280</c:v>
                </c:pt>
                <c:pt idx="2420">
                  <c:v>40281</c:v>
                </c:pt>
                <c:pt idx="2421">
                  <c:v>40282</c:v>
                </c:pt>
                <c:pt idx="2422">
                  <c:v>40283</c:v>
                </c:pt>
                <c:pt idx="2423">
                  <c:v>40284</c:v>
                </c:pt>
                <c:pt idx="2424">
                  <c:v>40287</c:v>
                </c:pt>
                <c:pt idx="2425">
                  <c:v>40288</c:v>
                </c:pt>
                <c:pt idx="2426">
                  <c:v>40289</c:v>
                </c:pt>
                <c:pt idx="2427">
                  <c:v>40290</c:v>
                </c:pt>
                <c:pt idx="2428">
                  <c:v>40291</c:v>
                </c:pt>
                <c:pt idx="2429">
                  <c:v>40294</c:v>
                </c:pt>
                <c:pt idx="2430">
                  <c:v>40295</c:v>
                </c:pt>
                <c:pt idx="2431">
                  <c:v>40296</c:v>
                </c:pt>
                <c:pt idx="2432">
                  <c:v>40297</c:v>
                </c:pt>
                <c:pt idx="2433">
                  <c:v>40298</c:v>
                </c:pt>
                <c:pt idx="2434">
                  <c:v>40301</c:v>
                </c:pt>
                <c:pt idx="2435">
                  <c:v>40302</c:v>
                </c:pt>
                <c:pt idx="2436">
                  <c:v>40303</c:v>
                </c:pt>
                <c:pt idx="2437">
                  <c:v>40304</c:v>
                </c:pt>
                <c:pt idx="2438">
                  <c:v>40305</c:v>
                </c:pt>
                <c:pt idx="2439">
                  <c:v>40308</c:v>
                </c:pt>
                <c:pt idx="2440">
                  <c:v>40309</c:v>
                </c:pt>
                <c:pt idx="2441">
                  <c:v>40310</c:v>
                </c:pt>
                <c:pt idx="2442">
                  <c:v>40311</c:v>
                </c:pt>
                <c:pt idx="2443">
                  <c:v>40312</c:v>
                </c:pt>
                <c:pt idx="2444">
                  <c:v>40315</c:v>
                </c:pt>
                <c:pt idx="2445">
                  <c:v>40316</c:v>
                </c:pt>
                <c:pt idx="2446">
                  <c:v>40317</c:v>
                </c:pt>
                <c:pt idx="2447">
                  <c:v>40318</c:v>
                </c:pt>
                <c:pt idx="2448">
                  <c:v>40319</c:v>
                </c:pt>
                <c:pt idx="2449">
                  <c:v>40322</c:v>
                </c:pt>
                <c:pt idx="2450">
                  <c:v>40323</c:v>
                </c:pt>
                <c:pt idx="2451">
                  <c:v>40324</c:v>
                </c:pt>
                <c:pt idx="2452">
                  <c:v>40325</c:v>
                </c:pt>
                <c:pt idx="2453">
                  <c:v>40326</c:v>
                </c:pt>
                <c:pt idx="2454">
                  <c:v>40329</c:v>
                </c:pt>
                <c:pt idx="2455">
                  <c:v>40330</c:v>
                </c:pt>
                <c:pt idx="2456">
                  <c:v>40331</c:v>
                </c:pt>
                <c:pt idx="2457">
                  <c:v>40332</c:v>
                </c:pt>
                <c:pt idx="2458">
                  <c:v>40333</c:v>
                </c:pt>
                <c:pt idx="2459">
                  <c:v>40336</c:v>
                </c:pt>
                <c:pt idx="2460">
                  <c:v>40337</c:v>
                </c:pt>
                <c:pt idx="2461">
                  <c:v>40338</c:v>
                </c:pt>
                <c:pt idx="2462">
                  <c:v>40339</c:v>
                </c:pt>
                <c:pt idx="2463">
                  <c:v>40340</c:v>
                </c:pt>
                <c:pt idx="2464">
                  <c:v>40343</c:v>
                </c:pt>
                <c:pt idx="2465">
                  <c:v>40344</c:v>
                </c:pt>
                <c:pt idx="2466">
                  <c:v>40345</c:v>
                </c:pt>
                <c:pt idx="2467">
                  <c:v>40346</c:v>
                </c:pt>
                <c:pt idx="2468">
                  <c:v>40347</c:v>
                </c:pt>
                <c:pt idx="2469">
                  <c:v>40350</c:v>
                </c:pt>
                <c:pt idx="2470">
                  <c:v>40351</c:v>
                </c:pt>
                <c:pt idx="2471">
                  <c:v>40352</c:v>
                </c:pt>
                <c:pt idx="2472">
                  <c:v>40353</c:v>
                </c:pt>
                <c:pt idx="2473">
                  <c:v>40354</c:v>
                </c:pt>
                <c:pt idx="2474">
                  <c:v>40357</c:v>
                </c:pt>
                <c:pt idx="2475">
                  <c:v>40358</c:v>
                </c:pt>
                <c:pt idx="2476">
                  <c:v>40359</c:v>
                </c:pt>
                <c:pt idx="2477">
                  <c:v>40360</c:v>
                </c:pt>
                <c:pt idx="2478">
                  <c:v>40361</c:v>
                </c:pt>
                <c:pt idx="2479">
                  <c:v>40364</c:v>
                </c:pt>
                <c:pt idx="2480">
                  <c:v>40365</c:v>
                </c:pt>
                <c:pt idx="2481">
                  <c:v>40366</c:v>
                </c:pt>
                <c:pt idx="2482">
                  <c:v>40367</c:v>
                </c:pt>
                <c:pt idx="2483">
                  <c:v>40368</c:v>
                </c:pt>
                <c:pt idx="2484">
                  <c:v>40371</c:v>
                </c:pt>
                <c:pt idx="2485">
                  <c:v>40372</c:v>
                </c:pt>
                <c:pt idx="2486">
                  <c:v>40373</c:v>
                </c:pt>
                <c:pt idx="2487">
                  <c:v>40374</c:v>
                </c:pt>
                <c:pt idx="2488">
                  <c:v>40375</c:v>
                </c:pt>
                <c:pt idx="2489">
                  <c:v>40378</c:v>
                </c:pt>
                <c:pt idx="2490">
                  <c:v>40379</c:v>
                </c:pt>
                <c:pt idx="2491">
                  <c:v>40380</c:v>
                </c:pt>
                <c:pt idx="2492">
                  <c:v>40381</c:v>
                </c:pt>
                <c:pt idx="2493">
                  <c:v>40382</c:v>
                </c:pt>
                <c:pt idx="2494">
                  <c:v>40385</c:v>
                </c:pt>
                <c:pt idx="2495">
                  <c:v>40386</c:v>
                </c:pt>
                <c:pt idx="2496">
                  <c:v>40387</c:v>
                </c:pt>
                <c:pt idx="2497">
                  <c:v>40388</c:v>
                </c:pt>
                <c:pt idx="2498">
                  <c:v>40389</c:v>
                </c:pt>
                <c:pt idx="2499">
                  <c:v>40392</c:v>
                </c:pt>
                <c:pt idx="2500">
                  <c:v>40393</c:v>
                </c:pt>
                <c:pt idx="2501">
                  <c:v>40394</c:v>
                </c:pt>
                <c:pt idx="2502">
                  <c:v>40395</c:v>
                </c:pt>
                <c:pt idx="2503">
                  <c:v>40396</c:v>
                </c:pt>
                <c:pt idx="2504">
                  <c:v>40399</c:v>
                </c:pt>
                <c:pt idx="2505">
                  <c:v>40400</c:v>
                </c:pt>
                <c:pt idx="2506">
                  <c:v>40401</c:v>
                </c:pt>
                <c:pt idx="2507">
                  <c:v>40402</c:v>
                </c:pt>
                <c:pt idx="2508">
                  <c:v>40403</c:v>
                </c:pt>
                <c:pt idx="2509">
                  <c:v>40406</c:v>
                </c:pt>
                <c:pt idx="2510">
                  <c:v>40407</c:v>
                </c:pt>
                <c:pt idx="2511">
                  <c:v>40408</c:v>
                </c:pt>
                <c:pt idx="2512">
                  <c:v>40409</c:v>
                </c:pt>
                <c:pt idx="2513">
                  <c:v>40410</c:v>
                </c:pt>
                <c:pt idx="2514">
                  <c:v>40413</c:v>
                </c:pt>
                <c:pt idx="2515">
                  <c:v>40414</c:v>
                </c:pt>
                <c:pt idx="2516">
                  <c:v>40415</c:v>
                </c:pt>
                <c:pt idx="2517">
                  <c:v>40416</c:v>
                </c:pt>
                <c:pt idx="2518">
                  <c:v>40417</c:v>
                </c:pt>
                <c:pt idx="2519">
                  <c:v>40420</c:v>
                </c:pt>
                <c:pt idx="2520">
                  <c:v>40421</c:v>
                </c:pt>
                <c:pt idx="2521">
                  <c:v>40422</c:v>
                </c:pt>
                <c:pt idx="2522">
                  <c:v>40423</c:v>
                </c:pt>
                <c:pt idx="2523">
                  <c:v>40424</c:v>
                </c:pt>
                <c:pt idx="2524">
                  <c:v>40427</c:v>
                </c:pt>
                <c:pt idx="2525">
                  <c:v>40428</c:v>
                </c:pt>
                <c:pt idx="2526">
                  <c:v>40429</c:v>
                </c:pt>
                <c:pt idx="2527">
                  <c:v>40430</c:v>
                </c:pt>
                <c:pt idx="2528">
                  <c:v>40431</c:v>
                </c:pt>
                <c:pt idx="2529">
                  <c:v>40434</c:v>
                </c:pt>
                <c:pt idx="2530">
                  <c:v>40435</c:v>
                </c:pt>
                <c:pt idx="2531">
                  <c:v>40436</c:v>
                </c:pt>
                <c:pt idx="2532">
                  <c:v>40437</c:v>
                </c:pt>
                <c:pt idx="2533">
                  <c:v>40438</c:v>
                </c:pt>
                <c:pt idx="2534">
                  <c:v>40441</c:v>
                </c:pt>
                <c:pt idx="2535">
                  <c:v>40442</c:v>
                </c:pt>
                <c:pt idx="2536">
                  <c:v>40443</c:v>
                </c:pt>
                <c:pt idx="2537">
                  <c:v>40444</c:v>
                </c:pt>
                <c:pt idx="2538">
                  <c:v>40445</c:v>
                </c:pt>
                <c:pt idx="2539">
                  <c:v>40448</c:v>
                </c:pt>
                <c:pt idx="2540">
                  <c:v>40449</c:v>
                </c:pt>
                <c:pt idx="2541">
                  <c:v>40450</c:v>
                </c:pt>
                <c:pt idx="2542">
                  <c:v>40451</c:v>
                </c:pt>
                <c:pt idx="2543">
                  <c:v>40452</c:v>
                </c:pt>
                <c:pt idx="2544">
                  <c:v>40455</c:v>
                </c:pt>
                <c:pt idx="2545">
                  <c:v>40456</c:v>
                </c:pt>
                <c:pt idx="2546">
                  <c:v>40457</c:v>
                </c:pt>
                <c:pt idx="2547">
                  <c:v>40458</c:v>
                </c:pt>
                <c:pt idx="2548">
                  <c:v>40459</c:v>
                </c:pt>
                <c:pt idx="2549">
                  <c:v>40462</c:v>
                </c:pt>
                <c:pt idx="2550">
                  <c:v>40463</c:v>
                </c:pt>
                <c:pt idx="2551">
                  <c:v>40464</c:v>
                </c:pt>
                <c:pt idx="2552">
                  <c:v>40465</c:v>
                </c:pt>
                <c:pt idx="2553">
                  <c:v>40466</c:v>
                </c:pt>
                <c:pt idx="2554">
                  <c:v>40469</c:v>
                </c:pt>
                <c:pt idx="2555">
                  <c:v>40470</c:v>
                </c:pt>
                <c:pt idx="2556">
                  <c:v>40471</c:v>
                </c:pt>
                <c:pt idx="2557">
                  <c:v>40472</c:v>
                </c:pt>
                <c:pt idx="2558">
                  <c:v>40473</c:v>
                </c:pt>
                <c:pt idx="2559">
                  <c:v>40476</c:v>
                </c:pt>
                <c:pt idx="2560">
                  <c:v>40477</c:v>
                </c:pt>
                <c:pt idx="2561">
                  <c:v>40478</c:v>
                </c:pt>
                <c:pt idx="2562">
                  <c:v>40479</c:v>
                </c:pt>
                <c:pt idx="2563">
                  <c:v>40480</c:v>
                </c:pt>
                <c:pt idx="2564">
                  <c:v>40483</c:v>
                </c:pt>
                <c:pt idx="2565">
                  <c:v>40484</c:v>
                </c:pt>
                <c:pt idx="2566">
                  <c:v>40485</c:v>
                </c:pt>
                <c:pt idx="2567">
                  <c:v>40486</c:v>
                </c:pt>
                <c:pt idx="2568">
                  <c:v>40487</c:v>
                </c:pt>
                <c:pt idx="2569">
                  <c:v>40490</c:v>
                </c:pt>
                <c:pt idx="2570">
                  <c:v>40491</c:v>
                </c:pt>
                <c:pt idx="2571">
                  <c:v>40492</c:v>
                </c:pt>
                <c:pt idx="2572">
                  <c:v>40493</c:v>
                </c:pt>
                <c:pt idx="2573">
                  <c:v>40494</c:v>
                </c:pt>
                <c:pt idx="2574">
                  <c:v>40497</c:v>
                </c:pt>
                <c:pt idx="2575">
                  <c:v>40498</c:v>
                </c:pt>
                <c:pt idx="2576">
                  <c:v>40499</c:v>
                </c:pt>
                <c:pt idx="2577">
                  <c:v>40500</c:v>
                </c:pt>
                <c:pt idx="2578">
                  <c:v>40501</c:v>
                </c:pt>
                <c:pt idx="2579">
                  <c:v>40504</c:v>
                </c:pt>
                <c:pt idx="2580">
                  <c:v>40505</c:v>
                </c:pt>
                <c:pt idx="2581">
                  <c:v>40506</c:v>
                </c:pt>
                <c:pt idx="2582">
                  <c:v>40507</c:v>
                </c:pt>
                <c:pt idx="2583">
                  <c:v>40508</c:v>
                </c:pt>
                <c:pt idx="2584">
                  <c:v>40511</c:v>
                </c:pt>
                <c:pt idx="2585">
                  <c:v>40512</c:v>
                </c:pt>
                <c:pt idx="2586">
                  <c:v>40513</c:v>
                </c:pt>
                <c:pt idx="2587">
                  <c:v>40514</c:v>
                </c:pt>
                <c:pt idx="2588">
                  <c:v>40515</c:v>
                </c:pt>
                <c:pt idx="2589">
                  <c:v>40518</c:v>
                </c:pt>
                <c:pt idx="2590">
                  <c:v>40519</c:v>
                </c:pt>
                <c:pt idx="2591">
                  <c:v>40520</c:v>
                </c:pt>
                <c:pt idx="2592">
                  <c:v>40521</c:v>
                </c:pt>
                <c:pt idx="2593">
                  <c:v>40522</c:v>
                </c:pt>
                <c:pt idx="2594">
                  <c:v>40525</c:v>
                </c:pt>
                <c:pt idx="2595">
                  <c:v>40526</c:v>
                </c:pt>
                <c:pt idx="2596">
                  <c:v>40527</c:v>
                </c:pt>
                <c:pt idx="2597">
                  <c:v>40528</c:v>
                </c:pt>
                <c:pt idx="2598">
                  <c:v>40529</c:v>
                </c:pt>
                <c:pt idx="2599">
                  <c:v>40532</c:v>
                </c:pt>
                <c:pt idx="2600">
                  <c:v>40533</c:v>
                </c:pt>
                <c:pt idx="2601">
                  <c:v>40534</c:v>
                </c:pt>
                <c:pt idx="2602">
                  <c:v>40535</c:v>
                </c:pt>
                <c:pt idx="2603">
                  <c:v>40536</c:v>
                </c:pt>
                <c:pt idx="2604">
                  <c:v>40539</c:v>
                </c:pt>
                <c:pt idx="2605">
                  <c:v>40540</c:v>
                </c:pt>
                <c:pt idx="2606">
                  <c:v>40541</c:v>
                </c:pt>
                <c:pt idx="2607">
                  <c:v>40542</c:v>
                </c:pt>
                <c:pt idx="2608">
                  <c:v>40543</c:v>
                </c:pt>
                <c:pt idx="2609">
                  <c:v>40546</c:v>
                </c:pt>
                <c:pt idx="2610">
                  <c:v>40547</c:v>
                </c:pt>
                <c:pt idx="2611">
                  <c:v>40548</c:v>
                </c:pt>
                <c:pt idx="2612">
                  <c:v>40549</c:v>
                </c:pt>
                <c:pt idx="2613">
                  <c:v>40550</c:v>
                </c:pt>
                <c:pt idx="2614">
                  <c:v>40553</c:v>
                </c:pt>
                <c:pt idx="2615">
                  <c:v>40554</c:v>
                </c:pt>
                <c:pt idx="2616">
                  <c:v>40555</c:v>
                </c:pt>
                <c:pt idx="2617">
                  <c:v>40556</c:v>
                </c:pt>
                <c:pt idx="2618">
                  <c:v>40557</c:v>
                </c:pt>
                <c:pt idx="2619">
                  <c:v>40560</c:v>
                </c:pt>
                <c:pt idx="2620">
                  <c:v>40561</c:v>
                </c:pt>
                <c:pt idx="2621">
                  <c:v>40562</c:v>
                </c:pt>
                <c:pt idx="2622">
                  <c:v>40563</c:v>
                </c:pt>
                <c:pt idx="2623">
                  <c:v>40564</c:v>
                </c:pt>
                <c:pt idx="2624">
                  <c:v>40567</c:v>
                </c:pt>
                <c:pt idx="2625">
                  <c:v>40568</c:v>
                </c:pt>
                <c:pt idx="2626">
                  <c:v>40569</c:v>
                </c:pt>
                <c:pt idx="2627">
                  <c:v>40570</c:v>
                </c:pt>
                <c:pt idx="2628">
                  <c:v>40571</c:v>
                </c:pt>
                <c:pt idx="2629">
                  <c:v>40574</c:v>
                </c:pt>
                <c:pt idx="2630">
                  <c:v>40575</c:v>
                </c:pt>
                <c:pt idx="2631">
                  <c:v>40576</c:v>
                </c:pt>
                <c:pt idx="2632">
                  <c:v>40577</c:v>
                </c:pt>
                <c:pt idx="2633">
                  <c:v>40578</c:v>
                </c:pt>
                <c:pt idx="2634">
                  <c:v>40581</c:v>
                </c:pt>
                <c:pt idx="2635">
                  <c:v>40582</c:v>
                </c:pt>
                <c:pt idx="2636">
                  <c:v>40583</c:v>
                </c:pt>
                <c:pt idx="2637">
                  <c:v>40584</c:v>
                </c:pt>
                <c:pt idx="2638">
                  <c:v>40585</c:v>
                </c:pt>
                <c:pt idx="2639">
                  <c:v>40588</c:v>
                </c:pt>
                <c:pt idx="2640">
                  <c:v>40589</c:v>
                </c:pt>
                <c:pt idx="2641">
                  <c:v>40590</c:v>
                </c:pt>
                <c:pt idx="2642">
                  <c:v>40591</c:v>
                </c:pt>
                <c:pt idx="2643">
                  <c:v>40592</c:v>
                </c:pt>
                <c:pt idx="2644">
                  <c:v>40595</c:v>
                </c:pt>
                <c:pt idx="2645">
                  <c:v>40596</c:v>
                </c:pt>
                <c:pt idx="2646">
                  <c:v>40597</c:v>
                </c:pt>
                <c:pt idx="2647">
                  <c:v>40598</c:v>
                </c:pt>
                <c:pt idx="2648">
                  <c:v>40599</c:v>
                </c:pt>
                <c:pt idx="2649">
                  <c:v>40602</c:v>
                </c:pt>
                <c:pt idx="2650">
                  <c:v>40603</c:v>
                </c:pt>
                <c:pt idx="2651">
                  <c:v>40604</c:v>
                </c:pt>
                <c:pt idx="2652">
                  <c:v>40605</c:v>
                </c:pt>
                <c:pt idx="2653">
                  <c:v>40606</c:v>
                </c:pt>
                <c:pt idx="2654">
                  <c:v>40609</c:v>
                </c:pt>
                <c:pt idx="2655">
                  <c:v>40610</c:v>
                </c:pt>
                <c:pt idx="2656">
                  <c:v>40611</c:v>
                </c:pt>
                <c:pt idx="2657">
                  <c:v>40612</c:v>
                </c:pt>
                <c:pt idx="2658">
                  <c:v>40613</c:v>
                </c:pt>
                <c:pt idx="2659">
                  <c:v>40616</c:v>
                </c:pt>
                <c:pt idx="2660">
                  <c:v>40617</c:v>
                </c:pt>
                <c:pt idx="2661">
                  <c:v>40618</c:v>
                </c:pt>
                <c:pt idx="2662">
                  <c:v>40619</c:v>
                </c:pt>
                <c:pt idx="2663">
                  <c:v>40620</c:v>
                </c:pt>
                <c:pt idx="2664">
                  <c:v>40623</c:v>
                </c:pt>
                <c:pt idx="2665">
                  <c:v>40624</c:v>
                </c:pt>
                <c:pt idx="2666">
                  <c:v>40625</c:v>
                </c:pt>
                <c:pt idx="2667">
                  <c:v>40626</c:v>
                </c:pt>
                <c:pt idx="2668">
                  <c:v>40627</c:v>
                </c:pt>
                <c:pt idx="2669">
                  <c:v>40630</c:v>
                </c:pt>
                <c:pt idx="2670">
                  <c:v>40631</c:v>
                </c:pt>
                <c:pt idx="2671">
                  <c:v>40632</c:v>
                </c:pt>
                <c:pt idx="2672">
                  <c:v>40633</c:v>
                </c:pt>
                <c:pt idx="2673">
                  <c:v>40634</c:v>
                </c:pt>
                <c:pt idx="2674">
                  <c:v>40637</c:v>
                </c:pt>
                <c:pt idx="2675">
                  <c:v>40638</c:v>
                </c:pt>
                <c:pt idx="2676">
                  <c:v>40639</c:v>
                </c:pt>
                <c:pt idx="2677">
                  <c:v>40640</c:v>
                </c:pt>
                <c:pt idx="2678">
                  <c:v>40641</c:v>
                </c:pt>
                <c:pt idx="2679">
                  <c:v>40644</c:v>
                </c:pt>
                <c:pt idx="2680">
                  <c:v>40645</c:v>
                </c:pt>
                <c:pt idx="2681">
                  <c:v>40646</c:v>
                </c:pt>
                <c:pt idx="2682">
                  <c:v>40647</c:v>
                </c:pt>
                <c:pt idx="2683">
                  <c:v>40648</c:v>
                </c:pt>
                <c:pt idx="2684">
                  <c:v>40651</c:v>
                </c:pt>
                <c:pt idx="2685">
                  <c:v>40652</c:v>
                </c:pt>
                <c:pt idx="2686">
                  <c:v>40653</c:v>
                </c:pt>
                <c:pt idx="2687">
                  <c:v>40654</c:v>
                </c:pt>
                <c:pt idx="2688">
                  <c:v>40655</c:v>
                </c:pt>
                <c:pt idx="2689">
                  <c:v>40658</c:v>
                </c:pt>
                <c:pt idx="2690">
                  <c:v>40659</c:v>
                </c:pt>
                <c:pt idx="2691">
                  <c:v>40660</c:v>
                </c:pt>
                <c:pt idx="2692">
                  <c:v>40661</c:v>
                </c:pt>
                <c:pt idx="2693">
                  <c:v>40662</c:v>
                </c:pt>
                <c:pt idx="2694">
                  <c:v>40665</c:v>
                </c:pt>
                <c:pt idx="2695">
                  <c:v>40666</c:v>
                </c:pt>
                <c:pt idx="2696">
                  <c:v>40667</c:v>
                </c:pt>
                <c:pt idx="2697">
                  <c:v>40668</c:v>
                </c:pt>
                <c:pt idx="2698">
                  <c:v>40669</c:v>
                </c:pt>
                <c:pt idx="2699">
                  <c:v>40672</c:v>
                </c:pt>
                <c:pt idx="2700">
                  <c:v>40673</c:v>
                </c:pt>
                <c:pt idx="2701">
                  <c:v>40674</c:v>
                </c:pt>
                <c:pt idx="2702">
                  <c:v>40675</c:v>
                </c:pt>
                <c:pt idx="2703">
                  <c:v>40676</c:v>
                </c:pt>
                <c:pt idx="2704">
                  <c:v>40679</c:v>
                </c:pt>
                <c:pt idx="2705">
                  <c:v>40680</c:v>
                </c:pt>
                <c:pt idx="2706">
                  <c:v>40681</c:v>
                </c:pt>
                <c:pt idx="2707">
                  <c:v>40682</c:v>
                </c:pt>
                <c:pt idx="2708">
                  <c:v>40683</c:v>
                </c:pt>
                <c:pt idx="2709">
                  <c:v>40686</c:v>
                </c:pt>
                <c:pt idx="2710">
                  <c:v>40687</c:v>
                </c:pt>
                <c:pt idx="2711">
                  <c:v>40688</c:v>
                </c:pt>
                <c:pt idx="2712">
                  <c:v>40689</c:v>
                </c:pt>
                <c:pt idx="2713">
                  <c:v>40690</c:v>
                </c:pt>
                <c:pt idx="2714">
                  <c:v>40693</c:v>
                </c:pt>
                <c:pt idx="2715">
                  <c:v>40694</c:v>
                </c:pt>
                <c:pt idx="2716">
                  <c:v>40695</c:v>
                </c:pt>
                <c:pt idx="2717">
                  <c:v>40696</c:v>
                </c:pt>
                <c:pt idx="2718">
                  <c:v>40697</c:v>
                </c:pt>
                <c:pt idx="2719">
                  <c:v>40700</c:v>
                </c:pt>
                <c:pt idx="2720">
                  <c:v>40701</c:v>
                </c:pt>
                <c:pt idx="2721">
                  <c:v>40702</c:v>
                </c:pt>
                <c:pt idx="2722">
                  <c:v>40703</c:v>
                </c:pt>
                <c:pt idx="2723">
                  <c:v>40704</c:v>
                </c:pt>
                <c:pt idx="2724">
                  <c:v>40707</c:v>
                </c:pt>
                <c:pt idx="2725">
                  <c:v>40708</c:v>
                </c:pt>
                <c:pt idx="2726">
                  <c:v>40709</c:v>
                </c:pt>
                <c:pt idx="2727">
                  <c:v>40710</c:v>
                </c:pt>
                <c:pt idx="2728">
                  <c:v>40711</c:v>
                </c:pt>
                <c:pt idx="2729">
                  <c:v>40714</c:v>
                </c:pt>
                <c:pt idx="2730">
                  <c:v>40715</c:v>
                </c:pt>
                <c:pt idx="2731">
                  <c:v>40716</c:v>
                </c:pt>
                <c:pt idx="2732">
                  <c:v>40717</c:v>
                </c:pt>
                <c:pt idx="2733">
                  <c:v>40718</c:v>
                </c:pt>
                <c:pt idx="2734">
                  <c:v>40721</c:v>
                </c:pt>
                <c:pt idx="2735">
                  <c:v>40722</c:v>
                </c:pt>
                <c:pt idx="2736">
                  <c:v>40723</c:v>
                </c:pt>
                <c:pt idx="2737">
                  <c:v>40724</c:v>
                </c:pt>
                <c:pt idx="2738">
                  <c:v>40725</c:v>
                </c:pt>
                <c:pt idx="2739">
                  <c:v>40728</c:v>
                </c:pt>
                <c:pt idx="2740">
                  <c:v>40729</c:v>
                </c:pt>
                <c:pt idx="2741">
                  <c:v>40730</c:v>
                </c:pt>
                <c:pt idx="2742">
                  <c:v>40731</c:v>
                </c:pt>
                <c:pt idx="2743">
                  <c:v>40732</c:v>
                </c:pt>
                <c:pt idx="2744">
                  <c:v>40735</c:v>
                </c:pt>
                <c:pt idx="2745">
                  <c:v>40736</c:v>
                </c:pt>
                <c:pt idx="2746">
                  <c:v>40737</c:v>
                </c:pt>
                <c:pt idx="2747">
                  <c:v>40738</c:v>
                </c:pt>
                <c:pt idx="2748">
                  <c:v>40739</c:v>
                </c:pt>
                <c:pt idx="2749">
                  <c:v>40742</c:v>
                </c:pt>
                <c:pt idx="2750">
                  <c:v>40743</c:v>
                </c:pt>
                <c:pt idx="2751">
                  <c:v>40744</c:v>
                </c:pt>
                <c:pt idx="2752">
                  <c:v>40745</c:v>
                </c:pt>
                <c:pt idx="2753">
                  <c:v>40746</c:v>
                </c:pt>
                <c:pt idx="2754">
                  <c:v>40749</c:v>
                </c:pt>
                <c:pt idx="2755">
                  <c:v>40750</c:v>
                </c:pt>
                <c:pt idx="2756">
                  <c:v>40751</c:v>
                </c:pt>
                <c:pt idx="2757">
                  <c:v>40752</c:v>
                </c:pt>
                <c:pt idx="2758">
                  <c:v>40753</c:v>
                </c:pt>
                <c:pt idx="2759">
                  <c:v>40756</c:v>
                </c:pt>
                <c:pt idx="2760">
                  <c:v>40757</c:v>
                </c:pt>
                <c:pt idx="2761">
                  <c:v>40758</c:v>
                </c:pt>
                <c:pt idx="2762">
                  <c:v>40759</c:v>
                </c:pt>
                <c:pt idx="2763">
                  <c:v>40760</c:v>
                </c:pt>
                <c:pt idx="2764">
                  <c:v>40763</c:v>
                </c:pt>
                <c:pt idx="2765">
                  <c:v>40764</c:v>
                </c:pt>
                <c:pt idx="2766">
                  <c:v>40765</c:v>
                </c:pt>
                <c:pt idx="2767">
                  <c:v>40766</c:v>
                </c:pt>
                <c:pt idx="2768">
                  <c:v>40767</c:v>
                </c:pt>
                <c:pt idx="2769">
                  <c:v>40770</c:v>
                </c:pt>
                <c:pt idx="2770">
                  <c:v>40771</c:v>
                </c:pt>
                <c:pt idx="2771">
                  <c:v>40772</c:v>
                </c:pt>
                <c:pt idx="2772">
                  <c:v>40773</c:v>
                </c:pt>
                <c:pt idx="2773">
                  <c:v>40774</c:v>
                </c:pt>
                <c:pt idx="2774">
                  <c:v>40777</c:v>
                </c:pt>
                <c:pt idx="2775">
                  <c:v>40778</c:v>
                </c:pt>
                <c:pt idx="2776">
                  <c:v>40779</c:v>
                </c:pt>
                <c:pt idx="2777">
                  <c:v>40780</c:v>
                </c:pt>
                <c:pt idx="2778">
                  <c:v>40781</c:v>
                </c:pt>
                <c:pt idx="2779">
                  <c:v>40784</c:v>
                </c:pt>
                <c:pt idx="2780">
                  <c:v>40785</c:v>
                </c:pt>
                <c:pt idx="2781">
                  <c:v>40786</c:v>
                </c:pt>
                <c:pt idx="2782">
                  <c:v>40787</c:v>
                </c:pt>
                <c:pt idx="2783">
                  <c:v>40788</c:v>
                </c:pt>
                <c:pt idx="2784">
                  <c:v>40791</c:v>
                </c:pt>
                <c:pt idx="2785">
                  <c:v>40792</c:v>
                </c:pt>
                <c:pt idx="2786">
                  <c:v>40793</c:v>
                </c:pt>
                <c:pt idx="2787">
                  <c:v>40794</c:v>
                </c:pt>
                <c:pt idx="2788">
                  <c:v>40795</c:v>
                </c:pt>
                <c:pt idx="2789">
                  <c:v>40798</c:v>
                </c:pt>
                <c:pt idx="2790">
                  <c:v>40799</c:v>
                </c:pt>
                <c:pt idx="2791">
                  <c:v>40800</c:v>
                </c:pt>
                <c:pt idx="2792">
                  <c:v>40801</c:v>
                </c:pt>
                <c:pt idx="2793">
                  <c:v>40802</c:v>
                </c:pt>
                <c:pt idx="2794">
                  <c:v>40805</c:v>
                </c:pt>
                <c:pt idx="2795">
                  <c:v>40806</c:v>
                </c:pt>
                <c:pt idx="2796">
                  <c:v>40807</c:v>
                </c:pt>
                <c:pt idx="2797">
                  <c:v>40808</c:v>
                </c:pt>
                <c:pt idx="2798">
                  <c:v>40809</c:v>
                </c:pt>
                <c:pt idx="2799">
                  <c:v>40812</c:v>
                </c:pt>
                <c:pt idx="2800">
                  <c:v>40813</c:v>
                </c:pt>
                <c:pt idx="2801">
                  <c:v>40814</c:v>
                </c:pt>
                <c:pt idx="2802">
                  <c:v>40815</c:v>
                </c:pt>
                <c:pt idx="2803">
                  <c:v>40816</c:v>
                </c:pt>
                <c:pt idx="2804">
                  <c:v>40819</c:v>
                </c:pt>
                <c:pt idx="2805">
                  <c:v>40820</c:v>
                </c:pt>
                <c:pt idx="2806">
                  <c:v>40821</c:v>
                </c:pt>
                <c:pt idx="2807">
                  <c:v>40822</c:v>
                </c:pt>
                <c:pt idx="2808">
                  <c:v>40823</c:v>
                </c:pt>
                <c:pt idx="2809">
                  <c:v>40826</c:v>
                </c:pt>
                <c:pt idx="2810">
                  <c:v>40827</c:v>
                </c:pt>
                <c:pt idx="2811">
                  <c:v>40828</c:v>
                </c:pt>
                <c:pt idx="2812">
                  <c:v>40829</c:v>
                </c:pt>
                <c:pt idx="2813">
                  <c:v>40830</c:v>
                </c:pt>
                <c:pt idx="2814">
                  <c:v>40833</c:v>
                </c:pt>
                <c:pt idx="2815">
                  <c:v>40834</c:v>
                </c:pt>
                <c:pt idx="2816">
                  <c:v>40835</c:v>
                </c:pt>
                <c:pt idx="2817">
                  <c:v>40836</c:v>
                </c:pt>
                <c:pt idx="2818">
                  <c:v>40837</c:v>
                </c:pt>
                <c:pt idx="2819">
                  <c:v>40840</c:v>
                </c:pt>
                <c:pt idx="2820">
                  <c:v>40841</c:v>
                </c:pt>
                <c:pt idx="2821">
                  <c:v>40842</c:v>
                </c:pt>
                <c:pt idx="2822">
                  <c:v>40843</c:v>
                </c:pt>
                <c:pt idx="2823">
                  <c:v>40844</c:v>
                </c:pt>
                <c:pt idx="2824">
                  <c:v>40847</c:v>
                </c:pt>
                <c:pt idx="2825">
                  <c:v>40848</c:v>
                </c:pt>
                <c:pt idx="2826">
                  <c:v>40849</c:v>
                </c:pt>
                <c:pt idx="2827">
                  <c:v>40850</c:v>
                </c:pt>
                <c:pt idx="2828">
                  <c:v>40851</c:v>
                </c:pt>
                <c:pt idx="2829">
                  <c:v>40854</c:v>
                </c:pt>
                <c:pt idx="2830">
                  <c:v>40855</c:v>
                </c:pt>
                <c:pt idx="2831">
                  <c:v>40856</c:v>
                </c:pt>
                <c:pt idx="2832">
                  <c:v>40857</c:v>
                </c:pt>
                <c:pt idx="2833">
                  <c:v>40858</c:v>
                </c:pt>
                <c:pt idx="2834">
                  <c:v>40861</c:v>
                </c:pt>
                <c:pt idx="2835">
                  <c:v>40862</c:v>
                </c:pt>
                <c:pt idx="2836">
                  <c:v>40863</c:v>
                </c:pt>
                <c:pt idx="2837">
                  <c:v>40864</c:v>
                </c:pt>
                <c:pt idx="2838">
                  <c:v>40865</c:v>
                </c:pt>
                <c:pt idx="2839">
                  <c:v>40868</c:v>
                </c:pt>
                <c:pt idx="2840">
                  <c:v>40869</c:v>
                </c:pt>
                <c:pt idx="2841">
                  <c:v>40870</c:v>
                </c:pt>
                <c:pt idx="2842">
                  <c:v>40871</c:v>
                </c:pt>
                <c:pt idx="2843">
                  <c:v>40872</c:v>
                </c:pt>
                <c:pt idx="2844">
                  <c:v>40875</c:v>
                </c:pt>
                <c:pt idx="2845">
                  <c:v>40876</c:v>
                </c:pt>
                <c:pt idx="2846">
                  <c:v>40877</c:v>
                </c:pt>
                <c:pt idx="2847">
                  <c:v>40878</c:v>
                </c:pt>
                <c:pt idx="2848">
                  <c:v>40879</c:v>
                </c:pt>
                <c:pt idx="2849">
                  <c:v>40882</c:v>
                </c:pt>
                <c:pt idx="2850">
                  <c:v>40883</c:v>
                </c:pt>
                <c:pt idx="2851">
                  <c:v>40884</c:v>
                </c:pt>
                <c:pt idx="2852">
                  <c:v>40885</c:v>
                </c:pt>
                <c:pt idx="2853">
                  <c:v>40886</c:v>
                </c:pt>
                <c:pt idx="2854">
                  <c:v>40889</c:v>
                </c:pt>
                <c:pt idx="2855">
                  <c:v>40890</c:v>
                </c:pt>
                <c:pt idx="2856">
                  <c:v>40891</c:v>
                </c:pt>
                <c:pt idx="2857">
                  <c:v>40892</c:v>
                </c:pt>
                <c:pt idx="2858">
                  <c:v>40893</c:v>
                </c:pt>
                <c:pt idx="2859">
                  <c:v>40896</c:v>
                </c:pt>
                <c:pt idx="2860">
                  <c:v>40897</c:v>
                </c:pt>
                <c:pt idx="2861">
                  <c:v>40898</c:v>
                </c:pt>
                <c:pt idx="2862">
                  <c:v>40899</c:v>
                </c:pt>
                <c:pt idx="2863">
                  <c:v>40900</c:v>
                </c:pt>
                <c:pt idx="2864">
                  <c:v>40903</c:v>
                </c:pt>
                <c:pt idx="2865">
                  <c:v>40904</c:v>
                </c:pt>
                <c:pt idx="2866">
                  <c:v>40905</c:v>
                </c:pt>
                <c:pt idx="2867">
                  <c:v>40906</c:v>
                </c:pt>
                <c:pt idx="2868">
                  <c:v>40907</c:v>
                </c:pt>
                <c:pt idx="2869">
                  <c:v>40910</c:v>
                </c:pt>
                <c:pt idx="2870">
                  <c:v>40911</c:v>
                </c:pt>
                <c:pt idx="2871">
                  <c:v>40912</c:v>
                </c:pt>
                <c:pt idx="2872">
                  <c:v>40913</c:v>
                </c:pt>
                <c:pt idx="2873">
                  <c:v>40914</c:v>
                </c:pt>
                <c:pt idx="2874">
                  <c:v>40917</c:v>
                </c:pt>
                <c:pt idx="2875">
                  <c:v>40918</c:v>
                </c:pt>
                <c:pt idx="2876">
                  <c:v>40919</c:v>
                </c:pt>
                <c:pt idx="2877">
                  <c:v>40920</c:v>
                </c:pt>
                <c:pt idx="2878">
                  <c:v>40921</c:v>
                </c:pt>
                <c:pt idx="2879">
                  <c:v>40924</c:v>
                </c:pt>
                <c:pt idx="2880">
                  <c:v>40925</c:v>
                </c:pt>
                <c:pt idx="2881">
                  <c:v>40926</c:v>
                </c:pt>
                <c:pt idx="2882">
                  <c:v>40927</c:v>
                </c:pt>
                <c:pt idx="2883">
                  <c:v>40928</c:v>
                </c:pt>
                <c:pt idx="2884">
                  <c:v>40931</c:v>
                </c:pt>
                <c:pt idx="2885">
                  <c:v>40932</c:v>
                </c:pt>
                <c:pt idx="2886">
                  <c:v>40933</c:v>
                </c:pt>
                <c:pt idx="2887">
                  <c:v>40934</c:v>
                </c:pt>
                <c:pt idx="2888">
                  <c:v>40935</c:v>
                </c:pt>
                <c:pt idx="2889">
                  <c:v>40938</c:v>
                </c:pt>
                <c:pt idx="2890">
                  <c:v>40939</c:v>
                </c:pt>
                <c:pt idx="2891">
                  <c:v>40940</c:v>
                </c:pt>
                <c:pt idx="2892">
                  <c:v>40941</c:v>
                </c:pt>
                <c:pt idx="2893">
                  <c:v>40942</c:v>
                </c:pt>
                <c:pt idx="2894">
                  <c:v>40945</c:v>
                </c:pt>
                <c:pt idx="2895">
                  <c:v>40946</c:v>
                </c:pt>
                <c:pt idx="2896">
                  <c:v>40947</c:v>
                </c:pt>
                <c:pt idx="2897">
                  <c:v>40948</c:v>
                </c:pt>
                <c:pt idx="2898">
                  <c:v>40949</c:v>
                </c:pt>
                <c:pt idx="2899">
                  <c:v>40952</c:v>
                </c:pt>
                <c:pt idx="2900">
                  <c:v>40953</c:v>
                </c:pt>
                <c:pt idx="2901">
                  <c:v>40954</c:v>
                </c:pt>
                <c:pt idx="2902">
                  <c:v>40955</c:v>
                </c:pt>
                <c:pt idx="2903">
                  <c:v>40956</c:v>
                </c:pt>
                <c:pt idx="2904">
                  <c:v>40959</c:v>
                </c:pt>
                <c:pt idx="2905">
                  <c:v>40960</c:v>
                </c:pt>
                <c:pt idx="2906">
                  <c:v>40961</c:v>
                </c:pt>
                <c:pt idx="2907">
                  <c:v>40962</c:v>
                </c:pt>
                <c:pt idx="2908">
                  <c:v>40963</c:v>
                </c:pt>
                <c:pt idx="2909">
                  <c:v>40966</c:v>
                </c:pt>
                <c:pt idx="2910">
                  <c:v>40967</c:v>
                </c:pt>
                <c:pt idx="2911">
                  <c:v>40968</c:v>
                </c:pt>
                <c:pt idx="2912">
                  <c:v>40969</c:v>
                </c:pt>
                <c:pt idx="2913">
                  <c:v>40970</c:v>
                </c:pt>
                <c:pt idx="2914">
                  <c:v>40973</c:v>
                </c:pt>
                <c:pt idx="2915">
                  <c:v>40974</c:v>
                </c:pt>
                <c:pt idx="2916">
                  <c:v>40975</c:v>
                </c:pt>
                <c:pt idx="2917">
                  <c:v>40976</c:v>
                </c:pt>
                <c:pt idx="2918">
                  <c:v>40977</c:v>
                </c:pt>
                <c:pt idx="2919">
                  <c:v>40980</c:v>
                </c:pt>
                <c:pt idx="2920">
                  <c:v>40981</c:v>
                </c:pt>
                <c:pt idx="2921">
                  <c:v>40982</c:v>
                </c:pt>
                <c:pt idx="2922">
                  <c:v>40983</c:v>
                </c:pt>
                <c:pt idx="2923">
                  <c:v>40984</c:v>
                </c:pt>
                <c:pt idx="2924">
                  <c:v>40987</c:v>
                </c:pt>
                <c:pt idx="2925">
                  <c:v>40988</c:v>
                </c:pt>
                <c:pt idx="2926">
                  <c:v>40989</c:v>
                </c:pt>
                <c:pt idx="2927">
                  <c:v>40990</c:v>
                </c:pt>
                <c:pt idx="2928">
                  <c:v>40991</c:v>
                </c:pt>
                <c:pt idx="2929">
                  <c:v>40994</c:v>
                </c:pt>
                <c:pt idx="2930">
                  <c:v>40995</c:v>
                </c:pt>
                <c:pt idx="2931">
                  <c:v>40996</c:v>
                </c:pt>
                <c:pt idx="2932">
                  <c:v>40997</c:v>
                </c:pt>
                <c:pt idx="2933">
                  <c:v>40998</c:v>
                </c:pt>
                <c:pt idx="2934">
                  <c:v>41001</c:v>
                </c:pt>
                <c:pt idx="2935">
                  <c:v>41002</c:v>
                </c:pt>
                <c:pt idx="2936">
                  <c:v>41003</c:v>
                </c:pt>
                <c:pt idx="2937">
                  <c:v>41004</c:v>
                </c:pt>
                <c:pt idx="2938">
                  <c:v>41005</c:v>
                </c:pt>
                <c:pt idx="2939">
                  <c:v>41008</c:v>
                </c:pt>
                <c:pt idx="2940">
                  <c:v>41009</c:v>
                </c:pt>
                <c:pt idx="2941">
                  <c:v>41010</c:v>
                </c:pt>
                <c:pt idx="2942">
                  <c:v>41011</c:v>
                </c:pt>
                <c:pt idx="2943">
                  <c:v>41012</c:v>
                </c:pt>
                <c:pt idx="2944">
                  <c:v>41015</c:v>
                </c:pt>
                <c:pt idx="2945">
                  <c:v>41016</c:v>
                </c:pt>
                <c:pt idx="2946">
                  <c:v>41017</c:v>
                </c:pt>
                <c:pt idx="2947">
                  <c:v>41018</c:v>
                </c:pt>
                <c:pt idx="2948">
                  <c:v>41019</c:v>
                </c:pt>
                <c:pt idx="2949">
                  <c:v>41022</c:v>
                </c:pt>
                <c:pt idx="2950">
                  <c:v>41023</c:v>
                </c:pt>
                <c:pt idx="2951">
                  <c:v>41024</c:v>
                </c:pt>
                <c:pt idx="2952">
                  <c:v>41025</c:v>
                </c:pt>
                <c:pt idx="2953">
                  <c:v>41026</c:v>
                </c:pt>
                <c:pt idx="2954">
                  <c:v>41029</c:v>
                </c:pt>
                <c:pt idx="2955">
                  <c:v>41030</c:v>
                </c:pt>
                <c:pt idx="2956">
                  <c:v>41031</c:v>
                </c:pt>
                <c:pt idx="2957">
                  <c:v>41032</c:v>
                </c:pt>
                <c:pt idx="2958">
                  <c:v>41033</c:v>
                </c:pt>
                <c:pt idx="2959">
                  <c:v>41036</c:v>
                </c:pt>
                <c:pt idx="2960">
                  <c:v>41037</c:v>
                </c:pt>
                <c:pt idx="2961">
                  <c:v>41038</c:v>
                </c:pt>
                <c:pt idx="2962">
                  <c:v>41039</c:v>
                </c:pt>
                <c:pt idx="2963">
                  <c:v>41040</c:v>
                </c:pt>
                <c:pt idx="2964">
                  <c:v>41043</c:v>
                </c:pt>
                <c:pt idx="2965">
                  <c:v>41044</c:v>
                </c:pt>
                <c:pt idx="2966">
                  <c:v>41045</c:v>
                </c:pt>
                <c:pt idx="2967">
                  <c:v>41046</c:v>
                </c:pt>
                <c:pt idx="2968">
                  <c:v>41047</c:v>
                </c:pt>
                <c:pt idx="2969">
                  <c:v>41050</c:v>
                </c:pt>
                <c:pt idx="2970">
                  <c:v>41051</c:v>
                </c:pt>
                <c:pt idx="2971">
                  <c:v>41052</c:v>
                </c:pt>
                <c:pt idx="2972">
                  <c:v>41053</c:v>
                </c:pt>
                <c:pt idx="2973">
                  <c:v>41054</c:v>
                </c:pt>
                <c:pt idx="2974">
                  <c:v>41057</c:v>
                </c:pt>
                <c:pt idx="2975">
                  <c:v>41058</c:v>
                </c:pt>
                <c:pt idx="2976">
                  <c:v>41059</c:v>
                </c:pt>
                <c:pt idx="2977">
                  <c:v>41060</c:v>
                </c:pt>
                <c:pt idx="2978">
                  <c:v>41061</c:v>
                </c:pt>
                <c:pt idx="2979">
                  <c:v>41064</c:v>
                </c:pt>
                <c:pt idx="2980">
                  <c:v>41065</c:v>
                </c:pt>
                <c:pt idx="2981">
                  <c:v>41066</c:v>
                </c:pt>
                <c:pt idx="2982">
                  <c:v>41067</c:v>
                </c:pt>
                <c:pt idx="2983">
                  <c:v>41068</c:v>
                </c:pt>
                <c:pt idx="2984">
                  <c:v>41071</c:v>
                </c:pt>
                <c:pt idx="2985">
                  <c:v>41072</c:v>
                </c:pt>
                <c:pt idx="2986">
                  <c:v>41073</c:v>
                </c:pt>
                <c:pt idx="2987">
                  <c:v>41074</c:v>
                </c:pt>
                <c:pt idx="2988">
                  <c:v>41075</c:v>
                </c:pt>
                <c:pt idx="2989">
                  <c:v>41078</c:v>
                </c:pt>
                <c:pt idx="2990">
                  <c:v>41079</c:v>
                </c:pt>
                <c:pt idx="2991">
                  <c:v>41080</c:v>
                </c:pt>
                <c:pt idx="2992">
                  <c:v>41081</c:v>
                </c:pt>
                <c:pt idx="2993">
                  <c:v>41082</c:v>
                </c:pt>
                <c:pt idx="2994">
                  <c:v>41085</c:v>
                </c:pt>
                <c:pt idx="2995">
                  <c:v>41086</c:v>
                </c:pt>
                <c:pt idx="2996">
                  <c:v>41087</c:v>
                </c:pt>
                <c:pt idx="2997">
                  <c:v>41088</c:v>
                </c:pt>
                <c:pt idx="2998">
                  <c:v>41089</c:v>
                </c:pt>
                <c:pt idx="2999">
                  <c:v>41092</c:v>
                </c:pt>
                <c:pt idx="3000">
                  <c:v>41093</c:v>
                </c:pt>
                <c:pt idx="3001">
                  <c:v>41094</c:v>
                </c:pt>
                <c:pt idx="3002">
                  <c:v>41095</c:v>
                </c:pt>
                <c:pt idx="3003">
                  <c:v>41096</c:v>
                </c:pt>
                <c:pt idx="3004">
                  <c:v>41099</c:v>
                </c:pt>
                <c:pt idx="3005">
                  <c:v>41100</c:v>
                </c:pt>
                <c:pt idx="3006">
                  <c:v>41101</c:v>
                </c:pt>
                <c:pt idx="3007">
                  <c:v>41102</c:v>
                </c:pt>
                <c:pt idx="3008">
                  <c:v>41103</c:v>
                </c:pt>
                <c:pt idx="3009">
                  <c:v>41106</c:v>
                </c:pt>
                <c:pt idx="3010">
                  <c:v>41107</c:v>
                </c:pt>
                <c:pt idx="3011">
                  <c:v>41108</c:v>
                </c:pt>
                <c:pt idx="3012">
                  <c:v>41109</c:v>
                </c:pt>
                <c:pt idx="3013">
                  <c:v>41110</c:v>
                </c:pt>
                <c:pt idx="3014">
                  <c:v>41113</c:v>
                </c:pt>
                <c:pt idx="3015">
                  <c:v>41114</c:v>
                </c:pt>
                <c:pt idx="3016">
                  <c:v>41115</c:v>
                </c:pt>
                <c:pt idx="3017">
                  <c:v>41116</c:v>
                </c:pt>
                <c:pt idx="3018">
                  <c:v>41117</c:v>
                </c:pt>
                <c:pt idx="3019">
                  <c:v>41120</c:v>
                </c:pt>
                <c:pt idx="3020">
                  <c:v>41121</c:v>
                </c:pt>
                <c:pt idx="3021">
                  <c:v>41122</c:v>
                </c:pt>
                <c:pt idx="3022">
                  <c:v>41123</c:v>
                </c:pt>
                <c:pt idx="3023">
                  <c:v>41124</c:v>
                </c:pt>
                <c:pt idx="3024">
                  <c:v>41127</c:v>
                </c:pt>
                <c:pt idx="3025">
                  <c:v>41128</c:v>
                </c:pt>
                <c:pt idx="3026">
                  <c:v>41129</c:v>
                </c:pt>
                <c:pt idx="3027">
                  <c:v>41130</c:v>
                </c:pt>
                <c:pt idx="3028">
                  <c:v>41131</c:v>
                </c:pt>
                <c:pt idx="3029">
                  <c:v>41134</c:v>
                </c:pt>
                <c:pt idx="3030">
                  <c:v>41135</c:v>
                </c:pt>
                <c:pt idx="3031">
                  <c:v>41136</c:v>
                </c:pt>
                <c:pt idx="3032">
                  <c:v>41137</c:v>
                </c:pt>
                <c:pt idx="3033">
                  <c:v>41138</c:v>
                </c:pt>
                <c:pt idx="3034">
                  <c:v>41141</c:v>
                </c:pt>
                <c:pt idx="3035">
                  <c:v>41142</c:v>
                </c:pt>
                <c:pt idx="3036">
                  <c:v>41143</c:v>
                </c:pt>
                <c:pt idx="3037">
                  <c:v>41144</c:v>
                </c:pt>
                <c:pt idx="3038">
                  <c:v>41145</c:v>
                </c:pt>
                <c:pt idx="3039">
                  <c:v>41148</c:v>
                </c:pt>
                <c:pt idx="3040">
                  <c:v>41149</c:v>
                </c:pt>
                <c:pt idx="3041">
                  <c:v>41150</c:v>
                </c:pt>
                <c:pt idx="3042">
                  <c:v>41151</c:v>
                </c:pt>
                <c:pt idx="3043">
                  <c:v>41152</c:v>
                </c:pt>
                <c:pt idx="3044">
                  <c:v>41155</c:v>
                </c:pt>
                <c:pt idx="3045">
                  <c:v>41156</c:v>
                </c:pt>
                <c:pt idx="3046">
                  <c:v>41157</c:v>
                </c:pt>
                <c:pt idx="3047">
                  <c:v>41158</c:v>
                </c:pt>
                <c:pt idx="3048">
                  <c:v>41159</c:v>
                </c:pt>
                <c:pt idx="3049">
                  <c:v>41162</c:v>
                </c:pt>
                <c:pt idx="3050">
                  <c:v>41163</c:v>
                </c:pt>
                <c:pt idx="3051">
                  <c:v>41164</c:v>
                </c:pt>
                <c:pt idx="3052">
                  <c:v>41165</c:v>
                </c:pt>
                <c:pt idx="3053">
                  <c:v>41166</c:v>
                </c:pt>
                <c:pt idx="3054">
                  <c:v>41169</c:v>
                </c:pt>
                <c:pt idx="3055">
                  <c:v>41170</c:v>
                </c:pt>
                <c:pt idx="3056">
                  <c:v>41171</c:v>
                </c:pt>
                <c:pt idx="3057">
                  <c:v>41172</c:v>
                </c:pt>
                <c:pt idx="3058">
                  <c:v>41173</c:v>
                </c:pt>
                <c:pt idx="3059">
                  <c:v>41176</c:v>
                </c:pt>
                <c:pt idx="3060">
                  <c:v>41177</c:v>
                </c:pt>
                <c:pt idx="3061">
                  <c:v>41178</c:v>
                </c:pt>
                <c:pt idx="3062">
                  <c:v>41179</c:v>
                </c:pt>
                <c:pt idx="3063">
                  <c:v>41180</c:v>
                </c:pt>
                <c:pt idx="3064">
                  <c:v>41183</c:v>
                </c:pt>
                <c:pt idx="3065">
                  <c:v>41184</c:v>
                </c:pt>
                <c:pt idx="3066">
                  <c:v>41185</c:v>
                </c:pt>
                <c:pt idx="3067">
                  <c:v>41186</c:v>
                </c:pt>
                <c:pt idx="3068">
                  <c:v>41187</c:v>
                </c:pt>
                <c:pt idx="3069">
                  <c:v>41190</c:v>
                </c:pt>
                <c:pt idx="3070">
                  <c:v>41191</c:v>
                </c:pt>
                <c:pt idx="3071">
                  <c:v>41192</c:v>
                </c:pt>
                <c:pt idx="3072">
                  <c:v>41193</c:v>
                </c:pt>
                <c:pt idx="3073">
                  <c:v>41194</c:v>
                </c:pt>
                <c:pt idx="3074">
                  <c:v>41197</c:v>
                </c:pt>
                <c:pt idx="3075">
                  <c:v>41198</c:v>
                </c:pt>
                <c:pt idx="3076">
                  <c:v>41199</c:v>
                </c:pt>
                <c:pt idx="3077">
                  <c:v>41200</c:v>
                </c:pt>
                <c:pt idx="3078">
                  <c:v>41201</c:v>
                </c:pt>
                <c:pt idx="3079">
                  <c:v>41204</c:v>
                </c:pt>
                <c:pt idx="3080">
                  <c:v>41205</c:v>
                </c:pt>
                <c:pt idx="3081">
                  <c:v>41206</c:v>
                </c:pt>
                <c:pt idx="3082">
                  <c:v>41207</c:v>
                </c:pt>
                <c:pt idx="3083">
                  <c:v>41208</c:v>
                </c:pt>
                <c:pt idx="3084">
                  <c:v>41211</c:v>
                </c:pt>
                <c:pt idx="3085">
                  <c:v>41212</c:v>
                </c:pt>
                <c:pt idx="3086">
                  <c:v>41213</c:v>
                </c:pt>
                <c:pt idx="3087">
                  <c:v>41214</c:v>
                </c:pt>
                <c:pt idx="3088">
                  <c:v>41215</c:v>
                </c:pt>
                <c:pt idx="3089">
                  <c:v>41218</c:v>
                </c:pt>
                <c:pt idx="3090">
                  <c:v>41219</c:v>
                </c:pt>
                <c:pt idx="3091">
                  <c:v>41220</c:v>
                </c:pt>
                <c:pt idx="3092">
                  <c:v>41221</c:v>
                </c:pt>
                <c:pt idx="3093">
                  <c:v>41222</c:v>
                </c:pt>
                <c:pt idx="3094">
                  <c:v>41225</c:v>
                </c:pt>
                <c:pt idx="3095">
                  <c:v>41226</c:v>
                </c:pt>
                <c:pt idx="3096">
                  <c:v>41227</c:v>
                </c:pt>
                <c:pt idx="3097">
                  <c:v>41228</c:v>
                </c:pt>
                <c:pt idx="3098">
                  <c:v>41229</c:v>
                </c:pt>
                <c:pt idx="3099">
                  <c:v>41232</c:v>
                </c:pt>
                <c:pt idx="3100">
                  <c:v>41233</c:v>
                </c:pt>
                <c:pt idx="3101">
                  <c:v>41234</c:v>
                </c:pt>
                <c:pt idx="3102">
                  <c:v>41235</c:v>
                </c:pt>
                <c:pt idx="3103">
                  <c:v>41236</c:v>
                </c:pt>
                <c:pt idx="3104">
                  <c:v>41239</c:v>
                </c:pt>
                <c:pt idx="3105">
                  <c:v>41240</c:v>
                </c:pt>
                <c:pt idx="3106">
                  <c:v>41241</c:v>
                </c:pt>
                <c:pt idx="3107">
                  <c:v>41242</c:v>
                </c:pt>
                <c:pt idx="3108">
                  <c:v>41243</c:v>
                </c:pt>
                <c:pt idx="3109">
                  <c:v>41246</c:v>
                </c:pt>
                <c:pt idx="3110">
                  <c:v>41247</c:v>
                </c:pt>
                <c:pt idx="3111">
                  <c:v>41248</c:v>
                </c:pt>
                <c:pt idx="3112">
                  <c:v>41249</c:v>
                </c:pt>
                <c:pt idx="3113">
                  <c:v>41250</c:v>
                </c:pt>
                <c:pt idx="3114">
                  <c:v>41253</c:v>
                </c:pt>
                <c:pt idx="3115">
                  <c:v>41254</c:v>
                </c:pt>
                <c:pt idx="3116">
                  <c:v>41255</c:v>
                </c:pt>
                <c:pt idx="3117">
                  <c:v>41256</c:v>
                </c:pt>
                <c:pt idx="3118">
                  <c:v>41257</c:v>
                </c:pt>
                <c:pt idx="3119">
                  <c:v>41260</c:v>
                </c:pt>
                <c:pt idx="3120">
                  <c:v>41261</c:v>
                </c:pt>
                <c:pt idx="3121">
                  <c:v>41262</c:v>
                </c:pt>
                <c:pt idx="3122">
                  <c:v>41263</c:v>
                </c:pt>
                <c:pt idx="3123">
                  <c:v>41264</c:v>
                </c:pt>
                <c:pt idx="3124">
                  <c:v>41267</c:v>
                </c:pt>
                <c:pt idx="3125">
                  <c:v>41268</c:v>
                </c:pt>
                <c:pt idx="3126">
                  <c:v>41269</c:v>
                </c:pt>
                <c:pt idx="3127">
                  <c:v>41270</c:v>
                </c:pt>
                <c:pt idx="3128">
                  <c:v>41271</c:v>
                </c:pt>
                <c:pt idx="3129">
                  <c:v>41274</c:v>
                </c:pt>
                <c:pt idx="3130">
                  <c:v>41275</c:v>
                </c:pt>
                <c:pt idx="3131">
                  <c:v>41276</c:v>
                </c:pt>
                <c:pt idx="3132">
                  <c:v>41277</c:v>
                </c:pt>
                <c:pt idx="3133">
                  <c:v>41278</c:v>
                </c:pt>
                <c:pt idx="3134">
                  <c:v>41281</c:v>
                </c:pt>
                <c:pt idx="3135">
                  <c:v>41282</c:v>
                </c:pt>
                <c:pt idx="3136">
                  <c:v>41283</c:v>
                </c:pt>
                <c:pt idx="3137">
                  <c:v>41284</c:v>
                </c:pt>
                <c:pt idx="3138">
                  <c:v>41285</c:v>
                </c:pt>
                <c:pt idx="3139">
                  <c:v>41288</c:v>
                </c:pt>
                <c:pt idx="3140">
                  <c:v>41289</c:v>
                </c:pt>
                <c:pt idx="3141">
                  <c:v>41290</c:v>
                </c:pt>
                <c:pt idx="3142">
                  <c:v>41291</c:v>
                </c:pt>
                <c:pt idx="3143">
                  <c:v>41292</c:v>
                </c:pt>
                <c:pt idx="3144">
                  <c:v>41295</c:v>
                </c:pt>
                <c:pt idx="3145">
                  <c:v>41296</c:v>
                </c:pt>
                <c:pt idx="3146">
                  <c:v>41297</c:v>
                </c:pt>
                <c:pt idx="3147">
                  <c:v>41298</c:v>
                </c:pt>
                <c:pt idx="3148">
                  <c:v>41299</c:v>
                </c:pt>
                <c:pt idx="3149">
                  <c:v>41302</c:v>
                </c:pt>
                <c:pt idx="3150">
                  <c:v>41303</c:v>
                </c:pt>
                <c:pt idx="3151">
                  <c:v>41304</c:v>
                </c:pt>
                <c:pt idx="3152">
                  <c:v>41305</c:v>
                </c:pt>
                <c:pt idx="3153">
                  <c:v>41306</c:v>
                </c:pt>
                <c:pt idx="3154">
                  <c:v>41309</c:v>
                </c:pt>
                <c:pt idx="3155">
                  <c:v>41310</c:v>
                </c:pt>
                <c:pt idx="3156">
                  <c:v>41311</c:v>
                </c:pt>
                <c:pt idx="3157">
                  <c:v>41312</c:v>
                </c:pt>
                <c:pt idx="3158">
                  <c:v>41313</c:v>
                </c:pt>
                <c:pt idx="3159">
                  <c:v>41316</c:v>
                </c:pt>
                <c:pt idx="3160">
                  <c:v>41317</c:v>
                </c:pt>
                <c:pt idx="3161">
                  <c:v>41318</c:v>
                </c:pt>
                <c:pt idx="3162">
                  <c:v>41319</c:v>
                </c:pt>
                <c:pt idx="3163">
                  <c:v>41320</c:v>
                </c:pt>
                <c:pt idx="3164">
                  <c:v>41323</c:v>
                </c:pt>
                <c:pt idx="3165">
                  <c:v>41324</c:v>
                </c:pt>
                <c:pt idx="3166">
                  <c:v>41325</c:v>
                </c:pt>
                <c:pt idx="3167">
                  <c:v>41326</c:v>
                </c:pt>
                <c:pt idx="3168">
                  <c:v>41327</c:v>
                </c:pt>
                <c:pt idx="3169">
                  <c:v>41330</c:v>
                </c:pt>
                <c:pt idx="3170">
                  <c:v>41331</c:v>
                </c:pt>
                <c:pt idx="3171">
                  <c:v>41332</c:v>
                </c:pt>
                <c:pt idx="3172">
                  <c:v>41333</c:v>
                </c:pt>
                <c:pt idx="3173">
                  <c:v>41334</c:v>
                </c:pt>
                <c:pt idx="3174">
                  <c:v>41337</c:v>
                </c:pt>
                <c:pt idx="3175">
                  <c:v>41338</c:v>
                </c:pt>
                <c:pt idx="3176">
                  <c:v>41339</c:v>
                </c:pt>
                <c:pt idx="3177">
                  <c:v>41340</c:v>
                </c:pt>
                <c:pt idx="3178">
                  <c:v>41341</c:v>
                </c:pt>
                <c:pt idx="3179">
                  <c:v>41344</c:v>
                </c:pt>
                <c:pt idx="3180">
                  <c:v>41345</c:v>
                </c:pt>
                <c:pt idx="3181">
                  <c:v>41346</c:v>
                </c:pt>
                <c:pt idx="3182">
                  <c:v>41347</c:v>
                </c:pt>
                <c:pt idx="3183">
                  <c:v>41348</c:v>
                </c:pt>
                <c:pt idx="3184">
                  <c:v>41351</c:v>
                </c:pt>
                <c:pt idx="3185">
                  <c:v>41352</c:v>
                </c:pt>
                <c:pt idx="3186">
                  <c:v>41353</c:v>
                </c:pt>
                <c:pt idx="3187">
                  <c:v>41354</c:v>
                </c:pt>
                <c:pt idx="3188">
                  <c:v>41355</c:v>
                </c:pt>
                <c:pt idx="3189">
                  <c:v>41358</c:v>
                </c:pt>
                <c:pt idx="3190">
                  <c:v>41359</c:v>
                </c:pt>
                <c:pt idx="3191">
                  <c:v>41360</c:v>
                </c:pt>
                <c:pt idx="3192">
                  <c:v>41361</c:v>
                </c:pt>
                <c:pt idx="3193">
                  <c:v>41362</c:v>
                </c:pt>
                <c:pt idx="3194">
                  <c:v>41365</c:v>
                </c:pt>
                <c:pt idx="3195">
                  <c:v>41366</c:v>
                </c:pt>
                <c:pt idx="3196">
                  <c:v>41367</c:v>
                </c:pt>
                <c:pt idx="3197">
                  <c:v>41368</c:v>
                </c:pt>
                <c:pt idx="3198">
                  <c:v>41369</c:v>
                </c:pt>
                <c:pt idx="3199">
                  <c:v>41372</c:v>
                </c:pt>
                <c:pt idx="3200">
                  <c:v>41373</c:v>
                </c:pt>
                <c:pt idx="3201">
                  <c:v>41374</c:v>
                </c:pt>
                <c:pt idx="3202">
                  <c:v>41375</c:v>
                </c:pt>
                <c:pt idx="3203">
                  <c:v>41376</c:v>
                </c:pt>
                <c:pt idx="3204">
                  <c:v>41379</c:v>
                </c:pt>
                <c:pt idx="3205">
                  <c:v>41380</c:v>
                </c:pt>
                <c:pt idx="3206">
                  <c:v>41381</c:v>
                </c:pt>
                <c:pt idx="3207">
                  <c:v>41382</c:v>
                </c:pt>
                <c:pt idx="3208">
                  <c:v>41383</c:v>
                </c:pt>
                <c:pt idx="3209">
                  <c:v>41386</c:v>
                </c:pt>
                <c:pt idx="3210">
                  <c:v>41387</c:v>
                </c:pt>
                <c:pt idx="3211">
                  <c:v>41388</c:v>
                </c:pt>
                <c:pt idx="3212">
                  <c:v>41389</c:v>
                </c:pt>
                <c:pt idx="3213">
                  <c:v>41390</c:v>
                </c:pt>
                <c:pt idx="3214">
                  <c:v>41393</c:v>
                </c:pt>
                <c:pt idx="3215">
                  <c:v>41394</c:v>
                </c:pt>
                <c:pt idx="3216">
                  <c:v>41395</c:v>
                </c:pt>
                <c:pt idx="3217">
                  <c:v>41396</c:v>
                </c:pt>
                <c:pt idx="3218">
                  <c:v>41397</c:v>
                </c:pt>
                <c:pt idx="3219">
                  <c:v>41400</c:v>
                </c:pt>
                <c:pt idx="3220">
                  <c:v>41401</c:v>
                </c:pt>
                <c:pt idx="3221">
                  <c:v>41402</c:v>
                </c:pt>
                <c:pt idx="3222">
                  <c:v>41403</c:v>
                </c:pt>
                <c:pt idx="3223">
                  <c:v>41404</c:v>
                </c:pt>
                <c:pt idx="3224">
                  <c:v>41407</c:v>
                </c:pt>
                <c:pt idx="3225">
                  <c:v>41408</c:v>
                </c:pt>
                <c:pt idx="3226">
                  <c:v>41409</c:v>
                </c:pt>
                <c:pt idx="3227">
                  <c:v>41410</c:v>
                </c:pt>
                <c:pt idx="3228">
                  <c:v>41411</c:v>
                </c:pt>
                <c:pt idx="3229">
                  <c:v>41414</c:v>
                </c:pt>
                <c:pt idx="3230">
                  <c:v>41415</c:v>
                </c:pt>
                <c:pt idx="3231">
                  <c:v>41416</c:v>
                </c:pt>
                <c:pt idx="3232">
                  <c:v>41417</c:v>
                </c:pt>
                <c:pt idx="3233">
                  <c:v>41418</c:v>
                </c:pt>
                <c:pt idx="3234">
                  <c:v>41421</c:v>
                </c:pt>
                <c:pt idx="3235">
                  <c:v>41422</c:v>
                </c:pt>
                <c:pt idx="3236">
                  <c:v>41423</c:v>
                </c:pt>
                <c:pt idx="3237">
                  <c:v>41424</c:v>
                </c:pt>
                <c:pt idx="3238">
                  <c:v>41425</c:v>
                </c:pt>
                <c:pt idx="3239">
                  <c:v>41428</c:v>
                </c:pt>
                <c:pt idx="3240">
                  <c:v>41429</c:v>
                </c:pt>
                <c:pt idx="3241">
                  <c:v>41430</c:v>
                </c:pt>
                <c:pt idx="3242">
                  <c:v>41431</c:v>
                </c:pt>
                <c:pt idx="3243">
                  <c:v>41432</c:v>
                </c:pt>
                <c:pt idx="3244">
                  <c:v>41435</c:v>
                </c:pt>
                <c:pt idx="3245">
                  <c:v>41436</c:v>
                </c:pt>
                <c:pt idx="3246">
                  <c:v>41437</c:v>
                </c:pt>
                <c:pt idx="3247">
                  <c:v>41438</c:v>
                </c:pt>
                <c:pt idx="3248">
                  <c:v>41439</c:v>
                </c:pt>
                <c:pt idx="3249">
                  <c:v>41442</c:v>
                </c:pt>
                <c:pt idx="3250">
                  <c:v>41443</c:v>
                </c:pt>
                <c:pt idx="3251">
                  <c:v>41444</c:v>
                </c:pt>
                <c:pt idx="3252">
                  <c:v>41445</c:v>
                </c:pt>
                <c:pt idx="3253">
                  <c:v>41446</c:v>
                </c:pt>
                <c:pt idx="3254">
                  <c:v>41449</c:v>
                </c:pt>
                <c:pt idx="3255">
                  <c:v>41450</c:v>
                </c:pt>
                <c:pt idx="3256">
                  <c:v>41451</c:v>
                </c:pt>
                <c:pt idx="3257">
                  <c:v>41452</c:v>
                </c:pt>
                <c:pt idx="3258">
                  <c:v>41453</c:v>
                </c:pt>
                <c:pt idx="3259">
                  <c:v>41456</c:v>
                </c:pt>
                <c:pt idx="3260">
                  <c:v>41457</c:v>
                </c:pt>
                <c:pt idx="3261">
                  <c:v>41458</c:v>
                </c:pt>
                <c:pt idx="3262">
                  <c:v>41459</c:v>
                </c:pt>
                <c:pt idx="3263">
                  <c:v>41460</c:v>
                </c:pt>
                <c:pt idx="3264">
                  <c:v>41463</c:v>
                </c:pt>
                <c:pt idx="3265">
                  <c:v>41464</c:v>
                </c:pt>
                <c:pt idx="3266">
                  <c:v>41465</c:v>
                </c:pt>
                <c:pt idx="3267">
                  <c:v>41466</c:v>
                </c:pt>
                <c:pt idx="3268">
                  <c:v>41467</c:v>
                </c:pt>
                <c:pt idx="3269">
                  <c:v>41470</c:v>
                </c:pt>
                <c:pt idx="3270">
                  <c:v>41471</c:v>
                </c:pt>
                <c:pt idx="3271">
                  <c:v>41472</c:v>
                </c:pt>
                <c:pt idx="3272">
                  <c:v>41473</c:v>
                </c:pt>
                <c:pt idx="3273">
                  <c:v>41474</c:v>
                </c:pt>
                <c:pt idx="3274">
                  <c:v>41477</c:v>
                </c:pt>
                <c:pt idx="3275">
                  <c:v>41478</c:v>
                </c:pt>
                <c:pt idx="3276">
                  <c:v>41479</c:v>
                </c:pt>
                <c:pt idx="3277">
                  <c:v>41480</c:v>
                </c:pt>
                <c:pt idx="3278">
                  <c:v>41481</c:v>
                </c:pt>
                <c:pt idx="3279">
                  <c:v>41484</c:v>
                </c:pt>
                <c:pt idx="3280">
                  <c:v>41485</c:v>
                </c:pt>
                <c:pt idx="3281">
                  <c:v>41486</c:v>
                </c:pt>
                <c:pt idx="3282">
                  <c:v>41487</c:v>
                </c:pt>
                <c:pt idx="3283">
                  <c:v>41488</c:v>
                </c:pt>
                <c:pt idx="3284">
                  <c:v>41491</c:v>
                </c:pt>
                <c:pt idx="3285">
                  <c:v>41492</c:v>
                </c:pt>
                <c:pt idx="3286">
                  <c:v>41493</c:v>
                </c:pt>
                <c:pt idx="3287">
                  <c:v>41494</c:v>
                </c:pt>
                <c:pt idx="3288">
                  <c:v>41495</c:v>
                </c:pt>
                <c:pt idx="3289">
                  <c:v>41498</c:v>
                </c:pt>
                <c:pt idx="3290">
                  <c:v>41499</c:v>
                </c:pt>
                <c:pt idx="3291">
                  <c:v>41500</c:v>
                </c:pt>
                <c:pt idx="3292">
                  <c:v>41501</c:v>
                </c:pt>
                <c:pt idx="3293">
                  <c:v>41502</c:v>
                </c:pt>
                <c:pt idx="3294">
                  <c:v>41505</c:v>
                </c:pt>
                <c:pt idx="3295">
                  <c:v>41506</c:v>
                </c:pt>
                <c:pt idx="3296">
                  <c:v>41507</c:v>
                </c:pt>
                <c:pt idx="3297">
                  <c:v>41508</c:v>
                </c:pt>
                <c:pt idx="3298">
                  <c:v>41509</c:v>
                </c:pt>
                <c:pt idx="3299">
                  <c:v>41512</c:v>
                </c:pt>
                <c:pt idx="3300">
                  <c:v>41513</c:v>
                </c:pt>
                <c:pt idx="3301">
                  <c:v>41514</c:v>
                </c:pt>
                <c:pt idx="3302">
                  <c:v>41515</c:v>
                </c:pt>
                <c:pt idx="3303">
                  <c:v>41516</c:v>
                </c:pt>
                <c:pt idx="3304">
                  <c:v>41519</c:v>
                </c:pt>
                <c:pt idx="3305">
                  <c:v>41520</c:v>
                </c:pt>
                <c:pt idx="3306">
                  <c:v>41521</c:v>
                </c:pt>
                <c:pt idx="3307">
                  <c:v>41522</c:v>
                </c:pt>
                <c:pt idx="3308">
                  <c:v>41523</c:v>
                </c:pt>
                <c:pt idx="3309">
                  <c:v>41526</c:v>
                </c:pt>
                <c:pt idx="3310">
                  <c:v>41527</c:v>
                </c:pt>
                <c:pt idx="3311">
                  <c:v>41528</c:v>
                </c:pt>
                <c:pt idx="3312">
                  <c:v>41529</c:v>
                </c:pt>
                <c:pt idx="3313">
                  <c:v>41530</c:v>
                </c:pt>
                <c:pt idx="3314">
                  <c:v>41533</c:v>
                </c:pt>
                <c:pt idx="3315">
                  <c:v>41534</c:v>
                </c:pt>
                <c:pt idx="3316">
                  <c:v>41535</c:v>
                </c:pt>
                <c:pt idx="3317">
                  <c:v>41536</c:v>
                </c:pt>
                <c:pt idx="3318">
                  <c:v>41537</c:v>
                </c:pt>
                <c:pt idx="3319">
                  <c:v>41540</c:v>
                </c:pt>
                <c:pt idx="3320">
                  <c:v>41541</c:v>
                </c:pt>
                <c:pt idx="3321">
                  <c:v>41542</c:v>
                </c:pt>
                <c:pt idx="3322">
                  <c:v>41543</c:v>
                </c:pt>
                <c:pt idx="3323">
                  <c:v>41544</c:v>
                </c:pt>
                <c:pt idx="3324">
                  <c:v>41547</c:v>
                </c:pt>
                <c:pt idx="3325">
                  <c:v>41548</c:v>
                </c:pt>
                <c:pt idx="3326">
                  <c:v>41549</c:v>
                </c:pt>
                <c:pt idx="3327">
                  <c:v>41550</c:v>
                </c:pt>
                <c:pt idx="3328">
                  <c:v>41551</c:v>
                </c:pt>
                <c:pt idx="3329">
                  <c:v>41554</c:v>
                </c:pt>
                <c:pt idx="3330">
                  <c:v>41555</c:v>
                </c:pt>
                <c:pt idx="3331">
                  <c:v>41556</c:v>
                </c:pt>
                <c:pt idx="3332">
                  <c:v>41557</c:v>
                </c:pt>
                <c:pt idx="3333">
                  <c:v>41558</c:v>
                </c:pt>
                <c:pt idx="3334">
                  <c:v>41561</c:v>
                </c:pt>
                <c:pt idx="3335">
                  <c:v>41562</c:v>
                </c:pt>
                <c:pt idx="3336">
                  <c:v>41563</c:v>
                </c:pt>
                <c:pt idx="3337">
                  <c:v>41564</c:v>
                </c:pt>
                <c:pt idx="3338">
                  <c:v>41565</c:v>
                </c:pt>
                <c:pt idx="3339">
                  <c:v>41568</c:v>
                </c:pt>
                <c:pt idx="3340">
                  <c:v>41569</c:v>
                </c:pt>
                <c:pt idx="3341">
                  <c:v>41570</c:v>
                </c:pt>
                <c:pt idx="3342">
                  <c:v>41571</c:v>
                </c:pt>
                <c:pt idx="3343">
                  <c:v>41572</c:v>
                </c:pt>
                <c:pt idx="3344">
                  <c:v>41575</c:v>
                </c:pt>
                <c:pt idx="3345">
                  <c:v>41576</c:v>
                </c:pt>
                <c:pt idx="3346">
                  <c:v>41577</c:v>
                </c:pt>
                <c:pt idx="3347">
                  <c:v>41578</c:v>
                </c:pt>
                <c:pt idx="3348">
                  <c:v>41579</c:v>
                </c:pt>
                <c:pt idx="3349">
                  <c:v>41582</c:v>
                </c:pt>
                <c:pt idx="3350">
                  <c:v>41583</c:v>
                </c:pt>
                <c:pt idx="3351">
                  <c:v>41584</c:v>
                </c:pt>
                <c:pt idx="3352">
                  <c:v>41585</c:v>
                </c:pt>
                <c:pt idx="3353">
                  <c:v>41586</c:v>
                </c:pt>
                <c:pt idx="3354">
                  <c:v>41589</c:v>
                </c:pt>
                <c:pt idx="3355">
                  <c:v>41590</c:v>
                </c:pt>
                <c:pt idx="3356">
                  <c:v>41591</c:v>
                </c:pt>
                <c:pt idx="3357">
                  <c:v>41592</c:v>
                </c:pt>
                <c:pt idx="3358">
                  <c:v>41593</c:v>
                </c:pt>
                <c:pt idx="3359">
                  <c:v>41596</c:v>
                </c:pt>
                <c:pt idx="3360">
                  <c:v>41597</c:v>
                </c:pt>
                <c:pt idx="3361">
                  <c:v>41598</c:v>
                </c:pt>
                <c:pt idx="3362">
                  <c:v>41599</c:v>
                </c:pt>
                <c:pt idx="3363">
                  <c:v>41600</c:v>
                </c:pt>
                <c:pt idx="3364">
                  <c:v>41603</c:v>
                </c:pt>
                <c:pt idx="3365">
                  <c:v>41604</c:v>
                </c:pt>
                <c:pt idx="3366">
                  <c:v>41605</c:v>
                </c:pt>
                <c:pt idx="3367">
                  <c:v>41606</c:v>
                </c:pt>
                <c:pt idx="3368">
                  <c:v>41607</c:v>
                </c:pt>
                <c:pt idx="3369">
                  <c:v>41610</c:v>
                </c:pt>
                <c:pt idx="3370">
                  <c:v>41611</c:v>
                </c:pt>
                <c:pt idx="3371">
                  <c:v>41612</c:v>
                </c:pt>
                <c:pt idx="3372">
                  <c:v>41613</c:v>
                </c:pt>
                <c:pt idx="3373">
                  <c:v>41614</c:v>
                </c:pt>
                <c:pt idx="3374">
                  <c:v>41617</c:v>
                </c:pt>
                <c:pt idx="3375">
                  <c:v>41618</c:v>
                </c:pt>
                <c:pt idx="3376">
                  <c:v>41619</c:v>
                </c:pt>
                <c:pt idx="3377">
                  <c:v>41620</c:v>
                </c:pt>
                <c:pt idx="3378">
                  <c:v>41621</c:v>
                </c:pt>
                <c:pt idx="3379">
                  <c:v>41624</c:v>
                </c:pt>
                <c:pt idx="3380">
                  <c:v>41625</c:v>
                </c:pt>
                <c:pt idx="3381">
                  <c:v>41626</c:v>
                </c:pt>
                <c:pt idx="3382">
                  <c:v>41627</c:v>
                </c:pt>
                <c:pt idx="3383">
                  <c:v>41628</c:v>
                </c:pt>
                <c:pt idx="3384">
                  <c:v>41631</c:v>
                </c:pt>
                <c:pt idx="3385">
                  <c:v>41632</c:v>
                </c:pt>
                <c:pt idx="3386">
                  <c:v>41633</c:v>
                </c:pt>
                <c:pt idx="3387">
                  <c:v>41634</c:v>
                </c:pt>
                <c:pt idx="3388">
                  <c:v>41635</c:v>
                </c:pt>
                <c:pt idx="3389">
                  <c:v>41638</c:v>
                </c:pt>
                <c:pt idx="3390">
                  <c:v>41639</c:v>
                </c:pt>
                <c:pt idx="3391">
                  <c:v>41640</c:v>
                </c:pt>
                <c:pt idx="3392">
                  <c:v>41641</c:v>
                </c:pt>
                <c:pt idx="3393">
                  <c:v>41642</c:v>
                </c:pt>
                <c:pt idx="3394">
                  <c:v>41645</c:v>
                </c:pt>
                <c:pt idx="3395">
                  <c:v>41646</c:v>
                </c:pt>
                <c:pt idx="3396">
                  <c:v>41647</c:v>
                </c:pt>
                <c:pt idx="3397">
                  <c:v>41648</c:v>
                </c:pt>
                <c:pt idx="3398">
                  <c:v>41649</c:v>
                </c:pt>
                <c:pt idx="3399">
                  <c:v>41652</c:v>
                </c:pt>
                <c:pt idx="3400">
                  <c:v>41653</c:v>
                </c:pt>
                <c:pt idx="3401">
                  <c:v>41654</c:v>
                </c:pt>
                <c:pt idx="3402">
                  <c:v>41655</c:v>
                </c:pt>
                <c:pt idx="3403">
                  <c:v>41656</c:v>
                </c:pt>
                <c:pt idx="3404">
                  <c:v>41659</c:v>
                </c:pt>
                <c:pt idx="3405">
                  <c:v>41660</c:v>
                </c:pt>
                <c:pt idx="3406">
                  <c:v>41661</c:v>
                </c:pt>
                <c:pt idx="3407">
                  <c:v>41662</c:v>
                </c:pt>
                <c:pt idx="3408">
                  <c:v>41663</c:v>
                </c:pt>
                <c:pt idx="3409">
                  <c:v>41666</c:v>
                </c:pt>
                <c:pt idx="3410">
                  <c:v>41667</c:v>
                </c:pt>
                <c:pt idx="3411">
                  <c:v>41668</c:v>
                </c:pt>
                <c:pt idx="3412">
                  <c:v>41669</c:v>
                </c:pt>
                <c:pt idx="3413">
                  <c:v>41670</c:v>
                </c:pt>
                <c:pt idx="3414">
                  <c:v>41673</c:v>
                </c:pt>
                <c:pt idx="3415">
                  <c:v>41674</c:v>
                </c:pt>
                <c:pt idx="3416">
                  <c:v>41675</c:v>
                </c:pt>
                <c:pt idx="3417">
                  <c:v>41676</c:v>
                </c:pt>
                <c:pt idx="3418">
                  <c:v>41677</c:v>
                </c:pt>
                <c:pt idx="3419">
                  <c:v>41680</c:v>
                </c:pt>
                <c:pt idx="3420">
                  <c:v>41681</c:v>
                </c:pt>
                <c:pt idx="3421">
                  <c:v>41682</c:v>
                </c:pt>
                <c:pt idx="3422">
                  <c:v>41683</c:v>
                </c:pt>
                <c:pt idx="3423">
                  <c:v>41684</c:v>
                </c:pt>
                <c:pt idx="3424">
                  <c:v>41687</c:v>
                </c:pt>
                <c:pt idx="3425">
                  <c:v>41688</c:v>
                </c:pt>
                <c:pt idx="3426">
                  <c:v>41689</c:v>
                </c:pt>
                <c:pt idx="3427">
                  <c:v>41690</c:v>
                </c:pt>
                <c:pt idx="3428">
                  <c:v>41691</c:v>
                </c:pt>
                <c:pt idx="3429">
                  <c:v>41694</c:v>
                </c:pt>
                <c:pt idx="3430">
                  <c:v>41695</c:v>
                </c:pt>
                <c:pt idx="3431">
                  <c:v>41696</c:v>
                </c:pt>
                <c:pt idx="3432">
                  <c:v>41697</c:v>
                </c:pt>
                <c:pt idx="3433">
                  <c:v>41698</c:v>
                </c:pt>
                <c:pt idx="3434">
                  <c:v>41701</c:v>
                </c:pt>
                <c:pt idx="3435">
                  <c:v>41702</c:v>
                </c:pt>
                <c:pt idx="3436">
                  <c:v>41703</c:v>
                </c:pt>
                <c:pt idx="3437">
                  <c:v>41704</c:v>
                </c:pt>
                <c:pt idx="3438">
                  <c:v>41705</c:v>
                </c:pt>
                <c:pt idx="3439">
                  <c:v>41708</c:v>
                </c:pt>
                <c:pt idx="3440">
                  <c:v>41709</c:v>
                </c:pt>
                <c:pt idx="3441">
                  <c:v>41710</c:v>
                </c:pt>
                <c:pt idx="3442">
                  <c:v>41711</c:v>
                </c:pt>
                <c:pt idx="3443">
                  <c:v>41712</c:v>
                </c:pt>
                <c:pt idx="3444">
                  <c:v>41715</c:v>
                </c:pt>
                <c:pt idx="3445">
                  <c:v>41716</c:v>
                </c:pt>
                <c:pt idx="3446">
                  <c:v>41717</c:v>
                </c:pt>
                <c:pt idx="3447">
                  <c:v>41718</c:v>
                </c:pt>
                <c:pt idx="3448">
                  <c:v>41719</c:v>
                </c:pt>
                <c:pt idx="3449">
                  <c:v>41722</c:v>
                </c:pt>
                <c:pt idx="3450">
                  <c:v>41723</c:v>
                </c:pt>
                <c:pt idx="3451">
                  <c:v>41724</c:v>
                </c:pt>
                <c:pt idx="3452">
                  <c:v>41725</c:v>
                </c:pt>
                <c:pt idx="3453">
                  <c:v>41726</c:v>
                </c:pt>
                <c:pt idx="3454">
                  <c:v>41729</c:v>
                </c:pt>
                <c:pt idx="3455">
                  <c:v>41730</c:v>
                </c:pt>
                <c:pt idx="3456">
                  <c:v>41731</c:v>
                </c:pt>
                <c:pt idx="3457">
                  <c:v>41732</c:v>
                </c:pt>
                <c:pt idx="3458">
                  <c:v>41733</c:v>
                </c:pt>
                <c:pt idx="3459">
                  <c:v>41736</c:v>
                </c:pt>
                <c:pt idx="3460">
                  <c:v>41737</c:v>
                </c:pt>
                <c:pt idx="3461">
                  <c:v>41738</c:v>
                </c:pt>
                <c:pt idx="3462">
                  <c:v>41739</c:v>
                </c:pt>
                <c:pt idx="3463">
                  <c:v>41740</c:v>
                </c:pt>
                <c:pt idx="3464">
                  <c:v>41743</c:v>
                </c:pt>
                <c:pt idx="3465">
                  <c:v>41744</c:v>
                </c:pt>
                <c:pt idx="3466">
                  <c:v>41745</c:v>
                </c:pt>
                <c:pt idx="3467">
                  <c:v>41746</c:v>
                </c:pt>
                <c:pt idx="3468">
                  <c:v>41747</c:v>
                </c:pt>
                <c:pt idx="3469">
                  <c:v>41750</c:v>
                </c:pt>
                <c:pt idx="3470">
                  <c:v>41751</c:v>
                </c:pt>
                <c:pt idx="3471">
                  <c:v>41752</c:v>
                </c:pt>
                <c:pt idx="3472">
                  <c:v>41753</c:v>
                </c:pt>
                <c:pt idx="3473">
                  <c:v>41754</c:v>
                </c:pt>
                <c:pt idx="3474">
                  <c:v>41757</c:v>
                </c:pt>
                <c:pt idx="3475">
                  <c:v>41758</c:v>
                </c:pt>
                <c:pt idx="3476">
                  <c:v>41759</c:v>
                </c:pt>
                <c:pt idx="3477">
                  <c:v>41760</c:v>
                </c:pt>
                <c:pt idx="3478">
                  <c:v>41761</c:v>
                </c:pt>
                <c:pt idx="3479">
                  <c:v>41764</c:v>
                </c:pt>
                <c:pt idx="3480">
                  <c:v>41765</c:v>
                </c:pt>
                <c:pt idx="3481">
                  <c:v>41766</c:v>
                </c:pt>
                <c:pt idx="3482">
                  <c:v>41767</c:v>
                </c:pt>
                <c:pt idx="3483">
                  <c:v>41768</c:v>
                </c:pt>
                <c:pt idx="3484">
                  <c:v>41771</c:v>
                </c:pt>
                <c:pt idx="3485">
                  <c:v>41772</c:v>
                </c:pt>
                <c:pt idx="3486">
                  <c:v>41773</c:v>
                </c:pt>
                <c:pt idx="3487">
                  <c:v>41774</c:v>
                </c:pt>
                <c:pt idx="3488">
                  <c:v>41775</c:v>
                </c:pt>
                <c:pt idx="3489">
                  <c:v>41778</c:v>
                </c:pt>
                <c:pt idx="3490">
                  <c:v>41779</c:v>
                </c:pt>
                <c:pt idx="3491">
                  <c:v>41780</c:v>
                </c:pt>
                <c:pt idx="3492">
                  <c:v>41781</c:v>
                </c:pt>
                <c:pt idx="3493">
                  <c:v>41782</c:v>
                </c:pt>
                <c:pt idx="3494">
                  <c:v>41785</c:v>
                </c:pt>
                <c:pt idx="3495">
                  <c:v>41786</c:v>
                </c:pt>
                <c:pt idx="3496">
                  <c:v>41787</c:v>
                </c:pt>
                <c:pt idx="3497">
                  <c:v>41788</c:v>
                </c:pt>
                <c:pt idx="3498">
                  <c:v>41789</c:v>
                </c:pt>
                <c:pt idx="3499">
                  <c:v>41792</c:v>
                </c:pt>
                <c:pt idx="3500">
                  <c:v>41793</c:v>
                </c:pt>
                <c:pt idx="3501">
                  <c:v>41794</c:v>
                </c:pt>
                <c:pt idx="3502">
                  <c:v>41795</c:v>
                </c:pt>
                <c:pt idx="3503">
                  <c:v>41796</c:v>
                </c:pt>
                <c:pt idx="3504">
                  <c:v>41799</c:v>
                </c:pt>
                <c:pt idx="3505">
                  <c:v>41800</c:v>
                </c:pt>
                <c:pt idx="3506">
                  <c:v>41801</c:v>
                </c:pt>
                <c:pt idx="3507">
                  <c:v>41802</c:v>
                </c:pt>
                <c:pt idx="3508">
                  <c:v>41803</c:v>
                </c:pt>
                <c:pt idx="3509">
                  <c:v>41806</c:v>
                </c:pt>
                <c:pt idx="3510">
                  <c:v>41807</c:v>
                </c:pt>
                <c:pt idx="3511">
                  <c:v>41808</c:v>
                </c:pt>
                <c:pt idx="3512">
                  <c:v>41809</c:v>
                </c:pt>
                <c:pt idx="3513">
                  <c:v>41810</c:v>
                </c:pt>
                <c:pt idx="3514">
                  <c:v>41813</c:v>
                </c:pt>
                <c:pt idx="3515">
                  <c:v>41814</c:v>
                </c:pt>
                <c:pt idx="3516">
                  <c:v>41815</c:v>
                </c:pt>
                <c:pt idx="3517">
                  <c:v>41816</c:v>
                </c:pt>
                <c:pt idx="3518">
                  <c:v>41817</c:v>
                </c:pt>
                <c:pt idx="3519">
                  <c:v>41820</c:v>
                </c:pt>
                <c:pt idx="3520">
                  <c:v>41821</c:v>
                </c:pt>
                <c:pt idx="3521">
                  <c:v>41822</c:v>
                </c:pt>
                <c:pt idx="3522">
                  <c:v>41823</c:v>
                </c:pt>
                <c:pt idx="3523">
                  <c:v>41824</c:v>
                </c:pt>
                <c:pt idx="3524">
                  <c:v>41827</c:v>
                </c:pt>
                <c:pt idx="3525">
                  <c:v>41828</c:v>
                </c:pt>
                <c:pt idx="3526">
                  <c:v>41829</c:v>
                </c:pt>
                <c:pt idx="3527">
                  <c:v>41830</c:v>
                </c:pt>
                <c:pt idx="3528">
                  <c:v>41831</c:v>
                </c:pt>
                <c:pt idx="3529">
                  <c:v>41834</c:v>
                </c:pt>
                <c:pt idx="3530">
                  <c:v>41835</c:v>
                </c:pt>
                <c:pt idx="3531">
                  <c:v>41836</c:v>
                </c:pt>
                <c:pt idx="3532">
                  <c:v>41837</c:v>
                </c:pt>
                <c:pt idx="3533">
                  <c:v>41838</c:v>
                </c:pt>
                <c:pt idx="3534">
                  <c:v>41841</c:v>
                </c:pt>
                <c:pt idx="3535">
                  <c:v>41842</c:v>
                </c:pt>
                <c:pt idx="3536">
                  <c:v>41843</c:v>
                </c:pt>
                <c:pt idx="3537">
                  <c:v>41844</c:v>
                </c:pt>
                <c:pt idx="3538">
                  <c:v>41845</c:v>
                </c:pt>
                <c:pt idx="3539">
                  <c:v>41848</c:v>
                </c:pt>
                <c:pt idx="3540">
                  <c:v>41849</c:v>
                </c:pt>
                <c:pt idx="3541">
                  <c:v>41850</c:v>
                </c:pt>
                <c:pt idx="3542">
                  <c:v>41851</c:v>
                </c:pt>
                <c:pt idx="3543">
                  <c:v>41852</c:v>
                </c:pt>
                <c:pt idx="3544">
                  <c:v>41855</c:v>
                </c:pt>
                <c:pt idx="3545">
                  <c:v>41856</c:v>
                </c:pt>
                <c:pt idx="3546">
                  <c:v>41857</c:v>
                </c:pt>
                <c:pt idx="3547">
                  <c:v>41858</c:v>
                </c:pt>
                <c:pt idx="3548">
                  <c:v>41859</c:v>
                </c:pt>
                <c:pt idx="3549">
                  <c:v>41862</c:v>
                </c:pt>
                <c:pt idx="3550">
                  <c:v>41863</c:v>
                </c:pt>
                <c:pt idx="3551">
                  <c:v>41864</c:v>
                </c:pt>
                <c:pt idx="3552">
                  <c:v>41865</c:v>
                </c:pt>
                <c:pt idx="3553">
                  <c:v>41866</c:v>
                </c:pt>
                <c:pt idx="3554">
                  <c:v>41869</c:v>
                </c:pt>
                <c:pt idx="3555">
                  <c:v>41870</c:v>
                </c:pt>
                <c:pt idx="3556">
                  <c:v>41871</c:v>
                </c:pt>
                <c:pt idx="3557">
                  <c:v>41872</c:v>
                </c:pt>
                <c:pt idx="3558">
                  <c:v>41873</c:v>
                </c:pt>
                <c:pt idx="3559">
                  <c:v>41876</c:v>
                </c:pt>
                <c:pt idx="3560">
                  <c:v>41877</c:v>
                </c:pt>
                <c:pt idx="3561">
                  <c:v>41878</c:v>
                </c:pt>
                <c:pt idx="3562">
                  <c:v>41879</c:v>
                </c:pt>
                <c:pt idx="3563">
                  <c:v>41880</c:v>
                </c:pt>
                <c:pt idx="3564">
                  <c:v>41883</c:v>
                </c:pt>
                <c:pt idx="3565">
                  <c:v>41884</c:v>
                </c:pt>
                <c:pt idx="3566">
                  <c:v>41885</c:v>
                </c:pt>
                <c:pt idx="3567">
                  <c:v>41886</c:v>
                </c:pt>
                <c:pt idx="3568">
                  <c:v>41887</c:v>
                </c:pt>
                <c:pt idx="3569">
                  <c:v>41890</c:v>
                </c:pt>
                <c:pt idx="3570">
                  <c:v>41891</c:v>
                </c:pt>
                <c:pt idx="3571">
                  <c:v>41892</c:v>
                </c:pt>
                <c:pt idx="3572">
                  <c:v>41893</c:v>
                </c:pt>
                <c:pt idx="3573">
                  <c:v>41894</c:v>
                </c:pt>
                <c:pt idx="3574">
                  <c:v>41897</c:v>
                </c:pt>
                <c:pt idx="3575">
                  <c:v>41898</c:v>
                </c:pt>
                <c:pt idx="3576">
                  <c:v>41899</c:v>
                </c:pt>
                <c:pt idx="3577">
                  <c:v>41900</c:v>
                </c:pt>
                <c:pt idx="3578">
                  <c:v>41901</c:v>
                </c:pt>
                <c:pt idx="3579">
                  <c:v>41904</c:v>
                </c:pt>
                <c:pt idx="3580">
                  <c:v>41905</c:v>
                </c:pt>
                <c:pt idx="3581">
                  <c:v>41906</c:v>
                </c:pt>
                <c:pt idx="3582">
                  <c:v>41907</c:v>
                </c:pt>
                <c:pt idx="3583">
                  <c:v>41908</c:v>
                </c:pt>
                <c:pt idx="3584">
                  <c:v>41911</c:v>
                </c:pt>
                <c:pt idx="3585">
                  <c:v>41912</c:v>
                </c:pt>
                <c:pt idx="3586">
                  <c:v>41913</c:v>
                </c:pt>
                <c:pt idx="3587">
                  <c:v>41914</c:v>
                </c:pt>
                <c:pt idx="3588">
                  <c:v>41915</c:v>
                </c:pt>
                <c:pt idx="3589">
                  <c:v>41918</c:v>
                </c:pt>
                <c:pt idx="3590">
                  <c:v>41919</c:v>
                </c:pt>
                <c:pt idx="3591">
                  <c:v>41920</c:v>
                </c:pt>
                <c:pt idx="3592">
                  <c:v>41921</c:v>
                </c:pt>
                <c:pt idx="3593">
                  <c:v>41922</c:v>
                </c:pt>
                <c:pt idx="3594">
                  <c:v>41925</c:v>
                </c:pt>
                <c:pt idx="3595">
                  <c:v>41926</c:v>
                </c:pt>
                <c:pt idx="3596">
                  <c:v>41927</c:v>
                </c:pt>
                <c:pt idx="3597">
                  <c:v>41928</c:v>
                </c:pt>
                <c:pt idx="3598">
                  <c:v>41929</c:v>
                </c:pt>
                <c:pt idx="3599">
                  <c:v>41932</c:v>
                </c:pt>
                <c:pt idx="3600">
                  <c:v>41933</c:v>
                </c:pt>
                <c:pt idx="3601">
                  <c:v>41934</c:v>
                </c:pt>
                <c:pt idx="3602">
                  <c:v>41935</c:v>
                </c:pt>
                <c:pt idx="3603">
                  <c:v>41936</c:v>
                </c:pt>
                <c:pt idx="3604">
                  <c:v>41939</c:v>
                </c:pt>
                <c:pt idx="3605">
                  <c:v>41940</c:v>
                </c:pt>
                <c:pt idx="3606">
                  <c:v>41941</c:v>
                </c:pt>
                <c:pt idx="3607">
                  <c:v>41942</c:v>
                </c:pt>
                <c:pt idx="3608">
                  <c:v>41943</c:v>
                </c:pt>
                <c:pt idx="3609">
                  <c:v>41946</c:v>
                </c:pt>
                <c:pt idx="3610">
                  <c:v>41947</c:v>
                </c:pt>
                <c:pt idx="3611">
                  <c:v>41948</c:v>
                </c:pt>
                <c:pt idx="3612">
                  <c:v>41949</c:v>
                </c:pt>
                <c:pt idx="3613">
                  <c:v>41950</c:v>
                </c:pt>
                <c:pt idx="3614">
                  <c:v>41953</c:v>
                </c:pt>
                <c:pt idx="3615">
                  <c:v>41954</c:v>
                </c:pt>
                <c:pt idx="3616">
                  <c:v>41955</c:v>
                </c:pt>
                <c:pt idx="3617">
                  <c:v>41956</c:v>
                </c:pt>
                <c:pt idx="3618">
                  <c:v>41957</c:v>
                </c:pt>
                <c:pt idx="3619">
                  <c:v>41960</c:v>
                </c:pt>
                <c:pt idx="3620">
                  <c:v>41961</c:v>
                </c:pt>
                <c:pt idx="3621">
                  <c:v>41962</c:v>
                </c:pt>
                <c:pt idx="3622">
                  <c:v>41963</c:v>
                </c:pt>
                <c:pt idx="3623">
                  <c:v>41964</c:v>
                </c:pt>
                <c:pt idx="3624">
                  <c:v>41967</c:v>
                </c:pt>
                <c:pt idx="3625">
                  <c:v>41968</c:v>
                </c:pt>
                <c:pt idx="3626">
                  <c:v>41969</c:v>
                </c:pt>
                <c:pt idx="3627">
                  <c:v>41970</c:v>
                </c:pt>
                <c:pt idx="3628">
                  <c:v>41971</c:v>
                </c:pt>
                <c:pt idx="3629">
                  <c:v>41974</c:v>
                </c:pt>
                <c:pt idx="3630">
                  <c:v>41975</c:v>
                </c:pt>
                <c:pt idx="3631">
                  <c:v>41976</c:v>
                </c:pt>
                <c:pt idx="3632">
                  <c:v>41977</c:v>
                </c:pt>
                <c:pt idx="3633">
                  <c:v>41978</c:v>
                </c:pt>
                <c:pt idx="3634">
                  <c:v>41981</c:v>
                </c:pt>
                <c:pt idx="3635">
                  <c:v>41982</c:v>
                </c:pt>
                <c:pt idx="3636">
                  <c:v>41983</c:v>
                </c:pt>
                <c:pt idx="3637">
                  <c:v>41984</c:v>
                </c:pt>
                <c:pt idx="3638">
                  <c:v>41985</c:v>
                </c:pt>
                <c:pt idx="3639">
                  <c:v>41988</c:v>
                </c:pt>
                <c:pt idx="3640">
                  <c:v>41989</c:v>
                </c:pt>
                <c:pt idx="3641">
                  <c:v>41990</c:v>
                </c:pt>
                <c:pt idx="3642">
                  <c:v>41991</c:v>
                </c:pt>
                <c:pt idx="3643">
                  <c:v>41992</c:v>
                </c:pt>
                <c:pt idx="3644">
                  <c:v>41995</c:v>
                </c:pt>
                <c:pt idx="3645">
                  <c:v>41996</c:v>
                </c:pt>
                <c:pt idx="3646">
                  <c:v>41997</c:v>
                </c:pt>
                <c:pt idx="3647">
                  <c:v>41998</c:v>
                </c:pt>
                <c:pt idx="3648">
                  <c:v>41999</c:v>
                </c:pt>
                <c:pt idx="3649">
                  <c:v>42002</c:v>
                </c:pt>
                <c:pt idx="3650">
                  <c:v>42003</c:v>
                </c:pt>
                <c:pt idx="3651">
                  <c:v>42004</c:v>
                </c:pt>
                <c:pt idx="3652">
                  <c:v>42005</c:v>
                </c:pt>
                <c:pt idx="3653">
                  <c:v>42006</c:v>
                </c:pt>
                <c:pt idx="3654">
                  <c:v>42009</c:v>
                </c:pt>
                <c:pt idx="3655">
                  <c:v>42010</c:v>
                </c:pt>
                <c:pt idx="3656">
                  <c:v>42011</c:v>
                </c:pt>
                <c:pt idx="3657">
                  <c:v>42012</c:v>
                </c:pt>
                <c:pt idx="3658">
                  <c:v>42013</c:v>
                </c:pt>
                <c:pt idx="3659">
                  <c:v>42016</c:v>
                </c:pt>
                <c:pt idx="3660">
                  <c:v>42017</c:v>
                </c:pt>
                <c:pt idx="3661">
                  <c:v>42018</c:v>
                </c:pt>
                <c:pt idx="3662">
                  <c:v>42019</c:v>
                </c:pt>
                <c:pt idx="3663">
                  <c:v>42020</c:v>
                </c:pt>
                <c:pt idx="3664">
                  <c:v>42023</c:v>
                </c:pt>
                <c:pt idx="3665">
                  <c:v>42024</c:v>
                </c:pt>
                <c:pt idx="3666">
                  <c:v>42025</c:v>
                </c:pt>
                <c:pt idx="3667">
                  <c:v>42026</c:v>
                </c:pt>
                <c:pt idx="3668">
                  <c:v>42027</c:v>
                </c:pt>
                <c:pt idx="3669">
                  <c:v>42030</c:v>
                </c:pt>
                <c:pt idx="3670">
                  <c:v>42031</c:v>
                </c:pt>
                <c:pt idx="3671">
                  <c:v>42032</c:v>
                </c:pt>
                <c:pt idx="3672">
                  <c:v>42033</c:v>
                </c:pt>
                <c:pt idx="3673">
                  <c:v>42034</c:v>
                </c:pt>
                <c:pt idx="3674">
                  <c:v>42037</c:v>
                </c:pt>
                <c:pt idx="3675">
                  <c:v>42038</c:v>
                </c:pt>
                <c:pt idx="3676">
                  <c:v>42039</c:v>
                </c:pt>
                <c:pt idx="3677">
                  <c:v>42040</c:v>
                </c:pt>
                <c:pt idx="3678">
                  <c:v>42041</c:v>
                </c:pt>
                <c:pt idx="3679">
                  <c:v>42044</c:v>
                </c:pt>
                <c:pt idx="3680">
                  <c:v>42045</c:v>
                </c:pt>
                <c:pt idx="3681">
                  <c:v>42046</c:v>
                </c:pt>
                <c:pt idx="3682">
                  <c:v>42047</c:v>
                </c:pt>
                <c:pt idx="3683">
                  <c:v>42048</c:v>
                </c:pt>
                <c:pt idx="3684">
                  <c:v>42051</c:v>
                </c:pt>
                <c:pt idx="3685">
                  <c:v>42052</c:v>
                </c:pt>
                <c:pt idx="3686">
                  <c:v>42053</c:v>
                </c:pt>
                <c:pt idx="3687">
                  <c:v>42054</c:v>
                </c:pt>
                <c:pt idx="3688">
                  <c:v>42055</c:v>
                </c:pt>
                <c:pt idx="3689">
                  <c:v>42058</c:v>
                </c:pt>
                <c:pt idx="3690">
                  <c:v>42059</c:v>
                </c:pt>
                <c:pt idx="3691">
                  <c:v>42060</c:v>
                </c:pt>
                <c:pt idx="3692">
                  <c:v>42061</c:v>
                </c:pt>
                <c:pt idx="3693">
                  <c:v>42062</c:v>
                </c:pt>
                <c:pt idx="3694">
                  <c:v>42065</c:v>
                </c:pt>
                <c:pt idx="3695">
                  <c:v>42066</c:v>
                </c:pt>
                <c:pt idx="3696">
                  <c:v>42067</c:v>
                </c:pt>
                <c:pt idx="3697">
                  <c:v>42068</c:v>
                </c:pt>
                <c:pt idx="3698">
                  <c:v>42069</c:v>
                </c:pt>
                <c:pt idx="3699">
                  <c:v>42072</c:v>
                </c:pt>
                <c:pt idx="3700">
                  <c:v>42073</c:v>
                </c:pt>
                <c:pt idx="3701">
                  <c:v>42074</c:v>
                </c:pt>
                <c:pt idx="3702">
                  <c:v>42075</c:v>
                </c:pt>
                <c:pt idx="3703">
                  <c:v>42076</c:v>
                </c:pt>
                <c:pt idx="3704">
                  <c:v>42079</c:v>
                </c:pt>
                <c:pt idx="3705">
                  <c:v>42080</c:v>
                </c:pt>
                <c:pt idx="3706">
                  <c:v>42081</c:v>
                </c:pt>
                <c:pt idx="3707">
                  <c:v>42082</c:v>
                </c:pt>
                <c:pt idx="3708">
                  <c:v>42083</c:v>
                </c:pt>
                <c:pt idx="3709">
                  <c:v>42086</c:v>
                </c:pt>
                <c:pt idx="3710">
                  <c:v>42087</c:v>
                </c:pt>
                <c:pt idx="3711">
                  <c:v>42088</c:v>
                </c:pt>
                <c:pt idx="3712">
                  <c:v>42089</c:v>
                </c:pt>
                <c:pt idx="3713">
                  <c:v>42090</c:v>
                </c:pt>
                <c:pt idx="3714">
                  <c:v>42093</c:v>
                </c:pt>
                <c:pt idx="3715">
                  <c:v>42094</c:v>
                </c:pt>
                <c:pt idx="3716">
                  <c:v>42095</c:v>
                </c:pt>
                <c:pt idx="3717">
                  <c:v>42096</c:v>
                </c:pt>
                <c:pt idx="3718">
                  <c:v>42097</c:v>
                </c:pt>
                <c:pt idx="3719">
                  <c:v>42100</c:v>
                </c:pt>
                <c:pt idx="3720">
                  <c:v>42101</c:v>
                </c:pt>
                <c:pt idx="3721">
                  <c:v>42102</c:v>
                </c:pt>
                <c:pt idx="3722">
                  <c:v>42103</c:v>
                </c:pt>
                <c:pt idx="3723">
                  <c:v>42104</c:v>
                </c:pt>
                <c:pt idx="3724">
                  <c:v>42107</c:v>
                </c:pt>
                <c:pt idx="3725">
                  <c:v>42108</c:v>
                </c:pt>
                <c:pt idx="3726">
                  <c:v>42109</c:v>
                </c:pt>
                <c:pt idx="3727">
                  <c:v>42110</c:v>
                </c:pt>
                <c:pt idx="3728">
                  <c:v>42111</c:v>
                </c:pt>
                <c:pt idx="3729">
                  <c:v>42114</c:v>
                </c:pt>
                <c:pt idx="3730">
                  <c:v>42115</c:v>
                </c:pt>
                <c:pt idx="3731">
                  <c:v>42116</c:v>
                </c:pt>
                <c:pt idx="3732">
                  <c:v>42117</c:v>
                </c:pt>
                <c:pt idx="3733">
                  <c:v>42118</c:v>
                </c:pt>
                <c:pt idx="3734">
                  <c:v>42121</c:v>
                </c:pt>
                <c:pt idx="3735">
                  <c:v>42122</c:v>
                </c:pt>
                <c:pt idx="3736">
                  <c:v>42123</c:v>
                </c:pt>
                <c:pt idx="3737">
                  <c:v>42124</c:v>
                </c:pt>
                <c:pt idx="3738">
                  <c:v>42125</c:v>
                </c:pt>
                <c:pt idx="3739">
                  <c:v>42128</c:v>
                </c:pt>
                <c:pt idx="3740">
                  <c:v>42129</c:v>
                </c:pt>
                <c:pt idx="3741">
                  <c:v>42130</c:v>
                </c:pt>
                <c:pt idx="3742">
                  <c:v>42131</c:v>
                </c:pt>
                <c:pt idx="3743">
                  <c:v>42132</c:v>
                </c:pt>
                <c:pt idx="3744">
                  <c:v>42135</c:v>
                </c:pt>
                <c:pt idx="3745">
                  <c:v>42136</c:v>
                </c:pt>
                <c:pt idx="3746">
                  <c:v>42137</c:v>
                </c:pt>
                <c:pt idx="3747">
                  <c:v>42138</c:v>
                </c:pt>
                <c:pt idx="3748">
                  <c:v>42139</c:v>
                </c:pt>
                <c:pt idx="3749">
                  <c:v>42142</c:v>
                </c:pt>
                <c:pt idx="3750">
                  <c:v>42143</c:v>
                </c:pt>
                <c:pt idx="3751">
                  <c:v>42144</c:v>
                </c:pt>
                <c:pt idx="3752">
                  <c:v>42145</c:v>
                </c:pt>
                <c:pt idx="3753">
                  <c:v>42146</c:v>
                </c:pt>
                <c:pt idx="3754">
                  <c:v>42149</c:v>
                </c:pt>
                <c:pt idx="3755">
                  <c:v>42150</c:v>
                </c:pt>
                <c:pt idx="3756">
                  <c:v>42151</c:v>
                </c:pt>
                <c:pt idx="3757">
                  <c:v>42152</c:v>
                </c:pt>
                <c:pt idx="3758">
                  <c:v>42153</c:v>
                </c:pt>
                <c:pt idx="3759">
                  <c:v>42156</c:v>
                </c:pt>
                <c:pt idx="3760">
                  <c:v>42157</c:v>
                </c:pt>
                <c:pt idx="3761">
                  <c:v>42158</c:v>
                </c:pt>
                <c:pt idx="3762">
                  <c:v>42159</c:v>
                </c:pt>
                <c:pt idx="3763">
                  <c:v>42160</c:v>
                </c:pt>
                <c:pt idx="3764">
                  <c:v>42163</c:v>
                </c:pt>
                <c:pt idx="3765">
                  <c:v>42164</c:v>
                </c:pt>
                <c:pt idx="3766">
                  <c:v>42165</c:v>
                </c:pt>
                <c:pt idx="3767">
                  <c:v>42166</c:v>
                </c:pt>
                <c:pt idx="3768">
                  <c:v>42167</c:v>
                </c:pt>
                <c:pt idx="3769">
                  <c:v>42170</c:v>
                </c:pt>
                <c:pt idx="3770">
                  <c:v>42171</c:v>
                </c:pt>
                <c:pt idx="3771">
                  <c:v>42172</c:v>
                </c:pt>
                <c:pt idx="3772">
                  <c:v>42173</c:v>
                </c:pt>
                <c:pt idx="3773">
                  <c:v>42174</c:v>
                </c:pt>
                <c:pt idx="3774">
                  <c:v>42177</c:v>
                </c:pt>
                <c:pt idx="3775">
                  <c:v>42178</c:v>
                </c:pt>
                <c:pt idx="3776">
                  <c:v>42179</c:v>
                </c:pt>
                <c:pt idx="3777">
                  <c:v>42180</c:v>
                </c:pt>
                <c:pt idx="3778">
                  <c:v>42181</c:v>
                </c:pt>
                <c:pt idx="3779">
                  <c:v>42184</c:v>
                </c:pt>
                <c:pt idx="3780">
                  <c:v>42185</c:v>
                </c:pt>
                <c:pt idx="3781">
                  <c:v>42186</c:v>
                </c:pt>
                <c:pt idx="3782">
                  <c:v>42187</c:v>
                </c:pt>
                <c:pt idx="3783">
                  <c:v>42188</c:v>
                </c:pt>
                <c:pt idx="3784">
                  <c:v>42191</c:v>
                </c:pt>
                <c:pt idx="3785">
                  <c:v>42192</c:v>
                </c:pt>
                <c:pt idx="3786">
                  <c:v>42193</c:v>
                </c:pt>
                <c:pt idx="3787">
                  <c:v>42194</c:v>
                </c:pt>
                <c:pt idx="3788">
                  <c:v>42195</c:v>
                </c:pt>
                <c:pt idx="3789">
                  <c:v>42198</c:v>
                </c:pt>
                <c:pt idx="3790">
                  <c:v>42199</c:v>
                </c:pt>
                <c:pt idx="3791">
                  <c:v>42200</c:v>
                </c:pt>
                <c:pt idx="3792">
                  <c:v>42201</c:v>
                </c:pt>
                <c:pt idx="3793">
                  <c:v>42202</c:v>
                </c:pt>
                <c:pt idx="3794">
                  <c:v>42205</c:v>
                </c:pt>
                <c:pt idx="3795">
                  <c:v>42206</c:v>
                </c:pt>
                <c:pt idx="3796">
                  <c:v>42207</c:v>
                </c:pt>
                <c:pt idx="3797">
                  <c:v>42208</c:v>
                </c:pt>
                <c:pt idx="3798">
                  <c:v>42209</c:v>
                </c:pt>
                <c:pt idx="3799">
                  <c:v>42212</c:v>
                </c:pt>
                <c:pt idx="3800">
                  <c:v>42213</c:v>
                </c:pt>
                <c:pt idx="3801">
                  <c:v>42214</c:v>
                </c:pt>
                <c:pt idx="3802">
                  <c:v>42215</c:v>
                </c:pt>
                <c:pt idx="3803">
                  <c:v>42216</c:v>
                </c:pt>
                <c:pt idx="3804">
                  <c:v>42219</c:v>
                </c:pt>
                <c:pt idx="3805">
                  <c:v>42220</c:v>
                </c:pt>
                <c:pt idx="3806">
                  <c:v>42221</c:v>
                </c:pt>
                <c:pt idx="3807">
                  <c:v>42222</c:v>
                </c:pt>
                <c:pt idx="3808">
                  <c:v>42223</c:v>
                </c:pt>
                <c:pt idx="3809">
                  <c:v>42226</c:v>
                </c:pt>
                <c:pt idx="3810">
                  <c:v>42227</c:v>
                </c:pt>
                <c:pt idx="3811">
                  <c:v>42228</c:v>
                </c:pt>
                <c:pt idx="3812">
                  <c:v>42229</c:v>
                </c:pt>
                <c:pt idx="3813">
                  <c:v>42230</c:v>
                </c:pt>
                <c:pt idx="3814">
                  <c:v>42233</c:v>
                </c:pt>
                <c:pt idx="3815">
                  <c:v>42234</c:v>
                </c:pt>
                <c:pt idx="3816">
                  <c:v>42235</c:v>
                </c:pt>
                <c:pt idx="3817">
                  <c:v>42236</c:v>
                </c:pt>
                <c:pt idx="3818">
                  <c:v>42237</c:v>
                </c:pt>
                <c:pt idx="3819">
                  <c:v>42240</c:v>
                </c:pt>
                <c:pt idx="3820">
                  <c:v>42241</c:v>
                </c:pt>
                <c:pt idx="3821">
                  <c:v>42242</c:v>
                </c:pt>
                <c:pt idx="3822">
                  <c:v>42243</c:v>
                </c:pt>
                <c:pt idx="3823">
                  <c:v>42244</c:v>
                </c:pt>
                <c:pt idx="3824">
                  <c:v>42247</c:v>
                </c:pt>
                <c:pt idx="3825">
                  <c:v>42248</c:v>
                </c:pt>
                <c:pt idx="3826">
                  <c:v>42249</c:v>
                </c:pt>
                <c:pt idx="3827">
                  <c:v>42250</c:v>
                </c:pt>
                <c:pt idx="3828">
                  <c:v>42251</c:v>
                </c:pt>
                <c:pt idx="3829">
                  <c:v>42254</c:v>
                </c:pt>
                <c:pt idx="3830">
                  <c:v>42255</c:v>
                </c:pt>
                <c:pt idx="3831">
                  <c:v>42256</c:v>
                </c:pt>
                <c:pt idx="3832">
                  <c:v>42257</c:v>
                </c:pt>
                <c:pt idx="3833">
                  <c:v>42258</c:v>
                </c:pt>
                <c:pt idx="3834">
                  <c:v>42261</c:v>
                </c:pt>
                <c:pt idx="3835">
                  <c:v>42262</c:v>
                </c:pt>
                <c:pt idx="3836">
                  <c:v>42263</c:v>
                </c:pt>
                <c:pt idx="3837">
                  <c:v>42264</c:v>
                </c:pt>
                <c:pt idx="3838">
                  <c:v>42265</c:v>
                </c:pt>
                <c:pt idx="3839">
                  <c:v>42268</c:v>
                </c:pt>
                <c:pt idx="3840">
                  <c:v>42269</c:v>
                </c:pt>
                <c:pt idx="3841">
                  <c:v>42270</c:v>
                </c:pt>
                <c:pt idx="3842">
                  <c:v>42271</c:v>
                </c:pt>
                <c:pt idx="3843">
                  <c:v>42272</c:v>
                </c:pt>
                <c:pt idx="3844">
                  <c:v>42275</c:v>
                </c:pt>
                <c:pt idx="3845">
                  <c:v>42276</c:v>
                </c:pt>
                <c:pt idx="3846">
                  <c:v>42277</c:v>
                </c:pt>
                <c:pt idx="3847">
                  <c:v>42278</c:v>
                </c:pt>
                <c:pt idx="3848">
                  <c:v>42279</c:v>
                </c:pt>
                <c:pt idx="3849">
                  <c:v>42282</c:v>
                </c:pt>
                <c:pt idx="3850">
                  <c:v>42283</c:v>
                </c:pt>
                <c:pt idx="3851">
                  <c:v>42284</c:v>
                </c:pt>
                <c:pt idx="3852">
                  <c:v>42285</c:v>
                </c:pt>
                <c:pt idx="3853">
                  <c:v>42286</c:v>
                </c:pt>
                <c:pt idx="3854">
                  <c:v>42289</c:v>
                </c:pt>
                <c:pt idx="3855">
                  <c:v>42290</c:v>
                </c:pt>
                <c:pt idx="3856">
                  <c:v>42291</c:v>
                </c:pt>
                <c:pt idx="3857">
                  <c:v>42292</c:v>
                </c:pt>
                <c:pt idx="3858">
                  <c:v>42293</c:v>
                </c:pt>
                <c:pt idx="3859">
                  <c:v>42296</c:v>
                </c:pt>
                <c:pt idx="3860">
                  <c:v>42297</c:v>
                </c:pt>
                <c:pt idx="3861">
                  <c:v>42298</c:v>
                </c:pt>
                <c:pt idx="3862">
                  <c:v>42299</c:v>
                </c:pt>
                <c:pt idx="3863">
                  <c:v>42300</c:v>
                </c:pt>
                <c:pt idx="3864">
                  <c:v>42303</c:v>
                </c:pt>
                <c:pt idx="3865">
                  <c:v>42304</c:v>
                </c:pt>
                <c:pt idx="3866">
                  <c:v>42305</c:v>
                </c:pt>
                <c:pt idx="3867">
                  <c:v>42306</c:v>
                </c:pt>
                <c:pt idx="3868">
                  <c:v>42307</c:v>
                </c:pt>
                <c:pt idx="3869">
                  <c:v>42310</c:v>
                </c:pt>
                <c:pt idx="3870">
                  <c:v>42311</c:v>
                </c:pt>
                <c:pt idx="3871">
                  <c:v>42312</c:v>
                </c:pt>
                <c:pt idx="3872">
                  <c:v>42313</c:v>
                </c:pt>
                <c:pt idx="3873">
                  <c:v>42314</c:v>
                </c:pt>
                <c:pt idx="3874">
                  <c:v>42317</c:v>
                </c:pt>
                <c:pt idx="3875">
                  <c:v>42318</c:v>
                </c:pt>
                <c:pt idx="3876">
                  <c:v>42319</c:v>
                </c:pt>
                <c:pt idx="3877">
                  <c:v>42320</c:v>
                </c:pt>
                <c:pt idx="3878">
                  <c:v>42321</c:v>
                </c:pt>
                <c:pt idx="3879">
                  <c:v>42324</c:v>
                </c:pt>
                <c:pt idx="3880">
                  <c:v>42325</c:v>
                </c:pt>
                <c:pt idx="3881">
                  <c:v>42326</c:v>
                </c:pt>
                <c:pt idx="3882">
                  <c:v>42327</c:v>
                </c:pt>
                <c:pt idx="3883">
                  <c:v>42328</c:v>
                </c:pt>
                <c:pt idx="3884">
                  <c:v>42331</c:v>
                </c:pt>
                <c:pt idx="3885">
                  <c:v>42332</c:v>
                </c:pt>
                <c:pt idx="3886">
                  <c:v>42333</c:v>
                </c:pt>
                <c:pt idx="3887">
                  <c:v>42334</c:v>
                </c:pt>
                <c:pt idx="3888">
                  <c:v>42335</c:v>
                </c:pt>
                <c:pt idx="3889">
                  <c:v>42338</c:v>
                </c:pt>
                <c:pt idx="3890">
                  <c:v>42339</c:v>
                </c:pt>
                <c:pt idx="3891">
                  <c:v>42340</c:v>
                </c:pt>
                <c:pt idx="3892">
                  <c:v>42341</c:v>
                </c:pt>
                <c:pt idx="3893">
                  <c:v>42342</c:v>
                </c:pt>
                <c:pt idx="3894">
                  <c:v>42345</c:v>
                </c:pt>
                <c:pt idx="3895">
                  <c:v>42346</c:v>
                </c:pt>
                <c:pt idx="3896">
                  <c:v>42347</c:v>
                </c:pt>
                <c:pt idx="3897">
                  <c:v>42348</c:v>
                </c:pt>
                <c:pt idx="3898">
                  <c:v>42349</c:v>
                </c:pt>
                <c:pt idx="3899">
                  <c:v>42352</c:v>
                </c:pt>
                <c:pt idx="3900">
                  <c:v>42353</c:v>
                </c:pt>
                <c:pt idx="3901">
                  <c:v>42354</c:v>
                </c:pt>
                <c:pt idx="3902">
                  <c:v>42355</c:v>
                </c:pt>
                <c:pt idx="3903">
                  <c:v>42356</c:v>
                </c:pt>
                <c:pt idx="3904">
                  <c:v>42359</c:v>
                </c:pt>
                <c:pt idx="3905">
                  <c:v>42360</c:v>
                </c:pt>
                <c:pt idx="3906">
                  <c:v>42361</c:v>
                </c:pt>
                <c:pt idx="3907">
                  <c:v>42362</c:v>
                </c:pt>
                <c:pt idx="3908">
                  <c:v>42363</c:v>
                </c:pt>
                <c:pt idx="3909">
                  <c:v>42366</c:v>
                </c:pt>
                <c:pt idx="3910">
                  <c:v>42367</c:v>
                </c:pt>
                <c:pt idx="3911">
                  <c:v>42368</c:v>
                </c:pt>
                <c:pt idx="3912">
                  <c:v>42369</c:v>
                </c:pt>
                <c:pt idx="3913">
                  <c:v>42370</c:v>
                </c:pt>
                <c:pt idx="3914">
                  <c:v>42373</c:v>
                </c:pt>
                <c:pt idx="3915">
                  <c:v>42374</c:v>
                </c:pt>
                <c:pt idx="3916">
                  <c:v>42375</c:v>
                </c:pt>
                <c:pt idx="3917">
                  <c:v>42376</c:v>
                </c:pt>
                <c:pt idx="3918">
                  <c:v>42377</c:v>
                </c:pt>
                <c:pt idx="3919">
                  <c:v>42380</c:v>
                </c:pt>
                <c:pt idx="3920">
                  <c:v>42381</c:v>
                </c:pt>
                <c:pt idx="3921">
                  <c:v>42382</c:v>
                </c:pt>
                <c:pt idx="3922">
                  <c:v>42383</c:v>
                </c:pt>
                <c:pt idx="3923">
                  <c:v>42384</c:v>
                </c:pt>
                <c:pt idx="3924">
                  <c:v>42387</c:v>
                </c:pt>
                <c:pt idx="3925">
                  <c:v>42388</c:v>
                </c:pt>
                <c:pt idx="3926">
                  <c:v>42389</c:v>
                </c:pt>
                <c:pt idx="3927">
                  <c:v>42390</c:v>
                </c:pt>
                <c:pt idx="3928">
                  <c:v>42391</c:v>
                </c:pt>
                <c:pt idx="3929">
                  <c:v>42394</c:v>
                </c:pt>
                <c:pt idx="3930">
                  <c:v>42395</c:v>
                </c:pt>
                <c:pt idx="3931">
                  <c:v>42396</c:v>
                </c:pt>
                <c:pt idx="3932">
                  <c:v>42397</c:v>
                </c:pt>
                <c:pt idx="3933">
                  <c:v>42398</c:v>
                </c:pt>
                <c:pt idx="3934">
                  <c:v>42401</c:v>
                </c:pt>
                <c:pt idx="3935">
                  <c:v>42402</c:v>
                </c:pt>
                <c:pt idx="3936">
                  <c:v>42403</c:v>
                </c:pt>
                <c:pt idx="3937">
                  <c:v>42404</c:v>
                </c:pt>
                <c:pt idx="3938">
                  <c:v>42405</c:v>
                </c:pt>
                <c:pt idx="3939">
                  <c:v>42408</c:v>
                </c:pt>
                <c:pt idx="3940">
                  <c:v>42409</c:v>
                </c:pt>
                <c:pt idx="3941">
                  <c:v>42410</c:v>
                </c:pt>
                <c:pt idx="3942">
                  <c:v>42411</c:v>
                </c:pt>
                <c:pt idx="3943">
                  <c:v>42412</c:v>
                </c:pt>
                <c:pt idx="3944">
                  <c:v>42415</c:v>
                </c:pt>
                <c:pt idx="3945">
                  <c:v>42416</c:v>
                </c:pt>
                <c:pt idx="3946">
                  <c:v>42417</c:v>
                </c:pt>
                <c:pt idx="3947">
                  <c:v>42418</c:v>
                </c:pt>
                <c:pt idx="3948">
                  <c:v>42419</c:v>
                </c:pt>
                <c:pt idx="3949">
                  <c:v>42422</c:v>
                </c:pt>
                <c:pt idx="3950">
                  <c:v>42423</c:v>
                </c:pt>
                <c:pt idx="3951">
                  <c:v>42424</c:v>
                </c:pt>
                <c:pt idx="3952">
                  <c:v>42425</c:v>
                </c:pt>
                <c:pt idx="3953">
                  <c:v>42426</c:v>
                </c:pt>
                <c:pt idx="3954">
                  <c:v>42429</c:v>
                </c:pt>
                <c:pt idx="3955">
                  <c:v>42430</c:v>
                </c:pt>
                <c:pt idx="3956">
                  <c:v>42431</c:v>
                </c:pt>
                <c:pt idx="3957">
                  <c:v>42432</c:v>
                </c:pt>
                <c:pt idx="3958">
                  <c:v>42433</c:v>
                </c:pt>
                <c:pt idx="3959">
                  <c:v>42436</c:v>
                </c:pt>
                <c:pt idx="3960">
                  <c:v>42437</c:v>
                </c:pt>
                <c:pt idx="3961">
                  <c:v>42438</c:v>
                </c:pt>
                <c:pt idx="3962">
                  <c:v>42439</c:v>
                </c:pt>
                <c:pt idx="3963">
                  <c:v>42440</c:v>
                </c:pt>
                <c:pt idx="3964">
                  <c:v>42443</c:v>
                </c:pt>
                <c:pt idx="3965">
                  <c:v>42444</c:v>
                </c:pt>
                <c:pt idx="3966">
                  <c:v>42445</c:v>
                </c:pt>
                <c:pt idx="3967">
                  <c:v>42446</c:v>
                </c:pt>
                <c:pt idx="3968">
                  <c:v>42447</c:v>
                </c:pt>
                <c:pt idx="3969">
                  <c:v>42450</c:v>
                </c:pt>
                <c:pt idx="3970">
                  <c:v>42451</c:v>
                </c:pt>
                <c:pt idx="3971">
                  <c:v>42452</c:v>
                </c:pt>
                <c:pt idx="3972">
                  <c:v>42453</c:v>
                </c:pt>
                <c:pt idx="3973">
                  <c:v>42454</c:v>
                </c:pt>
                <c:pt idx="3974">
                  <c:v>42457</c:v>
                </c:pt>
                <c:pt idx="3975">
                  <c:v>42458</c:v>
                </c:pt>
                <c:pt idx="3976">
                  <c:v>42459</c:v>
                </c:pt>
                <c:pt idx="3977">
                  <c:v>42460</c:v>
                </c:pt>
                <c:pt idx="3978">
                  <c:v>42461</c:v>
                </c:pt>
                <c:pt idx="3979">
                  <c:v>42464</c:v>
                </c:pt>
                <c:pt idx="3980">
                  <c:v>42465</c:v>
                </c:pt>
                <c:pt idx="3981">
                  <c:v>42466</c:v>
                </c:pt>
                <c:pt idx="3982">
                  <c:v>42467</c:v>
                </c:pt>
                <c:pt idx="3983">
                  <c:v>42468</c:v>
                </c:pt>
                <c:pt idx="3984">
                  <c:v>42471</c:v>
                </c:pt>
                <c:pt idx="3985">
                  <c:v>42472</c:v>
                </c:pt>
                <c:pt idx="3986">
                  <c:v>42473</c:v>
                </c:pt>
                <c:pt idx="3987">
                  <c:v>42474</c:v>
                </c:pt>
                <c:pt idx="3988">
                  <c:v>42475</c:v>
                </c:pt>
                <c:pt idx="3989">
                  <c:v>42478</c:v>
                </c:pt>
                <c:pt idx="3990">
                  <c:v>42479</c:v>
                </c:pt>
                <c:pt idx="3991">
                  <c:v>42480</c:v>
                </c:pt>
                <c:pt idx="3992">
                  <c:v>42481</c:v>
                </c:pt>
                <c:pt idx="3993">
                  <c:v>42482</c:v>
                </c:pt>
                <c:pt idx="3994">
                  <c:v>42485</c:v>
                </c:pt>
                <c:pt idx="3995">
                  <c:v>42486</c:v>
                </c:pt>
                <c:pt idx="3996">
                  <c:v>42487</c:v>
                </c:pt>
                <c:pt idx="3997">
                  <c:v>42488</c:v>
                </c:pt>
                <c:pt idx="3998">
                  <c:v>42489</c:v>
                </c:pt>
                <c:pt idx="3999">
                  <c:v>42492</c:v>
                </c:pt>
                <c:pt idx="4000">
                  <c:v>42493</c:v>
                </c:pt>
                <c:pt idx="4001">
                  <c:v>42494</c:v>
                </c:pt>
                <c:pt idx="4002">
                  <c:v>42495</c:v>
                </c:pt>
                <c:pt idx="4003">
                  <c:v>42496</c:v>
                </c:pt>
                <c:pt idx="4004">
                  <c:v>42499</c:v>
                </c:pt>
                <c:pt idx="4005">
                  <c:v>42500</c:v>
                </c:pt>
                <c:pt idx="4006">
                  <c:v>42501</c:v>
                </c:pt>
                <c:pt idx="4007">
                  <c:v>42502</c:v>
                </c:pt>
                <c:pt idx="4008">
                  <c:v>42503</c:v>
                </c:pt>
                <c:pt idx="4009">
                  <c:v>42506</c:v>
                </c:pt>
                <c:pt idx="4010">
                  <c:v>42507</c:v>
                </c:pt>
                <c:pt idx="4011">
                  <c:v>42508</c:v>
                </c:pt>
                <c:pt idx="4012">
                  <c:v>42509</c:v>
                </c:pt>
                <c:pt idx="4013">
                  <c:v>42510</c:v>
                </c:pt>
                <c:pt idx="4014">
                  <c:v>42513</c:v>
                </c:pt>
                <c:pt idx="4015">
                  <c:v>42514</c:v>
                </c:pt>
                <c:pt idx="4016">
                  <c:v>42515</c:v>
                </c:pt>
                <c:pt idx="4017">
                  <c:v>42516</c:v>
                </c:pt>
                <c:pt idx="4018">
                  <c:v>42517</c:v>
                </c:pt>
                <c:pt idx="4019">
                  <c:v>42520</c:v>
                </c:pt>
                <c:pt idx="4020">
                  <c:v>42521</c:v>
                </c:pt>
                <c:pt idx="4021">
                  <c:v>42522</c:v>
                </c:pt>
                <c:pt idx="4022">
                  <c:v>42523</c:v>
                </c:pt>
                <c:pt idx="4023">
                  <c:v>42524</c:v>
                </c:pt>
                <c:pt idx="4024">
                  <c:v>42527</c:v>
                </c:pt>
                <c:pt idx="4025">
                  <c:v>42528</c:v>
                </c:pt>
                <c:pt idx="4026">
                  <c:v>42529</c:v>
                </c:pt>
                <c:pt idx="4027">
                  <c:v>42530</c:v>
                </c:pt>
                <c:pt idx="4028">
                  <c:v>42531</c:v>
                </c:pt>
                <c:pt idx="4029">
                  <c:v>42534</c:v>
                </c:pt>
                <c:pt idx="4030">
                  <c:v>42535</c:v>
                </c:pt>
                <c:pt idx="4031">
                  <c:v>42536</c:v>
                </c:pt>
                <c:pt idx="4032">
                  <c:v>42537</c:v>
                </c:pt>
                <c:pt idx="4033">
                  <c:v>42538</c:v>
                </c:pt>
                <c:pt idx="4034">
                  <c:v>42541</c:v>
                </c:pt>
                <c:pt idx="4035">
                  <c:v>42542</c:v>
                </c:pt>
                <c:pt idx="4036">
                  <c:v>42543</c:v>
                </c:pt>
                <c:pt idx="4037">
                  <c:v>42544</c:v>
                </c:pt>
                <c:pt idx="4038">
                  <c:v>42545</c:v>
                </c:pt>
                <c:pt idx="4039">
                  <c:v>42548</c:v>
                </c:pt>
                <c:pt idx="4040">
                  <c:v>42549</c:v>
                </c:pt>
                <c:pt idx="4041">
                  <c:v>42550</c:v>
                </c:pt>
                <c:pt idx="4042">
                  <c:v>42551</c:v>
                </c:pt>
                <c:pt idx="4043">
                  <c:v>42552</c:v>
                </c:pt>
                <c:pt idx="4044">
                  <c:v>42555</c:v>
                </c:pt>
                <c:pt idx="4045">
                  <c:v>42556</c:v>
                </c:pt>
                <c:pt idx="4046">
                  <c:v>42557</c:v>
                </c:pt>
                <c:pt idx="4047">
                  <c:v>42558</c:v>
                </c:pt>
                <c:pt idx="4048">
                  <c:v>42559</c:v>
                </c:pt>
                <c:pt idx="4049">
                  <c:v>42562</c:v>
                </c:pt>
                <c:pt idx="4050">
                  <c:v>42563</c:v>
                </c:pt>
                <c:pt idx="4051">
                  <c:v>42564</c:v>
                </c:pt>
                <c:pt idx="4052">
                  <c:v>42565</c:v>
                </c:pt>
                <c:pt idx="4053">
                  <c:v>42566</c:v>
                </c:pt>
                <c:pt idx="4054">
                  <c:v>42569</c:v>
                </c:pt>
                <c:pt idx="4055">
                  <c:v>42570</c:v>
                </c:pt>
                <c:pt idx="4056">
                  <c:v>42571</c:v>
                </c:pt>
                <c:pt idx="4057">
                  <c:v>42572</c:v>
                </c:pt>
                <c:pt idx="4058">
                  <c:v>42573</c:v>
                </c:pt>
                <c:pt idx="4059">
                  <c:v>42576</c:v>
                </c:pt>
                <c:pt idx="4060">
                  <c:v>42577</c:v>
                </c:pt>
                <c:pt idx="4061">
                  <c:v>42578</c:v>
                </c:pt>
                <c:pt idx="4062">
                  <c:v>42579</c:v>
                </c:pt>
                <c:pt idx="4063">
                  <c:v>42580</c:v>
                </c:pt>
                <c:pt idx="4064">
                  <c:v>42583</c:v>
                </c:pt>
                <c:pt idx="4065">
                  <c:v>42584</c:v>
                </c:pt>
                <c:pt idx="4066">
                  <c:v>42585</c:v>
                </c:pt>
                <c:pt idx="4067">
                  <c:v>42586</c:v>
                </c:pt>
                <c:pt idx="4068">
                  <c:v>42587</c:v>
                </c:pt>
                <c:pt idx="4069">
                  <c:v>42590</c:v>
                </c:pt>
                <c:pt idx="4070">
                  <c:v>42591</c:v>
                </c:pt>
                <c:pt idx="4071">
                  <c:v>42592</c:v>
                </c:pt>
                <c:pt idx="4072">
                  <c:v>42593</c:v>
                </c:pt>
                <c:pt idx="4073">
                  <c:v>42594</c:v>
                </c:pt>
                <c:pt idx="4074">
                  <c:v>42597</c:v>
                </c:pt>
                <c:pt idx="4075">
                  <c:v>42598</c:v>
                </c:pt>
                <c:pt idx="4076">
                  <c:v>42599</c:v>
                </c:pt>
                <c:pt idx="4077">
                  <c:v>42600</c:v>
                </c:pt>
                <c:pt idx="4078">
                  <c:v>42601</c:v>
                </c:pt>
                <c:pt idx="4079">
                  <c:v>42604</c:v>
                </c:pt>
                <c:pt idx="4080">
                  <c:v>42605</c:v>
                </c:pt>
                <c:pt idx="4081">
                  <c:v>42606</c:v>
                </c:pt>
                <c:pt idx="4082">
                  <c:v>42607</c:v>
                </c:pt>
                <c:pt idx="4083">
                  <c:v>42608</c:v>
                </c:pt>
                <c:pt idx="4084">
                  <c:v>42611</c:v>
                </c:pt>
                <c:pt idx="4085">
                  <c:v>42612</c:v>
                </c:pt>
                <c:pt idx="4086">
                  <c:v>42613</c:v>
                </c:pt>
                <c:pt idx="4087">
                  <c:v>42614</c:v>
                </c:pt>
                <c:pt idx="4088">
                  <c:v>42615</c:v>
                </c:pt>
                <c:pt idx="4089">
                  <c:v>42618</c:v>
                </c:pt>
                <c:pt idx="4090">
                  <c:v>42619</c:v>
                </c:pt>
                <c:pt idx="4091">
                  <c:v>42620</c:v>
                </c:pt>
                <c:pt idx="4092">
                  <c:v>42621</c:v>
                </c:pt>
                <c:pt idx="4093">
                  <c:v>42622</c:v>
                </c:pt>
                <c:pt idx="4094">
                  <c:v>42625</c:v>
                </c:pt>
                <c:pt idx="4095">
                  <c:v>42626</c:v>
                </c:pt>
                <c:pt idx="4096">
                  <c:v>42627</c:v>
                </c:pt>
                <c:pt idx="4097">
                  <c:v>42628</c:v>
                </c:pt>
                <c:pt idx="4098">
                  <c:v>42629</c:v>
                </c:pt>
                <c:pt idx="4099">
                  <c:v>42632</c:v>
                </c:pt>
                <c:pt idx="4100">
                  <c:v>42633</c:v>
                </c:pt>
                <c:pt idx="4101">
                  <c:v>42634</c:v>
                </c:pt>
                <c:pt idx="4102">
                  <c:v>42635</c:v>
                </c:pt>
                <c:pt idx="4103">
                  <c:v>42636</c:v>
                </c:pt>
                <c:pt idx="4104">
                  <c:v>42639</c:v>
                </c:pt>
                <c:pt idx="4105">
                  <c:v>42640</c:v>
                </c:pt>
                <c:pt idx="4106">
                  <c:v>42641</c:v>
                </c:pt>
                <c:pt idx="4107">
                  <c:v>42642</c:v>
                </c:pt>
                <c:pt idx="4108">
                  <c:v>42643</c:v>
                </c:pt>
                <c:pt idx="4109">
                  <c:v>42646</c:v>
                </c:pt>
                <c:pt idx="4110">
                  <c:v>42647</c:v>
                </c:pt>
                <c:pt idx="4111">
                  <c:v>42648</c:v>
                </c:pt>
                <c:pt idx="4112">
                  <c:v>42649</c:v>
                </c:pt>
                <c:pt idx="4113">
                  <c:v>42650</c:v>
                </c:pt>
                <c:pt idx="4114">
                  <c:v>42653</c:v>
                </c:pt>
                <c:pt idx="4115">
                  <c:v>42654</c:v>
                </c:pt>
                <c:pt idx="4116">
                  <c:v>42655</c:v>
                </c:pt>
                <c:pt idx="4117">
                  <c:v>42656</c:v>
                </c:pt>
                <c:pt idx="4118">
                  <c:v>42657</c:v>
                </c:pt>
                <c:pt idx="4119">
                  <c:v>42660</c:v>
                </c:pt>
                <c:pt idx="4120">
                  <c:v>42661</c:v>
                </c:pt>
                <c:pt idx="4121">
                  <c:v>42662</c:v>
                </c:pt>
                <c:pt idx="4122">
                  <c:v>42663</c:v>
                </c:pt>
                <c:pt idx="4123">
                  <c:v>42664</c:v>
                </c:pt>
                <c:pt idx="4124">
                  <c:v>42667</c:v>
                </c:pt>
                <c:pt idx="4125">
                  <c:v>42668</c:v>
                </c:pt>
                <c:pt idx="4126">
                  <c:v>42669</c:v>
                </c:pt>
                <c:pt idx="4127">
                  <c:v>42670</c:v>
                </c:pt>
                <c:pt idx="4128">
                  <c:v>42671</c:v>
                </c:pt>
                <c:pt idx="4129">
                  <c:v>42674</c:v>
                </c:pt>
                <c:pt idx="4130">
                  <c:v>42675</c:v>
                </c:pt>
                <c:pt idx="4131">
                  <c:v>42676</c:v>
                </c:pt>
                <c:pt idx="4132">
                  <c:v>42677</c:v>
                </c:pt>
                <c:pt idx="4133">
                  <c:v>42678</c:v>
                </c:pt>
                <c:pt idx="4134">
                  <c:v>42681</c:v>
                </c:pt>
                <c:pt idx="4135">
                  <c:v>42682</c:v>
                </c:pt>
                <c:pt idx="4136">
                  <c:v>42683</c:v>
                </c:pt>
                <c:pt idx="4137">
                  <c:v>42684</c:v>
                </c:pt>
                <c:pt idx="4138">
                  <c:v>42685</c:v>
                </c:pt>
                <c:pt idx="4139">
                  <c:v>42688</c:v>
                </c:pt>
                <c:pt idx="4140">
                  <c:v>42689</c:v>
                </c:pt>
                <c:pt idx="4141">
                  <c:v>42690</c:v>
                </c:pt>
                <c:pt idx="4142">
                  <c:v>42691</c:v>
                </c:pt>
                <c:pt idx="4143">
                  <c:v>42692</c:v>
                </c:pt>
                <c:pt idx="4144">
                  <c:v>42695</c:v>
                </c:pt>
                <c:pt idx="4145">
                  <c:v>42696</c:v>
                </c:pt>
                <c:pt idx="4146">
                  <c:v>42697</c:v>
                </c:pt>
                <c:pt idx="4147">
                  <c:v>42698</c:v>
                </c:pt>
                <c:pt idx="4148">
                  <c:v>42699</c:v>
                </c:pt>
                <c:pt idx="4149">
                  <c:v>42702</c:v>
                </c:pt>
                <c:pt idx="4150">
                  <c:v>42703</c:v>
                </c:pt>
                <c:pt idx="4151">
                  <c:v>42704</c:v>
                </c:pt>
                <c:pt idx="4152">
                  <c:v>42705</c:v>
                </c:pt>
                <c:pt idx="4153">
                  <c:v>42706</c:v>
                </c:pt>
                <c:pt idx="4154">
                  <c:v>42709</c:v>
                </c:pt>
                <c:pt idx="4155">
                  <c:v>42710</c:v>
                </c:pt>
                <c:pt idx="4156">
                  <c:v>42711</c:v>
                </c:pt>
                <c:pt idx="4157">
                  <c:v>42712</c:v>
                </c:pt>
                <c:pt idx="4158">
                  <c:v>42713</c:v>
                </c:pt>
                <c:pt idx="4159">
                  <c:v>42716</c:v>
                </c:pt>
                <c:pt idx="4160">
                  <c:v>42717</c:v>
                </c:pt>
                <c:pt idx="4161">
                  <c:v>42718</c:v>
                </c:pt>
                <c:pt idx="4162">
                  <c:v>42719</c:v>
                </c:pt>
                <c:pt idx="4163">
                  <c:v>42720</c:v>
                </c:pt>
                <c:pt idx="4164">
                  <c:v>42723</c:v>
                </c:pt>
                <c:pt idx="4165">
                  <c:v>42724</c:v>
                </c:pt>
                <c:pt idx="4166">
                  <c:v>42725</c:v>
                </c:pt>
                <c:pt idx="4167">
                  <c:v>42726</c:v>
                </c:pt>
                <c:pt idx="4168">
                  <c:v>42727</c:v>
                </c:pt>
                <c:pt idx="4169">
                  <c:v>42730</c:v>
                </c:pt>
                <c:pt idx="4170">
                  <c:v>42731</c:v>
                </c:pt>
                <c:pt idx="4171">
                  <c:v>42732</c:v>
                </c:pt>
                <c:pt idx="4172">
                  <c:v>42733</c:v>
                </c:pt>
                <c:pt idx="4173">
                  <c:v>42734</c:v>
                </c:pt>
                <c:pt idx="4174">
                  <c:v>42737</c:v>
                </c:pt>
                <c:pt idx="4175">
                  <c:v>42738</c:v>
                </c:pt>
                <c:pt idx="4176">
                  <c:v>42739</c:v>
                </c:pt>
                <c:pt idx="4177">
                  <c:v>42740</c:v>
                </c:pt>
                <c:pt idx="4178">
                  <c:v>42741</c:v>
                </c:pt>
                <c:pt idx="4179">
                  <c:v>42744</c:v>
                </c:pt>
                <c:pt idx="4180">
                  <c:v>42745</c:v>
                </c:pt>
                <c:pt idx="4181">
                  <c:v>42746</c:v>
                </c:pt>
                <c:pt idx="4182">
                  <c:v>42747</c:v>
                </c:pt>
                <c:pt idx="4183">
                  <c:v>42748</c:v>
                </c:pt>
                <c:pt idx="4184">
                  <c:v>42751</c:v>
                </c:pt>
                <c:pt idx="4185">
                  <c:v>42752</c:v>
                </c:pt>
                <c:pt idx="4186">
                  <c:v>42753</c:v>
                </c:pt>
                <c:pt idx="4187">
                  <c:v>42754</c:v>
                </c:pt>
                <c:pt idx="4188">
                  <c:v>42755</c:v>
                </c:pt>
                <c:pt idx="4189">
                  <c:v>42758</c:v>
                </c:pt>
                <c:pt idx="4190">
                  <c:v>42759</c:v>
                </c:pt>
                <c:pt idx="4191">
                  <c:v>42760</c:v>
                </c:pt>
                <c:pt idx="4192">
                  <c:v>42761</c:v>
                </c:pt>
                <c:pt idx="4193">
                  <c:v>42762</c:v>
                </c:pt>
                <c:pt idx="4194">
                  <c:v>42765</c:v>
                </c:pt>
                <c:pt idx="4195">
                  <c:v>42766</c:v>
                </c:pt>
                <c:pt idx="4196">
                  <c:v>42767</c:v>
                </c:pt>
                <c:pt idx="4197">
                  <c:v>42768</c:v>
                </c:pt>
                <c:pt idx="4198">
                  <c:v>42769</c:v>
                </c:pt>
                <c:pt idx="4199">
                  <c:v>42772</c:v>
                </c:pt>
                <c:pt idx="4200">
                  <c:v>42773</c:v>
                </c:pt>
                <c:pt idx="4201">
                  <c:v>42774</c:v>
                </c:pt>
                <c:pt idx="4202">
                  <c:v>42775</c:v>
                </c:pt>
                <c:pt idx="4203">
                  <c:v>42776</c:v>
                </c:pt>
                <c:pt idx="4204">
                  <c:v>42779</c:v>
                </c:pt>
                <c:pt idx="4205">
                  <c:v>42780</c:v>
                </c:pt>
                <c:pt idx="4206">
                  <c:v>42781</c:v>
                </c:pt>
                <c:pt idx="4207">
                  <c:v>42782</c:v>
                </c:pt>
                <c:pt idx="4208">
                  <c:v>42783</c:v>
                </c:pt>
                <c:pt idx="4209">
                  <c:v>42786</c:v>
                </c:pt>
                <c:pt idx="4210">
                  <c:v>42787</c:v>
                </c:pt>
                <c:pt idx="4211">
                  <c:v>42788</c:v>
                </c:pt>
                <c:pt idx="4212">
                  <c:v>42789</c:v>
                </c:pt>
                <c:pt idx="4213">
                  <c:v>42790</c:v>
                </c:pt>
                <c:pt idx="4214">
                  <c:v>42793</c:v>
                </c:pt>
                <c:pt idx="4215">
                  <c:v>42794</c:v>
                </c:pt>
                <c:pt idx="4216">
                  <c:v>42795</c:v>
                </c:pt>
                <c:pt idx="4217">
                  <c:v>42796</c:v>
                </c:pt>
                <c:pt idx="4218">
                  <c:v>42797</c:v>
                </c:pt>
                <c:pt idx="4219">
                  <c:v>42800</c:v>
                </c:pt>
                <c:pt idx="4220">
                  <c:v>42801</c:v>
                </c:pt>
                <c:pt idx="4221">
                  <c:v>42802</c:v>
                </c:pt>
                <c:pt idx="4222">
                  <c:v>42803</c:v>
                </c:pt>
                <c:pt idx="4223">
                  <c:v>42804</c:v>
                </c:pt>
                <c:pt idx="4224">
                  <c:v>42807</c:v>
                </c:pt>
                <c:pt idx="4225">
                  <c:v>42808</c:v>
                </c:pt>
                <c:pt idx="4226">
                  <c:v>42809</c:v>
                </c:pt>
                <c:pt idx="4227">
                  <c:v>42810</c:v>
                </c:pt>
                <c:pt idx="4228">
                  <c:v>42811</c:v>
                </c:pt>
                <c:pt idx="4229">
                  <c:v>42814</c:v>
                </c:pt>
                <c:pt idx="4230">
                  <c:v>42815</c:v>
                </c:pt>
                <c:pt idx="4231">
                  <c:v>42816</c:v>
                </c:pt>
                <c:pt idx="4232">
                  <c:v>42817</c:v>
                </c:pt>
                <c:pt idx="4233">
                  <c:v>42818</c:v>
                </c:pt>
                <c:pt idx="4234">
                  <c:v>42821</c:v>
                </c:pt>
                <c:pt idx="4235">
                  <c:v>42822</c:v>
                </c:pt>
                <c:pt idx="4236">
                  <c:v>42823</c:v>
                </c:pt>
                <c:pt idx="4237">
                  <c:v>42824</c:v>
                </c:pt>
                <c:pt idx="4238">
                  <c:v>42825</c:v>
                </c:pt>
                <c:pt idx="4239">
                  <c:v>42828</c:v>
                </c:pt>
                <c:pt idx="4240">
                  <c:v>42829</c:v>
                </c:pt>
                <c:pt idx="4241">
                  <c:v>42830</c:v>
                </c:pt>
                <c:pt idx="4242">
                  <c:v>42831</c:v>
                </c:pt>
                <c:pt idx="4243">
                  <c:v>42832</c:v>
                </c:pt>
                <c:pt idx="4244">
                  <c:v>42835</c:v>
                </c:pt>
                <c:pt idx="4245">
                  <c:v>42836</c:v>
                </c:pt>
                <c:pt idx="4246">
                  <c:v>42837</c:v>
                </c:pt>
                <c:pt idx="4247">
                  <c:v>42838</c:v>
                </c:pt>
                <c:pt idx="4248">
                  <c:v>42839</c:v>
                </c:pt>
                <c:pt idx="4249">
                  <c:v>42842</c:v>
                </c:pt>
                <c:pt idx="4250">
                  <c:v>42843</c:v>
                </c:pt>
                <c:pt idx="4251">
                  <c:v>42844</c:v>
                </c:pt>
                <c:pt idx="4252">
                  <c:v>42845</c:v>
                </c:pt>
                <c:pt idx="4253">
                  <c:v>42846</c:v>
                </c:pt>
                <c:pt idx="4254">
                  <c:v>42849</c:v>
                </c:pt>
                <c:pt idx="4255">
                  <c:v>42850</c:v>
                </c:pt>
                <c:pt idx="4256">
                  <c:v>42851</c:v>
                </c:pt>
                <c:pt idx="4257">
                  <c:v>42852</c:v>
                </c:pt>
                <c:pt idx="4258">
                  <c:v>42853</c:v>
                </c:pt>
                <c:pt idx="4259">
                  <c:v>42856</c:v>
                </c:pt>
                <c:pt idx="4260">
                  <c:v>42857</c:v>
                </c:pt>
                <c:pt idx="4261">
                  <c:v>42858</c:v>
                </c:pt>
                <c:pt idx="4262">
                  <c:v>42859</c:v>
                </c:pt>
                <c:pt idx="4263">
                  <c:v>42860</c:v>
                </c:pt>
                <c:pt idx="4264">
                  <c:v>42863</c:v>
                </c:pt>
                <c:pt idx="4265">
                  <c:v>42864</c:v>
                </c:pt>
                <c:pt idx="4266">
                  <c:v>42865</c:v>
                </c:pt>
                <c:pt idx="4267">
                  <c:v>42866</c:v>
                </c:pt>
                <c:pt idx="4268">
                  <c:v>42867</c:v>
                </c:pt>
                <c:pt idx="4269">
                  <c:v>42870</c:v>
                </c:pt>
                <c:pt idx="4270">
                  <c:v>42871</c:v>
                </c:pt>
                <c:pt idx="4271">
                  <c:v>42872</c:v>
                </c:pt>
                <c:pt idx="4272">
                  <c:v>42873</c:v>
                </c:pt>
                <c:pt idx="4273">
                  <c:v>42874</c:v>
                </c:pt>
                <c:pt idx="4274">
                  <c:v>42877</c:v>
                </c:pt>
                <c:pt idx="4275">
                  <c:v>42878</c:v>
                </c:pt>
                <c:pt idx="4276">
                  <c:v>42879</c:v>
                </c:pt>
                <c:pt idx="4277">
                  <c:v>42880</c:v>
                </c:pt>
                <c:pt idx="4278">
                  <c:v>42881</c:v>
                </c:pt>
                <c:pt idx="4279">
                  <c:v>42884</c:v>
                </c:pt>
                <c:pt idx="4280">
                  <c:v>42885</c:v>
                </c:pt>
                <c:pt idx="4281">
                  <c:v>42886</c:v>
                </c:pt>
                <c:pt idx="4282">
                  <c:v>42887</c:v>
                </c:pt>
                <c:pt idx="4283">
                  <c:v>42888</c:v>
                </c:pt>
                <c:pt idx="4284">
                  <c:v>42891</c:v>
                </c:pt>
                <c:pt idx="4285">
                  <c:v>42892</c:v>
                </c:pt>
                <c:pt idx="4286">
                  <c:v>42893</c:v>
                </c:pt>
                <c:pt idx="4287">
                  <c:v>42894</c:v>
                </c:pt>
                <c:pt idx="4288">
                  <c:v>42895</c:v>
                </c:pt>
                <c:pt idx="4289">
                  <c:v>42898</c:v>
                </c:pt>
                <c:pt idx="4290">
                  <c:v>42899</c:v>
                </c:pt>
                <c:pt idx="4291">
                  <c:v>42900</c:v>
                </c:pt>
                <c:pt idx="4292">
                  <c:v>42901</c:v>
                </c:pt>
                <c:pt idx="4293">
                  <c:v>42902</c:v>
                </c:pt>
                <c:pt idx="4294">
                  <c:v>42905</c:v>
                </c:pt>
                <c:pt idx="4295">
                  <c:v>42906</c:v>
                </c:pt>
                <c:pt idx="4296">
                  <c:v>42907</c:v>
                </c:pt>
                <c:pt idx="4297">
                  <c:v>42908</c:v>
                </c:pt>
                <c:pt idx="4298">
                  <c:v>42909</c:v>
                </c:pt>
                <c:pt idx="4299">
                  <c:v>42912</c:v>
                </c:pt>
                <c:pt idx="4300">
                  <c:v>42913</c:v>
                </c:pt>
                <c:pt idx="4301">
                  <c:v>42914</c:v>
                </c:pt>
                <c:pt idx="4302">
                  <c:v>42915</c:v>
                </c:pt>
                <c:pt idx="4303">
                  <c:v>42916</c:v>
                </c:pt>
                <c:pt idx="4304">
                  <c:v>42919</c:v>
                </c:pt>
                <c:pt idx="4305">
                  <c:v>42920</c:v>
                </c:pt>
                <c:pt idx="4306">
                  <c:v>42921</c:v>
                </c:pt>
                <c:pt idx="4307">
                  <c:v>42922</c:v>
                </c:pt>
                <c:pt idx="4308">
                  <c:v>42923</c:v>
                </c:pt>
                <c:pt idx="4309">
                  <c:v>42926</c:v>
                </c:pt>
                <c:pt idx="4310">
                  <c:v>42927</c:v>
                </c:pt>
                <c:pt idx="4311">
                  <c:v>42928</c:v>
                </c:pt>
                <c:pt idx="4312">
                  <c:v>42929</c:v>
                </c:pt>
                <c:pt idx="4313">
                  <c:v>42930</c:v>
                </c:pt>
                <c:pt idx="4314">
                  <c:v>42933</c:v>
                </c:pt>
                <c:pt idx="4315">
                  <c:v>42934</c:v>
                </c:pt>
                <c:pt idx="4316">
                  <c:v>42935</c:v>
                </c:pt>
                <c:pt idx="4317">
                  <c:v>42936</c:v>
                </c:pt>
                <c:pt idx="4318">
                  <c:v>42937</c:v>
                </c:pt>
                <c:pt idx="4319">
                  <c:v>42940</c:v>
                </c:pt>
                <c:pt idx="4320">
                  <c:v>42941</c:v>
                </c:pt>
                <c:pt idx="4321">
                  <c:v>42942</c:v>
                </c:pt>
                <c:pt idx="4322">
                  <c:v>42943</c:v>
                </c:pt>
                <c:pt idx="4323">
                  <c:v>42944</c:v>
                </c:pt>
                <c:pt idx="4324">
                  <c:v>42947</c:v>
                </c:pt>
                <c:pt idx="4325">
                  <c:v>42948</c:v>
                </c:pt>
                <c:pt idx="4326">
                  <c:v>42949</c:v>
                </c:pt>
                <c:pt idx="4327">
                  <c:v>42950</c:v>
                </c:pt>
                <c:pt idx="4328">
                  <c:v>42951</c:v>
                </c:pt>
                <c:pt idx="4329">
                  <c:v>42954</c:v>
                </c:pt>
                <c:pt idx="4330">
                  <c:v>42955</c:v>
                </c:pt>
                <c:pt idx="4331">
                  <c:v>42956</c:v>
                </c:pt>
                <c:pt idx="4332">
                  <c:v>42957</c:v>
                </c:pt>
                <c:pt idx="4333">
                  <c:v>42958</c:v>
                </c:pt>
                <c:pt idx="4334">
                  <c:v>42961</c:v>
                </c:pt>
                <c:pt idx="4335">
                  <c:v>42962</c:v>
                </c:pt>
                <c:pt idx="4336">
                  <c:v>42963</c:v>
                </c:pt>
                <c:pt idx="4337">
                  <c:v>42964</c:v>
                </c:pt>
                <c:pt idx="4338">
                  <c:v>42965</c:v>
                </c:pt>
                <c:pt idx="4339">
                  <c:v>42968</c:v>
                </c:pt>
                <c:pt idx="4340">
                  <c:v>42969</c:v>
                </c:pt>
                <c:pt idx="4341">
                  <c:v>42970</c:v>
                </c:pt>
                <c:pt idx="4342">
                  <c:v>42971</c:v>
                </c:pt>
                <c:pt idx="4343">
                  <c:v>42972</c:v>
                </c:pt>
                <c:pt idx="4344">
                  <c:v>42975</c:v>
                </c:pt>
                <c:pt idx="4345">
                  <c:v>42976</c:v>
                </c:pt>
                <c:pt idx="4346">
                  <c:v>42977</c:v>
                </c:pt>
                <c:pt idx="4347">
                  <c:v>42978</c:v>
                </c:pt>
                <c:pt idx="4348">
                  <c:v>42979</c:v>
                </c:pt>
                <c:pt idx="4349">
                  <c:v>42982</c:v>
                </c:pt>
                <c:pt idx="4350">
                  <c:v>42983</c:v>
                </c:pt>
                <c:pt idx="4351">
                  <c:v>42984</c:v>
                </c:pt>
                <c:pt idx="4352">
                  <c:v>42985</c:v>
                </c:pt>
                <c:pt idx="4353">
                  <c:v>42986</c:v>
                </c:pt>
                <c:pt idx="4354">
                  <c:v>42989</c:v>
                </c:pt>
                <c:pt idx="4355">
                  <c:v>42990</c:v>
                </c:pt>
                <c:pt idx="4356">
                  <c:v>42991</c:v>
                </c:pt>
                <c:pt idx="4357">
                  <c:v>42992</c:v>
                </c:pt>
                <c:pt idx="4358">
                  <c:v>42993</c:v>
                </c:pt>
                <c:pt idx="4359">
                  <c:v>42996</c:v>
                </c:pt>
                <c:pt idx="4360">
                  <c:v>42997</c:v>
                </c:pt>
                <c:pt idx="4361">
                  <c:v>42998</c:v>
                </c:pt>
                <c:pt idx="4362">
                  <c:v>42999</c:v>
                </c:pt>
                <c:pt idx="4363">
                  <c:v>43000</c:v>
                </c:pt>
                <c:pt idx="4364">
                  <c:v>43003</c:v>
                </c:pt>
                <c:pt idx="4365">
                  <c:v>43004</c:v>
                </c:pt>
                <c:pt idx="4366">
                  <c:v>43005</c:v>
                </c:pt>
                <c:pt idx="4367">
                  <c:v>43006</c:v>
                </c:pt>
                <c:pt idx="4368">
                  <c:v>43007</c:v>
                </c:pt>
                <c:pt idx="4369">
                  <c:v>43010</c:v>
                </c:pt>
                <c:pt idx="4370">
                  <c:v>43011</c:v>
                </c:pt>
                <c:pt idx="4371">
                  <c:v>43012</c:v>
                </c:pt>
                <c:pt idx="4372">
                  <c:v>43013</c:v>
                </c:pt>
                <c:pt idx="4373">
                  <c:v>43014</c:v>
                </c:pt>
                <c:pt idx="4374">
                  <c:v>43017</c:v>
                </c:pt>
                <c:pt idx="4375">
                  <c:v>43018</c:v>
                </c:pt>
                <c:pt idx="4376">
                  <c:v>43019</c:v>
                </c:pt>
                <c:pt idx="4377">
                  <c:v>43020</c:v>
                </c:pt>
                <c:pt idx="4378">
                  <c:v>43021</c:v>
                </c:pt>
                <c:pt idx="4379">
                  <c:v>43024</c:v>
                </c:pt>
                <c:pt idx="4380">
                  <c:v>43025</c:v>
                </c:pt>
                <c:pt idx="4381">
                  <c:v>43026</c:v>
                </c:pt>
                <c:pt idx="4382">
                  <c:v>43027</c:v>
                </c:pt>
                <c:pt idx="4383">
                  <c:v>43028</c:v>
                </c:pt>
                <c:pt idx="4384">
                  <c:v>43031</c:v>
                </c:pt>
                <c:pt idx="4385">
                  <c:v>43032</c:v>
                </c:pt>
                <c:pt idx="4386">
                  <c:v>43033</c:v>
                </c:pt>
                <c:pt idx="4387">
                  <c:v>43034</c:v>
                </c:pt>
                <c:pt idx="4388">
                  <c:v>43035</c:v>
                </c:pt>
                <c:pt idx="4389">
                  <c:v>43038</c:v>
                </c:pt>
                <c:pt idx="4390">
                  <c:v>43039</c:v>
                </c:pt>
                <c:pt idx="4391">
                  <c:v>43040</c:v>
                </c:pt>
                <c:pt idx="4392">
                  <c:v>43041</c:v>
                </c:pt>
                <c:pt idx="4393">
                  <c:v>43042</c:v>
                </c:pt>
                <c:pt idx="4394">
                  <c:v>43045</c:v>
                </c:pt>
                <c:pt idx="4395">
                  <c:v>43046</c:v>
                </c:pt>
                <c:pt idx="4396">
                  <c:v>43047</c:v>
                </c:pt>
                <c:pt idx="4397">
                  <c:v>43048</c:v>
                </c:pt>
                <c:pt idx="4398">
                  <c:v>43049</c:v>
                </c:pt>
                <c:pt idx="4399">
                  <c:v>43052</c:v>
                </c:pt>
                <c:pt idx="4400">
                  <c:v>43053</c:v>
                </c:pt>
                <c:pt idx="4401">
                  <c:v>43054</c:v>
                </c:pt>
                <c:pt idx="4402">
                  <c:v>43055</c:v>
                </c:pt>
                <c:pt idx="4403">
                  <c:v>43056</c:v>
                </c:pt>
                <c:pt idx="4404">
                  <c:v>43059</c:v>
                </c:pt>
                <c:pt idx="4405">
                  <c:v>43060</c:v>
                </c:pt>
                <c:pt idx="4406">
                  <c:v>43061</c:v>
                </c:pt>
                <c:pt idx="4407">
                  <c:v>43062</c:v>
                </c:pt>
                <c:pt idx="4408">
                  <c:v>43063</c:v>
                </c:pt>
                <c:pt idx="4409">
                  <c:v>43066</c:v>
                </c:pt>
                <c:pt idx="4410">
                  <c:v>43067</c:v>
                </c:pt>
                <c:pt idx="4411">
                  <c:v>43068</c:v>
                </c:pt>
                <c:pt idx="4412">
                  <c:v>43069</c:v>
                </c:pt>
                <c:pt idx="4413">
                  <c:v>43070</c:v>
                </c:pt>
                <c:pt idx="4414">
                  <c:v>43073</c:v>
                </c:pt>
                <c:pt idx="4415">
                  <c:v>43074</c:v>
                </c:pt>
                <c:pt idx="4416">
                  <c:v>43075</c:v>
                </c:pt>
                <c:pt idx="4417">
                  <c:v>43076</c:v>
                </c:pt>
                <c:pt idx="4418">
                  <c:v>43077</c:v>
                </c:pt>
                <c:pt idx="4419">
                  <c:v>43080</c:v>
                </c:pt>
                <c:pt idx="4420">
                  <c:v>43081</c:v>
                </c:pt>
                <c:pt idx="4421">
                  <c:v>43082</c:v>
                </c:pt>
                <c:pt idx="4422">
                  <c:v>43083</c:v>
                </c:pt>
                <c:pt idx="4423">
                  <c:v>43084</c:v>
                </c:pt>
                <c:pt idx="4424">
                  <c:v>43087</c:v>
                </c:pt>
                <c:pt idx="4425">
                  <c:v>43088</c:v>
                </c:pt>
                <c:pt idx="4426">
                  <c:v>43089</c:v>
                </c:pt>
                <c:pt idx="4427">
                  <c:v>43090</c:v>
                </c:pt>
                <c:pt idx="4428">
                  <c:v>43091</c:v>
                </c:pt>
                <c:pt idx="4429">
                  <c:v>43094</c:v>
                </c:pt>
                <c:pt idx="4430">
                  <c:v>43095</c:v>
                </c:pt>
                <c:pt idx="4431">
                  <c:v>43096</c:v>
                </c:pt>
                <c:pt idx="4432">
                  <c:v>43097</c:v>
                </c:pt>
                <c:pt idx="4433">
                  <c:v>43098</c:v>
                </c:pt>
                <c:pt idx="4434">
                  <c:v>43101</c:v>
                </c:pt>
                <c:pt idx="4435">
                  <c:v>43102</c:v>
                </c:pt>
                <c:pt idx="4436">
                  <c:v>43103</c:v>
                </c:pt>
                <c:pt idx="4437">
                  <c:v>43104</c:v>
                </c:pt>
                <c:pt idx="4438">
                  <c:v>43105</c:v>
                </c:pt>
                <c:pt idx="4439">
                  <c:v>43108</c:v>
                </c:pt>
                <c:pt idx="4440">
                  <c:v>43109</c:v>
                </c:pt>
                <c:pt idx="4441">
                  <c:v>43110</c:v>
                </c:pt>
                <c:pt idx="4442">
                  <c:v>43111</c:v>
                </c:pt>
                <c:pt idx="4443">
                  <c:v>43112</c:v>
                </c:pt>
                <c:pt idx="4444">
                  <c:v>43115</c:v>
                </c:pt>
                <c:pt idx="4445">
                  <c:v>43116</c:v>
                </c:pt>
                <c:pt idx="4446">
                  <c:v>43117</c:v>
                </c:pt>
                <c:pt idx="4447">
                  <c:v>43118</c:v>
                </c:pt>
                <c:pt idx="4448">
                  <c:v>43119</c:v>
                </c:pt>
                <c:pt idx="4449">
                  <c:v>43122</c:v>
                </c:pt>
                <c:pt idx="4450">
                  <c:v>43123</c:v>
                </c:pt>
                <c:pt idx="4451">
                  <c:v>43124</c:v>
                </c:pt>
                <c:pt idx="4452">
                  <c:v>43125</c:v>
                </c:pt>
                <c:pt idx="4453">
                  <c:v>43126</c:v>
                </c:pt>
                <c:pt idx="4454">
                  <c:v>43129</c:v>
                </c:pt>
                <c:pt idx="4455">
                  <c:v>43130</c:v>
                </c:pt>
                <c:pt idx="4456">
                  <c:v>43131</c:v>
                </c:pt>
                <c:pt idx="4457">
                  <c:v>43132</c:v>
                </c:pt>
                <c:pt idx="4458">
                  <c:v>43133</c:v>
                </c:pt>
                <c:pt idx="4459">
                  <c:v>43136</c:v>
                </c:pt>
                <c:pt idx="4460">
                  <c:v>43137</c:v>
                </c:pt>
                <c:pt idx="4461">
                  <c:v>43138</c:v>
                </c:pt>
                <c:pt idx="4462">
                  <c:v>43139</c:v>
                </c:pt>
                <c:pt idx="4463">
                  <c:v>43140</c:v>
                </c:pt>
                <c:pt idx="4464">
                  <c:v>43143</c:v>
                </c:pt>
                <c:pt idx="4465">
                  <c:v>43144</c:v>
                </c:pt>
                <c:pt idx="4466">
                  <c:v>43145</c:v>
                </c:pt>
                <c:pt idx="4467">
                  <c:v>43146</c:v>
                </c:pt>
                <c:pt idx="4468">
                  <c:v>43147</c:v>
                </c:pt>
                <c:pt idx="4469">
                  <c:v>43150</c:v>
                </c:pt>
                <c:pt idx="4470">
                  <c:v>43151</c:v>
                </c:pt>
                <c:pt idx="4471">
                  <c:v>43152</c:v>
                </c:pt>
                <c:pt idx="4472">
                  <c:v>43153</c:v>
                </c:pt>
                <c:pt idx="4473">
                  <c:v>43154</c:v>
                </c:pt>
                <c:pt idx="4474">
                  <c:v>43157</c:v>
                </c:pt>
                <c:pt idx="4475">
                  <c:v>43158</c:v>
                </c:pt>
                <c:pt idx="4476">
                  <c:v>43159</c:v>
                </c:pt>
                <c:pt idx="4477">
                  <c:v>43160</c:v>
                </c:pt>
                <c:pt idx="4478">
                  <c:v>43161</c:v>
                </c:pt>
                <c:pt idx="4479">
                  <c:v>43164</c:v>
                </c:pt>
                <c:pt idx="4480">
                  <c:v>43165</c:v>
                </c:pt>
                <c:pt idx="4481">
                  <c:v>43166</c:v>
                </c:pt>
                <c:pt idx="4482">
                  <c:v>43167</c:v>
                </c:pt>
                <c:pt idx="4483">
                  <c:v>43168</c:v>
                </c:pt>
                <c:pt idx="4484">
                  <c:v>43171</c:v>
                </c:pt>
                <c:pt idx="4485">
                  <c:v>43172</c:v>
                </c:pt>
                <c:pt idx="4486">
                  <c:v>43173</c:v>
                </c:pt>
                <c:pt idx="4487">
                  <c:v>43174</c:v>
                </c:pt>
                <c:pt idx="4488">
                  <c:v>43175</c:v>
                </c:pt>
                <c:pt idx="4489">
                  <c:v>43178</c:v>
                </c:pt>
                <c:pt idx="4490">
                  <c:v>43179</c:v>
                </c:pt>
                <c:pt idx="4491">
                  <c:v>43180</c:v>
                </c:pt>
                <c:pt idx="4492">
                  <c:v>43181</c:v>
                </c:pt>
                <c:pt idx="4493">
                  <c:v>43182</c:v>
                </c:pt>
                <c:pt idx="4494">
                  <c:v>43185</c:v>
                </c:pt>
                <c:pt idx="4495">
                  <c:v>43186</c:v>
                </c:pt>
                <c:pt idx="4496">
                  <c:v>43187</c:v>
                </c:pt>
                <c:pt idx="4497">
                  <c:v>43188</c:v>
                </c:pt>
                <c:pt idx="4498">
                  <c:v>43189</c:v>
                </c:pt>
                <c:pt idx="4499">
                  <c:v>43192</c:v>
                </c:pt>
                <c:pt idx="4500">
                  <c:v>43193</c:v>
                </c:pt>
                <c:pt idx="4501">
                  <c:v>43194</c:v>
                </c:pt>
                <c:pt idx="4502">
                  <c:v>43195</c:v>
                </c:pt>
                <c:pt idx="4503">
                  <c:v>43196</c:v>
                </c:pt>
                <c:pt idx="4504">
                  <c:v>43199</c:v>
                </c:pt>
                <c:pt idx="4505">
                  <c:v>43200</c:v>
                </c:pt>
                <c:pt idx="4506">
                  <c:v>43201</c:v>
                </c:pt>
                <c:pt idx="4507">
                  <c:v>43202</c:v>
                </c:pt>
                <c:pt idx="4508">
                  <c:v>43203</c:v>
                </c:pt>
                <c:pt idx="4509">
                  <c:v>43206</c:v>
                </c:pt>
                <c:pt idx="4510">
                  <c:v>43207</c:v>
                </c:pt>
                <c:pt idx="4511">
                  <c:v>43208</c:v>
                </c:pt>
                <c:pt idx="4512">
                  <c:v>43209</c:v>
                </c:pt>
                <c:pt idx="4513">
                  <c:v>43210</c:v>
                </c:pt>
                <c:pt idx="4514">
                  <c:v>43213</c:v>
                </c:pt>
                <c:pt idx="4515">
                  <c:v>43214</c:v>
                </c:pt>
                <c:pt idx="4516">
                  <c:v>43215</c:v>
                </c:pt>
                <c:pt idx="4517">
                  <c:v>43216</c:v>
                </c:pt>
                <c:pt idx="4518">
                  <c:v>43217</c:v>
                </c:pt>
                <c:pt idx="4519">
                  <c:v>43220</c:v>
                </c:pt>
                <c:pt idx="4520">
                  <c:v>43221</c:v>
                </c:pt>
                <c:pt idx="4521">
                  <c:v>43222</c:v>
                </c:pt>
                <c:pt idx="4522">
                  <c:v>43223</c:v>
                </c:pt>
                <c:pt idx="4523">
                  <c:v>43224</c:v>
                </c:pt>
                <c:pt idx="4524">
                  <c:v>43227</c:v>
                </c:pt>
                <c:pt idx="4525">
                  <c:v>43228</c:v>
                </c:pt>
                <c:pt idx="4526">
                  <c:v>43229</c:v>
                </c:pt>
                <c:pt idx="4527">
                  <c:v>43230</c:v>
                </c:pt>
                <c:pt idx="4528">
                  <c:v>43231</c:v>
                </c:pt>
                <c:pt idx="4529">
                  <c:v>43234</c:v>
                </c:pt>
                <c:pt idx="4530">
                  <c:v>43235</c:v>
                </c:pt>
                <c:pt idx="4531">
                  <c:v>43236</c:v>
                </c:pt>
                <c:pt idx="4532">
                  <c:v>43237</c:v>
                </c:pt>
                <c:pt idx="4533">
                  <c:v>43238</c:v>
                </c:pt>
                <c:pt idx="4534">
                  <c:v>43241</c:v>
                </c:pt>
                <c:pt idx="4535">
                  <c:v>43242</c:v>
                </c:pt>
                <c:pt idx="4536">
                  <c:v>43243</c:v>
                </c:pt>
                <c:pt idx="4537">
                  <c:v>43244</c:v>
                </c:pt>
                <c:pt idx="4538">
                  <c:v>43245</c:v>
                </c:pt>
                <c:pt idx="4539">
                  <c:v>43248</c:v>
                </c:pt>
                <c:pt idx="4540">
                  <c:v>43249</c:v>
                </c:pt>
                <c:pt idx="4541">
                  <c:v>43250</c:v>
                </c:pt>
                <c:pt idx="4542">
                  <c:v>43251</c:v>
                </c:pt>
                <c:pt idx="4543">
                  <c:v>43252</c:v>
                </c:pt>
                <c:pt idx="4544">
                  <c:v>43255</c:v>
                </c:pt>
                <c:pt idx="4545">
                  <c:v>43256</c:v>
                </c:pt>
                <c:pt idx="4546">
                  <c:v>43257</c:v>
                </c:pt>
                <c:pt idx="4547">
                  <c:v>43258</c:v>
                </c:pt>
                <c:pt idx="4548">
                  <c:v>43259</c:v>
                </c:pt>
                <c:pt idx="4549">
                  <c:v>43262</c:v>
                </c:pt>
                <c:pt idx="4550">
                  <c:v>43263</c:v>
                </c:pt>
                <c:pt idx="4551">
                  <c:v>43264</c:v>
                </c:pt>
                <c:pt idx="4552">
                  <c:v>43265</c:v>
                </c:pt>
                <c:pt idx="4553">
                  <c:v>43266</c:v>
                </c:pt>
                <c:pt idx="4554">
                  <c:v>43269</c:v>
                </c:pt>
                <c:pt idx="4555">
                  <c:v>43270</c:v>
                </c:pt>
                <c:pt idx="4556">
                  <c:v>43271</c:v>
                </c:pt>
                <c:pt idx="4557">
                  <c:v>43272</c:v>
                </c:pt>
                <c:pt idx="4558">
                  <c:v>43273</c:v>
                </c:pt>
                <c:pt idx="4559">
                  <c:v>43276</c:v>
                </c:pt>
                <c:pt idx="4560">
                  <c:v>43277</c:v>
                </c:pt>
                <c:pt idx="4561">
                  <c:v>43278</c:v>
                </c:pt>
                <c:pt idx="4562">
                  <c:v>43279</c:v>
                </c:pt>
                <c:pt idx="4563">
                  <c:v>43280</c:v>
                </c:pt>
                <c:pt idx="4564">
                  <c:v>43283</c:v>
                </c:pt>
                <c:pt idx="4565">
                  <c:v>43284</c:v>
                </c:pt>
                <c:pt idx="4566">
                  <c:v>43285</c:v>
                </c:pt>
                <c:pt idx="4567">
                  <c:v>43286</c:v>
                </c:pt>
                <c:pt idx="4568">
                  <c:v>43287</c:v>
                </c:pt>
                <c:pt idx="4569">
                  <c:v>43290</c:v>
                </c:pt>
                <c:pt idx="4570">
                  <c:v>43291</c:v>
                </c:pt>
                <c:pt idx="4571">
                  <c:v>43292</c:v>
                </c:pt>
                <c:pt idx="4572">
                  <c:v>43293</c:v>
                </c:pt>
                <c:pt idx="4573">
                  <c:v>43294</c:v>
                </c:pt>
                <c:pt idx="4574">
                  <c:v>43297</c:v>
                </c:pt>
                <c:pt idx="4575">
                  <c:v>43298</c:v>
                </c:pt>
                <c:pt idx="4576">
                  <c:v>43299</c:v>
                </c:pt>
                <c:pt idx="4577">
                  <c:v>43300</c:v>
                </c:pt>
                <c:pt idx="4578">
                  <c:v>43301</c:v>
                </c:pt>
                <c:pt idx="4579">
                  <c:v>43304</c:v>
                </c:pt>
                <c:pt idx="4580">
                  <c:v>43305</c:v>
                </c:pt>
                <c:pt idx="4581">
                  <c:v>43306</c:v>
                </c:pt>
                <c:pt idx="4582">
                  <c:v>43307</c:v>
                </c:pt>
                <c:pt idx="4583">
                  <c:v>43308</c:v>
                </c:pt>
                <c:pt idx="4584">
                  <c:v>43311</c:v>
                </c:pt>
                <c:pt idx="4585">
                  <c:v>43312</c:v>
                </c:pt>
                <c:pt idx="4586">
                  <c:v>43313</c:v>
                </c:pt>
                <c:pt idx="4587">
                  <c:v>43314</c:v>
                </c:pt>
                <c:pt idx="4588">
                  <c:v>43315</c:v>
                </c:pt>
                <c:pt idx="4589">
                  <c:v>43318</c:v>
                </c:pt>
                <c:pt idx="4590">
                  <c:v>43319</c:v>
                </c:pt>
                <c:pt idx="4591">
                  <c:v>43320</c:v>
                </c:pt>
                <c:pt idx="4592">
                  <c:v>43321</c:v>
                </c:pt>
                <c:pt idx="4593">
                  <c:v>43322</c:v>
                </c:pt>
                <c:pt idx="4594">
                  <c:v>43325</c:v>
                </c:pt>
                <c:pt idx="4595">
                  <c:v>43326</c:v>
                </c:pt>
                <c:pt idx="4596">
                  <c:v>43327</c:v>
                </c:pt>
                <c:pt idx="4597">
                  <c:v>43328</c:v>
                </c:pt>
                <c:pt idx="4598">
                  <c:v>43329</c:v>
                </c:pt>
                <c:pt idx="4599">
                  <c:v>43332</c:v>
                </c:pt>
                <c:pt idx="4600">
                  <c:v>43333</c:v>
                </c:pt>
                <c:pt idx="4601">
                  <c:v>43334</c:v>
                </c:pt>
                <c:pt idx="4602">
                  <c:v>43335</c:v>
                </c:pt>
                <c:pt idx="4603">
                  <c:v>43336</c:v>
                </c:pt>
                <c:pt idx="4604">
                  <c:v>43339</c:v>
                </c:pt>
                <c:pt idx="4605">
                  <c:v>43340</c:v>
                </c:pt>
                <c:pt idx="4606">
                  <c:v>43341</c:v>
                </c:pt>
                <c:pt idx="4607">
                  <c:v>43342</c:v>
                </c:pt>
                <c:pt idx="4608">
                  <c:v>43343</c:v>
                </c:pt>
                <c:pt idx="4609">
                  <c:v>43346</c:v>
                </c:pt>
                <c:pt idx="4610">
                  <c:v>43347</c:v>
                </c:pt>
                <c:pt idx="4611">
                  <c:v>43348</c:v>
                </c:pt>
                <c:pt idx="4612">
                  <c:v>43349</c:v>
                </c:pt>
                <c:pt idx="4613">
                  <c:v>43350</c:v>
                </c:pt>
                <c:pt idx="4614">
                  <c:v>43353</c:v>
                </c:pt>
                <c:pt idx="4615">
                  <c:v>43354</c:v>
                </c:pt>
                <c:pt idx="4616">
                  <c:v>43355</c:v>
                </c:pt>
                <c:pt idx="4617">
                  <c:v>43356</c:v>
                </c:pt>
                <c:pt idx="4618">
                  <c:v>43357</c:v>
                </c:pt>
                <c:pt idx="4619">
                  <c:v>43360</c:v>
                </c:pt>
                <c:pt idx="4620">
                  <c:v>43361</c:v>
                </c:pt>
                <c:pt idx="4621">
                  <c:v>43362</c:v>
                </c:pt>
                <c:pt idx="4622">
                  <c:v>43363</c:v>
                </c:pt>
                <c:pt idx="4623">
                  <c:v>43364</c:v>
                </c:pt>
                <c:pt idx="4624">
                  <c:v>43367</c:v>
                </c:pt>
                <c:pt idx="4625">
                  <c:v>43368</c:v>
                </c:pt>
                <c:pt idx="4626">
                  <c:v>43369</c:v>
                </c:pt>
                <c:pt idx="4627">
                  <c:v>43370</c:v>
                </c:pt>
                <c:pt idx="4628">
                  <c:v>43371</c:v>
                </c:pt>
                <c:pt idx="4629">
                  <c:v>43374</c:v>
                </c:pt>
                <c:pt idx="4630">
                  <c:v>43375</c:v>
                </c:pt>
                <c:pt idx="4631">
                  <c:v>43376</c:v>
                </c:pt>
                <c:pt idx="4632">
                  <c:v>43377</c:v>
                </c:pt>
                <c:pt idx="4633">
                  <c:v>43378</c:v>
                </c:pt>
                <c:pt idx="4634">
                  <c:v>43381</c:v>
                </c:pt>
                <c:pt idx="4635">
                  <c:v>43382</c:v>
                </c:pt>
                <c:pt idx="4636">
                  <c:v>43383</c:v>
                </c:pt>
                <c:pt idx="4637">
                  <c:v>43384</c:v>
                </c:pt>
                <c:pt idx="4638">
                  <c:v>43385</c:v>
                </c:pt>
                <c:pt idx="4639">
                  <c:v>43388</c:v>
                </c:pt>
                <c:pt idx="4640">
                  <c:v>43389</c:v>
                </c:pt>
                <c:pt idx="4641">
                  <c:v>43390</c:v>
                </c:pt>
                <c:pt idx="4642">
                  <c:v>43391</c:v>
                </c:pt>
                <c:pt idx="4643">
                  <c:v>43392</c:v>
                </c:pt>
                <c:pt idx="4644">
                  <c:v>43395</c:v>
                </c:pt>
                <c:pt idx="4645">
                  <c:v>43396</c:v>
                </c:pt>
                <c:pt idx="4646">
                  <c:v>43397</c:v>
                </c:pt>
                <c:pt idx="4647">
                  <c:v>43398</c:v>
                </c:pt>
                <c:pt idx="4648">
                  <c:v>43399</c:v>
                </c:pt>
                <c:pt idx="4649">
                  <c:v>43402</c:v>
                </c:pt>
                <c:pt idx="4650">
                  <c:v>43403</c:v>
                </c:pt>
                <c:pt idx="4651">
                  <c:v>43404</c:v>
                </c:pt>
                <c:pt idx="4652">
                  <c:v>43405</c:v>
                </c:pt>
                <c:pt idx="4653">
                  <c:v>43406</c:v>
                </c:pt>
                <c:pt idx="4654">
                  <c:v>43409</c:v>
                </c:pt>
                <c:pt idx="4655">
                  <c:v>43410</c:v>
                </c:pt>
                <c:pt idx="4656">
                  <c:v>43411</c:v>
                </c:pt>
                <c:pt idx="4657">
                  <c:v>43412</c:v>
                </c:pt>
                <c:pt idx="4658">
                  <c:v>43413</c:v>
                </c:pt>
                <c:pt idx="4659">
                  <c:v>43416</c:v>
                </c:pt>
                <c:pt idx="4660">
                  <c:v>43417</c:v>
                </c:pt>
                <c:pt idx="4661">
                  <c:v>43418</c:v>
                </c:pt>
                <c:pt idx="4662">
                  <c:v>43419</c:v>
                </c:pt>
                <c:pt idx="4663">
                  <c:v>43420</c:v>
                </c:pt>
                <c:pt idx="4664">
                  <c:v>43423</c:v>
                </c:pt>
                <c:pt idx="4665">
                  <c:v>43424</c:v>
                </c:pt>
                <c:pt idx="4666">
                  <c:v>43425</c:v>
                </c:pt>
                <c:pt idx="4667">
                  <c:v>43426</c:v>
                </c:pt>
                <c:pt idx="4668">
                  <c:v>43427</c:v>
                </c:pt>
                <c:pt idx="4669">
                  <c:v>43430</c:v>
                </c:pt>
                <c:pt idx="4670">
                  <c:v>43431</c:v>
                </c:pt>
                <c:pt idx="4671">
                  <c:v>43432</c:v>
                </c:pt>
                <c:pt idx="4672">
                  <c:v>43433</c:v>
                </c:pt>
                <c:pt idx="4673">
                  <c:v>43434</c:v>
                </c:pt>
                <c:pt idx="4674">
                  <c:v>43437</c:v>
                </c:pt>
                <c:pt idx="4675">
                  <c:v>43438</c:v>
                </c:pt>
                <c:pt idx="4676">
                  <c:v>43439</c:v>
                </c:pt>
                <c:pt idx="4677">
                  <c:v>43440</c:v>
                </c:pt>
                <c:pt idx="4678">
                  <c:v>43441</c:v>
                </c:pt>
                <c:pt idx="4679">
                  <c:v>43444</c:v>
                </c:pt>
                <c:pt idx="4680">
                  <c:v>43445</c:v>
                </c:pt>
                <c:pt idx="4681">
                  <c:v>43446</c:v>
                </c:pt>
                <c:pt idx="4682">
                  <c:v>43447</c:v>
                </c:pt>
                <c:pt idx="4683">
                  <c:v>43448</c:v>
                </c:pt>
                <c:pt idx="4684">
                  <c:v>43451</c:v>
                </c:pt>
                <c:pt idx="4685">
                  <c:v>43452</c:v>
                </c:pt>
                <c:pt idx="4686">
                  <c:v>43453</c:v>
                </c:pt>
                <c:pt idx="4687">
                  <c:v>43454</c:v>
                </c:pt>
                <c:pt idx="4688">
                  <c:v>43455</c:v>
                </c:pt>
                <c:pt idx="4689">
                  <c:v>43458</c:v>
                </c:pt>
                <c:pt idx="4690">
                  <c:v>43459</c:v>
                </c:pt>
                <c:pt idx="4691">
                  <c:v>43460</c:v>
                </c:pt>
                <c:pt idx="4692">
                  <c:v>43461</c:v>
                </c:pt>
                <c:pt idx="4693">
                  <c:v>43462</c:v>
                </c:pt>
                <c:pt idx="4694">
                  <c:v>43465</c:v>
                </c:pt>
                <c:pt idx="4695">
                  <c:v>43466</c:v>
                </c:pt>
                <c:pt idx="4696">
                  <c:v>43467</c:v>
                </c:pt>
                <c:pt idx="4697">
                  <c:v>43468</c:v>
                </c:pt>
                <c:pt idx="4698">
                  <c:v>43469</c:v>
                </c:pt>
                <c:pt idx="4699">
                  <c:v>43472</c:v>
                </c:pt>
                <c:pt idx="4700">
                  <c:v>43473</c:v>
                </c:pt>
                <c:pt idx="4701">
                  <c:v>43474</c:v>
                </c:pt>
                <c:pt idx="4702">
                  <c:v>43475</c:v>
                </c:pt>
                <c:pt idx="4703">
                  <c:v>43476</c:v>
                </c:pt>
                <c:pt idx="4704">
                  <c:v>43479</c:v>
                </c:pt>
                <c:pt idx="4705">
                  <c:v>43480</c:v>
                </c:pt>
                <c:pt idx="4706">
                  <c:v>43481</c:v>
                </c:pt>
                <c:pt idx="4707">
                  <c:v>43482</c:v>
                </c:pt>
                <c:pt idx="4708">
                  <c:v>43483</c:v>
                </c:pt>
                <c:pt idx="4709">
                  <c:v>43486</c:v>
                </c:pt>
                <c:pt idx="4710">
                  <c:v>43487</c:v>
                </c:pt>
                <c:pt idx="4711">
                  <c:v>43488</c:v>
                </c:pt>
                <c:pt idx="4712">
                  <c:v>43489</c:v>
                </c:pt>
                <c:pt idx="4713">
                  <c:v>43490</c:v>
                </c:pt>
                <c:pt idx="4714">
                  <c:v>43493</c:v>
                </c:pt>
                <c:pt idx="4715">
                  <c:v>43494</c:v>
                </c:pt>
                <c:pt idx="4716">
                  <c:v>43495</c:v>
                </c:pt>
                <c:pt idx="4717">
                  <c:v>43496</c:v>
                </c:pt>
                <c:pt idx="4718">
                  <c:v>43497</c:v>
                </c:pt>
                <c:pt idx="4719">
                  <c:v>43500</c:v>
                </c:pt>
                <c:pt idx="4720">
                  <c:v>43501</c:v>
                </c:pt>
                <c:pt idx="4721">
                  <c:v>43502</c:v>
                </c:pt>
                <c:pt idx="4722">
                  <c:v>43503</c:v>
                </c:pt>
                <c:pt idx="4723">
                  <c:v>43504</c:v>
                </c:pt>
                <c:pt idx="4724">
                  <c:v>43507</c:v>
                </c:pt>
                <c:pt idx="4725">
                  <c:v>43508</c:v>
                </c:pt>
                <c:pt idx="4726">
                  <c:v>43509</c:v>
                </c:pt>
                <c:pt idx="4727">
                  <c:v>43510</c:v>
                </c:pt>
                <c:pt idx="4728">
                  <c:v>43511</c:v>
                </c:pt>
                <c:pt idx="4729">
                  <c:v>43514</c:v>
                </c:pt>
                <c:pt idx="4730">
                  <c:v>43515</c:v>
                </c:pt>
                <c:pt idx="4731">
                  <c:v>43516</c:v>
                </c:pt>
                <c:pt idx="4732">
                  <c:v>43517</c:v>
                </c:pt>
                <c:pt idx="4733">
                  <c:v>43518</c:v>
                </c:pt>
                <c:pt idx="4734">
                  <c:v>43521</c:v>
                </c:pt>
                <c:pt idx="4735">
                  <c:v>43522</c:v>
                </c:pt>
                <c:pt idx="4736">
                  <c:v>43523</c:v>
                </c:pt>
                <c:pt idx="4737">
                  <c:v>43524</c:v>
                </c:pt>
                <c:pt idx="4738">
                  <c:v>43525</c:v>
                </c:pt>
                <c:pt idx="4739">
                  <c:v>43528</c:v>
                </c:pt>
                <c:pt idx="4740">
                  <c:v>43529</c:v>
                </c:pt>
                <c:pt idx="4741">
                  <c:v>43530</c:v>
                </c:pt>
                <c:pt idx="4742">
                  <c:v>43531</c:v>
                </c:pt>
                <c:pt idx="4743">
                  <c:v>43532</c:v>
                </c:pt>
                <c:pt idx="4744">
                  <c:v>43535</c:v>
                </c:pt>
                <c:pt idx="4745">
                  <c:v>43536</c:v>
                </c:pt>
                <c:pt idx="4746">
                  <c:v>43537</c:v>
                </c:pt>
                <c:pt idx="4747">
                  <c:v>43538</c:v>
                </c:pt>
                <c:pt idx="4748">
                  <c:v>43539</c:v>
                </c:pt>
                <c:pt idx="4749">
                  <c:v>43542</c:v>
                </c:pt>
                <c:pt idx="4750">
                  <c:v>43543</c:v>
                </c:pt>
                <c:pt idx="4751">
                  <c:v>43544</c:v>
                </c:pt>
                <c:pt idx="4752">
                  <c:v>43545</c:v>
                </c:pt>
                <c:pt idx="4753">
                  <c:v>43546</c:v>
                </c:pt>
                <c:pt idx="4754">
                  <c:v>43549</c:v>
                </c:pt>
                <c:pt idx="4755">
                  <c:v>43550</c:v>
                </c:pt>
                <c:pt idx="4756">
                  <c:v>43551</c:v>
                </c:pt>
                <c:pt idx="4757">
                  <c:v>43552</c:v>
                </c:pt>
                <c:pt idx="4758">
                  <c:v>43553</c:v>
                </c:pt>
                <c:pt idx="4759">
                  <c:v>43556</c:v>
                </c:pt>
                <c:pt idx="4760">
                  <c:v>43557</c:v>
                </c:pt>
                <c:pt idx="4761">
                  <c:v>43558</c:v>
                </c:pt>
                <c:pt idx="4762">
                  <c:v>43559</c:v>
                </c:pt>
                <c:pt idx="4763">
                  <c:v>43560</c:v>
                </c:pt>
                <c:pt idx="4764">
                  <c:v>43563</c:v>
                </c:pt>
                <c:pt idx="4765">
                  <c:v>43564</c:v>
                </c:pt>
                <c:pt idx="4766">
                  <c:v>43565</c:v>
                </c:pt>
                <c:pt idx="4767">
                  <c:v>43566</c:v>
                </c:pt>
                <c:pt idx="4768">
                  <c:v>43567</c:v>
                </c:pt>
                <c:pt idx="4769">
                  <c:v>43570</c:v>
                </c:pt>
                <c:pt idx="4770">
                  <c:v>43571</c:v>
                </c:pt>
                <c:pt idx="4771">
                  <c:v>43572</c:v>
                </c:pt>
                <c:pt idx="4772">
                  <c:v>43573</c:v>
                </c:pt>
                <c:pt idx="4773">
                  <c:v>43574</c:v>
                </c:pt>
                <c:pt idx="4774">
                  <c:v>43577</c:v>
                </c:pt>
                <c:pt idx="4775">
                  <c:v>43578</c:v>
                </c:pt>
                <c:pt idx="4776">
                  <c:v>43579</c:v>
                </c:pt>
                <c:pt idx="4777">
                  <c:v>43580</c:v>
                </c:pt>
                <c:pt idx="4778">
                  <c:v>43581</c:v>
                </c:pt>
                <c:pt idx="4779">
                  <c:v>43584</c:v>
                </c:pt>
                <c:pt idx="4780">
                  <c:v>43585</c:v>
                </c:pt>
                <c:pt idx="4781">
                  <c:v>43586</c:v>
                </c:pt>
                <c:pt idx="4782">
                  <c:v>43587</c:v>
                </c:pt>
                <c:pt idx="4783">
                  <c:v>43588</c:v>
                </c:pt>
                <c:pt idx="4784">
                  <c:v>43591</c:v>
                </c:pt>
                <c:pt idx="4785">
                  <c:v>43592</c:v>
                </c:pt>
                <c:pt idx="4786">
                  <c:v>43593</c:v>
                </c:pt>
                <c:pt idx="4787">
                  <c:v>43594</c:v>
                </c:pt>
                <c:pt idx="4788">
                  <c:v>43595</c:v>
                </c:pt>
                <c:pt idx="4789">
                  <c:v>43598</c:v>
                </c:pt>
                <c:pt idx="4790">
                  <c:v>43599</c:v>
                </c:pt>
                <c:pt idx="4791">
                  <c:v>43600</c:v>
                </c:pt>
                <c:pt idx="4792">
                  <c:v>43601</c:v>
                </c:pt>
                <c:pt idx="4793">
                  <c:v>43602</c:v>
                </c:pt>
                <c:pt idx="4794">
                  <c:v>43605</c:v>
                </c:pt>
                <c:pt idx="4795">
                  <c:v>43606</c:v>
                </c:pt>
                <c:pt idx="4796">
                  <c:v>43607</c:v>
                </c:pt>
                <c:pt idx="4797">
                  <c:v>43608</c:v>
                </c:pt>
                <c:pt idx="4798">
                  <c:v>43609</c:v>
                </c:pt>
                <c:pt idx="4799">
                  <c:v>43612</c:v>
                </c:pt>
                <c:pt idx="4800">
                  <c:v>43613</c:v>
                </c:pt>
                <c:pt idx="4801">
                  <c:v>43614</c:v>
                </c:pt>
                <c:pt idx="4802">
                  <c:v>43615</c:v>
                </c:pt>
                <c:pt idx="4803">
                  <c:v>43616</c:v>
                </c:pt>
                <c:pt idx="4804">
                  <c:v>43619</c:v>
                </c:pt>
                <c:pt idx="4805">
                  <c:v>43620</c:v>
                </c:pt>
                <c:pt idx="4806">
                  <c:v>43621</c:v>
                </c:pt>
                <c:pt idx="4807">
                  <c:v>43622</c:v>
                </c:pt>
                <c:pt idx="4808">
                  <c:v>43623</c:v>
                </c:pt>
                <c:pt idx="4809">
                  <c:v>43626</c:v>
                </c:pt>
                <c:pt idx="4810">
                  <c:v>43627</c:v>
                </c:pt>
                <c:pt idx="4811">
                  <c:v>43628</c:v>
                </c:pt>
                <c:pt idx="4812">
                  <c:v>43629</c:v>
                </c:pt>
                <c:pt idx="4813">
                  <c:v>43630</c:v>
                </c:pt>
                <c:pt idx="4814">
                  <c:v>43633</c:v>
                </c:pt>
                <c:pt idx="4815">
                  <c:v>43634</c:v>
                </c:pt>
                <c:pt idx="4816">
                  <c:v>43635</c:v>
                </c:pt>
                <c:pt idx="4817">
                  <c:v>43636</c:v>
                </c:pt>
                <c:pt idx="4818">
                  <c:v>43637</c:v>
                </c:pt>
                <c:pt idx="4819">
                  <c:v>43640</c:v>
                </c:pt>
                <c:pt idx="4820">
                  <c:v>43641</c:v>
                </c:pt>
                <c:pt idx="4821">
                  <c:v>43642</c:v>
                </c:pt>
                <c:pt idx="4822">
                  <c:v>43643</c:v>
                </c:pt>
                <c:pt idx="4823">
                  <c:v>43644</c:v>
                </c:pt>
                <c:pt idx="4824">
                  <c:v>43647</c:v>
                </c:pt>
                <c:pt idx="4825">
                  <c:v>43648</c:v>
                </c:pt>
                <c:pt idx="4826">
                  <c:v>43649</c:v>
                </c:pt>
                <c:pt idx="4827">
                  <c:v>43650</c:v>
                </c:pt>
                <c:pt idx="4828">
                  <c:v>43651</c:v>
                </c:pt>
                <c:pt idx="4829">
                  <c:v>43654</c:v>
                </c:pt>
                <c:pt idx="4830">
                  <c:v>43655</c:v>
                </c:pt>
                <c:pt idx="4831">
                  <c:v>43656</c:v>
                </c:pt>
                <c:pt idx="4832">
                  <c:v>43657</c:v>
                </c:pt>
                <c:pt idx="4833">
                  <c:v>43658</c:v>
                </c:pt>
                <c:pt idx="4834">
                  <c:v>43661</c:v>
                </c:pt>
                <c:pt idx="4835">
                  <c:v>43662</c:v>
                </c:pt>
                <c:pt idx="4836">
                  <c:v>43663</c:v>
                </c:pt>
                <c:pt idx="4837">
                  <c:v>43664</c:v>
                </c:pt>
                <c:pt idx="4838">
                  <c:v>43665</c:v>
                </c:pt>
                <c:pt idx="4839">
                  <c:v>43668</c:v>
                </c:pt>
                <c:pt idx="4840">
                  <c:v>43669</c:v>
                </c:pt>
                <c:pt idx="4841">
                  <c:v>43670</c:v>
                </c:pt>
                <c:pt idx="4842">
                  <c:v>43671</c:v>
                </c:pt>
                <c:pt idx="4843">
                  <c:v>43672</c:v>
                </c:pt>
                <c:pt idx="4844">
                  <c:v>43675</c:v>
                </c:pt>
                <c:pt idx="4845">
                  <c:v>43676</c:v>
                </c:pt>
                <c:pt idx="4846">
                  <c:v>43677</c:v>
                </c:pt>
                <c:pt idx="4847">
                  <c:v>43678</c:v>
                </c:pt>
                <c:pt idx="4848">
                  <c:v>43679</c:v>
                </c:pt>
                <c:pt idx="4849">
                  <c:v>43682</c:v>
                </c:pt>
                <c:pt idx="4850">
                  <c:v>43683</c:v>
                </c:pt>
                <c:pt idx="4851">
                  <c:v>43684</c:v>
                </c:pt>
                <c:pt idx="4852">
                  <c:v>43685</c:v>
                </c:pt>
                <c:pt idx="4853">
                  <c:v>43686</c:v>
                </c:pt>
                <c:pt idx="4854">
                  <c:v>43689</c:v>
                </c:pt>
                <c:pt idx="4855">
                  <c:v>43690</c:v>
                </c:pt>
                <c:pt idx="4856">
                  <c:v>43691</c:v>
                </c:pt>
                <c:pt idx="4857">
                  <c:v>43692</c:v>
                </c:pt>
                <c:pt idx="4858">
                  <c:v>43693</c:v>
                </c:pt>
                <c:pt idx="4859">
                  <c:v>43696</c:v>
                </c:pt>
                <c:pt idx="4860">
                  <c:v>43697</c:v>
                </c:pt>
                <c:pt idx="4861">
                  <c:v>43698</c:v>
                </c:pt>
                <c:pt idx="4862">
                  <c:v>43699</c:v>
                </c:pt>
                <c:pt idx="4863">
                  <c:v>43700</c:v>
                </c:pt>
                <c:pt idx="4864">
                  <c:v>43703</c:v>
                </c:pt>
                <c:pt idx="4865">
                  <c:v>43704</c:v>
                </c:pt>
                <c:pt idx="4866">
                  <c:v>43705</c:v>
                </c:pt>
                <c:pt idx="4867">
                  <c:v>43706</c:v>
                </c:pt>
                <c:pt idx="4868">
                  <c:v>43707</c:v>
                </c:pt>
                <c:pt idx="4869">
                  <c:v>43710</c:v>
                </c:pt>
                <c:pt idx="4870">
                  <c:v>43711</c:v>
                </c:pt>
                <c:pt idx="4871">
                  <c:v>43712</c:v>
                </c:pt>
                <c:pt idx="4872">
                  <c:v>43713</c:v>
                </c:pt>
                <c:pt idx="4873">
                  <c:v>43714</c:v>
                </c:pt>
                <c:pt idx="4874">
                  <c:v>43717</c:v>
                </c:pt>
                <c:pt idx="4875">
                  <c:v>43718</c:v>
                </c:pt>
                <c:pt idx="4876">
                  <c:v>43719</c:v>
                </c:pt>
                <c:pt idx="4877">
                  <c:v>43720</c:v>
                </c:pt>
                <c:pt idx="4878">
                  <c:v>43721</c:v>
                </c:pt>
                <c:pt idx="4879">
                  <c:v>43724</c:v>
                </c:pt>
                <c:pt idx="4880">
                  <c:v>43725</c:v>
                </c:pt>
                <c:pt idx="4881">
                  <c:v>43726</c:v>
                </c:pt>
                <c:pt idx="4882">
                  <c:v>43727</c:v>
                </c:pt>
                <c:pt idx="4883">
                  <c:v>43728</c:v>
                </c:pt>
                <c:pt idx="4884">
                  <c:v>43731</c:v>
                </c:pt>
                <c:pt idx="4885">
                  <c:v>43732</c:v>
                </c:pt>
                <c:pt idx="4886">
                  <c:v>43733</c:v>
                </c:pt>
                <c:pt idx="4887">
                  <c:v>43734</c:v>
                </c:pt>
                <c:pt idx="4888">
                  <c:v>43735</c:v>
                </c:pt>
                <c:pt idx="4889">
                  <c:v>43738</c:v>
                </c:pt>
                <c:pt idx="4890">
                  <c:v>43739</c:v>
                </c:pt>
                <c:pt idx="4891">
                  <c:v>43740</c:v>
                </c:pt>
                <c:pt idx="4892">
                  <c:v>43741</c:v>
                </c:pt>
                <c:pt idx="4893">
                  <c:v>43742</c:v>
                </c:pt>
                <c:pt idx="4894">
                  <c:v>43745</c:v>
                </c:pt>
                <c:pt idx="4895">
                  <c:v>43746</c:v>
                </c:pt>
                <c:pt idx="4896">
                  <c:v>43747</c:v>
                </c:pt>
                <c:pt idx="4897">
                  <c:v>43748</c:v>
                </c:pt>
                <c:pt idx="4898">
                  <c:v>43749</c:v>
                </c:pt>
                <c:pt idx="4899">
                  <c:v>43752</c:v>
                </c:pt>
                <c:pt idx="4900">
                  <c:v>43753</c:v>
                </c:pt>
                <c:pt idx="4901">
                  <c:v>43754</c:v>
                </c:pt>
                <c:pt idx="4902">
                  <c:v>43755</c:v>
                </c:pt>
                <c:pt idx="4903">
                  <c:v>43756</c:v>
                </c:pt>
                <c:pt idx="4904">
                  <c:v>43759</c:v>
                </c:pt>
                <c:pt idx="4905">
                  <c:v>43760</c:v>
                </c:pt>
                <c:pt idx="4906">
                  <c:v>43761</c:v>
                </c:pt>
                <c:pt idx="4907">
                  <c:v>43762</c:v>
                </c:pt>
                <c:pt idx="4908">
                  <c:v>43763</c:v>
                </c:pt>
                <c:pt idx="4909">
                  <c:v>43766</c:v>
                </c:pt>
                <c:pt idx="4910">
                  <c:v>43767</c:v>
                </c:pt>
                <c:pt idx="4911">
                  <c:v>43768</c:v>
                </c:pt>
                <c:pt idx="4912">
                  <c:v>43769</c:v>
                </c:pt>
                <c:pt idx="4913">
                  <c:v>43770</c:v>
                </c:pt>
                <c:pt idx="4914">
                  <c:v>43773</c:v>
                </c:pt>
                <c:pt idx="4915">
                  <c:v>43774</c:v>
                </c:pt>
                <c:pt idx="4916">
                  <c:v>43775</c:v>
                </c:pt>
                <c:pt idx="4917">
                  <c:v>43776</c:v>
                </c:pt>
                <c:pt idx="4918">
                  <c:v>43777</c:v>
                </c:pt>
                <c:pt idx="4919">
                  <c:v>43780</c:v>
                </c:pt>
                <c:pt idx="4920">
                  <c:v>43781</c:v>
                </c:pt>
                <c:pt idx="4921">
                  <c:v>43782</c:v>
                </c:pt>
                <c:pt idx="4922">
                  <c:v>43783</c:v>
                </c:pt>
                <c:pt idx="4923">
                  <c:v>43784</c:v>
                </c:pt>
                <c:pt idx="4924">
                  <c:v>43787</c:v>
                </c:pt>
                <c:pt idx="4925">
                  <c:v>43788</c:v>
                </c:pt>
                <c:pt idx="4926">
                  <c:v>43789</c:v>
                </c:pt>
                <c:pt idx="4927">
                  <c:v>43790</c:v>
                </c:pt>
                <c:pt idx="4928">
                  <c:v>43791</c:v>
                </c:pt>
                <c:pt idx="4929">
                  <c:v>43794</c:v>
                </c:pt>
                <c:pt idx="4930">
                  <c:v>43795</c:v>
                </c:pt>
                <c:pt idx="4931">
                  <c:v>43796</c:v>
                </c:pt>
                <c:pt idx="4932">
                  <c:v>43797</c:v>
                </c:pt>
                <c:pt idx="4933">
                  <c:v>43798</c:v>
                </c:pt>
                <c:pt idx="4934">
                  <c:v>43801</c:v>
                </c:pt>
                <c:pt idx="4935">
                  <c:v>43802</c:v>
                </c:pt>
                <c:pt idx="4936">
                  <c:v>43803</c:v>
                </c:pt>
                <c:pt idx="4937">
                  <c:v>43804</c:v>
                </c:pt>
                <c:pt idx="4938">
                  <c:v>43805</c:v>
                </c:pt>
                <c:pt idx="4939">
                  <c:v>43808</c:v>
                </c:pt>
                <c:pt idx="4940">
                  <c:v>43809</c:v>
                </c:pt>
                <c:pt idx="4941">
                  <c:v>43810</c:v>
                </c:pt>
                <c:pt idx="4942">
                  <c:v>43811</c:v>
                </c:pt>
                <c:pt idx="4943">
                  <c:v>43812</c:v>
                </c:pt>
                <c:pt idx="4944">
                  <c:v>43815</c:v>
                </c:pt>
                <c:pt idx="4945">
                  <c:v>43816</c:v>
                </c:pt>
                <c:pt idx="4946">
                  <c:v>43817</c:v>
                </c:pt>
                <c:pt idx="4947">
                  <c:v>43818</c:v>
                </c:pt>
                <c:pt idx="4948">
                  <c:v>43819</c:v>
                </c:pt>
                <c:pt idx="4949">
                  <c:v>43822</c:v>
                </c:pt>
                <c:pt idx="4950">
                  <c:v>43823</c:v>
                </c:pt>
                <c:pt idx="4951">
                  <c:v>43824</c:v>
                </c:pt>
                <c:pt idx="4952">
                  <c:v>43825</c:v>
                </c:pt>
                <c:pt idx="4953">
                  <c:v>43826</c:v>
                </c:pt>
                <c:pt idx="4954">
                  <c:v>43829</c:v>
                </c:pt>
                <c:pt idx="4955">
                  <c:v>43830</c:v>
                </c:pt>
                <c:pt idx="4956">
                  <c:v>43831</c:v>
                </c:pt>
                <c:pt idx="4957">
                  <c:v>43832</c:v>
                </c:pt>
                <c:pt idx="4958">
                  <c:v>43833</c:v>
                </c:pt>
                <c:pt idx="4959">
                  <c:v>43836</c:v>
                </c:pt>
                <c:pt idx="4960">
                  <c:v>43837</c:v>
                </c:pt>
                <c:pt idx="4961">
                  <c:v>43838</c:v>
                </c:pt>
                <c:pt idx="4962">
                  <c:v>43839</c:v>
                </c:pt>
                <c:pt idx="4963">
                  <c:v>43840</c:v>
                </c:pt>
                <c:pt idx="4964">
                  <c:v>43843</c:v>
                </c:pt>
                <c:pt idx="4965">
                  <c:v>43844</c:v>
                </c:pt>
                <c:pt idx="4966">
                  <c:v>43845</c:v>
                </c:pt>
                <c:pt idx="4967">
                  <c:v>43846</c:v>
                </c:pt>
                <c:pt idx="4968">
                  <c:v>43847</c:v>
                </c:pt>
                <c:pt idx="4969">
                  <c:v>43850</c:v>
                </c:pt>
                <c:pt idx="4970">
                  <c:v>43851</c:v>
                </c:pt>
                <c:pt idx="4971">
                  <c:v>43852</c:v>
                </c:pt>
                <c:pt idx="4972">
                  <c:v>43853</c:v>
                </c:pt>
                <c:pt idx="4973">
                  <c:v>43854</c:v>
                </c:pt>
                <c:pt idx="4974">
                  <c:v>43857</c:v>
                </c:pt>
                <c:pt idx="4975">
                  <c:v>43858</c:v>
                </c:pt>
                <c:pt idx="4976">
                  <c:v>43859</c:v>
                </c:pt>
                <c:pt idx="4977">
                  <c:v>43860</c:v>
                </c:pt>
                <c:pt idx="4978">
                  <c:v>43861</c:v>
                </c:pt>
                <c:pt idx="4979">
                  <c:v>43864</c:v>
                </c:pt>
                <c:pt idx="4980">
                  <c:v>43865</c:v>
                </c:pt>
                <c:pt idx="4981">
                  <c:v>43866</c:v>
                </c:pt>
                <c:pt idx="4982">
                  <c:v>43867</c:v>
                </c:pt>
                <c:pt idx="4983">
                  <c:v>43868</c:v>
                </c:pt>
                <c:pt idx="4984">
                  <c:v>43871</c:v>
                </c:pt>
                <c:pt idx="4985">
                  <c:v>43872</c:v>
                </c:pt>
                <c:pt idx="4986">
                  <c:v>43873</c:v>
                </c:pt>
                <c:pt idx="4987">
                  <c:v>43874</c:v>
                </c:pt>
                <c:pt idx="4988">
                  <c:v>43875</c:v>
                </c:pt>
                <c:pt idx="4989">
                  <c:v>43878</c:v>
                </c:pt>
                <c:pt idx="4990">
                  <c:v>43879</c:v>
                </c:pt>
                <c:pt idx="4991">
                  <c:v>43880</c:v>
                </c:pt>
                <c:pt idx="4992">
                  <c:v>43881</c:v>
                </c:pt>
                <c:pt idx="4993">
                  <c:v>43882</c:v>
                </c:pt>
                <c:pt idx="4994">
                  <c:v>43885</c:v>
                </c:pt>
                <c:pt idx="4995">
                  <c:v>43886</c:v>
                </c:pt>
                <c:pt idx="4996">
                  <c:v>43887</c:v>
                </c:pt>
                <c:pt idx="4997">
                  <c:v>43888</c:v>
                </c:pt>
                <c:pt idx="4998">
                  <c:v>43889</c:v>
                </c:pt>
                <c:pt idx="4999">
                  <c:v>43892</c:v>
                </c:pt>
                <c:pt idx="5000">
                  <c:v>43893</c:v>
                </c:pt>
                <c:pt idx="5001">
                  <c:v>43894</c:v>
                </c:pt>
                <c:pt idx="5002">
                  <c:v>43895</c:v>
                </c:pt>
                <c:pt idx="5003">
                  <c:v>43896</c:v>
                </c:pt>
                <c:pt idx="5004">
                  <c:v>43899</c:v>
                </c:pt>
                <c:pt idx="5005">
                  <c:v>43900</c:v>
                </c:pt>
                <c:pt idx="5006">
                  <c:v>43901</c:v>
                </c:pt>
                <c:pt idx="5007">
                  <c:v>43902</c:v>
                </c:pt>
                <c:pt idx="5008">
                  <c:v>43903</c:v>
                </c:pt>
                <c:pt idx="5009">
                  <c:v>43906</c:v>
                </c:pt>
                <c:pt idx="5010">
                  <c:v>43907</c:v>
                </c:pt>
                <c:pt idx="5011">
                  <c:v>43908</c:v>
                </c:pt>
                <c:pt idx="5012">
                  <c:v>43909</c:v>
                </c:pt>
                <c:pt idx="5013">
                  <c:v>43910</c:v>
                </c:pt>
                <c:pt idx="5014">
                  <c:v>43913</c:v>
                </c:pt>
                <c:pt idx="5015">
                  <c:v>43914</c:v>
                </c:pt>
                <c:pt idx="5016">
                  <c:v>43915</c:v>
                </c:pt>
                <c:pt idx="5017">
                  <c:v>43916</c:v>
                </c:pt>
                <c:pt idx="5018">
                  <c:v>43917</c:v>
                </c:pt>
                <c:pt idx="5019">
                  <c:v>43920</c:v>
                </c:pt>
                <c:pt idx="5020">
                  <c:v>43921</c:v>
                </c:pt>
                <c:pt idx="5021">
                  <c:v>43922</c:v>
                </c:pt>
                <c:pt idx="5022">
                  <c:v>43923</c:v>
                </c:pt>
                <c:pt idx="5023">
                  <c:v>43924</c:v>
                </c:pt>
                <c:pt idx="5024">
                  <c:v>43927</c:v>
                </c:pt>
                <c:pt idx="5025">
                  <c:v>43928</c:v>
                </c:pt>
                <c:pt idx="5026">
                  <c:v>43929</c:v>
                </c:pt>
                <c:pt idx="5027">
                  <c:v>43930</c:v>
                </c:pt>
                <c:pt idx="5028">
                  <c:v>43931</c:v>
                </c:pt>
                <c:pt idx="5029">
                  <c:v>43934</c:v>
                </c:pt>
                <c:pt idx="5030">
                  <c:v>43935</c:v>
                </c:pt>
                <c:pt idx="5031">
                  <c:v>43936</c:v>
                </c:pt>
                <c:pt idx="5032">
                  <c:v>43937</c:v>
                </c:pt>
                <c:pt idx="5033">
                  <c:v>43938</c:v>
                </c:pt>
                <c:pt idx="5034">
                  <c:v>43941</c:v>
                </c:pt>
                <c:pt idx="5035">
                  <c:v>43942</c:v>
                </c:pt>
                <c:pt idx="5036">
                  <c:v>43943</c:v>
                </c:pt>
                <c:pt idx="5037">
                  <c:v>43944</c:v>
                </c:pt>
                <c:pt idx="5038">
                  <c:v>43945</c:v>
                </c:pt>
                <c:pt idx="5039">
                  <c:v>43948</c:v>
                </c:pt>
                <c:pt idx="5040">
                  <c:v>43949</c:v>
                </c:pt>
                <c:pt idx="5041">
                  <c:v>43950</c:v>
                </c:pt>
                <c:pt idx="5042">
                  <c:v>43951</c:v>
                </c:pt>
                <c:pt idx="5043">
                  <c:v>43952</c:v>
                </c:pt>
                <c:pt idx="5044">
                  <c:v>43955</c:v>
                </c:pt>
                <c:pt idx="5045">
                  <c:v>43956</c:v>
                </c:pt>
                <c:pt idx="5046">
                  <c:v>43957</c:v>
                </c:pt>
                <c:pt idx="5047">
                  <c:v>43958</c:v>
                </c:pt>
                <c:pt idx="5048">
                  <c:v>43959</c:v>
                </c:pt>
                <c:pt idx="5049">
                  <c:v>43962</c:v>
                </c:pt>
                <c:pt idx="5050">
                  <c:v>43963</c:v>
                </c:pt>
                <c:pt idx="5051">
                  <c:v>43964</c:v>
                </c:pt>
                <c:pt idx="5052">
                  <c:v>43965</c:v>
                </c:pt>
                <c:pt idx="5053">
                  <c:v>43966</c:v>
                </c:pt>
                <c:pt idx="5054">
                  <c:v>43969</c:v>
                </c:pt>
                <c:pt idx="5055">
                  <c:v>43970</c:v>
                </c:pt>
                <c:pt idx="5056">
                  <c:v>43971</c:v>
                </c:pt>
                <c:pt idx="5057">
                  <c:v>43972</c:v>
                </c:pt>
                <c:pt idx="5058">
                  <c:v>43973</c:v>
                </c:pt>
                <c:pt idx="5059">
                  <c:v>43976</c:v>
                </c:pt>
                <c:pt idx="5060">
                  <c:v>43977</c:v>
                </c:pt>
                <c:pt idx="5061">
                  <c:v>43978</c:v>
                </c:pt>
                <c:pt idx="5062">
                  <c:v>43979</c:v>
                </c:pt>
                <c:pt idx="5063">
                  <c:v>43980</c:v>
                </c:pt>
                <c:pt idx="5064">
                  <c:v>43983</c:v>
                </c:pt>
                <c:pt idx="5065">
                  <c:v>43984</c:v>
                </c:pt>
                <c:pt idx="5066">
                  <c:v>43985</c:v>
                </c:pt>
                <c:pt idx="5067">
                  <c:v>43986</c:v>
                </c:pt>
                <c:pt idx="5068">
                  <c:v>43987</c:v>
                </c:pt>
                <c:pt idx="5069">
                  <c:v>43990</c:v>
                </c:pt>
                <c:pt idx="5070">
                  <c:v>43991</c:v>
                </c:pt>
                <c:pt idx="5071">
                  <c:v>43992</c:v>
                </c:pt>
                <c:pt idx="5072">
                  <c:v>43993</c:v>
                </c:pt>
                <c:pt idx="5073">
                  <c:v>43994</c:v>
                </c:pt>
                <c:pt idx="5074">
                  <c:v>43997</c:v>
                </c:pt>
                <c:pt idx="5075">
                  <c:v>43998</c:v>
                </c:pt>
                <c:pt idx="5076">
                  <c:v>43999</c:v>
                </c:pt>
                <c:pt idx="5077">
                  <c:v>44000</c:v>
                </c:pt>
                <c:pt idx="5078">
                  <c:v>44001</c:v>
                </c:pt>
                <c:pt idx="5079">
                  <c:v>44004</c:v>
                </c:pt>
                <c:pt idx="5080">
                  <c:v>44005</c:v>
                </c:pt>
                <c:pt idx="5081">
                  <c:v>44006</c:v>
                </c:pt>
                <c:pt idx="5082">
                  <c:v>44007</c:v>
                </c:pt>
                <c:pt idx="5083">
                  <c:v>44008</c:v>
                </c:pt>
                <c:pt idx="5084">
                  <c:v>44011</c:v>
                </c:pt>
                <c:pt idx="5085">
                  <c:v>44012</c:v>
                </c:pt>
                <c:pt idx="5086">
                  <c:v>44013</c:v>
                </c:pt>
                <c:pt idx="5087">
                  <c:v>44014</c:v>
                </c:pt>
                <c:pt idx="5088">
                  <c:v>44015</c:v>
                </c:pt>
                <c:pt idx="5089">
                  <c:v>44018</c:v>
                </c:pt>
                <c:pt idx="5090">
                  <c:v>44019</c:v>
                </c:pt>
                <c:pt idx="5091">
                  <c:v>44020</c:v>
                </c:pt>
                <c:pt idx="5092">
                  <c:v>44021</c:v>
                </c:pt>
                <c:pt idx="5093">
                  <c:v>44022</c:v>
                </c:pt>
                <c:pt idx="5094">
                  <c:v>44025</c:v>
                </c:pt>
                <c:pt idx="5095">
                  <c:v>44026</c:v>
                </c:pt>
                <c:pt idx="5096">
                  <c:v>44027</c:v>
                </c:pt>
                <c:pt idx="5097">
                  <c:v>44028</c:v>
                </c:pt>
                <c:pt idx="5098">
                  <c:v>44029</c:v>
                </c:pt>
                <c:pt idx="5099">
                  <c:v>44032</c:v>
                </c:pt>
                <c:pt idx="5100">
                  <c:v>44033</c:v>
                </c:pt>
                <c:pt idx="5101">
                  <c:v>44034</c:v>
                </c:pt>
                <c:pt idx="5102">
                  <c:v>44035</c:v>
                </c:pt>
                <c:pt idx="5103">
                  <c:v>44036</c:v>
                </c:pt>
                <c:pt idx="5104">
                  <c:v>44039</c:v>
                </c:pt>
                <c:pt idx="5105">
                  <c:v>44040</c:v>
                </c:pt>
                <c:pt idx="5106">
                  <c:v>44041</c:v>
                </c:pt>
                <c:pt idx="5107">
                  <c:v>44042</c:v>
                </c:pt>
                <c:pt idx="5108">
                  <c:v>44043</c:v>
                </c:pt>
                <c:pt idx="5109">
                  <c:v>44046</c:v>
                </c:pt>
                <c:pt idx="5110">
                  <c:v>44047</c:v>
                </c:pt>
                <c:pt idx="5111">
                  <c:v>44048</c:v>
                </c:pt>
                <c:pt idx="5112">
                  <c:v>44049</c:v>
                </c:pt>
                <c:pt idx="5113">
                  <c:v>44050</c:v>
                </c:pt>
                <c:pt idx="5114">
                  <c:v>44053</c:v>
                </c:pt>
                <c:pt idx="5115">
                  <c:v>44054</c:v>
                </c:pt>
                <c:pt idx="5116">
                  <c:v>44055</c:v>
                </c:pt>
                <c:pt idx="5117">
                  <c:v>44056</c:v>
                </c:pt>
                <c:pt idx="5118">
                  <c:v>44057</c:v>
                </c:pt>
                <c:pt idx="5119">
                  <c:v>44060</c:v>
                </c:pt>
                <c:pt idx="5120">
                  <c:v>44061</c:v>
                </c:pt>
                <c:pt idx="5121">
                  <c:v>44062</c:v>
                </c:pt>
                <c:pt idx="5122">
                  <c:v>44063</c:v>
                </c:pt>
                <c:pt idx="5123">
                  <c:v>44064</c:v>
                </c:pt>
                <c:pt idx="5124">
                  <c:v>44067</c:v>
                </c:pt>
                <c:pt idx="5125">
                  <c:v>44068</c:v>
                </c:pt>
                <c:pt idx="5126">
                  <c:v>44069</c:v>
                </c:pt>
                <c:pt idx="5127">
                  <c:v>44070</c:v>
                </c:pt>
                <c:pt idx="5128">
                  <c:v>44071</c:v>
                </c:pt>
                <c:pt idx="5129">
                  <c:v>44074</c:v>
                </c:pt>
                <c:pt idx="5130">
                  <c:v>44075</c:v>
                </c:pt>
                <c:pt idx="5131">
                  <c:v>44076</c:v>
                </c:pt>
                <c:pt idx="5132">
                  <c:v>44077</c:v>
                </c:pt>
                <c:pt idx="5133">
                  <c:v>44078</c:v>
                </c:pt>
                <c:pt idx="5134">
                  <c:v>44081</c:v>
                </c:pt>
                <c:pt idx="5135">
                  <c:v>44082</c:v>
                </c:pt>
                <c:pt idx="5136">
                  <c:v>44083</c:v>
                </c:pt>
                <c:pt idx="5137">
                  <c:v>44084</c:v>
                </c:pt>
                <c:pt idx="5138">
                  <c:v>44085</c:v>
                </c:pt>
                <c:pt idx="5139">
                  <c:v>44088</c:v>
                </c:pt>
                <c:pt idx="5140">
                  <c:v>44089</c:v>
                </c:pt>
                <c:pt idx="5141">
                  <c:v>44090</c:v>
                </c:pt>
                <c:pt idx="5142">
                  <c:v>44091</c:v>
                </c:pt>
                <c:pt idx="5143">
                  <c:v>44092</c:v>
                </c:pt>
                <c:pt idx="5144">
                  <c:v>44095</c:v>
                </c:pt>
                <c:pt idx="5145">
                  <c:v>44096</c:v>
                </c:pt>
                <c:pt idx="5146">
                  <c:v>44097</c:v>
                </c:pt>
                <c:pt idx="5147">
                  <c:v>44098</c:v>
                </c:pt>
                <c:pt idx="5148">
                  <c:v>44099</c:v>
                </c:pt>
                <c:pt idx="5149">
                  <c:v>44102</c:v>
                </c:pt>
                <c:pt idx="5150">
                  <c:v>44103</c:v>
                </c:pt>
                <c:pt idx="5151">
                  <c:v>44104</c:v>
                </c:pt>
                <c:pt idx="5152">
                  <c:v>44105</c:v>
                </c:pt>
                <c:pt idx="5153">
                  <c:v>44106</c:v>
                </c:pt>
                <c:pt idx="5154">
                  <c:v>44109</c:v>
                </c:pt>
                <c:pt idx="5155">
                  <c:v>44110</c:v>
                </c:pt>
                <c:pt idx="5156">
                  <c:v>44111</c:v>
                </c:pt>
                <c:pt idx="5157">
                  <c:v>44112</c:v>
                </c:pt>
                <c:pt idx="5158">
                  <c:v>44113</c:v>
                </c:pt>
                <c:pt idx="5159">
                  <c:v>44116</c:v>
                </c:pt>
                <c:pt idx="5160">
                  <c:v>44117</c:v>
                </c:pt>
                <c:pt idx="5161">
                  <c:v>44118</c:v>
                </c:pt>
                <c:pt idx="5162">
                  <c:v>44119</c:v>
                </c:pt>
                <c:pt idx="5163">
                  <c:v>44120</c:v>
                </c:pt>
                <c:pt idx="5164">
                  <c:v>44123</c:v>
                </c:pt>
                <c:pt idx="5165">
                  <c:v>44124</c:v>
                </c:pt>
                <c:pt idx="5166">
                  <c:v>44125</c:v>
                </c:pt>
                <c:pt idx="5167">
                  <c:v>44126</c:v>
                </c:pt>
                <c:pt idx="5168">
                  <c:v>44127</c:v>
                </c:pt>
                <c:pt idx="5169">
                  <c:v>44130</c:v>
                </c:pt>
                <c:pt idx="5170">
                  <c:v>44131</c:v>
                </c:pt>
                <c:pt idx="5171">
                  <c:v>44132</c:v>
                </c:pt>
                <c:pt idx="5172">
                  <c:v>44133</c:v>
                </c:pt>
                <c:pt idx="5173">
                  <c:v>44134</c:v>
                </c:pt>
                <c:pt idx="5174">
                  <c:v>44137</c:v>
                </c:pt>
                <c:pt idx="5175">
                  <c:v>44138</c:v>
                </c:pt>
                <c:pt idx="5176">
                  <c:v>44139</c:v>
                </c:pt>
                <c:pt idx="5177">
                  <c:v>44140</c:v>
                </c:pt>
                <c:pt idx="5178">
                  <c:v>44141</c:v>
                </c:pt>
                <c:pt idx="5179">
                  <c:v>44144</c:v>
                </c:pt>
                <c:pt idx="5180">
                  <c:v>44145</c:v>
                </c:pt>
                <c:pt idx="5181">
                  <c:v>44146</c:v>
                </c:pt>
                <c:pt idx="5182">
                  <c:v>44147</c:v>
                </c:pt>
                <c:pt idx="5183">
                  <c:v>44148</c:v>
                </c:pt>
                <c:pt idx="5184">
                  <c:v>44151</c:v>
                </c:pt>
                <c:pt idx="5185">
                  <c:v>44152</c:v>
                </c:pt>
                <c:pt idx="5186">
                  <c:v>44153</c:v>
                </c:pt>
                <c:pt idx="5187">
                  <c:v>44154</c:v>
                </c:pt>
                <c:pt idx="5188">
                  <c:v>44155</c:v>
                </c:pt>
                <c:pt idx="5189">
                  <c:v>44158</c:v>
                </c:pt>
                <c:pt idx="5190">
                  <c:v>44159</c:v>
                </c:pt>
                <c:pt idx="5191">
                  <c:v>44160</c:v>
                </c:pt>
                <c:pt idx="5192">
                  <c:v>44161</c:v>
                </c:pt>
                <c:pt idx="5193">
                  <c:v>44162</c:v>
                </c:pt>
                <c:pt idx="5194">
                  <c:v>44165</c:v>
                </c:pt>
                <c:pt idx="5195">
                  <c:v>44166</c:v>
                </c:pt>
                <c:pt idx="5196">
                  <c:v>44167</c:v>
                </c:pt>
                <c:pt idx="5197">
                  <c:v>44168</c:v>
                </c:pt>
                <c:pt idx="5198">
                  <c:v>44169</c:v>
                </c:pt>
                <c:pt idx="5199">
                  <c:v>44172</c:v>
                </c:pt>
                <c:pt idx="5200">
                  <c:v>44173</c:v>
                </c:pt>
                <c:pt idx="5201">
                  <c:v>44174</c:v>
                </c:pt>
                <c:pt idx="5202">
                  <c:v>44175</c:v>
                </c:pt>
                <c:pt idx="5203">
                  <c:v>44176</c:v>
                </c:pt>
                <c:pt idx="5204">
                  <c:v>44179</c:v>
                </c:pt>
                <c:pt idx="5205">
                  <c:v>44180</c:v>
                </c:pt>
                <c:pt idx="5206">
                  <c:v>44181</c:v>
                </c:pt>
                <c:pt idx="5207">
                  <c:v>44182</c:v>
                </c:pt>
                <c:pt idx="5208">
                  <c:v>44183</c:v>
                </c:pt>
                <c:pt idx="5209">
                  <c:v>44186</c:v>
                </c:pt>
                <c:pt idx="5210">
                  <c:v>44187</c:v>
                </c:pt>
                <c:pt idx="5211">
                  <c:v>44188</c:v>
                </c:pt>
                <c:pt idx="5212">
                  <c:v>44189</c:v>
                </c:pt>
                <c:pt idx="5213">
                  <c:v>44190</c:v>
                </c:pt>
                <c:pt idx="5214">
                  <c:v>44193</c:v>
                </c:pt>
                <c:pt idx="5215">
                  <c:v>44194</c:v>
                </c:pt>
                <c:pt idx="5216">
                  <c:v>44195</c:v>
                </c:pt>
                <c:pt idx="5217">
                  <c:v>44196</c:v>
                </c:pt>
                <c:pt idx="5218">
                  <c:v>44197</c:v>
                </c:pt>
                <c:pt idx="5219">
                  <c:v>44200</c:v>
                </c:pt>
                <c:pt idx="5220">
                  <c:v>44201</c:v>
                </c:pt>
                <c:pt idx="5221">
                  <c:v>44202</c:v>
                </c:pt>
                <c:pt idx="5222">
                  <c:v>44203</c:v>
                </c:pt>
                <c:pt idx="5223">
                  <c:v>44204</c:v>
                </c:pt>
                <c:pt idx="5224">
                  <c:v>44207</c:v>
                </c:pt>
                <c:pt idx="5225">
                  <c:v>44208</c:v>
                </c:pt>
                <c:pt idx="5226">
                  <c:v>44209</c:v>
                </c:pt>
                <c:pt idx="5227">
                  <c:v>44210</c:v>
                </c:pt>
                <c:pt idx="5228">
                  <c:v>44211</c:v>
                </c:pt>
                <c:pt idx="5229">
                  <c:v>44214</c:v>
                </c:pt>
                <c:pt idx="5230">
                  <c:v>44215</c:v>
                </c:pt>
                <c:pt idx="5231">
                  <c:v>44216</c:v>
                </c:pt>
                <c:pt idx="5232">
                  <c:v>44217</c:v>
                </c:pt>
                <c:pt idx="5233">
                  <c:v>44218</c:v>
                </c:pt>
                <c:pt idx="5234">
                  <c:v>44221</c:v>
                </c:pt>
                <c:pt idx="5235">
                  <c:v>44222</c:v>
                </c:pt>
                <c:pt idx="5236">
                  <c:v>44223</c:v>
                </c:pt>
                <c:pt idx="5237">
                  <c:v>44224</c:v>
                </c:pt>
                <c:pt idx="5238">
                  <c:v>44225</c:v>
                </c:pt>
                <c:pt idx="5239">
                  <c:v>44228</c:v>
                </c:pt>
                <c:pt idx="5240">
                  <c:v>44229</c:v>
                </c:pt>
                <c:pt idx="5241">
                  <c:v>44230</c:v>
                </c:pt>
                <c:pt idx="5242">
                  <c:v>44231</c:v>
                </c:pt>
                <c:pt idx="5243">
                  <c:v>44232</c:v>
                </c:pt>
                <c:pt idx="5244">
                  <c:v>44235</c:v>
                </c:pt>
                <c:pt idx="5245">
                  <c:v>44236</c:v>
                </c:pt>
                <c:pt idx="5246">
                  <c:v>44237</c:v>
                </c:pt>
                <c:pt idx="5247">
                  <c:v>44238</c:v>
                </c:pt>
                <c:pt idx="5248">
                  <c:v>44239</c:v>
                </c:pt>
                <c:pt idx="5249">
                  <c:v>44242</c:v>
                </c:pt>
                <c:pt idx="5250">
                  <c:v>44243</c:v>
                </c:pt>
                <c:pt idx="5251">
                  <c:v>44244</c:v>
                </c:pt>
                <c:pt idx="5252">
                  <c:v>44245</c:v>
                </c:pt>
                <c:pt idx="5253">
                  <c:v>44246</c:v>
                </c:pt>
                <c:pt idx="5254">
                  <c:v>44249</c:v>
                </c:pt>
                <c:pt idx="5255">
                  <c:v>44250</c:v>
                </c:pt>
                <c:pt idx="5256">
                  <c:v>44251</c:v>
                </c:pt>
                <c:pt idx="5257">
                  <c:v>44252</c:v>
                </c:pt>
                <c:pt idx="5258">
                  <c:v>44253</c:v>
                </c:pt>
                <c:pt idx="5259">
                  <c:v>44256</c:v>
                </c:pt>
                <c:pt idx="5260">
                  <c:v>44257</c:v>
                </c:pt>
                <c:pt idx="5261">
                  <c:v>44258</c:v>
                </c:pt>
                <c:pt idx="5262">
                  <c:v>44259</c:v>
                </c:pt>
                <c:pt idx="5263">
                  <c:v>44260</c:v>
                </c:pt>
                <c:pt idx="5264">
                  <c:v>44263</c:v>
                </c:pt>
                <c:pt idx="5265">
                  <c:v>44264</c:v>
                </c:pt>
                <c:pt idx="5266">
                  <c:v>44265</c:v>
                </c:pt>
                <c:pt idx="5267">
                  <c:v>44266</c:v>
                </c:pt>
                <c:pt idx="5268">
                  <c:v>44267</c:v>
                </c:pt>
                <c:pt idx="5269">
                  <c:v>44270</c:v>
                </c:pt>
                <c:pt idx="5270">
                  <c:v>44271</c:v>
                </c:pt>
                <c:pt idx="5271">
                  <c:v>44272</c:v>
                </c:pt>
                <c:pt idx="5272">
                  <c:v>44273</c:v>
                </c:pt>
                <c:pt idx="5273">
                  <c:v>44274</c:v>
                </c:pt>
                <c:pt idx="5274">
                  <c:v>44277</c:v>
                </c:pt>
                <c:pt idx="5275">
                  <c:v>44278</c:v>
                </c:pt>
                <c:pt idx="5276">
                  <c:v>44279</c:v>
                </c:pt>
                <c:pt idx="5277">
                  <c:v>44280</c:v>
                </c:pt>
                <c:pt idx="5278">
                  <c:v>44281</c:v>
                </c:pt>
                <c:pt idx="5279">
                  <c:v>44284</c:v>
                </c:pt>
                <c:pt idx="5280">
                  <c:v>44285</c:v>
                </c:pt>
                <c:pt idx="5281">
                  <c:v>44286</c:v>
                </c:pt>
                <c:pt idx="5282">
                  <c:v>44287</c:v>
                </c:pt>
                <c:pt idx="5283">
                  <c:v>44288</c:v>
                </c:pt>
                <c:pt idx="5284">
                  <c:v>44291</c:v>
                </c:pt>
                <c:pt idx="5285">
                  <c:v>44292</c:v>
                </c:pt>
                <c:pt idx="5286">
                  <c:v>44293</c:v>
                </c:pt>
                <c:pt idx="5287">
                  <c:v>44294</c:v>
                </c:pt>
                <c:pt idx="5288">
                  <c:v>44295</c:v>
                </c:pt>
                <c:pt idx="5289">
                  <c:v>44298</c:v>
                </c:pt>
                <c:pt idx="5290">
                  <c:v>44299</c:v>
                </c:pt>
                <c:pt idx="5291">
                  <c:v>44300</c:v>
                </c:pt>
                <c:pt idx="5292">
                  <c:v>44301</c:v>
                </c:pt>
                <c:pt idx="5293">
                  <c:v>44302</c:v>
                </c:pt>
                <c:pt idx="5294">
                  <c:v>44305</c:v>
                </c:pt>
                <c:pt idx="5295">
                  <c:v>44306</c:v>
                </c:pt>
                <c:pt idx="5296">
                  <c:v>44307</c:v>
                </c:pt>
                <c:pt idx="5297">
                  <c:v>44308</c:v>
                </c:pt>
                <c:pt idx="5298">
                  <c:v>44309</c:v>
                </c:pt>
                <c:pt idx="5299">
                  <c:v>44312</c:v>
                </c:pt>
                <c:pt idx="5300">
                  <c:v>44313</c:v>
                </c:pt>
                <c:pt idx="5301">
                  <c:v>44314</c:v>
                </c:pt>
                <c:pt idx="5302">
                  <c:v>44315</c:v>
                </c:pt>
                <c:pt idx="5303">
                  <c:v>44316</c:v>
                </c:pt>
                <c:pt idx="5304">
                  <c:v>44319</c:v>
                </c:pt>
                <c:pt idx="5305">
                  <c:v>44320</c:v>
                </c:pt>
                <c:pt idx="5306">
                  <c:v>44321</c:v>
                </c:pt>
                <c:pt idx="5307">
                  <c:v>44322</c:v>
                </c:pt>
                <c:pt idx="5308">
                  <c:v>44323</c:v>
                </c:pt>
                <c:pt idx="5309">
                  <c:v>44326</c:v>
                </c:pt>
                <c:pt idx="5310">
                  <c:v>44327</c:v>
                </c:pt>
                <c:pt idx="5311">
                  <c:v>44328</c:v>
                </c:pt>
                <c:pt idx="5312">
                  <c:v>44329</c:v>
                </c:pt>
                <c:pt idx="5313">
                  <c:v>44330</c:v>
                </c:pt>
                <c:pt idx="5314">
                  <c:v>44333</c:v>
                </c:pt>
                <c:pt idx="5315">
                  <c:v>44334</c:v>
                </c:pt>
                <c:pt idx="5316">
                  <c:v>44335</c:v>
                </c:pt>
                <c:pt idx="5317">
                  <c:v>44336</c:v>
                </c:pt>
                <c:pt idx="5318">
                  <c:v>44337</c:v>
                </c:pt>
                <c:pt idx="5319">
                  <c:v>44340</c:v>
                </c:pt>
                <c:pt idx="5320">
                  <c:v>44341</c:v>
                </c:pt>
                <c:pt idx="5321">
                  <c:v>44342</c:v>
                </c:pt>
                <c:pt idx="5322">
                  <c:v>44343</c:v>
                </c:pt>
                <c:pt idx="5323">
                  <c:v>44344</c:v>
                </c:pt>
                <c:pt idx="5324">
                  <c:v>44347</c:v>
                </c:pt>
                <c:pt idx="5325">
                  <c:v>44348</c:v>
                </c:pt>
                <c:pt idx="5326">
                  <c:v>44349</c:v>
                </c:pt>
                <c:pt idx="5327">
                  <c:v>44350</c:v>
                </c:pt>
                <c:pt idx="5328">
                  <c:v>44351</c:v>
                </c:pt>
                <c:pt idx="5329">
                  <c:v>44354</c:v>
                </c:pt>
                <c:pt idx="5330">
                  <c:v>44355</c:v>
                </c:pt>
                <c:pt idx="5331">
                  <c:v>44356</c:v>
                </c:pt>
                <c:pt idx="5332">
                  <c:v>44357</c:v>
                </c:pt>
                <c:pt idx="5333">
                  <c:v>44358</c:v>
                </c:pt>
                <c:pt idx="5334">
                  <c:v>44361</c:v>
                </c:pt>
                <c:pt idx="5335">
                  <c:v>44362</c:v>
                </c:pt>
                <c:pt idx="5336">
                  <c:v>44363</c:v>
                </c:pt>
                <c:pt idx="5337">
                  <c:v>44364</c:v>
                </c:pt>
                <c:pt idx="5338">
                  <c:v>44365</c:v>
                </c:pt>
                <c:pt idx="5339">
                  <c:v>44368</c:v>
                </c:pt>
                <c:pt idx="5340">
                  <c:v>44369</c:v>
                </c:pt>
                <c:pt idx="5341">
                  <c:v>44370</c:v>
                </c:pt>
                <c:pt idx="5342">
                  <c:v>44371</c:v>
                </c:pt>
                <c:pt idx="5343">
                  <c:v>44372</c:v>
                </c:pt>
                <c:pt idx="5344">
                  <c:v>44375</c:v>
                </c:pt>
                <c:pt idx="5345">
                  <c:v>44376</c:v>
                </c:pt>
                <c:pt idx="5346">
                  <c:v>44377</c:v>
                </c:pt>
                <c:pt idx="5347">
                  <c:v>44378</c:v>
                </c:pt>
                <c:pt idx="5348">
                  <c:v>44379</c:v>
                </c:pt>
                <c:pt idx="5349">
                  <c:v>44382</c:v>
                </c:pt>
                <c:pt idx="5350">
                  <c:v>44383</c:v>
                </c:pt>
                <c:pt idx="5351">
                  <c:v>44384</c:v>
                </c:pt>
                <c:pt idx="5352">
                  <c:v>44385</c:v>
                </c:pt>
                <c:pt idx="5353">
                  <c:v>44386</c:v>
                </c:pt>
                <c:pt idx="5354">
                  <c:v>44389</c:v>
                </c:pt>
                <c:pt idx="5355">
                  <c:v>44390</c:v>
                </c:pt>
                <c:pt idx="5356">
                  <c:v>44391</c:v>
                </c:pt>
                <c:pt idx="5357">
                  <c:v>44392</c:v>
                </c:pt>
                <c:pt idx="5358">
                  <c:v>44393</c:v>
                </c:pt>
                <c:pt idx="5359">
                  <c:v>44396</c:v>
                </c:pt>
                <c:pt idx="5360">
                  <c:v>44397</c:v>
                </c:pt>
                <c:pt idx="5361">
                  <c:v>44398</c:v>
                </c:pt>
                <c:pt idx="5362">
                  <c:v>44399</c:v>
                </c:pt>
                <c:pt idx="5363">
                  <c:v>44400</c:v>
                </c:pt>
                <c:pt idx="5364">
                  <c:v>44403</c:v>
                </c:pt>
                <c:pt idx="5365">
                  <c:v>44404</c:v>
                </c:pt>
                <c:pt idx="5366">
                  <c:v>44405</c:v>
                </c:pt>
                <c:pt idx="5367">
                  <c:v>44406</c:v>
                </c:pt>
                <c:pt idx="5368">
                  <c:v>44407</c:v>
                </c:pt>
                <c:pt idx="5369">
                  <c:v>44410</c:v>
                </c:pt>
                <c:pt idx="5370">
                  <c:v>44411</c:v>
                </c:pt>
                <c:pt idx="5371">
                  <c:v>44412</c:v>
                </c:pt>
                <c:pt idx="5372">
                  <c:v>44413</c:v>
                </c:pt>
                <c:pt idx="5373">
                  <c:v>44414</c:v>
                </c:pt>
                <c:pt idx="5374">
                  <c:v>44417</c:v>
                </c:pt>
                <c:pt idx="5375">
                  <c:v>44418</c:v>
                </c:pt>
                <c:pt idx="5376">
                  <c:v>44419</c:v>
                </c:pt>
                <c:pt idx="5377">
                  <c:v>44420</c:v>
                </c:pt>
                <c:pt idx="5378">
                  <c:v>44421</c:v>
                </c:pt>
                <c:pt idx="5379">
                  <c:v>44424</c:v>
                </c:pt>
                <c:pt idx="5380">
                  <c:v>44425</c:v>
                </c:pt>
                <c:pt idx="5381">
                  <c:v>44426</c:v>
                </c:pt>
                <c:pt idx="5382">
                  <c:v>44427</c:v>
                </c:pt>
                <c:pt idx="5383">
                  <c:v>44428</c:v>
                </c:pt>
                <c:pt idx="5384">
                  <c:v>44431</c:v>
                </c:pt>
                <c:pt idx="5385">
                  <c:v>44432</c:v>
                </c:pt>
                <c:pt idx="5386">
                  <c:v>44433</c:v>
                </c:pt>
                <c:pt idx="5387">
                  <c:v>44434</c:v>
                </c:pt>
                <c:pt idx="5388">
                  <c:v>44435</c:v>
                </c:pt>
                <c:pt idx="5389">
                  <c:v>44438</c:v>
                </c:pt>
                <c:pt idx="5390">
                  <c:v>44439</c:v>
                </c:pt>
                <c:pt idx="5391">
                  <c:v>44440</c:v>
                </c:pt>
                <c:pt idx="5392">
                  <c:v>44441</c:v>
                </c:pt>
                <c:pt idx="5393">
                  <c:v>44442</c:v>
                </c:pt>
                <c:pt idx="5394">
                  <c:v>44445</c:v>
                </c:pt>
                <c:pt idx="5395">
                  <c:v>44446</c:v>
                </c:pt>
                <c:pt idx="5396">
                  <c:v>44447</c:v>
                </c:pt>
                <c:pt idx="5397">
                  <c:v>44448</c:v>
                </c:pt>
                <c:pt idx="5398">
                  <c:v>44449</c:v>
                </c:pt>
                <c:pt idx="5399">
                  <c:v>44452</c:v>
                </c:pt>
                <c:pt idx="5400">
                  <c:v>44453</c:v>
                </c:pt>
                <c:pt idx="5401">
                  <c:v>44454</c:v>
                </c:pt>
                <c:pt idx="5402">
                  <c:v>44455</c:v>
                </c:pt>
                <c:pt idx="5403">
                  <c:v>44456</c:v>
                </c:pt>
                <c:pt idx="5404">
                  <c:v>44459</c:v>
                </c:pt>
                <c:pt idx="5405">
                  <c:v>44460</c:v>
                </c:pt>
                <c:pt idx="5406">
                  <c:v>44461</c:v>
                </c:pt>
                <c:pt idx="5407">
                  <c:v>44462</c:v>
                </c:pt>
                <c:pt idx="5408">
                  <c:v>44463</c:v>
                </c:pt>
                <c:pt idx="5409">
                  <c:v>44466</c:v>
                </c:pt>
                <c:pt idx="5410">
                  <c:v>44467</c:v>
                </c:pt>
                <c:pt idx="5411">
                  <c:v>44468</c:v>
                </c:pt>
                <c:pt idx="5412">
                  <c:v>44469</c:v>
                </c:pt>
                <c:pt idx="5413">
                  <c:v>44470</c:v>
                </c:pt>
                <c:pt idx="5414">
                  <c:v>44473</c:v>
                </c:pt>
                <c:pt idx="5415">
                  <c:v>44474</c:v>
                </c:pt>
                <c:pt idx="5416">
                  <c:v>44475</c:v>
                </c:pt>
                <c:pt idx="5417">
                  <c:v>44476</c:v>
                </c:pt>
                <c:pt idx="5418">
                  <c:v>44477</c:v>
                </c:pt>
                <c:pt idx="5419">
                  <c:v>44480</c:v>
                </c:pt>
                <c:pt idx="5420">
                  <c:v>44481</c:v>
                </c:pt>
                <c:pt idx="5421">
                  <c:v>44482</c:v>
                </c:pt>
                <c:pt idx="5422">
                  <c:v>44483</c:v>
                </c:pt>
                <c:pt idx="5423">
                  <c:v>44484</c:v>
                </c:pt>
                <c:pt idx="5424">
                  <c:v>44487</c:v>
                </c:pt>
                <c:pt idx="5425">
                  <c:v>44488</c:v>
                </c:pt>
                <c:pt idx="5426">
                  <c:v>44489</c:v>
                </c:pt>
                <c:pt idx="5427">
                  <c:v>44490</c:v>
                </c:pt>
                <c:pt idx="5428">
                  <c:v>44491</c:v>
                </c:pt>
                <c:pt idx="5429">
                  <c:v>44494</c:v>
                </c:pt>
                <c:pt idx="5430">
                  <c:v>44495</c:v>
                </c:pt>
                <c:pt idx="5431">
                  <c:v>44496</c:v>
                </c:pt>
                <c:pt idx="5432">
                  <c:v>44497</c:v>
                </c:pt>
                <c:pt idx="5433">
                  <c:v>44498</c:v>
                </c:pt>
                <c:pt idx="5434">
                  <c:v>44501</c:v>
                </c:pt>
                <c:pt idx="5435">
                  <c:v>44502</c:v>
                </c:pt>
                <c:pt idx="5436">
                  <c:v>44503</c:v>
                </c:pt>
                <c:pt idx="5437">
                  <c:v>44504</c:v>
                </c:pt>
                <c:pt idx="5438">
                  <c:v>44505</c:v>
                </c:pt>
                <c:pt idx="5439">
                  <c:v>44508</c:v>
                </c:pt>
                <c:pt idx="5440">
                  <c:v>44509</c:v>
                </c:pt>
                <c:pt idx="5441">
                  <c:v>44510</c:v>
                </c:pt>
                <c:pt idx="5442">
                  <c:v>44511</c:v>
                </c:pt>
                <c:pt idx="5443">
                  <c:v>44512</c:v>
                </c:pt>
                <c:pt idx="5444">
                  <c:v>44515</c:v>
                </c:pt>
                <c:pt idx="5445">
                  <c:v>44516</c:v>
                </c:pt>
                <c:pt idx="5446">
                  <c:v>44517</c:v>
                </c:pt>
                <c:pt idx="5447">
                  <c:v>44518</c:v>
                </c:pt>
                <c:pt idx="5448">
                  <c:v>44519</c:v>
                </c:pt>
                <c:pt idx="5449">
                  <c:v>44522</c:v>
                </c:pt>
                <c:pt idx="5450">
                  <c:v>44523</c:v>
                </c:pt>
                <c:pt idx="5451">
                  <c:v>44524</c:v>
                </c:pt>
                <c:pt idx="5452">
                  <c:v>44525</c:v>
                </c:pt>
                <c:pt idx="5453">
                  <c:v>44526</c:v>
                </c:pt>
                <c:pt idx="5454">
                  <c:v>44529</c:v>
                </c:pt>
                <c:pt idx="5455">
                  <c:v>44530</c:v>
                </c:pt>
                <c:pt idx="5456">
                  <c:v>44531</c:v>
                </c:pt>
                <c:pt idx="5457">
                  <c:v>44532</c:v>
                </c:pt>
                <c:pt idx="5458">
                  <c:v>44533</c:v>
                </c:pt>
                <c:pt idx="5459">
                  <c:v>44536</c:v>
                </c:pt>
                <c:pt idx="5460">
                  <c:v>44537</c:v>
                </c:pt>
                <c:pt idx="5461">
                  <c:v>44538</c:v>
                </c:pt>
                <c:pt idx="5462">
                  <c:v>44539</c:v>
                </c:pt>
                <c:pt idx="5463">
                  <c:v>44540</c:v>
                </c:pt>
                <c:pt idx="5464">
                  <c:v>44543</c:v>
                </c:pt>
                <c:pt idx="5465">
                  <c:v>44544</c:v>
                </c:pt>
                <c:pt idx="5466">
                  <c:v>44545</c:v>
                </c:pt>
                <c:pt idx="5467">
                  <c:v>44546</c:v>
                </c:pt>
                <c:pt idx="5468">
                  <c:v>44547</c:v>
                </c:pt>
                <c:pt idx="5469">
                  <c:v>44550</c:v>
                </c:pt>
                <c:pt idx="5470">
                  <c:v>44551</c:v>
                </c:pt>
                <c:pt idx="5471">
                  <c:v>44552</c:v>
                </c:pt>
                <c:pt idx="5472">
                  <c:v>44553</c:v>
                </c:pt>
                <c:pt idx="5473">
                  <c:v>44554</c:v>
                </c:pt>
                <c:pt idx="5474">
                  <c:v>44557</c:v>
                </c:pt>
                <c:pt idx="5475">
                  <c:v>44558</c:v>
                </c:pt>
                <c:pt idx="5476">
                  <c:v>44559</c:v>
                </c:pt>
                <c:pt idx="5477">
                  <c:v>44560</c:v>
                </c:pt>
                <c:pt idx="5478">
                  <c:v>44561</c:v>
                </c:pt>
                <c:pt idx="5479">
                  <c:v>44564</c:v>
                </c:pt>
                <c:pt idx="5480">
                  <c:v>44565</c:v>
                </c:pt>
                <c:pt idx="5481">
                  <c:v>44566</c:v>
                </c:pt>
                <c:pt idx="5482">
                  <c:v>44567</c:v>
                </c:pt>
                <c:pt idx="5483">
                  <c:v>44568</c:v>
                </c:pt>
                <c:pt idx="5484">
                  <c:v>44571</c:v>
                </c:pt>
                <c:pt idx="5485">
                  <c:v>44572</c:v>
                </c:pt>
                <c:pt idx="5486">
                  <c:v>44573</c:v>
                </c:pt>
                <c:pt idx="5487">
                  <c:v>44574</c:v>
                </c:pt>
                <c:pt idx="5488">
                  <c:v>44575</c:v>
                </c:pt>
                <c:pt idx="5489">
                  <c:v>44578</c:v>
                </c:pt>
                <c:pt idx="5490">
                  <c:v>44579</c:v>
                </c:pt>
                <c:pt idx="5491">
                  <c:v>44580</c:v>
                </c:pt>
                <c:pt idx="5492">
                  <c:v>44581</c:v>
                </c:pt>
                <c:pt idx="5493">
                  <c:v>44582</c:v>
                </c:pt>
                <c:pt idx="5494">
                  <c:v>44585</c:v>
                </c:pt>
                <c:pt idx="5495">
                  <c:v>44586</c:v>
                </c:pt>
                <c:pt idx="5496">
                  <c:v>44587</c:v>
                </c:pt>
                <c:pt idx="5497">
                  <c:v>44588</c:v>
                </c:pt>
                <c:pt idx="5498">
                  <c:v>44589</c:v>
                </c:pt>
                <c:pt idx="5499">
                  <c:v>44592</c:v>
                </c:pt>
                <c:pt idx="5500">
                  <c:v>44593</c:v>
                </c:pt>
                <c:pt idx="5501">
                  <c:v>44594</c:v>
                </c:pt>
                <c:pt idx="5502">
                  <c:v>44595</c:v>
                </c:pt>
                <c:pt idx="5503">
                  <c:v>44596</c:v>
                </c:pt>
                <c:pt idx="5504">
                  <c:v>44599</c:v>
                </c:pt>
                <c:pt idx="5505">
                  <c:v>44600</c:v>
                </c:pt>
                <c:pt idx="5506">
                  <c:v>44601</c:v>
                </c:pt>
                <c:pt idx="5507">
                  <c:v>44602</c:v>
                </c:pt>
                <c:pt idx="5508">
                  <c:v>44603</c:v>
                </c:pt>
                <c:pt idx="5509">
                  <c:v>44606</c:v>
                </c:pt>
                <c:pt idx="5510">
                  <c:v>44607</c:v>
                </c:pt>
                <c:pt idx="5511">
                  <c:v>44608</c:v>
                </c:pt>
                <c:pt idx="5512">
                  <c:v>44609</c:v>
                </c:pt>
                <c:pt idx="5513">
                  <c:v>44610</c:v>
                </c:pt>
                <c:pt idx="5514">
                  <c:v>44613</c:v>
                </c:pt>
                <c:pt idx="5515">
                  <c:v>44614</c:v>
                </c:pt>
                <c:pt idx="5516">
                  <c:v>44615</c:v>
                </c:pt>
                <c:pt idx="5517">
                  <c:v>44616</c:v>
                </c:pt>
                <c:pt idx="5518">
                  <c:v>44617</c:v>
                </c:pt>
                <c:pt idx="5519">
                  <c:v>44620</c:v>
                </c:pt>
                <c:pt idx="5520">
                  <c:v>44621</c:v>
                </c:pt>
                <c:pt idx="5521">
                  <c:v>44622</c:v>
                </c:pt>
                <c:pt idx="5522">
                  <c:v>44623</c:v>
                </c:pt>
                <c:pt idx="5523">
                  <c:v>44624</c:v>
                </c:pt>
                <c:pt idx="5524">
                  <c:v>44627</c:v>
                </c:pt>
                <c:pt idx="5525">
                  <c:v>44628</c:v>
                </c:pt>
                <c:pt idx="5526">
                  <c:v>44629</c:v>
                </c:pt>
                <c:pt idx="5527">
                  <c:v>44630</c:v>
                </c:pt>
                <c:pt idx="5528">
                  <c:v>44631</c:v>
                </c:pt>
                <c:pt idx="5529">
                  <c:v>44634</c:v>
                </c:pt>
                <c:pt idx="5530">
                  <c:v>44635</c:v>
                </c:pt>
                <c:pt idx="5531">
                  <c:v>44636</c:v>
                </c:pt>
                <c:pt idx="5532">
                  <c:v>44637</c:v>
                </c:pt>
                <c:pt idx="5533">
                  <c:v>44638</c:v>
                </c:pt>
                <c:pt idx="5534">
                  <c:v>44641</c:v>
                </c:pt>
                <c:pt idx="5535">
                  <c:v>44642</c:v>
                </c:pt>
                <c:pt idx="5536">
                  <c:v>44643</c:v>
                </c:pt>
                <c:pt idx="5537">
                  <c:v>44644</c:v>
                </c:pt>
                <c:pt idx="5538">
                  <c:v>44645</c:v>
                </c:pt>
                <c:pt idx="5539">
                  <c:v>44648</c:v>
                </c:pt>
                <c:pt idx="5540">
                  <c:v>44649</c:v>
                </c:pt>
                <c:pt idx="5541">
                  <c:v>44650</c:v>
                </c:pt>
                <c:pt idx="5542">
                  <c:v>44651</c:v>
                </c:pt>
                <c:pt idx="5543">
                  <c:v>44652</c:v>
                </c:pt>
                <c:pt idx="5544">
                  <c:v>44655</c:v>
                </c:pt>
                <c:pt idx="5545">
                  <c:v>44656</c:v>
                </c:pt>
                <c:pt idx="5546">
                  <c:v>44657</c:v>
                </c:pt>
                <c:pt idx="5547">
                  <c:v>44658</c:v>
                </c:pt>
                <c:pt idx="5548">
                  <c:v>44659</c:v>
                </c:pt>
                <c:pt idx="5549">
                  <c:v>44662</c:v>
                </c:pt>
                <c:pt idx="5550">
                  <c:v>44663</c:v>
                </c:pt>
                <c:pt idx="5551">
                  <c:v>44664</c:v>
                </c:pt>
                <c:pt idx="5552">
                  <c:v>44665</c:v>
                </c:pt>
                <c:pt idx="5553">
                  <c:v>44666</c:v>
                </c:pt>
                <c:pt idx="5554">
                  <c:v>44669</c:v>
                </c:pt>
                <c:pt idx="5555">
                  <c:v>44670</c:v>
                </c:pt>
                <c:pt idx="5556">
                  <c:v>44671</c:v>
                </c:pt>
                <c:pt idx="5557">
                  <c:v>44672</c:v>
                </c:pt>
                <c:pt idx="5558">
                  <c:v>44673</c:v>
                </c:pt>
                <c:pt idx="5559">
                  <c:v>44676</c:v>
                </c:pt>
                <c:pt idx="5560">
                  <c:v>44677</c:v>
                </c:pt>
                <c:pt idx="5561">
                  <c:v>44678</c:v>
                </c:pt>
                <c:pt idx="5562">
                  <c:v>44679</c:v>
                </c:pt>
                <c:pt idx="5563">
                  <c:v>44680</c:v>
                </c:pt>
                <c:pt idx="5564">
                  <c:v>44683</c:v>
                </c:pt>
                <c:pt idx="5565">
                  <c:v>44684</c:v>
                </c:pt>
                <c:pt idx="5566">
                  <c:v>44685</c:v>
                </c:pt>
                <c:pt idx="5567">
                  <c:v>44686</c:v>
                </c:pt>
                <c:pt idx="5568">
                  <c:v>44687</c:v>
                </c:pt>
                <c:pt idx="5569">
                  <c:v>44690</c:v>
                </c:pt>
                <c:pt idx="5570">
                  <c:v>44691</c:v>
                </c:pt>
                <c:pt idx="5571">
                  <c:v>44692</c:v>
                </c:pt>
                <c:pt idx="5572">
                  <c:v>44693</c:v>
                </c:pt>
                <c:pt idx="5573">
                  <c:v>44694</c:v>
                </c:pt>
                <c:pt idx="5574">
                  <c:v>44697</c:v>
                </c:pt>
                <c:pt idx="5575">
                  <c:v>44698</c:v>
                </c:pt>
                <c:pt idx="5576">
                  <c:v>44699</c:v>
                </c:pt>
                <c:pt idx="5577">
                  <c:v>44700</c:v>
                </c:pt>
                <c:pt idx="5578">
                  <c:v>44701</c:v>
                </c:pt>
                <c:pt idx="5579">
                  <c:v>44704</c:v>
                </c:pt>
                <c:pt idx="5580">
                  <c:v>44705</c:v>
                </c:pt>
                <c:pt idx="5581">
                  <c:v>44706</c:v>
                </c:pt>
                <c:pt idx="5582">
                  <c:v>44707</c:v>
                </c:pt>
                <c:pt idx="5583">
                  <c:v>44708</c:v>
                </c:pt>
                <c:pt idx="5584">
                  <c:v>44711</c:v>
                </c:pt>
                <c:pt idx="5585">
                  <c:v>44712</c:v>
                </c:pt>
                <c:pt idx="5586">
                  <c:v>44713</c:v>
                </c:pt>
                <c:pt idx="5587">
                  <c:v>44714</c:v>
                </c:pt>
                <c:pt idx="5588">
                  <c:v>44715</c:v>
                </c:pt>
                <c:pt idx="5589">
                  <c:v>44718</c:v>
                </c:pt>
                <c:pt idx="5590">
                  <c:v>44719</c:v>
                </c:pt>
                <c:pt idx="5591">
                  <c:v>44720</c:v>
                </c:pt>
                <c:pt idx="5592">
                  <c:v>44721</c:v>
                </c:pt>
                <c:pt idx="5593">
                  <c:v>44722</c:v>
                </c:pt>
                <c:pt idx="5594">
                  <c:v>44725</c:v>
                </c:pt>
                <c:pt idx="5595">
                  <c:v>44726</c:v>
                </c:pt>
                <c:pt idx="5596">
                  <c:v>44727</c:v>
                </c:pt>
                <c:pt idx="5597">
                  <c:v>44728</c:v>
                </c:pt>
                <c:pt idx="5598">
                  <c:v>44729</c:v>
                </c:pt>
                <c:pt idx="5599">
                  <c:v>44732</c:v>
                </c:pt>
                <c:pt idx="5600">
                  <c:v>44733</c:v>
                </c:pt>
                <c:pt idx="5601">
                  <c:v>44734</c:v>
                </c:pt>
                <c:pt idx="5602">
                  <c:v>44735</c:v>
                </c:pt>
                <c:pt idx="5603">
                  <c:v>44736</c:v>
                </c:pt>
                <c:pt idx="5604">
                  <c:v>44739</c:v>
                </c:pt>
                <c:pt idx="5605">
                  <c:v>44740</c:v>
                </c:pt>
                <c:pt idx="5606">
                  <c:v>44741</c:v>
                </c:pt>
                <c:pt idx="5607">
                  <c:v>44742</c:v>
                </c:pt>
                <c:pt idx="5608">
                  <c:v>44743</c:v>
                </c:pt>
                <c:pt idx="5609">
                  <c:v>44746</c:v>
                </c:pt>
                <c:pt idx="5610">
                  <c:v>44747</c:v>
                </c:pt>
                <c:pt idx="5611">
                  <c:v>44748</c:v>
                </c:pt>
                <c:pt idx="5612">
                  <c:v>44749</c:v>
                </c:pt>
                <c:pt idx="5613">
                  <c:v>44750</c:v>
                </c:pt>
                <c:pt idx="5614">
                  <c:v>44753</c:v>
                </c:pt>
                <c:pt idx="5615">
                  <c:v>44754</c:v>
                </c:pt>
                <c:pt idx="5616">
                  <c:v>44755</c:v>
                </c:pt>
                <c:pt idx="5617">
                  <c:v>44756</c:v>
                </c:pt>
                <c:pt idx="5618">
                  <c:v>44757</c:v>
                </c:pt>
                <c:pt idx="5619">
                  <c:v>44760</c:v>
                </c:pt>
                <c:pt idx="5620">
                  <c:v>44761</c:v>
                </c:pt>
                <c:pt idx="5621">
                  <c:v>44762</c:v>
                </c:pt>
                <c:pt idx="5622">
                  <c:v>44763</c:v>
                </c:pt>
                <c:pt idx="5623">
                  <c:v>44764</c:v>
                </c:pt>
                <c:pt idx="5624">
                  <c:v>44767</c:v>
                </c:pt>
                <c:pt idx="5625">
                  <c:v>44768</c:v>
                </c:pt>
                <c:pt idx="5626">
                  <c:v>44769</c:v>
                </c:pt>
                <c:pt idx="5627">
                  <c:v>44770</c:v>
                </c:pt>
                <c:pt idx="5628">
                  <c:v>44771</c:v>
                </c:pt>
                <c:pt idx="5629">
                  <c:v>44774</c:v>
                </c:pt>
                <c:pt idx="5630">
                  <c:v>44775</c:v>
                </c:pt>
                <c:pt idx="5631">
                  <c:v>44776</c:v>
                </c:pt>
                <c:pt idx="5632">
                  <c:v>44777</c:v>
                </c:pt>
                <c:pt idx="5633">
                  <c:v>44778</c:v>
                </c:pt>
                <c:pt idx="5634">
                  <c:v>44781</c:v>
                </c:pt>
                <c:pt idx="5635">
                  <c:v>44782</c:v>
                </c:pt>
                <c:pt idx="5636">
                  <c:v>44783</c:v>
                </c:pt>
                <c:pt idx="5637">
                  <c:v>44784</c:v>
                </c:pt>
                <c:pt idx="5638">
                  <c:v>44785</c:v>
                </c:pt>
                <c:pt idx="5639">
                  <c:v>44788</c:v>
                </c:pt>
                <c:pt idx="5640">
                  <c:v>44789</c:v>
                </c:pt>
                <c:pt idx="5641">
                  <c:v>44790</c:v>
                </c:pt>
                <c:pt idx="5642">
                  <c:v>44791</c:v>
                </c:pt>
                <c:pt idx="5643">
                  <c:v>44792</c:v>
                </c:pt>
                <c:pt idx="5644">
                  <c:v>44795</c:v>
                </c:pt>
                <c:pt idx="5645">
                  <c:v>44796</c:v>
                </c:pt>
                <c:pt idx="5646">
                  <c:v>44797</c:v>
                </c:pt>
                <c:pt idx="5647">
                  <c:v>44798</c:v>
                </c:pt>
                <c:pt idx="5648">
                  <c:v>44799</c:v>
                </c:pt>
                <c:pt idx="5649">
                  <c:v>44802</c:v>
                </c:pt>
                <c:pt idx="5650">
                  <c:v>44803</c:v>
                </c:pt>
                <c:pt idx="5651">
                  <c:v>44804</c:v>
                </c:pt>
                <c:pt idx="5652">
                  <c:v>44805</c:v>
                </c:pt>
                <c:pt idx="5653">
                  <c:v>44806</c:v>
                </c:pt>
                <c:pt idx="5654">
                  <c:v>44809</c:v>
                </c:pt>
                <c:pt idx="5655">
                  <c:v>44810</c:v>
                </c:pt>
                <c:pt idx="5656">
                  <c:v>44811</c:v>
                </c:pt>
                <c:pt idx="5657">
                  <c:v>44812</c:v>
                </c:pt>
                <c:pt idx="5658">
                  <c:v>44813</c:v>
                </c:pt>
                <c:pt idx="5659">
                  <c:v>44816</c:v>
                </c:pt>
                <c:pt idx="5660">
                  <c:v>44817</c:v>
                </c:pt>
                <c:pt idx="5661">
                  <c:v>44818</c:v>
                </c:pt>
                <c:pt idx="5662">
                  <c:v>44819</c:v>
                </c:pt>
                <c:pt idx="5663">
                  <c:v>44820</c:v>
                </c:pt>
                <c:pt idx="5664">
                  <c:v>44823</c:v>
                </c:pt>
                <c:pt idx="5665">
                  <c:v>44824</c:v>
                </c:pt>
                <c:pt idx="5666">
                  <c:v>44825</c:v>
                </c:pt>
                <c:pt idx="5667">
                  <c:v>44826</c:v>
                </c:pt>
                <c:pt idx="5668">
                  <c:v>44827</c:v>
                </c:pt>
                <c:pt idx="5669">
                  <c:v>44830</c:v>
                </c:pt>
                <c:pt idx="5670">
                  <c:v>44831</c:v>
                </c:pt>
                <c:pt idx="5671">
                  <c:v>44832</c:v>
                </c:pt>
                <c:pt idx="5672">
                  <c:v>44833</c:v>
                </c:pt>
                <c:pt idx="5673">
                  <c:v>44834</c:v>
                </c:pt>
                <c:pt idx="5674">
                  <c:v>44837</c:v>
                </c:pt>
                <c:pt idx="5675">
                  <c:v>44838</c:v>
                </c:pt>
                <c:pt idx="5676">
                  <c:v>44839</c:v>
                </c:pt>
                <c:pt idx="5677">
                  <c:v>44840</c:v>
                </c:pt>
                <c:pt idx="5678">
                  <c:v>44841</c:v>
                </c:pt>
                <c:pt idx="5679">
                  <c:v>44844</c:v>
                </c:pt>
                <c:pt idx="5680">
                  <c:v>44845</c:v>
                </c:pt>
                <c:pt idx="5681">
                  <c:v>44846</c:v>
                </c:pt>
                <c:pt idx="5682">
                  <c:v>44847</c:v>
                </c:pt>
                <c:pt idx="5683">
                  <c:v>44848</c:v>
                </c:pt>
                <c:pt idx="5684">
                  <c:v>44851</c:v>
                </c:pt>
                <c:pt idx="5685">
                  <c:v>44852</c:v>
                </c:pt>
                <c:pt idx="5686">
                  <c:v>44853</c:v>
                </c:pt>
                <c:pt idx="5687">
                  <c:v>44854</c:v>
                </c:pt>
                <c:pt idx="5688">
                  <c:v>44855</c:v>
                </c:pt>
                <c:pt idx="5689">
                  <c:v>44858</c:v>
                </c:pt>
                <c:pt idx="5690">
                  <c:v>44859</c:v>
                </c:pt>
                <c:pt idx="5691">
                  <c:v>44860</c:v>
                </c:pt>
                <c:pt idx="5692">
                  <c:v>44861</c:v>
                </c:pt>
                <c:pt idx="5693">
                  <c:v>44862</c:v>
                </c:pt>
                <c:pt idx="5694">
                  <c:v>44865</c:v>
                </c:pt>
                <c:pt idx="5695">
                  <c:v>44866</c:v>
                </c:pt>
                <c:pt idx="5696">
                  <c:v>44867</c:v>
                </c:pt>
                <c:pt idx="5697">
                  <c:v>44868</c:v>
                </c:pt>
                <c:pt idx="5698">
                  <c:v>44869</c:v>
                </c:pt>
                <c:pt idx="5699">
                  <c:v>44872</c:v>
                </c:pt>
                <c:pt idx="5700">
                  <c:v>44873</c:v>
                </c:pt>
                <c:pt idx="5701">
                  <c:v>44874</c:v>
                </c:pt>
                <c:pt idx="5702">
                  <c:v>44875</c:v>
                </c:pt>
                <c:pt idx="5703">
                  <c:v>44876</c:v>
                </c:pt>
                <c:pt idx="5704">
                  <c:v>44879</c:v>
                </c:pt>
                <c:pt idx="5705">
                  <c:v>44880</c:v>
                </c:pt>
                <c:pt idx="5706">
                  <c:v>44881</c:v>
                </c:pt>
                <c:pt idx="5707">
                  <c:v>44882</c:v>
                </c:pt>
                <c:pt idx="5708">
                  <c:v>44883</c:v>
                </c:pt>
                <c:pt idx="5709">
                  <c:v>44886</c:v>
                </c:pt>
                <c:pt idx="5710">
                  <c:v>44887</c:v>
                </c:pt>
                <c:pt idx="5711">
                  <c:v>44888</c:v>
                </c:pt>
                <c:pt idx="5712">
                  <c:v>44889</c:v>
                </c:pt>
                <c:pt idx="5713">
                  <c:v>44890</c:v>
                </c:pt>
                <c:pt idx="5714">
                  <c:v>44893</c:v>
                </c:pt>
                <c:pt idx="5715">
                  <c:v>44894</c:v>
                </c:pt>
                <c:pt idx="5716">
                  <c:v>44895</c:v>
                </c:pt>
                <c:pt idx="5717">
                  <c:v>44896</c:v>
                </c:pt>
                <c:pt idx="5718">
                  <c:v>44897</c:v>
                </c:pt>
                <c:pt idx="5719">
                  <c:v>44900</c:v>
                </c:pt>
                <c:pt idx="5720">
                  <c:v>44901</c:v>
                </c:pt>
                <c:pt idx="5721">
                  <c:v>44902</c:v>
                </c:pt>
                <c:pt idx="5722">
                  <c:v>44903</c:v>
                </c:pt>
                <c:pt idx="5723">
                  <c:v>44904</c:v>
                </c:pt>
                <c:pt idx="5724">
                  <c:v>44907</c:v>
                </c:pt>
                <c:pt idx="5725">
                  <c:v>44908</c:v>
                </c:pt>
                <c:pt idx="5726">
                  <c:v>44909</c:v>
                </c:pt>
                <c:pt idx="5727">
                  <c:v>44910</c:v>
                </c:pt>
                <c:pt idx="5728">
                  <c:v>44911</c:v>
                </c:pt>
                <c:pt idx="5729">
                  <c:v>44914</c:v>
                </c:pt>
                <c:pt idx="5730">
                  <c:v>44915</c:v>
                </c:pt>
                <c:pt idx="5731">
                  <c:v>44916</c:v>
                </c:pt>
                <c:pt idx="5732">
                  <c:v>44917</c:v>
                </c:pt>
                <c:pt idx="5733">
                  <c:v>44918</c:v>
                </c:pt>
                <c:pt idx="5734">
                  <c:v>44921</c:v>
                </c:pt>
                <c:pt idx="5735">
                  <c:v>44922</c:v>
                </c:pt>
                <c:pt idx="5736">
                  <c:v>44923</c:v>
                </c:pt>
                <c:pt idx="5737">
                  <c:v>44924</c:v>
                </c:pt>
                <c:pt idx="5738">
                  <c:v>44925</c:v>
                </c:pt>
                <c:pt idx="5739">
                  <c:v>44928</c:v>
                </c:pt>
                <c:pt idx="5740">
                  <c:v>44929</c:v>
                </c:pt>
                <c:pt idx="5741">
                  <c:v>44930</c:v>
                </c:pt>
                <c:pt idx="5742">
                  <c:v>44931</c:v>
                </c:pt>
                <c:pt idx="5743">
                  <c:v>44932</c:v>
                </c:pt>
                <c:pt idx="5744">
                  <c:v>44935</c:v>
                </c:pt>
                <c:pt idx="5745">
                  <c:v>44936</c:v>
                </c:pt>
                <c:pt idx="5746">
                  <c:v>44937</c:v>
                </c:pt>
                <c:pt idx="5747">
                  <c:v>44938</c:v>
                </c:pt>
                <c:pt idx="5748">
                  <c:v>44939</c:v>
                </c:pt>
                <c:pt idx="5749">
                  <c:v>44942</c:v>
                </c:pt>
                <c:pt idx="5750">
                  <c:v>44943</c:v>
                </c:pt>
                <c:pt idx="5751">
                  <c:v>44944</c:v>
                </c:pt>
                <c:pt idx="5752">
                  <c:v>44945</c:v>
                </c:pt>
                <c:pt idx="5753">
                  <c:v>44946</c:v>
                </c:pt>
                <c:pt idx="5754">
                  <c:v>44949</c:v>
                </c:pt>
                <c:pt idx="5755">
                  <c:v>44950</c:v>
                </c:pt>
                <c:pt idx="5756">
                  <c:v>44951</c:v>
                </c:pt>
                <c:pt idx="5757">
                  <c:v>44952</c:v>
                </c:pt>
                <c:pt idx="5758">
                  <c:v>44953</c:v>
                </c:pt>
                <c:pt idx="5759">
                  <c:v>44956</c:v>
                </c:pt>
                <c:pt idx="5760">
                  <c:v>44957</c:v>
                </c:pt>
                <c:pt idx="5761">
                  <c:v>44958</c:v>
                </c:pt>
                <c:pt idx="5762">
                  <c:v>44959</c:v>
                </c:pt>
                <c:pt idx="5763">
                  <c:v>44960</c:v>
                </c:pt>
                <c:pt idx="5764">
                  <c:v>44963</c:v>
                </c:pt>
                <c:pt idx="5765">
                  <c:v>44964</c:v>
                </c:pt>
                <c:pt idx="5766">
                  <c:v>44965</c:v>
                </c:pt>
                <c:pt idx="5767">
                  <c:v>44966</c:v>
                </c:pt>
                <c:pt idx="5768">
                  <c:v>44967</c:v>
                </c:pt>
                <c:pt idx="5769">
                  <c:v>44970</c:v>
                </c:pt>
                <c:pt idx="5770">
                  <c:v>44971</c:v>
                </c:pt>
                <c:pt idx="5771">
                  <c:v>44972</c:v>
                </c:pt>
                <c:pt idx="5772">
                  <c:v>44973</c:v>
                </c:pt>
                <c:pt idx="5773">
                  <c:v>44974</c:v>
                </c:pt>
                <c:pt idx="5774">
                  <c:v>44977</c:v>
                </c:pt>
                <c:pt idx="5775">
                  <c:v>44978</c:v>
                </c:pt>
                <c:pt idx="5776">
                  <c:v>44979</c:v>
                </c:pt>
                <c:pt idx="5777">
                  <c:v>44980</c:v>
                </c:pt>
                <c:pt idx="5778">
                  <c:v>44981</c:v>
                </c:pt>
                <c:pt idx="5779">
                  <c:v>44984</c:v>
                </c:pt>
                <c:pt idx="5780">
                  <c:v>44985</c:v>
                </c:pt>
                <c:pt idx="5781">
                  <c:v>44986</c:v>
                </c:pt>
                <c:pt idx="5782">
                  <c:v>44987</c:v>
                </c:pt>
                <c:pt idx="5783">
                  <c:v>44988</c:v>
                </c:pt>
                <c:pt idx="5784">
                  <c:v>44991</c:v>
                </c:pt>
                <c:pt idx="5785">
                  <c:v>44992</c:v>
                </c:pt>
                <c:pt idx="5786">
                  <c:v>44993</c:v>
                </c:pt>
                <c:pt idx="5787">
                  <c:v>44994</c:v>
                </c:pt>
                <c:pt idx="5788">
                  <c:v>44995</c:v>
                </c:pt>
                <c:pt idx="5789">
                  <c:v>44998</c:v>
                </c:pt>
                <c:pt idx="5790">
                  <c:v>44999</c:v>
                </c:pt>
                <c:pt idx="5791">
                  <c:v>45000</c:v>
                </c:pt>
                <c:pt idx="5792">
                  <c:v>45001</c:v>
                </c:pt>
                <c:pt idx="5793">
                  <c:v>45002</c:v>
                </c:pt>
                <c:pt idx="5794">
                  <c:v>45005</c:v>
                </c:pt>
                <c:pt idx="5795">
                  <c:v>45006</c:v>
                </c:pt>
                <c:pt idx="5796">
                  <c:v>45007</c:v>
                </c:pt>
                <c:pt idx="5797">
                  <c:v>45008</c:v>
                </c:pt>
                <c:pt idx="5798">
                  <c:v>45009</c:v>
                </c:pt>
                <c:pt idx="5799">
                  <c:v>45012</c:v>
                </c:pt>
                <c:pt idx="5800">
                  <c:v>45013</c:v>
                </c:pt>
                <c:pt idx="5801">
                  <c:v>45014</c:v>
                </c:pt>
                <c:pt idx="5802">
                  <c:v>45015</c:v>
                </c:pt>
                <c:pt idx="5803">
                  <c:v>45016</c:v>
                </c:pt>
                <c:pt idx="5804">
                  <c:v>45019</c:v>
                </c:pt>
                <c:pt idx="5805">
                  <c:v>45020</c:v>
                </c:pt>
                <c:pt idx="5806">
                  <c:v>45021</c:v>
                </c:pt>
                <c:pt idx="5807">
                  <c:v>45022</c:v>
                </c:pt>
                <c:pt idx="5808">
                  <c:v>45023</c:v>
                </c:pt>
                <c:pt idx="5809">
                  <c:v>45026</c:v>
                </c:pt>
                <c:pt idx="5810">
                  <c:v>45027</c:v>
                </c:pt>
                <c:pt idx="5811">
                  <c:v>45028</c:v>
                </c:pt>
                <c:pt idx="5812">
                  <c:v>45029</c:v>
                </c:pt>
                <c:pt idx="5813">
                  <c:v>45030</c:v>
                </c:pt>
                <c:pt idx="5814">
                  <c:v>45033</c:v>
                </c:pt>
                <c:pt idx="5815">
                  <c:v>45034</c:v>
                </c:pt>
                <c:pt idx="5816">
                  <c:v>45035</c:v>
                </c:pt>
                <c:pt idx="5817">
                  <c:v>45036</c:v>
                </c:pt>
                <c:pt idx="5818">
                  <c:v>45037</c:v>
                </c:pt>
                <c:pt idx="5819">
                  <c:v>45040</c:v>
                </c:pt>
                <c:pt idx="5820">
                  <c:v>45041</c:v>
                </c:pt>
                <c:pt idx="5821">
                  <c:v>45042</c:v>
                </c:pt>
                <c:pt idx="5822">
                  <c:v>45043</c:v>
                </c:pt>
                <c:pt idx="5823">
                  <c:v>45044</c:v>
                </c:pt>
                <c:pt idx="5824">
                  <c:v>45047</c:v>
                </c:pt>
                <c:pt idx="5825">
                  <c:v>45048</c:v>
                </c:pt>
                <c:pt idx="5826">
                  <c:v>45049</c:v>
                </c:pt>
                <c:pt idx="5827">
                  <c:v>45050</c:v>
                </c:pt>
                <c:pt idx="5828">
                  <c:v>45051</c:v>
                </c:pt>
                <c:pt idx="5829">
                  <c:v>45054</c:v>
                </c:pt>
                <c:pt idx="5830">
                  <c:v>45055</c:v>
                </c:pt>
                <c:pt idx="5831">
                  <c:v>45056</c:v>
                </c:pt>
                <c:pt idx="5832">
                  <c:v>45057</c:v>
                </c:pt>
                <c:pt idx="5833">
                  <c:v>45058</c:v>
                </c:pt>
                <c:pt idx="5834">
                  <c:v>45061</c:v>
                </c:pt>
                <c:pt idx="5835">
                  <c:v>45062</c:v>
                </c:pt>
                <c:pt idx="5836">
                  <c:v>45063</c:v>
                </c:pt>
                <c:pt idx="5837">
                  <c:v>45064</c:v>
                </c:pt>
                <c:pt idx="5838">
                  <c:v>45065</c:v>
                </c:pt>
                <c:pt idx="5839">
                  <c:v>45068</c:v>
                </c:pt>
                <c:pt idx="5840">
                  <c:v>45069</c:v>
                </c:pt>
                <c:pt idx="5841">
                  <c:v>45070</c:v>
                </c:pt>
                <c:pt idx="5842">
                  <c:v>45071</c:v>
                </c:pt>
                <c:pt idx="5843">
                  <c:v>45072</c:v>
                </c:pt>
                <c:pt idx="5844">
                  <c:v>45075</c:v>
                </c:pt>
                <c:pt idx="5845">
                  <c:v>45076</c:v>
                </c:pt>
                <c:pt idx="5846">
                  <c:v>45077</c:v>
                </c:pt>
                <c:pt idx="5847">
                  <c:v>45078</c:v>
                </c:pt>
                <c:pt idx="5848">
                  <c:v>45079</c:v>
                </c:pt>
                <c:pt idx="5849">
                  <c:v>45082</c:v>
                </c:pt>
                <c:pt idx="5850">
                  <c:v>45083</c:v>
                </c:pt>
                <c:pt idx="5851">
                  <c:v>45084</c:v>
                </c:pt>
                <c:pt idx="5852">
                  <c:v>45085</c:v>
                </c:pt>
                <c:pt idx="5853">
                  <c:v>45086</c:v>
                </c:pt>
                <c:pt idx="5854">
                  <c:v>45089</c:v>
                </c:pt>
                <c:pt idx="5855">
                  <c:v>45090</c:v>
                </c:pt>
                <c:pt idx="5856">
                  <c:v>45091</c:v>
                </c:pt>
                <c:pt idx="5857">
                  <c:v>45092</c:v>
                </c:pt>
                <c:pt idx="5858">
                  <c:v>45093</c:v>
                </c:pt>
                <c:pt idx="5859">
                  <c:v>45096</c:v>
                </c:pt>
                <c:pt idx="5860">
                  <c:v>45097</c:v>
                </c:pt>
                <c:pt idx="5861">
                  <c:v>45098</c:v>
                </c:pt>
                <c:pt idx="5862">
                  <c:v>45099</c:v>
                </c:pt>
                <c:pt idx="5863">
                  <c:v>45100</c:v>
                </c:pt>
                <c:pt idx="5864">
                  <c:v>45103</c:v>
                </c:pt>
                <c:pt idx="5865">
                  <c:v>45104</c:v>
                </c:pt>
                <c:pt idx="5866">
                  <c:v>45105</c:v>
                </c:pt>
                <c:pt idx="5867">
                  <c:v>45106</c:v>
                </c:pt>
                <c:pt idx="5868">
                  <c:v>45107</c:v>
                </c:pt>
                <c:pt idx="5869">
                  <c:v>45110</c:v>
                </c:pt>
                <c:pt idx="5870">
                  <c:v>45111</c:v>
                </c:pt>
                <c:pt idx="5871">
                  <c:v>45112</c:v>
                </c:pt>
                <c:pt idx="5872">
                  <c:v>45113</c:v>
                </c:pt>
                <c:pt idx="5873">
                  <c:v>45114</c:v>
                </c:pt>
                <c:pt idx="5874">
                  <c:v>45117</c:v>
                </c:pt>
                <c:pt idx="5875">
                  <c:v>45118</c:v>
                </c:pt>
                <c:pt idx="5876">
                  <c:v>45119</c:v>
                </c:pt>
                <c:pt idx="5877">
                  <c:v>45120</c:v>
                </c:pt>
                <c:pt idx="5878">
                  <c:v>45121</c:v>
                </c:pt>
                <c:pt idx="5879">
                  <c:v>45124</c:v>
                </c:pt>
                <c:pt idx="5880">
                  <c:v>45125</c:v>
                </c:pt>
                <c:pt idx="5881">
                  <c:v>45126</c:v>
                </c:pt>
                <c:pt idx="5882">
                  <c:v>45127</c:v>
                </c:pt>
                <c:pt idx="5883">
                  <c:v>45128</c:v>
                </c:pt>
                <c:pt idx="5884">
                  <c:v>45131</c:v>
                </c:pt>
                <c:pt idx="5885">
                  <c:v>45132</c:v>
                </c:pt>
                <c:pt idx="5886">
                  <c:v>45133</c:v>
                </c:pt>
                <c:pt idx="5887">
                  <c:v>45134</c:v>
                </c:pt>
                <c:pt idx="5888">
                  <c:v>45135</c:v>
                </c:pt>
                <c:pt idx="5889">
                  <c:v>45138</c:v>
                </c:pt>
                <c:pt idx="5890">
                  <c:v>45139</c:v>
                </c:pt>
                <c:pt idx="5891">
                  <c:v>45140</c:v>
                </c:pt>
                <c:pt idx="5892">
                  <c:v>45141</c:v>
                </c:pt>
                <c:pt idx="5893">
                  <c:v>45142</c:v>
                </c:pt>
                <c:pt idx="5894">
                  <c:v>45145</c:v>
                </c:pt>
                <c:pt idx="5895">
                  <c:v>45146</c:v>
                </c:pt>
                <c:pt idx="5896">
                  <c:v>45147</c:v>
                </c:pt>
                <c:pt idx="5897">
                  <c:v>45148</c:v>
                </c:pt>
                <c:pt idx="5898">
                  <c:v>45149</c:v>
                </c:pt>
                <c:pt idx="5899">
                  <c:v>45152</c:v>
                </c:pt>
                <c:pt idx="5900">
                  <c:v>45153</c:v>
                </c:pt>
                <c:pt idx="5901">
                  <c:v>45154</c:v>
                </c:pt>
                <c:pt idx="5902">
                  <c:v>45155</c:v>
                </c:pt>
                <c:pt idx="5903">
                  <c:v>45156</c:v>
                </c:pt>
                <c:pt idx="5904">
                  <c:v>45159</c:v>
                </c:pt>
                <c:pt idx="5905">
                  <c:v>45160</c:v>
                </c:pt>
                <c:pt idx="5906">
                  <c:v>45161</c:v>
                </c:pt>
                <c:pt idx="5907">
                  <c:v>45162</c:v>
                </c:pt>
                <c:pt idx="5908">
                  <c:v>45163</c:v>
                </c:pt>
                <c:pt idx="5909">
                  <c:v>45166</c:v>
                </c:pt>
                <c:pt idx="5910">
                  <c:v>45167</c:v>
                </c:pt>
                <c:pt idx="5911">
                  <c:v>45168</c:v>
                </c:pt>
                <c:pt idx="5912">
                  <c:v>45169</c:v>
                </c:pt>
                <c:pt idx="5913">
                  <c:v>45170</c:v>
                </c:pt>
                <c:pt idx="5914">
                  <c:v>45173</c:v>
                </c:pt>
                <c:pt idx="5915">
                  <c:v>45174</c:v>
                </c:pt>
                <c:pt idx="5916">
                  <c:v>45175</c:v>
                </c:pt>
                <c:pt idx="5917">
                  <c:v>45176</c:v>
                </c:pt>
                <c:pt idx="5918">
                  <c:v>45177</c:v>
                </c:pt>
                <c:pt idx="5919">
                  <c:v>45180</c:v>
                </c:pt>
                <c:pt idx="5920">
                  <c:v>45181</c:v>
                </c:pt>
                <c:pt idx="5921">
                  <c:v>45182</c:v>
                </c:pt>
                <c:pt idx="5922">
                  <c:v>45183</c:v>
                </c:pt>
                <c:pt idx="5923">
                  <c:v>45184</c:v>
                </c:pt>
                <c:pt idx="5924">
                  <c:v>45187</c:v>
                </c:pt>
                <c:pt idx="5925">
                  <c:v>45188</c:v>
                </c:pt>
                <c:pt idx="5926">
                  <c:v>45189</c:v>
                </c:pt>
                <c:pt idx="5927">
                  <c:v>45190</c:v>
                </c:pt>
                <c:pt idx="5928">
                  <c:v>45191</c:v>
                </c:pt>
                <c:pt idx="5929">
                  <c:v>45194</c:v>
                </c:pt>
                <c:pt idx="5930">
                  <c:v>45195</c:v>
                </c:pt>
                <c:pt idx="5931">
                  <c:v>45196</c:v>
                </c:pt>
                <c:pt idx="5932">
                  <c:v>45197</c:v>
                </c:pt>
                <c:pt idx="5933">
                  <c:v>45198</c:v>
                </c:pt>
                <c:pt idx="5934">
                  <c:v>45201</c:v>
                </c:pt>
                <c:pt idx="5935">
                  <c:v>45202</c:v>
                </c:pt>
                <c:pt idx="5936">
                  <c:v>45203</c:v>
                </c:pt>
                <c:pt idx="5937">
                  <c:v>45204</c:v>
                </c:pt>
                <c:pt idx="5938">
                  <c:v>45205</c:v>
                </c:pt>
                <c:pt idx="5939">
                  <c:v>45208</c:v>
                </c:pt>
                <c:pt idx="5940">
                  <c:v>45209</c:v>
                </c:pt>
                <c:pt idx="5941">
                  <c:v>45210</c:v>
                </c:pt>
                <c:pt idx="5942">
                  <c:v>45211</c:v>
                </c:pt>
                <c:pt idx="5943">
                  <c:v>45212</c:v>
                </c:pt>
                <c:pt idx="5944">
                  <c:v>45215</c:v>
                </c:pt>
                <c:pt idx="5945">
                  <c:v>45216</c:v>
                </c:pt>
                <c:pt idx="5946">
                  <c:v>45217</c:v>
                </c:pt>
                <c:pt idx="5947">
                  <c:v>45218</c:v>
                </c:pt>
                <c:pt idx="5948">
                  <c:v>45219</c:v>
                </c:pt>
                <c:pt idx="5949">
                  <c:v>45222</c:v>
                </c:pt>
                <c:pt idx="5950">
                  <c:v>45223</c:v>
                </c:pt>
                <c:pt idx="5951">
                  <c:v>45224</c:v>
                </c:pt>
                <c:pt idx="5952">
                  <c:v>45225</c:v>
                </c:pt>
                <c:pt idx="5953">
                  <c:v>45226</c:v>
                </c:pt>
                <c:pt idx="5954">
                  <c:v>45229</c:v>
                </c:pt>
                <c:pt idx="5955">
                  <c:v>45230</c:v>
                </c:pt>
                <c:pt idx="5956">
                  <c:v>45231</c:v>
                </c:pt>
                <c:pt idx="5957">
                  <c:v>45232</c:v>
                </c:pt>
                <c:pt idx="5958">
                  <c:v>45233</c:v>
                </c:pt>
                <c:pt idx="5959">
                  <c:v>45236</c:v>
                </c:pt>
                <c:pt idx="5960">
                  <c:v>45237</c:v>
                </c:pt>
                <c:pt idx="5961">
                  <c:v>45238</c:v>
                </c:pt>
                <c:pt idx="5962">
                  <c:v>45239</c:v>
                </c:pt>
                <c:pt idx="5963">
                  <c:v>45240</c:v>
                </c:pt>
                <c:pt idx="5964">
                  <c:v>45243</c:v>
                </c:pt>
                <c:pt idx="5965">
                  <c:v>45244</c:v>
                </c:pt>
                <c:pt idx="5966">
                  <c:v>45245</c:v>
                </c:pt>
                <c:pt idx="5967">
                  <c:v>45246</c:v>
                </c:pt>
                <c:pt idx="5968">
                  <c:v>45247</c:v>
                </c:pt>
                <c:pt idx="5969">
                  <c:v>45250</c:v>
                </c:pt>
                <c:pt idx="5970">
                  <c:v>45251</c:v>
                </c:pt>
                <c:pt idx="5971">
                  <c:v>45252</c:v>
                </c:pt>
                <c:pt idx="5972">
                  <c:v>45253</c:v>
                </c:pt>
                <c:pt idx="5973">
                  <c:v>45254</c:v>
                </c:pt>
                <c:pt idx="5974">
                  <c:v>45257</c:v>
                </c:pt>
                <c:pt idx="5975">
                  <c:v>45258</c:v>
                </c:pt>
                <c:pt idx="5976">
                  <c:v>45259</c:v>
                </c:pt>
                <c:pt idx="5977">
                  <c:v>45260</c:v>
                </c:pt>
                <c:pt idx="5978">
                  <c:v>45261</c:v>
                </c:pt>
                <c:pt idx="5979">
                  <c:v>45264</c:v>
                </c:pt>
                <c:pt idx="5980">
                  <c:v>45265</c:v>
                </c:pt>
                <c:pt idx="5981">
                  <c:v>45266</c:v>
                </c:pt>
                <c:pt idx="5982">
                  <c:v>45267</c:v>
                </c:pt>
                <c:pt idx="5983">
                  <c:v>45268</c:v>
                </c:pt>
                <c:pt idx="5984">
                  <c:v>45271</c:v>
                </c:pt>
                <c:pt idx="5985">
                  <c:v>45272</c:v>
                </c:pt>
                <c:pt idx="5986">
                  <c:v>45273</c:v>
                </c:pt>
                <c:pt idx="5987">
                  <c:v>45274</c:v>
                </c:pt>
                <c:pt idx="5988">
                  <c:v>45275</c:v>
                </c:pt>
                <c:pt idx="5989">
                  <c:v>45278</c:v>
                </c:pt>
                <c:pt idx="5990">
                  <c:v>45279</c:v>
                </c:pt>
                <c:pt idx="5991">
                  <c:v>45280</c:v>
                </c:pt>
                <c:pt idx="5992">
                  <c:v>45281</c:v>
                </c:pt>
                <c:pt idx="5993">
                  <c:v>45282</c:v>
                </c:pt>
                <c:pt idx="5994">
                  <c:v>45285</c:v>
                </c:pt>
                <c:pt idx="5995">
                  <c:v>45286</c:v>
                </c:pt>
                <c:pt idx="5996">
                  <c:v>45287</c:v>
                </c:pt>
                <c:pt idx="5997">
                  <c:v>45288</c:v>
                </c:pt>
                <c:pt idx="5998">
                  <c:v>45289</c:v>
                </c:pt>
                <c:pt idx="5999">
                  <c:v>45292</c:v>
                </c:pt>
                <c:pt idx="6000">
                  <c:v>45293</c:v>
                </c:pt>
                <c:pt idx="6001">
                  <c:v>45294</c:v>
                </c:pt>
                <c:pt idx="6002">
                  <c:v>45295</c:v>
                </c:pt>
                <c:pt idx="6003">
                  <c:v>45296</c:v>
                </c:pt>
                <c:pt idx="6004">
                  <c:v>45299</c:v>
                </c:pt>
                <c:pt idx="6005">
                  <c:v>45300</c:v>
                </c:pt>
                <c:pt idx="6006">
                  <c:v>45301</c:v>
                </c:pt>
                <c:pt idx="6007">
                  <c:v>45302</c:v>
                </c:pt>
                <c:pt idx="6008">
                  <c:v>45303</c:v>
                </c:pt>
                <c:pt idx="6009">
                  <c:v>45306</c:v>
                </c:pt>
                <c:pt idx="6010">
                  <c:v>45307</c:v>
                </c:pt>
                <c:pt idx="6011">
                  <c:v>45308</c:v>
                </c:pt>
                <c:pt idx="6012">
                  <c:v>45309</c:v>
                </c:pt>
                <c:pt idx="6013">
                  <c:v>45310</c:v>
                </c:pt>
                <c:pt idx="6014">
                  <c:v>45313</c:v>
                </c:pt>
                <c:pt idx="6015">
                  <c:v>45314</c:v>
                </c:pt>
                <c:pt idx="6016">
                  <c:v>45315</c:v>
                </c:pt>
                <c:pt idx="6017">
                  <c:v>45316</c:v>
                </c:pt>
                <c:pt idx="6018">
                  <c:v>45317</c:v>
                </c:pt>
                <c:pt idx="6019">
                  <c:v>45320</c:v>
                </c:pt>
                <c:pt idx="6020">
                  <c:v>45321</c:v>
                </c:pt>
                <c:pt idx="6021">
                  <c:v>45322</c:v>
                </c:pt>
                <c:pt idx="6022">
                  <c:v>45323</c:v>
                </c:pt>
                <c:pt idx="6023">
                  <c:v>45324</c:v>
                </c:pt>
                <c:pt idx="6024">
                  <c:v>45327</c:v>
                </c:pt>
                <c:pt idx="6025">
                  <c:v>45328</c:v>
                </c:pt>
                <c:pt idx="6026">
                  <c:v>45329</c:v>
                </c:pt>
                <c:pt idx="6027">
                  <c:v>45330</c:v>
                </c:pt>
                <c:pt idx="6028">
                  <c:v>45331</c:v>
                </c:pt>
                <c:pt idx="6029">
                  <c:v>45334</c:v>
                </c:pt>
                <c:pt idx="6030">
                  <c:v>45335</c:v>
                </c:pt>
                <c:pt idx="6031">
                  <c:v>45336</c:v>
                </c:pt>
                <c:pt idx="6032">
                  <c:v>45337</c:v>
                </c:pt>
                <c:pt idx="6033">
                  <c:v>45338</c:v>
                </c:pt>
                <c:pt idx="6034">
                  <c:v>45341</c:v>
                </c:pt>
                <c:pt idx="6035">
                  <c:v>45342</c:v>
                </c:pt>
                <c:pt idx="6036">
                  <c:v>45343</c:v>
                </c:pt>
                <c:pt idx="6037">
                  <c:v>45344</c:v>
                </c:pt>
                <c:pt idx="6038">
                  <c:v>45345</c:v>
                </c:pt>
                <c:pt idx="6039">
                  <c:v>45348</c:v>
                </c:pt>
                <c:pt idx="6040">
                  <c:v>45349</c:v>
                </c:pt>
                <c:pt idx="6041">
                  <c:v>45350</c:v>
                </c:pt>
                <c:pt idx="6042">
                  <c:v>45351</c:v>
                </c:pt>
                <c:pt idx="6043">
                  <c:v>45352</c:v>
                </c:pt>
                <c:pt idx="6044">
                  <c:v>45355</c:v>
                </c:pt>
                <c:pt idx="6045">
                  <c:v>45356</c:v>
                </c:pt>
                <c:pt idx="6046">
                  <c:v>45357</c:v>
                </c:pt>
                <c:pt idx="6047">
                  <c:v>45358</c:v>
                </c:pt>
                <c:pt idx="6048">
                  <c:v>45359</c:v>
                </c:pt>
                <c:pt idx="6049">
                  <c:v>45362</c:v>
                </c:pt>
                <c:pt idx="6050">
                  <c:v>45363</c:v>
                </c:pt>
                <c:pt idx="6051">
                  <c:v>45364</c:v>
                </c:pt>
                <c:pt idx="6052">
                  <c:v>45365</c:v>
                </c:pt>
                <c:pt idx="6053">
                  <c:v>45366</c:v>
                </c:pt>
                <c:pt idx="6054">
                  <c:v>45369</c:v>
                </c:pt>
                <c:pt idx="6055">
                  <c:v>45370</c:v>
                </c:pt>
                <c:pt idx="6056">
                  <c:v>45371</c:v>
                </c:pt>
                <c:pt idx="6057">
                  <c:v>45372</c:v>
                </c:pt>
                <c:pt idx="6058">
                  <c:v>45373</c:v>
                </c:pt>
                <c:pt idx="6059">
                  <c:v>45376</c:v>
                </c:pt>
                <c:pt idx="6060">
                  <c:v>45377</c:v>
                </c:pt>
                <c:pt idx="6061">
                  <c:v>45378</c:v>
                </c:pt>
                <c:pt idx="6062">
                  <c:v>45379</c:v>
                </c:pt>
                <c:pt idx="6063">
                  <c:v>45380</c:v>
                </c:pt>
                <c:pt idx="6064">
                  <c:v>45383</c:v>
                </c:pt>
                <c:pt idx="6065">
                  <c:v>45384</c:v>
                </c:pt>
                <c:pt idx="6066">
                  <c:v>45385</c:v>
                </c:pt>
                <c:pt idx="6067">
                  <c:v>45386</c:v>
                </c:pt>
                <c:pt idx="6068">
                  <c:v>45387</c:v>
                </c:pt>
                <c:pt idx="6069">
                  <c:v>45390</c:v>
                </c:pt>
                <c:pt idx="6070">
                  <c:v>45391</c:v>
                </c:pt>
                <c:pt idx="6071">
                  <c:v>45392</c:v>
                </c:pt>
                <c:pt idx="6072">
                  <c:v>45393</c:v>
                </c:pt>
                <c:pt idx="6073">
                  <c:v>45394</c:v>
                </c:pt>
                <c:pt idx="6074">
                  <c:v>45397</c:v>
                </c:pt>
                <c:pt idx="6075">
                  <c:v>45398</c:v>
                </c:pt>
                <c:pt idx="6076">
                  <c:v>45399</c:v>
                </c:pt>
                <c:pt idx="6077">
                  <c:v>45400</c:v>
                </c:pt>
                <c:pt idx="6078">
                  <c:v>45401</c:v>
                </c:pt>
                <c:pt idx="6079">
                  <c:v>45404</c:v>
                </c:pt>
                <c:pt idx="6080">
                  <c:v>45405</c:v>
                </c:pt>
                <c:pt idx="6081">
                  <c:v>45406</c:v>
                </c:pt>
                <c:pt idx="6082">
                  <c:v>45407</c:v>
                </c:pt>
                <c:pt idx="6083">
                  <c:v>45408</c:v>
                </c:pt>
                <c:pt idx="6084">
                  <c:v>45411</c:v>
                </c:pt>
                <c:pt idx="6085">
                  <c:v>45412</c:v>
                </c:pt>
                <c:pt idx="6086">
                  <c:v>45413</c:v>
                </c:pt>
                <c:pt idx="6087">
                  <c:v>45414</c:v>
                </c:pt>
                <c:pt idx="6088">
                  <c:v>45415</c:v>
                </c:pt>
                <c:pt idx="6089">
                  <c:v>45418</c:v>
                </c:pt>
                <c:pt idx="6090">
                  <c:v>45419</c:v>
                </c:pt>
                <c:pt idx="6091">
                  <c:v>45420</c:v>
                </c:pt>
                <c:pt idx="6092">
                  <c:v>45421</c:v>
                </c:pt>
                <c:pt idx="6093">
                  <c:v>45422</c:v>
                </c:pt>
                <c:pt idx="6094">
                  <c:v>45425</c:v>
                </c:pt>
                <c:pt idx="6095">
                  <c:v>45426</c:v>
                </c:pt>
                <c:pt idx="6096">
                  <c:v>45427</c:v>
                </c:pt>
                <c:pt idx="6097">
                  <c:v>45428</c:v>
                </c:pt>
                <c:pt idx="6098">
                  <c:v>45429</c:v>
                </c:pt>
                <c:pt idx="6099">
                  <c:v>45432</c:v>
                </c:pt>
                <c:pt idx="6100">
                  <c:v>45433</c:v>
                </c:pt>
                <c:pt idx="6101">
                  <c:v>45434</c:v>
                </c:pt>
                <c:pt idx="6102">
                  <c:v>45435</c:v>
                </c:pt>
                <c:pt idx="6103">
                  <c:v>45436</c:v>
                </c:pt>
                <c:pt idx="6104">
                  <c:v>45439</c:v>
                </c:pt>
                <c:pt idx="6105">
                  <c:v>45440</c:v>
                </c:pt>
                <c:pt idx="6106">
                  <c:v>45441</c:v>
                </c:pt>
                <c:pt idx="6107">
                  <c:v>45442</c:v>
                </c:pt>
                <c:pt idx="6108">
                  <c:v>45443</c:v>
                </c:pt>
                <c:pt idx="6109">
                  <c:v>45446</c:v>
                </c:pt>
                <c:pt idx="6110">
                  <c:v>45447</c:v>
                </c:pt>
                <c:pt idx="6111">
                  <c:v>45448</c:v>
                </c:pt>
                <c:pt idx="6112">
                  <c:v>45449</c:v>
                </c:pt>
                <c:pt idx="6113">
                  <c:v>45450</c:v>
                </c:pt>
                <c:pt idx="6114">
                  <c:v>45453</c:v>
                </c:pt>
                <c:pt idx="6115">
                  <c:v>45454</c:v>
                </c:pt>
                <c:pt idx="6116">
                  <c:v>45455</c:v>
                </c:pt>
                <c:pt idx="6117">
                  <c:v>45456</c:v>
                </c:pt>
                <c:pt idx="6118">
                  <c:v>45457</c:v>
                </c:pt>
                <c:pt idx="6119">
                  <c:v>45460</c:v>
                </c:pt>
                <c:pt idx="6120">
                  <c:v>45461</c:v>
                </c:pt>
                <c:pt idx="6121">
                  <c:v>45462</c:v>
                </c:pt>
                <c:pt idx="6122">
                  <c:v>45463</c:v>
                </c:pt>
                <c:pt idx="6123">
                  <c:v>45464</c:v>
                </c:pt>
                <c:pt idx="6124">
                  <c:v>45467</c:v>
                </c:pt>
                <c:pt idx="6125">
                  <c:v>45468</c:v>
                </c:pt>
                <c:pt idx="6126">
                  <c:v>45469</c:v>
                </c:pt>
                <c:pt idx="6127">
                  <c:v>45470</c:v>
                </c:pt>
                <c:pt idx="6128">
                  <c:v>45471</c:v>
                </c:pt>
                <c:pt idx="6129">
                  <c:v>45474</c:v>
                </c:pt>
                <c:pt idx="6130">
                  <c:v>45475</c:v>
                </c:pt>
                <c:pt idx="6131">
                  <c:v>45476</c:v>
                </c:pt>
                <c:pt idx="6132">
                  <c:v>45477</c:v>
                </c:pt>
                <c:pt idx="6133">
                  <c:v>45478</c:v>
                </c:pt>
                <c:pt idx="6134">
                  <c:v>45481</c:v>
                </c:pt>
                <c:pt idx="6135">
                  <c:v>45482</c:v>
                </c:pt>
                <c:pt idx="6136">
                  <c:v>45483</c:v>
                </c:pt>
                <c:pt idx="6137">
                  <c:v>45484</c:v>
                </c:pt>
                <c:pt idx="6138">
                  <c:v>45485</c:v>
                </c:pt>
                <c:pt idx="6139">
                  <c:v>45488</c:v>
                </c:pt>
                <c:pt idx="6140">
                  <c:v>45489</c:v>
                </c:pt>
                <c:pt idx="6141">
                  <c:v>45490</c:v>
                </c:pt>
                <c:pt idx="6142">
                  <c:v>45491</c:v>
                </c:pt>
                <c:pt idx="6143">
                  <c:v>45492</c:v>
                </c:pt>
                <c:pt idx="6144">
                  <c:v>45495</c:v>
                </c:pt>
                <c:pt idx="6145">
                  <c:v>45496</c:v>
                </c:pt>
                <c:pt idx="6146">
                  <c:v>45497</c:v>
                </c:pt>
                <c:pt idx="6147">
                  <c:v>45498</c:v>
                </c:pt>
                <c:pt idx="6148">
                  <c:v>45499</c:v>
                </c:pt>
                <c:pt idx="6149">
                  <c:v>45502</c:v>
                </c:pt>
                <c:pt idx="6150">
                  <c:v>45503</c:v>
                </c:pt>
                <c:pt idx="6151">
                  <c:v>45504</c:v>
                </c:pt>
                <c:pt idx="6152">
                  <c:v>45505</c:v>
                </c:pt>
                <c:pt idx="6153">
                  <c:v>45506</c:v>
                </c:pt>
                <c:pt idx="6154">
                  <c:v>45509</c:v>
                </c:pt>
                <c:pt idx="6155">
                  <c:v>45510</c:v>
                </c:pt>
                <c:pt idx="6156">
                  <c:v>45511</c:v>
                </c:pt>
                <c:pt idx="6157">
                  <c:v>45512</c:v>
                </c:pt>
                <c:pt idx="6158">
                  <c:v>45513</c:v>
                </c:pt>
                <c:pt idx="6159">
                  <c:v>45516</c:v>
                </c:pt>
                <c:pt idx="6160">
                  <c:v>45517</c:v>
                </c:pt>
                <c:pt idx="6161">
                  <c:v>45518</c:v>
                </c:pt>
                <c:pt idx="6162">
                  <c:v>45519</c:v>
                </c:pt>
                <c:pt idx="6163">
                  <c:v>45520</c:v>
                </c:pt>
                <c:pt idx="6164">
                  <c:v>45523</c:v>
                </c:pt>
                <c:pt idx="6165">
                  <c:v>45524</c:v>
                </c:pt>
                <c:pt idx="6166">
                  <c:v>45525</c:v>
                </c:pt>
                <c:pt idx="6167">
                  <c:v>45526</c:v>
                </c:pt>
                <c:pt idx="6168">
                  <c:v>45527</c:v>
                </c:pt>
                <c:pt idx="6169">
                  <c:v>45530</c:v>
                </c:pt>
                <c:pt idx="6170">
                  <c:v>45531</c:v>
                </c:pt>
                <c:pt idx="6171">
                  <c:v>45532</c:v>
                </c:pt>
                <c:pt idx="6172">
                  <c:v>45533</c:v>
                </c:pt>
                <c:pt idx="6173">
                  <c:v>45534</c:v>
                </c:pt>
                <c:pt idx="6174">
                  <c:v>45537</c:v>
                </c:pt>
                <c:pt idx="6175">
                  <c:v>45538</c:v>
                </c:pt>
                <c:pt idx="6176">
                  <c:v>45539</c:v>
                </c:pt>
                <c:pt idx="6177">
                  <c:v>45540</c:v>
                </c:pt>
                <c:pt idx="6178">
                  <c:v>45541</c:v>
                </c:pt>
                <c:pt idx="6179">
                  <c:v>45544</c:v>
                </c:pt>
                <c:pt idx="6180">
                  <c:v>45545</c:v>
                </c:pt>
                <c:pt idx="6181">
                  <c:v>45546</c:v>
                </c:pt>
                <c:pt idx="6182">
                  <c:v>45547</c:v>
                </c:pt>
                <c:pt idx="6183">
                  <c:v>45548</c:v>
                </c:pt>
                <c:pt idx="6184">
                  <c:v>45551</c:v>
                </c:pt>
                <c:pt idx="6185">
                  <c:v>45552</c:v>
                </c:pt>
                <c:pt idx="6186">
                  <c:v>45553</c:v>
                </c:pt>
                <c:pt idx="6187">
                  <c:v>45554</c:v>
                </c:pt>
                <c:pt idx="6188">
                  <c:v>45555</c:v>
                </c:pt>
                <c:pt idx="6189">
                  <c:v>45558</c:v>
                </c:pt>
                <c:pt idx="6190">
                  <c:v>45559</c:v>
                </c:pt>
                <c:pt idx="6191">
                  <c:v>45560</c:v>
                </c:pt>
                <c:pt idx="6192">
                  <c:v>45561</c:v>
                </c:pt>
                <c:pt idx="6193">
                  <c:v>45562</c:v>
                </c:pt>
                <c:pt idx="6194">
                  <c:v>45565</c:v>
                </c:pt>
                <c:pt idx="6195">
                  <c:v>45566</c:v>
                </c:pt>
                <c:pt idx="6196">
                  <c:v>45567</c:v>
                </c:pt>
                <c:pt idx="6197">
                  <c:v>45568</c:v>
                </c:pt>
                <c:pt idx="6198">
                  <c:v>45569</c:v>
                </c:pt>
                <c:pt idx="6199">
                  <c:v>45572</c:v>
                </c:pt>
                <c:pt idx="6200">
                  <c:v>45573</c:v>
                </c:pt>
                <c:pt idx="6201">
                  <c:v>45574</c:v>
                </c:pt>
                <c:pt idx="6202">
                  <c:v>45575</c:v>
                </c:pt>
                <c:pt idx="6203">
                  <c:v>45576</c:v>
                </c:pt>
                <c:pt idx="6204">
                  <c:v>45579</c:v>
                </c:pt>
                <c:pt idx="6205">
                  <c:v>45580</c:v>
                </c:pt>
                <c:pt idx="6206">
                  <c:v>45581</c:v>
                </c:pt>
                <c:pt idx="6207">
                  <c:v>45582</c:v>
                </c:pt>
                <c:pt idx="6208">
                  <c:v>45583</c:v>
                </c:pt>
                <c:pt idx="6209">
                  <c:v>45586</c:v>
                </c:pt>
                <c:pt idx="6210">
                  <c:v>45587</c:v>
                </c:pt>
                <c:pt idx="6211">
                  <c:v>45588</c:v>
                </c:pt>
                <c:pt idx="6212">
                  <c:v>45589</c:v>
                </c:pt>
                <c:pt idx="6213">
                  <c:v>45590</c:v>
                </c:pt>
                <c:pt idx="6214">
                  <c:v>45593</c:v>
                </c:pt>
                <c:pt idx="6215">
                  <c:v>45594</c:v>
                </c:pt>
                <c:pt idx="6216">
                  <c:v>45595</c:v>
                </c:pt>
                <c:pt idx="6217">
                  <c:v>45596</c:v>
                </c:pt>
                <c:pt idx="6218">
                  <c:v>45597</c:v>
                </c:pt>
                <c:pt idx="6219">
                  <c:v>45600</c:v>
                </c:pt>
                <c:pt idx="6220">
                  <c:v>45601</c:v>
                </c:pt>
                <c:pt idx="6221">
                  <c:v>45602</c:v>
                </c:pt>
                <c:pt idx="6222">
                  <c:v>45603</c:v>
                </c:pt>
                <c:pt idx="6223">
                  <c:v>45604</c:v>
                </c:pt>
                <c:pt idx="6224">
                  <c:v>45607</c:v>
                </c:pt>
                <c:pt idx="6225">
                  <c:v>45608</c:v>
                </c:pt>
                <c:pt idx="6226">
                  <c:v>45609</c:v>
                </c:pt>
                <c:pt idx="6227">
                  <c:v>45610</c:v>
                </c:pt>
                <c:pt idx="6228">
                  <c:v>45611</c:v>
                </c:pt>
                <c:pt idx="6229">
                  <c:v>45614</c:v>
                </c:pt>
                <c:pt idx="6230">
                  <c:v>45615</c:v>
                </c:pt>
                <c:pt idx="6231">
                  <c:v>45616</c:v>
                </c:pt>
                <c:pt idx="6232">
                  <c:v>45617</c:v>
                </c:pt>
                <c:pt idx="6233">
                  <c:v>45618</c:v>
                </c:pt>
                <c:pt idx="6234">
                  <c:v>45621</c:v>
                </c:pt>
                <c:pt idx="6235">
                  <c:v>45622</c:v>
                </c:pt>
                <c:pt idx="6236">
                  <c:v>45623</c:v>
                </c:pt>
                <c:pt idx="6237">
                  <c:v>45624</c:v>
                </c:pt>
                <c:pt idx="6238">
                  <c:v>45625</c:v>
                </c:pt>
                <c:pt idx="6239">
                  <c:v>45628</c:v>
                </c:pt>
                <c:pt idx="6240">
                  <c:v>45629</c:v>
                </c:pt>
                <c:pt idx="6241">
                  <c:v>45630</c:v>
                </c:pt>
                <c:pt idx="6242">
                  <c:v>45631</c:v>
                </c:pt>
                <c:pt idx="6243">
                  <c:v>45632</c:v>
                </c:pt>
                <c:pt idx="6244">
                  <c:v>45635</c:v>
                </c:pt>
                <c:pt idx="6245">
                  <c:v>45636</c:v>
                </c:pt>
                <c:pt idx="6246">
                  <c:v>45637</c:v>
                </c:pt>
                <c:pt idx="6247">
                  <c:v>45638</c:v>
                </c:pt>
                <c:pt idx="6248">
                  <c:v>45639</c:v>
                </c:pt>
                <c:pt idx="6249">
                  <c:v>45642</c:v>
                </c:pt>
                <c:pt idx="6250">
                  <c:v>45643</c:v>
                </c:pt>
                <c:pt idx="6251">
                  <c:v>45644</c:v>
                </c:pt>
                <c:pt idx="6252">
                  <c:v>45645</c:v>
                </c:pt>
                <c:pt idx="6253">
                  <c:v>45646</c:v>
                </c:pt>
                <c:pt idx="6254">
                  <c:v>45649</c:v>
                </c:pt>
                <c:pt idx="6255">
                  <c:v>45650</c:v>
                </c:pt>
                <c:pt idx="6256">
                  <c:v>45651</c:v>
                </c:pt>
                <c:pt idx="6257">
                  <c:v>45652</c:v>
                </c:pt>
                <c:pt idx="6258">
                  <c:v>45653</c:v>
                </c:pt>
                <c:pt idx="6259">
                  <c:v>45656</c:v>
                </c:pt>
                <c:pt idx="6260">
                  <c:v>45657</c:v>
                </c:pt>
                <c:pt idx="6261">
                  <c:v>45658</c:v>
                </c:pt>
                <c:pt idx="6262">
                  <c:v>45659</c:v>
                </c:pt>
                <c:pt idx="6263">
                  <c:v>45660</c:v>
                </c:pt>
                <c:pt idx="6264">
                  <c:v>45663</c:v>
                </c:pt>
                <c:pt idx="6265">
                  <c:v>45664</c:v>
                </c:pt>
                <c:pt idx="6266">
                  <c:v>45665</c:v>
                </c:pt>
                <c:pt idx="6267">
                  <c:v>45666</c:v>
                </c:pt>
                <c:pt idx="6268">
                  <c:v>45667</c:v>
                </c:pt>
                <c:pt idx="6269">
                  <c:v>45670</c:v>
                </c:pt>
                <c:pt idx="6270">
                  <c:v>45671</c:v>
                </c:pt>
                <c:pt idx="6271">
                  <c:v>45672</c:v>
                </c:pt>
                <c:pt idx="6272">
                  <c:v>45673</c:v>
                </c:pt>
                <c:pt idx="6273">
                  <c:v>45674</c:v>
                </c:pt>
                <c:pt idx="6274">
                  <c:v>45677</c:v>
                </c:pt>
                <c:pt idx="6275">
                  <c:v>45678</c:v>
                </c:pt>
                <c:pt idx="6276">
                  <c:v>45679</c:v>
                </c:pt>
                <c:pt idx="6277">
                  <c:v>45680</c:v>
                </c:pt>
                <c:pt idx="6278">
                  <c:v>45681</c:v>
                </c:pt>
                <c:pt idx="6279">
                  <c:v>45684</c:v>
                </c:pt>
                <c:pt idx="6280">
                  <c:v>45685</c:v>
                </c:pt>
                <c:pt idx="6281">
                  <c:v>45686</c:v>
                </c:pt>
                <c:pt idx="6282">
                  <c:v>45687</c:v>
                </c:pt>
                <c:pt idx="6283">
                  <c:v>45688</c:v>
                </c:pt>
                <c:pt idx="6284">
                  <c:v>45691</c:v>
                </c:pt>
                <c:pt idx="6285">
                  <c:v>45692</c:v>
                </c:pt>
                <c:pt idx="6286">
                  <c:v>45693</c:v>
                </c:pt>
                <c:pt idx="6287">
                  <c:v>45694</c:v>
                </c:pt>
                <c:pt idx="6288">
                  <c:v>45695</c:v>
                </c:pt>
                <c:pt idx="6289">
                  <c:v>45698</c:v>
                </c:pt>
                <c:pt idx="6290">
                  <c:v>45699</c:v>
                </c:pt>
                <c:pt idx="6291">
                  <c:v>45700</c:v>
                </c:pt>
                <c:pt idx="6292">
                  <c:v>45701</c:v>
                </c:pt>
                <c:pt idx="6293">
                  <c:v>45702</c:v>
                </c:pt>
                <c:pt idx="6294">
                  <c:v>45705</c:v>
                </c:pt>
                <c:pt idx="6295">
                  <c:v>45706</c:v>
                </c:pt>
                <c:pt idx="6296">
                  <c:v>45707</c:v>
                </c:pt>
                <c:pt idx="6297">
                  <c:v>45708</c:v>
                </c:pt>
                <c:pt idx="6298">
                  <c:v>45709</c:v>
                </c:pt>
                <c:pt idx="6299">
                  <c:v>45712</c:v>
                </c:pt>
                <c:pt idx="6300">
                  <c:v>45713</c:v>
                </c:pt>
                <c:pt idx="6301">
                  <c:v>45714</c:v>
                </c:pt>
                <c:pt idx="6302">
                  <c:v>45715</c:v>
                </c:pt>
                <c:pt idx="6303">
                  <c:v>45716</c:v>
                </c:pt>
                <c:pt idx="6304">
                  <c:v>45719</c:v>
                </c:pt>
                <c:pt idx="6305">
                  <c:v>45720</c:v>
                </c:pt>
                <c:pt idx="6306">
                  <c:v>45721</c:v>
                </c:pt>
                <c:pt idx="6307">
                  <c:v>45722</c:v>
                </c:pt>
                <c:pt idx="6308">
                  <c:v>45723</c:v>
                </c:pt>
                <c:pt idx="6309">
                  <c:v>45726</c:v>
                </c:pt>
                <c:pt idx="6310">
                  <c:v>45727</c:v>
                </c:pt>
                <c:pt idx="6311">
                  <c:v>45728</c:v>
                </c:pt>
                <c:pt idx="6312">
                  <c:v>45729</c:v>
                </c:pt>
                <c:pt idx="6313">
                  <c:v>45730</c:v>
                </c:pt>
                <c:pt idx="6314">
                  <c:v>45733</c:v>
                </c:pt>
                <c:pt idx="6315">
                  <c:v>45734</c:v>
                </c:pt>
                <c:pt idx="6316">
                  <c:v>45735</c:v>
                </c:pt>
                <c:pt idx="6317">
                  <c:v>45736</c:v>
                </c:pt>
                <c:pt idx="6318">
                  <c:v>45737</c:v>
                </c:pt>
                <c:pt idx="6319">
                  <c:v>45740</c:v>
                </c:pt>
                <c:pt idx="6320">
                  <c:v>45741</c:v>
                </c:pt>
                <c:pt idx="6321">
                  <c:v>45742</c:v>
                </c:pt>
                <c:pt idx="6322">
                  <c:v>45743</c:v>
                </c:pt>
                <c:pt idx="6323">
                  <c:v>45744</c:v>
                </c:pt>
                <c:pt idx="6324">
                  <c:v>45747</c:v>
                </c:pt>
                <c:pt idx="6325">
                  <c:v>45748</c:v>
                </c:pt>
                <c:pt idx="6326">
                  <c:v>45749</c:v>
                </c:pt>
                <c:pt idx="6327">
                  <c:v>45750</c:v>
                </c:pt>
                <c:pt idx="6328">
                  <c:v>45751</c:v>
                </c:pt>
                <c:pt idx="6329">
                  <c:v>45754</c:v>
                </c:pt>
                <c:pt idx="6330">
                  <c:v>45755</c:v>
                </c:pt>
                <c:pt idx="6331">
                  <c:v>45756</c:v>
                </c:pt>
                <c:pt idx="6332">
                  <c:v>45757</c:v>
                </c:pt>
                <c:pt idx="6333">
                  <c:v>45758</c:v>
                </c:pt>
                <c:pt idx="6334">
                  <c:v>45761</c:v>
                </c:pt>
                <c:pt idx="6335">
                  <c:v>45762</c:v>
                </c:pt>
                <c:pt idx="6336">
                  <c:v>45763</c:v>
                </c:pt>
                <c:pt idx="6337">
                  <c:v>45764</c:v>
                </c:pt>
                <c:pt idx="6338">
                  <c:v>45765</c:v>
                </c:pt>
                <c:pt idx="6339">
                  <c:v>45768</c:v>
                </c:pt>
                <c:pt idx="6340">
                  <c:v>45769</c:v>
                </c:pt>
                <c:pt idx="6341">
                  <c:v>45770</c:v>
                </c:pt>
                <c:pt idx="6342">
                  <c:v>45771</c:v>
                </c:pt>
                <c:pt idx="6343">
                  <c:v>45772</c:v>
                </c:pt>
                <c:pt idx="6344">
                  <c:v>45775</c:v>
                </c:pt>
                <c:pt idx="6345">
                  <c:v>45776</c:v>
                </c:pt>
                <c:pt idx="6346">
                  <c:v>45777</c:v>
                </c:pt>
                <c:pt idx="6347">
                  <c:v>45778</c:v>
                </c:pt>
                <c:pt idx="6348">
                  <c:v>45779</c:v>
                </c:pt>
                <c:pt idx="6349">
                  <c:v>45782</c:v>
                </c:pt>
                <c:pt idx="6350">
                  <c:v>45783</c:v>
                </c:pt>
                <c:pt idx="6351">
                  <c:v>45784</c:v>
                </c:pt>
                <c:pt idx="6352">
                  <c:v>45785</c:v>
                </c:pt>
                <c:pt idx="6353">
                  <c:v>45786</c:v>
                </c:pt>
                <c:pt idx="6354">
                  <c:v>45789</c:v>
                </c:pt>
                <c:pt idx="6355">
                  <c:v>45790</c:v>
                </c:pt>
                <c:pt idx="6356">
                  <c:v>45791</c:v>
                </c:pt>
                <c:pt idx="6357">
                  <c:v>45792</c:v>
                </c:pt>
                <c:pt idx="6358">
                  <c:v>45793</c:v>
                </c:pt>
                <c:pt idx="6359">
                  <c:v>45796</c:v>
                </c:pt>
                <c:pt idx="6360">
                  <c:v>45797</c:v>
                </c:pt>
                <c:pt idx="6361">
                  <c:v>45798</c:v>
                </c:pt>
                <c:pt idx="6362">
                  <c:v>45799</c:v>
                </c:pt>
                <c:pt idx="6363">
                  <c:v>45800</c:v>
                </c:pt>
                <c:pt idx="6364">
                  <c:v>45803</c:v>
                </c:pt>
                <c:pt idx="6365">
                  <c:v>45804</c:v>
                </c:pt>
                <c:pt idx="6366">
                  <c:v>45805</c:v>
                </c:pt>
                <c:pt idx="6367">
                  <c:v>45806</c:v>
                </c:pt>
                <c:pt idx="6368">
                  <c:v>45807</c:v>
                </c:pt>
                <c:pt idx="6369">
                  <c:v>45810</c:v>
                </c:pt>
                <c:pt idx="6370">
                  <c:v>45811</c:v>
                </c:pt>
                <c:pt idx="6371">
                  <c:v>45812</c:v>
                </c:pt>
                <c:pt idx="6372">
                  <c:v>45813</c:v>
                </c:pt>
                <c:pt idx="6373">
                  <c:v>45814</c:v>
                </c:pt>
                <c:pt idx="6374">
                  <c:v>45817</c:v>
                </c:pt>
                <c:pt idx="6375">
                  <c:v>45818</c:v>
                </c:pt>
                <c:pt idx="6376">
                  <c:v>45819</c:v>
                </c:pt>
                <c:pt idx="6377">
                  <c:v>45820</c:v>
                </c:pt>
                <c:pt idx="6378">
                  <c:v>45821</c:v>
                </c:pt>
                <c:pt idx="6379">
                  <c:v>45824</c:v>
                </c:pt>
                <c:pt idx="6380">
                  <c:v>45825</c:v>
                </c:pt>
                <c:pt idx="6381">
                  <c:v>45826</c:v>
                </c:pt>
                <c:pt idx="6382">
                  <c:v>45827</c:v>
                </c:pt>
                <c:pt idx="6383">
                  <c:v>45828</c:v>
                </c:pt>
                <c:pt idx="6384">
                  <c:v>45831</c:v>
                </c:pt>
                <c:pt idx="6385">
                  <c:v>45832</c:v>
                </c:pt>
                <c:pt idx="6386">
                  <c:v>45833</c:v>
                </c:pt>
                <c:pt idx="6387">
                  <c:v>45834</c:v>
                </c:pt>
                <c:pt idx="6388">
                  <c:v>45835</c:v>
                </c:pt>
                <c:pt idx="6389">
                  <c:v>45838</c:v>
                </c:pt>
                <c:pt idx="6390">
                  <c:v>45839</c:v>
                </c:pt>
                <c:pt idx="6391">
                  <c:v>45840</c:v>
                </c:pt>
                <c:pt idx="6392">
                  <c:v>45841</c:v>
                </c:pt>
                <c:pt idx="6393">
                  <c:v>45842</c:v>
                </c:pt>
                <c:pt idx="6394">
                  <c:v>45845</c:v>
                </c:pt>
                <c:pt idx="6395">
                  <c:v>45846</c:v>
                </c:pt>
                <c:pt idx="6396">
                  <c:v>45847</c:v>
                </c:pt>
                <c:pt idx="6397">
                  <c:v>45848</c:v>
                </c:pt>
                <c:pt idx="6398">
                  <c:v>45849</c:v>
                </c:pt>
                <c:pt idx="6399">
                  <c:v>45852</c:v>
                </c:pt>
                <c:pt idx="6400">
                  <c:v>45853</c:v>
                </c:pt>
                <c:pt idx="6401">
                  <c:v>45854</c:v>
                </c:pt>
                <c:pt idx="6402">
                  <c:v>45855</c:v>
                </c:pt>
                <c:pt idx="6403">
                  <c:v>45856</c:v>
                </c:pt>
                <c:pt idx="6404">
                  <c:v>45859</c:v>
                </c:pt>
                <c:pt idx="6405">
                  <c:v>45860</c:v>
                </c:pt>
                <c:pt idx="6406">
                  <c:v>45861</c:v>
                </c:pt>
                <c:pt idx="6407">
                  <c:v>45862</c:v>
                </c:pt>
                <c:pt idx="6408">
                  <c:v>45863</c:v>
                </c:pt>
                <c:pt idx="6409">
                  <c:v>45866</c:v>
                </c:pt>
                <c:pt idx="6410">
                  <c:v>45867</c:v>
                </c:pt>
                <c:pt idx="6411">
                  <c:v>45868</c:v>
                </c:pt>
                <c:pt idx="6412">
                  <c:v>45869</c:v>
                </c:pt>
                <c:pt idx="6413">
                  <c:v>45870</c:v>
                </c:pt>
                <c:pt idx="6414">
                  <c:v>45873</c:v>
                </c:pt>
                <c:pt idx="6415">
                  <c:v>45874</c:v>
                </c:pt>
                <c:pt idx="6416">
                  <c:v>45875</c:v>
                </c:pt>
                <c:pt idx="6417">
                  <c:v>45876</c:v>
                </c:pt>
                <c:pt idx="6418">
                  <c:v>45877</c:v>
                </c:pt>
                <c:pt idx="6419">
                  <c:v>45880</c:v>
                </c:pt>
                <c:pt idx="6420">
                  <c:v>45881</c:v>
                </c:pt>
                <c:pt idx="6421">
                  <c:v>45882</c:v>
                </c:pt>
                <c:pt idx="6422">
                  <c:v>45883</c:v>
                </c:pt>
                <c:pt idx="6423">
                  <c:v>45884</c:v>
                </c:pt>
                <c:pt idx="6424">
                  <c:v>45887</c:v>
                </c:pt>
                <c:pt idx="6425">
                  <c:v>45888</c:v>
                </c:pt>
                <c:pt idx="6426">
                  <c:v>45889</c:v>
                </c:pt>
                <c:pt idx="6427">
                  <c:v>45890</c:v>
                </c:pt>
                <c:pt idx="6428">
                  <c:v>45891</c:v>
                </c:pt>
                <c:pt idx="6429">
                  <c:v>45894</c:v>
                </c:pt>
                <c:pt idx="6430">
                  <c:v>45895</c:v>
                </c:pt>
                <c:pt idx="6431">
                  <c:v>45896</c:v>
                </c:pt>
                <c:pt idx="6432">
                  <c:v>45897</c:v>
                </c:pt>
                <c:pt idx="6433">
                  <c:v>45898</c:v>
                </c:pt>
                <c:pt idx="6434">
                  <c:v>45901</c:v>
                </c:pt>
                <c:pt idx="6435">
                  <c:v>45902</c:v>
                </c:pt>
                <c:pt idx="6436">
                  <c:v>45903</c:v>
                </c:pt>
                <c:pt idx="6437">
                  <c:v>45904</c:v>
                </c:pt>
                <c:pt idx="6438">
                  <c:v>45905</c:v>
                </c:pt>
                <c:pt idx="6439">
                  <c:v>45908</c:v>
                </c:pt>
                <c:pt idx="6440">
                  <c:v>45909</c:v>
                </c:pt>
                <c:pt idx="6441">
                  <c:v>45910</c:v>
                </c:pt>
                <c:pt idx="6442">
                  <c:v>45911</c:v>
                </c:pt>
                <c:pt idx="6443">
                  <c:v>45912</c:v>
                </c:pt>
                <c:pt idx="6444">
                  <c:v>45915</c:v>
                </c:pt>
                <c:pt idx="6445">
                  <c:v>45916</c:v>
                </c:pt>
                <c:pt idx="6446">
                  <c:v>45917</c:v>
                </c:pt>
                <c:pt idx="6447">
                  <c:v>45918</c:v>
                </c:pt>
                <c:pt idx="6448">
                  <c:v>45919</c:v>
                </c:pt>
                <c:pt idx="6449">
                  <c:v>45922</c:v>
                </c:pt>
                <c:pt idx="6450">
                  <c:v>45923</c:v>
                </c:pt>
                <c:pt idx="6451">
                  <c:v>45924</c:v>
                </c:pt>
                <c:pt idx="6452">
                  <c:v>45925</c:v>
                </c:pt>
                <c:pt idx="6453">
                  <c:v>45926</c:v>
                </c:pt>
                <c:pt idx="6454">
                  <c:v>45929</c:v>
                </c:pt>
                <c:pt idx="6455">
                  <c:v>45930</c:v>
                </c:pt>
                <c:pt idx="6456">
                  <c:v>45931</c:v>
                </c:pt>
                <c:pt idx="6457">
                  <c:v>45932</c:v>
                </c:pt>
                <c:pt idx="6458">
                  <c:v>45933</c:v>
                </c:pt>
                <c:pt idx="6459">
                  <c:v>45936</c:v>
                </c:pt>
                <c:pt idx="6460">
                  <c:v>45937</c:v>
                </c:pt>
                <c:pt idx="6461">
                  <c:v>45938</c:v>
                </c:pt>
                <c:pt idx="6462">
                  <c:v>45939</c:v>
                </c:pt>
                <c:pt idx="6463">
                  <c:v>45940</c:v>
                </c:pt>
                <c:pt idx="6464">
                  <c:v>45943</c:v>
                </c:pt>
                <c:pt idx="6465">
                  <c:v>45944</c:v>
                </c:pt>
                <c:pt idx="6466">
                  <c:v>45945</c:v>
                </c:pt>
                <c:pt idx="6467">
                  <c:v>45946</c:v>
                </c:pt>
                <c:pt idx="6468">
                  <c:v>45947</c:v>
                </c:pt>
                <c:pt idx="6469">
                  <c:v>45950</c:v>
                </c:pt>
                <c:pt idx="6470">
                  <c:v>45951</c:v>
                </c:pt>
                <c:pt idx="6471">
                  <c:v>45952</c:v>
                </c:pt>
                <c:pt idx="6472">
                  <c:v>45953</c:v>
                </c:pt>
                <c:pt idx="6473">
                  <c:v>45954</c:v>
                </c:pt>
                <c:pt idx="6474">
                  <c:v>45957</c:v>
                </c:pt>
                <c:pt idx="6475">
                  <c:v>45958</c:v>
                </c:pt>
                <c:pt idx="6476">
                  <c:v>45959</c:v>
                </c:pt>
                <c:pt idx="6477">
                  <c:v>45960</c:v>
                </c:pt>
                <c:pt idx="6478">
                  <c:v>45961</c:v>
                </c:pt>
                <c:pt idx="6479">
                  <c:v>45964</c:v>
                </c:pt>
                <c:pt idx="6480">
                  <c:v>45965</c:v>
                </c:pt>
                <c:pt idx="6481">
                  <c:v>45966</c:v>
                </c:pt>
                <c:pt idx="6482">
                  <c:v>45967</c:v>
                </c:pt>
                <c:pt idx="6483">
                  <c:v>45968</c:v>
                </c:pt>
                <c:pt idx="6484">
                  <c:v>45971</c:v>
                </c:pt>
                <c:pt idx="6485">
                  <c:v>45972</c:v>
                </c:pt>
                <c:pt idx="6486">
                  <c:v>45973</c:v>
                </c:pt>
                <c:pt idx="6487">
                  <c:v>45974</c:v>
                </c:pt>
                <c:pt idx="6488">
                  <c:v>45975</c:v>
                </c:pt>
                <c:pt idx="6489">
                  <c:v>45978</c:v>
                </c:pt>
                <c:pt idx="6490">
                  <c:v>45979</c:v>
                </c:pt>
                <c:pt idx="6491">
                  <c:v>45980</c:v>
                </c:pt>
                <c:pt idx="6492">
                  <c:v>45981</c:v>
                </c:pt>
                <c:pt idx="6493">
                  <c:v>45982</c:v>
                </c:pt>
                <c:pt idx="6494">
                  <c:v>45985</c:v>
                </c:pt>
                <c:pt idx="6495">
                  <c:v>45986</c:v>
                </c:pt>
                <c:pt idx="6496">
                  <c:v>45987</c:v>
                </c:pt>
                <c:pt idx="6497">
                  <c:v>45988</c:v>
                </c:pt>
                <c:pt idx="6498">
                  <c:v>45989</c:v>
                </c:pt>
                <c:pt idx="6499">
                  <c:v>45992</c:v>
                </c:pt>
                <c:pt idx="6500">
                  <c:v>45993</c:v>
                </c:pt>
                <c:pt idx="6501">
                  <c:v>45994</c:v>
                </c:pt>
                <c:pt idx="6502">
                  <c:v>45995</c:v>
                </c:pt>
                <c:pt idx="6503">
                  <c:v>45996</c:v>
                </c:pt>
                <c:pt idx="6504">
                  <c:v>45999</c:v>
                </c:pt>
                <c:pt idx="6505">
                  <c:v>46000</c:v>
                </c:pt>
                <c:pt idx="6506">
                  <c:v>46001</c:v>
                </c:pt>
                <c:pt idx="6507">
                  <c:v>46002</c:v>
                </c:pt>
                <c:pt idx="6508">
                  <c:v>46003</c:v>
                </c:pt>
                <c:pt idx="6509">
                  <c:v>46006</c:v>
                </c:pt>
                <c:pt idx="6510">
                  <c:v>46007</c:v>
                </c:pt>
                <c:pt idx="6511">
                  <c:v>46008</c:v>
                </c:pt>
                <c:pt idx="6512">
                  <c:v>46009</c:v>
                </c:pt>
                <c:pt idx="6513">
                  <c:v>46010</c:v>
                </c:pt>
                <c:pt idx="6514">
                  <c:v>46013</c:v>
                </c:pt>
                <c:pt idx="6515">
                  <c:v>46014</c:v>
                </c:pt>
                <c:pt idx="6516">
                  <c:v>46015</c:v>
                </c:pt>
                <c:pt idx="6517">
                  <c:v>46016</c:v>
                </c:pt>
                <c:pt idx="6518">
                  <c:v>46017</c:v>
                </c:pt>
                <c:pt idx="6519">
                  <c:v>46020</c:v>
                </c:pt>
                <c:pt idx="6520">
                  <c:v>46021</c:v>
                </c:pt>
                <c:pt idx="6521">
                  <c:v>46022</c:v>
                </c:pt>
                <c:pt idx="6522">
                  <c:v>46023</c:v>
                </c:pt>
                <c:pt idx="6523">
                  <c:v>46024</c:v>
                </c:pt>
                <c:pt idx="6524">
                  <c:v>46027</c:v>
                </c:pt>
                <c:pt idx="6525">
                  <c:v>46028</c:v>
                </c:pt>
                <c:pt idx="6526">
                  <c:v>46029</c:v>
                </c:pt>
                <c:pt idx="6527">
                  <c:v>46030</c:v>
                </c:pt>
                <c:pt idx="6528">
                  <c:v>46031</c:v>
                </c:pt>
                <c:pt idx="6529">
                  <c:v>46034</c:v>
                </c:pt>
                <c:pt idx="6530">
                  <c:v>46035</c:v>
                </c:pt>
                <c:pt idx="6531">
                  <c:v>46036</c:v>
                </c:pt>
                <c:pt idx="6532">
                  <c:v>46037</c:v>
                </c:pt>
                <c:pt idx="6533">
                  <c:v>46038</c:v>
                </c:pt>
                <c:pt idx="6534">
                  <c:v>46041</c:v>
                </c:pt>
                <c:pt idx="6535">
                  <c:v>46042</c:v>
                </c:pt>
                <c:pt idx="6536">
                  <c:v>46043</c:v>
                </c:pt>
                <c:pt idx="6537">
                  <c:v>46044</c:v>
                </c:pt>
                <c:pt idx="6538">
                  <c:v>46045</c:v>
                </c:pt>
                <c:pt idx="6539">
                  <c:v>46048</c:v>
                </c:pt>
                <c:pt idx="6540">
                  <c:v>46049</c:v>
                </c:pt>
                <c:pt idx="6541">
                  <c:v>46050</c:v>
                </c:pt>
                <c:pt idx="6542">
                  <c:v>46051</c:v>
                </c:pt>
                <c:pt idx="6543">
                  <c:v>46052</c:v>
                </c:pt>
                <c:pt idx="6544">
                  <c:v>46055</c:v>
                </c:pt>
                <c:pt idx="6545">
                  <c:v>46056</c:v>
                </c:pt>
                <c:pt idx="6546">
                  <c:v>46057</c:v>
                </c:pt>
                <c:pt idx="6547">
                  <c:v>46058</c:v>
                </c:pt>
                <c:pt idx="6548">
                  <c:v>46059</c:v>
                </c:pt>
                <c:pt idx="6549">
                  <c:v>46062</c:v>
                </c:pt>
                <c:pt idx="6550">
                  <c:v>46063</c:v>
                </c:pt>
                <c:pt idx="6551">
                  <c:v>46064</c:v>
                </c:pt>
                <c:pt idx="6552">
                  <c:v>46065</c:v>
                </c:pt>
                <c:pt idx="6553">
                  <c:v>46066</c:v>
                </c:pt>
                <c:pt idx="6554">
                  <c:v>46069</c:v>
                </c:pt>
                <c:pt idx="6555">
                  <c:v>46070</c:v>
                </c:pt>
                <c:pt idx="6556">
                  <c:v>46071</c:v>
                </c:pt>
                <c:pt idx="6557">
                  <c:v>46072</c:v>
                </c:pt>
                <c:pt idx="6558">
                  <c:v>46073</c:v>
                </c:pt>
                <c:pt idx="6559">
                  <c:v>46076</c:v>
                </c:pt>
                <c:pt idx="6560">
                  <c:v>46077</c:v>
                </c:pt>
                <c:pt idx="6561">
                  <c:v>46078</c:v>
                </c:pt>
                <c:pt idx="6562">
                  <c:v>46079</c:v>
                </c:pt>
                <c:pt idx="6563">
                  <c:v>46080</c:v>
                </c:pt>
                <c:pt idx="6564">
                  <c:v>46083</c:v>
                </c:pt>
                <c:pt idx="6565">
                  <c:v>46084</c:v>
                </c:pt>
                <c:pt idx="6566">
                  <c:v>46085</c:v>
                </c:pt>
                <c:pt idx="6567">
                  <c:v>46086</c:v>
                </c:pt>
                <c:pt idx="6568">
                  <c:v>46087</c:v>
                </c:pt>
                <c:pt idx="6569">
                  <c:v>46090</c:v>
                </c:pt>
                <c:pt idx="6570">
                  <c:v>46091</c:v>
                </c:pt>
                <c:pt idx="6571">
                  <c:v>46092</c:v>
                </c:pt>
                <c:pt idx="6572">
                  <c:v>46093</c:v>
                </c:pt>
                <c:pt idx="6573">
                  <c:v>46094</c:v>
                </c:pt>
                <c:pt idx="6574">
                  <c:v>46097</c:v>
                </c:pt>
                <c:pt idx="6575">
                  <c:v>46098</c:v>
                </c:pt>
                <c:pt idx="6576">
                  <c:v>46099</c:v>
                </c:pt>
                <c:pt idx="6577">
                  <c:v>46100</c:v>
                </c:pt>
                <c:pt idx="6578">
                  <c:v>46101</c:v>
                </c:pt>
                <c:pt idx="6579">
                  <c:v>46104</c:v>
                </c:pt>
                <c:pt idx="6580">
                  <c:v>46105</c:v>
                </c:pt>
                <c:pt idx="6581">
                  <c:v>46106</c:v>
                </c:pt>
                <c:pt idx="6582">
                  <c:v>46107</c:v>
                </c:pt>
                <c:pt idx="6583">
                  <c:v>46108</c:v>
                </c:pt>
                <c:pt idx="6584">
                  <c:v>46111</c:v>
                </c:pt>
                <c:pt idx="6585">
                  <c:v>46112</c:v>
                </c:pt>
                <c:pt idx="6586">
                  <c:v>46113</c:v>
                </c:pt>
                <c:pt idx="6587">
                  <c:v>46114</c:v>
                </c:pt>
                <c:pt idx="6588">
                  <c:v>46115</c:v>
                </c:pt>
                <c:pt idx="6589">
                  <c:v>46118</c:v>
                </c:pt>
                <c:pt idx="6590">
                  <c:v>46119</c:v>
                </c:pt>
                <c:pt idx="6591">
                  <c:v>46120</c:v>
                </c:pt>
                <c:pt idx="6592">
                  <c:v>46121</c:v>
                </c:pt>
                <c:pt idx="6593">
                  <c:v>46122</c:v>
                </c:pt>
                <c:pt idx="6594">
                  <c:v>46125</c:v>
                </c:pt>
                <c:pt idx="6595">
                  <c:v>46126</c:v>
                </c:pt>
                <c:pt idx="6596">
                  <c:v>46127</c:v>
                </c:pt>
                <c:pt idx="6597">
                  <c:v>46128</c:v>
                </c:pt>
                <c:pt idx="6598">
                  <c:v>46129</c:v>
                </c:pt>
                <c:pt idx="6599">
                  <c:v>46132</c:v>
                </c:pt>
                <c:pt idx="6600">
                  <c:v>46133</c:v>
                </c:pt>
                <c:pt idx="6601">
                  <c:v>46134</c:v>
                </c:pt>
                <c:pt idx="6602">
                  <c:v>46135</c:v>
                </c:pt>
                <c:pt idx="6603">
                  <c:v>46136</c:v>
                </c:pt>
                <c:pt idx="6604">
                  <c:v>46139</c:v>
                </c:pt>
                <c:pt idx="6605">
                  <c:v>46140</c:v>
                </c:pt>
                <c:pt idx="6606">
                  <c:v>46141</c:v>
                </c:pt>
                <c:pt idx="6607">
                  <c:v>46142</c:v>
                </c:pt>
                <c:pt idx="6608">
                  <c:v>46143</c:v>
                </c:pt>
                <c:pt idx="6609">
                  <c:v>46146</c:v>
                </c:pt>
                <c:pt idx="6610">
                  <c:v>46147</c:v>
                </c:pt>
                <c:pt idx="6611">
                  <c:v>46148</c:v>
                </c:pt>
                <c:pt idx="6612">
                  <c:v>46149</c:v>
                </c:pt>
                <c:pt idx="6613">
                  <c:v>46150</c:v>
                </c:pt>
                <c:pt idx="6614">
                  <c:v>46153</c:v>
                </c:pt>
                <c:pt idx="6615">
                  <c:v>46154</c:v>
                </c:pt>
                <c:pt idx="6616">
                  <c:v>46155</c:v>
                </c:pt>
                <c:pt idx="6617">
                  <c:v>46156</c:v>
                </c:pt>
                <c:pt idx="6618">
                  <c:v>46157</c:v>
                </c:pt>
                <c:pt idx="6619">
                  <c:v>46160</c:v>
                </c:pt>
                <c:pt idx="6620">
                  <c:v>46161</c:v>
                </c:pt>
                <c:pt idx="6621">
                  <c:v>46162</c:v>
                </c:pt>
                <c:pt idx="6622">
                  <c:v>46163</c:v>
                </c:pt>
                <c:pt idx="6623">
                  <c:v>46164</c:v>
                </c:pt>
                <c:pt idx="6624">
                  <c:v>46167</c:v>
                </c:pt>
                <c:pt idx="6625">
                  <c:v>46168</c:v>
                </c:pt>
                <c:pt idx="6626">
                  <c:v>46169</c:v>
                </c:pt>
                <c:pt idx="6627">
                  <c:v>46170</c:v>
                </c:pt>
                <c:pt idx="6628">
                  <c:v>46171</c:v>
                </c:pt>
                <c:pt idx="6629">
                  <c:v>46174</c:v>
                </c:pt>
                <c:pt idx="6630">
                  <c:v>46175</c:v>
                </c:pt>
                <c:pt idx="6631">
                  <c:v>46176</c:v>
                </c:pt>
                <c:pt idx="6632">
                  <c:v>46177</c:v>
                </c:pt>
                <c:pt idx="6633">
                  <c:v>46178</c:v>
                </c:pt>
                <c:pt idx="6634">
                  <c:v>46181</c:v>
                </c:pt>
                <c:pt idx="6635">
                  <c:v>46182</c:v>
                </c:pt>
                <c:pt idx="6636">
                  <c:v>46183</c:v>
                </c:pt>
                <c:pt idx="6637">
                  <c:v>46184</c:v>
                </c:pt>
                <c:pt idx="6638">
                  <c:v>46185</c:v>
                </c:pt>
                <c:pt idx="6639">
                  <c:v>46188</c:v>
                </c:pt>
                <c:pt idx="6640">
                  <c:v>46189</c:v>
                </c:pt>
                <c:pt idx="6641">
                  <c:v>46190</c:v>
                </c:pt>
                <c:pt idx="6642">
                  <c:v>46191</c:v>
                </c:pt>
                <c:pt idx="6643">
                  <c:v>46192</c:v>
                </c:pt>
                <c:pt idx="6644">
                  <c:v>46195</c:v>
                </c:pt>
                <c:pt idx="6645">
                  <c:v>46196</c:v>
                </c:pt>
                <c:pt idx="6646">
                  <c:v>46197</c:v>
                </c:pt>
                <c:pt idx="6647">
                  <c:v>46198</c:v>
                </c:pt>
                <c:pt idx="6648">
                  <c:v>46199</c:v>
                </c:pt>
                <c:pt idx="6649">
                  <c:v>46202</c:v>
                </c:pt>
                <c:pt idx="6650">
                  <c:v>46203</c:v>
                </c:pt>
                <c:pt idx="6651">
                  <c:v>46204</c:v>
                </c:pt>
                <c:pt idx="6652">
                  <c:v>46205</c:v>
                </c:pt>
                <c:pt idx="6653">
                  <c:v>46206</c:v>
                </c:pt>
                <c:pt idx="6654">
                  <c:v>46209</c:v>
                </c:pt>
                <c:pt idx="6655">
                  <c:v>46210</c:v>
                </c:pt>
                <c:pt idx="6656">
                  <c:v>46211</c:v>
                </c:pt>
                <c:pt idx="6657">
                  <c:v>46212</c:v>
                </c:pt>
                <c:pt idx="6658">
                  <c:v>46213</c:v>
                </c:pt>
                <c:pt idx="6659">
                  <c:v>46216</c:v>
                </c:pt>
                <c:pt idx="6660">
                  <c:v>46217</c:v>
                </c:pt>
                <c:pt idx="6661">
                  <c:v>46218</c:v>
                </c:pt>
                <c:pt idx="6662">
                  <c:v>46219</c:v>
                </c:pt>
                <c:pt idx="6663">
                  <c:v>46220</c:v>
                </c:pt>
                <c:pt idx="6664">
                  <c:v>46223</c:v>
                </c:pt>
                <c:pt idx="6665">
                  <c:v>46224</c:v>
                </c:pt>
                <c:pt idx="6666">
                  <c:v>46225</c:v>
                </c:pt>
                <c:pt idx="6667">
                  <c:v>46226</c:v>
                </c:pt>
                <c:pt idx="6668">
                  <c:v>46227</c:v>
                </c:pt>
                <c:pt idx="6669">
                  <c:v>46230</c:v>
                </c:pt>
                <c:pt idx="6670">
                  <c:v>46231</c:v>
                </c:pt>
                <c:pt idx="6671">
                  <c:v>46232</c:v>
                </c:pt>
                <c:pt idx="6672">
                  <c:v>46233</c:v>
                </c:pt>
                <c:pt idx="6673">
                  <c:v>46234</c:v>
                </c:pt>
                <c:pt idx="6674">
                  <c:v>46237</c:v>
                </c:pt>
                <c:pt idx="6675">
                  <c:v>46238</c:v>
                </c:pt>
                <c:pt idx="6676">
                  <c:v>46239</c:v>
                </c:pt>
                <c:pt idx="6677">
                  <c:v>46240</c:v>
                </c:pt>
                <c:pt idx="6678">
                  <c:v>46241</c:v>
                </c:pt>
                <c:pt idx="6679">
                  <c:v>46244</c:v>
                </c:pt>
                <c:pt idx="6680">
                  <c:v>46245</c:v>
                </c:pt>
                <c:pt idx="6681">
                  <c:v>46246</c:v>
                </c:pt>
                <c:pt idx="6682">
                  <c:v>46247</c:v>
                </c:pt>
                <c:pt idx="6683">
                  <c:v>46248</c:v>
                </c:pt>
                <c:pt idx="6684">
                  <c:v>46251</c:v>
                </c:pt>
                <c:pt idx="6685">
                  <c:v>46252</c:v>
                </c:pt>
                <c:pt idx="6686">
                  <c:v>46253</c:v>
                </c:pt>
                <c:pt idx="6687">
                  <c:v>46254</c:v>
                </c:pt>
                <c:pt idx="6688">
                  <c:v>46255</c:v>
                </c:pt>
                <c:pt idx="6689">
                  <c:v>46258</c:v>
                </c:pt>
                <c:pt idx="6690">
                  <c:v>46259</c:v>
                </c:pt>
                <c:pt idx="6691">
                  <c:v>46260</c:v>
                </c:pt>
                <c:pt idx="6692">
                  <c:v>46261</c:v>
                </c:pt>
                <c:pt idx="6693">
                  <c:v>46262</c:v>
                </c:pt>
                <c:pt idx="6694">
                  <c:v>46265</c:v>
                </c:pt>
                <c:pt idx="6695">
                  <c:v>46266</c:v>
                </c:pt>
                <c:pt idx="6696">
                  <c:v>46267</c:v>
                </c:pt>
                <c:pt idx="6697">
                  <c:v>46268</c:v>
                </c:pt>
                <c:pt idx="6698">
                  <c:v>46269</c:v>
                </c:pt>
                <c:pt idx="6699">
                  <c:v>46272</c:v>
                </c:pt>
                <c:pt idx="6700">
                  <c:v>46273</c:v>
                </c:pt>
                <c:pt idx="6701">
                  <c:v>46274</c:v>
                </c:pt>
                <c:pt idx="6702">
                  <c:v>46275</c:v>
                </c:pt>
                <c:pt idx="6703">
                  <c:v>46276</c:v>
                </c:pt>
                <c:pt idx="6704">
                  <c:v>46279</c:v>
                </c:pt>
                <c:pt idx="6705">
                  <c:v>46280</c:v>
                </c:pt>
                <c:pt idx="6706">
                  <c:v>46281</c:v>
                </c:pt>
                <c:pt idx="6707">
                  <c:v>46282</c:v>
                </c:pt>
                <c:pt idx="6708">
                  <c:v>46283</c:v>
                </c:pt>
                <c:pt idx="6709">
                  <c:v>46286</c:v>
                </c:pt>
                <c:pt idx="6710">
                  <c:v>46287</c:v>
                </c:pt>
                <c:pt idx="6711">
                  <c:v>46288</c:v>
                </c:pt>
                <c:pt idx="6712">
                  <c:v>46289</c:v>
                </c:pt>
                <c:pt idx="6713">
                  <c:v>46290</c:v>
                </c:pt>
                <c:pt idx="6714">
                  <c:v>46293</c:v>
                </c:pt>
                <c:pt idx="6715">
                  <c:v>46294</c:v>
                </c:pt>
                <c:pt idx="6716">
                  <c:v>46295</c:v>
                </c:pt>
                <c:pt idx="6717">
                  <c:v>46296</c:v>
                </c:pt>
                <c:pt idx="6718">
                  <c:v>46297</c:v>
                </c:pt>
                <c:pt idx="6719">
                  <c:v>46300</c:v>
                </c:pt>
                <c:pt idx="6720">
                  <c:v>46301</c:v>
                </c:pt>
                <c:pt idx="6721">
                  <c:v>46302</c:v>
                </c:pt>
                <c:pt idx="6722">
                  <c:v>46303</c:v>
                </c:pt>
                <c:pt idx="6723">
                  <c:v>46304</c:v>
                </c:pt>
                <c:pt idx="6724">
                  <c:v>46307</c:v>
                </c:pt>
                <c:pt idx="6725">
                  <c:v>46308</c:v>
                </c:pt>
                <c:pt idx="6726">
                  <c:v>46309</c:v>
                </c:pt>
                <c:pt idx="6727">
                  <c:v>46310</c:v>
                </c:pt>
                <c:pt idx="6728">
                  <c:v>46311</c:v>
                </c:pt>
                <c:pt idx="6729">
                  <c:v>46314</c:v>
                </c:pt>
                <c:pt idx="6730">
                  <c:v>46315</c:v>
                </c:pt>
              </c:numCache>
            </c:numRef>
          </c:cat>
          <c:val>
            <c:numRef>
              <c:f>Spread_Calc!$R$7:$R$6974</c:f>
              <c:numCache>
                <c:formatCode>_(#,##0.00%_);\(#,##0.00%\);_("–"_)_%;_(@_)_%</c:formatCode>
                <c:ptCount val="6968"/>
                <c:pt idx="0">
                  <c:v>#N/A</c:v>
                </c:pt>
                <c:pt idx="1">
                  <c:v>#N/A</c:v>
                </c:pt>
                <c:pt idx="2">
                  <c:v>#N/A</c:v>
                </c:pt>
                <c:pt idx="3">
                  <c:v>#N/A</c:v>
                </c:pt>
                <c:pt idx="4">
                  <c:v>#N/A</c:v>
                </c:pt>
                <c:pt idx="5">
                  <c:v>#N/A</c:v>
                </c:pt>
                <c:pt idx="6">
                  <c:v>#N/A</c:v>
                </c:pt>
                <c:pt idx="7">
                  <c:v>#N/A</c:v>
                </c:pt>
                <c:pt idx="8">
                  <c:v>#N/A</c:v>
                </c:pt>
                <c:pt idx="9">
                  <c:v>#N/A</c:v>
                </c:pt>
                <c:pt idx="10">
                  <c:v>#N/A</c:v>
                </c:pt>
                <c:pt idx="11">
                  <c:v>#N/A</c:v>
                </c:pt>
                <c:pt idx="12">
                  <c:v>#N/A</c:v>
                </c:pt>
                <c:pt idx="13">
                  <c:v>#N/A</c:v>
                </c:pt>
                <c:pt idx="14">
                  <c:v>#N/A</c:v>
                </c:pt>
                <c:pt idx="15">
                  <c:v>#N/A</c:v>
                </c:pt>
                <c:pt idx="16">
                  <c:v>#N/A</c:v>
                </c:pt>
                <c:pt idx="17">
                  <c:v>#N/A</c:v>
                </c:pt>
                <c:pt idx="18">
                  <c:v>#N/A</c:v>
                </c:pt>
                <c:pt idx="19">
                  <c:v>#N/A</c:v>
                </c:pt>
                <c:pt idx="20">
                  <c:v>#N/A</c:v>
                </c:pt>
                <c:pt idx="21">
                  <c:v>#N/A</c:v>
                </c:pt>
                <c:pt idx="22">
                  <c:v>#N/A</c:v>
                </c:pt>
                <c:pt idx="23">
                  <c:v>#N/A</c:v>
                </c:pt>
                <c:pt idx="24">
                  <c:v>#N/A</c:v>
                </c:pt>
                <c:pt idx="25">
                  <c:v>#N/A</c:v>
                </c:pt>
                <c:pt idx="26">
                  <c:v>#N/A</c:v>
                </c:pt>
                <c:pt idx="27">
                  <c:v>#N/A</c:v>
                </c:pt>
                <c:pt idx="28">
                  <c:v>#N/A</c:v>
                </c:pt>
                <c:pt idx="29">
                  <c:v>#N/A</c:v>
                </c:pt>
                <c:pt idx="30">
                  <c:v>#N/A</c:v>
                </c:pt>
                <c:pt idx="31">
                  <c:v>#N/A</c:v>
                </c:pt>
                <c:pt idx="32">
                  <c:v>#N/A</c:v>
                </c:pt>
                <c:pt idx="33">
                  <c:v>#N/A</c:v>
                </c:pt>
                <c:pt idx="34">
                  <c:v>#N/A</c:v>
                </c:pt>
                <c:pt idx="35">
                  <c:v>#N/A</c:v>
                </c:pt>
                <c:pt idx="36">
                  <c:v>#N/A</c:v>
                </c:pt>
                <c:pt idx="37">
                  <c:v>#N/A</c:v>
                </c:pt>
                <c:pt idx="38">
                  <c:v>#N/A</c:v>
                </c:pt>
                <c:pt idx="39">
                  <c:v>#N/A</c:v>
                </c:pt>
                <c:pt idx="40">
                  <c:v>#N/A</c:v>
                </c:pt>
                <c:pt idx="41">
                  <c:v>#N/A</c:v>
                </c:pt>
                <c:pt idx="42">
                  <c:v>#N/A</c:v>
                </c:pt>
                <c:pt idx="43">
                  <c:v>#N/A</c:v>
                </c:pt>
                <c:pt idx="44">
                  <c:v>#N/A</c:v>
                </c:pt>
                <c:pt idx="45">
                  <c:v>#N/A</c:v>
                </c:pt>
                <c:pt idx="46">
                  <c:v>#N/A</c:v>
                </c:pt>
                <c:pt idx="47">
                  <c:v>#N/A</c:v>
                </c:pt>
                <c:pt idx="48">
                  <c:v>#N/A</c:v>
                </c:pt>
                <c:pt idx="49">
                  <c:v>#N/A</c:v>
                </c:pt>
                <c:pt idx="50">
                  <c:v>#N/A</c:v>
                </c:pt>
                <c:pt idx="51">
                  <c:v>#N/A</c:v>
                </c:pt>
                <c:pt idx="52">
                  <c:v>#N/A</c:v>
                </c:pt>
                <c:pt idx="53">
                  <c:v>#N/A</c:v>
                </c:pt>
                <c:pt idx="54">
                  <c:v>#N/A</c:v>
                </c:pt>
                <c:pt idx="55">
                  <c:v>#N/A</c:v>
                </c:pt>
                <c:pt idx="56">
                  <c:v>#N/A</c:v>
                </c:pt>
                <c:pt idx="57">
                  <c:v>#N/A</c:v>
                </c:pt>
                <c:pt idx="58">
                  <c:v>#N/A</c:v>
                </c:pt>
                <c:pt idx="59">
                  <c:v>#N/A</c:v>
                </c:pt>
                <c:pt idx="60">
                  <c:v>#N/A</c:v>
                </c:pt>
                <c:pt idx="61">
                  <c:v>#N/A</c:v>
                </c:pt>
                <c:pt idx="62">
                  <c:v>#N/A</c:v>
                </c:pt>
                <c:pt idx="63">
                  <c:v>#N/A</c:v>
                </c:pt>
                <c:pt idx="64">
                  <c:v>#N/A</c:v>
                </c:pt>
                <c:pt idx="65">
                  <c:v>#N/A</c:v>
                </c:pt>
                <c:pt idx="66">
                  <c:v>#N/A</c:v>
                </c:pt>
                <c:pt idx="67">
                  <c:v>#N/A</c:v>
                </c:pt>
                <c:pt idx="68">
                  <c:v>#N/A</c:v>
                </c:pt>
                <c:pt idx="69">
                  <c:v>#N/A</c:v>
                </c:pt>
                <c:pt idx="70">
                  <c:v>#N/A</c:v>
                </c:pt>
                <c:pt idx="71">
                  <c:v>#N/A</c:v>
                </c:pt>
                <c:pt idx="72">
                  <c:v>#N/A</c:v>
                </c:pt>
                <c:pt idx="73">
                  <c:v>#N/A</c:v>
                </c:pt>
                <c:pt idx="74">
                  <c:v>#N/A</c:v>
                </c:pt>
                <c:pt idx="75">
                  <c:v>#N/A</c:v>
                </c:pt>
                <c:pt idx="76">
                  <c:v>#N/A</c:v>
                </c:pt>
                <c:pt idx="77">
                  <c:v>#N/A</c:v>
                </c:pt>
                <c:pt idx="78">
                  <c:v>#N/A</c:v>
                </c:pt>
                <c:pt idx="79">
                  <c:v>#N/A</c:v>
                </c:pt>
                <c:pt idx="80">
                  <c:v>#N/A</c:v>
                </c:pt>
                <c:pt idx="81">
                  <c:v>#N/A</c:v>
                </c:pt>
                <c:pt idx="82">
                  <c:v>#N/A</c:v>
                </c:pt>
                <c:pt idx="83">
                  <c:v>#N/A</c:v>
                </c:pt>
                <c:pt idx="84">
                  <c:v>#N/A</c:v>
                </c:pt>
                <c:pt idx="85">
                  <c:v>#N/A</c:v>
                </c:pt>
                <c:pt idx="86">
                  <c:v>#N/A</c:v>
                </c:pt>
                <c:pt idx="87">
                  <c:v>#N/A</c:v>
                </c:pt>
                <c:pt idx="88">
                  <c:v>#N/A</c:v>
                </c:pt>
                <c:pt idx="89">
                  <c:v>#N/A</c:v>
                </c:pt>
                <c:pt idx="90">
                  <c:v>#N/A</c:v>
                </c:pt>
                <c:pt idx="91">
                  <c:v>#N/A</c:v>
                </c:pt>
                <c:pt idx="92">
                  <c:v>#N/A</c:v>
                </c:pt>
                <c:pt idx="93">
                  <c:v>#N/A</c:v>
                </c:pt>
                <c:pt idx="94">
                  <c:v>#N/A</c:v>
                </c:pt>
                <c:pt idx="95">
                  <c:v>#N/A</c:v>
                </c:pt>
                <c:pt idx="96">
                  <c:v>#N/A</c:v>
                </c:pt>
                <c:pt idx="97">
                  <c:v>#N/A</c:v>
                </c:pt>
                <c:pt idx="98">
                  <c:v>#N/A</c:v>
                </c:pt>
                <c:pt idx="99">
                  <c:v>#N/A</c:v>
                </c:pt>
                <c:pt idx="100">
                  <c:v>#N/A</c:v>
                </c:pt>
                <c:pt idx="101">
                  <c:v>#N/A</c:v>
                </c:pt>
                <c:pt idx="102">
                  <c:v>#N/A</c:v>
                </c:pt>
                <c:pt idx="103">
                  <c:v>#N/A</c:v>
                </c:pt>
                <c:pt idx="104">
                  <c:v>#N/A</c:v>
                </c:pt>
                <c:pt idx="105">
                  <c:v>#N/A</c:v>
                </c:pt>
                <c:pt idx="106">
                  <c:v>#N/A</c:v>
                </c:pt>
                <c:pt idx="107">
                  <c:v>#N/A</c:v>
                </c:pt>
                <c:pt idx="108">
                  <c:v>#N/A</c:v>
                </c:pt>
                <c:pt idx="109">
                  <c:v>#N/A</c:v>
                </c:pt>
                <c:pt idx="110">
                  <c:v>#N/A</c:v>
                </c:pt>
                <c:pt idx="111">
                  <c:v>#N/A</c:v>
                </c:pt>
                <c:pt idx="112">
                  <c:v>#N/A</c:v>
                </c:pt>
                <c:pt idx="113">
                  <c:v>#N/A</c:v>
                </c:pt>
                <c:pt idx="114">
                  <c:v>#N/A</c:v>
                </c:pt>
                <c:pt idx="115">
                  <c:v>#N/A</c:v>
                </c:pt>
                <c:pt idx="116">
                  <c:v>#N/A</c:v>
                </c:pt>
                <c:pt idx="117">
                  <c:v>#N/A</c:v>
                </c:pt>
                <c:pt idx="118">
                  <c:v>#N/A</c:v>
                </c:pt>
                <c:pt idx="119">
                  <c:v>#N/A</c:v>
                </c:pt>
                <c:pt idx="120">
                  <c:v>#N/A</c:v>
                </c:pt>
                <c:pt idx="121">
                  <c:v>#N/A</c:v>
                </c:pt>
                <c:pt idx="122">
                  <c:v>#N/A</c:v>
                </c:pt>
                <c:pt idx="123">
                  <c:v>#N/A</c:v>
                </c:pt>
                <c:pt idx="124">
                  <c:v>#N/A</c:v>
                </c:pt>
                <c:pt idx="125">
                  <c:v>#N/A</c:v>
                </c:pt>
                <c:pt idx="126">
                  <c:v>#N/A</c:v>
                </c:pt>
                <c:pt idx="127">
                  <c:v>#N/A</c:v>
                </c:pt>
                <c:pt idx="128">
                  <c:v>#N/A</c:v>
                </c:pt>
                <c:pt idx="129">
                  <c:v>#N/A</c:v>
                </c:pt>
                <c:pt idx="130">
                  <c:v>#N/A</c:v>
                </c:pt>
                <c:pt idx="131">
                  <c:v>#N/A</c:v>
                </c:pt>
                <c:pt idx="132">
                  <c:v>#N/A</c:v>
                </c:pt>
                <c:pt idx="133">
                  <c:v>#N/A</c:v>
                </c:pt>
                <c:pt idx="134">
                  <c:v>#N/A</c:v>
                </c:pt>
                <c:pt idx="135">
                  <c:v>#N/A</c:v>
                </c:pt>
                <c:pt idx="136">
                  <c:v>#N/A</c:v>
                </c:pt>
                <c:pt idx="137">
                  <c:v>#N/A</c:v>
                </c:pt>
                <c:pt idx="138">
                  <c:v>#N/A</c:v>
                </c:pt>
                <c:pt idx="139">
                  <c:v>#N/A</c:v>
                </c:pt>
                <c:pt idx="140">
                  <c:v>#N/A</c:v>
                </c:pt>
                <c:pt idx="141">
                  <c:v>#N/A</c:v>
                </c:pt>
                <c:pt idx="142">
                  <c:v>#N/A</c:v>
                </c:pt>
                <c:pt idx="143">
                  <c:v>#N/A</c:v>
                </c:pt>
                <c:pt idx="144">
                  <c:v>#N/A</c:v>
                </c:pt>
                <c:pt idx="145">
                  <c:v>#N/A</c:v>
                </c:pt>
                <c:pt idx="146">
                  <c:v>#N/A</c:v>
                </c:pt>
                <c:pt idx="147">
                  <c:v>#N/A</c:v>
                </c:pt>
                <c:pt idx="148">
                  <c:v>#N/A</c:v>
                </c:pt>
                <c:pt idx="149">
                  <c:v>#N/A</c:v>
                </c:pt>
                <c:pt idx="150">
                  <c:v>#N/A</c:v>
                </c:pt>
                <c:pt idx="151">
                  <c:v>#N/A</c:v>
                </c:pt>
                <c:pt idx="152">
                  <c:v>#N/A</c:v>
                </c:pt>
                <c:pt idx="153">
                  <c:v>#N/A</c:v>
                </c:pt>
                <c:pt idx="154">
                  <c:v>#N/A</c:v>
                </c:pt>
                <c:pt idx="155">
                  <c:v>#N/A</c:v>
                </c:pt>
                <c:pt idx="156">
                  <c:v>#N/A</c:v>
                </c:pt>
                <c:pt idx="157">
                  <c:v>#N/A</c:v>
                </c:pt>
                <c:pt idx="158">
                  <c:v>#N/A</c:v>
                </c:pt>
                <c:pt idx="159">
                  <c:v>#N/A</c:v>
                </c:pt>
                <c:pt idx="160">
                  <c:v>#N/A</c:v>
                </c:pt>
                <c:pt idx="161">
                  <c:v>#N/A</c:v>
                </c:pt>
                <c:pt idx="162">
                  <c:v>#N/A</c:v>
                </c:pt>
                <c:pt idx="163">
                  <c:v>#N/A</c:v>
                </c:pt>
                <c:pt idx="164">
                  <c:v>#N/A</c:v>
                </c:pt>
                <c:pt idx="165">
                  <c:v>#N/A</c:v>
                </c:pt>
                <c:pt idx="166">
                  <c:v>#N/A</c:v>
                </c:pt>
                <c:pt idx="167">
                  <c:v>#N/A</c:v>
                </c:pt>
                <c:pt idx="168">
                  <c:v>#N/A</c:v>
                </c:pt>
                <c:pt idx="169">
                  <c:v>#N/A</c:v>
                </c:pt>
                <c:pt idx="170">
                  <c:v>#N/A</c:v>
                </c:pt>
                <c:pt idx="171">
                  <c:v>#N/A</c:v>
                </c:pt>
                <c:pt idx="172">
                  <c:v>#N/A</c:v>
                </c:pt>
                <c:pt idx="173">
                  <c:v>#N/A</c:v>
                </c:pt>
                <c:pt idx="174">
                  <c:v>#N/A</c:v>
                </c:pt>
                <c:pt idx="175">
                  <c:v>#N/A</c:v>
                </c:pt>
                <c:pt idx="176">
                  <c:v>#N/A</c:v>
                </c:pt>
                <c:pt idx="177">
                  <c:v>#N/A</c:v>
                </c:pt>
                <c:pt idx="178">
                  <c:v>#N/A</c:v>
                </c:pt>
                <c:pt idx="179">
                  <c:v>#N/A</c:v>
                </c:pt>
                <c:pt idx="180">
                  <c:v>#N/A</c:v>
                </c:pt>
                <c:pt idx="181">
                  <c:v>#N/A</c:v>
                </c:pt>
                <c:pt idx="182">
                  <c:v>#N/A</c:v>
                </c:pt>
                <c:pt idx="183">
                  <c:v>#N/A</c:v>
                </c:pt>
                <c:pt idx="184">
                  <c:v>#N/A</c:v>
                </c:pt>
                <c:pt idx="185">
                  <c:v>#N/A</c:v>
                </c:pt>
                <c:pt idx="186">
                  <c:v>#N/A</c:v>
                </c:pt>
                <c:pt idx="187">
                  <c:v>#N/A</c:v>
                </c:pt>
                <c:pt idx="188">
                  <c:v>#N/A</c:v>
                </c:pt>
                <c:pt idx="189">
                  <c:v>#N/A</c:v>
                </c:pt>
                <c:pt idx="190">
                  <c:v>#N/A</c:v>
                </c:pt>
                <c:pt idx="191">
                  <c:v>#N/A</c:v>
                </c:pt>
                <c:pt idx="192">
                  <c:v>#N/A</c:v>
                </c:pt>
                <c:pt idx="193">
                  <c:v>#N/A</c:v>
                </c:pt>
                <c:pt idx="194">
                  <c:v>#N/A</c:v>
                </c:pt>
                <c:pt idx="195">
                  <c:v>#N/A</c:v>
                </c:pt>
                <c:pt idx="196">
                  <c:v>#N/A</c:v>
                </c:pt>
                <c:pt idx="197">
                  <c:v>#N/A</c:v>
                </c:pt>
                <c:pt idx="198">
                  <c:v>#N/A</c:v>
                </c:pt>
                <c:pt idx="199">
                  <c:v>#N/A</c:v>
                </c:pt>
                <c:pt idx="200">
                  <c:v>#N/A</c:v>
                </c:pt>
                <c:pt idx="201">
                  <c:v>#N/A</c:v>
                </c:pt>
                <c:pt idx="202">
                  <c:v>#N/A</c:v>
                </c:pt>
                <c:pt idx="203">
                  <c:v>#N/A</c:v>
                </c:pt>
                <c:pt idx="204">
                  <c:v>#N/A</c:v>
                </c:pt>
                <c:pt idx="205">
                  <c:v>#N/A</c:v>
                </c:pt>
                <c:pt idx="206">
                  <c:v>#N/A</c:v>
                </c:pt>
                <c:pt idx="207">
                  <c:v>#N/A</c:v>
                </c:pt>
                <c:pt idx="208">
                  <c:v>#N/A</c:v>
                </c:pt>
                <c:pt idx="209">
                  <c:v>#N/A</c:v>
                </c:pt>
                <c:pt idx="210">
                  <c:v>#N/A</c:v>
                </c:pt>
                <c:pt idx="211">
                  <c:v>#N/A</c:v>
                </c:pt>
                <c:pt idx="212">
                  <c:v>#N/A</c:v>
                </c:pt>
                <c:pt idx="213">
                  <c:v>#N/A</c:v>
                </c:pt>
                <c:pt idx="214">
                  <c:v>#N/A</c:v>
                </c:pt>
                <c:pt idx="215">
                  <c:v>#N/A</c:v>
                </c:pt>
                <c:pt idx="216">
                  <c:v>#N/A</c:v>
                </c:pt>
                <c:pt idx="217">
                  <c:v>#N/A</c:v>
                </c:pt>
                <c:pt idx="218">
                  <c:v>#N/A</c:v>
                </c:pt>
                <c:pt idx="219">
                  <c:v>#N/A</c:v>
                </c:pt>
                <c:pt idx="220">
                  <c:v>#N/A</c:v>
                </c:pt>
                <c:pt idx="221">
                  <c:v>#N/A</c:v>
                </c:pt>
                <c:pt idx="222">
                  <c:v>#N/A</c:v>
                </c:pt>
                <c:pt idx="223">
                  <c:v>#N/A</c:v>
                </c:pt>
                <c:pt idx="224">
                  <c:v>#N/A</c:v>
                </c:pt>
                <c:pt idx="225">
                  <c:v>#N/A</c:v>
                </c:pt>
                <c:pt idx="226">
                  <c:v>#N/A</c:v>
                </c:pt>
                <c:pt idx="227">
                  <c:v>#N/A</c:v>
                </c:pt>
                <c:pt idx="228">
                  <c:v>#N/A</c:v>
                </c:pt>
                <c:pt idx="229">
                  <c:v>#N/A</c:v>
                </c:pt>
                <c:pt idx="230">
                  <c:v>#N/A</c:v>
                </c:pt>
                <c:pt idx="231">
                  <c:v>#N/A</c:v>
                </c:pt>
                <c:pt idx="232">
                  <c:v>#N/A</c:v>
                </c:pt>
                <c:pt idx="233">
                  <c:v>#N/A</c:v>
                </c:pt>
                <c:pt idx="234">
                  <c:v>#N/A</c:v>
                </c:pt>
                <c:pt idx="235">
                  <c:v>#N/A</c:v>
                </c:pt>
                <c:pt idx="236">
                  <c:v>#N/A</c:v>
                </c:pt>
                <c:pt idx="237">
                  <c:v>#N/A</c:v>
                </c:pt>
                <c:pt idx="238">
                  <c:v>#N/A</c:v>
                </c:pt>
                <c:pt idx="239">
                  <c:v>#N/A</c:v>
                </c:pt>
                <c:pt idx="240">
                  <c:v>#N/A</c:v>
                </c:pt>
                <c:pt idx="241">
                  <c:v>#N/A</c:v>
                </c:pt>
                <c:pt idx="242">
                  <c:v>#N/A</c:v>
                </c:pt>
                <c:pt idx="243">
                  <c:v>#N/A</c:v>
                </c:pt>
                <c:pt idx="244">
                  <c:v>#N/A</c:v>
                </c:pt>
                <c:pt idx="245">
                  <c:v>#N/A</c:v>
                </c:pt>
                <c:pt idx="246">
                  <c:v>#N/A</c:v>
                </c:pt>
                <c:pt idx="247">
                  <c:v>#N/A</c:v>
                </c:pt>
                <c:pt idx="248">
                  <c:v>#N/A</c:v>
                </c:pt>
                <c:pt idx="249">
                  <c:v>#N/A</c:v>
                </c:pt>
                <c:pt idx="250">
                  <c:v>#N/A</c:v>
                </c:pt>
                <c:pt idx="251">
                  <c:v>#N/A</c:v>
                </c:pt>
                <c:pt idx="252">
                  <c:v>#N/A</c:v>
                </c:pt>
                <c:pt idx="253">
                  <c:v>#N/A</c:v>
                </c:pt>
                <c:pt idx="254">
                  <c:v>#N/A</c:v>
                </c:pt>
                <c:pt idx="255">
                  <c:v>#N/A</c:v>
                </c:pt>
                <c:pt idx="256">
                  <c:v>#N/A</c:v>
                </c:pt>
                <c:pt idx="257">
                  <c:v>#N/A</c:v>
                </c:pt>
                <c:pt idx="258">
                  <c:v>#N/A</c:v>
                </c:pt>
                <c:pt idx="259">
                  <c:v>3.5623230999999998E-2</c:v>
                </c:pt>
                <c:pt idx="260">
                  <c:v>3.5623230999999998E-2</c:v>
                </c:pt>
                <c:pt idx="261">
                  <c:v>3.5179712000000002E-2</c:v>
                </c:pt>
                <c:pt idx="262">
                  <c:v>3.5244378999999999E-2</c:v>
                </c:pt>
                <c:pt idx="263">
                  <c:v>3.5044458000000001E-2</c:v>
                </c:pt>
                <c:pt idx="264">
                  <c:v>3.5251907999999998E-2</c:v>
                </c:pt>
                <c:pt idx="265">
                  <c:v>3.4817863999999997E-2</c:v>
                </c:pt>
                <c:pt idx="266">
                  <c:v>3.4826006999999999E-2</c:v>
                </c:pt>
                <c:pt idx="267">
                  <c:v>3.5208580000000003E-2</c:v>
                </c:pt>
                <c:pt idx="268">
                  <c:v>3.5213243999999998E-2</c:v>
                </c:pt>
                <c:pt idx="269">
                  <c:v>3.5723489000000004E-2</c:v>
                </c:pt>
                <c:pt idx="270">
                  <c:v>3.5359433000000003E-2</c:v>
                </c:pt>
                <c:pt idx="271">
                  <c:v>3.5962486000000002E-2</c:v>
                </c:pt>
                <c:pt idx="272">
                  <c:v>3.5749961999999996E-2</c:v>
                </c:pt>
                <c:pt idx="273">
                  <c:v>3.6223822000000003E-2</c:v>
                </c:pt>
                <c:pt idx="274">
                  <c:v>3.6223822000000003E-2</c:v>
                </c:pt>
                <c:pt idx="275">
                  <c:v>3.5440012999999999E-2</c:v>
                </c:pt>
                <c:pt idx="276">
                  <c:v>3.5656585999999997E-2</c:v>
                </c:pt>
                <c:pt idx="277">
                  <c:v>3.5883650999999996E-2</c:v>
                </c:pt>
                <c:pt idx="278">
                  <c:v>3.5453448999999998E-2</c:v>
                </c:pt>
                <c:pt idx="279">
                  <c:v>3.5413317E-2</c:v>
                </c:pt>
                <c:pt idx="280">
                  <c:v>3.5826343000000004E-2</c:v>
                </c:pt>
                <c:pt idx="281">
                  <c:v>3.5665651E-2</c:v>
                </c:pt>
                <c:pt idx="282">
                  <c:v>3.5594042999999999E-2</c:v>
                </c:pt>
                <c:pt idx="283">
                  <c:v>3.5875601E-2</c:v>
                </c:pt>
                <c:pt idx="284">
                  <c:v>3.5934332999999999E-2</c:v>
                </c:pt>
                <c:pt idx="285">
                  <c:v>3.6051888999999997E-2</c:v>
                </c:pt>
                <c:pt idx="286">
                  <c:v>3.6118741000000003E-2</c:v>
                </c:pt>
                <c:pt idx="287">
                  <c:v>3.6048381999999997E-2</c:v>
                </c:pt>
                <c:pt idx="288">
                  <c:v>3.6190739999999999E-2</c:v>
                </c:pt>
                <c:pt idx="289">
                  <c:v>3.6151556000000001E-2</c:v>
                </c:pt>
                <c:pt idx="290">
                  <c:v>3.5806826E-2</c:v>
                </c:pt>
                <c:pt idx="291">
                  <c:v>3.5547958999999997E-2</c:v>
                </c:pt>
                <c:pt idx="292">
                  <c:v>3.5625715000000002E-2</c:v>
                </c:pt>
                <c:pt idx="293">
                  <c:v>3.5928500000000002E-2</c:v>
                </c:pt>
                <c:pt idx="294">
                  <c:v>3.5928500000000002E-2</c:v>
                </c:pt>
                <c:pt idx="295">
                  <c:v>3.5398100000000002E-2</c:v>
                </c:pt>
                <c:pt idx="296">
                  <c:v>3.5400085999999997E-2</c:v>
                </c:pt>
                <c:pt idx="297">
                  <c:v>3.5517056999999998E-2</c:v>
                </c:pt>
                <c:pt idx="298">
                  <c:v>3.5591003999999996E-2</c:v>
                </c:pt>
                <c:pt idx="299">
                  <c:v>3.5435568000000001E-2</c:v>
                </c:pt>
                <c:pt idx="300">
                  <c:v>3.5154581999999997E-2</c:v>
                </c:pt>
                <c:pt idx="301">
                  <c:v>3.5337529999999999E-2</c:v>
                </c:pt>
                <c:pt idx="302">
                  <c:v>3.4223606999999996E-2</c:v>
                </c:pt>
                <c:pt idx="303">
                  <c:v>3.3918404999999999E-2</c:v>
                </c:pt>
                <c:pt idx="304">
                  <c:v>3.3631094E-2</c:v>
                </c:pt>
                <c:pt idx="305">
                  <c:v>3.3487137E-2</c:v>
                </c:pt>
                <c:pt idx="306">
                  <c:v>3.3151153000000003E-2</c:v>
                </c:pt>
                <c:pt idx="307">
                  <c:v>3.2762882E-2</c:v>
                </c:pt>
                <c:pt idx="308">
                  <c:v>3.2577319E-2</c:v>
                </c:pt>
                <c:pt idx="309">
                  <c:v>3.2519506999999996E-2</c:v>
                </c:pt>
                <c:pt idx="310">
                  <c:v>3.2584262999999995E-2</c:v>
                </c:pt>
                <c:pt idx="311">
                  <c:v>3.2541905000000003E-2</c:v>
                </c:pt>
                <c:pt idx="312">
                  <c:v>3.2042473000000002E-2</c:v>
                </c:pt>
                <c:pt idx="313">
                  <c:v>3.239976E-2</c:v>
                </c:pt>
                <c:pt idx="314">
                  <c:v>3.2320852000000004E-2</c:v>
                </c:pt>
                <c:pt idx="315">
                  <c:v>3.2310037E-2</c:v>
                </c:pt>
                <c:pt idx="316">
                  <c:v>3.1950721000000001E-2</c:v>
                </c:pt>
                <c:pt idx="317">
                  <c:v>3.2193342E-2</c:v>
                </c:pt>
                <c:pt idx="318">
                  <c:v>3.1606364000000005E-2</c:v>
                </c:pt>
                <c:pt idx="319">
                  <c:v>3.1543941999999998E-2</c:v>
                </c:pt>
                <c:pt idx="320">
                  <c:v>3.2067932E-2</c:v>
                </c:pt>
                <c:pt idx="321">
                  <c:v>3.1704288999999997E-2</c:v>
                </c:pt>
                <c:pt idx="322">
                  <c:v>3.1800808999999999E-2</c:v>
                </c:pt>
                <c:pt idx="323">
                  <c:v>3.1800808999999999E-2</c:v>
                </c:pt>
                <c:pt idx="324">
                  <c:v>3.1546397999999996E-2</c:v>
                </c:pt>
                <c:pt idx="325">
                  <c:v>3.2058623000000001E-2</c:v>
                </c:pt>
                <c:pt idx="326">
                  <c:v>3.2576042999999999E-2</c:v>
                </c:pt>
                <c:pt idx="327">
                  <c:v>3.2422383999999999E-2</c:v>
                </c:pt>
                <c:pt idx="328">
                  <c:v>3.2752298999999999E-2</c:v>
                </c:pt>
                <c:pt idx="329">
                  <c:v>3.2505579E-2</c:v>
                </c:pt>
                <c:pt idx="330">
                  <c:v>3.2714917000000003E-2</c:v>
                </c:pt>
                <c:pt idx="331">
                  <c:v>3.2503185999999996E-2</c:v>
                </c:pt>
                <c:pt idx="332">
                  <c:v>3.2610203999999997E-2</c:v>
                </c:pt>
                <c:pt idx="333">
                  <c:v>3.2780187999999995E-2</c:v>
                </c:pt>
                <c:pt idx="334">
                  <c:v>3.2765963000000002E-2</c:v>
                </c:pt>
                <c:pt idx="335">
                  <c:v>3.265009E-2</c:v>
                </c:pt>
                <c:pt idx="336">
                  <c:v>3.2679011000000001E-2</c:v>
                </c:pt>
                <c:pt idx="337">
                  <c:v>3.2778253E-2</c:v>
                </c:pt>
                <c:pt idx="338">
                  <c:v>3.2652595999999999E-2</c:v>
                </c:pt>
                <c:pt idx="339">
                  <c:v>3.2699428000000003E-2</c:v>
                </c:pt>
                <c:pt idx="340">
                  <c:v>3.2681076999999996E-2</c:v>
                </c:pt>
                <c:pt idx="341">
                  <c:v>3.2949914000000004E-2</c:v>
                </c:pt>
                <c:pt idx="342">
                  <c:v>3.3050427E-2</c:v>
                </c:pt>
                <c:pt idx="343">
                  <c:v>3.3161747999999998E-2</c:v>
                </c:pt>
                <c:pt idx="344">
                  <c:v>3.3037443E-2</c:v>
                </c:pt>
                <c:pt idx="345">
                  <c:v>3.3710451000000002E-2</c:v>
                </c:pt>
                <c:pt idx="346">
                  <c:v>3.3970016999999998E-2</c:v>
                </c:pt>
                <c:pt idx="347">
                  <c:v>3.4052726999999998E-2</c:v>
                </c:pt>
                <c:pt idx="348">
                  <c:v>3.4410492000000001E-2</c:v>
                </c:pt>
                <c:pt idx="349">
                  <c:v>3.4577449000000003E-2</c:v>
                </c:pt>
                <c:pt idx="350">
                  <c:v>3.4903020999999999E-2</c:v>
                </c:pt>
                <c:pt idx="351">
                  <c:v>3.3813532E-2</c:v>
                </c:pt>
                <c:pt idx="352">
                  <c:v>3.4504659999999999E-2</c:v>
                </c:pt>
                <c:pt idx="353">
                  <c:v>3.4941227999999998E-2</c:v>
                </c:pt>
                <c:pt idx="354">
                  <c:v>3.4450096999999999E-2</c:v>
                </c:pt>
                <c:pt idx="355">
                  <c:v>3.4626780000000003E-2</c:v>
                </c:pt>
                <c:pt idx="356">
                  <c:v>3.4581859E-2</c:v>
                </c:pt>
                <c:pt idx="357">
                  <c:v>3.4587061999999995E-2</c:v>
                </c:pt>
                <c:pt idx="358">
                  <c:v>3.4218604999999999E-2</c:v>
                </c:pt>
                <c:pt idx="359">
                  <c:v>3.4425402000000001E-2</c:v>
                </c:pt>
                <c:pt idx="360">
                  <c:v>3.4593783000000003E-2</c:v>
                </c:pt>
                <c:pt idx="361">
                  <c:v>3.4785718E-2</c:v>
                </c:pt>
                <c:pt idx="362">
                  <c:v>3.4741543E-2</c:v>
                </c:pt>
                <c:pt idx="363">
                  <c:v>3.4891543999999997E-2</c:v>
                </c:pt>
                <c:pt idx="364">
                  <c:v>3.4891543999999997E-2</c:v>
                </c:pt>
                <c:pt idx="365">
                  <c:v>3.4953011999999999E-2</c:v>
                </c:pt>
                <c:pt idx="366">
                  <c:v>3.4852461000000001E-2</c:v>
                </c:pt>
                <c:pt idx="367">
                  <c:v>3.4952710999999997E-2</c:v>
                </c:pt>
                <c:pt idx="368">
                  <c:v>3.3865911999999998E-2</c:v>
                </c:pt>
                <c:pt idx="369">
                  <c:v>3.3982422000000005E-2</c:v>
                </c:pt>
                <c:pt idx="370">
                  <c:v>3.4149310000000002E-2</c:v>
                </c:pt>
                <c:pt idx="371">
                  <c:v>3.4404535999999999E-2</c:v>
                </c:pt>
                <c:pt idx="372">
                  <c:v>3.4997750000000001E-2</c:v>
                </c:pt>
                <c:pt idx="373">
                  <c:v>3.5029486999999998E-2</c:v>
                </c:pt>
                <c:pt idx="374">
                  <c:v>3.5103277000000002E-2</c:v>
                </c:pt>
                <c:pt idx="375">
                  <c:v>3.5501362000000002E-2</c:v>
                </c:pt>
                <c:pt idx="376">
                  <c:v>3.5939528999999998E-2</c:v>
                </c:pt>
                <c:pt idx="377">
                  <c:v>3.6041060999999999E-2</c:v>
                </c:pt>
                <c:pt idx="378">
                  <c:v>3.6308095999999998E-2</c:v>
                </c:pt>
                <c:pt idx="379">
                  <c:v>3.6747573999999998E-2</c:v>
                </c:pt>
                <c:pt idx="380">
                  <c:v>3.6559070000000006E-2</c:v>
                </c:pt>
                <c:pt idx="381">
                  <c:v>3.7278169E-2</c:v>
                </c:pt>
                <c:pt idx="382">
                  <c:v>3.7901551999999998E-2</c:v>
                </c:pt>
                <c:pt idx="383">
                  <c:v>3.9041152000000003E-2</c:v>
                </c:pt>
                <c:pt idx="384">
                  <c:v>3.9870608000000002E-2</c:v>
                </c:pt>
                <c:pt idx="385">
                  <c:v>4.0457285000000003E-2</c:v>
                </c:pt>
                <c:pt idx="386">
                  <c:v>4.0544171999999996E-2</c:v>
                </c:pt>
                <c:pt idx="387">
                  <c:v>4.0501567999999995E-2</c:v>
                </c:pt>
                <c:pt idx="388">
                  <c:v>4.0049716999999999E-2</c:v>
                </c:pt>
                <c:pt idx="389">
                  <c:v>4.0267231000000001E-2</c:v>
                </c:pt>
                <c:pt idx="390">
                  <c:v>4.0639027000000001E-2</c:v>
                </c:pt>
                <c:pt idx="391">
                  <c:v>4.0985028999999999E-2</c:v>
                </c:pt>
                <c:pt idx="392">
                  <c:v>4.0985028999999999E-2</c:v>
                </c:pt>
                <c:pt idx="393">
                  <c:v>4.0530622000000002E-2</c:v>
                </c:pt>
                <c:pt idx="394">
                  <c:v>4.0681554999999994E-2</c:v>
                </c:pt>
                <c:pt idx="395">
                  <c:v>4.0782528000000005E-2</c:v>
                </c:pt>
                <c:pt idx="396">
                  <c:v>4.0656966000000003E-2</c:v>
                </c:pt>
                <c:pt idx="397">
                  <c:v>4.0375408000000002E-2</c:v>
                </c:pt>
                <c:pt idx="398">
                  <c:v>4.0476841E-2</c:v>
                </c:pt>
                <c:pt idx="399">
                  <c:v>3.9916792999999999E-2</c:v>
                </c:pt>
                <c:pt idx="400">
                  <c:v>3.9913730000000001E-2</c:v>
                </c:pt>
                <c:pt idx="401">
                  <c:v>3.9955771000000001E-2</c:v>
                </c:pt>
                <c:pt idx="402">
                  <c:v>4.0029944999999997E-2</c:v>
                </c:pt>
                <c:pt idx="403">
                  <c:v>4.0124554999999999E-2</c:v>
                </c:pt>
                <c:pt idx="404">
                  <c:v>4.0279329000000003E-2</c:v>
                </c:pt>
                <c:pt idx="405">
                  <c:v>4.0478779999999999E-2</c:v>
                </c:pt>
                <c:pt idx="406">
                  <c:v>4.0104998000000003E-2</c:v>
                </c:pt>
                <c:pt idx="407">
                  <c:v>4.0804577000000002E-2</c:v>
                </c:pt>
                <c:pt idx="408">
                  <c:v>4.1266685000000004E-2</c:v>
                </c:pt>
                <c:pt idx="409">
                  <c:v>4.1012691999999996E-2</c:v>
                </c:pt>
                <c:pt idx="410">
                  <c:v>4.2091128999999998E-2</c:v>
                </c:pt>
                <c:pt idx="411">
                  <c:v>4.2623691999999998E-2</c:v>
                </c:pt>
                <c:pt idx="412">
                  <c:v>4.2747675999999998E-2</c:v>
                </c:pt>
                <c:pt idx="413">
                  <c:v>4.2526728E-2</c:v>
                </c:pt>
                <c:pt idx="414">
                  <c:v>4.2840395000000003E-2</c:v>
                </c:pt>
                <c:pt idx="415">
                  <c:v>4.3136635999999999E-2</c:v>
                </c:pt>
                <c:pt idx="416">
                  <c:v>4.2960836999999995E-2</c:v>
                </c:pt>
                <c:pt idx="417">
                  <c:v>4.2492264000000002E-2</c:v>
                </c:pt>
                <c:pt idx="418">
                  <c:v>4.2426031000000003E-2</c:v>
                </c:pt>
                <c:pt idx="419">
                  <c:v>4.2798056000000001E-2</c:v>
                </c:pt>
                <c:pt idx="420">
                  <c:v>4.3505829999999995E-2</c:v>
                </c:pt>
                <c:pt idx="421">
                  <c:v>4.3090781000000002E-2</c:v>
                </c:pt>
                <c:pt idx="422">
                  <c:v>4.3000941000000001E-2</c:v>
                </c:pt>
                <c:pt idx="423">
                  <c:v>4.2977333999999999E-2</c:v>
                </c:pt>
                <c:pt idx="424">
                  <c:v>4.3002188999999996E-2</c:v>
                </c:pt>
                <c:pt idx="425">
                  <c:v>4.3034979000000001E-2</c:v>
                </c:pt>
                <c:pt idx="426">
                  <c:v>4.2900904000000004E-2</c:v>
                </c:pt>
                <c:pt idx="427">
                  <c:v>4.2624774000000004E-2</c:v>
                </c:pt>
                <c:pt idx="428">
                  <c:v>4.2811392000000004E-2</c:v>
                </c:pt>
                <c:pt idx="429">
                  <c:v>4.2629339000000002E-2</c:v>
                </c:pt>
                <c:pt idx="430">
                  <c:v>4.2474225999999997E-2</c:v>
                </c:pt>
                <c:pt idx="431">
                  <c:v>4.2428059000000004E-2</c:v>
                </c:pt>
                <c:pt idx="432">
                  <c:v>4.2252186999999997E-2</c:v>
                </c:pt>
                <c:pt idx="433">
                  <c:v>4.0659212E-2</c:v>
                </c:pt>
                <c:pt idx="434">
                  <c:v>4.0659212E-2</c:v>
                </c:pt>
                <c:pt idx="435">
                  <c:v>4.1071231E-2</c:v>
                </c:pt>
                <c:pt idx="436">
                  <c:v>4.0865433999999999E-2</c:v>
                </c:pt>
                <c:pt idx="437">
                  <c:v>4.1041791000000001E-2</c:v>
                </c:pt>
                <c:pt idx="438">
                  <c:v>4.0709151999999998E-2</c:v>
                </c:pt>
                <c:pt idx="439">
                  <c:v>4.0573505999999995E-2</c:v>
                </c:pt>
                <c:pt idx="440">
                  <c:v>4.0927971E-2</c:v>
                </c:pt>
                <c:pt idx="441">
                  <c:v>4.0337142999999999E-2</c:v>
                </c:pt>
                <c:pt idx="442">
                  <c:v>4.0731306000000002E-2</c:v>
                </c:pt>
                <c:pt idx="443">
                  <c:v>4.0923871000000001E-2</c:v>
                </c:pt>
                <c:pt idx="444">
                  <c:v>4.0738154999999998E-2</c:v>
                </c:pt>
                <c:pt idx="445">
                  <c:v>4.1102505999999997E-2</c:v>
                </c:pt>
                <c:pt idx="446">
                  <c:v>4.1042843000000002E-2</c:v>
                </c:pt>
                <c:pt idx="447">
                  <c:v>4.1433001000000004E-2</c:v>
                </c:pt>
                <c:pt idx="448">
                  <c:v>4.1768735000000001E-2</c:v>
                </c:pt>
                <c:pt idx="449">
                  <c:v>4.2060403000000003E-2</c:v>
                </c:pt>
                <c:pt idx="450">
                  <c:v>4.2327425000000002E-2</c:v>
                </c:pt>
                <c:pt idx="451">
                  <c:v>4.2332719999999997E-2</c:v>
                </c:pt>
                <c:pt idx="452">
                  <c:v>4.2261979999999998E-2</c:v>
                </c:pt>
                <c:pt idx="453">
                  <c:v>4.2667682999999998E-2</c:v>
                </c:pt>
                <c:pt idx="454">
                  <c:v>4.3156276E-2</c:v>
                </c:pt>
                <c:pt idx="455">
                  <c:v>4.3222482E-2</c:v>
                </c:pt>
                <c:pt idx="456">
                  <c:v>4.3230291999999997E-2</c:v>
                </c:pt>
                <c:pt idx="457">
                  <c:v>4.3118918999999999E-2</c:v>
                </c:pt>
                <c:pt idx="458">
                  <c:v>4.3236404999999999E-2</c:v>
                </c:pt>
                <c:pt idx="459">
                  <c:v>4.3109854000000003E-2</c:v>
                </c:pt>
                <c:pt idx="460">
                  <c:v>4.3121152000000003E-2</c:v>
                </c:pt>
                <c:pt idx="461">
                  <c:v>4.3500333999999995E-2</c:v>
                </c:pt>
                <c:pt idx="462">
                  <c:v>4.5422535999999999E-2</c:v>
                </c:pt>
                <c:pt idx="463">
                  <c:v>4.5614705999999998E-2</c:v>
                </c:pt>
                <c:pt idx="464">
                  <c:v>4.5614705999999998E-2</c:v>
                </c:pt>
                <c:pt idx="465">
                  <c:v>4.4634708000000002E-2</c:v>
                </c:pt>
                <c:pt idx="466">
                  <c:v>4.4697268000000005E-2</c:v>
                </c:pt>
                <c:pt idx="467">
                  <c:v>4.4463380999999996E-2</c:v>
                </c:pt>
                <c:pt idx="468">
                  <c:v>4.4495779999999999E-2</c:v>
                </c:pt>
                <c:pt idx="469">
                  <c:v>4.3754208000000003E-2</c:v>
                </c:pt>
                <c:pt idx="470">
                  <c:v>4.3409607000000003E-2</c:v>
                </c:pt>
                <c:pt idx="471">
                  <c:v>4.3519619999999995E-2</c:v>
                </c:pt>
                <c:pt idx="472">
                  <c:v>4.3689443000000001E-2</c:v>
                </c:pt>
                <c:pt idx="473">
                  <c:v>4.3805003000000002E-2</c:v>
                </c:pt>
                <c:pt idx="474">
                  <c:v>4.3678971000000004E-2</c:v>
                </c:pt>
                <c:pt idx="475">
                  <c:v>4.3882819000000003E-2</c:v>
                </c:pt>
                <c:pt idx="476">
                  <c:v>4.3742952000000002E-2</c:v>
                </c:pt>
                <c:pt idx="477">
                  <c:v>4.3556839999999999E-2</c:v>
                </c:pt>
                <c:pt idx="478">
                  <c:v>4.3246591000000001E-2</c:v>
                </c:pt>
                <c:pt idx="479">
                  <c:v>4.3091242000000002E-2</c:v>
                </c:pt>
                <c:pt idx="480">
                  <c:v>4.2968154000000001E-2</c:v>
                </c:pt>
                <c:pt idx="481">
                  <c:v>4.2817158000000001E-2</c:v>
                </c:pt>
                <c:pt idx="482">
                  <c:v>4.2878529999999998E-2</c:v>
                </c:pt>
                <c:pt idx="483">
                  <c:v>4.2813575999999999E-2</c:v>
                </c:pt>
                <c:pt idx="484">
                  <c:v>4.2813575999999999E-2</c:v>
                </c:pt>
                <c:pt idx="485">
                  <c:v>4.2347805000000002E-2</c:v>
                </c:pt>
                <c:pt idx="486">
                  <c:v>4.2537914000000003E-2</c:v>
                </c:pt>
                <c:pt idx="487">
                  <c:v>4.1960467000000001E-2</c:v>
                </c:pt>
                <c:pt idx="488">
                  <c:v>4.2128591999999999E-2</c:v>
                </c:pt>
                <c:pt idx="489">
                  <c:v>4.1895801000000003E-2</c:v>
                </c:pt>
                <c:pt idx="490">
                  <c:v>4.1196713000000003E-2</c:v>
                </c:pt>
                <c:pt idx="491">
                  <c:v>4.0703816999999996E-2</c:v>
                </c:pt>
                <c:pt idx="492">
                  <c:v>3.9984329999999998E-2</c:v>
                </c:pt>
                <c:pt idx="493">
                  <c:v>3.9459431000000003E-2</c:v>
                </c:pt>
                <c:pt idx="494">
                  <c:v>3.9092557E-2</c:v>
                </c:pt>
                <c:pt idx="495">
                  <c:v>3.9391971999999997E-2</c:v>
                </c:pt>
                <c:pt idx="496">
                  <c:v>3.9032707999999999E-2</c:v>
                </c:pt>
                <c:pt idx="497">
                  <c:v>3.9032707999999999E-2</c:v>
                </c:pt>
                <c:pt idx="498">
                  <c:v>3.9949881E-2</c:v>
                </c:pt>
                <c:pt idx="499">
                  <c:v>3.9788245E-2</c:v>
                </c:pt>
                <c:pt idx="500">
                  <c:v>3.9527150999999996E-2</c:v>
                </c:pt>
                <c:pt idx="501">
                  <c:v>3.9839922999999999E-2</c:v>
                </c:pt>
                <c:pt idx="502">
                  <c:v>4.0015032999999998E-2</c:v>
                </c:pt>
                <c:pt idx="503">
                  <c:v>4.0395737000000001E-2</c:v>
                </c:pt>
                <c:pt idx="504">
                  <c:v>4.0497370999999997E-2</c:v>
                </c:pt>
                <c:pt idx="505">
                  <c:v>4.0422201999999997E-2</c:v>
                </c:pt>
                <c:pt idx="506">
                  <c:v>4.0398560999999999E-2</c:v>
                </c:pt>
                <c:pt idx="507">
                  <c:v>4.0364072000000001E-2</c:v>
                </c:pt>
                <c:pt idx="508">
                  <c:v>4.0126449000000002E-2</c:v>
                </c:pt>
                <c:pt idx="509">
                  <c:v>3.9611923E-2</c:v>
                </c:pt>
                <c:pt idx="510">
                  <c:v>3.9604163999999997E-2</c:v>
                </c:pt>
                <c:pt idx="511">
                  <c:v>3.9706837000000002E-2</c:v>
                </c:pt>
                <c:pt idx="512">
                  <c:v>3.9644211999999998E-2</c:v>
                </c:pt>
                <c:pt idx="513">
                  <c:v>3.9308401E-2</c:v>
                </c:pt>
                <c:pt idx="514">
                  <c:v>3.8967924000000001E-2</c:v>
                </c:pt>
                <c:pt idx="515">
                  <c:v>3.9136418999999999E-2</c:v>
                </c:pt>
                <c:pt idx="516">
                  <c:v>3.9136418999999999E-2</c:v>
                </c:pt>
                <c:pt idx="517">
                  <c:v>3.9261192E-2</c:v>
                </c:pt>
                <c:pt idx="518">
                  <c:v>3.9366135000000003E-2</c:v>
                </c:pt>
                <c:pt idx="519">
                  <c:v>3.9371888000000001E-2</c:v>
                </c:pt>
                <c:pt idx="520">
                  <c:v>3.9727825000000001E-2</c:v>
                </c:pt>
                <c:pt idx="521">
                  <c:v>3.9727825000000001E-2</c:v>
                </c:pt>
                <c:pt idx="522">
                  <c:v>3.9076595999999998E-2</c:v>
                </c:pt>
                <c:pt idx="523">
                  <c:v>3.9030943999999998E-2</c:v>
                </c:pt>
                <c:pt idx="524">
                  <c:v>3.8626310000000004E-2</c:v>
                </c:pt>
                <c:pt idx="525">
                  <c:v>3.8715388999999996E-2</c:v>
                </c:pt>
                <c:pt idx="526">
                  <c:v>3.8416372999999997E-2</c:v>
                </c:pt>
                <c:pt idx="527">
                  <c:v>3.7971940999999995E-2</c:v>
                </c:pt>
                <c:pt idx="528">
                  <c:v>3.8010110999999999E-2</c:v>
                </c:pt>
                <c:pt idx="529">
                  <c:v>3.7984158999999997E-2</c:v>
                </c:pt>
                <c:pt idx="530">
                  <c:v>3.8040507000000001E-2</c:v>
                </c:pt>
                <c:pt idx="531">
                  <c:v>3.7838529000000003E-2</c:v>
                </c:pt>
                <c:pt idx="532">
                  <c:v>3.7861277999999998E-2</c:v>
                </c:pt>
                <c:pt idx="533">
                  <c:v>3.8149621000000002E-2</c:v>
                </c:pt>
                <c:pt idx="534">
                  <c:v>3.8149621000000002E-2</c:v>
                </c:pt>
                <c:pt idx="535">
                  <c:v>3.8416035000000001E-2</c:v>
                </c:pt>
                <c:pt idx="536">
                  <c:v>3.9106522999999997E-2</c:v>
                </c:pt>
                <c:pt idx="537">
                  <c:v>3.9083421E-2</c:v>
                </c:pt>
                <c:pt idx="538">
                  <c:v>3.8926198000000002E-2</c:v>
                </c:pt>
                <c:pt idx="539">
                  <c:v>3.8998054999999997E-2</c:v>
                </c:pt>
                <c:pt idx="540">
                  <c:v>3.9082217000000002E-2</c:v>
                </c:pt>
                <c:pt idx="541">
                  <c:v>3.8779765000000001E-2</c:v>
                </c:pt>
                <c:pt idx="542">
                  <c:v>3.8671430999999999E-2</c:v>
                </c:pt>
                <c:pt idx="543">
                  <c:v>3.7612428999999996E-2</c:v>
                </c:pt>
                <c:pt idx="544">
                  <c:v>3.7235676000000002E-2</c:v>
                </c:pt>
                <c:pt idx="545">
                  <c:v>3.7339438000000003E-2</c:v>
                </c:pt>
                <c:pt idx="546">
                  <c:v>3.7111163000000003E-2</c:v>
                </c:pt>
                <c:pt idx="547">
                  <c:v>3.7257829999999999E-2</c:v>
                </c:pt>
                <c:pt idx="548">
                  <c:v>3.7395170999999998E-2</c:v>
                </c:pt>
                <c:pt idx="549">
                  <c:v>3.7178388999999999E-2</c:v>
                </c:pt>
                <c:pt idx="550">
                  <c:v>3.7036968000000003E-2</c:v>
                </c:pt>
                <c:pt idx="551">
                  <c:v>3.6648187999999998E-2</c:v>
                </c:pt>
                <c:pt idx="552">
                  <c:v>3.6864762000000002E-2</c:v>
                </c:pt>
                <c:pt idx="553">
                  <c:v>3.6745166999999995E-2</c:v>
                </c:pt>
                <c:pt idx="554">
                  <c:v>3.6745166999999995E-2</c:v>
                </c:pt>
                <c:pt idx="555">
                  <c:v>3.7071246000000002E-2</c:v>
                </c:pt>
                <c:pt idx="556">
                  <c:v>3.7125580999999998E-2</c:v>
                </c:pt>
                <c:pt idx="557">
                  <c:v>3.6935661000000002E-2</c:v>
                </c:pt>
                <c:pt idx="558">
                  <c:v>3.6701378E-2</c:v>
                </c:pt>
                <c:pt idx="559">
                  <c:v>3.6705639000000005E-2</c:v>
                </c:pt>
                <c:pt idx="560">
                  <c:v>3.6685574000000006E-2</c:v>
                </c:pt>
                <c:pt idx="561">
                  <c:v>3.6863821000000005E-2</c:v>
                </c:pt>
                <c:pt idx="562">
                  <c:v>3.6969334E-2</c:v>
                </c:pt>
                <c:pt idx="563">
                  <c:v>3.6837248000000003E-2</c:v>
                </c:pt>
                <c:pt idx="564">
                  <c:v>3.6908872000000002E-2</c:v>
                </c:pt>
                <c:pt idx="565">
                  <c:v>3.6909332999999996E-2</c:v>
                </c:pt>
                <c:pt idx="566">
                  <c:v>3.7012076999999997E-2</c:v>
                </c:pt>
                <c:pt idx="567">
                  <c:v>3.6697239E-2</c:v>
                </c:pt>
                <c:pt idx="568">
                  <c:v>3.6785010999999999E-2</c:v>
                </c:pt>
                <c:pt idx="569">
                  <c:v>3.7187425000000003E-2</c:v>
                </c:pt>
                <c:pt idx="570">
                  <c:v>3.7628029E-2</c:v>
                </c:pt>
                <c:pt idx="571">
                  <c:v>3.7804079999999997E-2</c:v>
                </c:pt>
                <c:pt idx="572">
                  <c:v>3.7408792999999996E-2</c:v>
                </c:pt>
                <c:pt idx="573">
                  <c:v>3.7602136000000001E-2</c:v>
                </c:pt>
                <c:pt idx="574">
                  <c:v>3.7184267E-2</c:v>
                </c:pt>
                <c:pt idx="575">
                  <c:v>3.6943639E-2</c:v>
                </c:pt>
                <c:pt idx="576">
                  <c:v>3.6891761000000002E-2</c:v>
                </c:pt>
                <c:pt idx="577">
                  <c:v>3.6970930999999999E-2</c:v>
                </c:pt>
                <c:pt idx="578">
                  <c:v>3.6369914000000003E-2</c:v>
                </c:pt>
                <c:pt idx="579">
                  <c:v>3.6589355999999996E-2</c:v>
                </c:pt>
                <c:pt idx="580">
                  <c:v>3.6529420999999999E-2</c:v>
                </c:pt>
                <c:pt idx="581">
                  <c:v>3.6488935E-2</c:v>
                </c:pt>
                <c:pt idx="582">
                  <c:v>3.6499331000000003E-2</c:v>
                </c:pt>
                <c:pt idx="583">
                  <c:v>3.6386153999999997E-2</c:v>
                </c:pt>
                <c:pt idx="584">
                  <c:v>3.7328804E-2</c:v>
                </c:pt>
                <c:pt idx="585">
                  <c:v>3.7226362999999998E-2</c:v>
                </c:pt>
                <c:pt idx="586">
                  <c:v>3.6631467000000001E-2</c:v>
                </c:pt>
                <c:pt idx="587">
                  <c:v>3.6524327000000002E-2</c:v>
                </c:pt>
                <c:pt idx="588">
                  <c:v>3.6089731E-2</c:v>
                </c:pt>
                <c:pt idx="589">
                  <c:v>3.5490415000000004E-2</c:v>
                </c:pt>
                <c:pt idx="590">
                  <c:v>3.5403802000000005E-2</c:v>
                </c:pt>
                <c:pt idx="591">
                  <c:v>3.5589168999999997E-2</c:v>
                </c:pt>
                <c:pt idx="592">
                  <c:v>3.5421480000000005E-2</c:v>
                </c:pt>
                <c:pt idx="593">
                  <c:v>3.5328095000000004E-2</c:v>
                </c:pt>
                <c:pt idx="594">
                  <c:v>3.4996147999999998E-2</c:v>
                </c:pt>
                <c:pt idx="595">
                  <c:v>3.4759237999999998E-2</c:v>
                </c:pt>
                <c:pt idx="596">
                  <c:v>3.4462235000000001E-2</c:v>
                </c:pt>
                <c:pt idx="597">
                  <c:v>3.4256685000000002E-2</c:v>
                </c:pt>
                <c:pt idx="598">
                  <c:v>3.4256685000000002E-2</c:v>
                </c:pt>
                <c:pt idx="599">
                  <c:v>3.4124153000000004E-2</c:v>
                </c:pt>
                <c:pt idx="600">
                  <c:v>3.4097025000000003E-2</c:v>
                </c:pt>
                <c:pt idx="601">
                  <c:v>3.3687383000000001E-2</c:v>
                </c:pt>
                <c:pt idx="602">
                  <c:v>3.3566816999999999E-2</c:v>
                </c:pt>
                <c:pt idx="603">
                  <c:v>3.3454734999999999E-2</c:v>
                </c:pt>
                <c:pt idx="604">
                  <c:v>3.3361275000000003E-2</c:v>
                </c:pt>
                <c:pt idx="605">
                  <c:v>3.3244810999999999E-2</c:v>
                </c:pt>
                <c:pt idx="606">
                  <c:v>3.3569022000000004E-2</c:v>
                </c:pt>
                <c:pt idx="607">
                  <c:v>3.3411994E-2</c:v>
                </c:pt>
                <c:pt idx="608">
                  <c:v>3.2298892000000003E-2</c:v>
                </c:pt>
                <c:pt idx="609">
                  <c:v>3.2163786E-2</c:v>
                </c:pt>
                <c:pt idx="610">
                  <c:v>3.2173012000000001E-2</c:v>
                </c:pt>
                <c:pt idx="611">
                  <c:v>3.235151E-2</c:v>
                </c:pt>
                <c:pt idx="612">
                  <c:v>3.1758939999999999E-2</c:v>
                </c:pt>
                <c:pt idx="613">
                  <c:v>3.1807745999999998E-2</c:v>
                </c:pt>
                <c:pt idx="614">
                  <c:v>3.1992462999999999E-2</c:v>
                </c:pt>
                <c:pt idx="615">
                  <c:v>3.1972055999999999E-2</c:v>
                </c:pt>
                <c:pt idx="616">
                  <c:v>3.2034382E-2</c:v>
                </c:pt>
                <c:pt idx="617">
                  <c:v>3.1923984000000002E-2</c:v>
                </c:pt>
                <c:pt idx="618">
                  <c:v>3.2617069999999998E-2</c:v>
                </c:pt>
                <c:pt idx="619">
                  <c:v>3.2372986999999999E-2</c:v>
                </c:pt>
                <c:pt idx="620">
                  <c:v>3.3051423999999996E-2</c:v>
                </c:pt>
                <c:pt idx="621">
                  <c:v>3.2840912E-2</c:v>
                </c:pt>
                <c:pt idx="622">
                  <c:v>3.2994209000000004E-2</c:v>
                </c:pt>
                <c:pt idx="623">
                  <c:v>3.2747038999999999E-2</c:v>
                </c:pt>
                <c:pt idx="624">
                  <c:v>3.2747038999999999E-2</c:v>
                </c:pt>
                <c:pt idx="625">
                  <c:v>3.2477180000000001E-2</c:v>
                </c:pt>
                <c:pt idx="626">
                  <c:v>3.2360833999999998E-2</c:v>
                </c:pt>
                <c:pt idx="627">
                  <c:v>3.2389200999999999E-2</c:v>
                </c:pt>
                <c:pt idx="628">
                  <c:v>3.1758393999999995E-2</c:v>
                </c:pt>
                <c:pt idx="629">
                  <c:v>3.1610364000000002E-2</c:v>
                </c:pt>
                <c:pt idx="630">
                  <c:v>3.1782112000000001E-2</c:v>
                </c:pt>
                <c:pt idx="631">
                  <c:v>3.1711570000000001E-2</c:v>
                </c:pt>
                <c:pt idx="632">
                  <c:v>3.1051602000000001E-2</c:v>
                </c:pt>
                <c:pt idx="633">
                  <c:v>3.0736676000000001E-2</c:v>
                </c:pt>
                <c:pt idx="634">
                  <c:v>3.0911320999999999E-2</c:v>
                </c:pt>
                <c:pt idx="635">
                  <c:v>3.1069686000000003E-2</c:v>
                </c:pt>
                <c:pt idx="636">
                  <c:v>3.085711E-2</c:v>
                </c:pt>
                <c:pt idx="637">
                  <c:v>3.0889021000000003E-2</c:v>
                </c:pt>
                <c:pt idx="638">
                  <c:v>3.0867376999999998E-2</c:v>
                </c:pt>
                <c:pt idx="639">
                  <c:v>3.0547514999999997E-2</c:v>
                </c:pt>
                <c:pt idx="640">
                  <c:v>3.0098604000000001E-2</c:v>
                </c:pt>
                <c:pt idx="641">
                  <c:v>2.9967120999999996E-2</c:v>
                </c:pt>
                <c:pt idx="642">
                  <c:v>3.0710000000000001E-2</c:v>
                </c:pt>
                <c:pt idx="643">
                  <c:v>3.0447314999999999E-2</c:v>
                </c:pt>
                <c:pt idx="644">
                  <c:v>3.1139902000000001E-2</c:v>
                </c:pt>
                <c:pt idx="645">
                  <c:v>3.1117761000000001E-2</c:v>
                </c:pt>
                <c:pt idx="646">
                  <c:v>3.0529563999999999E-2</c:v>
                </c:pt>
                <c:pt idx="647">
                  <c:v>3.0457044999999999E-2</c:v>
                </c:pt>
                <c:pt idx="648">
                  <c:v>3.0519421999999997E-2</c:v>
                </c:pt>
                <c:pt idx="649">
                  <c:v>3.0521636000000001E-2</c:v>
                </c:pt>
                <c:pt idx="650">
                  <c:v>3.0308089E-2</c:v>
                </c:pt>
                <c:pt idx="651">
                  <c:v>3.0502865000000004E-2</c:v>
                </c:pt>
                <c:pt idx="652">
                  <c:v>3.0301567999999997E-2</c:v>
                </c:pt>
                <c:pt idx="653">
                  <c:v>3.0301567999999997E-2</c:v>
                </c:pt>
                <c:pt idx="654">
                  <c:v>3.0088990999999999E-2</c:v>
                </c:pt>
                <c:pt idx="655">
                  <c:v>3.0260685999999998E-2</c:v>
                </c:pt>
                <c:pt idx="656">
                  <c:v>3.0443135E-2</c:v>
                </c:pt>
                <c:pt idx="657">
                  <c:v>3.0443462000000001E-2</c:v>
                </c:pt>
                <c:pt idx="658">
                  <c:v>3.0549230999999996E-2</c:v>
                </c:pt>
                <c:pt idx="659">
                  <c:v>3.0260248E-2</c:v>
                </c:pt>
                <c:pt idx="660">
                  <c:v>2.9695315E-2</c:v>
                </c:pt>
                <c:pt idx="661">
                  <c:v>3.0172586000000001E-2</c:v>
                </c:pt>
                <c:pt idx="662">
                  <c:v>2.9944466999999999E-2</c:v>
                </c:pt>
                <c:pt idx="663">
                  <c:v>2.9416063999999999E-2</c:v>
                </c:pt>
                <c:pt idx="664">
                  <c:v>2.8849145E-2</c:v>
                </c:pt>
                <c:pt idx="665">
                  <c:v>2.9371728999999999E-2</c:v>
                </c:pt>
                <c:pt idx="666">
                  <c:v>2.9189258000000003E-2</c:v>
                </c:pt>
                <c:pt idx="667">
                  <c:v>2.9254998000000001E-2</c:v>
                </c:pt>
                <c:pt idx="668">
                  <c:v>2.9222302999999998E-2</c:v>
                </c:pt>
                <c:pt idx="669">
                  <c:v>2.8947635999999999E-2</c:v>
                </c:pt>
                <c:pt idx="670">
                  <c:v>2.8413423E-2</c:v>
                </c:pt>
                <c:pt idx="671">
                  <c:v>2.9240674000000001E-2</c:v>
                </c:pt>
                <c:pt idx="672">
                  <c:v>2.8084352999999999E-2</c:v>
                </c:pt>
                <c:pt idx="673">
                  <c:v>2.9843281999999999E-2</c:v>
                </c:pt>
                <c:pt idx="674">
                  <c:v>3.0545073000000002E-2</c:v>
                </c:pt>
                <c:pt idx="675">
                  <c:v>3.0021332999999997E-2</c:v>
                </c:pt>
                <c:pt idx="676">
                  <c:v>3.0578204000000001E-2</c:v>
                </c:pt>
                <c:pt idx="677">
                  <c:v>3.0083330999999998E-2</c:v>
                </c:pt>
                <c:pt idx="678">
                  <c:v>2.9611527999999998E-2</c:v>
                </c:pt>
                <c:pt idx="679">
                  <c:v>2.970861E-2</c:v>
                </c:pt>
                <c:pt idx="680">
                  <c:v>2.9019374000000001E-2</c:v>
                </c:pt>
                <c:pt idx="681">
                  <c:v>2.8707139E-2</c:v>
                </c:pt>
                <c:pt idx="682">
                  <c:v>2.9524629E-2</c:v>
                </c:pt>
                <c:pt idx="683">
                  <c:v>2.9046305000000001E-2</c:v>
                </c:pt>
                <c:pt idx="684">
                  <c:v>2.9051611000000001E-2</c:v>
                </c:pt>
                <c:pt idx="685">
                  <c:v>2.9006281000000002E-2</c:v>
                </c:pt>
                <c:pt idx="686">
                  <c:v>2.8734133000000002E-2</c:v>
                </c:pt>
                <c:pt idx="687">
                  <c:v>2.8167894999999998E-2</c:v>
                </c:pt>
                <c:pt idx="688">
                  <c:v>2.8319835999999998E-2</c:v>
                </c:pt>
                <c:pt idx="689">
                  <c:v>2.8141935999999999E-2</c:v>
                </c:pt>
                <c:pt idx="690">
                  <c:v>2.8273782999999997E-2</c:v>
                </c:pt>
                <c:pt idx="691">
                  <c:v>2.7896721999999999E-2</c:v>
                </c:pt>
                <c:pt idx="692">
                  <c:v>2.8197249000000001E-2</c:v>
                </c:pt>
                <c:pt idx="693">
                  <c:v>2.7489303999999999E-2</c:v>
                </c:pt>
                <c:pt idx="694">
                  <c:v>2.7489303999999999E-2</c:v>
                </c:pt>
                <c:pt idx="695">
                  <c:v>2.6975258000000002E-2</c:v>
                </c:pt>
                <c:pt idx="696">
                  <c:v>2.6877559999999998E-2</c:v>
                </c:pt>
                <c:pt idx="697">
                  <c:v>2.7047788000000003E-2</c:v>
                </c:pt>
                <c:pt idx="698">
                  <c:v>2.749441E-2</c:v>
                </c:pt>
                <c:pt idx="699">
                  <c:v>2.6936093000000001E-2</c:v>
                </c:pt>
                <c:pt idx="700">
                  <c:v>2.7335928000000002E-2</c:v>
                </c:pt>
                <c:pt idx="701">
                  <c:v>2.7536547999999997E-2</c:v>
                </c:pt>
                <c:pt idx="702">
                  <c:v>2.7180461000000003E-2</c:v>
                </c:pt>
                <c:pt idx="703">
                  <c:v>2.7693938000000001E-2</c:v>
                </c:pt>
                <c:pt idx="704">
                  <c:v>2.7552875000000001E-2</c:v>
                </c:pt>
                <c:pt idx="705">
                  <c:v>2.7690770999999999E-2</c:v>
                </c:pt>
                <c:pt idx="706">
                  <c:v>2.7777612E-2</c:v>
                </c:pt>
                <c:pt idx="707">
                  <c:v>2.7317244000000001E-2</c:v>
                </c:pt>
                <c:pt idx="708">
                  <c:v>2.7154896000000001E-2</c:v>
                </c:pt>
                <c:pt idx="709">
                  <c:v>2.7272239E-2</c:v>
                </c:pt>
                <c:pt idx="710">
                  <c:v>2.7567887999999999E-2</c:v>
                </c:pt>
                <c:pt idx="711">
                  <c:v>2.7666118999999996E-2</c:v>
                </c:pt>
                <c:pt idx="712">
                  <c:v>2.7599848999999999E-2</c:v>
                </c:pt>
                <c:pt idx="713">
                  <c:v>2.7823135000000002E-2</c:v>
                </c:pt>
                <c:pt idx="714">
                  <c:v>2.7532574000000001E-2</c:v>
                </c:pt>
                <c:pt idx="715">
                  <c:v>2.8131330000000003E-2</c:v>
                </c:pt>
                <c:pt idx="716">
                  <c:v>2.8112295999999998E-2</c:v>
                </c:pt>
                <c:pt idx="717">
                  <c:v>2.7926699000000003E-2</c:v>
                </c:pt>
                <c:pt idx="718">
                  <c:v>2.7128236E-2</c:v>
                </c:pt>
                <c:pt idx="719">
                  <c:v>2.7534133000000002E-2</c:v>
                </c:pt>
                <c:pt idx="720">
                  <c:v>2.7251634E-2</c:v>
                </c:pt>
                <c:pt idx="721">
                  <c:v>2.6588456000000003E-2</c:v>
                </c:pt>
                <c:pt idx="722">
                  <c:v>2.6224297000000001E-2</c:v>
                </c:pt>
                <c:pt idx="723">
                  <c:v>2.5893777999999999E-2</c:v>
                </c:pt>
                <c:pt idx="724">
                  <c:v>2.5893777999999999E-2</c:v>
                </c:pt>
                <c:pt idx="725">
                  <c:v>2.5564178999999999E-2</c:v>
                </c:pt>
                <c:pt idx="726">
                  <c:v>2.5198590999999999E-2</c:v>
                </c:pt>
                <c:pt idx="727">
                  <c:v>2.4607756000000001E-2</c:v>
                </c:pt>
                <c:pt idx="728">
                  <c:v>2.5204662999999999E-2</c:v>
                </c:pt>
                <c:pt idx="729">
                  <c:v>2.5342232000000003E-2</c:v>
                </c:pt>
                <c:pt idx="730">
                  <c:v>2.5382293E-2</c:v>
                </c:pt>
                <c:pt idx="731">
                  <c:v>2.5870307000000002E-2</c:v>
                </c:pt>
                <c:pt idx="732">
                  <c:v>2.6041793000000001E-2</c:v>
                </c:pt>
                <c:pt idx="733">
                  <c:v>2.6339093000000001E-2</c:v>
                </c:pt>
                <c:pt idx="734">
                  <c:v>2.6392550000000001E-2</c:v>
                </c:pt>
                <c:pt idx="735">
                  <c:v>2.6760530000000001E-2</c:v>
                </c:pt>
                <c:pt idx="736">
                  <c:v>2.6360890999999997E-2</c:v>
                </c:pt>
                <c:pt idx="737">
                  <c:v>2.6348798E-2</c:v>
                </c:pt>
                <c:pt idx="738">
                  <c:v>2.6493597999999997E-2</c:v>
                </c:pt>
                <c:pt idx="739">
                  <c:v>2.6148131000000002E-2</c:v>
                </c:pt>
                <c:pt idx="740">
                  <c:v>2.6175568E-2</c:v>
                </c:pt>
                <c:pt idx="741">
                  <c:v>2.5893847000000001E-2</c:v>
                </c:pt>
                <c:pt idx="742">
                  <c:v>2.5780108000000003E-2</c:v>
                </c:pt>
                <c:pt idx="743">
                  <c:v>2.5785951999999997E-2</c:v>
                </c:pt>
                <c:pt idx="744">
                  <c:v>2.5616355E-2</c:v>
                </c:pt>
                <c:pt idx="745">
                  <c:v>2.5616355E-2</c:v>
                </c:pt>
                <c:pt idx="746">
                  <c:v>2.5531461999999998E-2</c:v>
                </c:pt>
                <c:pt idx="747">
                  <c:v>2.5599630999999998E-2</c:v>
                </c:pt>
                <c:pt idx="748">
                  <c:v>2.5819553999999998E-2</c:v>
                </c:pt>
                <c:pt idx="749">
                  <c:v>2.5827086999999999E-2</c:v>
                </c:pt>
                <c:pt idx="750">
                  <c:v>2.6317493000000001E-2</c:v>
                </c:pt>
                <c:pt idx="751">
                  <c:v>2.6113555000000004E-2</c:v>
                </c:pt>
                <c:pt idx="752">
                  <c:v>2.6538463999999998E-2</c:v>
                </c:pt>
                <c:pt idx="753">
                  <c:v>2.6314834999999998E-2</c:v>
                </c:pt>
                <c:pt idx="754">
                  <c:v>2.5953894000000002E-2</c:v>
                </c:pt>
                <c:pt idx="755">
                  <c:v>2.5769373000000002E-2</c:v>
                </c:pt>
                <c:pt idx="756">
                  <c:v>2.5502914000000002E-2</c:v>
                </c:pt>
                <c:pt idx="757">
                  <c:v>2.5502914000000002E-2</c:v>
                </c:pt>
                <c:pt idx="758">
                  <c:v>2.5444986999999999E-2</c:v>
                </c:pt>
                <c:pt idx="759">
                  <c:v>2.5164649000000001E-2</c:v>
                </c:pt>
                <c:pt idx="760">
                  <c:v>2.5048391E-2</c:v>
                </c:pt>
                <c:pt idx="761">
                  <c:v>2.4808719E-2</c:v>
                </c:pt>
                <c:pt idx="762">
                  <c:v>2.4750072000000001E-2</c:v>
                </c:pt>
                <c:pt idx="763">
                  <c:v>2.524299E-2</c:v>
                </c:pt>
                <c:pt idx="764">
                  <c:v>2.4938912000000001E-2</c:v>
                </c:pt>
                <c:pt idx="765">
                  <c:v>2.4573347999999998E-2</c:v>
                </c:pt>
                <c:pt idx="766">
                  <c:v>2.4643589E-2</c:v>
                </c:pt>
                <c:pt idx="767">
                  <c:v>2.5126160999999998E-2</c:v>
                </c:pt>
                <c:pt idx="768">
                  <c:v>2.4969735E-2</c:v>
                </c:pt>
                <c:pt idx="769">
                  <c:v>2.4871894000000002E-2</c:v>
                </c:pt>
                <c:pt idx="770">
                  <c:v>2.4926992999999998E-2</c:v>
                </c:pt>
                <c:pt idx="771">
                  <c:v>2.470282E-2</c:v>
                </c:pt>
                <c:pt idx="772">
                  <c:v>2.4799933999999999E-2</c:v>
                </c:pt>
                <c:pt idx="773">
                  <c:v>2.4649991999999999E-2</c:v>
                </c:pt>
                <c:pt idx="774">
                  <c:v>2.4444794999999998E-2</c:v>
                </c:pt>
                <c:pt idx="775">
                  <c:v>2.4253250000000001E-2</c:v>
                </c:pt>
                <c:pt idx="776">
                  <c:v>2.4514932E-2</c:v>
                </c:pt>
                <c:pt idx="777">
                  <c:v>2.4514932E-2</c:v>
                </c:pt>
                <c:pt idx="778">
                  <c:v>2.4697831999999999E-2</c:v>
                </c:pt>
                <c:pt idx="779">
                  <c:v>2.4485335E-2</c:v>
                </c:pt>
                <c:pt idx="780">
                  <c:v>2.4515692999999998E-2</c:v>
                </c:pt>
                <c:pt idx="781">
                  <c:v>2.4467504000000001E-2</c:v>
                </c:pt>
                <c:pt idx="782">
                  <c:v>2.4467504000000001E-2</c:v>
                </c:pt>
                <c:pt idx="783">
                  <c:v>2.4035205E-2</c:v>
                </c:pt>
                <c:pt idx="784">
                  <c:v>2.3881394E-2</c:v>
                </c:pt>
                <c:pt idx="785">
                  <c:v>2.3947254000000001E-2</c:v>
                </c:pt>
                <c:pt idx="786">
                  <c:v>2.3863933E-2</c:v>
                </c:pt>
                <c:pt idx="787">
                  <c:v>2.3496995999999999E-2</c:v>
                </c:pt>
                <c:pt idx="788">
                  <c:v>2.4027494E-2</c:v>
                </c:pt>
                <c:pt idx="789">
                  <c:v>2.3795773999999999E-2</c:v>
                </c:pt>
                <c:pt idx="790">
                  <c:v>2.4149995E-2</c:v>
                </c:pt>
                <c:pt idx="791">
                  <c:v>2.4157032000000002E-2</c:v>
                </c:pt>
                <c:pt idx="792">
                  <c:v>2.4174693000000001E-2</c:v>
                </c:pt>
                <c:pt idx="793">
                  <c:v>2.4126406E-2</c:v>
                </c:pt>
                <c:pt idx="794">
                  <c:v>2.4126406E-2</c:v>
                </c:pt>
                <c:pt idx="795">
                  <c:v>2.4093791999999999E-2</c:v>
                </c:pt>
                <c:pt idx="796">
                  <c:v>2.4370032999999999E-2</c:v>
                </c:pt>
                <c:pt idx="797">
                  <c:v>2.4632647000000001E-2</c:v>
                </c:pt>
                <c:pt idx="798">
                  <c:v>2.4133631999999999E-2</c:v>
                </c:pt>
                <c:pt idx="799">
                  <c:v>2.4126472999999999E-2</c:v>
                </c:pt>
                <c:pt idx="800">
                  <c:v>2.4383743999999999E-2</c:v>
                </c:pt>
                <c:pt idx="801">
                  <c:v>2.3721410000000002E-2</c:v>
                </c:pt>
                <c:pt idx="802">
                  <c:v>2.4656839E-2</c:v>
                </c:pt>
                <c:pt idx="803">
                  <c:v>2.5131399999999998E-2</c:v>
                </c:pt>
                <c:pt idx="804">
                  <c:v>2.5224530999999998E-2</c:v>
                </c:pt>
                <c:pt idx="805">
                  <c:v>2.5416150999999998E-2</c:v>
                </c:pt>
                <c:pt idx="806">
                  <c:v>2.5240083999999999E-2</c:v>
                </c:pt>
                <c:pt idx="807">
                  <c:v>2.512025E-2</c:v>
                </c:pt>
                <c:pt idx="808">
                  <c:v>2.5733278999999998E-2</c:v>
                </c:pt>
                <c:pt idx="809">
                  <c:v>2.5637534E-2</c:v>
                </c:pt>
                <c:pt idx="810">
                  <c:v>2.5183690999999998E-2</c:v>
                </c:pt>
                <c:pt idx="811">
                  <c:v>2.5433911E-2</c:v>
                </c:pt>
                <c:pt idx="812">
                  <c:v>2.5051159999999999E-2</c:v>
                </c:pt>
                <c:pt idx="813">
                  <c:v>2.5359910999999999E-2</c:v>
                </c:pt>
                <c:pt idx="814">
                  <c:v>2.5359910999999999E-2</c:v>
                </c:pt>
                <c:pt idx="815">
                  <c:v>2.5368379999999999E-2</c:v>
                </c:pt>
                <c:pt idx="816">
                  <c:v>2.5247666000000002E-2</c:v>
                </c:pt>
                <c:pt idx="817">
                  <c:v>2.5428457000000002E-2</c:v>
                </c:pt>
                <c:pt idx="818">
                  <c:v>2.4946427E-2</c:v>
                </c:pt>
                <c:pt idx="819">
                  <c:v>2.5309799000000001E-2</c:v>
                </c:pt>
                <c:pt idx="820">
                  <c:v>2.5272048000000002E-2</c:v>
                </c:pt>
                <c:pt idx="821">
                  <c:v>2.5280716000000002E-2</c:v>
                </c:pt>
                <c:pt idx="822">
                  <c:v>2.5213394E-2</c:v>
                </c:pt>
                <c:pt idx="823">
                  <c:v>2.5452878999999998E-2</c:v>
                </c:pt>
                <c:pt idx="824">
                  <c:v>2.5317155000000001E-2</c:v>
                </c:pt>
                <c:pt idx="825">
                  <c:v>2.4907808E-2</c:v>
                </c:pt>
                <c:pt idx="826">
                  <c:v>2.4923055999999999E-2</c:v>
                </c:pt>
                <c:pt idx="827">
                  <c:v>2.5030364999999999E-2</c:v>
                </c:pt>
                <c:pt idx="828">
                  <c:v>2.5537276000000001E-2</c:v>
                </c:pt>
                <c:pt idx="829">
                  <c:v>2.5459191000000003E-2</c:v>
                </c:pt>
                <c:pt idx="830">
                  <c:v>2.5456120999999998E-2</c:v>
                </c:pt>
                <c:pt idx="831">
                  <c:v>2.5228245999999999E-2</c:v>
                </c:pt>
                <c:pt idx="832">
                  <c:v>2.5551575999999999E-2</c:v>
                </c:pt>
                <c:pt idx="833">
                  <c:v>2.5516468E-2</c:v>
                </c:pt>
                <c:pt idx="834">
                  <c:v>2.5436947000000001E-2</c:v>
                </c:pt>
                <c:pt idx="835">
                  <c:v>2.6065289999999998E-2</c:v>
                </c:pt>
                <c:pt idx="836">
                  <c:v>2.5443717000000001E-2</c:v>
                </c:pt>
                <c:pt idx="837">
                  <c:v>2.5285436999999997E-2</c:v>
                </c:pt>
                <c:pt idx="838">
                  <c:v>2.5208913999999999E-2</c:v>
                </c:pt>
                <c:pt idx="839">
                  <c:v>2.5428474E-2</c:v>
                </c:pt>
                <c:pt idx="840">
                  <c:v>2.5478391999999999E-2</c:v>
                </c:pt>
                <c:pt idx="841">
                  <c:v>2.5394126999999999E-2</c:v>
                </c:pt>
                <c:pt idx="842">
                  <c:v>2.5335414000000001E-2</c:v>
                </c:pt>
                <c:pt idx="843">
                  <c:v>2.5031938E-2</c:v>
                </c:pt>
                <c:pt idx="844">
                  <c:v>2.4941126000000001E-2</c:v>
                </c:pt>
                <c:pt idx="845">
                  <c:v>2.4936695000000002E-2</c:v>
                </c:pt>
                <c:pt idx="846">
                  <c:v>2.5032796E-2</c:v>
                </c:pt>
                <c:pt idx="847">
                  <c:v>2.4708192E-2</c:v>
                </c:pt>
                <c:pt idx="848">
                  <c:v>2.3875258E-2</c:v>
                </c:pt>
                <c:pt idx="849">
                  <c:v>2.4141782000000001E-2</c:v>
                </c:pt>
                <c:pt idx="850">
                  <c:v>2.4404209999999999E-2</c:v>
                </c:pt>
                <c:pt idx="851">
                  <c:v>2.4202113000000001E-2</c:v>
                </c:pt>
                <c:pt idx="852">
                  <c:v>2.4098873E-2</c:v>
                </c:pt>
                <c:pt idx="853">
                  <c:v>2.4098873E-2</c:v>
                </c:pt>
                <c:pt idx="854">
                  <c:v>2.3956400999999999E-2</c:v>
                </c:pt>
                <c:pt idx="855">
                  <c:v>2.3557740000000001E-2</c:v>
                </c:pt>
                <c:pt idx="856">
                  <c:v>2.3551433E-2</c:v>
                </c:pt>
                <c:pt idx="857">
                  <c:v>2.4335289999999999E-2</c:v>
                </c:pt>
                <c:pt idx="858">
                  <c:v>2.4460902999999999E-2</c:v>
                </c:pt>
                <c:pt idx="859">
                  <c:v>2.3643880999999999E-2</c:v>
                </c:pt>
                <c:pt idx="860">
                  <c:v>2.3464411000000001E-2</c:v>
                </c:pt>
                <c:pt idx="861">
                  <c:v>2.4529705999999998E-2</c:v>
                </c:pt>
                <c:pt idx="862">
                  <c:v>2.4860104999999997E-2</c:v>
                </c:pt>
                <c:pt idx="863">
                  <c:v>2.4361410999999999E-2</c:v>
                </c:pt>
                <c:pt idx="864">
                  <c:v>2.4484847000000001E-2</c:v>
                </c:pt>
                <c:pt idx="865">
                  <c:v>2.5090004999999999E-2</c:v>
                </c:pt>
                <c:pt idx="866">
                  <c:v>2.5253396000000001E-2</c:v>
                </c:pt>
                <c:pt idx="867">
                  <c:v>2.5783181999999998E-2</c:v>
                </c:pt>
                <c:pt idx="868">
                  <c:v>2.6173540000000002E-2</c:v>
                </c:pt>
                <c:pt idx="869">
                  <c:v>2.6284100000000001E-2</c:v>
                </c:pt>
                <c:pt idx="870">
                  <c:v>2.7014391000000002E-2</c:v>
                </c:pt>
                <c:pt idx="871">
                  <c:v>2.7208857999999999E-2</c:v>
                </c:pt>
                <c:pt idx="872">
                  <c:v>2.7797694000000001E-2</c:v>
                </c:pt>
                <c:pt idx="873">
                  <c:v>2.7974273000000001E-2</c:v>
                </c:pt>
                <c:pt idx="874">
                  <c:v>2.9178008999999998E-2</c:v>
                </c:pt>
                <c:pt idx="875">
                  <c:v>2.9114163999999998E-2</c:v>
                </c:pt>
                <c:pt idx="876">
                  <c:v>2.8629610000000003E-2</c:v>
                </c:pt>
                <c:pt idx="877">
                  <c:v>2.8573939000000003E-2</c:v>
                </c:pt>
                <c:pt idx="878">
                  <c:v>2.8799608000000001E-2</c:v>
                </c:pt>
                <c:pt idx="879">
                  <c:v>2.8672933999999997E-2</c:v>
                </c:pt>
                <c:pt idx="880">
                  <c:v>2.8260874999999998E-2</c:v>
                </c:pt>
                <c:pt idx="881">
                  <c:v>2.7634315E-2</c:v>
                </c:pt>
                <c:pt idx="882">
                  <c:v>2.8157994000000002E-2</c:v>
                </c:pt>
                <c:pt idx="883">
                  <c:v>2.7691897999999996E-2</c:v>
                </c:pt>
                <c:pt idx="884">
                  <c:v>2.7625031000000001E-2</c:v>
                </c:pt>
                <c:pt idx="885">
                  <c:v>2.7385896000000003E-2</c:v>
                </c:pt>
                <c:pt idx="886">
                  <c:v>2.7505916999999998E-2</c:v>
                </c:pt>
                <c:pt idx="887">
                  <c:v>2.7794778000000003E-2</c:v>
                </c:pt>
                <c:pt idx="888">
                  <c:v>2.8020236E-2</c:v>
                </c:pt>
                <c:pt idx="889">
                  <c:v>2.8020236E-2</c:v>
                </c:pt>
                <c:pt idx="890">
                  <c:v>2.8306260999999999E-2</c:v>
                </c:pt>
                <c:pt idx="891">
                  <c:v>2.8083541000000004E-2</c:v>
                </c:pt>
                <c:pt idx="892">
                  <c:v>2.8190224E-2</c:v>
                </c:pt>
                <c:pt idx="893">
                  <c:v>2.7633166999999997E-2</c:v>
                </c:pt>
                <c:pt idx="894">
                  <c:v>2.7469562000000003E-2</c:v>
                </c:pt>
                <c:pt idx="895">
                  <c:v>2.7436011999999999E-2</c:v>
                </c:pt>
                <c:pt idx="896">
                  <c:v>2.7191748999999998E-2</c:v>
                </c:pt>
                <c:pt idx="897">
                  <c:v>2.7331457E-2</c:v>
                </c:pt>
                <c:pt idx="898">
                  <c:v>2.7331457E-2</c:v>
                </c:pt>
                <c:pt idx="899">
                  <c:v>2.7045159999999999E-2</c:v>
                </c:pt>
                <c:pt idx="900">
                  <c:v>2.8100887999999997E-2</c:v>
                </c:pt>
                <c:pt idx="901">
                  <c:v>2.7551227999999997E-2</c:v>
                </c:pt>
                <c:pt idx="902">
                  <c:v>2.7521383999999999E-2</c:v>
                </c:pt>
                <c:pt idx="903">
                  <c:v>2.7433015999999998E-2</c:v>
                </c:pt>
                <c:pt idx="904">
                  <c:v>2.7422268000000003E-2</c:v>
                </c:pt>
                <c:pt idx="905">
                  <c:v>2.7253525000000001E-2</c:v>
                </c:pt>
                <c:pt idx="906">
                  <c:v>2.7095101E-2</c:v>
                </c:pt>
                <c:pt idx="907">
                  <c:v>2.7162478E-2</c:v>
                </c:pt>
                <c:pt idx="908">
                  <c:v>2.724534E-2</c:v>
                </c:pt>
                <c:pt idx="909">
                  <c:v>2.6819972000000001E-2</c:v>
                </c:pt>
                <c:pt idx="910">
                  <c:v>2.705604E-2</c:v>
                </c:pt>
                <c:pt idx="911">
                  <c:v>2.7106446999999999E-2</c:v>
                </c:pt>
                <c:pt idx="912">
                  <c:v>2.7145522999999998E-2</c:v>
                </c:pt>
                <c:pt idx="913">
                  <c:v>2.7559672999999996E-2</c:v>
                </c:pt>
                <c:pt idx="914">
                  <c:v>2.7559672999999996E-2</c:v>
                </c:pt>
                <c:pt idx="915">
                  <c:v>2.7040949000000002E-2</c:v>
                </c:pt>
                <c:pt idx="916">
                  <c:v>2.7345652000000002E-2</c:v>
                </c:pt>
                <c:pt idx="917">
                  <c:v>2.7489075000000002E-2</c:v>
                </c:pt>
                <c:pt idx="918">
                  <c:v>2.7601371999999999E-2</c:v>
                </c:pt>
                <c:pt idx="919">
                  <c:v>2.7424333000000002E-2</c:v>
                </c:pt>
                <c:pt idx="920">
                  <c:v>2.7244992999999999E-2</c:v>
                </c:pt>
                <c:pt idx="921">
                  <c:v>2.6934973000000001E-2</c:v>
                </c:pt>
                <c:pt idx="922">
                  <c:v>2.6880072000000001E-2</c:v>
                </c:pt>
                <c:pt idx="923">
                  <c:v>2.7142248999999997E-2</c:v>
                </c:pt>
                <c:pt idx="924">
                  <c:v>2.6572814E-2</c:v>
                </c:pt>
                <c:pt idx="925">
                  <c:v>2.6224358999999999E-2</c:v>
                </c:pt>
                <c:pt idx="926">
                  <c:v>2.6335255000000002E-2</c:v>
                </c:pt>
                <c:pt idx="927">
                  <c:v>2.6410572E-2</c:v>
                </c:pt>
                <c:pt idx="928">
                  <c:v>2.641373E-2</c:v>
                </c:pt>
                <c:pt idx="929">
                  <c:v>2.6368426E-2</c:v>
                </c:pt>
                <c:pt idx="930">
                  <c:v>2.5951796000000003E-2</c:v>
                </c:pt>
                <c:pt idx="931">
                  <c:v>2.5974896000000001E-2</c:v>
                </c:pt>
                <c:pt idx="932">
                  <c:v>2.5875080000000002E-2</c:v>
                </c:pt>
                <c:pt idx="933">
                  <c:v>2.5592843000000001E-2</c:v>
                </c:pt>
                <c:pt idx="934">
                  <c:v>2.5768083000000001E-2</c:v>
                </c:pt>
                <c:pt idx="935">
                  <c:v>2.5739997000000001E-2</c:v>
                </c:pt>
                <c:pt idx="936">
                  <c:v>2.5648541E-2</c:v>
                </c:pt>
                <c:pt idx="937">
                  <c:v>2.5565561000000001E-2</c:v>
                </c:pt>
                <c:pt idx="938">
                  <c:v>2.6318198999999997E-2</c:v>
                </c:pt>
                <c:pt idx="939">
                  <c:v>2.5712727000000001E-2</c:v>
                </c:pt>
                <c:pt idx="940">
                  <c:v>2.5728942000000001E-2</c:v>
                </c:pt>
                <c:pt idx="941">
                  <c:v>2.5679115000000002E-2</c:v>
                </c:pt>
                <c:pt idx="942">
                  <c:v>2.5587738999999998E-2</c:v>
                </c:pt>
                <c:pt idx="943">
                  <c:v>2.5444572999999998E-2</c:v>
                </c:pt>
                <c:pt idx="944">
                  <c:v>2.4153889000000001E-2</c:v>
                </c:pt>
                <c:pt idx="945">
                  <c:v>2.5172015999999998E-2</c:v>
                </c:pt>
                <c:pt idx="946">
                  <c:v>2.5188821E-2</c:v>
                </c:pt>
                <c:pt idx="947">
                  <c:v>2.4837449000000001E-2</c:v>
                </c:pt>
                <c:pt idx="948">
                  <c:v>2.4428659999999998E-2</c:v>
                </c:pt>
                <c:pt idx="949">
                  <c:v>2.4278604999999998E-2</c:v>
                </c:pt>
                <c:pt idx="950">
                  <c:v>2.3905152000000002E-2</c:v>
                </c:pt>
                <c:pt idx="951">
                  <c:v>2.3794694999999998E-2</c:v>
                </c:pt>
                <c:pt idx="952">
                  <c:v>2.4002862E-2</c:v>
                </c:pt>
                <c:pt idx="953">
                  <c:v>2.3842524E-2</c:v>
                </c:pt>
                <c:pt idx="954">
                  <c:v>2.4040407999999999E-2</c:v>
                </c:pt>
                <c:pt idx="955">
                  <c:v>2.4095778000000002E-2</c:v>
                </c:pt>
                <c:pt idx="956">
                  <c:v>2.4171300999999999E-2</c:v>
                </c:pt>
                <c:pt idx="957">
                  <c:v>2.3963256000000002E-2</c:v>
                </c:pt>
                <c:pt idx="958">
                  <c:v>2.3611840000000002E-2</c:v>
                </c:pt>
                <c:pt idx="959">
                  <c:v>2.3611840000000002E-2</c:v>
                </c:pt>
                <c:pt idx="960">
                  <c:v>2.3593161000000001E-2</c:v>
                </c:pt>
                <c:pt idx="961">
                  <c:v>2.3732046E-2</c:v>
                </c:pt>
                <c:pt idx="962">
                  <c:v>2.3564608000000001E-2</c:v>
                </c:pt>
                <c:pt idx="963">
                  <c:v>2.3601046000000001E-2</c:v>
                </c:pt>
                <c:pt idx="964">
                  <c:v>2.3602109999999999E-2</c:v>
                </c:pt>
                <c:pt idx="965">
                  <c:v>2.3497038000000001E-2</c:v>
                </c:pt>
                <c:pt idx="966">
                  <c:v>2.3159062000000001E-2</c:v>
                </c:pt>
                <c:pt idx="967">
                  <c:v>2.3421793999999999E-2</c:v>
                </c:pt>
                <c:pt idx="968">
                  <c:v>2.2985673000000002E-2</c:v>
                </c:pt>
                <c:pt idx="969">
                  <c:v>2.3180928999999999E-2</c:v>
                </c:pt>
                <c:pt idx="970">
                  <c:v>2.3066334000000001E-2</c:v>
                </c:pt>
                <c:pt idx="971">
                  <c:v>2.3188282000000001E-2</c:v>
                </c:pt>
                <c:pt idx="972">
                  <c:v>2.2960141E-2</c:v>
                </c:pt>
                <c:pt idx="973">
                  <c:v>2.3186103999999999E-2</c:v>
                </c:pt>
                <c:pt idx="974">
                  <c:v>2.3546741E-2</c:v>
                </c:pt>
                <c:pt idx="975">
                  <c:v>2.3663273000000002E-2</c:v>
                </c:pt>
                <c:pt idx="976">
                  <c:v>2.3309626999999999E-2</c:v>
                </c:pt>
                <c:pt idx="977">
                  <c:v>2.3247022000000003E-2</c:v>
                </c:pt>
                <c:pt idx="978">
                  <c:v>2.3073343E-2</c:v>
                </c:pt>
                <c:pt idx="979">
                  <c:v>2.3044811000000002E-2</c:v>
                </c:pt>
                <c:pt idx="980">
                  <c:v>2.2708544000000001E-2</c:v>
                </c:pt>
                <c:pt idx="981">
                  <c:v>2.2531407999999999E-2</c:v>
                </c:pt>
                <c:pt idx="982">
                  <c:v>2.2449039E-2</c:v>
                </c:pt>
                <c:pt idx="983">
                  <c:v>2.2752077999999998E-2</c:v>
                </c:pt>
                <c:pt idx="984">
                  <c:v>2.2752077999999998E-2</c:v>
                </c:pt>
                <c:pt idx="985">
                  <c:v>2.2597605999999999E-2</c:v>
                </c:pt>
                <c:pt idx="986">
                  <c:v>2.2699753999999999E-2</c:v>
                </c:pt>
                <c:pt idx="987">
                  <c:v>2.2756373999999999E-2</c:v>
                </c:pt>
                <c:pt idx="988">
                  <c:v>2.2628138999999999E-2</c:v>
                </c:pt>
                <c:pt idx="989">
                  <c:v>2.2586194E-2</c:v>
                </c:pt>
                <c:pt idx="990">
                  <c:v>2.2556894000000001E-2</c:v>
                </c:pt>
                <c:pt idx="991">
                  <c:v>2.2859630000000002E-2</c:v>
                </c:pt>
                <c:pt idx="992">
                  <c:v>2.2590252000000002E-2</c:v>
                </c:pt>
                <c:pt idx="993">
                  <c:v>2.2571910000000001E-2</c:v>
                </c:pt>
                <c:pt idx="994">
                  <c:v>2.2615432000000001E-2</c:v>
                </c:pt>
                <c:pt idx="995">
                  <c:v>2.2575589E-2</c:v>
                </c:pt>
                <c:pt idx="996">
                  <c:v>2.2101827000000001E-2</c:v>
                </c:pt>
                <c:pt idx="997">
                  <c:v>2.2155618999999998E-2</c:v>
                </c:pt>
                <c:pt idx="998">
                  <c:v>2.2448798999999998E-2</c:v>
                </c:pt>
                <c:pt idx="999">
                  <c:v>2.2094112000000003E-2</c:v>
                </c:pt>
                <c:pt idx="1000">
                  <c:v>2.2068531999999998E-2</c:v>
                </c:pt>
                <c:pt idx="1001">
                  <c:v>2.1948007000000002E-2</c:v>
                </c:pt>
                <c:pt idx="1002">
                  <c:v>2.1630025000000001E-2</c:v>
                </c:pt>
                <c:pt idx="1003">
                  <c:v>2.0988971000000002E-2</c:v>
                </c:pt>
                <c:pt idx="1004">
                  <c:v>2.0865892E-2</c:v>
                </c:pt>
                <c:pt idx="1005">
                  <c:v>2.0836041E-2</c:v>
                </c:pt>
                <c:pt idx="1006">
                  <c:v>2.0639841000000003E-2</c:v>
                </c:pt>
                <c:pt idx="1007">
                  <c:v>2.0639841000000003E-2</c:v>
                </c:pt>
                <c:pt idx="1008">
                  <c:v>2.0747893E-2</c:v>
                </c:pt>
                <c:pt idx="1009">
                  <c:v>2.0379409000000001E-2</c:v>
                </c:pt>
                <c:pt idx="1010">
                  <c:v>2.0071977000000001E-2</c:v>
                </c:pt>
                <c:pt idx="1011">
                  <c:v>2.0245434E-2</c:v>
                </c:pt>
                <c:pt idx="1012">
                  <c:v>2.0024518000000002E-2</c:v>
                </c:pt>
                <c:pt idx="1013">
                  <c:v>1.9726494000000001E-2</c:v>
                </c:pt>
                <c:pt idx="1014">
                  <c:v>2.0077653000000001E-2</c:v>
                </c:pt>
                <c:pt idx="1015">
                  <c:v>1.9978388E-2</c:v>
                </c:pt>
                <c:pt idx="1016">
                  <c:v>1.9876242999999998E-2</c:v>
                </c:pt>
                <c:pt idx="1017">
                  <c:v>1.9876242999999998E-2</c:v>
                </c:pt>
                <c:pt idx="1018">
                  <c:v>1.9830328000000001E-2</c:v>
                </c:pt>
                <c:pt idx="1019">
                  <c:v>1.9843830999999999E-2</c:v>
                </c:pt>
                <c:pt idx="1020">
                  <c:v>1.9865613000000001E-2</c:v>
                </c:pt>
                <c:pt idx="1021">
                  <c:v>1.9883318000000001E-2</c:v>
                </c:pt>
                <c:pt idx="1022">
                  <c:v>1.9549364999999999E-2</c:v>
                </c:pt>
                <c:pt idx="1023">
                  <c:v>1.9946937000000001E-2</c:v>
                </c:pt>
                <c:pt idx="1024">
                  <c:v>1.9855293999999999E-2</c:v>
                </c:pt>
                <c:pt idx="1025">
                  <c:v>1.9850896E-2</c:v>
                </c:pt>
                <c:pt idx="1026">
                  <c:v>2.0322781000000002E-2</c:v>
                </c:pt>
                <c:pt idx="1027">
                  <c:v>2.0061687000000002E-2</c:v>
                </c:pt>
                <c:pt idx="1028">
                  <c:v>2.0215225E-2</c:v>
                </c:pt>
                <c:pt idx="1029">
                  <c:v>2.0267605000000001E-2</c:v>
                </c:pt>
                <c:pt idx="1030">
                  <c:v>2.0259925000000002E-2</c:v>
                </c:pt>
                <c:pt idx="1031">
                  <c:v>2.0291992999999998E-2</c:v>
                </c:pt>
                <c:pt idx="1032">
                  <c:v>1.9906766999999999E-2</c:v>
                </c:pt>
                <c:pt idx="1033">
                  <c:v>1.9862358E-2</c:v>
                </c:pt>
                <c:pt idx="1034">
                  <c:v>1.9878482999999999E-2</c:v>
                </c:pt>
                <c:pt idx="1035">
                  <c:v>1.9835588999999997E-2</c:v>
                </c:pt>
                <c:pt idx="1036">
                  <c:v>1.9730608E-2</c:v>
                </c:pt>
                <c:pt idx="1037">
                  <c:v>1.9591092000000001E-2</c:v>
                </c:pt>
                <c:pt idx="1038">
                  <c:v>1.9591092000000001E-2</c:v>
                </c:pt>
                <c:pt idx="1039">
                  <c:v>1.9284909999999999E-2</c:v>
                </c:pt>
                <c:pt idx="1040">
                  <c:v>1.9404461000000001E-2</c:v>
                </c:pt>
                <c:pt idx="1041">
                  <c:v>1.9350811999999998E-2</c:v>
                </c:pt>
                <c:pt idx="1042">
                  <c:v>1.9505296999999998E-2</c:v>
                </c:pt>
                <c:pt idx="1043">
                  <c:v>1.9805947000000001E-2</c:v>
                </c:pt>
                <c:pt idx="1044">
                  <c:v>2.0197425999999997E-2</c:v>
                </c:pt>
                <c:pt idx="1045">
                  <c:v>1.9315861E-2</c:v>
                </c:pt>
                <c:pt idx="1046">
                  <c:v>1.9600197999999999E-2</c:v>
                </c:pt>
                <c:pt idx="1047">
                  <c:v>1.9890327999999999E-2</c:v>
                </c:pt>
                <c:pt idx="1048">
                  <c:v>1.9707561000000002E-2</c:v>
                </c:pt>
                <c:pt idx="1049">
                  <c:v>1.9766363000000002E-2</c:v>
                </c:pt>
                <c:pt idx="1050">
                  <c:v>2.0027807000000002E-2</c:v>
                </c:pt>
                <c:pt idx="1051">
                  <c:v>1.9871840000000002E-2</c:v>
                </c:pt>
                <c:pt idx="1052">
                  <c:v>1.9848115000000003E-2</c:v>
                </c:pt>
                <c:pt idx="1053">
                  <c:v>1.9674595999999999E-2</c:v>
                </c:pt>
                <c:pt idx="1054">
                  <c:v>1.9674595999999999E-2</c:v>
                </c:pt>
                <c:pt idx="1055">
                  <c:v>1.9899834000000002E-2</c:v>
                </c:pt>
                <c:pt idx="1056">
                  <c:v>1.9907313999999999E-2</c:v>
                </c:pt>
                <c:pt idx="1057">
                  <c:v>2.0205512999999998E-2</c:v>
                </c:pt>
                <c:pt idx="1058">
                  <c:v>2.0305983E-2</c:v>
                </c:pt>
                <c:pt idx="1059">
                  <c:v>1.9961537999999997E-2</c:v>
                </c:pt>
                <c:pt idx="1060">
                  <c:v>1.953999E-2</c:v>
                </c:pt>
                <c:pt idx="1061">
                  <c:v>1.9407648999999999E-2</c:v>
                </c:pt>
                <c:pt idx="1062">
                  <c:v>1.9311919E-2</c:v>
                </c:pt>
                <c:pt idx="1063">
                  <c:v>1.9464122E-2</c:v>
                </c:pt>
                <c:pt idx="1064">
                  <c:v>1.9467478E-2</c:v>
                </c:pt>
                <c:pt idx="1065">
                  <c:v>1.9339094000000001E-2</c:v>
                </c:pt>
                <c:pt idx="1066">
                  <c:v>1.9126388000000001E-2</c:v>
                </c:pt>
                <c:pt idx="1067">
                  <c:v>1.8884423000000001E-2</c:v>
                </c:pt>
                <c:pt idx="1068">
                  <c:v>1.9029264000000001E-2</c:v>
                </c:pt>
                <c:pt idx="1069">
                  <c:v>1.8920352000000001E-2</c:v>
                </c:pt>
                <c:pt idx="1070">
                  <c:v>1.8873338E-2</c:v>
                </c:pt>
                <c:pt idx="1071">
                  <c:v>1.9038516000000002E-2</c:v>
                </c:pt>
                <c:pt idx="1072">
                  <c:v>1.8696021E-2</c:v>
                </c:pt>
                <c:pt idx="1073">
                  <c:v>1.8490263999999999E-2</c:v>
                </c:pt>
                <c:pt idx="1074">
                  <c:v>1.8483328E-2</c:v>
                </c:pt>
                <c:pt idx="1075">
                  <c:v>1.8464458999999999E-2</c:v>
                </c:pt>
                <c:pt idx="1076">
                  <c:v>1.8269643999999998E-2</c:v>
                </c:pt>
                <c:pt idx="1077">
                  <c:v>1.823205E-2</c:v>
                </c:pt>
                <c:pt idx="1078">
                  <c:v>1.7950030000000002E-2</c:v>
                </c:pt>
                <c:pt idx="1079">
                  <c:v>1.7950030000000002E-2</c:v>
                </c:pt>
                <c:pt idx="1080">
                  <c:v>1.8094202E-2</c:v>
                </c:pt>
                <c:pt idx="1081">
                  <c:v>1.8151841999999998E-2</c:v>
                </c:pt>
                <c:pt idx="1082">
                  <c:v>1.7968182999999999E-2</c:v>
                </c:pt>
                <c:pt idx="1083">
                  <c:v>1.7966523000000002E-2</c:v>
                </c:pt>
                <c:pt idx="1084">
                  <c:v>1.7661715000000001E-2</c:v>
                </c:pt>
                <c:pt idx="1085">
                  <c:v>1.7858497000000001E-2</c:v>
                </c:pt>
                <c:pt idx="1086">
                  <c:v>1.7852215000000001E-2</c:v>
                </c:pt>
                <c:pt idx="1087">
                  <c:v>1.7648883000000001E-2</c:v>
                </c:pt>
                <c:pt idx="1088">
                  <c:v>1.7736214E-2</c:v>
                </c:pt>
                <c:pt idx="1089">
                  <c:v>1.7424186000000001E-2</c:v>
                </c:pt>
                <c:pt idx="1090">
                  <c:v>1.7097235000000002E-2</c:v>
                </c:pt>
                <c:pt idx="1091">
                  <c:v>1.6992738E-2</c:v>
                </c:pt>
                <c:pt idx="1092">
                  <c:v>1.7099978999999998E-2</c:v>
                </c:pt>
                <c:pt idx="1093">
                  <c:v>1.7061293000000002E-2</c:v>
                </c:pt>
                <c:pt idx="1094">
                  <c:v>1.7356112E-2</c:v>
                </c:pt>
                <c:pt idx="1095">
                  <c:v>1.7947996000000001E-2</c:v>
                </c:pt>
                <c:pt idx="1096">
                  <c:v>1.8358311000000002E-2</c:v>
                </c:pt>
                <c:pt idx="1097">
                  <c:v>1.8886928000000001E-2</c:v>
                </c:pt>
                <c:pt idx="1098">
                  <c:v>1.8725260000000001E-2</c:v>
                </c:pt>
                <c:pt idx="1099">
                  <c:v>1.8729162000000001E-2</c:v>
                </c:pt>
                <c:pt idx="1100">
                  <c:v>1.8658447000000002E-2</c:v>
                </c:pt>
                <c:pt idx="1101">
                  <c:v>1.9660479000000002E-2</c:v>
                </c:pt>
                <c:pt idx="1102">
                  <c:v>1.9840872999999998E-2</c:v>
                </c:pt>
                <c:pt idx="1103">
                  <c:v>1.9840872999999998E-2</c:v>
                </c:pt>
                <c:pt idx="1104">
                  <c:v>2.0290729E-2</c:v>
                </c:pt>
                <c:pt idx="1105">
                  <c:v>2.0475479000000001E-2</c:v>
                </c:pt>
                <c:pt idx="1106">
                  <c:v>2.0526589000000001E-2</c:v>
                </c:pt>
                <c:pt idx="1107">
                  <c:v>2.0277785E-2</c:v>
                </c:pt>
                <c:pt idx="1108">
                  <c:v>2.0198173999999999E-2</c:v>
                </c:pt>
                <c:pt idx="1109">
                  <c:v>2.0456970000000001E-2</c:v>
                </c:pt>
                <c:pt idx="1110">
                  <c:v>2.0454100999999999E-2</c:v>
                </c:pt>
                <c:pt idx="1111">
                  <c:v>2.0433833000000002E-2</c:v>
                </c:pt>
                <c:pt idx="1112">
                  <c:v>2.0017283E-2</c:v>
                </c:pt>
                <c:pt idx="1113">
                  <c:v>1.9927932000000002E-2</c:v>
                </c:pt>
                <c:pt idx="1114">
                  <c:v>2.0143060000000001E-2</c:v>
                </c:pt>
                <c:pt idx="1115">
                  <c:v>2.0161294E-2</c:v>
                </c:pt>
                <c:pt idx="1116">
                  <c:v>1.9889634E-2</c:v>
                </c:pt>
                <c:pt idx="1117">
                  <c:v>2.0293076E-2</c:v>
                </c:pt>
                <c:pt idx="1118">
                  <c:v>2.0923427000000001E-2</c:v>
                </c:pt>
                <c:pt idx="1119">
                  <c:v>2.1158304000000003E-2</c:v>
                </c:pt>
                <c:pt idx="1120">
                  <c:v>2.1317187999999997E-2</c:v>
                </c:pt>
                <c:pt idx="1121">
                  <c:v>2.1108531999999999E-2</c:v>
                </c:pt>
                <c:pt idx="1122">
                  <c:v>2.0670858E-2</c:v>
                </c:pt>
                <c:pt idx="1123">
                  <c:v>2.0613219000000002E-2</c:v>
                </c:pt>
                <c:pt idx="1124">
                  <c:v>2.0574858000000001E-2</c:v>
                </c:pt>
                <c:pt idx="1125">
                  <c:v>2.0618698000000001E-2</c:v>
                </c:pt>
                <c:pt idx="1126">
                  <c:v>2.0668938000000001E-2</c:v>
                </c:pt>
                <c:pt idx="1127">
                  <c:v>2.0890921999999999E-2</c:v>
                </c:pt>
                <c:pt idx="1128">
                  <c:v>2.0830957000000001E-2</c:v>
                </c:pt>
                <c:pt idx="1129">
                  <c:v>2.0858770000000002E-2</c:v>
                </c:pt>
                <c:pt idx="1130">
                  <c:v>2.0878592000000001E-2</c:v>
                </c:pt>
                <c:pt idx="1131">
                  <c:v>2.0803643E-2</c:v>
                </c:pt>
                <c:pt idx="1132">
                  <c:v>2.0623092999999999E-2</c:v>
                </c:pt>
                <c:pt idx="1133">
                  <c:v>2.0160659000000001E-2</c:v>
                </c:pt>
                <c:pt idx="1134">
                  <c:v>2.0041482999999999E-2</c:v>
                </c:pt>
                <c:pt idx="1135">
                  <c:v>2.0265952E-2</c:v>
                </c:pt>
                <c:pt idx="1136">
                  <c:v>2.0567545999999999E-2</c:v>
                </c:pt>
                <c:pt idx="1137">
                  <c:v>2.0526840000000001E-2</c:v>
                </c:pt>
                <c:pt idx="1138">
                  <c:v>2.0844179000000001E-2</c:v>
                </c:pt>
                <c:pt idx="1139">
                  <c:v>2.0967217999999999E-2</c:v>
                </c:pt>
                <c:pt idx="1140">
                  <c:v>2.1152863000000001E-2</c:v>
                </c:pt>
                <c:pt idx="1141">
                  <c:v>2.1304258E-2</c:v>
                </c:pt>
                <c:pt idx="1142">
                  <c:v>2.0876733999999997E-2</c:v>
                </c:pt>
                <c:pt idx="1143">
                  <c:v>2.0811686999999999E-2</c:v>
                </c:pt>
                <c:pt idx="1144">
                  <c:v>2.0959848E-2</c:v>
                </c:pt>
                <c:pt idx="1145">
                  <c:v>2.0986603E-2</c:v>
                </c:pt>
                <c:pt idx="1146">
                  <c:v>2.0700201999999997E-2</c:v>
                </c:pt>
                <c:pt idx="1147">
                  <c:v>2.0632812E-2</c:v>
                </c:pt>
                <c:pt idx="1148">
                  <c:v>2.0473175999999999E-2</c:v>
                </c:pt>
                <c:pt idx="1149">
                  <c:v>2.0473175999999999E-2</c:v>
                </c:pt>
                <c:pt idx="1150">
                  <c:v>1.9978835E-2</c:v>
                </c:pt>
                <c:pt idx="1151">
                  <c:v>2.0024594E-2</c:v>
                </c:pt>
                <c:pt idx="1152">
                  <c:v>1.9646701999999999E-2</c:v>
                </c:pt>
                <c:pt idx="1153">
                  <c:v>1.9267662000000001E-2</c:v>
                </c:pt>
                <c:pt idx="1154">
                  <c:v>1.9448950999999999E-2</c:v>
                </c:pt>
                <c:pt idx="1155">
                  <c:v>1.9702742000000002E-2</c:v>
                </c:pt>
                <c:pt idx="1156">
                  <c:v>1.9748196999999999E-2</c:v>
                </c:pt>
                <c:pt idx="1157">
                  <c:v>1.982393E-2</c:v>
                </c:pt>
                <c:pt idx="1158">
                  <c:v>1.9594100999999999E-2</c:v>
                </c:pt>
                <c:pt idx="1159">
                  <c:v>1.9553147E-2</c:v>
                </c:pt>
                <c:pt idx="1160">
                  <c:v>1.9509123999999999E-2</c:v>
                </c:pt>
                <c:pt idx="1161">
                  <c:v>1.9512517E-2</c:v>
                </c:pt>
                <c:pt idx="1162">
                  <c:v>1.9692003999999999E-2</c:v>
                </c:pt>
                <c:pt idx="1163">
                  <c:v>1.9485074000000002E-2</c:v>
                </c:pt>
                <c:pt idx="1164">
                  <c:v>1.9311006000000002E-2</c:v>
                </c:pt>
                <c:pt idx="1165">
                  <c:v>1.9540413E-2</c:v>
                </c:pt>
                <c:pt idx="1166">
                  <c:v>1.9720948000000002E-2</c:v>
                </c:pt>
                <c:pt idx="1167">
                  <c:v>1.9485553999999999E-2</c:v>
                </c:pt>
                <c:pt idx="1168">
                  <c:v>1.9581953999999999E-2</c:v>
                </c:pt>
                <c:pt idx="1169">
                  <c:v>1.9552236000000001E-2</c:v>
                </c:pt>
                <c:pt idx="1170">
                  <c:v>1.9289099000000001E-2</c:v>
                </c:pt>
                <c:pt idx="1171">
                  <c:v>1.9191371000000002E-2</c:v>
                </c:pt>
                <c:pt idx="1172">
                  <c:v>1.9213357E-2</c:v>
                </c:pt>
                <c:pt idx="1173">
                  <c:v>1.9013578E-2</c:v>
                </c:pt>
                <c:pt idx="1174">
                  <c:v>1.9013578E-2</c:v>
                </c:pt>
                <c:pt idx="1175">
                  <c:v>1.8758778E-2</c:v>
                </c:pt>
                <c:pt idx="1176">
                  <c:v>1.8947055000000001E-2</c:v>
                </c:pt>
                <c:pt idx="1177">
                  <c:v>1.908731E-2</c:v>
                </c:pt>
                <c:pt idx="1178">
                  <c:v>1.885063E-2</c:v>
                </c:pt>
                <c:pt idx="1179">
                  <c:v>1.8725792999999998E-2</c:v>
                </c:pt>
                <c:pt idx="1180">
                  <c:v>1.8325973999999998E-2</c:v>
                </c:pt>
                <c:pt idx="1181">
                  <c:v>1.8272033999999999E-2</c:v>
                </c:pt>
                <c:pt idx="1182">
                  <c:v>1.8105600999999999E-2</c:v>
                </c:pt>
                <c:pt idx="1183">
                  <c:v>1.8147420000000001E-2</c:v>
                </c:pt>
                <c:pt idx="1184">
                  <c:v>1.7737246999999998E-2</c:v>
                </c:pt>
                <c:pt idx="1185">
                  <c:v>1.8090066999999998E-2</c:v>
                </c:pt>
                <c:pt idx="1186">
                  <c:v>1.8121353999999999E-2</c:v>
                </c:pt>
                <c:pt idx="1187">
                  <c:v>1.7673446000000002E-2</c:v>
                </c:pt>
                <c:pt idx="1188">
                  <c:v>1.7956666E-2</c:v>
                </c:pt>
                <c:pt idx="1189">
                  <c:v>1.7936472000000002E-2</c:v>
                </c:pt>
                <c:pt idx="1190">
                  <c:v>1.8073908999999999E-2</c:v>
                </c:pt>
                <c:pt idx="1191">
                  <c:v>1.7856588999999999E-2</c:v>
                </c:pt>
                <c:pt idx="1192">
                  <c:v>1.7972603E-2</c:v>
                </c:pt>
                <c:pt idx="1193">
                  <c:v>1.7499228999999998E-2</c:v>
                </c:pt>
                <c:pt idx="1194">
                  <c:v>1.7444128E-2</c:v>
                </c:pt>
                <c:pt idx="1195">
                  <c:v>1.7527035E-2</c:v>
                </c:pt>
                <c:pt idx="1196">
                  <c:v>1.7554275999999997E-2</c:v>
                </c:pt>
                <c:pt idx="1197">
                  <c:v>1.7446238999999999E-2</c:v>
                </c:pt>
                <c:pt idx="1198">
                  <c:v>1.7097627000000001E-2</c:v>
                </c:pt>
                <c:pt idx="1199">
                  <c:v>1.7145054E-2</c:v>
                </c:pt>
                <c:pt idx="1200">
                  <c:v>1.7448732999999998E-2</c:v>
                </c:pt>
                <c:pt idx="1201">
                  <c:v>1.7146238000000001E-2</c:v>
                </c:pt>
                <c:pt idx="1202">
                  <c:v>1.7558197999999997E-2</c:v>
                </c:pt>
                <c:pt idx="1203">
                  <c:v>1.7730058E-2</c:v>
                </c:pt>
                <c:pt idx="1204">
                  <c:v>1.7347339999999999E-2</c:v>
                </c:pt>
                <c:pt idx="1205">
                  <c:v>1.7640011000000001E-2</c:v>
                </c:pt>
                <c:pt idx="1206">
                  <c:v>1.7394338999999998E-2</c:v>
                </c:pt>
                <c:pt idx="1207">
                  <c:v>1.7625564999999999E-2</c:v>
                </c:pt>
                <c:pt idx="1208">
                  <c:v>1.7699507999999999E-2</c:v>
                </c:pt>
                <c:pt idx="1209">
                  <c:v>1.7699279999999998E-2</c:v>
                </c:pt>
                <c:pt idx="1210">
                  <c:v>1.7809627000000001E-2</c:v>
                </c:pt>
                <c:pt idx="1211">
                  <c:v>1.7786617000000001E-2</c:v>
                </c:pt>
                <c:pt idx="1212">
                  <c:v>1.7852625E-2</c:v>
                </c:pt>
                <c:pt idx="1213">
                  <c:v>1.7578026E-2</c:v>
                </c:pt>
                <c:pt idx="1214">
                  <c:v>1.7746313E-2</c:v>
                </c:pt>
                <c:pt idx="1215">
                  <c:v>1.8178613999999999E-2</c:v>
                </c:pt>
                <c:pt idx="1216">
                  <c:v>1.8860089999999999E-2</c:v>
                </c:pt>
                <c:pt idx="1217">
                  <c:v>1.8804906999999999E-2</c:v>
                </c:pt>
                <c:pt idx="1218">
                  <c:v>1.8568958E-2</c:v>
                </c:pt>
                <c:pt idx="1219">
                  <c:v>1.8568958E-2</c:v>
                </c:pt>
                <c:pt idx="1220">
                  <c:v>1.8410459000000001E-2</c:v>
                </c:pt>
                <c:pt idx="1221">
                  <c:v>1.8253924000000001E-2</c:v>
                </c:pt>
                <c:pt idx="1222">
                  <c:v>1.8191051E-2</c:v>
                </c:pt>
                <c:pt idx="1223">
                  <c:v>1.8083819000000001E-2</c:v>
                </c:pt>
                <c:pt idx="1224">
                  <c:v>1.7776137000000001E-2</c:v>
                </c:pt>
                <c:pt idx="1225">
                  <c:v>1.7951810000000002E-2</c:v>
                </c:pt>
                <c:pt idx="1226">
                  <c:v>1.7697965E-2</c:v>
                </c:pt>
                <c:pt idx="1227">
                  <c:v>1.7594022000000001E-2</c:v>
                </c:pt>
                <c:pt idx="1228">
                  <c:v>1.7327552E-2</c:v>
                </c:pt>
                <c:pt idx="1229">
                  <c:v>1.7538890000000001E-2</c:v>
                </c:pt>
                <c:pt idx="1230">
                  <c:v>1.7524011999999999E-2</c:v>
                </c:pt>
                <c:pt idx="1231">
                  <c:v>1.7668305000000002E-2</c:v>
                </c:pt>
                <c:pt idx="1232">
                  <c:v>1.7433822000000002E-2</c:v>
                </c:pt>
                <c:pt idx="1233">
                  <c:v>1.720553E-2</c:v>
                </c:pt>
                <c:pt idx="1234">
                  <c:v>1.7221396999999999E-2</c:v>
                </c:pt>
                <c:pt idx="1235">
                  <c:v>1.7105810999999999E-2</c:v>
                </c:pt>
                <c:pt idx="1236">
                  <c:v>1.7195687000000001E-2</c:v>
                </c:pt>
                <c:pt idx="1237">
                  <c:v>1.6858821E-2</c:v>
                </c:pt>
                <c:pt idx="1238">
                  <c:v>1.6485874999999997E-2</c:v>
                </c:pt>
                <c:pt idx="1239">
                  <c:v>1.6326469E-2</c:v>
                </c:pt>
                <c:pt idx="1240">
                  <c:v>1.6591873E-2</c:v>
                </c:pt>
                <c:pt idx="1241">
                  <c:v>1.6594807E-2</c:v>
                </c:pt>
                <c:pt idx="1242">
                  <c:v>1.6850935000000001E-2</c:v>
                </c:pt>
                <c:pt idx="1243">
                  <c:v>1.7263091000000001E-2</c:v>
                </c:pt>
                <c:pt idx="1244">
                  <c:v>1.7263091000000001E-2</c:v>
                </c:pt>
                <c:pt idx="1245">
                  <c:v>1.7203914000000001E-2</c:v>
                </c:pt>
                <c:pt idx="1246">
                  <c:v>1.7164802E-2</c:v>
                </c:pt>
                <c:pt idx="1247">
                  <c:v>1.7450627999999999E-2</c:v>
                </c:pt>
                <c:pt idx="1248">
                  <c:v>1.7679266000000003E-2</c:v>
                </c:pt>
                <c:pt idx="1249">
                  <c:v>1.800094E-2</c:v>
                </c:pt>
                <c:pt idx="1250">
                  <c:v>1.7578326000000002E-2</c:v>
                </c:pt>
                <c:pt idx="1251">
                  <c:v>1.7641775999999998E-2</c:v>
                </c:pt>
                <c:pt idx="1252">
                  <c:v>1.7685452000000001E-2</c:v>
                </c:pt>
                <c:pt idx="1253">
                  <c:v>1.7940726000000001E-2</c:v>
                </c:pt>
                <c:pt idx="1254">
                  <c:v>1.7439220000000002E-2</c:v>
                </c:pt>
                <c:pt idx="1255">
                  <c:v>1.7196295E-2</c:v>
                </c:pt>
                <c:pt idx="1256">
                  <c:v>1.7002010999999997E-2</c:v>
                </c:pt>
                <c:pt idx="1257">
                  <c:v>1.7310453999999999E-2</c:v>
                </c:pt>
                <c:pt idx="1258">
                  <c:v>1.7196534999999999E-2</c:v>
                </c:pt>
                <c:pt idx="1259">
                  <c:v>1.7305337E-2</c:v>
                </c:pt>
                <c:pt idx="1260">
                  <c:v>1.7137863999999999E-2</c:v>
                </c:pt>
                <c:pt idx="1261">
                  <c:v>1.7080390000000001E-2</c:v>
                </c:pt>
                <c:pt idx="1262">
                  <c:v>1.7029854000000001E-2</c:v>
                </c:pt>
                <c:pt idx="1263">
                  <c:v>1.716583E-2</c:v>
                </c:pt>
                <c:pt idx="1264">
                  <c:v>1.7415219999999999E-2</c:v>
                </c:pt>
                <c:pt idx="1265">
                  <c:v>1.7545435000000002E-2</c:v>
                </c:pt>
                <c:pt idx="1266">
                  <c:v>1.7157519999999999E-2</c:v>
                </c:pt>
                <c:pt idx="1267">
                  <c:v>1.7579583999999999E-2</c:v>
                </c:pt>
                <c:pt idx="1268">
                  <c:v>1.7579583999999999E-2</c:v>
                </c:pt>
                <c:pt idx="1269">
                  <c:v>1.7188947E-2</c:v>
                </c:pt>
                <c:pt idx="1270">
                  <c:v>1.7385298E-2</c:v>
                </c:pt>
                <c:pt idx="1271">
                  <c:v>1.7612256E-2</c:v>
                </c:pt>
                <c:pt idx="1272">
                  <c:v>1.7566768E-2</c:v>
                </c:pt>
                <c:pt idx="1273">
                  <c:v>1.7343804000000001E-2</c:v>
                </c:pt>
                <c:pt idx="1274">
                  <c:v>1.7353884E-2</c:v>
                </c:pt>
                <c:pt idx="1275">
                  <c:v>1.7628226E-2</c:v>
                </c:pt>
                <c:pt idx="1276">
                  <c:v>1.7288184000000002E-2</c:v>
                </c:pt>
                <c:pt idx="1277">
                  <c:v>1.7288184000000002E-2</c:v>
                </c:pt>
                <c:pt idx="1278">
                  <c:v>1.7293834000000001E-2</c:v>
                </c:pt>
                <c:pt idx="1279">
                  <c:v>1.7459632999999999E-2</c:v>
                </c:pt>
                <c:pt idx="1280">
                  <c:v>1.6954231E-2</c:v>
                </c:pt>
                <c:pt idx="1281">
                  <c:v>1.6985895000000001E-2</c:v>
                </c:pt>
                <c:pt idx="1282">
                  <c:v>1.6944210000000001E-2</c:v>
                </c:pt>
                <c:pt idx="1283">
                  <c:v>1.7075606E-2</c:v>
                </c:pt>
                <c:pt idx="1284">
                  <c:v>1.6902914000000002E-2</c:v>
                </c:pt>
                <c:pt idx="1285">
                  <c:v>1.7245308000000001E-2</c:v>
                </c:pt>
                <c:pt idx="1286">
                  <c:v>1.6988938999999998E-2</c:v>
                </c:pt>
                <c:pt idx="1287">
                  <c:v>1.7261976999999998E-2</c:v>
                </c:pt>
                <c:pt idx="1288">
                  <c:v>1.6919791999999999E-2</c:v>
                </c:pt>
                <c:pt idx="1289">
                  <c:v>1.6928375999999998E-2</c:v>
                </c:pt>
                <c:pt idx="1290">
                  <c:v>1.7000293999999999E-2</c:v>
                </c:pt>
                <c:pt idx="1291">
                  <c:v>1.7154458000000001E-2</c:v>
                </c:pt>
                <c:pt idx="1292">
                  <c:v>1.7047007999999999E-2</c:v>
                </c:pt>
                <c:pt idx="1293">
                  <c:v>1.7163392E-2</c:v>
                </c:pt>
                <c:pt idx="1294">
                  <c:v>1.7092122000000001E-2</c:v>
                </c:pt>
                <c:pt idx="1295">
                  <c:v>1.6995732E-2</c:v>
                </c:pt>
                <c:pt idx="1296">
                  <c:v>1.6856937999999998E-2</c:v>
                </c:pt>
                <c:pt idx="1297">
                  <c:v>1.7070849000000003E-2</c:v>
                </c:pt>
                <c:pt idx="1298">
                  <c:v>1.7212559999999998E-2</c:v>
                </c:pt>
                <c:pt idx="1299">
                  <c:v>1.7212559999999998E-2</c:v>
                </c:pt>
                <c:pt idx="1300">
                  <c:v>1.7207146999999999E-2</c:v>
                </c:pt>
                <c:pt idx="1301">
                  <c:v>1.7151455999999999E-2</c:v>
                </c:pt>
                <c:pt idx="1302">
                  <c:v>1.7120016000000002E-2</c:v>
                </c:pt>
                <c:pt idx="1303">
                  <c:v>1.7322681999999999E-2</c:v>
                </c:pt>
                <c:pt idx="1304">
                  <c:v>1.7322681999999999E-2</c:v>
                </c:pt>
                <c:pt idx="1305">
                  <c:v>1.7341279000000001E-2</c:v>
                </c:pt>
                <c:pt idx="1306">
                  <c:v>1.7202744999999998E-2</c:v>
                </c:pt>
                <c:pt idx="1307">
                  <c:v>1.7068249000000001E-2</c:v>
                </c:pt>
                <c:pt idx="1308">
                  <c:v>1.6906953999999998E-2</c:v>
                </c:pt>
                <c:pt idx="1309">
                  <c:v>1.6942821E-2</c:v>
                </c:pt>
                <c:pt idx="1310">
                  <c:v>1.6773619E-2</c:v>
                </c:pt>
                <c:pt idx="1311">
                  <c:v>1.6694878999999999E-2</c:v>
                </c:pt>
                <c:pt idx="1312">
                  <c:v>1.7015662000000001E-2</c:v>
                </c:pt>
                <c:pt idx="1313">
                  <c:v>1.7202350999999998E-2</c:v>
                </c:pt>
                <c:pt idx="1314">
                  <c:v>1.7202350999999998E-2</c:v>
                </c:pt>
                <c:pt idx="1315">
                  <c:v>1.7172166999999999E-2</c:v>
                </c:pt>
                <c:pt idx="1316">
                  <c:v>1.7056057999999999E-2</c:v>
                </c:pt>
                <c:pt idx="1317">
                  <c:v>1.6891838000000003E-2</c:v>
                </c:pt>
                <c:pt idx="1318">
                  <c:v>1.6933851999999999E-2</c:v>
                </c:pt>
                <c:pt idx="1319">
                  <c:v>1.6924126000000001E-2</c:v>
                </c:pt>
                <c:pt idx="1320">
                  <c:v>1.6793454999999999E-2</c:v>
                </c:pt>
                <c:pt idx="1321">
                  <c:v>1.6435998E-2</c:v>
                </c:pt>
                <c:pt idx="1322">
                  <c:v>1.6413426999999998E-2</c:v>
                </c:pt>
                <c:pt idx="1323">
                  <c:v>1.6498329000000003E-2</c:v>
                </c:pt>
                <c:pt idx="1324">
                  <c:v>1.6489928000000001E-2</c:v>
                </c:pt>
                <c:pt idx="1325">
                  <c:v>1.6577201999999999E-2</c:v>
                </c:pt>
                <c:pt idx="1326">
                  <c:v>1.6390841E-2</c:v>
                </c:pt>
                <c:pt idx="1327">
                  <c:v>1.6492061000000002E-2</c:v>
                </c:pt>
                <c:pt idx="1328">
                  <c:v>1.6562547E-2</c:v>
                </c:pt>
                <c:pt idx="1329">
                  <c:v>1.6408698999999999E-2</c:v>
                </c:pt>
                <c:pt idx="1330">
                  <c:v>1.6289215999999999E-2</c:v>
                </c:pt>
                <c:pt idx="1331">
                  <c:v>1.6234089E-2</c:v>
                </c:pt>
                <c:pt idx="1332">
                  <c:v>1.6434853000000003E-2</c:v>
                </c:pt>
                <c:pt idx="1333">
                  <c:v>1.6022335000000002E-2</c:v>
                </c:pt>
                <c:pt idx="1334">
                  <c:v>1.6155582000000002E-2</c:v>
                </c:pt>
                <c:pt idx="1335">
                  <c:v>1.601723E-2</c:v>
                </c:pt>
                <c:pt idx="1336">
                  <c:v>1.5889674999999999E-2</c:v>
                </c:pt>
                <c:pt idx="1337">
                  <c:v>1.5861833999999998E-2</c:v>
                </c:pt>
                <c:pt idx="1338">
                  <c:v>1.5910091000000001E-2</c:v>
                </c:pt>
                <c:pt idx="1339">
                  <c:v>1.5910091000000001E-2</c:v>
                </c:pt>
                <c:pt idx="1340">
                  <c:v>1.5736443999999999E-2</c:v>
                </c:pt>
                <c:pt idx="1341">
                  <c:v>1.5944877999999999E-2</c:v>
                </c:pt>
                <c:pt idx="1342">
                  <c:v>1.5628066999999999E-2</c:v>
                </c:pt>
                <c:pt idx="1343">
                  <c:v>1.551395E-2</c:v>
                </c:pt>
                <c:pt idx="1344">
                  <c:v>1.5371671E-2</c:v>
                </c:pt>
                <c:pt idx="1345">
                  <c:v>1.5675038000000002E-2</c:v>
                </c:pt>
                <c:pt idx="1346">
                  <c:v>1.5453966E-2</c:v>
                </c:pt>
                <c:pt idx="1347">
                  <c:v>1.5340414999999998E-2</c:v>
                </c:pt>
                <c:pt idx="1348">
                  <c:v>1.5351891000000001E-2</c:v>
                </c:pt>
                <c:pt idx="1349">
                  <c:v>1.5248418000000001E-2</c:v>
                </c:pt>
                <c:pt idx="1350">
                  <c:v>1.5801191999999999E-2</c:v>
                </c:pt>
                <c:pt idx="1351">
                  <c:v>1.5828307E-2</c:v>
                </c:pt>
                <c:pt idx="1352">
                  <c:v>1.6036493999999998E-2</c:v>
                </c:pt>
                <c:pt idx="1353">
                  <c:v>1.5912209E-2</c:v>
                </c:pt>
                <c:pt idx="1354">
                  <c:v>1.5488783000000001E-2</c:v>
                </c:pt>
                <c:pt idx="1355">
                  <c:v>1.6375273999999999E-2</c:v>
                </c:pt>
                <c:pt idx="1356">
                  <c:v>1.6072276E-2</c:v>
                </c:pt>
                <c:pt idx="1357">
                  <c:v>1.6394875E-2</c:v>
                </c:pt>
                <c:pt idx="1358">
                  <c:v>1.6114021999999999E-2</c:v>
                </c:pt>
                <c:pt idx="1359">
                  <c:v>1.6193025999999999E-2</c:v>
                </c:pt>
                <c:pt idx="1360">
                  <c:v>1.5859041000000001E-2</c:v>
                </c:pt>
                <c:pt idx="1361">
                  <c:v>1.6004408000000001E-2</c:v>
                </c:pt>
                <c:pt idx="1362">
                  <c:v>1.5811462000000002E-2</c:v>
                </c:pt>
                <c:pt idx="1363">
                  <c:v>1.6239317E-2</c:v>
                </c:pt>
                <c:pt idx="1364">
                  <c:v>1.6041336999999999E-2</c:v>
                </c:pt>
                <c:pt idx="1365">
                  <c:v>1.5873096E-2</c:v>
                </c:pt>
                <c:pt idx="1366">
                  <c:v>1.6200330999999998E-2</c:v>
                </c:pt>
                <c:pt idx="1367">
                  <c:v>1.5987932E-2</c:v>
                </c:pt>
                <c:pt idx="1368">
                  <c:v>1.6186902E-2</c:v>
                </c:pt>
                <c:pt idx="1369">
                  <c:v>1.6110968E-2</c:v>
                </c:pt>
                <c:pt idx="1370">
                  <c:v>1.6140808E-2</c:v>
                </c:pt>
                <c:pt idx="1371">
                  <c:v>1.6310340999999999E-2</c:v>
                </c:pt>
                <c:pt idx="1372">
                  <c:v>1.6201609999999998E-2</c:v>
                </c:pt>
                <c:pt idx="1373">
                  <c:v>1.6056641E-2</c:v>
                </c:pt>
                <c:pt idx="1374">
                  <c:v>1.642648E-2</c:v>
                </c:pt>
                <c:pt idx="1375">
                  <c:v>1.6436003000000001E-2</c:v>
                </c:pt>
                <c:pt idx="1376">
                  <c:v>1.6158051999999999E-2</c:v>
                </c:pt>
                <c:pt idx="1377">
                  <c:v>1.6079513E-2</c:v>
                </c:pt>
                <c:pt idx="1378">
                  <c:v>1.6079513E-2</c:v>
                </c:pt>
                <c:pt idx="1379">
                  <c:v>1.6415450999999998E-2</c:v>
                </c:pt>
                <c:pt idx="1380">
                  <c:v>1.6470489000000001E-2</c:v>
                </c:pt>
                <c:pt idx="1381">
                  <c:v>1.6125026000000001E-2</c:v>
                </c:pt>
                <c:pt idx="1382">
                  <c:v>1.6128557000000002E-2</c:v>
                </c:pt>
                <c:pt idx="1383">
                  <c:v>1.6212942000000001E-2</c:v>
                </c:pt>
                <c:pt idx="1384">
                  <c:v>1.6287638E-2</c:v>
                </c:pt>
                <c:pt idx="1385">
                  <c:v>1.5897247999999999E-2</c:v>
                </c:pt>
                <c:pt idx="1386">
                  <c:v>1.5923527999999999E-2</c:v>
                </c:pt>
                <c:pt idx="1387">
                  <c:v>1.6203483000000001E-2</c:v>
                </c:pt>
                <c:pt idx="1388">
                  <c:v>1.6244525999999999E-2</c:v>
                </c:pt>
                <c:pt idx="1389">
                  <c:v>1.5830576999999998E-2</c:v>
                </c:pt>
                <c:pt idx="1390">
                  <c:v>1.6019263000000002E-2</c:v>
                </c:pt>
                <c:pt idx="1391">
                  <c:v>1.5818533999999999E-2</c:v>
                </c:pt>
                <c:pt idx="1392">
                  <c:v>1.5555906E-2</c:v>
                </c:pt>
                <c:pt idx="1393">
                  <c:v>1.5746758999999999E-2</c:v>
                </c:pt>
                <c:pt idx="1394">
                  <c:v>1.5607087000000002E-2</c:v>
                </c:pt>
                <c:pt idx="1395">
                  <c:v>1.5528345999999998E-2</c:v>
                </c:pt>
                <c:pt idx="1396">
                  <c:v>1.5506279000000001E-2</c:v>
                </c:pt>
                <c:pt idx="1397">
                  <c:v>1.5427153999999998E-2</c:v>
                </c:pt>
                <c:pt idx="1398">
                  <c:v>1.5453023999999999E-2</c:v>
                </c:pt>
                <c:pt idx="1399">
                  <c:v>1.5903691000000001E-2</c:v>
                </c:pt>
                <c:pt idx="1400">
                  <c:v>1.6096291999999998E-2</c:v>
                </c:pt>
                <c:pt idx="1401">
                  <c:v>1.588022E-2</c:v>
                </c:pt>
                <c:pt idx="1402">
                  <c:v>1.6531956E-2</c:v>
                </c:pt>
                <c:pt idx="1403">
                  <c:v>1.6415477000000001E-2</c:v>
                </c:pt>
                <c:pt idx="1404">
                  <c:v>1.6536082000000001E-2</c:v>
                </c:pt>
                <c:pt idx="1405">
                  <c:v>1.662891E-2</c:v>
                </c:pt>
                <c:pt idx="1406">
                  <c:v>1.7125262000000002E-2</c:v>
                </c:pt>
                <c:pt idx="1407">
                  <c:v>1.7192257000000002E-2</c:v>
                </c:pt>
                <c:pt idx="1408">
                  <c:v>1.7177516E-2</c:v>
                </c:pt>
                <c:pt idx="1409">
                  <c:v>1.7177516E-2</c:v>
                </c:pt>
                <c:pt idx="1410">
                  <c:v>1.6979950000000001E-2</c:v>
                </c:pt>
                <c:pt idx="1411">
                  <c:v>1.7055207999999999E-2</c:v>
                </c:pt>
                <c:pt idx="1412">
                  <c:v>1.7516151000000001E-2</c:v>
                </c:pt>
                <c:pt idx="1413">
                  <c:v>1.7672982E-2</c:v>
                </c:pt>
                <c:pt idx="1414">
                  <c:v>1.7185420999999999E-2</c:v>
                </c:pt>
                <c:pt idx="1415">
                  <c:v>1.7399714E-2</c:v>
                </c:pt>
                <c:pt idx="1416">
                  <c:v>1.7165450000000002E-2</c:v>
                </c:pt>
                <c:pt idx="1417">
                  <c:v>1.7617371999999999E-2</c:v>
                </c:pt>
                <c:pt idx="1418">
                  <c:v>1.7640674999999998E-2</c:v>
                </c:pt>
                <c:pt idx="1419">
                  <c:v>1.7536342999999999E-2</c:v>
                </c:pt>
                <c:pt idx="1420">
                  <c:v>1.7854266000000001E-2</c:v>
                </c:pt>
                <c:pt idx="1421">
                  <c:v>1.7604682999999999E-2</c:v>
                </c:pt>
                <c:pt idx="1422">
                  <c:v>1.7724724000000001E-2</c:v>
                </c:pt>
                <c:pt idx="1423">
                  <c:v>1.7653456000000001E-2</c:v>
                </c:pt>
                <c:pt idx="1424">
                  <c:v>1.7615458000000001E-2</c:v>
                </c:pt>
                <c:pt idx="1425">
                  <c:v>1.7627470999999999E-2</c:v>
                </c:pt>
                <c:pt idx="1426">
                  <c:v>1.8052285000000001E-2</c:v>
                </c:pt>
                <c:pt idx="1427">
                  <c:v>1.7912934000000002E-2</c:v>
                </c:pt>
                <c:pt idx="1428">
                  <c:v>1.7928048999999998E-2</c:v>
                </c:pt>
                <c:pt idx="1429">
                  <c:v>1.8289444000000002E-2</c:v>
                </c:pt>
                <c:pt idx="1430">
                  <c:v>1.8566862E-2</c:v>
                </c:pt>
                <c:pt idx="1431">
                  <c:v>1.8386203E-2</c:v>
                </c:pt>
                <c:pt idx="1432">
                  <c:v>1.8765219E-2</c:v>
                </c:pt>
                <c:pt idx="1433">
                  <c:v>1.8703601E-2</c:v>
                </c:pt>
                <c:pt idx="1434">
                  <c:v>1.8408169000000002E-2</c:v>
                </c:pt>
                <c:pt idx="1435">
                  <c:v>1.8408169000000002E-2</c:v>
                </c:pt>
                <c:pt idx="1436">
                  <c:v>1.7982042E-2</c:v>
                </c:pt>
                <c:pt idx="1437">
                  <c:v>1.8229197999999999E-2</c:v>
                </c:pt>
                <c:pt idx="1438">
                  <c:v>1.816276E-2</c:v>
                </c:pt>
                <c:pt idx="1439">
                  <c:v>1.7994135000000001E-2</c:v>
                </c:pt>
                <c:pt idx="1440">
                  <c:v>1.7755390999999999E-2</c:v>
                </c:pt>
                <c:pt idx="1441">
                  <c:v>1.7659012000000002E-2</c:v>
                </c:pt>
                <c:pt idx="1442">
                  <c:v>1.7829238000000001E-2</c:v>
                </c:pt>
                <c:pt idx="1443">
                  <c:v>1.7972921999999999E-2</c:v>
                </c:pt>
                <c:pt idx="1444">
                  <c:v>1.7918853999999998E-2</c:v>
                </c:pt>
                <c:pt idx="1445">
                  <c:v>1.7634832999999999E-2</c:v>
                </c:pt>
                <c:pt idx="1446">
                  <c:v>1.7856925000000003E-2</c:v>
                </c:pt>
                <c:pt idx="1447">
                  <c:v>1.7775038999999999E-2</c:v>
                </c:pt>
                <c:pt idx="1448">
                  <c:v>1.7499298999999999E-2</c:v>
                </c:pt>
                <c:pt idx="1449">
                  <c:v>1.7451730000000002E-2</c:v>
                </c:pt>
                <c:pt idx="1450">
                  <c:v>1.7265396999999998E-2</c:v>
                </c:pt>
                <c:pt idx="1451">
                  <c:v>1.7411738999999999E-2</c:v>
                </c:pt>
                <c:pt idx="1452">
                  <c:v>1.7052712000000001E-2</c:v>
                </c:pt>
                <c:pt idx="1453">
                  <c:v>1.7308929000000001E-2</c:v>
                </c:pt>
                <c:pt idx="1454">
                  <c:v>1.7101122E-2</c:v>
                </c:pt>
                <c:pt idx="1455">
                  <c:v>1.7098360999999999E-2</c:v>
                </c:pt>
                <c:pt idx="1456">
                  <c:v>1.7058276000000001E-2</c:v>
                </c:pt>
                <c:pt idx="1457">
                  <c:v>1.6987196999999999E-2</c:v>
                </c:pt>
                <c:pt idx="1458">
                  <c:v>1.7050658999999999E-2</c:v>
                </c:pt>
                <c:pt idx="1459">
                  <c:v>1.6658408E-2</c:v>
                </c:pt>
                <c:pt idx="1460">
                  <c:v>1.6743330000000001E-2</c:v>
                </c:pt>
                <c:pt idx="1461">
                  <c:v>1.6629656E-2</c:v>
                </c:pt>
                <c:pt idx="1462">
                  <c:v>1.6597934000000002E-2</c:v>
                </c:pt>
                <c:pt idx="1463">
                  <c:v>1.6409856E-2</c:v>
                </c:pt>
                <c:pt idx="1464">
                  <c:v>1.6330360999999998E-2</c:v>
                </c:pt>
                <c:pt idx="1465">
                  <c:v>1.6812095999999999E-2</c:v>
                </c:pt>
                <c:pt idx="1466">
                  <c:v>1.6669344000000003E-2</c:v>
                </c:pt>
                <c:pt idx="1467">
                  <c:v>1.6397736E-2</c:v>
                </c:pt>
                <c:pt idx="1468">
                  <c:v>1.6596132E-2</c:v>
                </c:pt>
                <c:pt idx="1469">
                  <c:v>1.6544319999999998E-2</c:v>
                </c:pt>
                <c:pt idx="1470">
                  <c:v>1.6575968E-2</c:v>
                </c:pt>
                <c:pt idx="1471">
                  <c:v>1.6569076000000002E-2</c:v>
                </c:pt>
                <c:pt idx="1472">
                  <c:v>1.6729555E-2</c:v>
                </c:pt>
                <c:pt idx="1473">
                  <c:v>1.6827043E-2</c:v>
                </c:pt>
                <c:pt idx="1474">
                  <c:v>1.6702812000000001E-2</c:v>
                </c:pt>
                <c:pt idx="1475">
                  <c:v>1.6776882E-2</c:v>
                </c:pt>
                <c:pt idx="1476">
                  <c:v>1.6921440999999999E-2</c:v>
                </c:pt>
                <c:pt idx="1477">
                  <c:v>1.6848516000000001E-2</c:v>
                </c:pt>
                <c:pt idx="1478">
                  <c:v>1.6843590000000002E-2</c:v>
                </c:pt>
                <c:pt idx="1479">
                  <c:v>1.6843590000000002E-2</c:v>
                </c:pt>
                <c:pt idx="1480">
                  <c:v>1.6569614999999999E-2</c:v>
                </c:pt>
                <c:pt idx="1481">
                  <c:v>1.6516171E-2</c:v>
                </c:pt>
                <c:pt idx="1482">
                  <c:v>1.6562914000000001E-2</c:v>
                </c:pt>
                <c:pt idx="1483">
                  <c:v>1.6645988E-2</c:v>
                </c:pt>
                <c:pt idx="1484">
                  <c:v>1.6621324E-2</c:v>
                </c:pt>
                <c:pt idx="1485">
                  <c:v>1.6768968000000002E-2</c:v>
                </c:pt>
                <c:pt idx="1486">
                  <c:v>1.6658355999999999E-2</c:v>
                </c:pt>
                <c:pt idx="1487">
                  <c:v>1.6447169000000001E-2</c:v>
                </c:pt>
                <c:pt idx="1488">
                  <c:v>1.6448492999999998E-2</c:v>
                </c:pt>
                <c:pt idx="1489">
                  <c:v>1.6455940000000002E-2</c:v>
                </c:pt>
                <c:pt idx="1490">
                  <c:v>1.6968548999999999E-2</c:v>
                </c:pt>
                <c:pt idx="1491">
                  <c:v>1.6863349999999999E-2</c:v>
                </c:pt>
                <c:pt idx="1492">
                  <c:v>1.7501328999999999E-2</c:v>
                </c:pt>
                <c:pt idx="1493">
                  <c:v>1.7631012000000001E-2</c:v>
                </c:pt>
                <c:pt idx="1494">
                  <c:v>1.765303E-2</c:v>
                </c:pt>
                <c:pt idx="1495">
                  <c:v>1.7266130000000001E-2</c:v>
                </c:pt>
                <c:pt idx="1496">
                  <c:v>1.7222882999999998E-2</c:v>
                </c:pt>
                <c:pt idx="1497">
                  <c:v>1.7144038E-2</c:v>
                </c:pt>
                <c:pt idx="1498">
                  <c:v>1.7240780000000001E-2</c:v>
                </c:pt>
                <c:pt idx="1499">
                  <c:v>1.7354918E-2</c:v>
                </c:pt>
                <c:pt idx="1500">
                  <c:v>1.7280258E-2</c:v>
                </c:pt>
                <c:pt idx="1501">
                  <c:v>1.7561112E-2</c:v>
                </c:pt>
                <c:pt idx="1502">
                  <c:v>1.7208687E-2</c:v>
                </c:pt>
                <c:pt idx="1503">
                  <c:v>1.6716344000000001E-2</c:v>
                </c:pt>
                <c:pt idx="1504">
                  <c:v>1.6716344000000001E-2</c:v>
                </c:pt>
                <c:pt idx="1505">
                  <c:v>1.6677959000000003E-2</c:v>
                </c:pt>
                <c:pt idx="1506">
                  <c:v>1.6501986999999999E-2</c:v>
                </c:pt>
                <c:pt idx="1507">
                  <c:v>1.6600615999999999E-2</c:v>
                </c:pt>
                <c:pt idx="1508">
                  <c:v>1.6425136999999999E-2</c:v>
                </c:pt>
                <c:pt idx="1509">
                  <c:v>1.6533111999999999E-2</c:v>
                </c:pt>
                <c:pt idx="1510">
                  <c:v>1.6478514E-2</c:v>
                </c:pt>
                <c:pt idx="1511">
                  <c:v>1.6440253000000002E-2</c:v>
                </c:pt>
                <c:pt idx="1512">
                  <c:v>1.6207490000000001E-2</c:v>
                </c:pt>
                <c:pt idx="1513">
                  <c:v>1.6135114999999998E-2</c:v>
                </c:pt>
                <c:pt idx="1514">
                  <c:v>1.603891E-2</c:v>
                </c:pt>
                <c:pt idx="1515">
                  <c:v>1.6045921999999997E-2</c:v>
                </c:pt>
                <c:pt idx="1516">
                  <c:v>1.6144682E-2</c:v>
                </c:pt>
                <c:pt idx="1517">
                  <c:v>1.6148961E-2</c:v>
                </c:pt>
                <c:pt idx="1518">
                  <c:v>1.6244188999999999E-2</c:v>
                </c:pt>
                <c:pt idx="1519">
                  <c:v>1.6190868000000001E-2</c:v>
                </c:pt>
                <c:pt idx="1520">
                  <c:v>1.6561626999999999E-2</c:v>
                </c:pt>
                <c:pt idx="1521">
                  <c:v>1.6453219999999998E-2</c:v>
                </c:pt>
                <c:pt idx="1522">
                  <c:v>1.6189663999999999E-2</c:v>
                </c:pt>
                <c:pt idx="1523">
                  <c:v>1.5568108000000001E-2</c:v>
                </c:pt>
                <c:pt idx="1524">
                  <c:v>1.5863934999999999E-2</c:v>
                </c:pt>
                <c:pt idx="1525">
                  <c:v>1.5845405999999999E-2</c:v>
                </c:pt>
                <c:pt idx="1526">
                  <c:v>1.5760563999999998E-2</c:v>
                </c:pt>
                <c:pt idx="1527">
                  <c:v>1.5823380000000001E-2</c:v>
                </c:pt>
                <c:pt idx="1528">
                  <c:v>1.6033064E-2</c:v>
                </c:pt>
                <c:pt idx="1529">
                  <c:v>1.5787127000000001E-2</c:v>
                </c:pt>
                <c:pt idx="1530">
                  <c:v>1.5993477999999998E-2</c:v>
                </c:pt>
                <c:pt idx="1531">
                  <c:v>1.5628783E-2</c:v>
                </c:pt>
                <c:pt idx="1532">
                  <c:v>1.5465972999999999E-2</c:v>
                </c:pt>
                <c:pt idx="1533">
                  <c:v>1.5933403000000002E-2</c:v>
                </c:pt>
                <c:pt idx="1534">
                  <c:v>1.5824986000000003E-2</c:v>
                </c:pt>
                <c:pt idx="1535">
                  <c:v>1.5924364999999999E-2</c:v>
                </c:pt>
                <c:pt idx="1536">
                  <c:v>1.5931034E-2</c:v>
                </c:pt>
                <c:pt idx="1537">
                  <c:v>1.5931034E-2</c:v>
                </c:pt>
                <c:pt idx="1538">
                  <c:v>1.5906963999999999E-2</c:v>
                </c:pt>
                <c:pt idx="1539">
                  <c:v>1.6032181999999999E-2</c:v>
                </c:pt>
                <c:pt idx="1540">
                  <c:v>1.6202002E-2</c:v>
                </c:pt>
                <c:pt idx="1541">
                  <c:v>1.5961531000000001E-2</c:v>
                </c:pt>
                <c:pt idx="1542">
                  <c:v>1.6292305999999999E-2</c:v>
                </c:pt>
                <c:pt idx="1543">
                  <c:v>1.6359853000000001E-2</c:v>
                </c:pt>
                <c:pt idx="1544">
                  <c:v>1.6194990999999999E-2</c:v>
                </c:pt>
                <c:pt idx="1545">
                  <c:v>1.6220762E-2</c:v>
                </c:pt>
                <c:pt idx="1546">
                  <c:v>1.5730158000000001E-2</c:v>
                </c:pt>
                <c:pt idx="1547">
                  <c:v>1.5791865000000002E-2</c:v>
                </c:pt>
                <c:pt idx="1548">
                  <c:v>1.5447513000000001E-2</c:v>
                </c:pt>
                <c:pt idx="1549">
                  <c:v>1.5745248E-2</c:v>
                </c:pt>
                <c:pt idx="1550">
                  <c:v>1.5861094999999999E-2</c:v>
                </c:pt>
                <c:pt idx="1551">
                  <c:v>1.5285722999999999E-2</c:v>
                </c:pt>
                <c:pt idx="1552">
                  <c:v>1.5324233000000001E-2</c:v>
                </c:pt>
                <c:pt idx="1553">
                  <c:v>1.5351837E-2</c:v>
                </c:pt>
                <c:pt idx="1554">
                  <c:v>1.5316012E-2</c:v>
                </c:pt>
                <c:pt idx="1555">
                  <c:v>1.5198663999999999E-2</c:v>
                </c:pt>
                <c:pt idx="1556">
                  <c:v>1.5179214999999999E-2</c:v>
                </c:pt>
                <c:pt idx="1557">
                  <c:v>1.5357462000000001E-2</c:v>
                </c:pt>
                <c:pt idx="1558">
                  <c:v>1.4875476E-2</c:v>
                </c:pt>
                <c:pt idx="1559">
                  <c:v>1.4875476E-2</c:v>
                </c:pt>
                <c:pt idx="1560">
                  <c:v>1.503664E-2</c:v>
                </c:pt>
                <c:pt idx="1561">
                  <c:v>1.4734297E-2</c:v>
                </c:pt>
                <c:pt idx="1562">
                  <c:v>1.4462638000000002E-2</c:v>
                </c:pt>
                <c:pt idx="1563">
                  <c:v>1.5004042999999998E-2</c:v>
                </c:pt>
                <c:pt idx="1564">
                  <c:v>1.5004042999999998E-2</c:v>
                </c:pt>
                <c:pt idx="1565">
                  <c:v>1.5004042999999998E-2</c:v>
                </c:pt>
                <c:pt idx="1566">
                  <c:v>1.5087184E-2</c:v>
                </c:pt>
                <c:pt idx="1567">
                  <c:v>1.5202059E-2</c:v>
                </c:pt>
                <c:pt idx="1568">
                  <c:v>1.4917523E-2</c:v>
                </c:pt>
                <c:pt idx="1569">
                  <c:v>1.5027334999999999E-2</c:v>
                </c:pt>
                <c:pt idx="1570">
                  <c:v>1.5106283999999999E-2</c:v>
                </c:pt>
                <c:pt idx="1571">
                  <c:v>1.5127623E-2</c:v>
                </c:pt>
                <c:pt idx="1572">
                  <c:v>1.4882647000000001E-2</c:v>
                </c:pt>
                <c:pt idx="1573">
                  <c:v>1.4818249E-2</c:v>
                </c:pt>
                <c:pt idx="1574">
                  <c:v>1.4818249E-2</c:v>
                </c:pt>
                <c:pt idx="1575">
                  <c:v>1.4928890999999998E-2</c:v>
                </c:pt>
                <c:pt idx="1576">
                  <c:v>1.4677995999999999E-2</c:v>
                </c:pt>
                <c:pt idx="1577">
                  <c:v>1.4870279E-2</c:v>
                </c:pt>
                <c:pt idx="1578">
                  <c:v>1.4655009000000002E-2</c:v>
                </c:pt>
                <c:pt idx="1579">
                  <c:v>1.4685414000000001E-2</c:v>
                </c:pt>
                <c:pt idx="1580">
                  <c:v>1.4532056E-2</c:v>
                </c:pt>
                <c:pt idx="1581">
                  <c:v>1.4627882E-2</c:v>
                </c:pt>
                <c:pt idx="1582">
                  <c:v>1.4336988E-2</c:v>
                </c:pt>
                <c:pt idx="1583">
                  <c:v>1.4466130000000001E-2</c:v>
                </c:pt>
                <c:pt idx="1584">
                  <c:v>1.4541615999999999E-2</c:v>
                </c:pt>
                <c:pt idx="1585">
                  <c:v>1.4655029999999999E-2</c:v>
                </c:pt>
                <c:pt idx="1586">
                  <c:v>1.5469986E-2</c:v>
                </c:pt>
                <c:pt idx="1587">
                  <c:v>1.5224716000000001E-2</c:v>
                </c:pt>
                <c:pt idx="1588">
                  <c:v>1.5319802000000002E-2</c:v>
                </c:pt>
                <c:pt idx="1589">
                  <c:v>1.5224599E-2</c:v>
                </c:pt>
                <c:pt idx="1590">
                  <c:v>1.5356329E-2</c:v>
                </c:pt>
                <c:pt idx="1591">
                  <c:v>1.5325511E-2</c:v>
                </c:pt>
                <c:pt idx="1592">
                  <c:v>1.5365147999999999E-2</c:v>
                </c:pt>
                <c:pt idx="1593">
                  <c:v>1.5124553000000001E-2</c:v>
                </c:pt>
                <c:pt idx="1594">
                  <c:v>1.5121575999999999E-2</c:v>
                </c:pt>
                <c:pt idx="1595">
                  <c:v>1.5153195E-2</c:v>
                </c:pt>
                <c:pt idx="1596">
                  <c:v>1.5569542999999998E-2</c:v>
                </c:pt>
                <c:pt idx="1597">
                  <c:v>1.5210471000000001E-2</c:v>
                </c:pt>
                <c:pt idx="1598">
                  <c:v>1.528653E-2</c:v>
                </c:pt>
                <c:pt idx="1599">
                  <c:v>1.528653E-2</c:v>
                </c:pt>
                <c:pt idx="1600">
                  <c:v>1.5282875999999999E-2</c:v>
                </c:pt>
                <c:pt idx="1601">
                  <c:v>1.5093333E-2</c:v>
                </c:pt>
                <c:pt idx="1602">
                  <c:v>1.4879696000000001E-2</c:v>
                </c:pt>
                <c:pt idx="1603">
                  <c:v>1.5186265000000001E-2</c:v>
                </c:pt>
                <c:pt idx="1604">
                  <c:v>1.5131808E-2</c:v>
                </c:pt>
                <c:pt idx="1605">
                  <c:v>1.6341843000000002E-2</c:v>
                </c:pt>
                <c:pt idx="1606">
                  <c:v>1.6646734999999999E-2</c:v>
                </c:pt>
                <c:pt idx="1607">
                  <c:v>1.6771709999999999E-2</c:v>
                </c:pt>
                <c:pt idx="1608">
                  <c:v>1.7102553E-2</c:v>
                </c:pt>
                <c:pt idx="1609">
                  <c:v>1.7171879000000001E-2</c:v>
                </c:pt>
                <c:pt idx="1610">
                  <c:v>1.724446E-2</c:v>
                </c:pt>
                <c:pt idx="1611">
                  <c:v>1.7269598000000001E-2</c:v>
                </c:pt>
                <c:pt idx="1612">
                  <c:v>1.7107268999999998E-2</c:v>
                </c:pt>
                <c:pt idx="1613">
                  <c:v>1.6586363999999999E-2</c:v>
                </c:pt>
                <c:pt idx="1614">
                  <c:v>1.6937002E-2</c:v>
                </c:pt>
                <c:pt idx="1615">
                  <c:v>1.7115998E-2</c:v>
                </c:pt>
                <c:pt idx="1616">
                  <c:v>1.7007845000000001E-2</c:v>
                </c:pt>
                <c:pt idx="1617">
                  <c:v>1.6914270999999998E-2</c:v>
                </c:pt>
                <c:pt idx="1618">
                  <c:v>1.6945473999999999E-2</c:v>
                </c:pt>
                <c:pt idx="1619">
                  <c:v>1.6908772999999998E-2</c:v>
                </c:pt>
                <c:pt idx="1620">
                  <c:v>1.6941930000000001E-2</c:v>
                </c:pt>
                <c:pt idx="1621">
                  <c:v>1.6993319E-2</c:v>
                </c:pt>
                <c:pt idx="1622">
                  <c:v>1.6436028999999998E-2</c:v>
                </c:pt>
                <c:pt idx="1623">
                  <c:v>1.6457361E-2</c:v>
                </c:pt>
                <c:pt idx="1624">
                  <c:v>1.6586157000000001E-2</c:v>
                </c:pt>
                <c:pt idx="1625">
                  <c:v>1.6495907000000001E-2</c:v>
                </c:pt>
                <c:pt idx="1626">
                  <c:v>1.6533539E-2</c:v>
                </c:pt>
                <c:pt idx="1627">
                  <c:v>1.6434288000000002E-2</c:v>
                </c:pt>
                <c:pt idx="1628">
                  <c:v>1.6806744000000002E-2</c:v>
                </c:pt>
                <c:pt idx="1629">
                  <c:v>1.6803583E-2</c:v>
                </c:pt>
                <c:pt idx="1630">
                  <c:v>1.6650496000000001E-2</c:v>
                </c:pt>
                <c:pt idx="1631">
                  <c:v>1.6755645999999999E-2</c:v>
                </c:pt>
                <c:pt idx="1632">
                  <c:v>1.6699479999999999E-2</c:v>
                </c:pt>
                <c:pt idx="1633">
                  <c:v>1.6699479999999999E-2</c:v>
                </c:pt>
                <c:pt idx="1634">
                  <c:v>1.6196528000000002E-2</c:v>
                </c:pt>
                <c:pt idx="1635">
                  <c:v>1.6457421999999999E-2</c:v>
                </c:pt>
                <c:pt idx="1636">
                  <c:v>1.6253760999999999E-2</c:v>
                </c:pt>
                <c:pt idx="1637">
                  <c:v>1.6221215000000001E-2</c:v>
                </c:pt>
                <c:pt idx="1638">
                  <c:v>1.6162606E-2</c:v>
                </c:pt>
                <c:pt idx="1639">
                  <c:v>1.6265548999999997E-2</c:v>
                </c:pt>
                <c:pt idx="1640">
                  <c:v>1.6420105000000001E-2</c:v>
                </c:pt>
                <c:pt idx="1641">
                  <c:v>1.6318731999999999E-2</c:v>
                </c:pt>
                <c:pt idx="1642">
                  <c:v>1.6158691999999999E-2</c:v>
                </c:pt>
                <c:pt idx="1643">
                  <c:v>1.6183478000000001E-2</c:v>
                </c:pt>
                <c:pt idx="1644">
                  <c:v>1.6202065999999998E-2</c:v>
                </c:pt>
                <c:pt idx="1645">
                  <c:v>1.6193835E-2</c:v>
                </c:pt>
                <c:pt idx="1646">
                  <c:v>1.6069329E-2</c:v>
                </c:pt>
                <c:pt idx="1647">
                  <c:v>1.5933851000000002E-2</c:v>
                </c:pt>
                <c:pt idx="1648">
                  <c:v>1.5953458E-2</c:v>
                </c:pt>
                <c:pt idx="1649">
                  <c:v>1.6283772999999998E-2</c:v>
                </c:pt>
                <c:pt idx="1650">
                  <c:v>1.6110234000000001E-2</c:v>
                </c:pt>
                <c:pt idx="1651">
                  <c:v>1.6091168999999999E-2</c:v>
                </c:pt>
                <c:pt idx="1652">
                  <c:v>1.5850591000000001E-2</c:v>
                </c:pt>
                <c:pt idx="1653">
                  <c:v>1.6025468000000001E-2</c:v>
                </c:pt>
                <c:pt idx="1654">
                  <c:v>1.5990853999999999E-2</c:v>
                </c:pt>
                <c:pt idx="1655">
                  <c:v>1.6012076E-2</c:v>
                </c:pt>
                <c:pt idx="1656">
                  <c:v>1.5762029E-2</c:v>
                </c:pt>
                <c:pt idx="1657">
                  <c:v>1.6018760999999999E-2</c:v>
                </c:pt>
                <c:pt idx="1658">
                  <c:v>1.5838219000000001E-2</c:v>
                </c:pt>
                <c:pt idx="1659">
                  <c:v>1.5853932000000001E-2</c:v>
                </c:pt>
                <c:pt idx="1660">
                  <c:v>1.5867326000000001E-2</c:v>
                </c:pt>
                <c:pt idx="1661">
                  <c:v>1.5834823000000001E-2</c:v>
                </c:pt>
                <c:pt idx="1662">
                  <c:v>1.5663902E-2</c:v>
                </c:pt>
                <c:pt idx="1663">
                  <c:v>1.5535917E-2</c:v>
                </c:pt>
                <c:pt idx="1664">
                  <c:v>1.5710350000000001E-2</c:v>
                </c:pt>
                <c:pt idx="1665">
                  <c:v>1.5410263E-2</c:v>
                </c:pt>
                <c:pt idx="1666">
                  <c:v>1.5452269999999999E-2</c:v>
                </c:pt>
                <c:pt idx="1667">
                  <c:v>1.5485415000000001E-2</c:v>
                </c:pt>
                <c:pt idx="1668">
                  <c:v>1.5344450000000001E-2</c:v>
                </c:pt>
                <c:pt idx="1669">
                  <c:v>1.5344450000000001E-2</c:v>
                </c:pt>
                <c:pt idx="1670">
                  <c:v>1.5339712E-2</c:v>
                </c:pt>
                <c:pt idx="1671">
                  <c:v>1.5374628999999999E-2</c:v>
                </c:pt>
                <c:pt idx="1672">
                  <c:v>1.5467840000000002E-2</c:v>
                </c:pt>
                <c:pt idx="1673">
                  <c:v>1.5118312E-2</c:v>
                </c:pt>
                <c:pt idx="1674">
                  <c:v>1.5359153E-2</c:v>
                </c:pt>
                <c:pt idx="1675">
                  <c:v>1.5125155000000001E-2</c:v>
                </c:pt>
                <c:pt idx="1676">
                  <c:v>1.537646E-2</c:v>
                </c:pt>
                <c:pt idx="1677">
                  <c:v>1.5136480000000001E-2</c:v>
                </c:pt>
                <c:pt idx="1678">
                  <c:v>1.584197E-2</c:v>
                </c:pt>
                <c:pt idx="1679">
                  <c:v>1.5643208999999998E-2</c:v>
                </c:pt>
                <c:pt idx="1680">
                  <c:v>1.5299842000000001E-2</c:v>
                </c:pt>
                <c:pt idx="1681">
                  <c:v>1.5883286E-2</c:v>
                </c:pt>
                <c:pt idx="1682">
                  <c:v>1.5518971999999999E-2</c:v>
                </c:pt>
                <c:pt idx="1683">
                  <c:v>1.5570142999999998E-2</c:v>
                </c:pt>
                <c:pt idx="1684">
                  <c:v>1.5528491E-2</c:v>
                </c:pt>
                <c:pt idx="1685">
                  <c:v>1.5843283E-2</c:v>
                </c:pt>
                <c:pt idx="1686">
                  <c:v>1.5600425000000001E-2</c:v>
                </c:pt>
                <c:pt idx="1687">
                  <c:v>1.5615128000000001E-2</c:v>
                </c:pt>
                <c:pt idx="1688">
                  <c:v>1.5831820999999999E-2</c:v>
                </c:pt>
                <c:pt idx="1689">
                  <c:v>1.6168318000000001E-2</c:v>
                </c:pt>
                <c:pt idx="1690">
                  <c:v>1.6089931999999998E-2</c:v>
                </c:pt>
                <c:pt idx="1691">
                  <c:v>1.6326052000000001E-2</c:v>
                </c:pt>
                <c:pt idx="1692">
                  <c:v>1.6071653000000002E-2</c:v>
                </c:pt>
                <c:pt idx="1693">
                  <c:v>1.6743348000000002E-2</c:v>
                </c:pt>
                <c:pt idx="1694">
                  <c:v>1.6860638000000001E-2</c:v>
                </c:pt>
                <c:pt idx="1695">
                  <c:v>1.6874977000000003E-2</c:v>
                </c:pt>
                <c:pt idx="1696">
                  <c:v>1.6874977000000003E-2</c:v>
                </c:pt>
                <c:pt idx="1697">
                  <c:v>1.6443031E-2</c:v>
                </c:pt>
                <c:pt idx="1698">
                  <c:v>1.6084345E-2</c:v>
                </c:pt>
                <c:pt idx="1699">
                  <c:v>1.6391414999999999E-2</c:v>
                </c:pt>
                <c:pt idx="1700">
                  <c:v>1.7071438000000001E-2</c:v>
                </c:pt>
                <c:pt idx="1701">
                  <c:v>1.6821216999999999E-2</c:v>
                </c:pt>
                <c:pt idx="1702">
                  <c:v>1.6721804999999999E-2</c:v>
                </c:pt>
                <c:pt idx="1703">
                  <c:v>1.7040888000000001E-2</c:v>
                </c:pt>
                <c:pt idx="1704">
                  <c:v>1.7049096E-2</c:v>
                </c:pt>
                <c:pt idx="1705">
                  <c:v>1.6920446999999998E-2</c:v>
                </c:pt>
                <c:pt idx="1706">
                  <c:v>1.7317616000000001E-2</c:v>
                </c:pt>
                <c:pt idx="1707">
                  <c:v>1.7404383999999998E-2</c:v>
                </c:pt>
                <c:pt idx="1708">
                  <c:v>1.8020497E-2</c:v>
                </c:pt>
                <c:pt idx="1709">
                  <c:v>1.7896366E-2</c:v>
                </c:pt>
                <c:pt idx="1710">
                  <c:v>1.8784504E-2</c:v>
                </c:pt>
                <c:pt idx="1711">
                  <c:v>1.9284849E-2</c:v>
                </c:pt>
                <c:pt idx="1712">
                  <c:v>2.1116349E-2</c:v>
                </c:pt>
                <c:pt idx="1713">
                  <c:v>2.1642221E-2</c:v>
                </c:pt>
                <c:pt idx="1714">
                  <c:v>2.1522041999999998E-2</c:v>
                </c:pt>
                <c:pt idx="1715">
                  <c:v>2.1964226999999999E-2</c:v>
                </c:pt>
                <c:pt idx="1716">
                  <c:v>2.1923432E-2</c:v>
                </c:pt>
                <c:pt idx="1717">
                  <c:v>2.1772105E-2</c:v>
                </c:pt>
                <c:pt idx="1718">
                  <c:v>2.2064384000000003E-2</c:v>
                </c:pt>
                <c:pt idx="1719">
                  <c:v>2.1857102E-2</c:v>
                </c:pt>
                <c:pt idx="1720">
                  <c:v>2.1812474000000002E-2</c:v>
                </c:pt>
                <c:pt idx="1721">
                  <c:v>2.0796433999999999E-2</c:v>
                </c:pt>
                <c:pt idx="1722">
                  <c:v>2.1401034000000003E-2</c:v>
                </c:pt>
                <c:pt idx="1723">
                  <c:v>2.1899275999999999E-2</c:v>
                </c:pt>
                <c:pt idx="1724">
                  <c:v>2.1968422000000001E-2</c:v>
                </c:pt>
                <c:pt idx="1725">
                  <c:v>2.2349243000000001E-2</c:v>
                </c:pt>
                <c:pt idx="1726">
                  <c:v>2.2785209000000001E-2</c:v>
                </c:pt>
                <c:pt idx="1727">
                  <c:v>2.4330239E-2</c:v>
                </c:pt>
                <c:pt idx="1728">
                  <c:v>2.4080522E-2</c:v>
                </c:pt>
                <c:pt idx="1729">
                  <c:v>2.4477142E-2</c:v>
                </c:pt>
                <c:pt idx="1730">
                  <c:v>2.4754006999999998E-2</c:v>
                </c:pt>
                <c:pt idx="1731">
                  <c:v>2.4275930000000001E-2</c:v>
                </c:pt>
                <c:pt idx="1732">
                  <c:v>2.3930800999999998E-2</c:v>
                </c:pt>
                <c:pt idx="1733">
                  <c:v>2.3580299999999998E-2</c:v>
                </c:pt>
                <c:pt idx="1734">
                  <c:v>2.3603860000000001E-2</c:v>
                </c:pt>
                <c:pt idx="1735">
                  <c:v>2.4058050000000001E-2</c:v>
                </c:pt>
                <c:pt idx="1736">
                  <c:v>2.4005658999999999E-2</c:v>
                </c:pt>
                <c:pt idx="1737">
                  <c:v>2.4400143999999999E-2</c:v>
                </c:pt>
                <c:pt idx="1738">
                  <c:v>2.388113E-2</c:v>
                </c:pt>
                <c:pt idx="1739">
                  <c:v>2.388113E-2</c:v>
                </c:pt>
                <c:pt idx="1740">
                  <c:v>2.3956666999999997E-2</c:v>
                </c:pt>
                <c:pt idx="1741">
                  <c:v>2.4598796999999999E-2</c:v>
                </c:pt>
                <c:pt idx="1742">
                  <c:v>2.4128170000000001E-2</c:v>
                </c:pt>
                <c:pt idx="1743">
                  <c:v>2.5161527E-2</c:v>
                </c:pt>
                <c:pt idx="1744">
                  <c:v>2.5226419999999999E-2</c:v>
                </c:pt>
                <c:pt idx="1745">
                  <c:v>2.4832806999999998E-2</c:v>
                </c:pt>
                <c:pt idx="1746">
                  <c:v>2.4660018999999998E-2</c:v>
                </c:pt>
                <c:pt idx="1747">
                  <c:v>2.4255136E-2</c:v>
                </c:pt>
                <c:pt idx="1748">
                  <c:v>2.430912E-2</c:v>
                </c:pt>
                <c:pt idx="1749">
                  <c:v>2.4141865999999998E-2</c:v>
                </c:pt>
                <c:pt idx="1750">
                  <c:v>2.4085006999999999E-2</c:v>
                </c:pt>
                <c:pt idx="1751">
                  <c:v>2.3398410000000001E-2</c:v>
                </c:pt>
                <c:pt idx="1752">
                  <c:v>2.261384E-2</c:v>
                </c:pt>
                <c:pt idx="1753">
                  <c:v>2.3061618000000002E-2</c:v>
                </c:pt>
                <c:pt idx="1754">
                  <c:v>2.2952484000000002E-2</c:v>
                </c:pt>
                <c:pt idx="1755">
                  <c:v>2.3136812999999999E-2</c:v>
                </c:pt>
                <c:pt idx="1756">
                  <c:v>2.3248611999999998E-2</c:v>
                </c:pt>
                <c:pt idx="1757">
                  <c:v>2.3459424999999999E-2</c:v>
                </c:pt>
                <c:pt idx="1758">
                  <c:v>2.3219895000000001E-2</c:v>
                </c:pt>
                <c:pt idx="1759">
                  <c:v>2.3355663000000002E-2</c:v>
                </c:pt>
                <c:pt idx="1760">
                  <c:v>2.3483704000000001E-2</c:v>
                </c:pt>
                <c:pt idx="1761">
                  <c:v>2.3487827999999999E-2</c:v>
                </c:pt>
                <c:pt idx="1762">
                  <c:v>2.3878092E-2</c:v>
                </c:pt>
                <c:pt idx="1763">
                  <c:v>2.3292400000000001E-2</c:v>
                </c:pt>
                <c:pt idx="1764">
                  <c:v>2.3292400000000001E-2</c:v>
                </c:pt>
                <c:pt idx="1765">
                  <c:v>2.2867298000000001E-2</c:v>
                </c:pt>
                <c:pt idx="1766">
                  <c:v>2.2438302E-2</c:v>
                </c:pt>
                <c:pt idx="1767">
                  <c:v>2.2290899999999999E-2</c:v>
                </c:pt>
                <c:pt idx="1768">
                  <c:v>2.1986528000000002E-2</c:v>
                </c:pt>
                <c:pt idx="1769">
                  <c:v>2.2057722000000002E-2</c:v>
                </c:pt>
                <c:pt idx="1770">
                  <c:v>2.2376703000000001E-2</c:v>
                </c:pt>
                <c:pt idx="1771">
                  <c:v>2.3271499000000001E-2</c:v>
                </c:pt>
                <c:pt idx="1772">
                  <c:v>2.3269627000000001E-2</c:v>
                </c:pt>
                <c:pt idx="1773">
                  <c:v>2.3839897999999998E-2</c:v>
                </c:pt>
                <c:pt idx="1774">
                  <c:v>2.3581012999999998E-2</c:v>
                </c:pt>
                <c:pt idx="1775">
                  <c:v>2.3679660000000002E-2</c:v>
                </c:pt>
                <c:pt idx="1776">
                  <c:v>2.4058965000000002E-2</c:v>
                </c:pt>
                <c:pt idx="1777">
                  <c:v>2.3993151000000001E-2</c:v>
                </c:pt>
                <c:pt idx="1778">
                  <c:v>2.3852941000000003E-2</c:v>
                </c:pt>
                <c:pt idx="1779">
                  <c:v>2.3820730000000002E-2</c:v>
                </c:pt>
                <c:pt idx="1780">
                  <c:v>2.3887663999999999E-2</c:v>
                </c:pt>
                <c:pt idx="1781">
                  <c:v>2.3660104999999997E-2</c:v>
                </c:pt>
                <c:pt idx="1782">
                  <c:v>2.4559991E-2</c:v>
                </c:pt>
                <c:pt idx="1783">
                  <c:v>2.5343741999999999E-2</c:v>
                </c:pt>
                <c:pt idx="1784">
                  <c:v>2.5396554000000002E-2</c:v>
                </c:pt>
                <c:pt idx="1785">
                  <c:v>2.5361554000000001E-2</c:v>
                </c:pt>
                <c:pt idx="1786">
                  <c:v>2.5973568999999998E-2</c:v>
                </c:pt>
                <c:pt idx="1787">
                  <c:v>2.6771366999999997E-2</c:v>
                </c:pt>
                <c:pt idx="1788">
                  <c:v>2.7007119999999999E-2</c:v>
                </c:pt>
                <c:pt idx="1789">
                  <c:v>2.7007119999999999E-2</c:v>
                </c:pt>
                <c:pt idx="1790">
                  <c:v>2.7093995000000003E-2</c:v>
                </c:pt>
                <c:pt idx="1791">
                  <c:v>2.7158789000000003E-2</c:v>
                </c:pt>
                <c:pt idx="1792">
                  <c:v>2.7750931999999999E-2</c:v>
                </c:pt>
                <c:pt idx="1793">
                  <c:v>2.8367214999999998E-2</c:v>
                </c:pt>
                <c:pt idx="1794">
                  <c:v>2.9351395000000002E-2</c:v>
                </c:pt>
                <c:pt idx="1795">
                  <c:v>2.9989731000000002E-2</c:v>
                </c:pt>
                <c:pt idx="1796">
                  <c:v>3.1081589000000003E-2</c:v>
                </c:pt>
                <c:pt idx="1797">
                  <c:v>3.1081589000000003E-2</c:v>
                </c:pt>
                <c:pt idx="1798">
                  <c:v>3.1187040999999999E-2</c:v>
                </c:pt>
                <c:pt idx="1799">
                  <c:v>3.2319726E-2</c:v>
                </c:pt>
                <c:pt idx="1800">
                  <c:v>3.1583323999999996E-2</c:v>
                </c:pt>
                <c:pt idx="1801">
                  <c:v>3.0939620000000001E-2</c:v>
                </c:pt>
                <c:pt idx="1802">
                  <c:v>3.1216440000000002E-2</c:v>
                </c:pt>
                <c:pt idx="1803">
                  <c:v>3.0378354999999999E-2</c:v>
                </c:pt>
                <c:pt idx="1804">
                  <c:v>3.1124838999999998E-2</c:v>
                </c:pt>
                <c:pt idx="1805">
                  <c:v>3.0984438E-2</c:v>
                </c:pt>
                <c:pt idx="1806">
                  <c:v>3.1143587000000004E-2</c:v>
                </c:pt>
                <c:pt idx="1807">
                  <c:v>3.0881653999999998E-2</c:v>
                </c:pt>
                <c:pt idx="1808">
                  <c:v>3.0583542999999998E-2</c:v>
                </c:pt>
                <c:pt idx="1809">
                  <c:v>3.0318599999999998E-2</c:v>
                </c:pt>
                <c:pt idx="1810">
                  <c:v>3.1008762000000002E-2</c:v>
                </c:pt>
                <c:pt idx="1811">
                  <c:v>3.0574232E-2</c:v>
                </c:pt>
                <c:pt idx="1812">
                  <c:v>2.9963818999999999E-2</c:v>
                </c:pt>
                <c:pt idx="1813">
                  <c:v>2.9814564000000002E-2</c:v>
                </c:pt>
                <c:pt idx="1814">
                  <c:v>3.0059001000000002E-2</c:v>
                </c:pt>
                <c:pt idx="1815">
                  <c:v>3.0327731E-2</c:v>
                </c:pt>
                <c:pt idx="1816">
                  <c:v>3.0801969000000002E-2</c:v>
                </c:pt>
                <c:pt idx="1817">
                  <c:v>3.1074716999999998E-2</c:v>
                </c:pt>
                <c:pt idx="1818">
                  <c:v>3.0436603000000003E-2</c:v>
                </c:pt>
                <c:pt idx="1819">
                  <c:v>2.9743328000000003E-2</c:v>
                </c:pt>
                <c:pt idx="1820">
                  <c:v>2.9743328000000003E-2</c:v>
                </c:pt>
                <c:pt idx="1821">
                  <c:v>2.9477089999999997E-2</c:v>
                </c:pt>
                <c:pt idx="1822">
                  <c:v>2.9577335E-2</c:v>
                </c:pt>
                <c:pt idx="1823">
                  <c:v>3.0088763999999997E-2</c:v>
                </c:pt>
                <c:pt idx="1824">
                  <c:v>3.0586559999999999E-2</c:v>
                </c:pt>
                <c:pt idx="1825">
                  <c:v>3.0586559999999999E-2</c:v>
                </c:pt>
                <c:pt idx="1826">
                  <c:v>3.1387088E-2</c:v>
                </c:pt>
                <c:pt idx="1827">
                  <c:v>3.1454916999999999E-2</c:v>
                </c:pt>
                <c:pt idx="1828">
                  <c:v>3.1744614000000004E-2</c:v>
                </c:pt>
                <c:pt idx="1829">
                  <c:v>3.1776650000000004E-2</c:v>
                </c:pt>
                <c:pt idx="1830">
                  <c:v>3.1972830000000001E-2</c:v>
                </c:pt>
                <c:pt idx="1831">
                  <c:v>3.2657724999999999E-2</c:v>
                </c:pt>
                <c:pt idx="1832">
                  <c:v>3.2320426999999999E-2</c:v>
                </c:pt>
                <c:pt idx="1833">
                  <c:v>3.3082281999999998E-2</c:v>
                </c:pt>
                <c:pt idx="1834">
                  <c:v>3.3209519E-2</c:v>
                </c:pt>
                <c:pt idx="1835">
                  <c:v>3.3610884000000001E-2</c:v>
                </c:pt>
                <c:pt idx="1836">
                  <c:v>3.3731124000000001E-2</c:v>
                </c:pt>
                <c:pt idx="1837">
                  <c:v>3.5992998999999998E-2</c:v>
                </c:pt>
                <c:pt idx="1838">
                  <c:v>3.4579440000000003E-2</c:v>
                </c:pt>
                <c:pt idx="1839">
                  <c:v>3.4579440000000003E-2</c:v>
                </c:pt>
                <c:pt idx="1840">
                  <c:v>3.6510253999999999E-2</c:v>
                </c:pt>
                <c:pt idx="1841">
                  <c:v>3.6673342999999997E-2</c:v>
                </c:pt>
                <c:pt idx="1842">
                  <c:v>3.5391843999999999E-2</c:v>
                </c:pt>
                <c:pt idx="1843">
                  <c:v>3.5813824000000001E-2</c:v>
                </c:pt>
                <c:pt idx="1844">
                  <c:v>3.5407326999999995E-2</c:v>
                </c:pt>
                <c:pt idx="1845">
                  <c:v>3.5069688000000002E-2</c:v>
                </c:pt>
                <c:pt idx="1846">
                  <c:v>3.4849786000000001E-2</c:v>
                </c:pt>
                <c:pt idx="1847">
                  <c:v>3.5134982000000002E-2</c:v>
                </c:pt>
                <c:pt idx="1848">
                  <c:v>3.5476181000000002E-2</c:v>
                </c:pt>
                <c:pt idx="1849">
                  <c:v>3.4996866999999994E-2</c:v>
                </c:pt>
                <c:pt idx="1850">
                  <c:v>3.5510223E-2</c:v>
                </c:pt>
                <c:pt idx="1851">
                  <c:v>3.5756655999999998E-2</c:v>
                </c:pt>
                <c:pt idx="1852">
                  <c:v>3.5316100000000003E-2</c:v>
                </c:pt>
                <c:pt idx="1853">
                  <c:v>3.5615015999999999E-2</c:v>
                </c:pt>
                <c:pt idx="1854">
                  <c:v>3.5893270999999997E-2</c:v>
                </c:pt>
                <c:pt idx="1855">
                  <c:v>3.6040589999999997E-2</c:v>
                </c:pt>
                <c:pt idx="1856">
                  <c:v>3.5955930000000004E-2</c:v>
                </c:pt>
                <c:pt idx="1857">
                  <c:v>3.6131650000000001E-2</c:v>
                </c:pt>
                <c:pt idx="1858">
                  <c:v>3.6343396E-2</c:v>
                </c:pt>
                <c:pt idx="1859">
                  <c:v>3.6343396E-2</c:v>
                </c:pt>
                <c:pt idx="1860">
                  <c:v>3.5930430999999999E-2</c:v>
                </c:pt>
                <c:pt idx="1861">
                  <c:v>3.6084588000000001E-2</c:v>
                </c:pt>
                <c:pt idx="1862">
                  <c:v>3.7132148999999996E-2</c:v>
                </c:pt>
                <c:pt idx="1863">
                  <c:v>3.6830394000000002E-2</c:v>
                </c:pt>
                <c:pt idx="1864">
                  <c:v>3.6337118000000002E-2</c:v>
                </c:pt>
                <c:pt idx="1865">
                  <c:v>3.6665586E-2</c:v>
                </c:pt>
                <c:pt idx="1866">
                  <c:v>3.6850999000000002E-2</c:v>
                </c:pt>
                <c:pt idx="1867">
                  <c:v>3.8117912999999996E-2</c:v>
                </c:pt>
                <c:pt idx="1868">
                  <c:v>3.8489456999999998E-2</c:v>
                </c:pt>
                <c:pt idx="1869">
                  <c:v>3.8024200000000001E-2</c:v>
                </c:pt>
                <c:pt idx="1870">
                  <c:v>3.8060115999999998E-2</c:v>
                </c:pt>
                <c:pt idx="1871">
                  <c:v>3.7867537999999999E-2</c:v>
                </c:pt>
                <c:pt idx="1872">
                  <c:v>3.8701745000000003E-2</c:v>
                </c:pt>
                <c:pt idx="1873">
                  <c:v>3.9474356000000002E-2</c:v>
                </c:pt>
                <c:pt idx="1874">
                  <c:v>4.0039416000000001E-2</c:v>
                </c:pt>
                <c:pt idx="1875">
                  <c:v>3.9131248E-2</c:v>
                </c:pt>
                <c:pt idx="1876">
                  <c:v>3.9787637000000001E-2</c:v>
                </c:pt>
                <c:pt idx="1877">
                  <c:v>3.9382463999999999E-2</c:v>
                </c:pt>
                <c:pt idx="1878">
                  <c:v>4.0477446E-2</c:v>
                </c:pt>
                <c:pt idx="1879">
                  <c:v>4.1212387000000003E-2</c:v>
                </c:pt>
                <c:pt idx="1880">
                  <c:v>4.0084444000000004E-2</c:v>
                </c:pt>
                <c:pt idx="1881">
                  <c:v>4.1124476E-2</c:v>
                </c:pt>
                <c:pt idx="1882">
                  <c:v>4.0819475000000001E-2</c:v>
                </c:pt>
                <c:pt idx="1883">
                  <c:v>4.0819475000000001E-2</c:v>
                </c:pt>
                <c:pt idx="1884">
                  <c:v>3.9695692999999997E-2</c:v>
                </c:pt>
                <c:pt idx="1885">
                  <c:v>4.0207707000000002E-2</c:v>
                </c:pt>
                <c:pt idx="1886">
                  <c:v>4.0679439000000005E-2</c:v>
                </c:pt>
                <c:pt idx="1887">
                  <c:v>4.0429409999999999E-2</c:v>
                </c:pt>
                <c:pt idx="1888">
                  <c:v>4.0760075E-2</c:v>
                </c:pt>
                <c:pt idx="1889">
                  <c:v>4.0827713000000002E-2</c:v>
                </c:pt>
                <c:pt idx="1890">
                  <c:v>4.0012936999999998E-2</c:v>
                </c:pt>
                <c:pt idx="1891">
                  <c:v>3.9713823000000002E-2</c:v>
                </c:pt>
                <c:pt idx="1892">
                  <c:v>3.9735824000000003E-2</c:v>
                </c:pt>
                <c:pt idx="1893">
                  <c:v>3.9749281000000004E-2</c:v>
                </c:pt>
                <c:pt idx="1894">
                  <c:v>3.8732018999999999E-2</c:v>
                </c:pt>
                <c:pt idx="1895">
                  <c:v>3.8689029999999999E-2</c:v>
                </c:pt>
                <c:pt idx="1896">
                  <c:v>3.9163976000000003E-2</c:v>
                </c:pt>
                <c:pt idx="1897">
                  <c:v>3.8403379000000001E-2</c:v>
                </c:pt>
                <c:pt idx="1898">
                  <c:v>3.9077328000000001E-2</c:v>
                </c:pt>
                <c:pt idx="1899">
                  <c:v>3.8642823E-2</c:v>
                </c:pt>
                <c:pt idx="1900">
                  <c:v>3.8024532999999999E-2</c:v>
                </c:pt>
                <c:pt idx="1901">
                  <c:v>3.7545111999999999E-2</c:v>
                </c:pt>
                <c:pt idx="1902">
                  <c:v>3.7103036999999998E-2</c:v>
                </c:pt>
                <c:pt idx="1903">
                  <c:v>3.6902072000000001E-2</c:v>
                </c:pt>
                <c:pt idx="1904">
                  <c:v>3.6786196E-2</c:v>
                </c:pt>
                <c:pt idx="1905">
                  <c:v>3.6527593000000004E-2</c:v>
                </c:pt>
                <c:pt idx="1906">
                  <c:v>3.6271469000000001E-2</c:v>
                </c:pt>
                <c:pt idx="1907">
                  <c:v>3.5403074E-2</c:v>
                </c:pt>
                <c:pt idx="1908">
                  <c:v>3.5169438000000004E-2</c:v>
                </c:pt>
                <c:pt idx="1909">
                  <c:v>3.5144465E-2</c:v>
                </c:pt>
                <c:pt idx="1910">
                  <c:v>3.5117752000000002E-2</c:v>
                </c:pt>
                <c:pt idx="1911">
                  <c:v>3.5222266000000002E-2</c:v>
                </c:pt>
                <c:pt idx="1912">
                  <c:v>3.5057346999999996E-2</c:v>
                </c:pt>
                <c:pt idx="1913">
                  <c:v>3.4181788999999997E-2</c:v>
                </c:pt>
                <c:pt idx="1914">
                  <c:v>3.4275582999999998E-2</c:v>
                </c:pt>
                <c:pt idx="1915">
                  <c:v>3.4294412999999996E-2</c:v>
                </c:pt>
                <c:pt idx="1916">
                  <c:v>3.4559737E-2</c:v>
                </c:pt>
                <c:pt idx="1917">
                  <c:v>3.4837780999999998E-2</c:v>
                </c:pt>
                <c:pt idx="1918">
                  <c:v>3.4760847000000004E-2</c:v>
                </c:pt>
                <c:pt idx="1919">
                  <c:v>3.4409594000000002E-2</c:v>
                </c:pt>
                <c:pt idx="1920">
                  <c:v>3.3360390000000004E-2</c:v>
                </c:pt>
                <c:pt idx="1921">
                  <c:v>3.3940123999999995E-2</c:v>
                </c:pt>
                <c:pt idx="1922">
                  <c:v>3.4415406000000003E-2</c:v>
                </c:pt>
                <c:pt idx="1923">
                  <c:v>3.3827622000000002E-2</c:v>
                </c:pt>
                <c:pt idx="1924">
                  <c:v>3.3702216E-2</c:v>
                </c:pt>
                <c:pt idx="1925">
                  <c:v>3.4101756999999996E-2</c:v>
                </c:pt>
                <c:pt idx="1926">
                  <c:v>3.3863865E-2</c:v>
                </c:pt>
                <c:pt idx="1927">
                  <c:v>3.3287322000000001E-2</c:v>
                </c:pt>
                <c:pt idx="1928">
                  <c:v>3.4062655000000004E-2</c:v>
                </c:pt>
                <c:pt idx="1929">
                  <c:v>3.4062655000000004E-2</c:v>
                </c:pt>
                <c:pt idx="1930">
                  <c:v>3.3911324E-2</c:v>
                </c:pt>
                <c:pt idx="1931">
                  <c:v>3.3503549000000001E-2</c:v>
                </c:pt>
                <c:pt idx="1932">
                  <c:v>3.3327176999999999E-2</c:v>
                </c:pt>
                <c:pt idx="1933">
                  <c:v>3.3415911E-2</c:v>
                </c:pt>
                <c:pt idx="1934">
                  <c:v>3.4143828000000001E-2</c:v>
                </c:pt>
                <c:pt idx="1935">
                  <c:v>3.4208382999999995E-2</c:v>
                </c:pt>
                <c:pt idx="1936">
                  <c:v>3.3865304999999998E-2</c:v>
                </c:pt>
                <c:pt idx="1937">
                  <c:v>3.3787693000000001E-2</c:v>
                </c:pt>
                <c:pt idx="1938">
                  <c:v>3.4976235000000001E-2</c:v>
                </c:pt>
                <c:pt idx="1939">
                  <c:v>3.4001776000000004E-2</c:v>
                </c:pt>
                <c:pt idx="1940">
                  <c:v>3.4060016999999998E-2</c:v>
                </c:pt>
                <c:pt idx="1941">
                  <c:v>3.480805E-2</c:v>
                </c:pt>
                <c:pt idx="1942">
                  <c:v>3.3664073000000003E-2</c:v>
                </c:pt>
                <c:pt idx="1943">
                  <c:v>3.3887188999999998E-2</c:v>
                </c:pt>
                <c:pt idx="1944">
                  <c:v>3.3820209999999996E-2</c:v>
                </c:pt>
                <c:pt idx="1945">
                  <c:v>3.4132193999999998E-2</c:v>
                </c:pt>
                <c:pt idx="1946">
                  <c:v>3.4752168999999999E-2</c:v>
                </c:pt>
                <c:pt idx="1947">
                  <c:v>3.4009487000000005E-2</c:v>
                </c:pt>
                <c:pt idx="1948">
                  <c:v>3.4772248999999998E-2</c:v>
                </c:pt>
                <c:pt idx="1949">
                  <c:v>3.4765773E-2</c:v>
                </c:pt>
                <c:pt idx="1950">
                  <c:v>3.5388540000000003E-2</c:v>
                </c:pt>
                <c:pt idx="1951">
                  <c:v>3.5300941000000002E-2</c:v>
                </c:pt>
                <c:pt idx="1952">
                  <c:v>3.6424654000000001E-2</c:v>
                </c:pt>
                <c:pt idx="1953">
                  <c:v>3.6655018999999997E-2</c:v>
                </c:pt>
                <c:pt idx="1954">
                  <c:v>3.7004639999999998E-2</c:v>
                </c:pt>
                <c:pt idx="1955">
                  <c:v>3.7208432E-2</c:v>
                </c:pt>
                <c:pt idx="1956">
                  <c:v>3.7690564999999995E-2</c:v>
                </c:pt>
                <c:pt idx="1957">
                  <c:v>3.8004530999999994E-2</c:v>
                </c:pt>
                <c:pt idx="1958">
                  <c:v>3.8004530999999994E-2</c:v>
                </c:pt>
                <c:pt idx="1959">
                  <c:v>3.9087434000000004E-2</c:v>
                </c:pt>
                <c:pt idx="1960">
                  <c:v>3.9091578000000002E-2</c:v>
                </c:pt>
                <c:pt idx="1961">
                  <c:v>3.9643099000000001E-2</c:v>
                </c:pt>
                <c:pt idx="1962">
                  <c:v>3.9559444999999999E-2</c:v>
                </c:pt>
                <c:pt idx="1963">
                  <c:v>3.8430374999999996E-2</c:v>
                </c:pt>
                <c:pt idx="1964">
                  <c:v>3.9267772999999999E-2</c:v>
                </c:pt>
                <c:pt idx="1965">
                  <c:v>3.9882318E-2</c:v>
                </c:pt>
                <c:pt idx="1966">
                  <c:v>3.9056006999999997E-2</c:v>
                </c:pt>
                <c:pt idx="1967">
                  <c:v>3.8571185000000001E-2</c:v>
                </c:pt>
                <c:pt idx="1968">
                  <c:v>3.7961723000000003E-2</c:v>
                </c:pt>
                <c:pt idx="1969">
                  <c:v>3.8438489999999999E-2</c:v>
                </c:pt>
                <c:pt idx="1970">
                  <c:v>3.7829694000000004E-2</c:v>
                </c:pt>
                <c:pt idx="1971">
                  <c:v>3.7385354999999995E-2</c:v>
                </c:pt>
                <c:pt idx="1972">
                  <c:v>3.8314697000000002E-2</c:v>
                </c:pt>
                <c:pt idx="1973">
                  <c:v>3.7591752999999999E-2</c:v>
                </c:pt>
                <c:pt idx="1974">
                  <c:v>3.8278230000000003E-2</c:v>
                </c:pt>
                <c:pt idx="1975">
                  <c:v>3.7704437E-2</c:v>
                </c:pt>
                <c:pt idx="1976">
                  <c:v>3.7956234999999998E-2</c:v>
                </c:pt>
                <c:pt idx="1977">
                  <c:v>3.9058368000000003E-2</c:v>
                </c:pt>
                <c:pt idx="1978">
                  <c:v>3.9039999999999998E-2</c:v>
                </c:pt>
                <c:pt idx="1979">
                  <c:v>3.9059598000000001E-2</c:v>
                </c:pt>
                <c:pt idx="1980">
                  <c:v>3.8897564999999995E-2</c:v>
                </c:pt>
                <c:pt idx="1981">
                  <c:v>3.8890949000000001E-2</c:v>
                </c:pt>
                <c:pt idx="1982">
                  <c:v>3.9843399000000002E-2</c:v>
                </c:pt>
                <c:pt idx="1983">
                  <c:v>3.9461399000000001E-2</c:v>
                </c:pt>
                <c:pt idx="1984">
                  <c:v>3.9164351E-2</c:v>
                </c:pt>
                <c:pt idx="1985">
                  <c:v>3.9833888000000005E-2</c:v>
                </c:pt>
                <c:pt idx="1986">
                  <c:v>3.9530663000000001E-2</c:v>
                </c:pt>
                <c:pt idx="1987">
                  <c:v>3.9797891000000002E-2</c:v>
                </c:pt>
                <c:pt idx="1988">
                  <c:v>4.0176558000000001E-2</c:v>
                </c:pt>
                <c:pt idx="1989">
                  <c:v>4.0259129999999997E-2</c:v>
                </c:pt>
                <c:pt idx="1990">
                  <c:v>4.0113522999999998E-2</c:v>
                </c:pt>
                <c:pt idx="1991">
                  <c:v>4.0662350999999999E-2</c:v>
                </c:pt>
                <c:pt idx="1992">
                  <c:v>4.0309356999999997E-2</c:v>
                </c:pt>
                <c:pt idx="1993">
                  <c:v>3.9974372000000001E-2</c:v>
                </c:pt>
                <c:pt idx="1994">
                  <c:v>4.0632814000000003E-2</c:v>
                </c:pt>
                <c:pt idx="1995">
                  <c:v>4.0717236000000004E-2</c:v>
                </c:pt>
                <c:pt idx="1996">
                  <c:v>4.0812918999999996E-2</c:v>
                </c:pt>
                <c:pt idx="1997">
                  <c:v>4.0499170000000001E-2</c:v>
                </c:pt>
                <c:pt idx="1998">
                  <c:v>4.0222881000000002E-2</c:v>
                </c:pt>
                <c:pt idx="1999">
                  <c:v>4.0222881000000002E-2</c:v>
                </c:pt>
                <c:pt idx="2000">
                  <c:v>4.1031790999999998E-2</c:v>
                </c:pt>
                <c:pt idx="2001">
                  <c:v>4.1098202E-2</c:v>
                </c:pt>
                <c:pt idx="2002">
                  <c:v>4.1393990999999998E-2</c:v>
                </c:pt>
                <c:pt idx="2003">
                  <c:v>4.1292711000000003E-2</c:v>
                </c:pt>
                <c:pt idx="2004">
                  <c:v>4.1361477000000001E-2</c:v>
                </c:pt>
                <c:pt idx="2005">
                  <c:v>4.2569928999999999E-2</c:v>
                </c:pt>
                <c:pt idx="2006">
                  <c:v>4.2745371999999997E-2</c:v>
                </c:pt>
                <c:pt idx="2007">
                  <c:v>4.3130557999999999E-2</c:v>
                </c:pt>
                <c:pt idx="2008">
                  <c:v>4.3277658000000004E-2</c:v>
                </c:pt>
                <c:pt idx="2009">
                  <c:v>4.6838042999999996E-2</c:v>
                </c:pt>
                <c:pt idx="2010">
                  <c:v>4.7982447000000004E-2</c:v>
                </c:pt>
                <c:pt idx="2011">
                  <c:v>4.9690485999999999E-2</c:v>
                </c:pt>
                <c:pt idx="2012">
                  <c:v>5.1208595000000003E-2</c:v>
                </c:pt>
                <c:pt idx="2013">
                  <c:v>4.7975319000000002E-2</c:v>
                </c:pt>
                <c:pt idx="2014">
                  <c:v>4.7313398999999999E-2</c:v>
                </c:pt>
                <c:pt idx="2015">
                  <c:v>4.8823024E-2</c:v>
                </c:pt>
                <c:pt idx="2016">
                  <c:v>5.0006787000000004E-2</c:v>
                </c:pt>
                <c:pt idx="2017">
                  <c:v>5.0841534000000001E-2</c:v>
                </c:pt>
                <c:pt idx="2018">
                  <c:v>5.1578706999999994E-2</c:v>
                </c:pt>
                <c:pt idx="2019">
                  <c:v>5.4024221999999997E-2</c:v>
                </c:pt>
                <c:pt idx="2020">
                  <c:v>5.4398941999999999E-2</c:v>
                </c:pt>
                <c:pt idx="2021">
                  <c:v>5.5073112E-2</c:v>
                </c:pt>
                <c:pt idx="2022">
                  <c:v>5.7110715000000006E-2</c:v>
                </c:pt>
                <c:pt idx="2023">
                  <c:v>5.7687946999999996E-2</c:v>
                </c:pt>
                <c:pt idx="2024">
                  <c:v>6.0453797999999996E-2</c:v>
                </c:pt>
                <c:pt idx="2025">
                  <c:v>6.0583096000000003E-2</c:v>
                </c:pt>
                <c:pt idx="2026">
                  <c:v>6.3915418000000002E-2</c:v>
                </c:pt>
                <c:pt idx="2027">
                  <c:v>6.5654081000000003E-2</c:v>
                </c:pt>
                <c:pt idx="2028">
                  <c:v>7.0311802000000007E-2</c:v>
                </c:pt>
                <c:pt idx="2029">
                  <c:v>7.0311802000000007E-2</c:v>
                </c:pt>
                <c:pt idx="2030">
                  <c:v>6.7777412000000009E-2</c:v>
                </c:pt>
                <c:pt idx="2031">
                  <c:v>6.9690990999999994E-2</c:v>
                </c:pt>
                <c:pt idx="2032">
                  <c:v>7.1183699000000003E-2</c:v>
                </c:pt>
                <c:pt idx="2033">
                  <c:v>7.2190375000000001E-2</c:v>
                </c:pt>
                <c:pt idx="2034">
                  <c:v>7.3808766999999997E-2</c:v>
                </c:pt>
                <c:pt idx="2035">
                  <c:v>7.5969597E-2</c:v>
                </c:pt>
                <c:pt idx="2036">
                  <c:v>7.9754452000000003E-2</c:v>
                </c:pt>
                <c:pt idx="2037">
                  <c:v>8.1087035000000002E-2</c:v>
                </c:pt>
                <c:pt idx="2038">
                  <c:v>8.5099459000000002E-2</c:v>
                </c:pt>
                <c:pt idx="2039">
                  <c:v>8.5782426999999994E-2</c:v>
                </c:pt>
                <c:pt idx="2040">
                  <c:v>8.7310927999999996E-2</c:v>
                </c:pt>
                <c:pt idx="2041">
                  <c:v>8.9520082000000001E-2</c:v>
                </c:pt>
                <c:pt idx="2042">
                  <c:v>8.790825599999999E-2</c:v>
                </c:pt>
                <c:pt idx="2043">
                  <c:v>8.6206507000000002E-2</c:v>
                </c:pt>
                <c:pt idx="2044">
                  <c:v>8.5238378000000004E-2</c:v>
                </c:pt>
                <c:pt idx="2045">
                  <c:v>8.1488698999999998E-2</c:v>
                </c:pt>
                <c:pt idx="2046">
                  <c:v>8.1207781000000007E-2</c:v>
                </c:pt>
                <c:pt idx="2047">
                  <c:v>8.1232331000000005E-2</c:v>
                </c:pt>
                <c:pt idx="2048">
                  <c:v>8.046006E-2</c:v>
                </c:pt>
                <c:pt idx="2049">
                  <c:v>7.9314046999999999E-2</c:v>
                </c:pt>
                <c:pt idx="2050">
                  <c:v>7.9314046999999999E-2</c:v>
                </c:pt>
                <c:pt idx="2051">
                  <c:v>8.0761530999999998E-2</c:v>
                </c:pt>
                <c:pt idx="2052">
                  <c:v>8.0778814000000004E-2</c:v>
                </c:pt>
                <c:pt idx="2053">
                  <c:v>8.0748172999999993E-2</c:v>
                </c:pt>
                <c:pt idx="2054">
                  <c:v>8.0992976999999994E-2</c:v>
                </c:pt>
                <c:pt idx="2055">
                  <c:v>8.1946717000000002E-2</c:v>
                </c:pt>
                <c:pt idx="2056">
                  <c:v>8.3163881999999995E-2</c:v>
                </c:pt>
                <c:pt idx="2057">
                  <c:v>8.5160918000000002E-2</c:v>
                </c:pt>
                <c:pt idx="2058">
                  <c:v>8.3768624999999999E-2</c:v>
                </c:pt>
                <c:pt idx="2059">
                  <c:v>8.3176667999999995E-2</c:v>
                </c:pt>
                <c:pt idx="2060">
                  <c:v>8.3268787999999996E-2</c:v>
                </c:pt>
                <c:pt idx="2061">
                  <c:v>8.3231066999999992E-2</c:v>
                </c:pt>
                <c:pt idx="2062">
                  <c:v>8.3231066999999992E-2</c:v>
                </c:pt>
                <c:pt idx="2063">
                  <c:v>8.3407924000000008E-2</c:v>
                </c:pt>
                <c:pt idx="2064">
                  <c:v>8.4993661999999998E-2</c:v>
                </c:pt>
                <c:pt idx="2065">
                  <c:v>8.4811455999999993E-2</c:v>
                </c:pt>
                <c:pt idx="2066">
                  <c:v>8.5000753999999998E-2</c:v>
                </c:pt>
                <c:pt idx="2067">
                  <c:v>8.4297108000000009E-2</c:v>
                </c:pt>
                <c:pt idx="2068">
                  <c:v>8.4953608E-2</c:v>
                </c:pt>
                <c:pt idx="2069">
                  <c:v>8.4430105000000005E-2</c:v>
                </c:pt>
                <c:pt idx="2070">
                  <c:v>8.4970222999999998E-2</c:v>
                </c:pt>
                <c:pt idx="2071">
                  <c:v>8.4527422000000005E-2</c:v>
                </c:pt>
                <c:pt idx="2072">
                  <c:v>8.4596948999999991E-2</c:v>
                </c:pt>
                <c:pt idx="2073">
                  <c:v>8.4672730000000002E-2</c:v>
                </c:pt>
                <c:pt idx="2074">
                  <c:v>8.4631017999999988E-2</c:v>
                </c:pt>
                <c:pt idx="2075">
                  <c:v>8.5097641000000002E-2</c:v>
                </c:pt>
                <c:pt idx="2076">
                  <c:v>8.4293646E-2</c:v>
                </c:pt>
                <c:pt idx="2077">
                  <c:v>8.4501814000000008E-2</c:v>
                </c:pt>
                <c:pt idx="2078">
                  <c:v>8.4674492000000004E-2</c:v>
                </c:pt>
                <c:pt idx="2079">
                  <c:v>8.4372659000000003E-2</c:v>
                </c:pt>
                <c:pt idx="2080">
                  <c:v>8.4022758000000003E-2</c:v>
                </c:pt>
                <c:pt idx="2081">
                  <c:v>8.6151763000000006E-2</c:v>
                </c:pt>
                <c:pt idx="2082">
                  <c:v>8.6151763000000006E-2</c:v>
                </c:pt>
                <c:pt idx="2083">
                  <c:v>8.6292530999999992E-2</c:v>
                </c:pt>
                <c:pt idx="2084">
                  <c:v>8.6530610999999993E-2</c:v>
                </c:pt>
                <c:pt idx="2085">
                  <c:v>8.5879247999999991E-2</c:v>
                </c:pt>
                <c:pt idx="2086">
                  <c:v>8.5097181999999993E-2</c:v>
                </c:pt>
                <c:pt idx="2087">
                  <c:v>8.5097181999999993E-2</c:v>
                </c:pt>
                <c:pt idx="2088">
                  <c:v>8.4033475999999996E-2</c:v>
                </c:pt>
                <c:pt idx="2089">
                  <c:v>8.3872736000000003E-2</c:v>
                </c:pt>
                <c:pt idx="2090">
                  <c:v>8.2552461000000008E-2</c:v>
                </c:pt>
                <c:pt idx="2091">
                  <c:v>8.1347681999999991E-2</c:v>
                </c:pt>
                <c:pt idx="2092">
                  <c:v>8.090768000000001E-2</c:v>
                </c:pt>
                <c:pt idx="2093">
                  <c:v>8.0813269000000007E-2</c:v>
                </c:pt>
                <c:pt idx="2094">
                  <c:v>8.0120268999999994E-2</c:v>
                </c:pt>
                <c:pt idx="2095">
                  <c:v>7.9976449000000005E-2</c:v>
                </c:pt>
                <c:pt idx="2096">
                  <c:v>8.0612495000000006E-2</c:v>
                </c:pt>
                <c:pt idx="2097">
                  <c:v>8.0210114999999998E-2</c:v>
                </c:pt>
                <c:pt idx="2098">
                  <c:v>7.9731088000000006E-2</c:v>
                </c:pt>
                <c:pt idx="2099">
                  <c:v>7.9731088000000006E-2</c:v>
                </c:pt>
                <c:pt idx="2100">
                  <c:v>8.0282117E-2</c:v>
                </c:pt>
                <c:pt idx="2101">
                  <c:v>7.9706942000000003E-2</c:v>
                </c:pt>
                <c:pt idx="2102">
                  <c:v>8.0156606999999991E-2</c:v>
                </c:pt>
                <c:pt idx="2103">
                  <c:v>8.0184742000000003E-2</c:v>
                </c:pt>
                <c:pt idx="2104">
                  <c:v>7.9774648000000004E-2</c:v>
                </c:pt>
                <c:pt idx="2105">
                  <c:v>8.0194569000000007E-2</c:v>
                </c:pt>
                <c:pt idx="2106">
                  <c:v>7.8815219000000006E-2</c:v>
                </c:pt>
                <c:pt idx="2107">
                  <c:v>7.7947317000000002E-2</c:v>
                </c:pt>
                <c:pt idx="2108">
                  <c:v>7.7934165E-2</c:v>
                </c:pt>
                <c:pt idx="2109">
                  <c:v>7.7894527000000005E-2</c:v>
                </c:pt>
                <c:pt idx="2110">
                  <c:v>7.7648213999999993E-2</c:v>
                </c:pt>
                <c:pt idx="2111">
                  <c:v>7.7810480000000001E-2</c:v>
                </c:pt>
                <c:pt idx="2112">
                  <c:v>7.8437100999999995E-2</c:v>
                </c:pt>
                <c:pt idx="2113">
                  <c:v>7.7700139000000001E-2</c:v>
                </c:pt>
                <c:pt idx="2114">
                  <c:v>7.7593411000000001E-2</c:v>
                </c:pt>
                <c:pt idx="2115">
                  <c:v>7.8604730999999997E-2</c:v>
                </c:pt>
                <c:pt idx="2116">
                  <c:v>7.8646652999999997E-2</c:v>
                </c:pt>
                <c:pt idx="2117">
                  <c:v>7.8322815000000004E-2</c:v>
                </c:pt>
                <c:pt idx="2118">
                  <c:v>7.7969556999999995E-2</c:v>
                </c:pt>
                <c:pt idx="2119">
                  <c:v>7.7969556999999995E-2</c:v>
                </c:pt>
                <c:pt idx="2120">
                  <c:v>7.9428643999999993E-2</c:v>
                </c:pt>
                <c:pt idx="2121">
                  <c:v>7.9129444999999993E-2</c:v>
                </c:pt>
                <c:pt idx="2122">
                  <c:v>7.8780917000000006E-2</c:v>
                </c:pt>
                <c:pt idx="2123">
                  <c:v>7.9236748999999995E-2</c:v>
                </c:pt>
                <c:pt idx="2124">
                  <c:v>7.9212581000000004E-2</c:v>
                </c:pt>
                <c:pt idx="2125">
                  <c:v>7.8581388000000002E-2</c:v>
                </c:pt>
                <c:pt idx="2126">
                  <c:v>7.8011671000000005E-2</c:v>
                </c:pt>
                <c:pt idx="2127">
                  <c:v>7.6986522000000002E-2</c:v>
                </c:pt>
                <c:pt idx="2128">
                  <c:v>7.6841678999999996E-2</c:v>
                </c:pt>
                <c:pt idx="2129">
                  <c:v>7.8110996000000002E-2</c:v>
                </c:pt>
                <c:pt idx="2130">
                  <c:v>7.8659373000000005E-2</c:v>
                </c:pt>
                <c:pt idx="2131">
                  <c:v>7.8532788000000006E-2</c:v>
                </c:pt>
                <c:pt idx="2132">
                  <c:v>8.0040316E-2</c:v>
                </c:pt>
                <c:pt idx="2133">
                  <c:v>7.8977777999999998E-2</c:v>
                </c:pt>
                <c:pt idx="2134">
                  <c:v>7.9248875999999996E-2</c:v>
                </c:pt>
                <c:pt idx="2135">
                  <c:v>7.8904558999999999E-2</c:v>
                </c:pt>
                <c:pt idx="2136">
                  <c:v>7.9700391999999995E-2</c:v>
                </c:pt>
                <c:pt idx="2137">
                  <c:v>7.9778451E-2</c:v>
                </c:pt>
                <c:pt idx="2138">
                  <c:v>7.9765105000000003E-2</c:v>
                </c:pt>
                <c:pt idx="2139">
                  <c:v>7.9222197000000008E-2</c:v>
                </c:pt>
                <c:pt idx="2140">
                  <c:v>7.8828622000000001E-2</c:v>
                </c:pt>
                <c:pt idx="2141">
                  <c:v>8.1394865000000011E-2</c:v>
                </c:pt>
                <c:pt idx="2142">
                  <c:v>7.9463165000000002E-2</c:v>
                </c:pt>
                <c:pt idx="2143">
                  <c:v>7.9263536999999995E-2</c:v>
                </c:pt>
                <c:pt idx="2144">
                  <c:v>7.8937297000000003E-2</c:v>
                </c:pt>
                <c:pt idx="2145">
                  <c:v>7.8327422000000008E-2</c:v>
                </c:pt>
                <c:pt idx="2146">
                  <c:v>7.7482304000000002E-2</c:v>
                </c:pt>
                <c:pt idx="2147">
                  <c:v>7.6993899000000005E-2</c:v>
                </c:pt>
                <c:pt idx="2148">
                  <c:v>7.6328186000000006E-2</c:v>
                </c:pt>
                <c:pt idx="2149">
                  <c:v>7.6655135999999999E-2</c:v>
                </c:pt>
                <c:pt idx="2150">
                  <c:v>7.7067551999999998E-2</c:v>
                </c:pt>
                <c:pt idx="2151">
                  <c:v>7.6874287999999999E-2</c:v>
                </c:pt>
                <c:pt idx="2152">
                  <c:v>7.6241920000000005E-2</c:v>
                </c:pt>
                <c:pt idx="2153">
                  <c:v>7.4979718000000001E-2</c:v>
                </c:pt>
                <c:pt idx="2154">
                  <c:v>7.4454127000000009E-2</c:v>
                </c:pt>
                <c:pt idx="2155">
                  <c:v>7.4442001000000008E-2</c:v>
                </c:pt>
                <c:pt idx="2156">
                  <c:v>7.4199783000000005E-2</c:v>
                </c:pt>
                <c:pt idx="2157">
                  <c:v>7.3513705999999998E-2</c:v>
                </c:pt>
                <c:pt idx="2158">
                  <c:v>7.3513705999999998E-2</c:v>
                </c:pt>
                <c:pt idx="2159">
                  <c:v>7.4243101000000006E-2</c:v>
                </c:pt>
                <c:pt idx="2160">
                  <c:v>7.3498832E-2</c:v>
                </c:pt>
                <c:pt idx="2161">
                  <c:v>7.2658303999999993E-2</c:v>
                </c:pt>
                <c:pt idx="2162">
                  <c:v>7.1424241999999999E-2</c:v>
                </c:pt>
                <c:pt idx="2163">
                  <c:v>7.0836362999999999E-2</c:v>
                </c:pt>
                <c:pt idx="2164">
                  <c:v>7.1008193999999997E-2</c:v>
                </c:pt>
                <c:pt idx="2165">
                  <c:v>7.0670666000000007E-2</c:v>
                </c:pt>
                <c:pt idx="2166">
                  <c:v>7.0077423E-2</c:v>
                </c:pt>
                <c:pt idx="2167">
                  <c:v>6.9998985E-2</c:v>
                </c:pt>
                <c:pt idx="2168">
                  <c:v>6.9130234999999998E-2</c:v>
                </c:pt>
                <c:pt idx="2169">
                  <c:v>6.971021899999999E-2</c:v>
                </c:pt>
                <c:pt idx="2170">
                  <c:v>6.8429664000000001E-2</c:v>
                </c:pt>
                <c:pt idx="2171">
                  <c:v>6.7143125999999997E-2</c:v>
                </c:pt>
                <c:pt idx="2172">
                  <c:v>6.6932693000000001E-2</c:v>
                </c:pt>
                <c:pt idx="2173">
                  <c:v>6.6736403E-2</c:v>
                </c:pt>
                <c:pt idx="2174">
                  <c:v>6.6596032999999999E-2</c:v>
                </c:pt>
                <c:pt idx="2175">
                  <c:v>6.5204604999999999E-2</c:v>
                </c:pt>
                <c:pt idx="2176">
                  <c:v>6.4680863000000005E-2</c:v>
                </c:pt>
                <c:pt idx="2177">
                  <c:v>6.2108354999999997E-2</c:v>
                </c:pt>
                <c:pt idx="2178">
                  <c:v>6.1848243999999997E-2</c:v>
                </c:pt>
                <c:pt idx="2179">
                  <c:v>6.2553485000000006E-2</c:v>
                </c:pt>
                <c:pt idx="2180">
                  <c:v>6.1940666999999998E-2</c:v>
                </c:pt>
                <c:pt idx="2181">
                  <c:v>6.2173663999999997E-2</c:v>
                </c:pt>
                <c:pt idx="2182">
                  <c:v>6.2314957000000004E-2</c:v>
                </c:pt>
                <c:pt idx="2183">
                  <c:v>6.2018552999999997E-2</c:v>
                </c:pt>
                <c:pt idx="2184">
                  <c:v>6.1059236999999995E-2</c:v>
                </c:pt>
                <c:pt idx="2185">
                  <c:v>6.0400847999999993E-2</c:v>
                </c:pt>
                <c:pt idx="2186">
                  <c:v>6.0179799000000006E-2</c:v>
                </c:pt>
                <c:pt idx="2187">
                  <c:v>5.8653007E-2</c:v>
                </c:pt>
                <c:pt idx="2188">
                  <c:v>5.8257737999999996E-2</c:v>
                </c:pt>
                <c:pt idx="2189">
                  <c:v>5.8257737999999996E-2</c:v>
                </c:pt>
                <c:pt idx="2190">
                  <c:v>5.7372769000000004E-2</c:v>
                </c:pt>
                <c:pt idx="2191">
                  <c:v>5.6616842999999993E-2</c:v>
                </c:pt>
                <c:pt idx="2192">
                  <c:v>5.6660637999999992E-2</c:v>
                </c:pt>
                <c:pt idx="2193">
                  <c:v>5.6790963999999999E-2</c:v>
                </c:pt>
                <c:pt idx="2194">
                  <c:v>5.4844899999999995E-2</c:v>
                </c:pt>
                <c:pt idx="2195">
                  <c:v>5.5102324999999994E-2</c:v>
                </c:pt>
                <c:pt idx="2196">
                  <c:v>5.5092921000000003E-2</c:v>
                </c:pt>
                <c:pt idx="2197">
                  <c:v>5.3983798999999999E-2</c:v>
                </c:pt>
                <c:pt idx="2198">
                  <c:v>5.2078849000000003E-2</c:v>
                </c:pt>
                <c:pt idx="2199">
                  <c:v>5.1669678999999996E-2</c:v>
                </c:pt>
                <c:pt idx="2200">
                  <c:v>5.1714043000000001E-2</c:v>
                </c:pt>
                <c:pt idx="2201">
                  <c:v>5.1269123999999999E-2</c:v>
                </c:pt>
                <c:pt idx="2202">
                  <c:v>5.1553147000000001E-2</c:v>
                </c:pt>
                <c:pt idx="2203">
                  <c:v>5.1568544999999993E-2</c:v>
                </c:pt>
                <c:pt idx="2204">
                  <c:v>5.1636042999999993E-2</c:v>
                </c:pt>
                <c:pt idx="2205">
                  <c:v>5.1810614999999997E-2</c:v>
                </c:pt>
                <c:pt idx="2206">
                  <c:v>5.2077386000000003E-2</c:v>
                </c:pt>
                <c:pt idx="2207">
                  <c:v>5.1159580000000003E-2</c:v>
                </c:pt>
                <c:pt idx="2208">
                  <c:v>5.1606466999999996E-2</c:v>
                </c:pt>
                <c:pt idx="2209">
                  <c:v>5.2247871999999994E-2</c:v>
                </c:pt>
                <c:pt idx="2210">
                  <c:v>5.2647339000000001E-2</c:v>
                </c:pt>
                <c:pt idx="2211">
                  <c:v>5.2282821E-2</c:v>
                </c:pt>
                <c:pt idx="2212">
                  <c:v>5.3041074000000001E-2</c:v>
                </c:pt>
                <c:pt idx="2213">
                  <c:v>5.2787548000000004E-2</c:v>
                </c:pt>
                <c:pt idx="2214">
                  <c:v>5.2601594000000002E-2</c:v>
                </c:pt>
                <c:pt idx="2215">
                  <c:v>5.1912235999999994E-2</c:v>
                </c:pt>
                <c:pt idx="2216">
                  <c:v>5.1936629000000005E-2</c:v>
                </c:pt>
                <c:pt idx="2217">
                  <c:v>5.2697136999999998E-2</c:v>
                </c:pt>
                <c:pt idx="2218">
                  <c:v>5.2697136999999998E-2</c:v>
                </c:pt>
                <c:pt idx="2219">
                  <c:v>5.2127365999999994E-2</c:v>
                </c:pt>
                <c:pt idx="2220">
                  <c:v>5.2374782000000002E-2</c:v>
                </c:pt>
                <c:pt idx="2221">
                  <c:v>5.3208610999999996E-2</c:v>
                </c:pt>
                <c:pt idx="2222">
                  <c:v>5.2292544999999996E-2</c:v>
                </c:pt>
                <c:pt idx="2223">
                  <c:v>5.2681839000000001E-2</c:v>
                </c:pt>
                <c:pt idx="2224">
                  <c:v>5.2208759E-2</c:v>
                </c:pt>
                <c:pt idx="2225">
                  <c:v>5.1959445000000007E-2</c:v>
                </c:pt>
                <c:pt idx="2226">
                  <c:v>5.0803280999999999E-2</c:v>
                </c:pt>
                <c:pt idx="2227">
                  <c:v>5.1098945E-2</c:v>
                </c:pt>
                <c:pt idx="2228">
                  <c:v>5.0506255E-2</c:v>
                </c:pt>
                <c:pt idx="2229">
                  <c:v>5.0948281999999998E-2</c:v>
                </c:pt>
                <c:pt idx="2230">
                  <c:v>5.1005470999999997E-2</c:v>
                </c:pt>
                <c:pt idx="2231">
                  <c:v>5.0144546999999998E-2</c:v>
                </c:pt>
                <c:pt idx="2232">
                  <c:v>4.8687885E-2</c:v>
                </c:pt>
                <c:pt idx="2233">
                  <c:v>4.8945796E-2</c:v>
                </c:pt>
                <c:pt idx="2234">
                  <c:v>4.7978717999999997E-2</c:v>
                </c:pt>
                <c:pt idx="2235">
                  <c:v>4.7467449000000002E-2</c:v>
                </c:pt>
                <c:pt idx="2236">
                  <c:v>4.7088661999999996E-2</c:v>
                </c:pt>
                <c:pt idx="2237">
                  <c:v>4.7047395999999998E-2</c:v>
                </c:pt>
                <c:pt idx="2238">
                  <c:v>4.7204487999999996E-2</c:v>
                </c:pt>
                <c:pt idx="2239">
                  <c:v>4.5024204999999998E-2</c:v>
                </c:pt>
                <c:pt idx="2240">
                  <c:v>4.4434687E-2</c:v>
                </c:pt>
                <c:pt idx="2241">
                  <c:v>4.4126530999999997E-2</c:v>
                </c:pt>
                <c:pt idx="2242">
                  <c:v>4.3933204000000003E-2</c:v>
                </c:pt>
                <c:pt idx="2243">
                  <c:v>4.3128913999999997E-2</c:v>
                </c:pt>
                <c:pt idx="2244">
                  <c:v>4.3825687000000002E-2</c:v>
                </c:pt>
                <c:pt idx="2245">
                  <c:v>4.4192210999999995E-2</c:v>
                </c:pt>
                <c:pt idx="2246">
                  <c:v>4.4101589999999996E-2</c:v>
                </c:pt>
                <c:pt idx="2247">
                  <c:v>4.4756355999999997E-2</c:v>
                </c:pt>
                <c:pt idx="2248">
                  <c:v>4.4790873000000002E-2</c:v>
                </c:pt>
                <c:pt idx="2249">
                  <c:v>4.5250286000000001E-2</c:v>
                </c:pt>
                <c:pt idx="2250">
                  <c:v>4.4856236000000001E-2</c:v>
                </c:pt>
                <c:pt idx="2251">
                  <c:v>4.5057342E-2</c:v>
                </c:pt>
                <c:pt idx="2252">
                  <c:v>4.5237175999999997E-2</c:v>
                </c:pt>
                <c:pt idx="2253">
                  <c:v>4.3985706999999999E-2</c:v>
                </c:pt>
                <c:pt idx="2254">
                  <c:v>4.4641700999999999E-2</c:v>
                </c:pt>
                <c:pt idx="2255">
                  <c:v>4.453816E-2</c:v>
                </c:pt>
                <c:pt idx="2256">
                  <c:v>4.4253223000000001E-2</c:v>
                </c:pt>
                <c:pt idx="2257">
                  <c:v>4.4086568999999999E-2</c:v>
                </c:pt>
                <c:pt idx="2258">
                  <c:v>4.4196384999999998E-2</c:v>
                </c:pt>
                <c:pt idx="2259">
                  <c:v>4.3495524000000001E-2</c:v>
                </c:pt>
                <c:pt idx="2260">
                  <c:v>4.3509305999999998E-2</c:v>
                </c:pt>
                <c:pt idx="2261">
                  <c:v>4.4116221000000004E-2</c:v>
                </c:pt>
                <c:pt idx="2262">
                  <c:v>4.3635871999999999E-2</c:v>
                </c:pt>
                <c:pt idx="2263">
                  <c:v>4.3113481000000002E-2</c:v>
                </c:pt>
                <c:pt idx="2264">
                  <c:v>4.3113481000000002E-2</c:v>
                </c:pt>
                <c:pt idx="2265">
                  <c:v>4.2359636999999999E-2</c:v>
                </c:pt>
                <c:pt idx="2266">
                  <c:v>4.1693648E-2</c:v>
                </c:pt>
                <c:pt idx="2267">
                  <c:v>4.2235770999999998E-2</c:v>
                </c:pt>
                <c:pt idx="2268">
                  <c:v>4.1627980000000002E-2</c:v>
                </c:pt>
                <c:pt idx="2269">
                  <c:v>4.1230272999999998E-2</c:v>
                </c:pt>
                <c:pt idx="2270">
                  <c:v>4.0858878000000001E-2</c:v>
                </c:pt>
                <c:pt idx="2271">
                  <c:v>3.9896985000000003E-2</c:v>
                </c:pt>
                <c:pt idx="2272">
                  <c:v>4.0314647000000002E-2</c:v>
                </c:pt>
                <c:pt idx="2273">
                  <c:v>3.9646739E-2</c:v>
                </c:pt>
                <c:pt idx="2274">
                  <c:v>3.988133E-2</c:v>
                </c:pt>
                <c:pt idx="2275">
                  <c:v>3.9906504000000002E-2</c:v>
                </c:pt>
                <c:pt idx="2276">
                  <c:v>3.9783114000000001E-2</c:v>
                </c:pt>
                <c:pt idx="2277">
                  <c:v>3.9883965E-2</c:v>
                </c:pt>
                <c:pt idx="2278">
                  <c:v>4.0080304000000004E-2</c:v>
                </c:pt>
                <c:pt idx="2279">
                  <c:v>4.0298126000000004E-2</c:v>
                </c:pt>
                <c:pt idx="2280">
                  <c:v>4.0169848000000001E-2</c:v>
                </c:pt>
                <c:pt idx="2281">
                  <c:v>3.9704642999999998E-2</c:v>
                </c:pt>
                <c:pt idx="2282">
                  <c:v>4.0324767999999997E-2</c:v>
                </c:pt>
                <c:pt idx="2283">
                  <c:v>3.9983422000000005E-2</c:v>
                </c:pt>
                <c:pt idx="2284">
                  <c:v>3.9978991999999998E-2</c:v>
                </c:pt>
                <c:pt idx="2285">
                  <c:v>3.9313329000000001E-2</c:v>
                </c:pt>
                <c:pt idx="2286">
                  <c:v>3.9635926000000002E-2</c:v>
                </c:pt>
                <c:pt idx="2287">
                  <c:v>3.8776400000000003E-2</c:v>
                </c:pt>
                <c:pt idx="2288">
                  <c:v>3.7903525E-2</c:v>
                </c:pt>
                <c:pt idx="2289">
                  <c:v>3.7903525E-2</c:v>
                </c:pt>
                <c:pt idx="2290">
                  <c:v>3.8388319000000004E-2</c:v>
                </c:pt>
                <c:pt idx="2291">
                  <c:v>3.7786604999999994E-2</c:v>
                </c:pt>
                <c:pt idx="2292">
                  <c:v>3.7438357999999998E-2</c:v>
                </c:pt>
                <c:pt idx="2293">
                  <c:v>3.7656411000000001E-2</c:v>
                </c:pt>
                <c:pt idx="2294">
                  <c:v>3.7902478000000003E-2</c:v>
                </c:pt>
                <c:pt idx="2295">
                  <c:v>3.8142614999999998E-2</c:v>
                </c:pt>
                <c:pt idx="2296">
                  <c:v>3.7846528999999997E-2</c:v>
                </c:pt>
                <c:pt idx="2297">
                  <c:v>3.8122756000000001E-2</c:v>
                </c:pt>
                <c:pt idx="2298">
                  <c:v>3.7816928999999999E-2</c:v>
                </c:pt>
                <c:pt idx="2299">
                  <c:v>3.7138898000000004E-2</c:v>
                </c:pt>
                <c:pt idx="2300">
                  <c:v>3.8382843999999999E-2</c:v>
                </c:pt>
                <c:pt idx="2301">
                  <c:v>3.8890917999999997E-2</c:v>
                </c:pt>
                <c:pt idx="2302">
                  <c:v>3.8332420999999998E-2</c:v>
                </c:pt>
                <c:pt idx="2303">
                  <c:v>3.8966765E-2</c:v>
                </c:pt>
                <c:pt idx="2304">
                  <c:v>3.8737288000000002E-2</c:v>
                </c:pt>
                <c:pt idx="2305">
                  <c:v>3.8476504000000002E-2</c:v>
                </c:pt>
                <c:pt idx="2306">
                  <c:v>3.8368052999999999E-2</c:v>
                </c:pt>
                <c:pt idx="2307">
                  <c:v>3.8445321000000005E-2</c:v>
                </c:pt>
                <c:pt idx="2308">
                  <c:v>3.8627138999999998E-2</c:v>
                </c:pt>
                <c:pt idx="2309">
                  <c:v>3.8437785000000002E-2</c:v>
                </c:pt>
                <c:pt idx="2310">
                  <c:v>3.7968188E-2</c:v>
                </c:pt>
                <c:pt idx="2311">
                  <c:v>3.7968188E-2</c:v>
                </c:pt>
                <c:pt idx="2312">
                  <c:v>3.7968902000000006E-2</c:v>
                </c:pt>
                <c:pt idx="2313">
                  <c:v>3.8218982999999998E-2</c:v>
                </c:pt>
                <c:pt idx="2314">
                  <c:v>3.8415801999999999E-2</c:v>
                </c:pt>
                <c:pt idx="2315">
                  <c:v>3.7971199000000004E-2</c:v>
                </c:pt>
                <c:pt idx="2316">
                  <c:v>3.7849572999999997E-2</c:v>
                </c:pt>
                <c:pt idx="2317">
                  <c:v>3.8204544999999999E-2</c:v>
                </c:pt>
                <c:pt idx="2318">
                  <c:v>3.8076362999999995E-2</c:v>
                </c:pt>
                <c:pt idx="2319">
                  <c:v>3.7974885E-2</c:v>
                </c:pt>
                <c:pt idx="2320">
                  <c:v>3.8262983E-2</c:v>
                </c:pt>
                <c:pt idx="2321">
                  <c:v>3.8202853000000002E-2</c:v>
                </c:pt>
                <c:pt idx="2322">
                  <c:v>3.8202853000000002E-2</c:v>
                </c:pt>
                <c:pt idx="2323">
                  <c:v>3.9404618000000002E-2</c:v>
                </c:pt>
                <c:pt idx="2324">
                  <c:v>3.9882634E-2</c:v>
                </c:pt>
                <c:pt idx="2325">
                  <c:v>3.9317917000000001E-2</c:v>
                </c:pt>
                <c:pt idx="2326">
                  <c:v>3.8943520000000002E-2</c:v>
                </c:pt>
                <c:pt idx="2327">
                  <c:v>3.8691503000000002E-2</c:v>
                </c:pt>
                <c:pt idx="2328">
                  <c:v>3.7832967000000002E-2</c:v>
                </c:pt>
                <c:pt idx="2329">
                  <c:v>3.8388348000000003E-2</c:v>
                </c:pt>
                <c:pt idx="2330">
                  <c:v>3.8993254000000005E-2</c:v>
                </c:pt>
                <c:pt idx="2331">
                  <c:v>3.9105036999999995E-2</c:v>
                </c:pt>
                <c:pt idx="2332">
                  <c:v>3.8697941E-2</c:v>
                </c:pt>
                <c:pt idx="2333">
                  <c:v>3.8279987000000001E-2</c:v>
                </c:pt>
                <c:pt idx="2334">
                  <c:v>3.7909413999999995E-2</c:v>
                </c:pt>
                <c:pt idx="2335">
                  <c:v>3.7601710000000003E-2</c:v>
                </c:pt>
                <c:pt idx="2336">
                  <c:v>3.7571534000000004E-2</c:v>
                </c:pt>
                <c:pt idx="2337">
                  <c:v>3.8335161E-2</c:v>
                </c:pt>
                <c:pt idx="2338">
                  <c:v>3.7759345999999999E-2</c:v>
                </c:pt>
                <c:pt idx="2339">
                  <c:v>3.6987565E-2</c:v>
                </c:pt>
                <c:pt idx="2340">
                  <c:v>3.6844429999999997E-2</c:v>
                </c:pt>
                <c:pt idx="2341">
                  <c:v>3.6924369999999998E-2</c:v>
                </c:pt>
                <c:pt idx="2342">
                  <c:v>3.6474797000000003E-2</c:v>
                </c:pt>
                <c:pt idx="2343">
                  <c:v>3.6474797000000003E-2</c:v>
                </c:pt>
                <c:pt idx="2344">
                  <c:v>3.6105385999999996E-2</c:v>
                </c:pt>
                <c:pt idx="2345">
                  <c:v>3.6400479999999999E-2</c:v>
                </c:pt>
                <c:pt idx="2346">
                  <c:v>3.6033662000000001E-2</c:v>
                </c:pt>
                <c:pt idx="2347">
                  <c:v>3.5840272999999999E-2</c:v>
                </c:pt>
                <c:pt idx="2348">
                  <c:v>3.5840272999999999E-2</c:v>
                </c:pt>
                <c:pt idx="2349">
                  <c:v>3.5852542000000001E-2</c:v>
                </c:pt>
                <c:pt idx="2350">
                  <c:v>3.5653899000000003E-2</c:v>
                </c:pt>
                <c:pt idx="2351">
                  <c:v>3.4777667000000005E-2</c:v>
                </c:pt>
                <c:pt idx="2352">
                  <c:v>3.4490841000000001E-2</c:v>
                </c:pt>
                <c:pt idx="2353">
                  <c:v>3.4582589000000004E-2</c:v>
                </c:pt>
                <c:pt idx="2354">
                  <c:v>3.4273483E-2</c:v>
                </c:pt>
                <c:pt idx="2355">
                  <c:v>3.4643607999999999E-2</c:v>
                </c:pt>
                <c:pt idx="2356">
                  <c:v>3.4218469000000001E-2</c:v>
                </c:pt>
                <c:pt idx="2357">
                  <c:v>3.4638447000000003E-2</c:v>
                </c:pt>
                <c:pt idx="2358">
                  <c:v>3.5122201999999998E-2</c:v>
                </c:pt>
                <c:pt idx="2359">
                  <c:v>3.5122201999999998E-2</c:v>
                </c:pt>
                <c:pt idx="2360">
                  <c:v>3.4805678999999999E-2</c:v>
                </c:pt>
                <c:pt idx="2361">
                  <c:v>3.5282964999999999E-2</c:v>
                </c:pt>
                <c:pt idx="2362">
                  <c:v>3.5773813000000002E-2</c:v>
                </c:pt>
                <c:pt idx="2363">
                  <c:v>3.6118963000000004E-2</c:v>
                </c:pt>
                <c:pt idx="2364">
                  <c:v>3.5991282999999999E-2</c:v>
                </c:pt>
                <c:pt idx="2365">
                  <c:v>3.6150685000000002E-2</c:v>
                </c:pt>
                <c:pt idx="2366">
                  <c:v>3.6084106999999997E-2</c:v>
                </c:pt>
                <c:pt idx="2367">
                  <c:v>3.6289944999999997E-2</c:v>
                </c:pt>
                <c:pt idx="2368">
                  <c:v>3.6770852999999999E-2</c:v>
                </c:pt>
                <c:pt idx="2369">
                  <c:v>3.6615571999999999E-2</c:v>
                </c:pt>
                <c:pt idx="2370">
                  <c:v>3.6724634999999999E-2</c:v>
                </c:pt>
                <c:pt idx="2371">
                  <c:v>3.6225044000000005E-2</c:v>
                </c:pt>
                <c:pt idx="2372">
                  <c:v>3.7115706999999998E-2</c:v>
                </c:pt>
                <c:pt idx="2373">
                  <c:v>3.7958913000000004E-2</c:v>
                </c:pt>
                <c:pt idx="2374">
                  <c:v>3.7827728000000005E-2</c:v>
                </c:pt>
                <c:pt idx="2375">
                  <c:v>3.7665944E-2</c:v>
                </c:pt>
                <c:pt idx="2376">
                  <c:v>3.6991251999999995E-2</c:v>
                </c:pt>
                <c:pt idx="2377">
                  <c:v>3.7119089000000001E-2</c:v>
                </c:pt>
                <c:pt idx="2378">
                  <c:v>3.7457474999999997E-2</c:v>
                </c:pt>
                <c:pt idx="2379">
                  <c:v>3.7457474999999997E-2</c:v>
                </c:pt>
                <c:pt idx="2380">
                  <c:v>3.7785192999999995E-2</c:v>
                </c:pt>
                <c:pt idx="2381">
                  <c:v>3.7187824000000001E-2</c:v>
                </c:pt>
                <c:pt idx="2382">
                  <c:v>3.6608456000000004E-2</c:v>
                </c:pt>
                <c:pt idx="2383">
                  <c:v>3.6747422000000002E-2</c:v>
                </c:pt>
                <c:pt idx="2384">
                  <c:v>3.6367168999999998E-2</c:v>
                </c:pt>
                <c:pt idx="2385">
                  <c:v>3.7047422999999996E-2</c:v>
                </c:pt>
                <c:pt idx="2386">
                  <c:v>3.6752014999999999E-2</c:v>
                </c:pt>
                <c:pt idx="2387">
                  <c:v>3.6830676E-2</c:v>
                </c:pt>
                <c:pt idx="2388">
                  <c:v>3.6965075999999999E-2</c:v>
                </c:pt>
                <c:pt idx="2389">
                  <c:v>3.6628865000000004E-2</c:v>
                </c:pt>
                <c:pt idx="2390">
                  <c:v>3.6186763999999996E-2</c:v>
                </c:pt>
                <c:pt idx="2391">
                  <c:v>3.6186060999999999E-2</c:v>
                </c:pt>
                <c:pt idx="2392">
                  <c:v>3.6013877999999999E-2</c:v>
                </c:pt>
                <c:pt idx="2393">
                  <c:v>3.5078682999999999E-2</c:v>
                </c:pt>
                <c:pt idx="2394">
                  <c:v>3.4405806999999997E-2</c:v>
                </c:pt>
                <c:pt idx="2395">
                  <c:v>3.4471678000000006E-2</c:v>
                </c:pt>
                <c:pt idx="2396">
                  <c:v>3.3925099E-2</c:v>
                </c:pt>
                <c:pt idx="2397">
                  <c:v>3.3644902999999997E-2</c:v>
                </c:pt>
                <c:pt idx="2398">
                  <c:v>3.3976013999999999E-2</c:v>
                </c:pt>
                <c:pt idx="2399">
                  <c:v>3.3681643000000004E-2</c:v>
                </c:pt>
                <c:pt idx="2400">
                  <c:v>3.3993756999999999E-2</c:v>
                </c:pt>
                <c:pt idx="2401">
                  <c:v>3.3385790999999998E-2</c:v>
                </c:pt>
                <c:pt idx="2402">
                  <c:v>3.2873649999999997E-2</c:v>
                </c:pt>
                <c:pt idx="2403">
                  <c:v>3.2678774000000001E-2</c:v>
                </c:pt>
                <c:pt idx="2404">
                  <c:v>3.2985160999999999E-2</c:v>
                </c:pt>
                <c:pt idx="2405">
                  <c:v>3.2821832999999995E-2</c:v>
                </c:pt>
                <c:pt idx="2406">
                  <c:v>3.1642178E-2</c:v>
                </c:pt>
                <c:pt idx="2407">
                  <c:v>3.1303633999999997E-2</c:v>
                </c:pt>
                <c:pt idx="2408">
                  <c:v>3.1584347999999998E-2</c:v>
                </c:pt>
                <c:pt idx="2409">
                  <c:v>3.1679156E-2</c:v>
                </c:pt>
                <c:pt idx="2410">
                  <c:v>3.1636282999999994E-2</c:v>
                </c:pt>
                <c:pt idx="2411">
                  <c:v>3.1824254000000003E-2</c:v>
                </c:pt>
                <c:pt idx="2412">
                  <c:v>3.1553785000000001E-2</c:v>
                </c:pt>
                <c:pt idx="2413">
                  <c:v>3.1553785000000001E-2</c:v>
                </c:pt>
                <c:pt idx="2414">
                  <c:v>3.0408544999999999E-2</c:v>
                </c:pt>
                <c:pt idx="2415">
                  <c:v>3.0552935000000003E-2</c:v>
                </c:pt>
                <c:pt idx="2416">
                  <c:v>3.1339118999999999E-2</c:v>
                </c:pt>
                <c:pt idx="2417">
                  <c:v>3.0924939999999998E-2</c:v>
                </c:pt>
                <c:pt idx="2418">
                  <c:v>3.0993964999999998E-2</c:v>
                </c:pt>
                <c:pt idx="2419">
                  <c:v>3.1242721000000001E-2</c:v>
                </c:pt>
                <c:pt idx="2420">
                  <c:v>3.0927487000000004E-2</c:v>
                </c:pt>
                <c:pt idx="2421">
                  <c:v>3.0453820000000003E-2</c:v>
                </c:pt>
                <c:pt idx="2422">
                  <c:v>3.0362976999999999E-2</c:v>
                </c:pt>
                <c:pt idx="2423">
                  <c:v>3.0815937000000002E-2</c:v>
                </c:pt>
                <c:pt idx="2424">
                  <c:v>3.0588238E-2</c:v>
                </c:pt>
                <c:pt idx="2425">
                  <c:v>3.0493234999999997E-2</c:v>
                </c:pt>
                <c:pt idx="2426">
                  <c:v>3.0789442000000004E-2</c:v>
                </c:pt>
                <c:pt idx="2427">
                  <c:v>3.0694141000000001E-2</c:v>
                </c:pt>
                <c:pt idx="2428">
                  <c:v>3.0596483000000001E-2</c:v>
                </c:pt>
                <c:pt idx="2429">
                  <c:v>3.0772300000000002E-2</c:v>
                </c:pt>
                <c:pt idx="2430">
                  <c:v>3.1968152E-2</c:v>
                </c:pt>
                <c:pt idx="2431">
                  <c:v>3.1563483000000003E-2</c:v>
                </c:pt>
                <c:pt idx="2432">
                  <c:v>3.1833272000000003E-2</c:v>
                </c:pt>
                <c:pt idx="2433">
                  <c:v>3.0121377000000001E-2</c:v>
                </c:pt>
                <c:pt idx="2434">
                  <c:v>2.9717881000000002E-2</c:v>
                </c:pt>
                <c:pt idx="2435">
                  <c:v>3.0834265E-2</c:v>
                </c:pt>
                <c:pt idx="2436">
                  <c:v>3.2111308000000005E-2</c:v>
                </c:pt>
                <c:pt idx="2437">
                  <c:v>3.4433508000000002E-2</c:v>
                </c:pt>
                <c:pt idx="2438">
                  <c:v>3.5441613000000004E-2</c:v>
                </c:pt>
                <c:pt idx="2439">
                  <c:v>3.3486257999999998E-2</c:v>
                </c:pt>
                <c:pt idx="2440">
                  <c:v>3.3376412000000001E-2</c:v>
                </c:pt>
                <c:pt idx="2441">
                  <c:v>3.2735259000000003E-2</c:v>
                </c:pt>
                <c:pt idx="2442">
                  <c:v>3.2620485999999997E-2</c:v>
                </c:pt>
                <c:pt idx="2443">
                  <c:v>3.3354957999999997E-2</c:v>
                </c:pt>
                <c:pt idx="2444">
                  <c:v>3.3714437E-2</c:v>
                </c:pt>
                <c:pt idx="2445">
                  <c:v>3.4606828999999999E-2</c:v>
                </c:pt>
                <c:pt idx="2446">
                  <c:v>3.5267398999999998E-2</c:v>
                </c:pt>
                <c:pt idx="2447">
                  <c:v>3.7180271000000001E-2</c:v>
                </c:pt>
                <c:pt idx="2448">
                  <c:v>3.7315424E-2</c:v>
                </c:pt>
                <c:pt idx="2449">
                  <c:v>3.7748437999999995E-2</c:v>
                </c:pt>
                <c:pt idx="2450">
                  <c:v>3.9051504000000001E-2</c:v>
                </c:pt>
                <c:pt idx="2451">
                  <c:v>3.8662639999999998E-2</c:v>
                </c:pt>
                <c:pt idx="2452">
                  <c:v>3.7042437000000004E-2</c:v>
                </c:pt>
                <c:pt idx="2453">
                  <c:v>3.7924327000000001E-2</c:v>
                </c:pt>
                <c:pt idx="2454">
                  <c:v>3.7924327000000001E-2</c:v>
                </c:pt>
                <c:pt idx="2455">
                  <c:v>3.7987873999999998E-2</c:v>
                </c:pt>
                <c:pt idx="2456">
                  <c:v>3.7302129000000003E-2</c:v>
                </c:pt>
                <c:pt idx="2457">
                  <c:v>3.7074665E-2</c:v>
                </c:pt>
                <c:pt idx="2458">
                  <c:v>3.8185192E-2</c:v>
                </c:pt>
                <c:pt idx="2459">
                  <c:v>3.8275653E-2</c:v>
                </c:pt>
                <c:pt idx="2460">
                  <c:v>3.8773593000000002E-2</c:v>
                </c:pt>
                <c:pt idx="2461">
                  <c:v>3.8632731999999996E-2</c:v>
                </c:pt>
                <c:pt idx="2462">
                  <c:v>3.7607119000000001E-2</c:v>
                </c:pt>
                <c:pt idx="2463">
                  <c:v>3.8127713000000001E-2</c:v>
                </c:pt>
                <c:pt idx="2464">
                  <c:v>3.7545866999999997E-2</c:v>
                </c:pt>
                <c:pt idx="2465">
                  <c:v>3.6832244E-2</c:v>
                </c:pt>
                <c:pt idx="2466">
                  <c:v>3.6804514999999996E-2</c:v>
                </c:pt>
                <c:pt idx="2467">
                  <c:v>3.6988712999999999E-2</c:v>
                </c:pt>
                <c:pt idx="2468">
                  <c:v>3.6384843E-2</c:v>
                </c:pt>
                <c:pt idx="2469">
                  <c:v>3.5806623000000003E-2</c:v>
                </c:pt>
                <c:pt idx="2470">
                  <c:v>3.6112414000000002E-2</c:v>
                </c:pt>
                <c:pt idx="2471">
                  <c:v>3.6766526000000001E-2</c:v>
                </c:pt>
                <c:pt idx="2472">
                  <c:v>3.6602116000000004E-2</c:v>
                </c:pt>
                <c:pt idx="2473">
                  <c:v>3.6946394E-2</c:v>
                </c:pt>
                <c:pt idx="2474">
                  <c:v>3.7229070000000003E-2</c:v>
                </c:pt>
                <c:pt idx="2475">
                  <c:v>3.7775137E-2</c:v>
                </c:pt>
                <c:pt idx="2476">
                  <c:v>3.8329914E-2</c:v>
                </c:pt>
                <c:pt idx="2477">
                  <c:v>3.8296384999999995E-2</c:v>
                </c:pt>
                <c:pt idx="2478">
                  <c:v>3.8059349999999999E-2</c:v>
                </c:pt>
                <c:pt idx="2479">
                  <c:v>3.8059349999999999E-2</c:v>
                </c:pt>
                <c:pt idx="2480">
                  <c:v>3.8050777000000001E-2</c:v>
                </c:pt>
                <c:pt idx="2481">
                  <c:v>3.7396033000000002E-2</c:v>
                </c:pt>
                <c:pt idx="2482">
                  <c:v>3.6847247E-2</c:v>
                </c:pt>
                <c:pt idx="2483">
                  <c:v>3.6594214999999999E-2</c:v>
                </c:pt>
                <c:pt idx="2484">
                  <c:v>3.6439909999999999E-2</c:v>
                </c:pt>
                <c:pt idx="2485">
                  <c:v>3.5631661000000002E-2</c:v>
                </c:pt>
                <c:pt idx="2486">
                  <c:v>3.6018418000000003E-2</c:v>
                </c:pt>
                <c:pt idx="2487">
                  <c:v>3.6504561999999997E-2</c:v>
                </c:pt>
                <c:pt idx="2488">
                  <c:v>3.6829089000000002E-2</c:v>
                </c:pt>
                <c:pt idx="2489">
                  <c:v>3.6721072E-2</c:v>
                </c:pt>
                <c:pt idx="2490">
                  <c:v>3.6497995999999998E-2</c:v>
                </c:pt>
                <c:pt idx="2491">
                  <c:v>3.6665757E-2</c:v>
                </c:pt>
                <c:pt idx="2492">
                  <c:v>3.6079325000000002E-2</c:v>
                </c:pt>
                <c:pt idx="2493">
                  <c:v>3.5503564000000001E-2</c:v>
                </c:pt>
                <c:pt idx="2494">
                  <c:v>3.5285773999999999E-2</c:v>
                </c:pt>
                <c:pt idx="2495">
                  <c:v>3.4508982000000001E-2</c:v>
                </c:pt>
                <c:pt idx="2496">
                  <c:v>3.4858001E-2</c:v>
                </c:pt>
                <c:pt idx="2497">
                  <c:v>3.4756622000000001E-2</c:v>
                </c:pt>
                <c:pt idx="2498">
                  <c:v>3.4762473000000002E-2</c:v>
                </c:pt>
                <c:pt idx="2499">
                  <c:v>3.4304876000000005E-2</c:v>
                </c:pt>
                <c:pt idx="2500">
                  <c:v>3.4325065000000002E-2</c:v>
                </c:pt>
                <c:pt idx="2501">
                  <c:v>3.3796080999999999E-2</c:v>
                </c:pt>
                <c:pt idx="2502">
                  <c:v>3.4352555E-2</c:v>
                </c:pt>
                <c:pt idx="2503">
                  <c:v>3.4739816999999999E-2</c:v>
                </c:pt>
                <c:pt idx="2504">
                  <c:v>3.3972848999999999E-2</c:v>
                </c:pt>
                <c:pt idx="2505">
                  <c:v>3.4315559000000002E-2</c:v>
                </c:pt>
                <c:pt idx="2506">
                  <c:v>3.4531918000000002E-2</c:v>
                </c:pt>
                <c:pt idx="2507">
                  <c:v>3.4248775999999995E-2</c:v>
                </c:pt>
                <c:pt idx="2508">
                  <c:v>3.4400196000000001E-2</c:v>
                </c:pt>
                <c:pt idx="2509">
                  <c:v>3.4700945000000004E-2</c:v>
                </c:pt>
                <c:pt idx="2510">
                  <c:v>3.3878250000000006E-2</c:v>
                </c:pt>
                <c:pt idx="2511">
                  <c:v>3.3646125999999998E-2</c:v>
                </c:pt>
                <c:pt idx="2512">
                  <c:v>3.4056293000000001E-2</c:v>
                </c:pt>
                <c:pt idx="2513">
                  <c:v>3.3745636000000002E-2</c:v>
                </c:pt>
                <c:pt idx="2514">
                  <c:v>3.3813085E-2</c:v>
                </c:pt>
                <c:pt idx="2515">
                  <c:v>3.4628656000000001E-2</c:v>
                </c:pt>
                <c:pt idx="2516">
                  <c:v>3.4347397000000002E-2</c:v>
                </c:pt>
                <c:pt idx="2517">
                  <c:v>3.4664353999999994E-2</c:v>
                </c:pt>
                <c:pt idx="2518">
                  <c:v>3.3656074000000001E-2</c:v>
                </c:pt>
                <c:pt idx="2519">
                  <c:v>3.5057539999999998E-2</c:v>
                </c:pt>
                <c:pt idx="2520">
                  <c:v>3.5345162999999999E-2</c:v>
                </c:pt>
                <c:pt idx="2521">
                  <c:v>3.4399952000000004E-2</c:v>
                </c:pt>
                <c:pt idx="2522">
                  <c:v>3.4097664E-2</c:v>
                </c:pt>
                <c:pt idx="2523">
                  <c:v>3.3588307999999997E-2</c:v>
                </c:pt>
                <c:pt idx="2524">
                  <c:v>3.3588307999999997E-2</c:v>
                </c:pt>
                <c:pt idx="2525">
                  <c:v>3.3941228000000004E-2</c:v>
                </c:pt>
                <c:pt idx="2526">
                  <c:v>3.3489654000000001E-2</c:v>
                </c:pt>
                <c:pt idx="2527">
                  <c:v>3.2914037E-2</c:v>
                </c:pt>
                <c:pt idx="2528">
                  <c:v>3.2749335999999997E-2</c:v>
                </c:pt>
                <c:pt idx="2529">
                  <c:v>3.3113491000000002E-2</c:v>
                </c:pt>
                <c:pt idx="2530">
                  <c:v>3.3240867E-2</c:v>
                </c:pt>
                <c:pt idx="2531">
                  <c:v>3.2954061999999999E-2</c:v>
                </c:pt>
                <c:pt idx="2532">
                  <c:v>3.2762854000000001E-2</c:v>
                </c:pt>
                <c:pt idx="2533">
                  <c:v>3.3022638999999999E-2</c:v>
                </c:pt>
                <c:pt idx="2534">
                  <c:v>3.3204653000000001E-2</c:v>
                </c:pt>
                <c:pt idx="2535">
                  <c:v>3.3867039000000002E-2</c:v>
                </c:pt>
                <c:pt idx="2536">
                  <c:v>3.3741352999999995E-2</c:v>
                </c:pt>
                <c:pt idx="2537">
                  <c:v>3.3700799000000004E-2</c:v>
                </c:pt>
                <c:pt idx="2538">
                  <c:v>3.3377814999999998E-2</c:v>
                </c:pt>
                <c:pt idx="2539">
                  <c:v>3.3728933999999995E-2</c:v>
                </c:pt>
                <c:pt idx="2540">
                  <c:v>3.3957299999999996E-2</c:v>
                </c:pt>
                <c:pt idx="2541">
                  <c:v>3.3338493999999996E-2</c:v>
                </c:pt>
                <c:pt idx="2542">
                  <c:v>3.3856054000000003E-2</c:v>
                </c:pt>
                <c:pt idx="2543">
                  <c:v>3.3762952999999998E-2</c:v>
                </c:pt>
                <c:pt idx="2544">
                  <c:v>3.3819929999999998E-2</c:v>
                </c:pt>
                <c:pt idx="2545">
                  <c:v>3.3551767000000003E-2</c:v>
                </c:pt>
                <c:pt idx="2546">
                  <c:v>3.3440060000000001E-2</c:v>
                </c:pt>
                <c:pt idx="2547">
                  <c:v>3.3204892999999999E-2</c:v>
                </c:pt>
                <c:pt idx="2548">
                  <c:v>3.3456909E-2</c:v>
                </c:pt>
                <c:pt idx="2549">
                  <c:v>3.3456909E-2</c:v>
                </c:pt>
                <c:pt idx="2550">
                  <c:v>3.2796410999999998E-2</c:v>
                </c:pt>
                <c:pt idx="2551">
                  <c:v>3.3028808E-2</c:v>
                </c:pt>
                <c:pt idx="2552">
                  <c:v>3.2516853999999998E-2</c:v>
                </c:pt>
                <c:pt idx="2553">
                  <c:v>3.2423884E-2</c:v>
                </c:pt>
                <c:pt idx="2554">
                  <c:v>3.3318897E-2</c:v>
                </c:pt>
                <c:pt idx="2555">
                  <c:v>3.3694070999999999E-2</c:v>
                </c:pt>
                <c:pt idx="2556">
                  <c:v>3.3848585E-2</c:v>
                </c:pt>
                <c:pt idx="2557">
                  <c:v>3.3290068999999999E-2</c:v>
                </c:pt>
                <c:pt idx="2558">
                  <c:v>3.3334293000000001E-2</c:v>
                </c:pt>
                <c:pt idx="2559">
                  <c:v>3.3133246000000005E-2</c:v>
                </c:pt>
                <c:pt idx="2560">
                  <c:v>3.2740514999999998E-2</c:v>
                </c:pt>
                <c:pt idx="2561">
                  <c:v>3.2740692000000002E-2</c:v>
                </c:pt>
                <c:pt idx="2562">
                  <c:v>3.3217698999999996E-2</c:v>
                </c:pt>
                <c:pt idx="2563">
                  <c:v>3.3680448000000002E-2</c:v>
                </c:pt>
                <c:pt idx="2564">
                  <c:v>3.3403515000000002E-2</c:v>
                </c:pt>
                <c:pt idx="2565">
                  <c:v>3.3419054999999996E-2</c:v>
                </c:pt>
                <c:pt idx="2566">
                  <c:v>3.3359203000000004E-2</c:v>
                </c:pt>
                <c:pt idx="2567">
                  <c:v>3.3507906000000004E-2</c:v>
                </c:pt>
                <c:pt idx="2568">
                  <c:v>3.2711649000000002E-2</c:v>
                </c:pt>
                <c:pt idx="2569">
                  <c:v>3.2772167000000005E-2</c:v>
                </c:pt>
                <c:pt idx="2570">
                  <c:v>3.2124747000000002E-2</c:v>
                </c:pt>
                <c:pt idx="2571">
                  <c:v>3.2926273999999998E-2</c:v>
                </c:pt>
                <c:pt idx="2572">
                  <c:v>3.2926273999999998E-2</c:v>
                </c:pt>
                <c:pt idx="2573">
                  <c:v>3.2553449999999998E-2</c:v>
                </c:pt>
                <c:pt idx="2574">
                  <c:v>3.2159059999999996E-2</c:v>
                </c:pt>
                <c:pt idx="2575">
                  <c:v>3.3194369000000001E-2</c:v>
                </c:pt>
                <c:pt idx="2576">
                  <c:v>3.3685857999999999E-2</c:v>
                </c:pt>
                <c:pt idx="2577">
                  <c:v>3.3247103E-2</c:v>
                </c:pt>
                <c:pt idx="2578">
                  <c:v>3.3129327E-2</c:v>
                </c:pt>
                <c:pt idx="2579">
                  <c:v>3.3802303999999998E-2</c:v>
                </c:pt>
                <c:pt idx="2580">
                  <c:v>3.4259933999999999E-2</c:v>
                </c:pt>
                <c:pt idx="2581">
                  <c:v>3.3146017999999999E-2</c:v>
                </c:pt>
                <c:pt idx="2582">
                  <c:v>3.3146017999999999E-2</c:v>
                </c:pt>
                <c:pt idx="2583">
                  <c:v>3.3146017999999999E-2</c:v>
                </c:pt>
                <c:pt idx="2584">
                  <c:v>3.4086822999999995E-2</c:v>
                </c:pt>
                <c:pt idx="2585">
                  <c:v>3.4950168000000004E-2</c:v>
                </c:pt>
                <c:pt idx="2586">
                  <c:v>3.3529428999999999E-2</c:v>
                </c:pt>
                <c:pt idx="2587">
                  <c:v>3.3595040999999999E-2</c:v>
                </c:pt>
                <c:pt idx="2588">
                  <c:v>3.3668337999999999E-2</c:v>
                </c:pt>
                <c:pt idx="2589">
                  <c:v>3.3871789999999999E-2</c:v>
                </c:pt>
                <c:pt idx="2590">
                  <c:v>3.2027394000000001E-2</c:v>
                </c:pt>
                <c:pt idx="2591">
                  <c:v>3.1574779999999997E-2</c:v>
                </c:pt>
                <c:pt idx="2592">
                  <c:v>3.1680650000000005E-2</c:v>
                </c:pt>
                <c:pt idx="2593">
                  <c:v>3.1072719999999998E-2</c:v>
                </c:pt>
                <c:pt idx="2594">
                  <c:v>3.1809897000000004E-2</c:v>
                </c:pt>
                <c:pt idx="2595">
                  <c:v>3.0255219E-2</c:v>
                </c:pt>
                <c:pt idx="2596">
                  <c:v>3.0577202999999997E-2</c:v>
                </c:pt>
                <c:pt idx="2597">
                  <c:v>3.1114684999999996E-2</c:v>
                </c:pt>
                <c:pt idx="2598">
                  <c:v>3.1888332999999998E-2</c:v>
                </c:pt>
                <c:pt idx="2599">
                  <c:v>3.1502216999999999E-2</c:v>
                </c:pt>
                <c:pt idx="2600">
                  <c:v>3.1634696000000004E-2</c:v>
                </c:pt>
                <c:pt idx="2601">
                  <c:v>3.1298191000000003E-2</c:v>
                </c:pt>
                <c:pt idx="2602">
                  <c:v>3.1032231E-2</c:v>
                </c:pt>
                <c:pt idx="2603">
                  <c:v>3.1032231E-2</c:v>
                </c:pt>
                <c:pt idx="2604">
                  <c:v>3.0902614999999998E-2</c:v>
                </c:pt>
                <c:pt idx="2605">
                  <c:v>3.0553715999999998E-2</c:v>
                </c:pt>
                <c:pt idx="2606">
                  <c:v>3.1518640000000001E-2</c:v>
                </c:pt>
                <c:pt idx="2607">
                  <c:v>3.0748689999999999E-2</c:v>
                </c:pt>
                <c:pt idx="2608">
                  <c:v>3.0985327999999999E-2</c:v>
                </c:pt>
                <c:pt idx="2609">
                  <c:v>3.0681381000000001E-2</c:v>
                </c:pt>
                <c:pt idx="2610">
                  <c:v>2.9774635000000001E-2</c:v>
                </c:pt>
                <c:pt idx="2611">
                  <c:v>2.8541154999999999E-2</c:v>
                </c:pt>
                <c:pt idx="2612">
                  <c:v>2.9404595000000002E-2</c:v>
                </c:pt>
                <c:pt idx="2613">
                  <c:v>3.0296431000000002E-2</c:v>
                </c:pt>
                <c:pt idx="2614">
                  <c:v>3.0562320999999996E-2</c:v>
                </c:pt>
                <c:pt idx="2615">
                  <c:v>3.0119488999999999E-2</c:v>
                </c:pt>
                <c:pt idx="2616">
                  <c:v>2.9989686999999998E-2</c:v>
                </c:pt>
                <c:pt idx="2617">
                  <c:v>3.0297106000000001E-2</c:v>
                </c:pt>
                <c:pt idx="2618">
                  <c:v>3.0072089E-2</c:v>
                </c:pt>
                <c:pt idx="2619">
                  <c:v>3.0072089E-2</c:v>
                </c:pt>
                <c:pt idx="2620">
                  <c:v>2.9828753999999999E-2</c:v>
                </c:pt>
                <c:pt idx="2621">
                  <c:v>3.0149158999999998E-2</c:v>
                </c:pt>
                <c:pt idx="2622">
                  <c:v>2.9283325000000002E-2</c:v>
                </c:pt>
                <c:pt idx="2623">
                  <c:v>3.0049259000000002E-2</c:v>
                </c:pt>
                <c:pt idx="2624">
                  <c:v>3.0107929999999998E-2</c:v>
                </c:pt>
                <c:pt idx="2625">
                  <c:v>3.0642036000000001E-2</c:v>
                </c:pt>
                <c:pt idx="2626">
                  <c:v>2.9926911E-2</c:v>
                </c:pt>
                <c:pt idx="2627">
                  <c:v>3.0469435E-2</c:v>
                </c:pt>
                <c:pt idx="2628">
                  <c:v>3.1229494999999996E-2</c:v>
                </c:pt>
                <c:pt idx="2629">
                  <c:v>3.1153849000000001E-2</c:v>
                </c:pt>
                <c:pt idx="2630">
                  <c:v>3.0483978999999998E-2</c:v>
                </c:pt>
                <c:pt idx="2631">
                  <c:v>2.9899754000000001E-2</c:v>
                </c:pt>
                <c:pt idx="2632">
                  <c:v>2.9480112000000003E-2</c:v>
                </c:pt>
                <c:pt idx="2633">
                  <c:v>2.8845549999999998E-2</c:v>
                </c:pt>
                <c:pt idx="2634">
                  <c:v>2.9295934999999999E-2</c:v>
                </c:pt>
                <c:pt idx="2635">
                  <c:v>2.8282834000000003E-2</c:v>
                </c:pt>
                <c:pt idx="2636">
                  <c:v>2.9165321999999997E-2</c:v>
                </c:pt>
                <c:pt idx="2637">
                  <c:v>2.8720960000000004E-2</c:v>
                </c:pt>
                <c:pt idx="2638">
                  <c:v>2.9005340000000001E-2</c:v>
                </c:pt>
                <c:pt idx="2639">
                  <c:v>2.9322478999999999E-2</c:v>
                </c:pt>
                <c:pt idx="2640">
                  <c:v>2.9534853E-2</c:v>
                </c:pt>
                <c:pt idx="2641">
                  <c:v>2.9328419000000001E-2</c:v>
                </c:pt>
                <c:pt idx="2642">
                  <c:v>2.9744321000000001E-2</c:v>
                </c:pt>
                <c:pt idx="2643">
                  <c:v>2.9537785000000004E-2</c:v>
                </c:pt>
                <c:pt idx="2644">
                  <c:v>2.9537785000000004E-2</c:v>
                </c:pt>
                <c:pt idx="2645">
                  <c:v>3.077821E-2</c:v>
                </c:pt>
                <c:pt idx="2646">
                  <c:v>3.0471829999999998E-2</c:v>
                </c:pt>
                <c:pt idx="2647">
                  <c:v>3.0596827000000004E-2</c:v>
                </c:pt>
                <c:pt idx="2648">
                  <c:v>3.0838731999999997E-2</c:v>
                </c:pt>
                <c:pt idx="2649">
                  <c:v>3.0829264000000002E-2</c:v>
                </c:pt>
                <c:pt idx="2650">
                  <c:v>3.0918056999999999E-2</c:v>
                </c:pt>
                <c:pt idx="2651">
                  <c:v>3.0338411999999999E-2</c:v>
                </c:pt>
                <c:pt idx="2652">
                  <c:v>2.9251517000000001E-2</c:v>
                </c:pt>
                <c:pt idx="2653">
                  <c:v>3.0353719999999997E-2</c:v>
                </c:pt>
                <c:pt idx="2654">
                  <c:v>3.0029217999999996E-2</c:v>
                </c:pt>
                <c:pt idx="2655">
                  <c:v>2.9764201000000004E-2</c:v>
                </c:pt>
                <c:pt idx="2656">
                  <c:v>3.0169697000000002E-2</c:v>
                </c:pt>
                <c:pt idx="2657">
                  <c:v>3.0952104000000001E-2</c:v>
                </c:pt>
                <c:pt idx="2658">
                  <c:v>3.0690447999999999E-2</c:v>
                </c:pt>
                <c:pt idx="2659">
                  <c:v>3.1095645999999998E-2</c:v>
                </c:pt>
                <c:pt idx="2660">
                  <c:v>3.1379495E-2</c:v>
                </c:pt>
                <c:pt idx="2661">
                  <c:v>3.2502740000000002E-2</c:v>
                </c:pt>
                <c:pt idx="2662">
                  <c:v>3.1802897999999996E-2</c:v>
                </c:pt>
                <c:pt idx="2663">
                  <c:v>3.1499340000000001E-2</c:v>
                </c:pt>
                <c:pt idx="2664">
                  <c:v>3.1026782999999999E-2</c:v>
                </c:pt>
                <c:pt idx="2665">
                  <c:v>3.1008091999999998E-2</c:v>
                </c:pt>
                <c:pt idx="2666">
                  <c:v>3.0722512E-2</c:v>
                </c:pt>
                <c:pt idx="2667">
                  <c:v>3.0204011999999999E-2</c:v>
                </c:pt>
                <c:pt idx="2668">
                  <c:v>2.9718997E-2</c:v>
                </c:pt>
                <c:pt idx="2669">
                  <c:v>2.9855898999999998E-2</c:v>
                </c:pt>
                <c:pt idx="2670">
                  <c:v>2.9860019999999998E-2</c:v>
                </c:pt>
                <c:pt idx="2671">
                  <c:v>2.9762506000000001E-2</c:v>
                </c:pt>
                <c:pt idx="2672">
                  <c:v>2.9762610000000002E-2</c:v>
                </c:pt>
                <c:pt idx="2673">
                  <c:v>2.9690517999999996E-2</c:v>
                </c:pt>
                <c:pt idx="2674">
                  <c:v>2.9835136999999998E-2</c:v>
                </c:pt>
                <c:pt idx="2675">
                  <c:v>2.928039E-2</c:v>
                </c:pt>
                <c:pt idx="2676">
                  <c:v>2.8616627999999998E-2</c:v>
                </c:pt>
                <c:pt idx="2677">
                  <c:v>2.8847334999999998E-2</c:v>
                </c:pt>
                <c:pt idx="2678">
                  <c:v>2.8711802999999998E-2</c:v>
                </c:pt>
                <c:pt idx="2679">
                  <c:v>2.8745080999999999E-2</c:v>
                </c:pt>
                <c:pt idx="2680">
                  <c:v>2.9418593E-2</c:v>
                </c:pt>
                <c:pt idx="2681">
                  <c:v>2.9496953000000003E-2</c:v>
                </c:pt>
                <c:pt idx="2682">
                  <c:v>2.9220647000000002E-2</c:v>
                </c:pt>
                <c:pt idx="2683">
                  <c:v>2.9934042000000001E-2</c:v>
                </c:pt>
                <c:pt idx="2684">
                  <c:v>3.0201513999999999E-2</c:v>
                </c:pt>
                <c:pt idx="2685">
                  <c:v>3.0371199999999998E-2</c:v>
                </c:pt>
                <c:pt idx="2686">
                  <c:v>2.9911180000000002E-2</c:v>
                </c:pt>
                <c:pt idx="2687">
                  <c:v>2.9845782000000001E-2</c:v>
                </c:pt>
                <c:pt idx="2688">
                  <c:v>2.9845782000000001E-2</c:v>
                </c:pt>
                <c:pt idx="2689">
                  <c:v>3.0211714999999997E-2</c:v>
                </c:pt>
                <c:pt idx="2690">
                  <c:v>3.047265E-2</c:v>
                </c:pt>
                <c:pt idx="2691">
                  <c:v>3.0226035999999998E-2</c:v>
                </c:pt>
                <c:pt idx="2692">
                  <c:v>3.0287758000000001E-2</c:v>
                </c:pt>
                <c:pt idx="2693">
                  <c:v>3.0292516999999998E-2</c:v>
                </c:pt>
                <c:pt idx="2694">
                  <c:v>3.0348883E-2</c:v>
                </c:pt>
                <c:pt idx="2695">
                  <c:v>3.0405862000000002E-2</c:v>
                </c:pt>
                <c:pt idx="2696">
                  <c:v>3.0484957000000003E-2</c:v>
                </c:pt>
                <c:pt idx="2697">
                  <c:v>3.0714881999999999E-2</c:v>
                </c:pt>
                <c:pt idx="2698">
                  <c:v>3.0824939999999999E-2</c:v>
                </c:pt>
                <c:pt idx="2699">
                  <c:v>3.0988761E-2</c:v>
                </c:pt>
                <c:pt idx="2700">
                  <c:v>3.0428507E-2</c:v>
                </c:pt>
                <c:pt idx="2701">
                  <c:v>3.0784179999999998E-2</c:v>
                </c:pt>
                <c:pt idx="2702">
                  <c:v>3.0318351E-2</c:v>
                </c:pt>
                <c:pt idx="2703">
                  <c:v>3.0787385999999996E-2</c:v>
                </c:pt>
                <c:pt idx="2704">
                  <c:v>3.1071312999999996E-2</c:v>
                </c:pt>
                <c:pt idx="2705">
                  <c:v>3.1070625999999997E-2</c:v>
                </c:pt>
                <c:pt idx="2706">
                  <c:v>3.0628145999999998E-2</c:v>
                </c:pt>
                <c:pt idx="2707">
                  <c:v>3.0600358999999997E-2</c:v>
                </c:pt>
                <c:pt idx="2708">
                  <c:v>3.0748558000000002E-2</c:v>
                </c:pt>
                <c:pt idx="2709">
                  <c:v>3.093812E-2</c:v>
                </c:pt>
                <c:pt idx="2710">
                  <c:v>3.11589E-2</c:v>
                </c:pt>
                <c:pt idx="2711">
                  <c:v>3.1258850999999997E-2</c:v>
                </c:pt>
                <c:pt idx="2712">
                  <c:v>3.1909271000000003E-2</c:v>
                </c:pt>
                <c:pt idx="2713">
                  <c:v>3.1870548999999998E-2</c:v>
                </c:pt>
                <c:pt idx="2714">
                  <c:v>3.1870548999999998E-2</c:v>
                </c:pt>
                <c:pt idx="2715">
                  <c:v>3.2229140999999996E-2</c:v>
                </c:pt>
                <c:pt idx="2716">
                  <c:v>3.2647669999999997E-2</c:v>
                </c:pt>
                <c:pt idx="2717">
                  <c:v>3.1948562999999999E-2</c:v>
                </c:pt>
                <c:pt idx="2718">
                  <c:v>3.2647205000000006E-2</c:v>
                </c:pt>
                <c:pt idx="2719">
                  <c:v>3.2872160999999997E-2</c:v>
                </c:pt>
                <c:pt idx="2720">
                  <c:v>3.2811797999999996E-2</c:v>
                </c:pt>
                <c:pt idx="2721">
                  <c:v>3.3231000000000004E-2</c:v>
                </c:pt>
                <c:pt idx="2722">
                  <c:v>3.2783381E-2</c:v>
                </c:pt>
                <c:pt idx="2723">
                  <c:v>3.3159730999999998E-2</c:v>
                </c:pt>
                <c:pt idx="2724">
                  <c:v>3.3363717000000001E-2</c:v>
                </c:pt>
                <c:pt idx="2725">
                  <c:v>3.2523101999999998E-2</c:v>
                </c:pt>
                <c:pt idx="2726">
                  <c:v>3.3698469999999994E-2</c:v>
                </c:pt>
                <c:pt idx="2727">
                  <c:v>3.4031015999999997E-2</c:v>
                </c:pt>
                <c:pt idx="2728">
                  <c:v>3.4215675000000001E-2</c:v>
                </c:pt>
                <c:pt idx="2729">
                  <c:v>3.4254237999999999E-2</c:v>
                </c:pt>
                <c:pt idx="2730">
                  <c:v>3.4337583999999997E-2</c:v>
                </c:pt>
                <c:pt idx="2731">
                  <c:v>3.4473318000000003E-2</c:v>
                </c:pt>
                <c:pt idx="2732">
                  <c:v>3.5327411000000003E-2</c:v>
                </c:pt>
                <c:pt idx="2733">
                  <c:v>3.5828326000000001E-2</c:v>
                </c:pt>
                <c:pt idx="2734">
                  <c:v>3.5412349999999995E-2</c:v>
                </c:pt>
                <c:pt idx="2735">
                  <c:v>3.4331082999999998E-2</c:v>
                </c:pt>
                <c:pt idx="2736">
                  <c:v>3.3782389000000003E-2</c:v>
                </c:pt>
                <c:pt idx="2737">
                  <c:v>3.2589079999999999E-2</c:v>
                </c:pt>
                <c:pt idx="2738">
                  <c:v>3.2362152999999998E-2</c:v>
                </c:pt>
                <c:pt idx="2739">
                  <c:v>3.2362152999999998E-2</c:v>
                </c:pt>
                <c:pt idx="2740">
                  <c:v>3.2663195999999999E-2</c:v>
                </c:pt>
                <c:pt idx="2741">
                  <c:v>3.2935890000000002E-2</c:v>
                </c:pt>
                <c:pt idx="2742">
                  <c:v>3.2278045999999998E-2</c:v>
                </c:pt>
                <c:pt idx="2743">
                  <c:v>3.3426819000000003E-2</c:v>
                </c:pt>
                <c:pt idx="2744">
                  <c:v>3.4071563999999999E-2</c:v>
                </c:pt>
                <c:pt idx="2745">
                  <c:v>3.4256617999999996E-2</c:v>
                </c:pt>
                <c:pt idx="2746">
                  <c:v>3.4368491000000001E-2</c:v>
                </c:pt>
                <c:pt idx="2747">
                  <c:v>3.3916572999999998E-2</c:v>
                </c:pt>
                <c:pt idx="2748">
                  <c:v>3.4435039000000001E-2</c:v>
                </c:pt>
                <c:pt idx="2749">
                  <c:v>3.4402672000000002E-2</c:v>
                </c:pt>
                <c:pt idx="2750">
                  <c:v>3.4519378999999996E-2</c:v>
                </c:pt>
                <c:pt idx="2751">
                  <c:v>3.4008783000000001E-2</c:v>
                </c:pt>
                <c:pt idx="2752">
                  <c:v>3.3314308000000001E-2</c:v>
                </c:pt>
                <c:pt idx="2753">
                  <c:v>3.3415885999999999E-2</c:v>
                </c:pt>
                <c:pt idx="2754">
                  <c:v>3.3213527E-2</c:v>
                </c:pt>
                <c:pt idx="2755">
                  <c:v>3.3496651000000002E-2</c:v>
                </c:pt>
                <c:pt idx="2756">
                  <c:v>3.2809796000000002E-2</c:v>
                </c:pt>
                <c:pt idx="2757">
                  <c:v>3.2821158000000003E-2</c:v>
                </c:pt>
                <c:pt idx="2758">
                  <c:v>3.3336000000000005E-2</c:v>
                </c:pt>
                <c:pt idx="2759">
                  <c:v>3.3120294000000002E-2</c:v>
                </c:pt>
                <c:pt idx="2760">
                  <c:v>3.3678062000000002E-2</c:v>
                </c:pt>
                <c:pt idx="2761">
                  <c:v>3.3557148000000002E-2</c:v>
                </c:pt>
                <c:pt idx="2762">
                  <c:v>3.4763889999999999E-2</c:v>
                </c:pt>
                <c:pt idx="2763">
                  <c:v>3.4391931000000001E-2</c:v>
                </c:pt>
                <c:pt idx="2764">
                  <c:v>3.6642673000000001E-2</c:v>
                </c:pt>
                <c:pt idx="2765">
                  <c:v>3.9096891000000002E-2</c:v>
                </c:pt>
                <c:pt idx="2766">
                  <c:v>3.8938028E-2</c:v>
                </c:pt>
                <c:pt idx="2767">
                  <c:v>3.8905190999999999E-2</c:v>
                </c:pt>
                <c:pt idx="2768">
                  <c:v>3.9716012000000002E-2</c:v>
                </c:pt>
                <c:pt idx="2769">
                  <c:v>3.8686466000000003E-2</c:v>
                </c:pt>
                <c:pt idx="2770">
                  <c:v>3.9021586999999996E-2</c:v>
                </c:pt>
                <c:pt idx="2771">
                  <c:v>3.8824776000000005E-2</c:v>
                </c:pt>
                <c:pt idx="2772">
                  <c:v>3.8819848000000004E-2</c:v>
                </c:pt>
                <c:pt idx="2773">
                  <c:v>3.8989648000000002E-2</c:v>
                </c:pt>
                <c:pt idx="2774">
                  <c:v>3.9122647999999996E-2</c:v>
                </c:pt>
                <c:pt idx="2775">
                  <c:v>3.9840199999999999E-2</c:v>
                </c:pt>
                <c:pt idx="2776">
                  <c:v>3.9469799E-2</c:v>
                </c:pt>
                <c:pt idx="2777">
                  <c:v>4.0402E-2</c:v>
                </c:pt>
                <c:pt idx="2778">
                  <c:v>4.0393414000000002E-2</c:v>
                </c:pt>
                <c:pt idx="2779">
                  <c:v>3.9848150999999998E-2</c:v>
                </c:pt>
                <c:pt idx="2780">
                  <c:v>4.0138636999999998E-2</c:v>
                </c:pt>
                <c:pt idx="2781">
                  <c:v>3.9082455000000002E-2</c:v>
                </c:pt>
                <c:pt idx="2782">
                  <c:v>3.9408602000000001E-2</c:v>
                </c:pt>
                <c:pt idx="2783">
                  <c:v>3.9948986999999998E-2</c:v>
                </c:pt>
                <c:pt idx="2784">
                  <c:v>3.9948986999999998E-2</c:v>
                </c:pt>
                <c:pt idx="2785">
                  <c:v>4.0472622999999999E-2</c:v>
                </c:pt>
                <c:pt idx="2786">
                  <c:v>4.0003245E-2</c:v>
                </c:pt>
                <c:pt idx="2787">
                  <c:v>4.0199374999999996E-2</c:v>
                </c:pt>
                <c:pt idx="2788">
                  <c:v>4.0947967000000002E-2</c:v>
                </c:pt>
                <c:pt idx="2789">
                  <c:v>4.1001612999999999E-2</c:v>
                </c:pt>
                <c:pt idx="2790">
                  <c:v>4.0831734000000001E-2</c:v>
                </c:pt>
                <c:pt idx="2791">
                  <c:v>4.1535575999999998E-2</c:v>
                </c:pt>
                <c:pt idx="2792">
                  <c:v>4.1381101000000003E-2</c:v>
                </c:pt>
                <c:pt idx="2793">
                  <c:v>4.1506758999999997E-2</c:v>
                </c:pt>
                <c:pt idx="2794">
                  <c:v>4.2830730999999997E-2</c:v>
                </c:pt>
                <c:pt idx="2795">
                  <c:v>4.3084329999999997E-2</c:v>
                </c:pt>
                <c:pt idx="2796">
                  <c:v>4.3490132000000001E-2</c:v>
                </c:pt>
                <c:pt idx="2797">
                  <c:v>4.7195213E-2</c:v>
                </c:pt>
                <c:pt idx="2798">
                  <c:v>4.7926854999999997E-2</c:v>
                </c:pt>
                <c:pt idx="2799">
                  <c:v>4.8800547999999999E-2</c:v>
                </c:pt>
                <c:pt idx="2800">
                  <c:v>4.7881422999999999E-2</c:v>
                </c:pt>
                <c:pt idx="2801">
                  <c:v>4.7935834999999996E-2</c:v>
                </c:pt>
                <c:pt idx="2802">
                  <c:v>4.8786120000000002E-2</c:v>
                </c:pt>
                <c:pt idx="2803">
                  <c:v>4.9338812000000003E-2</c:v>
                </c:pt>
                <c:pt idx="2804">
                  <c:v>5.1143707000000004E-2</c:v>
                </c:pt>
                <c:pt idx="2805">
                  <c:v>5.3005193999999992E-2</c:v>
                </c:pt>
                <c:pt idx="2806">
                  <c:v>5.2235519999999994E-2</c:v>
                </c:pt>
                <c:pt idx="2807">
                  <c:v>5.0501259999999999E-2</c:v>
                </c:pt>
                <c:pt idx="2808">
                  <c:v>4.9509373000000002E-2</c:v>
                </c:pt>
                <c:pt idx="2809">
                  <c:v>4.9509373000000002E-2</c:v>
                </c:pt>
                <c:pt idx="2810">
                  <c:v>4.7224027000000002E-2</c:v>
                </c:pt>
                <c:pt idx="2811">
                  <c:v>4.5349790000000001E-2</c:v>
                </c:pt>
                <c:pt idx="2812">
                  <c:v>4.5223972000000001E-2</c:v>
                </c:pt>
                <c:pt idx="2813">
                  <c:v>4.4613430000000003E-2</c:v>
                </c:pt>
                <c:pt idx="2814">
                  <c:v>4.4331373E-2</c:v>
                </c:pt>
                <c:pt idx="2815">
                  <c:v>4.4637087000000006E-2</c:v>
                </c:pt>
                <c:pt idx="2816">
                  <c:v>4.4338233999999997E-2</c:v>
                </c:pt>
                <c:pt idx="2817">
                  <c:v>4.4486534000000001E-2</c:v>
                </c:pt>
                <c:pt idx="2818">
                  <c:v>4.4223910999999998E-2</c:v>
                </c:pt>
                <c:pt idx="2819">
                  <c:v>4.3459285E-2</c:v>
                </c:pt>
                <c:pt idx="2820">
                  <c:v>4.3773448E-2</c:v>
                </c:pt>
                <c:pt idx="2821">
                  <c:v>4.2733584000000005E-2</c:v>
                </c:pt>
                <c:pt idx="2822">
                  <c:v>4.0525393E-2</c:v>
                </c:pt>
                <c:pt idx="2823">
                  <c:v>4.0955018999999995E-2</c:v>
                </c:pt>
                <c:pt idx="2824">
                  <c:v>4.1726544999999997E-2</c:v>
                </c:pt>
                <c:pt idx="2825">
                  <c:v>4.2861782000000001E-2</c:v>
                </c:pt>
                <c:pt idx="2826">
                  <c:v>4.3131027000000002E-2</c:v>
                </c:pt>
                <c:pt idx="2827">
                  <c:v>4.2447235E-2</c:v>
                </c:pt>
                <c:pt idx="2828">
                  <c:v>4.2272590000000006E-2</c:v>
                </c:pt>
                <c:pt idx="2829">
                  <c:v>4.2839465E-2</c:v>
                </c:pt>
                <c:pt idx="2830">
                  <c:v>4.2175094000000003E-2</c:v>
                </c:pt>
                <c:pt idx="2831">
                  <c:v>4.2915037999999996E-2</c:v>
                </c:pt>
                <c:pt idx="2832">
                  <c:v>4.2896204E-2</c:v>
                </c:pt>
                <c:pt idx="2833">
                  <c:v>4.2896204E-2</c:v>
                </c:pt>
                <c:pt idx="2834">
                  <c:v>4.2906051000000001E-2</c:v>
                </c:pt>
                <c:pt idx="2835">
                  <c:v>4.3124452000000001E-2</c:v>
                </c:pt>
                <c:pt idx="2836">
                  <c:v>4.3412486E-2</c:v>
                </c:pt>
                <c:pt idx="2837">
                  <c:v>4.4029502000000005E-2</c:v>
                </c:pt>
                <c:pt idx="2838">
                  <c:v>4.3901306000000001E-2</c:v>
                </c:pt>
                <c:pt idx="2839">
                  <c:v>4.4514933999999999E-2</c:v>
                </c:pt>
                <c:pt idx="2840">
                  <c:v>4.5251277999999999E-2</c:v>
                </c:pt>
                <c:pt idx="2841">
                  <c:v>4.6131637000000003E-2</c:v>
                </c:pt>
                <c:pt idx="2842">
                  <c:v>4.6131637000000003E-2</c:v>
                </c:pt>
                <c:pt idx="2843">
                  <c:v>4.6131637000000003E-2</c:v>
                </c:pt>
                <c:pt idx="2844">
                  <c:v>4.6098804E-2</c:v>
                </c:pt>
                <c:pt idx="2845">
                  <c:v>4.5823071E-2</c:v>
                </c:pt>
                <c:pt idx="2846">
                  <c:v>4.4866217999999999E-2</c:v>
                </c:pt>
                <c:pt idx="2847">
                  <c:v>4.4410775E-2</c:v>
                </c:pt>
                <c:pt idx="2848">
                  <c:v>4.4510424999999999E-2</c:v>
                </c:pt>
                <c:pt idx="2849">
                  <c:v>4.4234444000000005E-2</c:v>
                </c:pt>
                <c:pt idx="2850">
                  <c:v>4.4028343999999997E-2</c:v>
                </c:pt>
                <c:pt idx="2851">
                  <c:v>4.4531465999999999E-2</c:v>
                </c:pt>
                <c:pt idx="2852">
                  <c:v>4.4713472999999997E-2</c:v>
                </c:pt>
                <c:pt idx="2853">
                  <c:v>4.4637025999999996E-2</c:v>
                </c:pt>
                <c:pt idx="2854">
                  <c:v>4.4917117999999999E-2</c:v>
                </c:pt>
                <c:pt idx="2855">
                  <c:v>4.5258855000000001E-2</c:v>
                </c:pt>
                <c:pt idx="2856">
                  <c:v>4.5595838E-2</c:v>
                </c:pt>
                <c:pt idx="2857">
                  <c:v>4.5474810000000004E-2</c:v>
                </c:pt>
                <c:pt idx="2858">
                  <c:v>4.5608102000000005E-2</c:v>
                </c:pt>
                <c:pt idx="2859">
                  <c:v>4.5738959999999995E-2</c:v>
                </c:pt>
                <c:pt idx="2860">
                  <c:v>4.5110313999999999E-2</c:v>
                </c:pt>
                <c:pt idx="2861">
                  <c:v>4.4806434999999999E-2</c:v>
                </c:pt>
                <c:pt idx="2862">
                  <c:v>4.4782918999999997E-2</c:v>
                </c:pt>
                <c:pt idx="2863">
                  <c:v>4.4264845000000004E-2</c:v>
                </c:pt>
                <c:pt idx="2864">
                  <c:v>4.4264845000000004E-2</c:v>
                </c:pt>
                <c:pt idx="2865">
                  <c:v>4.4399400999999998E-2</c:v>
                </c:pt>
                <c:pt idx="2866">
                  <c:v>4.4880885000000002E-2</c:v>
                </c:pt>
                <c:pt idx="2867">
                  <c:v>4.4792680000000001E-2</c:v>
                </c:pt>
                <c:pt idx="2868">
                  <c:v>4.4622411000000001E-2</c:v>
                </c:pt>
                <c:pt idx="2869">
                  <c:v>4.4622411000000001E-2</c:v>
                </c:pt>
                <c:pt idx="2870">
                  <c:v>4.3872791000000001E-2</c:v>
                </c:pt>
                <c:pt idx="2871">
                  <c:v>4.3588278000000001E-2</c:v>
                </c:pt>
                <c:pt idx="2872">
                  <c:v>4.3790208000000004E-2</c:v>
                </c:pt>
                <c:pt idx="2873">
                  <c:v>4.3939019000000003E-2</c:v>
                </c:pt>
                <c:pt idx="2874">
                  <c:v>4.3977854000000004E-2</c:v>
                </c:pt>
                <c:pt idx="2875">
                  <c:v>4.4014629E-2</c:v>
                </c:pt>
                <c:pt idx="2876">
                  <c:v>4.4139441000000001E-2</c:v>
                </c:pt>
                <c:pt idx="2877">
                  <c:v>4.3835025E-2</c:v>
                </c:pt>
                <c:pt idx="2878">
                  <c:v>4.4115757999999998E-2</c:v>
                </c:pt>
                <c:pt idx="2879">
                  <c:v>4.4115757999999998E-2</c:v>
                </c:pt>
                <c:pt idx="2880">
                  <c:v>4.3941090000000002E-2</c:v>
                </c:pt>
                <c:pt idx="2881">
                  <c:v>4.3598651000000002E-2</c:v>
                </c:pt>
                <c:pt idx="2882">
                  <c:v>4.2815915999999996E-2</c:v>
                </c:pt>
                <c:pt idx="2883">
                  <c:v>4.2448081999999998E-2</c:v>
                </c:pt>
                <c:pt idx="2884">
                  <c:v>4.2092081000000003E-2</c:v>
                </c:pt>
                <c:pt idx="2885">
                  <c:v>4.2129409999999999E-2</c:v>
                </c:pt>
                <c:pt idx="2886">
                  <c:v>4.2279603999999998E-2</c:v>
                </c:pt>
                <c:pt idx="2887">
                  <c:v>4.2010839000000001E-2</c:v>
                </c:pt>
                <c:pt idx="2888">
                  <c:v>4.1930874999999999E-2</c:v>
                </c:pt>
                <c:pt idx="2889">
                  <c:v>4.2017786000000001E-2</c:v>
                </c:pt>
                <c:pt idx="2890">
                  <c:v>4.1566476999999998E-2</c:v>
                </c:pt>
                <c:pt idx="2891">
                  <c:v>4.0988179999999999E-2</c:v>
                </c:pt>
                <c:pt idx="2892">
                  <c:v>4.0906412000000003E-2</c:v>
                </c:pt>
                <c:pt idx="2893">
                  <c:v>4.0331509000000001E-2</c:v>
                </c:pt>
                <c:pt idx="2894">
                  <c:v>4.0594439999999996E-2</c:v>
                </c:pt>
                <c:pt idx="2895">
                  <c:v>4.0090964999999999E-2</c:v>
                </c:pt>
                <c:pt idx="2896">
                  <c:v>4.0109942000000003E-2</c:v>
                </c:pt>
                <c:pt idx="2897">
                  <c:v>3.9495760999999997E-2</c:v>
                </c:pt>
                <c:pt idx="2898">
                  <c:v>3.9943685999999999E-2</c:v>
                </c:pt>
                <c:pt idx="2899">
                  <c:v>3.9622480000000002E-2</c:v>
                </c:pt>
                <c:pt idx="2900">
                  <c:v>3.9871604000000005E-2</c:v>
                </c:pt>
                <c:pt idx="2901">
                  <c:v>3.9827032999999998E-2</c:v>
                </c:pt>
                <c:pt idx="2902">
                  <c:v>3.9432331000000001E-2</c:v>
                </c:pt>
                <c:pt idx="2903">
                  <c:v>3.9139190999999997E-2</c:v>
                </c:pt>
                <c:pt idx="2904">
                  <c:v>3.9139190999999997E-2</c:v>
                </c:pt>
                <c:pt idx="2905">
                  <c:v>3.8573679E-2</c:v>
                </c:pt>
                <c:pt idx="2906">
                  <c:v>3.8559658999999996E-2</c:v>
                </c:pt>
                <c:pt idx="2907">
                  <c:v>3.8652953999999996E-2</c:v>
                </c:pt>
                <c:pt idx="2908">
                  <c:v>3.8210000000000001E-2</c:v>
                </c:pt>
                <c:pt idx="2909">
                  <c:v>3.8426082E-2</c:v>
                </c:pt>
                <c:pt idx="2910">
                  <c:v>3.8259472000000003E-2</c:v>
                </c:pt>
                <c:pt idx="2911">
                  <c:v>3.7516717999999998E-2</c:v>
                </c:pt>
                <c:pt idx="2912">
                  <c:v>3.7226181999999997E-2</c:v>
                </c:pt>
                <c:pt idx="2913">
                  <c:v>3.7161E-2</c:v>
                </c:pt>
                <c:pt idx="2914">
                  <c:v>3.6927017999999999E-2</c:v>
                </c:pt>
                <c:pt idx="2915">
                  <c:v>3.7606423999999999E-2</c:v>
                </c:pt>
                <c:pt idx="2916">
                  <c:v>3.7580846000000001E-2</c:v>
                </c:pt>
                <c:pt idx="2917">
                  <c:v>3.6909107000000003E-2</c:v>
                </c:pt>
                <c:pt idx="2918">
                  <c:v>3.6767795999999998E-2</c:v>
                </c:pt>
                <c:pt idx="2919">
                  <c:v>3.6757628000000001E-2</c:v>
                </c:pt>
                <c:pt idx="2920">
                  <c:v>3.6088825999999997E-2</c:v>
                </c:pt>
                <c:pt idx="2921">
                  <c:v>3.4994176000000002E-2</c:v>
                </c:pt>
                <c:pt idx="2922">
                  <c:v>3.5478074999999998E-2</c:v>
                </c:pt>
                <c:pt idx="2923">
                  <c:v>3.5254184000000001E-2</c:v>
                </c:pt>
                <c:pt idx="2924">
                  <c:v>3.4641665999999995E-2</c:v>
                </c:pt>
                <c:pt idx="2925">
                  <c:v>3.4870508000000001E-2</c:v>
                </c:pt>
                <c:pt idx="2926">
                  <c:v>3.5523477999999997E-2</c:v>
                </c:pt>
                <c:pt idx="2927">
                  <c:v>3.5688602999999999E-2</c:v>
                </c:pt>
                <c:pt idx="2928">
                  <c:v>3.5801989999999999E-2</c:v>
                </c:pt>
                <c:pt idx="2929">
                  <c:v>3.5809977999999999E-2</c:v>
                </c:pt>
                <c:pt idx="2930">
                  <c:v>3.5986562E-2</c:v>
                </c:pt>
                <c:pt idx="2931">
                  <c:v>3.5978685999999996E-2</c:v>
                </c:pt>
                <c:pt idx="2932">
                  <c:v>3.6260021000000003E-2</c:v>
                </c:pt>
                <c:pt idx="2933">
                  <c:v>3.6162616000000002E-2</c:v>
                </c:pt>
                <c:pt idx="2934">
                  <c:v>3.6385455999999997E-2</c:v>
                </c:pt>
                <c:pt idx="2935">
                  <c:v>3.5744461999999998E-2</c:v>
                </c:pt>
                <c:pt idx="2936">
                  <c:v>3.6197620999999999E-2</c:v>
                </c:pt>
                <c:pt idx="2937">
                  <c:v>3.6726589999999996E-2</c:v>
                </c:pt>
                <c:pt idx="2938">
                  <c:v>3.6726589999999996E-2</c:v>
                </c:pt>
                <c:pt idx="2939">
                  <c:v>3.7566701000000001E-2</c:v>
                </c:pt>
                <c:pt idx="2940">
                  <c:v>3.8009609999999999E-2</c:v>
                </c:pt>
                <c:pt idx="2941">
                  <c:v>3.7928357000000003E-2</c:v>
                </c:pt>
                <c:pt idx="2942">
                  <c:v>3.7685098E-2</c:v>
                </c:pt>
                <c:pt idx="2943">
                  <c:v>3.7882593000000006E-2</c:v>
                </c:pt>
                <c:pt idx="2944">
                  <c:v>3.8164944999999999E-2</c:v>
                </c:pt>
                <c:pt idx="2945">
                  <c:v>3.7710397999999999E-2</c:v>
                </c:pt>
                <c:pt idx="2946">
                  <c:v>3.7811146000000004E-2</c:v>
                </c:pt>
                <c:pt idx="2947">
                  <c:v>3.7893985999999998E-2</c:v>
                </c:pt>
                <c:pt idx="2948">
                  <c:v>3.7915668E-2</c:v>
                </c:pt>
                <c:pt idx="2949">
                  <c:v>3.8176600000000005E-2</c:v>
                </c:pt>
                <c:pt idx="2950">
                  <c:v>3.7906255E-2</c:v>
                </c:pt>
                <c:pt idx="2951">
                  <c:v>3.7668694000000003E-2</c:v>
                </c:pt>
                <c:pt idx="2952">
                  <c:v>3.7616176000000001E-2</c:v>
                </c:pt>
                <c:pt idx="2953">
                  <c:v>3.7671251999999995E-2</c:v>
                </c:pt>
                <c:pt idx="2954">
                  <c:v>3.7297704000000001E-2</c:v>
                </c:pt>
                <c:pt idx="2955">
                  <c:v>3.6921444000000005E-2</c:v>
                </c:pt>
                <c:pt idx="2956">
                  <c:v>3.6880068000000002E-2</c:v>
                </c:pt>
                <c:pt idx="2957">
                  <c:v>3.6635512000000002E-2</c:v>
                </c:pt>
                <c:pt idx="2958">
                  <c:v>3.7007283000000002E-2</c:v>
                </c:pt>
                <c:pt idx="2959">
                  <c:v>3.7190832E-2</c:v>
                </c:pt>
                <c:pt idx="2960">
                  <c:v>3.7300579E-2</c:v>
                </c:pt>
                <c:pt idx="2961">
                  <c:v>3.7601700000000002E-2</c:v>
                </c:pt>
                <c:pt idx="2962">
                  <c:v>3.7429535E-2</c:v>
                </c:pt>
                <c:pt idx="2963">
                  <c:v>3.7716133999999998E-2</c:v>
                </c:pt>
                <c:pt idx="2964">
                  <c:v>3.8694589000000001E-2</c:v>
                </c:pt>
                <c:pt idx="2965">
                  <c:v>3.9131140000000002E-2</c:v>
                </c:pt>
                <c:pt idx="2966">
                  <c:v>3.9728397999999998E-2</c:v>
                </c:pt>
                <c:pt idx="2967">
                  <c:v>4.0277848999999998E-2</c:v>
                </c:pt>
                <c:pt idx="2968">
                  <c:v>4.0974846000000002E-2</c:v>
                </c:pt>
                <c:pt idx="2969">
                  <c:v>4.0862516000000002E-2</c:v>
                </c:pt>
                <c:pt idx="2970">
                  <c:v>4.0334512000000003E-2</c:v>
                </c:pt>
                <c:pt idx="2971">
                  <c:v>4.1046998000000001E-2</c:v>
                </c:pt>
                <c:pt idx="2972">
                  <c:v>4.0939204E-2</c:v>
                </c:pt>
                <c:pt idx="2973">
                  <c:v>4.1096427999999997E-2</c:v>
                </c:pt>
                <c:pt idx="2974">
                  <c:v>4.1096427999999997E-2</c:v>
                </c:pt>
                <c:pt idx="2975">
                  <c:v>4.0759616999999998E-2</c:v>
                </c:pt>
                <c:pt idx="2976">
                  <c:v>4.1757677E-2</c:v>
                </c:pt>
                <c:pt idx="2977">
                  <c:v>4.1941388000000003E-2</c:v>
                </c:pt>
                <c:pt idx="2978">
                  <c:v>4.2841822000000002E-2</c:v>
                </c:pt>
                <c:pt idx="2979">
                  <c:v>4.2589573999999998E-2</c:v>
                </c:pt>
                <c:pt idx="2980">
                  <c:v>4.2269497999999996E-2</c:v>
                </c:pt>
                <c:pt idx="2981">
                  <c:v>4.1376992000000001E-2</c:v>
                </c:pt>
                <c:pt idx="2982">
                  <c:v>4.0962892000000001E-2</c:v>
                </c:pt>
                <c:pt idx="2983">
                  <c:v>4.0864522E-2</c:v>
                </c:pt>
                <c:pt idx="2984">
                  <c:v>4.0996044999999995E-2</c:v>
                </c:pt>
                <c:pt idx="2985">
                  <c:v>4.0669537000000006E-2</c:v>
                </c:pt>
                <c:pt idx="2986">
                  <c:v>4.0876810999999999E-2</c:v>
                </c:pt>
                <c:pt idx="2987">
                  <c:v>4.0398343000000003E-2</c:v>
                </c:pt>
                <c:pt idx="2988">
                  <c:v>4.0535142000000003E-2</c:v>
                </c:pt>
                <c:pt idx="2989">
                  <c:v>4.0217210999999996E-2</c:v>
                </c:pt>
                <c:pt idx="2990">
                  <c:v>3.951325E-2</c:v>
                </c:pt>
                <c:pt idx="2991">
                  <c:v>3.9326551000000001E-2</c:v>
                </c:pt>
                <c:pt idx="2992">
                  <c:v>3.9497418999999999E-2</c:v>
                </c:pt>
                <c:pt idx="2993">
                  <c:v>3.9160814000000002E-2</c:v>
                </c:pt>
                <c:pt idx="2994">
                  <c:v>3.9422071000000003E-2</c:v>
                </c:pt>
                <c:pt idx="2995">
                  <c:v>3.9266409000000002E-2</c:v>
                </c:pt>
                <c:pt idx="2996">
                  <c:v>3.9231456999999997E-2</c:v>
                </c:pt>
                <c:pt idx="2997">
                  <c:v>3.9396598999999997E-2</c:v>
                </c:pt>
                <c:pt idx="2998">
                  <c:v>3.8430158999999998E-2</c:v>
                </c:pt>
                <c:pt idx="2999">
                  <c:v>3.8744382000000001E-2</c:v>
                </c:pt>
                <c:pt idx="3000">
                  <c:v>3.8067120999999995E-2</c:v>
                </c:pt>
                <c:pt idx="3001">
                  <c:v>3.8067120999999995E-2</c:v>
                </c:pt>
                <c:pt idx="3002">
                  <c:v>3.7930368999999999E-2</c:v>
                </c:pt>
                <c:pt idx="3003">
                  <c:v>3.8126717000000004E-2</c:v>
                </c:pt>
                <c:pt idx="3004">
                  <c:v>3.8199957E-2</c:v>
                </c:pt>
                <c:pt idx="3005">
                  <c:v>3.7983621000000002E-2</c:v>
                </c:pt>
                <c:pt idx="3006">
                  <c:v>3.7786225E-2</c:v>
                </c:pt>
                <c:pt idx="3007">
                  <c:v>3.7668919000000002E-2</c:v>
                </c:pt>
                <c:pt idx="3008">
                  <c:v>3.7176562999999996E-2</c:v>
                </c:pt>
                <c:pt idx="3009">
                  <c:v>3.7176894000000002E-2</c:v>
                </c:pt>
                <c:pt idx="3010">
                  <c:v>3.6680151000000001E-2</c:v>
                </c:pt>
                <c:pt idx="3011">
                  <c:v>3.6689012E-2</c:v>
                </c:pt>
                <c:pt idx="3012">
                  <c:v>3.6346199000000003E-2</c:v>
                </c:pt>
                <c:pt idx="3013">
                  <c:v>3.6502092E-2</c:v>
                </c:pt>
                <c:pt idx="3014">
                  <c:v>3.6989844000000001E-2</c:v>
                </c:pt>
                <c:pt idx="3015">
                  <c:v>3.7328896E-2</c:v>
                </c:pt>
                <c:pt idx="3016">
                  <c:v>3.7399370000000001E-2</c:v>
                </c:pt>
                <c:pt idx="3017">
                  <c:v>3.7072016999999999E-2</c:v>
                </c:pt>
                <c:pt idx="3018">
                  <c:v>3.6108356000000001E-2</c:v>
                </c:pt>
                <c:pt idx="3019">
                  <c:v>3.6310367000000003E-2</c:v>
                </c:pt>
                <c:pt idx="3020">
                  <c:v>3.6132091999999998E-2</c:v>
                </c:pt>
                <c:pt idx="3021">
                  <c:v>3.5667866999999999E-2</c:v>
                </c:pt>
                <c:pt idx="3022">
                  <c:v>3.5934015999999999E-2</c:v>
                </c:pt>
                <c:pt idx="3023">
                  <c:v>3.5081440999999998E-2</c:v>
                </c:pt>
                <c:pt idx="3024">
                  <c:v>3.4936509999999997E-2</c:v>
                </c:pt>
                <c:pt idx="3025">
                  <c:v>3.4378668000000001E-2</c:v>
                </c:pt>
                <c:pt idx="3026">
                  <c:v>3.4124039000000002E-2</c:v>
                </c:pt>
                <c:pt idx="3027">
                  <c:v>3.3942496999999995E-2</c:v>
                </c:pt>
                <c:pt idx="3028">
                  <c:v>3.4151900999999998E-2</c:v>
                </c:pt>
                <c:pt idx="3029">
                  <c:v>3.4211255999999995E-2</c:v>
                </c:pt>
                <c:pt idx="3030">
                  <c:v>3.3843495000000001E-2</c:v>
                </c:pt>
                <c:pt idx="3031">
                  <c:v>3.3725012999999998E-2</c:v>
                </c:pt>
                <c:pt idx="3032">
                  <c:v>3.3685999000000001E-2</c:v>
                </c:pt>
                <c:pt idx="3033">
                  <c:v>3.3802820000000004E-2</c:v>
                </c:pt>
                <c:pt idx="3034">
                  <c:v>3.3728116000000002E-2</c:v>
                </c:pt>
                <c:pt idx="3035">
                  <c:v>3.3521555000000001E-2</c:v>
                </c:pt>
                <c:pt idx="3036">
                  <c:v>3.3817879000000002E-2</c:v>
                </c:pt>
                <c:pt idx="3037">
                  <c:v>3.3718740999999997E-2</c:v>
                </c:pt>
                <c:pt idx="3038">
                  <c:v>3.3599311E-2</c:v>
                </c:pt>
                <c:pt idx="3039">
                  <c:v>3.3872836000000003E-2</c:v>
                </c:pt>
                <c:pt idx="3040">
                  <c:v>3.3952397000000002E-2</c:v>
                </c:pt>
                <c:pt idx="3041">
                  <c:v>3.4000801000000004E-2</c:v>
                </c:pt>
                <c:pt idx="3042">
                  <c:v>3.4396862E-2</c:v>
                </c:pt>
                <c:pt idx="3043">
                  <c:v>3.4925148999999996E-2</c:v>
                </c:pt>
                <c:pt idx="3044">
                  <c:v>3.4925148999999996E-2</c:v>
                </c:pt>
                <c:pt idx="3045">
                  <c:v>3.4281695000000001E-2</c:v>
                </c:pt>
                <c:pt idx="3046">
                  <c:v>3.4321387000000002E-2</c:v>
                </c:pt>
                <c:pt idx="3047">
                  <c:v>3.3607669999999999E-2</c:v>
                </c:pt>
                <c:pt idx="3048">
                  <c:v>3.3384626000000001E-2</c:v>
                </c:pt>
                <c:pt idx="3049">
                  <c:v>3.2980323999999998E-2</c:v>
                </c:pt>
                <c:pt idx="3050">
                  <c:v>3.2750900999999999E-2</c:v>
                </c:pt>
                <c:pt idx="3051">
                  <c:v>3.2139296000000005E-2</c:v>
                </c:pt>
                <c:pt idx="3052">
                  <c:v>3.2330372000000003E-2</c:v>
                </c:pt>
                <c:pt idx="3053">
                  <c:v>3.1337284999999999E-2</c:v>
                </c:pt>
                <c:pt idx="3054">
                  <c:v>3.1284983999999995E-2</c:v>
                </c:pt>
                <c:pt idx="3055">
                  <c:v>3.1346516999999997E-2</c:v>
                </c:pt>
                <c:pt idx="3056">
                  <c:v>3.1194044000000004E-2</c:v>
                </c:pt>
                <c:pt idx="3057">
                  <c:v>3.1296974999999998E-2</c:v>
                </c:pt>
                <c:pt idx="3058">
                  <c:v>3.1629145999999997E-2</c:v>
                </c:pt>
                <c:pt idx="3059">
                  <c:v>3.1964709000000001E-2</c:v>
                </c:pt>
                <c:pt idx="3060">
                  <c:v>3.2510177000000001E-2</c:v>
                </c:pt>
                <c:pt idx="3061">
                  <c:v>3.2998716000000004E-2</c:v>
                </c:pt>
                <c:pt idx="3062">
                  <c:v>3.2658258000000003E-2</c:v>
                </c:pt>
                <c:pt idx="3063">
                  <c:v>3.2112611999999999E-2</c:v>
                </c:pt>
                <c:pt idx="3064">
                  <c:v>3.1971665000000003E-2</c:v>
                </c:pt>
                <c:pt idx="3065">
                  <c:v>3.1842738000000002E-2</c:v>
                </c:pt>
                <c:pt idx="3066">
                  <c:v>3.1526688999999997E-2</c:v>
                </c:pt>
                <c:pt idx="3067">
                  <c:v>3.1038254000000001E-2</c:v>
                </c:pt>
                <c:pt idx="3068">
                  <c:v>3.0588105000000001E-2</c:v>
                </c:pt>
                <c:pt idx="3069">
                  <c:v>3.0588105000000001E-2</c:v>
                </c:pt>
                <c:pt idx="3070">
                  <c:v>3.0489026000000002E-2</c:v>
                </c:pt>
                <c:pt idx="3071">
                  <c:v>3.0552607999999998E-2</c:v>
                </c:pt>
                <c:pt idx="3072">
                  <c:v>3.0303751999999996E-2</c:v>
                </c:pt>
                <c:pt idx="3073">
                  <c:v>3.0046264999999999E-2</c:v>
                </c:pt>
                <c:pt idx="3074">
                  <c:v>2.967964E-2</c:v>
                </c:pt>
                <c:pt idx="3075">
                  <c:v>2.9157060999999998E-2</c:v>
                </c:pt>
                <c:pt idx="3076">
                  <c:v>2.8311702000000001E-2</c:v>
                </c:pt>
                <c:pt idx="3077">
                  <c:v>2.8083364E-2</c:v>
                </c:pt>
                <c:pt idx="3078">
                  <c:v>2.8501195E-2</c:v>
                </c:pt>
                <c:pt idx="3079">
                  <c:v>2.8494601000000001E-2</c:v>
                </c:pt>
                <c:pt idx="3080">
                  <c:v>2.8865642000000004E-2</c:v>
                </c:pt>
                <c:pt idx="3081">
                  <c:v>2.8960257000000003E-2</c:v>
                </c:pt>
                <c:pt idx="3082">
                  <c:v>2.8553651999999999E-2</c:v>
                </c:pt>
                <c:pt idx="3083">
                  <c:v>2.8970053999999999E-2</c:v>
                </c:pt>
                <c:pt idx="3084">
                  <c:v>2.8970053999999999E-2</c:v>
                </c:pt>
                <c:pt idx="3085">
                  <c:v>2.8970053999999999E-2</c:v>
                </c:pt>
                <c:pt idx="3086">
                  <c:v>2.9572989999999997E-2</c:v>
                </c:pt>
                <c:pt idx="3087">
                  <c:v>2.9396980999999999E-2</c:v>
                </c:pt>
                <c:pt idx="3088">
                  <c:v>2.9293047999999999E-2</c:v>
                </c:pt>
                <c:pt idx="3089">
                  <c:v>2.9446782000000001E-2</c:v>
                </c:pt>
                <c:pt idx="3090">
                  <c:v>2.9095451000000001E-2</c:v>
                </c:pt>
                <c:pt idx="3091">
                  <c:v>2.9677422999999998E-2</c:v>
                </c:pt>
                <c:pt idx="3092">
                  <c:v>2.9974518000000002E-2</c:v>
                </c:pt>
                <c:pt idx="3093">
                  <c:v>3.0278764E-2</c:v>
                </c:pt>
                <c:pt idx="3094">
                  <c:v>3.0278764E-2</c:v>
                </c:pt>
                <c:pt idx="3095">
                  <c:v>3.0700141000000004E-2</c:v>
                </c:pt>
                <c:pt idx="3096">
                  <c:v>3.0963807999999999E-2</c:v>
                </c:pt>
                <c:pt idx="3097">
                  <c:v>3.1321042E-2</c:v>
                </c:pt>
                <c:pt idx="3098">
                  <c:v>3.1398658999999995E-2</c:v>
                </c:pt>
                <c:pt idx="3099">
                  <c:v>3.1217137999999998E-2</c:v>
                </c:pt>
                <c:pt idx="3100">
                  <c:v>3.0909120999999998E-2</c:v>
                </c:pt>
                <c:pt idx="3101">
                  <c:v>3.0775614000000003E-2</c:v>
                </c:pt>
                <c:pt idx="3102">
                  <c:v>3.0775614000000003E-2</c:v>
                </c:pt>
                <c:pt idx="3103">
                  <c:v>3.0775614000000003E-2</c:v>
                </c:pt>
                <c:pt idx="3104">
                  <c:v>3.0375454000000003E-2</c:v>
                </c:pt>
                <c:pt idx="3105">
                  <c:v>3.0216475000000003E-2</c:v>
                </c:pt>
                <c:pt idx="3106">
                  <c:v>3.0206875000000001E-2</c:v>
                </c:pt>
                <c:pt idx="3107">
                  <c:v>2.9949594999999999E-2</c:v>
                </c:pt>
                <c:pt idx="3108">
                  <c:v>3.0008375E-2</c:v>
                </c:pt>
                <c:pt idx="3109">
                  <c:v>2.9853422000000001E-2</c:v>
                </c:pt>
                <c:pt idx="3110">
                  <c:v>3.0035998000000001E-2</c:v>
                </c:pt>
                <c:pt idx="3111">
                  <c:v>3.0032440000000004E-2</c:v>
                </c:pt>
                <c:pt idx="3112">
                  <c:v>3.0049772000000002E-2</c:v>
                </c:pt>
                <c:pt idx="3113">
                  <c:v>2.9764506999999999E-2</c:v>
                </c:pt>
                <c:pt idx="3114">
                  <c:v>2.9788970999999997E-2</c:v>
                </c:pt>
                <c:pt idx="3115">
                  <c:v>2.9562274000000003E-2</c:v>
                </c:pt>
                <c:pt idx="3116">
                  <c:v>2.9221895999999997E-2</c:v>
                </c:pt>
                <c:pt idx="3117">
                  <c:v>2.8919616999999998E-2</c:v>
                </c:pt>
                <c:pt idx="3118">
                  <c:v>2.9014989000000001E-2</c:v>
                </c:pt>
                <c:pt idx="3119">
                  <c:v>2.8611365999999999E-2</c:v>
                </c:pt>
                <c:pt idx="3120">
                  <c:v>2.8173645000000001E-2</c:v>
                </c:pt>
                <c:pt idx="3121">
                  <c:v>2.8106572999999996E-2</c:v>
                </c:pt>
                <c:pt idx="3122">
                  <c:v>2.8061435999999999E-2</c:v>
                </c:pt>
                <c:pt idx="3123">
                  <c:v>2.8151161000000001E-2</c:v>
                </c:pt>
                <c:pt idx="3124">
                  <c:v>2.8027390000000003E-2</c:v>
                </c:pt>
                <c:pt idx="3125">
                  <c:v>2.8027390000000003E-2</c:v>
                </c:pt>
                <c:pt idx="3126">
                  <c:v>2.8100670000000001E-2</c:v>
                </c:pt>
                <c:pt idx="3127">
                  <c:v>2.8409642999999998E-2</c:v>
                </c:pt>
                <c:pt idx="3128">
                  <c:v>2.8303967999999999E-2</c:v>
                </c:pt>
                <c:pt idx="3129">
                  <c:v>2.8261106999999997E-2</c:v>
                </c:pt>
                <c:pt idx="3130">
                  <c:v>2.8261106999999997E-2</c:v>
                </c:pt>
                <c:pt idx="3131">
                  <c:v>2.7583591999999997E-2</c:v>
                </c:pt>
                <c:pt idx="3132">
                  <c:v>2.6658283000000001E-2</c:v>
                </c:pt>
                <c:pt idx="3133">
                  <c:v>2.6609046999999997E-2</c:v>
                </c:pt>
                <c:pt idx="3134">
                  <c:v>2.6549081000000002E-2</c:v>
                </c:pt>
                <c:pt idx="3135">
                  <c:v>2.6741597000000002E-2</c:v>
                </c:pt>
                <c:pt idx="3136">
                  <c:v>2.6795026000000003E-2</c:v>
                </c:pt>
                <c:pt idx="3137">
                  <c:v>2.6453994000000002E-2</c:v>
                </c:pt>
                <c:pt idx="3138">
                  <c:v>2.6714359999999999E-2</c:v>
                </c:pt>
                <c:pt idx="3139">
                  <c:v>2.6680934000000003E-2</c:v>
                </c:pt>
                <c:pt idx="3140">
                  <c:v>2.6846030000000003E-2</c:v>
                </c:pt>
                <c:pt idx="3141">
                  <c:v>2.6964490999999997E-2</c:v>
                </c:pt>
                <c:pt idx="3142">
                  <c:v>2.6570089000000002E-2</c:v>
                </c:pt>
                <c:pt idx="3143">
                  <c:v>2.6526753000000004E-2</c:v>
                </c:pt>
                <c:pt idx="3144">
                  <c:v>2.6526753000000004E-2</c:v>
                </c:pt>
                <c:pt idx="3145">
                  <c:v>2.6733989000000003E-2</c:v>
                </c:pt>
                <c:pt idx="3146">
                  <c:v>2.6605819000000003E-2</c:v>
                </c:pt>
                <c:pt idx="3147">
                  <c:v>2.6575574999999997E-2</c:v>
                </c:pt>
                <c:pt idx="3148">
                  <c:v>2.6055047000000001E-2</c:v>
                </c:pt>
                <c:pt idx="3149">
                  <c:v>2.598259E-2</c:v>
                </c:pt>
                <c:pt idx="3150">
                  <c:v>2.6139179000000002E-2</c:v>
                </c:pt>
                <c:pt idx="3151">
                  <c:v>2.6660145E-2</c:v>
                </c:pt>
                <c:pt idx="3152">
                  <c:v>2.6977721000000003E-2</c:v>
                </c:pt>
                <c:pt idx="3153">
                  <c:v>2.6953408999999998E-2</c:v>
                </c:pt>
                <c:pt idx="3154">
                  <c:v>2.7717126000000002E-2</c:v>
                </c:pt>
                <c:pt idx="3155">
                  <c:v>2.7494558000000002E-2</c:v>
                </c:pt>
                <c:pt idx="3156">
                  <c:v>2.7802528E-2</c:v>
                </c:pt>
                <c:pt idx="3157">
                  <c:v>2.7900859000000004E-2</c:v>
                </c:pt>
                <c:pt idx="3158">
                  <c:v>2.7660410000000003E-2</c:v>
                </c:pt>
                <c:pt idx="3159">
                  <c:v>2.7665445E-2</c:v>
                </c:pt>
                <c:pt idx="3160">
                  <c:v>2.7435476999999996E-2</c:v>
                </c:pt>
                <c:pt idx="3161">
                  <c:v>2.7253355E-2</c:v>
                </c:pt>
                <c:pt idx="3162">
                  <c:v>2.7489550000000001E-2</c:v>
                </c:pt>
                <c:pt idx="3163">
                  <c:v>2.7352904000000001E-2</c:v>
                </c:pt>
                <c:pt idx="3164">
                  <c:v>2.7352904000000001E-2</c:v>
                </c:pt>
                <c:pt idx="3165">
                  <c:v>2.7127604999999999E-2</c:v>
                </c:pt>
                <c:pt idx="3166">
                  <c:v>2.7163310000000003E-2</c:v>
                </c:pt>
                <c:pt idx="3167">
                  <c:v>2.7344090999999997E-2</c:v>
                </c:pt>
                <c:pt idx="3168">
                  <c:v>2.7427177000000001E-2</c:v>
                </c:pt>
                <c:pt idx="3169">
                  <c:v>2.7770792999999998E-2</c:v>
                </c:pt>
                <c:pt idx="3170">
                  <c:v>2.7852863000000002E-2</c:v>
                </c:pt>
                <c:pt idx="3171">
                  <c:v>2.7590395E-2</c:v>
                </c:pt>
                <c:pt idx="3172">
                  <c:v>2.7678154999999999E-2</c:v>
                </c:pt>
                <c:pt idx="3173">
                  <c:v>2.7837696999999998E-2</c:v>
                </c:pt>
                <c:pt idx="3174">
                  <c:v>2.7701844E-2</c:v>
                </c:pt>
                <c:pt idx="3175">
                  <c:v>2.7565079999999999E-2</c:v>
                </c:pt>
                <c:pt idx="3176">
                  <c:v>2.7194258999999998E-2</c:v>
                </c:pt>
                <c:pt idx="3177">
                  <c:v>2.6798257999999998E-2</c:v>
                </c:pt>
                <c:pt idx="3178">
                  <c:v>2.6540002E-2</c:v>
                </c:pt>
                <c:pt idx="3179">
                  <c:v>2.6607781E-2</c:v>
                </c:pt>
                <c:pt idx="3180">
                  <c:v>2.6881241999999996E-2</c:v>
                </c:pt>
                <c:pt idx="3181">
                  <c:v>2.6810879999999999E-2</c:v>
                </c:pt>
                <c:pt idx="3182">
                  <c:v>2.6881029999999997E-2</c:v>
                </c:pt>
                <c:pt idx="3183">
                  <c:v>2.7155151999999998E-2</c:v>
                </c:pt>
                <c:pt idx="3184">
                  <c:v>2.7456563999999996E-2</c:v>
                </c:pt>
                <c:pt idx="3185">
                  <c:v>2.7862187999999996E-2</c:v>
                </c:pt>
                <c:pt idx="3186">
                  <c:v>2.7793900000000003E-2</c:v>
                </c:pt>
                <c:pt idx="3187">
                  <c:v>2.7864442000000003E-2</c:v>
                </c:pt>
                <c:pt idx="3188">
                  <c:v>2.7982182999999997E-2</c:v>
                </c:pt>
                <c:pt idx="3189">
                  <c:v>2.8088197999999998E-2</c:v>
                </c:pt>
                <c:pt idx="3190">
                  <c:v>2.8117545000000001E-2</c:v>
                </c:pt>
                <c:pt idx="3191">
                  <c:v>2.8420850000000001E-2</c:v>
                </c:pt>
                <c:pt idx="3192">
                  <c:v>2.8930038999999998E-2</c:v>
                </c:pt>
                <c:pt idx="3193">
                  <c:v>2.8930038999999998E-2</c:v>
                </c:pt>
                <c:pt idx="3194">
                  <c:v>2.8967196000000001E-2</c:v>
                </c:pt>
                <c:pt idx="3195">
                  <c:v>2.8811856E-2</c:v>
                </c:pt>
                <c:pt idx="3196">
                  <c:v>2.9117311999999999E-2</c:v>
                </c:pt>
                <c:pt idx="3197">
                  <c:v>2.9172078000000001E-2</c:v>
                </c:pt>
                <c:pt idx="3198">
                  <c:v>2.9056785000000002E-2</c:v>
                </c:pt>
                <c:pt idx="3199">
                  <c:v>2.8610646000000003E-2</c:v>
                </c:pt>
                <c:pt idx="3200">
                  <c:v>2.8560879000000001E-2</c:v>
                </c:pt>
                <c:pt idx="3201">
                  <c:v>2.8230378E-2</c:v>
                </c:pt>
                <c:pt idx="3202">
                  <c:v>2.8106297999999998E-2</c:v>
                </c:pt>
                <c:pt idx="3203">
                  <c:v>2.8461937E-2</c:v>
                </c:pt>
                <c:pt idx="3204">
                  <c:v>2.8688254E-2</c:v>
                </c:pt>
                <c:pt idx="3205">
                  <c:v>2.8667101000000004E-2</c:v>
                </c:pt>
                <c:pt idx="3206">
                  <c:v>2.8827467000000002E-2</c:v>
                </c:pt>
                <c:pt idx="3207">
                  <c:v>2.9045929999999998E-2</c:v>
                </c:pt>
                <c:pt idx="3208">
                  <c:v>2.8949211000000002E-2</c:v>
                </c:pt>
                <c:pt idx="3209">
                  <c:v>2.8985912999999999E-2</c:v>
                </c:pt>
                <c:pt idx="3210">
                  <c:v>2.8717917999999999E-2</c:v>
                </c:pt>
                <c:pt idx="3211">
                  <c:v>2.8706956999999998E-2</c:v>
                </c:pt>
                <c:pt idx="3212">
                  <c:v>2.8519258000000002E-2</c:v>
                </c:pt>
                <c:pt idx="3213">
                  <c:v>2.8732393999999998E-2</c:v>
                </c:pt>
                <c:pt idx="3214">
                  <c:v>2.8629070999999999E-2</c:v>
                </c:pt>
                <c:pt idx="3215">
                  <c:v>2.8526073999999998E-2</c:v>
                </c:pt>
                <c:pt idx="3216">
                  <c:v>2.8662108999999998E-2</c:v>
                </c:pt>
                <c:pt idx="3217">
                  <c:v>2.8523559999999996E-2</c:v>
                </c:pt>
                <c:pt idx="3218">
                  <c:v>2.7607128000000002E-2</c:v>
                </c:pt>
                <c:pt idx="3219">
                  <c:v>2.7590269999999997E-2</c:v>
                </c:pt>
                <c:pt idx="3220">
                  <c:v>2.7402404000000002E-2</c:v>
                </c:pt>
                <c:pt idx="3221">
                  <c:v>2.7476778E-2</c:v>
                </c:pt>
                <c:pt idx="3222">
                  <c:v>2.7241816999999998E-2</c:v>
                </c:pt>
                <c:pt idx="3223">
                  <c:v>2.6792692E-2</c:v>
                </c:pt>
                <c:pt idx="3224">
                  <c:v>2.6924669000000002E-2</c:v>
                </c:pt>
                <c:pt idx="3225">
                  <c:v>2.6806421E-2</c:v>
                </c:pt>
                <c:pt idx="3226">
                  <c:v>2.7048995999999999E-2</c:v>
                </c:pt>
                <c:pt idx="3227">
                  <c:v>2.7575241999999996E-2</c:v>
                </c:pt>
                <c:pt idx="3228">
                  <c:v>2.6887362000000001E-2</c:v>
                </c:pt>
                <c:pt idx="3229">
                  <c:v>2.7182749999999999E-2</c:v>
                </c:pt>
                <c:pt idx="3230">
                  <c:v>2.7539040999999997E-2</c:v>
                </c:pt>
                <c:pt idx="3231">
                  <c:v>2.6942511999999998E-2</c:v>
                </c:pt>
                <c:pt idx="3232">
                  <c:v>2.7685935999999998E-2</c:v>
                </c:pt>
                <c:pt idx="3233">
                  <c:v>2.7913753999999999E-2</c:v>
                </c:pt>
                <c:pt idx="3234">
                  <c:v>2.7913753999999999E-2</c:v>
                </c:pt>
                <c:pt idx="3235">
                  <c:v>2.7607824E-2</c:v>
                </c:pt>
                <c:pt idx="3236">
                  <c:v>2.8849229000000004E-2</c:v>
                </c:pt>
                <c:pt idx="3237">
                  <c:v>2.8927710000000002E-2</c:v>
                </c:pt>
                <c:pt idx="3238">
                  <c:v>2.9148570999999998E-2</c:v>
                </c:pt>
                <c:pt idx="3239">
                  <c:v>3.0121336000000002E-2</c:v>
                </c:pt>
                <c:pt idx="3240">
                  <c:v>2.9869278000000003E-2</c:v>
                </c:pt>
                <c:pt idx="3241">
                  <c:v>3.0860424000000001E-2</c:v>
                </c:pt>
                <c:pt idx="3242">
                  <c:v>3.1809312999999999E-2</c:v>
                </c:pt>
                <c:pt idx="3243">
                  <c:v>3.1354741999999998E-2</c:v>
                </c:pt>
                <c:pt idx="3244">
                  <c:v>3.1908753999999998E-2</c:v>
                </c:pt>
                <c:pt idx="3245">
                  <c:v>3.3583779000000001E-2</c:v>
                </c:pt>
                <c:pt idx="3246">
                  <c:v>3.2869241E-2</c:v>
                </c:pt>
                <c:pt idx="3247">
                  <c:v>3.2907302999999999E-2</c:v>
                </c:pt>
                <c:pt idx="3248">
                  <c:v>3.2506824000000004E-2</c:v>
                </c:pt>
                <c:pt idx="3249">
                  <c:v>3.1920361000000001E-2</c:v>
                </c:pt>
                <c:pt idx="3250">
                  <c:v>3.2281456E-2</c:v>
                </c:pt>
                <c:pt idx="3251">
                  <c:v>3.1417428999999997E-2</c:v>
                </c:pt>
                <c:pt idx="3252">
                  <c:v>3.3830766999999998E-2</c:v>
                </c:pt>
                <c:pt idx="3253">
                  <c:v>3.3932726000000003E-2</c:v>
                </c:pt>
                <c:pt idx="3254">
                  <c:v>3.6035779000000004E-2</c:v>
                </c:pt>
                <c:pt idx="3255">
                  <c:v>3.5546689999999999E-2</c:v>
                </c:pt>
                <c:pt idx="3256">
                  <c:v>3.5255533999999998E-2</c:v>
                </c:pt>
                <c:pt idx="3257">
                  <c:v>3.4538892000000002E-2</c:v>
                </c:pt>
                <c:pt idx="3258">
                  <c:v>3.3806479E-2</c:v>
                </c:pt>
                <c:pt idx="3259">
                  <c:v>3.3964608E-2</c:v>
                </c:pt>
                <c:pt idx="3260">
                  <c:v>3.3260588000000001E-2</c:v>
                </c:pt>
                <c:pt idx="3261">
                  <c:v>3.3639236000000003E-2</c:v>
                </c:pt>
                <c:pt idx="3262">
                  <c:v>3.3639236000000003E-2</c:v>
                </c:pt>
                <c:pt idx="3263">
                  <c:v>3.2550869000000003E-2</c:v>
                </c:pt>
                <c:pt idx="3264">
                  <c:v>3.3852965999999998E-2</c:v>
                </c:pt>
                <c:pt idx="3265">
                  <c:v>3.3590309999999998E-2</c:v>
                </c:pt>
                <c:pt idx="3266">
                  <c:v>3.3255504999999998E-2</c:v>
                </c:pt>
                <c:pt idx="3267">
                  <c:v>3.3763883000000001E-2</c:v>
                </c:pt>
                <c:pt idx="3268">
                  <c:v>3.3119882000000003E-2</c:v>
                </c:pt>
                <c:pt idx="3269">
                  <c:v>3.3375502000000001E-2</c:v>
                </c:pt>
                <c:pt idx="3270">
                  <c:v>3.2917221999999996E-2</c:v>
                </c:pt>
                <c:pt idx="3271">
                  <c:v>3.3064758999999999E-2</c:v>
                </c:pt>
                <c:pt idx="3272">
                  <c:v>3.2006739999999999E-2</c:v>
                </c:pt>
                <c:pt idx="3273">
                  <c:v>3.2234992999999997E-2</c:v>
                </c:pt>
                <c:pt idx="3274">
                  <c:v>3.1814597999999999E-2</c:v>
                </c:pt>
                <c:pt idx="3275">
                  <c:v>3.1738837999999998E-2</c:v>
                </c:pt>
                <c:pt idx="3276">
                  <c:v>3.166737E-2</c:v>
                </c:pt>
                <c:pt idx="3277">
                  <c:v>3.1965647999999999E-2</c:v>
                </c:pt>
                <c:pt idx="3278">
                  <c:v>3.2112583E-2</c:v>
                </c:pt>
                <c:pt idx="3279">
                  <c:v>3.1988108000000001E-2</c:v>
                </c:pt>
                <c:pt idx="3280">
                  <c:v>3.2184842999999998E-2</c:v>
                </c:pt>
                <c:pt idx="3281">
                  <c:v>3.2802442000000001E-2</c:v>
                </c:pt>
                <c:pt idx="3282">
                  <c:v>3.1999441999999996E-2</c:v>
                </c:pt>
                <c:pt idx="3283">
                  <c:v>3.3139996999999997E-2</c:v>
                </c:pt>
                <c:pt idx="3284">
                  <c:v>3.2553170999999999E-2</c:v>
                </c:pt>
                <c:pt idx="3285">
                  <c:v>3.2690506000000001E-2</c:v>
                </c:pt>
                <c:pt idx="3286">
                  <c:v>3.3147321E-2</c:v>
                </c:pt>
                <c:pt idx="3287">
                  <c:v>3.3039411999999997E-2</c:v>
                </c:pt>
                <c:pt idx="3288">
                  <c:v>3.3078400000000001E-2</c:v>
                </c:pt>
                <c:pt idx="3289">
                  <c:v>3.2941046000000002E-2</c:v>
                </c:pt>
                <c:pt idx="3290">
                  <c:v>3.2327613999999998E-2</c:v>
                </c:pt>
                <c:pt idx="3291">
                  <c:v>3.2527917000000003E-2</c:v>
                </c:pt>
                <c:pt idx="3292">
                  <c:v>3.2475588E-2</c:v>
                </c:pt>
                <c:pt idx="3293">
                  <c:v>3.2207314000000001E-2</c:v>
                </c:pt>
                <c:pt idx="3294">
                  <c:v>3.2769761999999994E-2</c:v>
                </c:pt>
                <c:pt idx="3295">
                  <c:v>3.3662925000000003E-2</c:v>
                </c:pt>
                <c:pt idx="3296">
                  <c:v>3.3592477000000003E-2</c:v>
                </c:pt>
                <c:pt idx="3297">
                  <c:v>3.3638174999999999E-2</c:v>
                </c:pt>
                <c:pt idx="3298">
                  <c:v>3.4056621000000002E-2</c:v>
                </c:pt>
                <c:pt idx="3299">
                  <c:v>3.3981187000000003E-2</c:v>
                </c:pt>
                <c:pt idx="3300">
                  <c:v>3.4655746000000001E-2</c:v>
                </c:pt>
                <c:pt idx="3301">
                  <c:v>3.4530862000000002E-2</c:v>
                </c:pt>
                <c:pt idx="3302">
                  <c:v>3.4802228999999997E-2</c:v>
                </c:pt>
                <c:pt idx="3303">
                  <c:v>3.4708744E-2</c:v>
                </c:pt>
                <c:pt idx="3304">
                  <c:v>3.4708744E-2</c:v>
                </c:pt>
                <c:pt idx="3305">
                  <c:v>3.4527791000000002E-2</c:v>
                </c:pt>
                <c:pt idx="3306">
                  <c:v>3.4622575000000003E-2</c:v>
                </c:pt>
                <c:pt idx="3307">
                  <c:v>3.4421304E-2</c:v>
                </c:pt>
                <c:pt idx="3308">
                  <c:v>3.4915123999999999E-2</c:v>
                </c:pt>
                <c:pt idx="3309">
                  <c:v>3.4856252999999997E-2</c:v>
                </c:pt>
                <c:pt idx="3310">
                  <c:v>3.4439562E-2</c:v>
                </c:pt>
                <c:pt idx="3311">
                  <c:v>3.4335885000000003E-2</c:v>
                </c:pt>
                <c:pt idx="3312">
                  <c:v>3.3803912999999998E-2</c:v>
                </c:pt>
                <c:pt idx="3313">
                  <c:v>3.4014229E-2</c:v>
                </c:pt>
                <c:pt idx="3314">
                  <c:v>3.3593506000000002E-2</c:v>
                </c:pt>
                <c:pt idx="3315">
                  <c:v>3.3855611000000001E-2</c:v>
                </c:pt>
                <c:pt idx="3316">
                  <c:v>3.4841791999999996E-2</c:v>
                </c:pt>
                <c:pt idx="3317">
                  <c:v>3.2767119000000004E-2</c:v>
                </c:pt>
                <c:pt idx="3318">
                  <c:v>3.3005714999999998E-2</c:v>
                </c:pt>
                <c:pt idx="3319">
                  <c:v>3.3342448000000004E-2</c:v>
                </c:pt>
                <c:pt idx="3320">
                  <c:v>3.3868054000000002E-2</c:v>
                </c:pt>
                <c:pt idx="3321">
                  <c:v>3.393177E-2</c:v>
                </c:pt>
                <c:pt idx="3322">
                  <c:v>3.3660881999999996E-2</c:v>
                </c:pt>
                <c:pt idx="3323">
                  <c:v>3.3841196999999996E-2</c:v>
                </c:pt>
                <c:pt idx="3324">
                  <c:v>3.4204600000000002E-2</c:v>
                </c:pt>
                <c:pt idx="3325">
                  <c:v>3.4003037E-2</c:v>
                </c:pt>
                <c:pt idx="3326">
                  <c:v>3.4120209999999998E-2</c:v>
                </c:pt>
                <c:pt idx="3327">
                  <c:v>3.4166108000000001E-2</c:v>
                </c:pt>
                <c:pt idx="3328">
                  <c:v>3.3718553000000005E-2</c:v>
                </c:pt>
                <c:pt idx="3329">
                  <c:v>3.3637582999999999E-2</c:v>
                </c:pt>
                <c:pt idx="3330">
                  <c:v>3.3521516000000001E-2</c:v>
                </c:pt>
                <c:pt idx="3331">
                  <c:v>3.3410770999999999E-2</c:v>
                </c:pt>
                <c:pt idx="3332">
                  <c:v>3.3167031E-2</c:v>
                </c:pt>
                <c:pt idx="3333">
                  <c:v>3.3065812E-2</c:v>
                </c:pt>
                <c:pt idx="3334">
                  <c:v>3.3065812E-2</c:v>
                </c:pt>
                <c:pt idx="3335">
                  <c:v>3.2674177999999998E-2</c:v>
                </c:pt>
                <c:pt idx="3336">
                  <c:v>3.2763357E-2</c:v>
                </c:pt>
                <c:pt idx="3337">
                  <c:v>3.2709898000000001E-2</c:v>
                </c:pt>
                <c:pt idx="3338">
                  <c:v>3.2087822999999994E-2</c:v>
                </c:pt>
                <c:pt idx="3339">
                  <c:v>3.1833092E-2</c:v>
                </c:pt>
                <c:pt idx="3340">
                  <c:v>3.2179548999999995E-2</c:v>
                </c:pt>
                <c:pt idx="3341">
                  <c:v>3.1953102000000004E-2</c:v>
                </c:pt>
                <c:pt idx="3342">
                  <c:v>3.1850403999999999E-2</c:v>
                </c:pt>
                <c:pt idx="3343">
                  <c:v>3.2043979E-2</c:v>
                </c:pt>
                <c:pt idx="3344">
                  <c:v>3.1946336000000006E-2</c:v>
                </c:pt>
                <c:pt idx="3345">
                  <c:v>3.1959165000000005E-2</c:v>
                </c:pt>
                <c:pt idx="3346">
                  <c:v>3.1625937999999999E-2</c:v>
                </c:pt>
                <c:pt idx="3347">
                  <c:v>3.1423472000000001E-2</c:v>
                </c:pt>
                <c:pt idx="3348">
                  <c:v>3.1316928000000001E-2</c:v>
                </c:pt>
                <c:pt idx="3349">
                  <c:v>3.1778314000000002E-2</c:v>
                </c:pt>
                <c:pt idx="3350">
                  <c:v>3.1907269000000002E-2</c:v>
                </c:pt>
                <c:pt idx="3351">
                  <c:v>3.2329343999999996E-2</c:v>
                </c:pt>
                <c:pt idx="3352">
                  <c:v>3.2330429000000001E-2</c:v>
                </c:pt>
                <c:pt idx="3353">
                  <c:v>3.1755333000000004E-2</c:v>
                </c:pt>
                <c:pt idx="3354">
                  <c:v>3.1755333000000004E-2</c:v>
                </c:pt>
                <c:pt idx="3355">
                  <c:v>3.2351917000000001E-2</c:v>
                </c:pt>
                <c:pt idx="3356">
                  <c:v>3.2789855E-2</c:v>
                </c:pt>
                <c:pt idx="3357">
                  <c:v>3.2822199000000003E-2</c:v>
                </c:pt>
                <c:pt idx="3358">
                  <c:v>3.2581240000000004E-2</c:v>
                </c:pt>
                <c:pt idx="3359">
                  <c:v>3.2418275999999996E-2</c:v>
                </c:pt>
                <c:pt idx="3360">
                  <c:v>3.2109399999999996E-2</c:v>
                </c:pt>
                <c:pt idx="3361">
                  <c:v>3.1945929999999997E-2</c:v>
                </c:pt>
                <c:pt idx="3362">
                  <c:v>3.2118232000000004E-2</c:v>
                </c:pt>
                <c:pt idx="3363">
                  <c:v>3.2204153999999999E-2</c:v>
                </c:pt>
                <c:pt idx="3364">
                  <c:v>3.2154297000000005E-2</c:v>
                </c:pt>
                <c:pt idx="3365">
                  <c:v>3.2419997999999998E-2</c:v>
                </c:pt>
                <c:pt idx="3366">
                  <c:v>3.2335048999999998E-2</c:v>
                </c:pt>
                <c:pt idx="3367">
                  <c:v>3.2335048999999998E-2</c:v>
                </c:pt>
                <c:pt idx="3368">
                  <c:v>3.2335048999999998E-2</c:v>
                </c:pt>
                <c:pt idx="3369">
                  <c:v>3.2020796000000004E-2</c:v>
                </c:pt>
                <c:pt idx="3370">
                  <c:v>3.2351787999999999E-2</c:v>
                </c:pt>
                <c:pt idx="3371">
                  <c:v>3.2000791000000001E-2</c:v>
                </c:pt>
                <c:pt idx="3372">
                  <c:v>3.1872599000000001E-2</c:v>
                </c:pt>
                <c:pt idx="3373">
                  <c:v>3.1805567E-2</c:v>
                </c:pt>
                <c:pt idx="3374">
                  <c:v>3.1793970999999997E-2</c:v>
                </c:pt>
                <c:pt idx="3375">
                  <c:v>3.1958123999999997E-2</c:v>
                </c:pt>
                <c:pt idx="3376">
                  <c:v>3.1554374999999996E-2</c:v>
                </c:pt>
                <c:pt idx="3377">
                  <c:v>3.1307206000000004E-2</c:v>
                </c:pt>
                <c:pt idx="3378">
                  <c:v>3.1378894000000004E-2</c:v>
                </c:pt>
                <c:pt idx="3379">
                  <c:v>3.1240942000000001E-2</c:v>
                </c:pt>
                <c:pt idx="3380">
                  <c:v>3.1517000000000003E-2</c:v>
                </c:pt>
                <c:pt idx="3381">
                  <c:v>3.1228483000000001E-2</c:v>
                </c:pt>
                <c:pt idx="3382">
                  <c:v>3.0629996E-2</c:v>
                </c:pt>
                <c:pt idx="3383">
                  <c:v>3.0663368999999999E-2</c:v>
                </c:pt>
                <c:pt idx="3384">
                  <c:v>3.0354946000000001E-2</c:v>
                </c:pt>
                <c:pt idx="3385">
                  <c:v>3.0002827000000003E-2</c:v>
                </c:pt>
                <c:pt idx="3386">
                  <c:v>3.0002827000000003E-2</c:v>
                </c:pt>
                <c:pt idx="3387">
                  <c:v>3.0082434999999998E-2</c:v>
                </c:pt>
                <c:pt idx="3388">
                  <c:v>3.0161453999999997E-2</c:v>
                </c:pt>
                <c:pt idx="3389">
                  <c:v>3.0458343999999998E-2</c:v>
                </c:pt>
                <c:pt idx="3390">
                  <c:v>3.0349691000000002E-2</c:v>
                </c:pt>
                <c:pt idx="3391">
                  <c:v>3.0349691000000002E-2</c:v>
                </c:pt>
                <c:pt idx="3392">
                  <c:v>3.0583586999999999E-2</c:v>
                </c:pt>
                <c:pt idx="3393">
                  <c:v>3.0398516E-2</c:v>
                </c:pt>
                <c:pt idx="3394">
                  <c:v>3.0496708999999997E-2</c:v>
                </c:pt>
                <c:pt idx="3395">
                  <c:v>3.0485473000000003E-2</c:v>
                </c:pt>
                <c:pt idx="3396">
                  <c:v>3.0047894000000002E-2</c:v>
                </c:pt>
                <c:pt idx="3397">
                  <c:v>3.0331121999999999E-2</c:v>
                </c:pt>
                <c:pt idx="3398">
                  <c:v>3.0953059000000002E-2</c:v>
                </c:pt>
                <c:pt idx="3399">
                  <c:v>3.0974738000000002E-2</c:v>
                </c:pt>
                <c:pt idx="3400">
                  <c:v>3.0589357999999997E-2</c:v>
                </c:pt>
                <c:pt idx="3401">
                  <c:v>3.0365906000000002E-2</c:v>
                </c:pt>
                <c:pt idx="3402">
                  <c:v>3.0531500999999996E-2</c:v>
                </c:pt>
                <c:pt idx="3403">
                  <c:v>3.0576244000000002E-2</c:v>
                </c:pt>
                <c:pt idx="3404">
                  <c:v>3.0576244000000002E-2</c:v>
                </c:pt>
                <c:pt idx="3405">
                  <c:v>3.0606731000000002E-2</c:v>
                </c:pt>
                <c:pt idx="3406">
                  <c:v>3.0353874000000003E-2</c:v>
                </c:pt>
                <c:pt idx="3407">
                  <c:v>3.1312772999999995E-2</c:v>
                </c:pt>
                <c:pt idx="3408">
                  <c:v>3.1845775E-2</c:v>
                </c:pt>
                <c:pt idx="3409">
                  <c:v>3.1989154999999998E-2</c:v>
                </c:pt>
                <c:pt idx="3410">
                  <c:v>3.1996949999999996E-2</c:v>
                </c:pt>
                <c:pt idx="3411">
                  <c:v>3.2603690999999997E-2</c:v>
                </c:pt>
                <c:pt idx="3412">
                  <c:v>3.2482604999999998E-2</c:v>
                </c:pt>
                <c:pt idx="3413">
                  <c:v>3.3147360000000001E-2</c:v>
                </c:pt>
                <c:pt idx="3414">
                  <c:v>3.3674896999999995E-2</c:v>
                </c:pt>
                <c:pt idx="3415">
                  <c:v>3.3410254E-2</c:v>
                </c:pt>
                <c:pt idx="3416">
                  <c:v>3.2905822000000001E-2</c:v>
                </c:pt>
                <c:pt idx="3417">
                  <c:v>3.2498124000000003E-2</c:v>
                </c:pt>
                <c:pt idx="3418">
                  <c:v>3.2707949E-2</c:v>
                </c:pt>
                <c:pt idx="3419">
                  <c:v>3.2462754999999996E-2</c:v>
                </c:pt>
                <c:pt idx="3420">
                  <c:v>3.1860386999999997E-2</c:v>
                </c:pt>
                <c:pt idx="3421">
                  <c:v>3.1424972000000002E-2</c:v>
                </c:pt>
                <c:pt idx="3422">
                  <c:v>3.1784115000000002E-2</c:v>
                </c:pt>
                <c:pt idx="3423">
                  <c:v>3.1398741000000001E-2</c:v>
                </c:pt>
                <c:pt idx="3424">
                  <c:v>3.1398741000000001E-2</c:v>
                </c:pt>
                <c:pt idx="3425">
                  <c:v>3.1338546000000002E-2</c:v>
                </c:pt>
                <c:pt idx="3426">
                  <c:v>3.1099212999999997E-2</c:v>
                </c:pt>
                <c:pt idx="3427">
                  <c:v>3.0927237000000003E-2</c:v>
                </c:pt>
                <c:pt idx="3428">
                  <c:v>3.0908751999999998E-2</c:v>
                </c:pt>
                <c:pt idx="3429">
                  <c:v>3.0556459999999997E-2</c:v>
                </c:pt>
                <c:pt idx="3430">
                  <c:v>3.0903449999999999E-2</c:v>
                </c:pt>
                <c:pt idx="3431">
                  <c:v>3.1125716999999997E-2</c:v>
                </c:pt>
                <c:pt idx="3432">
                  <c:v>3.0935860999999999E-2</c:v>
                </c:pt>
                <c:pt idx="3433">
                  <c:v>3.0859872E-2</c:v>
                </c:pt>
                <c:pt idx="3434">
                  <c:v>3.1561376000000002E-2</c:v>
                </c:pt>
                <c:pt idx="3435">
                  <c:v>3.0680358999999997E-2</c:v>
                </c:pt>
                <c:pt idx="3436">
                  <c:v>3.0649894999999996E-2</c:v>
                </c:pt>
                <c:pt idx="3437">
                  <c:v>3.0265564000000002E-2</c:v>
                </c:pt>
                <c:pt idx="3438">
                  <c:v>2.9968074000000001E-2</c:v>
                </c:pt>
                <c:pt idx="3439">
                  <c:v>3.0258027E-2</c:v>
                </c:pt>
                <c:pt idx="3440">
                  <c:v>3.0463218E-2</c:v>
                </c:pt>
                <c:pt idx="3441">
                  <c:v>3.0990033E-2</c:v>
                </c:pt>
                <c:pt idx="3442">
                  <c:v>3.1626051000000002E-2</c:v>
                </c:pt>
                <c:pt idx="3443">
                  <c:v>3.1648538000000004E-2</c:v>
                </c:pt>
                <c:pt idx="3444">
                  <c:v>3.1227147000000004E-2</c:v>
                </c:pt>
                <c:pt idx="3445">
                  <c:v>3.113291E-2</c:v>
                </c:pt>
                <c:pt idx="3446">
                  <c:v>2.9867381000000002E-2</c:v>
                </c:pt>
                <c:pt idx="3447">
                  <c:v>3.0276963E-2</c:v>
                </c:pt>
                <c:pt idx="3448">
                  <c:v>3.0449795999999998E-2</c:v>
                </c:pt>
                <c:pt idx="3449">
                  <c:v>3.0313546000000004E-2</c:v>
                </c:pt>
                <c:pt idx="3450">
                  <c:v>3.0124995999999998E-2</c:v>
                </c:pt>
                <c:pt idx="3451">
                  <c:v>3.0027463000000001E-2</c:v>
                </c:pt>
                <c:pt idx="3452">
                  <c:v>2.9660635000000001E-2</c:v>
                </c:pt>
                <c:pt idx="3453">
                  <c:v>2.9239260000000003E-2</c:v>
                </c:pt>
                <c:pt idx="3454">
                  <c:v>2.9084827000000001E-2</c:v>
                </c:pt>
                <c:pt idx="3455">
                  <c:v>2.8620107999999998E-2</c:v>
                </c:pt>
                <c:pt idx="3456">
                  <c:v>2.8178419000000003E-2</c:v>
                </c:pt>
                <c:pt idx="3457">
                  <c:v>2.8436858999999998E-2</c:v>
                </c:pt>
                <c:pt idx="3458">
                  <c:v>2.883001E-2</c:v>
                </c:pt>
                <c:pt idx="3459">
                  <c:v>2.8941710999999998E-2</c:v>
                </c:pt>
                <c:pt idx="3460">
                  <c:v>2.8953724E-2</c:v>
                </c:pt>
                <c:pt idx="3461">
                  <c:v>2.8890402999999999E-2</c:v>
                </c:pt>
                <c:pt idx="3462">
                  <c:v>2.9079476E-2</c:v>
                </c:pt>
                <c:pt idx="3463">
                  <c:v>2.9171199000000002E-2</c:v>
                </c:pt>
                <c:pt idx="3464">
                  <c:v>2.9162205999999996E-2</c:v>
                </c:pt>
                <c:pt idx="3465">
                  <c:v>2.9340672999999998E-2</c:v>
                </c:pt>
                <c:pt idx="3466">
                  <c:v>2.9042254000000003E-2</c:v>
                </c:pt>
                <c:pt idx="3467">
                  <c:v>2.8341557999999999E-2</c:v>
                </c:pt>
                <c:pt idx="3468">
                  <c:v>2.8341557999999999E-2</c:v>
                </c:pt>
                <c:pt idx="3469">
                  <c:v>2.8594040999999997E-2</c:v>
                </c:pt>
                <c:pt idx="3470">
                  <c:v>2.8414595000000004E-2</c:v>
                </c:pt>
                <c:pt idx="3471">
                  <c:v>2.8622753000000001E-2</c:v>
                </c:pt>
                <c:pt idx="3472">
                  <c:v>2.8550385000000001E-2</c:v>
                </c:pt>
                <c:pt idx="3473">
                  <c:v>2.8754888999999999E-2</c:v>
                </c:pt>
                <c:pt idx="3474">
                  <c:v>2.8792394999999998E-2</c:v>
                </c:pt>
                <c:pt idx="3475">
                  <c:v>2.8622962999999998E-2</c:v>
                </c:pt>
                <c:pt idx="3476">
                  <c:v>2.9179878000000003E-2</c:v>
                </c:pt>
                <c:pt idx="3477">
                  <c:v>2.9318469E-2</c:v>
                </c:pt>
                <c:pt idx="3478">
                  <c:v>2.9163464E-2</c:v>
                </c:pt>
                <c:pt idx="3479">
                  <c:v>2.8973216000000003E-2</c:v>
                </c:pt>
                <c:pt idx="3480">
                  <c:v>2.8993644999999998E-2</c:v>
                </c:pt>
                <c:pt idx="3481">
                  <c:v>2.8736398999999999E-2</c:v>
                </c:pt>
                <c:pt idx="3482">
                  <c:v>2.8751262999999999E-2</c:v>
                </c:pt>
                <c:pt idx="3483">
                  <c:v>2.8406752999999996E-2</c:v>
                </c:pt>
                <c:pt idx="3484">
                  <c:v>2.8132071000000002E-2</c:v>
                </c:pt>
                <c:pt idx="3485">
                  <c:v>2.8267813000000003E-2</c:v>
                </c:pt>
                <c:pt idx="3486">
                  <c:v>2.8514159000000001E-2</c:v>
                </c:pt>
                <c:pt idx="3487">
                  <c:v>2.8635529000000003E-2</c:v>
                </c:pt>
                <c:pt idx="3488">
                  <c:v>2.8469557999999999E-2</c:v>
                </c:pt>
                <c:pt idx="3489">
                  <c:v>2.8382002E-2</c:v>
                </c:pt>
                <c:pt idx="3490">
                  <c:v>2.8620391000000002E-2</c:v>
                </c:pt>
                <c:pt idx="3491">
                  <c:v>2.8352069999999997E-2</c:v>
                </c:pt>
                <c:pt idx="3492">
                  <c:v>2.8220503000000001E-2</c:v>
                </c:pt>
                <c:pt idx="3493">
                  <c:v>2.8186642999999997E-2</c:v>
                </c:pt>
                <c:pt idx="3494">
                  <c:v>2.8186642999999997E-2</c:v>
                </c:pt>
                <c:pt idx="3495">
                  <c:v>2.7995231999999998E-2</c:v>
                </c:pt>
                <c:pt idx="3496">
                  <c:v>2.8128590000000002E-2</c:v>
                </c:pt>
                <c:pt idx="3497">
                  <c:v>2.7627032000000003E-2</c:v>
                </c:pt>
                <c:pt idx="3498">
                  <c:v>2.7230597999999998E-2</c:v>
                </c:pt>
                <c:pt idx="3499">
                  <c:v>2.6811852000000001E-2</c:v>
                </c:pt>
                <c:pt idx="3500">
                  <c:v>2.6597804000000003E-2</c:v>
                </c:pt>
                <c:pt idx="3501">
                  <c:v>2.6622546E-2</c:v>
                </c:pt>
                <c:pt idx="3502">
                  <c:v>2.6638601000000001E-2</c:v>
                </c:pt>
                <c:pt idx="3503">
                  <c:v>2.6083314E-2</c:v>
                </c:pt>
                <c:pt idx="3504">
                  <c:v>2.575007E-2</c:v>
                </c:pt>
                <c:pt idx="3505">
                  <c:v>2.5643594000000002E-2</c:v>
                </c:pt>
                <c:pt idx="3506">
                  <c:v>2.5754838000000002E-2</c:v>
                </c:pt>
                <c:pt idx="3507">
                  <c:v>2.6263229000000003E-2</c:v>
                </c:pt>
                <c:pt idx="3508">
                  <c:v>2.5942041999999998E-2</c:v>
                </c:pt>
                <c:pt idx="3509">
                  <c:v>2.6217081000000003E-2</c:v>
                </c:pt>
                <c:pt idx="3510">
                  <c:v>2.5909354999999998E-2</c:v>
                </c:pt>
                <c:pt idx="3511">
                  <c:v>2.6246723999999999E-2</c:v>
                </c:pt>
                <c:pt idx="3512">
                  <c:v>2.6018632999999999E-2</c:v>
                </c:pt>
                <c:pt idx="3513">
                  <c:v>2.6035465000000001E-2</c:v>
                </c:pt>
                <c:pt idx="3514">
                  <c:v>2.5860655999999999E-2</c:v>
                </c:pt>
                <c:pt idx="3515">
                  <c:v>2.5966735999999997E-2</c:v>
                </c:pt>
                <c:pt idx="3516">
                  <c:v>2.5980587999999999E-2</c:v>
                </c:pt>
                <c:pt idx="3517">
                  <c:v>2.6205632999999999E-2</c:v>
                </c:pt>
                <c:pt idx="3518">
                  <c:v>2.6140582999999998E-2</c:v>
                </c:pt>
                <c:pt idx="3519">
                  <c:v>2.6265594E-2</c:v>
                </c:pt>
                <c:pt idx="3520">
                  <c:v>2.6014258999999998E-2</c:v>
                </c:pt>
                <c:pt idx="3521">
                  <c:v>2.5543704E-2</c:v>
                </c:pt>
                <c:pt idx="3522">
                  <c:v>2.5476788E-2</c:v>
                </c:pt>
                <c:pt idx="3523">
                  <c:v>2.5476788E-2</c:v>
                </c:pt>
                <c:pt idx="3524">
                  <c:v>2.545905E-2</c:v>
                </c:pt>
                <c:pt idx="3525">
                  <c:v>2.5649601999999997E-2</c:v>
                </c:pt>
                <c:pt idx="3526">
                  <c:v>2.5733015999999997E-2</c:v>
                </c:pt>
                <c:pt idx="3527">
                  <c:v>2.5783156000000002E-2</c:v>
                </c:pt>
                <c:pt idx="3528">
                  <c:v>2.5924669999999997E-2</c:v>
                </c:pt>
                <c:pt idx="3529">
                  <c:v>2.5695461999999999E-2</c:v>
                </c:pt>
                <c:pt idx="3530">
                  <c:v>2.5659962999999997E-2</c:v>
                </c:pt>
                <c:pt idx="3531">
                  <c:v>2.5765823E-2</c:v>
                </c:pt>
                <c:pt idx="3532">
                  <c:v>2.6450520999999998E-2</c:v>
                </c:pt>
                <c:pt idx="3533">
                  <c:v>2.6346631999999998E-2</c:v>
                </c:pt>
                <c:pt idx="3534">
                  <c:v>2.6504478999999997E-2</c:v>
                </c:pt>
                <c:pt idx="3535">
                  <c:v>2.6588668999999999E-2</c:v>
                </c:pt>
                <c:pt idx="3536">
                  <c:v>2.6384823999999998E-2</c:v>
                </c:pt>
                <c:pt idx="3537">
                  <c:v>2.6023950000000001E-2</c:v>
                </c:pt>
                <c:pt idx="3538">
                  <c:v>2.645403E-2</c:v>
                </c:pt>
                <c:pt idx="3539">
                  <c:v>2.6275898999999998E-2</c:v>
                </c:pt>
                <c:pt idx="3540">
                  <c:v>2.6615904999999999E-2</c:v>
                </c:pt>
                <c:pt idx="3541">
                  <c:v>2.5931965000000001E-2</c:v>
                </c:pt>
                <c:pt idx="3542">
                  <c:v>2.6253917999999998E-2</c:v>
                </c:pt>
                <c:pt idx="3543">
                  <c:v>2.7435539999999998E-2</c:v>
                </c:pt>
                <c:pt idx="3544">
                  <c:v>2.7395678E-2</c:v>
                </c:pt>
                <c:pt idx="3545">
                  <c:v>2.7687571000000001E-2</c:v>
                </c:pt>
                <c:pt idx="3546">
                  <c:v>2.7967973E-2</c:v>
                </c:pt>
                <c:pt idx="3547">
                  <c:v>2.8514339999999999E-2</c:v>
                </c:pt>
                <c:pt idx="3548">
                  <c:v>2.8485881000000001E-2</c:v>
                </c:pt>
                <c:pt idx="3549">
                  <c:v>2.8368384999999999E-2</c:v>
                </c:pt>
                <c:pt idx="3550">
                  <c:v>2.8004887999999999E-2</c:v>
                </c:pt>
                <c:pt idx="3551">
                  <c:v>2.8059663999999998E-2</c:v>
                </c:pt>
                <c:pt idx="3552">
                  <c:v>2.7742840999999997E-2</c:v>
                </c:pt>
                <c:pt idx="3553">
                  <c:v>2.7854847999999998E-2</c:v>
                </c:pt>
                <c:pt idx="3554">
                  <c:v>2.7441304000000003E-2</c:v>
                </c:pt>
                <c:pt idx="3555">
                  <c:v>2.7106756999999999E-2</c:v>
                </c:pt>
                <c:pt idx="3556">
                  <c:v>2.6799741999999998E-2</c:v>
                </c:pt>
                <c:pt idx="3557">
                  <c:v>2.6922309000000002E-2</c:v>
                </c:pt>
                <c:pt idx="3558">
                  <c:v>2.6717167999999999E-2</c:v>
                </c:pt>
                <c:pt idx="3559">
                  <c:v>2.6691304000000002E-2</c:v>
                </c:pt>
                <c:pt idx="3560">
                  <c:v>2.6590188999999997E-2</c:v>
                </c:pt>
                <c:pt idx="3561">
                  <c:v>2.6519988999999997E-2</c:v>
                </c:pt>
                <c:pt idx="3562">
                  <c:v>2.6637865E-2</c:v>
                </c:pt>
                <c:pt idx="3563">
                  <c:v>2.6793200999999999E-2</c:v>
                </c:pt>
                <c:pt idx="3564">
                  <c:v>2.6793200999999999E-2</c:v>
                </c:pt>
                <c:pt idx="3565">
                  <c:v>2.6421553E-2</c:v>
                </c:pt>
                <c:pt idx="3566">
                  <c:v>2.6393000999999999E-2</c:v>
                </c:pt>
                <c:pt idx="3567">
                  <c:v>2.5895870000000001E-2</c:v>
                </c:pt>
                <c:pt idx="3568">
                  <c:v>2.5984811999999999E-2</c:v>
                </c:pt>
                <c:pt idx="3569">
                  <c:v>2.5740760999999997E-2</c:v>
                </c:pt>
                <c:pt idx="3570">
                  <c:v>2.5967723000000002E-2</c:v>
                </c:pt>
                <c:pt idx="3571">
                  <c:v>2.6005099E-2</c:v>
                </c:pt>
                <c:pt idx="3572">
                  <c:v>2.5953451000000002E-2</c:v>
                </c:pt>
                <c:pt idx="3573">
                  <c:v>2.5893049000000001E-2</c:v>
                </c:pt>
                <c:pt idx="3574">
                  <c:v>2.6587079E-2</c:v>
                </c:pt>
                <c:pt idx="3575">
                  <c:v>2.6674095999999998E-2</c:v>
                </c:pt>
                <c:pt idx="3576">
                  <c:v>2.6459514E-2</c:v>
                </c:pt>
                <c:pt idx="3577">
                  <c:v>2.6270515999999997E-2</c:v>
                </c:pt>
                <c:pt idx="3578">
                  <c:v>2.6470855999999997E-2</c:v>
                </c:pt>
                <c:pt idx="3579">
                  <c:v>2.6606193E-2</c:v>
                </c:pt>
                <c:pt idx="3580">
                  <c:v>2.6803474999999997E-2</c:v>
                </c:pt>
                <c:pt idx="3581">
                  <c:v>2.6557490999999999E-2</c:v>
                </c:pt>
                <c:pt idx="3582">
                  <c:v>2.7217847999999999E-2</c:v>
                </c:pt>
                <c:pt idx="3583">
                  <c:v>2.7115253000000002E-2</c:v>
                </c:pt>
                <c:pt idx="3584">
                  <c:v>2.7962391000000003E-2</c:v>
                </c:pt>
                <c:pt idx="3585">
                  <c:v>2.7895524999999997E-2</c:v>
                </c:pt>
                <c:pt idx="3586">
                  <c:v>2.8512884000000002E-2</c:v>
                </c:pt>
                <c:pt idx="3587">
                  <c:v>2.8210665999999999E-2</c:v>
                </c:pt>
                <c:pt idx="3588">
                  <c:v>2.7978208000000001E-2</c:v>
                </c:pt>
                <c:pt idx="3589">
                  <c:v>2.8083492000000002E-2</c:v>
                </c:pt>
                <c:pt idx="3590">
                  <c:v>2.8714900999999998E-2</c:v>
                </c:pt>
                <c:pt idx="3591">
                  <c:v>2.8909160000000003E-2</c:v>
                </c:pt>
                <c:pt idx="3592">
                  <c:v>2.8713143000000003E-2</c:v>
                </c:pt>
                <c:pt idx="3593">
                  <c:v>2.9241633999999999E-2</c:v>
                </c:pt>
                <c:pt idx="3594">
                  <c:v>2.9241633999999999E-2</c:v>
                </c:pt>
                <c:pt idx="3595">
                  <c:v>3.0108794000000001E-2</c:v>
                </c:pt>
                <c:pt idx="3596">
                  <c:v>3.1141696999999999E-2</c:v>
                </c:pt>
                <c:pt idx="3597">
                  <c:v>3.0832525E-2</c:v>
                </c:pt>
                <c:pt idx="3598">
                  <c:v>3.0304840000000003E-2</c:v>
                </c:pt>
                <c:pt idx="3599">
                  <c:v>3.0335759E-2</c:v>
                </c:pt>
                <c:pt idx="3600">
                  <c:v>3.0039094999999998E-2</c:v>
                </c:pt>
                <c:pt idx="3601">
                  <c:v>2.9589846E-2</c:v>
                </c:pt>
                <c:pt idx="3602">
                  <c:v>2.9226310000000002E-2</c:v>
                </c:pt>
                <c:pt idx="3603">
                  <c:v>2.9323120000000001E-2</c:v>
                </c:pt>
                <c:pt idx="3604">
                  <c:v>2.9347181999999999E-2</c:v>
                </c:pt>
                <c:pt idx="3605">
                  <c:v>2.8982425999999999E-2</c:v>
                </c:pt>
                <c:pt idx="3606">
                  <c:v>2.8550981000000003E-2</c:v>
                </c:pt>
                <c:pt idx="3607">
                  <c:v>2.8655347000000001E-2</c:v>
                </c:pt>
                <c:pt idx="3608">
                  <c:v>2.8515965000000001E-2</c:v>
                </c:pt>
                <c:pt idx="3609">
                  <c:v>2.8372143999999998E-2</c:v>
                </c:pt>
                <c:pt idx="3610">
                  <c:v>2.8609366999999997E-2</c:v>
                </c:pt>
                <c:pt idx="3611">
                  <c:v>2.8635953999999998E-2</c:v>
                </c:pt>
                <c:pt idx="3612">
                  <c:v>2.8402146E-2</c:v>
                </c:pt>
                <c:pt idx="3613">
                  <c:v>2.9206389999999999E-2</c:v>
                </c:pt>
                <c:pt idx="3614">
                  <c:v>2.8446298999999998E-2</c:v>
                </c:pt>
                <c:pt idx="3615">
                  <c:v>2.8446298999999998E-2</c:v>
                </c:pt>
                <c:pt idx="3616">
                  <c:v>2.8587783999999998E-2</c:v>
                </c:pt>
                <c:pt idx="3617">
                  <c:v>2.8840219E-2</c:v>
                </c:pt>
                <c:pt idx="3618">
                  <c:v>2.9331795000000001E-2</c:v>
                </c:pt>
                <c:pt idx="3619">
                  <c:v>2.9336302999999998E-2</c:v>
                </c:pt>
                <c:pt idx="3620">
                  <c:v>2.9559962999999998E-2</c:v>
                </c:pt>
                <c:pt idx="3621">
                  <c:v>2.9462419999999996E-2</c:v>
                </c:pt>
                <c:pt idx="3622">
                  <c:v>2.9693709000000002E-2</c:v>
                </c:pt>
                <c:pt idx="3623">
                  <c:v>2.9761683000000001E-2</c:v>
                </c:pt>
                <c:pt idx="3624">
                  <c:v>2.9720102000000002E-2</c:v>
                </c:pt>
                <c:pt idx="3625">
                  <c:v>2.9939824E-2</c:v>
                </c:pt>
                <c:pt idx="3626">
                  <c:v>2.9677622000000001E-2</c:v>
                </c:pt>
                <c:pt idx="3627">
                  <c:v>2.9677622000000001E-2</c:v>
                </c:pt>
                <c:pt idx="3628">
                  <c:v>2.9677622000000001E-2</c:v>
                </c:pt>
                <c:pt idx="3629">
                  <c:v>3.0162263999999998E-2</c:v>
                </c:pt>
                <c:pt idx="3630">
                  <c:v>3.0104198000000002E-2</c:v>
                </c:pt>
                <c:pt idx="3631">
                  <c:v>3.0392174000000001E-2</c:v>
                </c:pt>
                <c:pt idx="3632">
                  <c:v>3.0706992000000002E-2</c:v>
                </c:pt>
                <c:pt idx="3633">
                  <c:v>3.0344330999999999E-2</c:v>
                </c:pt>
                <c:pt idx="3634">
                  <c:v>3.1322941E-2</c:v>
                </c:pt>
                <c:pt idx="3635">
                  <c:v>3.2126348999999998E-2</c:v>
                </c:pt>
                <c:pt idx="3636">
                  <c:v>3.2903428999999998E-2</c:v>
                </c:pt>
                <c:pt idx="3637">
                  <c:v>3.2921154000000001E-2</c:v>
                </c:pt>
                <c:pt idx="3638">
                  <c:v>3.4361411000000001E-2</c:v>
                </c:pt>
                <c:pt idx="3639">
                  <c:v>3.4973112000000001E-2</c:v>
                </c:pt>
                <c:pt idx="3640">
                  <c:v>3.6919745000000004E-2</c:v>
                </c:pt>
                <c:pt idx="3641">
                  <c:v>3.5548791999999996E-2</c:v>
                </c:pt>
                <c:pt idx="3642">
                  <c:v>3.3775680000000002E-2</c:v>
                </c:pt>
                <c:pt idx="3643">
                  <c:v>3.3708760999999997E-2</c:v>
                </c:pt>
                <c:pt idx="3644">
                  <c:v>3.3330013999999998E-2</c:v>
                </c:pt>
                <c:pt idx="3645">
                  <c:v>3.2498876000000003E-2</c:v>
                </c:pt>
                <c:pt idx="3646">
                  <c:v>3.2749688999999998E-2</c:v>
                </c:pt>
                <c:pt idx="3647">
                  <c:v>3.2749688999999998E-2</c:v>
                </c:pt>
                <c:pt idx="3648">
                  <c:v>3.2829991999999995E-2</c:v>
                </c:pt>
                <c:pt idx="3649">
                  <c:v>3.2920302999999998E-2</c:v>
                </c:pt>
                <c:pt idx="3650">
                  <c:v>3.318952E-2</c:v>
                </c:pt>
                <c:pt idx="3651">
                  <c:v>3.3301773E-2</c:v>
                </c:pt>
                <c:pt idx="3652">
                  <c:v>3.3301773E-2</c:v>
                </c:pt>
                <c:pt idx="3653">
                  <c:v>3.3673146000000001E-2</c:v>
                </c:pt>
                <c:pt idx="3654">
                  <c:v>3.4537666000000002E-2</c:v>
                </c:pt>
                <c:pt idx="3655">
                  <c:v>3.5468063000000001E-2</c:v>
                </c:pt>
                <c:pt idx="3656">
                  <c:v>3.5481983000000002E-2</c:v>
                </c:pt>
                <c:pt idx="3657">
                  <c:v>3.4717059000000002E-2</c:v>
                </c:pt>
                <c:pt idx="3658">
                  <c:v>3.5175154E-2</c:v>
                </c:pt>
                <c:pt idx="3659">
                  <c:v>3.5645314000000004E-2</c:v>
                </c:pt>
                <c:pt idx="3660">
                  <c:v>3.5911206000000001E-2</c:v>
                </c:pt>
                <c:pt idx="3661">
                  <c:v>3.6362656E-2</c:v>
                </c:pt>
                <c:pt idx="3662">
                  <c:v>3.6815456000000003E-2</c:v>
                </c:pt>
                <c:pt idx="3663">
                  <c:v>3.6228316000000003E-2</c:v>
                </c:pt>
                <c:pt idx="3664">
                  <c:v>3.6228316000000003E-2</c:v>
                </c:pt>
                <c:pt idx="3665">
                  <c:v>3.6247863999999998E-2</c:v>
                </c:pt>
                <c:pt idx="3666">
                  <c:v>3.5827818999999997E-2</c:v>
                </c:pt>
                <c:pt idx="3667">
                  <c:v>3.5649882000000001E-2</c:v>
                </c:pt>
                <c:pt idx="3668">
                  <c:v>3.5351405999999995E-2</c:v>
                </c:pt>
                <c:pt idx="3669">
                  <c:v>3.5325031999999999E-2</c:v>
                </c:pt>
                <c:pt idx="3670">
                  <c:v>3.5308948999999999E-2</c:v>
                </c:pt>
                <c:pt idx="3671">
                  <c:v>3.6167484E-2</c:v>
                </c:pt>
                <c:pt idx="3672">
                  <c:v>3.5744774999999999E-2</c:v>
                </c:pt>
                <c:pt idx="3673">
                  <c:v>3.6549029999999996E-2</c:v>
                </c:pt>
                <c:pt idx="3674">
                  <c:v>3.6360331000000003E-2</c:v>
                </c:pt>
                <c:pt idx="3675">
                  <c:v>3.5277781000000001E-2</c:v>
                </c:pt>
                <c:pt idx="3676">
                  <c:v>3.5164607000000001E-2</c:v>
                </c:pt>
                <c:pt idx="3677">
                  <c:v>3.4783377999999997E-2</c:v>
                </c:pt>
                <c:pt idx="3678">
                  <c:v>3.3469886999999997E-2</c:v>
                </c:pt>
                <c:pt idx="3679">
                  <c:v>3.3660928E-2</c:v>
                </c:pt>
                <c:pt idx="3680">
                  <c:v>3.3868000999999995E-2</c:v>
                </c:pt>
                <c:pt idx="3681">
                  <c:v>3.3787592999999998E-2</c:v>
                </c:pt>
                <c:pt idx="3682">
                  <c:v>3.3760485999999999E-2</c:v>
                </c:pt>
                <c:pt idx="3683">
                  <c:v>3.3120389E-2</c:v>
                </c:pt>
                <c:pt idx="3684">
                  <c:v>3.3120389E-2</c:v>
                </c:pt>
                <c:pt idx="3685">
                  <c:v>3.2177639000000001E-2</c:v>
                </c:pt>
                <c:pt idx="3686">
                  <c:v>3.3066221E-2</c:v>
                </c:pt>
                <c:pt idx="3687">
                  <c:v>3.2332704000000004E-2</c:v>
                </c:pt>
                <c:pt idx="3688">
                  <c:v>3.2191285E-2</c:v>
                </c:pt>
                <c:pt idx="3689">
                  <c:v>3.2597561999999997E-2</c:v>
                </c:pt>
                <c:pt idx="3690">
                  <c:v>3.3095236E-2</c:v>
                </c:pt>
                <c:pt idx="3691">
                  <c:v>3.2844591999999999E-2</c:v>
                </c:pt>
                <c:pt idx="3692">
                  <c:v>3.2182754000000001E-2</c:v>
                </c:pt>
                <c:pt idx="3693">
                  <c:v>3.2601978000000004E-2</c:v>
                </c:pt>
                <c:pt idx="3694">
                  <c:v>3.1730332999999999E-2</c:v>
                </c:pt>
                <c:pt idx="3695">
                  <c:v>3.1408499999999999E-2</c:v>
                </c:pt>
                <c:pt idx="3696">
                  <c:v>3.1681238E-2</c:v>
                </c:pt>
                <c:pt idx="3697">
                  <c:v>3.1955773999999999E-2</c:v>
                </c:pt>
                <c:pt idx="3698">
                  <c:v>3.0945448E-2</c:v>
                </c:pt>
                <c:pt idx="3699">
                  <c:v>3.1631885999999998E-2</c:v>
                </c:pt>
                <c:pt idx="3700">
                  <c:v>3.2321460000000003E-2</c:v>
                </c:pt>
                <c:pt idx="3701">
                  <c:v>3.2485119999999999E-2</c:v>
                </c:pt>
                <c:pt idx="3702">
                  <c:v>3.2517232E-2</c:v>
                </c:pt>
                <c:pt idx="3703">
                  <c:v>3.3046086000000002E-2</c:v>
                </c:pt>
                <c:pt idx="3704">
                  <c:v>3.3285655000000004E-2</c:v>
                </c:pt>
                <c:pt idx="3705">
                  <c:v>3.3675389E-2</c:v>
                </c:pt>
                <c:pt idx="3706">
                  <c:v>3.5122743999999997E-2</c:v>
                </c:pt>
                <c:pt idx="3707">
                  <c:v>3.3808547000000001E-2</c:v>
                </c:pt>
                <c:pt idx="3708">
                  <c:v>3.4032644000000001E-2</c:v>
                </c:pt>
                <c:pt idx="3709">
                  <c:v>3.3822294000000003E-2</c:v>
                </c:pt>
                <c:pt idx="3710">
                  <c:v>3.3950146E-2</c:v>
                </c:pt>
                <c:pt idx="3711">
                  <c:v>3.3360659000000001E-2</c:v>
                </c:pt>
                <c:pt idx="3712">
                  <c:v>3.2972167000000004E-2</c:v>
                </c:pt>
                <c:pt idx="3713">
                  <c:v>3.3627695999999999E-2</c:v>
                </c:pt>
                <c:pt idx="3714">
                  <c:v>3.3318408000000001E-2</c:v>
                </c:pt>
                <c:pt idx="3715">
                  <c:v>3.3731021E-2</c:v>
                </c:pt>
                <c:pt idx="3716">
                  <c:v>3.3781200000000004E-2</c:v>
                </c:pt>
                <c:pt idx="3717">
                  <c:v>3.3209314999999996E-2</c:v>
                </c:pt>
                <c:pt idx="3718">
                  <c:v>3.3209314999999996E-2</c:v>
                </c:pt>
                <c:pt idx="3719">
                  <c:v>3.3167239000000001E-2</c:v>
                </c:pt>
                <c:pt idx="3720">
                  <c:v>3.3191246000000001E-2</c:v>
                </c:pt>
                <c:pt idx="3721">
                  <c:v>3.2604122999999999E-2</c:v>
                </c:pt>
                <c:pt idx="3722">
                  <c:v>3.1841129999999995E-2</c:v>
                </c:pt>
                <c:pt idx="3723">
                  <c:v>3.1812606E-2</c:v>
                </c:pt>
                <c:pt idx="3724">
                  <c:v>3.1867072999999996E-2</c:v>
                </c:pt>
                <c:pt idx="3725">
                  <c:v>3.1987394000000002E-2</c:v>
                </c:pt>
                <c:pt idx="3726">
                  <c:v>3.2009368999999996E-2</c:v>
                </c:pt>
                <c:pt idx="3727">
                  <c:v>3.2171798000000001E-2</c:v>
                </c:pt>
                <c:pt idx="3728">
                  <c:v>3.2294641999999998E-2</c:v>
                </c:pt>
                <c:pt idx="3729">
                  <c:v>3.2029347999999999E-2</c:v>
                </c:pt>
                <c:pt idx="3730">
                  <c:v>3.1923781999999998E-2</c:v>
                </c:pt>
                <c:pt idx="3731">
                  <c:v>3.1406440000000001E-2</c:v>
                </c:pt>
                <c:pt idx="3732">
                  <c:v>3.1861657000000002E-2</c:v>
                </c:pt>
                <c:pt idx="3733">
                  <c:v>3.1776150000000003E-2</c:v>
                </c:pt>
                <c:pt idx="3734">
                  <c:v>3.1408191000000002E-2</c:v>
                </c:pt>
                <c:pt idx="3735">
                  <c:v>3.092702E-2</c:v>
                </c:pt>
                <c:pt idx="3736">
                  <c:v>3.0965897999999999E-2</c:v>
                </c:pt>
                <c:pt idx="3737">
                  <c:v>3.1151647000000001E-2</c:v>
                </c:pt>
                <c:pt idx="3738">
                  <c:v>3.0580239999999998E-2</c:v>
                </c:pt>
                <c:pt idx="3739">
                  <c:v>3.0562689999999997E-2</c:v>
                </c:pt>
                <c:pt idx="3740">
                  <c:v>3.0164936E-2</c:v>
                </c:pt>
                <c:pt idx="3741">
                  <c:v>2.9929036000000003E-2</c:v>
                </c:pt>
                <c:pt idx="3742">
                  <c:v>3.0500979999999997E-2</c:v>
                </c:pt>
                <c:pt idx="3743">
                  <c:v>3.046579E-2</c:v>
                </c:pt>
                <c:pt idx="3744">
                  <c:v>2.9612481000000003E-2</c:v>
                </c:pt>
                <c:pt idx="3745">
                  <c:v>3.0231123000000002E-2</c:v>
                </c:pt>
                <c:pt idx="3746">
                  <c:v>2.9567789000000001E-2</c:v>
                </c:pt>
                <c:pt idx="3747">
                  <c:v>3.0052578E-2</c:v>
                </c:pt>
                <c:pt idx="3748">
                  <c:v>3.0386147999999998E-2</c:v>
                </c:pt>
                <c:pt idx="3749">
                  <c:v>2.9563603000000001E-2</c:v>
                </c:pt>
                <c:pt idx="3750">
                  <c:v>2.9425123000000001E-2</c:v>
                </c:pt>
                <c:pt idx="3751">
                  <c:v>2.9705800000000001E-2</c:v>
                </c:pt>
                <c:pt idx="3752">
                  <c:v>2.9920405000000001E-2</c:v>
                </c:pt>
                <c:pt idx="3753">
                  <c:v>2.9351281E-2</c:v>
                </c:pt>
                <c:pt idx="3754">
                  <c:v>2.9351281E-2</c:v>
                </c:pt>
                <c:pt idx="3755">
                  <c:v>2.9980603000000002E-2</c:v>
                </c:pt>
                <c:pt idx="3756">
                  <c:v>3.0057211E-2</c:v>
                </c:pt>
                <c:pt idx="3757">
                  <c:v>3.0215114000000001E-2</c:v>
                </c:pt>
                <c:pt idx="3758">
                  <c:v>3.0616125000000001E-2</c:v>
                </c:pt>
                <c:pt idx="3759">
                  <c:v>3.0041507000000002E-2</c:v>
                </c:pt>
                <c:pt idx="3760">
                  <c:v>2.9899903999999998E-2</c:v>
                </c:pt>
                <c:pt idx="3761">
                  <c:v>2.9366494E-2</c:v>
                </c:pt>
                <c:pt idx="3762">
                  <c:v>3.0364359E-2</c:v>
                </c:pt>
                <c:pt idx="3763">
                  <c:v>2.9586119000000001E-2</c:v>
                </c:pt>
                <c:pt idx="3764">
                  <c:v>3.0178140000000003E-2</c:v>
                </c:pt>
                <c:pt idx="3765">
                  <c:v>3.0169333999999999E-2</c:v>
                </c:pt>
                <c:pt idx="3766">
                  <c:v>3.0173284999999998E-2</c:v>
                </c:pt>
                <c:pt idx="3767">
                  <c:v>3.0834266000000003E-2</c:v>
                </c:pt>
                <c:pt idx="3768">
                  <c:v>3.0545179000000002E-2</c:v>
                </c:pt>
                <c:pt idx="3769">
                  <c:v>3.0872609999999998E-2</c:v>
                </c:pt>
                <c:pt idx="3770">
                  <c:v>3.1390398E-2</c:v>
                </c:pt>
                <c:pt idx="3771">
                  <c:v>3.1608335000000001E-2</c:v>
                </c:pt>
                <c:pt idx="3772">
                  <c:v>3.1082472E-2</c:v>
                </c:pt>
                <c:pt idx="3773">
                  <c:v>3.1758312999999996E-2</c:v>
                </c:pt>
                <c:pt idx="3774">
                  <c:v>3.0869700999999999E-2</c:v>
                </c:pt>
                <c:pt idx="3775">
                  <c:v>3.0510539E-2</c:v>
                </c:pt>
                <c:pt idx="3776">
                  <c:v>3.0589341999999999E-2</c:v>
                </c:pt>
                <c:pt idx="3777">
                  <c:v>3.0547604999999999E-2</c:v>
                </c:pt>
                <c:pt idx="3778">
                  <c:v>3.0061432999999999E-2</c:v>
                </c:pt>
                <c:pt idx="3779">
                  <c:v>3.1677413000000001E-2</c:v>
                </c:pt>
                <c:pt idx="3780">
                  <c:v>3.1622208999999998E-2</c:v>
                </c:pt>
                <c:pt idx="3781">
                  <c:v>3.0969556999999998E-2</c:v>
                </c:pt>
                <c:pt idx="3782">
                  <c:v>3.1262930000000001E-2</c:v>
                </c:pt>
                <c:pt idx="3783">
                  <c:v>3.1262930000000001E-2</c:v>
                </c:pt>
                <c:pt idx="3784">
                  <c:v>3.1931110999999998E-2</c:v>
                </c:pt>
                <c:pt idx="3785">
                  <c:v>3.2293668999999997E-2</c:v>
                </c:pt>
                <c:pt idx="3786">
                  <c:v>3.2856240000000002E-2</c:v>
                </c:pt>
                <c:pt idx="3787">
                  <c:v>3.2044817999999996E-2</c:v>
                </c:pt>
                <c:pt idx="3788">
                  <c:v>3.1074493000000002E-2</c:v>
                </c:pt>
                <c:pt idx="3789">
                  <c:v>3.1064881000000003E-2</c:v>
                </c:pt>
                <c:pt idx="3790">
                  <c:v>3.1255025999999998E-2</c:v>
                </c:pt>
                <c:pt idx="3791">
                  <c:v>3.1534996999999995E-2</c:v>
                </c:pt>
                <c:pt idx="3792">
                  <c:v>3.1318822000000003E-2</c:v>
                </c:pt>
                <c:pt idx="3793">
                  <c:v>3.1108139E-2</c:v>
                </c:pt>
                <c:pt idx="3794">
                  <c:v>3.0885113000000002E-2</c:v>
                </c:pt>
                <c:pt idx="3795">
                  <c:v>3.1398455999999998E-2</c:v>
                </c:pt>
                <c:pt idx="3796">
                  <c:v>3.1545217E-2</c:v>
                </c:pt>
                <c:pt idx="3797">
                  <c:v>3.2056556E-2</c:v>
                </c:pt>
                <c:pt idx="3798">
                  <c:v>3.2273804999999996E-2</c:v>
                </c:pt>
                <c:pt idx="3799">
                  <c:v>3.3121998999999999E-2</c:v>
                </c:pt>
                <c:pt idx="3800">
                  <c:v>3.3134631000000005E-2</c:v>
                </c:pt>
                <c:pt idx="3801">
                  <c:v>3.2721978999999998E-2</c:v>
                </c:pt>
                <c:pt idx="3802">
                  <c:v>3.2816332999999996E-2</c:v>
                </c:pt>
                <c:pt idx="3803">
                  <c:v>3.3202954999999999E-2</c:v>
                </c:pt>
                <c:pt idx="3804">
                  <c:v>3.3390121000000002E-2</c:v>
                </c:pt>
                <c:pt idx="3805">
                  <c:v>3.2797638999999996E-2</c:v>
                </c:pt>
                <c:pt idx="3806">
                  <c:v>3.2647012000000003E-2</c:v>
                </c:pt>
                <c:pt idx="3807">
                  <c:v>3.3201132000000001E-2</c:v>
                </c:pt>
                <c:pt idx="3808">
                  <c:v>3.3621956000000001E-2</c:v>
                </c:pt>
                <c:pt idx="3809">
                  <c:v>3.3175508999999999E-2</c:v>
                </c:pt>
                <c:pt idx="3810">
                  <c:v>3.3953149000000002E-2</c:v>
                </c:pt>
                <c:pt idx="3811">
                  <c:v>3.4190715999999996E-2</c:v>
                </c:pt>
                <c:pt idx="3812">
                  <c:v>3.3839123999999998E-2</c:v>
                </c:pt>
                <c:pt idx="3813">
                  <c:v>3.3916329000000002E-2</c:v>
                </c:pt>
                <c:pt idx="3814">
                  <c:v>3.4389512000000004E-2</c:v>
                </c:pt>
                <c:pt idx="3815">
                  <c:v>3.4295938999999998E-2</c:v>
                </c:pt>
                <c:pt idx="3816">
                  <c:v>3.5384044000000003E-2</c:v>
                </c:pt>
                <c:pt idx="3817">
                  <c:v>3.5996309999999997E-2</c:v>
                </c:pt>
                <c:pt idx="3818">
                  <c:v>3.6878906999999995E-2</c:v>
                </c:pt>
                <c:pt idx="3819">
                  <c:v>3.8641030999999999E-2</c:v>
                </c:pt>
                <c:pt idx="3820">
                  <c:v>3.7501780000000005E-2</c:v>
                </c:pt>
                <c:pt idx="3821">
                  <c:v>3.7501297000000003E-2</c:v>
                </c:pt>
                <c:pt idx="3822">
                  <c:v>3.7052238000000001E-2</c:v>
                </c:pt>
                <c:pt idx="3823">
                  <c:v>3.6514099000000001E-2</c:v>
                </c:pt>
                <c:pt idx="3824">
                  <c:v>3.6663848999999998E-2</c:v>
                </c:pt>
                <c:pt idx="3825">
                  <c:v>3.7148267999999998E-2</c:v>
                </c:pt>
                <c:pt idx="3826">
                  <c:v>3.7163558999999999E-2</c:v>
                </c:pt>
                <c:pt idx="3827">
                  <c:v>3.7359275000000004E-2</c:v>
                </c:pt>
                <c:pt idx="3828">
                  <c:v>3.7611196999999999E-2</c:v>
                </c:pt>
                <c:pt idx="3829">
                  <c:v>3.7611196999999999E-2</c:v>
                </c:pt>
                <c:pt idx="3830">
                  <c:v>3.7338474000000003E-2</c:v>
                </c:pt>
                <c:pt idx="3831">
                  <c:v>3.7326564999999999E-2</c:v>
                </c:pt>
                <c:pt idx="3832">
                  <c:v>3.7283154999999998E-2</c:v>
                </c:pt>
                <c:pt idx="3833">
                  <c:v>3.7627650999999998E-2</c:v>
                </c:pt>
                <c:pt idx="3834">
                  <c:v>3.7726860000000001E-2</c:v>
                </c:pt>
                <c:pt idx="3835">
                  <c:v>3.6733129000000003E-2</c:v>
                </c:pt>
                <c:pt idx="3836">
                  <c:v>3.6788606000000001E-2</c:v>
                </c:pt>
                <c:pt idx="3837">
                  <c:v>3.7575162000000002E-2</c:v>
                </c:pt>
                <c:pt idx="3838">
                  <c:v>3.7675786000000003E-2</c:v>
                </c:pt>
                <c:pt idx="3839">
                  <c:v>3.7255919999999998E-2</c:v>
                </c:pt>
                <c:pt idx="3840">
                  <c:v>3.830629E-2</c:v>
                </c:pt>
                <c:pt idx="3841">
                  <c:v>3.8342811999999997E-2</c:v>
                </c:pt>
                <c:pt idx="3842">
                  <c:v>3.8984028999999996E-2</c:v>
                </c:pt>
                <c:pt idx="3843">
                  <c:v>3.8829785999999998E-2</c:v>
                </c:pt>
                <c:pt idx="3844">
                  <c:v>3.9763547000000003E-2</c:v>
                </c:pt>
                <c:pt idx="3845">
                  <c:v>4.0704855999999998E-2</c:v>
                </c:pt>
                <c:pt idx="3846">
                  <c:v>4.0423559999999997E-2</c:v>
                </c:pt>
                <c:pt idx="3847">
                  <c:v>4.0298725000000001E-2</c:v>
                </c:pt>
                <c:pt idx="3848">
                  <c:v>4.0875519000000006E-2</c:v>
                </c:pt>
                <c:pt idx="3849">
                  <c:v>3.9713200999999997E-2</c:v>
                </c:pt>
                <c:pt idx="3850">
                  <c:v>3.9585888999999999E-2</c:v>
                </c:pt>
                <c:pt idx="3851">
                  <c:v>3.8927009999999998E-2</c:v>
                </c:pt>
                <c:pt idx="3852">
                  <c:v>3.8536316000000001E-2</c:v>
                </c:pt>
                <c:pt idx="3853">
                  <c:v>3.8384618999999995E-2</c:v>
                </c:pt>
                <c:pt idx="3854">
                  <c:v>3.8384618999999995E-2</c:v>
                </c:pt>
                <c:pt idx="3855">
                  <c:v>3.865271E-2</c:v>
                </c:pt>
                <c:pt idx="3856">
                  <c:v>3.9223777000000001E-2</c:v>
                </c:pt>
                <c:pt idx="3857">
                  <c:v>3.8495996000000005E-2</c:v>
                </c:pt>
                <c:pt idx="3858">
                  <c:v>3.7997595000000002E-2</c:v>
                </c:pt>
                <c:pt idx="3859">
                  <c:v>3.7929703000000002E-2</c:v>
                </c:pt>
                <c:pt idx="3860">
                  <c:v>3.7430646999999997E-2</c:v>
                </c:pt>
                <c:pt idx="3861">
                  <c:v>3.7795100000000005E-2</c:v>
                </c:pt>
                <c:pt idx="3862">
                  <c:v>3.7797997999999999E-2</c:v>
                </c:pt>
                <c:pt idx="3863">
                  <c:v>3.6938976000000005E-2</c:v>
                </c:pt>
                <c:pt idx="3864">
                  <c:v>3.6883679000000003E-2</c:v>
                </c:pt>
                <c:pt idx="3865">
                  <c:v>3.7274720000000004E-2</c:v>
                </c:pt>
                <c:pt idx="3866">
                  <c:v>3.6587516E-2</c:v>
                </c:pt>
                <c:pt idx="3867">
                  <c:v>3.6119805000000005E-2</c:v>
                </c:pt>
                <c:pt idx="3868">
                  <c:v>3.6152996E-2</c:v>
                </c:pt>
                <c:pt idx="3869">
                  <c:v>3.5784354000000004E-2</c:v>
                </c:pt>
                <c:pt idx="3870">
                  <c:v>3.5257053999999996E-2</c:v>
                </c:pt>
                <c:pt idx="3871">
                  <c:v>3.4824525999999995E-2</c:v>
                </c:pt>
                <c:pt idx="3872">
                  <c:v>3.4825697000000003E-2</c:v>
                </c:pt>
                <c:pt idx="3873">
                  <c:v>3.4425643000000006E-2</c:v>
                </c:pt>
                <c:pt idx="3874">
                  <c:v>3.4903012000000004E-2</c:v>
                </c:pt>
                <c:pt idx="3875">
                  <c:v>3.5309949E-2</c:v>
                </c:pt>
                <c:pt idx="3876">
                  <c:v>3.5309949E-2</c:v>
                </c:pt>
                <c:pt idx="3877">
                  <c:v>3.5410981000000001E-2</c:v>
                </c:pt>
                <c:pt idx="3878">
                  <c:v>3.599057E-2</c:v>
                </c:pt>
                <c:pt idx="3879">
                  <c:v>3.6200592999999996E-2</c:v>
                </c:pt>
                <c:pt idx="3880">
                  <c:v>3.6212626999999997E-2</c:v>
                </c:pt>
                <c:pt idx="3881">
                  <c:v>3.5915660000000002E-2</c:v>
                </c:pt>
                <c:pt idx="3882">
                  <c:v>3.582515E-2</c:v>
                </c:pt>
                <c:pt idx="3883">
                  <c:v>3.5738457000000001E-2</c:v>
                </c:pt>
                <c:pt idx="3884">
                  <c:v>3.5941099000000004E-2</c:v>
                </c:pt>
                <c:pt idx="3885">
                  <c:v>3.6152005000000001E-2</c:v>
                </c:pt>
                <c:pt idx="3886">
                  <c:v>3.6390969000000002E-2</c:v>
                </c:pt>
                <c:pt idx="3887">
                  <c:v>3.6390969000000002E-2</c:v>
                </c:pt>
                <c:pt idx="3888">
                  <c:v>3.6471507E-2</c:v>
                </c:pt>
                <c:pt idx="3889">
                  <c:v>3.6613060000000003E-2</c:v>
                </c:pt>
                <c:pt idx="3890">
                  <c:v>3.7204178999999997E-2</c:v>
                </c:pt>
                <c:pt idx="3891">
                  <c:v>3.6809254E-2</c:v>
                </c:pt>
                <c:pt idx="3892">
                  <c:v>3.6112705000000002E-2</c:v>
                </c:pt>
                <c:pt idx="3893">
                  <c:v>3.6851638999999999E-2</c:v>
                </c:pt>
                <c:pt idx="3894">
                  <c:v>3.7294004999999998E-2</c:v>
                </c:pt>
                <c:pt idx="3895">
                  <c:v>3.7517552000000003E-2</c:v>
                </c:pt>
                <c:pt idx="3896">
                  <c:v>3.7965736E-2</c:v>
                </c:pt>
                <c:pt idx="3897">
                  <c:v>3.7865822E-2</c:v>
                </c:pt>
                <c:pt idx="3898">
                  <c:v>3.9422347000000003E-2</c:v>
                </c:pt>
                <c:pt idx="3899">
                  <c:v>3.8982395000000003E-2</c:v>
                </c:pt>
                <c:pt idx="3900">
                  <c:v>3.8754709000000005E-2</c:v>
                </c:pt>
                <c:pt idx="3901">
                  <c:v>3.8752445999999996E-2</c:v>
                </c:pt>
                <c:pt idx="3902">
                  <c:v>3.8786053000000001E-2</c:v>
                </c:pt>
                <c:pt idx="3903">
                  <c:v>3.9180194000000002E-2</c:v>
                </c:pt>
                <c:pt idx="3904">
                  <c:v>3.9203631000000003E-2</c:v>
                </c:pt>
                <c:pt idx="3905">
                  <c:v>3.8814287000000003E-2</c:v>
                </c:pt>
                <c:pt idx="3906">
                  <c:v>3.8644121000000003E-2</c:v>
                </c:pt>
                <c:pt idx="3907">
                  <c:v>3.8784201999999997E-2</c:v>
                </c:pt>
                <c:pt idx="3908">
                  <c:v>3.8784201999999997E-2</c:v>
                </c:pt>
                <c:pt idx="3909">
                  <c:v>3.8797948999999998E-2</c:v>
                </c:pt>
                <c:pt idx="3910">
                  <c:v>3.8058285000000004E-2</c:v>
                </c:pt>
                <c:pt idx="3911">
                  <c:v>3.8280126999999997E-2</c:v>
                </c:pt>
                <c:pt idx="3912">
                  <c:v>3.8393245999999999E-2</c:v>
                </c:pt>
                <c:pt idx="3913">
                  <c:v>3.8393245999999999E-2</c:v>
                </c:pt>
                <c:pt idx="3914">
                  <c:v>3.8681011000000001E-2</c:v>
                </c:pt>
                <c:pt idx="3915">
                  <c:v>3.8411577000000002E-2</c:v>
                </c:pt>
                <c:pt idx="3916">
                  <c:v>3.9027507000000003E-2</c:v>
                </c:pt>
                <c:pt idx="3917">
                  <c:v>3.9612353000000003E-2</c:v>
                </c:pt>
                <c:pt idx="3918">
                  <c:v>3.9865362000000001E-2</c:v>
                </c:pt>
                <c:pt idx="3919">
                  <c:v>3.9908565E-2</c:v>
                </c:pt>
                <c:pt idx="3920">
                  <c:v>4.0709395000000002E-2</c:v>
                </c:pt>
                <c:pt idx="3921">
                  <c:v>4.0886541999999998E-2</c:v>
                </c:pt>
                <c:pt idx="3922">
                  <c:v>4.1049509999999997E-2</c:v>
                </c:pt>
                <c:pt idx="3923">
                  <c:v>4.2170761000000001E-2</c:v>
                </c:pt>
                <c:pt idx="3924">
                  <c:v>4.2170761000000001E-2</c:v>
                </c:pt>
                <c:pt idx="3925">
                  <c:v>4.2331612999999997E-2</c:v>
                </c:pt>
                <c:pt idx="3926">
                  <c:v>4.3362529999999996E-2</c:v>
                </c:pt>
                <c:pt idx="3927">
                  <c:v>4.3412691000000003E-2</c:v>
                </c:pt>
                <c:pt idx="3928">
                  <c:v>4.2832441999999998E-2</c:v>
                </c:pt>
                <c:pt idx="3929">
                  <c:v>4.2872741999999998E-2</c:v>
                </c:pt>
                <c:pt idx="3930">
                  <c:v>4.3056267000000002E-2</c:v>
                </c:pt>
                <c:pt idx="3931">
                  <c:v>4.2723630000000005E-2</c:v>
                </c:pt>
                <c:pt idx="3932">
                  <c:v>4.2553631000000001E-2</c:v>
                </c:pt>
                <c:pt idx="3933">
                  <c:v>4.2738026999999998E-2</c:v>
                </c:pt>
                <c:pt idx="3934">
                  <c:v>4.2258240999999995E-2</c:v>
                </c:pt>
                <c:pt idx="3935">
                  <c:v>4.3428654999999997E-2</c:v>
                </c:pt>
                <c:pt idx="3936">
                  <c:v>4.3137884000000001E-2</c:v>
                </c:pt>
                <c:pt idx="3937">
                  <c:v>4.3149887999999997E-2</c:v>
                </c:pt>
                <c:pt idx="3938">
                  <c:v>4.3056904E-2</c:v>
                </c:pt>
                <c:pt idx="3939">
                  <c:v>4.4029382999999998E-2</c:v>
                </c:pt>
                <c:pt idx="3940">
                  <c:v>4.4019551999999997E-2</c:v>
                </c:pt>
                <c:pt idx="3941">
                  <c:v>4.4121055999999999E-2</c:v>
                </c:pt>
                <c:pt idx="3942">
                  <c:v>4.4801208000000002E-2</c:v>
                </c:pt>
                <c:pt idx="3943">
                  <c:v>4.4055290999999996E-2</c:v>
                </c:pt>
                <c:pt idx="3944">
                  <c:v>4.4055290999999996E-2</c:v>
                </c:pt>
                <c:pt idx="3945">
                  <c:v>4.3728303000000003E-2</c:v>
                </c:pt>
                <c:pt idx="3946">
                  <c:v>4.3275814000000003E-2</c:v>
                </c:pt>
                <c:pt idx="3947">
                  <c:v>4.3639743000000002E-2</c:v>
                </c:pt>
                <c:pt idx="3948">
                  <c:v>4.3389566000000004E-2</c:v>
                </c:pt>
                <c:pt idx="3949">
                  <c:v>4.3159732999999999E-2</c:v>
                </c:pt>
                <c:pt idx="3950">
                  <c:v>4.3152836999999999E-2</c:v>
                </c:pt>
                <c:pt idx="3951">
                  <c:v>4.2966812E-2</c:v>
                </c:pt>
                <c:pt idx="3952">
                  <c:v>4.3392705999999996E-2</c:v>
                </c:pt>
                <c:pt idx="3953">
                  <c:v>4.2469981000000004E-2</c:v>
                </c:pt>
                <c:pt idx="3954">
                  <c:v>4.2233131E-2</c:v>
                </c:pt>
                <c:pt idx="3955">
                  <c:v>4.105251E-2</c:v>
                </c:pt>
                <c:pt idx="3956">
                  <c:v>4.0527923E-2</c:v>
                </c:pt>
                <c:pt idx="3957">
                  <c:v>4.0403079000000001E-2</c:v>
                </c:pt>
                <c:pt idx="3958">
                  <c:v>3.9494098000000005E-2</c:v>
                </c:pt>
                <c:pt idx="3959">
                  <c:v>3.9150565999999998E-2</c:v>
                </c:pt>
                <c:pt idx="3960">
                  <c:v>3.9568615000000001E-2</c:v>
                </c:pt>
                <c:pt idx="3961">
                  <c:v>3.9174027E-2</c:v>
                </c:pt>
                <c:pt idx="3962">
                  <c:v>3.8605075000000003E-2</c:v>
                </c:pt>
                <c:pt idx="3963">
                  <c:v>3.7980246000000002E-2</c:v>
                </c:pt>
                <c:pt idx="3964">
                  <c:v>3.7896918000000002E-2</c:v>
                </c:pt>
                <c:pt idx="3965">
                  <c:v>3.8009670000000002E-2</c:v>
                </c:pt>
                <c:pt idx="3966">
                  <c:v>3.8604920000000001E-2</c:v>
                </c:pt>
                <c:pt idx="3967">
                  <c:v>3.7813744000000003E-2</c:v>
                </c:pt>
                <c:pt idx="3968">
                  <c:v>3.7627190000000005E-2</c:v>
                </c:pt>
                <c:pt idx="3969">
                  <c:v>3.7182100000000003E-2</c:v>
                </c:pt>
                <c:pt idx="3970">
                  <c:v>3.6918869E-2</c:v>
                </c:pt>
                <c:pt idx="3971">
                  <c:v>3.7434354000000003E-2</c:v>
                </c:pt>
                <c:pt idx="3972">
                  <c:v>3.7258921E-2</c:v>
                </c:pt>
                <c:pt idx="3973">
                  <c:v>3.7258921E-2</c:v>
                </c:pt>
                <c:pt idx="3974">
                  <c:v>3.7509398999999999E-2</c:v>
                </c:pt>
                <c:pt idx="3975">
                  <c:v>3.8090118999999999E-2</c:v>
                </c:pt>
                <c:pt idx="3976">
                  <c:v>3.7519896999999997E-2</c:v>
                </c:pt>
                <c:pt idx="3977">
                  <c:v>3.7606788999999995E-2</c:v>
                </c:pt>
                <c:pt idx="3978">
                  <c:v>3.7314711E-2</c:v>
                </c:pt>
                <c:pt idx="3979">
                  <c:v>3.7412947000000002E-2</c:v>
                </c:pt>
                <c:pt idx="3980">
                  <c:v>3.7893099999999999E-2</c:v>
                </c:pt>
                <c:pt idx="3981">
                  <c:v>3.7611917000000002E-2</c:v>
                </c:pt>
                <c:pt idx="3982">
                  <c:v>3.8111803E-2</c:v>
                </c:pt>
                <c:pt idx="3983">
                  <c:v>3.7945362999999996E-2</c:v>
                </c:pt>
                <c:pt idx="3984">
                  <c:v>3.7697491999999999E-2</c:v>
                </c:pt>
                <c:pt idx="3985">
                  <c:v>3.6962326999999996E-2</c:v>
                </c:pt>
                <c:pt idx="3986">
                  <c:v>3.660099E-2</c:v>
                </c:pt>
                <c:pt idx="3987">
                  <c:v>3.6000825E-2</c:v>
                </c:pt>
                <c:pt idx="3988">
                  <c:v>3.6240902999999998E-2</c:v>
                </c:pt>
                <c:pt idx="3989">
                  <c:v>3.6189503000000005E-2</c:v>
                </c:pt>
                <c:pt idx="3990">
                  <c:v>3.5697440999999996E-2</c:v>
                </c:pt>
                <c:pt idx="3991">
                  <c:v>3.4934524000000002E-2</c:v>
                </c:pt>
                <c:pt idx="3992">
                  <c:v>3.4800556000000003E-2</c:v>
                </c:pt>
                <c:pt idx="3993">
                  <c:v>3.4739720000000002E-2</c:v>
                </c:pt>
                <c:pt idx="3994">
                  <c:v>3.4727565000000002E-2</c:v>
                </c:pt>
                <c:pt idx="3995">
                  <c:v>3.4590489000000002E-2</c:v>
                </c:pt>
                <c:pt idx="3996">
                  <c:v>3.4886133999999999E-2</c:v>
                </c:pt>
                <c:pt idx="3997">
                  <c:v>3.4802166999999995E-2</c:v>
                </c:pt>
                <c:pt idx="3998">
                  <c:v>3.4634836000000002E-2</c:v>
                </c:pt>
                <c:pt idx="3999">
                  <c:v>3.4169762999999999E-2</c:v>
                </c:pt>
                <c:pt idx="4000">
                  <c:v>3.4811229999999999E-2</c:v>
                </c:pt>
                <c:pt idx="4001">
                  <c:v>3.5287778999999998E-2</c:v>
                </c:pt>
                <c:pt idx="4002">
                  <c:v>3.5459503999999996E-2</c:v>
                </c:pt>
                <c:pt idx="4003">
                  <c:v>3.5199158000000001E-2</c:v>
                </c:pt>
                <c:pt idx="4004">
                  <c:v>3.5500757000000001E-2</c:v>
                </c:pt>
                <c:pt idx="4005">
                  <c:v>3.5442273000000003E-2</c:v>
                </c:pt>
                <c:pt idx="4006">
                  <c:v>3.5332977000000002E-2</c:v>
                </c:pt>
                <c:pt idx="4007">
                  <c:v>3.4824900999999998E-2</c:v>
                </c:pt>
                <c:pt idx="4008">
                  <c:v>3.5023316999999998E-2</c:v>
                </c:pt>
                <c:pt idx="4009">
                  <c:v>3.4549614999999999E-2</c:v>
                </c:pt>
                <c:pt idx="4010">
                  <c:v>3.4395272999999997E-2</c:v>
                </c:pt>
                <c:pt idx="4011">
                  <c:v>3.3614346999999996E-2</c:v>
                </c:pt>
                <c:pt idx="4012">
                  <c:v>3.4586469000000002E-2</c:v>
                </c:pt>
                <c:pt idx="4013">
                  <c:v>3.4533222999999995E-2</c:v>
                </c:pt>
                <c:pt idx="4014">
                  <c:v>3.4486574999999998E-2</c:v>
                </c:pt>
                <c:pt idx="4015">
                  <c:v>3.4372654999999995E-2</c:v>
                </c:pt>
                <c:pt idx="4016">
                  <c:v>3.4171501E-2</c:v>
                </c:pt>
                <c:pt idx="4017">
                  <c:v>3.4618270999999999E-2</c:v>
                </c:pt>
                <c:pt idx="4018">
                  <c:v>3.4182274999999998E-2</c:v>
                </c:pt>
                <c:pt idx="4019">
                  <c:v>3.4182274999999998E-2</c:v>
                </c:pt>
                <c:pt idx="4020">
                  <c:v>3.460688E-2</c:v>
                </c:pt>
                <c:pt idx="4021">
                  <c:v>3.4317647E-2</c:v>
                </c:pt>
                <c:pt idx="4022">
                  <c:v>3.4586964999999997E-2</c:v>
                </c:pt>
                <c:pt idx="4023">
                  <c:v>3.5187280000000001E-2</c:v>
                </c:pt>
                <c:pt idx="4024">
                  <c:v>3.4591337E-2</c:v>
                </c:pt>
                <c:pt idx="4025">
                  <c:v>3.4351737E-2</c:v>
                </c:pt>
                <c:pt idx="4026">
                  <c:v>3.4071613000000001E-2</c:v>
                </c:pt>
                <c:pt idx="4027">
                  <c:v>3.4258444999999998E-2</c:v>
                </c:pt>
                <c:pt idx="4028">
                  <c:v>3.4847748999999997E-2</c:v>
                </c:pt>
                <c:pt idx="4029">
                  <c:v>3.5184050000000001E-2</c:v>
                </c:pt>
                <c:pt idx="4030">
                  <c:v>3.5654575000000001E-2</c:v>
                </c:pt>
                <c:pt idx="4031">
                  <c:v>3.5971604999999997E-2</c:v>
                </c:pt>
                <c:pt idx="4032">
                  <c:v>3.6151982999999999E-2</c:v>
                </c:pt>
                <c:pt idx="4033">
                  <c:v>3.5638663000000001E-2</c:v>
                </c:pt>
                <c:pt idx="4034">
                  <c:v>3.4855019000000001E-2</c:v>
                </c:pt>
                <c:pt idx="4035">
                  <c:v>3.4520731999999998E-2</c:v>
                </c:pt>
                <c:pt idx="4036">
                  <c:v>3.4391246E-2</c:v>
                </c:pt>
                <c:pt idx="4037">
                  <c:v>3.3751491000000002E-2</c:v>
                </c:pt>
                <c:pt idx="4038">
                  <c:v>3.5511998000000003E-2</c:v>
                </c:pt>
                <c:pt idx="4039">
                  <c:v>3.6422985999999997E-2</c:v>
                </c:pt>
                <c:pt idx="4040">
                  <c:v>3.6123349999999999E-2</c:v>
                </c:pt>
                <c:pt idx="4041">
                  <c:v>3.5137239000000001E-2</c:v>
                </c:pt>
                <c:pt idx="4042">
                  <c:v>3.5090327999999997E-2</c:v>
                </c:pt>
                <c:pt idx="4043">
                  <c:v>3.4527884999999994E-2</c:v>
                </c:pt>
                <c:pt idx="4044">
                  <c:v>3.4527884999999994E-2</c:v>
                </c:pt>
                <c:pt idx="4045">
                  <c:v>3.4754237E-2</c:v>
                </c:pt>
                <c:pt idx="4046">
                  <c:v>3.4392198999999998E-2</c:v>
                </c:pt>
                <c:pt idx="4047">
                  <c:v>3.4211103E-2</c:v>
                </c:pt>
                <c:pt idx="4048">
                  <c:v>3.4144147999999999E-2</c:v>
                </c:pt>
                <c:pt idx="4049">
                  <c:v>3.3130444000000002E-2</c:v>
                </c:pt>
                <c:pt idx="4050">
                  <c:v>3.2424387999999998E-2</c:v>
                </c:pt>
                <c:pt idx="4051">
                  <c:v>3.2592006999999999E-2</c:v>
                </c:pt>
                <c:pt idx="4052">
                  <c:v>3.2182234999999997E-2</c:v>
                </c:pt>
                <c:pt idx="4053">
                  <c:v>3.1665679000000002E-2</c:v>
                </c:pt>
                <c:pt idx="4054">
                  <c:v>3.1957064E-2</c:v>
                </c:pt>
                <c:pt idx="4055">
                  <c:v>3.2232407999999997E-2</c:v>
                </c:pt>
                <c:pt idx="4056">
                  <c:v>3.2047577000000001E-2</c:v>
                </c:pt>
                <c:pt idx="4057">
                  <c:v>3.2394450999999998E-2</c:v>
                </c:pt>
                <c:pt idx="4058">
                  <c:v>3.1974443999999998E-2</c:v>
                </c:pt>
                <c:pt idx="4059">
                  <c:v>3.1641932000000005E-2</c:v>
                </c:pt>
                <c:pt idx="4060">
                  <c:v>3.1865848000000002E-2</c:v>
                </c:pt>
                <c:pt idx="4061">
                  <c:v>3.2246230000000001E-2</c:v>
                </c:pt>
                <c:pt idx="4062">
                  <c:v>3.2005468000000002E-2</c:v>
                </c:pt>
                <c:pt idx="4063">
                  <c:v>3.2583501000000001E-2</c:v>
                </c:pt>
                <c:pt idx="4064">
                  <c:v>3.2077029999999999E-2</c:v>
                </c:pt>
                <c:pt idx="4065">
                  <c:v>3.2230623999999999E-2</c:v>
                </c:pt>
                <c:pt idx="4066">
                  <c:v>3.2422184E-2</c:v>
                </c:pt>
                <c:pt idx="4067">
                  <c:v>3.2482794000000002E-2</c:v>
                </c:pt>
                <c:pt idx="4068">
                  <c:v>3.1282603999999999E-2</c:v>
                </c:pt>
                <c:pt idx="4069">
                  <c:v>3.1121307000000001E-2</c:v>
                </c:pt>
                <c:pt idx="4070">
                  <c:v>3.1094745E-2</c:v>
                </c:pt>
                <c:pt idx="4071">
                  <c:v>3.1068808E-2</c:v>
                </c:pt>
                <c:pt idx="4072">
                  <c:v>3.0291602000000001E-2</c:v>
                </c:pt>
                <c:pt idx="4073">
                  <c:v>3.0590282999999999E-2</c:v>
                </c:pt>
                <c:pt idx="4074">
                  <c:v>2.9937092999999998E-2</c:v>
                </c:pt>
                <c:pt idx="4075">
                  <c:v>2.9620650000000002E-2</c:v>
                </c:pt>
                <c:pt idx="4076">
                  <c:v>2.9931434999999999E-2</c:v>
                </c:pt>
                <c:pt idx="4077">
                  <c:v>2.9975465000000003E-2</c:v>
                </c:pt>
                <c:pt idx="4078">
                  <c:v>2.9443047E-2</c:v>
                </c:pt>
                <c:pt idx="4079">
                  <c:v>2.9849385999999999E-2</c:v>
                </c:pt>
                <c:pt idx="4080">
                  <c:v>2.9762947000000001E-2</c:v>
                </c:pt>
                <c:pt idx="4081">
                  <c:v>2.9683411E-2</c:v>
                </c:pt>
                <c:pt idx="4082">
                  <c:v>2.9591602000000002E-2</c:v>
                </c:pt>
                <c:pt idx="4083">
                  <c:v>2.8941689999999999E-2</c:v>
                </c:pt>
                <c:pt idx="4084">
                  <c:v>2.9661074000000003E-2</c:v>
                </c:pt>
                <c:pt idx="4085">
                  <c:v>2.952217E-2</c:v>
                </c:pt>
                <c:pt idx="4086">
                  <c:v>2.9146557999999999E-2</c:v>
                </c:pt>
                <c:pt idx="4087">
                  <c:v>2.9451096E-2</c:v>
                </c:pt>
                <c:pt idx="4088">
                  <c:v>2.9061162000000001E-2</c:v>
                </c:pt>
                <c:pt idx="4089">
                  <c:v>2.9061162000000001E-2</c:v>
                </c:pt>
                <c:pt idx="4090">
                  <c:v>2.9466755000000001E-2</c:v>
                </c:pt>
                <c:pt idx="4091">
                  <c:v>2.9007321000000003E-2</c:v>
                </c:pt>
                <c:pt idx="4092">
                  <c:v>2.8402032000000004E-2</c:v>
                </c:pt>
                <c:pt idx="4093">
                  <c:v>2.8605847E-2</c:v>
                </c:pt>
                <c:pt idx="4094">
                  <c:v>2.9343581000000001E-2</c:v>
                </c:pt>
                <c:pt idx="4095">
                  <c:v>2.8950213000000002E-2</c:v>
                </c:pt>
                <c:pt idx="4096">
                  <c:v>2.9858328E-2</c:v>
                </c:pt>
                <c:pt idx="4097">
                  <c:v>2.9991842000000001E-2</c:v>
                </c:pt>
                <c:pt idx="4098">
                  <c:v>2.9820118000000003E-2</c:v>
                </c:pt>
                <c:pt idx="4099">
                  <c:v>2.9839886999999999E-2</c:v>
                </c:pt>
                <c:pt idx="4100">
                  <c:v>2.9745985000000003E-2</c:v>
                </c:pt>
                <c:pt idx="4101">
                  <c:v>2.9579723999999998E-2</c:v>
                </c:pt>
                <c:pt idx="4102">
                  <c:v>2.9148676999999998E-2</c:v>
                </c:pt>
                <c:pt idx="4103">
                  <c:v>2.9379591E-2</c:v>
                </c:pt>
                <c:pt idx="4104">
                  <c:v>2.9749092000000001E-2</c:v>
                </c:pt>
                <c:pt idx="4105">
                  <c:v>3.0001969000000003E-2</c:v>
                </c:pt>
                <c:pt idx="4106">
                  <c:v>2.9888319E-2</c:v>
                </c:pt>
                <c:pt idx="4107">
                  <c:v>2.9949966999999997E-2</c:v>
                </c:pt>
                <c:pt idx="4108">
                  <c:v>2.9710455E-2</c:v>
                </c:pt>
                <c:pt idx="4109">
                  <c:v>2.965344E-2</c:v>
                </c:pt>
                <c:pt idx="4110">
                  <c:v>2.9088580999999999E-2</c:v>
                </c:pt>
                <c:pt idx="4111">
                  <c:v>2.9017948000000002E-2</c:v>
                </c:pt>
                <c:pt idx="4112">
                  <c:v>2.8838580000000003E-2</c:v>
                </c:pt>
                <c:pt idx="4113">
                  <c:v>2.9053861E-2</c:v>
                </c:pt>
                <c:pt idx="4114">
                  <c:v>2.9053861E-2</c:v>
                </c:pt>
                <c:pt idx="4115">
                  <c:v>2.8984111E-2</c:v>
                </c:pt>
                <c:pt idx="4116">
                  <c:v>2.9027701000000003E-2</c:v>
                </c:pt>
                <c:pt idx="4117">
                  <c:v>2.9285746999999997E-2</c:v>
                </c:pt>
                <c:pt idx="4118">
                  <c:v>2.9026724E-2</c:v>
                </c:pt>
                <c:pt idx="4119">
                  <c:v>2.9417215E-2</c:v>
                </c:pt>
                <c:pt idx="4120">
                  <c:v>2.9440559000000002E-2</c:v>
                </c:pt>
                <c:pt idx="4121">
                  <c:v>2.9174347E-2</c:v>
                </c:pt>
                <c:pt idx="4122">
                  <c:v>2.9095131999999999E-2</c:v>
                </c:pt>
                <c:pt idx="4123">
                  <c:v>2.9157789000000003E-2</c:v>
                </c:pt>
                <c:pt idx="4124">
                  <c:v>2.8747886999999996E-2</c:v>
                </c:pt>
                <c:pt idx="4125">
                  <c:v>2.8802156000000002E-2</c:v>
                </c:pt>
                <c:pt idx="4126">
                  <c:v>2.8661358999999997E-2</c:v>
                </c:pt>
                <c:pt idx="4127">
                  <c:v>2.8625519000000002E-2</c:v>
                </c:pt>
                <c:pt idx="4128">
                  <c:v>2.8883357999999998E-2</c:v>
                </c:pt>
                <c:pt idx="4129">
                  <c:v>2.8920542E-2</c:v>
                </c:pt>
                <c:pt idx="4130">
                  <c:v>2.9285243999999998E-2</c:v>
                </c:pt>
                <c:pt idx="4131">
                  <c:v>2.9644524999999998E-2</c:v>
                </c:pt>
                <c:pt idx="4132">
                  <c:v>2.9585761000000002E-2</c:v>
                </c:pt>
                <c:pt idx="4133">
                  <c:v>3.0040334999999998E-2</c:v>
                </c:pt>
                <c:pt idx="4134">
                  <c:v>2.9485589E-2</c:v>
                </c:pt>
                <c:pt idx="4135">
                  <c:v>2.8971740999999999E-2</c:v>
                </c:pt>
                <c:pt idx="4136">
                  <c:v>2.8396301999999998E-2</c:v>
                </c:pt>
                <c:pt idx="4137">
                  <c:v>2.9118551000000003E-2</c:v>
                </c:pt>
                <c:pt idx="4138">
                  <c:v>2.9118551000000003E-2</c:v>
                </c:pt>
                <c:pt idx="4139">
                  <c:v>3.0946156999999998E-2</c:v>
                </c:pt>
                <c:pt idx="4140">
                  <c:v>3.0153879000000001E-2</c:v>
                </c:pt>
                <c:pt idx="4141">
                  <c:v>3.0546377E-2</c:v>
                </c:pt>
                <c:pt idx="4142">
                  <c:v>2.9837970000000002E-2</c:v>
                </c:pt>
                <c:pt idx="4143">
                  <c:v>2.9947534000000001E-2</c:v>
                </c:pt>
                <c:pt idx="4144">
                  <c:v>3.0059084E-2</c:v>
                </c:pt>
                <c:pt idx="4145">
                  <c:v>3.0010091999999999E-2</c:v>
                </c:pt>
                <c:pt idx="4146">
                  <c:v>2.9781479000000003E-2</c:v>
                </c:pt>
                <c:pt idx="4147">
                  <c:v>2.9781479000000003E-2</c:v>
                </c:pt>
                <c:pt idx="4148">
                  <c:v>2.9995668E-2</c:v>
                </c:pt>
                <c:pt idx="4149">
                  <c:v>3.0211980999999999E-2</c:v>
                </c:pt>
                <c:pt idx="4150">
                  <c:v>3.0315465E-2</c:v>
                </c:pt>
                <c:pt idx="4151">
                  <c:v>2.9606772999999999E-2</c:v>
                </c:pt>
                <c:pt idx="4152">
                  <c:v>2.9353064999999998E-2</c:v>
                </c:pt>
                <c:pt idx="4153">
                  <c:v>2.9835374000000001E-2</c:v>
                </c:pt>
                <c:pt idx="4154">
                  <c:v>2.9724430999999999E-2</c:v>
                </c:pt>
                <c:pt idx="4155">
                  <c:v>2.9423966000000003E-2</c:v>
                </c:pt>
                <c:pt idx="4156">
                  <c:v>2.9315411E-2</c:v>
                </c:pt>
                <c:pt idx="4157">
                  <c:v>2.8899531000000003E-2</c:v>
                </c:pt>
                <c:pt idx="4158">
                  <c:v>2.8362324999999997E-2</c:v>
                </c:pt>
                <c:pt idx="4159">
                  <c:v>2.8584897999999997E-2</c:v>
                </c:pt>
                <c:pt idx="4160">
                  <c:v>2.8076383E-2</c:v>
                </c:pt>
                <c:pt idx="4161">
                  <c:v>2.7483454999999997E-2</c:v>
                </c:pt>
                <c:pt idx="4162">
                  <c:v>2.7882239E-2</c:v>
                </c:pt>
                <c:pt idx="4163">
                  <c:v>2.7728985000000001E-2</c:v>
                </c:pt>
                <c:pt idx="4164">
                  <c:v>2.8187475E-2</c:v>
                </c:pt>
                <c:pt idx="4165">
                  <c:v>2.7867592000000004E-2</c:v>
                </c:pt>
                <c:pt idx="4166">
                  <c:v>2.7944666E-2</c:v>
                </c:pt>
                <c:pt idx="4167">
                  <c:v>2.7841505000000003E-2</c:v>
                </c:pt>
                <c:pt idx="4168">
                  <c:v>2.7835977000000001E-2</c:v>
                </c:pt>
                <c:pt idx="4169">
                  <c:v>2.7835977000000001E-2</c:v>
                </c:pt>
                <c:pt idx="4170">
                  <c:v>2.7593346000000001E-2</c:v>
                </c:pt>
                <c:pt idx="4171">
                  <c:v>2.7931887999999998E-2</c:v>
                </c:pt>
                <c:pt idx="4172">
                  <c:v>2.8008179000000001E-2</c:v>
                </c:pt>
                <c:pt idx="4173">
                  <c:v>2.8181533999999998E-2</c:v>
                </c:pt>
                <c:pt idx="4174">
                  <c:v>2.8181533999999998E-2</c:v>
                </c:pt>
                <c:pt idx="4175">
                  <c:v>2.8011772000000001E-2</c:v>
                </c:pt>
                <c:pt idx="4176">
                  <c:v>2.7602928000000002E-2</c:v>
                </c:pt>
                <c:pt idx="4177">
                  <c:v>2.7746519999999997E-2</c:v>
                </c:pt>
                <c:pt idx="4178">
                  <c:v>2.6899718000000003E-2</c:v>
                </c:pt>
                <c:pt idx="4179">
                  <c:v>2.7352145000000001E-2</c:v>
                </c:pt>
                <c:pt idx="4180">
                  <c:v>2.7221460999999999E-2</c:v>
                </c:pt>
                <c:pt idx="4181">
                  <c:v>2.7486158999999996E-2</c:v>
                </c:pt>
                <c:pt idx="4182">
                  <c:v>2.7267612000000004E-2</c:v>
                </c:pt>
                <c:pt idx="4183">
                  <c:v>2.6986843E-2</c:v>
                </c:pt>
                <c:pt idx="4184">
                  <c:v>2.6986843E-2</c:v>
                </c:pt>
                <c:pt idx="4185">
                  <c:v>2.7187526000000004E-2</c:v>
                </c:pt>
                <c:pt idx="4186">
                  <c:v>2.6547525999999998E-2</c:v>
                </c:pt>
                <c:pt idx="4187">
                  <c:v>2.6573306000000001E-2</c:v>
                </c:pt>
                <c:pt idx="4188">
                  <c:v>2.6804951999999996E-2</c:v>
                </c:pt>
                <c:pt idx="4189">
                  <c:v>2.7201596000000001E-2</c:v>
                </c:pt>
                <c:pt idx="4190">
                  <c:v>2.6467433999999998E-2</c:v>
                </c:pt>
                <c:pt idx="4191">
                  <c:v>2.6152483999999997E-2</c:v>
                </c:pt>
                <c:pt idx="4192">
                  <c:v>2.6505479000000002E-2</c:v>
                </c:pt>
                <c:pt idx="4193">
                  <c:v>2.6433309000000002E-2</c:v>
                </c:pt>
                <c:pt idx="4194">
                  <c:v>2.6347393E-2</c:v>
                </c:pt>
                <c:pt idx="4195">
                  <c:v>2.6752107999999997E-2</c:v>
                </c:pt>
                <c:pt idx="4196">
                  <c:v>2.6415850999999997E-2</c:v>
                </c:pt>
                <c:pt idx="4197">
                  <c:v>2.6101886000000001E-2</c:v>
                </c:pt>
                <c:pt idx="4198">
                  <c:v>2.5842496E-2</c:v>
                </c:pt>
                <c:pt idx="4199">
                  <c:v>2.6216478999999997E-2</c:v>
                </c:pt>
                <c:pt idx="4200">
                  <c:v>2.6305061999999997E-2</c:v>
                </c:pt>
                <c:pt idx="4201">
                  <c:v>2.6443195999999999E-2</c:v>
                </c:pt>
                <c:pt idx="4202">
                  <c:v>2.5851711999999999E-2</c:v>
                </c:pt>
                <c:pt idx="4203">
                  <c:v>2.5760671000000002E-2</c:v>
                </c:pt>
                <c:pt idx="4204">
                  <c:v>2.5461830000000001E-2</c:v>
                </c:pt>
                <c:pt idx="4205">
                  <c:v>2.5002620999999999E-2</c:v>
                </c:pt>
                <c:pt idx="4206">
                  <c:v>2.4906615E-2</c:v>
                </c:pt>
                <c:pt idx="4207">
                  <c:v>2.5294028E-2</c:v>
                </c:pt>
                <c:pt idx="4208">
                  <c:v>2.5398511999999998E-2</c:v>
                </c:pt>
                <c:pt idx="4209">
                  <c:v>2.5398511999999998E-2</c:v>
                </c:pt>
                <c:pt idx="4210">
                  <c:v>2.5313485E-2</c:v>
                </c:pt>
                <c:pt idx="4211">
                  <c:v>2.5077346E-2</c:v>
                </c:pt>
                <c:pt idx="4212">
                  <c:v>2.5214044999999997E-2</c:v>
                </c:pt>
                <c:pt idx="4213">
                  <c:v>2.5648921999999998E-2</c:v>
                </c:pt>
                <c:pt idx="4214">
                  <c:v>2.5025021000000001E-2</c:v>
                </c:pt>
                <c:pt idx="4215">
                  <c:v>2.5353527000000001E-2</c:v>
                </c:pt>
                <c:pt idx="4216">
                  <c:v>2.4730259000000001E-2</c:v>
                </c:pt>
                <c:pt idx="4217">
                  <c:v>2.4448655999999999E-2</c:v>
                </c:pt>
                <c:pt idx="4218">
                  <c:v>2.4712004999999999E-2</c:v>
                </c:pt>
                <c:pt idx="4219">
                  <c:v>2.4634940000000001E-2</c:v>
                </c:pt>
                <c:pt idx="4220">
                  <c:v>2.4575089000000001E-2</c:v>
                </c:pt>
                <c:pt idx="4221">
                  <c:v>2.4623306000000001E-2</c:v>
                </c:pt>
                <c:pt idx="4222">
                  <c:v>2.4894860000000001E-2</c:v>
                </c:pt>
                <c:pt idx="4223">
                  <c:v>2.5153827E-2</c:v>
                </c:pt>
                <c:pt idx="4224">
                  <c:v>2.4793325999999997E-2</c:v>
                </c:pt>
                <c:pt idx="4225">
                  <c:v>2.5227293000000001E-2</c:v>
                </c:pt>
                <c:pt idx="4226">
                  <c:v>2.5850143000000003E-2</c:v>
                </c:pt>
                <c:pt idx="4227">
                  <c:v>2.5038469000000001E-2</c:v>
                </c:pt>
                <c:pt idx="4228">
                  <c:v>2.5137743000000001E-2</c:v>
                </c:pt>
                <c:pt idx="4229">
                  <c:v>2.5384907000000002E-2</c:v>
                </c:pt>
                <c:pt idx="4230">
                  <c:v>2.5459359000000001E-2</c:v>
                </c:pt>
                <c:pt idx="4231">
                  <c:v>2.5714765999999997E-2</c:v>
                </c:pt>
                <c:pt idx="4232">
                  <c:v>2.548272E-2</c:v>
                </c:pt>
                <c:pt idx="4233">
                  <c:v>2.5557547E-2</c:v>
                </c:pt>
                <c:pt idx="4234">
                  <c:v>2.5421768000000001E-2</c:v>
                </c:pt>
                <c:pt idx="4235">
                  <c:v>2.4941367999999998E-2</c:v>
                </c:pt>
                <c:pt idx="4236">
                  <c:v>2.5170856000000002E-2</c:v>
                </c:pt>
                <c:pt idx="4237">
                  <c:v>2.4722595E-2</c:v>
                </c:pt>
                <c:pt idx="4238">
                  <c:v>2.5196974E-2</c:v>
                </c:pt>
                <c:pt idx="4239">
                  <c:v>2.5489432999999999E-2</c:v>
                </c:pt>
                <c:pt idx="4240">
                  <c:v>2.5285178999999998E-2</c:v>
                </c:pt>
                <c:pt idx="4241">
                  <c:v>2.5198440999999999E-2</c:v>
                </c:pt>
                <c:pt idx="4242">
                  <c:v>2.5168909999999999E-2</c:v>
                </c:pt>
                <c:pt idx="4243">
                  <c:v>2.4701055E-2</c:v>
                </c:pt>
                <c:pt idx="4244">
                  <c:v>2.4939707999999998E-2</c:v>
                </c:pt>
                <c:pt idx="4245">
                  <c:v>2.5348345000000001E-2</c:v>
                </c:pt>
                <c:pt idx="4246">
                  <c:v>2.5369899000000001E-2</c:v>
                </c:pt>
                <c:pt idx="4247">
                  <c:v>2.5674097999999999E-2</c:v>
                </c:pt>
                <c:pt idx="4248">
                  <c:v>2.5674097999999999E-2</c:v>
                </c:pt>
                <c:pt idx="4249">
                  <c:v>2.5584814000000001E-2</c:v>
                </c:pt>
                <c:pt idx="4250">
                  <c:v>2.6251383E-2</c:v>
                </c:pt>
                <c:pt idx="4251">
                  <c:v>2.5784557E-2</c:v>
                </c:pt>
                <c:pt idx="4252">
                  <c:v>2.5515981E-2</c:v>
                </c:pt>
                <c:pt idx="4253">
                  <c:v>2.5506522E-2</c:v>
                </c:pt>
                <c:pt idx="4254">
                  <c:v>2.5041462E-2</c:v>
                </c:pt>
                <c:pt idx="4255">
                  <c:v>2.4545135999999999E-2</c:v>
                </c:pt>
                <c:pt idx="4256">
                  <c:v>2.4638550000000002E-2</c:v>
                </c:pt>
                <c:pt idx="4257">
                  <c:v>2.4690253999999998E-2</c:v>
                </c:pt>
                <c:pt idx="4258">
                  <c:v>2.4703045999999999E-2</c:v>
                </c:pt>
                <c:pt idx="4259">
                  <c:v>2.4416065000000001E-2</c:v>
                </c:pt>
                <c:pt idx="4260">
                  <c:v>2.4590673E-2</c:v>
                </c:pt>
                <c:pt idx="4261">
                  <c:v>2.4174823000000002E-2</c:v>
                </c:pt>
                <c:pt idx="4262">
                  <c:v>2.404688E-2</c:v>
                </c:pt>
                <c:pt idx="4263">
                  <c:v>2.4201818999999999E-2</c:v>
                </c:pt>
                <c:pt idx="4264">
                  <c:v>2.3817025000000002E-2</c:v>
                </c:pt>
                <c:pt idx="4265">
                  <c:v>2.3700153000000002E-2</c:v>
                </c:pt>
                <c:pt idx="4266">
                  <c:v>2.3530384000000001E-2</c:v>
                </c:pt>
                <c:pt idx="4267">
                  <c:v>2.3577716000000002E-2</c:v>
                </c:pt>
                <c:pt idx="4268">
                  <c:v>2.4066976E-2</c:v>
                </c:pt>
                <c:pt idx="4269">
                  <c:v>2.3896360000000002E-2</c:v>
                </c:pt>
                <c:pt idx="4270">
                  <c:v>2.3865880000000003E-2</c:v>
                </c:pt>
                <c:pt idx="4271">
                  <c:v>2.4653768999999999E-2</c:v>
                </c:pt>
                <c:pt idx="4272">
                  <c:v>2.494352E-2</c:v>
                </c:pt>
                <c:pt idx="4273">
                  <c:v>2.4872367999999999E-2</c:v>
                </c:pt>
                <c:pt idx="4274">
                  <c:v>2.4670716999999998E-2</c:v>
                </c:pt>
                <c:pt idx="4275">
                  <c:v>2.4359822E-2</c:v>
                </c:pt>
                <c:pt idx="4276">
                  <c:v>2.4554216E-2</c:v>
                </c:pt>
                <c:pt idx="4277">
                  <c:v>2.4479101999999999E-2</c:v>
                </c:pt>
                <c:pt idx="4278">
                  <c:v>2.4406916000000001E-2</c:v>
                </c:pt>
                <c:pt idx="4279">
                  <c:v>2.4406916000000001E-2</c:v>
                </c:pt>
                <c:pt idx="4280">
                  <c:v>2.4649509999999999E-2</c:v>
                </c:pt>
                <c:pt idx="4281">
                  <c:v>2.4854215999999998E-2</c:v>
                </c:pt>
                <c:pt idx="4282">
                  <c:v>2.4680449E-2</c:v>
                </c:pt>
                <c:pt idx="4283">
                  <c:v>2.4960304999999999E-2</c:v>
                </c:pt>
                <c:pt idx="4284">
                  <c:v>2.4724650000000001E-2</c:v>
                </c:pt>
                <c:pt idx="4285">
                  <c:v>2.4896333E-2</c:v>
                </c:pt>
                <c:pt idx="4286">
                  <c:v>2.4583509E-2</c:v>
                </c:pt>
                <c:pt idx="4287">
                  <c:v>2.4731268000000001E-2</c:v>
                </c:pt>
                <c:pt idx="4288">
                  <c:v>2.4704483999999999E-2</c:v>
                </c:pt>
                <c:pt idx="4289">
                  <c:v>2.4628186999999999E-2</c:v>
                </c:pt>
                <c:pt idx="4290">
                  <c:v>2.4587999999999999E-2</c:v>
                </c:pt>
                <c:pt idx="4291">
                  <c:v>2.4829962000000001E-2</c:v>
                </c:pt>
                <c:pt idx="4292">
                  <c:v>2.4648446000000001E-2</c:v>
                </c:pt>
                <c:pt idx="4293">
                  <c:v>2.4783070000000001E-2</c:v>
                </c:pt>
                <c:pt idx="4294">
                  <c:v>2.4421429000000001E-2</c:v>
                </c:pt>
                <c:pt idx="4295">
                  <c:v>2.4895443E-2</c:v>
                </c:pt>
                <c:pt idx="4296">
                  <c:v>2.5042557E-2</c:v>
                </c:pt>
                <c:pt idx="4297">
                  <c:v>2.5262029999999998E-2</c:v>
                </c:pt>
                <c:pt idx="4298">
                  <c:v>2.5228626000000001E-2</c:v>
                </c:pt>
                <c:pt idx="4299">
                  <c:v>2.5096006000000001E-2</c:v>
                </c:pt>
                <c:pt idx="4300">
                  <c:v>2.4702667000000001E-2</c:v>
                </c:pt>
                <c:pt idx="4301">
                  <c:v>2.4865926E-2</c:v>
                </c:pt>
                <c:pt idx="4302">
                  <c:v>2.4513409E-2</c:v>
                </c:pt>
                <c:pt idx="4303">
                  <c:v>2.4510958999999999E-2</c:v>
                </c:pt>
                <c:pt idx="4304">
                  <c:v>2.4215771000000001E-2</c:v>
                </c:pt>
                <c:pt idx="4305">
                  <c:v>2.4215771000000001E-2</c:v>
                </c:pt>
                <c:pt idx="4306">
                  <c:v>2.4459282999999998E-2</c:v>
                </c:pt>
                <c:pt idx="4307">
                  <c:v>2.4566053000000001E-2</c:v>
                </c:pt>
                <c:pt idx="4308">
                  <c:v>2.4603822000000001E-2</c:v>
                </c:pt>
                <c:pt idx="4309">
                  <c:v>2.4619218000000002E-2</c:v>
                </c:pt>
                <c:pt idx="4310">
                  <c:v>2.4712322000000002E-2</c:v>
                </c:pt>
                <c:pt idx="4311">
                  <c:v>2.4599029999999997E-2</c:v>
                </c:pt>
                <c:pt idx="4312">
                  <c:v>2.4308469999999999E-2</c:v>
                </c:pt>
                <c:pt idx="4313">
                  <c:v>2.4433013999999999E-2</c:v>
                </c:pt>
                <c:pt idx="4314">
                  <c:v>2.4421642E-2</c:v>
                </c:pt>
                <c:pt idx="4315">
                  <c:v>2.4647016000000001E-2</c:v>
                </c:pt>
                <c:pt idx="4316">
                  <c:v>2.4384161000000001E-2</c:v>
                </c:pt>
                <c:pt idx="4317">
                  <c:v>2.4263337999999999E-2</c:v>
                </c:pt>
                <c:pt idx="4318">
                  <c:v>2.4364882000000001E-2</c:v>
                </c:pt>
                <c:pt idx="4319">
                  <c:v>2.4158764999999999E-2</c:v>
                </c:pt>
                <c:pt idx="4320">
                  <c:v>2.3820124999999998E-2</c:v>
                </c:pt>
                <c:pt idx="4321">
                  <c:v>2.4217373E-2</c:v>
                </c:pt>
                <c:pt idx="4322">
                  <c:v>2.3722648000000002E-2</c:v>
                </c:pt>
                <c:pt idx="4323">
                  <c:v>2.3951744000000001E-2</c:v>
                </c:pt>
                <c:pt idx="4324">
                  <c:v>2.3906838999999999E-2</c:v>
                </c:pt>
                <c:pt idx="4325">
                  <c:v>2.4090772E-2</c:v>
                </c:pt>
                <c:pt idx="4326">
                  <c:v>2.3870853000000001E-2</c:v>
                </c:pt>
                <c:pt idx="4327">
                  <c:v>2.409449E-2</c:v>
                </c:pt>
                <c:pt idx="4328">
                  <c:v>2.4031027E-2</c:v>
                </c:pt>
                <c:pt idx="4329">
                  <c:v>2.4131892999999998E-2</c:v>
                </c:pt>
                <c:pt idx="4330">
                  <c:v>2.3833734999999998E-2</c:v>
                </c:pt>
                <c:pt idx="4331">
                  <c:v>2.4201733999999999E-2</c:v>
                </c:pt>
                <c:pt idx="4332">
                  <c:v>2.4654799000000002E-2</c:v>
                </c:pt>
                <c:pt idx="4333">
                  <c:v>2.5043606999999999E-2</c:v>
                </c:pt>
                <c:pt idx="4334">
                  <c:v>2.4545977E-2</c:v>
                </c:pt>
                <c:pt idx="4335">
                  <c:v>2.4213135E-2</c:v>
                </c:pt>
                <c:pt idx="4336">
                  <c:v>2.4480447000000002E-2</c:v>
                </c:pt>
                <c:pt idx="4337">
                  <c:v>2.4631864E-2</c:v>
                </c:pt>
                <c:pt idx="4338">
                  <c:v>2.454551E-2</c:v>
                </c:pt>
                <c:pt idx="4339">
                  <c:v>2.4615168E-2</c:v>
                </c:pt>
                <c:pt idx="4340">
                  <c:v>2.4271641E-2</c:v>
                </c:pt>
                <c:pt idx="4341">
                  <c:v>2.4608629E-2</c:v>
                </c:pt>
                <c:pt idx="4342">
                  <c:v>2.4169197E-2</c:v>
                </c:pt>
                <c:pt idx="4343">
                  <c:v>2.4310874999999999E-2</c:v>
                </c:pt>
                <c:pt idx="4344">
                  <c:v>2.4276051E-2</c:v>
                </c:pt>
                <c:pt idx="4345">
                  <c:v>2.4404065999999999E-2</c:v>
                </c:pt>
                <c:pt idx="4346">
                  <c:v>2.4090428000000001E-2</c:v>
                </c:pt>
                <c:pt idx="4347">
                  <c:v>2.4327215000000003E-2</c:v>
                </c:pt>
                <c:pt idx="4348">
                  <c:v>2.389672E-2</c:v>
                </c:pt>
                <c:pt idx="4349">
                  <c:v>2.389672E-2</c:v>
                </c:pt>
                <c:pt idx="4350">
                  <c:v>2.4453161000000001E-2</c:v>
                </c:pt>
                <c:pt idx="4351">
                  <c:v>2.3835203000000003E-2</c:v>
                </c:pt>
                <c:pt idx="4352">
                  <c:v>2.4218514E-2</c:v>
                </c:pt>
                <c:pt idx="4353">
                  <c:v>2.4041128000000002E-2</c:v>
                </c:pt>
                <c:pt idx="4354">
                  <c:v>2.3510983999999999E-2</c:v>
                </c:pt>
                <c:pt idx="4355">
                  <c:v>2.3370109E-2</c:v>
                </c:pt>
                <c:pt idx="4356">
                  <c:v>2.3247084000000001E-2</c:v>
                </c:pt>
                <c:pt idx="4357">
                  <c:v>2.3215231999999999E-2</c:v>
                </c:pt>
                <c:pt idx="4358">
                  <c:v>2.3145056000000001E-2</c:v>
                </c:pt>
                <c:pt idx="4359">
                  <c:v>2.2893493000000001E-2</c:v>
                </c:pt>
                <c:pt idx="4360">
                  <c:v>2.2914640999999999E-2</c:v>
                </c:pt>
                <c:pt idx="4361">
                  <c:v>2.2551894999999999E-2</c:v>
                </c:pt>
                <c:pt idx="4362">
                  <c:v>2.2933050999999999E-2</c:v>
                </c:pt>
                <c:pt idx="4363">
                  <c:v>2.2856070999999999E-2</c:v>
                </c:pt>
                <c:pt idx="4364">
                  <c:v>2.3212379999999998E-2</c:v>
                </c:pt>
                <c:pt idx="4365">
                  <c:v>2.2972942999999999E-2</c:v>
                </c:pt>
                <c:pt idx="4366">
                  <c:v>2.2763797999999998E-2</c:v>
                </c:pt>
                <c:pt idx="4367">
                  <c:v>2.2878530000000001E-2</c:v>
                </c:pt>
                <c:pt idx="4368">
                  <c:v>2.2494515E-2</c:v>
                </c:pt>
                <c:pt idx="4369">
                  <c:v>2.2412239E-2</c:v>
                </c:pt>
                <c:pt idx="4370">
                  <c:v>2.2442192E-2</c:v>
                </c:pt>
                <c:pt idx="4371">
                  <c:v>2.2309048000000001E-2</c:v>
                </c:pt>
                <c:pt idx="4372">
                  <c:v>2.212952E-2</c:v>
                </c:pt>
                <c:pt idx="4373">
                  <c:v>2.2064950999999999E-2</c:v>
                </c:pt>
                <c:pt idx="4374">
                  <c:v>2.2064950999999999E-2</c:v>
                </c:pt>
                <c:pt idx="4375">
                  <c:v>2.2241255000000001E-2</c:v>
                </c:pt>
                <c:pt idx="4376">
                  <c:v>2.2121592999999998E-2</c:v>
                </c:pt>
                <c:pt idx="4377">
                  <c:v>2.210734E-2</c:v>
                </c:pt>
                <c:pt idx="4378">
                  <c:v>2.2223836E-2</c:v>
                </c:pt>
                <c:pt idx="4379">
                  <c:v>2.1866308000000001E-2</c:v>
                </c:pt>
                <c:pt idx="4380">
                  <c:v>2.1798136999999999E-2</c:v>
                </c:pt>
                <c:pt idx="4381">
                  <c:v>2.1617993999999998E-2</c:v>
                </c:pt>
                <c:pt idx="4382">
                  <c:v>2.1551947999999998E-2</c:v>
                </c:pt>
                <c:pt idx="4383">
                  <c:v>2.1256699E-2</c:v>
                </c:pt>
                <c:pt idx="4384">
                  <c:v>2.1371460999999998E-2</c:v>
                </c:pt>
                <c:pt idx="4385">
                  <c:v>2.1317295E-2</c:v>
                </c:pt>
                <c:pt idx="4386">
                  <c:v>2.1433094999999999E-2</c:v>
                </c:pt>
                <c:pt idx="4387">
                  <c:v>2.1294558000000002E-2</c:v>
                </c:pt>
                <c:pt idx="4388">
                  <c:v>2.1766219E-2</c:v>
                </c:pt>
                <c:pt idx="4389">
                  <c:v>2.1849326999999998E-2</c:v>
                </c:pt>
                <c:pt idx="4390">
                  <c:v>2.1901673999999999E-2</c:v>
                </c:pt>
                <c:pt idx="4391">
                  <c:v>2.1856775999999998E-2</c:v>
                </c:pt>
                <c:pt idx="4392">
                  <c:v>2.2086474000000002E-2</c:v>
                </c:pt>
                <c:pt idx="4393">
                  <c:v>2.2171436999999999E-2</c:v>
                </c:pt>
                <c:pt idx="4394">
                  <c:v>2.2268827999999997E-2</c:v>
                </c:pt>
                <c:pt idx="4395">
                  <c:v>2.2524789E-2</c:v>
                </c:pt>
                <c:pt idx="4396">
                  <c:v>2.2688813999999998E-2</c:v>
                </c:pt>
                <c:pt idx="4397">
                  <c:v>2.285707E-2</c:v>
                </c:pt>
                <c:pt idx="4398">
                  <c:v>2.2804603999999999E-2</c:v>
                </c:pt>
                <c:pt idx="4399">
                  <c:v>2.2858537000000002E-2</c:v>
                </c:pt>
                <c:pt idx="4400">
                  <c:v>2.2949387999999998E-2</c:v>
                </c:pt>
                <c:pt idx="4401">
                  <c:v>2.3451861000000001E-2</c:v>
                </c:pt>
                <c:pt idx="4402">
                  <c:v>2.2843186000000001E-2</c:v>
                </c:pt>
                <c:pt idx="4403">
                  <c:v>2.2699085000000001E-2</c:v>
                </c:pt>
                <c:pt idx="4404">
                  <c:v>2.2438056000000001E-2</c:v>
                </c:pt>
                <c:pt idx="4405">
                  <c:v>2.2428718E-2</c:v>
                </c:pt>
                <c:pt idx="4406">
                  <c:v>2.2535378000000002E-2</c:v>
                </c:pt>
                <c:pt idx="4407">
                  <c:v>2.2535378000000002E-2</c:v>
                </c:pt>
                <c:pt idx="4408">
                  <c:v>2.2299387E-2</c:v>
                </c:pt>
                <c:pt idx="4409">
                  <c:v>2.2239588000000001E-2</c:v>
                </c:pt>
                <c:pt idx="4410">
                  <c:v>2.2088474E-2</c:v>
                </c:pt>
                <c:pt idx="4411">
                  <c:v>2.2030986999999998E-2</c:v>
                </c:pt>
                <c:pt idx="4412">
                  <c:v>2.1956428E-2</c:v>
                </c:pt>
                <c:pt idx="4413">
                  <c:v>2.2181430000000002E-2</c:v>
                </c:pt>
                <c:pt idx="4414">
                  <c:v>2.2027063999999999E-2</c:v>
                </c:pt>
                <c:pt idx="4415">
                  <c:v>2.1973059E-2</c:v>
                </c:pt>
                <c:pt idx="4416">
                  <c:v>2.2111716E-2</c:v>
                </c:pt>
                <c:pt idx="4417">
                  <c:v>2.1975514999999998E-2</c:v>
                </c:pt>
                <c:pt idx="4418">
                  <c:v>2.2099705000000001E-2</c:v>
                </c:pt>
                <c:pt idx="4419">
                  <c:v>2.1962344999999998E-2</c:v>
                </c:pt>
                <c:pt idx="4420">
                  <c:v>2.1926622999999999E-2</c:v>
                </c:pt>
                <c:pt idx="4421">
                  <c:v>2.2296101999999998E-2</c:v>
                </c:pt>
                <c:pt idx="4422">
                  <c:v>2.2206869000000001E-2</c:v>
                </c:pt>
                <c:pt idx="4423">
                  <c:v>2.2174144999999999E-2</c:v>
                </c:pt>
                <c:pt idx="4424">
                  <c:v>2.1961958E-2</c:v>
                </c:pt>
                <c:pt idx="4425">
                  <c:v>2.1468278E-2</c:v>
                </c:pt>
                <c:pt idx="4426">
                  <c:v>2.1414285000000002E-2</c:v>
                </c:pt>
                <c:pt idx="4427">
                  <c:v>2.1437567000000001E-2</c:v>
                </c:pt>
                <c:pt idx="4428">
                  <c:v>2.1498178E-2</c:v>
                </c:pt>
                <c:pt idx="4429">
                  <c:v>2.1498178E-2</c:v>
                </c:pt>
                <c:pt idx="4430">
                  <c:v>2.1599152E-2</c:v>
                </c:pt>
                <c:pt idx="4431">
                  <c:v>2.1807411999999998E-2</c:v>
                </c:pt>
                <c:pt idx="4432">
                  <c:v>2.1596718000000001E-2</c:v>
                </c:pt>
                <c:pt idx="4433">
                  <c:v>2.1636232000000002E-2</c:v>
                </c:pt>
                <c:pt idx="4434">
                  <c:v>2.1636232000000002E-2</c:v>
                </c:pt>
                <c:pt idx="4435">
                  <c:v>2.1242108999999999E-2</c:v>
                </c:pt>
                <c:pt idx="4436">
                  <c:v>2.1160806000000001E-2</c:v>
                </c:pt>
                <c:pt idx="4437">
                  <c:v>2.0723026999999998E-2</c:v>
                </c:pt>
                <c:pt idx="4438">
                  <c:v>2.046881E-2</c:v>
                </c:pt>
                <c:pt idx="4439">
                  <c:v>2.0425743E-2</c:v>
                </c:pt>
                <c:pt idx="4440">
                  <c:v>2.0109118000000002E-2</c:v>
                </c:pt>
                <c:pt idx="4441">
                  <c:v>2.0416371000000003E-2</c:v>
                </c:pt>
                <c:pt idx="4442">
                  <c:v>2.0356445000000001E-2</c:v>
                </c:pt>
                <c:pt idx="4443">
                  <c:v>2.0296944000000001E-2</c:v>
                </c:pt>
                <c:pt idx="4444">
                  <c:v>2.0296944000000001E-2</c:v>
                </c:pt>
                <c:pt idx="4445">
                  <c:v>2.0115831000000001E-2</c:v>
                </c:pt>
                <c:pt idx="4446">
                  <c:v>2.0022471E-2</c:v>
                </c:pt>
                <c:pt idx="4447">
                  <c:v>1.9977615000000001E-2</c:v>
                </c:pt>
                <c:pt idx="4448">
                  <c:v>1.9924125000000001E-2</c:v>
                </c:pt>
                <c:pt idx="4449">
                  <c:v>1.9818201000000001E-2</c:v>
                </c:pt>
                <c:pt idx="4450">
                  <c:v>2.0013816E-2</c:v>
                </c:pt>
                <c:pt idx="4451">
                  <c:v>1.9846758999999999E-2</c:v>
                </c:pt>
                <c:pt idx="4452">
                  <c:v>2.0010396E-2</c:v>
                </c:pt>
                <c:pt idx="4453">
                  <c:v>1.9651355000000002E-2</c:v>
                </c:pt>
                <c:pt idx="4454">
                  <c:v>1.9830778E-2</c:v>
                </c:pt>
                <c:pt idx="4455">
                  <c:v>1.9747536E-2</c:v>
                </c:pt>
                <c:pt idx="4456">
                  <c:v>1.9684408E-2</c:v>
                </c:pt>
                <c:pt idx="4457">
                  <c:v>1.9469631999999997E-2</c:v>
                </c:pt>
                <c:pt idx="4458">
                  <c:v>1.9431199E-2</c:v>
                </c:pt>
                <c:pt idx="4459">
                  <c:v>2.0926042000000002E-2</c:v>
                </c:pt>
                <c:pt idx="4460">
                  <c:v>2.0481783E-2</c:v>
                </c:pt>
                <c:pt idx="4461">
                  <c:v>1.9918357000000001E-2</c:v>
                </c:pt>
                <c:pt idx="4462">
                  <c:v>2.0575415E-2</c:v>
                </c:pt>
                <c:pt idx="4463">
                  <c:v>2.1909544999999999E-2</c:v>
                </c:pt>
                <c:pt idx="4464">
                  <c:v>2.1584361E-2</c:v>
                </c:pt>
                <c:pt idx="4465">
                  <c:v>2.1802201E-2</c:v>
                </c:pt>
                <c:pt idx="4466">
                  <c:v>2.1287251E-2</c:v>
                </c:pt>
                <c:pt idx="4467">
                  <c:v>2.1345863999999999E-2</c:v>
                </c:pt>
                <c:pt idx="4468">
                  <c:v>2.1061558000000001E-2</c:v>
                </c:pt>
                <c:pt idx="4469">
                  <c:v>2.1061558000000001E-2</c:v>
                </c:pt>
                <c:pt idx="4470">
                  <c:v>2.1094656999999999E-2</c:v>
                </c:pt>
                <c:pt idx="4471">
                  <c:v>2.0627415E-2</c:v>
                </c:pt>
                <c:pt idx="4472">
                  <c:v>2.1174723999999999E-2</c:v>
                </c:pt>
                <c:pt idx="4473">
                  <c:v>2.1352665999999999E-2</c:v>
                </c:pt>
                <c:pt idx="4474">
                  <c:v>2.1187216000000002E-2</c:v>
                </c:pt>
                <c:pt idx="4475">
                  <c:v>2.0956857999999998E-2</c:v>
                </c:pt>
                <c:pt idx="4476">
                  <c:v>2.1348257000000002E-2</c:v>
                </c:pt>
                <c:pt idx="4477">
                  <c:v>2.1814957999999999E-2</c:v>
                </c:pt>
                <c:pt idx="4478">
                  <c:v>2.1633779000000002E-2</c:v>
                </c:pt>
                <c:pt idx="4479">
                  <c:v>2.1499235999999998E-2</c:v>
                </c:pt>
                <c:pt idx="4480">
                  <c:v>2.1399932999999999E-2</c:v>
                </c:pt>
                <c:pt idx="4481">
                  <c:v>2.1392715E-2</c:v>
                </c:pt>
                <c:pt idx="4482">
                  <c:v>2.1683451999999999E-2</c:v>
                </c:pt>
                <c:pt idx="4483">
                  <c:v>2.1554979000000002E-2</c:v>
                </c:pt>
                <c:pt idx="4484">
                  <c:v>2.1742397E-2</c:v>
                </c:pt>
                <c:pt idx="4485">
                  <c:v>2.1950653000000001E-2</c:v>
                </c:pt>
                <c:pt idx="4486">
                  <c:v>2.2239915999999998E-2</c:v>
                </c:pt>
                <c:pt idx="4487">
                  <c:v>2.220656E-2</c:v>
                </c:pt>
                <c:pt idx="4488">
                  <c:v>2.206967E-2</c:v>
                </c:pt>
                <c:pt idx="4489">
                  <c:v>2.2316444999999997E-2</c:v>
                </c:pt>
                <c:pt idx="4490">
                  <c:v>2.2384422000000001E-2</c:v>
                </c:pt>
                <c:pt idx="4491">
                  <c:v>2.2571687E-2</c:v>
                </c:pt>
                <c:pt idx="4492">
                  <c:v>2.2997420000000001E-2</c:v>
                </c:pt>
                <c:pt idx="4493">
                  <c:v>2.3525134999999999E-2</c:v>
                </c:pt>
                <c:pt idx="4494">
                  <c:v>2.3420032E-2</c:v>
                </c:pt>
                <c:pt idx="4495">
                  <c:v>2.3677007E-2</c:v>
                </c:pt>
                <c:pt idx="4496">
                  <c:v>2.3614877999999999E-2</c:v>
                </c:pt>
                <c:pt idx="4497">
                  <c:v>2.3816474000000001E-2</c:v>
                </c:pt>
                <c:pt idx="4498">
                  <c:v>2.3816474000000001E-2</c:v>
                </c:pt>
                <c:pt idx="4499">
                  <c:v>2.4091930000000001E-2</c:v>
                </c:pt>
                <c:pt idx="4500">
                  <c:v>2.3488508999999998E-2</c:v>
                </c:pt>
                <c:pt idx="4501">
                  <c:v>2.3367675000000001E-2</c:v>
                </c:pt>
                <c:pt idx="4502">
                  <c:v>2.3064277999999997E-2</c:v>
                </c:pt>
                <c:pt idx="4503">
                  <c:v>2.3409825000000002E-2</c:v>
                </c:pt>
                <c:pt idx="4504">
                  <c:v>2.3579474E-2</c:v>
                </c:pt>
                <c:pt idx="4505">
                  <c:v>2.3564247E-2</c:v>
                </c:pt>
                <c:pt idx="4506">
                  <c:v>2.3498919E-2</c:v>
                </c:pt>
                <c:pt idx="4507">
                  <c:v>2.3079023000000001E-2</c:v>
                </c:pt>
                <c:pt idx="4508">
                  <c:v>2.3040497E-2</c:v>
                </c:pt>
                <c:pt idx="4509">
                  <c:v>2.3293846999999999E-2</c:v>
                </c:pt>
                <c:pt idx="4510">
                  <c:v>2.3403084999999997E-2</c:v>
                </c:pt>
                <c:pt idx="4511">
                  <c:v>2.2976626999999999E-2</c:v>
                </c:pt>
                <c:pt idx="4512">
                  <c:v>2.2824801999999998E-2</c:v>
                </c:pt>
                <c:pt idx="4513">
                  <c:v>2.2817033E-2</c:v>
                </c:pt>
                <c:pt idx="4514">
                  <c:v>2.2958381999999999E-2</c:v>
                </c:pt>
                <c:pt idx="4515">
                  <c:v>2.3003242E-2</c:v>
                </c:pt>
                <c:pt idx="4516">
                  <c:v>2.3312597000000001E-2</c:v>
                </c:pt>
                <c:pt idx="4517">
                  <c:v>2.3446449999999997E-2</c:v>
                </c:pt>
                <c:pt idx="4518">
                  <c:v>2.3754038000000002E-2</c:v>
                </c:pt>
                <c:pt idx="4519">
                  <c:v>2.4279541000000002E-2</c:v>
                </c:pt>
                <c:pt idx="4520">
                  <c:v>2.4275040000000001E-2</c:v>
                </c:pt>
                <c:pt idx="4521">
                  <c:v>2.4852126000000002E-2</c:v>
                </c:pt>
                <c:pt idx="4522">
                  <c:v>2.5311548999999999E-2</c:v>
                </c:pt>
                <c:pt idx="4523">
                  <c:v>2.5608452E-2</c:v>
                </c:pt>
                <c:pt idx="4524">
                  <c:v>2.5678554000000003E-2</c:v>
                </c:pt>
                <c:pt idx="4525">
                  <c:v>2.5996444000000004E-2</c:v>
                </c:pt>
                <c:pt idx="4526">
                  <c:v>2.6147120999999999E-2</c:v>
                </c:pt>
                <c:pt idx="4527">
                  <c:v>2.5788716E-2</c:v>
                </c:pt>
                <c:pt idx="4528">
                  <c:v>2.5730237E-2</c:v>
                </c:pt>
                <c:pt idx="4529">
                  <c:v>2.5587790000000003E-2</c:v>
                </c:pt>
                <c:pt idx="4530">
                  <c:v>2.5497122000000001E-2</c:v>
                </c:pt>
                <c:pt idx="4531">
                  <c:v>2.5428815E-2</c:v>
                </c:pt>
                <c:pt idx="4532">
                  <c:v>2.5588489000000002E-2</c:v>
                </c:pt>
                <c:pt idx="4533">
                  <c:v>2.6077327000000001E-2</c:v>
                </c:pt>
                <c:pt idx="4534">
                  <c:v>2.6203046000000001E-2</c:v>
                </c:pt>
                <c:pt idx="4535">
                  <c:v>2.6075490999999999E-2</c:v>
                </c:pt>
                <c:pt idx="4536">
                  <c:v>2.6489303000000002E-2</c:v>
                </c:pt>
                <c:pt idx="4537">
                  <c:v>2.6417475000000003E-2</c:v>
                </c:pt>
                <c:pt idx="4538">
                  <c:v>2.6712500999999996E-2</c:v>
                </c:pt>
                <c:pt idx="4539">
                  <c:v>2.6712500999999996E-2</c:v>
                </c:pt>
                <c:pt idx="4540">
                  <c:v>2.8144778000000002E-2</c:v>
                </c:pt>
                <c:pt idx="4541">
                  <c:v>2.7623984000000001E-2</c:v>
                </c:pt>
                <c:pt idx="4542">
                  <c:v>2.7927717999999997E-2</c:v>
                </c:pt>
                <c:pt idx="4543">
                  <c:v>2.7786095E-2</c:v>
                </c:pt>
                <c:pt idx="4544">
                  <c:v>2.7382299999999998E-2</c:v>
                </c:pt>
                <c:pt idx="4545">
                  <c:v>2.7475518000000001E-2</c:v>
                </c:pt>
                <c:pt idx="4546">
                  <c:v>2.7264521999999999E-2</c:v>
                </c:pt>
                <c:pt idx="4547">
                  <c:v>2.7834361999999998E-2</c:v>
                </c:pt>
                <c:pt idx="4548">
                  <c:v>2.7752985000000001E-2</c:v>
                </c:pt>
                <c:pt idx="4549">
                  <c:v>2.7686793000000001E-2</c:v>
                </c:pt>
                <c:pt idx="4550">
                  <c:v>2.785201E-2</c:v>
                </c:pt>
                <c:pt idx="4551">
                  <c:v>2.7764362999999997E-2</c:v>
                </c:pt>
                <c:pt idx="4552">
                  <c:v>2.7915748000000001E-2</c:v>
                </c:pt>
                <c:pt idx="4553">
                  <c:v>2.8096528999999999E-2</c:v>
                </c:pt>
                <c:pt idx="4554">
                  <c:v>2.8509987000000001E-2</c:v>
                </c:pt>
                <c:pt idx="4555">
                  <c:v>2.9251526E-2</c:v>
                </c:pt>
                <c:pt idx="4556">
                  <c:v>2.8819907000000002E-2</c:v>
                </c:pt>
                <c:pt idx="4557">
                  <c:v>2.8939706999999999E-2</c:v>
                </c:pt>
                <c:pt idx="4558">
                  <c:v>2.8731655000000002E-2</c:v>
                </c:pt>
                <c:pt idx="4559">
                  <c:v>2.8886130999999999E-2</c:v>
                </c:pt>
                <c:pt idx="4560">
                  <c:v>2.9038632000000002E-2</c:v>
                </c:pt>
                <c:pt idx="4561">
                  <c:v>2.9451650999999999E-2</c:v>
                </c:pt>
                <c:pt idx="4562">
                  <c:v>2.9495055000000003E-2</c:v>
                </c:pt>
                <c:pt idx="4563">
                  <c:v>2.9396463000000001E-2</c:v>
                </c:pt>
                <c:pt idx="4564">
                  <c:v>2.9293972000000001E-2</c:v>
                </c:pt>
                <c:pt idx="4565">
                  <c:v>2.9649347E-2</c:v>
                </c:pt>
                <c:pt idx="4566">
                  <c:v>2.9649347E-2</c:v>
                </c:pt>
                <c:pt idx="4567">
                  <c:v>2.9400121000000001E-2</c:v>
                </c:pt>
                <c:pt idx="4568">
                  <c:v>2.9374061E-2</c:v>
                </c:pt>
                <c:pt idx="4569">
                  <c:v>2.8829008E-2</c:v>
                </c:pt>
                <c:pt idx="4570">
                  <c:v>2.8573840999999999E-2</c:v>
                </c:pt>
                <c:pt idx="4571">
                  <c:v>2.8865922000000002E-2</c:v>
                </c:pt>
                <c:pt idx="4572">
                  <c:v>2.8785277000000001E-2</c:v>
                </c:pt>
                <c:pt idx="4573">
                  <c:v>2.8644540999999999E-2</c:v>
                </c:pt>
                <c:pt idx="4574">
                  <c:v>2.8412243E-2</c:v>
                </c:pt>
                <c:pt idx="4575">
                  <c:v>2.8355333000000003E-2</c:v>
                </c:pt>
                <c:pt idx="4576">
                  <c:v>2.8041211E-2</c:v>
                </c:pt>
                <c:pt idx="4577">
                  <c:v>2.8258204999999998E-2</c:v>
                </c:pt>
                <c:pt idx="4578">
                  <c:v>2.7794373000000001E-2</c:v>
                </c:pt>
                <c:pt idx="4579">
                  <c:v>2.7231781E-2</c:v>
                </c:pt>
                <c:pt idx="4580">
                  <c:v>2.7354520000000004E-2</c:v>
                </c:pt>
                <c:pt idx="4581">
                  <c:v>2.7197267000000001E-2</c:v>
                </c:pt>
                <c:pt idx="4582">
                  <c:v>2.6466588000000003E-2</c:v>
                </c:pt>
                <c:pt idx="4583">
                  <c:v>2.6416370999999998E-2</c:v>
                </c:pt>
                <c:pt idx="4584">
                  <c:v>2.6450792000000001E-2</c:v>
                </c:pt>
                <c:pt idx="4585">
                  <c:v>2.6313778999999999E-2</c:v>
                </c:pt>
                <c:pt idx="4586">
                  <c:v>2.6403811000000003E-2</c:v>
                </c:pt>
                <c:pt idx="4587">
                  <c:v>2.6837218999999999E-2</c:v>
                </c:pt>
                <c:pt idx="4588">
                  <c:v>2.7060579000000001E-2</c:v>
                </c:pt>
                <c:pt idx="4589">
                  <c:v>2.7307335999999998E-2</c:v>
                </c:pt>
                <c:pt idx="4590">
                  <c:v>2.7224811999999998E-2</c:v>
                </c:pt>
                <c:pt idx="4591">
                  <c:v>2.7568892000000001E-2</c:v>
                </c:pt>
                <c:pt idx="4592">
                  <c:v>2.8026343000000002E-2</c:v>
                </c:pt>
                <c:pt idx="4593">
                  <c:v>2.9274773E-2</c:v>
                </c:pt>
                <c:pt idx="4594">
                  <c:v>3.0285169000000001E-2</c:v>
                </c:pt>
                <c:pt idx="4595">
                  <c:v>2.9940185000000001E-2</c:v>
                </c:pt>
                <c:pt idx="4596">
                  <c:v>3.0009224000000001E-2</c:v>
                </c:pt>
                <c:pt idx="4597">
                  <c:v>2.9829695E-2</c:v>
                </c:pt>
                <c:pt idx="4598">
                  <c:v>2.9652084000000002E-2</c:v>
                </c:pt>
                <c:pt idx="4599">
                  <c:v>3.0048881999999999E-2</c:v>
                </c:pt>
                <c:pt idx="4600">
                  <c:v>2.9847259000000001E-2</c:v>
                </c:pt>
                <c:pt idx="4601">
                  <c:v>2.9855754000000002E-2</c:v>
                </c:pt>
                <c:pt idx="4602">
                  <c:v>2.9913528000000002E-2</c:v>
                </c:pt>
                <c:pt idx="4603">
                  <c:v>3.0088616999999998E-2</c:v>
                </c:pt>
                <c:pt idx="4604">
                  <c:v>2.9880709999999998E-2</c:v>
                </c:pt>
                <c:pt idx="4605">
                  <c:v>2.9533663999999998E-2</c:v>
                </c:pt>
                <c:pt idx="4606">
                  <c:v>2.9712747000000001E-2</c:v>
                </c:pt>
                <c:pt idx="4607">
                  <c:v>2.9942790000000004E-2</c:v>
                </c:pt>
                <c:pt idx="4608">
                  <c:v>2.9926902999999998E-2</c:v>
                </c:pt>
                <c:pt idx="4609">
                  <c:v>2.9926902999999998E-2</c:v>
                </c:pt>
                <c:pt idx="4610">
                  <c:v>3.0091649000000002E-2</c:v>
                </c:pt>
                <c:pt idx="4611">
                  <c:v>3.0324746E-2</c:v>
                </c:pt>
                <c:pt idx="4612">
                  <c:v>3.0261389999999999E-2</c:v>
                </c:pt>
                <c:pt idx="4613">
                  <c:v>2.9702244999999999E-2</c:v>
                </c:pt>
                <c:pt idx="4614">
                  <c:v>2.9868970000000002E-2</c:v>
                </c:pt>
                <c:pt idx="4615">
                  <c:v>2.9725626999999998E-2</c:v>
                </c:pt>
                <c:pt idx="4616">
                  <c:v>2.9722546999999998E-2</c:v>
                </c:pt>
                <c:pt idx="4617">
                  <c:v>2.9461907000000002E-2</c:v>
                </c:pt>
                <c:pt idx="4618">
                  <c:v>2.8997023E-2</c:v>
                </c:pt>
                <c:pt idx="4619">
                  <c:v>2.9134867000000002E-2</c:v>
                </c:pt>
                <c:pt idx="4620">
                  <c:v>2.8699628999999997E-2</c:v>
                </c:pt>
                <c:pt idx="4621">
                  <c:v>2.8515406E-2</c:v>
                </c:pt>
                <c:pt idx="4622">
                  <c:v>2.8325680999999998E-2</c:v>
                </c:pt>
                <c:pt idx="4623">
                  <c:v>2.81812E-2</c:v>
                </c:pt>
                <c:pt idx="4624">
                  <c:v>2.7944144000000001E-2</c:v>
                </c:pt>
                <c:pt idx="4625">
                  <c:v>2.7951132E-2</c:v>
                </c:pt>
                <c:pt idx="4626">
                  <c:v>2.7993502999999999E-2</c:v>
                </c:pt>
                <c:pt idx="4627">
                  <c:v>2.7679903000000002E-2</c:v>
                </c:pt>
                <c:pt idx="4628">
                  <c:v>2.7496638E-2</c:v>
                </c:pt>
                <c:pt idx="4629">
                  <c:v>2.7519752999999997E-2</c:v>
                </c:pt>
                <c:pt idx="4630">
                  <c:v>2.7617525999999996E-2</c:v>
                </c:pt>
                <c:pt idx="4631">
                  <c:v>2.6864753999999998E-2</c:v>
                </c:pt>
                <c:pt idx="4632">
                  <c:v>2.7265017999999999E-2</c:v>
                </c:pt>
                <c:pt idx="4633">
                  <c:v>2.7234953999999999E-2</c:v>
                </c:pt>
                <c:pt idx="4634">
                  <c:v>2.7234953999999999E-2</c:v>
                </c:pt>
                <c:pt idx="4635">
                  <c:v>2.7433704999999999E-2</c:v>
                </c:pt>
                <c:pt idx="4636">
                  <c:v>2.7609447999999998E-2</c:v>
                </c:pt>
                <c:pt idx="4637">
                  <c:v>2.8330063999999999E-2</c:v>
                </c:pt>
                <c:pt idx="4638">
                  <c:v>2.8008012000000002E-2</c:v>
                </c:pt>
                <c:pt idx="4639">
                  <c:v>2.7844708000000003E-2</c:v>
                </c:pt>
                <c:pt idx="4640">
                  <c:v>2.7730038999999998E-2</c:v>
                </c:pt>
                <c:pt idx="4641">
                  <c:v>2.7388569000000001E-2</c:v>
                </c:pt>
                <c:pt idx="4642">
                  <c:v>2.7804322999999999E-2</c:v>
                </c:pt>
                <c:pt idx="4643">
                  <c:v>2.7746825000000003E-2</c:v>
                </c:pt>
                <c:pt idx="4644">
                  <c:v>2.7810637000000003E-2</c:v>
                </c:pt>
                <c:pt idx="4645">
                  <c:v>2.8078638999999999E-2</c:v>
                </c:pt>
                <c:pt idx="4646">
                  <c:v>2.8560964000000001E-2</c:v>
                </c:pt>
                <c:pt idx="4647">
                  <c:v>2.8661801000000004E-2</c:v>
                </c:pt>
                <c:pt idx="4648">
                  <c:v>2.9073500999999998E-2</c:v>
                </c:pt>
                <c:pt idx="4649">
                  <c:v>2.9195422000000002E-2</c:v>
                </c:pt>
                <c:pt idx="4650">
                  <c:v>2.9198421000000002E-2</c:v>
                </c:pt>
                <c:pt idx="4651">
                  <c:v>2.8760186E-2</c:v>
                </c:pt>
                <c:pt idx="4652">
                  <c:v>2.8845722000000001E-2</c:v>
                </c:pt>
                <c:pt idx="4653">
                  <c:v>2.8098786000000001E-2</c:v>
                </c:pt>
                <c:pt idx="4654">
                  <c:v>2.8115150999999998E-2</c:v>
                </c:pt>
                <c:pt idx="4655">
                  <c:v>2.7989046000000004E-2</c:v>
                </c:pt>
                <c:pt idx="4656">
                  <c:v>2.7602333E-2</c:v>
                </c:pt>
                <c:pt idx="4657">
                  <c:v>2.7584816999999998E-2</c:v>
                </c:pt>
                <c:pt idx="4658">
                  <c:v>2.8116185000000002E-2</c:v>
                </c:pt>
                <c:pt idx="4659">
                  <c:v>2.8116185000000002E-2</c:v>
                </c:pt>
                <c:pt idx="4660">
                  <c:v>2.8923059999999997E-2</c:v>
                </c:pt>
                <c:pt idx="4661">
                  <c:v>2.9340805000000001E-2</c:v>
                </c:pt>
                <c:pt idx="4662">
                  <c:v>2.9462064E-2</c:v>
                </c:pt>
                <c:pt idx="4663">
                  <c:v>2.9984165E-2</c:v>
                </c:pt>
                <c:pt idx="4664">
                  <c:v>3.0391054000000004E-2</c:v>
                </c:pt>
                <c:pt idx="4665">
                  <c:v>3.1043554000000001E-2</c:v>
                </c:pt>
                <c:pt idx="4666">
                  <c:v>3.1040872000000001E-2</c:v>
                </c:pt>
                <c:pt idx="4667">
                  <c:v>3.1040872000000001E-2</c:v>
                </c:pt>
                <c:pt idx="4668">
                  <c:v>3.1127258000000001E-2</c:v>
                </c:pt>
                <c:pt idx="4669">
                  <c:v>3.133151E-2</c:v>
                </c:pt>
                <c:pt idx="4670">
                  <c:v>3.1690762999999997E-2</c:v>
                </c:pt>
                <c:pt idx="4671">
                  <c:v>3.1704658000000004E-2</c:v>
                </c:pt>
                <c:pt idx="4672">
                  <c:v>3.1349538999999996E-2</c:v>
                </c:pt>
                <c:pt idx="4673">
                  <c:v>3.1404788000000003E-2</c:v>
                </c:pt>
                <c:pt idx="4674">
                  <c:v>3.1158503000000001E-2</c:v>
                </c:pt>
                <c:pt idx="4675">
                  <c:v>3.1437184999999999E-2</c:v>
                </c:pt>
                <c:pt idx="4676">
                  <c:v>3.1437184999999999E-2</c:v>
                </c:pt>
                <c:pt idx="4677">
                  <c:v>3.1987066000000001E-2</c:v>
                </c:pt>
                <c:pt idx="4678">
                  <c:v>3.2127586E-2</c:v>
                </c:pt>
                <c:pt idx="4679">
                  <c:v>3.2151747000000001E-2</c:v>
                </c:pt>
                <c:pt idx="4680">
                  <c:v>3.1974448999999995E-2</c:v>
                </c:pt>
                <c:pt idx="4681">
                  <c:v>3.1736906000000002E-2</c:v>
                </c:pt>
                <c:pt idx="4682">
                  <c:v>3.1469778999999996E-2</c:v>
                </c:pt>
                <c:pt idx="4683">
                  <c:v>3.1528363999999996E-2</c:v>
                </c:pt>
                <c:pt idx="4684">
                  <c:v>3.1886443E-2</c:v>
                </c:pt>
                <c:pt idx="4685">
                  <c:v>3.2130732999999995E-2</c:v>
                </c:pt>
                <c:pt idx="4686">
                  <c:v>3.2724547E-2</c:v>
                </c:pt>
                <c:pt idx="4687">
                  <c:v>3.2391376999999999E-2</c:v>
                </c:pt>
                <c:pt idx="4688">
                  <c:v>3.2592180000000005E-2</c:v>
                </c:pt>
                <c:pt idx="4689">
                  <c:v>3.3108096000000004E-2</c:v>
                </c:pt>
                <c:pt idx="4690">
                  <c:v>3.3108096000000004E-2</c:v>
                </c:pt>
                <c:pt idx="4691">
                  <c:v>3.2714402000000004E-2</c:v>
                </c:pt>
                <c:pt idx="4692">
                  <c:v>3.3078633000000003E-2</c:v>
                </c:pt>
                <c:pt idx="4693">
                  <c:v>3.3216330000000002E-2</c:v>
                </c:pt>
                <c:pt idx="4694">
                  <c:v>3.3713872999999998E-2</c:v>
                </c:pt>
                <c:pt idx="4695">
                  <c:v>3.3713872999999998E-2</c:v>
                </c:pt>
                <c:pt idx="4696">
                  <c:v>3.3772929E-2</c:v>
                </c:pt>
                <c:pt idx="4697">
                  <c:v>3.4557870000000004E-2</c:v>
                </c:pt>
                <c:pt idx="4698">
                  <c:v>3.3210656999999998E-2</c:v>
                </c:pt>
                <c:pt idx="4699">
                  <c:v>3.2335619000000003E-2</c:v>
                </c:pt>
                <c:pt idx="4700">
                  <c:v>3.1951462E-2</c:v>
                </c:pt>
                <c:pt idx="4701">
                  <c:v>3.1513509000000002E-2</c:v>
                </c:pt>
                <c:pt idx="4702">
                  <c:v>3.1464188999999997E-2</c:v>
                </c:pt>
                <c:pt idx="4703">
                  <c:v>3.1467018999999999E-2</c:v>
                </c:pt>
                <c:pt idx="4704">
                  <c:v>3.1460665999999998E-2</c:v>
                </c:pt>
                <c:pt idx="4705">
                  <c:v>3.1346432E-2</c:v>
                </c:pt>
                <c:pt idx="4706">
                  <c:v>3.0951816000000004E-2</c:v>
                </c:pt>
                <c:pt idx="4707">
                  <c:v>3.0644547999999997E-2</c:v>
                </c:pt>
                <c:pt idx="4708">
                  <c:v>3.0048984000000001E-2</c:v>
                </c:pt>
                <c:pt idx="4709">
                  <c:v>3.0048984000000001E-2</c:v>
                </c:pt>
                <c:pt idx="4710">
                  <c:v>3.0152636E-2</c:v>
                </c:pt>
                <c:pt idx="4711">
                  <c:v>2.9862392999999997E-2</c:v>
                </c:pt>
                <c:pt idx="4712">
                  <c:v>2.9743409000000002E-2</c:v>
                </c:pt>
                <c:pt idx="4713">
                  <c:v>2.9241679E-2</c:v>
                </c:pt>
                <c:pt idx="4714">
                  <c:v>2.9420411E-2</c:v>
                </c:pt>
                <c:pt idx="4715">
                  <c:v>2.9627980000000002E-2</c:v>
                </c:pt>
                <c:pt idx="4716">
                  <c:v>2.9914220000000002E-2</c:v>
                </c:pt>
                <c:pt idx="4717">
                  <c:v>2.9867626000000001E-2</c:v>
                </c:pt>
                <c:pt idx="4718">
                  <c:v>2.9049540000000002E-2</c:v>
                </c:pt>
                <c:pt idx="4719">
                  <c:v>2.8867750999999997E-2</c:v>
                </c:pt>
                <c:pt idx="4720">
                  <c:v>2.8690075000000002E-2</c:v>
                </c:pt>
                <c:pt idx="4721">
                  <c:v>2.8632817999999997E-2</c:v>
                </c:pt>
                <c:pt idx="4722">
                  <c:v>2.9084473999999999E-2</c:v>
                </c:pt>
                <c:pt idx="4723">
                  <c:v>2.9239931E-2</c:v>
                </c:pt>
                <c:pt idx="4724">
                  <c:v>2.9095373000000001E-2</c:v>
                </c:pt>
                <c:pt idx="4725">
                  <c:v>2.8840688E-2</c:v>
                </c:pt>
                <c:pt idx="4726">
                  <c:v>2.8413773999999999E-2</c:v>
                </c:pt>
                <c:pt idx="4727">
                  <c:v>2.8738432000000001E-2</c:v>
                </c:pt>
                <c:pt idx="4728">
                  <c:v>2.8649083000000002E-2</c:v>
                </c:pt>
                <c:pt idx="4729">
                  <c:v>2.8649083000000002E-2</c:v>
                </c:pt>
                <c:pt idx="4730">
                  <c:v>2.855048E-2</c:v>
                </c:pt>
                <c:pt idx="4731">
                  <c:v>2.8545895000000002E-2</c:v>
                </c:pt>
                <c:pt idx="4732">
                  <c:v>2.822858E-2</c:v>
                </c:pt>
                <c:pt idx="4733">
                  <c:v>2.8378629999999998E-2</c:v>
                </c:pt>
                <c:pt idx="4734">
                  <c:v>2.8145571000000001E-2</c:v>
                </c:pt>
                <c:pt idx="4735">
                  <c:v>2.8146794999999999E-2</c:v>
                </c:pt>
                <c:pt idx="4736">
                  <c:v>2.7733967999999998E-2</c:v>
                </c:pt>
                <c:pt idx="4737">
                  <c:v>2.7545164999999996E-2</c:v>
                </c:pt>
                <c:pt idx="4738">
                  <c:v>2.7373077999999999E-2</c:v>
                </c:pt>
                <c:pt idx="4739">
                  <c:v>2.7491647000000001E-2</c:v>
                </c:pt>
                <c:pt idx="4740">
                  <c:v>2.7589751000000003E-2</c:v>
                </c:pt>
                <c:pt idx="4741">
                  <c:v>2.7621676000000001E-2</c:v>
                </c:pt>
                <c:pt idx="4742">
                  <c:v>2.8174630999999999E-2</c:v>
                </c:pt>
                <c:pt idx="4743">
                  <c:v>2.8509974999999996E-2</c:v>
                </c:pt>
                <c:pt idx="4744">
                  <c:v>2.8252260000000001E-2</c:v>
                </c:pt>
                <c:pt idx="4745">
                  <c:v>2.8235534999999999E-2</c:v>
                </c:pt>
                <c:pt idx="4746">
                  <c:v>2.8185476999999997E-2</c:v>
                </c:pt>
                <c:pt idx="4747">
                  <c:v>2.7752796999999999E-2</c:v>
                </c:pt>
                <c:pt idx="4748">
                  <c:v>2.7858225E-2</c:v>
                </c:pt>
                <c:pt idx="4749">
                  <c:v>2.750886E-2</c:v>
                </c:pt>
                <c:pt idx="4750">
                  <c:v>2.7256333999999997E-2</c:v>
                </c:pt>
                <c:pt idx="4751">
                  <c:v>2.7893229000000002E-2</c:v>
                </c:pt>
                <c:pt idx="4752">
                  <c:v>2.7250983999999999E-2</c:v>
                </c:pt>
                <c:pt idx="4753">
                  <c:v>2.7985942999999996E-2</c:v>
                </c:pt>
                <c:pt idx="4754">
                  <c:v>2.8451755000000002E-2</c:v>
                </c:pt>
                <c:pt idx="4755">
                  <c:v>2.8512986000000001E-2</c:v>
                </c:pt>
                <c:pt idx="4756">
                  <c:v>2.8620869E-2</c:v>
                </c:pt>
                <c:pt idx="4757">
                  <c:v>2.8550504000000001E-2</c:v>
                </c:pt>
                <c:pt idx="4758">
                  <c:v>2.8443664E-2</c:v>
                </c:pt>
                <c:pt idx="4759">
                  <c:v>2.7566012999999997E-2</c:v>
                </c:pt>
                <c:pt idx="4760">
                  <c:v>2.7537310999999998E-2</c:v>
                </c:pt>
                <c:pt idx="4761">
                  <c:v>2.7315555000000002E-2</c:v>
                </c:pt>
                <c:pt idx="4762">
                  <c:v>2.7131024000000004E-2</c:v>
                </c:pt>
                <c:pt idx="4763">
                  <c:v>2.7219071000000001E-2</c:v>
                </c:pt>
                <c:pt idx="4764">
                  <c:v>2.7105549999999999E-2</c:v>
                </c:pt>
                <c:pt idx="4765">
                  <c:v>2.7092093000000001E-2</c:v>
                </c:pt>
                <c:pt idx="4766">
                  <c:v>2.7310951999999996E-2</c:v>
                </c:pt>
                <c:pt idx="4767">
                  <c:v>2.7088511999999999E-2</c:v>
                </c:pt>
                <c:pt idx="4768">
                  <c:v>2.6769690000000002E-2</c:v>
                </c:pt>
                <c:pt idx="4769">
                  <c:v>2.6918660999999997E-2</c:v>
                </c:pt>
                <c:pt idx="4770">
                  <c:v>2.6591877E-2</c:v>
                </c:pt>
                <c:pt idx="4771">
                  <c:v>2.6562155E-2</c:v>
                </c:pt>
                <c:pt idx="4772">
                  <c:v>2.6765922999999997E-2</c:v>
                </c:pt>
                <c:pt idx="4773">
                  <c:v>2.6765922999999997E-2</c:v>
                </c:pt>
                <c:pt idx="4774">
                  <c:v>2.6695277E-2</c:v>
                </c:pt>
                <c:pt idx="4775">
                  <c:v>2.6657229000000001E-2</c:v>
                </c:pt>
                <c:pt idx="4776">
                  <c:v>2.7144540000000002E-2</c:v>
                </c:pt>
                <c:pt idx="4777">
                  <c:v>2.7245873999999996E-2</c:v>
                </c:pt>
                <c:pt idx="4778">
                  <c:v>2.7392491000000001E-2</c:v>
                </c:pt>
                <c:pt idx="4779">
                  <c:v>2.7041994999999996E-2</c:v>
                </c:pt>
                <c:pt idx="4780">
                  <c:v>2.7257387999999997E-2</c:v>
                </c:pt>
                <c:pt idx="4781">
                  <c:v>2.6903960000000001E-2</c:v>
                </c:pt>
                <c:pt idx="4782">
                  <c:v>2.6648237999999998E-2</c:v>
                </c:pt>
                <c:pt idx="4783">
                  <c:v>2.6753250000000003E-2</c:v>
                </c:pt>
                <c:pt idx="4784">
                  <c:v>2.7039947999999998E-2</c:v>
                </c:pt>
                <c:pt idx="4785">
                  <c:v>2.7316334999999997E-2</c:v>
                </c:pt>
                <c:pt idx="4786">
                  <c:v>2.7069125000000003E-2</c:v>
                </c:pt>
                <c:pt idx="4787">
                  <c:v>2.7537732999999998E-2</c:v>
                </c:pt>
                <c:pt idx="4788">
                  <c:v>2.7492489999999998E-2</c:v>
                </c:pt>
                <c:pt idx="4789">
                  <c:v>2.8181153999999996E-2</c:v>
                </c:pt>
                <c:pt idx="4790">
                  <c:v>2.8128566999999997E-2</c:v>
                </c:pt>
                <c:pt idx="4791">
                  <c:v>2.8392173999999999E-2</c:v>
                </c:pt>
                <c:pt idx="4792">
                  <c:v>2.8332211999999999E-2</c:v>
                </c:pt>
                <c:pt idx="4793">
                  <c:v>2.8310953999999999E-2</c:v>
                </c:pt>
                <c:pt idx="4794">
                  <c:v>2.8121796000000001E-2</c:v>
                </c:pt>
                <c:pt idx="4795">
                  <c:v>2.7998124000000003E-2</c:v>
                </c:pt>
                <c:pt idx="4796">
                  <c:v>2.8153791999999997E-2</c:v>
                </c:pt>
                <c:pt idx="4797">
                  <c:v>2.9079023000000002E-2</c:v>
                </c:pt>
                <c:pt idx="4798">
                  <c:v>2.8867937E-2</c:v>
                </c:pt>
                <c:pt idx="4799">
                  <c:v>2.8867937E-2</c:v>
                </c:pt>
                <c:pt idx="4800">
                  <c:v>2.9168299000000002E-2</c:v>
                </c:pt>
                <c:pt idx="4801">
                  <c:v>2.9421285000000002E-2</c:v>
                </c:pt>
                <c:pt idx="4802">
                  <c:v>2.9695263999999999E-2</c:v>
                </c:pt>
                <c:pt idx="4803">
                  <c:v>3.0235531999999999E-2</c:v>
                </c:pt>
                <c:pt idx="4804">
                  <c:v>3.0798824999999998E-2</c:v>
                </c:pt>
                <c:pt idx="4805">
                  <c:v>3.0231527000000001E-2</c:v>
                </c:pt>
                <c:pt idx="4806">
                  <c:v>2.9983242E-2</c:v>
                </c:pt>
                <c:pt idx="4807">
                  <c:v>2.9754084999999996E-2</c:v>
                </c:pt>
                <c:pt idx="4808">
                  <c:v>2.9990906000000001E-2</c:v>
                </c:pt>
                <c:pt idx="4809">
                  <c:v>2.9215041000000001E-2</c:v>
                </c:pt>
                <c:pt idx="4810">
                  <c:v>2.9014272999999997E-2</c:v>
                </c:pt>
                <c:pt idx="4811">
                  <c:v>2.9036279000000002E-2</c:v>
                </c:pt>
                <c:pt idx="4812">
                  <c:v>2.9227942000000003E-2</c:v>
                </c:pt>
                <c:pt idx="4813">
                  <c:v>2.9040048000000002E-2</c:v>
                </c:pt>
                <c:pt idx="4814">
                  <c:v>2.9162535999999999E-2</c:v>
                </c:pt>
                <c:pt idx="4815">
                  <c:v>2.8692660999999998E-2</c:v>
                </c:pt>
                <c:pt idx="4816">
                  <c:v>2.9117432999999998E-2</c:v>
                </c:pt>
                <c:pt idx="4817">
                  <c:v>2.8321467999999999E-2</c:v>
                </c:pt>
                <c:pt idx="4818">
                  <c:v>2.7880279000000001E-2</c:v>
                </c:pt>
                <c:pt idx="4819">
                  <c:v>2.8160576999999999E-2</c:v>
                </c:pt>
                <c:pt idx="4820">
                  <c:v>2.8366570000000001E-2</c:v>
                </c:pt>
                <c:pt idx="4821">
                  <c:v>2.7798050000000001E-2</c:v>
                </c:pt>
                <c:pt idx="4822">
                  <c:v>2.7843225999999999E-2</c:v>
                </c:pt>
                <c:pt idx="4823">
                  <c:v>2.7669441999999999E-2</c:v>
                </c:pt>
                <c:pt idx="4824">
                  <c:v>2.7051512999999999E-2</c:v>
                </c:pt>
                <c:pt idx="4825">
                  <c:v>2.7253449999999999E-2</c:v>
                </c:pt>
                <c:pt idx="4826">
                  <c:v>2.7127199000000001E-2</c:v>
                </c:pt>
                <c:pt idx="4827">
                  <c:v>2.7127199000000001E-2</c:v>
                </c:pt>
                <c:pt idx="4828">
                  <c:v>2.6348460999999997E-2</c:v>
                </c:pt>
                <c:pt idx="4829">
                  <c:v>2.6286871000000003E-2</c:v>
                </c:pt>
                <c:pt idx="4830">
                  <c:v>2.6236912999999997E-2</c:v>
                </c:pt>
                <c:pt idx="4831">
                  <c:v>2.6435685E-2</c:v>
                </c:pt>
                <c:pt idx="4832">
                  <c:v>2.5917640999999998E-2</c:v>
                </c:pt>
                <c:pt idx="4833">
                  <c:v>2.6146818999999998E-2</c:v>
                </c:pt>
                <c:pt idx="4834">
                  <c:v>2.6250537000000004E-2</c:v>
                </c:pt>
                <c:pt idx="4835">
                  <c:v>2.5995013000000001E-2</c:v>
                </c:pt>
                <c:pt idx="4836">
                  <c:v>2.6447451E-2</c:v>
                </c:pt>
                <c:pt idx="4837">
                  <c:v>2.6772842000000002E-2</c:v>
                </c:pt>
                <c:pt idx="4838">
                  <c:v>2.6636361000000001E-2</c:v>
                </c:pt>
                <c:pt idx="4839">
                  <c:v>2.6555334E-2</c:v>
                </c:pt>
                <c:pt idx="4840">
                  <c:v>2.6282371999999998E-2</c:v>
                </c:pt>
                <c:pt idx="4841">
                  <c:v>2.6252762999999998E-2</c:v>
                </c:pt>
                <c:pt idx="4842">
                  <c:v>2.5881612000000002E-2</c:v>
                </c:pt>
                <c:pt idx="4843">
                  <c:v>2.5800474000000004E-2</c:v>
                </c:pt>
                <c:pt idx="4844">
                  <c:v>2.5817266999999998E-2</c:v>
                </c:pt>
                <c:pt idx="4845">
                  <c:v>2.5708551999999999E-2</c:v>
                </c:pt>
                <c:pt idx="4846">
                  <c:v>2.5874243000000002E-2</c:v>
                </c:pt>
                <c:pt idx="4847">
                  <c:v>2.7375542000000003E-2</c:v>
                </c:pt>
                <c:pt idx="4848">
                  <c:v>2.7270128999999997E-2</c:v>
                </c:pt>
                <c:pt idx="4849">
                  <c:v>2.8716449999999998E-2</c:v>
                </c:pt>
                <c:pt idx="4850">
                  <c:v>2.8753084000000002E-2</c:v>
                </c:pt>
                <c:pt idx="4851">
                  <c:v>2.8766906000000002E-2</c:v>
                </c:pt>
                <c:pt idx="4852">
                  <c:v>2.8550552E-2</c:v>
                </c:pt>
                <c:pt idx="4853">
                  <c:v>2.8180255000000001E-2</c:v>
                </c:pt>
                <c:pt idx="4854">
                  <c:v>2.9374464999999999E-2</c:v>
                </c:pt>
                <c:pt idx="4855">
                  <c:v>2.8992845E-2</c:v>
                </c:pt>
                <c:pt idx="4856">
                  <c:v>2.9538135E-2</c:v>
                </c:pt>
                <c:pt idx="4857">
                  <c:v>3.0155657000000002E-2</c:v>
                </c:pt>
                <c:pt idx="4858">
                  <c:v>3.0144664000000002E-2</c:v>
                </c:pt>
                <c:pt idx="4859">
                  <c:v>2.9674849999999999E-2</c:v>
                </c:pt>
                <c:pt idx="4860">
                  <c:v>2.97772E-2</c:v>
                </c:pt>
                <c:pt idx="4861">
                  <c:v>2.9312040000000001E-2</c:v>
                </c:pt>
                <c:pt idx="4862">
                  <c:v>2.8926749999999998E-2</c:v>
                </c:pt>
                <c:pt idx="4863">
                  <c:v>2.9620479000000002E-2</c:v>
                </c:pt>
                <c:pt idx="4864">
                  <c:v>2.9378163000000002E-2</c:v>
                </c:pt>
                <c:pt idx="4865">
                  <c:v>2.9549426E-2</c:v>
                </c:pt>
                <c:pt idx="4866">
                  <c:v>2.9672075999999999E-2</c:v>
                </c:pt>
                <c:pt idx="4867">
                  <c:v>2.9512450999999999E-2</c:v>
                </c:pt>
                <c:pt idx="4868">
                  <c:v>2.9785149E-2</c:v>
                </c:pt>
                <c:pt idx="4869">
                  <c:v>2.9785149E-2</c:v>
                </c:pt>
                <c:pt idx="4870">
                  <c:v>2.9903051E-2</c:v>
                </c:pt>
                <c:pt idx="4871">
                  <c:v>2.9960784000000001E-2</c:v>
                </c:pt>
                <c:pt idx="4872">
                  <c:v>2.8957533000000001E-2</c:v>
                </c:pt>
                <c:pt idx="4873">
                  <c:v>2.9039339999999997E-2</c:v>
                </c:pt>
                <c:pt idx="4874">
                  <c:v>2.846655E-2</c:v>
                </c:pt>
                <c:pt idx="4875">
                  <c:v>2.7841683999999998E-2</c:v>
                </c:pt>
                <c:pt idx="4876">
                  <c:v>2.7843803000000004E-2</c:v>
                </c:pt>
                <c:pt idx="4877">
                  <c:v>2.7119425000000003E-2</c:v>
                </c:pt>
                <c:pt idx="4878">
                  <c:v>2.6579169000000003E-2</c:v>
                </c:pt>
                <c:pt idx="4879">
                  <c:v>2.7163143000000001E-2</c:v>
                </c:pt>
                <c:pt idx="4880">
                  <c:v>2.7377910000000002E-2</c:v>
                </c:pt>
                <c:pt idx="4881">
                  <c:v>2.7196299E-2</c:v>
                </c:pt>
                <c:pt idx="4882">
                  <c:v>2.7312097999999996E-2</c:v>
                </c:pt>
                <c:pt idx="4883">
                  <c:v>2.7502562999999997E-2</c:v>
                </c:pt>
                <c:pt idx="4884">
                  <c:v>2.7613929000000002E-2</c:v>
                </c:pt>
                <c:pt idx="4885">
                  <c:v>2.8217950000000002E-2</c:v>
                </c:pt>
                <c:pt idx="4886">
                  <c:v>2.7795456999999999E-2</c:v>
                </c:pt>
                <c:pt idx="4887">
                  <c:v>2.7917790000000001E-2</c:v>
                </c:pt>
                <c:pt idx="4888">
                  <c:v>2.8227018E-2</c:v>
                </c:pt>
                <c:pt idx="4889">
                  <c:v>2.8056013000000001E-2</c:v>
                </c:pt>
                <c:pt idx="4890">
                  <c:v>2.8459667000000001E-2</c:v>
                </c:pt>
                <c:pt idx="4891">
                  <c:v>2.8822205000000004E-2</c:v>
                </c:pt>
                <c:pt idx="4892">
                  <c:v>2.9417216999999999E-2</c:v>
                </c:pt>
                <c:pt idx="4893">
                  <c:v>2.9285318999999997E-2</c:v>
                </c:pt>
                <c:pt idx="4894">
                  <c:v>2.8851357000000001E-2</c:v>
                </c:pt>
                <c:pt idx="4895">
                  <c:v>2.9056615000000001E-2</c:v>
                </c:pt>
                <c:pt idx="4896">
                  <c:v>2.8738483999999998E-2</c:v>
                </c:pt>
                <c:pt idx="4897">
                  <c:v>2.8200375999999999E-2</c:v>
                </c:pt>
                <c:pt idx="4898">
                  <c:v>2.7592770999999999E-2</c:v>
                </c:pt>
                <c:pt idx="4899">
                  <c:v>2.7592770999999999E-2</c:v>
                </c:pt>
                <c:pt idx="4900">
                  <c:v>2.7414891E-2</c:v>
                </c:pt>
                <c:pt idx="4901">
                  <c:v>2.7694281999999997E-2</c:v>
                </c:pt>
                <c:pt idx="4902">
                  <c:v>2.7375432000000002E-2</c:v>
                </c:pt>
                <c:pt idx="4903">
                  <c:v>2.7487781000000003E-2</c:v>
                </c:pt>
                <c:pt idx="4904">
                  <c:v>2.7225411000000001E-2</c:v>
                </c:pt>
                <c:pt idx="4905">
                  <c:v>2.7153931999999999E-2</c:v>
                </c:pt>
                <c:pt idx="4906">
                  <c:v>2.6983681999999998E-2</c:v>
                </c:pt>
                <c:pt idx="4907">
                  <c:v>2.6967104000000002E-2</c:v>
                </c:pt>
                <c:pt idx="4908">
                  <c:v>2.6581616999999998E-2</c:v>
                </c:pt>
                <c:pt idx="4909">
                  <c:v>2.6368597000000001E-2</c:v>
                </c:pt>
                <c:pt idx="4910">
                  <c:v>2.6354552E-2</c:v>
                </c:pt>
                <c:pt idx="4911">
                  <c:v>2.6882904000000003E-2</c:v>
                </c:pt>
                <c:pt idx="4912">
                  <c:v>2.7421193E-2</c:v>
                </c:pt>
                <c:pt idx="4913">
                  <c:v>2.7110725999999998E-2</c:v>
                </c:pt>
                <c:pt idx="4914">
                  <c:v>2.6748926999999999E-2</c:v>
                </c:pt>
                <c:pt idx="4915">
                  <c:v>2.6238841999999998E-2</c:v>
                </c:pt>
                <c:pt idx="4916">
                  <c:v>2.6579345000000001E-2</c:v>
                </c:pt>
                <c:pt idx="4917">
                  <c:v>2.5897912999999998E-2</c:v>
                </c:pt>
                <c:pt idx="4918">
                  <c:v>2.6016681E-2</c:v>
                </c:pt>
                <c:pt idx="4919">
                  <c:v>2.6016681E-2</c:v>
                </c:pt>
                <c:pt idx="4920">
                  <c:v>2.6107816000000002E-2</c:v>
                </c:pt>
                <c:pt idx="4921">
                  <c:v>2.6399269E-2</c:v>
                </c:pt>
                <c:pt idx="4922">
                  <c:v>2.6787277999999998E-2</c:v>
                </c:pt>
                <c:pt idx="4923">
                  <c:v>2.6637490000000003E-2</c:v>
                </c:pt>
                <c:pt idx="4924">
                  <c:v>2.6747955E-2</c:v>
                </c:pt>
                <c:pt idx="4925">
                  <c:v>2.6913628999999998E-2</c:v>
                </c:pt>
                <c:pt idx="4926">
                  <c:v>2.7200413999999999E-2</c:v>
                </c:pt>
                <c:pt idx="4927">
                  <c:v>2.6907422000000004E-2</c:v>
                </c:pt>
                <c:pt idx="4928">
                  <c:v>2.6723809999999997E-2</c:v>
                </c:pt>
                <c:pt idx="4929">
                  <c:v>2.6804254999999999E-2</c:v>
                </c:pt>
                <c:pt idx="4930">
                  <c:v>2.6858492999999997E-2</c:v>
                </c:pt>
                <c:pt idx="4931">
                  <c:v>2.6650169000000001E-2</c:v>
                </c:pt>
                <c:pt idx="4932">
                  <c:v>2.6650169000000001E-2</c:v>
                </c:pt>
                <c:pt idx="4933">
                  <c:v>2.6577503999999998E-2</c:v>
                </c:pt>
                <c:pt idx="4934">
                  <c:v>2.6547350000000001E-2</c:v>
                </c:pt>
                <c:pt idx="4935">
                  <c:v>2.7389589999999998E-2</c:v>
                </c:pt>
                <c:pt idx="4936">
                  <c:v>2.674429E-2</c:v>
                </c:pt>
                <c:pt idx="4937">
                  <c:v>2.6565093999999997E-2</c:v>
                </c:pt>
                <c:pt idx="4938">
                  <c:v>2.6137770999999997E-2</c:v>
                </c:pt>
                <c:pt idx="4939">
                  <c:v>2.6222786000000001E-2</c:v>
                </c:pt>
                <c:pt idx="4940">
                  <c:v>2.6062918000000001E-2</c:v>
                </c:pt>
                <c:pt idx="4941">
                  <c:v>2.6435556999999998E-2</c:v>
                </c:pt>
                <c:pt idx="4942">
                  <c:v>2.5378909999999998E-2</c:v>
                </c:pt>
                <c:pt idx="4943">
                  <c:v>2.5776807999999998E-2</c:v>
                </c:pt>
                <c:pt idx="4944">
                  <c:v>2.5200443000000003E-2</c:v>
                </c:pt>
                <c:pt idx="4945">
                  <c:v>2.5022048000000002E-2</c:v>
                </c:pt>
                <c:pt idx="4946">
                  <c:v>2.4678966E-2</c:v>
                </c:pt>
                <c:pt idx="4947">
                  <c:v>2.4807822E-2</c:v>
                </c:pt>
                <c:pt idx="4948">
                  <c:v>2.4711078000000001E-2</c:v>
                </c:pt>
                <c:pt idx="4949">
                  <c:v>2.4401204000000003E-2</c:v>
                </c:pt>
                <c:pt idx="4950">
                  <c:v>2.4771086000000001E-2</c:v>
                </c:pt>
                <c:pt idx="4951">
                  <c:v>2.4771086000000001E-2</c:v>
                </c:pt>
                <c:pt idx="4952">
                  <c:v>2.4795636999999999E-2</c:v>
                </c:pt>
                <c:pt idx="4953">
                  <c:v>2.4795636999999999E-2</c:v>
                </c:pt>
                <c:pt idx="4954">
                  <c:v>2.4795636999999999E-2</c:v>
                </c:pt>
                <c:pt idx="4955">
                  <c:v>2.4795636999999999E-2</c:v>
                </c:pt>
                <c:pt idx="4956">
                  <c:v>2.4795636999999999E-2</c:v>
                </c:pt>
                <c:pt idx="4957">
                  <c:v>2.4834894999999999E-2</c:v>
                </c:pt>
                <c:pt idx="4958">
                  <c:v>2.5181643E-2</c:v>
                </c:pt>
                <c:pt idx="4959">
                  <c:v>2.4917867E-2</c:v>
                </c:pt>
                <c:pt idx="4960">
                  <c:v>2.4686463000000002E-2</c:v>
                </c:pt>
                <c:pt idx="4961">
                  <c:v>2.4204106999999999E-2</c:v>
                </c:pt>
                <c:pt idx="4962">
                  <c:v>2.4310447999999998E-2</c:v>
                </c:pt>
                <c:pt idx="4963">
                  <c:v>2.42606E-2</c:v>
                </c:pt>
                <c:pt idx="4964">
                  <c:v>2.3895037000000001E-2</c:v>
                </c:pt>
                <c:pt idx="4965">
                  <c:v>2.3942420000000002E-2</c:v>
                </c:pt>
                <c:pt idx="4966">
                  <c:v>2.3957915E-2</c:v>
                </c:pt>
                <c:pt idx="4967">
                  <c:v>2.3646577999999998E-2</c:v>
                </c:pt>
                <c:pt idx="4968">
                  <c:v>2.3420950999999999E-2</c:v>
                </c:pt>
                <c:pt idx="4969">
                  <c:v>2.3420950999999999E-2</c:v>
                </c:pt>
                <c:pt idx="4970">
                  <c:v>2.3794632999999999E-2</c:v>
                </c:pt>
                <c:pt idx="4971">
                  <c:v>2.3710823999999998E-2</c:v>
                </c:pt>
                <c:pt idx="4972">
                  <c:v>2.3978944999999998E-2</c:v>
                </c:pt>
                <c:pt idx="4973">
                  <c:v>2.4322688999999998E-2</c:v>
                </c:pt>
                <c:pt idx="4974">
                  <c:v>2.4994336999999998E-2</c:v>
                </c:pt>
                <c:pt idx="4975">
                  <c:v>2.4735167000000002E-2</c:v>
                </c:pt>
                <c:pt idx="4976">
                  <c:v>2.5138729000000002E-2</c:v>
                </c:pt>
                <c:pt idx="4977">
                  <c:v>2.5299381999999999E-2</c:v>
                </c:pt>
                <c:pt idx="4978">
                  <c:v>2.5418807000000002E-2</c:v>
                </c:pt>
                <c:pt idx="4979">
                  <c:v>2.5315477999999999E-2</c:v>
                </c:pt>
                <c:pt idx="4980">
                  <c:v>2.4561845999999998E-2</c:v>
                </c:pt>
                <c:pt idx="4981">
                  <c:v>2.4131332000000002E-2</c:v>
                </c:pt>
                <c:pt idx="4982">
                  <c:v>2.3892753999999999E-2</c:v>
                </c:pt>
                <c:pt idx="4983">
                  <c:v>2.4207600999999999E-2</c:v>
                </c:pt>
                <c:pt idx="4984">
                  <c:v>2.4521702999999999E-2</c:v>
                </c:pt>
                <c:pt idx="4985">
                  <c:v>2.4180918999999999E-2</c:v>
                </c:pt>
                <c:pt idx="4986">
                  <c:v>2.3679057E-2</c:v>
                </c:pt>
                <c:pt idx="4987">
                  <c:v>2.3566840999999998E-2</c:v>
                </c:pt>
                <c:pt idx="4988">
                  <c:v>2.3703991000000001E-2</c:v>
                </c:pt>
                <c:pt idx="4989">
                  <c:v>2.3703991000000001E-2</c:v>
                </c:pt>
                <c:pt idx="4990">
                  <c:v>2.3825264999999998E-2</c:v>
                </c:pt>
                <c:pt idx="4991">
                  <c:v>2.3625308000000001E-2</c:v>
                </c:pt>
                <c:pt idx="4992">
                  <c:v>2.3783676E-2</c:v>
                </c:pt>
                <c:pt idx="4993">
                  <c:v>2.4035650000000002E-2</c:v>
                </c:pt>
                <c:pt idx="4994">
                  <c:v>2.4940978000000003E-2</c:v>
                </c:pt>
                <c:pt idx="4995">
                  <c:v>2.5515826000000002E-2</c:v>
                </c:pt>
                <c:pt idx="4996">
                  <c:v>2.6190076E-2</c:v>
                </c:pt>
                <c:pt idx="4997">
                  <c:v>2.7298187000000002E-2</c:v>
                </c:pt>
                <c:pt idx="4998">
                  <c:v>2.9935149000000001E-2</c:v>
                </c:pt>
                <c:pt idx="4999">
                  <c:v>2.9833436000000001E-2</c:v>
                </c:pt>
                <c:pt idx="5000">
                  <c:v>3.0130594000000004E-2</c:v>
                </c:pt>
                <c:pt idx="5001">
                  <c:v>2.9484447E-2</c:v>
                </c:pt>
                <c:pt idx="5002">
                  <c:v>2.9998494000000001E-2</c:v>
                </c:pt>
                <c:pt idx="5003">
                  <c:v>3.2344087000000001E-2</c:v>
                </c:pt>
                <c:pt idx="5004">
                  <c:v>3.7242009E-2</c:v>
                </c:pt>
                <c:pt idx="5005">
                  <c:v>3.5994876000000002E-2</c:v>
                </c:pt>
                <c:pt idx="5006">
                  <c:v>3.7085113000000003E-2</c:v>
                </c:pt>
                <c:pt idx="5007">
                  <c:v>4.1246940999999995E-2</c:v>
                </c:pt>
                <c:pt idx="5008">
                  <c:v>4.1582402999999997E-2</c:v>
                </c:pt>
                <c:pt idx="5009">
                  <c:v>4.6042448E-2</c:v>
                </c:pt>
                <c:pt idx="5010">
                  <c:v>4.6636663000000002E-2</c:v>
                </c:pt>
                <c:pt idx="5011">
                  <c:v>5.0287907999999999E-2</c:v>
                </c:pt>
                <c:pt idx="5012">
                  <c:v>5.4121707999999998E-2</c:v>
                </c:pt>
                <c:pt idx="5013">
                  <c:v>5.5135965000000002E-2</c:v>
                </c:pt>
                <c:pt idx="5014">
                  <c:v>5.7997514999999999E-2</c:v>
                </c:pt>
                <c:pt idx="5015">
                  <c:v>5.7297648999999999E-2</c:v>
                </c:pt>
                <c:pt idx="5016">
                  <c:v>5.5893276000000006E-2</c:v>
                </c:pt>
                <c:pt idx="5017">
                  <c:v>5.4080434000000004E-2</c:v>
                </c:pt>
                <c:pt idx="5018">
                  <c:v>5.3759609999999999E-2</c:v>
                </c:pt>
                <c:pt idx="5019">
                  <c:v>5.4376369000000001E-2</c:v>
                </c:pt>
                <c:pt idx="5020">
                  <c:v>5.3812063E-2</c:v>
                </c:pt>
                <c:pt idx="5021">
                  <c:v>5.4312325999999994E-2</c:v>
                </c:pt>
                <c:pt idx="5022">
                  <c:v>5.4330755999999994E-2</c:v>
                </c:pt>
                <c:pt idx="5023">
                  <c:v>5.4467650999999999E-2</c:v>
                </c:pt>
                <c:pt idx="5024">
                  <c:v>5.4137418999999999E-2</c:v>
                </c:pt>
                <c:pt idx="5025">
                  <c:v>5.3297968000000001E-2</c:v>
                </c:pt>
                <c:pt idx="5026">
                  <c:v>5.3085027E-2</c:v>
                </c:pt>
                <c:pt idx="5027">
                  <c:v>5.2404529999999998E-2</c:v>
                </c:pt>
                <c:pt idx="5028">
                  <c:v>5.2404529999999998E-2</c:v>
                </c:pt>
                <c:pt idx="5029">
                  <c:v>5.1456386E-2</c:v>
                </c:pt>
                <c:pt idx="5030">
                  <c:v>5.0136542999999999E-2</c:v>
                </c:pt>
                <c:pt idx="5031">
                  <c:v>5.0317054E-2</c:v>
                </c:pt>
                <c:pt idx="5032">
                  <c:v>4.9978197000000002E-2</c:v>
                </c:pt>
                <c:pt idx="5033">
                  <c:v>4.9086802999999998E-2</c:v>
                </c:pt>
                <c:pt idx="5034">
                  <c:v>4.9091707999999998E-2</c:v>
                </c:pt>
                <c:pt idx="5035">
                  <c:v>4.9708059999999998E-2</c:v>
                </c:pt>
                <c:pt idx="5036">
                  <c:v>4.9619735999999998E-2</c:v>
                </c:pt>
                <c:pt idx="5037">
                  <c:v>4.9513885000000001E-2</c:v>
                </c:pt>
                <c:pt idx="5038">
                  <c:v>4.9689838E-2</c:v>
                </c:pt>
                <c:pt idx="5039">
                  <c:v>4.9436336999999997E-2</c:v>
                </c:pt>
                <c:pt idx="5040">
                  <c:v>4.9504494999999996E-2</c:v>
                </c:pt>
                <c:pt idx="5041">
                  <c:v>4.9041096999999999E-2</c:v>
                </c:pt>
                <c:pt idx="5042">
                  <c:v>4.7971431000000002E-2</c:v>
                </c:pt>
                <c:pt idx="5043">
                  <c:v>4.7965998000000003E-2</c:v>
                </c:pt>
                <c:pt idx="5044">
                  <c:v>4.8028879999999996E-2</c:v>
                </c:pt>
                <c:pt idx="5045">
                  <c:v>4.7687137000000004E-2</c:v>
                </c:pt>
                <c:pt idx="5046">
                  <c:v>4.7299313999999995E-2</c:v>
                </c:pt>
                <c:pt idx="5047">
                  <c:v>4.7679995000000003E-2</c:v>
                </c:pt>
                <c:pt idx="5048">
                  <c:v>4.7128813000000006E-2</c:v>
                </c:pt>
                <c:pt idx="5049">
                  <c:v>4.6636326000000006E-2</c:v>
                </c:pt>
                <c:pt idx="5050">
                  <c:v>4.6572506999999999E-2</c:v>
                </c:pt>
                <c:pt idx="5051">
                  <c:v>4.6685762999999998E-2</c:v>
                </c:pt>
                <c:pt idx="5052">
                  <c:v>4.6923216000000004E-2</c:v>
                </c:pt>
                <c:pt idx="5053">
                  <c:v>4.6635484000000005E-2</c:v>
                </c:pt>
                <c:pt idx="5054">
                  <c:v>4.5666672999999998E-2</c:v>
                </c:pt>
                <c:pt idx="5055">
                  <c:v>4.5156135999999999E-2</c:v>
                </c:pt>
                <c:pt idx="5056">
                  <c:v>4.4598046000000002E-2</c:v>
                </c:pt>
                <c:pt idx="5057">
                  <c:v>4.3811714000000002E-2</c:v>
                </c:pt>
                <c:pt idx="5058">
                  <c:v>4.3864764000000001E-2</c:v>
                </c:pt>
                <c:pt idx="5059">
                  <c:v>4.3864764000000001E-2</c:v>
                </c:pt>
                <c:pt idx="5060">
                  <c:v>4.3134723E-2</c:v>
                </c:pt>
                <c:pt idx="5061">
                  <c:v>4.2878741000000005E-2</c:v>
                </c:pt>
                <c:pt idx="5062">
                  <c:v>4.2575199000000001E-2</c:v>
                </c:pt>
                <c:pt idx="5063">
                  <c:v>4.2190446999999999E-2</c:v>
                </c:pt>
                <c:pt idx="5064">
                  <c:v>4.1962495000000002E-2</c:v>
                </c:pt>
                <c:pt idx="5065">
                  <c:v>4.1379895999999999E-2</c:v>
                </c:pt>
                <c:pt idx="5066">
                  <c:v>4.0123833000000005E-2</c:v>
                </c:pt>
                <c:pt idx="5067">
                  <c:v>3.9390322999999998E-2</c:v>
                </c:pt>
                <c:pt idx="5068">
                  <c:v>3.8165338E-2</c:v>
                </c:pt>
                <c:pt idx="5069">
                  <c:v>3.7473935E-2</c:v>
                </c:pt>
                <c:pt idx="5070">
                  <c:v>3.7547268000000002E-2</c:v>
                </c:pt>
                <c:pt idx="5071">
                  <c:v>3.8087087999999998E-2</c:v>
                </c:pt>
                <c:pt idx="5072">
                  <c:v>3.8856065000000002E-2</c:v>
                </c:pt>
                <c:pt idx="5073">
                  <c:v>3.8869935000000001E-2</c:v>
                </c:pt>
                <c:pt idx="5074">
                  <c:v>3.9169450000000001E-2</c:v>
                </c:pt>
                <c:pt idx="5075">
                  <c:v>3.828136E-2</c:v>
                </c:pt>
                <c:pt idx="5076">
                  <c:v>3.8256784000000002E-2</c:v>
                </c:pt>
                <c:pt idx="5077">
                  <c:v>3.8374022000000001E-2</c:v>
                </c:pt>
                <c:pt idx="5078">
                  <c:v>3.8232659000000002E-2</c:v>
                </c:pt>
                <c:pt idx="5079">
                  <c:v>3.8021497000000001E-2</c:v>
                </c:pt>
                <c:pt idx="5080">
                  <c:v>3.790781E-2</c:v>
                </c:pt>
                <c:pt idx="5081">
                  <c:v>3.8165501999999997E-2</c:v>
                </c:pt>
                <c:pt idx="5082">
                  <c:v>3.8175292E-2</c:v>
                </c:pt>
                <c:pt idx="5083">
                  <c:v>3.8395492999999996E-2</c:v>
                </c:pt>
                <c:pt idx="5084">
                  <c:v>3.8623747999999999E-2</c:v>
                </c:pt>
                <c:pt idx="5085">
                  <c:v>3.8200706000000001E-2</c:v>
                </c:pt>
                <c:pt idx="5086">
                  <c:v>3.7969006999999999E-2</c:v>
                </c:pt>
                <c:pt idx="5087">
                  <c:v>3.7773732000000004E-2</c:v>
                </c:pt>
                <c:pt idx="5088">
                  <c:v>3.7773732000000004E-2</c:v>
                </c:pt>
                <c:pt idx="5089">
                  <c:v>3.7359785E-2</c:v>
                </c:pt>
                <c:pt idx="5090">
                  <c:v>3.7425327000000001E-2</c:v>
                </c:pt>
                <c:pt idx="5091">
                  <c:v>3.7383974E-2</c:v>
                </c:pt>
                <c:pt idx="5092">
                  <c:v>3.7564571999999997E-2</c:v>
                </c:pt>
                <c:pt idx="5093">
                  <c:v>3.7271998000000001E-2</c:v>
                </c:pt>
                <c:pt idx="5094">
                  <c:v>3.7324216E-2</c:v>
                </c:pt>
                <c:pt idx="5095">
                  <c:v>3.7405684000000002E-2</c:v>
                </c:pt>
                <c:pt idx="5096">
                  <c:v>3.7116117000000004E-2</c:v>
                </c:pt>
                <c:pt idx="5097">
                  <c:v>3.7170581000000001E-2</c:v>
                </c:pt>
                <c:pt idx="5098">
                  <c:v>3.6929890999999999E-2</c:v>
                </c:pt>
                <c:pt idx="5099">
                  <c:v>3.6689068999999998E-2</c:v>
                </c:pt>
                <c:pt idx="5100">
                  <c:v>3.6159219999999999E-2</c:v>
                </c:pt>
                <c:pt idx="5101">
                  <c:v>3.5784851999999999E-2</c:v>
                </c:pt>
                <c:pt idx="5102">
                  <c:v>3.5598144999999998E-2</c:v>
                </c:pt>
                <c:pt idx="5103">
                  <c:v>3.5709167E-2</c:v>
                </c:pt>
                <c:pt idx="5104">
                  <c:v>3.5423690000000001E-2</c:v>
                </c:pt>
                <c:pt idx="5105">
                  <c:v>3.5526743999999999E-2</c:v>
                </c:pt>
                <c:pt idx="5106">
                  <c:v>3.5351992999999998E-2</c:v>
                </c:pt>
                <c:pt idx="5107">
                  <c:v>3.5412783000000003E-2</c:v>
                </c:pt>
                <c:pt idx="5108">
                  <c:v>3.5247349999999997E-2</c:v>
                </c:pt>
                <c:pt idx="5109">
                  <c:v>3.4943318000000001E-2</c:v>
                </c:pt>
                <c:pt idx="5110">
                  <c:v>3.4821951999999996E-2</c:v>
                </c:pt>
                <c:pt idx="5111">
                  <c:v>3.4358543999999998E-2</c:v>
                </c:pt>
                <c:pt idx="5112">
                  <c:v>3.4058538999999999E-2</c:v>
                </c:pt>
                <c:pt idx="5113">
                  <c:v>3.3786592999999997E-2</c:v>
                </c:pt>
                <c:pt idx="5114">
                  <c:v>3.3654563999999998E-2</c:v>
                </c:pt>
                <c:pt idx="5115">
                  <c:v>3.3043573E-2</c:v>
                </c:pt>
                <c:pt idx="5116">
                  <c:v>3.3049994999999999E-2</c:v>
                </c:pt>
                <c:pt idx="5117">
                  <c:v>3.2783394E-2</c:v>
                </c:pt>
                <c:pt idx="5118">
                  <c:v>3.3156299E-2</c:v>
                </c:pt>
                <c:pt idx="5119">
                  <c:v>3.3337256000000003E-2</c:v>
                </c:pt>
                <c:pt idx="5120">
                  <c:v>3.3505748000000002E-2</c:v>
                </c:pt>
                <c:pt idx="5121">
                  <c:v>3.3403347E-2</c:v>
                </c:pt>
                <c:pt idx="5122">
                  <c:v>3.3572144999999998E-2</c:v>
                </c:pt>
                <c:pt idx="5123">
                  <c:v>3.3524268999999995E-2</c:v>
                </c:pt>
                <c:pt idx="5124">
                  <c:v>3.3348926000000001E-2</c:v>
                </c:pt>
                <c:pt idx="5125">
                  <c:v>3.3148444999999999E-2</c:v>
                </c:pt>
                <c:pt idx="5126">
                  <c:v>3.3280552999999997E-2</c:v>
                </c:pt>
                <c:pt idx="5127">
                  <c:v>3.2910683999999996E-2</c:v>
                </c:pt>
                <c:pt idx="5128">
                  <c:v>3.3110051000000001E-2</c:v>
                </c:pt>
                <c:pt idx="5129">
                  <c:v>3.2798752E-2</c:v>
                </c:pt>
                <c:pt idx="5130">
                  <c:v>3.2737332000000001E-2</c:v>
                </c:pt>
                <c:pt idx="5131">
                  <c:v>3.2453919999999997E-2</c:v>
                </c:pt>
                <c:pt idx="5132">
                  <c:v>3.2481382000000003E-2</c:v>
                </c:pt>
                <c:pt idx="5133">
                  <c:v>3.2125832E-2</c:v>
                </c:pt>
                <c:pt idx="5134">
                  <c:v>3.2125832E-2</c:v>
                </c:pt>
                <c:pt idx="5135">
                  <c:v>3.2443207000000002E-2</c:v>
                </c:pt>
                <c:pt idx="5136">
                  <c:v>3.2423262000000001E-2</c:v>
                </c:pt>
                <c:pt idx="5137">
                  <c:v>3.2542153999999997E-2</c:v>
                </c:pt>
                <c:pt idx="5138">
                  <c:v>3.2634528000000003E-2</c:v>
                </c:pt>
                <c:pt idx="5139">
                  <c:v>3.2627883000000003E-2</c:v>
                </c:pt>
                <c:pt idx="5140">
                  <c:v>3.2562066000000001E-2</c:v>
                </c:pt>
                <c:pt idx="5141">
                  <c:v>3.2673436E-2</c:v>
                </c:pt>
                <c:pt idx="5142">
                  <c:v>3.2755345999999998E-2</c:v>
                </c:pt>
                <c:pt idx="5143">
                  <c:v>3.2799251000000001E-2</c:v>
                </c:pt>
                <c:pt idx="5144">
                  <c:v>3.3380928999999997E-2</c:v>
                </c:pt>
                <c:pt idx="5145">
                  <c:v>3.3648446999999998E-2</c:v>
                </c:pt>
                <c:pt idx="5146">
                  <c:v>3.3917742000000001E-2</c:v>
                </c:pt>
                <c:pt idx="5147">
                  <c:v>3.4421945000000002E-2</c:v>
                </c:pt>
                <c:pt idx="5148">
                  <c:v>3.4711230000000003E-2</c:v>
                </c:pt>
                <c:pt idx="5149">
                  <c:v>3.4653615999999998E-2</c:v>
                </c:pt>
                <c:pt idx="5150">
                  <c:v>3.4618464000000002E-2</c:v>
                </c:pt>
                <c:pt idx="5151">
                  <c:v>3.4454930000000002E-2</c:v>
                </c:pt>
                <c:pt idx="5152">
                  <c:v>3.4344318999999998E-2</c:v>
                </c:pt>
                <c:pt idx="5153">
                  <c:v>3.4222469999999998E-2</c:v>
                </c:pt>
                <c:pt idx="5154">
                  <c:v>3.3661279000000002E-2</c:v>
                </c:pt>
                <c:pt idx="5155">
                  <c:v>3.3521242E-2</c:v>
                </c:pt>
                <c:pt idx="5156">
                  <c:v>3.3099218999999999E-2</c:v>
                </c:pt>
                <c:pt idx="5157">
                  <c:v>3.2862950000000002E-2</c:v>
                </c:pt>
                <c:pt idx="5158">
                  <c:v>3.2496626000000001E-2</c:v>
                </c:pt>
                <c:pt idx="5159">
                  <c:v>3.2496626000000001E-2</c:v>
                </c:pt>
                <c:pt idx="5160">
                  <c:v>3.2518457000000001E-2</c:v>
                </c:pt>
                <c:pt idx="5161">
                  <c:v>3.2546670999999999E-2</c:v>
                </c:pt>
                <c:pt idx="5162">
                  <c:v>3.2765280000000001E-2</c:v>
                </c:pt>
                <c:pt idx="5163">
                  <c:v>3.2599430999999998E-2</c:v>
                </c:pt>
                <c:pt idx="5164">
                  <c:v>3.2512788000000001E-2</c:v>
                </c:pt>
                <c:pt idx="5165">
                  <c:v>3.2367409999999999E-2</c:v>
                </c:pt>
                <c:pt idx="5166">
                  <c:v>3.2357116000000005E-2</c:v>
                </c:pt>
                <c:pt idx="5167">
                  <c:v>3.2185786000000001E-2</c:v>
                </c:pt>
                <c:pt idx="5168">
                  <c:v>3.2299174999999999E-2</c:v>
                </c:pt>
                <c:pt idx="5169">
                  <c:v>3.2624813999999995E-2</c:v>
                </c:pt>
                <c:pt idx="5170">
                  <c:v>3.2859223E-2</c:v>
                </c:pt>
                <c:pt idx="5171">
                  <c:v>3.3125558999999999E-2</c:v>
                </c:pt>
                <c:pt idx="5172">
                  <c:v>3.3037580000000004E-2</c:v>
                </c:pt>
                <c:pt idx="5173">
                  <c:v>3.2630432000000001E-2</c:v>
                </c:pt>
                <c:pt idx="5174">
                  <c:v>3.2903120000000001E-2</c:v>
                </c:pt>
                <c:pt idx="5175">
                  <c:v>3.2444014E-2</c:v>
                </c:pt>
                <c:pt idx="5176">
                  <c:v>3.2506333999999998E-2</c:v>
                </c:pt>
                <c:pt idx="5177">
                  <c:v>3.1578094000000001E-2</c:v>
                </c:pt>
                <c:pt idx="5178">
                  <c:v>3.1348933000000002E-2</c:v>
                </c:pt>
                <c:pt idx="5179">
                  <c:v>2.9825474000000001E-2</c:v>
                </c:pt>
                <c:pt idx="5180">
                  <c:v>2.9743399E-2</c:v>
                </c:pt>
                <c:pt idx="5181">
                  <c:v>2.9743399E-2</c:v>
                </c:pt>
                <c:pt idx="5182">
                  <c:v>2.9867086000000001E-2</c:v>
                </c:pt>
                <c:pt idx="5183">
                  <c:v>2.9669430999999996E-2</c:v>
                </c:pt>
                <c:pt idx="5184">
                  <c:v>2.9410129E-2</c:v>
                </c:pt>
                <c:pt idx="5185">
                  <c:v>2.9544756000000002E-2</c:v>
                </c:pt>
                <c:pt idx="5186">
                  <c:v>2.9184539000000002E-2</c:v>
                </c:pt>
                <c:pt idx="5187">
                  <c:v>2.9217223E-2</c:v>
                </c:pt>
                <c:pt idx="5188">
                  <c:v>2.9189427E-2</c:v>
                </c:pt>
                <c:pt idx="5189">
                  <c:v>2.8984455000000003E-2</c:v>
                </c:pt>
                <c:pt idx="5190">
                  <c:v>2.8672041999999998E-2</c:v>
                </c:pt>
                <c:pt idx="5191">
                  <c:v>2.8599599999999999E-2</c:v>
                </c:pt>
                <c:pt idx="5192">
                  <c:v>2.8599599999999999E-2</c:v>
                </c:pt>
                <c:pt idx="5193">
                  <c:v>2.8730335000000003E-2</c:v>
                </c:pt>
                <c:pt idx="5194">
                  <c:v>2.8300374E-2</c:v>
                </c:pt>
                <c:pt idx="5195">
                  <c:v>2.7516057999999999E-2</c:v>
                </c:pt>
                <c:pt idx="5196">
                  <c:v>2.7351312000000003E-2</c:v>
                </c:pt>
                <c:pt idx="5197">
                  <c:v>2.7306794999999998E-2</c:v>
                </c:pt>
                <c:pt idx="5198">
                  <c:v>2.687382E-2</c:v>
                </c:pt>
                <c:pt idx="5199">
                  <c:v>2.6917624999999997E-2</c:v>
                </c:pt>
                <c:pt idx="5200">
                  <c:v>2.6844623000000001E-2</c:v>
                </c:pt>
                <c:pt idx="5201">
                  <c:v>2.6503597000000004E-2</c:v>
                </c:pt>
                <c:pt idx="5202">
                  <c:v>2.6710374999999998E-2</c:v>
                </c:pt>
                <c:pt idx="5203">
                  <c:v>2.6732723E-2</c:v>
                </c:pt>
                <c:pt idx="5204">
                  <c:v>2.6552274000000001E-2</c:v>
                </c:pt>
                <c:pt idx="5205">
                  <c:v>2.6312355999999999E-2</c:v>
                </c:pt>
                <c:pt idx="5206">
                  <c:v>2.6187679000000002E-2</c:v>
                </c:pt>
                <c:pt idx="5207">
                  <c:v>2.5920330999999998E-2</c:v>
                </c:pt>
                <c:pt idx="5208">
                  <c:v>2.5838555000000003E-2</c:v>
                </c:pt>
                <c:pt idx="5209">
                  <c:v>2.5944441999999998E-2</c:v>
                </c:pt>
                <c:pt idx="5210">
                  <c:v>2.6139839999999998E-2</c:v>
                </c:pt>
                <c:pt idx="5211">
                  <c:v>2.5955273000000001E-2</c:v>
                </c:pt>
                <c:pt idx="5212">
                  <c:v>2.6096548000000001E-2</c:v>
                </c:pt>
                <c:pt idx="5213">
                  <c:v>2.6096548000000001E-2</c:v>
                </c:pt>
                <c:pt idx="5214">
                  <c:v>2.5983375E-2</c:v>
                </c:pt>
                <c:pt idx="5215">
                  <c:v>2.5849770000000001E-2</c:v>
                </c:pt>
                <c:pt idx="5216">
                  <c:v>2.5820808000000001E-2</c:v>
                </c:pt>
                <c:pt idx="5217">
                  <c:v>2.5722097999999999E-2</c:v>
                </c:pt>
                <c:pt idx="5218">
                  <c:v>2.5722097999999999E-2</c:v>
                </c:pt>
                <c:pt idx="5219">
                  <c:v>2.5535739000000002E-2</c:v>
                </c:pt>
                <c:pt idx="5220">
                  <c:v>2.5392044000000003E-2</c:v>
                </c:pt>
                <c:pt idx="5221">
                  <c:v>2.5199412000000001E-2</c:v>
                </c:pt>
                <c:pt idx="5222">
                  <c:v>2.5189233999999998E-2</c:v>
                </c:pt>
                <c:pt idx="5223">
                  <c:v>2.5150527999999998E-2</c:v>
                </c:pt>
                <c:pt idx="5224">
                  <c:v>2.5314736000000001E-2</c:v>
                </c:pt>
                <c:pt idx="5225">
                  <c:v>2.5657679999999999E-2</c:v>
                </c:pt>
                <c:pt idx="5226">
                  <c:v>2.5787619000000001E-2</c:v>
                </c:pt>
                <c:pt idx="5227">
                  <c:v>2.5361181999999999E-2</c:v>
                </c:pt>
                <c:pt idx="5228">
                  <c:v>2.5535485E-2</c:v>
                </c:pt>
                <c:pt idx="5229">
                  <c:v>2.5535485E-2</c:v>
                </c:pt>
                <c:pt idx="5230">
                  <c:v>2.5531191000000002E-2</c:v>
                </c:pt>
                <c:pt idx="5231">
                  <c:v>2.5416207E-2</c:v>
                </c:pt>
                <c:pt idx="5232">
                  <c:v>2.5201155999999999E-2</c:v>
                </c:pt>
                <c:pt idx="5233">
                  <c:v>2.5411638E-2</c:v>
                </c:pt>
                <c:pt idx="5234">
                  <c:v>2.5523233999999999E-2</c:v>
                </c:pt>
                <c:pt idx="5235">
                  <c:v>2.5409306E-2</c:v>
                </c:pt>
                <c:pt idx="5236">
                  <c:v>2.5485095000000003E-2</c:v>
                </c:pt>
                <c:pt idx="5237">
                  <c:v>2.5424464000000001E-2</c:v>
                </c:pt>
                <c:pt idx="5238">
                  <c:v>2.5540522000000003E-2</c:v>
                </c:pt>
                <c:pt idx="5239">
                  <c:v>2.5596615E-2</c:v>
                </c:pt>
                <c:pt idx="5240">
                  <c:v>2.5262542999999998E-2</c:v>
                </c:pt>
                <c:pt idx="5241">
                  <c:v>2.4947874999999998E-2</c:v>
                </c:pt>
                <c:pt idx="5242">
                  <c:v>2.4863257E-2</c:v>
                </c:pt>
                <c:pt idx="5243">
                  <c:v>2.4537895000000001E-2</c:v>
                </c:pt>
                <c:pt idx="5244">
                  <c:v>2.4479149000000002E-2</c:v>
                </c:pt>
                <c:pt idx="5245">
                  <c:v>2.436499E-2</c:v>
                </c:pt>
                <c:pt idx="5246">
                  <c:v>2.4436488999999999E-2</c:v>
                </c:pt>
                <c:pt idx="5247">
                  <c:v>2.4254069E-2</c:v>
                </c:pt>
                <c:pt idx="5248">
                  <c:v>2.4082103000000001E-2</c:v>
                </c:pt>
                <c:pt idx="5249">
                  <c:v>2.4082103000000001E-2</c:v>
                </c:pt>
                <c:pt idx="5250">
                  <c:v>2.3696368000000002E-2</c:v>
                </c:pt>
                <c:pt idx="5251">
                  <c:v>2.3826683000000001E-2</c:v>
                </c:pt>
                <c:pt idx="5252">
                  <c:v>2.3679604999999999E-2</c:v>
                </c:pt>
                <c:pt idx="5253">
                  <c:v>2.3437060999999999E-2</c:v>
                </c:pt>
                <c:pt idx="5254">
                  <c:v>2.3679853000000001E-2</c:v>
                </c:pt>
                <c:pt idx="5255">
                  <c:v>2.3718658E-2</c:v>
                </c:pt>
                <c:pt idx="5256">
                  <c:v>2.3608567E-2</c:v>
                </c:pt>
                <c:pt idx="5257">
                  <c:v>2.2983006E-2</c:v>
                </c:pt>
                <c:pt idx="5258">
                  <c:v>2.3807047000000001E-2</c:v>
                </c:pt>
                <c:pt idx="5259">
                  <c:v>2.3878304E-2</c:v>
                </c:pt>
                <c:pt idx="5260">
                  <c:v>2.4083815999999997E-2</c:v>
                </c:pt>
                <c:pt idx="5261">
                  <c:v>2.3867293000000001E-2</c:v>
                </c:pt>
                <c:pt idx="5262">
                  <c:v>2.3614107000000002E-2</c:v>
                </c:pt>
                <c:pt idx="5263">
                  <c:v>2.4172905000000001E-2</c:v>
                </c:pt>
                <c:pt idx="5264">
                  <c:v>2.4722640000000001E-2</c:v>
                </c:pt>
                <c:pt idx="5265">
                  <c:v>2.5196428E-2</c:v>
                </c:pt>
                <c:pt idx="5266">
                  <c:v>2.5365304000000002E-2</c:v>
                </c:pt>
                <c:pt idx="5267">
                  <c:v>2.4792712000000001E-2</c:v>
                </c:pt>
                <c:pt idx="5268">
                  <c:v>2.4551864E-2</c:v>
                </c:pt>
                <c:pt idx="5269">
                  <c:v>2.4627046000000003E-2</c:v>
                </c:pt>
                <c:pt idx="5270">
                  <c:v>2.4411234E-2</c:v>
                </c:pt>
                <c:pt idx="5271">
                  <c:v>2.4700178E-2</c:v>
                </c:pt>
                <c:pt idx="5272">
                  <c:v>2.4255514999999998E-2</c:v>
                </c:pt>
                <c:pt idx="5273">
                  <c:v>2.4093345999999998E-2</c:v>
                </c:pt>
                <c:pt idx="5274">
                  <c:v>2.4609756999999999E-2</c:v>
                </c:pt>
                <c:pt idx="5275">
                  <c:v>2.4686324999999999E-2</c:v>
                </c:pt>
                <c:pt idx="5276">
                  <c:v>2.484227E-2</c:v>
                </c:pt>
                <c:pt idx="5277">
                  <c:v>2.4757610999999999E-2</c:v>
                </c:pt>
                <c:pt idx="5278">
                  <c:v>2.4643287E-2</c:v>
                </c:pt>
                <c:pt idx="5279">
                  <c:v>2.4346916E-2</c:v>
                </c:pt>
                <c:pt idx="5280">
                  <c:v>2.4644568000000002E-2</c:v>
                </c:pt>
                <c:pt idx="5281">
                  <c:v>2.4502860000000001E-2</c:v>
                </c:pt>
                <c:pt idx="5282">
                  <c:v>2.4630162000000001E-2</c:v>
                </c:pt>
                <c:pt idx="5283">
                  <c:v>2.4630162000000001E-2</c:v>
                </c:pt>
                <c:pt idx="5284">
                  <c:v>2.4402E-2</c:v>
                </c:pt>
                <c:pt idx="5285">
                  <c:v>2.4676491999999998E-2</c:v>
                </c:pt>
                <c:pt idx="5286">
                  <c:v>2.4540900000000001E-2</c:v>
                </c:pt>
                <c:pt idx="5287">
                  <c:v>2.4686092E-2</c:v>
                </c:pt>
                <c:pt idx="5288">
                  <c:v>2.4578808000000001E-2</c:v>
                </c:pt>
                <c:pt idx="5289">
                  <c:v>2.4482678000000001E-2</c:v>
                </c:pt>
                <c:pt idx="5290">
                  <c:v>2.4939232999999998E-2</c:v>
                </c:pt>
                <c:pt idx="5291">
                  <c:v>2.4736602E-2</c:v>
                </c:pt>
                <c:pt idx="5292">
                  <c:v>2.5093287000000002E-2</c:v>
                </c:pt>
                <c:pt idx="5293">
                  <c:v>2.4628721999999999E-2</c:v>
                </c:pt>
                <c:pt idx="5294">
                  <c:v>2.4399112000000001E-2</c:v>
                </c:pt>
                <c:pt idx="5295">
                  <c:v>2.4800495000000002E-2</c:v>
                </c:pt>
                <c:pt idx="5296">
                  <c:v>2.4824769E-2</c:v>
                </c:pt>
                <c:pt idx="5297">
                  <c:v>2.4896619000000002E-2</c:v>
                </c:pt>
                <c:pt idx="5298">
                  <c:v>2.4665313000000001E-2</c:v>
                </c:pt>
                <c:pt idx="5299">
                  <c:v>2.4717191999999999E-2</c:v>
                </c:pt>
                <c:pt idx="5300">
                  <c:v>2.4419929999999999E-2</c:v>
                </c:pt>
                <c:pt idx="5301">
                  <c:v>2.4590411E-2</c:v>
                </c:pt>
                <c:pt idx="5302">
                  <c:v>2.4279383999999998E-2</c:v>
                </c:pt>
                <c:pt idx="5303">
                  <c:v>2.394889E-2</c:v>
                </c:pt>
                <c:pt idx="5304">
                  <c:v>2.4080598000000002E-2</c:v>
                </c:pt>
                <c:pt idx="5305">
                  <c:v>2.4088651999999999E-2</c:v>
                </c:pt>
                <c:pt idx="5306">
                  <c:v>2.4247623999999999E-2</c:v>
                </c:pt>
                <c:pt idx="5307">
                  <c:v>2.4059542999999999E-2</c:v>
                </c:pt>
                <c:pt idx="5308">
                  <c:v>2.3865262999999998E-2</c:v>
                </c:pt>
                <c:pt idx="5309">
                  <c:v>2.3661475999999997E-2</c:v>
                </c:pt>
                <c:pt idx="5310">
                  <c:v>2.3630891000000001E-2</c:v>
                </c:pt>
                <c:pt idx="5311">
                  <c:v>2.3339101000000001E-2</c:v>
                </c:pt>
                <c:pt idx="5312">
                  <c:v>2.3668303000000002E-2</c:v>
                </c:pt>
                <c:pt idx="5313">
                  <c:v>2.3707974E-2</c:v>
                </c:pt>
                <c:pt idx="5314">
                  <c:v>2.3638262E-2</c:v>
                </c:pt>
                <c:pt idx="5315">
                  <c:v>2.3606066000000002E-2</c:v>
                </c:pt>
                <c:pt idx="5316">
                  <c:v>2.3351759999999999E-2</c:v>
                </c:pt>
                <c:pt idx="5317">
                  <c:v>2.3753053E-2</c:v>
                </c:pt>
                <c:pt idx="5318">
                  <c:v>2.3649963999999999E-2</c:v>
                </c:pt>
                <c:pt idx="5319">
                  <c:v>2.3762901999999999E-2</c:v>
                </c:pt>
                <c:pt idx="5320">
                  <c:v>2.3885086999999999E-2</c:v>
                </c:pt>
                <c:pt idx="5321">
                  <c:v>2.3784857999999999E-2</c:v>
                </c:pt>
                <c:pt idx="5322">
                  <c:v>2.3636244000000001E-2</c:v>
                </c:pt>
                <c:pt idx="5323">
                  <c:v>2.3887604999999999E-2</c:v>
                </c:pt>
                <c:pt idx="5324">
                  <c:v>2.3887604999999999E-2</c:v>
                </c:pt>
                <c:pt idx="5325">
                  <c:v>2.3799554000000001E-2</c:v>
                </c:pt>
                <c:pt idx="5326">
                  <c:v>2.3786665999999998E-2</c:v>
                </c:pt>
                <c:pt idx="5327">
                  <c:v>2.3602876000000002E-2</c:v>
                </c:pt>
                <c:pt idx="5328">
                  <c:v>2.3936345000000001E-2</c:v>
                </c:pt>
                <c:pt idx="5329">
                  <c:v>2.3859807E-2</c:v>
                </c:pt>
                <c:pt idx="5330">
                  <c:v>2.3900604999999998E-2</c:v>
                </c:pt>
                <c:pt idx="5331">
                  <c:v>2.3858742000000002E-2</c:v>
                </c:pt>
                <c:pt idx="5332">
                  <c:v>2.3921812000000001E-2</c:v>
                </c:pt>
                <c:pt idx="5333">
                  <c:v>2.3644750999999999E-2</c:v>
                </c:pt>
                <c:pt idx="5334">
                  <c:v>2.3451183E-2</c:v>
                </c:pt>
                <c:pt idx="5335">
                  <c:v>2.3489411999999998E-2</c:v>
                </c:pt>
                <c:pt idx="5336">
                  <c:v>2.3096058999999999E-2</c:v>
                </c:pt>
                <c:pt idx="5337">
                  <c:v>2.3327586000000001E-2</c:v>
                </c:pt>
                <c:pt idx="5338">
                  <c:v>2.3357961999999999E-2</c:v>
                </c:pt>
                <c:pt idx="5339">
                  <c:v>2.3233336E-2</c:v>
                </c:pt>
                <c:pt idx="5340">
                  <c:v>2.3408861E-2</c:v>
                </c:pt>
                <c:pt idx="5341">
                  <c:v>2.3209495E-2</c:v>
                </c:pt>
                <c:pt idx="5342">
                  <c:v>2.3240750000000001E-2</c:v>
                </c:pt>
                <c:pt idx="5343">
                  <c:v>2.3017493999999999E-2</c:v>
                </c:pt>
                <c:pt idx="5344">
                  <c:v>2.3218951999999998E-2</c:v>
                </c:pt>
                <c:pt idx="5345">
                  <c:v>2.3272522E-2</c:v>
                </c:pt>
                <c:pt idx="5346">
                  <c:v>2.3639384999999999E-2</c:v>
                </c:pt>
                <c:pt idx="5347">
                  <c:v>2.3481348999999999E-2</c:v>
                </c:pt>
                <c:pt idx="5348">
                  <c:v>2.3807624000000003E-2</c:v>
                </c:pt>
                <c:pt idx="5349">
                  <c:v>2.3807624000000003E-2</c:v>
                </c:pt>
                <c:pt idx="5350">
                  <c:v>2.4105315999999998E-2</c:v>
                </c:pt>
                <c:pt idx="5351">
                  <c:v>2.4270894000000001E-2</c:v>
                </c:pt>
                <c:pt idx="5352">
                  <c:v>2.4531252E-2</c:v>
                </c:pt>
                <c:pt idx="5353">
                  <c:v>2.4212361999999998E-2</c:v>
                </c:pt>
                <c:pt idx="5354">
                  <c:v>2.4138097000000001E-2</c:v>
                </c:pt>
                <c:pt idx="5355">
                  <c:v>2.3830617000000002E-2</c:v>
                </c:pt>
                <c:pt idx="5356">
                  <c:v>2.4162496999999998E-2</c:v>
                </c:pt>
                <c:pt idx="5357">
                  <c:v>2.4287388E-2</c:v>
                </c:pt>
                <c:pt idx="5358">
                  <c:v>2.4190062000000002E-2</c:v>
                </c:pt>
                <c:pt idx="5359">
                  <c:v>2.4905462999999999E-2</c:v>
                </c:pt>
                <c:pt idx="5360">
                  <c:v>2.4910371000000001E-2</c:v>
                </c:pt>
                <c:pt idx="5361">
                  <c:v>2.4574036E-2</c:v>
                </c:pt>
                <c:pt idx="5362">
                  <c:v>2.4729864000000001E-2</c:v>
                </c:pt>
                <c:pt idx="5363">
                  <c:v>2.4627427E-2</c:v>
                </c:pt>
                <c:pt idx="5364">
                  <c:v>2.4688390999999997E-2</c:v>
                </c:pt>
                <c:pt idx="5365">
                  <c:v>2.5108544E-2</c:v>
                </c:pt>
                <c:pt idx="5366">
                  <c:v>2.5093565000000002E-2</c:v>
                </c:pt>
                <c:pt idx="5367">
                  <c:v>2.5091149E-2</c:v>
                </c:pt>
                <c:pt idx="5368">
                  <c:v>2.5384482999999999E-2</c:v>
                </c:pt>
                <c:pt idx="5369">
                  <c:v>2.5633078E-2</c:v>
                </c:pt>
                <c:pt idx="5370">
                  <c:v>2.5597852000000001E-2</c:v>
                </c:pt>
                <c:pt idx="5371">
                  <c:v>2.550403E-2</c:v>
                </c:pt>
                <c:pt idx="5372">
                  <c:v>2.5233393E-2</c:v>
                </c:pt>
                <c:pt idx="5373">
                  <c:v>2.4910036999999999E-2</c:v>
                </c:pt>
                <c:pt idx="5374">
                  <c:v>2.4778756999999998E-2</c:v>
                </c:pt>
                <c:pt idx="5375">
                  <c:v>2.4575459000000001E-2</c:v>
                </c:pt>
                <c:pt idx="5376">
                  <c:v>2.4586393000000002E-2</c:v>
                </c:pt>
                <c:pt idx="5377">
                  <c:v>2.4441354000000002E-2</c:v>
                </c:pt>
                <c:pt idx="5378">
                  <c:v>2.4682462000000002E-2</c:v>
                </c:pt>
                <c:pt idx="5379">
                  <c:v>2.4782077E-2</c:v>
                </c:pt>
                <c:pt idx="5380">
                  <c:v>2.4669492000000001E-2</c:v>
                </c:pt>
                <c:pt idx="5381">
                  <c:v>2.4630367E-2</c:v>
                </c:pt>
                <c:pt idx="5382">
                  <c:v>2.4710470000000002E-2</c:v>
                </c:pt>
                <c:pt idx="5383">
                  <c:v>2.4646299999999999E-2</c:v>
                </c:pt>
                <c:pt idx="5384">
                  <c:v>2.4728773000000003E-2</c:v>
                </c:pt>
                <c:pt idx="5385">
                  <c:v>2.4419517999999998E-2</c:v>
                </c:pt>
                <c:pt idx="5386">
                  <c:v>2.4150172000000001E-2</c:v>
                </c:pt>
                <c:pt idx="5387">
                  <c:v>2.4135692E-2</c:v>
                </c:pt>
                <c:pt idx="5388">
                  <c:v>2.4280278999999998E-2</c:v>
                </c:pt>
                <c:pt idx="5389">
                  <c:v>2.4351359E-2</c:v>
                </c:pt>
                <c:pt idx="5390">
                  <c:v>2.4134362999999999E-2</c:v>
                </c:pt>
                <c:pt idx="5391">
                  <c:v>2.4029249999999999E-2</c:v>
                </c:pt>
                <c:pt idx="5392">
                  <c:v>2.4013273000000002E-2</c:v>
                </c:pt>
                <c:pt idx="5393">
                  <c:v>2.3899369E-2</c:v>
                </c:pt>
                <c:pt idx="5394">
                  <c:v>2.3899369E-2</c:v>
                </c:pt>
                <c:pt idx="5395">
                  <c:v>2.3634513999999999E-2</c:v>
                </c:pt>
                <c:pt idx="5396">
                  <c:v>2.3690517000000001E-2</c:v>
                </c:pt>
                <c:pt idx="5397">
                  <c:v>2.3789571000000002E-2</c:v>
                </c:pt>
                <c:pt idx="5398">
                  <c:v>2.3603659999999999E-2</c:v>
                </c:pt>
                <c:pt idx="5399">
                  <c:v>2.3604003000000002E-2</c:v>
                </c:pt>
                <c:pt idx="5400">
                  <c:v>2.3863180000000001E-2</c:v>
                </c:pt>
                <c:pt idx="5401">
                  <c:v>2.4016121999999997E-2</c:v>
                </c:pt>
                <c:pt idx="5402">
                  <c:v>2.4006246999999998E-2</c:v>
                </c:pt>
                <c:pt idx="5403">
                  <c:v>2.3947436999999999E-2</c:v>
                </c:pt>
                <c:pt idx="5404">
                  <c:v>2.4719441000000002E-2</c:v>
                </c:pt>
                <c:pt idx="5405">
                  <c:v>2.4622071999999998E-2</c:v>
                </c:pt>
                <c:pt idx="5406">
                  <c:v>2.4537567E-2</c:v>
                </c:pt>
                <c:pt idx="5407">
                  <c:v>2.401793E-2</c:v>
                </c:pt>
                <c:pt idx="5408">
                  <c:v>2.403568E-2</c:v>
                </c:pt>
                <c:pt idx="5409">
                  <c:v>2.4181896000000001E-2</c:v>
                </c:pt>
                <c:pt idx="5410">
                  <c:v>2.4205983E-2</c:v>
                </c:pt>
                <c:pt idx="5411">
                  <c:v>2.4319964999999999E-2</c:v>
                </c:pt>
                <c:pt idx="5412">
                  <c:v>2.4450918999999998E-2</c:v>
                </c:pt>
                <c:pt idx="5413">
                  <c:v>2.4845903999999999E-2</c:v>
                </c:pt>
                <c:pt idx="5414">
                  <c:v>2.4774380999999998E-2</c:v>
                </c:pt>
                <c:pt idx="5415">
                  <c:v>2.4805685000000001E-2</c:v>
                </c:pt>
                <c:pt idx="5416">
                  <c:v>2.5205559999999998E-2</c:v>
                </c:pt>
                <c:pt idx="5417">
                  <c:v>2.4849413000000001E-2</c:v>
                </c:pt>
                <c:pt idx="5418">
                  <c:v>2.4918483000000002E-2</c:v>
                </c:pt>
                <c:pt idx="5419">
                  <c:v>2.4918483000000002E-2</c:v>
                </c:pt>
                <c:pt idx="5420">
                  <c:v>2.5515302E-2</c:v>
                </c:pt>
                <c:pt idx="5421">
                  <c:v>2.5346942000000001E-2</c:v>
                </c:pt>
                <c:pt idx="5422">
                  <c:v>2.5516144000000001E-2</c:v>
                </c:pt>
                <c:pt idx="5423">
                  <c:v>2.4945991000000001E-2</c:v>
                </c:pt>
                <c:pt idx="5424">
                  <c:v>2.4810704999999999E-2</c:v>
                </c:pt>
                <c:pt idx="5425">
                  <c:v>2.4402897999999999E-2</c:v>
                </c:pt>
                <c:pt idx="5426">
                  <c:v>2.4488450000000002E-2</c:v>
                </c:pt>
                <c:pt idx="5427">
                  <c:v>2.4407719000000001E-2</c:v>
                </c:pt>
                <c:pt idx="5428">
                  <c:v>2.4669789000000001E-2</c:v>
                </c:pt>
                <c:pt idx="5429">
                  <c:v>2.4831469999999998E-2</c:v>
                </c:pt>
                <c:pt idx="5430">
                  <c:v>2.4774995999999997E-2</c:v>
                </c:pt>
                <c:pt idx="5431">
                  <c:v>2.4947054E-2</c:v>
                </c:pt>
                <c:pt idx="5432">
                  <c:v>2.4808382E-2</c:v>
                </c:pt>
                <c:pt idx="5433">
                  <c:v>2.4883836999999999E-2</c:v>
                </c:pt>
                <c:pt idx="5434">
                  <c:v>2.4789680999999997E-2</c:v>
                </c:pt>
                <c:pt idx="5435">
                  <c:v>2.5120296E-2</c:v>
                </c:pt>
                <c:pt idx="5436">
                  <c:v>2.4764234999999999E-2</c:v>
                </c:pt>
                <c:pt idx="5437">
                  <c:v>2.5269726999999999E-2</c:v>
                </c:pt>
                <c:pt idx="5438">
                  <c:v>2.5651179000000003E-2</c:v>
                </c:pt>
                <c:pt idx="5439">
                  <c:v>2.4899460999999998E-2</c:v>
                </c:pt>
                <c:pt idx="5440">
                  <c:v>2.5374470999999999E-2</c:v>
                </c:pt>
                <c:pt idx="5441">
                  <c:v>2.4682524000000001E-2</c:v>
                </c:pt>
                <c:pt idx="5442">
                  <c:v>2.4682524000000001E-2</c:v>
                </c:pt>
                <c:pt idx="5443">
                  <c:v>2.4584957000000001E-2</c:v>
                </c:pt>
                <c:pt idx="5444">
                  <c:v>2.4367632E-2</c:v>
                </c:pt>
                <c:pt idx="5445">
                  <c:v>2.4440396999999999E-2</c:v>
                </c:pt>
                <c:pt idx="5446">
                  <c:v>2.4597347999999998E-2</c:v>
                </c:pt>
                <c:pt idx="5447">
                  <c:v>2.4707631000000001E-2</c:v>
                </c:pt>
                <c:pt idx="5448">
                  <c:v>2.4832980000000001E-2</c:v>
                </c:pt>
                <c:pt idx="5449">
                  <c:v>2.4369984000000001E-2</c:v>
                </c:pt>
                <c:pt idx="5450">
                  <c:v>2.4750535000000001E-2</c:v>
                </c:pt>
                <c:pt idx="5451">
                  <c:v>2.4914420999999999E-2</c:v>
                </c:pt>
                <c:pt idx="5452">
                  <c:v>2.4914420999999999E-2</c:v>
                </c:pt>
                <c:pt idx="5453">
                  <c:v>2.6509940999999999E-2</c:v>
                </c:pt>
                <c:pt idx="5454">
                  <c:v>2.6674515000000003E-2</c:v>
                </c:pt>
                <c:pt idx="5455">
                  <c:v>2.7161300999999999E-2</c:v>
                </c:pt>
                <c:pt idx="5456">
                  <c:v>2.7215408999999999E-2</c:v>
                </c:pt>
                <c:pt idx="5457">
                  <c:v>2.6881878000000001E-2</c:v>
                </c:pt>
                <c:pt idx="5458">
                  <c:v>2.730233E-2</c:v>
                </c:pt>
                <c:pt idx="5459">
                  <c:v>2.6633058000000001E-2</c:v>
                </c:pt>
                <c:pt idx="5460">
                  <c:v>2.6137688999999999E-2</c:v>
                </c:pt>
                <c:pt idx="5461">
                  <c:v>2.5805414000000002E-2</c:v>
                </c:pt>
                <c:pt idx="5462">
                  <c:v>2.5812331000000001E-2</c:v>
                </c:pt>
                <c:pt idx="5463">
                  <c:v>2.5770607999999997E-2</c:v>
                </c:pt>
                <c:pt idx="5464">
                  <c:v>2.6091834000000001E-2</c:v>
                </c:pt>
                <c:pt idx="5465">
                  <c:v>2.6019871E-2</c:v>
                </c:pt>
                <c:pt idx="5466">
                  <c:v>2.5836592999999998E-2</c:v>
                </c:pt>
                <c:pt idx="5467">
                  <c:v>2.6286630000000002E-2</c:v>
                </c:pt>
                <c:pt idx="5468">
                  <c:v>2.6385304000000002E-2</c:v>
                </c:pt>
                <c:pt idx="5469">
                  <c:v>2.6643768999999998E-2</c:v>
                </c:pt>
                <c:pt idx="5470">
                  <c:v>2.6277391000000001E-2</c:v>
                </c:pt>
                <c:pt idx="5471">
                  <c:v>2.6289705999999999E-2</c:v>
                </c:pt>
                <c:pt idx="5472">
                  <c:v>2.6010991000000001E-2</c:v>
                </c:pt>
                <c:pt idx="5473">
                  <c:v>2.6010991000000001E-2</c:v>
                </c:pt>
                <c:pt idx="5474">
                  <c:v>2.6020373999999999E-2</c:v>
                </c:pt>
                <c:pt idx="5475">
                  <c:v>2.5931290999999999E-2</c:v>
                </c:pt>
                <c:pt idx="5476">
                  <c:v>2.5569036999999999E-2</c:v>
                </c:pt>
                <c:pt idx="5477">
                  <c:v>2.5784451999999999E-2</c:v>
                </c:pt>
                <c:pt idx="5478">
                  <c:v>2.5565114E-2</c:v>
                </c:pt>
                <c:pt idx="5479">
                  <c:v>2.4900823999999998E-2</c:v>
                </c:pt>
                <c:pt idx="5480">
                  <c:v>2.4846454E-2</c:v>
                </c:pt>
                <c:pt idx="5481">
                  <c:v>2.4506128000000002E-2</c:v>
                </c:pt>
                <c:pt idx="5482">
                  <c:v>2.4811251999999999E-2</c:v>
                </c:pt>
                <c:pt idx="5483">
                  <c:v>2.4792310000000001E-2</c:v>
                </c:pt>
                <c:pt idx="5484">
                  <c:v>2.5013858999999999E-2</c:v>
                </c:pt>
                <c:pt idx="5485">
                  <c:v>2.5263015999999999E-2</c:v>
                </c:pt>
                <c:pt idx="5486">
                  <c:v>2.5246167999999999E-2</c:v>
                </c:pt>
                <c:pt idx="5487">
                  <c:v>2.5722595000000001E-2</c:v>
                </c:pt>
                <c:pt idx="5488">
                  <c:v>2.5531487999999998E-2</c:v>
                </c:pt>
                <c:pt idx="5489">
                  <c:v>2.5531487999999998E-2</c:v>
                </c:pt>
                <c:pt idx="5490">
                  <c:v>2.5775024000000001E-2</c:v>
                </c:pt>
                <c:pt idx="5491">
                  <c:v>2.6092192E-2</c:v>
                </c:pt>
                <c:pt idx="5492">
                  <c:v>2.5902661999999996E-2</c:v>
                </c:pt>
                <c:pt idx="5493">
                  <c:v>2.6375403999999998E-2</c:v>
                </c:pt>
                <c:pt idx="5494">
                  <c:v>2.6589326999999996E-2</c:v>
                </c:pt>
                <c:pt idx="5495">
                  <c:v>2.6498005999999998E-2</c:v>
                </c:pt>
                <c:pt idx="5496">
                  <c:v>2.5988238E-2</c:v>
                </c:pt>
                <c:pt idx="5497">
                  <c:v>2.6196926999999998E-2</c:v>
                </c:pt>
                <c:pt idx="5498">
                  <c:v>2.6282567999999999E-2</c:v>
                </c:pt>
                <c:pt idx="5499">
                  <c:v>2.6658638999999998E-2</c:v>
                </c:pt>
                <c:pt idx="5500">
                  <c:v>2.6596775999999999E-2</c:v>
                </c:pt>
                <c:pt idx="5501">
                  <c:v>2.6627719000000001E-2</c:v>
                </c:pt>
                <c:pt idx="5502">
                  <c:v>2.6278944000000002E-2</c:v>
                </c:pt>
                <c:pt idx="5503">
                  <c:v>2.6039217000000003E-2</c:v>
                </c:pt>
                <c:pt idx="5504">
                  <c:v>2.6378237999999998E-2</c:v>
                </c:pt>
                <c:pt idx="5505">
                  <c:v>2.6371422000000002E-2</c:v>
                </c:pt>
                <c:pt idx="5506">
                  <c:v>2.6204302000000002E-2</c:v>
                </c:pt>
                <c:pt idx="5507">
                  <c:v>2.5317805000000002E-2</c:v>
                </c:pt>
                <c:pt idx="5508">
                  <c:v>2.6814238999999997E-2</c:v>
                </c:pt>
                <c:pt idx="5509">
                  <c:v>2.6842275999999998E-2</c:v>
                </c:pt>
                <c:pt idx="5510">
                  <c:v>2.6687135999999997E-2</c:v>
                </c:pt>
                <c:pt idx="5511">
                  <c:v>2.7065302999999999E-2</c:v>
                </c:pt>
                <c:pt idx="5512">
                  <c:v>2.7631405999999997E-2</c:v>
                </c:pt>
                <c:pt idx="5513">
                  <c:v>2.7951706999999999E-2</c:v>
                </c:pt>
                <c:pt idx="5514">
                  <c:v>2.7951706999999999E-2</c:v>
                </c:pt>
                <c:pt idx="5515">
                  <c:v>2.8604048999999996E-2</c:v>
                </c:pt>
                <c:pt idx="5516">
                  <c:v>2.8539904999999997E-2</c:v>
                </c:pt>
                <c:pt idx="5517">
                  <c:v>3.0478217000000002E-2</c:v>
                </c:pt>
                <c:pt idx="5518">
                  <c:v>3.0518567E-2</c:v>
                </c:pt>
                <c:pt idx="5519">
                  <c:v>3.1750560999999997E-2</c:v>
                </c:pt>
                <c:pt idx="5520">
                  <c:v>3.2332738999999999E-2</c:v>
                </c:pt>
                <c:pt idx="5521">
                  <c:v>3.1339609999999997E-2</c:v>
                </c:pt>
                <c:pt idx="5522">
                  <c:v>3.2058438000000002E-2</c:v>
                </c:pt>
                <c:pt idx="5523">
                  <c:v>3.3089550000000002E-2</c:v>
                </c:pt>
                <c:pt idx="5524">
                  <c:v>3.3386624000000004E-2</c:v>
                </c:pt>
                <c:pt idx="5525">
                  <c:v>3.3593825000000001E-2</c:v>
                </c:pt>
                <c:pt idx="5526">
                  <c:v>3.3440875999999994E-2</c:v>
                </c:pt>
                <c:pt idx="5527">
                  <c:v>3.3281429000000001E-2</c:v>
                </c:pt>
                <c:pt idx="5528">
                  <c:v>3.3453098000000001E-2</c:v>
                </c:pt>
                <c:pt idx="5529">
                  <c:v>3.3261062000000001E-2</c:v>
                </c:pt>
                <c:pt idx="5530">
                  <c:v>3.3892754000000004E-2</c:v>
                </c:pt>
                <c:pt idx="5531">
                  <c:v>3.3700927999999998E-2</c:v>
                </c:pt>
                <c:pt idx="5532">
                  <c:v>3.2871242000000002E-2</c:v>
                </c:pt>
                <c:pt idx="5533">
                  <c:v>3.2734084000000004E-2</c:v>
                </c:pt>
                <c:pt idx="5534">
                  <c:v>3.1400176000000002E-2</c:v>
                </c:pt>
                <c:pt idx="5535">
                  <c:v>3.1300620000000001E-2</c:v>
                </c:pt>
                <c:pt idx="5536">
                  <c:v>3.1675964000000001E-2</c:v>
                </c:pt>
                <c:pt idx="5537">
                  <c:v>3.1313323000000004E-2</c:v>
                </c:pt>
                <c:pt idx="5538">
                  <c:v>3.0328426000000002E-2</c:v>
                </c:pt>
                <c:pt idx="5539">
                  <c:v>3.0429968000000002E-2</c:v>
                </c:pt>
                <c:pt idx="5540">
                  <c:v>3.0546935000000001E-2</c:v>
                </c:pt>
                <c:pt idx="5541">
                  <c:v>3.0331308999999997E-2</c:v>
                </c:pt>
                <c:pt idx="5542">
                  <c:v>2.8167714999999999E-2</c:v>
                </c:pt>
                <c:pt idx="5543">
                  <c:v>2.7834203000000002E-2</c:v>
                </c:pt>
                <c:pt idx="5544">
                  <c:v>2.7496800000000002E-2</c:v>
                </c:pt>
                <c:pt idx="5545">
                  <c:v>2.6625394E-2</c:v>
                </c:pt>
                <c:pt idx="5546">
                  <c:v>2.7034235E-2</c:v>
                </c:pt>
                <c:pt idx="5547">
                  <c:v>2.7013565E-2</c:v>
                </c:pt>
                <c:pt idx="5548">
                  <c:v>2.6934731E-2</c:v>
                </c:pt>
                <c:pt idx="5549">
                  <c:v>2.7146920000000001E-2</c:v>
                </c:pt>
                <c:pt idx="5550">
                  <c:v>2.7902393999999997E-2</c:v>
                </c:pt>
                <c:pt idx="5551">
                  <c:v>2.8171590999999999E-2</c:v>
                </c:pt>
                <c:pt idx="5552">
                  <c:v>2.7468630000000001E-2</c:v>
                </c:pt>
                <c:pt idx="5553">
                  <c:v>2.7468630000000001E-2</c:v>
                </c:pt>
                <c:pt idx="5554">
                  <c:v>2.7469937E-2</c:v>
                </c:pt>
                <c:pt idx="5555">
                  <c:v>2.7143515000000003E-2</c:v>
                </c:pt>
                <c:pt idx="5556">
                  <c:v>2.7693615999999997E-2</c:v>
                </c:pt>
                <c:pt idx="5557">
                  <c:v>2.7546429000000001E-2</c:v>
                </c:pt>
                <c:pt idx="5558">
                  <c:v>2.7783868999999999E-2</c:v>
                </c:pt>
                <c:pt idx="5559">
                  <c:v>2.8684057999999998E-2</c:v>
                </c:pt>
                <c:pt idx="5560">
                  <c:v>2.9363497000000002E-2</c:v>
                </c:pt>
                <c:pt idx="5561">
                  <c:v>2.9126125000000003E-2</c:v>
                </c:pt>
                <c:pt idx="5562">
                  <c:v>2.9308460000000001E-2</c:v>
                </c:pt>
                <c:pt idx="5563">
                  <c:v>2.8397699999999998E-2</c:v>
                </c:pt>
                <c:pt idx="5564">
                  <c:v>2.8369299000000001E-2</c:v>
                </c:pt>
                <c:pt idx="5565">
                  <c:v>2.8792369000000002E-2</c:v>
                </c:pt>
                <c:pt idx="5566">
                  <c:v>2.9549516000000001E-2</c:v>
                </c:pt>
                <c:pt idx="5567">
                  <c:v>2.9046179999999998E-2</c:v>
                </c:pt>
                <c:pt idx="5568">
                  <c:v>2.8931254E-2</c:v>
                </c:pt>
                <c:pt idx="5569">
                  <c:v>3.0387857000000001E-2</c:v>
                </c:pt>
                <c:pt idx="5570">
                  <c:v>3.0727742999999998E-2</c:v>
                </c:pt>
                <c:pt idx="5571">
                  <c:v>3.1076355999999999E-2</c:v>
                </c:pt>
                <c:pt idx="5572">
                  <c:v>3.1510494E-2</c:v>
                </c:pt>
                <c:pt idx="5573">
                  <c:v>3.1386421000000005E-2</c:v>
                </c:pt>
                <c:pt idx="5574">
                  <c:v>3.1753609999999995E-2</c:v>
                </c:pt>
                <c:pt idx="5575">
                  <c:v>3.1462277999999996E-2</c:v>
                </c:pt>
                <c:pt idx="5576">
                  <c:v>3.2294900000000001E-2</c:v>
                </c:pt>
                <c:pt idx="5577">
                  <c:v>3.2715979999999999E-2</c:v>
                </c:pt>
                <c:pt idx="5578">
                  <c:v>3.3092646000000003E-2</c:v>
                </c:pt>
                <c:pt idx="5579">
                  <c:v>3.2411971999999997E-2</c:v>
                </c:pt>
                <c:pt idx="5580">
                  <c:v>3.2925866999999998E-2</c:v>
                </c:pt>
                <c:pt idx="5581">
                  <c:v>3.2617265999999999E-2</c:v>
                </c:pt>
                <c:pt idx="5582">
                  <c:v>3.2341212000000001E-2</c:v>
                </c:pt>
                <c:pt idx="5583">
                  <c:v>3.1924436E-2</c:v>
                </c:pt>
                <c:pt idx="5584">
                  <c:v>3.1924436E-2</c:v>
                </c:pt>
                <c:pt idx="5585">
                  <c:v>3.0704653999999998E-2</c:v>
                </c:pt>
                <c:pt idx="5586">
                  <c:v>3.0296222999999997E-2</c:v>
                </c:pt>
                <c:pt idx="5587">
                  <c:v>3.0493885999999998E-2</c:v>
                </c:pt>
                <c:pt idx="5588">
                  <c:v>3.0248878000000003E-2</c:v>
                </c:pt>
                <c:pt idx="5589">
                  <c:v>2.9628485E-2</c:v>
                </c:pt>
                <c:pt idx="5590">
                  <c:v>2.9991437000000003E-2</c:v>
                </c:pt>
                <c:pt idx="5591">
                  <c:v>2.9700842000000002E-2</c:v>
                </c:pt>
                <c:pt idx="5592">
                  <c:v>2.9809388999999999E-2</c:v>
                </c:pt>
                <c:pt idx="5593">
                  <c:v>2.9344279000000001E-2</c:v>
                </c:pt>
                <c:pt idx="5594">
                  <c:v>2.9599272000000003E-2</c:v>
                </c:pt>
                <c:pt idx="5595">
                  <c:v>2.9934703000000003E-2</c:v>
                </c:pt>
                <c:pt idx="5596">
                  <c:v>3.1202351E-2</c:v>
                </c:pt>
                <c:pt idx="5597">
                  <c:v>3.1965035999999995E-2</c:v>
                </c:pt>
                <c:pt idx="5598">
                  <c:v>3.1913037999999998E-2</c:v>
                </c:pt>
                <c:pt idx="5599">
                  <c:v>3.1913037999999998E-2</c:v>
                </c:pt>
                <c:pt idx="5600">
                  <c:v>3.2097919000000003E-2</c:v>
                </c:pt>
                <c:pt idx="5601">
                  <c:v>3.3133247999999997E-2</c:v>
                </c:pt>
                <c:pt idx="5602">
                  <c:v>3.3709167999999998E-2</c:v>
                </c:pt>
                <c:pt idx="5603">
                  <c:v>3.3727030000000005E-2</c:v>
                </c:pt>
                <c:pt idx="5604">
                  <c:v>3.3295567999999998E-2</c:v>
                </c:pt>
                <c:pt idx="5605">
                  <c:v>3.3762414999999997E-2</c:v>
                </c:pt>
                <c:pt idx="5606">
                  <c:v>3.4729009000000005E-2</c:v>
                </c:pt>
                <c:pt idx="5607">
                  <c:v>3.5515507000000002E-2</c:v>
                </c:pt>
                <c:pt idx="5608">
                  <c:v>3.6393263000000002E-2</c:v>
                </c:pt>
                <c:pt idx="5609">
                  <c:v>3.6393263000000002E-2</c:v>
                </c:pt>
                <c:pt idx="5610">
                  <c:v>3.7041592999999998E-2</c:v>
                </c:pt>
                <c:pt idx="5611">
                  <c:v>3.6377671E-2</c:v>
                </c:pt>
                <c:pt idx="5612">
                  <c:v>3.6362641000000001E-2</c:v>
                </c:pt>
                <c:pt idx="5613">
                  <c:v>3.5906956000000004E-2</c:v>
                </c:pt>
                <c:pt idx="5614">
                  <c:v>3.6430122000000002E-2</c:v>
                </c:pt>
                <c:pt idx="5615">
                  <c:v>3.6772757000000003E-2</c:v>
                </c:pt>
                <c:pt idx="5616">
                  <c:v>3.7327050000000001E-2</c:v>
                </c:pt>
                <c:pt idx="5617">
                  <c:v>3.7496235000000003E-2</c:v>
                </c:pt>
                <c:pt idx="5618">
                  <c:v>3.7570818000000006E-2</c:v>
                </c:pt>
                <c:pt idx="5619">
                  <c:v>3.7404116000000001E-2</c:v>
                </c:pt>
                <c:pt idx="5620">
                  <c:v>3.7336311000000004E-2</c:v>
                </c:pt>
                <c:pt idx="5621">
                  <c:v>3.6938684999999999E-2</c:v>
                </c:pt>
                <c:pt idx="5622">
                  <c:v>3.7621627999999997E-2</c:v>
                </c:pt>
                <c:pt idx="5623">
                  <c:v>3.7850986999999996E-2</c:v>
                </c:pt>
                <c:pt idx="5624">
                  <c:v>3.7191903000000005E-2</c:v>
                </c:pt>
                <c:pt idx="5625">
                  <c:v>3.6862981000000003E-2</c:v>
                </c:pt>
                <c:pt idx="5626">
                  <c:v>3.6955732999999998E-2</c:v>
                </c:pt>
                <c:pt idx="5627">
                  <c:v>3.6966540999999999E-2</c:v>
                </c:pt>
                <c:pt idx="5628">
                  <c:v>3.5922676000000001E-2</c:v>
                </c:pt>
                <c:pt idx="5629">
                  <c:v>3.5659915E-2</c:v>
                </c:pt>
                <c:pt idx="5630">
                  <c:v>3.4715558000000001E-2</c:v>
                </c:pt>
                <c:pt idx="5631">
                  <c:v>3.4999559E-2</c:v>
                </c:pt>
                <c:pt idx="5632">
                  <c:v>3.4802092999999999E-2</c:v>
                </c:pt>
                <c:pt idx="5633">
                  <c:v>3.3577454E-2</c:v>
                </c:pt>
                <c:pt idx="5634">
                  <c:v>3.3792698000000003E-2</c:v>
                </c:pt>
                <c:pt idx="5635">
                  <c:v>3.3315577999999998E-2</c:v>
                </c:pt>
                <c:pt idx="5636">
                  <c:v>3.3183220999999999E-2</c:v>
                </c:pt>
                <c:pt idx="5637">
                  <c:v>3.1980617000000003E-2</c:v>
                </c:pt>
                <c:pt idx="5638">
                  <c:v>3.2242968000000004E-2</c:v>
                </c:pt>
                <c:pt idx="5639">
                  <c:v>3.2220498E-2</c:v>
                </c:pt>
                <c:pt idx="5640">
                  <c:v>3.1932345000000001E-2</c:v>
                </c:pt>
                <c:pt idx="5641">
                  <c:v>3.1931506999999998E-2</c:v>
                </c:pt>
                <c:pt idx="5642">
                  <c:v>3.2202656000000003E-2</c:v>
                </c:pt>
                <c:pt idx="5643">
                  <c:v>3.2200938000000005E-2</c:v>
                </c:pt>
                <c:pt idx="5644">
                  <c:v>3.2186186999999998E-2</c:v>
                </c:pt>
                <c:pt idx="5645">
                  <c:v>3.2422741000000005E-2</c:v>
                </c:pt>
                <c:pt idx="5646">
                  <c:v>3.2032920999999999E-2</c:v>
                </c:pt>
                <c:pt idx="5647">
                  <c:v>3.2292475000000001E-2</c:v>
                </c:pt>
                <c:pt idx="5648">
                  <c:v>3.221392E-2</c:v>
                </c:pt>
                <c:pt idx="5649">
                  <c:v>3.2282498999999999E-2</c:v>
                </c:pt>
                <c:pt idx="5650">
                  <c:v>3.2280376E-2</c:v>
                </c:pt>
                <c:pt idx="5651">
                  <c:v>3.2056193000000004E-2</c:v>
                </c:pt>
                <c:pt idx="5652">
                  <c:v>3.2442562000000001E-2</c:v>
                </c:pt>
                <c:pt idx="5653">
                  <c:v>3.3005058000000004E-2</c:v>
                </c:pt>
                <c:pt idx="5654">
                  <c:v>3.3005058000000004E-2</c:v>
                </c:pt>
                <c:pt idx="5655">
                  <c:v>3.2554697E-2</c:v>
                </c:pt>
                <c:pt idx="5656">
                  <c:v>3.3071985999999998E-2</c:v>
                </c:pt>
                <c:pt idx="5657">
                  <c:v>3.2538528999999997E-2</c:v>
                </c:pt>
                <c:pt idx="5658">
                  <c:v>3.2184400000000002E-2</c:v>
                </c:pt>
                <c:pt idx="5659">
                  <c:v>3.1958739E-2</c:v>
                </c:pt>
                <c:pt idx="5660">
                  <c:v>3.1601270000000001E-2</c:v>
                </c:pt>
                <c:pt idx="5661">
                  <c:v>3.1939613000000006E-2</c:v>
                </c:pt>
                <c:pt idx="5662">
                  <c:v>3.1768032000000002E-2</c:v>
                </c:pt>
                <c:pt idx="5663">
                  <c:v>3.2374243999999996E-2</c:v>
                </c:pt>
                <c:pt idx="5664">
                  <c:v>3.2208497999999995E-2</c:v>
                </c:pt>
                <c:pt idx="5665">
                  <c:v>3.2565258999999999E-2</c:v>
                </c:pt>
                <c:pt idx="5666">
                  <c:v>3.2744659000000002E-2</c:v>
                </c:pt>
                <c:pt idx="5667">
                  <c:v>3.2207924999999998E-2</c:v>
                </c:pt>
                <c:pt idx="5668">
                  <c:v>3.2547676000000005E-2</c:v>
                </c:pt>
                <c:pt idx="5669">
                  <c:v>3.2510687999999996E-2</c:v>
                </c:pt>
                <c:pt idx="5670">
                  <c:v>3.2975434999999997E-2</c:v>
                </c:pt>
                <c:pt idx="5671">
                  <c:v>3.5547181999999997E-2</c:v>
                </c:pt>
                <c:pt idx="5672">
                  <c:v>3.5800504000000004E-2</c:v>
                </c:pt>
                <c:pt idx="5673">
                  <c:v>3.5413787000000002E-2</c:v>
                </c:pt>
                <c:pt idx="5674">
                  <c:v>3.6397863000000003E-2</c:v>
                </c:pt>
                <c:pt idx="5675">
                  <c:v>3.5588258999999997E-2</c:v>
                </c:pt>
                <c:pt idx="5676">
                  <c:v>3.5125905999999998E-2</c:v>
                </c:pt>
                <c:pt idx="5677">
                  <c:v>3.4621566999999999E-2</c:v>
                </c:pt>
                <c:pt idx="5678">
                  <c:v>3.4595317E-2</c:v>
                </c:pt>
                <c:pt idx="5679">
                  <c:v>3.4595317E-2</c:v>
                </c:pt>
                <c:pt idx="5680">
                  <c:v>3.5491982999999998E-2</c:v>
                </c:pt>
                <c:pt idx="5681">
                  <c:v>3.6212174E-2</c:v>
                </c:pt>
                <c:pt idx="5682">
                  <c:v>3.6458980000000002E-2</c:v>
                </c:pt>
                <c:pt idx="5683">
                  <c:v>3.6351558999999999E-2</c:v>
                </c:pt>
                <c:pt idx="5684">
                  <c:v>3.6986991999999996E-2</c:v>
                </c:pt>
                <c:pt idx="5685">
                  <c:v>3.7140956000000003E-2</c:v>
                </c:pt>
                <c:pt idx="5686">
                  <c:v>3.6844452999999999E-2</c:v>
                </c:pt>
                <c:pt idx="5687">
                  <c:v>3.6959255000000003E-2</c:v>
                </c:pt>
                <c:pt idx="5688">
                  <c:v>3.8193031000000002E-2</c:v>
                </c:pt>
                <c:pt idx="5689">
                  <c:v>3.8217398999999999E-2</c:v>
                </c:pt>
                <c:pt idx="5690">
                  <c:v>3.8977256999999994E-2</c:v>
                </c:pt>
                <c:pt idx="5691">
                  <c:v>3.8722269999999996E-2</c:v>
                </c:pt>
                <c:pt idx="5692">
                  <c:v>3.9398283999999999E-2</c:v>
                </c:pt>
                <c:pt idx="5693">
                  <c:v>3.8530903999999998E-2</c:v>
                </c:pt>
                <c:pt idx="5694">
                  <c:v>3.8249414000000002E-2</c:v>
                </c:pt>
                <c:pt idx="5695">
                  <c:v>3.7743461999999998E-2</c:v>
                </c:pt>
                <c:pt idx="5696">
                  <c:v>3.7522446000000001E-2</c:v>
                </c:pt>
                <c:pt idx="5697">
                  <c:v>3.7556632E-2</c:v>
                </c:pt>
                <c:pt idx="5698">
                  <c:v>3.721298E-2</c:v>
                </c:pt>
                <c:pt idx="5699">
                  <c:v>3.6490589999999996E-2</c:v>
                </c:pt>
                <c:pt idx="5700">
                  <c:v>3.6733331000000001E-2</c:v>
                </c:pt>
                <c:pt idx="5701">
                  <c:v>3.7203645E-2</c:v>
                </c:pt>
                <c:pt idx="5702">
                  <c:v>3.8152391000000001E-2</c:v>
                </c:pt>
                <c:pt idx="5703">
                  <c:v>3.8152391000000001E-2</c:v>
                </c:pt>
                <c:pt idx="5704">
                  <c:v>3.5780819999999998E-2</c:v>
                </c:pt>
                <c:pt idx="5705">
                  <c:v>3.5661484E-2</c:v>
                </c:pt>
                <c:pt idx="5706">
                  <c:v>3.5471463999999994E-2</c:v>
                </c:pt>
                <c:pt idx="5707">
                  <c:v>3.5136913999999998E-2</c:v>
                </c:pt>
                <c:pt idx="5708">
                  <c:v>3.4558666000000002E-2</c:v>
                </c:pt>
                <c:pt idx="5709">
                  <c:v>3.4594340999999994E-2</c:v>
                </c:pt>
                <c:pt idx="5710">
                  <c:v>3.4714502000000001E-2</c:v>
                </c:pt>
                <c:pt idx="5711">
                  <c:v>3.4990199999999999E-2</c:v>
                </c:pt>
                <c:pt idx="5712">
                  <c:v>3.4990199999999999E-2</c:v>
                </c:pt>
                <c:pt idx="5713">
                  <c:v>3.4382486999999996E-2</c:v>
                </c:pt>
                <c:pt idx="5714">
                  <c:v>3.3651508000000004E-2</c:v>
                </c:pt>
                <c:pt idx="5715">
                  <c:v>3.3017754000000003E-2</c:v>
                </c:pt>
                <c:pt idx="5716">
                  <c:v>3.3224684999999997E-2</c:v>
                </c:pt>
                <c:pt idx="5717">
                  <c:v>3.2905899000000002E-2</c:v>
                </c:pt>
                <c:pt idx="5718">
                  <c:v>3.2774115999999999E-2</c:v>
                </c:pt>
                <c:pt idx="5719">
                  <c:v>3.1618685000000001E-2</c:v>
                </c:pt>
                <c:pt idx="5720">
                  <c:v>3.1845877000000002E-2</c:v>
                </c:pt>
                <c:pt idx="5721">
                  <c:v>3.2537402999999999E-2</c:v>
                </c:pt>
                <c:pt idx="5722">
                  <c:v>3.1781677000000001E-2</c:v>
                </c:pt>
                <c:pt idx="5723">
                  <c:v>3.1272789000000002E-2</c:v>
                </c:pt>
                <c:pt idx="5724">
                  <c:v>3.1179189999999999E-2</c:v>
                </c:pt>
                <c:pt idx="5725">
                  <c:v>3.1424475E-2</c:v>
                </c:pt>
                <c:pt idx="5726">
                  <c:v>3.1428295000000002E-2</c:v>
                </c:pt>
                <c:pt idx="5727">
                  <c:v>3.1426065999999996E-2</c:v>
                </c:pt>
                <c:pt idx="5728">
                  <c:v>3.1510933999999997E-2</c:v>
                </c:pt>
                <c:pt idx="5729">
                  <c:v>3.1189319E-2</c:v>
                </c:pt>
                <c:pt idx="5730">
                  <c:v>3.0967534999999997E-2</c:v>
                </c:pt>
                <c:pt idx="5731">
                  <c:v>3.1034940999999996E-2</c:v>
                </c:pt>
                <c:pt idx="5732">
                  <c:v>3.0685090000000002E-2</c:v>
                </c:pt>
                <c:pt idx="5733">
                  <c:v>3.0466368999999997E-2</c:v>
                </c:pt>
                <c:pt idx="5734">
                  <c:v>3.0466368999999997E-2</c:v>
                </c:pt>
                <c:pt idx="5735">
                  <c:v>3.009336E-2</c:v>
                </c:pt>
                <c:pt idx="5736">
                  <c:v>2.9904678000000001E-2</c:v>
                </c:pt>
                <c:pt idx="5737">
                  <c:v>3.0189251E-2</c:v>
                </c:pt>
                <c:pt idx="5738">
                  <c:v>2.9794772999999997E-2</c:v>
                </c:pt>
                <c:pt idx="5739">
                  <c:v>2.9794772999999997E-2</c:v>
                </c:pt>
                <c:pt idx="5740">
                  <c:v>2.9920528000000002E-2</c:v>
                </c:pt>
                <c:pt idx="5741">
                  <c:v>2.9967173000000003E-2</c:v>
                </c:pt>
                <c:pt idx="5742">
                  <c:v>2.9786766999999999E-2</c:v>
                </c:pt>
                <c:pt idx="5743">
                  <c:v>3.0405585000000002E-2</c:v>
                </c:pt>
                <c:pt idx="5744">
                  <c:v>3.0195637000000001E-2</c:v>
                </c:pt>
                <c:pt idx="5745">
                  <c:v>2.9693792000000004E-2</c:v>
                </c:pt>
                <c:pt idx="5746">
                  <c:v>3.0109255000000001E-2</c:v>
                </c:pt>
                <c:pt idx="5747">
                  <c:v>3.0577857999999996E-2</c:v>
                </c:pt>
                <c:pt idx="5748">
                  <c:v>2.9691169999999999E-2</c:v>
                </c:pt>
                <c:pt idx="5749">
                  <c:v>2.9691169999999999E-2</c:v>
                </c:pt>
                <c:pt idx="5750">
                  <c:v>2.9493401999999998E-2</c:v>
                </c:pt>
                <c:pt idx="5751">
                  <c:v>2.9821516000000003E-2</c:v>
                </c:pt>
                <c:pt idx="5752">
                  <c:v>2.9070881000000003E-2</c:v>
                </c:pt>
                <c:pt idx="5753">
                  <c:v>2.8518988000000002E-2</c:v>
                </c:pt>
                <c:pt idx="5754">
                  <c:v>2.8102679999999998E-2</c:v>
                </c:pt>
                <c:pt idx="5755">
                  <c:v>2.8262749000000004E-2</c:v>
                </c:pt>
                <c:pt idx="5756">
                  <c:v>2.8537864000000003E-2</c:v>
                </c:pt>
                <c:pt idx="5757">
                  <c:v>2.7919193000000002E-2</c:v>
                </c:pt>
                <c:pt idx="5758">
                  <c:v>2.7831008000000004E-2</c:v>
                </c:pt>
                <c:pt idx="5759">
                  <c:v>2.7813215999999998E-2</c:v>
                </c:pt>
                <c:pt idx="5760">
                  <c:v>2.7919245999999998E-2</c:v>
                </c:pt>
                <c:pt idx="5761">
                  <c:v>2.8486946999999999E-2</c:v>
                </c:pt>
                <c:pt idx="5762">
                  <c:v>2.7732373999999997E-2</c:v>
                </c:pt>
                <c:pt idx="5763">
                  <c:v>2.6900996999999999E-2</c:v>
                </c:pt>
                <c:pt idx="5764">
                  <c:v>2.6448692999999999E-2</c:v>
                </c:pt>
                <c:pt idx="5765">
                  <c:v>2.6624095E-2</c:v>
                </c:pt>
                <c:pt idx="5766">
                  <c:v>2.7138033000000002E-2</c:v>
                </c:pt>
                <c:pt idx="5767">
                  <c:v>2.6748311E-2</c:v>
                </c:pt>
                <c:pt idx="5768">
                  <c:v>2.7002577999999999E-2</c:v>
                </c:pt>
                <c:pt idx="5769">
                  <c:v>2.7320918E-2</c:v>
                </c:pt>
                <c:pt idx="5770">
                  <c:v>2.7015931999999999E-2</c:v>
                </c:pt>
                <c:pt idx="5771">
                  <c:v>2.7209187999999999E-2</c:v>
                </c:pt>
                <c:pt idx="5772">
                  <c:v>2.7010829E-2</c:v>
                </c:pt>
                <c:pt idx="5773">
                  <c:v>2.800416E-2</c:v>
                </c:pt>
                <c:pt idx="5774">
                  <c:v>2.800416E-2</c:v>
                </c:pt>
                <c:pt idx="5775">
                  <c:v>2.8058730000000004E-2</c:v>
                </c:pt>
                <c:pt idx="5776">
                  <c:v>2.8558047E-2</c:v>
                </c:pt>
                <c:pt idx="5777">
                  <c:v>2.8351844999999997E-2</c:v>
                </c:pt>
                <c:pt idx="5778">
                  <c:v>2.7852172999999997E-2</c:v>
                </c:pt>
                <c:pt idx="5779">
                  <c:v>2.8108177000000002E-2</c:v>
                </c:pt>
                <c:pt idx="5780">
                  <c:v>2.8183445999999997E-2</c:v>
                </c:pt>
                <c:pt idx="5781">
                  <c:v>2.7933951000000002E-2</c:v>
                </c:pt>
                <c:pt idx="5782">
                  <c:v>2.8190475E-2</c:v>
                </c:pt>
                <c:pt idx="5783">
                  <c:v>2.8310958000000001E-2</c:v>
                </c:pt>
                <c:pt idx="5784">
                  <c:v>2.7899158E-2</c:v>
                </c:pt>
                <c:pt idx="5785">
                  <c:v>2.7554176999999999E-2</c:v>
                </c:pt>
                <c:pt idx="5786">
                  <c:v>2.7640577999999999E-2</c:v>
                </c:pt>
                <c:pt idx="5787">
                  <c:v>2.8631842000000001E-2</c:v>
                </c:pt>
                <c:pt idx="5788">
                  <c:v>3.0089474000000001E-2</c:v>
                </c:pt>
                <c:pt idx="5789">
                  <c:v>3.1850112999999999E-2</c:v>
                </c:pt>
                <c:pt idx="5790">
                  <c:v>3.1171323000000001E-2</c:v>
                </c:pt>
                <c:pt idx="5791">
                  <c:v>3.2979653000000005E-2</c:v>
                </c:pt>
                <c:pt idx="5792">
                  <c:v>3.2254656999999999E-2</c:v>
                </c:pt>
                <c:pt idx="5793">
                  <c:v>3.3487707999999998E-2</c:v>
                </c:pt>
                <c:pt idx="5794">
                  <c:v>3.3866973000000002E-2</c:v>
                </c:pt>
                <c:pt idx="5795">
                  <c:v>3.2704036999999998E-2</c:v>
                </c:pt>
                <c:pt idx="5796">
                  <c:v>3.3649364000000001E-2</c:v>
                </c:pt>
                <c:pt idx="5797">
                  <c:v>3.3717011000000005E-2</c:v>
                </c:pt>
                <c:pt idx="5798">
                  <c:v>3.3984627999999996E-2</c:v>
                </c:pt>
                <c:pt idx="5799">
                  <c:v>3.2853556999999999E-2</c:v>
                </c:pt>
                <c:pt idx="5800">
                  <c:v>3.2713943999999995E-2</c:v>
                </c:pt>
                <c:pt idx="5801">
                  <c:v>3.2581169E-2</c:v>
                </c:pt>
                <c:pt idx="5802">
                  <c:v>3.2416271999999996E-2</c:v>
                </c:pt>
                <c:pt idx="5803">
                  <c:v>3.2651560000000003E-2</c:v>
                </c:pt>
                <c:pt idx="5804">
                  <c:v>3.2443909999999999E-2</c:v>
                </c:pt>
                <c:pt idx="5805">
                  <c:v>3.2732566000000005E-2</c:v>
                </c:pt>
                <c:pt idx="5806">
                  <c:v>3.2991589000000002E-2</c:v>
                </c:pt>
                <c:pt idx="5807">
                  <c:v>3.2855126999999998E-2</c:v>
                </c:pt>
                <c:pt idx="5808">
                  <c:v>3.2317770000000003E-2</c:v>
                </c:pt>
                <c:pt idx="5809">
                  <c:v>3.2202632999999994E-2</c:v>
                </c:pt>
                <c:pt idx="5810">
                  <c:v>3.2055718999999996E-2</c:v>
                </c:pt>
                <c:pt idx="5811">
                  <c:v>3.2141933999999997E-2</c:v>
                </c:pt>
                <c:pt idx="5812">
                  <c:v>3.1938894000000002E-2</c:v>
                </c:pt>
                <c:pt idx="5813">
                  <c:v>3.1105095999999999E-2</c:v>
                </c:pt>
                <c:pt idx="5814">
                  <c:v>3.0742770000000003E-2</c:v>
                </c:pt>
                <c:pt idx="5815">
                  <c:v>3.0870307999999999E-2</c:v>
                </c:pt>
                <c:pt idx="5816">
                  <c:v>3.1068277000000002E-2</c:v>
                </c:pt>
                <c:pt idx="5817">
                  <c:v>3.1512333999999996E-2</c:v>
                </c:pt>
                <c:pt idx="5818">
                  <c:v>3.1270397999999998E-2</c:v>
                </c:pt>
                <c:pt idx="5819">
                  <c:v>3.1619111999999998E-2</c:v>
                </c:pt>
                <c:pt idx="5820">
                  <c:v>3.2273492000000001E-2</c:v>
                </c:pt>
                <c:pt idx="5821">
                  <c:v>3.2333317E-2</c:v>
                </c:pt>
                <c:pt idx="5822">
                  <c:v>3.1824515999999997E-2</c:v>
                </c:pt>
                <c:pt idx="5823">
                  <c:v>3.1640431999999996E-2</c:v>
                </c:pt>
                <c:pt idx="5824">
                  <c:v>3.0938225E-2</c:v>
                </c:pt>
                <c:pt idx="5825">
                  <c:v>3.2230556E-2</c:v>
                </c:pt>
                <c:pt idx="5826">
                  <c:v>3.2551965000000002E-2</c:v>
                </c:pt>
                <c:pt idx="5827">
                  <c:v>3.2724920999999997E-2</c:v>
                </c:pt>
                <c:pt idx="5828">
                  <c:v>3.2255752999999998E-2</c:v>
                </c:pt>
                <c:pt idx="5829">
                  <c:v>3.1967826999999997E-2</c:v>
                </c:pt>
                <c:pt idx="5830">
                  <c:v>3.1822546E-2</c:v>
                </c:pt>
                <c:pt idx="5831">
                  <c:v>3.2505648000000005E-2</c:v>
                </c:pt>
                <c:pt idx="5832">
                  <c:v>3.2478233000000002E-2</c:v>
                </c:pt>
                <c:pt idx="5833">
                  <c:v>3.2066717000000002E-2</c:v>
                </c:pt>
                <c:pt idx="5834">
                  <c:v>3.240469E-2</c:v>
                </c:pt>
                <c:pt idx="5835">
                  <c:v>3.2041836999999997E-2</c:v>
                </c:pt>
                <c:pt idx="5836">
                  <c:v>3.2135741000000002E-2</c:v>
                </c:pt>
                <c:pt idx="5837">
                  <c:v>3.1782759000000001E-2</c:v>
                </c:pt>
                <c:pt idx="5838">
                  <c:v>3.1721964999999998E-2</c:v>
                </c:pt>
                <c:pt idx="5839">
                  <c:v>3.1536493999999998E-2</c:v>
                </c:pt>
                <c:pt idx="5840">
                  <c:v>3.1890557E-2</c:v>
                </c:pt>
                <c:pt idx="5841">
                  <c:v>3.1702798999999997E-2</c:v>
                </c:pt>
                <c:pt idx="5842">
                  <c:v>3.1188375000000001E-2</c:v>
                </c:pt>
                <c:pt idx="5843">
                  <c:v>3.1434802999999997E-2</c:v>
                </c:pt>
                <c:pt idx="5844">
                  <c:v>3.1434802999999997E-2</c:v>
                </c:pt>
                <c:pt idx="5845">
                  <c:v>3.1291401999999996E-2</c:v>
                </c:pt>
                <c:pt idx="5846">
                  <c:v>3.1768779000000004E-2</c:v>
                </c:pt>
                <c:pt idx="5847">
                  <c:v>3.2057558999999999E-2</c:v>
                </c:pt>
                <c:pt idx="5848">
                  <c:v>3.0834793999999999E-2</c:v>
                </c:pt>
                <c:pt idx="5849">
                  <c:v>3.1073592000000001E-2</c:v>
                </c:pt>
                <c:pt idx="5850">
                  <c:v>3.0773781000000004E-2</c:v>
                </c:pt>
                <c:pt idx="5851">
                  <c:v>3.0150540999999999E-2</c:v>
                </c:pt>
                <c:pt idx="5852">
                  <c:v>3.0679527999999998E-2</c:v>
                </c:pt>
                <c:pt idx="5853">
                  <c:v>3.0242466000000003E-2</c:v>
                </c:pt>
                <c:pt idx="5854">
                  <c:v>3.0285539E-2</c:v>
                </c:pt>
                <c:pt idx="5855">
                  <c:v>2.9566018000000003E-2</c:v>
                </c:pt>
                <c:pt idx="5856">
                  <c:v>2.9429719E-2</c:v>
                </c:pt>
                <c:pt idx="5857">
                  <c:v>2.9822199000000001E-2</c:v>
                </c:pt>
                <c:pt idx="5858">
                  <c:v>2.9215647000000001E-2</c:v>
                </c:pt>
                <c:pt idx="5859">
                  <c:v>2.9215647000000001E-2</c:v>
                </c:pt>
                <c:pt idx="5860">
                  <c:v>2.9499815000000002E-2</c:v>
                </c:pt>
                <c:pt idx="5861">
                  <c:v>2.9411425000000001E-2</c:v>
                </c:pt>
                <c:pt idx="5862">
                  <c:v>2.8979647999999997E-2</c:v>
                </c:pt>
                <c:pt idx="5863">
                  <c:v>2.9332817000000001E-2</c:v>
                </c:pt>
                <c:pt idx="5864">
                  <c:v>2.9520293E-2</c:v>
                </c:pt>
                <c:pt idx="5865">
                  <c:v>2.9002924999999999E-2</c:v>
                </c:pt>
                <c:pt idx="5866">
                  <c:v>2.9366091999999996E-2</c:v>
                </c:pt>
                <c:pt idx="5867">
                  <c:v>2.8751663000000004E-2</c:v>
                </c:pt>
                <c:pt idx="5868">
                  <c:v>2.859952E-2</c:v>
                </c:pt>
                <c:pt idx="5869">
                  <c:v>2.8315440999999997E-2</c:v>
                </c:pt>
                <c:pt idx="5870">
                  <c:v>2.8315440999999997E-2</c:v>
                </c:pt>
                <c:pt idx="5871">
                  <c:v>2.801462E-2</c:v>
                </c:pt>
                <c:pt idx="5872">
                  <c:v>2.8012948999999999E-2</c:v>
                </c:pt>
                <c:pt idx="5873">
                  <c:v>2.8173262000000001E-2</c:v>
                </c:pt>
                <c:pt idx="5874">
                  <c:v>2.8700387000000001E-2</c:v>
                </c:pt>
                <c:pt idx="5875">
                  <c:v>2.8376776999999999E-2</c:v>
                </c:pt>
                <c:pt idx="5876">
                  <c:v>2.8877278000000003E-2</c:v>
                </c:pt>
                <c:pt idx="5877">
                  <c:v>2.9097068E-2</c:v>
                </c:pt>
                <c:pt idx="5878">
                  <c:v>2.8407986E-2</c:v>
                </c:pt>
                <c:pt idx="5879">
                  <c:v>2.8485106000000003E-2</c:v>
                </c:pt>
                <c:pt idx="5880">
                  <c:v>2.8237252000000001E-2</c:v>
                </c:pt>
                <c:pt idx="5881">
                  <c:v>2.8291687000000003E-2</c:v>
                </c:pt>
                <c:pt idx="5882">
                  <c:v>2.7807641000000001E-2</c:v>
                </c:pt>
                <c:pt idx="5883">
                  <c:v>2.7767881999999997E-2</c:v>
                </c:pt>
                <c:pt idx="5884">
                  <c:v>2.7419932999999997E-2</c:v>
                </c:pt>
                <c:pt idx="5885">
                  <c:v>2.7512058000000002E-2</c:v>
                </c:pt>
                <c:pt idx="5886">
                  <c:v>2.7551897999999998E-2</c:v>
                </c:pt>
                <c:pt idx="5887">
                  <c:v>2.6638105000000002E-2</c:v>
                </c:pt>
                <c:pt idx="5888">
                  <c:v>2.6974157000000002E-2</c:v>
                </c:pt>
                <c:pt idx="5889">
                  <c:v>2.6577812999999999E-2</c:v>
                </c:pt>
                <c:pt idx="5890">
                  <c:v>2.6346122999999999E-2</c:v>
                </c:pt>
                <c:pt idx="5891">
                  <c:v>2.6528854999999997E-2</c:v>
                </c:pt>
                <c:pt idx="5892">
                  <c:v>2.6455121000000002E-2</c:v>
                </c:pt>
                <c:pt idx="5893">
                  <c:v>2.7158550000000004E-2</c:v>
                </c:pt>
                <c:pt idx="5894">
                  <c:v>2.6867128000000004E-2</c:v>
                </c:pt>
                <c:pt idx="5895">
                  <c:v>2.7057396999999997E-2</c:v>
                </c:pt>
                <c:pt idx="5896">
                  <c:v>2.7090859999999998E-2</c:v>
                </c:pt>
                <c:pt idx="5897">
                  <c:v>2.6404419000000002E-2</c:v>
                </c:pt>
                <c:pt idx="5898">
                  <c:v>2.6245580999999997E-2</c:v>
                </c:pt>
                <c:pt idx="5899">
                  <c:v>2.6134667E-2</c:v>
                </c:pt>
                <c:pt idx="5900">
                  <c:v>2.6577244000000003E-2</c:v>
                </c:pt>
                <c:pt idx="5901">
                  <c:v>2.6522939999999998E-2</c:v>
                </c:pt>
                <c:pt idx="5902">
                  <c:v>2.7124308999999999E-2</c:v>
                </c:pt>
                <c:pt idx="5903">
                  <c:v>2.7413028000000002E-2</c:v>
                </c:pt>
                <c:pt idx="5904">
                  <c:v>2.7353075999999997E-2</c:v>
                </c:pt>
                <c:pt idx="5905">
                  <c:v>2.7320341000000001E-2</c:v>
                </c:pt>
                <c:pt idx="5906">
                  <c:v>2.7646026999999997E-2</c:v>
                </c:pt>
                <c:pt idx="5907">
                  <c:v>2.7260316999999999E-2</c:v>
                </c:pt>
                <c:pt idx="5908">
                  <c:v>2.7304543000000001E-2</c:v>
                </c:pt>
                <c:pt idx="5909">
                  <c:v>2.7375824E-2</c:v>
                </c:pt>
                <c:pt idx="5910">
                  <c:v>2.7936856999999999E-2</c:v>
                </c:pt>
                <c:pt idx="5911">
                  <c:v>2.7727478999999999E-2</c:v>
                </c:pt>
                <c:pt idx="5912">
                  <c:v>2.7674072000000001E-2</c:v>
                </c:pt>
                <c:pt idx="5913">
                  <c:v>2.7320731999999997E-2</c:v>
                </c:pt>
                <c:pt idx="5914">
                  <c:v>2.7320731999999997E-2</c:v>
                </c:pt>
                <c:pt idx="5915">
                  <c:v>2.7000317999999999E-2</c:v>
                </c:pt>
                <c:pt idx="5916">
                  <c:v>2.6917023999999998E-2</c:v>
                </c:pt>
                <c:pt idx="5917">
                  <c:v>2.7403411999999999E-2</c:v>
                </c:pt>
                <c:pt idx="5918">
                  <c:v>2.7203645999999998E-2</c:v>
                </c:pt>
                <c:pt idx="5919">
                  <c:v>2.7239415000000003E-2</c:v>
                </c:pt>
                <c:pt idx="5920">
                  <c:v>2.7329856999999999E-2</c:v>
                </c:pt>
                <c:pt idx="5921">
                  <c:v>2.7565154999999997E-2</c:v>
                </c:pt>
                <c:pt idx="5922">
                  <c:v>2.7239366000000001E-2</c:v>
                </c:pt>
                <c:pt idx="5923">
                  <c:v>2.7019734E-2</c:v>
                </c:pt>
                <c:pt idx="5924">
                  <c:v>2.7140734999999999E-2</c:v>
                </c:pt>
                <c:pt idx="5925">
                  <c:v>2.6829581000000002E-2</c:v>
                </c:pt>
                <c:pt idx="5926">
                  <c:v>2.6560788000000002E-2</c:v>
                </c:pt>
                <c:pt idx="5927">
                  <c:v>2.6661518999999998E-2</c:v>
                </c:pt>
                <c:pt idx="5928">
                  <c:v>2.6989103E-2</c:v>
                </c:pt>
                <c:pt idx="5929">
                  <c:v>2.6728782999999999E-2</c:v>
                </c:pt>
                <c:pt idx="5930">
                  <c:v>2.6884388999999998E-2</c:v>
                </c:pt>
                <c:pt idx="5931">
                  <c:v>2.6658385E-2</c:v>
                </c:pt>
                <c:pt idx="5932">
                  <c:v>2.7494134000000003E-2</c:v>
                </c:pt>
                <c:pt idx="5933">
                  <c:v>2.7251240000000003E-2</c:v>
                </c:pt>
                <c:pt idx="5934">
                  <c:v>2.7047391E-2</c:v>
                </c:pt>
                <c:pt idx="5935">
                  <c:v>2.7237373999999998E-2</c:v>
                </c:pt>
                <c:pt idx="5936">
                  <c:v>2.8246820000000002E-2</c:v>
                </c:pt>
                <c:pt idx="5937">
                  <c:v>2.8441662000000003E-2</c:v>
                </c:pt>
                <c:pt idx="5938">
                  <c:v>2.8277998999999998E-2</c:v>
                </c:pt>
                <c:pt idx="5939">
                  <c:v>2.8277998999999998E-2</c:v>
                </c:pt>
                <c:pt idx="5940">
                  <c:v>2.8932159999999998E-2</c:v>
                </c:pt>
                <c:pt idx="5941">
                  <c:v>2.8959190999999999E-2</c:v>
                </c:pt>
                <c:pt idx="5942">
                  <c:v>2.8241206000000001E-2</c:v>
                </c:pt>
                <c:pt idx="5943">
                  <c:v>2.8797491000000001E-2</c:v>
                </c:pt>
                <c:pt idx="5944">
                  <c:v>2.8458964999999999E-2</c:v>
                </c:pt>
                <c:pt idx="5945">
                  <c:v>2.8010016999999998E-2</c:v>
                </c:pt>
                <c:pt idx="5946">
                  <c:v>2.8117056000000001E-2</c:v>
                </c:pt>
                <c:pt idx="5947">
                  <c:v>2.8387286999999997E-2</c:v>
                </c:pt>
                <c:pt idx="5948">
                  <c:v>2.9101089E-2</c:v>
                </c:pt>
                <c:pt idx="5949">
                  <c:v>2.9521240000000001E-2</c:v>
                </c:pt>
                <c:pt idx="5950">
                  <c:v>2.9136991999999997E-2</c:v>
                </c:pt>
                <c:pt idx="5951">
                  <c:v>2.8623275E-2</c:v>
                </c:pt>
                <c:pt idx="5952">
                  <c:v>2.9398829000000001E-2</c:v>
                </c:pt>
                <c:pt idx="5953">
                  <c:v>2.9363677999999997E-2</c:v>
                </c:pt>
                <c:pt idx="5954">
                  <c:v>2.9274104999999998E-2</c:v>
                </c:pt>
                <c:pt idx="5955">
                  <c:v>2.8962536999999997E-2</c:v>
                </c:pt>
                <c:pt idx="5956">
                  <c:v>2.9706650000000001E-2</c:v>
                </c:pt>
                <c:pt idx="5957">
                  <c:v>2.9111741E-2</c:v>
                </c:pt>
                <c:pt idx="5958">
                  <c:v>2.9177005000000002E-2</c:v>
                </c:pt>
                <c:pt idx="5959">
                  <c:v>2.8540965999999997E-2</c:v>
                </c:pt>
                <c:pt idx="5960">
                  <c:v>2.892552E-2</c:v>
                </c:pt>
                <c:pt idx="5961">
                  <c:v>2.8903438E-2</c:v>
                </c:pt>
                <c:pt idx="5962">
                  <c:v>2.8179923999999999E-2</c:v>
                </c:pt>
                <c:pt idx="5963">
                  <c:v>2.8347181999999999E-2</c:v>
                </c:pt>
                <c:pt idx="5964">
                  <c:v>2.8378134999999999E-2</c:v>
                </c:pt>
                <c:pt idx="5965">
                  <c:v>2.8920191999999997E-2</c:v>
                </c:pt>
                <c:pt idx="5966">
                  <c:v>2.8056076000000003E-2</c:v>
                </c:pt>
                <c:pt idx="5967">
                  <c:v>2.8350832000000003E-2</c:v>
                </c:pt>
                <c:pt idx="5968">
                  <c:v>2.7993376E-2</c:v>
                </c:pt>
                <c:pt idx="5969">
                  <c:v>2.7960339000000001E-2</c:v>
                </c:pt>
                <c:pt idx="5970">
                  <c:v>2.7771611999999998E-2</c:v>
                </c:pt>
                <c:pt idx="5971">
                  <c:v>2.7555473E-2</c:v>
                </c:pt>
                <c:pt idx="5972">
                  <c:v>2.7555473E-2</c:v>
                </c:pt>
                <c:pt idx="5973">
                  <c:v>2.7202297E-2</c:v>
                </c:pt>
                <c:pt idx="5974">
                  <c:v>2.7458085E-2</c:v>
                </c:pt>
                <c:pt idx="5975">
                  <c:v>2.7796649000000003E-2</c:v>
                </c:pt>
                <c:pt idx="5976">
                  <c:v>2.7536347999999999E-2</c:v>
                </c:pt>
                <c:pt idx="5977">
                  <c:v>2.7167505999999998E-2</c:v>
                </c:pt>
                <c:pt idx="5978">
                  <c:v>2.7829953999999997E-2</c:v>
                </c:pt>
                <c:pt idx="5979">
                  <c:v>2.7243606999999996E-2</c:v>
                </c:pt>
                <c:pt idx="5980">
                  <c:v>2.7334095000000003E-2</c:v>
                </c:pt>
                <c:pt idx="5981">
                  <c:v>2.7258393000000002E-2</c:v>
                </c:pt>
                <c:pt idx="5982">
                  <c:v>2.7013089000000001E-2</c:v>
                </c:pt>
                <c:pt idx="5983">
                  <c:v>2.6377525000000002E-2</c:v>
                </c:pt>
                <c:pt idx="5984">
                  <c:v>2.6427836000000003E-2</c:v>
                </c:pt>
                <c:pt idx="5985">
                  <c:v>2.6370008E-2</c:v>
                </c:pt>
                <c:pt idx="5986">
                  <c:v>2.7544990000000002E-2</c:v>
                </c:pt>
                <c:pt idx="5987">
                  <c:v>2.6498692000000001E-2</c:v>
                </c:pt>
                <c:pt idx="5988">
                  <c:v>2.6398119000000001E-2</c:v>
                </c:pt>
                <c:pt idx="5989">
                  <c:v>2.5984379000000002E-2</c:v>
                </c:pt>
                <c:pt idx="5990">
                  <c:v>2.5717563999999998E-2</c:v>
                </c:pt>
                <c:pt idx="5991">
                  <c:v>2.6081945999999998E-2</c:v>
                </c:pt>
                <c:pt idx="5992">
                  <c:v>2.5782815000000001E-2</c:v>
                </c:pt>
                <c:pt idx="5993">
                  <c:v>2.5788235999999999E-2</c:v>
                </c:pt>
                <c:pt idx="5994">
                  <c:v>2.5788235999999999E-2</c:v>
                </c:pt>
                <c:pt idx="5995">
                  <c:v>2.5790859999999999E-2</c:v>
                </c:pt>
                <c:pt idx="5996">
                  <c:v>2.6279171000000004E-2</c:v>
                </c:pt>
                <c:pt idx="5997">
                  <c:v>2.5780459999999998E-2</c:v>
                </c:pt>
                <c:pt idx="5998">
                  <c:v>2.5691039999999998E-2</c:v>
                </c:pt>
                <c:pt idx="5999">
                  <c:v>2.5691039999999998E-2</c:v>
                </c:pt>
                <c:pt idx="6000">
                  <c:v>2.5196092999999999E-2</c:v>
                </c:pt>
                <c:pt idx="6001">
                  <c:v>2.5900590000000001E-2</c:v>
                </c:pt>
                <c:pt idx="6002">
                  <c:v>2.5444443000000001E-2</c:v>
                </c:pt>
                <c:pt idx="6003">
                  <c:v>2.5537915000000001E-2</c:v>
                </c:pt>
                <c:pt idx="6004">
                  <c:v>2.5970533999999997E-2</c:v>
                </c:pt>
                <c:pt idx="6005">
                  <c:v>2.5913389999999998E-2</c:v>
                </c:pt>
                <c:pt idx="6006">
                  <c:v>2.5529231999999999E-2</c:v>
                </c:pt>
                <c:pt idx="6007">
                  <c:v>2.5799137999999999E-2</c:v>
                </c:pt>
                <c:pt idx="6008">
                  <c:v>2.5910091E-2</c:v>
                </c:pt>
                <c:pt idx="6009">
                  <c:v>2.5910091E-2</c:v>
                </c:pt>
                <c:pt idx="6010">
                  <c:v>2.5334442000000002E-2</c:v>
                </c:pt>
                <c:pt idx="6011">
                  <c:v>2.5220816E-2</c:v>
                </c:pt>
                <c:pt idx="6012">
                  <c:v>2.4962222999999999E-2</c:v>
                </c:pt>
                <c:pt idx="6013">
                  <c:v>2.5063545E-2</c:v>
                </c:pt>
                <c:pt idx="6014">
                  <c:v>2.5067763E-2</c:v>
                </c:pt>
                <c:pt idx="6015">
                  <c:v>2.4976660999999997E-2</c:v>
                </c:pt>
                <c:pt idx="6016">
                  <c:v>2.4652151000000001E-2</c:v>
                </c:pt>
                <c:pt idx="6017">
                  <c:v>2.4930294000000002E-2</c:v>
                </c:pt>
                <c:pt idx="6018">
                  <c:v>2.4694263000000001E-2</c:v>
                </c:pt>
                <c:pt idx="6019">
                  <c:v>2.4847002E-2</c:v>
                </c:pt>
                <c:pt idx="6020">
                  <c:v>2.4831743E-2</c:v>
                </c:pt>
                <c:pt idx="6021">
                  <c:v>2.549999E-2</c:v>
                </c:pt>
                <c:pt idx="6022">
                  <c:v>2.5329062999999999E-2</c:v>
                </c:pt>
                <c:pt idx="6023">
                  <c:v>2.4364238E-2</c:v>
                </c:pt>
                <c:pt idx="6024">
                  <c:v>2.3937387000000001E-2</c:v>
                </c:pt>
                <c:pt idx="6025">
                  <c:v>2.4315666999999999E-2</c:v>
                </c:pt>
                <c:pt idx="6026">
                  <c:v>2.3969290000000001E-2</c:v>
                </c:pt>
                <c:pt idx="6027">
                  <c:v>2.3722772E-2</c:v>
                </c:pt>
                <c:pt idx="6028">
                  <c:v>2.3614382E-2</c:v>
                </c:pt>
                <c:pt idx="6029">
                  <c:v>2.3606226000000001E-2</c:v>
                </c:pt>
                <c:pt idx="6030">
                  <c:v>2.2836400999999999E-2</c:v>
                </c:pt>
                <c:pt idx="6031">
                  <c:v>2.3268389E-2</c:v>
                </c:pt>
                <c:pt idx="6032">
                  <c:v>2.3046812999999999E-2</c:v>
                </c:pt>
                <c:pt idx="6033">
                  <c:v>2.2730447000000001E-2</c:v>
                </c:pt>
                <c:pt idx="6034">
                  <c:v>2.2730447000000001E-2</c:v>
                </c:pt>
                <c:pt idx="6035">
                  <c:v>2.2552484000000001E-2</c:v>
                </c:pt>
                <c:pt idx="6036">
                  <c:v>2.2040671000000001E-2</c:v>
                </c:pt>
                <c:pt idx="6037">
                  <c:v>2.2021087000000002E-2</c:v>
                </c:pt>
                <c:pt idx="6038">
                  <c:v>2.2272919999999998E-2</c:v>
                </c:pt>
                <c:pt idx="6039">
                  <c:v>2.202966E-2</c:v>
                </c:pt>
                <c:pt idx="6040">
                  <c:v>2.1976174000000001E-2</c:v>
                </c:pt>
                <c:pt idx="6041">
                  <c:v>2.2157051000000001E-2</c:v>
                </c:pt>
                <c:pt idx="6042">
                  <c:v>2.2429340999999998E-2</c:v>
                </c:pt>
                <c:pt idx="6043">
                  <c:v>2.2751661999999999E-2</c:v>
                </c:pt>
                <c:pt idx="6044">
                  <c:v>2.2575738000000001E-2</c:v>
                </c:pt>
                <c:pt idx="6045">
                  <c:v>2.2909591999999999E-2</c:v>
                </c:pt>
                <c:pt idx="6046">
                  <c:v>2.2860610999999999E-2</c:v>
                </c:pt>
                <c:pt idx="6047">
                  <c:v>2.3030711999999998E-2</c:v>
                </c:pt>
                <c:pt idx="6048">
                  <c:v>2.2954448999999998E-2</c:v>
                </c:pt>
                <c:pt idx="6049">
                  <c:v>2.2528357999999998E-2</c:v>
                </c:pt>
                <c:pt idx="6050">
                  <c:v>2.2152953E-2</c:v>
                </c:pt>
                <c:pt idx="6051">
                  <c:v>2.1778770999999999E-2</c:v>
                </c:pt>
                <c:pt idx="6052">
                  <c:v>2.1278809999999999E-2</c:v>
                </c:pt>
                <c:pt idx="6053">
                  <c:v>2.1204388000000001E-2</c:v>
                </c:pt>
                <c:pt idx="6054">
                  <c:v>2.1225129000000002E-2</c:v>
                </c:pt>
                <c:pt idx="6055">
                  <c:v>2.1325179999999999E-2</c:v>
                </c:pt>
                <c:pt idx="6056">
                  <c:v>2.1465400999999999E-2</c:v>
                </c:pt>
                <c:pt idx="6057">
                  <c:v>2.1155066E-2</c:v>
                </c:pt>
                <c:pt idx="6058">
                  <c:v>2.1410857999999998E-2</c:v>
                </c:pt>
                <c:pt idx="6059">
                  <c:v>2.1196549999999998E-2</c:v>
                </c:pt>
                <c:pt idx="6060">
                  <c:v>2.1278172000000001E-2</c:v>
                </c:pt>
                <c:pt idx="6061">
                  <c:v>2.1471960000000002E-2</c:v>
                </c:pt>
                <c:pt idx="6062">
                  <c:v>2.123158E-2</c:v>
                </c:pt>
                <c:pt idx="6063">
                  <c:v>2.123158E-2</c:v>
                </c:pt>
                <c:pt idx="6064">
                  <c:v>2.0551849000000001E-2</c:v>
                </c:pt>
                <c:pt idx="6065">
                  <c:v>2.0811206999999998E-2</c:v>
                </c:pt>
                <c:pt idx="6066">
                  <c:v>2.0909855999999998E-2</c:v>
                </c:pt>
                <c:pt idx="6067">
                  <c:v>2.0978574E-2</c:v>
                </c:pt>
                <c:pt idx="6068">
                  <c:v>2.0441031000000002E-2</c:v>
                </c:pt>
                <c:pt idx="6069">
                  <c:v>2.0360983999999999E-2</c:v>
                </c:pt>
                <c:pt idx="6070">
                  <c:v>2.0622859E-2</c:v>
                </c:pt>
                <c:pt idx="6071">
                  <c:v>1.9444542000000002E-2</c:v>
                </c:pt>
                <c:pt idx="6072">
                  <c:v>1.9848294000000002E-2</c:v>
                </c:pt>
                <c:pt idx="6073">
                  <c:v>2.0271885E-2</c:v>
                </c:pt>
                <c:pt idx="6074">
                  <c:v>2.0268445E-2</c:v>
                </c:pt>
                <c:pt idx="6075">
                  <c:v>2.0398193000000002E-2</c:v>
                </c:pt>
                <c:pt idx="6076">
                  <c:v>2.0777880999999998E-2</c:v>
                </c:pt>
                <c:pt idx="6077">
                  <c:v>2.0351012000000002E-2</c:v>
                </c:pt>
                <c:pt idx="6078">
                  <c:v>2.0512518E-2</c:v>
                </c:pt>
                <c:pt idx="6079">
                  <c:v>2.0537448999999999E-2</c:v>
                </c:pt>
                <c:pt idx="6080">
                  <c:v>2.0518456000000001E-2</c:v>
                </c:pt>
                <c:pt idx="6081">
                  <c:v>2.0475945999999998E-2</c:v>
                </c:pt>
                <c:pt idx="6082">
                  <c:v>2.0387898000000002E-2</c:v>
                </c:pt>
                <c:pt idx="6083">
                  <c:v>2.0449573000000002E-2</c:v>
                </c:pt>
                <c:pt idx="6084">
                  <c:v>2.0541926000000002E-2</c:v>
                </c:pt>
                <c:pt idx="6085">
                  <c:v>2.0271467999999997E-2</c:v>
                </c:pt>
                <c:pt idx="6086">
                  <c:v>2.0743561000000001E-2</c:v>
                </c:pt>
                <c:pt idx="6087">
                  <c:v>2.0917663999999999E-2</c:v>
                </c:pt>
                <c:pt idx="6088">
                  <c:v>2.0896352E-2</c:v>
                </c:pt>
                <c:pt idx="6089">
                  <c:v>2.0797486E-2</c:v>
                </c:pt>
                <c:pt idx="6090">
                  <c:v>2.0856975999999999E-2</c:v>
                </c:pt>
                <c:pt idx="6091">
                  <c:v>2.0527868000000001E-2</c:v>
                </c:pt>
                <c:pt idx="6092">
                  <c:v>2.0737510000000001E-2</c:v>
                </c:pt>
                <c:pt idx="6093">
                  <c:v>2.0386484E-2</c:v>
                </c:pt>
                <c:pt idx="6094">
                  <c:v>2.0398471000000001E-2</c:v>
                </c:pt>
                <c:pt idx="6095">
                  <c:v>2.060329E-2</c:v>
                </c:pt>
                <c:pt idx="6096">
                  <c:v>2.0900394999999999E-2</c:v>
                </c:pt>
                <c:pt idx="6097">
                  <c:v>2.0327538999999999E-2</c:v>
                </c:pt>
                <c:pt idx="6098">
                  <c:v>2.0117251999999999E-2</c:v>
                </c:pt>
                <c:pt idx="6099">
                  <c:v>1.9980547000000001E-2</c:v>
                </c:pt>
                <c:pt idx="6100">
                  <c:v>2.0091080000000001E-2</c:v>
                </c:pt>
                <c:pt idx="6101">
                  <c:v>2.0022730000000002E-2</c:v>
                </c:pt>
                <c:pt idx="6102">
                  <c:v>1.9848804999999997E-2</c:v>
                </c:pt>
                <c:pt idx="6103">
                  <c:v>1.9958139E-2</c:v>
                </c:pt>
                <c:pt idx="6104">
                  <c:v>1.9958139E-2</c:v>
                </c:pt>
                <c:pt idx="6105">
                  <c:v>2.0304551000000001E-2</c:v>
                </c:pt>
                <c:pt idx="6106">
                  <c:v>1.9569279000000002E-2</c:v>
                </c:pt>
                <c:pt idx="6107">
                  <c:v>1.9864100999999999E-2</c:v>
                </c:pt>
                <c:pt idx="6108">
                  <c:v>2.0122871000000001E-2</c:v>
                </c:pt>
                <c:pt idx="6109">
                  <c:v>2.0401037E-2</c:v>
                </c:pt>
                <c:pt idx="6110">
                  <c:v>2.0728653999999999E-2</c:v>
                </c:pt>
                <c:pt idx="6111">
                  <c:v>2.0880294000000001E-2</c:v>
                </c:pt>
                <c:pt idx="6112">
                  <c:v>2.0841580999999998E-2</c:v>
                </c:pt>
                <c:pt idx="6113">
                  <c:v>2.0137025999999999E-2</c:v>
                </c:pt>
                <c:pt idx="6114">
                  <c:v>2.0095961999999998E-2</c:v>
                </c:pt>
                <c:pt idx="6115">
                  <c:v>2.0514785000000001E-2</c:v>
                </c:pt>
                <c:pt idx="6116">
                  <c:v>2.0471777E-2</c:v>
                </c:pt>
                <c:pt idx="6117">
                  <c:v>2.0817505E-2</c:v>
                </c:pt>
                <c:pt idx="6118">
                  <c:v>2.1012256999999999E-2</c:v>
                </c:pt>
                <c:pt idx="6119">
                  <c:v>2.0775541000000002E-2</c:v>
                </c:pt>
                <c:pt idx="6120">
                  <c:v>2.1075595999999999E-2</c:v>
                </c:pt>
                <c:pt idx="6121">
                  <c:v>2.1075595999999999E-2</c:v>
                </c:pt>
                <c:pt idx="6122">
                  <c:v>2.0828019999999999E-2</c:v>
                </c:pt>
                <c:pt idx="6123">
                  <c:v>2.0838572999999999E-2</c:v>
                </c:pt>
                <c:pt idx="6124">
                  <c:v>2.0915644000000001E-2</c:v>
                </c:pt>
                <c:pt idx="6125">
                  <c:v>2.087255E-2</c:v>
                </c:pt>
                <c:pt idx="6126">
                  <c:v>2.0557910999999998E-2</c:v>
                </c:pt>
                <c:pt idx="6127">
                  <c:v>2.0793406E-2</c:v>
                </c:pt>
                <c:pt idx="6128">
                  <c:v>2.0402377999999999E-2</c:v>
                </c:pt>
                <c:pt idx="6129">
                  <c:v>2.0422148000000001E-2</c:v>
                </c:pt>
                <c:pt idx="6130">
                  <c:v>2.062777E-2</c:v>
                </c:pt>
                <c:pt idx="6131">
                  <c:v>2.0752754999999998E-2</c:v>
                </c:pt>
                <c:pt idx="6132">
                  <c:v>2.0752754999999998E-2</c:v>
                </c:pt>
                <c:pt idx="6133">
                  <c:v>2.0979412999999999E-2</c:v>
                </c:pt>
                <c:pt idx="6134">
                  <c:v>2.0763027999999999E-2</c:v>
                </c:pt>
                <c:pt idx="6135">
                  <c:v>2.0699569000000001E-2</c:v>
                </c:pt>
                <c:pt idx="6136">
                  <c:v>2.0666194999999998E-2</c:v>
                </c:pt>
                <c:pt idx="6137">
                  <c:v>2.0908192999999999E-2</c:v>
                </c:pt>
                <c:pt idx="6138">
                  <c:v>2.0939043000000001E-2</c:v>
                </c:pt>
                <c:pt idx="6139">
                  <c:v>2.0781310000000001E-2</c:v>
                </c:pt>
                <c:pt idx="6140">
                  <c:v>2.1031066000000001E-2</c:v>
                </c:pt>
                <c:pt idx="6141">
                  <c:v>2.1103478000000002E-2</c:v>
                </c:pt>
                <c:pt idx="6142">
                  <c:v>2.0840997999999999E-2</c:v>
                </c:pt>
                <c:pt idx="6143">
                  <c:v>2.0664190999999998E-2</c:v>
                </c:pt>
                <c:pt idx="6144">
                  <c:v>2.0698089999999999E-2</c:v>
                </c:pt>
                <c:pt idx="6145">
                  <c:v>2.0599294000000001E-2</c:v>
                </c:pt>
                <c:pt idx="6146">
                  <c:v>2.0536644E-2</c:v>
                </c:pt>
                <c:pt idx="6147">
                  <c:v>2.0855385000000001E-2</c:v>
                </c:pt>
                <c:pt idx="6148">
                  <c:v>2.1069048999999999E-2</c:v>
                </c:pt>
                <c:pt idx="6149">
                  <c:v>2.1012203E-2</c:v>
                </c:pt>
                <c:pt idx="6150">
                  <c:v>2.1145150000000001E-2</c:v>
                </c:pt>
                <c:pt idx="6151">
                  <c:v>2.1622071999999999E-2</c:v>
                </c:pt>
                <c:pt idx="6152">
                  <c:v>2.1882036000000001E-2</c:v>
                </c:pt>
                <c:pt idx="6153">
                  <c:v>2.3196339E-2</c:v>
                </c:pt>
                <c:pt idx="6154">
                  <c:v>2.3940493E-2</c:v>
                </c:pt>
                <c:pt idx="6155">
                  <c:v>2.3260247000000001E-2</c:v>
                </c:pt>
                <c:pt idx="6156">
                  <c:v>2.2851974000000001E-2</c:v>
                </c:pt>
                <c:pt idx="6157">
                  <c:v>2.2589489000000001E-2</c:v>
                </c:pt>
                <c:pt idx="6158">
                  <c:v>2.2548765000000002E-2</c:v>
                </c:pt>
                <c:pt idx="6159">
                  <c:v>2.2704208E-2</c:v>
                </c:pt>
                <c:pt idx="6160">
                  <c:v>2.2804609999999999E-2</c:v>
                </c:pt>
                <c:pt idx="6161">
                  <c:v>2.2517126999999998E-2</c:v>
                </c:pt>
                <c:pt idx="6162">
                  <c:v>2.1812383000000001E-2</c:v>
                </c:pt>
                <c:pt idx="6163">
                  <c:v>2.1824151999999999E-2</c:v>
                </c:pt>
                <c:pt idx="6164">
                  <c:v>2.1541678999999998E-2</c:v>
                </c:pt>
                <c:pt idx="6165">
                  <c:v>2.1779281000000001E-2</c:v>
                </c:pt>
                <c:pt idx="6166">
                  <c:v>2.1780562999999999E-2</c:v>
                </c:pt>
                <c:pt idx="6167">
                  <c:v>2.1403894999999999E-2</c:v>
                </c:pt>
                <c:pt idx="6168">
                  <c:v>2.1684526999999999E-2</c:v>
                </c:pt>
                <c:pt idx="6169">
                  <c:v>2.1365411000000001E-2</c:v>
                </c:pt>
                <c:pt idx="6170">
                  <c:v>2.1354966E-2</c:v>
                </c:pt>
                <c:pt idx="6171">
                  <c:v>2.1243801E-2</c:v>
                </c:pt>
                <c:pt idx="6172">
                  <c:v>2.1121530999999999E-2</c:v>
                </c:pt>
                <c:pt idx="6173">
                  <c:v>2.0815406999999998E-2</c:v>
                </c:pt>
                <c:pt idx="6174">
                  <c:v>2.0815406999999998E-2</c:v>
                </c:pt>
                <c:pt idx="6175">
                  <c:v>2.130054E-2</c:v>
                </c:pt>
                <c:pt idx="6176">
                  <c:v>2.1977047999999999E-2</c:v>
                </c:pt>
                <c:pt idx="6177">
                  <c:v>2.2093763999999998E-2</c:v>
                </c:pt>
                <c:pt idx="6178">
                  <c:v>2.2101749E-2</c:v>
                </c:pt>
                <c:pt idx="6179">
                  <c:v>2.2270016E-2</c:v>
                </c:pt>
                <c:pt idx="6180">
                  <c:v>2.2717666000000001E-2</c:v>
                </c:pt>
                <c:pt idx="6181">
                  <c:v>2.2552019000000003E-2</c:v>
                </c:pt>
                <c:pt idx="6182">
                  <c:v>2.2340324000000002E-2</c:v>
                </c:pt>
                <c:pt idx="6183">
                  <c:v>2.2316857999999998E-2</c:v>
                </c:pt>
                <c:pt idx="6184">
                  <c:v>2.2475700000000001E-2</c:v>
                </c:pt>
                <c:pt idx="6185">
                  <c:v>2.1973967E-2</c:v>
                </c:pt>
                <c:pt idx="6186">
                  <c:v>2.1529499000000001E-2</c:v>
                </c:pt>
                <c:pt idx="6187">
                  <c:v>2.1380851999999999E-2</c:v>
                </c:pt>
                <c:pt idx="6188">
                  <c:v>2.1111224999999997E-2</c:v>
                </c:pt>
                <c:pt idx="6189">
                  <c:v>2.1088323999999999E-2</c:v>
                </c:pt>
                <c:pt idx="6190">
                  <c:v>2.1213534000000003E-2</c:v>
                </c:pt>
                <c:pt idx="6191">
                  <c:v>2.0768666999999998E-2</c:v>
                </c:pt>
                <c:pt idx="6192">
                  <c:v>2.0591669999999999E-2</c:v>
                </c:pt>
                <c:pt idx="6193">
                  <c:v>2.0717430999999998E-2</c:v>
                </c:pt>
                <c:pt idx="6194">
                  <c:v>2.0391962E-2</c:v>
                </c:pt>
                <c:pt idx="6195">
                  <c:v>2.0550558E-2</c:v>
                </c:pt>
                <c:pt idx="6196">
                  <c:v>2.0396574000000001E-2</c:v>
                </c:pt>
                <c:pt idx="6197">
                  <c:v>1.9957308999999999E-2</c:v>
                </c:pt>
                <c:pt idx="6198">
                  <c:v>1.9210629999999999E-2</c:v>
                </c:pt>
                <c:pt idx="6199">
                  <c:v>1.9165605999999998E-2</c:v>
                </c:pt>
                <c:pt idx="6200">
                  <c:v>1.9417796999999997E-2</c:v>
                </c:pt>
                <c:pt idx="6201">
                  <c:v>1.9009555000000001E-2</c:v>
                </c:pt>
                <c:pt idx="6202">
                  <c:v>1.9335324000000001E-2</c:v>
                </c:pt>
                <c:pt idx="6203">
                  <c:v>1.9246551000000001E-2</c:v>
                </c:pt>
                <c:pt idx="6204">
                  <c:v>1.9246551000000001E-2</c:v>
                </c:pt>
                <c:pt idx="6205">
                  <c:v>1.936792E-2</c:v>
                </c:pt>
                <c:pt idx="6206">
                  <c:v>1.932294E-2</c:v>
                </c:pt>
                <c:pt idx="6207">
                  <c:v>1.8946679000000001E-2</c:v>
                </c:pt>
                <c:pt idx="6208">
                  <c:v>1.9125949999999999E-2</c:v>
                </c:pt>
                <c:pt idx="6209">
                  <c:v>1.8687515999999998E-2</c:v>
                </c:pt>
                <c:pt idx="6210">
                  <c:v>1.8984050999999998E-2</c:v>
                </c:pt>
                <c:pt idx="6211">
                  <c:v>1.898791E-2</c:v>
                </c:pt>
                <c:pt idx="6212">
                  <c:v>1.9161686000000001E-2</c:v>
                </c:pt>
                <c:pt idx="6213">
                  <c:v>1.8894604000000002E-2</c:v>
                </c:pt>
                <c:pt idx="6214">
                  <c:v>1.8870271000000001E-2</c:v>
                </c:pt>
                <c:pt idx="6215">
                  <c:v>1.9063733999999999E-2</c:v>
                </c:pt>
                <c:pt idx="6216">
                  <c:v>1.8707127E-2</c:v>
                </c:pt>
                <c:pt idx="6217">
                  <c:v>1.9223625999999997E-2</c:v>
                </c:pt>
                <c:pt idx="6218">
                  <c:v>1.8710238000000001E-2</c:v>
                </c:pt>
                <c:pt idx="6219">
                  <c:v>1.9222257999999999E-2</c:v>
                </c:pt>
                <c:pt idx="6220">
                  <c:v>1.9339072999999998E-2</c:v>
                </c:pt>
                <c:pt idx="6221">
                  <c:v>1.8830257999999999E-2</c:v>
                </c:pt>
                <c:pt idx="6222">
                  <c:v>1.9043572000000002E-2</c:v>
                </c:pt>
                <c:pt idx="6223">
                  <c:v>1.8625359000000001E-2</c:v>
                </c:pt>
                <c:pt idx="6224">
                  <c:v>1.8625359000000001E-2</c:v>
                </c:pt>
                <c:pt idx="6225">
                  <c:v>1.8068550999999999E-2</c:v>
                </c:pt>
                <c:pt idx="6226">
                  <c:v>1.8163835E-2</c:v>
                </c:pt>
                <c:pt idx="6227">
                  <c:v>1.8037873999999999E-2</c:v>
                </c:pt>
                <c:pt idx="6228">
                  <c:v>1.8437452999999999E-2</c:v>
                </c:pt>
                <c:pt idx="6229">
                  <c:v>1.8736588000000002E-2</c:v>
                </c:pt>
                <c:pt idx="6230">
                  <c:v>1.8701756E-2</c:v>
                </c:pt>
                <c:pt idx="6231">
                  <c:v>1.8508787000000002E-2</c:v>
                </c:pt>
                <c:pt idx="6232">
                  <c:v>1.8630474000000001E-2</c:v>
                </c:pt>
                <c:pt idx="6233">
                  <c:v>1.8635552E-2</c:v>
                </c:pt>
                <c:pt idx="6234">
                  <c:v>1.9430845999999998E-2</c:v>
                </c:pt>
                <c:pt idx="6235">
                  <c:v>1.9253747000000002E-2</c:v>
                </c:pt>
                <c:pt idx="6236">
                  <c:v>1.9476088999999999E-2</c:v>
                </c:pt>
                <c:pt idx="6237">
                  <c:v>1.9476088999999999E-2</c:v>
                </c:pt>
                <c:pt idx="6238">
                  <c:v>1.9825908E-2</c:v>
                </c:pt>
                <c:pt idx="6239">
                  <c:v>1.9812284999999999E-2</c:v>
                </c:pt>
                <c:pt idx="6240">
                  <c:v>1.9605531999999998E-2</c:v>
                </c:pt>
                <c:pt idx="6241">
                  <c:v>1.9922287E-2</c:v>
                </c:pt>
                <c:pt idx="6242">
                  <c:v>1.9870868E-2</c:v>
                </c:pt>
                <c:pt idx="6243">
                  <c:v>1.9856758999999998E-2</c:v>
                </c:pt>
                <c:pt idx="6244">
                  <c:v>1.9562753000000002E-2</c:v>
                </c:pt>
                <c:pt idx="6245">
                  <c:v>1.9419341E-2</c:v>
                </c:pt>
                <c:pt idx="6246">
                  <c:v>1.9185145000000001E-2</c:v>
                </c:pt>
                <c:pt idx="6247">
                  <c:v>1.8852368999999997E-2</c:v>
                </c:pt>
                <c:pt idx="6248">
                  <c:v>1.8643755999999997E-2</c:v>
                </c:pt>
                <c:pt idx="6249">
                  <c:v>1.8834811E-2</c:v>
                </c:pt>
                <c:pt idx="6250">
                  <c:v>1.8952698E-2</c:v>
                </c:pt>
                <c:pt idx="6251">
                  <c:v>1.8092614E-2</c:v>
                </c:pt>
                <c:pt idx="6252">
                  <c:v>1.8873582E-2</c:v>
                </c:pt>
                <c:pt idx="6253">
                  <c:v>1.9100697E-2</c:v>
                </c:pt>
                <c:pt idx="6254">
                  <c:v>1.8890135000000002E-2</c:v>
                </c:pt>
                <c:pt idx="6255">
                  <c:v>1.9033048E-2</c:v>
                </c:pt>
                <c:pt idx="6256">
                  <c:v>1.9033048E-2</c:v>
                </c:pt>
                <c:pt idx="6257">
                  <c:v>1.9068748999999999E-2</c:v>
                </c:pt>
                <c:pt idx="6258">
                  <c:v>1.8880526000000002E-2</c:v>
                </c:pt>
                <c:pt idx="6259">
                  <c:v>1.9542335000000001E-2</c:v>
                </c:pt>
                <c:pt idx="6260">
                  <c:v>1.9371367E-2</c:v>
                </c:pt>
                <c:pt idx="6261">
                  <c:v>1.9371367E-2</c:v>
                </c:pt>
                <c:pt idx="6262">
                  <c:v>1.9558177E-2</c:v>
                </c:pt>
                <c:pt idx="6263">
                  <c:v>1.9141584999999999E-2</c:v>
                </c:pt>
                <c:pt idx="6264">
                  <c:v>1.9332389000000002E-2</c:v>
                </c:pt>
                <c:pt idx="6265">
                  <c:v>1.8844247999999997E-2</c:v>
                </c:pt>
                <c:pt idx="6266">
                  <c:v>1.9186231000000002E-2</c:v>
                </c:pt>
                <c:pt idx="6267">
                  <c:v>1.9087357999999999E-2</c:v>
                </c:pt>
                <c:pt idx="6268">
                  <c:v>1.8723571000000001E-2</c:v>
                </c:pt>
                <c:pt idx="6269">
                  <c:v>1.8864103E-2</c:v>
                </c:pt>
                <c:pt idx="6270">
                  <c:v>1.8958698E-2</c:v>
                </c:pt>
                <c:pt idx="6271">
                  <c:v>1.9384871999999997E-2</c:v>
                </c:pt>
                <c:pt idx="6272">
                  <c:v>1.9408999E-2</c:v>
                </c:pt>
                <c:pt idx="6273">
                  <c:v>1.9227171000000001E-2</c:v>
                </c:pt>
                <c:pt idx="6274">
                  <c:v>1.9227171000000001E-2</c:v>
                </c:pt>
                <c:pt idx="6275">
                  <c:v>1.925822E-2</c:v>
                </c:pt>
                <c:pt idx="6276">
                  <c:v>1.8823700999999998E-2</c:v>
                </c:pt>
                <c:pt idx="6277">
                  <c:v>1.8778458000000001E-2</c:v>
                </c:pt>
                <c:pt idx="6278">
                  <c:v>1.8875038E-2</c:v>
                </c:pt>
                <c:pt idx="6279">
                  <c:v>1.9332083E-2</c:v>
                </c:pt>
                <c:pt idx="6280">
                  <c:v>1.9255674E-2</c:v>
                </c:pt>
                <c:pt idx="6281">
                  <c:v>1.9156132999999999E-2</c:v>
                </c:pt>
                <c:pt idx="6282">
                  <c:v>1.9053524999999998E-2</c:v>
                </c:pt>
                <c:pt idx="6283">
                  <c:v>1.9272043999999999E-2</c:v>
                </c:pt>
                <c:pt idx="6284">
                  <c:v>1.9376719000000001E-2</c:v>
                </c:pt>
                <c:pt idx="6285">
                  <c:v>1.9411443E-2</c:v>
                </c:pt>
                <c:pt idx="6286">
                  <c:v>1.9504885999999999E-2</c:v>
                </c:pt>
                <c:pt idx="6287">
                  <c:v>1.9223762999999998E-2</c:v>
                </c:pt>
                <c:pt idx="6288">
                  <c:v>1.8865376E-2</c:v>
                </c:pt>
                <c:pt idx="6289">
                  <c:v>1.8820397999999999E-2</c:v>
                </c:pt>
                <c:pt idx="6290">
                  <c:v>1.8749353E-2</c:v>
                </c:pt>
                <c:pt idx="6291">
                  <c:v>1.8385000999999998E-2</c:v>
                </c:pt>
                <c:pt idx="6292">
                  <c:v>1.8551682E-2</c:v>
                </c:pt>
                <c:pt idx="6293">
                  <c:v>1.8563850999999999E-2</c:v>
                </c:pt>
                <c:pt idx="6294">
                  <c:v>1.8563850999999999E-2</c:v>
                </c:pt>
                <c:pt idx="6295">
                  <c:v>1.8051814999999999E-2</c:v>
                </c:pt>
                <c:pt idx="6296">
                  <c:v>1.8286788000000002E-2</c:v>
                </c:pt>
                <c:pt idx="6297">
                  <c:v>1.8360340999999999E-2</c:v>
                </c:pt>
                <c:pt idx="6298">
                  <c:v>1.8731457E-2</c:v>
                </c:pt>
                <c:pt idx="6299">
                  <c:v>1.8873188999999999E-2</c:v>
                </c:pt>
                <c:pt idx="6300">
                  <c:v>1.9398444000000001E-2</c:v>
                </c:pt>
                <c:pt idx="6301">
                  <c:v>1.9484041000000001E-2</c:v>
                </c:pt>
                <c:pt idx="6302">
                  <c:v>1.9321823000000002E-2</c:v>
                </c:pt>
                <c:pt idx="6303">
                  <c:v>1.9795833999999998E-2</c:v>
                </c:pt>
                <c:pt idx="6304">
                  <c:v>2.0022411E-2</c:v>
                </c:pt>
                <c:pt idx="6305">
                  <c:v>1.9890809999999998E-2</c:v>
                </c:pt>
                <c:pt idx="6306">
                  <c:v>1.9401841999999999E-2</c:v>
                </c:pt>
                <c:pt idx="6307">
                  <c:v>1.9791802000000001E-2</c:v>
                </c:pt>
                <c:pt idx="6308">
                  <c:v>1.9629365000000003E-2</c:v>
                </c:pt>
                <c:pt idx="6309">
                  <c:v>2.0206943999999998E-2</c:v>
                </c:pt>
                <c:pt idx="6310">
                  <c:v>2.0125003000000002E-2</c:v>
                </c:pt>
                <c:pt idx="6311">
                  <c:v>1.9992873000000001E-2</c:v>
                </c:pt>
                <c:pt idx="6312">
                  <c:v>2.0565305000000002E-2</c:v>
                </c:pt>
                <c:pt idx="6313">
                  <c:v>2.0077454000000002E-2</c:v>
                </c:pt>
                <c:pt idx="6314">
                  <c:v>2.0156034999999999E-2</c:v>
                </c:pt>
                <c:pt idx="6315">
                  <c:v>2.0191592000000001E-2</c:v>
                </c:pt>
                <c:pt idx="6316">
                  <c:v>2.0579499999999997E-2</c:v>
                </c:pt>
                <c:pt idx="6317">
                  <c:v>2.0235804E-2</c:v>
                </c:pt>
                <c:pt idx="6318">
                  <c:v>2.0376147000000001E-2</c:v>
                </c:pt>
                <c:pt idx="6319">
                  <c:v>1.9791918999999998E-2</c:v>
                </c:pt>
                <c:pt idx="6320">
                  <c:v>1.9988841E-2</c:v>
                </c:pt>
                <c:pt idx="6321">
                  <c:v>1.9877395999999999E-2</c:v>
                </c:pt>
                <c:pt idx="6322">
                  <c:v>2.0162685E-2</c:v>
                </c:pt>
                <c:pt idx="6323">
                  <c:v>2.0875255999999998E-2</c:v>
                </c:pt>
                <c:pt idx="6324">
                  <c:v>2.127795E-2</c:v>
                </c:pt>
                <c:pt idx="6325">
                  <c:v>2.1277533000000001E-2</c:v>
                </c:pt>
                <c:pt idx="6326">
                  <c:v>2.1210376999999999E-2</c:v>
                </c:pt>
                <c:pt idx="6327">
                  <c:v>2.2862238999999999E-2</c:v>
                </c:pt>
                <c:pt idx="6328">
                  <c:v>2.4154138000000002E-2</c:v>
                </c:pt>
                <c:pt idx="6329">
                  <c:v>2.5459590000000001E-2</c:v>
                </c:pt>
                <c:pt idx="6330">
                  <c:v>2.5200164000000001E-2</c:v>
                </c:pt>
                <c:pt idx="6331">
                  <c:v>2.6266579000000002E-2</c:v>
                </c:pt>
                <c:pt idx="6332">
                  <c:v>2.5097293E-2</c:v>
                </c:pt>
                <c:pt idx="6333">
                  <c:v>2.5383275E-2</c:v>
                </c:pt>
                <c:pt idx="6334">
                  <c:v>2.5468834000000003E-2</c:v>
                </c:pt>
                <c:pt idx="6335">
                  <c:v>2.5213739000000002E-2</c:v>
                </c:pt>
                <c:pt idx="6336">
                  <c:v>2.5479177000000002E-2</c:v>
                </c:pt>
                <c:pt idx="6337">
                  <c:v>2.4983627999999997E-2</c:v>
                </c:pt>
                <c:pt idx="6338">
                  <c:v>2.4983627999999997E-2</c:v>
                </c:pt>
                <c:pt idx="6339">
                  <c:v>2.4799210999999998E-2</c:v>
                </c:pt>
                <c:pt idx="6340">
                  <c:v>2.4515969000000002E-2</c:v>
                </c:pt>
                <c:pt idx="6341">
                  <c:v>2.3609821E-2</c:v>
                </c:pt>
                <c:pt idx="6342">
                  <c:v>2.3962602E-2</c:v>
                </c:pt>
                <c:pt idx="6343">
                  <c:v>2.3938856000000001E-2</c:v>
                </c:pt>
                <c:pt idx="6344">
                  <c:v>2.3982704000000001E-2</c:v>
                </c:pt>
                <c:pt idx="6345">
                  <c:v>2.4208701999999999E-2</c:v>
                </c:pt>
                <c:pt idx="6346">
                  <c:v>2.4439605999999999E-2</c:v>
                </c:pt>
                <c:pt idx="6347">
                  <c:v>2.4105612999999998E-2</c:v>
                </c:pt>
                <c:pt idx="6348">
                  <c:v>2.3475269E-2</c:v>
                </c:pt>
                <c:pt idx="6349">
                  <c:v>2.3477099000000001E-2</c:v>
                </c:pt>
                <c:pt idx="6350">
                  <c:v>2.3759059999999999E-2</c:v>
                </c:pt>
                <c:pt idx="6351">
                  <c:v>2.3674799999999999E-2</c:v>
                </c:pt>
                <c:pt idx="6352">
                  <c:v>2.276425E-2</c:v>
                </c:pt>
                <c:pt idx="6353">
                  <c:v>2.2799941000000001E-2</c:v>
                </c:pt>
                <c:pt idx="6354">
                  <c:v>2.1560398000000001E-2</c:v>
                </c:pt>
                <c:pt idx="6355">
                  <c:v>2.1477764E-2</c:v>
                </c:pt>
                <c:pt idx="6356">
                  <c:v>2.0939902E-2</c:v>
                </c:pt>
                <c:pt idx="6357">
                  <c:v>2.1650407E-2</c:v>
                </c:pt>
                <c:pt idx="6358">
                  <c:v>2.1327582000000001E-2</c:v>
                </c:pt>
                <c:pt idx="6359">
                  <c:v>2.1697174E-2</c:v>
                </c:pt>
                <c:pt idx="6360">
                  <c:v>2.1383350999999998E-2</c:v>
                </c:pt>
                <c:pt idx="6361">
                  <c:v>2.0855609000000001E-2</c:v>
                </c:pt>
                <c:pt idx="6362">
                  <c:v>2.1433142000000002E-2</c:v>
                </c:pt>
                <c:pt idx="6363">
                  <c:v>2.1538149000000003E-2</c:v>
                </c:pt>
                <c:pt idx="6364">
                  <c:v>2.1538149000000003E-2</c:v>
                </c:pt>
                <c:pt idx="6365">
                  <c:v>2.1483740000000001E-2</c:v>
                </c:pt>
                <c:pt idx="6366">
                  <c:v>2.1325255000000001E-2</c:v>
                </c:pt>
                <c:pt idx="6367">
                  <c:v>2.1469121000000001E-2</c:v>
                </c:pt>
                <c:pt idx="6368">
                  <c:v>2.1533190000000001E-2</c:v>
                </c:pt>
                <c:pt idx="6369">
                  <c:v>2.1377317999999999E-2</c:v>
                </c:pt>
                <c:pt idx="6370">
                  <c:v>2.1166203999999997E-2</c:v>
                </c:pt>
                <c:pt idx="6371">
                  <c:v>2.1591795E-2</c:v>
                </c:pt>
                <c:pt idx="6372">
                  <c:v>2.1009659E-2</c:v>
                </c:pt>
                <c:pt idx="6373">
                  <c:v>2.0312459999999997E-2</c:v>
                </c:pt>
                <c:pt idx="6374">
                  <c:v>2.0515121000000001E-2</c:v>
                </c:pt>
                <c:pt idx="6375">
                  <c:v>2.0299475000000001E-2</c:v>
                </c:pt>
                <c:pt idx="6376">
                  <c:v>2.0496796000000001E-2</c:v>
                </c:pt>
                <c:pt idx="6377">
                  <c:v>2.0789635000000001E-2</c:v>
                </c:pt>
                <c:pt idx="6378">
                  <c:v>2.0607919999999998E-2</c:v>
                </c:pt>
                <c:pt idx="6379">
                  <c:v>2.0366134000000001E-2</c:v>
                </c:pt>
                <c:pt idx="6380">
                  <c:v>2.0734710999999999E-2</c:v>
                </c:pt>
                <c:pt idx="6381">
                  <c:v>2.0610475999999999E-2</c:v>
                </c:pt>
                <c:pt idx="6382">
                  <c:v>2.0610475999999999E-2</c:v>
                </c:pt>
                <c:pt idx="6383">
                  <c:v>2.0789076E-2</c:v>
                </c:pt>
                <c:pt idx="6384">
                  <c:v>2.0942711999999999E-2</c:v>
                </c:pt>
                <c:pt idx="6385">
                  <c:v>2.0912751E-2</c:v>
                </c:pt>
                <c:pt idx="6386">
                  <c:v>2.0932018E-2</c:v>
                </c:pt>
                <c:pt idx="6387">
                  <c:v>2.1137442999999999E-2</c:v>
                </c:pt>
                <c:pt idx="6388">
                  <c:v>2.0858488000000001E-2</c:v>
                </c:pt>
                <c:pt idx="6389">
                  <c:v>2.0848558E-2</c:v>
                </c:pt>
                <c:pt idx="6390">
                  <c:v>2.0512924000000002E-2</c:v>
                </c:pt>
                <c:pt idx="6391">
                  <c:v>2.0290898000000002E-2</c:v>
                </c:pt>
                <c:pt idx="6392">
                  <c:v>1.9615410999999999E-2</c:v>
                </c:pt>
                <c:pt idx="6393">
                  <c:v>1.9615410999999999E-2</c:v>
                </c:pt>
                <c:pt idx="6394">
                  <c:v>1.9465962E-2</c:v>
                </c:pt>
                <c:pt idx="6395">
                  <c:v>1.9554091999999999E-2</c:v>
                </c:pt>
                <c:pt idx="6396">
                  <c:v>1.9809297E-2</c:v>
                </c:pt>
                <c:pt idx="6397">
                  <c:v>1.9678752000000001E-2</c:v>
                </c:pt>
                <c:pt idx="6398">
                  <c:v>1.9381772000000002E-2</c:v>
                </c:pt>
                <c:pt idx="6399">
                  <c:v>1.9356962999999998E-2</c:v>
                </c:pt>
                <c:pt idx="6400">
                  <c:v>1.8974870999999997E-2</c:v>
                </c:pt>
                <c:pt idx="6401">
                  <c:v>1.9282190000000001E-2</c:v>
                </c:pt>
                <c:pt idx="6402">
                  <c:v>1.9162795E-2</c:v>
                </c:pt>
                <c:pt idx="6403">
                  <c:v>1.9267441999999999E-2</c:v>
                </c:pt>
                <c:pt idx="6404">
                  <c:v>1.920183E-2</c:v>
                </c:pt>
                <c:pt idx="6405">
                  <c:v>1.9329899000000001E-2</c:v>
                </c:pt>
                <c:pt idx="6406">
                  <c:v>1.9017153999999998E-2</c:v>
                </c:pt>
                <c:pt idx="6407">
                  <c:v>1.8819519999999999E-2</c:v>
                </c:pt>
                <c:pt idx="6408">
                  <c:v>1.8885154000000001E-2</c:v>
                </c:pt>
                <c:pt idx="6409">
                  <c:v>1.8601305999999998E-2</c:v>
                </c:pt>
                <c:pt idx="6410">
                  <c:v>1.9047935000000002E-2</c:v>
                </c:pt>
                <c:pt idx="6411">
                  <c:v>1.8564134000000003E-2</c:v>
                </c:pt>
                <c:pt idx="6412">
                  <c:v>1.8432412999999998E-2</c:v>
                </c:pt>
                <c:pt idx="6413">
                  <c:v>1.9890024999999999E-2</c:v>
                </c:pt>
                <c:pt idx="6414">
                  <c:v>1.9768620000000001E-2</c:v>
                </c:pt>
                <c:pt idx="6415">
                  <c:v>1.9424484000000002E-2</c:v>
                </c:pt>
                <c:pt idx="6416">
                  <c:v>1.9358375000000001E-2</c:v>
                </c:pt>
                <c:pt idx="6417">
                  <c:v>1.9156843999999999E-2</c:v>
                </c:pt>
                <c:pt idx="6418">
                  <c:v>1.8776749000000002E-2</c:v>
                </c:pt>
                <c:pt idx="6419">
                  <c:v>1.8655542000000001E-2</c:v>
                </c:pt>
                <c:pt idx="6420">
                  <c:v>1.8536906999999998E-2</c:v>
                </c:pt>
                <c:pt idx="6421">
                  <c:v>1.8581048000000003E-2</c:v>
                </c:pt>
                <c:pt idx="6422">
                  <c:v>1.8119895E-2</c:v>
                </c:pt>
                <c:pt idx="6423">
                  <c:v>1.7891945999999999E-2</c:v>
                </c:pt>
                <c:pt idx="6424">
                  <c:v>1.7720812000000002E-2</c:v>
                </c:pt>
                <c:pt idx="6425">
                  <c:v>1.7816222999999999E-2</c:v>
                </c:pt>
                <c:pt idx="6426">
                  <c:v>1.8019631999999997E-2</c:v>
                </c:pt>
                <c:pt idx="6427">
                  <c:v>1.7842388000000001E-2</c:v>
                </c:pt>
                <c:pt idx="6428">
                  <c:v>1.8309957000000002E-2</c:v>
                </c:pt>
                <c:pt idx="6429">
                  <c:v>1.8046855000000001E-2</c:v>
                </c:pt>
                <c:pt idx="6430">
                  <c:v>1.8281669E-2</c:v>
                </c:pt>
                <c:pt idx="6431">
                  <c:v>1.8569207000000001E-2</c:v>
                </c:pt>
                <c:pt idx="6432">
                  <c:v>1.8506000000000002E-2</c:v>
                </c:pt>
                <c:pt idx="6433">
                  <c:v>1.8551875999999998E-2</c:v>
                </c:pt>
                <c:pt idx="6434">
                  <c:v>1.8551875999999998E-2</c:v>
                </c:pt>
                <c:pt idx="6435">
                  <c:v>1.8520581999999997E-2</c:v>
                </c:pt>
                <c:pt idx="6436">
                  <c:v>1.8714390000000001E-2</c:v>
                </c:pt>
                <c:pt idx="6437">
                  <c:v>1.8829423000000001E-2</c:v>
                </c:pt>
                <c:pt idx="6438">
                  <c:v>1.8812882E-2</c:v>
                </c:pt>
                <c:pt idx="6439">
                  <c:v>1.9032582999999999E-2</c:v>
                </c:pt>
                <c:pt idx="6440">
                  <c:v>1.8710270000000001E-2</c:v>
                </c:pt>
                <c:pt idx="6441">
                  <c:v>1.8698558000000001E-2</c:v>
                </c:pt>
                <c:pt idx="6442">
                  <c:v>1.8469379000000001E-2</c:v>
                </c:pt>
                <c:pt idx="6443">
                  <c:v>1.8124417E-2</c:v>
                </c:pt>
                <c:pt idx="6444">
                  <c:v>1.8255215000000002E-2</c:v>
                </c:pt>
                <c:pt idx="6445">
                  <c:v>1.8224753E-2</c:v>
                </c:pt>
                <c:pt idx="6446">
                  <c:v>1.7829257000000001E-2</c:v>
                </c:pt>
                <c:pt idx="6447">
                  <c:v>1.7562246E-2</c:v>
                </c:pt>
                <c:pt idx="6448">
                  <c:v>1.7587495000000002E-2</c:v>
                </c:pt>
                <c:pt idx="6449">
                  <c:v>1.7331533E-2</c:v>
                </c:pt>
                <c:pt idx="6450">
                  <c:v>1.7503293E-2</c:v>
                </c:pt>
                <c:pt idx="6451">
                  <c:v>1.7246634E-2</c:v>
                </c:pt>
                <c:pt idx="6452">
                  <c:v>1.7099023000000001E-2</c:v>
                </c:pt>
                <c:pt idx="6453">
                  <c:v>1.7185629000000001E-2</c:v>
                </c:pt>
                <c:pt idx="6454">
                  <c:v>1.7422022000000002E-2</c:v>
                </c:pt>
                <c:pt idx="6455">
                  <c:v>1.7482274000000003E-2</c:v>
                </c:pt>
                <c:pt idx="6456">
                  <c:v>1.8007614000000002E-2</c:v>
                </c:pt>
                <c:pt idx="6457">
                  <c:v>1.7915369E-2</c:v>
                </c:pt>
                <c:pt idx="6458">
                  <c:v>1.7624162999999998E-2</c:v>
                </c:pt>
                <c:pt idx="6459">
                  <c:v>1.7518731999999999E-2</c:v>
                </c:pt>
                <c:pt idx="6460">
                  <c:v>1.7735414000000001E-2</c:v>
                </c:pt>
                <c:pt idx="6461">
                  <c:v>1.7664571E-2</c:v>
                </c:pt>
                <c:pt idx="6462">
                  <c:v>1.7722966E-2</c:v>
                </c:pt>
                <c:pt idx="6463">
                  <c:v>1.8762505999999998E-2</c:v>
                </c:pt>
                <c:pt idx="6464">
                  <c:v>1.8762505999999998E-2</c:v>
                </c:pt>
                <c:pt idx="6465">
                  <c:v>1.9231095E-2</c:v>
                </c:pt>
                <c:pt idx="6466">
                  <c:v>1.8859463E-2</c:v>
                </c:pt>
                <c:pt idx="6467">
                  <c:v>1.9293383000000001E-2</c:v>
                </c:pt>
                <c:pt idx="6468">
                  <c:v>1.9126332999999999E-2</c:v>
                </c:pt>
                <c:pt idx="6469">
                  <c:v>1.9090405999999997E-2</c:v>
                </c:pt>
                <c:pt idx="6470">
                  <c:v>1.9015268000000002E-2</c:v>
                </c:pt>
                <c:pt idx="6471">
                  <c:v>1.9155574999999998E-2</c:v>
                </c:pt>
                <c:pt idx="6472">
                  <c:v>1.876191E-2</c:v>
                </c:pt>
                <c:pt idx="6473">
                  <c:v>1.8694720000000001E-2</c:v>
                </c:pt>
                <c:pt idx="6474">
                  <c:v>1.8356319999999999E-2</c:v>
                </c:pt>
                <c:pt idx="6475">
                  <c:v>1.8396335E-2</c:v>
                </c:pt>
                <c:pt idx="6476">
                  <c:v>1.7500977000000001E-2</c:v>
                </c:pt>
                <c:pt idx="6477">
                  <c:v>1.7718958999999999E-2</c:v>
                </c:pt>
                <c:pt idx="6478">
                  <c:v>1.7683869999999997E-2</c:v>
                </c:pt>
                <c:pt idx="6479">
                  <c:v>1.7669417E-2</c:v>
                </c:pt>
                <c:pt idx="6480">
                  <c:v>1.7899496000000001E-2</c:v>
                </c:pt>
                <c:pt idx="6481">
                  <c:v>1.7508794000000001E-2</c:v>
                </c:pt>
                <c:pt idx="6482">
                  <c:v>1.7964590999999999E-2</c:v>
                </c:pt>
                <c:pt idx="6483">
                  <c:v>1.803277E-2</c:v>
                </c:pt>
                <c:pt idx="6484">
                  <c:v>1.7858643E-2</c:v>
                </c:pt>
                <c:pt idx="6485">
                  <c:v>1.7858643E-2</c:v>
                </c:pt>
                <c:pt idx="6486">
                  <c:v>1.8049103E-2</c:v>
                </c:pt>
                <c:pt idx="6487">
                  <c:v>1.7770350000000001E-2</c:v>
                </c:pt>
                <c:pt idx="6488">
                  <c:v>1.7890573999999999E-2</c:v>
                </c:pt>
                <c:pt idx="6489">
                  <c:v>1.7966007999999999E-2</c:v>
                </c:pt>
                <c:pt idx="6490">
                  <c:v>1.8251256E-2</c:v>
                </c:pt>
                <c:pt idx="6491">
                  <c:v>1.8121797000000002E-2</c:v>
                </c:pt>
                <c:pt idx="6492">
                  <c:v>1.8347895999999999E-2</c:v>
                </c:pt>
                <c:pt idx="6493">
                  <c:v>1.8723073E-2</c:v>
                </c:pt>
                <c:pt idx="6494">
                  <c:v>1.8810256000000001E-2</c:v>
                </c:pt>
                <c:pt idx="6495">
                  <c:v>1.8938220000000002E-2</c:v>
                </c:pt>
                <c:pt idx="6496">
                  <c:v>1.8934718E-2</c:v>
                </c:pt>
                <c:pt idx="6497">
                  <c:v>1.8934718E-2</c:v>
                </c:pt>
                <c:pt idx="6498">
                  <c:v>1.8890849000000001E-2</c:v>
                </c:pt>
                <c:pt idx="6499">
                  <c:v>1.8554784000000001E-2</c:v>
                </c:pt>
                <c:pt idx="6500">
                  <c:v>1.8629516000000002E-2</c:v>
                </c:pt>
                <c:pt idx="6501">
                  <c:v>1.8638656E-2</c:v>
                </c:pt>
                <c:pt idx="6502">
                  <c:v>1.8313740000000002E-2</c:v>
                </c:pt>
                <c:pt idx="6503">
                  <c:v>1.8026249000000001E-2</c:v>
                </c:pt>
                <c:pt idx="6504">
                  <c:v>1.7926599999999997E-2</c:v>
                </c:pt>
                <c:pt idx="6505">
                  <c:v>1.7802142E-2</c:v>
                </c:pt>
                <c:pt idx="6506">
                  <c:v>1.8068618000000002E-2</c:v>
                </c:pt>
                <c:pt idx="6507">
                  <c:v>1.7939409999999999E-2</c:v>
                </c:pt>
                <c:pt idx="6508">
                  <c:v>1.7852354000000001E-2</c:v>
                </c:pt>
                <c:pt idx="6509">
                  <c:v>1.7830016000000001E-2</c:v>
                </c:pt>
                <c:pt idx="6510">
                  <c:v>1.8072513000000002E-2</c:v>
                </c:pt>
                <c:pt idx="6511">
                  <c:v>1.8041331000000001E-2</c:v>
                </c:pt>
                <c:pt idx="6512">
                  <c:v>1.8196493000000001E-2</c:v>
                </c:pt>
                <c:pt idx="6513">
                  <c:v>1.7914058E-2</c:v>
                </c:pt>
                <c:pt idx="6514">
                  <c:v>1.7777755999999999E-2</c:v>
                </c:pt>
                <c:pt idx="6515">
                  <c:v>1.7719049000000001E-2</c:v>
                </c:pt>
                <c:pt idx="6516">
                  <c:v>1.7857095E-2</c:v>
                </c:pt>
                <c:pt idx="6517">
                  <c:v>1.7857095E-2</c:v>
                </c:pt>
                <c:pt idx="6518">
                  <c:v>1.7917603000000001E-2</c:v>
                </c:pt>
                <c:pt idx="6519">
                  <c:v>1.8098563999999998E-2</c:v>
                </c:pt>
                <c:pt idx="6520">
                  <c:v>1.8054908000000001E-2</c:v>
                </c:pt>
                <c:pt idx="6521">
                  <c:v>1.7673632000000002E-2</c:v>
                </c:pt>
                <c:pt idx="6522">
                  <c:v>1.7673632000000002E-2</c:v>
                </c:pt>
                <c:pt idx="6523">
                  <c:v>1.7519515999999999E-2</c:v>
                </c:pt>
                <c:pt idx="6524">
                  <c:v>1.7691077000000003E-2</c:v>
                </c:pt>
                <c:pt idx="6525">
                  <c:v>1.7576901000000002E-2</c:v>
                </c:pt>
                <c:pt idx="6526">
                  <c:v>1.7542492999999999E-2</c:v>
                </c:pt>
                <c:pt idx="6527">
                  <c:v>1.7335865999999998E-2</c:v>
                </c:pt>
                <c:pt idx="6528">
                  <c:v>1.7306585000000003E-2</c:v>
                </c:pt>
                <c:pt idx="6529">
                  <c:v>1.7192611999999999E-2</c:v>
                </c:pt>
                <c:pt idx="6530">
                  <c:v>1.7230827000000001E-2</c:v>
                </c:pt>
                <c:pt idx="6531">
                  <c:v>1.7358311000000001E-2</c:v>
                </c:pt>
                <c:pt idx="6532">
                  <c:v>1.6987844000000002E-2</c:v>
                </c:pt>
                <c:pt idx="6533">
                  <c:v>1.6635695000000002E-2</c:v>
                </c:pt>
                <c:pt idx="6534">
                  <c:v>1.6635695000000002E-2</c:v>
                </c:pt>
                <c:pt idx="6535">
                  <c:v>1.6742097000000001E-2</c:v>
                </c:pt>
                <c:pt idx="6536">
                  <c:v>1.6873265000000002E-2</c:v>
                </c:pt>
                <c:pt idx="6537">
                  <c:v>1.661466E-2</c:v>
                </c:pt>
                <c:pt idx="6538">
                  <c:v>1.6660606999999997E-2</c:v>
                </c:pt>
                <c:pt idx="6539">
                  <c:v>1.6670212E-2</c:v>
                </c:pt>
                <c:pt idx="6540">
                  <c:v>1.6593978999999998E-2</c:v>
                </c:pt>
                <c:pt idx="6541">
                  <c:v>1.6538686E-2</c:v>
                </c:pt>
                <c:pt idx="6542">
                  <c:v>1.6619094000000001E-2</c:v>
                </c:pt>
                <c:pt idx="6543">
                  <c:v>1.6769666000000003E-2</c:v>
                </c:pt>
                <c:pt idx="6544">
                  <c:v>1.6573312999999999E-2</c:v>
                </c:pt>
                <c:pt idx="6545">
                  <c:v>1.6616117E-2</c:v>
                </c:pt>
                <c:pt idx="6546">
                  <c:v>1.6584110000000003E-2</c:v>
                </c:pt>
                <c:pt idx="6547">
                  <c:v>1.7245449999999999E-2</c:v>
                </c:pt>
                <c:pt idx="6548">
                  <c:v>1.7043054000000002E-2</c:v>
                </c:pt>
                <c:pt idx="6549">
                  <c:v>1.7107176999999998E-2</c:v>
                </c:pt>
                <c:pt idx="6550">
                  <c:v>1.7363614999999999E-2</c:v>
                </c:pt>
                <c:pt idx="6551">
                  <c:v>1.6996226999999999E-2</c:v>
                </c:pt>
                <c:pt idx="6552">
                  <c:v>1.7521643E-2</c:v>
                </c:pt>
                <c:pt idx="6553">
                  <c:v>1.7762146000000003E-2</c:v>
                </c:pt>
                <c:pt idx="6554">
                  <c:v>1.7762146000000003E-2</c:v>
                </c:pt>
                <c:pt idx="6555">
                  <c:v>1.7456738999999999E-2</c:v>
                </c:pt>
                <c:pt idx="6556">
                  <c:v>1.7284149999999998E-2</c:v>
                </c:pt>
                <c:pt idx="6557">
                  <c:v>1.7307506E-2</c:v>
                </c:pt>
                <c:pt idx="6558">
                  <c:v>1.7223804000000002E-2</c:v>
                </c:pt>
                <c:pt idx="6559">
                  <c:v>1.7481641999999999E-2</c:v>
                </c:pt>
                <c:pt idx="6560">
                  <c:v>1.7480039999999999E-2</c:v>
                </c:pt>
                <c:pt idx="6561">
                  <c:v>1.7258892000000001E-2</c:v>
                </c:pt>
                <c:pt idx="6562">
                  <c:v>1.7595562000000002E-2</c:v>
                </c:pt>
                <c:pt idx="6563">
                  <c:v>1.8069062E-2</c:v>
                </c:pt>
                <c:pt idx="6564">
                  <c:v>1.8053784E-2</c:v>
                </c:pt>
                <c:pt idx="6565">
                  <c:v>1.8427665999999999E-2</c:v>
                </c:pt>
                <c:pt idx="6566">
                  <c:v>1.8039131999999999E-2</c:v>
                </c:pt>
                <c:pt idx="6567">
                  <c:v>1.7887858999999999E-2</c:v>
                </c:pt>
                <c:pt idx="6568">
                  <c:v>1.8127211000000001E-2</c:v>
                </c:pt>
                <c:pt idx="6569">
                  <c:v>1.9088239999999999E-2</c:v>
                </c:pt>
                <c:pt idx="6570">
                  <c:v>1.8232162E-2</c:v>
                </c:pt>
                <c:pt idx="6571">
                  <c:v>1.7867798000000001E-2</c:v>
                </c:pt>
                <c:pt idx="6572">
                  <c:v>1.7843072000000001E-2</c:v>
                </c:pt>
                <c:pt idx="6573">
                  <c:v>1.8224911E-2</c:v>
                </c:pt>
                <c:pt idx="6574">
                  <c:v>1.8615776000000001E-2</c:v>
                </c:pt>
                <c:pt idx="6575">
                  <c:v>1.8700695999999999E-2</c:v>
                </c:pt>
                <c:pt idx="6576">
                  <c:v>1.8139953E-2</c:v>
                </c:pt>
                <c:pt idx="6577">
                  <c:v>1.898859E-2</c:v>
                </c:pt>
                <c:pt idx="6578">
                  <c:v>1.8592343000000001E-2</c:v>
                </c:pt>
                <c:pt idx="6579">
                  <c:v>1.9317670000000002E-2</c:v>
                </c:pt>
                <c:pt idx="6580">
                  <c:v>1.8995671999999998E-2</c:v>
                </c:pt>
                <c:pt idx="6581">
                  <c:v>1.9051557E-2</c:v>
                </c:pt>
                <c:pt idx="6582">
                  <c:v>1.8689747999999999E-2</c:v>
                </c:pt>
                <c:pt idx="6583">
                  <c:v>1.9569492000000001E-2</c:v>
                </c:pt>
                <c:pt idx="6584">
                  <c:v>2.0040907E-2</c:v>
                </c:pt>
                <c:pt idx="6585">
                  <c:v>1.9876478E-2</c:v>
                </c:pt>
                <c:pt idx="6586">
                  <c:v>1.9376846999999999E-2</c:v>
                </c:pt>
                <c:pt idx="6587">
                  <c:v>1.9607138999999999E-2</c:v>
                </c:pt>
                <c:pt idx="6588">
                  <c:v>1.9300000000000001E-2</c:v>
                </c:pt>
                <c:pt idx="6589">
                  <c:v>1.9325808E-2</c:v>
                </c:pt>
                <c:pt idx="6590">
                  <c:v>1.9673222000000001E-2</c:v>
                </c:pt>
                <c:pt idx="6591">
                  <c:v>1.8540547000000001E-2</c:v>
                </c:pt>
                <c:pt idx="6592">
                  <c:v>1.8540799E-2</c:v>
                </c:pt>
                <c:pt idx="6593">
                  <c:v>1.7979670999999999E-2</c:v>
                </c:pt>
                <c:pt idx="6594">
                  <c:v>1.8278052999999999E-2</c:v>
                </c:pt>
                <c:pt idx="6595">
                  <c:v>1.7917273000000001E-2</c:v>
                </c:pt>
                <c:pt idx="6596">
                  <c:v>1.7515051E-2</c:v>
                </c:pt>
                <c:pt idx="6597">
                  <c:v>1.7292896999999998E-2</c:v>
                </c:pt>
                <c:pt idx="6598">
                  <c:v>1.7539468999999999E-2</c:v>
                </c:pt>
                <c:pt idx="6599">
                  <c:v>1.7305444E-2</c:v>
                </c:pt>
                <c:pt idx="6600">
                  <c:v>1.6984401999999999E-2</c:v>
                </c:pt>
                <c:pt idx="6601">
                  <c:v>1.6848743999999999E-2</c:v>
                </c:pt>
                <c:pt idx="6602">
                  <c:v>1.6828886000000001E-2</c:v>
                </c:pt>
                <c:pt idx="6603">
                  <c:v>1.7119830999999999E-2</c:v>
                </c:pt>
                <c:pt idx="6604">
                  <c:v>1.6979276999999997E-2</c:v>
                </c:pt>
                <c:pt idx="6605">
                  <c:v>1.6988354000000001E-2</c:v>
                </c:pt>
                <c:pt idx="6606">
                  <c:v>1.6427799999999999E-2</c:v>
                </c:pt>
                <c:pt idx="6607">
                  <c:v>1.6833561E-2</c:v>
                </c:pt>
                <c:pt idx="6608">
                  <c:v>1.6740270000000002E-2</c:v>
                </c:pt>
                <c:pt idx="6609">
                  <c:v>1.6466488000000001E-2</c:v>
                </c:pt>
                <c:pt idx="6610">
                  <c:v>1.6481521000000002E-2</c:v>
                </c:pt>
                <c:pt idx="6611">
                  <c:v>1.6589632E-2</c:v>
                </c:pt>
                <c:pt idx="6612">
                  <c:v>1.6364124000000001E-2</c:v>
                </c:pt>
                <c:pt idx="6613">
                  <c:v>1.6506264999999999E-2</c:v>
                </c:pt>
                <c:pt idx="6614">
                  <c:v>1.6267184000000001E-2</c:v>
                </c:pt>
                <c:pt idx="6615">
                  <c:v>1.6109199000000001E-2</c:v>
                </c:pt>
                <c:pt idx="6616">
                  <c:v>1.6187993000000001E-2</c:v>
                </c:pt>
                <c:pt idx="6617">
                  <c:v>1.6029069999999999E-2</c:v>
                </c:pt>
                <c:pt idx="6618">
                  <c:v>1.5798632E-2</c:v>
                </c:pt>
                <c:pt idx="6619">
                  <c:v>1.6122207E-2</c:v>
                </c:pt>
                <c:pt idx="6620">
                  <c:v>1.6062543999999998E-2</c:v>
                </c:pt>
                <c:pt idx="6621">
                  <c:v>1.6500622000000003E-2</c:v>
                </c:pt>
                <c:pt idx="6622">
                  <c:v>1.6450595999999998E-2</c:v>
                </c:pt>
                <c:pt idx="6623">
                  <c:v>1.6138808000000001E-2</c:v>
                </c:pt>
                <c:pt idx="6624">
                  <c:v>1.6138808000000001E-2</c:v>
                </c:pt>
                <c:pt idx="6625">
                  <c:v>1.6418532999999999E-2</c:v>
                </c:pt>
                <c:pt idx="6626">
                  <c:v>1.6383466999999999E-2</c:v>
                </c:pt>
                <c:pt idx="6627">
                  <c:v>1.635207E-2</c:v>
                </c:pt>
                <c:pt idx="6628">
                  <c:v>1.6533172999999998E-2</c:v>
                </c:pt>
                <c:pt idx="6629">
                  <c:v>1.6348814E-2</c:v>
                </c:pt>
                <c:pt idx="6630">
                  <c:v>1.6212433999999998E-2</c:v>
                </c:pt>
                <c:pt idx="6631">
                  <c:v>1.6084354999999998E-2</c:v>
                </c:pt>
                <c:pt idx="6632">
                  <c:v>1.6194466000000001E-2</c:v>
                </c:pt>
                <c:pt idx="6633">
                  <c:v>1.5842486999999999E-2</c:v>
                </c:pt>
                <c:pt idx="6634">
                  <c:v>1.5941495999999999E-2</c:v>
                </c:pt>
                <c:pt idx="6635">
                  <c:v>1.6221276E-2</c:v>
                </c:pt>
                <c:pt idx="6636">
                  <c:v>1.6154556E-2</c:v>
                </c:pt>
                <c:pt idx="6637">
                  <c:v>1.6704093E-2</c:v>
                </c:pt>
                <c:pt idx="6638">
                  <c:v>1.6155984000000002E-2</c:v>
                </c:pt>
                <c:pt idx="6639">
                  <c:v>1.5901444000000001E-2</c:v>
                </c:pt>
                <c:pt idx="6640">
                  <c:v>1.6108811000000001E-2</c:v>
                </c:pt>
                <c:pt idx="6641">
                  <c:v>1.5512073000000001E-2</c:v>
                </c:pt>
                <c:pt idx="6642">
                  <c:v>1.5971995000000003E-2</c:v>
                </c:pt>
                <c:pt idx="6643">
                  <c:v>1.5971995000000003E-2</c:v>
                </c:pt>
                <c:pt idx="6644">
                  <c:v>1.5638390000000002E-2</c:v>
                </c:pt>
                <c:pt idx="6645">
                  <c:v>1.5966981000000002E-2</c:v>
                </c:pt>
                <c:pt idx="6646">
                  <c:v>1.6538471999999999E-2</c:v>
                </c:pt>
                <c:pt idx="6647">
                  <c:v>1.6655298999999998E-2</c:v>
                </c:pt>
                <c:pt idx="6648">
                  <c:v>1.6902026000000001E-2</c:v>
                </c:pt>
                <c:pt idx="6649">
                  <c:v>1.6878684999999997E-2</c:v>
                </c:pt>
                <c:pt idx="6650">
                  <c:v>1.6221263999999999E-2</c:v>
                </c:pt>
                <c:pt idx="6651">
                  <c:v>1.6267419000000002E-2</c:v>
                </c:pt>
                <c:pt idx="6652">
                  <c:v>1.6348515000000001E-2</c:v>
                </c:pt>
                <c:pt idx="6653">
                  <c:v>1.6348515000000001E-2</c:v>
                </c:pt>
                <c:pt idx="6654">
                  <c:v>1.6385293999999998E-2</c:v>
                </c:pt>
                <c:pt idx="6655">
                  <c:v>1.5859216000000002E-2</c:v>
                </c:pt>
                <c:pt idx="6656">
                  <c:v>1.5961076000000001E-2</c:v>
                </c:pt>
                <c:pt idx="6657">
                  <c:v>1.5991312000000001E-2</c:v>
                </c:pt>
                <c:pt idx="6658">
                  <c:v>1.5889621999999999E-2</c:v>
                </c:pt>
                <c:pt idx="6659">
                  <c:v>1.5580198999999999E-2</c:v>
                </c:pt>
                <c:pt idx="6660">
                  <c:v>1.6013250999999999E-2</c:v>
                </c:pt>
                <c:pt idx="6661">
                  <c:v>1.6252191999999999E-2</c:v>
                </c:pt>
                <c:pt idx="6662">
                  <c:v>1.6274072000000001E-2</c:v>
                </c:pt>
                <c:pt idx="6663">
                  <c:v>1.6276773000000001E-2</c:v>
                </c:pt>
                <c:pt idx="6664">
                  <c:v>1.6086013999999999E-2</c:v>
                </c:pt>
                <c:pt idx="6665">
                  <c:v>1.5846081000000001E-2</c:v>
                </c:pt>
                <c:pt idx="6666">
                  <c:v>1.5777935999999999E-2</c:v>
                </c:pt>
                <c:pt idx="6667">
                  <c:v>1.5891144999999999E-2</c:v>
                </c:pt>
                <c:pt idx="6668">
                  <c:v>1.6188937E-2</c:v>
                </c:pt>
                <c:pt idx="6669">
                  <c:v>1.6199643E-2</c:v>
                </c:pt>
                <c:pt idx="6670">
                  <c:v>1.6620772999999998E-2</c:v>
                </c:pt>
                <c:pt idx="6671">
                  <c:v>1.627466E-2</c:v>
                </c:pt>
                <c:pt idx="6672">
                  <c:v>1.6647732999999998E-2</c:v>
                </c:pt>
                <c:pt idx="6673">
                  <c:v>1.6485690000000001E-2</c:v>
                </c:pt>
                <c:pt idx="6674">
                  <c:v>1.6466174E-2</c:v>
                </c:pt>
                <c:pt idx="6675">
                  <c:v>1.6750436E-2</c:v>
                </c:pt>
                <c:pt idx="6676">
                  <c:v>1.6591524E-2</c:v>
                </c:pt>
                <c:pt idx="6677">
                  <c:v>1.6161991000000001E-2</c:v>
                </c:pt>
                <c:pt idx="6678">
                  <c:v>1.6367608999999998E-2</c:v>
                </c:pt>
                <c:pt idx="6679">
                  <c:v>1.5971203999999999E-2</c:v>
                </c:pt>
                <c:pt idx="6680">
                  <c:v>1.6118059000000001E-2</c:v>
                </c:pt>
                <c:pt idx="6681">
                  <c:v>1.6123425E-2</c:v>
                </c:pt>
                <c:pt idx="6682">
                  <c:v>1.6352710999999999E-2</c:v>
                </c:pt>
                <c:pt idx="6683">
                  <c:v>1.6113723E-2</c:v>
                </c:pt>
                <c:pt idx="6684">
                  <c:v>1.5962311999999999E-2</c:v>
                </c:pt>
                <c:pt idx="6685">
                  <c:v>1.6359881E-2</c:v>
                </c:pt>
                <c:pt idx="6686">
                  <c:v>1.6577544E-2</c:v>
                </c:pt>
                <c:pt idx="6687">
                  <c:v>1.6288622000000003E-2</c:v>
                </c:pt>
                <c:pt idx="6688">
                  <c:v>1.6075884999999998E-2</c:v>
                </c:pt>
                <c:pt idx="6689">
                  <c:v>1.6152597000000001E-2</c:v>
                </c:pt>
                <c:pt idx="6690">
                  <c:v>1.6627593999999999E-2</c:v>
                </c:pt>
                <c:pt idx="6691">
                  <c:v>1.6407721E-2</c:v>
                </c:pt>
                <c:pt idx="6692">
                  <c:v>1.6221016000000001E-2</c:v>
                </c:pt>
                <c:pt idx="6693">
                  <c:v>1.5659898999999998E-2</c:v>
                </c:pt>
                <c:pt idx="6694">
                  <c:v>1.5774234999999998E-2</c:v>
                </c:pt>
                <c:pt idx="6695">
                  <c:v>1.5713955000000002E-2</c:v>
                </c:pt>
                <c:pt idx="6696">
                  <c:v>1.6037276E-2</c:v>
                </c:pt>
                <c:pt idx="6697">
                  <c:v>1.6023428999999999E-2</c:v>
                </c:pt>
                <c:pt idx="6698">
                  <c:v>1.6060238000000001E-2</c:v>
                </c:pt>
                <c:pt idx="6699">
                  <c:v>1.6060238000000001E-2</c:v>
                </c:pt>
                <c:pt idx="6700">
                  <c:v>1.6034797999999999E-2</c:v>
                </c:pt>
                <c:pt idx="6701">
                  <c:v>1.5911846E-2</c:v>
                </c:pt>
                <c:pt idx="6702">
                  <c:v>1.5433055999999999E-2</c:v>
                </c:pt>
                <c:pt idx="6703">
                  <c:v>1.5452009000000001E-2</c:v>
                </c:pt>
                <c:pt idx="6704">
                  <c:v>1.5725903999999999E-2</c:v>
                </c:pt>
                <c:pt idx="6705">
                  <c:v>1.5897267999999999E-2</c:v>
                </c:pt>
                <c:pt idx="6706">
                  <c:v>1.5609159500000001E-2</c:v>
                </c:pt>
                <c:pt idx="6707">
                  <c:v>1.6084964899999998E-2</c:v>
                </c:pt>
                <c:pt idx="6708">
                  <c:v>1.5571294800000001E-2</c:v>
                </c:pt>
                <c:pt idx="6709">
                  <c:v>1.58064105E-2</c:v>
                </c:pt>
                <c:pt idx="6710">
                  <c:v>1.5766622500000001E-2</c:v>
                </c:pt>
                <c:pt idx="6711">
                  <c:v>1.5158246199999999E-2</c:v>
                </c:pt>
                <c:pt idx="6712">
                  <c:v>1.5351364000000001E-2</c:v>
                </c:pt>
                <c:pt idx="6713">
                  <c:v>1.6245437500000001E-2</c:v>
                </c:pt>
                <c:pt idx="6714">
                  <c:v>1.6612592299999999E-2</c:v>
                </c:pt>
                <c:pt idx="6715">
                  <c:v>1.6995140699999998E-2</c:v>
                </c:pt>
                <c:pt idx="6716">
                  <c:v>1.71880495E-2</c:v>
                </c:pt>
                <c:pt idx="6717">
                  <c:v>1.8243924200000001E-2</c:v>
                </c:pt>
                <c:pt idx="6718">
                  <c:v>1.7894719599999998E-2</c:v>
                </c:pt>
                <c:pt idx="6719">
                  <c:v>1.7863765E-2</c:v>
                </c:pt>
                <c:pt idx="6720">
                  <c:v>1.7586351199999999E-2</c:v>
                </c:pt>
                <c:pt idx="6721">
                  <c:v>1.7799331499999998E-2</c:v>
                </c:pt>
                <c:pt idx="6722">
                  <c:v>1.8205198700000001E-2</c:v>
                </c:pt>
                <c:pt idx="6723">
                  <c:v>1.7751582599999999E-2</c:v>
                </c:pt>
                <c:pt idx="6724">
                  <c:v>1.7751582599999999E-2</c:v>
                </c:pt>
                <c:pt idx="6725">
                  <c:v>1.7844378500000001E-2</c:v>
                </c:pt>
                <c:pt idx="6726">
                  <c:v>1.8160055099999999E-2</c:v>
                </c:pt>
                <c:pt idx="6727">
                  <c:v>1.83230123E-2</c:v>
                </c:pt>
                <c:pt idx="6728">
                  <c:v>1.8524154599999999E-2</c:v>
                </c:pt>
                <c:pt idx="6729">
                  <c:v>1.82827144E-2</c:v>
                </c:pt>
                <c:pt idx="6730">
                  <c:v>1.8729872800000002E-2</c:v>
                </c:pt>
              </c:numCache>
            </c:numRef>
          </c:val>
          <c:smooth val="0"/>
          <c:extLst>
            <c:ext xmlns:c16="http://schemas.microsoft.com/office/drawing/2014/chart" uri="{C3380CC4-5D6E-409C-BE32-E72D297353CC}">
              <c16:uniqueId val="{00000003-0FD3-4682-A0C6-166C21679F81}"/>
            </c:ext>
          </c:extLst>
        </c:ser>
        <c:dLbls>
          <c:showLegendKey val="0"/>
          <c:showVal val="0"/>
          <c:showCatName val="0"/>
          <c:showSerName val="0"/>
          <c:showPercent val="0"/>
          <c:showBubbleSize val="0"/>
        </c:dLbls>
        <c:marker val="1"/>
        <c:smooth val="0"/>
        <c:axId val="1277194304"/>
        <c:axId val="1277195392"/>
      </c:lineChart>
      <c:lineChart>
        <c:grouping val="standard"/>
        <c:varyColors val="0"/>
        <c:ser>
          <c:idx val="0"/>
          <c:order val="0"/>
          <c:tx>
            <c:v>JPM US IG</c:v>
          </c:tx>
          <c:spPr>
            <a:ln w="12700">
              <a:solidFill>
                <a:srgbClr val="002060"/>
              </a:solidFill>
            </a:ln>
          </c:spPr>
          <c:marker>
            <c:symbol val="none"/>
          </c:marker>
          <c:cat>
            <c:numRef>
              <c:f>Spread_Calc!$B$7:$B$5708</c:f>
              <c:numCache>
                <c:formatCode>m/d/yyyy</c:formatCode>
                <c:ptCount val="5702"/>
                <c:pt idx="0">
                  <c:v>36893</c:v>
                </c:pt>
                <c:pt idx="1">
                  <c:v>36894</c:v>
                </c:pt>
                <c:pt idx="2">
                  <c:v>36895</c:v>
                </c:pt>
                <c:pt idx="3">
                  <c:v>36896</c:v>
                </c:pt>
                <c:pt idx="4">
                  <c:v>36899</c:v>
                </c:pt>
                <c:pt idx="5">
                  <c:v>36900</c:v>
                </c:pt>
                <c:pt idx="6">
                  <c:v>36901</c:v>
                </c:pt>
                <c:pt idx="7">
                  <c:v>36902</c:v>
                </c:pt>
                <c:pt idx="8">
                  <c:v>36903</c:v>
                </c:pt>
                <c:pt idx="9">
                  <c:v>36906</c:v>
                </c:pt>
                <c:pt idx="10">
                  <c:v>36907</c:v>
                </c:pt>
                <c:pt idx="11">
                  <c:v>36908</c:v>
                </c:pt>
                <c:pt idx="12">
                  <c:v>36909</c:v>
                </c:pt>
                <c:pt idx="13">
                  <c:v>36910</c:v>
                </c:pt>
                <c:pt idx="14">
                  <c:v>36913</c:v>
                </c:pt>
                <c:pt idx="15">
                  <c:v>36914</c:v>
                </c:pt>
                <c:pt idx="16">
                  <c:v>36915</c:v>
                </c:pt>
                <c:pt idx="17">
                  <c:v>36916</c:v>
                </c:pt>
                <c:pt idx="18">
                  <c:v>36917</c:v>
                </c:pt>
                <c:pt idx="19">
                  <c:v>36920</c:v>
                </c:pt>
                <c:pt idx="20">
                  <c:v>36921</c:v>
                </c:pt>
                <c:pt idx="21">
                  <c:v>36922</c:v>
                </c:pt>
                <c:pt idx="22">
                  <c:v>36923</c:v>
                </c:pt>
                <c:pt idx="23">
                  <c:v>36924</c:v>
                </c:pt>
                <c:pt idx="24">
                  <c:v>36927</c:v>
                </c:pt>
                <c:pt idx="25">
                  <c:v>36928</c:v>
                </c:pt>
                <c:pt idx="26">
                  <c:v>36929</c:v>
                </c:pt>
                <c:pt idx="27">
                  <c:v>36930</c:v>
                </c:pt>
                <c:pt idx="28">
                  <c:v>36931</c:v>
                </c:pt>
                <c:pt idx="29">
                  <c:v>36934</c:v>
                </c:pt>
                <c:pt idx="30">
                  <c:v>36935</c:v>
                </c:pt>
                <c:pt idx="31">
                  <c:v>36936</c:v>
                </c:pt>
                <c:pt idx="32">
                  <c:v>36937</c:v>
                </c:pt>
                <c:pt idx="33">
                  <c:v>36938</c:v>
                </c:pt>
                <c:pt idx="34">
                  <c:v>36941</c:v>
                </c:pt>
                <c:pt idx="35">
                  <c:v>36942</c:v>
                </c:pt>
                <c:pt idx="36">
                  <c:v>36943</c:v>
                </c:pt>
                <c:pt idx="37">
                  <c:v>36944</c:v>
                </c:pt>
                <c:pt idx="38">
                  <c:v>36945</c:v>
                </c:pt>
                <c:pt idx="39">
                  <c:v>36948</c:v>
                </c:pt>
                <c:pt idx="40">
                  <c:v>36949</c:v>
                </c:pt>
                <c:pt idx="41">
                  <c:v>36950</c:v>
                </c:pt>
                <c:pt idx="42">
                  <c:v>36951</c:v>
                </c:pt>
                <c:pt idx="43">
                  <c:v>36952</c:v>
                </c:pt>
                <c:pt idx="44">
                  <c:v>36955</c:v>
                </c:pt>
                <c:pt idx="45">
                  <c:v>36956</c:v>
                </c:pt>
                <c:pt idx="46">
                  <c:v>36957</c:v>
                </c:pt>
                <c:pt idx="47">
                  <c:v>36958</c:v>
                </c:pt>
                <c:pt idx="48">
                  <c:v>36959</c:v>
                </c:pt>
                <c:pt idx="49">
                  <c:v>36962</c:v>
                </c:pt>
                <c:pt idx="50">
                  <c:v>36963</c:v>
                </c:pt>
                <c:pt idx="51">
                  <c:v>36964</c:v>
                </c:pt>
                <c:pt idx="52">
                  <c:v>36965</c:v>
                </c:pt>
                <c:pt idx="53">
                  <c:v>36966</c:v>
                </c:pt>
                <c:pt idx="54">
                  <c:v>36969</c:v>
                </c:pt>
                <c:pt idx="55">
                  <c:v>36970</c:v>
                </c:pt>
                <c:pt idx="56">
                  <c:v>36971</c:v>
                </c:pt>
                <c:pt idx="57">
                  <c:v>36972</c:v>
                </c:pt>
                <c:pt idx="58">
                  <c:v>36973</c:v>
                </c:pt>
                <c:pt idx="59">
                  <c:v>36976</c:v>
                </c:pt>
                <c:pt idx="60">
                  <c:v>36977</c:v>
                </c:pt>
                <c:pt idx="61">
                  <c:v>36978</c:v>
                </c:pt>
                <c:pt idx="62">
                  <c:v>36979</c:v>
                </c:pt>
                <c:pt idx="63">
                  <c:v>36980</c:v>
                </c:pt>
                <c:pt idx="64">
                  <c:v>36983</c:v>
                </c:pt>
                <c:pt idx="65">
                  <c:v>36984</c:v>
                </c:pt>
                <c:pt idx="66">
                  <c:v>36985</c:v>
                </c:pt>
                <c:pt idx="67">
                  <c:v>36986</c:v>
                </c:pt>
                <c:pt idx="68">
                  <c:v>36987</c:v>
                </c:pt>
                <c:pt idx="69">
                  <c:v>36990</c:v>
                </c:pt>
                <c:pt idx="70">
                  <c:v>36991</c:v>
                </c:pt>
                <c:pt idx="71">
                  <c:v>36992</c:v>
                </c:pt>
                <c:pt idx="72">
                  <c:v>36993</c:v>
                </c:pt>
                <c:pt idx="73">
                  <c:v>36994</c:v>
                </c:pt>
                <c:pt idx="74">
                  <c:v>36997</c:v>
                </c:pt>
                <c:pt idx="75">
                  <c:v>36998</c:v>
                </c:pt>
                <c:pt idx="76">
                  <c:v>36999</c:v>
                </c:pt>
                <c:pt idx="77">
                  <c:v>37000</c:v>
                </c:pt>
                <c:pt idx="78">
                  <c:v>37001</c:v>
                </c:pt>
                <c:pt idx="79">
                  <c:v>37004</c:v>
                </c:pt>
                <c:pt idx="80">
                  <c:v>37005</c:v>
                </c:pt>
                <c:pt idx="81">
                  <c:v>37006</c:v>
                </c:pt>
                <c:pt idx="82">
                  <c:v>37007</c:v>
                </c:pt>
                <c:pt idx="83">
                  <c:v>37008</c:v>
                </c:pt>
                <c:pt idx="84">
                  <c:v>37011</c:v>
                </c:pt>
                <c:pt idx="85">
                  <c:v>37012</c:v>
                </c:pt>
                <c:pt idx="86">
                  <c:v>37013</c:v>
                </c:pt>
                <c:pt idx="87">
                  <c:v>37014</c:v>
                </c:pt>
                <c:pt idx="88">
                  <c:v>37015</c:v>
                </c:pt>
                <c:pt idx="89">
                  <c:v>37018</c:v>
                </c:pt>
                <c:pt idx="90">
                  <c:v>37019</c:v>
                </c:pt>
                <c:pt idx="91">
                  <c:v>37020</c:v>
                </c:pt>
                <c:pt idx="92">
                  <c:v>37021</c:v>
                </c:pt>
                <c:pt idx="93">
                  <c:v>37022</c:v>
                </c:pt>
                <c:pt idx="94">
                  <c:v>37025</c:v>
                </c:pt>
                <c:pt idx="95">
                  <c:v>37026</c:v>
                </c:pt>
                <c:pt idx="96">
                  <c:v>37027</c:v>
                </c:pt>
                <c:pt idx="97">
                  <c:v>37028</c:v>
                </c:pt>
                <c:pt idx="98">
                  <c:v>37029</c:v>
                </c:pt>
                <c:pt idx="99">
                  <c:v>37032</c:v>
                </c:pt>
                <c:pt idx="100">
                  <c:v>37033</c:v>
                </c:pt>
                <c:pt idx="101">
                  <c:v>37034</c:v>
                </c:pt>
                <c:pt idx="102">
                  <c:v>37035</c:v>
                </c:pt>
                <c:pt idx="103">
                  <c:v>37036</c:v>
                </c:pt>
                <c:pt idx="104">
                  <c:v>37039</c:v>
                </c:pt>
                <c:pt idx="105">
                  <c:v>37040</c:v>
                </c:pt>
                <c:pt idx="106">
                  <c:v>37041</c:v>
                </c:pt>
                <c:pt idx="107">
                  <c:v>37042</c:v>
                </c:pt>
                <c:pt idx="108">
                  <c:v>37043</c:v>
                </c:pt>
                <c:pt idx="109">
                  <c:v>37046</c:v>
                </c:pt>
                <c:pt idx="110">
                  <c:v>37047</c:v>
                </c:pt>
                <c:pt idx="111">
                  <c:v>37048</c:v>
                </c:pt>
                <c:pt idx="112">
                  <c:v>37049</c:v>
                </c:pt>
                <c:pt idx="113">
                  <c:v>37050</c:v>
                </c:pt>
                <c:pt idx="114">
                  <c:v>37053</c:v>
                </c:pt>
                <c:pt idx="115">
                  <c:v>37054</c:v>
                </c:pt>
                <c:pt idx="116">
                  <c:v>37055</c:v>
                </c:pt>
                <c:pt idx="117">
                  <c:v>37056</c:v>
                </c:pt>
                <c:pt idx="118">
                  <c:v>37057</c:v>
                </c:pt>
                <c:pt idx="119">
                  <c:v>37060</c:v>
                </c:pt>
                <c:pt idx="120">
                  <c:v>37061</c:v>
                </c:pt>
                <c:pt idx="121">
                  <c:v>37062</c:v>
                </c:pt>
                <c:pt idx="122">
                  <c:v>37063</c:v>
                </c:pt>
                <c:pt idx="123">
                  <c:v>37064</c:v>
                </c:pt>
                <c:pt idx="124">
                  <c:v>37067</c:v>
                </c:pt>
                <c:pt idx="125">
                  <c:v>37068</c:v>
                </c:pt>
                <c:pt idx="126">
                  <c:v>37069</c:v>
                </c:pt>
                <c:pt idx="127">
                  <c:v>37070</c:v>
                </c:pt>
                <c:pt idx="128">
                  <c:v>37071</c:v>
                </c:pt>
                <c:pt idx="129">
                  <c:v>37074</c:v>
                </c:pt>
                <c:pt idx="130">
                  <c:v>37075</c:v>
                </c:pt>
                <c:pt idx="131">
                  <c:v>37076</c:v>
                </c:pt>
                <c:pt idx="132">
                  <c:v>37077</c:v>
                </c:pt>
                <c:pt idx="133">
                  <c:v>37078</c:v>
                </c:pt>
                <c:pt idx="134">
                  <c:v>37081</c:v>
                </c:pt>
                <c:pt idx="135">
                  <c:v>37082</c:v>
                </c:pt>
                <c:pt idx="136">
                  <c:v>37083</c:v>
                </c:pt>
                <c:pt idx="137">
                  <c:v>37084</c:v>
                </c:pt>
                <c:pt idx="138">
                  <c:v>37085</c:v>
                </c:pt>
                <c:pt idx="139">
                  <c:v>37088</c:v>
                </c:pt>
                <c:pt idx="140">
                  <c:v>37089</c:v>
                </c:pt>
                <c:pt idx="141">
                  <c:v>37090</c:v>
                </c:pt>
                <c:pt idx="142">
                  <c:v>37091</c:v>
                </c:pt>
                <c:pt idx="143">
                  <c:v>37092</c:v>
                </c:pt>
                <c:pt idx="144">
                  <c:v>37095</c:v>
                </c:pt>
                <c:pt idx="145">
                  <c:v>37096</c:v>
                </c:pt>
                <c:pt idx="146">
                  <c:v>37097</c:v>
                </c:pt>
                <c:pt idx="147">
                  <c:v>37098</c:v>
                </c:pt>
                <c:pt idx="148">
                  <c:v>37099</c:v>
                </c:pt>
                <c:pt idx="149">
                  <c:v>37102</c:v>
                </c:pt>
                <c:pt idx="150">
                  <c:v>37103</c:v>
                </c:pt>
                <c:pt idx="151">
                  <c:v>37104</c:v>
                </c:pt>
                <c:pt idx="152">
                  <c:v>37105</c:v>
                </c:pt>
                <c:pt idx="153">
                  <c:v>37106</c:v>
                </c:pt>
                <c:pt idx="154">
                  <c:v>37109</c:v>
                </c:pt>
                <c:pt idx="155">
                  <c:v>37110</c:v>
                </c:pt>
                <c:pt idx="156">
                  <c:v>37111</c:v>
                </c:pt>
                <c:pt idx="157">
                  <c:v>37112</c:v>
                </c:pt>
                <c:pt idx="158">
                  <c:v>37113</c:v>
                </c:pt>
                <c:pt idx="159">
                  <c:v>37116</c:v>
                </c:pt>
                <c:pt idx="160">
                  <c:v>37117</c:v>
                </c:pt>
                <c:pt idx="161">
                  <c:v>37118</c:v>
                </c:pt>
                <c:pt idx="162">
                  <c:v>37119</c:v>
                </c:pt>
                <c:pt idx="163">
                  <c:v>37120</c:v>
                </c:pt>
                <c:pt idx="164">
                  <c:v>37123</c:v>
                </c:pt>
                <c:pt idx="165">
                  <c:v>37124</c:v>
                </c:pt>
                <c:pt idx="166">
                  <c:v>37125</c:v>
                </c:pt>
                <c:pt idx="167">
                  <c:v>37126</c:v>
                </c:pt>
                <c:pt idx="168">
                  <c:v>37127</c:v>
                </c:pt>
                <c:pt idx="169">
                  <c:v>37130</c:v>
                </c:pt>
                <c:pt idx="170">
                  <c:v>37131</c:v>
                </c:pt>
                <c:pt idx="171">
                  <c:v>37132</c:v>
                </c:pt>
                <c:pt idx="172">
                  <c:v>37133</c:v>
                </c:pt>
                <c:pt idx="173">
                  <c:v>37134</c:v>
                </c:pt>
                <c:pt idx="174">
                  <c:v>37137</c:v>
                </c:pt>
                <c:pt idx="175">
                  <c:v>37138</c:v>
                </c:pt>
                <c:pt idx="176">
                  <c:v>37139</c:v>
                </c:pt>
                <c:pt idx="177">
                  <c:v>37140</c:v>
                </c:pt>
                <c:pt idx="178">
                  <c:v>37141</c:v>
                </c:pt>
                <c:pt idx="179">
                  <c:v>37144</c:v>
                </c:pt>
                <c:pt idx="180">
                  <c:v>37145</c:v>
                </c:pt>
                <c:pt idx="181">
                  <c:v>37146</c:v>
                </c:pt>
                <c:pt idx="182">
                  <c:v>37147</c:v>
                </c:pt>
                <c:pt idx="183">
                  <c:v>37148</c:v>
                </c:pt>
                <c:pt idx="184">
                  <c:v>37151</c:v>
                </c:pt>
                <c:pt idx="185">
                  <c:v>37152</c:v>
                </c:pt>
                <c:pt idx="186">
                  <c:v>37153</c:v>
                </c:pt>
                <c:pt idx="187">
                  <c:v>37154</c:v>
                </c:pt>
                <c:pt idx="188">
                  <c:v>37155</c:v>
                </c:pt>
                <c:pt idx="189">
                  <c:v>37158</c:v>
                </c:pt>
                <c:pt idx="190">
                  <c:v>37159</c:v>
                </c:pt>
                <c:pt idx="191">
                  <c:v>37160</c:v>
                </c:pt>
                <c:pt idx="192">
                  <c:v>37161</c:v>
                </c:pt>
                <c:pt idx="193">
                  <c:v>37162</c:v>
                </c:pt>
                <c:pt idx="194">
                  <c:v>37165</c:v>
                </c:pt>
                <c:pt idx="195">
                  <c:v>37166</c:v>
                </c:pt>
                <c:pt idx="196">
                  <c:v>37167</c:v>
                </c:pt>
                <c:pt idx="197">
                  <c:v>37168</c:v>
                </c:pt>
                <c:pt idx="198">
                  <c:v>37169</c:v>
                </c:pt>
                <c:pt idx="199">
                  <c:v>37172</c:v>
                </c:pt>
                <c:pt idx="200">
                  <c:v>37173</c:v>
                </c:pt>
                <c:pt idx="201">
                  <c:v>37174</c:v>
                </c:pt>
                <c:pt idx="202">
                  <c:v>37175</c:v>
                </c:pt>
                <c:pt idx="203">
                  <c:v>37176</c:v>
                </c:pt>
                <c:pt idx="204">
                  <c:v>37179</c:v>
                </c:pt>
                <c:pt idx="205">
                  <c:v>37180</c:v>
                </c:pt>
                <c:pt idx="206">
                  <c:v>37181</c:v>
                </c:pt>
                <c:pt idx="207">
                  <c:v>37182</c:v>
                </c:pt>
                <c:pt idx="208">
                  <c:v>37183</c:v>
                </c:pt>
                <c:pt idx="209">
                  <c:v>37186</c:v>
                </c:pt>
                <c:pt idx="210">
                  <c:v>37187</c:v>
                </c:pt>
                <c:pt idx="211">
                  <c:v>37188</c:v>
                </c:pt>
                <c:pt idx="212">
                  <c:v>37189</c:v>
                </c:pt>
                <c:pt idx="213">
                  <c:v>37190</c:v>
                </c:pt>
                <c:pt idx="214">
                  <c:v>37193</c:v>
                </c:pt>
                <c:pt idx="215">
                  <c:v>37194</c:v>
                </c:pt>
                <c:pt idx="216">
                  <c:v>37195</c:v>
                </c:pt>
                <c:pt idx="217">
                  <c:v>37196</c:v>
                </c:pt>
                <c:pt idx="218">
                  <c:v>37197</c:v>
                </c:pt>
                <c:pt idx="219">
                  <c:v>37200</c:v>
                </c:pt>
                <c:pt idx="220">
                  <c:v>37201</c:v>
                </c:pt>
                <c:pt idx="221">
                  <c:v>37202</c:v>
                </c:pt>
                <c:pt idx="222">
                  <c:v>37203</c:v>
                </c:pt>
                <c:pt idx="223">
                  <c:v>37204</c:v>
                </c:pt>
                <c:pt idx="224">
                  <c:v>37207</c:v>
                </c:pt>
                <c:pt idx="225">
                  <c:v>37208</c:v>
                </c:pt>
                <c:pt idx="226">
                  <c:v>37209</c:v>
                </c:pt>
                <c:pt idx="227">
                  <c:v>37210</c:v>
                </c:pt>
                <c:pt idx="228">
                  <c:v>37211</c:v>
                </c:pt>
                <c:pt idx="229">
                  <c:v>37214</c:v>
                </c:pt>
                <c:pt idx="230">
                  <c:v>37215</c:v>
                </c:pt>
                <c:pt idx="231">
                  <c:v>37216</c:v>
                </c:pt>
                <c:pt idx="232">
                  <c:v>37217</c:v>
                </c:pt>
                <c:pt idx="233">
                  <c:v>37218</c:v>
                </c:pt>
                <c:pt idx="234">
                  <c:v>37221</c:v>
                </c:pt>
                <c:pt idx="235">
                  <c:v>37222</c:v>
                </c:pt>
                <c:pt idx="236">
                  <c:v>37223</c:v>
                </c:pt>
                <c:pt idx="237">
                  <c:v>37224</c:v>
                </c:pt>
                <c:pt idx="238">
                  <c:v>37225</c:v>
                </c:pt>
                <c:pt idx="239">
                  <c:v>37228</c:v>
                </c:pt>
                <c:pt idx="240">
                  <c:v>37229</c:v>
                </c:pt>
                <c:pt idx="241">
                  <c:v>37230</c:v>
                </c:pt>
                <c:pt idx="242">
                  <c:v>37231</c:v>
                </c:pt>
                <c:pt idx="243">
                  <c:v>37232</c:v>
                </c:pt>
                <c:pt idx="244">
                  <c:v>37235</c:v>
                </c:pt>
                <c:pt idx="245">
                  <c:v>37236</c:v>
                </c:pt>
                <c:pt idx="246">
                  <c:v>37237</c:v>
                </c:pt>
                <c:pt idx="247">
                  <c:v>37238</c:v>
                </c:pt>
                <c:pt idx="248">
                  <c:v>37239</c:v>
                </c:pt>
                <c:pt idx="249">
                  <c:v>37242</c:v>
                </c:pt>
                <c:pt idx="250">
                  <c:v>37243</c:v>
                </c:pt>
                <c:pt idx="251">
                  <c:v>37244</c:v>
                </c:pt>
                <c:pt idx="252">
                  <c:v>37245</c:v>
                </c:pt>
                <c:pt idx="253">
                  <c:v>37246</c:v>
                </c:pt>
                <c:pt idx="254">
                  <c:v>37249</c:v>
                </c:pt>
                <c:pt idx="255">
                  <c:v>37250</c:v>
                </c:pt>
                <c:pt idx="256">
                  <c:v>37251</c:v>
                </c:pt>
                <c:pt idx="257">
                  <c:v>37252</c:v>
                </c:pt>
                <c:pt idx="258">
                  <c:v>37253</c:v>
                </c:pt>
                <c:pt idx="259">
                  <c:v>37256</c:v>
                </c:pt>
                <c:pt idx="260">
                  <c:v>37257</c:v>
                </c:pt>
                <c:pt idx="261">
                  <c:v>37258</c:v>
                </c:pt>
                <c:pt idx="262">
                  <c:v>37259</c:v>
                </c:pt>
                <c:pt idx="263">
                  <c:v>37260</c:v>
                </c:pt>
                <c:pt idx="264">
                  <c:v>37263</c:v>
                </c:pt>
                <c:pt idx="265">
                  <c:v>37264</c:v>
                </c:pt>
                <c:pt idx="266">
                  <c:v>37265</c:v>
                </c:pt>
                <c:pt idx="267">
                  <c:v>37266</c:v>
                </c:pt>
                <c:pt idx="268">
                  <c:v>37267</c:v>
                </c:pt>
                <c:pt idx="269">
                  <c:v>37270</c:v>
                </c:pt>
                <c:pt idx="270">
                  <c:v>37271</c:v>
                </c:pt>
                <c:pt idx="271">
                  <c:v>37272</c:v>
                </c:pt>
                <c:pt idx="272">
                  <c:v>37273</c:v>
                </c:pt>
                <c:pt idx="273">
                  <c:v>37274</c:v>
                </c:pt>
                <c:pt idx="274">
                  <c:v>37277</c:v>
                </c:pt>
                <c:pt idx="275">
                  <c:v>37278</c:v>
                </c:pt>
                <c:pt idx="276">
                  <c:v>37279</c:v>
                </c:pt>
                <c:pt idx="277">
                  <c:v>37280</c:v>
                </c:pt>
                <c:pt idx="278">
                  <c:v>37281</c:v>
                </c:pt>
                <c:pt idx="279">
                  <c:v>37284</c:v>
                </c:pt>
                <c:pt idx="280">
                  <c:v>37285</c:v>
                </c:pt>
                <c:pt idx="281">
                  <c:v>37286</c:v>
                </c:pt>
                <c:pt idx="282">
                  <c:v>37287</c:v>
                </c:pt>
                <c:pt idx="283">
                  <c:v>37288</c:v>
                </c:pt>
                <c:pt idx="284">
                  <c:v>37291</c:v>
                </c:pt>
                <c:pt idx="285">
                  <c:v>37292</c:v>
                </c:pt>
                <c:pt idx="286">
                  <c:v>37293</c:v>
                </c:pt>
                <c:pt idx="287">
                  <c:v>37294</c:v>
                </c:pt>
                <c:pt idx="288">
                  <c:v>37295</c:v>
                </c:pt>
                <c:pt idx="289">
                  <c:v>37298</c:v>
                </c:pt>
                <c:pt idx="290">
                  <c:v>37299</c:v>
                </c:pt>
                <c:pt idx="291">
                  <c:v>37300</c:v>
                </c:pt>
                <c:pt idx="292">
                  <c:v>37301</c:v>
                </c:pt>
                <c:pt idx="293">
                  <c:v>37302</c:v>
                </c:pt>
                <c:pt idx="294">
                  <c:v>37305</c:v>
                </c:pt>
                <c:pt idx="295">
                  <c:v>37306</c:v>
                </c:pt>
                <c:pt idx="296">
                  <c:v>37307</c:v>
                </c:pt>
                <c:pt idx="297">
                  <c:v>37308</c:v>
                </c:pt>
                <c:pt idx="298">
                  <c:v>37309</c:v>
                </c:pt>
                <c:pt idx="299">
                  <c:v>37312</c:v>
                </c:pt>
                <c:pt idx="300">
                  <c:v>37313</c:v>
                </c:pt>
                <c:pt idx="301">
                  <c:v>37314</c:v>
                </c:pt>
                <c:pt idx="302">
                  <c:v>37315</c:v>
                </c:pt>
                <c:pt idx="303">
                  <c:v>37316</c:v>
                </c:pt>
                <c:pt idx="304">
                  <c:v>37319</c:v>
                </c:pt>
                <c:pt idx="305">
                  <c:v>37320</c:v>
                </c:pt>
                <c:pt idx="306">
                  <c:v>37321</c:v>
                </c:pt>
                <c:pt idx="307">
                  <c:v>37322</c:v>
                </c:pt>
                <c:pt idx="308">
                  <c:v>37323</c:v>
                </c:pt>
                <c:pt idx="309">
                  <c:v>37326</c:v>
                </c:pt>
                <c:pt idx="310">
                  <c:v>37327</c:v>
                </c:pt>
                <c:pt idx="311">
                  <c:v>37328</c:v>
                </c:pt>
                <c:pt idx="312">
                  <c:v>37329</c:v>
                </c:pt>
                <c:pt idx="313">
                  <c:v>37330</c:v>
                </c:pt>
                <c:pt idx="314">
                  <c:v>37333</c:v>
                </c:pt>
                <c:pt idx="315">
                  <c:v>37334</c:v>
                </c:pt>
                <c:pt idx="316">
                  <c:v>37335</c:v>
                </c:pt>
                <c:pt idx="317">
                  <c:v>37336</c:v>
                </c:pt>
                <c:pt idx="318">
                  <c:v>37337</c:v>
                </c:pt>
                <c:pt idx="319">
                  <c:v>37340</c:v>
                </c:pt>
                <c:pt idx="320">
                  <c:v>37341</c:v>
                </c:pt>
                <c:pt idx="321">
                  <c:v>37342</c:v>
                </c:pt>
                <c:pt idx="322">
                  <c:v>37343</c:v>
                </c:pt>
                <c:pt idx="323">
                  <c:v>37344</c:v>
                </c:pt>
                <c:pt idx="324">
                  <c:v>37347</c:v>
                </c:pt>
                <c:pt idx="325">
                  <c:v>37348</c:v>
                </c:pt>
                <c:pt idx="326">
                  <c:v>37349</c:v>
                </c:pt>
                <c:pt idx="327">
                  <c:v>37350</c:v>
                </c:pt>
                <c:pt idx="328">
                  <c:v>37351</c:v>
                </c:pt>
                <c:pt idx="329">
                  <c:v>37354</c:v>
                </c:pt>
                <c:pt idx="330">
                  <c:v>37355</c:v>
                </c:pt>
                <c:pt idx="331">
                  <c:v>37356</c:v>
                </c:pt>
                <c:pt idx="332">
                  <c:v>37357</c:v>
                </c:pt>
                <c:pt idx="333">
                  <c:v>37358</c:v>
                </c:pt>
                <c:pt idx="334">
                  <c:v>37361</c:v>
                </c:pt>
                <c:pt idx="335">
                  <c:v>37362</c:v>
                </c:pt>
                <c:pt idx="336">
                  <c:v>37363</c:v>
                </c:pt>
                <c:pt idx="337">
                  <c:v>37364</c:v>
                </c:pt>
                <c:pt idx="338">
                  <c:v>37365</c:v>
                </c:pt>
                <c:pt idx="339">
                  <c:v>37368</c:v>
                </c:pt>
                <c:pt idx="340">
                  <c:v>37369</c:v>
                </c:pt>
                <c:pt idx="341">
                  <c:v>37370</c:v>
                </c:pt>
                <c:pt idx="342">
                  <c:v>37371</c:v>
                </c:pt>
                <c:pt idx="343">
                  <c:v>37372</c:v>
                </c:pt>
                <c:pt idx="344">
                  <c:v>37375</c:v>
                </c:pt>
                <c:pt idx="345">
                  <c:v>37376</c:v>
                </c:pt>
                <c:pt idx="346">
                  <c:v>37377</c:v>
                </c:pt>
                <c:pt idx="347">
                  <c:v>37378</c:v>
                </c:pt>
                <c:pt idx="348">
                  <c:v>37379</c:v>
                </c:pt>
                <c:pt idx="349">
                  <c:v>37382</c:v>
                </c:pt>
                <c:pt idx="350">
                  <c:v>37383</c:v>
                </c:pt>
                <c:pt idx="351">
                  <c:v>37384</c:v>
                </c:pt>
                <c:pt idx="352">
                  <c:v>37385</c:v>
                </c:pt>
                <c:pt idx="353">
                  <c:v>37386</c:v>
                </c:pt>
                <c:pt idx="354">
                  <c:v>37389</c:v>
                </c:pt>
                <c:pt idx="355">
                  <c:v>37390</c:v>
                </c:pt>
                <c:pt idx="356">
                  <c:v>37391</c:v>
                </c:pt>
                <c:pt idx="357">
                  <c:v>37392</c:v>
                </c:pt>
                <c:pt idx="358">
                  <c:v>37393</c:v>
                </c:pt>
                <c:pt idx="359">
                  <c:v>37396</c:v>
                </c:pt>
                <c:pt idx="360">
                  <c:v>37397</c:v>
                </c:pt>
                <c:pt idx="361">
                  <c:v>37398</c:v>
                </c:pt>
                <c:pt idx="362">
                  <c:v>37399</c:v>
                </c:pt>
                <c:pt idx="363">
                  <c:v>37400</c:v>
                </c:pt>
                <c:pt idx="364">
                  <c:v>37403</c:v>
                </c:pt>
                <c:pt idx="365">
                  <c:v>37404</c:v>
                </c:pt>
                <c:pt idx="366">
                  <c:v>37405</c:v>
                </c:pt>
                <c:pt idx="367">
                  <c:v>37406</c:v>
                </c:pt>
                <c:pt idx="368">
                  <c:v>37407</c:v>
                </c:pt>
                <c:pt idx="369">
                  <c:v>37410</c:v>
                </c:pt>
                <c:pt idx="370">
                  <c:v>37411</c:v>
                </c:pt>
                <c:pt idx="371">
                  <c:v>37412</c:v>
                </c:pt>
                <c:pt idx="372">
                  <c:v>37413</c:v>
                </c:pt>
                <c:pt idx="373">
                  <c:v>37414</c:v>
                </c:pt>
                <c:pt idx="374">
                  <c:v>37417</c:v>
                </c:pt>
                <c:pt idx="375">
                  <c:v>37418</c:v>
                </c:pt>
                <c:pt idx="376">
                  <c:v>37419</c:v>
                </c:pt>
                <c:pt idx="377">
                  <c:v>37420</c:v>
                </c:pt>
                <c:pt idx="378">
                  <c:v>37421</c:v>
                </c:pt>
                <c:pt idx="379">
                  <c:v>37424</c:v>
                </c:pt>
                <c:pt idx="380">
                  <c:v>37425</c:v>
                </c:pt>
                <c:pt idx="381">
                  <c:v>37426</c:v>
                </c:pt>
                <c:pt idx="382">
                  <c:v>37427</c:v>
                </c:pt>
                <c:pt idx="383">
                  <c:v>37428</c:v>
                </c:pt>
                <c:pt idx="384">
                  <c:v>37431</c:v>
                </c:pt>
                <c:pt idx="385">
                  <c:v>37432</c:v>
                </c:pt>
                <c:pt idx="386">
                  <c:v>37433</c:v>
                </c:pt>
                <c:pt idx="387">
                  <c:v>37434</c:v>
                </c:pt>
                <c:pt idx="388">
                  <c:v>37435</c:v>
                </c:pt>
                <c:pt idx="389">
                  <c:v>37438</c:v>
                </c:pt>
                <c:pt idx="390">
                  <c:v>37439</c:v>
                </c:pt>
                <c:pt idx="391">
                  <c:v>37440</c:v>
                </c:pt>
                <c:pt idx="392">
                  <c:v>37441</c:v>
                </c:pt>
                <c:pt idx="393">
                  <c:v>37442</c:v>
                </c:pt>
                <c:pt idx="394">
                  <c:v>37445</c:v>
                </c:pt>
                <c:pt idx="395">
                  <c:v>37446</c:v>
                </c:pt>
                <c:pt idx="396">
                  <c:v>37447</c:v>
                </c:pt>
                <c:pt idx="397">
                  <c:v>37448</c:v>
                </c:pt>
                <c:pt idx="398">
                  <c:v>37449</c:v>
                </c:pt>
                <c:pt idx="399">
                  <c:v>37452</c:v>
                </c:pt>
                <c:pt idx="400">
                  <c:v>37453</c:v>
                </c:pt>
                <c:pt idx="401">
                  <c:v>37454</c:v>
                </c:pt>
                <c:pt idx="402">
                  <c:v>37455</c:v>
                </c:pt>
                <c:pt idx="403">
                  <c:v>37456</c:v>
                </c:pt>
                <c:pt idx="404">
                  <c:v>37459</c:v>
                </c:pt>
                <c:pt idx="405">
                  <c:v>37460</c:v>
                </c:pt>
                <c:pt idx="406">
                  <c:v>37461</c:v>
                </c:pt>
                <c:pt idx="407">
                  <c:v>37462</c:v>
                </c:pt>
                <c:pt idx="408">
                  <c:v>37463</c:v>
                </c:pt>
                <c:pt idx="409">
                  <c:v>37466</c:v>
                </c:pt>
                <c:pt idx="410">
                  <c:v>37467</c:v>
                </c:pt>
                <c:pt idx="411">
                  <c:v>37468</c:v>
                </c:pt>
                <c:pt idx="412">
                  <c:v>37469</c:v>
                </c:pt>
                <c:pt idx="413">
                  <c:v>37470</c:v>
                </c:pt>
                <c:pt idx="414">
                  <c:v>37473</c:v>
                </c:pt>
                <c:pt idx="415">
                  <c:v>37474</c:v>
                </c:pt>
                <c:pt idx="416">
                  <c:v>37475</c:v>
                </c:pt>
                <c:pt idx="417">
                  <c:v>37476</c:v>
                </c:pt>
                <c:pt idx="418">
                  <c:v>37477</c:v>
                </c:pt>
                <c:pt idx="419">
                  <c:v>37480</c:v>
                </c:pt>
                <c:pt idx="420">
                  <c:v>37481</c:v>
                </c:pt>
                <c:pt idx="421">
                  <c:v>37482</c:v>
                </c:pt>
                <c:pt idx="422">
                  <c:v>37483</c:v>
                </c:pt>
                <c:pt idx="423">
                  <c:v>37484</c:v>
                </c:pt>
                <c:pt idx="424">
                  <c:v>37487</c:v>
                </c:pt>
                <c:pt idx="425">
                  <c:v>37488</c:v>
                </c:pt>
                <c:pt idx="426">
                  <c:v>37489</c:v>
                </c:pt>
                <c:pt idx="427">
                  <c:v>37490</c:v>
                </c:pt>
                <c:pt idx="428">
                  <c:v>37491</c:v>
                </c:pt>
                <c:pt idx="429">
                  <c:v>37494</c:v>
                </c:pt>
                <c:pt idx="430">
                  <c:v>37495</c:v>
                </c:pt>
                <c:pt idx="431">
                  <c:v>37496</c:v>
                </c:pt>
                <c:pt idx="432">
                  <c:v>37497</c:v>
                </c:pt>
                <c:pt idx="433">
                  <c:v>37498</c:v>
                </c:pt>
                <c:pt idx="434">
                  <c:v>37501</c:v>
                </c:pt>
                <c:pt idx="435">
                  <c:v>37502</c:v>
                </c:pt>
                <c:pt idx="436">
                  <c:v>37503</c:v>
                </c:pt>
                <c:pt idx="437">
                  <c:v>37504</c:v>
                </c:pt>
                <c:pt idx="438">
                  <c:v>37505</c:v>
                </c:pt>
                <c:pt idx="439">
                  <c:v>37508</c:v>
                </c:pt>
                <c:pt idx="440">
                  <c:v>37509</c:v>
                </c:pt>
                <c:pt idx="441">
                  <c:v>37510</c:v>
                </c:pt>
                <c:pt idx="442">
                  <c:v>37511</c:v>
                </c:pt>
                <c:pt idx="443">
                  <c:v>37512</c:v>
                </c:pt>
                <c:pt idx="444">
                  <c:v>37515</c:v>
                </c:pt>
                <c:pt idx="445">
                  <c:v>37516</c:v>
                </c:pt>
                <c:pt idx="446">
                  <c:v>37517</c:v>
                </c:pt>
                <c:pt idx="447">
                  <c:v>37518</c:v>
                </c:pt>
                <c:pt idx="448">
                  <c:v>37519</c:v>
                </c:pt>
                <c:pt idx="449">
                  <c:v>37522</c:v>
                </c:pt>
                <c:pt idx="450">
                  <c:v>37523</c:v>
                </c:pt>
                <c:pt idx="451">
                  <c:v>37524</c:v>
                </c:pt>
                <c:pt idx="452">
                  <c:v>37525</c:v>
                </c:pt>
                <c:pt idx="453">
                  <c:v>37526</c:v>
                </c:pt>
                <c:pt idx="454">
                  <c:v>37529</c:v>
                </c:pt>
                <c:pt idx="455">
                  <c:v>37530</c:v>
                </c:pt>
                <c:pt idx="456">
                  <c:v>37531</c:v>
                </c:pt>
                <c:pt idx="457">
                  <c:v>37532</c:v>
                </c:pt>
                <c:pt idx="458">
                  <c:v>37533</c:v>
                </c:pt>
                <c:pt idx="459">
                  <c:v>37536</c:v>
                </c:pt>
                <c:pt idx="460">
                  <c:v>37537</c:v>
                </c:pt>
                <c:pt idx="461">
                  <c:v>37538</c:v>
                </c:pt>
                <c:pt idx="462">
                  <c:v>37539</c:v>
                </c:pt>
                <c:pt idx="463">
                  <c:v>37540</c:v>
                </c:pt>
                <c:pt idx="464">
                  <c:v>37543</c:v>
                </c:pt>
                <c:pt idx="465">
                  <c:v>37544</c:v>
                </c:pt>
                <c:pt idx="466">
                  <c:v>37545</c:v>
                </c:pt>
                <c:pt idx="467">
                  <c:v>37546</c:v>
                </c:pt>
                <c:pt idx="468">
                  <c:v>37547</c:v>
                </c:pt>
                <c:pt idx="469">
                  <c:v>37550</c:v>
                </c:pt>
                <c:pt idx="470">
                  <c:v>37551</c:v>
                </c:pt>
                <c:pt idx="471">
                  <c:v>37552</c:v>
                </c:pt>
                <c:pt idx="472">
                  <c:v>37553</c:v>
                </c:pt>
                <c:pt idx="473">
                  <c:v>37554</c:v>
                </c:pt>
                <c:pt idx="474">
                  <c:v>37557</c:v>
                </c:pt>
                <c:pt idx="475">
                  <c:v>37558</c:v>
                </c:pt>
                <c:pt idx="476">
                  <c:v>37559</c:v>
                </c:pt>
                <c:pt idx="477">
                  <c:v>37560</c:v>
                </c:pt>
                <c:pt idx="478">
                  <c:v>37561</c:v>
                </c:pt>
                <c:pt idx="479">
                  <c:v>37564</c:v>
                </c:pt>
                <c:pt idx="480">
                  <c:v>37565</c:v>
                </c:pt>
                <c:pt idx="481">
                  <c:v>37566</c:v>
                </c:pt>
                <c:pt idx="482">
                  <c:v>37567</c:v>
                </c:pt>
                <c:pt idx="483">
                  <c:v>37568</c:v>
                </c:pt>
                <c:pt idx="484">
                  <c:v>37571</c:v>
                </c:pt>
                <c:pt idx="485">
                  <c:v>37572</c:v>
                </c:pt>
                <c:pt idx="486">
                  <c:v>37573</c:v>
                </c:pt>
                <c:pt idx="487">
                  <c:v>37574</c:v>
                </c:pt>
                <c:pt idx="488">
                  <c:v>37575</c:v>
                </c:pt>
                <c:pt idx="489">
                  <c:v>37578</c:v>
                </c:pt>
                <c:pt idx="490">
                  <c:v>37579</c:v>
                </c:pt>
                <c:pt idx="491">
                  <c:v>37580</c:v>
                </c:pt>
                <c:pt idx="492">
                  <c:v>37581</c:v>
                </c:pt>
                <c:pt idx="493">
                  <c:v>37582</c:v>
                </c:pt>
                <c:pt idx="494">
                  <c:v>37585</c:v>
                </c:pt>
                <c:pt idx="495">
                  <c:v>37586</c:v>
                </c:pt>
                <c:pt idx="496">
                  <c:v>37587</c:v>
                </c:pt>
                <c:pt idx="497">
                  <c:v>37588</c:v>
                </c:pt>
                <c:pt idx="498">
                  <c:v>37589</c:v>
                </c:pt>
                <c:pt idx="499">
                  <c:v>37592</c:v>
                </c:pt>
                <c:pt idx="500">
                  <c:v>37593</c:v>
                </c:pt>
                <c:pt idx="501">
                  <c:v>37594</c:v>
                </c:pt>
                <c:pt idx="502">
                  <c:v>37595</c:v>
                </c:pt>
                <c:pt idx="503">
                  <c:v>37596</c:v>
                </c:pt>
                <c:pt idx="504">
                  <c:v>37599</c:v>
                </c:pt>
                <c:pt idx="505">
                  <c:v>37600</c:v>
                </c:pt>
                <c:pt idx="506">
                  <c:v>37601</c:v>
                </c:pt>
                <c:pt idx="507">
                  <c:v>37602</c:v>
                </c:pt>
                <c:pt idx="508">
                  <c:v>37603</c:v>
                </c:pt>
                <c:pt idx="509">
                  <c:v>37606</c:v>
                </c:pt>
                <c:pt idx="510">
                  <c:v>37607</c:v>
                </c:pt>
                <c:pt idx="511">
                  <c:v>37608</c:v>
                </c:pt>
                <c:pt idx="512">
                  <c:v>37609</c:v>
                </c:pt>
                <c:pt idx="513">
                  <c:v>37610</c:v>
                </c:pt>
                <c:pt idx="514">
                  <c:v>37613</c:v>
                </c:pt>
                <c:pt idx="515">
                  <c:v>37614</c:v>
                </c:pt>
                <c:pt idx="516">
                  <c:v>37615</c:v>
                </c:pt>
                <c:pt idx="517">
                  <c:v>37616</c:v>
                </c:pt>
                <c:pt idx="518">
                  <c:v>37617</c:v>
                </c:pt>
                <c:pt idx="519">
                  <c:v>37620</c:v>
                </c:pt>
                <c:pt idx="520">
                  <c:v>37621</c:v>
                </c:pt>
                <c:pt idx="521">
                  <c:v>37622</c:v>
                </c:pt>
                <c:pt idx="522">
                  <c:v>37623</c:v>
                </c:pt>
                <c:pt idx="523">
                  <c:v>37624</c:v>
                </c:pt>
                <c:pt idx="524">
                  <c:v>37627</c:v>
                </c:pt>
                <c:pt idx="525">
                  <c:v>37628</c:v>
                </c:pt>
                <c:pt idx="526">
                  <c:v>37629</c:v>
                </c:pt>
                <c:pt idx="527">
                  <c:v>37630</c:v>
                </c:pt>
                <c:pt idx="528">
                  <c:v>37631</c:v>
                </c:pt>
                <c:pt idx="529">
                  <c:v>37634</c:v>
                </c:pt>
                <c:pt idx="530">
                  <c:v>37635</c:v>
                </c:pt>
                <c:pt idx="531">
                  <c:v>37636</c:v>
                </c:pt>
                <c:pt idx="532">
                  <c:v>37637</c:v>
                </c:pt>
                <c:pt idx="533">
                  <c:v>37638</c:v>
                </c:pt>
                <c:pt idx="534">
                  <c:v>37641</c:v>
                </c:pt>
                <c:pt idx="535">
                  <c:v>37642</c:v>
                </c:pt>
                <c:pt idx="536">
                  <c:v>37643</c:v>
                </c:pt>
                <c:pt idx="537">
                  <c:v>37644</c:v>
                </c:pt>
                <c:pt idx="538">
                  <c:v>37645</c:v>
                </c:pt>
                <c:pt idx="539">
                  <c:v>37648</c:v>
                </c:pt>
                <c:pt idx="540">
                  <c:v>37649</c:v>
                </c:pt>
                <c:pt idx="541">
                  <c:v>37650</c:v>
                </c:pt>
                <c:pt idx="542">
                  <c:v>37651</c:v>
                </c:pt>
                <c:pt idx="543">
                  <c:v>37652</c:v>
                </c:pt>
                <c:pt idx="544">
                  <c:v>37655</c:v>
                </c:pt>
                <c:pt idx="545">
                  <c:v>37656</c:v>
                </c:pt>
                <c:pt idx="546">
                  <c:v>37657</c:v>
                </c:pt>
                <c:pt idx="547">
                  <c:v>37658</c:v>
                </c:pt>
                <c:pt idx="548">
                  <c:v>37659</c:v>
                </c:pt>
                <c:pt idx="549">
                  <c:v>37662</c:v>
                </c:pt>
                <c:pt idx="550">
                  <c:v>37663</c:v>
                </c:pt>
                <c:pt idx="551">
                  <c:v>37664</c:v>
                </c:pt>
                <c:pt idx="552">
                  <c:v>37665</c:v>
                </c:pt>
                <c:pt idx="553">
                  <c:v>37666</c:v>
                </c:pt>
                <c:pt idx="554">
                  <c:v>37669</c:v>
                </c:pt>
                <c:pt idx="555">
                  <c:v>37670</c:v>
                </c:pt>
                <c:pt idx="556">
                  <c:v>37671</c:v>
                </c:pt>
                <c:pt idx="557">
                  <c:v>37672</c:v>
                </c:pt>
                <c:pt idx="558">
                  <c:v>37673</c:v>
                </c:pt>
                <c:pt idx="559">
                  <c:v>37676</c:v>
                </c:pt>
                <c:pt idx="560">
                  <c:v>37677</c:v>
                </c:pt>
                <c:pt idx="561">
                  <c:v>37678</c:v>
                </c:pt>
                <c:pt idx="562">
                  <c:v>37679</c:v>
                </c:pt>
                <c:pt idx="563">
                  <c:v>37680</c:v>
                </c:pt>
                <c:pt idx="564">
                  <c:v>37683</c:v>
                </c:pt>
                <c:pt idx="565">
                  <c:v>37684</c:v>
                </c:pt>
                <c:pt idx="566">
                  <c:v>37685</c:v>
                </c:pt>
                <c:pt idx="567">
                  <c:v>37686</c:v>
                </c:pt>
                <c:pt idx="568">
                  <c:v>37687</c:v>
                </c:pt>
                <c:pt idx="569">
                  <c:v>37690</c:v>
                </c:pt>
                <c:pt idx="570">
                  <c:v>37691</c:v>
                </c:pt>
                <c:pt idx="571">
                  <c:v>37692</c:v>
                </c:pt>
                <c:pt idx="572">
                  <c:v>37693</c:v>
                </c:pt>
                <c:pt idx="573">
                  <c:v>37694</c:v>
                </c:pt>
                <c:pt idx="574">
                  <c:v>37697</c:v>
                </c:pt>
                <c:pt idx="575">
                  <c:v>37698</c:v>
                </c:pt>
                <c:pt idx="576">
                  <c:v>37699</c:v>
                </c:pt>
                <c:pt idx="577">
                  <c:v>37700</c:v>
                </c:pt>
                <c:pt idx="578">
                  <c:v>37701</c:v>
                </c:pt>
                <c:pt idx="579">
                  <c:v>37704</c:v>
                </c:pt>
                <c:pt idx="580">
                  <c:v>37705</c:v>
                </c:pt>
                <c:pt idx="581">
                  <c:v>37706</c:v>
                </c:pt>
                <c:pt idx="582">
                  <c:v>37707</c:v>
                </c:pt>
                <c:pt idx="583">
                  <c:v>37708</c:v>
                </c:pt>
                <c:pt idx="584">
                  <c:v>37711</c:v>
                </c:pt>
                <c:pt idx="585">
                  <c:v>37712</c:v>
                </c:pt>
                <c:pt idx="586">
                  <c:v>37713</c:v>
                </c:pt>
                <c:pt idx="587">
                  <c:v>37714</c:v>
                </c:pt>
                <c:pt idx="588">
                  <c:v>37715</c:v>
                </c:pt>
                <c:pt idx="589">
                  <c:v>37718</c:v>
                </c:pt>
                <c:pt idx="590">
                  <c:v>37719</c:v>
                </c:pt>
                <c:pt idx="591">
                  <c:v>37720</c:v>
                </c:pt>
                <c:pt idx="592">
                  <c:v>37721</c:v>
                </c:pt>
                <c:pt idx="593">
                  <c:v>37722</c:v>
                </c:pt>
                <c:pt idx="594">
                  <c:v>37725</c:v>
                </c:pt>
                <c:pt idx="595">
                  <c:v>37726</c:v>
                </c:pt>
                <c:pt idx="596">
                  <c:v>37727</c:v>
                </c:pt>
                <c:pt idx="597">
                  <c:v>37728</c:v>
                </c:pt>
                <c:pt idx="598">
                  <c:v>37729</c:v>
                </c:pt>
                <c:pt idx="599">
                  <c:v>37732</c:v>
                </c:pt>
                <c:pt idx="600">
                  <c:v>37733</c:v>
                </c:pt>
                <c:pt idx="601">
                  <c:v>37734</c:v>
                </c:pt>
                <c:pt idx="602">
                  <c:v>37735</c:v>
                </c:pt>
                <c:pt idx="603">
                  <c:v>37736</c:v>
                </c:pt>
                <c:pt idx="604">
                  <c:v>37739</c:v>
                </c:pt>
                <c:pt idx="605">
                  <c:v>37740</c:v>
                </c:pt>
                <c:pt idx="606">
                  <c:v>37741</c:v>
                </c:pt>
                <c:pt idx="607">
                  <c:v>37742</c:v>
                </c:pt>
                <c:pt idx="608">
                  <c:v>37743</c:v>
                </c:pt>
                <c:pt idx="609">
                  <c:v>37746</c:v>
                </c:pt>
                <c:pt idx="610">
                  <c:v>37747</c:v>
                </c:pt>
                <c:pt idx="611">
                  <c:v>37748</c:v>
                </c:pt>
                <c:pt idx="612">
                  <c:v>37749</c:v>
                </c:pt>
                <c:pt idx="613">
                  <c:v>37750</c:v>
                </c:pt>
                <c:pt idx="614">
                  <c:v>37753</c:v>
                </c:pt>
                <c:pt idx="615">
                  <c:v>37754</c:v>
                </c:pt>
                <c:pt idx="616">
                  <c:v>37755</c:v>
                </c:pt>
                <c:pt idx="617">
                  <c:v>37756</c:v>
                </c:pt>
                <c:pt idx="618">
                  <c:v>37757</c:v>
                </c:pt>
                <c:pt idx="619">
                  <c:v>37760</c:v>
                </c:pt>
                <c:pt idx="620">
                  <c:v>37761</c:v>
                </c:pt>
                <c:pt idx="621">
                  <c:v>37762</c:v>
                </c:pt>
                <c:pt idx="622">
                  <c:v>37763</c:v>
                </c:pt>
                <c:pt idx="623">
                  <c:v>37764</c:v>
                </c:pt>
                <c:pt idx="624">
                  <c:v>37767</c:v>
                </c:pt>
                <c:pt idx="625">
                  <c:v>37768</c:v>
                </c:pt>
                <c:pt idx="626">
                  <c:v>37769</c:v>
                </c:pt>
                <c:pt idx="627">
                  <c:v>37770</c:v>
                </c:pt>
                <c:pt idx="628">
                  <c:v>37771</c:v>
                </c:pt>
                <c:pt idx="629">
                  <c:v>37774</c:v>
                </c:pt>
                <c:pt idx="630">
                  <c:v>37775</c:v>
                </c:pt>
                <c:pt idx="631">
                  <c:v>37776</c:v>
                </c:pt>
                <c:pt idx="632">
                  <c:v>37777</c:v>
                </c:pt>
                <c:pt idx="633">
                  <c:v>37778</c:v>
                </c:pt>
                <c:pt idx="634">
                  <c:v>37781</c:v>
                </c:pt>
                <c:pt idx="635">
                  <c:v>37782</c:v>
                </c:pt>
                <c:pt idx="636">
                  <c:v>37783</c:v>
                </c:pt>
                <c:pt idx="637">
                  <c:v>37784</c:v>
                </c:pt>
                <c:pt idx="638">
                  <c:v>37785</c:v>
                </c:pt>
                <c:pt idx="639">
                  <c:v>37788</c:v>
                </c:pt>
                <c:pt idx="640">
                  <c:v>37789</c:v>
                </c:pt>
                <c:pt idx="641">
                  <c:v>37790</c:v>
                </c:pt>
                <c:pt idx="642">
                  <c:v>37791</c:v>
                </c:pt>
                <c:pt idx="643">
                  <c:v>37792</c:v>
                </c:pt>
                <c:pt idx="644">
                  <c:v>37795</c:v>
                </c:pt>
                <c:pt idx="645">
                  <c:v>37796</c:v>
                </c:pt>
                <c:pt idx="646">
                  <c:v>37797</c:v>
                </c:pt>
                <c:pt idx="647">
                  <c:v>37798</c:v>
                </c:pt>
                <c:pt idx="648">
                  <c:v>37799</c:v>
                </c:pt>
                <c:pt idx="649">
                  <c:v>37802</c:v>
                </c:pt>
                <c:pt idx="650">
                  <c:v>37803</c:v>
                </c:pt>
                <c:pt idx="651">
                  <c:v>37804</c:v>
                </c:pt>
                <c:pt idx="652">
                  <c:v>37805</c:v>
                </c:pt>
                <c:pt idx="653">
                  <c:v>37806</c:v>
                </c:pt>
                <c:pt idx="654">
                  <c:v>37809</c:v>
                </c:pt>
                <c:pt idx="655">
                  <c:v>37810</c:v>
                </c:pt>
                <c:pt idx="656">
                  <c:v>37811</c:v>
                </c:pt>
                <c:pt idx="657">
                  <c:v>37812</c:v>
                </c:pt>
                <c:pt idx="658">
                  <c:v>37813</c:v>
                </c:pt>
                <c:pt idx="659">
                  <c:v>37816</c:v>
                </c:pt>
                <c:pt idx="660">
                  <c:v>37817</c:v>
                </c:pt>
                <c:pt idx="661">
                  <c:v>37818</c:v>
                </c:pt>
                <c:pt idx="662">
                  <c:v>37819</c:v>
                </c:pt>
                <c:pt idx="663">
                  <c:v>37820</c:v>
                </c:pt>
                <c:pt idx="664">
                  <c:v>37823</c:v>
                </c:pt>
                <c:pt idx="665">
                  <c:v>37824</c:v>
                </c:pt>
                <c:pt idx="666">
                  <c:v>37825</c:v>
                </c:pt>
                <c:pt idx="667">
                  <c:v>37826</c:v>
                </c:pt>
                <c:pt idx="668">
                  <c:v>37827</c:v>
                </c:pt>
                <c:pt idx="669">
                  <c:v>37830</c:v>
                </c:pt>
                <c:pt idx="670">
                  <c:v>37831</c:v>
                </c:pt>
                <c:pt idx="671">
                  <c:v>37832</c:v>
                </c:pt>
                <c:pt idx="672">
                  <c:v>37833</c:v>
                </c:pt>
                <c:pt idx="673">
                  <c:v>37834</c:v>
                </c:pt>
                <c:pt idx="674">
                  <c:v>37837</c:v>
                </c:pt>
                <c:pt idx="675">
                  <c:v>37838</c:v>
                </c:pt>
                <c:pt idx="676">
                  <c:v>37839</c:v>
                </c:pt>
                <c:pt idx="677">
                  <c:v>37840</c:v>
                </c:pt>
                <c:pt idx="678">
                  <c:v>37841</c:v>
                </c:pt>
                <c:pt idx="679">
                  <c:v>37844</c:v>
                </c:pt>
                <c:pt idx="680">
                  <c:v>37845</c:v>
                </c:pt>
                <c:pt idx="681">
                  <c:v>37846</c:v>
                </c:pt>
                <c:pt idx="682">
                  <c:v>37847</c:v>
                </c:pt>
                <c:pt idx="683">
                  <c:v>37848</c:v>
                </c:pt>
                <c:pt idx="684">
                  <c:v>37851</c:v>
                </c:pt>
                <c:pt idx="685">
                  <c:v>37852</c:v>
                </c:pt>
                <c:pt idx="686">
                  <c:v>37853</c:v>
                </c:pt>
                <c:pt idx="687">
                  <c:v>37854</c:v>
                </c:pt>
                <c:pt idx="688">
                  <c:v>37855</c:v>
                </c:pt>
                <c:pt idx="689">
                  <c:v>37858</c:v>
                </c:pt>
                <c:pt idx="690">
                  <c:v>37859</c:v>
                </c:pt>
                <c:pt idx="691">
                  <c:v>37860</c:v>
                </c:pt>
                <c:pt idx="692">
                  <c:v>37861</c:v>
                </c:pt>
                <c:pt idx="693">
                  <c:v>37862</c:v>
                </c:pt>
                <c:pt idx="694">
                  <c:v>37865</c:v>
                </c:pt>
                <c:pt idx="695">
                  <c:v>37866</c:v>
                </c:pt>
                <c:pt idx="696">
                  <c:v>37867</c:v>
                </c:pt>
                <c:pt idx="697">
                  <c:v>37868</c:v>
                </c:pt>
                <c:pt idx="698">
                  <c:v>37869</c:v>
                </c:pt>
                <c:pt idx="699">
                  <c:v>37872</c:v>
                </c:pt>
                <c:pt idx="700">
                  <c:v>37873</c:v>
                </c:pt>
                <c:pt idx="701">
                  <c:v>37874</c:v>
                </c:pt>
                <c:pt idx="702">
                  <c:v>37875</c:v>
                </c:pt>
                <c:pt idx="703">
                  <c:v>37876</c:v>
                </c:pt>
                <c:pt idx="704">
                  <c:v>37879</c:v>
                </c:pt>
                <c:pt idx="705">
                  <c:v>37880</c:v>
                </c:pt>
                <c:pt idx="706">
                  <c:v>37881</c:v>
                </c:pt>
                <c:pt idx="707">
                  <c:v>37882</c:v>
                </c:pt>
                <c:pt idx="708">
                  <c:v>37883</c:v>
                </c:pt>
                <c:pt idx="709">
                  <c:v>37886</c:v>
                </c:pt>
                <c:pt idx="710">
                  <c:v>37887</c:v>
                </c:pt>
                <c:pt idx="711">
                  <c:v>37888</c:v>
                </c:pt>
                <c:pt idx="712">
                  <c:v>37889</c:v>
                </c:pt>
                <c:pt idx="713">
                  <c:v>37890</c:v>
                </c:pt>
                <c:pt idx="714">
                  <c:v>37893</c:v>
                </c:pt>
                <c:pt idx="715">
                  <c:v>37894</c:v>
                </c:pt>
                <c:pt idx="716">
                  <c:v>37895</c:v>
                </c:pt>
                <c:pt idx="717">
                  <c:v>37896</c:v>
                </c:pt>
                <c:pt idx="718">
                  <c:v>37897</c:v>
                </c:pt>
                <c:pt idx="719">
                  <c:v>37900</c:v>
                </c:pt>
                <c:pt idx="720">
                  <c:v>37901</c:v>
                </c:pt>
                <c:pt idx="721">
                  <c:v>37902</c:v>
                </c:pt>
                <c:pt idx="722">
                  <c:v>37903</c:v>
                </c:pt>
                <c:pt idx="723">
                  <c:v>37904</c:v>
                </c:pt>
                <c:pt idx="724">
                  <c:v>37907</c:v>
                </c:pt>
                <c:pt idx="725">
                  <c:v>37908</c:v>
                </c:pt>
                <c:pt idx="726">
                  <c:v>37909</c:v>
                </c:pt>
                <c:pt idx="727">
                  <c:v>37910</c:v>
                </c:pt>
                <c:pt idx="728">
                  <c:v>37911</c:v>
                </c:pt>
                <c:pt idx="729">
                  <c:v>37914</c:v>
                </c:pt>
                <c:pt idx="730">
                  <c:v>37915</c:v>
                </c:pt>
                <c:pt idx="731">
                  <c:v>37916</c:v>
                </c:pt>
                <c:pt idx="732">
                  <c:v>37917</c:v>
                </c:pt>
                <c:pt idx="733">
                  <c:v>37918</c:v>
                </c:pt>
                <c:pt idx="734">
                  <c:v>37921</c:v>
                </c:pt>
                <c:pt idx="735">
                  <c:v>37922</c:v>
                </c:pt>
                <c:pt idx="736">
                  <c:v>37923</c:v>
                </c:pt>
                <c:pt idx="737">
                  <c:v>37924</c:v>
                </c:pt>
                <c:pt idx="738">
                  <c:v>37925</c:v>
                </c:pt>
                <c:pt idx="739">
                  <c:v>37928</c:v>
                </c:pt>
                <c:pt idx="740">
                  <c:v>37929</c:v>
                </c:pt>
                <c:pt idx="741">
                  <c:v>37930</c:v>
                </c:pt>
                <c:pt idx="742">
                  <c:v>37931</c:v>
                </c:pt>
                <c:pt idx="743">
                  <c:v>37932</c:v>
                </c:pt>
                <c:pt idx="744">
                  <c:v>37935</c:v>
                </c:pt>
                <c:pt idx="745">
                  <c:v>37936</c:v>
                </c:pt>
                <c:pt idx="746">
                  <c:v>37937</c:v>
                </c:pt>
                <c:pt idx="747">
                  <c:v>37938</c:v>
                </c:pt>
                <c:pt idx="748">
                  <c:v>37939</c:v>
                </c:pt>
                <c:pt idx="749">
                  <c:v>37942</c:v>
                </c:pt>
                <c:pt idx="750">
                  <c:v>37943</c:v>
                </c:pt>
                <c:pt idx="751">
                  <c:v>37944</c:v>
                </c:pt>
                <c:pt idx="752">
                  <c:v>37945</c:v>
                </c:pt>
                <c:pt idx="753">
                  <c:v>37946</c:v>
                </c:pt>
                <c:pt idx="754">
                  <c:v>37949</c:v>
                </c:pt>
                <c:pt idx="755">
                  <c:v>37950</c:v>
                </c:pt>
                <c:pt idx="756">
                  <c:v>37951</c:v>
                </c:pt>
                <c:pt idx="757">
                  <c:v>37952</c:v>
                </c:pt>
                <c:pt idx="758">
                  <c:v>37953</c:v>
                </c:pt>
                <c:pt idx="759">
                  <c:v>37956</c:v>
                </c:pt>
                <c:pt idx="760">
                  <c:v>37957</c:v>
                </c:pt>
                <c:pt idx="761">
                  <c:v>37958</c:v>
                </c:pt>
                <c:pt idx="762">
                  <c:v>37959</c:v>
                </c:pt>
                <c:pt idx="763">
                  <c:v>37960</c:v>
                </c:pt>
                <c:pt idx="764">
                  <c:v>37963</c:v>
                </c:pt>
                <c:pt idx="765">
                  <c:v>37964</c:v>
                </c:pt>
                <c:pt idx="766">
                  <c:v>37965</c:v>
                </c:pt>
                <c:pt idx="767">
                  <c:v>37966</c:v>
                </c:pt>
                <c:pt idx="768">
                  <c:v>37967</c:v>
                </c:pt>
                <c:pt idx="769">
                  <c:v>37970</c:v>
                </c:pt>
                <c:pt idx="770">
                  <c:v>37971</c:v>
                </c:pt>
                <c:pt idx="771">
                  <c:v>37972</c:v>
                </c:pt>
                <c:pt idx="772">
                  <c:v>37973</c:v>
                </c:pt>
                <c:pt idx="773">
                  <c:v>37974</c:v>
                </c:pt>
                <c:pt idx="774">
                  <c:v>37977</c:v>
                </c:pt>
                <c:pt idx="775">
                  <c:v>37978</c:v>
                </c:pt>
                <c:pt idx="776">
                  <c:v>37979</c:v>
                </c:pt>
                <c:pt idx="777">
                  <c:v>37980</c:v>
                </c:pt>
                <c:pt idx="778">
                  <c:v>37981</c:v>
                </c:pt>
                <c:pt idx="779">
                  <c:v>37984</c:v>
                </c:pt>
                <c:pt idx="780">
                  <c:v>37985</c:v>
                </c:pt>
                <c:pt idx="781">
                  <c:v>37986</c:v>
                </c:pt>
                <c:pt idx="782">
                  <c:v>37987</c:v>
                </c:pt>
                <c:pt idx="783">
                  <c:v>37988</c:v>
                </c:pt>
                <c:pt idx="784">
                  <c:v>37991</c:v>
                </c:pt>
                <c:pt idx="785">
                  <c:v>37992</c:v>
                </c:pt>
                <c:pt idx="786">
                  <c:v>37993</c:v>
                </c:pt>
                <c:pt idx="787">
                  <c:v>37994</c:v>
                </c:pt>
                <c:pt idx="788">
                  <c:v>37995</c:v>
                </c:pt>
                <c:pt idx="789">
                  <c:v>37998</c:v>
                </c:pt>
                <c:pt idx="790">
                  <c:v>37999</c:v>
                </c:pt>
                <c:pt idx="791">
                  <c:v>38000</c:v>
                </c:pt>
                <c:pt idx="792">
                  <c:v>38001</c:v>
                </c:pt>
                <c:pt idx="793">
                  <c:v>38002</c:v>
                </c:pt>
                <c:pt idx="794">
                  <c:v>38005</c:v>
                </c:pt>
                <c:pt idx="795">
                  <c:v>38006</c:v>
                </c:pt>
                <c:pt idx="796">
                  <c:v>38007</c:v>
                </c:pt>
                <c:pt idx="797">
                  <c:v>38008</c:v>
                </c:pt>
                <c:pt idx="798">
                  <c:v>38009</c:v>
                </c:pt>
                <c:pt idx="799">
                  <c:v>38012</c:v>
                </c:pt>
                <c:pt idx="800">
                  <c:v>38013</c:v>
                </c:pt>
                <c:pt idx="801">
                  <c:v>38014</c:v>
                </c:pt>
                <c:pt idx="802">
                  <c:v>38015</c:v>
                </c:pt>
                <c:pt idx="803">
                  <c:v>38016</c:v>
                </c:pt>
                <c:pt idx="804">
                  <c:v>38019</c:v>
                </c:pt>
                <c:pt idx="805">
                  <c:v>38020</c:v>
                </c:pt>
                <c:pt idx="806">
                  <c:v>38021</c:v>
                </c:pt>
                <c:pt idx="807">
                  <c:v>38022</c:v>
                </c:pt>
                <c:pt idx="808">
                  <c:v>38023</c:v>
                </c:pt>
                <c:pt idx="809">
                  <c:v>38026</c:v>
                </c:pt>
                <c:pt idx="810">
                  <c:v>38027</c:v>
                </c:pt>
                <c:pt idx="811">
                  <c:v>38028</c:v>
                </c:pt>
                <c:pt idx="812">
                  <c:v>38029</c:v>
                </c:pt>
                <c:pt idx="813">
                  <c:v>38030</c:v>
                </c:pt>
                <c:pt idx="814">
                  <c:v>38033</c:v>
                </c:pt>
                <c:pt idx="815">
                  <c:v>38034</c:v>
                </c:pt>
                <c:pt idx="816">
                  <c:v>38035</c:v>
                </c:pt>
                <c:pt idx="817">
                  <c:v>38036</c:v>
                </c:pt>
                <c:pt idx="818">
                  <c:v>38037</c:v>
                </c:pt>
                <c:pt idx="819">
                  <c:v>38040</c:v>
                </c:pt>
                <c:pt idx="820">
                  <c:v>38041</c:v>
                </c:pt>
                <c:pt idx="821">
                  <c:v>38042</c:v>
                </c:pt>
                <c:pt idx="822">
                  <c:v>38043</c:v>
                </c:pt>
                <c:pt idx="823">
                  <c:v>38044</c:v>
                </c:pt>
                <c:pt idx="824">
                  <c:v>38047</c:v>
                </c:pt>
                <c:pt idx="825">
                  <c:v>38048</c:v>
                </c:pt>
                <c:pt idx="826">
                  <c:v>38049</c:v>
                </c:pt>
                <c:pt idx="827">
                  <c:v>38050</c:v>
                </c:pt>
                <c:pt idx="828">
                  <c:v>38051</c:v>
                </c:pt>
                <c:pt idx="829">
                  <c:v>38054</c:v>
                </c:pt>
                <c:pt idx="830">
                  <c:v>38055</c:v>
                </c:pt>
                <c:pt idx="831">
                  <c:v>38056</c:v>
                </c:pt>
                <c:pt idx="832">
                  <c:v>38057</c:v>
                </c:pt>
                <c:pt idx="833">
                  <c:v>38058</c:v>
                </c:pt>
                <c:pt idx="834">
                  <c:v>38061</c:v>
                </c:pt>
                <c:pt idx="835">
                  <c:v>38062</c:v>
                </c:pt>
                <c:pt idx="836">
                  <c:v>38063</c:v>
                </c:pt>
                <c:pt idx="837">
                  <c:v>38064</c:v>
                </c:pt>
                <c:pt idx="838">
                  <c:v>38065</c:v>
                </c:pt>
                <c:pt idx="839">
                  <c:v>38068</c:v>
                </c:pt>
                <c:pt idx="840">
                  <c:v>38069</c:v>
                </c:pt>
                <c:pt idx="841">
                  <c:v>38070</c:v>
                </c:pt>
                <c:pt idx="842">
                  <c:v>38071</c:v>
                </c:pt>
                <c:pt idx="843">
                  <c:v>38072</c:v>
                </c:pt>
                <c:pt idx="844">
                  <c:v>38075</c:v>
                </c:pt>
                <c:pt idx="845">
                  <c:v>38076</c:v>
                </c:pt>
                <c:pt idx="846">
                  <c:v>38077</c:v>
                </c:pt>
                <c:pt idx="847">
                  <c:v>38078</c:v>
                </c:pt>
                <c:pt idx="848">
                  <c:v>38079</c:v>
                </c:pt>
                <c:pt idx="849">
                  <c:v>38082</c:v>
                </c:pt>
                <c:pt idx="850">
                  <c:v>38083</c:v>
                </c:pt>
                <c:pt idx="851">
                  <c:v>38084</c:v>
                </c:pt>
                <c:pt idx="852">
                  <c:v>38085</c:v>
                </c:pt>
                <c:pt idx="853">
                  <c:v>38086</c:v>
                </c:pt>
                <c:pt idx="854">
                  <c:v>38089</c:v>
                </c:pt>
                <c:pt idx="855">
                  <c:v>38090</c:v>
                </c:pt>
                <c:pt idx="856">
                  <c:v>38091</c:v>
                </c:pt>
                <c:pt idx="857">
                  <c:v>38092</c:v>
                </c:pt>
                <c:pt idx="858">
                  <c:v>38093</c:v>
                </c:pt>
                <c:pt idx="859">
                  <c:v>38096</c:v>
                </c:pt>
                <c:pt idx="860">
                  <c:v>38097</c:v>
                </c:pt>
                <c:pt idx="861">
                  <c:v>38098</c:v>
                </c:pt>
                <c:pt idx="862">
                  <c:v>38099</c:v>
                </c:pt>
                <c:pt idx="863">
                  <c:v>38100</c:v>
                </c:pt>
                <c:pt idx="864">
                  <c:v>38103</c:v>
                </c:pt>
                <c:pt idx="865">
                  <c:v>38104</c:v>
                </c:pt>
                <c:pt idx="866">
                  <c:v>38105</c:v>
                </c:pt>
                <c:pt idx="867">
                  <c:v>38106</c:v>
                </c:pt>
                <c:pt idx="868">
                  <c:v>38107</c:v>
                </c:pt>
                <c:pt idx="869">
                  <c:v>38110</c:v>
                </c:pt>
                <c:pt idx="870">
                  <c:v>38111</c:v>
                </c:pt>
                <c:pt idx="871">
                  <c:v>38112</c:v>
                </c:pt>
                <c:pt idx="872">
                  <c:v>38113</c:v>
                </c:pt>
                <c:pt idx="873">
                  <c:v>38114</c:v>
                </c:pt>
                <c:pt idx="874">
                  <c:v>38117</c:v>
                </c:pt>
                <c:pt idx="875">
                  <c:v>38118</c:v>
                </c:pt>
                <c:pt idx="876">
                  <c:v>38119</c:v>
                </c:pt>
                <c:pt idx="877">
                  <c:v>38120</c:v>
                </c:pt>
                <c:pt idx="878">
                  <c:v>38121</c:v>
                </c:pt>
                <c:pt idx="879">
                  <c:v>38124</c:v>
                </c:pt>
                <c:pt idx="880">
                  <c:v>38125</c:v>
                </c:pt>
                <c:pt idx="881">
                  <c:v>38126</c:v>
                </c:pt>
                <c:pt idx="882">
                  <c:v>38127</c:v>
                </c:pt>
                <c:pt idx="883">
                  <c:v>38128</c:v>
                </c:pt>
                <c:pt idx="884">
                  <c:v>38131</c:v>
                </c:pt>
                <c:pt idx="885">
                  <c:v>38132</c:v>
                </c:pt>
                <c:pt idx="886">
                  <c:v>38133</c:v>
                </c:pt>
                <c:pt idx="887">
                  <c:v>38134</c:v>
                </c:pt>
                <c:pt idx="888">
                  <c:v>38135</c:v>
                </c:pt>
                <c:pt idx="889">
                  <c:v>38138</c:v>
                </c:pt>
                <c:pt idx="890">
                  <c:v>38139</c:v>
                </c:pt>
                <c:pt idx="891">
                  <c:v>38140</c:v>
                </c:pt>
                <c:pt idx="892">
                  <c:v>38141</c:v>
                </c:pt>
                <c:pt idx="893">
                  <c:v>38142</c:v>
                </c:pt>
                <c:pt idx="894">
                  <c:v>38145</c:v>
                </c:pt>
                <c:pt idx="895">
                  <c:v>38146</c:v>
                </c:pt>
                <c:pt idx="896">
                  <c:v>38147</c:v>
                </c:pt>
                <c:pt idx="897">
                  <c:v>38148</c:v>
                </c:pt>
                <c:pt idx="898">
                  <c:v>38149</c:v>
                </c:pt>
                <c:pt idx="899">
                  <c:v>38152</c:v>
                </c:pt>
                <c:pt idx="900">
                  <c:v>38153</c:v>
                </c:pt>
                <c:pt idx="901">
                  <c:v>38154</c:v>
                </c:pt>
                <c:pt idx="902">
                  <c:v>38155</c:v>
                </c:pt>
                <c:pt idx="903">
                  <c:v>38156</c:v>
                </c:pt>
                <c:pt idx="904">
                  <c:v>38159</c:v>
                </c:pt>
                <c:pt idx="905">
                  <c:v>38160</c:v>
                </c:pt>
                <c:pt idx="906">
                  <c:v>38161</c:v>
                </c:pt>
                <c:pt idx="907">
                  <c:v>38162</c:v>
                </c:pt>
                <c:pt idx="908">
                  <c:v>38163</c:v>
                </c:pt>
                <c:pt idx="909">
                  <c:v>38166</c:v>
                </c:pt>
                <c:pt idx="910">
                  <c:v>38167</c:v>
                </c:pt>
                <c:pt idx="911">
                  <c:v>38168</c:v>
                </c:pt>
                <c:pt idx="912">
                  <c:v>38169</c:v>
                </c:pt>
                <c:pt idx="913">
                  <c:v>38170</c:v>
                </c:pt>
                <c:pt idx="914">
                  <c:v>38173</c:v>
                </c:pt>
                <c:pt idx="915">
                  <c:v>38174</c:v>
                </c:pt>
                <c:pt idx="916">
                  <c:v>38175</c:v>
                </c:pt>
                <c:pt idx="917">
                  <c:v>38176</c:v>
                </c:pt>
                <c:pt idx="918">
                  <c:v>38177</c:v>
                </c:pt>
                <c:pt idx="919">
                  <c:v>38180</c:v>
                </c:pt>
                <c:pt idx="920">
                  <c:v>38181</c:v>
                </c:pt>
                <c:pt idx="921">
                  <c:v>38182</c:v>
                </c:pt>
                <c:pt idx="922">
                  <c:v>38183</c:v>
                </c:pt>
                <c:pt idx="923">
                  <c:v>38184</c:v>
                </c:pt>
                <c:pt idx="924">
                  <c:v>38187</c:v>
                </c:pt>
                <c:pt idx="925">
                  <c:v>38188</c:v>
                </c:pt>
                <c:pt idx="926">
                  <c:v>38189</c:v>
                </c:pt>
                <c:pt idx="927">
                  <c:v>38190</c:v>
                </c:pt>
                <c:pt idx="928">
                  <c:v>38191</c:v>
                </c:pt>
                <c:pt idx="929">
                  <c:v>38194</c:v>
                </c:pt>
                <c:pt idx="930">
                  <c:v>38195</c:v>
                </c:pt>
                <c:pt idx="931">
                  <c:v>38196</c:v>
                </c:pt>
                <c:pt idx="932">
                  <c:v>38197</c:v>
                </c:pt>
                <c:pt idx="933">
                  <c:v>38198</c:v>
                </c:pt>
                <c:pt idx="934">
                  <c:v>38201</c:v>
                </c:pt>
                <c:pt idx="935">
                  <c:v>38202</c:v>
                </c:pt>
                <c:pt idx="936">
                  <c:v>38203</c:v>
                </c:pt>
                <c:pt idx="937">
                  <c:v>38204</c:v>
                </c:pt>
                <c:pt idx="938">
                  <c:v>38205</c:v>
                </c:pt>
                <c:pt idx="939">
                  <c:v>38208</c:v>
                </c:pt>
                <c:pt idx="940">
                  <c:v>38209</c:v>
                </c:pt>
                <c:pt idx="941">
                  <c:v>38210</c:v>
                </c:pt>
                <c:pt idx="942">
                  <c:v>38211</c:v>
                </c:pt>
                <c:pt idx="943">
                  <c:v>38212</c:v>
                </c:pt>
                <c:pt idx="944">
                  <c:v>38215</c:v>
                </c:pt>
                <c:pt idx="945">
                  <c:v>38216</c:v>
                </c:pt>
                <c:pt idx="946">
                  <c:v>38217</c:v>
                </c:pt>
                <c:pt idx="947">
                  <c:v>38218</c:v>
                </c:pt>
                <c:pt idx="948">
                  <c:v>38219</c:v>
                </c:pt>
                <c:pt idx="949">
                  <c:v>38222</c:v>
                </c:pt>
                <c:pt idx="950">
                  <c:v>38223</c:v>
                </c:pt>
                <c:pt idx="951">
                  <c:v>38224</c:v>
                </c:pt>
                <c:pt idx="952">
                  <c:v>38225</c:v>
                </c:pt>
                <c:pt idx="953">
                  <c:v>38226</c:v>
                </c:pt>
                <c:pt idx="954">
                  <c:v>38229</c:v>
                </c:pt>
                <c:pt idx="955">
                  <c:v>38230</c:v>
                </c:pt>
                <c:pt idx="956">
                  <c:v>38231</c:v>
                </c:pt>
                <c:pt idx="957">
                  <c:v>38232</c:v>
                </c:pt>
                <c:pt idx="958">
                  <c:v>38233</c:v>
                </c:pt>
                <c:pt idx="959">
                  <c:v>38236</c:v>
                </c:pt>
                <c:pt idx="960">
                  <c:v>38237</c:v>
                </c:pt>
                <c:pt idx="961">
                  <c:v>38238</c:v>
                </c:pt>
                <c:pt idx="962">
                  <c:v>38239</c:v>
                </c:pt>
                <c:pt idx="963">
                  <c:v>38240</c:v>
                </c:pt>
                <c:pt idx="964">
                  <c:v>38243</c:v>
                </c:pt>
                <c:pt idx="965">
                  <c:v>38244</c:v>
                </c:pt>
                <c:pt idx="966">
                  <c:v>38245</c:v>
                </c:pt>
                <c:pt idx="967">
                  <c:v>38246</c:v>
                </c:pt>
                <c:pt idx="968">
                  <c:v>38247</c:v>
                </c:pt>
                <c:pt idx="969">
                  <c:v>38250</c:v>
                </c:pt>
                <c:pt idx="970">
                  <c:v>38251</c:v>
                </c:pt>
                <c:pt idx="971">
                  <c:v>38252</c:v>
                </c:pt>
                <c:pt idx="972">
                  <c:v>38253</c:v>
                </c:pt>
                <c:pt idx="973">
                  <c:v>38254</c:v>
                </c:pt>
                <c:pt idx="974">
                  <c:v>38257</c:v>
                </c:pt>
                <c:pt idx="975">
                  <c:v>38258</c:v>
                </c:pt>
                <c:pt idx="976">
                  <c:v>38259</c:v>
                </c:pt>
                <c:pt idx="977">
                  <c:v>38260</c:v>
                </c:pt>
                <c:pt idx="978">
                  <c:v>38261</c:v>
                </c:pt>
                <c:pt idx="979">
                  <c:v>38264</c:v>
                </c:pt>
                <c:pt idx="980">
                  <c:v>38265</c:v>
                </c:pt>
                <c:pt idx="981">
                  <c:v>38266</c:v>
                </c:pt>
                <c:pt idx="982">
                  <c:v>38267</c:v>
                </c:pt>
                <c:pt idx="983">
                  <c:v>38268</c:v>
                </c:pt>
                <c:pt idx="984">
                  <c:v>38271</c:v>
                </c:pt>
                <c:pt idx="985">
                  <c:v>38272</c:v>
                </c:pt>
                <c:pt idx="986">
                  <c:v>38273</c:v>
                </c:pt>
                <c:pt idx="987">
                  <c:v>38274</c:v>
                </c:pt>
                <c:pt idx="988">
                  <c:v>38275</c:v>
                </c:pt>
                <c:pt idx="989">
                  <c:v>38278</c:v>
                </c:pt>
                <c:pt idx="990">
                  <c:v>38279</c:v>
                </c:pt>
                <c:pt idx="991">
                  <c:v>38280</c:v>
                </c:pt>
                <c:pt idx="992">
                  <c:v>38281</c:v>
                </c:pt>
                <c:pt idx="993">
                  <c:v>38282</c:v>
                </c:pt>
                <c:pt idx="994">
                  <c:v>38285</c:v>
                </c:pt>
                <c:pt idx="995">
                  <c:v>38286</c:v>
                </c:pt>
                <c:pt idx="996">
                  <c:v>38287</c:v>
                </c:pt>
                <c:pt idx="997">
                  <c:v>38288</c:v>
                </c:pt>
                <c:pt idx="998">
                  <c:v>38289</c:v>
                </c:pt>
                <c:pt idx="999">
                  <c:v>38292</c:v>
                </c:pt>
                <c:pt idx="1000">
                  <c:v>38293</c:v>
                </c:pt>
                <c:pt idx="1001">
                  <c:v>38294</c:v>
                </c:pt>
                <c:pt idx="1002">
                  <c:v>38295</c:v>
                </c:pt>
                <c:pt idx="1003">
                  <c:v>38296</c:v>
                </c:pt>
                <c:pt idx="1004">
                  <c:v>38299</c:v>
                </c:pt>
                <c:pt idx="1005">
                  <c:v>38300</c:v>
                </c:pt>
                <c:pt idx="1006">
                  <c:v>38301</c:v>
                </c:pt>
                <c:pt idx="1007">
                  <c:v>38302</c:v>
                </c:pt>
                <c:pt idx="1008">
                  <c:v>38303</c:v>
                </c:pt>
                <c:pt idx="1009">
                  <c:v>38306</c:v>
                </c:pt>
                <c:pt idx="1010">
                  <c:v>38307</c:v>
                </c:pt>
                <c:pt idx="1011">
                  <c:v>38308</c:v>
                </c:pt>
                <c:pt idx="1012">
                  <c:v>38309</c:v>
                </c:pt>
                <c:pt idx="1013">
                  <c:v>38310</c:v>
                </c:pt>
                <c:pt idx="1014">
                  <c:v>38313</c:v>
                </c:pt>
                <c:pt idx="1015">
                  <c:v>38314</c:v>
                </c:pt>
                <c:pt idx="1016">
                  <c:v>38315</c:v>
                </c:pt>
                <c:pt idx="1017">
                  <c:v>38316</c:v>
                </c:pt>
                <c:pt idx="1018">
                  <c:v>38317</c:v>
                </c:pt>
                <c:pt idx="1019">
                  <c:v>38320</c:v>
                </c:pt>
                <c:pt idx="1020">
                  <c:v>38321</c:v>
                </c:pt>
                <c:pt idx="1021">
                  <c:v>38322</c:v>
                </c:pt>
                <c:pt idx="1022">
                  <c:v>38323</c:v>
                </c:pt>
                <c:pt idx="1023">
                  <c:v>38324</c:v>
                </c:pt>
                <c:pt idx="1024">
                  <c:v>38327</c:v>
                </c:pt>
                <c:pt idx="1025">
                  <c:v>38328</c:v>
                </c:pt>
                <c:pt idx="1026">
                  <c:v>38329</c:v>
                </c:pt>
                <c:pt idx="1027">
                  <c:v>38330</c:v>
                </c:pt>
                <c:pt idx="1028">
                  <c:v>38331</c:v>
                </c:pt>
                <c:pt idx="1029">
                  <c:v>38334</c:v>
                </c:pt>
                <c:pt idx="1030">
                  <c:v>38335</c:v>
                </c:pt>
                <c:pt idx="1031">
                  <c:v>38336</c:v>
                </c:pt>
                <c:pt idx="1032">
                  <c:v>38337</c:v>
                </c:pt>
                <c:pt idx="1033">
                  <c:v>38338</c:v>
                </c:pt>
                <c:pt idx="1034">
                  <c:v>38341</c:v>
                </c:pt>
                <c:pt idx="1035">
                  <c:v>38342</c:v>
                </c:pt>
                <c:pt idx="1036">
                  <c:v>38343</c:v>
                </c:pt>
                <c:pt idx="1037">
                  <c:v>38344</c:v>
                </c:pt>
                <c:pt idx="1038">
                  <c:v>38345</c:v>
                </c:pt>
                <c:pt idx="1039">
                  <c:v>38348</c:v>
                </c:pt>
                <c:pt idx="1040">
                  <c:v>38349</c:v>
                </c:pt>
                <c:pt idx="1041">
                  <c:v>38350</c:v>
                </c:pt>
                <c:pt idx="1042">
                  <c:v>38351</c:v>
                </c:pt>
                <c:pt idx="1043">
                  <c:v>38352</c:v>
                </c:pt>
                <c:pt idx="1044">
                  <c:v>38355</c:v>
                </c:pt>
                <c:pt idx="1045">
                  <c:v>38356</c:v>
                </c:pt>
                <c:pt idx="1046">
                  <c:v>38357</c:v>
                </c:pt>
                <c:pt idx="1047">
                  <c:v>38358</c:v>
                </c:pt>
                <c:pt idx="1048">
                  <c:v>38359</c:v>
                </c:pt>
                <c:pt idx="1049">
                  <c:v>38362</c:v>
                </c:pt>
                <c:pt idx="1050">
                  <c:v>38363</c:v>
                </c:pt>
                <c:pt idx="1051">
                  <c:v>38364</c:v>
                </c:pt>
                <c:pt idx="1052">
                  <c:v>38365</c:v>
                </c:pt>
                <c:pt idx="1053">
                  <c:v>38366</c:v>
                </c:pt>
                <c:pt idx="1054">
                  <c:v>38369</c:v>
                </c:pt>
                <c:pt idx="1055">
                  <c:v>38370</c:v>
                </c:pt>
                <c:pt idx="1056">
                  <c:v>38371</c:v>
                </c:pt>
                <c:pt idx="1057">
                  <c:v>38372</c:v>
                </c:pt>
                <c:pt idx="1058">
                  <c:v>38373</c:v>
                </c:pt>
                <c:pt idx="1059">
                  <c:v>38376</c:v>
                </c:pt>
                <c:pt idx="1060">
                  <c:v>38377</c:v>
                </c:pt>
                <c:pt idx="1061">
                  <c:v>38378</c:v>
                </c:pt>
                <c:pt idx="1062">
                  <c:v>38379</c:v>
                </c:pt>
                <c:pt idx="1063">
                  <c:v>38380</c:v>
                </c:pt>
                <c:pt idx="1064">
                  <c:v>38383</c:v>
                </c:pt>
                <c:pt idx="1065">
                  <c:v>38384</c:v>
                </c:pt>
                <c:pt idx="1066">
                  <c:v>38385</c:v>
                </c:pt>
                <c:pt idx="1067">
                  <c:v>38386</c:v>
                </c:pt>
                <c:pt idx="1068">
                  <c:v>38387</c:v>
                </c:pt>
                <c:pt idx="1069">
                  <c:v>38390</c:v>
                </c:pt>
                <c:pt idx="1070">
                  <c:v>38391</c:v>
                </c:pt>
                <c:pt idx="1071">
                  <c:v>38392</c:v>
                </c:pt>
                <c:pt idx="1072">
                  <c:v>38393</c:v>
                </c:pt>
                <c:pt idx="1073">
                  <c:v>38394</c:v>
                </c:pt>
                <c:pt idx="1074">
                  <c:v>38397</c:v>
                </c:pt>
                <c:pt idx="1075">
                  <c:v>38398</c:v>
                </c:pt>
                <c:pt idx="1076">
                  <c:v>38399</c:v>
                </c:pt>
                <c:pt idx="1077">
                  <c:v>38400</c:v>
                </c:pt>
                <c:pt idx="1078">
                  <c:v>38401</c:v>
                </c:pt>
                <c:pt idx="1079">
                  <c:v>38404</c:v>
                </c:pt>
                <c:pt idx="1080">
                  <c:v>38405</c:v>
                </c:pt>
                <c:pt idx="1081">
                  <c:v>38406</c:v>
                </c:pt>
                <c:pt idx="1082">
                  <c:v>38407</c:v>
                </c:pt>
                <c:pt idx="1083">
                  <c:v>38408</c:v>
                </c:pt>
                <c:pt idx="1084">
                  <c:v>38411</c:v>
                </c:pt>
                <c:pt idx="1085">
                  <c:v>38412</c:v>
                </c:pt>
                <c:pt idx="1086">
                  <c:v>38413</c:v>
                </c:pt>
                <c:pt idx="1087">
                  <c:v>38414</c:v>
                </c:pt>
                <c:pt idx="1088">
                  <c:v>38415</c:v>
                </c:pt>
                <c:pt idx="1089">
                  <c:v>38418</c:v>
                </c:pt>
                <c:pt idx="1090">
                  <c:v>38419</c:v>
                </c:pt>
                <c:pt idx="1091">
                  <c:v>38420</c:v>
                </c:pt>
                <c:pt idx="1092">
                  <c:v>38421</c:v>
                </c:pt>
                <c:pt idx="1093">
                  <c:v>38422</c:v>
                </c:pt>
                <c:pt idx="1094">
                  <c:v>38425</c:v>
                </c:pt>
                <c:pt idx="1095">
                  <c:v>38426</c:v>
                </c:pt>
                <c:pt idx="1096">
                  <c:v>38427</c:v>
                </c:pt>
                <c:pt idx="1097">
                  <c:v>38428</c:v>
                </c:pt>
                <c:pt idx="1098">
                  <c:v>38429</c:v>
                </c:pt>
                <c:pt idx="1099">
                  <c:v>38432</c:v>
                </c:pt>
                <c:pt idx="1100">
                  <c:v>38433</c:v>
                </c:pt>
                <c:pt idx="1101">
                  <c:v>38434</c:v>
                </c:pt>
                <c:pt idx="1102">
                  <c:v>38435</c:v>
                </c:pt>
                <c:pt idx="1103">
                  <c:v>38436</c:v>
                </c:pt>
                <c:pt idx="1104">
                  <c:v>38439</c:v>
                </c:pt>
                <c:pt idx="1105">
                  <c:v>38440</c:v>
                </c:pt>
                <c:pt idx="1106">
                  <c:v>38441</c:v>
                </c:pt>
                <c:pt idx="1107">
                  <c:v>38442</c:v>
                </c:pt>
                <c:pt idx="1108">
                  <c:v>38443</c:v>
                </c:pt>
                <c:pt idx="1109">
                  <c:v>38446</c:v>
                </c:pt>
                <c:pt idx="1110">
                  <c:v>38447</c:v>
                </c:pt>
                <c:pt idx="1111">
                  <c:v>38448</c:v>
                </c:pt>
                <c:pt idx="1112">
                  <c:v>38449</c:v>
                </c:pt>
                <c:pt idx="1113">
                  <c:v>38450</c:v>
                </c:pt>
                <c:pt idx="1114">
                  <c:v>38453</c:v>
                </c:pt>
                <c:pt idx="1115">
                  <c:v>38454</c:v>
                </c:pt>
                <c:pt idx="1116">
                  <c:v>38455</c:v>
                </c:pt>
                <c:pt idx="1117">
                  <c:v>38456</c:v>
                </c:pt>
                <c:pt idx="1118">
                  <c:v>38457</c:v>
                </c:pt>
                <c:pt idx="1119">
                  <c:v>38460</c:v>
                </c:pt>
                <c:pt idx="1120">
                  <c:v>38461</c:v>
                </c:pt>
                <c:pt idx="1121">
                  <c:v>38462</c:v>
                </c:pt>
                <c:pt idx="1122">
                  <c:v>38463</c:v>
                </c:pt>
                <c:pt idx="1123">
                  <c:v>38464</c:v>
                </c:pt>
                <c:pt idx="1124">
                  <c:v>38467</c:v>
                </c:pt>
                <c:pt idx="1125">
                  <c:v>38468</c:v>
                </c:pt>
                <c:pt idx="1126">
                  <c:v>38469</c:v>
                </c:pt>
                <c:pt idx="1127">
                  <c:v>38470</c:v>
                </c:pt>
                <c:pt idx="1128">
                  <c:v>38471</c:v>
                </c:pt>
                <c:pt idx="1129">
                  <c:v>38474</c:v>
                </c:pt>
                <c:pt idx="1130">
                  <c:v>38475</c:v>
                </c:pt>
                <c:pt idx="1131">
                  <c:v>38476</c:v>
                </c:pt>
                <c:pt idx="1132">
                  <c:v>38477</c:v>
                </c:pt>
                <c:pt idx="1133">
                  <c:v>38478</c:v>
                </c:pt>
                <c:pt idx="1134">
                  <c:v>38481</c:v>
                </c:pt>
                <c:pt idx="1135">
                  <c:v>38482</c:v>
                </c:pt>
                <c:pt idx="1136">
                  <c:v>38483</c:v>
                </c:pt>
                <c:pt idx="1137">
                  <c:v>38484</c:v>
                </c:pt>
                <c:pt idx="1138">
                  <c:v>38485</c:v>
                </c:pt>
                <c:pt idx="1139">
                  <c:v>38488</c:v>
                </c:pt>
                <c:pt idx="1140">
                  <c:v>38489</c:v>
                </c:pt>
                <c:pt idx="1141">
                  <c:v>38490</c:v>
                </c:pt>
                <c:pt idx="1142">
                  <c:v>38491</c:v>
                </c:pt>
                <c:pt idx="1143">
                  <c:v>38492</c:v>
                </c:pt>
                <c:pt idx="1144">
                  <c:v>38495</c:v>
                </c:pt>
                <c:pt idx="1145">
                  <c:v>38496</c:v>
                </c:pt>
                <c:pt idx="1146">
                  <c:v>38497</c:v>
                </c:pt>
                <c:pt idx="1147">
                  <c:v>38498</c:v>
                </c:pt>
                <c:pt idx="1148">
                  <c:v>38499</c:v>
                </c:pt>
                <c:pt idx="1149">
                  <c:v>38502</c:v>
                </c:pt>
                <c:pt idx="1150">
                  <c:v>38503</c:v>
                </c:pt>
                <c:pt idx="1151">
                  <c:v>38504</c:v>
                </c:pt>
                <c:pt idx="1152">
                  <c:v>38505</c:v>
                </c:pt>
                <c:pt idx="1153">
                  <c:v>38506</c:v>
                </c:pt>
                <c:pt idx="1154">
                  <c:v>38509</c:v>
                </c:pt>
                <c:pt idx="1155">
                  <c:v>38510</c:v>
                </c:pt>
                <c:pt idx="1156">
                  <c:v>38511</c:v>
                </c:pt>
                <c:pt idx="1157">
                  <c:v>38512</c:v>
                </c:pt>
                <c:pt idx="1158">
                  <c:v>38513</c:v>
                </c:pt>
                <c:pt idx="1159">
                  <c:v>38516</c:v>
                </c:pt>
                <c:pt idx="1160">
                  <c:v>38517</c:v>
                </c:pt>
                <c:pt idx="1161">
                  <c:v>38518</c:v>
                </c:pt>
                <c:pt idx="1162">
                  <c:v>38519</c:v>
                </c:pt>
                <c:pt idx="1163">
                  <c:v>38520</c:v>
                </c:pt>
                <c:pt idx="1164">
                  <c:v>38523</c:v>
                </c:pt>
                <c:pt idx="1165">
                  <c:v>38524</c:v>
                </c:pt>
                <c:pt idx="1166">
                  <c:v>38525</c:v>
                </c:pt>
                <c:pt idx="1167">
                  <c:v>38526</c:v>
                </c:pt>
                <c:pt idx="1168">
                  <c:v>38527</c:v>
                </c:pt>
                <c:pt idx="1169">
                  <c:v>38530</c:v>
                </c:pt>
                <c:pt idx="1170">
                  <c:v>38531</c:v>
                </c:pt>
                <c:pt idx="1171">
                  <c:v>38532</c:v>
                </c:pt>
                <c:pt idx="1172">
                  <c:v>38533</c:v>
                </c:pt>
                <c:pt idx="1173">
                  <c:v>38534</c:v>
                </c:pt>
                <c:pt idx="1174">
                  <c:v>38537</c:v>
                </c:pt>
                <c:pt idx="1175">
                  <c:v>38538</c:v>
                </c:pt>
                <c:pt idx="1176">
                  <c:v>38539</c:v>
                </c:pt>
                <c:pt idx="1177">
                  <c:v>38540</c:v>
                </c:pt>
                <c:pt idx="1178">
                  <c:v>38541</c:v>
                </c:pt>
                <c:pt idx="1179">
                  <c:v>38544</c:v>
                </c:pt>
                <c:pt idx="1180">
                  <c:v>38545</c:v>
                </c:pt>
                <c:pt idx="1181">
                  <c:v>38546</c:v>
                </c:pt>
                <c:pt idx="1182">
                  <c:v>38547</c:v>
                </c:pt>
                <c:pt idx="1183">
                  <c:v>38548</c:v>
                </c:pt>
                <c:pt idx="1184">
                  <c:v>38551</c:v>
                </c:pt>
                <c:pt idx="1185">
                  <c:v>38552</c:v>
                </c:pt>
                <c:pt idx="1186">
                  <c:v>38553</c:v>
                </c:pt>
                <c:pt idx="1187">
                  <c:v>38554</c:v>
                </c:pt>
                <c:pt idx="1188">
                  <c:v>38555</c:v>
                </c:pt>
                <c:pt idx="1189">
                  <c:v>38558</c:v>
                </c:pt>
                <c:pt idx="1190">
                  <c:v>38559</c:v>
                </c:pt>
                <c:pt idx="1191">
                  <c:v>38560</c:v>
                </c:pt>
                <c:pt idx="1192">
                  <c:v>38561</c:v>
                </c:pt>
                <c:pt idx="1193">
                  <c:v>38562</c:v>
                </c:pt>
                <c:pt idx="1194">
                  <c:v>38565</c:v>
                </c:pt>
                <c:pt idx="1195">
                  <c:v>38566</c:v>
                </c:pt>
                <c:pt idx="1196">
                  <c:v>38567</c:v>
                </c:pt>
                <c:pt idx="1197">
                  <c:v>38568</c:v>
                </c:pt>
                <c:pt idx="1198">
                  <c:v>38569</c:v>
                </c:pt>
                <c:pt idx="1199">
                  <c:v>38572</c:v>
                </c:pt>
                <c:pt idx="1200">
                  <c:v>38573</c:v>
                </c:pt>
                <c:pt idx="1201">
                  <c:v>38574</c:v>
                </c:pt>
                <c:pt idx="1202">
                  <c:v>38575</c:v>
                </c:pt>
                <c:pt idx="1203">
                  <c:v>38576</c:v>
                </c:pt>
                <c:pt idx="1204">
                  <c:v>38579</c:v>
                </c:pt>
                <c:pt idx="1205">
                  <c:v>38580</c:v>
                </c:pt>
                <c:pt idx="1206">
                  <c:v>38581</c:v>
                </c:pt>
                <c:pt idx="1207">
                  <c:v>38582</c:v>
                </c:pt>
                <c:pt idx="1208">
                  <c:v>38583</c:v>
                </c:pt>
                <c:pt idx="1209">
                  <c:v>38586</c:v>
                </c:pt>
                <c:pt idx="1210">
                  <c:v>38587</c:v>
                </c:pt>
                <c:pt idx="1211">
                  <c:v>38588</c:v>
                </c:pt>
                <c:pt idx="1212">
                  <c:v>38589</c:v>
                </c:pt>
                <c:pt idx="1213">
                  <c:v>38590</c:v>
                </c:pt>
                <c:pt idx="1214">
                  <c:v>38593</c:v>
                </c:pt>
                <c:pt idx="1215">
                  <c:v>38594</c:v>
                </c:pt>
                <c:pt idx="1216">
                  <c:v>38595</c:v>
                </c:pt>
                <c:pt idx="1217">
                  <c:v>38596</c:v>
                </c:pt>
                <c:pt idx="1218">
                  <c:v>38597</c:v>
                </c:pt>
                <c:pt idx="1219">
                  <c:v>38600</c:v>
                </c:pt>
                <c:pt idx="1220">
                  <c:v>38601</c:v>
                </c:pt>
                <c:pt idx="1221">
                  <c:v>38602</c:v>
                </c:pt>
                <c:pt idx="1222">
                  <c:v>38603</c:v>
                </c:pt>
                <c:pt idx="1223">
                  <c:v>38604</c:v>
                </c:pt>
                <c:pt idx="1224">
                  <c:v>38607</c:v>
                </c:pt>
                <c:pt idx="1225">
                  <c:v>38608</c:v>
                </c:pt>
                <c:pt idx="1226">
                  <c:v>38609</c:v>
                </c:pt>
                <c:pt idx="1227">
                  <c:v>38610</c:v>
                </c:pt>
                <c:pt idx="1228">
                  <c:v>38611</c:v>
                </c:pt>
                <c:pt idx="1229">
                  <c:v>38614</c:v>
                </c:pt>
                <c:pt idx="1230">
                  <c:v>38615</c:v>
                </c:pt>
                <c:pt idx="1231">
                  <c:v>38616</c:v>
                </c:pt>
                <c:pt idx="1232">
                  <c:v>38617</c:v>
                </c:pt>
                <c:pt idx="1233">
                  <c:v>38618</c:v>
                </c:pt>
                <c:pt idx="1234">
                  <c:v>38621</c:v>
                </c:pt>
                <c:pt idx="1235">
                  <c:v>38622</c:v>
                </c:pt>
                <c:pt idx="1236">
                  <c:v>38623</c:v>
                </c:pt>
                <c:pt idx="1237">
                  <c:v>38624</c:v>
                </c:pt>
                <c:pt idx="1238">
                  <c:v>38625</c:v>
                </c:pt>
                <c:pt idx="1239">
                  <c:v>38628</c:v>
                </c:pt>
                <c:pt idx="1240">
                  <c:v>38629</c:v>
                </c:pt>
                <c:pt idx="1241">
                  <c:v>38630</c:v>
                </c:pt>
                <c:pt idx="1242">
                  <c:v>38631</c:v>
                </c:pt>
                <c:pt idx="1243">
                  <c:v>38632</c:v>
                </c:pt>
                <c:pt idx="1244">
                  <c:v>38635</c:v>
                </c:pt>
                <c:pt idx="1245">
                  <c:v>38636</c:v>
                </c:pt>
                <c:pt idx="1246">
                  <c:v>38637</c:v>
                </c:pt>
                <c:pt idx="1247">
                  <c:v>38638</c:v>
                </c:pt>
                <c:pt idx="1248">
                  <c:v>38639</c:v>
                </c:pt>
                <c:pt idx="1249">
                  <c:v>38642</c:v>
                </c:pt>
                <c:pt idx="1250">
                  <c:v>38643</c:v>
                </c:pt>
                <c:pt idx="1251">
                  <c:v>38644</c:v>
                </c:pt>
                <c:pt idx="1252">
                  <c:v>38645</c:v>
                </c:pt>
                <c:pt idx="1253">
                  <c:v>38646</c:v>
                </c:pt>
                <c:pt idx="1254">
                  <c:v>38649</c:v>
                </c:pt>
                <c:pt idx="1255">
                  <c:v>38650</c:v>
                </c:pt>
                <c:pt idx="1256">
                  <c:v>38651</c:v>
                </c:pt>
                <c:pt idx="1257">
                  <c:v>38652</c:v>
                </c:pt>
                <c:pt idx="1258">
                  <c:v>38653</c:v>
                </c:pt>
                <c:pt idx="1259">
                  <c:v>38656</c:v>
                </c:pt>
                <c:pt idx="1260">
                  <c:v>38657</c:v>
                </c:pt>
                <c:pt idx="1261">
                  <c:v>38658</c:v>
                </c:pt>
                <c:pt idx="1262">
                  <c:v>38659</c:v>
                </c:pt>
                <c:pt idx="1263">
                  <c:v>38660</c:v>
                </c:pt>
                <c:pt idx="1264">
                  <c:v>38663</c:v>
                </c:pt>
                <c:pt idx="1265">
                  <c:v>38664</c:v>
                </c:pt>
                <c:pt idx="1266">
                  <c:v>38665</c:v>
                </c:pt>
                <c:pt idx="1267">
                  <c:v>38666</c:v>
                </c:pt>
                <c:pt idx="1268">
                  <c:v>38667</c:v>
                </c:pt>
                <c:pt idx="1269">
                  <c:v>38670</c:v>
                </c:pt>
                <c:pt idx="1270">
                  <c:v>38671</c:v>
                </c:pt>
                <c:pt idx="1271">
                  <c:v>38672</c:v>
                </c:pt>
                <c:pt idx="1272">
                  <c:v>38673</c:v>
                </c:pt>
                <c:pt idx="1273">
                  <c:v>38674</c:v>
                </c:pt>
                <c:pt idx="1274">
                  <c:v>38677</c:v>
                </c:pt>
                <c:pt idx="1275">
                  <c:v>38678</c:v>
                </c:pt>
                <c:pt idx="1276">
                  <c:v>38679</c:v>
                </c:pt>
                <c:pt idx="1277">
                  <c:v>38680</c:v>
                </c:pt>
                <c:pt idx="1278">
                  <c:v>38681</c:v>
                </c:pt>
                <c:pt idx="1279">
                  <c:v>38684</c:v>
                </c:pt>
                <c:pt idx="1280">
                  <c:v>38685</c:v>
                </c:pt>
                <c:pt idx="1281">
                  <c:v>38686</c:v>
                </c:pt>
                <c:pt idx="1282">
                  <c:v>38687</c:v>
                </c:pt>
                <c:pt idx="1283">
                  <c:v>38688</c:v>
                </c:pt>
                <c:pt idx="1284">
                  <c:v>38691</c:v>
                </c:pt>
                <c:pt idx="1285">
                  <c:v>38692</c:v>
                </c:pt>
                <c:pt idx="1286">
                  <c:v>38693</c:v>
                </c:pt>
                <c:pt idx="1287">
                  <c:v>38694</c:v>
                </c:pt>
                <c:pt idx="1288">
                  <c:v>38695</c:v>
                </c:pt>
                <c:pt idx="1289">
                  <c:v>38698</c:v>
                </c:pt>
                <c:pt idx="1290">
                  <c:v>38699</c:v>
                </c:pt>
                <c:pt idx="1291">
                  <c:v>38700</c:v>
                </c:pt>
                <c:pt idx="1292">
                  <c:v>38701</c:v>
                </c:pt>
                <c:pt idx="1293">
                  <c:v>38702</c:v>
                </c:pt>
                <c:pt idx="1294">
                  <c:v>38705</c:v>
                </c:pt>
                <c:pt idx="1295">
                  <c:v>38706</c:v>
                </c:pt>
                <c:pt idx="1296">
                  <c:v>38707</c:v>
                </c:pt>
                <c:pt idx="1297">
                  <c:v>38708</c:v>
                </c:pt>
                <c:pt idx="1298">
                  <c:v>38709</c:v>
                </c:pt>
                <c:pt idx="1299">
                  <c:v>38712</c:v>
                </c:pt>
                <c:pt idx="1300">
                  <c:v>38713</c:v>
                </c:pt>
                <c:pt idx="1301">
                  <c:v>38714</c:v>
                </c:pt>
                <c:pt idx="1302">
                  <c:v>38715</c:v>
                </c:pt>
                <c:pt idx="1303">
                  <c:v>38716</c:v>
                </c:pt>
                <c:pt idx="1304">
                  <c:v>38719</c:v>
                </c:pt>
                <c:pt idx="1305">
                  <c:v>38720</c:v>
                </c:pt>
                <c:pt idx="1306">
                  <c:v>38721</c:v>
                </c:pt>
                <c:pt idx="1307">
                  <c:v>38722</c:v>
                </c:pt>
                <c:pt idx="1308">
                  <c:v>38723</c:v>
                </c:pt>
                <c:pt idx="1309">
                  <c:v>38726</c:v>
                </c:pt>
                <c:pt idx="1310">
                  <c:v>38727</c:v>
                </c:pt>
                <c:pt idx="1311">
                  <c:v>38728</c:v>
                </c:pt>
                <c:pt idx="1312">
                  <c:v>38729</c:v>
                </c:pt>
                <c:pt idx="1313">
                  <c:v>38730</c:v>
                </c:pt>
                <c:pt idx="1314">
                  <c:v>38733</c:v>
                </c:pt>
                <c:pt idx="1315">
                  <c:v>38734</c:v>
                </c:pt>
                <c:pt idx="1316">
                  <c:v>38735</c:v>
                </c:pt>
                <c:pt idx="1317">
                  <c:v>38736</c:v>
                </c:pt>
                <c:pt idx="1318">
                  <c:v>38737</c:v>
                </c:pt>
                <c:pt idx="1319">
                  <c:v>38740</c:v>
                </c:pt>
                <c:pt idx="1320">
                  <c:v>38741</c:v>
                </c:pt>
                <c:pt idx="1321">
                  <c:v>38742</c:v>
                </c:pt>
                <c:pt idx="1322">
                  <c:v>38743</c:v>
                </c:pt>
                <c:pt idx="1323">
                  <c:v>38744</c:v>
                </c:pt>
                <c:pt idx="1324">
                  <c:v>38747</c:v>
                </c:pt>
                <c:pt idx="1325">
                  <c:v>38748</c:v>
                </c:pt>
                <c:pt idx="1326">
                  <c:v>38749</c:v>
                </c:pt>
                <c:pt idx="1327">
                  <c:v>38750</c:v>
                </c:pt>
                <c:pt idx="1328">
                  <c:v>38751</c:v>
                </c:pt>
                <c:pt idx="1329">
                  <c:v>38754</c:v>
                </c:pt>
                <c:pt idx="1330">
                  <c:v>38755</c:v>
                </c:pt>
                <c:pt idx="1331">
                  <c:v>38756</c:v>
                </c:pt>
                <c:pt idx="1332">
                  <c:v>38757</c:v>
                </c:pt>
                <c:pt idx="1333">
                  <c:v>38758</c:v>
                </c:pt>
                <c:pt idx="1334">
                  <c:v>38761</c:v>
                </c:pt>
                <c:pt idx="1335">
                  <c:v>38762</c:v>
                </c:pt>
                <c:pt idx="1336">
                  <c:v>38763</c:v>
                </c:pt>
                <c:pt idx="1337">
                  <c:v>38764</c:v>
                </c:pt>
                <c:pt idx="1338">
                  <c:v>38765</c:v>
                </c:pt>
                <c:pt idx="1339">
                  <c:v>38768</c:v>
                </c:pt>
                <c:pt idx="1340">
                  <c:v>38769</c:v>
                </c:pt>
                <c:pt idx="1341">
                  <c:v>38770</c:v>
                </c:pt>
                <c:pt idx="1342">
                  <c:v>38771</c:v>
                </c:pt>
                <c:pt idx="1343">
                  <c:v>38772</c:v>
                </c:pt>
                <c:pt idx="1344">
                  <c:v>38775</c:v>
                </c:pt>
                <c:pt idx="1345">
                  <c:v>38776</c:v>
                </c:pt>
                <c:pt idx="1346">
                  <c:v>38777</c:v>
                </c:pt>
                <c:pt idx="1347">
                  <c:v>38778</c:v>
                </c:pt>
                <c:pt idx="1348">
                  <c:v>38779</c:v>
                </c:pt>
                <c:pt idx="1349">
                  <c:v>38782</c:v>
                </c:pt>
                <c:pt idx="1350">
                  <c:v>38783</c:v>
                </c:pt>
                <c:pt idx="1351">
                  <c:v>38784</c:v>
                </c:pt>
                <c:pt idx="1352">
                  <c:v>38785</c:v>
                </c:pt>
                <c:pt idx="1353">
                  <c:v>38786</c:v>
                </c:pt>
                <c:pt idx="1354">
                  <c:v>38789</c:v>
                </c:pt>
                <c:pt idx="1355">
                  <c:v>38790</c:v>
                </c:pt>
                <c:pt idx="1356">
                  <c:v>38791</c:v>
                </c:pt>
                <c:pt idx="1357">
                  <c:v>38792</c:v>
                </c:pt>
                <c:pt idx="1358">
                  <c:v>38793</c:v>
                </c:pt>
                <c:pt idx="1359">
                  <c:v>38796</c:v>
                </c:pt>
                <c:pt idx="1360">
                  <c:v>38797</c:v>
                </c:pt>
                <c:pt idx="1361">
                  <c:v>38798</c:v>
                </c:pt>
                <c:pt idx="1362">
                  <c:v>38799</c:v>
                </c:pt>
                <c:pt idx="1363">
                  <c:v>38800</c:v>
                </c:pt>
                <c:pt idx="1364">
                  <c:v>38803</c:v>
                </c:pt>
                <c:pt idx="1365">
                  <c:v>38804</c:v>
                </c:pt>
                <c:pt idx="1366">
                  <c:v>38805</c:v>
                </c:pt>
                <c:pt idx="1367">
                  <c:v>38806</c:v>
                </c:pt>
                <c:pt idx="1368">
                  <c:v>38807</c:v>
                </c:pt>
                <c:pt idx="1369">
                  <c:v>38810</c:v>
                </c:pt>
                <c:pt idx="1370">
                  <c:v>38811</c:v>
                </c:pt>
                <c:pt idx="1371">
                  <c:v>38812</c:v>
                </c:pt>
                <c:pt idx="1372">
                  <c:v>38813</c:v>
                </c:pt>
                <c:pt idx="1373">
                  <c:v>38814</c:v>
                </c:pt>
                <c:pt idx="1374">
                  <c:v>38817</c:v>
                </c:pt>
                <c:pt idx="1375">
                  <c:v>38818</c:v>
                </c:pt>
                <c:pt idx="1376">
                  <c:v>38819</c:v>
                </c:pt>
                <c:pt idx="1377">
                  <c:v>38820</c:v>
                </c:pt>
                <c:pt idx="1378">
                  <c:v>38821</c:v>
                </c:pt>
                <c:pt idx="1379">
                  <c:v>38824</c:v>
                </c:pt>
                <c:pt idx="1380">
                  <c:v>38825</c:v>
                </c:pt>
                <c:pt idx="1381">
                  <c:v>38826</c:v>
                </c:pt>
                <c:pt idx="1382">
                  <c:v>38827</c:v>
                </c:pt>
                <c:pt idx="1383">
                  <c:v>38828</c:v>
                </c:pt>
                <c:pt idx="1384">
                  <c:v>38831</c:v>
                </c:pt>
                <c:pt idx="1385">
                  <c:v>38832</c:v>
                </c:pt>
                <c:pt idx="1386">
                  <c:v>38833</c:v>
                </c:pt>
                <c:pt idx="1387">
                  <c:v>38834</c:v>
                </c:pt>
                <c:pt idx="1388">
                  <c:v>38835</c:v>
                </c:pt>
                <c:pt idx="1389">
                  <c:v>38838</c:v>
                </c:pt>
                <c:pt idx="1390">
                  <c:v>38839</c:v>
                </c:pt>
                <c:pt idx="1391">
                  <c:v>38840</c:v>
                </c:pt>
                <c:pt idx="1392">
                  <c:v>38841</c:v>
                </c:pt>
                <c:pt idx="1393">
                  <c:v>38842</c:v>
                </c:pt>
                <c:pt idx="1394">
                  <c:v>38845</c:v>
                </c:pt>
                <c:pt idx="1395">
                  <c:v>38846</c:v>
                </c:pt>
                <c:pt idx="1396">
                  <c:v>38847</c:v>
                </c:pt>
                <c:pt idx="1397">
                  <c:v>38848</c:v>
                </c:pt>
                <c:pt idx="1398">
                  <c:v>38849</c:v>
                </c:pt>
                <c:pt idx="1399">
                  <c:v>38852</c:v>
                </c:pt>
                <c:pt idx="1400">
                  <c:v>38853</c:v>
                </c:pt>
                <c:pt idx="1401">
                  <c:v>38854</c:v>
                </c:pt>
                <c:pt idx="1402">
                  <c:v>38855</c:v>
                </c:pt>
                <c:pt idx="1403">
                  <c:v>38856</c:v>
                </c:pt>
                <c:pt idx="1404">
                  <c:v>38859</c:v>
                </c:pt>
                <c:pt idx="1405">
                  <c:v>38860</c:v>
                </c:pt>
                <c:pt idx="1406">
                  <c:v>38861</c:v>
                </c:pt>
                <c:pt idx="1407">
                  <c:v>38862</c:v>
                </c:pt>
                <c:pt idx="1408">
                  <c:v>38863</c:v>
                </c:pt>
                <c:pt idx="1409">
                  <c:v>38866</c:v>
                </c:pt>
                <c:pt idx="1410">
                  <c:v>38867</c:v>
                </c:pt>
                <c:pt idx="1411">
                  <c:v>38868</c:v>
                </c:pt>
                <c:pt idx="1412">
                  <c:v>38869</c:v>
                </c:pt>
                <c:pt idx="1413">
                  <c:v>38870</c:v>
                </c:pt>
                <c:pt idx="1414">
                  <c:v>38873</c:v>
                </c:pt>
                <c:pt idx="1415">
                  <c:v>38874</c:v>
                </c:pt>
                <c:pt idx="1416">
                  <c:v>38875</c:v>
                </c:pt>
                <c:pt idx="1417">
                  <c:v>38876</c:v>
                </c:pt>
                <c:pt idx="1418">
                  <c:v>38877</c:v>
                </c:pt>
                <c:pt idx="1419">
                  <c:v>38880</c:v>
                </c:pt>
                <c:pt idx="1420">
                  <c:v>38881</c:v>
                </c:pt>
                <c:pt idx="1421">
                  <c:v>38882</c:v>
                </c:pt>
                <c:pt idx="1422">
                  <c:v>38883</c:v>
                </c:pt>
                <c:pt idx="1423">
                  <c:v>38884</c:v>
                </c:pt>
                <c:pt idx="1424">
                  <c:v>38887</c:v>
                </c:pt>
                <c:pt idx="1425">
                  <c:v>38888</c:v>
                </c:pt>
                <c:pt idx="1426">
                  <c:v>38889</c:v>
                </c:pt>
                <c:pt idx="1427">
                  <c:v>38890</c:v>
                </c:pt>
                <c:pt idx="1428">
                  <c:v>38891</c:v>
                </c:pt>
                <c:pt idx="1429">
                  <c:v>38894</c:v>
                </c:pt>
                <c:pt idx="1430">
                  <c:v>38895</c:v>
                </c:pt>
                <c:pt idx="1431">
                  <c:v>38896</c:v>
                </c:pt>
                <c:pt idx="1432">
                  <c:v>38897</c:v>
                </c:pt>
                <c:pt idx="1433">
                  <c:v>38898</c:v>
                </c:pt>
                <c:pt idx="1434">
                  <c:v>38901</c:v>
                </c:pt>
                <c:pt idx="1435">
                  <c:v>38902</c:v>
                </c:pt>
                <c:pt idx="1436">
                  <c:v>38903</c:v>
                </c:pt>
                <c:pt idx="1437">
                  <c:v>38904</c:v>
                </c:pt>
                <c:pt idx="1438">
                  <c:v>38905</c:v>
                </c:pt>
                <c:pt idx="1439">
                  <c:v>38908</c:v>
                </c:pt>
                <c:pt idx="1440">
                  <c:v>38909</c:v>
                </c:pt>
                <c:pt idx="1441">
                  <c:v>38910</c:v>
                </c:pt>
                <c:pt idx="1442">
                  <c:v>38911</c:v>
                </c:pt>
                <c:pt idx="1443">
                  <c:v>38912</c:v>
                </c:pt>
                <c:pt idx="1444">
                  <c:v>38915</c:v>
                </c:pt>
                <c:pt idx="1445">
                  <c:v>38916</c:v>
                </c:pt>
                <c:pt idx="1446">
                  <c:v>38917</c:v>
                </c:pt>
                <c:pt idx="1447">
                  <c:v>38918</c:v>
                </c:pt>
                <c:pt idx="1448">
                  <c:v>38919</c:v>
                </c:pt>
                <c:pt idx="1449">
                  <c:v>38922</c:v>
                </c:pt>
                <c:pt idx="1450">
                  <c:v>38923</c:v>
                </c:pt>
                <c:pt idx="1451">
                  <c:v>38924</c:v>
                </c:pt>
                <c:pt idx="1452">
                  <c:v>38925</c:v>
                </c:pt>
                <c:pt idx="1453">
                  <c:v>38926</c:v>
                </c:pt>
                <c:pt idx="1454">
                  <c:v>38929</c:v>
                </c:pt>
                <c:pt idx="1455">
                  <c:v>38930</c:v>
                </c:pt>
                <c:pt idx="1456">
                  <c:v>38931</c:v>
                </c:pt>
                <c:pt idx="1457">
                  <c:v>38932</c:v>
                </c:pt>
                <c:pt idx="1458">
                  <c:v>38933</c:v>
                </c:pt>
                <c:pt idx="1459">
                  <c:v>38936</c:v>
                </c:pt>
                <c:pt idx="1460">
                  <c:v>38937</c:v>
                </c:pt>
                <c:pt idx="1461">
                  <c:v>38938</c:v>
                </c:pt>
                <c:pt idx="1462">
                  <c:v>38939</c:v>
                </c:pt>
                <c:pt idx="1463">
                  <c:v>38940</c:v>
                </c:pt>
                <c:pt idx="1464">
                  <c:v>38943</c:v>
                </c:pt>
                <c:pt idx="1465">
                  <c:v>38944</c:v>
                </c:pt>
                <c:pt idx="1466">
                  <c:v>38945</c:v>
                </c:pt>
                <c:pt idx="1467">
                  <c:v>38946</c:v>
                </c:pt>
                <c:pt idx="1468">
                  <c:v>38947</c:v>
                </c:pt>
                <c:pt idx="1469">
                  <c:v>38950</c:v>
                </c:pt>
                <c:pt idx="1470">
                  <c:v>38951</c:v>
                </c:pt>
                <c:pt idx="1471">
                  <c:v>38952</c:v>
                </c:pt>
                <c:pt idx="1472">
                  <c:v>38953</c:v>
                </c:pt>
                <c:pt idx="1473">
                  <c:v>38954</c:v>
                </c:pt>
                <c:pt idx="1474">
                  <c:v>38957</c:v>
                </c:pt>
                <c:pt idx="1475">
                  <c:v>38958</c:v>
                </c:pt>
                <c:pt idx="1476">
                  <c:v>38959</c:v>
                </c:pt>
                <c:pt idx="1477">
                  <c:v>38960</c:v>
                </c:pt>
                <c:pt idx="1478">
                  <c:v>38961</c:v>
                </c:pt>
                <c:pt idx="1479">
                  <c:v>38964</c:v>
                </c:pt>
                <c:pt idx="1480">
                  <c:v>38965</c:v>
                </c:pt>
                <c:pt idx="1481">
                  <c:v>38966</c:v>
                </c:pt>
                <c:pt idx="1482">
                  <c:v>38967</c:v>
                </c:pt>
                <c:pt idx="1483">
                  <c:v>38968</c:v>
                </c:pt>
                <c:pt idx="1484">
                  <c:v>38971</c:v>
                </c:pt>
                <c:pt idx="1485">
                  <c:v>38972</c:v>
                </c:pt>
                <c:pt idx="1486">
                  <c:v>38973</c:v>
                </c:pt>
                <c:pt idx="1487">
                  <c:v>38974</c:v>
                </c:pt>
                <c:pt idx="1488">
                  <c:v>38975</c:v>
                </c:pt>
                <c:pt idx="1489">
                  <c:v>38978</c:v>
                </c:pt>
                <c:pt idx="1490">
                  <c:v>38979</c:v>
                </c:pt>
                <c:pt idx="1491">
                  <c:v>38980</c:v>
                </c:pt>
                <c:pt idx="1492">
                  <c:v>38981</c:v>
                </c:pt>
                <c:pt idx="1493">
                  <c:v>38982</c:v>
                </c:pt>
                <c:pt idx="1494">
                  <c:v>38985</c:v>
                </c:pt>
                <c:pt idx="1495">
                  <c:v>38986</c:v>
                </c:pt>
                <c:pt idx="1496">
                  <c:v>38987</c:v>
                </c:pt>
                <c:pt idx="1497">
                  <c:v>38988</c:v>
                </c:pt>
                <c:pt idx="1498">
                  <c:v>38989</c:v>
                </c:pt>
                <c:pt idx="1499">
                  <c:v>38992</c:v>
                </c:pt>
                <c:pt idx="1500">
                  <c:v>38993</c:v>
                </c:pt>
                <c:pt idx="1501">
                  <c:v>38994</c:v>
                </c:pt>
                <c:pt idx="1502">
                  <c:v>38995</c:v>
                </c:pt>
                <c:pt idx="1503">
                  <c:v>38996</c:v>
                </c:pt>
                <c:pt idx="1504">
                  <c:v>38999</c:v>
                </c:pt>
                <c:pt idx="1505">
                  <c:v>39000</c:v>
                </c:pt>
                <c:pt idx="1506">
                  <c:v>39001</c:v>
                </c:pt>
                <c:pt idx="1507">
                  <c:v>39002</c:v>
                </c:pt>
                <c:pt idx="1508">
                  <c:v>39003</c:v>
                </c:pt>
                <c:pt idx="1509">
                  <c:v>39006</c:v>
                </c:pt>
                <c:pt idx="1510">
                  <c:v>39007</c:v>
                </c:pt>
                <c:pt idx="1511">
                  <c:v>39008</c:v>
                </c:pt>
                <c:pt idx="1512">
                  <c:v>39009</c:v>
                </c:pt>
                <c:pt idx="1513">
                  <c:v>39010</c:v>
                </c:pt>
                <c:pt idx="1514">
                  <c:v>39013</c:v>
                </c:pt>
                <c:pt idx="1515">
                  <c:v>39014</c:v>
                </c:pt>
                <c:pt idx="1516">
                  <c:v>39015</c:v>
                </c:pt>
                <c:pt idx="1517">
                  <c:v>39016</c:v>
                </c:pt>
                <c:pt idx="1518">
                  <c:v>39017</c:v>
                </c:pt>
                <c:pt idx="1519">
                  <c:v>39020</c:v>
                </c:pt>
                <c:pt idx="1520">
                  <c:v>39021</c:v>
                </c:pt>
                <c:pt idx="1521">
                  <c:v>39022</c:v>
                </c:pt>
                <c:pt idx="1522">
                  <c:v>39023</c:v>
                </c:pt>
                <c:pt idx="1523">
                  <c:v>39024</c:v>
                </c:pt>
                <c:pt idx="1524">
                  <c:v>39027</c:v>
                </c:pt>
                <c:pt idx="1525">
                  <c:v>39028</c:v>
                </c:pt>
                <c:pt idx="1526">
                  <c:v>39029</c:v>
                </c:pt>
                <c:pt idx="1527">
                  <c:v>39030</c:v>
                </c:pt>
                <c:pt idx="1528">
                  <c:v>39031</c:v>
                </c:pt>
                <c:pt idx="1529">
                  <c:v>39034</c:v>
                </c:pt>
                <c:pt idx="1530">
                  <c:v>39035</c:v>
                </c:pt>
                <c:pt idx="1531">
                  <c:v>39036</c:v>
                </c:pt>
                <c:pt idx="1532">
                  <c:v>39037</c:v>
                </c:pt>
                <c:pt idx="1533">
                  <c:v>39038</c:v>
                </c:pt>
                <c:pt idx="1534">
                  <c:v>39041</c:v>
                </c:pt>
                <c:pt idx="1535">
                  <c:v>39042</c:v>
                </c:pt>
                <c:pt idx="1536">
                  <c:v>39043</c:v>
                </c:pt>
                <c:pt idx="1537">
                  <c:v>39044</c:v>
                </c:pt>
                <c:pt idx="1538">
                  <c:v>39045</c:v>
                </c:pt>
                <c:pt idx="1539">
                  <c:v>39048</c:v>
                </c:pt>
                <c:pt idx="1540">
                  <c:v>39049</c:v>
                </c:pt>
                <c:pt idx="1541">
                  <c:v>39050</c:v>
                </c:pt>
                <c:pt idx="1542">
                  <c:v>39051</c:v>
                </c:pt>
                <c:pt idx="1543">
                  <c:v>39052</c:v>
                </c:pt>
                <c:pt idx="1544">
                  <c:v>39055</c:v>
                </c:pt>
                <c:pt idx="1545">
                  <c:v>39056</c:v>
                </c:pt>
                <c:pt idx="1546">
                  <c:v>39057</c:v>
                </c:pt>
                <c:pt idx="1547">
                  <c:v>39058</c:v>
                </c:pt>
                <c:pt idx="1548">
                  <c:v>39059</c:v>
                </c:pt>
                <c:pt idx="1549">
                  <c:v>39062</c:v>
                </c:pt>
                <c:pt idx="1550">
                  <c:v>39063</c:v>
                </c:pt>
                <c:pt idx="1551">
                  <c:v>39064</c:v>
                </c:pt>
                <c:pt idx="1552">
                  <c:v>39065</c:v>
                </c:pt>
                <c:pt idx="1553">
                  <c:v>39066</c:v>
                </c:pt>
                <c:pt idx="1554">
                  <c:v>39069</c:v>
                </c:pt>
                <c:pt idx="1555">
                  <c:v>39070</c:v>
                </c:pt>
                <c:pt idx="1556">
                  <c:v>39071</c:v>
                </c:pt>
                <c:pt idx="1557">
                  <c:v>39072</c:v>
                </c:pt>
                <c:pt idx="1558">
                  <c:v>39073</c:v>
                </c:pt>
                <c:pt idx="1559">
                  <c:v>39076</c:v>
                </c:pt>
                <c:pt idx="1560">
                  <c:v>39077</c:v>
                </c:pt>
                <c:pt idx="1561">
                  <c:v>39078</c:v>
                </c:pt>
                <c:pt idx="1562">
                  <c:v>39079</c:v>
                </c:pt>
                <c:pt idx="1563">
                  <c:v>39080</c:v>
                </c:pt>
                <c:pt idx="1564">
                  <c:v>39083</c:v>
                </c:pt>
                <c:pt idx="1565">
                  <c:v>39084</c:v>
                </c:pt>
                <c:pt idx="1566">
                  <c:v>39085</c:v>
                </c:pt>
                <c:pt idx="1567">
                  <c:v>39086</c:v>
                </c:pt>
                <c:pt idx="1568">
                  <c:v>39087</c:v>
                </c:pt>
                <c:pt idx="1569">
                  <c:v>39090</c:v>
                </c:pt>
                <c:pt idx="1570">
                  <c:v>39091</c:v>
                </c:pt>
                <c:pt idx="1571">
                  <c:v>39092</c:v>
                </c:pt>
                <c:pt idx="1572">
                  <c:v>39093</c:v>
                </c:pt>
                <c:pt idx="1573">
                  <c:v>39094</c:v>
                </c:pt>
                <c:pt idx="1574">
                  <c:v>39097</c:v>
                </c:pt>
                <c:pt idx="1575">
                  <c:v>39098</c:v>
                </c:pt>
                <c:pt idx="1576">
                  <c:v>39099</c:v>
                </c:pt>
                <c:pt idx="1577">
                  <c:v>39100</c:v>
                </c:pt>
                <c:pt idx="1578">
                  <c:v>39101</c:v>
                </c:pt>
                <c:pt idx="1579">
                  <c:v>39104</c:v>
                </c:pt>
                <c:pt idx="1580">
                  <c:v>39105</c:v>
                </c:pt>
                <c:pt idx="1581">
                  <c:v>39106</c:v>
                </c:pt>
                <c:pt idx="1582">
                  <c:v>39107</c:v>
                </c:pt>
                <c:pt idx="1583">
                  <c:v>39108</c:v>
                </c:pt>
                <c:pt idx="1584">
                  <c:v>39111</c:v>
                </c:pt>
                <c:pt idx="1585">
                  <c:v>39112</c:v>
                </c:pt>
                <c:pt idx="1586">
                  <c:v>39113</c:v>
                </c:pt>
                <c:pt idx="1587">
                  <c:v>39114</c:v>
                </c:pt>
                <c:pt idx="1588">
                  <c:v>39115</c:v>
                </c:pt>
                <c:pt idx="1589">
                  <c:v>39118</c:v>
                </c:pt>
                <c:pt idx="1590">
                  <c:v>39119</c:v>
                </c:pt>
                <c:pt idx="1591">
                  <c:v>39120</c:v>
                </c:pt>
                <c:pt idx="1592">
                  <c:v>39121</c:v>
                </c:pt>
                <c:pt idx="1593">
                  <c:v>39122</c:v>
                </c:pt>
                <c:pt idx="1594">
                  <c:v>39125</c:v>
                </c:pt>
                <c:pt idx="1595">
                  <c:v>39126</c:v>
                </c:pt>
                <c:pt idx="1596">
                  <c:v>39127</c:v>
                </c:pt>
                <c:pt idx="1597">
                  <c:v>39128</c:v>
                </c:pt>
                <c:pt idx="1598">
                  <c:v>39129</c:v>
                </c:pt>
                <c:pt idx="1599">
                  <c:v>39132</c:v>
                </c:pt>
                <c:pt idx="1600">
                  <c:v>39133</c:v>
                </c:pt>
                <c:pt idx="1601">
                  <c:v>39134</c:v>
                </c:pt>
                <c:pt idx="1602">
                  <c:v>39135</c:v>
                </c:pt>
                <c:pt idx="1603">
                  <c:v>39136</c:v>
                </c:pt>
                <c:pt idx="1604">
                  <c:v>39139</c:v>
                </c:pt>
                <c:pt idx="1605">
                  <c:v>39140</c:v>
                </c:pt>
                <c:pt idx="1606">
                  <c:v>39141</c:v>
                </c:pt>
                <c:pt idx="1607">
                  <c:v>39142</c:v>
                </c:pt>
                <c:pt idx="1608">
                  <c:v>39143</c:v>
                </c:pt>
                <c:pt idx="1609">
                  <c:v>39146</c:v>
                </c:pt>
                <c:pt idx="1610">
                  <c:v>39147</c:v>
                </c:pt>
                <c:pt idx="1611">
                  <c:v>39148</c:v>
                </c:pt>
                <c:pt idx="1612">
                  <c:v>39149</c:v>
                </c:pt>
                <c:pt idx="1613">
                  <c:v>39150</c:v>
                </c:pt>
                <c:pt idx="1614">
                  <c:v>39153</c:v>
                </c:pt>
                <c:pt idx="1615">
                  <c:v>39154</c:v>
                </c:pt>
                <c:pt idx="1616">
                  <c:v>39155</c:v>
                </c:pt>
                <c:pt idx="1617">
                  <c:v>39156</c:v>
                </c:pt>
                <c:pt idx="1618">
                  <c:v>39157</c:v>
                </c:pt>
                <c:pt idx="1619">
                  <c:v>39160</c:v>
                </c:pt>
                <c:pt idx="1620">
                  <c:v>39161</c:v>
                </c:pt>
                <c:pt idx="1621">
                  <c:v>39162</c:v>
                </c:pt>
                <c:pt idx="1622">
                  <c:v>39163</c:v>
                </c:pt>
                <c:pt idx="1623">
                  <c:v>39164</c:v>
                </c:pt>
                <c:pt idx="1624">
                  <c:v>39167</c:v>
                </c:pt>
                <c:pt idx="1625">
                  <c:v>39168</c:v>
                </c:pt>
                <c:pt idx="1626">
                  <c:v>39169</c:v>
                </c:pt>
                <c:pt idx="1627">
                  <c:v>39170</c:v>
                </c:pt>
                <c:pt idx="1628">
                  <c:v>39171</c:v>
                </c:pt>
                <c:pt idx="1629">
                  <c:v>39174</c:v>
                </c:pt>
                <c:pt idx="1630">
                  <c:v>39175</c:v>
                </c:pt>
                <c:pt idx="1631">
                  <c:v>39176</c:v>
                </c:pt>
                <c:pt idx="1632">
                  <c:v>39177</c:v>
                </c:pt>
                <c:pt idx="1633">
                  <c:v>39178</c:v>
                </c:pt>
                <c:pt idx="1634">
                  <c:v>39181</c:v>
                </c:pt>
                <c:pt idx="1635">
                  <c:v>39182</c:v>
                </c:pt>
                <c:pt idx="1636">
                  <c:v>39183</c:v>
                </c:pt>
                <c:pt idx="1637">
                  <c:v>39184</c:v>
                </c:pt>
                <c:pt idx="1638">
                  <c:v>39185</c:v>
                </c:pt>
                <c:pt idx="1639">
                  <c:v>39188</c:v>
                </c:pt>
                <c:pt idx="1640">
                  <c:v>39189</c:v>
                </c:pt>
                <c:pt idx="1641">
                  <c:v>39190</c:v>
                </c:pt>
                <c:pt idx="1642">
                  <c:v>39191</c:v>
                </c:pt>
                <c:pt idx="1643">
                  <c:v>39192</c:v>
                </c:pt>
                <c:pt idx="1644">
                  <c:v>39195</c:v>
                </c:pt>
                <c:pt idx="1645">
                  <c:v>39196</c:v>
                </c:pt>
                <c:pt idx="1646">
                  <c:v>39197</c:v>
                </c:pt>
                <c:pt idx="1647">
                  <c:v>39198</c:v>
                </c:pt>
                <c:pt idx="1648">
                  <c:v>39199</c:v>
                </c:pt>
                <c:pt idx="1649">
                  <c:v>39202</c:v>
                </c:pt>
                <c:pt idx="1650">
                  <c:v>39203</c:v>
                </c:pt>
                <c:pt idx="1651">
                  <c:v>39204</c:v>
                </c:pt>
                <c:pt idx="1652">
                  <c:v>39205</c:v>
                </c:pt>
                <c:pt idx="1653">
                  <c:v>39206</c:v>
                </c:pt>
                <c:pt idx="1654">
                  <c:v>39209</c:v>
                </c:pt>
                <c:pt idx="1655">
                  <c:v>39210</c:v>
                </c:pt>
                <c:pt idx="1656">
                  <c:v>39211</c:v>
                </c:pt>
                <c:pt idx="1657">
                  <c:v>39212</c:v>
                </c:pt>
                <c:pt idx="1658">
                  <c:v>39213</c:v>
                </c:pt>
                <c:pt idx="1659">
                  <c:v>39216</c:v>
                </c:pt>
                <c:pt idx="1660">
                  <c:v>39217</c:v>
                </c:pt>
                <c:pt idx="1661">
                  <c:v>39218</c:v>
                </c:pt>
                <c:pt idx="1662">
                  <c:v>39219</c:v>
                </c:pt>
                <c:pt idx="1663">
                  <c:v>39220</c:v>
                </c:pt>
                <c:pt idx="1664">
                  <c:v>39223</c:v>
                </c:pt>
                <c:pt idx="1665">
                  <c:v>39224</c:v>
                </c:pt>
                <c:pt idx="1666">
                  <c:v>39225</c:v>
                </c:pt>
                <c:pt idx="1667">
                  <c:v>39226</c:v>
                </c:pt>
                <c:pt idx="1668">
                  <c:v>39227</c:v>
                </c:pt>
                <c:pt idx="1669">
                  <c:v>39230</c:v>
                </c:pt>
                <c:pt idx="1670">
                  <c:v>39231</c:v>
                </c:pt>
                <c:pt idx="1671">
                  <c:v>39232</c:v>
                </c:pt>
                <c:pt idx="1672">
                  <c:v>39233</c:v>
                </c:pt>
                <c:pt idx="1673">
                  <c:v>39234</c:v>
                </c:pt>
                <c:pt idx="1674">
                  <c:v>39237</c:v>
                </c:pt>
                <c:pt idx="1675">
                  <c:v>39238</c:v>
                </c:pt>
                <c:pt idx="1676">
                  <c:v>39239</c:v>
                </c:pt>
                <c:pt idx="1677">
                  <c:v>39240</c:v>
                </c:pt>
                <c:pt idx="1678">
                  <c:v>39241</c:v>
                </c:pt>
                <c:pt idx="1679">
                  <c:v>39244</c:v>
                </c:pt>
                <c:pt idx="1680">
                  <c:v>39245</c:v>
                </c:pt>
                <c:pt idx="1681">
                  <c:v>39246</c:v>
                </c:pt>
                <c:pt idx="1682">
                  <c:v>39247</c:v>
                </c:pt>
                <c:pt idx="1683">
                  <c:v>39248</c:v>
                </c:pt>
                <c:pt idx="1684">
                  <c:v>39251</c:v>
                </c:pt>
                <c:pt idx="1685">
                  <c:v>39252</c:v>
                </c:pt>
                <c:pt idx="1686">
                  <c:v>39253</c:v>
                </c:pt>
                <c:pt idx="1687">
                  <c:v>39254</c:v>
                </c:pt>
                <c:pt idx="1688">
                  <c:v>39255</c:v>
                </c:pt>
                <c:pt idx="1689">
                  <c:v>39258</c:v>
                </c:pt>
                <c:pt idx="1690">
                  <c:v>39259</c:v>
                </c:pt>
                <c:pt idx="1691">
                  <c:v>39260</c:v>
                </c:pt>
                <c:pt idx="1692">
                  <c:v>39261</c:v>
                </c:pt>
                <c:pt idx="1693">
                  <c:v>39262</c:v>
                </c:pt>
                <c:pt idx="1694">
                  <c:v>39265</c:v>
                </c:pt>
                <c:pt idx="1695">
                  <c:v>39266</c:v>
                </c:pt>
                <c:pt idx="1696">
                  <c:v>39267</c:v>
                </c:pt>
                <c:pt idx="1697">
                  <c:v>39268</c:v>
                </c:pt>
                <c:pt idx="1698">
                  <c:v>39269</c:v>
                </c:pt>
                <c:pt idx="1699">
                  <c:v>39272</c:v>
                </c:pt>
                <c:pt idx="1700">
                  <c:v>39273</c:v>
                </c:pt>
                <c:pt idx="1701">
                  <c:v>39274</c:v>
                </c:pt>
                <c:pt idx="1702">
                  <c:v>39275</c:v>
                </c:pt>
                <c:pt idx="1703">
                  <c:v>39276</c:v>
                </c:pt>
                <c:pt idx="1704">
                  <c:v>39279</c:v>
                </c:pt>
                <c:pt idx="1705">
                  <c:v>39280</c:v>
                </c:pt>
                <c:pt idx="1706">
                  <c:v>39281</c:v>
                </c:pt>
                <c:pt idx="1707">
                  <c:v>39282</c:v>
                </c:pt>
                <c:pt idx="1708">
                  <c:v>39283</c:v>
                </c:pt>
                <c:pt idx="1709">
                  <c:v>39286</c:v>
                </c:pt>
                <c:pt idx="1710">
                  <c:v>39287</c:v>
                </c:pt>
                <c:pt idx="1711">
                  <c:v>39288</c:v>
                </c:pt>
                <c:pt idx="1712">
                  <c:v>39289</c:v>
                </c:pt>
                <c:pt idx="1713">
                  <c:v>39290</c:v>
                </c:pt>
                <c:pt idx="1714">
                  <c:v>39293</c:v>
                </c:pt>
                <c:pt idx="1715">
                  <c:v>39294</c:v>
                </c:pt>
                <c:pt idx="1716">
                  <c:v>39295</c:v>
                </c:pt>
                <c:pt idx="1717">
                  <c:v>39296</c:v>
                </c:pt>
                <c:pt idx="1718">
                  <c:v>39297</c:v>
                </c:pt>
                <c:pt idx="1719">
                  <c:v>39300</c:v>
                </c:pt>
                <c:pt idx="1720">
                  <c:v>39301</c:v>
                </c:pt>
                <c:pt idx="1721">
                  <c:v>39302</c:v>
                </c:pt>
                <c:pt idx="1722">
                  <c:v>39303</c:v>
                </c:pt>
                <c:pt idx="1723">
                  <c:v>39304</c:v>
                </c:pt>
                <c:pt idx="1724">
                  <c:v>39307</c:v>
                </c:pt>
                <c:pt idx="1725">
                  <c:v>39308</c:v>
                </c:pt>
                <c:pt idx="1726">
                  <c:v>39309</c:v>
                </c:pt>
                <c:pt idx="1727">
                  <c:v>39310</c:v>
                </c:pt>
                <c:pt idx="1728">
                  <c:v>39311</c:v>
                </c:pt>
                <c:pt idx="1729">
                  <c:v>39314</c:v>
                </c:pt>
                <c:pt idx="1730">
                  <c:v>39315</c:v>
                </c:pt>
                <c:pt idx="1731">
                  <c:v>39316</c:v>
                </c:pt>
                <c:pt idx="1732">
                  <c:v>39317</c:v>
                </c:pt>
                <c:pt idx="1733">
                  <c:v>39318</c:v>
                </c:pt>
                <c:pt idx="1734">
                  <c:v>39321</c:v>
                </c:pt>
                <c:pt idx="1735">
                  <c:v>39322</c:v>
                </c:pt>
                <c:pt idx="1736">
                  <c:v>39323</c:v>
                </c:pt>
                <c:pt idx="1737">
                  <c:v>39324</c:v>
                </c:pt>
                <c:pt idx="1738">
                  <c:v>39325</c:v>
                </c:pt>
                <c:pt idx="1739">
                  <c:v>39328</c:v>
                </c:pt>
                <c:pt idx="1740">
                  <c:v>39329</c:v>
                </c:pt>
                <c:pt idx="1741">
                  <c:v>39330</c:v>
                </c:pt>
                <c:pt idx="1742">
                  <c:v>39331</c:v>
                </c:pt>
                <c:pt idx="1743">
                  <c:v>39332</c:v>
                </c:pt>
                <c:pt idx="1744">
                  <c:v>39335</c:v>
                </c:pt>
                <c:pt idx="1745">
                  <c:v>39336</c:v>
                </c:pt>
                <c:pt idx="1746">
                  <c:v>39337</c:v>
                </c:pt>
                <c:pt idx="1747">
                  <c:v>39338</c:v>
                </c:pt>
                <c:pt idx="1748">
                  <c:v>39339</c:v>
                </c:pt>
                <c:pt idx="1749">
                  <c:v>39342</c:v>
                </c:pt>
                <c:pt idx="1750">
                  <c:v>39343</c:v>
                </c:pt>
                <c:pt idx="1751">
                  <c:v>39344</c:v>
                </c:pt>
                <c:pt idx="1752">
                  <c:v>39345</c:v>
                </c:pt>
                <c:pt idx="1753">
                  <c:v>39346</c:v>
                </c:pt>
                <c:pt idx="1754">
                  <c:v>39349</c:v>
                </c:pt>
                <c:pt idx="1755">
                  <c:v>39350</c:v>
                </c:pt>
                <c:pt idx="1756">
                  <c:v>39351</c:v>
                </c:pt>
                <c:pt idx="1757">
                  <c:v>39352</c:v>
                </c:pt>
                <c:pt idx="1758">
                  <c:v>39353</c:v>
                </c:pt>
                <c:pt idx="1759">
                  <c:v>39356</c:v>
                </c:pt>
                <c:pt idx="1760">
                  <c:v>39357</c:v>
                </c:pt>
                <c:pt idx="1761">
                  <c:v>39358</c:v>
                </c:pt>
                <c:pt idx="1762">
                  <c:v>39359</c:v>
                </c:pt>
                <c:pt idx="1763">
                  <c:v>39360</c:v>
                </c:pt>
                <c:pt idx="1764">
                  <c:v>39363</c:v>
                </c:pt>
                <c:pt idx="1765">
                  <c:v>39364</c:v>
                </c:pt>
                <c:pt idx="1766">
                  <c:v>39365</c:v>
                </c:pt>
                <c:pt idx="1767">
                  <c:v>39366</c:v>
                </c:pt>
                <c:pt idx="1768">
                  <c:v>39367</c:v>
                </c:pt>
                <c:pt idx="1769">
                  <c:v>39370</c:v>
                </c:pt>
                <c:pt idx="1770">
                  <c:v>39371</c:v>
                </c:pt>
                <c:pt idx="1771">
                  <c:v>39372</c:v>
                </c:pt>
                <c:pt idx="1772">
                  <c:v>39373</c:v>
                </c:pt>
                <c:pt idx="1773">
                  <c:v>39374</c:v>
                </c:pt>
                <c:pt idx="1774">
                  <c:v>39377</c:v>
                </c:pt>
                <c:pt idx="1775">
                  <c:v>39378</c:v>
                </c:pt>
                <c:pt idx="1776">
                  <c:v>39379</c:v>
                </c:pt>
                <c:pt idx="1777">
                  <c:v>39380</c:v>
                </c:pt>
                <c:pt idx="1778">
                  <c:v>39381</c:v>
                </c:pt>
                <c:pt idx="1779">
                  <c:v>39384</c:v>
                </c:pt>
                <c:pt idx="1780">
                  <c:v>39385</c:v>
                </c:pt>
                <c:pt idx="1781">
                  <c:v>39386</c:v>
                </c:pt>
                <c:pt idx="1782">
                  <c:v>39387</c:v>
                </c:pt>
                <c:pt idx="1783">
                  <c:v>39388</c:v>
                </c:pt>
                <c:pt idx="1784">
                  <c:v>39391</c:v>
                </c:pt>
                <c:pt idx="1785">
                  <c:v>39392</c:v>
                </c:pt>
                <c:pt idx="1786">
                  <c:v>39393</c:v>
                </c:pt>
                <c:pt idx="1787">
                  <c:v>39394</c:v>
                </c:pt>
                <c:pt idx="1788">
                  <c:v>39395</c:v>
                </c:pt>
                <c:pt idx="1789">
                  <c:v>39398</c:v>
                </c:pt>
                <c:pt idx="1790">
                  <c:v>39399</c:v>
                </c:pt>
                <c:pt idx="1791">
                  <c:v>39400</c:v>
                </c:pt>
                <c:pt idx="1792">
                  <c:v>39401</c:v>
                </c:pt>
                <c:pt idx="1793">
                  <c:v>39402</c:v>
                </c:pt>
                <c:pt idx="1794">
                  <c:v>39405</c:v>
                </c:pt>
                <c:pt idx="1795">
                  <c:v>39406</c:v>
                </c:pt>
                <c:pt idx="1796">
                  <c:v>39407</c:v>
                </c:pt>
                <c:pt idx="1797">
                  <c:v>39408</c:v>
                </c:pt>
                <c:pt idx="1798">
                  <c:v>39409</c:v>
                </c:pt>
                <c:pt idx="1799">
                  <c:v>39412</c:v>
                </c:pt>
                <c:pt idx="1800">
                  <c:v>39413</c:v>
                </c:pt>
                <c:pt idx="1801">
                  <c:v>39414</c:v>
                </c:pt>
                <c:pt idx="1802">
                  <c:v>39415</c:v>
                </c:pt>
                <c:pt idx="1803">
                  <c:v>39416</c:v>
                </c:pt>
                <c:pt idx="1804">
                  <c:v>39419</c:v>
                </c:pt>
                <c:pt idx="1805">
                  <c:v>39420</c:v>
                </c:pt>
                <c:pt idx="1806">
                  <c:v>39421</c:v>
                </c:pt>
                <c:pt idx="1807">
                  <c:v>39422</c:v>
                </c:pt>
                <c:pt idx="1808">
                  <c:v>39423</c:v>
                </c:pt>
                <c:pt idx="1809">
                  <c:v>39426</c:v>
                </c:pt>
                <c:pt idx="1810">
                  <c:v>39427</c:v>
                </c:pt>
                <c:pt idx="1811">
                  <c:v>39428</c:v>
                </c:pt>
                <c:pt idx="1812">
                  <c:v>39429</c:v>
                </c:pt>
                <c:pt idx="1813">
                  <c:v>39430</c:v>
                </c:pt>
                <c:pt idx="1814">
                  <c:v>39433</c:v>
                </c:pt>
                <c:pt idx="1815">
                  <c:v>39434</c:v>
                </c:pt>
                <c:pt idx="1816">
                  <c:v>39435</c:v>
                </c:pt>
                <c:pt idx="1817">
                  <c:v>39436</c:v>
                </c:pt>
                <c:pt idx="1818">
                  <c:v>39437</c:v>
                </c:pt>
                <c:pt idx="1819">
                  <c:v>39440</c:v>
                </c:pt>
                <c:pt idx="1820">
                  <c:v>39441</c:v>
                </c:pt>
                <c:pt idx="1821">
                  <c:v>39442</c:v>
                </c:pt>
                <c:pt idx="1822">
                  <c:v>39443</c:v>
                </c:pt>
                <c:pt idx="1823">
                  <c:v>39444</c:v>
                </c:pt>
                <c:pt idx="1824">
                  <c:v>39447</c:v>
                </c:pt>
                <c:pt idx="1825">
                  <c:v>39448</c:v>
                </c:pt>
                <c:pt idx="1826">
                  <c:v>39449</c:v>
                </c:pt>
                <c:pt idx="1827">
                  <c:v>39450</c:v>
                </c:pt>
                <c:pt idx="1828">
                  <c:v>39451</c:v>
                </c:pt>
                <c:pt idx="1829">
                  <c:v>39454</c:v>
                </c:pt>
                <c:pt idx="1830">
                  <c:v>39455</c:v>
                </c:pt>
                <c:pt idx="1831">
                  <c:v>39456</c:v>
                </c:pt>
                <c:pt idx="1832">
                  <c:v>39457</c:v>
                </c:pt>
                <c:pt idx="1833">
                  <c:v>39458</c:v>
                </c:pt>
                <c:pt idx="1834">
                  <c:v>39461</c:v>
                </c:pt>
                <c:pt idx="1835">
                  <c:v>39462</c:v>
                </c:pt>
                <c:pt idx="1836">
                  <c:v>39463</c:v>
                </c:pt>
                <c:pt idx="1837">
                  <c:v>39464</c:v>
                </c:pt>
                <c:pt idx="1838">
                  <c:v>39465</c:v>
                </c:pt>
                <c:pt idx="1839">
                  <c:v>39468</c:v>
                </c:pt>
                <c:pt idx="1840">
                  <c:v>39469</c:v>
                </c:pt>
                <c:pt idx="1841">
                  <c:v>39470</c:v>
                </c:pt>
                <c:pt idx="1842">
                  <c:v>39471</c:v>
                </c:pt>
                <c:pt idx="1843">
                  <c:v>39472</c:v>
                </c:pt>
                <c:pt idx="1844">
                  <c:v>39475</c:v>
                </c:pt>
                <c:pt idx="1845">
                  <c:v>39476</c:v>
                </c:pt>
                <c:pt idx="1846">
                  <c:v>39477</c:v>
                </c:pt>
                <c:pt idx="1847">
                  <c:v>39478</c:v>
                </c:pt>
                <c:pt idx="1848">
                  <c:v>39479</c:v>
                </c:pt>
                <c:pt idx="1849">
                  <c:v>39482</c:v>
                </c:pt>
                <c:pt idx="1850">
                  <c:v>39483</c:v>
                </c:pt>
                <c:pt idx="1851">
                  <c:v>39484</c:v>
                </c:pt>
                <c:pt idx="1852">
                  <c:v>39485</c:v>
                </c:pt>
                <c:pt idx="1853">
                  <c:v>39486</c:v>
                </c:pt>
                <c:pt idx="1854">
                  <c:v>39489</c:v>
                </c:pt>
                <c:pt idx="1855">
                  <c:v>39490</c:v>
                </c:pt>
                <c:pt idx="1856">
                  <c:v>39491</c:v>
                </c:pt>
                <c:pt idx="1857">
                  <c:v>39492</c:v>
                </c:pt>
                <c:pt idx="1858">
                  <c:v>39493</c:v>
                </c:pt>
                <c:pt idx="1859">
                  <c:v>39496</c:v>
                </c:pt>
                <c:pt idx="1860">
                  <c:v>39497</c:v>
                </c:pt>
                <c:pt idx="1861">
                  <c:v>39498</c:v>
                </c:pt>
                <c:pt idx="1862">
                  <c:v>39499</c:v>
                </c:pt>
                <c:pt idx="1863">
                  <c:v>39500</c:v>
                </c:pt>
                <c:pt idx="1864">
                  <c:v>39503</c:v>
                </c:pt>
                <c:pt idx="1865">
                  <c:v>39504</c:v>
                </c:pt>
                <c:pt idx="1866">
                  <c:v>39505</c:v>
                </c:pt>
                <c:pt idx="1867">
                  <c:v>39506</c:v>
                </c:pt>
                <c:pt idx="1868">
                  <c:v>39507</c:v>
                </c:pt>
                <c:pt idx="1869">
                  <c:v>39510</c:v>
                </c:pt>
                <c:pt idx="1870">
                  <c:v>39511</c:v>
                </c:pt>
                <c:pt idx="1871">
                  <c:v>39512</c:v>
                </c:pt>
                <c:pt idx="1872">
                  <c:v>39513</c:v>
                </c:pt>
                <c:pt idx="1873">
                  <c:v>39514</c:v>
                </c:pt>
                <c:pt idx="1874">
                  <c:v>39517</c:v>
                </c:pt>
                <c:pt idx="1875">
                  <c:v>39518</c:v>
                </c:pt>
                <c:pt idx="1876">
                  <c:v>39519</c:v>
                </c:pt>
                <c:pt idx="1877">
                  <c:v>39520</c:v>
                </c:pt>
                <c:pt idx="1878">
                  <c:v>39521</c:v>
                </c:pt>
                <c:pt idx="1879">
                  <c:v>39524</c:v>
                </c:pt>
                <c:pt idx="1880">
                  <c:v>39525</c:v>
                </c:pt>
                <c:pt idx="1881">
                  <c:v>39526</c:v>
                </c:pt>
                <c:pt idx="1882">
                  <c:v>39527</c:v>
                </c:pt>
                <c:pt idx="1883">
                  <c:v>39528</c:v>
                </c:pt>
                <c:pt idx="1884">
                  <c:v>39531</c:v>
                </c:pt>
                <c:pt idx="1885">
                  <c:v>39532</c:v>
                </c:pt>
                <c:pt idx="1886">
                  <c:v>39533</c:v>
                </c:pt>
                <c:pt idx="1887">
                  <c:v>39534</c:v>
                </c:pt>
                <c:pt idx="1888">
                  <c:v>39535</c:v>
                </c:pt>
                <c:pt idx="1889">
                  <c:v>39538</c:v>
                </c:pt>
                <c:pt idx="1890">
                  <c:v>39539</c:v>
                </c:pt>
                <c:pt idx="1891">
                  <c:v>39540</c:v>
                </c:pt>
                <c:pt idx="1892">
                  <c:v>39541</c:v>
                </c:pt>
                <c:pt idx="1893">
                  <c:v>39542</c:v>
                </c:pt>
                <c:pt idx="1894">
                  <c:v>39545</c:v>
                </c:pt>
                <c:pt idx="1895">
                  <c:v>39546</c:v>
                </c:pt>
                <c:pt idx="1896">
                  <c:v>39547</c:v>
                </c:pt>
                <c:pt idx="1897">
                  <c:v>39548</c:v>
                </c:pt>
                <c:pt idx="1898">
                  <c:v>39549</c:v>
                </c:pt>
                <c:pt idx="1899">
                  <c:v>39552</c:v>
                </c:pt>
                <c:pt idx="1900">
                  <c:v>39553</c:v>
                </c:pt>
                <c:pt idx="1901">
                  <c:v>39554</c:v>
                </c:pt>
                <c:pt idx="1902">
                  <c:v>39555</c:v>
                </c:pt>
                <c:pt idx="1903">
                  <c:v>39556</c:v>
                </c:pt>
                <c:pt idx="1904">
                  <c:v>39559</c:v>
                </c:pt>
                <c:pt idx="1905">
                  <c:v>39560</c:v>
                </c:pt>
                <c:pt idx="1906">
                  <c:v>39561</c:v>
                </c:pt>
                <c:pt idx="1907">
                  <c:v>39562</c:v>
                </c:pt>
                <c:pt idx="1908">
                  <c:v>39563</c:v>
                </c:pt>
                <c:pt idx="1909">
                  <c:v>39566</c:v>
                </c:pt>
                <c:pt idx="1910">
                  <c:v>39567</c:v>
                </c:pt>
                <c:pt idx="1911">
                  <c:v>39568</c:v>
                </c:pt>
                <c:pt idx="1912">
                  <c:v>39569</c:v>
                </c:pt>
                <c:pt idx="1913">
                  <c:v>39570</c:v>
                </c:pt>
                <c:pt idx="1914">
                  <c:v>39573</c:v>
                </c:pt>
                <c:pt idx="1915">
                  <c:v>39574</c:v>
                </c:pt>
                <c:pt idx="1916">
                  <c:v>39575</c:v>
                </c:pt>
                <c:pt idx="1917">
                  <c:v>39576</c:v>
                </c:pt>
                <c:pt idx="1918">
                  <c:v>39577</c:v>
                </c:pt>
                <c:pt idx="1919">
                  <c:v>39580</c:v>
                </c:pt>
                <c:pt idx="1920">
                  <c:v>39581</c:v>
                </c:pt>
                <c:pt idx="1921">
                  <c:v>39582</c:v>
                </c:pt>
                <c:pt idx="1922">
                  <c:v>39583</c:v>
                </c:pt>
                <c:pt idx="1923">
                  <c:v>39584</c:v>
                </c:pt>
                <c:pt idx="1924">
                  <c:v>39587</c:v>
                </c:pt>
                <c:pt idx="1925">
                  <c:v>39588</c:v>
                </c:pt>
                <c:pt idx="1926">
                  <c:v>39589</c:v>
                </c:pt>
                <c:pt idx="1927">
                  <c:v>39590</c:v>
                </c:pt>
                <c:pt idx="1928">
                  <c:v>39591</c:v>
                </c:pt>
                <c:pt idx="1929">
                  <c:v>39594</c:v>
                </c:pt>
                <c:pt idx="1930">
                  <c:v>39595</c:v>
                </c:pt>
                <c:pt idx="1931">
                  <c:v>39596</c:v>
                </c:pt>
                <c:pt idx="1932">
                  <c:v>39597</c:v>
                </c:pt>
                <c:pt idx="1933">
                  <c:v>39598</c:v>
                </c:pt>
                <c:pt idx="1934">
                  <c:v>39601</c:v>
                </c:pt>
                <c:pt idx="1935">
                  <c:v>39602</c:v>
                </c:pt>
                <c:pt idx="1936">
                  <c:v>39603</c:v>
                </c:pt>
                <c:pt idx="1937">
                  <c:v>39604</c:v>
                </c:pt>
                <c:pt idx="1938">
                  <c:v>39605</c:v>
                </c:pt>
                <c:pt idx="1939">
                  <c:v>39608</c:v>
                </c:pt>
                <c:pt idx="1940">
                  <c:v>39609</c:v>
                </c:pt>
                <c:pt idx="1941">
                  <c:v>39610</c:v>
                </c:pt>
                <c:pt idx="1942">
                  <c:v>39611</c:v>
                </c:pt>
                <c:pt idx="1943">
                  <c:v>39612</c:v>
                </c:pt>
                <c:pt idx="1944">
                  <c:v>39615</c:v>
                </c:pt>
                <c:pt idx="1945">
                  <c:v>39616</c:v>
                </c:pt>
                <c:pt idx="1946">
                  <c:v>39617</c:v>
                </c:pt>
                <c:pt idx="1947">
                  <c:v>39618</c:v>
                </c:pt>
                <c:pt idx="1948">
                  <c:v>39619</c:v>
                </c:pt>
                <c:pt idx="1949">
                  <c:v>39622</c:v>
                </c:pt>
                <c:pt idx="1950">
                  <c:v>39623</c:v>
                </c:pt>
                <c:pt idx="1951">
                  <c:v>39624</c:v>
                </c:pt>
                <c:pt idx="1952">
                  <c:v>39625</c:v>
                </c:pt>
                <c:pt idx="1953">
                  <c:v>39626</c:v>
                </c:pt>
                <c:pt idx="1954">
                  <c:v>39629</c:v>
                </c:pt>
                <c:pt idx="1955">
                  <c:v>39630</c:v>
                </c:pt>
                <c:pt idx="1956">
                  <c:v>39631</c:v>
                </c:pt>
                <c:pt idx="1957">
                  <c:v>39632</c:v>
                </c:pt>
                <c:pt idx="1958">
                  <c:v>39633</c:v>
                </c:pt>
                <c:pt idx="1959">
                  <c:v>39636</c:v>
                </c:pt>
                <c:pt idx="1960">
                  <c:v>39637</c:v>
                </c:pt>
                <c:pt idx="1961">
                  <c:v>39638</c:v>
                </c:pt>
                <c:pt idx="1962">
                  <c:v>39639</c:v>
                </c:pt>
                <c:pt idx="1963">
                  <c:v>39640</c:v>
                </c:pt>
                <c:pt idx="1964">
                  <c:v>39643</c:v>
                </c:pt>
                <c:pt idx="1965">
                  <c:v>39644</c:v>
                </c:pt>
                <c:pt idx="1966">
                  <c:v>39645</c:v>
                </c:pt>
                <c:pt idx="1967">
                  <c:v>39646</c:v>
                </c:pt>
                <c:pt idx="1968">
                  <c:v>39647</c:v>
                </c:pt>
                <c:pt idx="1969">
                  <c:v>39650</c:v>
                </c:pt>
                <c:pt idx="1970">
                  <c:v>39651</c:v>
                </c:pt>
                <c:pt idx="1971">
                  <c:v>39652</c:v>
                </c:pt>
                <c:pt idx="1972">
                  <c:v>39653</c:v>
                </c:pt>
                <c:pt idx="1973">
                  <c:v>39654</c:v>
                </c:pt>
                <c:pt idx="1974">
                  <c:v>39657</c:v>
                </c:pt>
                <c:pt idx="1975">
                  <c:v>39658</c:v>
                </c:pt>
                <c:pt idx="1976">
                  <c:v>39659</c:v>
                </c:pt>
                <c:pt idx="1977">
                  <c:v>39660</c:v>
                </c:pt>
                <c:pt idx="1978">
                  <c:v>39661</c:v>
                </c:pt>
                <c:pt idx="1979">
                  <c:v>39664</c:v>
                </c:pt>
                <c:pt idx="1980">
                  <c:v>39665</c:v>
                </c:pt>
                <c:pt idx="1981">
                  <c:v>39666</c:v>
                </c:pt>
                <c:pt idx="1982">
                  <c:v>39667</c:v>
                </c:pt>
                <c:pt idx="1983">
                  <c:v>39668</c:v>
                </c:pt>
                <c:pt idx="1984">
                  <c:v>39671</c:v>
                </c:pt>
                <c:pt idx="1985">
                  <c:v>39672</c:v>
                </c:pt>
                <c:pt idx="1986">
                  <c:v>39673</c:v>
                </c:pt>
                <c:pt idx="1987">
                  <c:v>39674</c:v>
                </c:pt>
                <c:pt idx="1988">
                  <c:v>39675</c:v>
                </c:pt>
                <c:pt idx="1989">
                  <c:v>39678</c:v>
                </c:pt>
                <c:pt idx="1990">
                  <c:v>39679</c:v>
                </c:pt>
                <c:pt idx="1991">
                  <c:v>39680</c:v>
                </c:pt>
                <c:pt idx="1992">
                  <c:v>39681</c:v>
                </c:pt>
                <c:pt idx="1993">
                  <c:v>39682</c:v>
                </c:pt>
                <c:pt idx="1994">
                  <c:v>39685</c:v>
                </c:pt>
                <c:pt idx="1995">
                  <c:v>39686</c:v>
                </c:pt>
                <c:pt idx="1996">
                  <c:v>39687</c:v>
                </c:pt>
                <c:pt idx="1997">
                  <c:v>39688</c:v>
                </c:pt>
                <c:pt idx="1998">
                  <c:v>39689</c:v>
                </c:pt>
                <c:pt idx="1999">
                  <c:v>39692</c:v>
                </c:pt>
                <c:pt idx="2000">
                  <c:v>39693</c:v>
                </c:pt>
                <c:pt idx="2001">
                  <c:v>39694</c:v>
                </c:pt>
                <c:pt idx="2002">
                  <c:v>39695</c:v>
                </c:pt>
                <c:pt idx="2003">
                  <c:v>39696</c:v>
                </c:pt>
                <c:pt idx="2004">
                  <c:v>39699</c:v>
                </c:pt>
                <c:pt idx="2005">
                  <c:v>39700</c:v>
                </c:pt>
                <c:pt idx="2006">
                  <c:v>39701</c:v>
                </c:pt>
                <c:pt idx="2007">
                  <c:v>39702</c:v>
                </c:pt>
                <c:pt idx="2008">
                  <c:v>39703</c:v>
                </c:pt>
                <c:pt idx="2009">
                  <c:v>39706</c:v>
                </c:pt>
                <c:pt idx="2010">
                  <c:v>39707</c:v>
                </c:pt>
                <c:pt idx="2011">
                  <c:v>39708</c:v>
                </c:pt>
                <c:pt idx="2012">
                  <c:v>39709</c:v>
                </c:pt>
                <c:pt idx="2013">
                  <c:v>39710</c:v>
                </c:pt>
                <c:pt idx="2014">
                  <c:v>39713</c:v>
                </c:pt>
                <c:pt idx="2015">
                  <c:v>39714</c:v>
                </c:pt>
                <c:pt idx="2016">
                  <c:v>39715</c:v>
                </c:pt>
                <c:pt idx="2017">
                  <c:v>39716</c:v>
                </c:pt>
                <c:pt idx="2018">
                  <c:v>39717</c:v>
                </c:pt>
                <c:pt idx="2019">
                  <c:v>39720</c:v>
                </c:pt>
                <c:pt idx="2020">
                  <c:v>39721</c:v>
                </c:pt>
                <c:pt idx="2021">
                  <c:v>39722</c:v>
                </c:pt>
                <c:pt idx="2022">
                  <c:v>39723</c:v>
                </c:pt>
                <c:pt idx="2023">
                  <c:v>39724</c:v>
                </c:pt>
                <c:pt idx="2024">
                  <c:v>39727</c:v>
                </c:pt>
                <c:pt idx="2025">
                  <c:v>39728</c:v>
                </c:pt>
                <c:pt idx="2026">
                  <c:v>39729</c:v>
                </c:pt>
                <c:pt idx="2027">
                  <c:v>39730</c:v>
                </c:pt>
                <c:pt idx="2028">
                  <c:v>39731</c:v>
                </c:pt>
                <c:pt idx="2029">
                  <c:v>39734</c:v>
                </c:pt>
                <c:pt idx="2030">
                  <c:v>39735</c:v>
                </c:pt>
                <c:pt idx="2031">
                  <c:v>39736</c:v>
                </c:pt>
                <c:pt idx="2032">
                  <c:v>39737</c:v>
                </c:pt>
                <c:pt idx="2033">
                  <c:v>39738</c:v>
                </c:pt>
                <c:pt idx="2034">
                  <c:v>39741</c:v>
                </c:pt>
                <c:pt idx="2035">
                  <c:v>39742</c:v>
                </c:pt>
                <c:pt idx="2036">
                  <c:v>39743</c:v>
                </c:pt>
                <c:pt idx="2037">
                  <c:v>39744</c:v>
                </c:pt>
                <c:pt idx="2038">
                  <c:v>39745</c:v>
                </c:pt>
                <c:pt idx="2039">
                  <c:v>39748</c:v>
                </c:pt>
                <c:pt idx="2040">
                  <c:v>39749</c:v>
                </c:pt>
                <c:pt idx="2041">
                  <c:v>39750</c:v>
                </c:pt>
                <c:pt idx="2042">
                  <c:v>39751</c:v>
                </c:pt>
                <c:pt idx="2043">
                  <c:v>39752</c:v>
                </c:pt>
                <c:pt idx="2044">
                  <c:v>39755</c:v>
                </c:pt>
                <c:pt idx="2045">
                  <c:v>39756</c:v>
                </c:pt>
                <c:pt idx="2046">
                  <c:v>39757</c:v>
                </c:pt>
                <c:pt idx="2047">
                  <c:v>39758</c:v>
                </c:pt>
                <c:pt idx="2048">
                  <c:v>39759</c:v>
                </c:pt>
                <c:pt idx="2049">
                  <c:v>39762</c:v>
                </c:pt>
                <c:pt idx="2050">
                  <c:v>39763</c:v>
                </c:pt>
                <c:pt idx="2051">
                  <c:v>39764</c:v>
                </c:pt>
                <c:pt idx="2052">
                  <c:v>39765</c:v>
                </c:pt>
                <c:pt idx="2053">
                  <c:v>39766</c:v>
                </c:pt>
                <c:pt idx="2054">
                  <c:v>39769</c:v>
                </c:pt>
                <c:pt idx="2055">
                  <c:v>39770</c:v>
                </c:pt>
                <c:pt idx="2056">
                  <c:v>39771</c:v>
                </c:pt>
                <c:pt idx="2057">
                  <c:v>39772</c:v>
                </c:pt>
                <c:pt idx="2058">
                  <c:v>39773</c:v>
                </c:pt>
                <c:pt idx="2059">
                  <c:v>39776</c:v>
                </c:pt>
                <c:pt idx="2060">
                  <c:v>39777</c:v>
                </c:pt>
                <c:pt idx="2061">
                  <c:v>39778</c:v>
                </c:pt>
                <c:pt idx="2062">
                  <c:v>39779</c:v>
                </c:pt>
                <c:pt idx="2063">
                  <c:v>39780</c:v>
                </c:pt>
                <c:pt idx="2064">
                  <c:v>39783</c:v>
                </c:pt>
                <c:pt idx="2065">
                  <c:v>39784</c:v>
                </c:pt>
                <c:pt idx="2066">
                  <c:v>39785</c:v>
                </c:pt>
                <c:pt idx="2067">
                  <c:v>39786</c:v>
                </c:pt>
                <c:pt idx="2068">
                  <c:v>39787</c:v>
                </c:pt>
                <c:pt idx="2069">
                  <c:v>39790</c:v>
                </c:pt>
                <c:pt idx="2070">
                  <c:v>39791</c:v>
                </c:pt>
                <c:pt idx="2071">
                  <c:v>39792</c:v>
                </c:pt>
                <c:pt idx="2072">
                  <c:v>39793</c:v>
                </c:pt>
                <c:pt idx="2073">
                  <c:v>39794</c:v>
                </c:pt>
                <c:pt idx="2074">
                  <c:v>39797</c:v>
                </c:pt>
                <c:pt idx="2075">
                  <c:v>39798</c:v>
                </c:pt>
                <c:pt idx="2076">
                  <c:v>39799</c:v>
                </c:pt>
                <c:pt idx="2077">
                  <c:v>39800</c:v>
                </c:pt>
                <c:pt idx="2078">
                  <c:v>39801</c:v>
                </c:pt>
                <c:pt idx="2079">
                  <c:v>39804</c:v>
                </c:pt>
                <c:pt idx="2080">
                  <c:v>39805</c:v>
                </c:pt>
                <c:pt idx="2081">
                  <c:v>39806</c:v>
                </c:pt>
                <c:pt idx="2082">
                  <c:v>39807</c:v>
                </c:pt>
                <c:pt idx="2083">
                  <c:v>39808</c:v>
                </c:pt>
                <c:pt idx="2084">
                  <c:v>39811</c:v>
                </c:pt>
                <c:pt idx="2085">
                  <c:v>39812</c:v>
                </c:pt>
                <c:pt idx="2086">
                  <c:v>39813</c:v>
                </c:pt>
                <c:pt idx="2087">
                  <c:v>39814</c:v>
                </c:pt>
                <c:pt idx="2088">
                  <c:v>39815</c:v>
                </c:pt>
                <c:pt idx="2089">
                  <c:v>39818</c:v>
                </c:pt>
                <c:pt idx="2090">
                  <c:v>39819</c:v>
                </c:pt>
                <c:pt idx="2091">
                  <c:v>39820</c:v>
                </c:pt>
                <c:pt idx="2092">
                  <c:v>39821</c:v>
                </c:pt>
                <c:pt idx="2093">
                  <c:v>39822</c:v>
                </c:pt>
                <c:pt idx="2094">
                  <c:v>39825</c:v>
                </c:pt>
                <c:pt idx="2095">
                  <c:v>39826</c:v>
                </c:pt>
                <c:pt idx="2096">
                  <c:v>39827</c:v>
                </c:pt>
                <c:pt idx="2097">
                  <c:v>39828</c:v>
                </c:pt>
                <c:pt idx="2098">
                  <c:v>39829</c:v>
                </c:pt>
                <c:pt idx="2099">
                  <c:v>39832</c:v>
                </c:pt>
                <c:pt idx="2100">
                  <c:v>39833</c:v>
                </c:pt>
                <c:pt idx="2101">
                  <c:v>39834</c:v>
                </c:pt>
                <c:pt idx="2102">
                  <c:v>39835</c:v>
                </c:pt>
                <c:pt idx="2103">
                  <c:v>39836</c:v>
                </c:pt>
                <c:pt idx="2104">
                  <c:v>39839</c:v>
                </c:pt>
                <c:pt idx="2105">
                  <c:v>39840</c:v>
                </c:pt>
                <c:pt idx="2106">
                  <c:v>39841</c:v>
                </c:pt>
                <c:pt idx="2107">
                  <c:v>39842</c:v>
                </c:pt>
                <c:pt idx="2108">
                  <c:v>39843</c:v>
                </c:pt>
                <c:pt idx="2109">
                  <c:v>39846</c:v>
                </c:pt>
                <c:pt idx="2110">
                  <c:v>39847</c:v>
                </c:pt>
                <c:pt idx="2111">
                  <c:v>39848</c:v>
                </c:pt>
                <c:pt idx="2112">
                  <c:v>39849</c:v>
                </c:pt>
                <c:pt idx="2113">
                  <c:v>39850</c:v>
                </c:pt>
                <c:pt idx="2114">
                  <c:v>39853</c:v>
                </c:pt>
                <c:pt idx="2115">
                  <c:v>39854</c:v>
                </c:pt>
                <c:pt idx="2116">
                  <c:v>39855</c:v>
                </c:pt>
                <c:pt idx="2117">
                  <c:v>39856</c:v>
                </c:pt>
                <c:pt idx="2118">
                  <c:v>39857</c:v>
                </c:pt>
                <c:pt idx="2119">
                  <c:v>39860</c:v>
                </c:pt>
                <c:pt idx="2120">
                  <c:v>39861</c:v>
                </c:pt>
                <c:pt idx="2121">
                  <c:v>39862</c:v>
                </c:pt>
                <c:pt idx="2122">
                  <c:v>39863</c:v>
                </c:pt>
                <c:pt idx="2123">
                  <c:v>39864</c:v>
                </c:pt>
                <c:pt idx="2124">
                  <c:v>39867</c:v>
                </c:pt>
                <c:pt idx="2125">
                  <c:v>39868</c:v>
                </c:pt>
                <c:pt idx="2126">
                  <c:v>39869</c:v>
                </c:pt>
                <c:pt idx="2127">
                  <c:v>39870</c:v>
                </c:pt>
                <c:pt idx="2128">
                  <c:v>39871</c:v>
                </c:pt>
                <c:pt idx="2129">
                  <c:v>39874</c:v>
                </c:pt>
                <c:pt idx="2130">
                  <c:v>39875</c:v>
                </c:pt>
                <c:pt idx="2131">
                  <c:v>39876</c:v>
                </c:pt>
                <c:pt idx="2132">
                  <c:v>39877</c:v>
                </c:pt>
                <c:pt idx="2133">
                  <c:v>39878</c:v>
                </c:pt>
                <c:pt idx="2134">
                  <c:v>39881</c:v>
                </c:pt>
                <c:pt idx="2135">
                  <c:v>39882</c:v>
                </c:pt>
                <c:pt idx="2136">
                  <c:v>39883</c:v>
                </c:pt>
                <c:pt idx="2137">
                  <c:v>39884</c:v>
                </c:pt>
                <c:pt idx="2138">
                  <c:v>39885</c:v>
                </c:pt>
                <c:pt idx="2139">
                  <c:v>39888</c:v>
                </c:pt>
                <c:pt idx="2140">
                  <c:v>39889</c:v>
                </c:pt>
                <c:pt idx="2141">
                  <c:v>39890</c:v>
                </c:pt>
                <c:pt idx="2142">
                  <c:v>39891</c:v>
                </c:pt>
                <c:pt idx="2143">
                  <c:v>39892</c:v>
                </c:pt>
                <c:pt idx="2144">
                  <c:v>39895</c:v>
                </c:pt>
                <c:pt idx="2145">
                  <c:v>39896</c:v>
                </c:pt>
                <c:pt idx="2146">
                  <c:v>39897</c:v>
                </c:pt>
                <c:pt idx="2147">
                  <c:v>39898</c:v>
                </c:pt>
                <c:pt idx="2148">
                  <c:v>39899</c:v>
                </c:pt>
                <c:pt idx="2149">
                  <c:v>39902</c:v>
                </c:pt>
                <c:pt idx="2150">
                  <c:v>39903</c:v>
                </c:pt>
                <c:pt idx="2151">
                  <c:v>39904</c:v>
                </c:pt>
                <c:pt idx="2152">
                  <c:v>39905</c:v>
                </c:pt>
                <c:pt idx="2153">
                  <c:v>39906</c:v>
                </c:pt>
                <c:pt idx="2154">
                  <c:v>39909</c:v>
                </c:pt>
                <c:pt idx="2155">
                  <c:v>39910</c:v>
                </c:pt>
                <c:pt idx="2156">
                  <c:v>39911</c:v>
                </c:pt>
                <c:pt idx="2157">
                  <c:v>39912</c:v>
                </c:pt>
                <c:pt idx="2158">
                  <c:v>39913</c:v>
                </c:pt>
                <c:pt idx="2159">
                  <c:v>39916</c:v>
                </c:pt>
                <c:pt idx="2160">
                  <c:v>39917</c:v>
                </c:pt>
                <c:pt idx="2161">
                  <c:v>39918</c:v>
                </c:pt>
                <c:pt idx="2162">
                  <c:v>39919</c:v>
                </c:pt>
                <c:pt idx="2163">
                  <c:v>39920</c:v>
                </c:pt>
                <c:pt idx="2164">
                  <c:v>39923</c:v>
                </c:pt>
                <c:pt idx="2165">
                  <c:v>39924</c:v>
                </c:pt>
                <c:pt idx="2166">
                  <c:v>39925</c:v>
                </c:pt>
                <c:pt idx="2167">
                  <c:v>39926</c:v>
                </c:pt>
                <c:pt idx="2168">
                  <c:v>39927</c:v>
                </c:pt>
                <c:pt idx="2169">
                  <c:v>39930</c:v>
                </c:pt>
                <c:pt idx="2170">
                  <c:v>39931</c:v>
                </c:pt>
                <c:pt idx="2171">
                  <c:v>39932</c:v>
                </c:pt>
                <c:pt idx="2172">
                  <c:v>39933</c:v>
                </c:pt>
                <c:pt idx="2173">
                  <c:v>39934</c:v>
                </c:pt>
                <c:pt idx="2174">
                  <c:v>39937</c:v>
                </c:pt>
                <c:pt idx="2175">
                  <c:v>39938</c:v>
                </c:pt>
                <c:pt idx="2176">
                  <c:v>39939</c:v>
                </c:pt>
                <c:pt idx="2177">
                  <c:v>39940</c:v>
                </c:pt>
                <c:pt idx="2178">
                  <c:v>39941</c:v>
                </c:pt>
                <c:pt idx="2179">
                  <c:v>39944</c:v>
                </c:pt>
                <c:pt idx="2180">
                  <c:v>39945</c:v>
                </c:pt>
                <c:pt idx="2181">
                  <c:v>39946</c:v>
                </c:pt>
                <c:pt idx="2182">
                  <c:v>39947</c:v>
                </c:pt>
                <c:pt idx="2183">
                  <c:v>39948</c:v>
                </c:pt>
                <c:pt idx="2184">
                  <c:v>39951</c:v>
                </c:pt>
                <c:pt idx="2185">
                  <c:v>39952</c:v>
                </c:pt>
                <c:pt idx="2186">
                  <c:v>39953</c:v>
                </c:pt>
                <c:pt idx="2187">
                  <c:v>39954</c:v>
                </c:pt>
                <c:pt idx="2188">
                  <c:v>39955</c:v>
                </c:pt>
                <c:pt idx="2189">
                  <c:v>39958</c:v>
                </c:pt>
                <c:pt idx="2190">
                  <c:v>39959</c:v>
                </c:pt>
                <c:pt idx="2191">
                  <c:v>39960</c:v>
                </c:pt>
                <c:pt idx="2192">
                  <c:v>39961</c:v>
                </c:pt>
                <c:pt idx="2193">
                  <c:v>39962</c:v>
                </c:pt>
                <c:pt idx="2194">
                  <c:v>39965</c:v>
                </c:pt>
                <c:pt idx="2195">
                  <c:v>39966</c:v>
                </c:pt>
                <c:pt idx="2196">
                  <c:v>39967</c:v>
                </c:pt>
                <c:pt idx="2197">
                  <c:v>39968</c:v>
                </c:pt>
                <c:pt idx="2198">
                  <c:v>39969</c:v>
                </c:pt>
                <c:pt idx="2199">
                  <c:v>39972</c:v>
                </c:pt>
                <c:pt idx="2200">
                  <c:v>39973</c:v>
                </c:pt>
                <c:pt idx="2201">
                  <c:v>39974</c:v>
                </c:pt>
                <c:pt idx="2202">
                  <c:v>39975</c:v>
                </c:pt>
                <c:pt idx="2203">
                  <c:v>39976</c:v>
                </c:pt>
                <c:pt idx="2204">
                  <c:v>39979</c:v>
                </c:pt>
                <c:pt idx="2205">
                  <c:v>39980</c:v>
                </c:pt>
                <c:pt idx="2206">
                  <c:v>39981</c:v>
                </c:pt>
                <c:pt idx="2207">
                  <c:v>39982</c:v>
                </c:pt>
                <c:pt idx="2208">
                  <c:v>39983</c:v>
                </c:pt>
                <c:pt idx="2209">
                  <c:v>39986</c:v>
                </c:pt>
                <c:pt idx="2210">
                  <c:v>39987</c:v>
                </c:pt>
                <c:pt idx="2211">
                  <c:v>39988</c:v>
                </c:pt>
                <c:pt idx="2212">
                  <c:v>39989</c:v>
                </c:pt>
                <c:pt idx="2213">
                  <c:v>39990</c:v>
                </c:pt>
                <c:pt idx="2214">
                  <c:v>39993</c:v>
                </c:pt>
                <c:pt idx="2215">
                  <c:v>39994</c:v>
                </c:pt>
                <c:pt idx="2216">
                  <c:v>39995</c:v>
                </c:pt>
                <c:pt idx="2217">
                  <c:v>39996</c:v>
                </c:pt>
                <c:pt idx="2218">
                  <c:v>39997</c:v>
                </c:pt>
                <c:pt idx="2219">
                  <c:v>40000</c:v>
                </c:pt>
                <c:pt idx="2220">
                  <c:v>40001</c:v>
                </c:pt>
                <c:pt idx="2221">
                  <c:v>40002</c:v>
                </c:pt>
                <c:pt idx="2222">
                  <c:v>40003</c:v>
                </c:pt>
                <c:pt idx="2223">
                  <c:v>40004</c:v>
                </c:pt>
                <c:pt idx="2224">
                  <c:v>40007</c:v>
                </c:pt>
                <c:pt idx="2225">
                  <c:v>40008</c:v>
                </c:pt>
                <c:pt idx="2226">
                  <c:v>40009</c:v>
                </c:pt>
                <c:pt idx="2227">
                  <c:v>40010</c:v>
                </c:pt>
                <c:pt idx="2228">
                  <c:v>40011</c:v>
                </c:pt>
                <c:pt idx="2229">
                  <c:v>40014</c:v>
                </c:pt>
                <c:pt idx="2230">
                  <c:v>40015</c:v>
                </c:pt>
                <c:pt idx="2231">
                  <c:v>40016</c:v>
                </c:pt>
                <c:pt idx="2232">
                  <c:v>40017</c:v>
                </c:pt>
                <c:pt idx="2233">
                  <c:v>40018</c:v>
                </c:pt>
                <c:pt idx="2234">
                  <c:v>40021</c:v>
                </c:pt>
                <c:pt idx="2235">
                  <c:v>40022</c:v>
                </c:pt>
                <c:pt idx="2236">
                  <c:v>40023</c:v>
                </c:pt>
                <c:pt idx="2237">
                  <c:v>40024</c:v>
                </c:pt>
                <c:pt idx="2238">
                  <c:v>40025</c:v>
                </c:pt>
                <c:pt idx="2239">
                  <c:v>40028</c:v>
                </c:pt>
                <c:pt idx="2240">
                  <c:v>40029</c:v>
                </c:pt>
                <c:pt idx="2241">
                  <c:v>40030</c:v>
                </c:pt>
                <c:pt idx="2242">
                  <c:v>40031</c:v>
                </c:pt>
                <c:pt idx="2243">
                  <c:v>40032</c:v>
                </c:pt>
                <c:pt idx="2244">
                  <c:v>40035</c:v>
                </c:pt>
                <c:pt idx="2245">
                  <c:v>40036</c:v>
                </c:pt>
                <c:pt idx="2246">
                  <c:v>40037</c:v>
                </c:pt>
                <c:pt idx="2247">
                  <c:v>40038</c:v>
                </c:pt>
                <c:pt idx="2248">
                  <c:v>40039</c:v>
                </c:pt>
                <c:pt idx="2249">
                  <c:v>40042</c:v>
                </c:pt>
                <c:pt idx="2250">
                  <c:v>40043</c:v>
                </c:pt>
                <c:pt idx="2251">
                  <c:v>40044</c:v>
                </c:pt>
                <c:pt idx="2252">
                  <c:v>40045</c:v>
                </c:pt>
                <c:pt idx="2253">
                  <c:v>40046</c:v>
                </c:pt>
                <c:pt idx="2254">
                  <c:v>40049</c:v>
                </c:pt>
                <c:pt idx="2255">
                  <c:v>40050</c:v>
                </c:pt>
                <c:pt idx="2256">
                  <c:v>40051</c:v>
                </c:pt>
                <c:pt idx="2257">
                  <c:v>40052</c:v>
                </c:pt>
                <c:pt idx="2258">
                  <c:v>40053</c:v>
                </c:pt>
                <c:pt idx="2259">
                  <c:v>40056</c:v>
                </c:pt>
                <c:pt idx="2260">
                  <c:v>40057</c:v>
                </c:pt>
                <c:pt idx="2261">
                  <c:v>40058</c:v>
                </c:pt>
                <c:pt idx="2262">
                  <c:v>40059</c:v>
                </c:pt>
                <c:pt idx="2263">
                  <c:v>40060</c:v>
                </c:pt>
                <c:pt idx="2264">
                  <c:v>40063</c:v>
                </c:pt>
                <c:pt idx="2265">
                  <c:v>40064</c:v>
                </c:pt>
                <c:pt idx="2266">
                  <c:v>40065</c:v>
                </c:pt>
                <c:pt idx="2267">
                  <c:v>40066</c:v>
                </c:pt>
                <c:pt idx="2268">
                  <c:v>40067</c:v>
                </c:pt>
                <c:pt idx="2269">
                  <c:v>40070</c:v>
                </c:pt>
                <c:pt idx="2270">
                  <c:v>40071</c:v>
                </c:pt>
                <c:pt idx="2271">
                  <c:v>40072</c:v>
                </c:pt>
                <c:pt idx="2272">
                  <c:v>40073</c:v>
                </c:pt>
                <c:pt idx="2273">
                  <c:v>40074</c:v>
                </c:pt>
                <c:pt idx="2274">
                  <c:v>40077</c:v>
                </c:pt>
                <c:pt idx="2275">
                  <c:v>40078</c:v>
                </c:pt>
                <c:pt idx="2276">
                  <c:v>40079</c:v>
                </c:pt>
                <c:pt idx="2277">
                  <c:v>40080</c:v>
                </c:pt>
                <c:pt idx="2278">
                  <c:v>40081</c:v>
                </c:pt>
                <c:pt idx="2279">
                  <c:v>40084</c:v>
                </c:pt>
                <c:pt idx="2280">
                  <c:v>40085</c:v>
                </c:pt>
                <c:pt idx="2281">
                  <c:v>40086</c:v>
                </c:pt>
                <c:pt idx="2282">
                  <c:v>40087</c:v>
                </c:pt>
                <c:pt idx="2283">
                  <c:v>40088</c:v>
                </c:pt>
                <c:pt idx="2284">
                  <c:v>40091</c:v>
                </c:pt>
                <c:pt idx="2285">
                  <c:v>40092</c:v>
                </c:pt>
                <c:pt idx="2286">
                  <c:v>40093</c:v>
                </c:pt>
                <c:pt idx="2287">
                  <c:v>40094</c:v>
                </c:pt>
                <c:pt idx="2288">
                  <c:v>40095</c:v>
                </c:pt>
                <c:pt idx="2289">
                  <c:v>40098</c:v>
                </c:pt>
                <c:pt idx="2290">
                  <c:v>40099</c:v>
                </c:pt>
                <c:pt idx="2291">
                  <c:v>40100</c:v>
                </c:pt>
                <c:pt idx="2292">
                  <c:v>40101</c:v>
                </c:pt>
                <c:pt idx="2293">
                  <c:v>40102</c:v>
                </c:pt>
                <c:pt idx="2294">
                  <c:v>40105</c:v>
                </c:pt>
                <c:pt idx="2295">
                  <c:v>40106</c:v>
                </c:pt>
                <c:pt idx="2296">
                  <c:v>40107</c:v>
                </c:pt>
                <c:pt idx="2297">
                  <c:v>40108</c:v>
                </c:pt>
                <c:pt idx="2298">
                  <c:v>40109</c:v>
                </c:pt>
                <c:pt idx="2299">
                  <c:v>40112</c:v>
                </c:pt>
                <c:pt idx="2300">
                  <c:v>40113</c:v>
                </c:pt>
                <c:pt idx="2301">
                  <c:v>40114</c:v>
                </c:pt>
                <c:pt idx="2302">
                  <c:v>40115</c:v>
                </c:pt>
                <c:pt idx="2303">
                  <c:v>40116</c:v>
                </c:pt>
                <c:pt idx="2304">
                  <c:v>40119</c:v>
                </c:pt>
                <c:pt idx="2305">
                  <c:v>40120</c:v>
                </c:pt>
                <c:pt idx="2306">
                  <c:v>40121</c:v>
                </c:pt>
                <c:pt idx="2307">
                  <c:v>40122</c:v>
                </c:pt>
                <c:pt idx="2308">
                  <c:v>40123</c:v>
                </c:pt>
                <c:pt idx="2309">
                  <c:v>40126</c:v>
                </c:pt>
                <c:pt idx="2310">
                  <c:v>40127</c:v>
                </c:pt>
                <c:pt idx="2311">
                  <c:v>40128</c:v>
                </c:pt>
                <c:pt idx="2312">
                  <c:v>40129</c:v>
                </c:pt>
                <c:pt idx="2313">
                  <c:v>40130</c:v>
                </c:pt>
                <c:pt idx="2314">
                  <c:v>40133</c:v>
                </c:pt>
                <c:pt idx="2315">
                  <c:v>40134</c:v>
                </c:pt>
                <c:pt idx="2316">
                  <c:v>40135</c:v>
                </c:pt>
                <c:pt idx="2317">
                  <c:v>40136</c:v>
                </c:pt>
                <c:pt idx="2318">
                  <c:v>40137</c:v>
                </c:pt>
                <c:pt idx="2319">
                  <c:v>40140</c:v>
                </c:pt>
                <c:pt idx="2320">
                  <c:v>40141</c:v>
                </c:pt>
                <c:pt idx="2321">
                  <c:v>40142</c:v>
                </c:pt>
                <c:pt idx="2322">
                  <c:v>40143</c:v>
                </c:pt>
                <c:pt idx="2323">
                  <c:v>40144</c:v>
                </c:pt>
                <c:pt idx="2324">
                  <c:v>40147</c:v>
                </c:pt>
                <c:pt idx="2325">
                  <c:v>40148</c:v>
                </c:pt>
                <c:pt idx="2326">
                  <c:v>40149</c:v>
                </c:pt>
                <c:pt idx="2327">
                  <c:v>40150</c:v>
                </c:pt>
                <c:pt idx="2328">
                  <c:v>40151</c:v>
                </c:pt>
                <c:pt idx="2329">
                  <c:v>40154</c:v>
                </c:pt>
                <c:pt idx="2330">
                  <c:v>40155</c:v>
                </c:pt>
                <c:pt idx="2331">
                  <c:v>40156</c:v>
                </c:pt>
                <c:pt idx="2332">
                  <c:v>40157</c:v>
                </c:pt>
                <c:pt idx="2333">
                  <c:v>40158</c:v>
                </c:pt>
                <c:pt idx="2334">
                  <c:v>40161</c:v>
                </c:pt>
                <c:pt idx="2335">
                  <c:v>40162</c:v>
                </c:pt>
                <c:pt idx="2336">
                  <c:v>40163</c:v>
                </c:pt>
                <c:pt idx="2337">
                  <c:v>40164</c:v>
                </c:pt>
                <c:pt idx="2338">
                  <c:v>40165</c:v>
                </c:pt>
                <c:pt idx="2339">
                  <c:v>40168</c:v>
                </c:pt>
                <c:pt idx="2340">
                  <c:v>40169</c:v>
                </c:pt>
                <c:pt idx="2341">
                  <c:v>40170</c:v>
                </c:pt>
                <c:pt idx="2342">
                  <c:v>40171</c:v>
                </c:pt>
                <c:pt idx="2343">
                  <c:v>40172</c:v>
                </c:pt>
                <c:pt idx="2344">
                  <c:v>40175</c:v>
                </c:pt>
                <c:pt idx="2345">
                  <c:v>40176</c:v>
                </c:pt>
                <c:pt idx="2346">
                  <c:v>40177</c:v>
                </c:pt>
                <c:pt idx="2347">
                  <c:v>40178</c:v>
                </c:pt>
                <c:pt idx="2348">
                  <c:v>40179</c:v>
                </c:pt>
                <c:pt idx="2349">
                  <c:v>40182</c:v>
                </c:pt>
                <c:pt idx="2350">
                  <c:v>40183</c:v>
                </c:pt>
                <c:pt idx="2351">
                  <c:v>40184</c:v>
                </c:pt>
                <c:pt idx="2352">
                  <c:v>40185</c:v>
                </c:pt>
                <c:pt idx="2353">
                  <c:v>40186</c:v>
                </c:pt>
                <c:pt idx="2354">
                  <c:v>40189</c:v>
                </c:pt>
                <c:pt idx="2355">
                  <c:v>40190</c:v>
                </c:pt>
                <c:pt idx="2356">
                  <c:v>40191</c:v>
                </c:pt>
                <c:pt idx="2357">
                  <c:v>40192</c:v>
                </c:pt>
                <c:pt idx="2358">
                  <c:v>40193</c:v>
                </c:pt>
                <c:pt idx="2359">
                  <c:v>40196</c:v>
                </c:pt>
                <c:pt idx="2360">
                  <c:v>40197</c:v>
                </c:pt>
                <c:pt idx="2361">
                  <c:v>40198</c:v>
                </c:pt>
                <c:pt idx="2362">
                  <c:v>40199</c:v>
                </c:pt>
                <c:pt idx="2363">
                  <c:v>40200</c:v>
                </c:pt>
                <c:pt idx="2364">
                  <c:v>40203</c:v>
                </c:pt>
                <c:pt idx="2365">
                  <c:v>40204</c:v>
                </c:pt>
                <c:pt idx="2366">
                  <c:v>40205</c:v>
                </c:pt>
                <c:pt idx="2367">
                  <c:v>40206</c:v>
                </c:pt>
                <c:pt idx="2368">
                  <c:v>40207</c:v>
                </c:pt>
                <c:pt idx="2369">
                  <c:v>40210</c:v>
                </c:pt>
                <c:pt idx="2370">
                  <c:v>40211</c:v>
                </c:pt>
                <c:pt idx="2371">
                  <c:v>40212</c:v>
                </c:pt>
                <c:pt idx="2372">
                  <c:v>40213</c:v>
                </c:pt>
                <c:pt idx="2373">
                  <c:v>40214</c:v>
                </c:pt>
                <c:pt idx="2374">
                  <c:v>40217</c:v>
                </c:pt>
                <c:pt idx="2375">
                  <c:v>40218</c:v>
                </c:pt>
                <c:pt idx="2376">
                  <c:v>40219</c:v>
                </c:pt>
                <c:pt idx="2377">
                  <c:v>40220</c:v>
                </c:pt>
                <c:pt idx="2378">
                  <c:v>40221</c:v>
                </c:pt>
                <c:pt idx="2379">
                  <c:v>40224</c:v>
                </c:pt>
                <c:pt idx="2380">
                  <c:v>40225</c:v>
                </c:pt>
                <c:pt idx="2381">
                  <c:v>40226</c:v>
                </c:pt>
                <c:pt idx="2382">
                  <c:v>40227</c:v>
                </c:pt>
                <c:pt idx="2383">
                  <c:v>40228</c:v>
                </c:pt>
                <c:pt idx="2384">
                  <c:v>40231</c:v>
                </c:pt>
                <c:pt idx="2385">
                  <c:v>40232</c:v>
                </c:pt>
                <c:pt idx="2386">
                  <c:v>40233</c:v>
                </c:pt>
                <c:pt idx="2387">
                  <c:v>40234</c:v>
                </c:pt>
                <c:pt idx="2388">
                  <c:v>40235</c:v>
                </c:pt>
                <c:pt idx="2389">
                  <c:v>40238</c:v>
                </c:pt>
                <c:pt idx="2390">
                  <c:v>40239</c:v>
                </c:pt>
                <c:pt idx="2391">
                  <c:v>40240</c:v>
                </c:pt>
                <c:pt idx="2392">
                  <c:v>40241</c:v>
                </c:pt>
                <c:pt idx="2393">
                  <c:v>40242</c:v>
                </c:pt>
                <c:pt idx="2394">
                  <c:v>40245</c:v>
                </c:pt>
                <c:pt idx="2395">
                  <c:v>40246</c:v>
                </c:pt>
                <c:pt idx="2396">
                  <c:v>40247</c:v>
                </c:pt>
                <c:pt idx="2397">
                  <c:v>40248</c:v>
                </c:pt>
                <c:pt idx="2398">
                  <c:v>40249</c:v>
                </c:pt>
                <c:pt idx="2399">
                  <c:v>40252</c:v>
                </c:pt>
                <c:pt idx="2400">
                  <c:v>40253</c:v>
                </c:pt>
                <c:pt idx="2401">
                  <c:v>40254</c:v>
                </c:pt>
                <c:pt idx="2402">
                  <c:v>40255</c:v>
                </c:pt>
                <c:pt idx="2403">
                  <c:v>40256</c:v>
                </c:pt>
                <c:pt idx="2404">
                  <c:v>40259</c:v>
                </c:pt>
                <c:pt idx="2405">
                  <c:v>40260</c:v>
                </c:pt>
                <c:pt idx="2406">
                  <c:v>40261</c:v>
                </c:pt>
                <c:pt idx="2407">
                  <c:v>40262</c:v>
                </c:pt>
                <c:pt idx="2408">
                  <c:v>40263</c:v>
                </c:pt>
                <c:pt idx="2409">
                  <c:v>40266</c:v>
                </c:pt>
                <c:pt idx="2410">
                  <c:v>40267</c:v>
                </c:pt>
                <c:pt idx="2411">
                  <c:v>40268</c:v>
                </c:pt>
                <c:pt idx="2412">
                  <c:v>40269</c:v>
                </c:pt>
                <c:pt idx="2413">
                  <c:v>40270</c:v>
                </c:pt>
                <c:pt idx="2414">
                  <c:v>40273</c:v>
                </c:pt>
                <c:pt idx="2415">
                  <c:v>40274</c:v>
                </c:pt>
                <c:pt idx="2416">
                  <c:v>40275</c:v>
                </c:pt>
                <c:pt idx="2417">
                  <c:v>40276</c:v>
                </c:pt>
                <c:pt idx="2418">
                  <c:v>40277</c:v>
                </c:pt>
                <c:pt idx="2419">
                  <c:v>40280</c:v>
                </c:pt>
                <c:pt idx="2420">
                  <c:v>40281</c:v>
                </c:pt>
                <c:pt idx="2421">
                  <c:v>40282</c:v>
                </c:pt>
                <c:pt idx="2422">
                  <c:v>40283</c:v>
                </c:pt>
                <c:pt idx="2423">
                  <c:v>40284</c:v>
                </c:pt>
                <c:pt idx="2424">
                  <c:v>40287</c:v>
                </c:pt>
                <c:pt idx="2425">
                  <c:v>40288</c:v>
                </c:pt>
                <c:pt idx="2426">
                  <c:v>40289</c:v>
                </c:pt>
                <c:pt idx="2427">
                  <c:v>40290</c:v>
                </c:pt>
                <c:pt idx="2428">
                  <c:v>40291</c:v>
                </c:pt>
                <c:pt idx="2429">
                  <c:v>40294</c:v>
                </c:pt>
                <c:pt idx="2430">
                  <c:v>40295</c:v>
                </c:pt>
                <c:pt idx="2431">
                  <c:v>40296</c:v>
                </c:pt>
                <c:pt idx="2432">
                  <c:v>40297</c:v>
                </c:pt>
                <c:pt idx="2433">
                  <c:v>40298</c:v>
                </c:pt>
                <c:pt idx="2434">
                  <c:v>40301</c:v>
                </c:pt>
                <c:pt idx="2435">
                  <c:v>40302</c:v>
                </c:pt>
                <c:pt idx="2436">
                  <c:v>40303</c:v>
                </c:pt>
                <c:pt idx="2437">
                  <c:v>40304</c:v>
                </c:pt>
                <c:pt idx="2438">
                  <c:v>40305</c:v>
                </c:pt>
                <c:pt idx="2439">
                  <c:v>40308</c:v>
                </c:pt>
                <c:pt idx="2440">
                  <c:v>40309</c:v>
                </c:pt>
                <c:pt idx="2441">
                  <c:v>40310</c:v>
                </c:pt>
                <c:pt idx="2442">
                  <c:v>40311</c:v>
                </c:pt>
                <c:pt idx="2443">
                  <c:v>40312</c:v>
                </c:pt>
                <c:pt idx="2444">
                  <c:v>40315</c:v>
                </c:pt>
                <c:pt idx="2445">
                  <c:v>40316</c:v>
                </c:pt>
                <c:pt idx="2446">
                  <c:v>40317</c:v>
                </c:pt>
                <c:pt idx="2447">
                  <c:v>40318</c:v>
                </c:pt>
                <c:pt idx="2448">
                  <c:v>40319</c:v>
                </c:pt>
                <c:pt idx="2449">
                  <c:v>40322</c:v>
                </c:pt>
                <c:pt idx="2450">
                  <c:v>40323</c:v>
                </c:pt>
                <c:pt idx="2451">
                  <c:v>40324</c:v>
                </c:pt>
                <c:pt idx="2452">
                  <c:v>40325</c:v>
                </c:pt>
                <c:pt idx="2453">
                  <c:v>40326</c:v>
                </c:pt>
                <c:pt idx="2454">
                  <c:v>40329</c:v>
                </c:pt>
                <c:pt idx="2455">
                  <c:v>40330</c:v>
                </c:pt>
                <c:pt idx="2456">
                  <c:v>40331</c:v>
                </c:pt>
                <c:pt idx="2457">
                  <c:v>40332</c:v>
                </c:pt>
                <c:pt idx="2458">
                  <c:v>40333</c:v>
                </c:pt>
                <c:pt idx="2459">
                  <c:v>40336</c:v>
                </c:pt>
                <c:pt idx="2460">
                  <c:v>40337</c:v>
                </c:pt>
                <c:pt idx="2461">
                  <c:v>40338</c:v>
                </c:pt>
                <c:pt idx="2462">
                  <c:v>40339</c:v>
                </c:pt>
                <c:pt idx="2463">
                  <c:v>40340</c:v>
                </c:pt>
                <c:pt idx="2464">
                  <c:v>40343</c:v>
                </c:pt>
                <c:pt idx="2465">
                  <c:v>40344</c:v>
                </c:pt>
                <c:pt idx="2466">
                  <c:v>40345</c:v>
                </c:pt>
                <c:pt idx="2467">
                  <c:v>40346</c:v>
                </c:pt>
                <c:pt idx="2468">
                  <c:v>40347</c:v>
                </c:pt>
                <c:pt idx="2469">
                  <c:v>40350</c:v>
                </c:pt>
                <c:pt idx="2470">
                  <c:v>40351</c:v>
                </c:pt>
                <c:pt idx="2471">
                  <c:v>40352</c:v>
                </c:pt>
                <c:pt idx="2472">
                  <c:v>40353</c:v>
                </c:pt>
                <c:pt idx="2473">
                  <c:v>40354</c:v>
                </c:pt>
                <c:pt idx="2474">
                  <c:v>40357</c:v>
                </c:pt>
                <c:pt idx="2475">
                  <c:v>40358</c:v>
                </c:pt>
                <c:pt idx="2476">
                  <c:v>40359</c:v>
                </c:pt>
                <c:pt idx="2477">
                  <c:v>40360</c:v>
                </c:pt>
                <c:pt idx="2478">
                  <c:v>40361</c:v>
                </c:pt>
                <c:pt idx="2479">
                  <c:v>40364</c:v>
                </c:pt>
                <c:pt idx="2480">
                  <c:v>40365</c:v>
                </c:pt>
                <c:pt idx="2481">
                  <c:v>40366</c:v>
                </c:pt>
                <c:pt idx="2482">
                  <c:v>40367</c:v>
                </c:pt>
                <c:pt idx="2483">
                  <c:v>40368</c:v>
                </c:pt>
                <c:pt idx="2484">
                  <c:v>40371</c:v>
                </c:pt>
                <c:pt idx="2485">
                  <c:v>40372</c:v>
                </c:pt>
                <c:pt idx="2486">
                  <c:v>40373</c:v>
                </c:pt>
                <c:pt idx="2487">
                  <c:v>40374</c:v>
                </c:pt>
                <c:pt idx="2488">
                  <c:v>40375</c:v>
                </c:pt>
                <c:pt idx="2489">
                  <c:v>40378</c:v>
                </c:pt>
                <c:pt idx="2490">
                  <c:v>40379</c:v>
                </c:pt>
                <c:pt idx="2491">
                  <c:v>40380</c:v>
                </c:pt>
                <c:pt idx="2492">
                  <c:v>40381</c:v>
                </c:pt>
                <c:pt idx="2493">
                  <c:v>40382</c:v>
                </c:pt>
                <c:pt idx="2494">
                  <c:v>40385</c:v>
                </c:pt>
                <c:pt idx="2495">
                  <c:v>40386</c:v>
                </c:pt>
                <c:pt idx="2496">
                  <c:v>40387</c:v>
                </c:pt>
                <c:pt idx="2497">
                  <c:v>40388</c:v>
                </c:pt>
                <c:pt idx="2498">
                  <c:v>40389</c:v>
                </c:pt>
                <c:pt idx="2499">
                  <c:v>40392</c:v>
                </c:pt>
                <c:pt idx="2500">
                  <c:v>40393</c:v>
                </c:pt>
                <c:pt idx="2501">
                  <c:v>40394</c:v>
                </c:pt>
                <c:pt idx="2502">
                  <c:v>40395</c:v>
                </c:pt>
                <c:pt idx="2503">
                  <c:v>40396</c:v>
                </c:pt>
                <c:pt idx="2504">
                  <c:v>40399</c:v>
                </c:pt>
                <c:pt idx="2505">
                  <c:v>40400</c:v>
                </c:pt>
                <c:pt idx="2506">
                  <c:v>40401</c:v>
                </c:pt>
                <c:pt idx="2507">
                  <c:v>40402</c:v>
                </c:pt>
                <c:pt idx="2508">
                  <c:v>40403</c:v>
                </c:pt>
                <c:pt idx="2509">
                  <c:v>40406</c:v>
                </c:pt>
                <c:pt idx="2510">
                  <c:v>40407</c:v>
                </c:pt>
                <c:pt idx="2511">
                  <c:v>40408</c:v>
                </c:pt>
                <c:pt idx="2512">
                  <c:v>40409</c:v>
                </c:pt>
                <c:pt idx="2513">
                  <c:v>40410</c:v>
                </c:pt>
                <c:pt idx="2514">
                  <c:v>40413</c:v>
                </c:pt>
                <c:pt idx="2515">
                  <c:v>40414</c:v>
                </c:pt>
                <c:pt idx="2516">
                  <c:v>40415</c:v>
                </c:pt>
                <c:pt idx="2517">
                  <c:v>40416</c:v>
                </c:pt>
                <c:pt idx="2518">
                  <c:v>40417</c:v>
                </c:pt>
                <c:pt idx="2519">
                  <c:v>40420</c:v>
                </c:pt>
                <c:pt idx="2520">
                  <c:v>40421</c:v>
                </c:pt>
                <c:pt idx="2521">
                  <c:v>40422</c:v>
                </c:pt>
                <c:pt idx="2522">
                  <c:v>40423</c:v>
                </c:pt>
                <c:pt idx="2523">
                  <c:v>40424</c:v>
                </c:pt>
                <c:pt idx="2524">
                  <c:v>40427</c:v>
                </c:pt>
                <c:pt idx="2525">
                  <c:v>40428</c:v>
                </c:pt>
                <c:pt idx="2526">
                  <c:v>40429</c:v>
                </c:pt>
                <c:pt idx="2527">
                  <c:v>40430</c:v>
                </c:pt>
                <c:pt idx="2528">
                  <c:v>40431</c:v>
                </c:pt>
                <c:pt idx="2529">
                  <c:v>40434</c:v>
                </c:pt>
                <c:pt idx="2530">
                  <c:v>40435</c:v>
                </c:pt>
                <c:pt idx="2531">
                  <c:v>40436</c:v>
                </c:pt>
                <c:pt idx="2532">
                  <c:v>40437</c:v>
                </c:pt>
                <c:pt idx="2533">
                  <c:v>40438</c:v>
                </c:pt>
                <c:pt idx="2534">
                  <c:v>40441</c:v>
                </c:pt>
                <c:pt idx="2535">
                  <c:v>40442</c:v>
                </c:pt>
                <c:pt idx="2536">
                  <c:v>40443</c:v>
                </c:pt>
                <c:pt idx="2537">
                  <c:v>40444</c:v>
                </c:pt>
                <c:pt idx="2538">
                  <c:v>40445</c:v>
                </c:pt>
                <c:pt idx="2539">
                  <c:v>40448</c:v>
                </c:pt>
                <c:pt idx="2540">
                  <c:v>40449</c:v>
                </c:pt>
                <c:pt idx="2541">
                  <c:v>40450</c:v>
                </c:pt>
                <c:pt idx="2542">
                  <c:v>40451</c:v>
                </c:pt>
                <c:pt idx="2543">
                  <c:v>40452</c:v>
                </c:pt>
                <c:pt idx="2544">
                  <c:v>40455</c:v>
                </c:pt>
                <c:pt idx="2545">
                  <c:v>40456</c:v>
                </c:pt>
                <c:pt idx="2546">
                  <c:v>40457</c:v>
                </c:pt>
                <c:pt idx="2547">
                  <c:v>40458</c:v>
                </c:pt>
                <c:pt idx="2548">
                  <c:v>40459</c:v>
                </c:pt>
                <c:pt idx="2549">
                  <c:v>40462</c:v>
                </c:pt>
                <c:pt idx="2550">
                  <c:v>40463</c:v>
                </c:pt>
                <c:pt idx="2551">
                  <c:v>40464</c:v>
                </c:pt>
                <c:pt idx="2552">
                  <c:v>40465</c:v>
                </c:pt>
                <c:pt idx="2553">
                  <c:v>40466</c:v>
                </c:pt>
                <c:pt idx="2554">
                  <c:v>40469</c:v>
                </c:pt>
                <c:pt idx="2555">
                  <c:v>40470</c:v>
                </c:pt>
                <c:pt idx="2556">
                  <c:v>40471</c:v>
                </c:pt>
                <c:pt idx="2557">
                  <c:v>40472</c:v>
                </c:pt>
                <c:pt idx="2558">
                  <c:v>40473</c:v>
                </c:pt>
                <c:pt idx="2559">
                  <c:v>40476</c:v>
                </c:pt>
                <c:pt idx="2560">
                  <c:v>40477</c:v>
                </c:pt>
                <c:pt idx="2561">
                  <c:v>40478</c:v>
                </c:pt>
                <c:pt idx="2562">
                  <c:v>40479</c:v>
                </c:pt>
                <c:pt idx="2563">
                  <c:v>40480</c:v>
                </c:pt>
                <c:pt idx="2564">
                  <c:v>40483</c:v>
                </c:pt>
                <c:pt idx="2565">
                  <c:v>40484</c:v>
                </c:pt>
                <c:pt idx="2566">
                  <c:v>40485</c:v>
                </c:pt>
                <c:pt idx="2567">
                  <c:v>40486</c:v>
                </c:pt>
                <c:pt idx="2568">
                  <c:v>40487</c:v>
                </c:pt>
                <c:pt idx="2569">
                  <c:v>40490</c:v>
                </c:pt>
                <c:pt idx="2570">
                  <c:v>40491</c:v>
                </c:pt>
                <c:pt idx="2571">
                  <c:v>40492</c:v>
                </c:pt>
                <c:pt idx="2572">
                  <c:v>40493</c:v>
                </c:pt>
                <c:pt idx="2573">
                  <c:v>40494</c:v>
                </c:pt>
                <c:pt idx="2574">
                  <c:v>40497</c:v>
                </c:pt>
                <c:pt idx="2575">
                  <c:v>40498</c:v>
                </c:pt>
                <c:pt idx="2576">
                  <c:v>40499</c:v>
                </c:pt>
                <c:pt idx="2577">
                  <c:v>40500</c:v>
                </c:pt>
                <c:pt idx="2578">
                  <c:v>40501</c:v>
                </c:pt>
                <c:pt idx="2579">
                  <c:v>40504</c:v>
                </c:pt>
                <c:pt idx="2580">
                  <c:v>40505</c:v>
                </c:pt>
                <c:pt idx="2581">
                  <c:v>40506</c:v>
                </c:pt>
                <c:pt idx="2582">
                  <c:v>40507</c:v>
                </c:pt>
                <c:pt idx="2583">
                  <c:v>40508</c:v>
                </c:pt>
                <c:pt idx="2584">
                  <c:v>40511</c:v>
                </c:pt>
                <c:pt idx="2585">
                  <c:v>40512</c:v>
                </c:pt>
                <c:pt idx="2586">
                  <c:v>40513</c:v>
                </c:pt>
                <c:pt idx="2587">
                  <c:v>40514</c:v>
                </c:pt>
                <c:pt idx="2588">
                  <c:v>40515</c:v>
                </c:pt>
                <c:pt idx="2589">
                  <c:v>40518</c:v>
                </c:pt>
                <c:pt idx="2590">
                  <c:v>40519</c:v>
                </c:pt>
                <c:pt idx="2591">
                  <c:v>40520</c:v>
                </c:pt>
                <c:pt idx="2592">
                  <c:v>40521</c:v>
                </c:pt>
                <c:pt idx="2593">
                  <c:v>40522</c:v>
                </c:pt>
                <c:pt idx="2594">
                  <c:v>40525</c:v>
                </c:pt>
                <c:pt idx="2595">
                  <c:v>40526</c:v>
                </c:pt>
                <c:pt idx="2596">
                  <c:v>40527</c:v>
                </c:pt>
                <c:pt idx="2597">
                  <c:v>40528</c:v>
                </c:pt>
                <c:pt idx="2598">
                  <c:v>40529</c:v>
                </c:pt>
                <c:pt idx="2599">
                  <c:v>40532</c:v>
                </c:pt>
                <c:pt idx="2600">
                  <c:v>40533</c:v>
                </c:pt>
                <c:pt idx="2601">
                  <c:v>40534</c:v>
                </c:pt>
                <c:pt idx="2602">
                  <c:v>40535</c:v>
                </c:pt>
                <c:pt idx="2603">
                  <c:v>40536</c:v>
                </c:pt>
                <c:pt idx="2604">
                  <c:v>40539</c:v>
                </c:pt>
                <c:pt idx="2605">
                  <c:v>40540</c:v>
                </c:pt>
                <c:pt idx="2606">
                  <c:v>40541</c:v>
                </c:pt>
                <c:pt idx="2607">
                  <c:v>40542</c:v>
                </c:pt>
                <c:pt idx="2608">
                  <c:v>40543</c:v>
                </c:pt>
                <c:pt idx="2609">
                  <c:v>40546</c:v>
                </c:pt>
                <c:pt idx="2610">
                  <c:v>40547</c:v>
                </c:pt>
                <c:pt idx="2611">
                  <c:v>40548</c:v>
                </c:pt>
                <c:pt idx="2612">
                  <c:v>40549</c:v>
                </c:pt>
                <c:pt idx="2613">
                  <c:v>40550</c:v>
                </c:pt>
                <c:pt idx="2614">
                  <c:v>40553</c:v>
                </c:pt>
                <c:pt idx="2615">
                  <c:v>40554</c:v>
                </c:pt>
                <c:pt idx="2616">
                  <c:v>40555</c:v>
                </c:pt>
                <c:pt idx="2617">
                  <c:v>40556</c:v>
                </c:pt>
                <c:pt idx="2618">
                  <c:v>40557</c:v>
                </c:pt>
                <c:pt idx="2619">
                  <c:v>40560</c:v>
                </c:pt>
                <c:pt idx="2620">
                  <c:v>40561</c:v>
                </c:pt>
                <c:pt idx="2621">
                  <c:v>40562</c:v>
                </c:pt>
                <c:pt idx="2622">
                  <c:v>40563</c:v>
                </c:pt>
                <c:pt idx="2623">
                  <c:v>40564</c:v>
                </c:pt>
                <c:pt idx="2624">
                  <c:v>40567</c:v>
                </c:pt>
                <c:pt idx="2625">
                  <c:v>40568</c:v>
                </c:pt>
                <c:pt idx="2626">
                  <c:v>40569</c:v>
                </c:pt>
                <c:pt idx="2627">
                  <c:v>40570</c:v>
                </c:pt>
                <c:pt idx="2628">
                  <c:v>40571</c:v>
                </c:pt>
                <c:pt idx="2629">
                  <c:v>40574</c:v>
                </c:pt>
                <c:pt idx="2630">
                  <c:v>40575</c:v>
                </c:pt>
                <c:pt idx="2631">
                  <c:v>40576</c:v>
                </c:pt>
                <c:pt idx="2632">
                  <c:v>40577</c:v>
                </c:pt>
                <c:pt idx="2633">
                  <c:v>40578</c:v>
                </c:pt>
                <c:pt idx="2634">
                  <c:v>40581</c:v>
                </c:pt>
                <c:pt idx="2635">
                  <c:v>40582</c:v>
                </c:pt>
                <c:pt idx="2636">
                  <c:v>40583</c:v>
                </c:pt>
                <c:pt idx="2637">
                  <c:v>40584</c:v>
                </c:pt>
                <c:pt idx="2638">
                  <c:v>40585</c:v>
                </c:pt>
                <c:pt idx="2639">
                  <c:v>40588</c:v>
                </c:pt>
                <c:pt idx="2640">
                  <c:v>40589</c:v>
                </c:pt>
                <c:pt idx="2641">
                  <c:v>40590</c:v>
                </c:pt>
                <c:pt idx="2642">
                  <c:v>40591</c:v>
                </c:pt>
                <c:pt idx="2643">
                  <c:v>40592</c:v>
                </c:pt>
                <c:pt idx="2644">
                  <c:v>40595</c:v>
                </c:pt>
                <c:pt idx="2645">
                  <c:v>40596</c:v>
                </c:pt>
                <c:pt idx="2646">
                  <c:v>40597</c:v>
                </c:pt>
                <c:pt idx="2647">
                  <c:v>40598</c:v>
                </c:pt>
                <c:pt idx="2648">
                  <c:v>40599</c:v>
                </c:pt>
                <c:pt idx="2649">
                  <c:v>40602</c:v>
                </c:pt>
                <c:pt idx="2650">
                  <c:v>40603</c:v>
                </c:pt>
                <c:pt idx="2651">
                  <c:v>40604</c:v>
                </c:pt>
                <c:pt idx="2652">
                  <c:v>40605</c:v>
                </c:pt>
                <c:pt idx="2653">
                  <c:v>40606</c:v>
                </c:pt>
                <c:pt idx="2654">
                  <c:v>40609</c:v>
                </c:pt>
                <c:pt idx="2655">
                  <c:v>40610</c:v>
                </c:pt>
                <c:pt idx="2656">
                  <c:v>40611</c:v>
                </c:pt>
                <c:pt idx="2657">
                  <c:v>40612</c:v>
                </c:pt>
                <c:pt idx="2658">
                  <c:v>40613</c:v>
                </c:pt>
                <c:pt idx="2659">
                  <c:v>40616</c:v>
                </c:pt>
                <c:pt idx="2660">
                  <c:v>40617</c:v>
                </c:pt>
                <c:pt idx="2661">
                  <c:v>40618</c:v>
                </c:pt>
                <c:pt idx="2662">
                  <c:v>40619</c:v>
                </c:pt>
                <c:pt idx="2663">
                  <c:v>40620</c:v>
                </c:pt>
                <c:pt idx="2664">
                  <c:v>40623</c:v>
                </c:pt>
                <c:pt idx="2665">
                  <c:v>40624</c:v>
                </c:pt>
                <c:pt idx="2666">
                  <c:v>40625</c:v>
                </c:pt>
                <c:pt idx="2667">
                  <c:v>40626</c:v>
                </c:pt>
                <c:pt idx="2668">
                  <c:v>40627</c:v>
                </c:pt>
                <c:pt idx="2669">
                  <c:v>40630</c:v>
                </c:pt>
                <c:pt idx="2670">
                  <c:v>40631</c:v>
                </c:pt>
                <c:pt idx="2671">
                  <c:v>40632</c:v>
                </c:pt>
                <c:pt idx="2672">
                  <c:v>40633</c:v>
                </c:pt>
                <c:pt idx="2673">
                  <c:v>40634</c:v>
                </c:pt>
                <c:pt idx="2674">
                  <c:v>40637</c:v>
                </c:pt>
                <c:pt idx="2675">
                  <c:v>40638</c:v>
                </c:pt>
                <c:pt idx="2676">
                  <c:v>40639</c:v>
                </c:pt>
                <c:pt idx="2677">
                  <c:v>40640</c:v>
                </c:pt>
                <c:pt idx="2678">
                  <c:v>40641</c:v>
                </c:pt>
                <c:pt idx="2679">
                  <c:v>40644</c:v>
                </c:pt>
                <c:pt idx="2680">
                  <c:v>40645</c:v>
                </c:pt>
                <c:pt idx="2681">
                  <c:v>40646</c:v>
                </c:pt>
                <c:pt idx="2682">
                  <c:v>40647</c:v>
                </c:pt>
                <c:pt idx="2683">
                  <c:v>40648</c:v>
                </c:pt>
                <c:pt idx="2684">
                  <c:v>40651</c:v>
                </c:pt>
                <c:pt idx="2685">
                  <c:v>40652</c:v>
                </c:pt>
                <c:pt idx="2686">
                  <c:v>40653</c:v>
                </c:pt>
                <c:pt idx="2687">
                  <c:v>40654</c:v>
                </c:pt>
                <c:pt idx="2688">
                  <c:v>40655</c:v>
                </c:pt>
                <c:pt idx="2689">
                  <c:v>40658</c:v>
                </c:pt>
                <c:pt idx="2690">
                  <c:v>40659</c:v>
                </c:pt>
                <c:pt idx="2691">
                  <c:v>40660</c:v>
                </c:pt>
                <c:pt idx="2692">
                  <c:v>40661</c:v>
                </c:pt>
                <c:pt idx="2693">
                  <c:v>40662</c:v>
                </c:pt>
                <c:pt idx="2694">
                  <c:v>40665</c:v>
                </c:pt>
                <c:pt idx="2695">
                  <c:v>40666</c:v>
                </c:pt>
                <c:pt idx="2696">
                  <c:v>40667</c:v>
                </c:pt>
                <c:pt idx="2697">
                  <c:v>40668</c:v>
                </c:pt>
                <c:pt idx="2698">
                  <c:v>40669</c:v>
                </c:pt>
                <c:pt idx="2699">
                  <c:v>40672</c:v>
                </c:pt>
                <c:pt idx="2700">
                  <c:v>40673</c:v>
                </c:pt>
                <c:pt idx="2701">
                  <c:v>40674</c:v>
                </c:pt>
                <c:pt idx="2702">
                  <c:v>40675</c:v>
                </c:pt>
                <c:pt idx="2703">
                  <c:v>40676</c:v>
                </c:pt>
                <c:pt idx="2704">
                  <c:v>40679</c:v>
                </c:pt>
                <c:pt idx="2705">
                  <c:v>40680</c:v>
                </c:pt>
                <c:pt idx="2706">
                  <c:v>40681</c:v>
                </c:pt>
                <c:pt idx="2707">
                  <c:v>40682</c:v>
                </c:pt>
                <c:pt idx="2708">
                  <c:v>40683</c:v>
                </c:pt>
                <c:pt idx="2709">
                  <c:v>40686</c:v>
                </c:pt>
                <c:pt idx="2710">
                  <c:v>40687</c:v>
                </c:pt>
                <c:pt idx="2711">
                  <c:v>40688</c:v>
                </c:pt>
                <c:pt idx="2712">
                  <c:v>40689</c:v>
                </c:pt>
                <c:pt idx="2713">
                  <c:v>40690</c:v>
                </c:pt>
                <c:pt idx="2714">
                  <c:v>40693</c:v>
                </c:pt>
                <c:pt idx="2715">
                  <c:v>40694</c:v>
                </c:pt>
                <c:pt idx="2716">
                  <c:v>40695</c:v>
                </c:pt>
                <c:pt idx="2717">
                  <c:v>40696</c:v>
                </c:pt>
                <c:pt idx="2718">
                  <c:v>40697</c:v>
                </c:pt>
                <c:pt idx="2719">
                  <c:v>40700</c:v>
                </c:pt>
                <c:pt idx="2720">
                  <c:v>40701</c:v>
                </c:pt>
                <c:pt idx="2721">
                  <c:v>40702</c:v>
                </c:pt>
                <c:pt idx="2722">
                  <c:v>40703</c:v>
                </c:pt>
                <c:pt idx="2723">
                  <c:v>40704</c:v>
                </c:pt>
                <c:pt idx="2724">
                  <c:v>40707</c:v>
                </c:pt>
                <c:pt idx="2725">
                  <c:v>40708</c:v>
                </c:pt>
                <c:pt idx="2726">
                  <c:v>40709</c:v>
                </c:pt>
                <c:pt idx="2727">
                  <c:v>40710</c:v>
                </c:pt>
                <c:pt idx="2728">
                  <c:v>40711</c:v>
                </c:pt>
                <c:pt idx="2729">
                  <c:v>40714</c:v>
                </c:pt>
                <c:pt idx="2730">
                  <c:v>40715</c:v>
                </c:pt>
                <c:pt idx="2731">
                  <c:v>40716</c:v>
                </c:pt>
                <c:pt idx="2732">
                  <c:v>40717</c:v>
                </c:pt>
                <c:pt idx="2733">
                  <c:v>40718</c:v>
                </c:pt>
                <c:pt idx="2734">
                  <c:v>40721</c:v>
                </c:pt>
                <c:pt idx="2735">
                  <c:v>40722</c:v>
                </c:pt>
                <c:pt idx="2736">
                  <c:v>40723</c:v>
                </c:pt>
                <c:pt idx="2737">
                  <c:v>40724</c:v>
                </c:pt>
                <c:pt idx="2738">
                  <c:v>40725</c:v>
                </c:pt>
                <c:pt idx="2739">
                  <c:v>40728</c:v>
                </c:pt>
                <c:pt idx="2740">
                  <c:v>40729</c:v>
                </c:pt>
                <c:pt idx="2741">
                  <c:v>40730</c:v>
                </c:pt>
                <c:pt idx="2742">
                  <c:v>40731</c:v>
                </c:pt>
                <c:pt idx="2743">
                  <c:v>40732</c:v>
                </c:pt>
                <c:pt idx="2744">
                  <c:v>40735</c:v>
                </c:pt>
                <c:pt idx="2745">
                  <c:v>40736</c:v>
                </c:pt>
                <c:pt idx="2746">
                  <c:v>40737</c:v>
                </c:pt>
                <c:pt idx="2747">
                  <c:v>40738</c:v>
                </c:pt>
                <c:pt idx="2748">
                  <c:v>40739</c:v>
                </c:pt>
                <c:pt idx="2749">
                  <c:v>40742</c:v>
                </c:pt>
                <c:pt idx="2750">
                  <c:v>40743</c:v>
                </c:pt>
                <c:pt idx="2751">
                  <c:v>40744</c:v>
                </c:pt>
                <c:pt idx="2752">
                  <c:v>40745</c:v>
                </c:pt>
                <c:pt idx="2753">
                  <c:v>40746</c:v>
                </c:pt>
                <c:pt idx="2754">
                  <c:v>40749</c:v>
                </c:pt>
                <c:pt idx="2755">
                  <c:v>40750</c:v>
                </c:pt>
                <c:pt idx="2756">
                  <c:v>40751</c:v>
                </c:pt>
                <c:pt idx="2757">
                  <c:v>40752</c:v>
                </c:pt>
                <c:pt idx="2758">
                  <c:v>40753</c:v>
                </c:pt>
                <c:pt idx="2759">
                  <c:v>40756</c:v>
                </c:pt>
                <c:pt idx="2760">
                  <c:v>40757</c:v>
                </c:pt>
                <c:pt idx="2761">
                  <c:v>40758</c:v>
                </c:pt>
                <c:pt idx="2762">
                  <c:v>40759</c:v>
                </c:pt>
                <c:pt idx="2763">
                  <c:v>40760</c:v>
                </c:pt>
                <c:pt idx="2764">
                  <c:v>40763</c:v>
                </c:pt>
                <c:pt idx="2765">
                  <c:v>40764</c:v>
                </c:pt>
                <c:pt idx="2766">
                  <c:v>40765</c:v>
                </c:pt>
                <c:pt idx="2767">
                  <c:v>40766</c:v>
                </c:pt>
                <c:pt idx="2768">
                  <c:v>40767</c:v>
                </c:pt>
                <c:pt idx="2769">
                  <c:v>40770</c:v>
                </c:pt>
                <c:pt idx="2770">
                  <c:v>40771</c:v>
                </c:pt>
                <c:pt idx="2771">
                  <c:v>40772</c:v>
                </c:pt>
                <c:pt idx="2772">
                  <c:v>40773</c:v>
                </c:pt>
                <c:pt idx="2773">
                  <c:v>40774</c:v>
                </c:pt>
                <c:pt idx="2774">
                  <c:v>40777</c:v>
                </c:pt>
                <c:pt idx="2775">
                  <c:v>40778</c:v>
                </c:pt>
                <c:pt idx="2776">
                  <c:v>40779</c:v>
                </c:pt>
                <c:pt idx="2777">
                  <c:v>40780</c:v>
                </c:pt>
                <c:pt idx="2778">
                  <c:v>40781</c:v>
                </c:pt>
                <c:pt idx="2779">
                  <c:v>40784</c:v>
                </c:pt>
                <c:pt idx="2780">
                  <c:v>40785</c:v>
                </c:pt>
                <c:pt idx="2781">
                  <c:v>40786</c:v>
                </c:pt>
                <c:pt idx="2782">
                  <c:v>40787</c:v>
                </c:pt>
                <c:pt idx="2783">
                  <c:v>40788</c:v>
                </c:pt>
                <c:pt idx="2784">
                  <c:v>40791</c:v>
                </c:pt>
                <c:pt idx="2785">
                  <c:v>40792</c:v>
                </c:pt>
                <c:pt idx="2786">
                  <c:v>40793</c:v>
                </c:pt>
                <c:pt idx="2787">
                  <c:v>40794</c:v>
                </c:pt>
                <c:pt idx="2788">
                  <c:v>40795</c:v>
                </c:pt>
                <c:pt idx="2789">
                  <c:v>40798</c:v>
                </c:pt>
                <c:pt idx="2790">
                  <c:v>40799</c:v>
                </c:pt>
                <c:pt idx="2791">
                  <c:v>40800</c:v>
                </c:pt>
                <c:pt idx="2792">
                  <c:v>40801</c:v>
                </c:pt>
                <c:pt idx="2793">
                  <c:v>40802</c:v>
                </c:pt>
                <c:pt idx="2794">
                  <c:v>40805</c:v>
                </c:pt>
                <c:pt idx="2795">
                  <c:v>40806</c:v>
                </c:pt>
                <c:pt idx="2796">
                  <c:v>40807</c:v>
                </c:pt>
                <c:pt idx="2797">
                  <c:v>40808</c:v>
                </c:pt>
                <c:pt idx="2798">
                  <c:v>40809</c:v>
                </c:pt>
                <c:pt idx="2799">
                  <c:v>40812</c:v>
                </c:pt>
                <c:pt idx="2800">
                  <c:v>40813</c:v>
                </c:pt>
                <c:pt idx="2801">
                  <c:v>40814</c:v>
                </c:pt>
                <c:pt idx="2802">
                  <c:v>40815</c:v>
                </c:pt>
                <c:pt idx="2803">
                  <c:v>40816</c:v>
                </c:pt>
                <c:pt idx="2804">
                  <c:v>40819</c:v>
                </c:pt>
                <c:pt idx="2805">
                  <c:v>40820</c:v>
                </c:pt>
                <c:pt idx="2806">
                  <c:v>40821</c:v>
                </c:pt>
                <c:pt idx="2807">
                  <c:v>40822</c:v>
                </c:pt>
                <c:pt idx="2808">
                  <c:v>40823</c:v>
                </c:pt>
                <c:pt idx="2809">
                  <c:v>40826</c:v>
                </c:pt>
                <c:pt idx="2810">
                  <c:v>40827</c:v>
                </c:pt>
                <c:pt idx="2811">
                  <c:v>40828</c:v>
                </c:pt>
                <c:pt idx="2812">
                  <c:v>40829</c:v>
                </c:pt>
                <c:pt idx="2813">
                  <c:v>40830</c:v>
                </c:pt>
                <c:pt idx="2814">
                  <c:v>40833</c:v>
                </c:pt>
                <c:pt idx="2815">
                  <c:v>40834</c:v>
                </c:pt>
                <c:pt idx="2816">
                  <c:v>40835</c:v>
                </c:pt>
                <c:pt idx="2817">
                  <c:v>40836</c:v>
                </c:pt>
                <c:pt idx="2818">
                  <c:v>40837</c:v>
                </c:pt>
                <c:pt idx="2819">
                  <c:v>40840</c:v>
                </c:pt>
                <c:pt idx="2820">
                  <c:v>40841</c:v>
                </c:pt>
                <c:pt idx="2821">
                  <c:v>40842</c:v>
                </c:pt>
                <c:pt idx="2822">
                  <c:v>40843</c:v>
                </c:pt>
                <c:pt idx="2823">
                  <c:v>40844</c:v>
                </c:pt>
                <c:pt idx="2824">
                  <c:v>40847</c:v>
                </c:pt>
                <c:pt idx="2825">
                  <c:v>40848</c:v>
                </c:pt>
                <c:pt idx="2826">
                  <c:v>40849</c:v>
                </c:pt>
                <c:pt idx="2827">
                  <c:v>40850</c:v>
                </c:pt>
                <c:pt idx="2828">
                  <c:v>40851</c:v>
                </c:pt>
                <c:pt idx="2829">
                  <c:v>40854</c:v>
                </c:pt>
                <c:pt idx="2830">
                  <c:v>40855</c:v>
                </c:pt>
                <c:pt idx="2831">
                  <c:v>40856</c:v>
                </c:pt>
                <c:pt idx="2832">
                  <c:v>40857</c:v>
                </c:pt>
                <c:pt idx="2833">
                  <c:v>40858</c:v>
                </c:pt>
                <c:pt idx="2834">
                  <c:v>40861</c:v>
                </c:pt>
                <c:pt idx="2835">
                  <c:v>40862</c:v>
                </c:pt>
                <c:pt idx="2836">
                  <c:v>40863</c:v>
                </c:pt>
                <c:pt idx="2837">
                  <c:v>40864</c:v>
                </c:pt>
                <c:pt idx="2838">
                  <c:v>40865</c:v>
                </c:pt>
                <c:pt idx="2839">
                  <c:v>40868</c:v>
                </c:pt>
                <c:pt idx="2840">
                  <c:v>40869</c:v>
                </c:pt>
                <c:pt idx="2841">
                  <c:v>40870</c:v>
                </c:pt>
                <c:pt idx="2842">
                  <c:v>40871</c:v>
                </c:pt>
                <c:pt idx="2843">
                  <c:v>40872</c:v>
                </c:pt>
                <c:pt idx="2844">
                  <c:v>40875</c:v>
                </c:pt>
                <c:pt idx="2845">
                  <c:v>40876</c:v>
                </c:pt>
                <c:pt idx="2846">
                  <c:v>40877</c:v>
                </c:pt>
                <c:pt idx="2847">
                  <c:v>40878</c:v>
                </c:pt>
                <c:pt idx="2848">
                  <c:v>40879</c:v>
                </c:pt>
                <c:pt idx="2849">
                  <c:v>40882</c:v>
                </c:pt>
                <c:pt idx="2850">
                  <c:v>40883</c:v>
                </c:pt>
                <c:pt idx="2851">
                  <c:v>40884</c:v>
                </c:pt>
                <c:pt idx="2852">
                  <c:v>40885</c:v>
                </c:pt>
                <c:pt idx="2853">
                  <c:v>40886</c:v>
                </c:pt>
                <c:pt idx="2854">
                  <c:v>40889</c:v>
                </c:pt>
                <c:pt idx="2855">
                  <c:v>40890</c:v>
                </c:pt>
                <c:pt idx="2856">
                  <c:v>40891</c:v>
                </c:pt>
                <c:pt idx="2857">
                  <c:v>40892</c:v>
                </c:pt>
                <c:pt idx="2858">
                  <c:v>40893</c:v>
                </c:pt>
                <c:pt idx="2859">
                  <c:v>40896</c:v>
                </c:pt>
                <c:pt idx="2860">
                  <c:v>40897</c:v>
                </c:pt>
                <c:pt idx="2861">
                  <c:v>40898</c:v>
                </c:pt>
                <c:pt idx="2862">
                  <c:v>40899</c:v>
                </c:pt>
                <c:pt idx="2863">
                  <c:v>40900</c:v>
                </c:pt>
                <c:pt idx="2864">
                  <c:v>40903</c:v>
                </c:pt>
                <c:pt idx="2865">
                  <c:v>40904</c:v>
                </c:pt>
                <c:pt idx="2866">
                  <c:v>40905</c:v>
                </c:pt>
                <c:pt idx="2867">
                  <c:v>40906</c:v>
                </c:pt>
                <c:pt idx="2868">
                  <c:v>40907</c:v>
                </c:pt>
                <c:pt idx="2869">
                  <c:v>40910</c:v>
                </c:pt>
                <c:pt idx="2870">
                  <c:v>40911</c:v>
                </c:pt>
                <c:pt idx="2871">
                  <c:v>40912</c:v>
                </c:pt>
                <c:pt idx="2872">
                  <c:v>40913</c:v>
                </c:pt>
                <c:pt idx="2873">
                  <c:v>40914</c:v>
                </c:pt>
                <c:pt idx="2874">
                  <c:v>40917</c:v>
                </c:pt>
                <c:pt idx="2875">
                  <c:v>40918</c:v>
                </c:pt>
                <c:pt idx="2876">
                  <c:v>40919</c:v>
                </c:pt>
                <c:pt idx="2877">
                  <c:v>40920</c:v>
                </c:pt>
                <c:pt idx="2878">
                  <c:v>40921</c:v>
                </c:pt>
                <c:pt idx="2879">
                  <c:v>40924</c:v>
                </c:pt>
                <c:pt idx="2880">
                  <c:v>40925</c:v>
                </c:pt>
                <c:pt idx="2881">
                  <c:v>40926</c:v>
                </c:pt>
                <c:pt idx="2882">
                  <c:v>40927</c:v>
                </c:pt>
                <c:pt idx="2883">
                  <c:v>40928</c:v>
                </c:pt>
                <c:pt idx="2884">
                  <c:v>40931</c:v>
                </c:pt>
                <c:pt idx="2885">
                  <c:v>40932</c:v>
                </c:pt>
                <c:pt idx="2886">
                  <c:v>40933</c:v>
                </c:pt>
                <c:pt idx="2887">
                  <c:v>40934</c:v>
                </c:pt>
                <c:pt idx="2888">
                  <c:v>40935</c:v>
                </c:pt>
                <c:pt idx="2889">
                  <c:v>40938</c:v>
                </c:pt>
                <c:pt idx="2890">
                  <c:v>40939</c:v>
                </c:pt>
                <c:pt idx="2891">
                  <c:v>40940</c:v>
                </c:pt>
                <c:pt idx="2892">
                  <c:v>40941</c:v>
                </c:pt>
                <c:pt idx="2893">
                  <c:v>40942</c:v>
                </c:pt>
                <c:pt idx="2894">
                  <c:v>40945</c:v>
                </c:pt>
                <c:pt idx="2895">
                  <c:v>40946</c:v>
                </c:pt>
                <c:pt idx="2896">
                  <c:v>40947</c:v>
                </c:pt>
                <c:pt idx="2897">
                  <c:v>40948</c:v>
                </c:pt>
                <c:pt idx="2898">
                  <c:v>40949</c:v>
                </c:pt>
                <c:pt idx="2899">
                  <c:v>40952</c:v>
                </c:pt>
                <c:pt idx="2900">
                  <c:v>40953</c:v>
                </c:pt>
                <c:pt idx="2901">
                  <c:v>40954</c:v>
                </c:pt>
                <c:pt idx="2902">
                  <c:v>40955</c:v>
                </c:pt>
                <c:pt idx="2903">
                  <c:v>40956</c:v>
                </c:pt>
                <c:pt idx="2904">
                  <c:v>40959</c:v>
                </c:pt>
                <c:pt idx="2905">
                  <c:v>40960</c:v>
                </c:pt>
                <c:pt idx="2906">
                  <c:v>40961</c:v>
                </c:pt>
                <c:pt idx="2907">
                  <c:v>40962</c:v>
                </c:pt>
                <c:pt idx="2908">
                  <c:v>40963</c:v>
                </c:pt>
                <c:pt idx="2909">
                  <c:v>40966</c:v>
                </c:pt>
                <c:pt idx="2910">
                  <c:v>40967</c:v>
                </c:pt>
                <c:pt idx="2911">
                  <c:v>40968</c:v>
                </c:pt>
                <c:pt idx="2912">
                  <c:v>40969</c:v>
                </c:pt>
                <c:pt idx="2913">
                  <c:v>40970</c:v>
                </c:pt>
                <c:pt idx="2914">
                  <c:v>40973</c:v>
                </c:pt>
                <c:pt idx="2915">
                  <c:v>40974</c:v>
                </c:pt>
                <c:pt idx="2916">
                  <c:v>40975</c:v>
                </c:pt>
                <c:pt idx="2917">
                  <c:v>40976</c:v>
                </c:pt>
                <c:pt idx="2918">
                  <c:v>40977</c:v>
                </c:pt>
                <c:pt idx="2919">
                  <c:v>40980</c:v>
                </c:pt>
                <c:pt idx="2920">
                  <c:v>40981</c:v>
                </c:pt>
                <c:pt idx="2921">
                  <c:v>40982</c:v>
                </c:pt>
                <c:pt idx="2922">
                  <c:v>40983</c:v>
                </c:pt>
                <c:pt idx="2923">
                  <c:v>40984</c:v>
                </c:pt>
                <c:pt idx="2924">
                  <c:v>40987</c:v>
                </c:pt>
                <c:pt idx="2925">
                  <c:v>40988</c:v>
                </c:pt>
                <c:pt idx="2926">
                  <c:v>40989</c:v>
                </c:pt>
                <c:pt idx="2927">
                  <c:v>40990</c:v>
                </c:pt>
                <c:pt idx="2928">
                  <c:v>40991</c:v>
                </c:pt>
                <c:pt idx="2929">
                  <c:v>40994</c:v>
                </c:pt>
                <c:pt idx="2930">
                  <c:v>40995</c:v>
                </c:pt>
                <c:pt idx="2931">
                  <c:v>40996</c:v>
                </c:pt>
                <c:pt idx="2932">
                  <c:v>40997</c:v>
                </c:pt>
                <c:pt idx="2933">
                  <c:v>40998</c:v>
                </c:pt>
                <c:pt idx="2934">
                  <c:v>41001</c:v>
                </c:pt>
                <c:pt idx="2935">
                  <c:v>41002</c:v>
                </c:pt>
                <c:pt idx="2936">
                  <c:v>41003</c:v>
                </c:pt>
                <c:pt idx="2937">
                  <c:v>41004</c:v>
                </c:pt>
                <c:pt idx="2938">
                  <c:v>41005</c:v>
                </c:pt>
                <c:pt idx="2939">
                  <c:v>41008</c:v>
                </c:pt>
                <c:pt idx="2940">
                  <c:v>41009</c:v>
                </c:pt>
                <c:pt idx="2941">
                  <c:v>41010</c:v>
                </c:pt>
                <c:pt idx="2942">
                  <c:v>41011</c:v>
                </c:pt>
                <c:pt idx="2943">
                  <c:v>41012</c:v>
                </c:pt>
                <c:pt idx="2944">
                  <c:v>41015</c:v>
                </c:pt>
                <c:pt idx="2945">
                  <c:v>41016</c:v>
                </c:pt>
                <c:pt idx="2946">
                  <c:v>41017</c:v>
                </c:pt>
                <c:pt idx="2947">
                  <c:v>41018</c:v>
                </c:pt>
                <c:pt idx="2948">
                  <c:v>41019</c:v>
                </c:pt>
                <c:pt idx="2949">
                  <c:v>41022</c:v>
                </c:pt>
                <c:pt idx="2950">
                  <c:v>41023</c:v>
                </c:pt>
                <c:pt idx="2951">
                  <c:v>41024</c:v>
                </c:pt>
                <c:pt idx="2952">
                  <c:v>41025</c:v>
                </c:pt>
                <c:pt idx="2953">
                  <c:v>41026</c:v>
                </c:pt>
                <c:pt idx="2954">
                  <c:v>41029</c:v>
                </c:pt>
                <c:pt idx="2955">
                  <c:v>41030</c:v>
                </c:pt>
                <c:pt idx="2956">
                  <c:v>41031</c:v>
                </c:pt>
                <c:pt idx="2957">
                  <c:v>41032</c:v>
                </c:pt>
                <c:pt idx="2958">
                  <c:v>41033</c:v>
                </c:pt>
                <c:pt idx="2959">
                  <c:v>41036</c:v>
                </c:pt>
                <c:pt idx="2960">
                  <c:v>41037</c:v>
                </c:pt>
                <c:pt idx="2961">
                  <c:v>41038</c:v>
                </c:pt>
                <c:pt idx="2962">
                  <c:v>41039</c:v>
                </c:pt>
                <c:pt idx="2963">
                  <c:v>41040</c:v>
                </c:pt>
                <c:pt idx="2964">
                  <c:v>41043</c:v>
                </c:pt>
                <c:pt idx="2965">
                  <c:v>41044</c:v>
                </c:pt>
                <c:pt idx="2966">
                  <c:v>41045</c:v>
                </c:pt>
                <c:pt idx="2967">
                  <c:v>41046</c:v>
                </c:pt>
                <c:pt idx="2968">
                  <c:v>41047</c:v>
                </c:pt>
                <c:pt idx="2969">
                  <c:v>41050</c:v>
                </c:pt>
                <c:pt idx="2970">
                  <c:v>41051</c:v>
                </c:pt>
                <c:pt idx="2971">
                  <c:v>41052</c:v>
                </c:pt>
                <c:pt idx="2972">
                  <c:v>41053</c:v>
                </c:pt>
                <c:pt idx="2973">
                  <c:v>41054</c:v>
                </c:pt>
                <c:pt idx="2974">
                  <c:v>41057</c:v>
                </c:pt>
                <c:pt idx="2975">
                  <c:v>41058</c:v>
                </c:pt>
                <c:pt idx="2976">
                  <c:v>41059</c:v>
                </c:pt>
                <c:pt idx="2977">
                  <c:v>41060</c:v>
                </c:pt>
                <c:pt idx="2978">
                  <c:v>41061</c:v>
                </c:pt>
                <c:pt idx="2979">
                  <c:v>41064</c:v>
                </c:pt>
                <c:pt idx="2980">
                  <c:v>41065</c:v>
                </c:pt>
                <c:pt idx="2981">
                  <c:v>41066</c:v>
                </c:pt>
                <c:pt idx="2982">
                  <c:v>41067</c:v>
                </c:pt>
                <c:pt idx="2983">
                  <c:v>41068</c:v>
                </c:pt>
                <c:pt idx="2984">
                  <c:v>41071</c:v>
                </c:pt>
                <c:pt idx="2985">
                  <c:v>41072</c:v>
                </c:pt>
                <c:pt idx="2986">
                  <c:v>41073</c:v>
                </c:pt>
                <c:pt idx="2987">
                  <c:v>41074</c:v>
                </c:pt>
                <c:pt idx="2988">
                  <c:v>41075</c:v>
                </c:pt>
                <c:pt idx="2989">
                  <c:v>41078</c:v>
                </c:pt>
                <c:pt idx="2990">
                  <c:v>41079</c:v>
                </c:pt>
                <c:pt idx="2991">
                  <c:v>41080</c:v>
                </c:pt>
                <c:pt idx="2992">
                  <c:v>41081</c:v>
                </c:pt>
                <c:pt idx="2993">
                  <c:v>41082</c:v>
                </c:pt>
                <c:pt idx="2994">
                  <c:v>41085</c:v>
                </c:pt>
                <c:pt idx="2995">
                  <c:v>41086</c:v>
                </c:pt>
                <c:pt idx="2996">
                  <c:v>41087</c:v>
                </c:pt>
                <c:pt idx="2997">
                  <c:v>41088</c:v>
                </c:pt>
                <c:pt idx="2998">
                  <c:v>41089</c:v>
                </c:pt>
                <c:pt idx="2999">
                  <c:v>41092</c:v>
                </c:pt>
                <c:pt idx="3000">
                  <c:v>41093</c:v>
                </c:pt>
                <c:pt idx="3001">
                  <c:v>41094</c:v>
                </c:pt>
                <c:pt idx="3002">
                  <c:v>41095</c:v>
                </c:pt>
                <c:pt idx="3003">
                  <c:v>41096</c:v>
                </c:pt>
                <c:pt idx="3004">
                  <c:v>41099</c:v>
                </c:pt>
                <c:pt idx="3005">
                  <c:v>41100</c:v>
                </c:pt>
                <c:pt idx="3006">
                  <c:v>41101</c:v>
                </c:pt>
                <c:pt idx="3007">
                  <c:v>41102</c:v>
                </c:pt>
                <c:pt idx="3008">
                  <c:v>41103</c:v>
                </c:pt>
                <c:pt idx="3009">
                  <c:v>41106</c:v>
                </c:pt>
                <c:pt idx="3010">
                  <c:v>41107</c:v>
                </c:pt>
                <c:pt idx="3011">
                  <c:v>41108</c:v>
                </c:pt>
                <c:pt idx="3012">
                  <c:v>41109</c:v>
                </c:pt>
                <c:pt idx="3013">
                  <c:v>41110</c:v>
                </c:pt>
                <c:pt idx="3014">
                  <c:v>41113</c:v>
                </c:pt>
                <c:pt idx="3015">
                  <c:v>41114</c:v>
                </c:pt>
                <c:pt idx="3016">
                  <c:v>41115</c:v>
                </c:pt>
                <c:pt idx="3017">
                  <c:v>41116</c:v>
                </c:pt>
                <c:pt idx="3018">
                  <c:v>41117</c:v>
                </c:pt>
                <c:pt idx="3019">
                  <c:v>41120</c:v>
                </c:pt>
                <c:pt idx="3020">
                  <c:v>41121</c:v>
                </c:pt>
                <c:pt idx="3021">
                  <c:v>41122</c:v>
                </c:pt>
                <c:pt idx="3022">
                  <c:v>41123</c:v>
                </c:pt>
                <c:pt idx="3023">
                  <c:v>41124</c:v>
                </c:pt>
                <c:pt idx="3024">
                  <c:v>41127</c:v>
                </c:pt>
                <c:pt idx="3025">
                  <c:v>41128</c:v>
                </c:pt>
                <c:pt idx="3026">
                  <c:v>41129</c:v>
                </c:pt>
                <c:pt idx="3027">
                  <c:v>41130</c:v>
                </c:pt>
                <c:pt idx="3028">
                  <c:v>41131</c:v>
                </c:pt>
                <c:pt idx="3029">
                  <c:v>41134</c:v>
                </c:pt>
                <c:pt idx="3030">
                  <c:v>41135</c:v>
                </c:pt>
                <c:pt idx="3031">
                  <c:v>41136</c:v>
                </c:pt>
                <c:pt idx="3032">
                  <c:v>41137</c:v>
                </c:pt>
                <c:pt idx="3033">
                  <c:v>41138</c:v>
                </c:pt>
                <c:pt idx="3034">
                  <c:v>41141</c:v>
                </c:pt>
                <c:pt idx="3035">
                  <c:v>41142</c:v>
                </c:pt>
                <c:pt idx="3036">
                  <c:v>41143</c:v>
                </c:pt>
                <c:pt idx="3037">
                  <c:v>41144</c:v>
                </c:pt>
                <c:pt idx="3038">
                  <c:v>41145</c:v>
                </c:pt>
                <c:pt idx="3039">
                  <c:v>41148</c:v>
                </c:pt>
                <c:pt idx="3040">
                  <c:v>41149</c:v>
                </c:pt>
                <c:pt idx="3041">
                  <c:v>41150</c:v>
                </c:pt>
                <c:pt idx="3042">
                  <c:v>41151</c:v>
                </c:pt>
                <c:pt idx="3043">
                  <c:v>41152</c:v>
                </c:pt>
                <c:pt idx="3044">
                  <c:v>41155</c:v>
                </c:pt>
                <c:pt idx="3045">
                  <c:v>41156</c:v>
                </c:pt>
                <c:pt idx="3046">
                  <c:v>41157</c:v>
                </c:pt>
                <c:pt idx="3047">
                  <c:v>41158</c:v>
                </c:pt>
                <c:pt idx="3048">
                  <c:v>41159</c:v>
                </c:pt>
                <c:pt idx="3049">
                  <c:v>41162</c:v>
                </c:pt>
                <c:pt idx="3050">
                  <c:v>41163</c:v>
                </c:pt>
                <c:pt idx="3051">
                  <c:v>41164</c:v>
                </c:pt>
                <c:pt idx="3052">
                  <c:v>41165</c:v>
                </c:pt>
                <c:pt idx="3053">
                  <c:v>41166</c:v>
                </c:pt>
                <c:pt idx="3054">
                  <c:v>41169</c:v>
                </c:pt>
                <c:pt idx="3055">
                  <c:v>41170</c:v>
                </c:pt>
                <c:pt idx="3056">
                  <c:v>41171</c:v>
                </c:pt>
                <c:pt idx="3057">
                  <c:v>41172</c:v>
                </c:pt>
                <c:pt idx="3058">
                  <c:v>41173</c:v>
                </c:pt>
                <c:pt idx="3059">
                  <c:v>41176</c:v>
                </c:pt>
                <c:pt idx="3060">
                  <c:v>41177</c:v>
                </c:pt>
                <c:pt idx="3061">
                  <c:v>41178</c:v>
                </c:pt>
                <c:pt idx="3062">
                  <c:v>41179</c:v>
                </c:pt>
                <c:pt idx="3063">
                  <c:v>41180</c:v>
                </c:pt>
                <c:pt idx="3064">
                  <c:v>41183</c:v>
                </c:pt>
                <c:pt idx="3065">
                  <c:v>41184</c:v>
                </c:pt>
                <c:pt idx="3066">
                  <c:v>41185</c:v>
                </c:pt>
                <c:pt idx="3067">
                  <c:v>41186</c:v>
                </c:pt>
                <c:pt idx="3068">
                  <c:v>41187</c:v>
                </c:pt>
                <c:pt idx="3069">
                  <c:v>41190</c:v>
                </c:pt>
                <c:pt idx="3070">
                  <c:v>41191</c:v>
                </c:pt>
                <c:pt idx="3071">
                  <c:v>41192</c:v>
                </c:pt>
                <c:pt idx="3072">
                  <c:v>41193</c:v>
                </c:pt>
                <c:pt idx="3073">
                  <c:v>41194</c:v>
                </c:pt>
                <c:pt idx="3074">
                  <c:v>41197</c:v>
                </c:pt>
                <c:pt idx="3075">
                  <c:v>41198</c:v>
                </c:pt>
                <c:pt idx="3076">
                  <c:v>41199</c:v>
                </c:pt>
                <c:pt idx="3077">
                  <c:v>41200</c:v>
                </c:pt>
                <c:pt idx="3078">
                  <c:v>41201</c:v>
                </c:pt>
                <c:pt idx="3079">
                  <c:v>41204</c:v>
                </c:pt>
                <c:pt idx="3080">
                  <c:v>41205</c:v>
                </c:pt>
                <c:pt idx="3081">
                  <c:v>41206</c:v>
                </c:pt>
                <c:pt idx="3082">
                  <c:v>41207</c:v>
                </c:pt>
                <c:pt idx="3083">
                  <c:v>41208</c:v>
                </c:pt>
                <c:pt idx="3084">
                  <c:v>41211</c:v>
                </c:pt>
                <c:pt idx="3085">
                  <c:v>41212</c:v>
                </c:pt>
                <c:pt idx="3086">
                  <c:v>41213</c:v>
                </c:pt>
                <c:pt idx="3087">
                  <c:v>41214</c:v>
                </c:pt>
                <c:pt idx="3088">
                  <c:v>41215</c:v>
                </c:pt>
                <c:pt idx="3089">
                  <c:v>41218</c:v>
                </c:pt>
                <c:pt idx="3090">
                  <c:v>41219</c:v>
                </c:pt>
                <c:pt idx="3091">
                  <c:v>41220</c:v>
                </c:pt>
                <c:pt idx="3092">
                  <c:v>41221</c:v>
                </c:pt>
                <c:pt idx="3093">
                  <c:v>41222</c:v>
                </c:pt>
                <c:pt idx="3094">
                  <c:v>41225</c:v>
                </c:pt>
                <c:pt idx="3095">
                  <c:v>41226</c:v>
                </c:pt>
                <c:pt idx="3096">
                  <c:v>41227</c:v>
                </c:pt>
                <c:pt idx="3097">
                  <c:v>41228</c:v>
                </c:pt>
                <c:pt idx="3098">
                  <c:v>41229</c:v>
                </c:pt>
                <c:pt idx="3099">
                  <c:v>41232</c:v>
                </c:pt>
                <c:pt idx="3100">
                  <c:v>41233</c:v>
                </c:pt>
                <c:pt idx="3101">
                  <c:v>41234</c:v>
                </c:pt>
                <c:pt idx="3102">
                  <c:v>41235</c:v>
                </c:pt>
                <c:pt idx="3103">
                  <c:v>41236</c:v>
                </c:pt>
                <c:pt idx="3104">
                  <c:v>41239</c:v>
                </c:pt>
                <c:pt idx="3105">
                  <c:v>41240</c:v>
                </c:pt>
                <c:pt idx="3106">
                  <c:v>41241</c:v>
                </c:pt>
                <c:pt idx="3107">
                  <c:v>41242</c:v>
                </c:pt>
                <c:pt idx="3108">
                  <c:v>41243</c:v>
                </c:pt>
                <c:pt idx="3109">
                  <c:v>41246</c:v>
                </c:pt>
                <c:pt idx="3110">
                  <c:v>41247</c:v>
                </c:pt>
                <c:pt idx="3111">
                  <c:v>41248</c:v>
                </c:pt>
                <c:pt idx="3112">
                  <c:v>41249</c:v>
                </c:pt>
                <c:pt idx="3113">
                  <c:v>41250</c:v>
                </c:pt>
                <c:pt idx="3114">
                  <c:v>41253</c:v>
                </c:pt>
                <c:pt idx="3115">
                  <c:v>41254</c:v>
                </c:pt>
                <c:pt idx="3116">
                  <c:v>41255</c:v>
                </c:pt>
                <c:pt idx="3117">
                  <c:v>41256</c:v>
                </c:pt>
                <c:pt idx="3118">
                  <c:v>41257</c:v>
                </c:pt>
                <c:pt idx="3119">
                  <c:v>41260</c:v>
                </c:pt>
                <c:pt idx="3120">
                  <c:v>41261</c:v>
                </c:pt>
                <c:pt idx="3121">
                  <c:v>41262</c:v>
                </c:pt>
                <c:pt idx="3122">
                  <c:v>41263</c:v>
                </c:pt>
                <c:pt idx="3123">
                  <c:v>41264</c:v>
                </c:pt>
                <c:pt idx="3124">
                  <c:v>41267</c:v>
                </c:pt>
                <c:pt idx="3125">
                  <c:v>41268</c:v>
                </c:pt>
                <c:pt idx="3126">
                  <c:v>41269</c:v>
                </c:pt>
                <c:pt idx="3127">
                  <c:v>41270</c:v>
                </c:pt>
                <c:pt idx="3128">
                  <c:v>41271</c:v>
                </c:pt>
                <c:pt idx="3129">
                  <c:v>41274</c:v>
                </c:pt>
                <c:pt idx="3130">
                  <c:v>41275</c:v>
                </c:pt>
                <c:pt idx="3131">
                  <c:v>41276</c:v>
                </c:pt>
                <c:pt idx="3132">
                  <c:v>41277</c:v>
                </c:pt>
                <c:pt idx="3133">
                  <c:v>41278</c:v>
                </c:pt>
                <c:pt idx="3134">
                  <c:v>41281</c:v>
                </c:pt>
                <c:pt idx="3135">
                  <c:v>41282</c:v>
                </c:pt>
                <c:pt idx="3136">
                  <c:v>41283</c:v>
                </c:pt>
                <c:pt idx="3137">
                  <c:v>41284</c:v>
                </c:pt>
                <c:pt idx="3138">
                  <c:v>41285</c:v>
                </c:pt>
                <c:pt idx="3139">
                  <c:v>41288</c:v>
                </c:pt>
                <c:pt idx="3140">
                  <c:v>41289</c:v>
                </c:pt>
                <c:pt idx="3141">
                  <c:v>41290</c:v>
                </c:pt>
                <c:pt idx="3142">
                  <c:v>41291</c:v>
                </c:pt>
                <c:pt idx="3143">
                  <c:v>41292</c:v>
                </c:pt>
                <c:pt idx="3144">
                  <c:v>41295</c:v>
                </c:pt>
                <c:pt idx="3145">
                  <c:v>41296</c:v>
                </c:pt>
                <c:pt idx="3146">
                  <c:v>41297</c:v>
                </c:pt>
                <c:pt idx="3147">
                  <c:v>41298</c:v>
                </c:pt>
                <c:pt idx="3148">
                  <c:v>41299</c:v>
                </c:pt>
                <c:pt idx="3149">
                  <c:v>41302</c:v>
                </c:pt>
                <c:pt idx="3150">
                  <c:v>41303</c:v>
                </c:pt>
                <c:pt idx="3151">
                  <c:v>41304</c:v>
                </c:pt>
                <c:pt idx="3152">
                  <c:v>41305</c:v>
                </c:pt>
                <c:pt idx="3153">
                  <c:v>41306</c:v>
                </c:pt>
                <c:pt idx="3154">
                  <c:v>41309</c:v>
                </c:pt>
                <c:pt idx="3155">
                  <c:v>41310</c:v>
                </c:pt>
                <c:pt idx="3156">
                  <c:v>41311</c:v>
                </c:pt>
                <c:pt idx="3157">
                  <c:v>41312</c:v>
                </c:pt>
                <c:pt idx="3158">
                  <c:v>41313</c:v>
                </c:pt>
                <c:pt idx="3159">
                  <c:v>41316</c:v>
                </c:pt>
                <c:pt idx="3160">
                  <c:v>41317</c:v>
                </c:pt>
                <c:pt idx="3161">
                  <c:v>41318</c:v>
                </c:pt>
                <c:pt idx="3162">
                  <c:v>41319</c:v>
                </c:pt>
                <c:pt idx="3163">
                  <c:v>41320</c:v>
                </c:pt>
                <c:pt idx="3164">
                  <c:v>41323</c:v>
                </c:pt>
                <c:pt idx="3165">
                  <c:v>41324</c:v>
                </c:pt>
                <c:pt idx="3166">
                  <c:v>41325</c:v>
                </c:pt>
                <c:pt idx="3167">
                  <c:v>41326</c:v>
                </c:pt>
                <c:pt idx="3168">
                  <c:v>41327</c:v>
                </c:pt>
                <c:pt idx="3169">
                  <c:v>41330</c:v>
                </c:pt>
                <c:pt idx="3170">
                  <c:v>41331</c:v>
                </c:pt>
                <c:pt idx="3171">
                  <c:v>41332</c:v>
                </c:pt>
                <c:pt idx="3172">
                  <c:v>41333</c:v>
                </c:pt>
                <c:pt idx="3173">
                  <c:v>41334</c:v>
                </c:pt>
                <c:pt idx="3174">
                  <c:v>41337</c:v>
                </c:pt>
                <c:pt idx="3175">
                  <c:v>41338</c:v>
                </c:pt>
                <c:pt idx="3176">
                  <c:v>41339</c:v>
                </c:pt>
                <c:pt idx="3177">
                  <c:v>41340</c:v>
                </c:pt>
                <c:pt idx="3178">
                  <c:v>41341</c:v>
                </c:pt>
                <c:pt idx="3179">
                  <c:v>41344</c:v>
                </c:pt>
                <c:pt idx="3180">
                  <c:v>41345</c:v>
                </c:pt>
                <c:pt idx="3181">
                  <c:v>41346</c:v>
                </c:pt>
                <c:pt idx="3182">
                  <c:v>41347</c:v>
                </c:pt>
                <c:pt idx="3183">
                  <c:v>41348</c:v>
                </c:pt>
                <c:pt idx="3184">
                  <c:v>41351</c:v>
                </c:pt>
                <c:pt idx="3185">
                  <c:v>41352</c:v>
                </c:pt>
                <c:pt idx="3186">
                  <c:v>41353</c:v>
                </c:pt>
                <c:pt idx="3187">
                  <c:v>41354</c:v>
                </c:pt>
                <c:pt idx="3188">
                  <c:v>41355</c:v>
                </c:pt>
                <c:pt idx="3189">
                  <c:v>41358</c:v>
                </c:pt>
                <c:pt idx="3190">
                  <c:v>41359</c:v>
                </c:pt>
                <c:pt idx="3191">
                  <c:v>41360</c:v>
                </c:pt>
                <c:pt idx="3192">
                  <c:v>41361</c:v>
                </c:pt>
                <c:pt idx="3193">
                  <c:v>41362</c:v>
                </c:pt>
                <c:pt idx="3194">
                  <c:v>41365</c:v>
                </c:pt>
                <c:pt idx="3195">
                  <c:v>41366</c:v>
                </c:pt>
                <c:pt idx="3196">
                  <c:v>41367</c:v>
                </c:pt>
                <c:pt idx="3197">
                  <c:v>41368</c:v>
                </c:pt>
                <c:pt idx="3198">
                  <c:v>41369</c:v>
                </c:pt>
                <c:pt idx="3199">
                  <c:v>41372</c:v>
                </c:pt>
                <c:pt idx="3200">
                  <c:v>41373</c:v>
                </c:pt>
                <c:pt idx="3201">
                  <c:v>41374</c:v>
                </c:pt>
                <c:pt idx="3202">
                  <c:v>41375</c:v>
                </c:pt>
                <c:pt idx="3203">
                  <c:v>41376</c:v>
                </c:pt>
                <c:pt idx="3204">
                  <c:v>41379</c:v>
                </c:pt>
                <c:pt idx="3205">
                  <c:v>41380</c:v>
                </c:pt>
                <c:pt idx="3206">
                  <c:v>41381</c:v>
                </c:pt>
                <c:pt idx="3207">
                  <c:v>41382</c:v>
                </c:pt>
                <c:pt idx="3208">
                  <c:v>41383</c:v>
                </c:pt>
                <c:pt idx="3209">
                  <c:v>41386</c:v>
                </c:pt>
                <c:pt idx="3210">
                  <c:v>41387</c:v>
                </c:pt>
                <c:pt idx="3211">
                  <c:v>41388</c:v>
                </c:pt>
                <c:pt idx="3212">
                  <c:v>41389</c:v>
                </c:pt>
                <c:pt idx="3213">
                  <c:v>41390</c:v>
                </c:pt>
                <c:pt idx="3214">
                  <c:v>41393</c:v>
                </c:pt>
                <c:pt idx="3215">
                  <c:v>41394</c:v>
                </c:pt>
                <c:pt idx="3216">
                  <c:v>41395</c:v>
                </c:pt>
                <c:pt idx="3217">
                  <c:v>41396</c:v>
                </c:pt>
                <c:pt idx="3218">
                  <c:v>41397</c:v>
                </c:pt>
                <c:pt idx="3219">
                  <c:v>41400</c:v>
                </c:pt>
                <c:pt idx="3220">
                  <c:v>41401</c:v>
                </c:pt>
                <c:pt idx="3221">
                  <c:v>41402</c:v>
                </c:pt>
                <c:pt idx="3222">
                  <c:v>41403</c:v>
                </c:pt>
                <c:pt idx="3223">
                  <c:v>41404</c:v>
                </c:pt>
                <c:pt idx="3224">
                  <c:v>41407</c:v>
                </c:pt>
                <c:pt idx="3225">
                  <c:v>41408</c:v>
                </c:pt>
                <c:pt idx="3226">
                  <c:v>41409</c:v>
                </c:pt>
                <c:pt idx="3227">
                  <c:v>41410</c:v>
                </c:pt>
                <c:pt idx="3228">
                  <c:v>41411</c:v>
                </c:pt>
                <c:pt idx="3229">
                  <c:v>41414</c:v>
                </c:pt>
                <c:pt idx="3230">
                  <c:v>41415</c:v>
                </c:pt>
                <c:pt idx="3231">
                  <c:v>41416</c:v>
                </c:pt>
                <c:pt idx="3232">
                  <c:v>41417</c:v>
                </c:pt>
                <c:pt idx="3233">
                  <c:v>41418</c:v>
                </c:pt>
                <c:pt idx="3234">
                  <c:v>41421</c:v>
                </c:pt>
                <c:pt idx="3235">
                  <c:v>41422</c:v>
                </c:pt>
                <c:pt idx="3236">
                  <c:v>41423</c:v>
                </c:pt>
                <c:pt idx="3237">
                  <c:v>41424</c:v>
                </c:pt>
                <c:pt idx="3238">
                  <c:v>41425</c:v>
                </c:pt>
                <c:pt idx="3239">
                  <c:v>41428</c:v>
                </c:pt>
                <c:pt idx="3240">
                  <c:v>41429</c:v>
                </c:pt>
                <c:pt idx="3241">
                  <c:v>41430</c:v>
                </c:pt>
                <c:pt idx="3242">
                  <c:v>41431</c:v>
                </c:pt>
                <c:pt idx="3243">
                  <c:v>41432</c:v>
                </c:pt>
                <c:pt idx="3244">
                  <c:v>41435</c:v>
                </c:pt>
                <c:pt idx="3245">
                  <c:v>41436</c:v>
                </c:pt>
                <c:pt idx="3246">
                  <c:v>41437</c:v>
                </c:pt>
                <c:pt idx="3247">
                  <c:v>41438</c:v>
                </c:pt>
                <c:pt idx="3248">
                  <c:v>41439</c:v>
                </c:pt>
                <c:pt idx="3249">
                  <c:v>41442</c:v>
                </c:pt>
                <c:pt idx="3250">
                  <c:v>41443</c:v>
                </c:pt>
                <c:pt idx="3251">
                  <c:v>41444</c:v>
                </c:pt>
                <c:pt idx="3252">
                  <c:v>41445</c:v>
                </c:pt>
                <c:pt idx="3253">
                  <c:v>41446</c:v>
                </c:pt>
                <c:pt idx="3254">
                  <c:v>41449</c:v>
                </c:pt>
                <c:pt idx="3255">
                  <c:v>41450</c:v>
                </c:pt>
                <c:pt idx="3256">
                  <c:v>41451</c:v>
                </c:pt>
                <c:pt idx="3257">
                  <c:v>41452</c:v>
                </c:pt>
                <c:pt idx="3258">
                  <c:v>41453</c:v>
                </c:pt>
                <c:pt idx="3259">
                  <c:v>41456</c:v>
                </c:pt>
                <c:pt idx="3260">
                  <c:v>41457</c:v>
                </c:pt>
                <c:pt idx="3261">
                  <c:v>41458</c:v>
                </c:pt>
                <c:pt idx="3262">
                  <c:v>41459</c:v>
                </c:pt>
                <c:pt idx="3263">
                  <c:v>41460</c:v>
                </c:pt>
                <c:pt idx="3264">
                  <c:v>41463</c:v>
                </c:pt>
                <c:pt idx="3265">
                  <c:v>41464</c:v>
                </c:pt>
                <c:pt idx="3266">
                  <c:v>41465</c:v>
                </c:pt>
                <c:pt idx="3267">
                  <c:v>41466</c:v>
                </c:pt>
                <c:pt idx="3268">
                  <c:v>41467</c:v>
                </c:pt>
                <c:pt idx="3269">
                  <c:v>41470</c:v>
                </c:pt>
                <c:pt idx="3270">
                  <c:v>41471</c:v>
                </c:pt>
                <c:pt idx="3271">
                  <c:v>41472</c:v>
                </c:pt>
                <c:pt idx="3272">
                  <c:v>41473</c:v>
                </c:pt>
                <c:pt idx="3273">
                  <c:v>41474</c:v>
                </c:pt>
                <c:pt idx="3274">
                  <c:v>41477</c:v>
                </c:pt>
                <c:pt idx="3275">
                  <c:v>41478</c:v>
                </c:pt>
                <c:pt idx="3276">
                  <c:v>41479</c:v>
                </c:pt>
                <c:pt idx="3277">
                  <c:v>41480</c:v>
                </c:pt>
                <c:pt idx="3278">
                  <c:v>41481</c:v>
                </c:pt>
                <c:pt idx="3279">
                  <c:v>41484</c:v>
                </c:pt>
                <c:pt idx="3280">
                  <c:v>41485</c:v>
                </c:pt>
                <c:pt idx="3281">
                  <c:v>41486</c:v>
                </c:pt>
                <c:pt idx="3282">
                  <c:v>41487</c:v>
                </c:pt>
                <c:pt idx="3283">
                  <c:v>41488</c:v>
                </c:pt>
                <c:pt idx="3284">
                  <c:v>41491</c:v>
                </c:pt>
                <c:pt idx="3285">
                  <c:v>41492</c:v>
                </c:pt>
                <c:pt idx="3286">
                  <c:v>41493</c:v>
                </c:pt>
                <c:pt idx="3287">
                  <c:v>41494</c:v>
                </c:pt>
                <c:pt idx="3288">
                  <c:v>41495</c:v>
                </c:pt>
                <c:pt idx="3289">
                  <c:v>41498</c:v>
                </c:pt>
                <c:pt idx="3290">
                  <c:v>41499</c:v>
                </c:pt>
                <c:pt idx="3291">
                  <c:v>41500</c:v>
                </c:pt>
                <c:pt idx="3292">
                  <c:v>41501</c:v>
                </c:pt>
                <c:pt idx="3293">
                  <c:v>41502</c:v>
                </c:pt>
                <c:pt idx="3294">
                  <c:v>41505</c:v>
                </c:pt>
                <c:pt idx="3295">
                  <c:v>41506</c:v>
                </c:pt>
                <c:pt idx="3296">
                  <c:v>41507</c:v>
                </c:pt>
                <c:pt idx="3297">
                  <c:v>41508</c:v>
                </c:pt>
                <c:pt idx="3298">
                  <c:v>41509</c:v>
                </c:pt>
                <c:pt idx="3299">
                  <c:v>41512</c:v>
                </c:pt>
                <c:pt idx="3300">
                  <c:v>41513</c:v>
                </c:pt>
                <c:pt idx="3301">
                  <c:v>41514</c:v>
                </c:pt>
                <c:pt idx="3302">
                  <c:v>41515</c:v>
                </c:pt>
                <c:pt idx="3303">
                  <c:v>41516</c:v>
                </c:pt>
                <c:pt idx="3304">
                  <c:v>41519</c:v>
                </c:pt>
                <c:pt idx="3305">
                  <c:v>41520</c:v>
                </c:pt>
                <c:pt idx="3306">
                  <c:v>41521</c:v>
                </c:pt>
                <c:pt idx="3307">
                  <c:v>41522</c:v>
                </c:pt>
                <c:pt idx="3308">
                  <c:v>41523</c:v>
                </c:pt>
                <c:pt idx="3309">
                  <c:v>41526</c:v>
                </c:pt>
                <c:pt idx="3310">
                  <c:v>41527</c:v>
                </c:pt>
                <c:pt idx="3311">
                  <c:v>41528</c:v>
                </c:pt>
                <c:pt idx="3312">
                  <c:v>41529</c:v>
                </c:pt>
                <c:pt idx="3313">
                  <c:v>41530</c:v>
                </c:pt>
                <c:pt idx="3314">
                  <c:v>41533</c:v>
                </c:pt>
                <c:pt idx="3315">
                  <c:v>41534</c:v>
                </c:pt>
                <c:pt idx="3316">
                  <c:v>41535</c:v>
                </c:pt>
                <c:pt idx="3317">
                  <c:v>41536</c:v>
                </c:pt>
                <c:pt idx="3318">
                  <c:v>41537</c:v>
                </c:pt>
                <c:pt idx="3319">
                  <c:v>41540</c:v>
                </c:pt>
                <c:pt idx="3320">
                  <c:v>41541</c:v>
                </c:pt>
                <c:pt idx="3321">
                  <c:v>41542</c:v>
                </c:pt>
                <c:pt idx="3322">
                  <c:v>41543</c:v>
                </c:pt>
                <c:pt idx="3323">
                  <c:v>41544</c:v>
                </c:pt>
                <c:pt idx="3324">
                  <c:v>41547</c:v>
                </c:pt>
                <c:pt idx="3325">
                  <c:v>41548</c:v>
                </c:pt>
                <c:pt idx="3326">
                  <c:v>41549</c:v>
                </c:pt>
                <c:pt idx="3327">
                  <c:v>41550</c:v>
                </c:pt>
                <c:pt idx="3328">
                  <c:v>41551</c:v>
                </c:pt>
                <c:pt idx="3329">
                  <c:v>41554</c:v>
                </c:pt>
                <c:pt idx="3330">
                  <c:v>41555</c:v>
                </c:pt>
                <c:pt idx="3331">
                  <c:v>41556</c:v>
                </c:pt>
                <c:pt idx="3332">
                  <c:v>41557</c:v>
                </c:pt>
                <c:pt idx="3333">
                  <c:v>41558</c:v>
                </c:pt>
                <c:pt idx="3334">
                  <c:v>41561</c:v>
                </c:pt>
                <c:pt idx="3335">
                  <c:v>41562</c:v>
                </c:pt>
                <c:pt idx="3336">
                  <c:v>41563</c:v>
                </c:pt>
                <c:pt idx="3337">
                  <c:v>41564</c:v>
                </c:pt>
                <c:pt idx="3338">
                  <c:v>41565</c:v>
                </c:pt>
                <c:pt idx="3339">
                  <c:v>41568</c:v>
                </c:pt>
                <c:pt idx="3340">
                  <c:v>41569</c:v>
                </c:pt>
                <c:pt idx="3341">
                  <c:v>41570</c:v>
                </c:pt>
                <c:pt idx="3342">
                  <c:v>41571</c:v>
                </c:pt>
                <c:pt idx="3343">
                  <c:v>41572</c:v>
                </c:pt>
                <c:pt idx="3344">
                  <c:v>41575</c:v>
                </c:pt>
                <c:pt idx="3345">
                  <c:v>41576</c:v>
                </c:pt>
                <c:pt idx="3346">
                  <c:v>41577</c:v>
                </c:pt>
                <c:pt idx="3347">
                  <c:v>41578</c:v>
                </c:pt>
                <c:pt idx="3348">
                  <c:v>41579</c:v>
                </c:pt>
                <c:pt idx="3349">
                  <c:v>41582</c:v>
                </c:pt>
                <c:pt idx="3350">
                  <c:v>41583</c:v>
                </c:pt>
                <c:pt idx="3351">
                  <c:v>41584</c:v>
                </c:pt>
                <c:pt idx="3352">
                  <c:v>41585</c:v>
                </c:pt>
                <c:pt idx="3353">
                  <c:v>41586</c:v>
                </c:pt>
                <c:pt idx="3354">
                  <c:v>41589</c:v>
                </c:pt>
                <c:pt idx="3355">
                  <c:v>41590</c:v>
                </c:pt>
                <c:pt idx="3356">
                  <c:v>41591</c:v>
                </c:pt>
                <c:pt idx="3357">
                  <c:v>41592</c:v>
                </c:pt>
                <c:pt idx="3358">
                  <c:v>41593</c:v>
                </c:pt>
                <c:pt idx="3359">
                  <c:v>41596</c:v>
                </c:pt>
                <c:pt idx="3360">
                  <c:v>41597</c:v>
                </c:pt>
                <c:pt idx="3361">
                  <c:v>41598</c:v>
                </c:pt>
                <c:pt idx="3362">
                  <c:v>41599</c:v>
                </c:pt>
                <c:pt idx="3363">
                  <c:v>41600</c:v>
                </c:pt>
                <c:pt idx="3364">
                  <c:v>41603</c:v>
                </c:pt>
                <c:pt idx="3365">
                  <c:v>41604</c:v>
                </c:pt>
                <c:pt idx="3366">
                  <c:v>41605</c:v>
                </c:pt>
                <c:pt idx="3367">
                  <c:v>41606</c:v>
                </c:pt>
                <c:pt idx="3368">
                  <c:v>41607</c:v>
                </c:pt>
                <c:pt idx="3369">
                  <c:v>41610</c:v>
                </c:pt>
                <c:pt idx="3370">
                  <c:v>41611</c:v>
                </c:pt>
                <c:pt idx="3371">
                  <c:v>41612</c:v>
                </c:pt>
                <c:pt idx="3372">
                  <c:v>41613</c:v>
                </c:pt>
                <c:pt idx="3373">
                  <c:v>41614</c:v>
                </c:pt>
                <c:pt idx="3374">
                  <c:v>41617</c:v>
                </c:pt>
                <c:pt idx="3375">
                  <c:v>41618</c:v>
                </c:pt>
                <c:pt idx="3376">
                  <c:v>41619</c:v>
                </c:pt>
                <c:pt idx="3377">
                  <c:v>41620</c:v>
                </c:pt>
                <c:pt idx="3378">
                  <c:v>41621</c:v>
                </c:pt>
                <c:pt idx="3379">
                  <c:v>41624</c:v>
                </c:pt>
                <c:pt idx="3380">
                  <c:v>41625</c:v>
                </c:pt>
                <c:pt idx="3381">
                  <c:v>41626</c:v>
                </c:pt>
                <c:pt idx="3382">
                  <c:v>41627</c:v>
                </c:pt>
                <c:pt idx="3383">
                  <c:v>41628</c:v>
                </c:pt>
                <c:pt idx="3384">
                  <c:v>41631</c:v>
                </c:pt>
                <c:pt idx="3385">
                  <c:v>41632</c:v>
                </c:pt>
                <c:pt idx="3386">
                  <c:v>41633</c:v>
                </c:pt>
                <c:pt idx="3387">
                  <c:v>41634</c:v>
                </c:pt>
                <c:pt idx="3388">
                  <c:v>41635</c:v>
                </c:pt>
                <c:pt idx="3389">
                  <c:v>41638</c:v>
                </c:pt>
                <c:pt idx="3390">
                  <c:v>41639</c:v>
                </c:pt>
                <c:pt idx="3391">
                  <c:v>41640</c:v>
                </c:pt>
                <c:pt idx="3392">
                  <c:v>41641</c:v>
                </c:pt>
                <c:pt idx="3393">
                  <c:v>41642</c:v>
                </c:pt>
                <c:pt idx="3394">
                  <c:v>41645</c:v>
                </c:pt>
                <c:pt idx="3395">
                  <c:v>41646</c:v>
                </c:pt>
                <c:pt idx="3396">
                  <c:v>41647</c:v>
                </c:pt>
                <c:pt idx="3397">
                  <c:v>41648</c:v>
                </c:pt>
                <c:pt idx="3398">
                  <c:v>41649</c:v>
                </c:pt>
                <c:pt idx="3399">
                  <c:v>41652</c:v>
                </c:pt>
                <c:pt idx="3400">
                  <c:v>41653</c:v>
                </c:pt>
                <c:pt idx="3401">
                  <c:v>41654</c:v>
                </c:pt>
                <c:pt idx="3402">
                  <c:v>41655</c:v>
                </c:pt>
                <c:pt idx="3403">
                  <c:v>41656</c:v>
                </c:pt>
                <c:pt idx="3404">
                  <c:v>41659</c:v>
                </c:pt>
                <c:pt idx="3405">
                  <c:v>41660</c:v>
                </c:pt>
                <c:pt idx="3406">
                  <c:v>41661</c:v>
                </c:pt>
                <c:pt idx="3407">
                  <c:v>41662</c:v>
                </c:pt>
                <c:pt idx="3408">
                  <c:v>41663</c:v>
                </c:pt>
                <c:pt idx="3409">
                  <c:v>41666</c:v>
                </c:pt>
                <c:pt idx="3410">
                  <c:v>41667</c:v>
                </c:pt>
                <c:pt idx="3411">
                  <c:v>41668</c:v>
                </c:pt>
                <c:pt idx="3412">
                  <c:v>41669</c:v>
                </c:pt>
                <c:pt idx="3413">
                  <c:v>41670</c:v>
                </c:pt>
                <c:pt idx="3414">
                  <c:v>41673</c:v>
                </c:pt>
                <c:pt idx="3415">
                  <c:v>41674</c:v>
                </c:pt>
                <c:pt idx="3416">
                  <c:v>41675</c:v>
                </c:pt>
                <c:pt idx="3417">
                  <c:v>41676</c:v>
                </c:pt>
                <c:pt idx="3418">
                  <c:v>41677</c:v>
                </c:pt>
                <c:pt idx="3419">
                  <c:v>41680</c:v>
                </c:pt>
                <c:pt idx="3420">
                  <c:v>41681</c:v>
                </c:pt>
                <c:pt idx="3421">
                  <c:v>41682</c:v>
                </c:pt>
                <c:pt idx="3422">
                  <c:v>41683</c:v>
                </c:pt>
                <c:pt idx="3423">
                  <c:v>41684</c:v>
                </c:pt>
                <c:pt idx="3424">
                  <c:v>41687</c:v>
                </c:pt>
                <c:pt idx="3425">
                  <c:v>41688</c:v>
                </c:pt>
                <c:pt idx="3426">
                  <c:v>41689</c:v>
                </c:pt>
                <c:pt idx="3427">
                  <c:v>41690</c:v>
                </c:pt>
                <c:pt idx="3428">
                  <c:v>41691</c:v>
                </c:pt>
                <c:pt idx="3429">
                  <c:v>41694</c:v>
                </c:pt>
                <c:pt idx="3430">
                  <c:v>41695</c:v>
                </c:pt>
                <c:pt idx="3431">
                  <c:v>41696</c:v>
                </c:pt>
                <c:pt idx="3432">
                  <c:v>41697</c:v>
                </c:pt>
                <c:pt idx="3433">
                  <c:v>41698</c:v>
                </c:pt>
                <c:pt idx="3434">
                  <c:v>41701</c:v>
                </c:pt>
                <c:pt idx="3435">
                  <c:v>41702</c:v>
                </c:pt>
                <c:pt idx="3436">
                  <c:v>41703</c:v>
                </c:pt>
                <c:pt idx="3437">
                  <c:v>41704</c:v>
                </c:pt>
                <c:pt idx="3438">
                  <c:v>41705</c:v>
                </c:pt>
                <c:pt idx="3439">
                  <c:v>41708</c:v>
                </c:pt>
                <c:pt idx="3440">
                  <c:v>41709</c:v>
                </c:pt>
                <c:pt idx="3441">
                  <c:v>41710</c:v>
                </c:pt>
                <c:pt idx="3442">
                  <c:v>41711</c:v>
                </c:pt>
                <c:pt idx="3443">
                  <c:v>41712</c:v>
                </c:pt>
                <c:pt idx="3444">
                  <c:v>41715</c:v>
                </c:pt>
                <c:pt idx="3445">
                  <c:v>41716</c:v>
                </c:pt>
                <c:pt idx="3446">
                  <c:v>41717</c:v>
                </c:pt>
                <c:pt idx="3447">
                  <c:v>41718</c:v>
                </c:pt>
                <c:pt idx="3448">
                  <c:v>41719</c:v>
                </c:pt>
                <c:pt idx="3449">
                  <c:v>41722</c:v>
                </c:pt>
                <c:pt idx="3450">
                  <c:v>41723</c:v>
                </c:pt>
                <c:pt idx="3451">
                  <c:v>41724</c:v>
                </c:pt>
                <c:pt idx="3452">
                  <c:v>41725</c:v>
                </c:pt>
                <c:pt idx="3453">
                  <c:v>41726</c:v>
                </c:pt>
                <c:pt idx="3454">
                  <c:v>41729</c:v>
                </c:pt>
                <c:pt idx="3455">
                  <c:v>41730</c:v>
                </c:pt>
                <c:pt idx="3456">
                  <c:v>41731</c:v>
                </c:pt>
                <c:pt idx="3457">
                  <c:v>41732</c:v>
                </c:pt>
                <c:pt idx="3458">
                  <c:v>41733</c:v>
                </c:pt>
                <c:pt idx="3459">
                  <c:v>41736</c:v>
                </c:pt>
                <c:pt idx="3460">
                  <c:v>41737</c:v>
                </c:pt>
                <c:pt idx="3461">
                  <c:v>41738</c:v>
                </c:pt>
                <c:pt idx="3462">
                  <c:v>41739</c:v>
                </c:pt>
                <c:pt idx="3463">
                  <c:v>41740</c:v>
                </c:pt>
                <c:pt idx="3464">
                  <c:v>41743</c:v>
                </c:pt>
                <c:pt idx="3465">
                  <c:v>41744</c:v>
                </c:pt>
                <c:pt idx="3466">
                  <c:v>41745</c:v>
                </c:pt>
                <c:pt idx="3467">
                  <c:v>41746</c:v>
                </c:pt>
                <c:pt idx="3468">
                  <c:v>41747</c:v>
                </c:pt>
                <c:pt idx="3469">
                  <c:v>41750</c:v>
                </c:pt>
                <c:pt idx="3470">
                  <c:v>41751</c:v>
                </c:pt>
                <c:pt idx="3471">
                  <c:v>41752</c:v>
                </c:pt>
                <c:pt idx="3472">
                  <c:v>41753</c:v>
                </c:pt>
                <c:pt idx="3473">
                  <c:v>41754</c:v>
                </c:pt>
                <c:pt idx="3474">
                  <c:v>41757</c:v>
                </c:pt>
                <c:pt idx="3475">
                  <c:v>41758</c:v>
                </c:pt>
                <c:pt idx="3476">
                  <c:v>41759</c:v>
                </c:pt>
                <c:pt idx="3477">
                  <c:v>41760</c:v>
                </c:pt>
                <c:pt idx="3478">
                  <c:v>41761</c:v>
                </c:pt>
                <c:pt idx="3479">
                  <c:v>41764</c:v>
                </c:pt>
                <c:pt idx="3480">
                  <c:v>41765</c:v>
                </c:pt>
                <c:pt idx="3481">
                  <c:v>41766</c:v>
                </c:pt>
                <c:pt idx="3482">
                  <c:v>41767</c:v>
                </c:pt>
                <c:pt idx="3483">
                  <c:v>41768</c:v>
                </c:pt>
                <c:pt idx="3484">
                  <c:v>41771</c:v>
                </c:pt>
                <c:pt idx="3485">
                  <c:v>41772</c:v>
                </c:pt>
                <c:pt idx="3486">
                  <c:v>41773</c:v>
                </c:pt>
                <c:pt idx="3487">
                  <c:v>41774</c:v>
                </c:pt>
                <c:pt idx="3488">
                  <c:v>41775</c:v>
                </c:pt>
                <c:pt idx="3489">
                  <c:v>41778</c:v>
                </c:pt>
                <c:pt idx="3490">
                  <c:v>41779</c:v>
                </c:pt>
                <c:pt idx="3491">
                  <c:v>41780</c:v>
                </c:pt>
                <c:pt idx="3492">
                  <c:v>41781</c:v>
                </c:pt>
                <c:pt idx="3493">
                  <c:v>41782</c:v>
                </c:pt>
                <c:pt idx="3494">
                  <c:v>41785</c:v>
                </c:pt>
                <c:pt idx="3495">
                  <c:v>41786</c:v>
                </c:pt>
                <c:pt idx="3496">
                  <c:v>41787</c:v>
                </c:pt>
                <c:pt idx="3497">
                  <c:v>41788</c:v>
                </c:pt>
                <c:pt idx="3498">
                  <c:v>41789</c:v>
                </c:pt>
                <c:pt idx="3499">
                  <c:v>41792</c:v>
                </c:pt>
                <c:pt idx="3500">
                  <c:v>41793</c:v>
                </c:pt>
                <c:pt idx="3501">
                  <c:v>41794</c:v>
                </c:pt>
                <c:pt idx="3502">
                  <c:v>41795</c:v>
                </c:pt>
                <c:pt idx="3503">
                  <c:v>41796</c:v>
                </c:pt>
                <c:pt idx="3504">
                  <c:v>41799</c:v>
                </c:pt>
                <c:pt idx="3505">
                  <c:v>41800</c:v>
                </c:pt>
                <c:pt idx="3506">
                  <c:v>41801</c:v>
                </c:pt>
                <c:pt idx="3507">
                  <c:v>41802</c:v>
                </c:pt>
                <c:pt idx="3508">
                  <c:v>41803</c:v>
                </c:pt>
                <c:pt idx="3509">
                  <c:v>41806</c:v>
                </c:pt>
                <c:pt idx="3510">
                  <c:v>41807</c:v>
                </c:pt>
                <c:pt idx="3511">
                  <c:v>41808</c:v>
                </c:pt>
                <c:pt idx="3512">
                  <c:v>41809</c:v>
                </c:pt>
                <c:pt idx="3513">
                  <c:v>41810</c:v>
                </c:pt>
                <c:pt idx="3514">
                  <c:v>41813</c:v>
                </c:pt>
                <c:pt idx="3515">
                  <c:v>41814</c:v>
                </c:pt>
                <c:pt idx="3516">
                  <c:v>41815</c:v>
                </c:pt>
                <c:pt idx="3517">
                  <c:v>41816</c:v>
                </c:pt>
                <c:pt idx="3518">
                  <c:v>41817</c:v>
                </c:pt>
                <c:pt idx="3519">
                  <c:v>41820</c:v>
                </c:pt>
                <c:pt idx="3520">
                  <c:v>41821</c:v>
                </c:pt>
                <c:pt idx="3521">
                  <c:v>41822</c:v>
                </c:pt>
                <c:pt idx="3522">
                  <c:v>41823</c:v>
                </c:pt>
                <c:pt idx="3523">
                  <c:v>41824</c:v>
                </c:pt>
                <c:pt idx="3524">
                  <c:v>41827</c:v>
                </c:pt>
                <c:pt idx="3525">
                  <c:v>41828</c:v>
                </c:pt>
                <c:pt idx="3526">
                  <c:v>41829</c:v>
                </c:pt>
                <c:pt idx="3527">
                  <c:v>41830</c:v>
                </c:pt>
                <c:pt idx="3528">
                  <c:v>41831</c:v>
                </c:pt>
                <c:pt idx="3529">
                  <c:v>41834</c:v>
                </c:pt>
                <c:pt idx="3530">
                  <c:v>41835</c:v>
                </c:pt>
                <c:pt idx="3531">
                  <c:v>41836</c:v>
                </c:pt>
                <c:pt idx="3532">
                  <c:v>41837</c:v>
                </c:pt>
                <c:pt idx="3533">
                  <c:v>41838</c:v>
                </c:pt>
                <c:pt idx="3534">
                  <c:v>41841</c:v>
                </c:pt>
                <c:pt idx="3535">
                  <c:v>41842</c:v>
                </c:pt>
                <c:pt idx="3536">
                  <c:v>41843</c:v>
                </c:pt>
                <c:pt idx="3537">
                  <c:v>41844</c:v>
                </c:pt>
                <c:pt idx="3538">
                  <c:v>41845</c:v>
                </c:pt>
                <c:pt idx="3539">
                  <c:v>41848</c:v>
                </c:pt>
                <c:pt idx="3540">
                  <c:v>41849</c:v>
                </c:pt>
                <c:pt idx="3541">
                  <c:v>41850</c:v>
                </c:pt>
                <c:pt idx="3542">
                  <c:v>41851</c:v>
                </c:pt>
                <c:pt idx="3543">
                  <c:v>41852</c:v>
                </c:pt>
                <c:pt idx="3544">
                  <c:v>41855</c:v>
                </c:pt>
                <c:pt idx="3545">
                  <c:v>41856</c:v>
                </c:pt>
                <c:pt idx="3546">
                  <c:v>41857</c:v>
                </c:pt>
                <c:pt idx="3547">
                  <c:v>41858</c:v>
                </c:pt>
                <c:pt idx="3548">
                  <c:v>41859</c:v>
                </c:pt>
                <c:pt idx="3549">
                  <c:v>41862</c:v>
                </c:pt>
                <c:pt idx="3550">
                  <c:v>41863</c:v>
                </c:pt>
                <c:pt idx="3551">
                  <c:v>41864</c:v>
                </c:pt>
                <c:pt idx="3552">
                  <c:v>41865</c:v>
                </c:pt>
                <c:pt idx="3553">
                  <c:v>41866</c:v>
                </c:pt>
                <c:pt idx="3554">
                  <c:v>41869</c:v>
                </c:pt>
                <c:pt idx="3555">
                  <c:v>41870</c:v>
                </c:pt>
                <c:pt idx="3556">
                  <c:v>41871</c:v>
                </c:pt>
                <c:pt idx="3557">
                  <c:v>41872</c:v>
                </c:pt>
                <c:pt idx="3558">
                  <c:v>41873</c:v>
                </c:pt>
                <c:pt idx="3559">
                  <c:v>41876</c:v>
                </c:pt>
                <c:pt idx="3560">
                  <c:v>41877</c:v>
                </c:pt>
                <c:pt idx="3561">
                  <c:v>41878</c:v>
                </c:pt>
                <c:pt idx="3562">
                  <c:v>41879</c:v>
                </c:pt>
                <c:pt idx="3563">
                  <c:v>41880</c:v>
                </c:pt>
                <c:pt idx="3564">
                  <c:v>41883</c:v>
                </c:pt>
                <c:pt idx="3565">
                  <c:v>41884</c:v>
                </c:pt>
                <c:pt idx="3566">
                  <c:v>41885</c:v>
                </c:pt>
                <c:pt idx="3567">
                  <c:v>41886</c:v>
                </c:pt>
                <c:pt idx="3568">
                  <c:v>41887</c:v>
                </c:pt>
                <c:pt idx="3569">
                  <c:v>41890</c:v>
                </c:pt>
                <c:pt idx="3570">
                  <c:v>41891</c:v>
                </c:pt>
                <c:pt idx="3571">
                  <c:v>41892</c:v>
                </c:pt>
                <c:pt idx="3572">
                  <c:v>41893</c:v>
                </c:pt>
                <c:pt idx="3573">
                  <c:v>41894</c:v>
                </c:pt>
                <c:pt idx="3574">
                  <c:v>41897</c:v>
                </c:pt>
                <c:pt idx="3575">
                  <c:v>41898</c:v>
                </c:pt>
                <c:pt idx="3576">
                  <c:v>41899</c:v>
                </c:pt>
                <c:pt idx="3577">
                  <c:v>41900</c:v>
                </c:pt>
                <c:pt idx="3578">
                  <c:v>41901</c:v>
                </c:pt>
                <c:pt idx="3579">
                  <c:v>41904</c:v>
                </c:pt>
                <c:pt idx="3580">
                  <c:v>41905</c:v>
                </c:pt>
                <c:pt idx="3581">
                  <c:v>41906</c:v>
                </c:pt>
                <c:pt idx="3582">
                  <c:v>41907</c:v>
                </c:pt>
                <c:pt idx="3583">
                  <c:v>41908</c:v>
                </c:pt>
                <c:pt idx="3584">
                  <c:v>41911</c:v>
                </c:pt>
                <c:pt idx="3585">
                  <c:v>41912</c:v>
                </c:pt>
                <c:pt idx="3586">
                  <c:v>41913</c:v>
                </c:pt>
                <c:pt idx="3587">
                  <c:v>41914</c:v>
                </c:pt>
                <c:pt idx="3588">
                  <c:v>41915</c:v>
                </c:pt>
                <c:pt idx="3589">
                  <c:v>41918</c:v>
                </c:pt>
                <c:pt idx="3590">
                  <c:v>41919</c:v>
                </c:pt>
                <c:pt idx="3591">
                  <c:v>41920</c:v>
                </c:pt>
                <c:pt idx="3592">
                  <c:v>41921</c:v>
                </c:pt>
                <c:pt idx="3593">
                  <c:v>41922</c:v>
                </c:pt>
                <c:pt idx="3594">
                  <c:v>41925</c:v>
                </c:pt>
                <c:pt idx="3595">
                  <c:v>41926</c:v>
                </c:pt>
                <c:pt idx="3596">
                  <c:v>41927</c:v>
                </c:pt>
                <c:pt idx="3597">
                  <c:v>41928</c:v>
                </c:pt>
                <c:pt idx="3598">
                  <c:v>41929</c:v>
                </c:pt>
                <c:pt idx="3599">
                  <c:v>41932</c:v>
                </c:pt>
                <c:pt idx="3600">
                  <c:v>41933</c:v>
                </c:pt>
                <c:pt idx="3601">
                  <c:v>41934</c:v>
                </c:pt>
                <c:pt idx="3602">
                  <c:v>41935</c:v>
                </c:pt>
                <c:pt idx="3603">
                  <c:v>41936</c:v>
                </c:pt>
                <c:pt idx="3604">
                  <c:v>41939</c:v>
                </c:pt>
                <c:pt idx="3605">
                  <c:v>41940</c:v>
                </c:pt>
                <c:pt idx="3606">
                  <c:v>41941</c:v>
                </c:pt>
                <c:pt idx="3607">
                  <c:v>41942</c:v>
                </c:pt>
                <c:pt idx="3608">
                  <c:v>41943</c:v>
                </c:pt>
                <c:pt idx="3609">
                  <c:v>41946</c:v>
                </c:pt>
                <c:pt idx="3610">
                  <c:v>41947</c:v>
                </c:pt>
                <c:pt idx="3611">
                  <c:v>41948</c:v>
                </c:pt>
                <c:pt idx="3612">
                  <c:v>41949</c:v>
                </c:pt>
                <c:pt idx="3613">
                  <c:v>41950</c:v>
                </c:pt>
                <c:pt idx="3614">
                  <c:v>41953</c:v>
                </c:pt>
                <c:pt idx="3615">
                  <c:v>41954</c:v>
                </c:pt>
                <c:pt idx="3616">
                  <c:v>41955</c:v>
                </c:pt>
                <c:pt idx="3617">
                  <c:v>41956</c:v>
                </c:pt>
                <c:pt idx="3618">
                  <c:v>41957</c:v>
                </c:pt>
                <c:pt idx="3619">
                  <c:v>41960</c:v>
                </c:pt>
                <c:pt idx="3620">
                  <c:v>41961</c:v>
                </c:pt>
                <c:pt idx="3621">
                  <c:v>41962</c:v>
                </c:pt>
                <c:pt idx="3622">
                  <c:v>41963</c:v>
                </c:pt>
                <c:pt idx="3623">
                  <c:v>41964</c:v>
                </c:pt>
                <c:pt idx="3624">
                  <c:v>41967</c:v>
                </c:pt>
                <c:pt idx="3625">
                  <c:v>41968</c:v>
                </c:pt>
                <c:pt idx="3626">
                  <c:v>41969</c:v>
                </c:pt>
                <c:pt idx="3627">
                  <c:v>41970</c:v>
                </c:pt>
                <c:pt idx="3628">
                  <c:v>41971</c:v>
                </c:pt>
                <c:pt idx="3629">
                  <c:v>41974</c:v>
                </c:pt>
                <c:pt idx="3630">
                  <c:v>41975</c:v>
                </c:pt>
                <c:pt idx="3631">
                  <c:v>41976</c:v>
                </c:pt>
                <c:pt idx="3632">
                  <c:v>41977</c:v>
                </c:pt>
                <c:pt idx="3633">
                  <c:v>41978</c:v>
                </c:pt>
                <c:pt idx="3634">
                  <c:v>41981</c:v>
                </c:pt>
                <c:pt idx="3635">
                  <c:v>41982</c:v>
                </c:pt>
                <c:pt idx="3636">
                  <c:v>41983</c:v>
                </c:pt>
                <c:pt idx="3637">
                  <c:v>41984</c:v>
                </c:pt>
                <c:pt idx="3638">
                  <c:v>41985</c:v>
                </c:pt>
                <c:pt idx="3639">
                  <c:v>41988</c:v>
                </c:pt>
                <c:pt idx="3640">
                  <c:v>41989</c:v>
                </c:pt>
                <c:pt idx="3641">
                  <c:v>41990</c:v>
                </c:pt>
                <c:pt idx="3642">
                  <c:v>41991</c:v>
                </c:pt>
                <c:pt idx="3643">
                  <c:v>41992</c:v>
                </c:pt>
                <c:pt idx="3644">
                  <c:v>41995</c:v>
                </c:pt>
                <c:pt idx="3645">
                  <c:v>41996</c:v>
                </c:pt>
                <c:pt idx="3646">
                  <c:v>41997</c:v>
                </c:pt>
                <c:pt idx="3647">
                  <c:v>41998</c:v>
                </c:pt>
                <c:pt idx="3648">
                  <c:v>41999</c:v>
                </c:pt>
                <c:pt idx="3649">
                  <c:v>42002</c:v>
                </c:pt>
                <c:pt idx="3650">
                  <c:v>42003</c:v>
                </c:pt>
                <c:pt idx="3651">
                  <c:v>42004</c:v>
                </c:pt>
                <c:pt idx="3652">
                  <c:v>42005</c:v>
                </c:pt>
                <c:pt idx="3653">
                  <c:v>42006</c:v>
                </c:pt>
                <c:pt idx="3654">
                  <c:v>42009</c:v>
                </c:pt>
                <c:pt idx="3655">
                  <c:v>42010</c:v>
                </c:pt>
                <c:pt idx="3656">
                  <c:v>42011</c:v>
                </c:pt>
                <c:pt idx="3657">
                  <c:v>42012</c:v>
                </c:pt>
                <c:pt idx="3658">
                  <c:v>42013</c:v>
                </c:pt>
                <c:pt idx="3659">
                  <c:v>42016</c:v>
                </c:pt>
                <c:pt idx="3660">
                  <c:v>42017</c:v>
                </c:pt>
                <c:pt idx="3661">
                  <c:v>42018</c:v>
                </c:pt>
                <c:pt idx="3662">
                  <c:v>42019</c:v>
                </c:pt>
                <c:pt idx="3663">
                  <c:v>42020</c:v>
                </c:pt>
                <c:pt idx="3664">
                  <c:v>42023</c:v>
                </c:pt>
                <c:pt idx="3665">
                  <c:v>42024</c:v>
                </c:pt>
                <c:pt idx="3666">
                  <c:v>42025</c:v>
                </c:pt>
                <c:pt idx="3667">
                  <c:v>42026</c:v>
                </c:pt>
                <c:pt idx="3668">
                  <c:v>42027</c:v>
                </c:pt>
                <c:pt idx="3669">
                  <c:v>42030</c:v>
                </c:pt>
                <c:pt idx="3670">
                  <c:v>42031</c:v>
                </c:pt>
                <c:pt idx="3671">
                  <c:v>42032</c:v>
                </c:pt>
                <c:pt idx="3672">
                  <c:v>42033</c:v>
                </c:pt>
                <c:pt idx="3673">
                  <c:v>42034</c:v>
                </c:pt>
                <c:pt idx="3674">
                  <c:v>42037</c:v>
                </c:pt>
                <c:pt idx="3675">
                  <c:v>42038</c:v>
                </c:pt>
                <c:pt idx="3676">
                  <c:v>42039</c:v>
                </c:pt>
                <c:pt idx="3677">
                  <c:v>42040</c:v>
                </c:pt>
                <c:pt idx="3678">
                  <c:v>42041</c:v>
                </c:pt>
                <c:pt idx="3679">
                  <c:v>42044</c:v>
                </c:pt>
                <c:pt idx="3680">
                  <c:v>42045</c:v>
                </c:pt>
                <c:pt idx="3681">
                  <c:v>42046</c:v>
                </c:pt>
                <c:pt idx="3682">
                  <c:v>42047</c:v>
                </c:pt>
                <c:pt idx="3683">
                  <c:v>42048</c:v>
                </c:pt>
                <c:pt idx="3684">
                  <c:v>42051</c:v>
                </c:pt>
                <c:pt idx="3685">
                  <c:v>42052</c:v>
                </c:pt>
                <c:pt idx="3686">
                  <c:v>42053</c:v>
                </c:pt>
                <c:pt idx="3687">
                  <c:v>42054</c:v>
                </c:pt>
                <c:pt idx="3688">
                  <c:v>42055</c:v>
                </c:pt>
                <c:pt idx="3689">
                  <c:v>42058</c:v>
                </c:pt>
                <c:pt idx="3690">
                  <c:v>42059</c:v>
                </c:pt>
                <c:pt idx="3691">
                  <c:v>42060</c:v>
                </c:pt>
                <c:pt idx="3692">
                  <c:v>42061</c:v>
                </c:pt>
                <c:pt idx="3693">
                  <c:v>42062</c:v>
                </c:pt>
                <c:pt idx="3694">
                  <c:v>42065</c:v>
                </c:pt>
                <c:pt idx="3695">
                  <c:v>42066</c:v>
                </c:pt>
                <c:pt idx="3696">
                  <c:v>42067</c:v>
                </c:pt>
                <c:pt idx="3697">
                  <c:v>42068</c:v>
                </c:pt>
                <c:pt idx="3698">
                  <c:v>42069</c:v>
                </c:pt>
                <c:pt idx="3699">
                  <c:v>42072</c:v>
                </c:pt>
                <c:pt idx="3700">
                  <c:v>42073</c:v>
                </c:pt>
                <c:pt idx="3701">
                  <c:v>42074</c:v>
                </c:pt>
                <c:pt idx="3702">
                  <c:v>42075</c:v>
                </c:pt>
                <c:pt idx="3703">
                  <c:v>42076</c:v>
                </c:pt>
                <c:pt idx="3704">
                  <c:v>42079</c:v>
                </c:pt>
                <c:pt idx="3705">
                  <c:v>42080</c:v>
                </c:pt>
                <c:pt idx="3706">
                  <c:v>42081</c:v>
                </c:pt>
                <c:pt idx="3707">
                  <c:v>42082</c:v>
                </c:pt>
                <c:pt idx="3708">
                  <c:v>42083</c:v>
                </c:pt>
                <c:pt idx="3709">
                  <c:v>42086</c:v>
                </c:pt>
                <c:pt idx="3710">
                  <c:v>42087</c:v>
                </c:pt>
                <c:pt idx="3711">
                  <c:v>42088</c:v>
                </c:pt>
                <c:pt idx="3712">
                  <c:v>42089</c:v>
                </c:pt>
                <c:pt idx="3713">
                  <c:v>42090</c:v>
                </c:pt>
                <c:pt idx="3714">
                  <c:v>42093</c:v>
                </c:pt>
                <c:pt idx="3715">
                  <c:v>42094</c:v>
                </c:pt>
                <c:pt idx="3716">
                  <c:v>42095</c:v>
                </c:pt>
                <c:pt idx="3717">
                  <c:v>42096</c:v>
                </c:pt>
                <c:pt idx="3718">
                  <c:v>42097</c:v>
                </c:pt>
                <c:pt idx="3719">
                  <c:v>42100</c:v>
                </c:pt>
                <c:pt idx="3720">
                  <c:v>42101</c:v>
                </c:pt>
                <c:pt idx="3721">
                  <c:v>42102</c:v>
                </c:pt>
                <c:pt idx="3722">
                  <c:v>42103</c:v>
                </c:pt>
                <c:pt idx="3723">
                  <c:v>42104</c:v>
                </c:pt>
                <c:pt idx="3724">
                  <c:v>42107</c:v>
                </c:pt>
                <c:pt idx="3725">
                  <c:v>42108</c:v>
                </c:pt>
                <c:pt idx="3726">
                  <c:v>42109</c:v>
                </c:pt>
                <c:pt idx="3727">
                  <c:v>42110</c:v>
                </c:pt>
                <c:pt idx="3728">
                  <c:v>42111</c:v>
                </c:pt>
                <c:pt idx="3729">
                  <c:v>42114</c:v>
                </c:pt>
                <c:pt idx="3730">
                  <c:v>42115</c:v>
                </c:pt>
                <c:pt idx="3731">
                  <c:v>42116</c:v>
                </c:pt>
                <c:pt idx="3732">
                  <c:v>42117</c:v>
                </c:pt>
                <c:pt idx="3733">
                  <c:v>42118</c:v>
                </c:pt>
                <c:pt idx="3734">
                  <c:v>42121</c:v>
                </c:pt>
                <c:pt idx="3735">
                  <c:v>42122</c:v>
                </c:pt>
                <c:pt idx="3736">
                  <c:v>42123</c:v>
                </c:pt>
                <c:pt idx="3737">
                  <c:v>42124</c:v>
                </c:pt>
                <c:pt idx="3738">
                  <c:v>42125</c:v>
                </c:pt>
                <c:pt idx="3739">
                  <c:v>42128</c:v>
                </c:pt>
                <c:pt idx="3740">
                  <c:v>42129</c:v>
                </c:pt>
                <c:pt idx="3741">
                  <c:v>42130</c:v>
                </c:pt>
                <c:pt idx="3742">
                  <c:v>42131</c:v>
                </c:pt>
                <c:pt idx="3743">
                  <c:v>42132</c:v>
                </c:pt>
                <c:pt idx="3744">
                  <c:v>42135</c:v>
                </c:pt>
                <c:pt idx="3745">
                  <c:v>42136</c:v>
                </c:pt>
                <c:pt idx="3746">
                  <c:v>42137</c:v>
                </c:pt>
                <c:pt idx="3747">
                  <c:v>42138</c:v>
                </c:pt>
                <c:pt idx="3748">
                  <c:v>42139</c:v>
                </c:pt>
                <c:pt idx="3749">
                  <c:v>42142</c:v>
                </c:pt>
                <c:pt idx="3750">
                  <c:v>42143</c:v>
                </c:pt>
                <c:pt idx="3751">
                  <c:v>42144</c:v>
                </c:pt>
                <c:pt idx="3752">
                  <c:v>42145</c:v>
                </c:pt>
                <c:pt idx="3753">
                  <c:v>42146</c:v>
                </c:pt>
                <c:pt idx="3754">
                  <c:v>42149</c:v>
                </c:pt>
                <c:pt idx="3755">
                  <c:v>42150</c:v>
                </c:pt>
                <c:pt idx="3756">
                  <c:v>42151</c:v>
                </c:pt>
                <c:pt idx="3757">
                  <c:v>42152</c:v>
                </c:pt>
                <c:pt idx="3758">
                  <c:v>42153</c:v>
                </c:pt>
                <c:pt idx="3759">
                  <c:v>42156</c:v>
                </c:pt>
                <c:pt idx="3760">
                  <c:v>42157</c:v>
                </c:pt>
                <c:pt idx="3761">
                  <c:v>42158</c:v>
                </c:pt>
                <c:pt idx="3762">
                  <c:v>42159</c:v>
                </c:pt>
                <c:pt idx="3763">
                  <c:v>42160</c:v>
                </c:pt>
                <c:pt idx="3764">
                  <c:v>42163</c:v>
                </c:pt>
                <c:pt idx="3765">
                  <c:v>42164</c:v>
                </c:pt>
                <c:pt idx="3766">
                  <c:v>42165</c:v>
                </c:pt>
                <c:pt idx="3767">
                  <c:v>42166</c:v>
                </c:pt>
                <c:pt idx="3768">
                  <c:v>42167</c:v>
                </c:pt>
                <c:pt idx="3769">
                  <c:v>42170</c:v>
                </c:pt>
                <c:pt idx="3770">
                  <c:v>42171</c:v>
                </c:pt>
                <c:pt idx="3771">
                  <c:v>42172</c:v>
                </c:pt>
                <c:pt idx="3772">
                  <c:v>42173</c:v>
                </c:pt>
                <c:pt idx="3773">
                  <c:v>42174</c:v>
                </c:pt>
                <c:pt idx="3774">
                  <c:v>42177</c:v>
                </c:pt>
                <c:pt idx="3775">
                  <c:v>42178</c:v>
                </c:pt>
                <c:pt idx="3776">
                  <c:v>42179</c:v>
                </c:pt>
                <c:pt idx="3777">
                  <c:v>42180</c:v>
                </c:pt>
                <c:pt idx="3778">
                  <c:v>42181</c:v>
                </c:pt>
                <c:pt idx="3779">
                  <c:v>42184</c:v>
                </c:pt>
                <c:pt idx="3780">
                  <c:v>42185</c:v>
                </c:pt>
                <c:pt idx="3781">
                  <c:v>42186</c:v>
                </c:pt>
                <c:pt idx="3782">
                  <c:v>42187</c:v>
                </c:pt>
                <c:pt idx="3783">
                  <c:v>42188</c:v>
                </c:pt>
                <c:pt idx="3784">
                  <c:v>42191</c:v>
                </c:pt>
                <c:pt idx="3785">
                  <c:v>42192</c:v>
                </c:pt>
                <c:pt idx="3786">
                  <c:v>42193</c:v>
                </c:pt>
                <c:pt idx="3787">
                  <c:v>42194</c:v>
                </c:pt>
                <c:pt idx="3788">
                  <c:v>42195</c:v>
                </c:pt>
                <c:pt idx="3789">
                  <c:v>42198</c:v>
                </c:pt>
                <c:pt idx="3790">
                  <c:v>42199</c:v>
                </c:pt>
                <c:pt idx="3791">
                  <c:v>42200</c:v>
                </c:pt>
                <c:pt idx="3792">
                  <c:v>42201</c:v>
                </c:pt>
                <c:pt idx="3793">
                  <c:v>42202</c:v>
                </c:pt>
                <c:pt idx="3794">
                  <c:v>42205</c:v>
                </c:pt>
                <c:pt idx="3795">
                  <c:v>42206</c:v>
                </c:pt>
                <c:pt idx="3796">
                  <c:v>42207</c:v>
                </c:pt>
                <c:pt idx="3797">
                  <c:v>42208</c:v>
                </c:pt>
                <c:pt idx="3798">
                  <c:v>42209</c:v>
                </c:pt>
                <c:pt idx="3799">
                  <c:v>42212</c:v>
                </c:pt>
                <c:pt idx="3800">
                  <c:v>42213</c:v>
                </c:pt>
                <c:pt idx="3801">
                  <c:v>42214</c:v>
                </c:pt>
                <c:pt idx="3802">
                  <c:v>42215</c:v>
                </c:pt>
                <c:pt idx="3803">
                  <c:v>42216</c:v>
                </c:pt>
                <c:pt idx="3804">
                  <c:v>42219</c:v>
                </c:pt>
                <c:pt idx="3805">
                  <c:v>42220</c:v>
                </c:pt>
                <c:pt idx="3806">
                  <c:v>42221</c:v>
                </c:pt>
                <c:pt idx="3807">
                  <c:v>42222</c:v>
                </c:pt>
                <c:pt idx="3808">
                  <c:v>42223</c:v>
                </c:pt>
                <c:pt idx="3809">
                  <c:v>42226</c:v>
                </c:pt>
                <c:pt idx="3810">
                  <c:v>42227</c:v>
                </c:pt>
                <c:pt idx="3811">
                  <c:v>42228</c:v>
                </c:pt>
                <c:pt idx="3812">
                  <c:v>42229</c:v>
                </c:pt>
                <c:pt idx="3813">
                  <c:v>42230</c:v>
                </c:pt>
                <c:pt idx="3814">
                  <c:v>42233</c:v>
                </c:pt>
                <c:pt idx="3815">
                  <c:v>42234</c:v>
                </c:pt>
                <c:pt idx="3816">
                  <c:v>42235</c:v>
                </c:pt>
                <c:pt idx="3817">
                  <c:v>42236</c:v>
                </c:pt>
                <c:pt idx="3818">
                  <c:v>42237</c:v>
                </c:pt>
                <c:pt idx="3819">
                  <c:v>42240</c:v>
                </c:pt>
                <c:pt idx="3820">
                  <c:v>42241</c:v>
                </c:pt>
                <c:pt idx="3821">
                  <c:v>42242</c:v>
                </c:pt>
                <c:pt idx="3822">
                  <c:v>42243</c:v>
                </c:pt>
                <c:pt idx="3823">
                  <c:v>42244</c:v>
                </c:pt>
                <c:pt idx="3824">
                  <c:v>42247</c:v>
                </c:pt>
                <c:pt idx="3825">
                  <c:v>42248</c:v>
                </c:pt>
                <c:pt idx="3826">
                  <c:v>42249</c:v>
                </c:pt>
                <c:pt idx="3827">
                  <c:v>42250</c:v>
                </c:pt>
                <c:pt idx="3828">
                  <c:v>42251</c:v>
                </c:pt>
                <c:pt idx="3829">
                  <c:v>42254</c:v>
                </c:pt>
                <c:pt idx="3830">
                  <c:v>42255</c:v>
                </c:pt>
                <c:pt idx="3831">
                  <c:v>42256</c:v>
                </c:pt>
                <c:pt idx="3832">
                  <c:v>42257</c:v>
                </c:pt>
                <c:pt idx="3833">
                  <c:v>42258</c:v>
                </c:pt>
                <c:pt idx="3834">
                  <c:v>42261</c:v>
                </c:pt>
                <c:pt idx="3835">
                  <c:v>42262</c:v>
                </c:pt>
                <c:pt idx="3836">
                  <c:v>42263</c:v>
                </c:pt>
                <c:pt idx="3837">
                  <c:v>42264</c:v>
                </c:pt>
                <c:pt idx="3838">
                  <c:v>42265</c:v>
                </c:pt>
                <c:pt idx="3839">
                  <c:v>42268</c:v>
                </c:pt>
                <c:pt idx="3840">
                  <c:v>42269</c:v>
                </c:pt>
                <c:pt idx="3841">
                  <c:v>42270</c:v>
                </c:pt>
                <c:pt idx="3842">
                  <c:v>42271</c:v>
                </c:pt>
                <c:pt idx="3843">
                  <c:v>42272</c:v>
                </c:pt>
                <c:pt idx="3844">
                  <c:v>42275</c:v>
                </c:pt>
                <c:pt idx="3845">
                  <c:v>42276</c:v>
                </c:pt>
                <c:pt idx="3846">
                  <c:v>42277</c:v>
                </c:pt>
                <c:pt idx="3847">
                  <c:v>42278</c:v>
                </c:pt>
                <c:pt idx="3848">
                  <c:v>42279</c:v>
                </c:pt>
                <c:pt idx="3849">
                  <c:v>42282</c:v>
                </c:pt>
                <c:pt idx="3850">
                  <c:v>42283</c:v>
                </c:pt>
                <c:pt idx="3851">
                  <c:v>42284</c:v>
                </c:pt>
                <c:pt idx="3852">
                  <c:v>42285</c:v>
                </c:pt>
                <c:pt idx="3853">
                  <c:v>42286</c:v>
                </c:pt>
                <c:pt idx="3854">
                  <c:v>42289</c:v>
                </c:pt>
                <c:pt idx="3855">
                  <c:v>42290</c:v>
                </c:pt>
                <c:pt idx="3856">
                  <c:v>42291</c:v>
                </c:pt>
                <c:pt idx="3857">
                  <c:v>42292</c:v>
                </c:pt>
                <c:pt idx="3858">
                  <c:v>42293</c:v>
                </c:pt>
                <c:pt idx="3859">
                  <c:v>42296</c:v>
                </c:pt>
                <c:pt idx="3860">
                  <c:v>42297</c:v>
                </c:pt>
                <c:pt idx="3861">
                  <c:v>42298</c:v>
                </c:pt>
                <c:pt idx="3862">
                  <c:v>42299</c:v>
                </c:pt>
                <c:pt idx="3863">
                  <c:v>42300</c:v>
                </c:pt>
                <c:pt idx="3864">
                  <c:v>42303</c:v>
                </c:pt>
                <c:pt idx="3865">
                  <c:v>42304</c:v>
                </c:pt>
                <c:pt idx="3866">
                  <c:v>42305</c:v>
                </c:pt>
                <c:pt idx="3867">
                  <c:v>42306</c:v>
                </c:pt>
                <c:pt idx="3868">
                  <c:v>42307</c:v>
                </c:pt>
                <c:pt idx="3869">
                  <c:v>42310</c:v>
                </c:pt>
                <c:pt idx="3870">
                  <c:v>42311</c:v>
                </c:pt>
                <c:pt idx="3871">
                  <c:v>42312</c:v>
                </c:pt>
                <c:pt idx="3872">
                  <c:v>42313</c:v>
                </c:pt>
                <c:pt idx="3873">
                  <c:v>42314</c:v>
                </c:pt>
                <c:pt idx="3874">
                  <c:v>42317</c:v>
                </c:pt>
                <c:pt idx="3875">
                  <c:v>42318</c:v>
                </c:pt>
                <c:pt idx="3876">
                  <c:v>42319</c:v>
                </c:pt>
                <c:pt idx="3877">
                  <c:v>42320</c:v>
                </c:pt>
                <c:pt idx="3878">
                  <c:v>42321</c:v>
                </c:pt>
                <c:pt idx="3879">
                  <c:v>42324</c:v>
                </c:pt>
                <c:pt idx="3880">
                  <c:v>42325</c:v>
                </c:pt>
                <c:pt idx="3881">
                  <c:v>42326</c:v>
                </c:pt>
                <c:pt idx="3882">
                  <c:v>42327</c:v>
                </c:pt>
                <c:pt idx="3883">
                  <c:v>42328</c:v>
                </c:pt>
                <c:pt idx="3884">
                  <c:v>42331</c:v>
                </c:pt>
                <c:pt idx="3885">
                  <c:v>42332</c:v>
                </c:pt>
                <c:pt idx="3886">
                  <c:v>42333</c:v>
                </c:pt>
                <c:pt idx="3887">
                  <c:v>42334</c:v>
                </c:pt>
                <c:pt idx="3888">
                  <c:v>42335</c:v>
                </c:pt>
                <c:pt idx="3889">
                  <c:v>42338</c:v>
                </c:pt>
                <c:pt idx="3890">
                  <c:v>42339</c:v>
                </c:pt>
                <c:pt idx="3891">
                  <c:v>42340</c:v>
                </c:pt>
                <c:pt idx="3892">
                  <c:v>42341</c:v>
                </c:pt>
                <c:pt idx="3893">
                  <c:v>42342</c:v>
                </c:pt>
                <c:pt idx="3894">
                  <c:v>42345</c:v>
                </c:pt>
                <c:pt idx="3895">
                  <c:v>42346</c:v>
                </c:pt>
                <c:pt idx="3896">
                  <c:v>42347</c:v>
                </c:pt>
                <c:pt idx="3897">
                  <c:v>42348</c:v>
                </c:pt>
                <c:pt idx="3898">
                  <c:v>42349</c:v>
                </c:pt>
                <c:pt idx="3899">
                  <c:v>42352</c:v>
                </c:pt>
                <c:pt idx="3900">
                  <c:v>42353</c:v>
                </c:pt>
                <c:pt idx="3901">
                  <c:v>42354</c:v>
                </c:pt>
                <c:pt idx="3902">
                  <c:v>42355</c:v>
                </c:pt>
                <c:pt idx="3903">
                  <c:v>42356</c:v>
                </c:pt>
                <c:pt idx="3904">
                  <c:v>42359</c:v>
                </c:pt>
                <c:pt idx="3905">
                  <c:v>42360</c:v>
                </c:pt>
                <c:pt idx="3906">
                  <c:v>42361</c:v>
                </c:pt>
                <c:pt idx="3907">
                  <c:v>42362</c:v>
                </c:pt>
                <c:pt idx="3908">
                  <c:v>42363</c:v>
                </c:pt>
                <c:pt idx="3909">
                  <c:v>42366</c:v>
                </c:pt>
                <c:pt idx="3910">
                  <c:v>42367</c:v>
                </c:pt>
                <c:pt idx="3911">
                  <c:v>42368</c:v>
                </c:pt>
                <c:pt idx="3912">
                  <c:v>42369</c:v>
                </c:pt>
                <c:pt idx="3913">
                  <c:v>42370</c:v>
                </c:pt>
                <c:pt idx="3914">
                  <c:v>42373</c:v>
                </c:pt>
                <c:pt idx="3915">
                  <c:v>42374</c:v>
                </c:pt>
                <c:pt idx="3916">
                  <c:v>42375</c:v>
                </c:pt>
                <c:pt idx="3917">
                  <c:v>42376</c:v>
                </c:pt>
                <c:pt idx="3918">
                  <c:v>42377</c:v>
                </c:pt>
                <c:pt idx="3919">
                  <c:v>42380</c:v>
                </c:pt>
                <c:pt idx="3920">
                  <c:v>42381</c:v>
                </c:pt>
                <c:pt idx="3921">
                  <c:v>42382</c:v>
                </c:pt>
                <c:pt idx="3922">
                  <c:v>42383</c:v>
                </c:pt>
                <c:pt idx="3923">
                  <c:v>42384</c:v>
                </c:pt>
                <c:pt idx="3924">
                  <c:v>42387</c:v>
                </c:pt>
                <c:pt idx="3925">
                  <c:v>42388</c:v>
                </c:pt>
                <c:pt idx="3926">
                  <c:v>42389</c:v>
                </c:pt>
                <c:pt idx="3927">
                  <c:v>42390</c:v>
                </c:pt>
                <c:pt idx="3928">
                  <c:v>42391</c:v>
                </c:pt>
                <c:pt idx="3929">
                  <c:v>42394</c:v>
                </c:pt>
                <c:pt idx="3930">
                  <c:v>42395</c:v>
                </c:pt>
                <c:pt idx="3931">
                  <c:v>42396</c:v>
                </c:pt>
                <c:pt idx="3932">
                  <c:v>42397</c:v>
                </c:pt>
                <c:pt idx="3933">
                  <c:v>42398</c:v>
                </c:pt>
                <c:pt idx="3934">
                  <c:v>42401</c:v>
                </c:pt>
                <c:pt idx="3935">
                  <c:v>42402</c:v>
                </c:pt>
                <c:pt idx="3936">
                  <c:v>42403</c:v>
                </c:pt>
                <c:pt idx="3937">
                  <c:v>42404</c:v>
                </c:pt>
                <c:pt idx="3938">
                  <c:v>42405</c:v>
                </c:pt>
                <c:pt idx="3939">
                  <c:v>42408</c:v>
                </c:pt>
                <c:pt idx="3940">
                  <c:v>42409</c:v>
                </c:pt>
                <c:pt idx="3941">
                  <c:v>42410</c:v>
                </c:pt>
                <c:pt idx="3942">
                  <c:v>42411</c:v>
                </c:pt>
                <c:pt idx="3943">
                  <c:v>42412</c:v>
                </c:pt>
                <c:pt idx="3944">
                  <c:v>42415</c:v>
                </c:pt>
                <c:pt idx="3945">
                  <c:v>42416</c:v>
                </c:pt>
                <c:pt idx="3946">
                  <c:v>42417</c:v>
                </c:pt>
                <c:pt idx="3947">
                  <c:v>42418</c:v>
                </c:pt>
                <c:pt idx="3948">
                  <c:v>42419</c:v>
                </c:pt>
                <c:pt idx="3949">
                  <c:v>42422</c:v>
                </c:pt>
                <c:pt idx="3950">
                  <c:v>42423</c:v>
                </c:pt>
                <c:pt idx="3951">
                  <c:v>42424</c:v>
                </c:pt>
                <c:pt idx="3952">
                  <c:v>42425</c:v>
                </c:pt>
                <c:pt idx="3953">
                  <c:v>42426</c:v>
                </c:pt>
                <c:pt idx="3954">
                  <c:v>42429</c:v>
                </c:pt>
                <c:pt idx="3955">
                  <c:v>42430</c:v>
                </c:pt>
                <c:pt idx="3956">
                  <c:v>42431</c:v>
                </c:pt>
                <c:pt idx="3957">
                  <c:v>42432</c:v>
                </c:pt>
                <c:pt idx="3958">
                  <c:v>42433</c:v>
                </c:pt>
                <c:pt idx="3959">
                  <c:v>42436</c:v>
                </c:pt>
                <c:pt idx="3960">
                  <c:v>42437</c:v>
                </c:pt>
                <c:pt idx="3961">
                  <c:v>42438</c:v>
                </c:pt>
                <c:pt idx="3962">
                  <c:v>42439</c:v>
                </c:pt>
                <c:pt idx="3963">
                  <c:v>42440</c:v>
                </c:pt>
                <c:pt idx="3964">
                  <c:v>42443</c:v>
                </c:pt>
                <c:pt idx="3965">
                  <c:v>42444</c:v>
                </c:pt>
                <c:pt idx="3966">
                  <c:v>42445</c:v>
                </c:pt>
                <c:pt idx="3967">
                  <c:v>42446</c:v>
                </c:pt>
                <c:pt idx="3968">
                  <c:v>42447</c:v>
                </c:pt>
                <c:pt idx="3969">
                  <c:v>42450</c:v>
                </c:pt>
                <c:pt idx="3970">
                  <c:v>42451</c:v>
                </c:pt>
                <c:pt idx="3971">
                  <c:v>42452</c:v>
                </c:pt>
                <c:pt idx="3972">
                  <c:v>42453</c:v>
                </c:pt>
                <c:pt idx="3973">
                  <c:v>42454</c:v>
                </c:pt>
                <c:pt idx="3974">
                  <c:v>42457</c:v>
                </c:pt>
                <c:pt idx="3975">
                  <c:v>42458</c:v>
                </c:pt>
                <c:pt idx="3976">
                  <c:v>42459</c:v>
                </c:pt>
                <c:pt idx="3977">
                  <c:v>42460</c:v>
                </c:pt>
                <c:pt idx="3978">
                  <c:v>42461</c:v>
                </c:pt>
                <c:pt idx="3979">
                  <c:v>42464</c:v>
                </c:pt>
                <c:pt idx="3980">
                  <c:v>42465</c:v>
                </c:pt>
                <c:pt idx="3981">
                  <c:v>42466</c:v>
                </c:pt>
                <c:pt idx="3982">
                  <c:v>42467</c:v>
                </c:pt>
                <c:pt idx="3983">
                  <c:v>42468</c:v>
                </c:pt>
                <c:pt idx="3984">
                  <c:v>42471</c:v>
                </c:pt>
                <c:pt idx="3985">
                  <c:v>42472</c:v>
                </c:pt>
                <c:pt idx="3986">
                  <c:v>42473</c:v>
                </c:pt>
                <c:pt idx="3987">
                  <c:v>42474</c:v>
                </c:pt>
                <c:pt idx="3988">
                  <c:v>42475</c:v>
                </c:pt>
                <c:pt idx="3989">
                  <c:v>42478</c:v>
                </c:pt>
                <c:pt idx="3990">
                  <c:v>42479</c:v>
                </c:pt>
                <c:pt idx="3991">
                  <c:v>42480</c:v>
                </c:pt>
                <c:pt idx="3992">
                  <c:v>42481</c:v>
                </c:pt>
                <c:pt idx="3993">
                  <c:v>42482</c:v>
                </c:pt>
                <c:pt idx="3994">
                  <c:v>42485</c:v>
                </c:pt>
                <c:pt idx="3995">
                  <c:v>42486</c:v>
                </c:pt>
                <c:pt idx="3996">
                  <c:v>42487</c:v>
                </c:pt>
                <c:pt idx="3997">
                  <c:v>42488</c:v>
                </c:pt>
                <c:pt idx="3998">
                  <c:v>42489</c:v>
                </c:pt>
                <c:pt idx="3999">
                  <c:v>42492</c:v>
                </c:pt>
                <c:pt idx="4000">
                  <c:v>42493</c:v>
                </c:pt>
                <c:pt idx="4001">
                  <c:v>42494</c:v>
                </c:pt>
                <c:pt idx="4002">
                  <c:v>42495</c:v>
                </c:pt>
                <c:pt idx="4003">
                  <c:v>42496</c:v>
                </c:pt>
                <c:pt idx="4004">
                  <c:v>42499</c:v>
                </c:pt>
                <c:pt idx="4005">
                  <c:v>42500</c:v>
                </c:pt>
                <c:pt idx="4006">
                  <c:v>42501</c:v>
                </c:pt>
                <c:pt idx="4007">
                  <c:v>42502</c:v>
                </c:pt>
                <c:pt idx="4008">
                  <c:v>42503</c:v>
                </c:pt>
                <c:pt idx="4009">
                  <c:v>42506</c:v>
                </c:pt>
                <c:pt idx="4010">
                  <c:v>42507</c:v>
                </c:pt>
                <c:pt idx="4011">
                  <c:v>42508</c:v>
                </c:pt>
                <c:pt idx="4012">
                  <c:v>42509</c:v>
                </c:pt>
                <c:pt idx="4013">
                  <c:v>42510</c:v>
                </c:pt>
                <c:pt idx="4014">
                  <c:v>42513</c:v>
                </c:pt>
                <c:pt idx="4015">
                  <c:v>42514</c:v>
                </c:pt>
                <c:pt idx="4016">
                  <c:v>42515</c:v>
                </c:pt>
                <c:pt idx="4017">
                  <c:v>42516</c:v>
                </c:pt>
                <c:pt idx="4018">
                  <c:v>42517</c:v>
                </c:pt>
                <c:pt idx="4019">
                  <c:v>42520</c:v>
                </c:pt>
                <c:pt idx="4020">
                  <c:v>42521</c:v>
                </c:pt>
                <c:pt idx="4021">
                  <c:v>42522</c:v>
                </c:pt>
                <c:pt idx="4022">
                  <c:v>42523</c:v>
                </c:pt>
                <c:pt idx="4023">
                  <c:v>42524</c:v>
                </c:pt>
                <c:pt idx="4024">
                  <c:v>42527</c:v>
                </c:pt>
                <c:pt idx="4025">
                  <c:v>42528</c:v>
                </c:pt>
                <c:pt idx="4026">
                  <c:v>42529</c:v>
                </c:pt>
                <c:pt idx="4027">
                  <c:v>42530</c:v>
                </c:pt>
                <c:pt idx="4028">
                  <c:v>42531</c:v>
                </c:pt>
                <c:pt idx="4029">
                  <c:v>42534</c:v>
                </c:pt>
                <c:pt idx="4030">
                  <c:v>42535</c:v>
                </c:pt>
                <c:pt idx="4031">
                  <c:v>42536</c:v>
                </c:pt>
                <c:pt idx="4032">
                  <c:v>42537</c:v>
                </c:pt>
                <c:pt idx="4033">
                  <c:v>42538</c:v>
                </c:pt>
                <c:pt idx="4034">
                  <c:v>42541</c:v>
                </c:pt>
                <c:pt idx="4035">
                  <c:v>42542</c:v>
                </c:pt>
                <c:pt idx="4036">
                  <c:v>42543</c:v>
                </c:pt>
                <c:pt idx="4037">
                  <c:v>42544</c:v>
                </c:pt>
                <c:pt idx="4038">
                  <c:v>42545</c:v>
                </c:pt>
                <c:pt idx="4039">
                  <c:v>42548</c:v>
                </c:pt>
                <c:pt idx="4040">
                  <c:v>42549</c:v>
                </c:pt>
                <c:pt idx="4041">
                  <c:v>42550</c:v>
                </c:pt>
                <c:pt idx="4042">
                  <c:v>42551</c:v>
                </c:pt>
                <c:pt idx="4043">
                  <c:v>42552</c:v>
                </c:pt>
                <c:pt idx="4044">
                  <c:v>42555</c:v>
                </c:pt>
                <c:pt idx="4045">
                  <c:v>42556</c:v>
                </c:pt>
                <c:pt idx="4046">
                  <c:v>42557</c:v>
                </c:pt>
                <c:pt idx="4047">
                  <c:v>42558</c:v>
                </c:pt>
                <c:pt idx="4048">
                  <c:v>42559</c:v>
                </c:pt>
                <c:pt idx="4049">
                  <c:v>42562</c:v>
                </c:pt>
                <c:pt idx="4050">
                  <c:v>42563</c:v>
                </c:pt>
                <c:pt idx="4051">
                  <c:v>42564</c:v>
                </c:pt>
                <c:pt idx="4052">
                  <c:v>42565</c:v>
                </c:pt>
                <c:pt idx="4053">
                  <c:v>42566</c:v>
                </c:pt>
                <c:pt idx="4054">
                  <c:v>42569</c:v>
                </c:pt>
                <c:pt idx="4055">
                  <c:v>42570</c:v>
                </c:pt>
                <c:pt idx="4056">
                  <c:v>42571</c:v>
                </c:pt>
                <c:pt idx="4057">
                  <c:v>42572</c:v>
                </c:pt>
                <c:pt idx="4058">
                  <c:v>42573</c:v>
                </c:pt>
                <c:pt idx="4059">
                  <c:v>42576</c:v>
                </c:pt>
                <c:pt idx="4060">
                  <c:v>42577</c:v>
                </c:pt>
                <c:pt idx="4061">
                  <c:v>42578</c:v>
                </c:pt>
                <c:pt idx="4062">
                  <c:v>42579</c:v>
                </c:pt>
                <c:pt idx="4063">
                  <c:v>42580</c:v>
                </c:pt>
                <c:pt idx="4064">
                  <c:v>42583</c:v>
                </c:pt>
                <c:pt idx="4065">
                  <c:v>42584</c:v>
                </c:pt>
                <c:pt idx="4066">
                  <c:v>42585</c:v>
                </c:pt>
                <c:pt idx="4067">
                  <c:v>42586</c:v>
                </c:pt>
                <c:pt idx="4068">
                  <c:v>42587</c:v>
                </c:pt>
                <c:pt idx="4069">
                  <c:v>42590</c:v>
                </c:pt>
                <c:pt idx="4070">
                  <c:v>42591</c:v>
                </c:pt>
                <c:pt idx="4071">
                  <c:v>42592</c:v>
                </c:pt>
                <c:pt idx="4072">
                  <c:v>42593</c:v>
                </c:pt>
                <c:pt idx="4073">
                  <c:v>42594</c:v>
                </c:pt>
                <c:pt idx="4074">
                  <c:v>42597</c:v>
                </c:pt>
                <c:pt idx="4075">
                  <c:v>42598</c:v>
                </c:pt>
                <c:pt idx="4076">
                  <c:v>42599</c:v>
                </c:pt>
                <c:pt idx="4077">
                  <c:v>42600</c:v>
                </c:pt>
                <c:pt idx="4078">
                  <c:v>42601</c:v>
                </c:pt>
                <c:pt idx="4079">
                  <c:v>42604</c:v>
                </c:pt>
                <c:pt idx="4080">
                  <c:v>42605</c:v>
                </c:pt>
                <c:pt idx="4081">
                  <c:v>42606</c:v>
                </c:pt>
                <c:pt idx="4082">
                  <c:v>42607</c:v>
                </c:pt>
                <c:pt idx="4083">
                  <c:v>42608</c:v>
                </c:pt>
                <c:pt idx="4084">
                  <c:v>42611</c:v>
                </c:pt>
                <c:pt idx="4085">
                  <c:v>42612</c:v>
                </c:pt>
                <c:pt idx="4086">
                  <c:v>42613</c:v>
                </c:pt>
                <c:pt idx="4087">
                  <c:v>42614</c:v>
                </c:pt>
                <c:pt idx="4088">
                  <c:v>42615</c:v>
                </c:pt>
                <c:pt idx="4089">
                  <c:v>42618</c:v>
                </c:pt>
                <c:pt idx="4090">
                  <c:v>42619</c:v>
                </c:pt>
                <c:pt idx="4091">
                  <c:v>42620</c:v>
                </c:pt>
                <c:pt idx="4092">
                  <c:v>42621</c:v>
                </c:pt>
                <c:pt idx="4093">
                  <c:v>42622</c:v>
                </c:pt>
                <c:pt idx="4094">
                  <c:v>42625</c:v>
                </c:pt>
                <c:pt idx="4095">
                  <c:v>42626</c:v>
                </c:pt>
                <c:pt idx="4096">
                  <c:v>42627</c:v>
                </c:pt>
                <c:pt idx="4097">
                  <c:v>42628</c:v>
                </c:pt>
                <c:pt idx="4098">
                  <c:v>42629</c:v>
                </c:pt>
                <c:pt idx="4099">
                  <c:v>42632</c:v>
                </c:pt>
                <c:pt idx="4100">
                  <c:v>42633</c:v>
                </c:pt>
                <c:pt idx="4101">
                  <c:v>42634</c:v>
                </c:pt>
                <c:pt idx="4102">
                  <c:v>42635</c:v>
                </c:pt>
                <c:pt idx="4103">
                  <c:v>42636</c:v>
                </c:pt>
                <c:pt idx="4104">
                  <c:v>42639</c:v>
                </c:pt>
                <c:pt idx="4105">
                  <c:v>42640</c:v>
                </c:pt>
                <c:pt idx="4106">
                  <c:v>42641</c:v>
                </c:pt>
                <c:pt idx="4107">
                  <c:v>42642</c:v>
                </c:pt>
                <c:pt idx="4108">
                  <c:v>42643</c:v>
                </c:pt>
                <c:pt idx="4109">
                  <c:v>42646</c:v>
                </c:pt>
                <c:pt idx="4110">
                  <c:v>42647</c:v>
                </c:pt>
                <c:pt idx="4111">
                  <c:v>42648</c:v>
                </c:pt>
                <c:pt idx="4112">
                  <c:v>42649</c:v>
                </c:pt>
                <c:pt idx="4113">
                  <c:v>42650</c:v>
                </c:pt>
                <c:pt idx="4114">
                  <c:v>42653</c:v>
                </c:pt>
                <c:pt idx="4115">
                  <c:v>42654</c:v>
                </c:pt>
                <c:pt idx="4116">
                  <c:v>42655</c:v>
                </c:pt>
                <c:pt idx="4117">
                  <c:v>42656</c:v>
                </c:pt>
                <c:pt idx="4118">
                  <c:v>42657</c:v>
                </c:pt>
                <c:pt idx="4119">
                  <c:v>42660</c:v>
                </c:pt>
                <c:pt idx="4120">
                  <c:v>42661</c:v>
                </c:pt>
                <c:pt idx="4121">
                  <c:v>42662</c:v>
                </c:pt>
                <c:pt idx="4122">
                  <c:v>42663</c:v>
                </c:pt>
                <c:pt idx="4123">
                  <c:v>42664</c:v>
                </c:pt>
                <c:pt idx="4124">
                  <c:v>42667</c:v>
                </c:pt>
                <c:pt idx="4125">
                  <c:v>42668</c:v>
                </c:pt>
                <c:pt idx="4126">
                  <c:v>42669</c:v>
                </c:pt>
                <c:pt idx="4127">
                  <c:v>42670</c:v>
                </c:pt>
                <c:pt idx="4128">
                  <c:v>42671</c:v>
                </c:pt>
                <c:pt idx="4129">
                  <c:v>42674</c:v>
                </c:pt>
                <c:pt idx="4130">
                  <c:v>42675</c:v>
                </c:pt>
                <c:pt idx="4131">
                  <c:v>42676</c:v>
                </c:pt>
                <c:pt idx="4132">
                  <c:v>42677</c:v>
                </c:pt>
                <c:pt idx="4133">
                  <c:v>42678</c:v>
                </c:pt>
                <c:pt idx="4134">
                  <c:v>42681</c:v>
                </c:pt>
                <c:pt idx="4135">
                  <c:v>42682</c:v>
                </c:pt>
                <c:pt idx="4136">
                  <c:v>42683</c:v>
                </c:pt>
                <c:pt idx="4137">
                  <c:v>42684</c:v>
                </c:pt>
                <c:pt idx="4138">
                  <c:v>42685</c:v>
                </c:pt>
                <c:pt idx="4139">
                  <c:v>42688</c:v>
                </c:pt>
                <c:pt idx="4140">
                  <c:v>42689</c:v>
                </c:pt>
                <c:pt idx="4141">
                  <c:v>42690</c:v>
                </c:pt>
                <c:pt idx="4142">
                  <c:v>42691</c:v>
                </c:pt>
                <c:pt idx="4143">
                  <c:v>42692</c:v>
                </c:pt>
                <c:pt idx="4144">
                  <c:v>42695</c:v>
                </c:pt>
                <c:pt idx="4145">
                  <c:v>42696</c:v>
                </c:pt>
                <c:pt idx="4146">
                  <c:v>42697</c:v>
                </c:pt>
                <c:pt idx="4147">
                  <c:v>42698</c:v>
                </c:pt>
                <c:pt idx="4148">
                  <c:v>42699</c:v>
                </c:pt>
                <c:pt idx="4149">
                  <c:v>42702</c:v>
                </c:pt>
                <c:pt idx="4150">
                  <c:v>42703</c:v>
                </c:pt>
                <c:pt idx="4151">
                  <c:v>42704</c:v>
                </c:pt>
                <c:pt idx="4152">
                  <c:v>42705</c:v>
                </c:pt>
                <c:pt idx="4153">
                  <c:v>42706</c:v>
                </c:pt>
                <c:pt idx="4154">
                  <c:v>42709</c:v>
                </c:pt>
                <c:pt idx="4155">
                  <c:v>42710</c:v>
                </c:pt>
                <c:pt idx="4156">
                  <c:v>42711</c:v>
                </c:pt>
                <c:pt idx="4157">
                  <c:v>42712</c:v>
                </c:pt>
                <c:pt idx="4158">
                  <c:v>42713</c:v>
                </c:pt>
                <c:pt idx="4159">
                  <c:v>42716</c:v>
                </c:pt>
                <c:pt idx="4160">
                  <c:v>42717</c:v>
                </c:pt>
                <c:pt idx="4161">
                  <c:v>42718</c:v>
                </c:pt>
                <c:pt idx="4162">
                  <c:v>42719</c:v>
                </c:pt>
                <c:pt idx="4163">
                  <c:v>42720</c:v>
                </c:pt>
                <c:pt idx="4164">
                  <c:v>42723</c:v>
                </c:pt>
                <c:pt idx="4165">
                  <c:v>42724</c:v>
                </c:pt>
                <c:pt idx="4166">
                  <c:v>42725</c:v>
                </c:pt>
                <c:pt idx="4167">
                  <c:v>42726</c:v>
                </c:pt>
                <c:pt idx="4168">
                  <c:v>42727</c:v>
                </c:pt>
                <c:pt idx="4169">
                  <c:v>42730</c:v>
                </c:pt>
                <c:pt idx="4170">
                  <c:v>42731</c:v>
                </c:pt>
                <c:pt idx="4171">
                  <c:v>42732</c:v>
                </c:pt>
                <c:pt idx="4172">
                  <c:v>42733</c:v>
                </c:pt>
                <c:pt idx="4173">
                  <c:v>42734</c:v>
                </c:pt>
                <c:pt idx="4174">
                  <c:v>42737</c:v>
                </c:pt>
                <c:pt idx="4175">
                  <c:v>42738</c:v>
                </c:pt>
                <c:pt idx="4176">
                  <c:v>42739</c:v>
                </c:pt>
                <c:pt idx="4177">
                  <c:v>42740</c:v>
                </c:pt>
                <c:pt idx="4178">
                  <c:v>42741</c:v>
                </c:pt>
                <c:pt idx="4179">
                  <c:v>42744</c:v>
                </c:pt>
                <c:pt idx="4180">
                  <c:v>42745</c:v>
                </c:pt>
                <c:pt idx="4181">
                  <c:v>42746</c:v>
                </c:pt>
                <c:pt idx="4182">
                  <c:v>42747</c:v>
                </c:pt>
                <c:pt idx="4183">
                  <c:v>42748</c:v>
                </c:pt>
                <c:pt idx="4184">
                  <c:v>42751</c:v>
                </c:pt>
                <c:pt idx="4185">
                  <c:v>42752</c:v>
                </c:pt>
                <c:pt idx="4186">
                  <c:v>42753</c:v>
                </c:pt>
                <c:pt idx="4187">
                  <c:v>42754</c:v>
                </c:pt>
                <c:pt idx="4188">
                  <c:v>42755</c:v>
                </c:pt>
                <c:pt idx="4189">
                  <c:v>42758</c:v>
                </c:pt>
                <c:pt idx="4190">
                  <c:v>42759</c:v>
                </c:pt>
                <c:pt idx="4191">
                  <c:v>42760</c:v>
                </c:pt>
                <c:pt idx="4192">
                  <c:v>42761</c:v>
                </c:pt>
                <c:pt idx="4193">
                  <c:v>42762</c:v>
                </c:pt>
                <c:pt idx="4194">
                  <c:v>42765</c:v>
                </c:pt>
                <c:pt idx="4195">
                  <c:v>42766</c:v>
                </c:pt>
                <c:pt idx="4196">
                  <c:v>42767</c:v>
                </c:pt>
                <c:pt idx="4197">
                  <c:v>42768</c:v>
                </c:pt>
                <c:pt idx="4198">
                  <c:v>42769</c:v>
                </c:pt>
                <c:pt idx="4199">
                  <c:v>42772</c:v>
                </c:pt>
                <c:pt idx="4200">
                  <c:v>42773</c:v>
                </c:pt>
                <c:pt idx="4201">
                  <c:v>42774</c:v>
                </c:pt>
                <c:pt idx="4202">
                  <c:v>42775</c:v>
                </c:pt>
                <c:pt idx="4203">
                  <c:v>42776</c:v>
                </c:pt>
                <c:pt idx="4204">
                  <c:v>42779</c:v>
                </c:pt>
                <c:pt idx="4205">
                  <c:v>42780</c:v>
                </c:pt>
                <c:pt idx="4206">
                  <c:v>42781</c:v>
                </c:pt>
                <c:pt idx="4207">
                  <c:v>42782</c:v>
                </c:pt>
                <c:pt idx="4208">
                  <c:v>42783</c:v>
                </c:pt>
                <c:pt idx="4209">
                  <c:v>42786</c:v>
                </c:pt>
                <c:pt idx="4210">
                  <c:v>42787</c:v>
                </c:pt>
                <c:pt idx="4211">
                  <c:v>42788</c:v>
                </c:pt>
                <c:pt idx="4212">
                  <c:v>42789</c:v>
                </c:pt>
                <c:pt idx="4213">
                  <c:v>42790</c:v>
                </c:pt>
                <c:pt idx="4214">
                  <c:v>42793</c:v>
                </c:pt>
                <c:pt idx="4215">
                  <c:v>42794</c:v>
                </c:pt>
                <c:pt idx="4216">
                  <c:v>42795</c:v>
                </c:pt>
                <c:pt idx="4217">
                  <c:v>42796</c:v>
                </c:pt>
                <c:pt idx="4218">
                  <c:v>42797</c:v>
                </c:pt>
                <c:pt idx="4219">
                  <c:v>42800</c:v>
                </c:pt>
                <c:pt idx="4220">
                  <c:v>42801</c:v>
                </c:pt>
                <c:pt idx="4221">
                  <c:v>42802</c:v>
                </c:pt>
                <c:pt idx="4222">
                  <c:v>42803</c:v>
                </c:pt>
                <c:pt idx="4223">
                  <c:v>42804</c:v>
                </c:pt>
                <c:pt idx="4224">
                  <c:v>42807</c:v>
                </c:pt>
                <c:pt idx="4225">
                  <c:v>42808</c:v>
                </c:pt>
                <c:pt idx="4226">
                  <c:v>42809</c:v>
                </c:pt>
                <c:pt idx="4227">
                  <c:v>42810</c:v>
                </c:pt>
                <c:pt idx="4228">
                  <c:v>42811</c:v>
                </c:pt>
                <c:pt idx="4229">
                  <c:v>42814</c:v>
                </c:pt>
                <c:pt idx="4230">
                  <c:v>42815</c:v>
                </c:pt>
                <c:pt idx="4231">
                  <c:v>42816</c:v>
                </c:pt>
                <c:pt idx="4232">
                  <c:v>42817</c:v>
                </c:pt>
                <c:pt idx="4233">
                  <c:v>42818</c:v>
                </c:pt>
                <c:pt idx="4234">
                  <c:v>42821</c:v>
                </c:pt>
                <c:pt idx="4235">
                  <c:v>42822</c:v>
                </c:pt>
                <c:pt idx="4236">
                  <c:v>42823</c:v>
                </c:pt>
                <c:pt idx="4237">
                  <c:v>42824</c:v>
                </c:pt>
                <c:pt idx="4238">
                  <c:v>42825</c:v>
                </c:pt>
                <c:pt idx="4239">
                  <c:v>42828</c:v>
                </c:pt>
                <c:pt idx="4240">
                  <c:v>42829</c:v>
                </c:pt>
                <c:pt idx="4241">
                  <c:v>42830</c:v>
                </c:pt>
                <c:pt idx="4242">
                  <c:v>42831</c:v>
                </c:pt>
                <c:pt idx="4243">
                  <c:v>42832</c:v>
                </c:pt>
                <c:pt idx="4244">
                  <c:v>42835</c:v>
                </c:pt>
                <c:pt idx="4245">
                  <c:v>42836</c:v>
                </c:pt>
                <c:pt idx="4246">
                  <c:v>42837</c:v>
                </c:pt>
                <c:pt idx="4247">
                  <c:v>42838</c:v>
                </c:pt>
                <c:pt idx="4248">
                  <c:v>42839</c:v>
                </c:pt>
                <c:pt idx="4249">
                  <c:v>42842</c:v>
                </c:pt>
                <c:pt idx="4250">
                  <c:v>42843</c:v>
                </c:pt>
                <c:pt idx="4251">
                  <c:v>42844</c:v>
                </c:pt>
                <c:pt idx="4252">
                  <c:v>42845</c:v>
                </c:pt>
                <c:pt idx="4253">
                  <c:v>42846</c:v>
                </c:pt>
                <c:pt idx="4254">
                  <c:v>42849</c:v>
                </c:pt>
                <c:pt idx="4255">
                  <c:v>42850</c:v>
                </c:pt>
                <c:pt idx="4256">
                  <c:v>42851</c:v>
                </c:pt>
                <c:pt idx="4257">
                  <c:v>42852</c:v>
                </c:pt>
                <c:pt idx="4258">
                  <c:v>42853</c:v>
                </c:pt>
                <c:pt idx="4259">
                  <c:v>42856</c:v>
                </c:pt>
                <c:pt idx="4260">
                  <c:v>42857</c:v>
                </c:pt>
                <c:pt idx="4261">
                  <c:v>42858</c:v>
                </c:pt>
                <c:pt idx="4262">
                  <c:v>42859</c:v>
                </c:pt>
                <c:pt idx="4263">
                  <c:v>42860</c:v>
                </c:pt>
                <c:pt idx="4264">
                  <c:v>42863</c:v>
                </c:pt>
                <c:pt idx="4265">
                  <c:v>42864</c:v>
                </c:pt>
                <c:pt idx="4266">
                  <c:v>42865</c:v>
                </c:pt>
                <c:pt idx="4267">
                  <c:v>42866</c:v>
                </c:pt>
                <c:pt idx="4268">
                  <c:v>42867</c:v>
                </c:pt>
                <c:pt idx="4269">
                  <c:v>42870</c:v>
                </c:pt>
                <c:pt idx="4270">
                  <c:v>42871</c:v>
                </c:pt>
                <c:pt idx="4271">
                  <c:v>42872</c:v>
                </c:pt>
                <c:pt idx="4272">
                  <c:v>42873</c:v>
                </c:pt>
                <c:pt idx="4273">
                  <c:v>42874</c:v>
                </c:pt>
                <c:pt idx="4274">
                  <c:v>42877</c:v>
                </c:pt>
                <c:pt idx="4275">
                  <c:v>42878</c:v>
                </c:pt>
                <c:pt idx="4276">
                  <c:v>42879</c:v>
                </c:pt>
                <c:pt idx="4277">
                  <c:v>42880</c:v>
                </c:pt>
                <c:pt idx="4278">
                  <c:v>42881</c:v>
                </c:pt>
                <c:pt idx="4279">
                  <c:v>42884</c:v>
                </c:pt>
                <c:pt idx="4280">
                  <c:v>42885</c:v>
                </c:pt>
                <c:pt idx="4281">
                  <c:v>42886</c:v>
                </c:pt>
                <c:pt idx="4282">
                  <c:v>42887</c:v>
                </c:pt>
                <c:pt idx="4283">
                  <c:v>42888</c:v>
                </c:pt>
                <c:pt idx="4284">
                  <c:v>42891</c:v>
                </c:pt>
                <c:pt idx="4285">
                  <c:v>42892</c:v>
                </c:pt>
                <c:pt idx="4286">
                  <c:v>42893</c:v>
                </c:pt>
                <c:pt idx="4287">
                  <c:v>42894</c:v>
                </c:pt>
                <c:pt idx="4288">
                  <c:v>42895</c:v>
                </c:pt>
                <c:pt idx="4289">
                  <c:v>42898</c:v>
                </c:pt>
                <c:pt idx="4290">
                  <c:v>42899</c:v>
                </c:pt>
                <c:pt idx="4291">
                  <c:v>42900</c:v>
                </c:pt>
                <c:pt idx="4292">
                  <c:v>42901</c:v>
                </c:pt>
                <c:pt idx="4293">
                  <c:v>42902</c:v>
                </c:pt>
                <c:pt idx="4294">
                  <c:v>42905</c:v>
                </c:pt>
                <c:pt idx="4295">
                  <c:v>42906</c:v>
                </c:pt>
                <c:pt idx="4296">
                  <c:v>42907</c:v>
                </c:pt>
                <c:pt idx="4297">
                  <c:v>42908</c:v>
                </c:pt>
                <c:pt idx="4298">
                  <c:v>42909</c:v>
                </c:pt>
                <c:pt idx="4299">
                  <c:v>42912</c:v>
                </c:pt>
                <c:pt idx="4300">
                  <c:v>42913</c:v>
                </c:pt>
                <c:pt idx="4301">
                  <c:v>42914</c:v>
                </c:pt>
                <c:pt idx="4302">
                  <c:v>42915</c:v>
                </c:pt>
                <c:pt idx="4303">
                  <c:v>42916</c:v>
                </c:pt>
                <c:pt idx="4304">
                  <c:v>42919</c:v>
                </c:pt>
                <c:pt idx="4305">
                  <c:v>42920</c:v>
                </c:pt>
                <c:pt idx="4306">
                  <c:v>42921</c:v>
                </c:pt>
                <c:pt idx="4307">
                  <c:v>42922</c:v>
                </c:pt>
                <c:pt idx="4308">
                  <c:v>42923</c:v>
                </c:pt>
                <c:pt idx="4309">
                  <c:v>42926</c:v>
                </c:pt>
                <c:pt idx="4310">
                  <c:v>42927</c:v>
                </c:pt>
                <c:pt idx="4311">
                  <c:v>42928</c:v>
                </c:pt>
                <c:pt idx="4312">
                  <c:v>42929</c:v>
                </c:pt>
                <c:pt idx="4313">
                  <c:v>42930</c:v>
                </c:pt>
                <c:pt idx="4314">
                  <c:v>42933</c:v>
                </c:pt>
                <c:pt idx="4315">
                  <c:v>42934</c:v>
                </c:pt>
                <c:pt idx="4316">
                  <c:v>42935</c:v>
                </c:pt>
                <c:pt idx="4317">
                  <c:v>42936</c:v>
                </c:pt>
                <c:pt idx="4318">
                  <c:v>42937</c:v>
                </c:pt>
                <c:pt idx="4319">
                  <c:v>42940</c:v>
                </c:pt>
                <c:pt idx="4320">
                  <c:v>42941</c:v>
                </c:pt>
                <c:pt idx="4321">
                  <c:v>42942</c:v>
                </c:pt>
                <c:pt idx="4322">
                  <c:v>42943</c:v>
                </c:pt>
                <c:pt idx="4323">
                  <c:v>42944</c:v>
                </c:pt>
                <c:pt idx="4324">
                  <c:v>42947</c:v>
                </c:pt>
                <c:pt idx="4325">
                  <c:v>42948</c:v>
                </c:pt>
                <c:pt idx="4326">
                  <c:v>42949</c:v>
                </c:pt>
                <c:pt idx="4327">
                  <c:v>42950</c:v>
                </c:pt>
                <c:pt idx="4328">
                  <c:v>42951</c:v>
                </c:pt>
                <c:pt idx="4329">
                  <c:v>42954</c:v>
                </c:pt>
                <c:pt idx="4330">
                  <c:v>42955</c:v>
                </c:pt>
                <c:pt idx="4331">
                  <c:v>42956</c:v>
                </c:pt>
                <c:pt idx="4332">
                  <c:v>42957</c:v>
                </c:pt>
                <c:pt idx="4333">
                  <c:v>42958</c:v>
                </c:pt>
                <c:pt idx="4334">
                  <c:v>42961</c:v>
                </c:pt>
                <c:pt idx="4335">
                  <c:v>42962</c:v>
                </c:pt>
                <c:pt idx="4336">
                  <c:v>42963</c:v>
                </c:pt>
                <c:pt idx="4337">
                  <c:v>42964</c:v>
                </c:pt>
                <c:pt idx="4338">
                  <c:v>42965</c:v>
                </c:pt>
                <c:pt idx="4339">
                  <c:v>42968</c:v>
                </c:pt>
                <c:pt idx="4340">
                  <c:v>42969</c:v>
                </c:pt>
                <c:pt idx="4341">
                  <c:v>42970</c:v>
                </c:pt>
                <c:pt idx="4342">
                  <c:v>42971</c:v>
                </c:pt>
                <c:pt idx="4343">
                  <c:v>42972</c:v>
                </c:pt>
                <c:pt idx="4344">
                  <c:v>42975</c:v>
                </c:pt>
                <c:pt idx="4345">
                  <c:v>42976</c:v>
                </c:pt>
                <c:pt idx="4346">
                  <c:v>42977</c:v>
                </c:pt>
                <c:pt idx="4347">
                  <c:v>42978</c:v>
                </c:pt>
                <c:pt idx="4348">
                  <c:v>42979</c:v>
                </c:pt>
                <c:pt idx="4349">
                  <c:v>42982</c:v>
                </c:pt>
                <c:pt idx="4350">
                  <c:v>42983</c:v>
                </c:pt>
                <c:pt idx="4351">
                  <c:v>42984</c:v>
                </c:pt>
                <c:pt idx="4352">
                  <c:v>42985</c:v>
                </c:pt>
                <c:pt idx="4353">
                  <c:v>42986</c:v>
                </c:pt>
                <c:pt idx="4354">
                  <c:v>42989</c:v>
                </c:pt>
                <c:pt idx="4355">
                  <c:v>42990</c:v>
                </c:pt>
                <c:pt idx="4356">
                  <c:v>42991</c:v>
                </c:pt>
                <c:pt idx="4357">
                  <c:v>42992</c:v>
                </c:pt>
                <c:pt idx="4358">
                  <c:v>42993</c:v>
                </c:pt>
                <c:pt idx="4359">
                  <c:v>42996</c:v>
                </c:pt>
                <c:pt idx="4360">
                  <c:v>42997</c:v>
                </c:pt>
                <c:pt idx="4361">
                  <c:v>42998</c:v>
                </c:pt>
                <c:pt idx="4362">
                  <c:v>42999</c:v>
                </c:pt>
                <c:pt idx="4363">
                  <c:v>43000</c:v>
                </c:pt>
                <c:pt idx="4364">
                  <c:v>43003</c:v>
                </c:pt>
                <c:pt idx="4365">
                  <c:v>43004</c:v>
                </c:pt>
                <c:pt idx="4366">
                  <c:v>43005</c:v>
                </c:pt>
                <c:pt idx="4367">
                  <c:v>43006</c:v>
                </c:pt>
                <c:pt idx="4368">
                  <c:v>43007</c:v>
                </c:pt>
                <c:pt idx="4369">
                  <c:v>43010</c:v>
                </c:pt>
                <c:pt idx="4370">
                  <c:v>43011</c:v>
                </c:pt>
                <c:pt idx="4371">
                  <c:v>43012</c:v>
                </c:pt>
                <c:pt idx="4372">
                  <c:v>43013</c:v>
                </c:pt>
                <c:pt idx="4373">
                  <c:v>43014</c:v>
                </c:pt>
                <c:pt idx="4374">
                  <c:v>43017</c:v>
                </c:pt>
                <c:pt idx="4375">
                  <c:v>43018</c:v>
                </c:pt>
                <c:pt idx="4376">
                  <c:v>43019</c:v>
                </c:pt>
                <c:pt idx="4377">
                  <c:v>43020</c:v>
                </c:pt>
                <c:pt idx="4378">
                  <c:v>43021</c:v>
                </c:pt>
                <c:pt idx="4379">
                  <c:v>43024</c:v>
                </c:pt>
                <c:pt idx="4380">
                  <c:v>43025</c:v>
                </c:pt>
                <c:pt idx="4381">
                  <c:v>43026</c:v>
                </c:pt>
                <c:pt idx="4382">
                  <c:v>43027</c:v>
                </c:pt>
                <c:pt idx="4383">
                  <c:v>43028</c:v>
                </c:pt>
                <c:pt idx="4384">
                  <c:v>43031</c:v>
                </c:pt>
                <c:pt idx="4385">
                  <c:v>43032</c:v>
                </c:pt>
                <c:pt idx="4386">
                  <c:v>43033</c:v>
                </c:pt>
                <c:pt idx="4387">
                  <c:v>43034</c:v>
                </c:pt>
                <c:pt idx="4388">
                  <c:v>43035</c:v>
                </c:pt>
                <c:pt idx="4389">
                  <c:v>43038</c:v>
                </c:pt>
                <c:pt idx="4390">
                  <c:v>43039</c:v>
                </c:pt>
                <c:pt idx="4391">
                  <c:v>43040</c:v>
                </c:pt>
                <c:pt idx="4392">
                  <c:v>43041</c:v>
                </c:pt>
                <c:pt idx="4393">
                  <c:v>43042</c:v>
                </c:pt>
                <c:pt idx="4394">
                  <c:v>43045</c:v>
                </c:pt>
                <c:pt idx="4395">
                  <c:v>43046</c:v>
                </c:pt>
                <c:pt idx="4396">
                  <c:v>43047</c:v>
                </c:pt>
                <c:pt idx="4397">
                  <c:v>43048</c:v>
                </c:pt>
                <c:pt idx="4398">
                  <c:v>43049</c:v>
                </c:pt>
                <c:pt idx="4399">
                  <c:v>43052</c:v>
                </c:pt>
                <c:pt idx="4400">
                  <c:v>43053</c:v>
                </c:pt>
                <c:pt idx="4401">
                  <c:v>43054</c:v>
                </c:pt>
                <c:pt idx="4402">
                  <c:v>43055</c:v>
                </c:pt>
                <c:pt idx="4403">
                  <c:v>43056</c:v>
                </c:pt>
                <c:pt idx="4404">
                  <c:v>43059</c:v>
                </c:pt>
                <c:pt idx="4405">
                  <c:v>43060</c:v>
                </c:pt>
                <c:pt idx="4406">
                  <c:v>43061</c:v>
                </c:pt>
                <c:pt idx="4407">
                  <c:v>43062</c:v>
                </c:pt>
                <c:pt idx="4408">
                  <c:v>43063</c:v>
                </c:pt>
                <c:pt idx="4409">
                  <c:v>43066</c:v>
                </c:pt>
                <c:pt idx="4410">
                  <c:v>43067</c:v>
                </c:pt>
                <c:pt idx="4411">
                  <c:v>43068</c:v>
                </c:pt>
                <c:pt idx="4412">
                  <c:v>43069</c:v>
                </c:pt>
                <c:pt idx="4413">
                  <c:v>43070</c:v>
                </c:pt>
                <c:pt idx="4414">
                  <c:v>43073</c:v>
                </c:pt>
                <c:pt idx="4415">
                  <c:v>43074</c:v>
                </c:pt>
                <c:pt idx="4416">
                  <c:v>43075</c:v>
                </c:pt>
                <c:pt idx="4417">
                  <c:v>43076</c:v>
                </c:pt>
                <c:pt idx="4418">
                  <c:v>43077</c:v>
                </c:pt>
                <c:pt idx="4419">
                  <c:v>43080</c:v>
                </c:pt>
                <c:pt idx="4420">
                  <c:v>43081</c:v>
                </c:pt>
                <c:pt idx="4421">
                  <c:v>43082</c:v>
                </c:pt>
                <c:pt idx="4422">
                  <c:v>43083</c:v>
                </c:pt>
                <c:pt idx="4423">
                  <c:v>43084</c:v>
                </c:pt>
                <c:pt idx="4424">
                  <c:v>43087</c:v>
                </c:pt>
                <c:pt idx="4425">
                  <c:v>43088</c:v>
                </c:pt>
                <c:pt idx="4426">
                  <c:v>43089</c:v>
                </c:pt>
                <c:pt idx="4427">
                  <c:v>43090</c:v>
                </c:pt>
                <c:pt idx="4428">
                  <c:v>43091</c:v>
                </c:pt>
                <c:pt idx="4429">
                  <c:v>43094</c:v>
                </c:pt>
                <c:pt idx="4430">
                  <c:v>43095</c:v>
                </c:pt>
                <c:pt idx="4431">
                  <c:v>43096</c:v>
                </c:pt>
                <c:pt idx="4432">
                  <c:v>43097</c:v>
                </c:pt>
                <c:pt idx="4433">
                  <c:v>43098</c:v>
                </c:pt>
                <c:pt idx="4434">
                  <c:v>43101</c:v>
                </c:pt>
                <c:pt idx="4435">
                  <c:v>43102</c:v>
                </c:pt>
                <c:pt idx="4436">
                  <c:v>43103</c:v>
                </c:pt>
                <c:pt idx="4437">
                  <c:v>43104</c:v>
                </c:pt>
                <c:pt idx="4438">
                  <c:v>43105</c:v>
                </c:pt>
                <c:pt idx="4439">
                  <c:v>43108</c:v>
                </c:pt>
                <c:pt idx="4440">
                  <c:v>43109</c:v>
                </c:pt>
                <c:pt idx="4441">
                  <c:v>43110</c:v>
                </c:pt>
                <c:pt idx="4442">
                  <c:v>43111</c:v>
                </c:pt>
                <c:pt idx="4443">
                  <c:v>43112</c:v>
                </c:pt>
                <c:pt idx="4444">
                  <c:v>43115</c:v>
                </c:pt>
                <c:pt idx="4445">
                  <c:v>43116</c:v>
                </c:pt>
                <c:pt idx="4446">
                  <c:v>43117</c:v>
                </c:pt>
                <c:pt idx="4447">
                  <c:v>43118</c:v>
                </c:pt>
                <c:pt idx="4448">
                  <c:v>43119</c:v>
                </c:pt>
                <c:pt idx="4449">
                  <c:v>43122</c:v>
                </c:pt>
                <c:pt idx="4450">
                  <c:v>43123</c:v>
                </c:pt>
                <c:pt idx="4451">
                  <c:v>43124</c:v>
                </c:pt>
                <c:pt idx="4452">
                  <c:v>43125</c:v>
                </c:pt>
                <c:pt idx="4453">
                  <c:v>43126</c:v>
                </c:pt>
                <c:pt idx="4454">
                  <c:v>43129</c:v>
                </c:pt>
                <c:pt idx="4455">
                  <c:v>43130</c:v>
                </c:pt>
                <c:pt idx="4456">
                  <c:v>43131</c:v>
                </c:pt>
                <c:pt idx="4457">
                  <c:v>43132</c:v>
                </c:pt>
                <c:pt idx="4458">
                  <c:v>43133</c:v>
                </c:pt>
                <c:pt idx="4459">
                  <c:v>43136</c:v>
                </c:pt>
                <c:pt idx="4460">
                  <c:v>43137</c:v>
                </c:pt>
                <c:pt idx="4461">
                  <c:v>43138</c:v>
                </c:pt>
                <c:pt idx="4462">
                  <c:v>43139</c:v>
                </c:pt>
                <c:pt idx="4463">
                  <c:v>43140</c:v>
                </c:pt>
                <c:pt idx="4464">
                  <c:v>43143</c:v>
                </c:pt>
                <c:pt idx="4465">
                  <c:v>43144</c:v>
                </c:pt>
                <c:pt idx="4466">
                  <c:v>43145</c:v>
                </c:pt>
                <c:pt idx="4467">
                  <c:v>43146</c:v>
                </c:pt>
                <c:pt idx="4468">
                  <c:v>43147</c:v>
                </c:pt>
                <c:pt idx="4469">
                  <c:v>43150</c:v>
                </c:pt>
                <c:pt idx="4470">
                  <c:v>43151</c:v>
                </c:pt>
                <c:pt idx="4471">
                  <c:v>43152</c:v>
                </c:pt>
                <c:pt idx="4472">
                  <c:v>43153</c:v>
                </c:pt>
                <c:pt idx="4473">
                  <c:v>43154</c:v>
                </c:pt>
                <c:pt idx="4474">
                  <c:v>43157</c:v>
                </c:pt>
                <c:pt idx="4475">
                  <c:v>43158</c:v>
                </c:pt>
                <c:pt idx="4476">
                  <c:v>43159</c:v>
                </c:pt>
                <c:pt idx="4477">
                  <c:v>43160</c:v>
                </c:pt>
                <c:pt idx="4478">
                  <c:v>43161</c:v>
                </c:pt>
                <c:pt idx="4479">
                  <c:v>43164</c:v>
                </c:pt>
                <c:pt idx="4480">
                  <c:v>43165</c:v>
                </c:pt>
                <c:pt idx="4481">
                  <c:v>43166</c:v>
                </c:pt>
                <c:pt idx="4482">
                  <c:v>43167</c:v>
                </c:pt>
                <c:pt idx="4483">
                  <c:v>43168</c:v>
                </c:pt>
                <c:pt idx="4484">
                  <c:v>43171</c:v>
                </c:pt>
                <c:pt idx="4485">
                  <c:v>43172</c:v>
                </c:pt>
                <c:pt idx="4486">
                  <c:v>43173</c:v>
                </c:pt>
                <c:pt idx="4487">
                  <c:v>43174</c:v>
                </c:pt>
                <c:pt idx="4488">
                  <c:v>43175</c:v>
                </c:pt>
                <c:pt idx="4489">
                  <c:v>43178</c:v>
                </c:pt>
                <c:pt idx="4490">
                  <c:v>43179</c:v>
                </c:pt>
                <c:pt idx="4491">
                  <c:v>43180</c:v>
                </c:pt>
                <c:pt idx="4492">
                  <c:v>43181</c:v>
                </c:pt>
                <c:pt idx="4493">
                  <c:v>43182</c:v>
                </c:pt>
                <c:pt idx="4494">
                  <c:v>43185</c:v>
                </c:pt>
                <c:pt idx="4495">
                  <c:v>43186</c:v>
                </c:pt>
                <c:pt idx="4496">
                  <c:v>43187</c:v>
                </c:pt>
                <c:pt idx="4497">
                  <c:v>43188</c:v>
                </c:pt>
                <c:pt idx="4498">
                  <c:v>43189</c:v>
                </c:pt>
                <c:pt idx="4499">
                  <c:v>43192</c:v>
                </c:pt>
                <c:pt idx="4500">
                  <c:v>43193</c:v>
                </c:pt>
                <c:pt idx="4501">
                  <c:v>43194</c:v>
                </c:pt>
                <c:pt idx="4502">
                  <c:v>43195</c:v>
                </c:pt>
                <c:pt idx="4503">
                  <c:v>43196</c:v>
                </c:pt>
                <c:pt idx="4504">
                  <c:v>43199</c:v>
                </c:pt>
                <c:pt idx="4505">
                  <c:v>43200</c:v>
                </c:pt>
                <c:pt idx="4506">
                  <c:v>43201</c:v>
                </c:pt>
                <c:pt idx="4507">
                  <c:v>43202</c:v>
                </c:pt>
                <c:pt idx="4508">
                  <c:v>43203</c:v>
                </c:pt>
                <c:pt idx="4509">
                  <c:v>43206</c:v>
                </c:pt>
                <c:pt idx="4510">
                  <c:v>43207</c:v>
                </c:pt>
                <c:pt idx="4511">
                  <c:v>43208</c:v>
                </c:pt>
                <c:pt idx="4512">
                  <c:v>43209</c:v>
                </c:pt>
                <c:pt idx="4513">
                  <c:v>43210</c:v>
                </c:pt>
                <c:pt idx="4514">
                  <c:v>43213</c:v>
                </c:pt>
                <c:pt idx="4515">
                  <c:v>43214</c:v>
                </c:pt>
                <c:pt idx="4516">
                  <c:v>43215</c:v>
                </c:pt>
                <c:pt idx="4517">
                  <c:v>43216</c:v>
                </c:pt>
                <c:pt idx="4518">
                  <c:v>43217</c:v>
                </c:pt>
                <c:pt idx="4519">
                  <c:v>43220</c:v>
                </c:pt>
                <c:pt idx="4520">
                  <c:v>43221</c:v>
                </c:pt>
                <c:pt idx="4521">
                  <c:v>43222</c:v>
                </c:pt>
                <c:pt idx="4522">
                  <c:v>43223</c:v>
                </c:pt>
                <c:pt idx="4523">
                  <c:v>43224</c:v>
                </c:pt>
                <c:pt idx="4524">
                  <c:v>43227</c:v>
                </c:pt>
                <c:pt idx="4525">
                  <c:v>43228</c:v>
                </c:pt>
                <c:pt idx="4526">
                  <c:v>43229</c:v>
                </c:pt>
                <c:pt idx="4527">
                  <c:v>43230</c:v>
                </c:pt>
                <c:pt idx="4528">
                  <c:v>43231</c:v>
                </c:pt>
                <c:pt idx="4529">
                  <c:v>43234</c:v>
                </c:pt>
                <c:pt idx="4530">
                  <c:v>43235</c:v>
                </c:pt>
                <c:pt idx="4531">
                  <c:v>43236</c:v>
                </c:pt>
                <c:pt idx="4532">
                  <c:v>43237</c:v>
                </c:pt>
                <c:pt idx="4533">
                  <c:v>43238</c:v>
                </c:pt>
                <c:pt idx="4534">
                  <c:v>43241</c:v>
                </c:pt>
                <c:pt idx="4535">
                  <c:v>43242</c:v>
                </c:pt>
                <c:pt idx="4536">
                  <c:v>43243</c:v>
                </c:pt>
                <c:pt idx="4537">
                  <c:v>43244</c:v>
                </c:pt>
                <c:pt idx="4538">
                  <c:v>43245</c:v>
                </c:pt>
                <c:pt idx="4539">
                  <c:v>43248</c:v>
                </c:pt>
                <c:pt idx="4540">
                  <c:v>43249</c:v>
                </c:pt>
                <c:pt idx="4541">
                  <c:v>43250</c:v>
                </c:pt>
                <c:pt idx="4542">
                  <c:v>43251</c:v>
                </c:pt>
                <c:pt idx="4543">
                  <c:v>43252</c:v>
                </c:pt>
                <c:pt idx="4544">
                  <c:v>43255</c:v>
                </c:pt>
                <c:pt idx="4545">
                  <c:v>43256</c:v>
                </c:pt>
                <c:pt idx="4546">
                  <c:v>43257</c:v>
                </c:pt>
                <c:pt idx="4547">
                  <c:v>43258</c:v>
                </c:pt>
                <c:pt idx="4548">
                  <c:v>43259</c:v>
                </c:pt>
                <c:pt idx="4549">
                  <c:v>43262</c:v>
                </c:pt>
                <c:pt idx="4550">
                  <c:v>43263</c:v>
                </c:pt>
                <c:pt idx="4551">
                  <c:v>43264</c:v>
                </c:pt>
                <c:pt idx="4552">
                  <c:v>43265</c:v>
                </c:pt>
                <c:pt idx="4553">
                  <c:v>43266</c:v>
                </c:pt>
                <c:pt idx="4554">
                  <c:v>43269</c:v>
                </c:pt>
                <c:pt idx="4555">
                  <c:v>43270</c:v>
                </c:pt>
                <c:pt idx="4556">
                  <c:v>43271</c:v>
                </c:pt>
                <c:pt idx="4557">
                  <c:v>43272</c:v>
                </c:pt>
                <c:pt idx="4558">
                  <c:v>43273</c:v>
                </c:pt>
                <c:pt idx="4559">
                  <c:v>43276</c:v>
                </c:pt>
                <c:pt idx="4560">
                  <c:v>43277</c:v>
                </c:pt>
                <c:pt idx="4561">
                  <c:v>43278</c:v>
                </c:pt>
                <c:pt idx="4562">
                  <c:v>43279</c:v>
                </c:pt>
                <c:pt idx="4563">
                  <c:v>43280</c:v>
                </c:pt>
                <c:pt idx="4564">
                  <c:v>43283</c:v>
                </c:pt>
                <c:pt idx="4565">
                  <c:v>43284</c:v>
                </c:pt>
                <c:pt idx="4566">
                  <c:v>43285</c:v>
                </c:pt>
                <c:pt idx="4567">
                  <c:v>43286</c:v>
                </c:pt>
                <c:pt idx="4568">
                  <c:v>43287</c:v>
                </c:pt>
                <c:pt idx="4569">
                  <c:v>43290</c:v>
                </c:pt>
                <c:pt idx="4570">
                  <c:v>43291</c:v>
                </c:pt>
                <c:pt idx="4571">
                  <c:v>43292</c:v>
                </c:pt>
                <c:pt idx="4572">
                  <c:v>43293</c:v>
                </c:pt>
                <c:pt idx="4573">
                  <c:v>43294</c:v>
                </c:pt>
                <c:pt idx="4574">
                  <c:v>43297</c:v>
                </c:pt>
                <c:pt idx="4575">
                  <c:v>43298</c:v>
                </c:pt>
                <c:pt idx="4576">
                  <c:v>43299</c:v>
                </c:pt>
                <c:pt idx="4577">
                  <c:v>43300</c:v>
                </c:pt>
                <c:pt idx="4578">
                  <c:v>43301</c:v>
                </c:pt>
                <c:pt idx="4579">
                  <c:v>43304</c:v>
                </c:pt>
                <c:pt idx="4580">
                  <c:v>43305</c:v>
                </c:pt>
                <c:pt idx="4581">
                  <c:v>43306</c:v>
                </c:pt>
                <c:pt idx="4582">
                  <c:v>43307</c:v>
                </c:pt>
                <c:pt idx="4583">
                  <c:v>43308</c:v>
                </c:pt>
                <c:pt idx="4584">
                  <c:v>43311</c:v>
                </c:pt>
                <c:pt idx="4585">
                  <c:v>43312</c:v>
                </c:pt>
                <c:pt idx="4586">
                  <c:v>43313</c:v>
                </c:pt>
                <c:pt idx="4587">
                  <c:v>43314</c:v>
                </c:pt>
                <c:pt idx="4588">
                  <c:v>43315</c:v>
                </c:pt>
                <c:pt idx="4589">
                  <c:v>43318</c:v>
                </c:pt>
                <c:pt idx="4590">
                  <c:v>43319</c:v>
                </c:pt>
                <c:pt idx="4591">
                  <c:v>43320</c:v>
                </c:pt>
                <c:pt idx="4592">
                  <c:v>43321</c:v>
                </c:pt>
                <c:pt idx="4593">
                  <c:v>43322</c:v>
                </c:pt>
                <c:pt idx="4594">
                  <c:v>43325</c:v>
                </c:pt>
                <c:pt idx="4595">
                  <c:v>43326</c:v>
                </c:pt>
                <c:pt idx="4596">
                  <c:v>43327</c:v>
                </c:pt>
                <c:pt idx="4597">
                  <c:v>43328</c:v>
                </c:pt>
                <c:pt idx="4598">
                  <c:v>43329</c:v>
                </c:pt>
                <c:pt idx="4599">
                  <c:v>43332</c:v>
                </c:pt>
                <c:pt idx="4600">
                  <c:v>43333</c:v>
                </c:pt>
                <c:pt idx="4601">
                  <c:v>43334</c:v>
                </c:pt>
                <c:pt idx="4602">
                  <c:v>43335</c:v>
                </c:pt>
                <c:pt idx="4603">
                  <c:v>43336</c:v>
                </c:pt>
                <c:pt idx="4604">
                  <c:v>43339</c:v>
                </c:pt>
                <c:pt idx="4605">
                  <c:v>43340</c:v>
                </c:pt>
                <c:pt idx="4606">
                  <c:v>43341</c:v>
                </c:pt>
                <c:pt idx="4607">
                  <c:v>43342</c:v>
                </c:pt>
                <c:pt idx="4608">
                  <c:v>43343</c:v>
                </c:pt>
                <c:pt idx="4609">
                  <c:v>43346</c:v>
                </c:pt>
                <c:pt idx="4610">
                  <c:v>43347</c:v>
                </c:pt>
                <c:pt idx="4611">
                  <c:v>43348</c:v>
                </c:pt>
                <c:pt idx="4612">
                  <c:v>43349</c:v>
                </c:pt>
                <c:pt idx="4613">
                  <c:v>43350</c:v>
                </c:pt>
                <c:pt idx="4614">
                  <c:v>43353</c:v>
                </c:pt>
                <c:pt idx="4615">
                  <c:v>43354</c:v>
                </c:pt>
                <c:pt idx="4616">
                  <c:v>43355</c:v>
                </c:pt>
                <c:pt idx="4617">
                  <c:v>43356</c:v>
                </c:pt>
                <c:pt idx="4618">
                  <c:v>43357</c:v>
                </c:pt>
                <c:pt idx="4619">
                  <c:v>43360</c:v>
                </c:pt>
                <c:pt idx="4620">
                  <c:v>43361</c:v>
                </c:pt>
                <c:pt idx="4621">
                  <c:v>43362</c:v>
                </c:pt>
                <c:pt idx="4622">
                  <c:v>43363</c:v>
                </c:pt>
                <c:pt idx="4623">
                  <c:v>43364</c:v>
                </c:pt>
                <c:pt idx="4624">
                  <c:v>43367</c:v>
                </c:pt>
                <c:pt idx="4625">
                  <c:v>43368</c:v>
                </c:pt>
                <c:pt idx="4626">
                  <c:v>43369</c:v>
                </c:pt>
                <c:pt idx="4627">
                  <c:v>43370</c:v>
                </c:pt>
                <c:pt idx="4628">
                  <c:v>43371</c:v>
                </c:pt>
                <c:pt idx="4629">
                  <c:v>43374</c:v>
                </c:pt>
                <c:pt idx="4630">
                  <c:v>43375</c:v>
                </c:pt>
                <c:pt idx="4631">
                  <c:v>43376</c:v>
                </c:pt>
                <c:pt idx="4632">
                  <c:v>43377</c:v>
                </c:pt>
                <c:pt idx="4633">
                  <c:v>43378</c:v>
                </c:pt>
                <c:pt idx="4634">
                  <c:v>43381</c:v>
                </c:pt>
                <c:pt idx="4635">
                  <c:v>43382</c:v>
                </c:pt>
                <c:pt idx="4636">
                  <c:v>43383</c:v>
                </c:pt>
                <c:pt idx="4637">
                  <c:v>43384</c:v>
                </c:pt>
                <c:pt idx="4638">
                  <c:v>43385</c:v>
                </c:pt>
                <c:pt idx="4639">
                  <c:v>43388</c:v>
                </c:pt>
                <c:pt idx="4640">
                  <c:v>43389</c:v>
                </c:pt>
                <c:pt idx="4641">
                  <c:v>43390</c:v>
                </c:pt>
                <c:pt idx="4642">
                  <c:v>43391</c:v>
                </c:pt>
                <c:pt idx="4643">
                  <c:v>43392</c:v>
                </c:pt>
                <c:pt idx="4644">
                  <c:v>43395</c:v>
                </c:pt>
                <c:pt idx="4645">
                  <c:v>43396</c:v>
                </c:pt>
                <c:pt idx="4646">
                  <c:v>43397</c:v>
                </c:pt>
                <c:pt idx="4647">
                  <c:v>43398</c:v>
                </c:pt>
                <c:pt idx="4648">
                  <c:v>43399</c:v>
                </c:pt>
                <c:pt idx="4649">
                  <c:v>43402</c:v>
                </c:pt>
                <c:pt idx="4650">
                  <c:v>43403</c:v>
                </c:pt>
                <c:pt idx="4651">
                  <c:v>43404</c:v>
                </c:pt>
                <c:pt idx="4652">
                  <c:v>43405</c:v>
                </c:pt>
                <c:pt idx="4653">
                  <c:v>43406</c:v>
                </c:pt>
                <c:pt idx="4654">
                  <c:v>43409</c:v>
                </c:pt>
                <c:pt idx="4655">
                  <c:v>43410</c:v>
                </c:pt>
                <c:pt idx="4656">
                  <c:v>43411</c:v>
                </c:pt>
                <c:pt idx="4657">
                  <c:v>43412</c:v>
                </c:pt>
                <c:pt idx="4658">
                  <c:v>43413</c:v>
                </c:pt>
                <c:pt idx="4659">
                  <c:v>43416</c:v>
                </c:pt>
                <c:pt idx="4660">
                  <c:v>43417</c:v>
                </c:pt>
                <c:pt idx="4661">
                  <c:v>43418</c:v>
                </c:pt>
                <c:pt idx="4662">
                  <c:v>43419</c:v>
                </c:pt>
                <c:pt idx="4663">
                  <c:v>43420</c:v>
                </c:pt>
                <c:pt idx="4664">
                  <c:v>43423</c:v>
                </c:pt>
                <c:pt idx="4665">
                  <c:v>43424</c:v>
                </c:pt>
                <c:pt idx="4666">
                  <c:v>43425</c:v>
                </c:pt>
                <c:pt idx="4667">
                  <c:v>43426</c:v>
                </c:pt>
                <c:pt idx="4668">
                  <c:v>43427</c:v>
                </c:pt>
                <c:pt idx="4669">
                  <c:v>43430</c:v>
                </c:pt>
                <c:pt idx="4670">
                  <c:v>43431</c:v>
                </c:pt>
                <c:pt idx="4671">
                  <c:v>43432</c:v>
                </c:pt>
                <c:pt idx="4672">
                  <c:v>43433</c:v>
                </c:pt>
                <c:pt idx="4673">
                  <c:v>43434</c:v>
                </c:pt>
                <c:pt idx="4674">
                  <c:v>43437</c:v>
                </c:pt>
                <c:pt idx="4675">
                  <c:v>43438</c:v>
                </c:pt>
                <c:pt idx="4676">
                  <c:v>43439</c:v>
                </c:pt>
                <c:pt idx="4677">
                  <c:v>43440</c:v>
                </c:pt>
                <c:pt idx="4678">
                  <c:v>43441</c:v>
                </c:pt>
                <c:pt idx="4679">
                  <c:v>43444</c:v>
                </c:pt>
                <c:pt idx="4680">
                  <c:v>43445</c:v>
                </c:pt>
                <c:pt idx="4681">
                  <c:v>43446</c:v>
                </c:pt>
                <c:pt idx="4682">
                  <c:v>43447</c:v>
                </c:pt>
                <c:pt idx="4683">
                  <c:v>43448</c:v>
                </c:pt>
                <c:pt idx="4684">
                  <c:v>43451</c:v>
                </c:pt>
                <c:pt idx="4685">
                  <c:v>43452</c:v>
                </c:pt>
                <c:pt idx="4686">
                  <c:v>43453</c:v>
                </c:pt>
                <c:pt idx="4687">
                  <c:v>43454</c:v>
                </c:pt>
                <c:pt idx="4688">
                  <c:v>43455</c:v>
                </c:pt>
                <c:pt idx="4689">
                  <c:v>43458</c:v>
                </c:pt>
                <c:pt idx="4690">
                  <c:v>43459</c:v>
                </c:pt>
                <c:pt idx="4691">
                  <c:v>43460</c:v>
                </c:pt>
                <c:pt idx="4692">
                  <c:v>43461</c:v>
                </c:pt>
                <c:pt idx="4693">
                  <c:v>43462</c:v>
                </c:pt>
                <c:pt idx="4694">
                  <c:v>43465</c:v>
                </c:pt>
                <c:pt idx="4695">
                  <c:v>43466</c:v>
                </c:pt>
                <c:pt idx="4696">
                  <c:v>43467</c:v>
                </c:pt>
                <c:pt idx="4697">
                  <c:v>43468</c:v>
                </c:pt>
                <c:pt idx="4698">
                  <c:v>43469</c:v>
                </c:pt>
                <c:pt idx="4699">
                  <c:v>43472</c:v>
                </c:pt>
                <c:pt idx="4700">
                  <c:v>43473</c:v>
                </c:pt>
                <c:pt idx="4701">
                  <c:v>43474</c:v>
                </c:pt>
                <c:pt idx="4702">
                  <c:v>43475</c:v>
                </c:pt>
                <c:pt idx="4703">
                  <c:v>43476</c:v>
                </c:pt>
                <c:pt idx="4704">
                  <c:v>43479</c:v>
                </c:pt>
                <c:pt idx="4705">
                  <c:v>43480</c:v>
                </c:pt>
                <c:pt idx="4706">
                  <c:v>43481</c:v>
                </c:pt>
                <c:pt idx="4707">
                  <c:v>43482</c:v>
                </c:pt>
                <c:pt idx="4708">
                  <c:v>43483</c:v>
                </c:pt>
                <c:pt idx="4709">
                  <c:v>43486</c:v>
                </c:pt>
                <c:pt idx="4710">
                  <c:v>43487</c:v>
                </c:pt>
                <c:pt idx="4711">
                  <c:v>43488</c:v>
                </c:pt>
                <c:pt idx="4712">
                  <c:v>43489</c:v>
                </c:pt>
                <c:pt idx="4713">
                  <c:v>43490</c:v>
                </c:pt>
                <c:pt idx="4714">
                  <c:v>43493</c:v>
                </c:pt>
                <c:pt idx="4715">
                  <c:v>43494</c:v>
                </c:pt>
                <c:pt idx="4716">
                  <c:v>43495</c:v>
                </c:pt>
                <c:pt idx="4717">
                  <c:v>43496</c:v>
                </c:pt>
                <c:pt idx="4718">
                  <c:v>43497</c:v>
                </c:pt>
                <c:pt idx="4719">
                  <c:v>43500</c:v>
                </c:pt>
                <c:pt idx="4720">
                  <c:v>43501</c:v>
                </c:pt>
                <c:pt idx="4721">
                  <c:v>43502</c:v>
                </c:pt>
                <c:pt idx="4722">
                  <c:v>43503</c:v>
                </c:pt>
                <c:pt idx="4723">
                  <c:v>43504</c:v>
                </c:pt>
                <c:pt idx="4724">
                  <c:v>43507</c:v>
                </c:pt>
                <c:pt idx="4725">
                  <c:v>43508</c:v>
                </c:pt>
                <c:pt idx="4726">
                  <c:v>43509</c:v>
                </c:pt>
                <c:pt idx="4727">
                  <c:v>43510</c:v>
                </c:pt>
                <c:pt idx="4728">
                  <c:v>43511</c:v>
                </c:pt>
                <c:pt idx="4729">
                  <c:v>43514</c:v>
                </c:pt>
                <c:pt idx="4730">
                  <c:v>43515</c:v>
                </c:pt>
                <c:pt idx="4731">
                  <c:v>43516</c:v>
                </c:pt>
                <c:pt idx="4732">
                  <c:v>43517</c:v>
                </c:pt>
                <c:pt idx="4733">
                  <c:v>43518</c:v>
                </c:pt>
                <c:pt idx="4734">
                  <c:v>43521</c:v>
                </c:pt>
                <c:pt idx="4735">
                  <c:v>43522</c:v>
                </c:pt>
                <c:pt idx="4736">
                  <c:v>43523</c:v>
                </c:pt>
                <c:pt idx="4737">
                  <c:v>43524</c:v>
                </c:pt>
                <c:pt idx="4738">
                  <c:v>43525</c:v>
                </c:pt>
                <c:pt idx="4739">
                  <c:v>43528</c:v>
                </c:pt>
                <c:pt idx="4740">
                  <c:v>43529</c:v>
                </c:pt>
                <c:pt idx="4741">
                  <c:v>43530</c:v>
                </c:pt>
                <c:pt idx="4742">
                  <c:v>43531</c:v>
                </c:pt>
                <c:pt idx="4743">
                  <c:v>43532</c:v>
                </c:pt>
                <c:pt idx="4744">
                  <c:v>43535</c:v>
                </c:pt>
                <c:pt idx="4745">
                  <c:v>43536</c:v>
                </c:pt>
                <c:pt idx="4746">
                  <c:v>43537</c:v>
                </c:pt>
                <c:pt idx="4747">
                  <c:v>43538</c:v>
                </c:pt>
                <c:pt idx="4748">
                  <c:v>43539</c:v>
                </c:pt>
                <c:pt idx="4749">
                  <c:v>43542</c:v>
                </c:pt>
                <c:pt idx="4750">
                  <c:v>43543</c:v>
                </c:pt>
                <c:pt idx="4751">
                  <c:v>43544</c:v>
                </c:pt>
                <c:pt idx="4752">
                  <c:v>43545</c:v>
                </c:pt>
                <c:pt idx="4753">
                  <c:v>43546</c:v>
                </c:pt>
                <c:pt idx="4754">
                  <c:v>43549</c:v>
                </c:pt>
                <c:pt idx="4755">
                  <c:v>43550</c:v>
                </c:pt>
                <c:pt idx="4756">
                  <c:v>43551</c:v>
                </c:pt>
                <c:pt idx="4757">
                  <c:v>43552</c:v>
                </c:pt>
                <c:pt idx="4758">
                  <c:v>43553</c:v>
                </c:pt>
                <c:pt idx="4759">
                  <c:v>43556</c:v>
                </c:pt>
                <c:pt idx="4760">
                  <c:v>43557</c:v>
                </c:pt>
                <c:pt idx="4761">
                  <c:v>43558</c:v>
                </c:pt>
                <c:pt idx="4762">
                  <c:v>43559</c:v>
                </c:pt>
                <c:pt idx="4763">
                  <c:v>43560</c:v>
                </c:pt>
                <c:pt idx="4764">
                  <c:v>43563</c:v>
                </c:pt>
                <c:pt idx="4765">
                  <c:v>43564</c:v>
                </c:pt>
                <c:pt idx="4766">
                  <c:v>43565</c:v>
                </c:pt>
                <c:pt idx="4767">
                  <c:v>43566</c:v>
                </c:pt>
                <c:pt idx="4768">
                  <c:v>43567</c:v>
                </c:pt>
                <c:pt idx="4769">
                  <c:v>43570</c:v>
                </c:pt>
                <c:pt idx="4770">
                  <c:v>43571</c:v>
                </c:pt>
                <c:pt idx="4771">
                  <c:v>43572</c:v>
                </c:pt>
                <c:pt idx="4772">
                  <c:v>43573</c:v>
                </c:pt>
                <c:pt idx="4773">
                  <c:v>43574</c:v>
                </c:pt>
                <c:pt idx="4774">
                  <c:v>43577</c:v>
                </c:pt>
                <c:pt idx="4775">
                  <c:v>43578</c:v>
                </c:pt>
                <c:pt idx="4776">
                  <c:v>43579</c:v>
                </c:pt>
                <c:pt idx="4777">
                  <c:v>43580</c:v>
                </c:pt>
                <c:pt idx="4778">
                  <c:v>43581</c:v>
                </c:pt>
                <c:pt idx="4779">
                  <c:v>43584</c:v>
                </c:pt>
                <c:pt idx="4780">
                  <c:v>43585</c:v>
                </c:pt>
                <c:pt idx="4781">
                  <c:v>43586</c:v>
                </c:pt>
                <c:pt idx="4782">
                  <c:v>43587</c:v>
                </c:pt>
                <c:pt idx="4783">
                  <c:v>43588</c:v>
                </c:pt>
                <c:pt idx="4784">
                  <c:v>43591</c:v>
                </c:pt>
                <c:pt idx="4785">
                  <c:v>43592</c:v>
                </c:pt>
                <c:pt idx="4786">
                  <c:v>43593</c:v>
                </c:pt>
                <c:pt idx="4787">
                  <c:v>43594</c:v>
                </c:pt>
                <c:pt idx="4788">
                  <c:v>43595</c:v>
                </c:pt>
                <c:pt idx="4789">
                  <c:v>43598</c:v>
                </c:pt>
                <c:pt idx="4790">
                  <c:v>43599</c:v>
                </c:pt>
                <c:pt idx="4791">
                  <c:v>43600</c:v>
                </c:pt>
                <c:pt idx="4792">
                  <c:v>43601</c:v>
                </c:pt>
                <c:pt idx="4793">
                  <c:v>43602</c:v>
                </c:pt>
                <c:pt idx="4794">
                  <c:v>43605</c:v>
                </c:pt>
                <c:pt idx="4795">
                  <c:v>43606</c:v>
                </c:pt>
                <c:pt idx="4796">
                  <c:v>43607</c:v>
                </c:pt>
                <c:pt idx="4797">
                  <c:v>43608</c:v>
                </c:pt>
                <c:pt idx="4798">
                  <c:v>43609</c:v>
                </c:pt>
                <c:pt idx="4799">
                  <c:v>43612</c:v>
                </c:pt>
                <c:pt idx="4800">
                  <c:v>43613</c:v>
                </c:pt>
                <c:pt idx="4801">
                  <c:v>43614</c:v>
                </c:pt>
                <c:pt idx="4802">
                  <c:v>43615</c:v>
                </c:pt>
                <c:pt idx="4803">
                  <c:v>43616</c:v>
                </c:pt>
                <c:pt idx="4804">
                  <c:v>43619</c:v>
                </c:pt>
                <c:pt idx="4805">
                  <c:v>43620</c:v>
                </c:pt>
                <c:pt idx="4806">
                  <c:v>43621</c:v>
                </c:pt>
                <c:pt idx="4807">
                  <c:v>43622</c:v>
                </c:pt>
                <c:pt idx="4808">
                  <c:v>43623</c:v>
                </c:pt>
                <c:pt idx="4809">
                  <c:v>43626</c:v>
                </c:pt>
                <c:pt idx="4810">
                  <c:v>43627</c:v>
                </c:pt>
                <c:pt idx="4811">
                  <c:v>43628</c:v>
                </c:pt>
                <c:pt idx="4812">
                  <c:v>43629</c:v>
                </c:pt>
                <c:pt idx="4813">
                  <c:v>43630</c:v>
                </c:pt>
                <c:pt idx="4814">
                  <c:v>43633</c:v>
                </c:pt>
                <c:pt idx="4815">
                  <c:v>43634</c:v>
                </c:pt>
                <c:pt idx="4816">
                  <c:v>43635</c:v>
                </c:pt>
                <c:pt idx="4817">
                  <c:v>43636</c:v>
                </c:pt>
                <c:pt idx="4818">
                  <c:v>43637</c:v>
                </c:pt>
                <c:pt idx="4819">
                  <c:v>43640</c:v>
                </c:pt>
                <c:pt idx="4820">
                  <c:v>43641</c:v>
                </c:pt>
                <c:pt idx="4821">
                  <c:v>43642</c:v>
                </c:pt>
                <c:pt idx="4822">
                  <c:v>43643</c:v>
                </c:pt>
                <c:pt idx="4823">
                  <c:v>43644</c:v>
                </c:pt>
                <c:pt idx="4824">
                  <c:v>43647</c:v>
                </c:pt>
                <c:pt idx="4825">
                  <c:v>43648</c:v>
                </c:pt>
                <c:pt idx="4826">
                  <c:v>43649</c:v>
                </c:pt>
                <c:pt idx="4827">
                  <c:v>43650</c:v>
                </c:pt>
                <c:pt idx="4828">
                  <c:v>43651</c:v>
                </c:pt>
                <c:pt idx="4829">
                  <c:v>43654</c:v>
                </c:pt>
                <c:pt idx="4830">
                  <c:v>43655</c:v>
                </c:pt>
                <c:pt idx="4831">
                  <c:v>43656</c:v>
                </c:pt>
                <c:pt idx="4832">
                  <c:v>43657</c:v>
                </c:pt>
                <c:pt idx="4833">
                  <c:v>43658</c:v>
                </c:pt>
                <c:pt idx="4834">
                  <c:v>43661</c:v>
                </c:pt>
                <c:pt idx="4835">
                  <c:v>43662</c:v>
                </c:pt>
                <c:pt idx="4836">
                  <c:v>43663</c:v>
                </c:pt>
                <c:pt idx="4837">
                  <c:v>43664</c:v>
                </c:pt>
                <c:pt idx="4838">
                  <c:v>43665</c:v>
                </c:pt>
                <c:pt idx="4839">
                  <c:v>43668</c:v>
                </c:pt>
                <c:pt idx="4840">
                  <c:v>43669</c:v>
                </c:pt>
                <c:pt idx="4841">
                  <c:v>43670</c:v>
                </c:pt>
                <c:pt idx="4842">
                  <c:v>43671</c:v>
                </c:pt>
                <c:pt idx="4843">
                  <c:v>43672</c:v>
                </c:pt>
                <c:pt idx="4844">
                  <c:v>43675</c:v>
                </c:pt>
                <c:pt idx="4845">
                  <c:v>43676</c:v>
                </c:pt>
                <c:pt idx="4846">
                  <c:v>43677</c:v>
                </c:pt>
                <c:pt idx="4847">
                  <c:v>43678</c:v>
                </c:pt>
                <c:pt idx="4848">
                  <c:v>43679</c:v>
                </c:pt>
                <c:pt idx="4849">
                  <c:v>43682</c:v>
                </c:pt>
                <c:pt idx="4850">
                  <c:v>43683</c:v>
                </c:pt>
                <c:pt idx="4851">
                  <c:v>43684</c:v>
                </c:pt>
                <c:pt idx="4852">
                  <c:v>43685</c:v>
                </c:pt>
                <c:pt idx="4853">
                  <c:v>43686</c:v>
                </c:pt>
                <c:pt idx="4854">
                  <c:v>43689</c:v>
                </c:pt>
                <c:pt idx="4855">
                  <c:v>43690</c:v>
                </c:pt>
                <c:pt idx="4856">
                  <c:v>43691</c:v>
                </c:pt>
                <c:pt idx="4857">
                  <c:v>43692</c:v>
                </c:pt>
                <c:pt idx="4858">
                  <c:v>43693</c:v>
                </c:pt>
                <c:pt idx="4859">
                  <c:v>43696</c:v>
                </c:pt>
                <c:pt idx="4860">
                  <c:v>43697</c:v>
                </c:pt>
                <c:pt idx="4861">
                  <c:v>43698</c:v>
                </c:pt>
                <c:pt idx="4862">
                  <c:v>43699</c:v>
                </c:pt>
                <c:pt idx="4863">
                  <c:v>43700</c:v>
                </c:pt>
                <c:pt idx="4864">
                  <c:v>43703</c:v>
                </c:pt>
                <c:pt idx="4865">
                  <c:v>43704</c:v>
                </c:pt>
                <c:pt idx="4866">
                  <c:v>43705</c:v>
                </c:pt>
                <c:pt idx="4867">
                  <c:v>43706</c:v>
                </c:pt>
                <c:pt idx="4868">
                  <c:v>43707</c:v>
                </c:pt>
                <c:pt idx="4869">
                  <c:v>43710</c:v>
                </c:pt>
                <c:pt idx="4870">
                  <c:v>43711</c:v>
                </c:pt>
                <c:pt idx="4871">
                  <c:v>43712</c:v>
                </c:pt>
                <c:pt idx="4872">
                  <c:v>43713</c:v>
                </c:pt>
                <c:pt idx="4873">
                  <c:v>43714</c:v>
                </c:pt>
                <c:pt idx="4874">
                  <c:v>43717</c:v>
                </c:pt>
                <c:pt idx="4875">
                  <c:v>43718</c:v>
                </c:pt>
                <c:pt idx="4876">
                  <c:v>43719</c:v>
                </c:pt>
                <c:pt idx="4877">
                  <c:v>43720</c:v>
                </c:pt>
                <c:pt idx="4878">
                  <c:v>43721</c:v>
                </c:pt>
                <c:pt idx="4879">
                  <c:v>43724</c:v>
                </c:pt>
                <c:pt idx="4880">
                  <c:v>43725</c:v>
                </c:pt>
                <c:pt idx="4881">
                  <c:v>43726</c:v>
                </c:pt>
                <c:pt idx="4882">
                  <c:v>43727</c:v>
                </c:pt>
                <c:pt idx="4883">
                  <c:v>43728</c:v>
                </c:pt>
                <c:pt idx="4884">
                  <c:v>43731</c:v>
                </c:pt>
                <c:pt idx="4885">
                  <c:v>43732</c:v>
                </c:pt>
                <c:pt idx="4886">
                  <c:v>43733</c:v>
                </c:pt>
                <c:pt idx="4887">
                  <c:v>43734</c:v>
                </c:pt>
                <c:pt idx="4888">
                  <c:v>43735</c:v>
                </c:pt>
                <c:pt idx="4889">
                  <c:v>43738</c:v>
                </c:pt>
                <c:pt idx="4890">
                  <c:v>43739</c:v>
                </c:pt>
                <c:pt idx="4891">
                  <c:v>43740</c:v>
                </c:pt>
                <c:pt idx="4892">
                  <c:v>43741</c:v>
                </c:pt>
                <c:pt idx="4893">
                  <c:v>43742</c:v>
                </c:pt>
                <c:pt idx="4894">
                  <c:v>43745</c:v>
                </c:pt>
                <c:pt idx="4895">
                  <c:v>43746</c:v>
                </c:pt>
                <c:pt idx="4896">
                  <c:v>43747</c:v>
                </c:pt>
                <c:pt idx="4897">
                  <c:v>43748</c:v>
                </c:pt>
                <c:pt idx="4898">
                  <c:v>43749</c:v>
                </c:pt>
                <c:pt idx="4899">
                  <c:v>43752</c:v>
                </c:pt>
                <c:pt idx="4900">
                  <c:v>43753</c:v>
                </c:pt>
                <c:pt idx="4901">
                  <c:v>43754</c:v>
                </c:pt>
                <c:pt idx="4902">
                  <c:v>43755</c:v>
                </c:pt>
                <c:pt idx="4903">
                  <c:v>43756</c:v>
                </c:pt>
                <c:pt idx="4904">
                  <c:v>43759</c:v>
                </c:pt>
                <c:pt idx="4905">
                  <c:v>43760</c:v>
                </c:pt>
                <c:pt idx="4906">
                  <c:v>43761</c:v>
                </c:pt>
                <c:pt idx="4907">
                  <c:v>43762</c:v>
                </c:pt>
                <c:pt idx="4908">
                  <c:v>43763</c:v>
                </c:pt>
                <c:pt idx="4909">
                  <c:v>43766</c:v>
                </c:pt>
                <c:pt idx="4910">
                  <c:v>43767</c:v>
                </c:pt>
                <c:pt idx="4911">
                  <c:v>43768</c:v>
                </c:pt>
                <c:pt idx="4912">
                  <c:v>43769</c:v>
                </c:pt>
                <c:pt idx="4913">
                  <c:v>43770</c:v>
                </c:pt>
                <c:pt idx="4914">
                  <c:v>43773</c:v>
                </c:pt>
                <c:pt idx="4915">
                  <c:v>43774</c:v>
                </c:pt>
                <c:pt idx="4916">
                  <c:v>43775</c:v>
                </c:pt>
                <c:pt idx="4917">
                  <c:v>43776</c:v>
                </c:pt>
                <c:pt idx="4918">
                  <c:v>43777</c:v>
                </c:pt>
                <c:pt idx="4919">
                  <c:v>43780</c:v>
                </c:pt>
                <c:pt idx="4920">
                  <c:v>43781</c:v>
                </c:pt>
                <c:pt idx="4921">
                  <c:v>43782</c:v>
                </c:pt>
                <c:pt idx="4922">
                  <c:v>43783</c:v>
                </c:pt>
                <c:pt idx="4923">
                  <c:v>43784</c:v>
                </c:pt>
                <c:pt idx="4924">
                  <c:v>43787</c:v>
                </c:pt>
                <c:pt idx="4925">
                  <c:v>43788</c:v>
                </c:pt>
                <c:pt idx="4926">
                  <c:v>43789</c:v>
                </c:pt>
                <c:pt idx="4927">
                  <c:v>43790</c:v>
                </c:pt>
                <c:pt idx="4928">
                  <c:v>43791</c:v>
                </c:pt>
                <c:pt idx="4929">
                  <c:v>43794</c:v>
                </c:pt>
                <c:pt idx="4930">
                  <c:v>43795</c:v>
                </c:pt>
                <c:pt idx="4931">
                  <c:v>43796</c:v>
                </c:pt>
                <c:pt idx="4932">
                  <c:v>43797</c:v>
                </c:pt>
                <c:pt idx="4933">
                  <c:v>43798</c:v>
                </c:pt>
                <c:pt idx="4934">
                  <c:v>43801</c:v>
                </c:pt>
                <c:pt idx="4935">
                  <c:v>43802</c:v>
                </c:pt>
                <c:pt idx="4936">
                  <c:v>43803</c:v>
                </c:pt>
                <c:pt idx="4937">
                  <c:v>43804</c:v>
                </c:pt>
                <c:pt idx="4938">
                  <c:v>43805</c:v>
                </c:pt>
                <c:pt idx="4939">
                  <c:v>43808</c:v>
                </c:pt>
                <c:pt idx="4940">
                  <c:v>43809</c:v>
                </c:pt>
                <c:pt idx="4941">
                  <c:v>43810</c:v>
                </c:pt>
                <c:pt idx="4942">
                  <c:v>43811</c:v>
                </c:pt>
                <c:pt idx="4943">
                  <c:v>43812</c:v>
                </c:pt>
                <c:pt idx="4944">
                  <c:v>43815</c:v>
                </c:pt>
                <c:pt idx="4945">
                  <c:v>43816</c:v>
                </c:pt>
                <c:pt idx="4946">
                  <c:v>43817</c:v>
                </c:pt>
                <c:pt idx="4947">
                  <c:v>43818</c:v>
                </c:pt>
                <c:pt idx="4948">
                  <c:v>43819</c:v>
                </c:pt>
                <c:pt idx="4949">
                  <c:v>43822</c:v>
                </c:pt>
                <c:pt idx="4950">
                  <c:v>43823</c:v>
                </c:pt>
                <c:pt idx="4951">
                  <c:v>43824</c:v>
                </c:pt>
                <c:pt idx="4952">
                  <c:v>43825</c:v>
                </c:pt>
                <c:pt idx="4953">
                  <c:v>43826</c:v>
                </c:pt>
                <c:pt idx="4954">
                  <c:v>43829</c:v>
                </c:pt>
                <c:pt idx="4955">
                  <c:v>43830</c:v>
                </c:pt>
                <c:pt idx="4956">
                  <c:v>43831</c:v>
                </c:pt>
                <c:pt idx="4957">
                  <c:v>43832</c:v>
                </c:pt>
                <c:pt idx="4958">
                  <c:v>43833</c:v>
                </c:pt>
                <c:pt idx="4959">
                  <c:v>43836</c:v>
                </c:pt>
                <c:pt idx="4960">
                  <c:v>43837</c:v>
                </c:pt>
                <c:pt idx="4961">
                  <c:v>43838</c:v>
                </c:pt>
                <c:pt idx="4962">
                  <c:v>43839</c:v>
                </c:pt>
                <c:pt idx="4963">
                  <c:v>43840</c:v>
                </c:pt>
                <c:pt idx="4964">
                  <c:v>43843</c:v>
                </c:pt>
                <c:pt idx="4965">
                  <c:v>43844</c:v>
                </c:pt>
                <c:pt idx="4966">
                  <c:v>43845</c:v>
                </c:pt>
                <c:pt idx="4967">
                  <c:v>43846</c:v>
                </c:pt>
                <c:pt idx="4968">
                  <c:v>43847</c:v>
                </c:pt>
                <c:pt idx="4969">
                  <c:v>43850</c:v>
                </c:pt>
                <c:pt idx="4970">
                  <c:v>43851</c:v>
                </c:pt>
                <c:pt idx="4971">
                  <c:v>43852</c:v>
                </c:pt>
                <c:pt idx="4972">
                  <c:v>43853</c:v>
                </c:pt>
                <c:pt idx="4973">
                  <c:v>43854</c:v>
                </c:pt>
                <c:pt idx="4974">
                  <c:v>43857</c:v>
                </c:pt>
                <c:pt idx="4975">
                  <c:v>43858</c:v>
                </c:pt>
                <c:pt idx="4976">
                  <c:v>43859</c:v>
                </c:pt>
                <c:pt idx="4977">
                  <c:v>43860</c:v>
                </c:pt>
                <c:pt idx="4978">
                  <c:v>43861</c:v>
                </c:pt>
                <c:pt idx="4979">
                  <c:v>43864</c:v>
                </c:pt>
                <c:pt idx="4980">
                  <c:v>43865</c:v>
                </c:pt>
                <c:pt idx="4981">
                  <c:v>43866</c:v>
                </c:pt>
                <c:pt idx="4982">
                  <c:v>43867</c:v>
                </c:pt>
                <c:pt idx="4983">
                  <c:v>43868</c:v>
                </c:pt>
                <c:pt idx="4984">
                  <c:v>43871</c:v>
                </c:pt>
                <c:pt idx="4985">
                  <c:v>43872</c:v>
                </c:pt>
                <c:pt idx="4986">
                  <c:v>43873</c:v>
                </c:pt>
                <c:pt idx="4987">
                  <c:v>43874</c:v>
                </c:pt>
                <c:pt idx="4988">
                  <c:v>43875</c:v>
                </c:pt>
                <c:pt idx="4989">
                  <c:v>43878</c:v>
                </c:pt>
                <c:pt idx="4990">
                  <c:v>43879</c:v>
                </c:pt>
                <c:pt idx="4991">
                  <c:v>43880</c:v>
                </c:pt>
                <c:pt idx="4992">
                  <c:v>43881</c:v>
                </c:pt>
                <c:pt idx="4993">
                  <c:v>43882</c:v>
                </c:pt>
                <c:pt idx="4994">
                  <c:v>43885</c:v>
                </c:pt>
                <c:pt idx="4995">
                  <c:v>43886</c:v>
                </c:pt>
                <c:pt idx="4996">
                  <c:v>43887</c:v>
                </c:pt>
                <c:pt idx="4997">
                  <c:v>43888</c:v>
                </c:pt>
                <c:pt idx="4998">
                  <c:v>43889</c:v>
                </c:pt>
                <c:pt idx="4999">
                  <c:v>43892</c:v>
                </c:pt>
                <c:pt idx="5000">
                  <c:v>43893</c:v>
                </c:pt>
                <c:pt idx="5001">
                  <c:v>43894</c:v>
                </c:pt>
                <c:pt idx="5002">
                  <c:v>43895</c:v>
                </c:pt>
                <c:pt idx="5003">
                  <c:v>43896</c:v>
                </c:pt>
                <c:pt idx="5004">
                  <c:v>43899</c:v>
                </c:pt>
                <c:pt idx="5005">
                  <c:v>43900</c:v>
                </c:pt>
                <c:pt idx="5006">
                  <c:v>43901</c:v>
                </c:pt>
                <c:pt idx="5007">
                  <c:v>43902</c:v>
                </c:pt>
                <c:pt idx="5008">
                  <c:v>43903</c:v>
                </c:pt>
                <c:pt idx="5009">
                  <c:v>43906</c:v>
                </c:pt>
                <c:pt idx="5010">
                  <c:v>43907</c:v>
                </c:pt>
                <c:pt idx="5011">
                  <c:v>43908</c:v>
                </c:pt>
                <c:pt idx="5012">
                  <c:v>43909</c:v>
                </c:pt>
                <c:pt idx="5013">
                  <c:v>43910</c:v>
                </c:pt>
                <c:pt idx="5014">
                  <c:v>43913</c:v>
                </c:pt>
                <c:pt idx="5015">
                  <c:v>43914</c:v>
                </c:pt>
                <c:pt idx="5016">
                  <c:v>43915</c:v>
                </c:pt>
                <c:pt idx="5017">
                  <c:v>43916</c:v>
                </c:pt>
                <c:pt idx="5018">
                  <c:v>43917</c:v>
                </c:pt>
                <c:pt idx="5019">
                  <c:v>43920</c:v>
                </c:pt>
                <c:pt idx="5020">
                  <c:v>43921</c:v>
                </c:pt>
                <c:pt idx="5021">
                  <c:v>43922</c:v>
                </c:pt>
                <c:pt idx="5022">
                  <c:v>43923</c:v>
                </c:pt>
                <c:pt idx="5023">
                  <c:v>43924</c:v>
                </c:pt>
                <c:pt idx="5024">
                  <c:v>43927</c:v>
                </c:pt>
                <c:pt idx="5025">
                  <c:v>43928</c:v>
                </c:pt>
                <c:pt idx="5026">
                  <c:v>43929</c:v>
                </c:pt>
                <c:pt idx="5027">
                  <c:v>43930</c:v>
                </c:pt>
                <c:pt idx="5028">
                  <c:v>43931</c:v>
                </c:pt>
                <c:pt idx="5029">
                  <c:v>43934</c:v>
                </c:pt>
                <c:pt idx="5030">
                  <c:v>43935</c:v>
                </c:pt>
                <c:pt idx="5031">
                  <c:v>43936</c:v>
                </c:pt>
                <c:pt idx="5032">
                  <c:v>43937</c:v>
                </c:pt>
                <c:pt idx="5033">
                  <c:v>43938</c:v>
                </c:pt>
                <c:pt idx="5034">
                  <c:v>43941</c:v>
                </c:pt>
                <c:pt idx="5035">
                  <c:v>43942</c:v>
                </c:pt>
                <c:pt idx="5036">
                  <c:v>43943</c:v>
                </c:pt>
                <c:pt idx="5037">
                  <c:v>43944</c:v>
                </c:pt>
                <c:pt idx="5038">
                  <c:v>43945</c:v>
                </c:pt>
                <c:pt idx="5039">
                  <c:v>43948</c:v>
                </c:pt>
                <c:pt idx="5040">
                  <c:v>43949</c:v>
                </c:pt>
                <c:pt idx="5041">
                  <c:v>43950</c:v>
                </c:pt>
                <c:pt idx="5042">
                  <c:v>43951</c:v>
                </c:pt>
                <c:pt idx="5043">
                  <c:v>43952</c:v>
                </c:pt>
                <c:pt idx="5044">
                  <c:v>43955</c:v>
                </c:pt>
                <c:pt idx="5045">
                  <c:v>43956</c:v>
                </c:pt>
                <c:pt idx="5046">
                  <c:v>43957</c:v>
                </c:pt>
                <c:pt idx="5047">
                  <c:v>43958</c:v>
                </c:pt>
                <c:pt idx="5048">
                  <c:v>43959</c:v>
                </c:pt>
                <c:pt idx="5049">
                  <c:v>43962</c:v>
                </c:pt>
                <c:pt idx="5050">
                  <c:v>43963</c:v>
                </c:pt>
                <c:pt idx="5051">
                  <c:v>43964</c:v>
                </c:pt>
                <c:pt idx="5052">
                  <c:v>43965</c:v>
                </c:pt>
                <c:pt idx="5053">
                  <c:v>43966</c:v>
                </c:pt>
                <c:pt idx="5054">
                  <c:v>43969</c:v>
                </c:pt>
                <c:pt idx="5055">
                  <c:v>43970</c:v>
                </c:pt>
                <c:pt idx="5056">
                  <c:v>43971</c:v>
                </c:pt>
                <c:pt idx="5057">
                  <c:v>43972</c:v>
                </c:pt>
                <c:pt idx="5058">
                  <c:v>43973</c:v>
                </c:pt>
                <c:pt idx="5059">
                  <c:v>43976</c:v>
                </c:pt>
                <c:pt idx="5060">
                  <c:v>43977</c:v>
                </c:pt>
                <c:pt idx="5061">
                  <c:v>43978</c:v>
                </c:pt>
                <c:pt idx="5062">
                  <c:v>43979</c:v>
                </c:pt>
                <c:pt idx="5063">
                  <c:v>43980</c:v>
                </c:pt>
                <c:pt idx="5064">
                  <c:v>43983</c:v>
                </c:pt>
                <c:pt idx="5065">
                  <c:v>43984</c:v>
                </c:pt>
                <c:pt idx="5066">
                  <c:v>43985</c:v>
                </c:pt>
                <c:pt idx="5067">
                  <c:v>43986</c:v>
                </c:pt>
                <c:pt idx="5068">
                  <c:v>43987</c:v>
                </c:pt>
                <c:pt idx="5069">
                  <c:v>43990</c:v>
                </c:pt>
                <c:pt idx="5070">
                  <c:v>43991</c:v>
                </c:pt>
                <c:pt idx="5071">
                  <c:v>43992</c:v>
                </c:pt>
                <c:pt idx="5072">
                  <c:v>43993</c:v>
                </c:pt>
                <c:pt idx="5073">
                  <c:v>43994</c:v>
                </c:pt>
                <c:pt idx="5074">
                  <c:v>43997</c:v>
                </c:pt>
                <c:pt idx="5075">
                  <c:v>43998</c:v>
                </c:pt>
                <c:pt idx="5076">
                  <c:v>43999</c:v>
                </c:pt>
                <c:pt idx="5077">
                  <c:v>44000</c:v>
                </c:pt>
                <c:pt idx="5078">
                  <c:v>44001</c:v>
                </c:pt>
                <c:pt idx="5079">
                  <c:v>44004</c:v>
                </c:pt>
                <c:pt idx="5080">
                  <c:v>44005</c:v>
                </c:pt>
                <c:pt idx="5081">
                  <c:v>44006</c:v>
                </c:pt>
                <c:pt idx="5082">
                  <c:v>44007</c:v>
                </c:pt>
                <c:pt idx="5083">
                  <c:v>44008</c:v>
                </c:pt>
                <c:pt idx="5084">
                  <c:v>44011</c:v>
                </c:pt>
                <c:pt idx="5085">
                  <c:v>44012</c:v>
                </c:pt>
                <c:pt idx="5086">
                  <c:v>44013</c:v>
                </c:pt>
                <c:pt idx="5087">
                  <c:v>44014</c:v>
                </c:pt>
                <c:pt idx="5088">
                  <c:v>44015</c:v>
                </c:pt>
                <c:pt idx="5089">
                  <c:v>44018</c:v>
                </c:pt>
                <c:pt idx="5090">
                  <c:v>44019</c:v>
                </c:pt>
                <c:pt idx="5091">
                  <c:v>44020</c:v>
                </c:pt>
                <c:pt idx="5092">
                  <c:v>44021</c:v>
                </c:pt>
                <c:pt idx="5093">
                  <c:v>44022</c:v>
                </c:pt>
                <c:pt idx="5094">
                  <c:v>44025</c:v>
                </c:pt>
                <c:pt idx="5095">
                  <c:v>44026</c:v>
                </c:pt>
                <c:pt idx="5096">
                  <c:v>44027</c:v>
                </c:pt>
                <c:pt idx="5097">
                  <c:v>44028</c:v>
                </c:pt>
                <c:pt idx="5098">
                  <c:v>44029</c:v>
                </c:pt>
                <c:pt idx="5099">
                  <c:v>44032</c:v>
                </c:pt>
                <c:pt idx="5100">
                  <c:v>44033</c:v>
                </c:pt>
                <c:pt idx="5101">
                  <c:v>44034</c:v>
                </c:pt>
                <c:pt idx="5102">
                  <c:v>44035</c:v>
                </c:pt>
                <c:pt idx="5103">
                  <c:v>44036</c:v>
                </c:pt>
                <c:pt idx="5104">
                  <c:v>44039</c:v>
                </c:pt>
                <c:pt idx="5105">
                  <c:v>44040</c:v>
                </c:pt>
                <c:pt idx="5106">
                  <c:v>44041</c:v>
                </c:pt>
                <c:pt idx="5107">
                  <c:v>44042</c:v>
                </c:pt>
                <c:pt idx="5108">
                  <c:v>44043</c:v>
                </c:pt>
                <c:pt idx="5109">
                  <c:v>44046</c:v>
                </c:pt>
                <c:pt idx="5110">
                  <c:v>44047</c:v>
                </c:pt>
                <c:pt idx="5111">
                  <c:v>44048</c:v>
                </c:pt>
                <c:pt idx="5112">
                  <c:v>44049</c:v>
                </c:pt>
                <c:pt idx="5113">
                  <c:v>44050</c:v>
                </c:pt>
                <c:pt idx="5114">
                  <c:v>44053</c:v>
                </c:pt>
                <c:pt idx="5115">
                  <c:v>44054</c:v>
                </c:pt>
                <c:pt idx="5116">
                  <c:v>44055</c:v>
                </c:pt>
                <c:pt idx="5117">
                  <c:v>44056</c:v>
                </c:pt>
                <c:pt idx="5118">
                  <c:v>44057</c:v>
                </c:pt>
                <c:pt idx="5119">
                  <c:v>44060</c:v>
                </c:pt>
                <c:pt idx="5120">
                  <c:v>44061</c:v>
                </c:pt>
                <c:pt idx="5121">
                  <c:v>44062</c:v>
                </c:pt>
                <c:pt idx="5122">
                  <c:v>44063</c:v>
                </c:pt>
                <c:pt idx="5123">
                  <c:v>44064</c:v>
                </c:pt>
                <c:pt idx="5124">
                  <c:v>44067</c:v>
                </c:pt>
                <c:pt idx="5125">
                  <c:v>44068</c:v>
                </c:pt>
                <c:pt idx="5126">
                  <c:v>44069</c:v>
                </c:pt>
                <c:pt idx="5127">
                  <c:v>44070</c:v>
                </c:pt>
                <c:pt idx="5128">
                  <c:v>44071</c:v>
                </c:pt>
                <c:pt idx="5129">
                  <c:v>44074</c:v>
                </c:pt>
                <c:pt idx="5130">
                  <c:v>44075</c:v>
                </c:pt>
                <c:pt idx="5131">
                  <c:v>44076</c:v>
                </c:pt>
                <c:pt idx="5132">
                  <c:v>44077</c:v>
                </c:pt>
                <c:pt idx="5133">
                  <c:v>44078</c:v>
                </c:pt>
                <c:pt idx="5134">
                  <c:v>44081</c:v>
                </c:pt>
                <c:pt idx="5135">
                  <c:v>44082</c:v>
                </c:pt>
                <c:pt idx="5136">
                  <c:v>44083</c:v>
                </c:pt>
                <c:pt idx="5137">
                  <c:v>44084</c:v>
                </c:pt>
                <c:pt idx="5138">
                  <c:v>44085</c:v>
                </c:pt>
                <c:pt idx="5139">
                  <c:v>44088</c:v>
                </c:pt>
                <c:pt idx="5140">
                  <c:v>44089</c:v>
                </c:pt>
                <c:pt idx="5141">
                  <c:v>44090</c:v>
                </c:pt>
                <c:pt idx="5142">
                  <c:v>44091</c:v>
                </c:pt>
                <c:pt idx="5143">
                  <c:v>44092</c:v>
                </c:pt>
                <c:pt idx="5144">
                  <c:v>44095</c:v>
                </c:pt>
                <c:pt idx="5145">
                  <c:v>44096</c:v>
                </c:pt>
                <c:pt idx="5146">
                  <c:v>44097</c:v>
                </c:pt>
                <c:pt idx="5147">
                  <c:v>44098</c:v>
                </c:pt>
                <c:pt idx="5148">
                  <c:v>44099</c:v>
                </c:pt>
                <c:pt idx="5149">
                  <c:v>44102</c:v>
                </c:pt>
                <c:pt idx="5150">
                  <c:v>44103</c:v>
                </c:pt>
                <c:pt idx="5151">
                  <c:v>44104</c:v>
                </c:pt>
                <c:pt idx="5152">
                  <c:v>44105</c:v>
                </c:pt>
                <c:pt idx="5153">
                  <c:v>44106</c:v>
                </c:pt>
                <c:pt idx="5154">
                  <c:v>44109</c:v>
                </c:pt>
                <c:pt idx="5155">
                  <c:v>44110</c:v>
                </c:pt>
                <c:pt idx="5156">
                  <c:v>44111</c:v>
                </c:pt>
                <c:pt idx="5157">
                  <c:v>44112</c:v>
                </c:pt>
                <c:pt idx="5158">
                  <c:v>44113</c:v>
                </c:pt>
                <c:pt idx="5159">
                  <c:v>44116</c:v>
                </c:pt>
                <c:pt idx="5160">
                  <c:v>44117</c:v>
                </c:pt>
                <c:pt idx="5161">
                  <c:v>44118</c:v>
                </c:pt>
                <c:pt idx="5162">
                  <c:v>44119</c:v>
                </c:pt>
                <c:pt idx="5163">
                  <c:v>44120</c:v>
                </c:pt>
                <c:pt idx="5164">
                  <c:v>44123</c:v>
                </c:pt>
                <c:pt idx="5165">
                  <c:v>44124</c:v>
                </c:pt>
                <c:pt idx="5166">
                  <c:v>44125</c:v>
                </c:pt>
                <c:pt idx="5167">
                  <c:v>44126</c:v>
                </c:pt>
                <c:pt idx="5168">
                  <c:v>44127</c:v>
                </c:pt>
                <c:pt idx="5169">
                  <c:v>44130</c:v>
                </c:pt>
                <c:pt idx="5170">
                  <c:v>44131</c:v>
                </c:pt>
                <c:pt idx="5171">
                  <c:v>44132</c:v>
                </c:pt>
                <c:pt idx="5172">
                  <c:v>44133</c:v>
                </c:pt>
                <c:pt idx="5173">
                  <c:v>44134</c:v>
                </c:pt>
                <c:pt idx="5174">
                  <c:v>44137</c:v>
                </c:pt>
                <c:pt idx="5175">
                  <c:v>44138</c:v>
                </c:pt>
                <c:pt idx="5176">
                  <c:v>44139</c:v>
                </c:pt>
                <c:pt idx="5177">
                  <c:v>44140</c:v>
                </c:pt>
                <c:pt idx="5178">
                  <c:v>44141</c:v>
                </c:pt>
                <c:pt idx="5179">
                  <c:v>44144</c:v>
                </c:pt>
                <c:pt idx="5180">
                  <c:v>44145</c:v>
                </c:pt>
                <c:pt idx="5181">
                  <c:v>44146</c:v>
                </c:pt>
                <c:pt idx="5182">
                  <c:v>44147</c:v>
                </c:pt>
                <c:pt idx="5183">
                  <c:v>44148</c:v>
                </c:pt>
                <c:pt idx="5184">
                  <c:v>44151</c:v>
                </c:pt>
                <c:pt idx="5185">
                  <c:v>44152</c:v>
                </c:pt>
                <c:pt idx="5186">
                  <c:v>44153</c:v>
                </c:pt>
                <c:pt idx="5187">
                  <c:v>44154</c:v>
                </c:pt>
                <c:pt idx="5188">
                  <c:v>44155</c:v>
                </c:pt>
                <c:pt idx="5189">
                  <c:v>44158</c:v>
                </c:pt>
                <c:pt idx="5190">
                  <c:v>44159</c:v>
                </c:pt>
                <c:pt idx="5191">
                  <c:v>44160</c:v>
                </c:pt>
                <c:pt idx="5192">
                  <c:v>44161</c:v>
                </c:pt>
                <c:pt idx="5193">
                  <c:v>44162</c:v>
                </c:pt>
                <c:pt idx="5194">
                  <c:v>44165</c:v>
                </c:pt>
                <c:pt idx="5195">
                  <c:v>44166</c:v>
                </c:pt>
                <c:pt idx="5196">
                  <c:v>44167</c:v>
                </c:pt>
                <c:pt idx="5197">
                  <c:v>44168</c:v>
                </c:pt>
                <c:pt idx="5198">
                  <c:v>44169</c:v>
                </c:pt>
                <c:pt idx="5199">
                  <c:v>44172</c:v>
                </c:pt>
                <c:pt idx="5200">
                  <c:v>44173</c:v>
                </c:pt>
                <c:pt idx="5201">
                  <c:v>44174</c:v>
                </c:pt>
                <c:pt idx="5202">
                  <c:v>44175</c:v>
                </c:pt>
                <c:pt idx="5203">
                  <c:v>44176</c:v>
                </c:pt>
                <c:pt idx="5204">
                  <c:v>44179</c:v>
                </c:pt>
                <c:pt idx="5205">
                  <c:v>44180</c:v>
                </c:pt>
                <c:pt idx="5206">
                  <c:v>44181</c:v>
                </c:pt>
                <c:pt idx="5207">
                  <c:v>44182</c:v>
                </c:pt>
                <c:pt idx="5208">
                  <c:v>44183</c:v>
                </c:pt>
                <c:pt idx="5209">
                  <c:v>44186</c:v>
                </c:pt>
                <c:pt idx="5210">
                  <c:v>44187</c:v>
                </c:pt>
                <c:pt idx="5211">
                  <c:v>44188</c:v>
                </c:pt>
                <c:pt idx="5212">
                  <c:v>44189</c:v>
                </c:pt>
                <c:pt idx="5213">
                  <c:v>44190</c:v>
                </c:pt>
                <c:pt idx="5214">
                  <c:v>44193</c:v>
                </c:pt>
                <c:pt idx="5215">
                  <c:v>44194</c:v>
                </c:pt>
                <c:pt idx="5216">
                  <c:v>44195</c:v>
                </c:pt>
                <c:pt idx="5217">
                  <c:v>44196</c:v>
                </c:pt>
                <c:pt idx="5218">
                  <c:v>44197</c:v>
                </c:pt>
                <c:pt idx="5219">
                  <c:v>44200</c:v>
                </c:pt>
                <c:pt idx="5220">
                  <c:v>44201</c:v>
                </c:pt>
                <c:pt idx="5221">
                  <c:v>44202</c:v>
                </c:pt>
                <c:pt idx="5222">
                  <c:v>44203</c:v>
                </c:pt>
                <c:pt idx="5223">
                  <c:v>44204</c:v>
                </c:pt>
                <c:pt idx="5224">
                  <c:v>44207</c:v>
                </c:pt>
                <c:pt idx="5225">
                  <c:v>44208</c:v>
                </c:pt>
                <c:pt idx="5226">
                  <c:v>44209</c:v>
                </c:pt>
                <c:pt idx="5227">
                  <c:v>44210</c:v>
                </c:pt>
                <c:pt idx="5228">
                  <c:v>44211</c:v>
                </c:pt>
                <c:pt idx="5229">
                  <c:v>44214</c:v>
                </c:pt>
                <c:pt idx="5230">
                  <c:v>44215</c:v>
                </c:pt>
                <c:pt idx="5231">
                  <c:v>44216</c:v>
                </c:pt>
                <c:pt idx="5232">
                  <c:v>44217</c:v>
                </c:pt>
                <c:pt idx="5233">
                  <c:v>44218</c:v>
                </c:pt>
                <c:pt idx="5234">
                  <c:v>44221</c:v>
                </c:pt>
                <c:pt idx="5235">
                  <c:v>44222</c:v>
                </c:pt>
                <c:pt idx="5236">
                  <c:v>44223</c:v>
                </c:pt>
                <c:pt idx="5237">
                  <c:v>44224</c:v>
                </c:pt>
                <c:pt idx="5238">
                  <c:v>44225</c:v>
                </c:pt>
                <c:pt idx="5239">
                  <c:v>44228</c:v>
                </c:pt>
                <c:pt idx="5240">
                  <c:v>44229</c:v>
                </c:pt>
                <c:pt idx="5241">
                  <c:v>44230</c:v>
                </c:pt>
                <c:pt idx="5242">
                  <c:v>44231</c:v>
                </c:pt>
                <c:pt idx="5243">
                  <c:v>44232</c:v>
                </c:pt>
                <c:pt idx="5244">
                  <c:v>44235</c:v>
                </c:pt>
                <c:pt idx="5245">
                  <c:v>44236</c:v>
                </c:pt>
                <c:pt idx="5246">
                  <c:v>44237</c:v>
                </c:pt>
                <c:pt idx="5247">
                  <c:v>44238</c:v>
                </c:pt>
                <c:pt idx="5248">
                  <c:v>44239</c:v>
                </c:pt>
                <c:pt idx="5249">
                  <c:v>44242</c:v>
                </c:pt>
                <c:pt idx="5250">
                  <c:v>44243</c:v>
                </c:pt>
                <c:pt idx="5251">
                  <c:v>44244</c:v>
                </c:pt>
                <c:pt idx="5252">
                  <c:v>44245</c:v>
                </c:pt>
                <c:pt idx="5253">
                  <c:v>44246</c:v>
                </c:pt>
                <c:pt idx="5254">
                  <c:v>44249</c:v>
                </c:pt>
                <c:pt idx="5255">
                  <c:v>44250</c:v>
                </c:pt>
                <c:pt idx="5256">
                  <c:v>44251</c:v>
                </c:pt>
                <c:pt idx="5257">
                  <c:v>44252</c:v>
                </c:pt>
                <c:pt idx="5258">
                  <c:v>44253</c:v>
                </c:pt>
                <c:pt idx="5259">
                  <c:v>44256</c:v>
                </c:pt>
                <c:pt idx="5260">
                  <c:v>44257</c:v>
                </c:pt>
                <c:pt idx="5261">
                  <c:v>44258</c:v>
                </c:pt>
                <c:pt idx="5262">
                  <c:v>44259</c:v>
                </c:pt>
                <c:pt idx="5263">
                  <c:v>44260</c:v>
                </c:pt>
                <c:pt idx="5264">
                  <c:v>44263</c:v>
                </c:pt>
                <c:pt idx="5265">
                  <c:v>44264</c:v>
                </c:pt>
                <c:pt idx="5266">
                  <c:v>44265</c:v>
                </c:pt>
                <c:pt idx="5267">
                  <c:v>44266</c:v>
                </c:pt>
                <c:pt idx="5268">
                  <c:v>44267</c:v>
                </c:pt>
                <c:pt idx="5269">
                  <c:v>44270</c:v>
                </c:pt>
                <c:pt idx="5270">
                  <c:v>44271</c:v>
                </c:pt>
                <c:pt idx="5271">
                  <c:v>44272</c:v>
                </c:pt>
                <c:pt idx="5272">
                  <c:v>44273</c:v>
                </c:pt>
                <c:pt idx="5273">
                  <c:v>44274</c:v>
                </c:pt>
                <c:pt idx="5274">
                  <c:v>44277</c:v>
                </c:pt>
                <c:pt idx="5275">
                  <c:v>44278</c:v>
                </c:pt>
                <c:pt idx="5276">
                  <c:v>44279</c:v>
                </c:pt>
                <c:pt idx="5277">
                  <c:v>44280</c:v>
                </c:pt>
                <c:pt idx="5278">
                  <c:v>44281</c:v>
                </c:pt>
                <c:pt idx="5279">
                  <c:v>44284</c:v>
                </c:pt>
                <c:pt idx="5280">
                  <c:v>44285</c:v>
                </c:pt>
                <c:pt idx="5281">
                  <c:v>44286</c:v>
                </c:pt>
                <c:pt idx="5282">
                  <c:v>44287</c:v>
                </c:pt>
                <c:pt idx="5283">
                  <c:v>44288</c:v>
                </c:pt>
                <c:pt idx="5284">
                  <c:v>44291</c:v>
                </c:pt>
                <c:pt idx="5285">
                  <c:v>44292</c:v>
                </c:pt>
                <c:pt idx="5286">
                  <c:v>44293</c:v>
                </c:pt>
                <c:pt idx="5287">
                  <c:v>44294</c:v>
                </c:pt>
                <c:pt idx="5288">
                  <c:v>44295</c:v>
                </c:pt>
                <c:pt idx="5289">
                  <c:v>44298</c:v>
                </c:pt>
                <c:pt idx="5290">
                  <c:v>44299</c:v>
                </c:pt>
                <c:pt idx="5291">
                  <c:v>44300</c:v>
                </c:pt>
                <c:pt idx="5292">
                  <c:v>44301</c:v>
                </c:pt>
                <c:pt idx="5293">
                  <c:v>44302</c:v>
                </c:pt>
                <c:pt idx="5294">
                  <c:v>44305</c:v>
                </c:pt>
                <c:pt idx="5295">
                  <c:v>44306</c:v>
                </c:pt>
                <c:pt idx="5296">
                  <c:v>44307</c:v>
                </c:pt>
                <c:pt idx="5297">
                  <c:v>44308</c:v>
                </c:pt>
                <c:pt idx="5298">
                  <c:v>44309</c:v>
                </c:pt>
                <c:pt idx="5299">
                  <c:v>44312</c:v>
                </c:pt>
                <c:pt idx="5300">
                  <c:v>44313</c:v>
                </c:pt>
                <c:pt idx="5301">
                  <c:v>44314</c:v>
                </c:pt>
                <c:pt idx="5302">
                  <c:v>44315</c:v>
                </c:pt>
                <c:pt idx="5303">
                  <c:v>44316</c:v>
                </c:pt>
                <c:pt idx="5304">
                  <c:v>44319</c:v>
                </c:pt>
                <c:pt idx="5305">
                  <c:v>44320</c:v>
                </c:pt>
                <c:pt idx="5306">
                  <c:v>44321</c:v>
                </c:pt>
                <c:pt idx="5307">
                  <c:v>44322</c:v>
                </c:pt>
                <c:pt idx="5308">
                  <c:v>44323</c:v>
                </c:pt>
                <c:pt idx="5309">
                  <c:v>44326</c:v>
                </c:pt>
                <c:pt idx="5310">
                  <c:v>44327</c:v>
                </c:pt>
                <c:pt idx="5311">
                  <c:v>44328</c:v>
                </c:pt>
                <c:pt idx="5312">
                  <c:v>44329</c:v>
                </c:pt>
                <c:pt idx="5313">
                  <c:v>44330</c:v>
                </c:pt>
                <c:pt idx="5314">
                  <c:v>44333</c:v>
                </c:pt>
                <c:pt idx="5315">
                  <c:v>44334</c:v>
                </c:pt>
                <c:pt idx="5316">
                  <c:v>44335</c:v>
                </c:pt>
                <c:pt idx="5317">
                  <c:v>44336</c:v>
                </c:pt>
                <c:pt idx="5318">
                  <c:v>44337</c:v>
                </c:pt>
                <c:pt idx="5319">
                  <c:v>44340</c:v>
                </c:pt>
                <c:pt idx="5320">
                  <c:v>44341</c:v>
                </c:pt>
                <c:pt idx="5321">
                  <c:v>44342</c:v>
                </c:pt>
                <c:pt idx="5322">
                  <c:v>44343</c:v>
                </c:pt>
                <c:pt idx="5323">
                  <c:v>44344</c:v>
                </c:pt>
                <c:pt idx="5324">
                  <c:v>44347</c:v>
                </c:pt>
                <c:pt idx="5325">
                  <c:v>44348</c:v>
                </c:pt>
                <c:pt idx="5326">
                  <c:v>44349</c:v>
                </c:pt>
                <c:pt idx="5327">
                  <c:v>44350</c:v>
                </c:pt>
                <c:pt idx="5328">
                  <c:v>44351</c:v>
                </c:pt>
                <c:pt idx="5329">
                  <c:v>44354</c:v>
                </c:pt>
                <c:pt idx="5330">
                  <c:v>44355</c:v>
                </c:pt>
                <c:pt idx="5331">
                  <c:v>44356</c:v>
                </c:pt>
                <c:pt idx="5332">
                  <c:v>44357</c:v>
                </c:pt>
                <c:pt idx="5333">
                  <c:v>44358</c:v>
                </c:pt>
                <c:pt idx="5334">
                  <c:v>44361</c:v>
                </c:pt>
                <c:pt idx="5335">
                  <c:v>44362</c:v>
                </c:pt>
                <c:pt idx="5336">
                  <c:v>44363</c:v>
                </c:pt>
                <c:pt idx="5337">
                  <c:v>44364</c:v>
                </c:pt>
                <c:pt idx="5338">
                  <c:v>44365</c:v>
                </c:pt>
                <c:pt idx="5339">
                  <c:v>44368</c:v>
                </c:pt>
                <c:pt idx="5340">
                  <c:v>44369</c:v>
                </c:pt>
                <c:pt idx="5341">
                  <c:v>44370</c:v>
                </c:pt>
                <c:pt idx="5342">
                  <c:v>44371</c:v>
                </c:pt>
                <c:pt idx="5343">
                  <c:v>44372</c:v>
                </c:pt>
                <c:pt idx="5344">
                  <c:v>44375</c:v>
                </c:pt>
                <c:pt idx="5345">
                  <c:v>44376</c:v>
                </c:pt>
                <c:pt idx="5346">
                  <c:v>44377</c:v>
                </c:pt>
                <c:pt idx="5347">
                  <c:v>44378</c:v>
                </c:pt>
                <c:pt idx="5348">
                  <c:v>44379</c:v>
                </c:pt>
                <c:pt idx="5349">
                  <c:v>44382</c:v>
                </c:pt>
                <c:pt idx="5350">
                  <c:v>44383</c:v>
                </c:pt>
                <c:pt idx="5351">
                  <c:v>44384</c:v>
                </c:pt>
                <c:pt idx="5352">
                  <c:v>44385</c:v>
                </c:pt>
                <c:pt idx="5353">
                  <c:v>44386</c:v>
                </c:pt>
                <c:pt idx="5354">
                  <c:v>44389</c:v>
                </c:pt>
                <c:pt idx="5355">
                  <c:v>44390</c:v>
                </c:pt>
                <c:pt idx="5356">
                  <c:v>44391</c:v>
                </c:pt>
                <c:pt idx="5357">
                  <c:v>44392</c:v>
                </c:pt>
                <c:pt idx="5358">
                  <c:v>44393</c:v>
                </c:pt>
                <c:pt idx="5359">
                  <c:v>44396</c:v>
                </c:pt>
                <c:pt idx="5360">
                  <c:v>44397</c:v>
                </c:pt>
                <c:pt idx="5361">
                  <c:v>44398</c:v>
                </c:pt>
                <c:pt idx="5362">
                  <c:v>44399</c:v>
                </c:pt>
                <c:pt idx="5363">
                  <c:v>44400</c:v>
                </c:pt>
                <c:pt idx="5364">
                  <c:v>44403</c:v>
                </c:pt>
                <c:pt idx="5365">
                  <c:v>44404</c:v>
                </c:pt>
                <c:pt idx="5366">
                  <c:v>44405</c:v>
                </c:pt>
                <c:pt idx="5367">
                  <c:v>44406</c:v>
                </c:pt>
                <c:pt idx="5368">
                  <c:v>44407</c:v>
                </c:pt>
                <c:pt idx="5369">
                  <c:v>44410</c:v>
                </c:pt>
                <c:pt idx="5370">
                  <c:v>44411</c:v>
                </c:pt>
                <c:pt idx="5371">
                  <c:v>44412</c:v>
                </c:pt>
                <c:pt idx="5372">
                  <c:v>44413</c:v>
                </c:pt>
                <c:pt idx="5373">
                  <c:v>44414</c:v>
                </c:pt>
                <c:pt idx="5374">
                  <c:v>44417</c:v>
                </c:pt>
                <c:pt idx="5375">
                  <c:v>44418</c:v>
                </c:pt>
                <c:pt idx="5376">
                  <c:v>44419</c:v>
                </c:pt>
                <c:pt idx="5377">
                  <c:v>44420</c:v>
                </c:pt>
                <c:pt idx="5378">
                  <c:v>44421</c:v>
                </c:pt>
                <c:pt idx="5379">
                  <c:v>44424</c:v>
                </c:pt>
                <c:pt idx="5380">
                  <c:v>44425</c:v>
                </c:pt>
                <c:pt idx="5381">
                  <c:v>44426</c:v>
                </c:pt>
                <c:pt idx="5382">
                  <c:v>44427</c:v>
                </c:pt>
                <c:pt idx="5383">
                  <c:v>44428</c:v>
                </c:pt>
                <c:pt idx="5384">
                  <c:v>44431</c:v>
                </c:pt>
                <c:pt idx="5385">
                  <c:v>44432</c:v>
                </c:pt>
                <c:pt idx="5386">
                  <c:v>44433</c:v>
                </c:pt>
                <c:pt idx="5387">
                  <c:v>44434</c:v>
                </c:pt>
                <c:pt idx="5388">
                  <c:v>44435</c:v>
                </c:pt>
                <c:pt idx="5389">
                  <c:v>44438</c:v>
                </c:pt>
                <c:pt idx="5390">
                  <c:v>44439</c:v>
                </c:pt>
                <c:pt idx="5391">
                  <c:v>44440</c:v>
                </c:pt>
                <c:pt idx="5392">
                  <c:v>44441</c:v>
                </c:pt>
                <c:pt idx="5393">
                  <c:v>44442</c:v>
                </c:pt>
                <c:pt idx="5394">
                  <c:v>44445</c:v>
                </c:pt>
                <c:pt idx="5395">
                  <c:v>44446</c:v>
                </c:pt>
                <c:pt idx="5396">
                  <c:v>44447</c:v>
                </c:pt>
                <c:pt idx="5397">
                  <c:v>44448</c:v>
                </c:pt>
                <c:pt idx="5398">
                  <c:v>44449</c:v>
                </c:pt>
                <c:pt idx="5399">
                  <c:v>44452</c:v>
                </c:pt>
                <c:pt idx="5400">
                  <c:v>44453</c:v>
                </c:pt>
                <c:pt idx="5401">
                  <c:v>44454</c:v>
                </c:pt>
                <c:pt idx="5402">
                  <c:v>44455</c:v>
                </c:pt>
                <c:pt idx="5403">
                  <c:v>44456</c:v>
                </c:pt>
                <c:pt idx="5404">
                  <c:v>44459</c:v>
                </c:pt>
                <c:pt idx="5405">
                  <c:v>44460</c:v>
                </c:pt>
                <c:pt idx="5406">
                  <c:v>44461</c:v>
                </c:pt>
                <c:pt idx="5407">
                  <c:v>44462</c:v>
                </c:pt>
                <c:pt idx="5408">
                  <c:v>44463</c:v>
                </c:pt>
                <c:pt idx="5409">
                  <c:v>44466</c:v>
                </c:pt>
                <c:pt idx="5410">
                  <c:v>44467</c:v>
                </c:pt>
                <c:pt idx="5411">
                  <c:v>44468</c:v>
                </c:pt>
                <c:pt idx="5412">
                  <c:v>44469</c:v>
                </c:pt>
                <c:pt idx="5413">
                  <c:v>44470</c:v>
                </c:pt>
                <c:pt idx="5414">
                  <c:v>44473</c:v>
                </c:pt>
                <c:pt idx="5415">
                  <c:v>44474</c:v>
                </c:pt>
                <c:pt idx="5416">
                  <c:v>44475</c:v>
                </c:pt>
                <c:pt idx="5417">
                  <c:v>44476</c:v>
                </c:pt>
                <c:pt idx="5418">
                  <c:v>44477</c:v>
                </c:pt>
                <c:pt idx="5419">
                  <c:v>44480</c:v>
                </c:pt>
                <c:pt idx="5420">
                  <c:v>44481</c:v>
                </c:pt>
                <c:pt idx="5421">
                  <c:v>44482</c:v>
                </c:pt>
                <c:pt idx="5422">
                  <c:v>44483</c:v>
                </c:pt>
                <c:pt idx="5423">
                  <c:v>44484</c:v>
                </c:pt>
                <c:pt idx="5424">
                  <c:v>44487</c:v>
                </c:pt>
                <c:pt idx="5425">
                  <c:v>44488</c:v>
                </c:pt>
                <c:pt idx="5426">
                  <c:v>44489</c:v>
                </c:pt>
                <c:pt idx="5427">
                  <c:v>44490</c:v>
                </c:pt>
                <c:pt idx="5428">
                  <c:v>44491</c:v>
                </c:pt>
                <c:pt idx="5429">
                  <c:v>44494</c:v>
                </c:pt>
                <c:pt idx="5430">
                  <c:v>44495</c:v>
                </c:pt>
                <c:pt idx="5431">
                  <c:v>44496</c:v>
                </c:pt>
                <c:pt idx="5432">
                  <c:v>44497</c:v>
                </c:pt>
                <c:pt idx="5433">
                  <c:v>44498</c:v>
                </c:pt>
                <c:pt idx="5434">
                  <c:v>44501</c:v>
                </c:pt>
                <c:pt idx="5435">
                  <c:v>44502</c:v>
                </c:pt>
                <c:pt idx="5436">
                  <c:v>44503</c:v>
                </c:pt>
                <c:pt idx="5437">
                  <c:v>44504</c:v>
                </c:pt>
                <c:pt idx="5438">
                  <c:v>44505</c:v>
                </c:pt>
                <c:pt idx="5439">
                  <c:v>44508</c:v>
                </c:pt>
                <c:pt idx="5440">
                  <c:v>44509</c:v>
                </c:pt>
                <c:pt idx="5441">
                  <c:v>44510</c:v>
                </c:pt>
                <c:pt idx="5442">
                  <c:v>44511</c:v>
                </c:pt>
                <c:pt idx="5443">
                  <c:v>44512</c:v>
                </c:pt>
                <c:pt idx="5444">
                  <c:v>44515</c:v>
                </c:pt>
                <c:pt idx="5445">
                  <c:v>44516</c:v>
                </c:pt>
                <c:pt idx="5446">
                  <c:v>44517</c:v>
                </c:pt>
                <c:pt idx="5447">
                  <c:v>44518</c:v>
                </c:pt>
                <c:pt idx="5448">
                  <c:v>44519</c:v>
                </c:pt>
                <c:pt idx="5449">
                  <c:v>44522</c:v>
                </c:pt>
                <c:pt idx="5450">
                  <c:v>44523</c:v>
                </c:pt>
                <c:pt idx="5451">
                  <c:v>44524</c:v>
                </c:pt>
                <c:pt idx="5452">
                  <c:v>44525</c:v>
                </c:pt>
                <c:pt idx="5453">
                  <c:v>44526</c:v>
                </c:pt>
                <c:pt idx="5454">
                  <c:v>44529</c:v>
                </c:pt>
                <c:pt idx="5455">
                  <c:v>44530</c:v>
                </c:pt>
                <c:pt idx="5456">
                  <c:v>44531</c:v>
                </c:pt>
                <c:pt idx="5457">
                  <c:v>44532</c:v>
                </c:pt>
                <c:pt idx="5458">
                  <c:v>44533</c:v>
                </c:pt>
                <c:pt idx="5459">
                  <c:v>44536</c:v>
                </c:pt>
                <c:pt idx="5460">
                  <c:v>44537</c:v>
                </c:pt>
                <c:pt idx="5461">
                  <c:v>44538</c:v>
                </c:pt>
                <c:pt idx="5462">
                  <c:v>44539</c:v>
                </c:pt>
                <c:pt idx="5463">
                  <c:v>44540</c:v>
                </c:pt>
                <c:pt idx="5464">
                  <c:v>44543</c:v>
                </c:pt>
                <c:pt idx="5465">
                  <c:v>44544</c:v>
                </c:pt>
                <c:pt idx="5466">
                  <c:v>44545</c:v>
                </c:pt>
                <c:pt idx="5467">
                  <c:v>44546</c:v>
                </c:pt>
                <c:pt idx="5468">
                  <c:v>44547</c:v>
                </c:pt>
                <c:pt idx="5469">
                  <c:v>44550</c:v>
                </c:pt>
                <c:pt idx="5470">
                  <c:v>44551</c:v>
                </c:pt>
                <c:pt idx="5471">
                  <c:v>44552</c:v>
                </c:pt>
                <c:pt idx="5472">
                  <c:v>44553</c:v>
                </c:pt>
                <c:pt idx="5473">
                  <c:v>44554</c:v>
                </c:pt>
                <c:pt idx="5474">
                  <c:v>44557</c:v>
                </c:pt>
                <c:pt idx="5475">
                  <c:v>44558</c:v>
                </c:pt>
                <c:pt idx="5476">
                  <c:v>44559</c:v>
                </c:pt>
                <c:pt idx="5477">
                  <c:v>44560</c:v>
                </c:pt>
                <c:pt idx="5478">
                  <c:v>44561</c:v>
                </c:pt>
                <c:pt idx="5479">
                  <c:v>44564</c:v>
                </c:pt>
                <c:pt idx="5480">
                  <c:v>44565</c:v>
                </c:pt>
                <c:pt idx="5481">
                  <c:v>44566</c:v>
                </c:pt>
                <c:pt idx="5482">
                  <c:v>44567</c:v>
                </c:pt>
                <c:pt idx="5483">
                  <c:v>44568</c:v>
                </c:pt>
                <c:pt idx="5484">
                  <c:v>44571</c:v>
                </c:pt>
                <c:pt idx="5485">
                  <c:v>44572</c:v>
                </c:pt>
                <c:pt idx="5486">
                  <c:v>44573</c:v>
                </c:pt>
                <c:pt idx="5487">
                  <c:v>44574</c:v>
                </c:pt>
                <c:pt idx="5488">
                  <c:v>44575</c:v>
                </c:pt>
                <c:pt idx="5489">
                  <c:v>44578</c:v>
                </c:pt>
                <c:pt idx="5490">
                  <c:v>44579</c:v>
                </c:pt>
                <c:pt idx="5491">
                  <c:v>44580</c:v>
                </c:pt>
                <c:pt idx="5492">
                  <c:v>44581</c:v>
                </c:pt>
                <c:pt idx="5493">
                  <c:v>44582</c:v>
                </c:pt>
                <c:pt idx="5494">
                  <c:v>44585</c:v>
                </c:pt>
                <c:pt idx="5495">
                  <c:v>44586</c:v>
                </c:pt>
                <c:pt idx="5496">
                  <c:v>44587</c:v>
                </c:pt>
                <c:pt idx="5497">
                  <c:v>44588</c:v>
                </c:pt>
                <c:pt idx="5498">
                  <c:v>44589</c:v>
                </c:pt>
                <c:pt idx="5499">
                  <c:v>44592</c:v>
                </c:pt>
                <c:pt idx="5500">
                  <c:v>44593</c:v>
                </c:pt>
                <c:pt idx="5501">
                  <c:v>44594</c:v>
                </c:pt>
                <c:pt idx="5502">
                  <c:v>44595</c:v>
                </c:pt>
                <c:pt idx="5503">
                  <c:v>44596</c:v>
                </c:pt>
                <c:pt idx="5504">
                  <c:v>44599</c:v>
                </c:pt>
                <c:pt idx="5505">
                  <c:v>44600</c:v>
                </c:pt>
                <c:pt idx="5506">
                  <c:v>44601</c:v>
                </c:pt>
                <c:pt idx="5507">
                  <c:v>44602</c:v>
                </c:pt>
                <c:pt idx="5508">
                  <c:v>44603</c:v>
                </c:pt>
                <c:pt idx="5509">
                  <c:v>44606</c:v>
                </c:pt>
                <c:pt idx="5510">
                  <c:v>44607</c:v>
                </c:pt>
                <c:pt idx="5511">
                  <c:v>44608</c:v>
                </c:pt>
                <c:pt idx="5512">
                  <c:v>44609</c:v>
                </c:pt>
                <c:pt idx="5513">
                  <c:v>44610</c:v>
                </c:pt>
                <c:pt idx="5514">
                  <c:v>44613</c:v>
                </c:pt>
                <c:pt idx="5515">
                  <c:v>44614</c:v>
                </c:pt>
                <c:pt idx="5516">
                  <c:v>44615</c:v>
                </c:pt>
                <c:pt idx="5517">
                  <c:v>44616</c:v>
                </c:pt>
                <c:pt idx="5518">
                  <c:v>44617</c:v>
                </c:pt>
                <c:pt idx="5519">
                  <c:v>44620</c:v>
                </c:pt>
                <c:pt idx="5520">
                  <c:v>44621</c:v>
                </c:pt>
                <c:pt idx="5521">
                  <c:v>44622</c:v>
                </c:pt>
                <c:pt idx="5522">
                  <c:v>44623</c:v>
                </c:pt>
                <c:pt idx="5523">
                  <c:v>44624</c:v>
                </c:pt>
                <c:pt idx="5524">
                  <c:v>44627</c:v>
                </c:pt>
                <c:pt idx="5525">
                  <c:v>44628</c:v>
                </c:pt>
                <c:pt idx="5526">
                  <c:v>44629</c:v>
                </c:pt>
                <c:pt idx="5527">
                  <c:v>44630</c:v>
                </c:pt>
                <c:pt idx="5528">
                  <c:v>44631</c:v>
                </c:pt>
                <c:pt idx="5529">
                  <c:v>44634</c:v>
                </c:pt>
                <c:pt idx="5530">
                  <c:v>44635</c:v>
                </c:pt>
                <c:pt idx="5531">
                  <c:v>44636</c:v>
                </c:pt>
                <c:pt idx="5532">
                  <c:v>44637</c:v>
                </c:pt>
                <c:pt idx="5533">
                  <c:v>44638</c:v>
                </c:pt>
                <c:pt idx="5534">
                  <c:v>44641</c:v>
                </c:pt>
                <c:pt idx="5535">
                  <c:v>44642</c:v>
                </c:pt>
                <c:pt idx="5536">
                  <c:v>44643</c:v>
                </c:pt>
                <c:pt idx="5537">
                  <c:v>44644</c:v>
                </c:pt>
                <c:pt idx="5538">
                  <c:v>44645</c:v>
                </c:pt>
                <c:pt idx="5539">
                  <c:v>44648</c:v>
                </c:pt>
                <c:pt idx="5540">
                  <c:v>44649</c:v>
                </c:pt>
                <c:pt idx="5541">
                  <c:v>44650</c:v>
                </c:pt>
                <c:pt idx="5542">
                  <c:v>44651</c:v>
                </c:pt>
                <c:pt idx="5543">
                  <c:v>44652</c:v>
                </c:pt>
                <c:pt idx="5544">
                  <c:v>44655</c:v>
                </c:pt>
                <c:pt idx="5545">
                  <c:v>44656</c:v>
                </c:pt>
                <c:pt idx="5546">
                  <c:v>44657</c:v>
                </c:pt>
                <c:pt idx="5547">
                  <c:v>44658</c:v>
                </c:pt>
                <c:pt idx="5548">
                  <c:v>44659</c:v>
                </c:pt>
                <c:pt idx="5549">
                  <c:v>44662</c:v>
                </c:pt>
                <c:pt idx="5550">
                  <c:v>44663</c:v>
                </c:pt>
                <c:pt idx="5551">
                  <c:v>44664</c:v>
                </c:pt>
                <c:pt idx="5552">
                  <c:v>44665</c:v>
                </c:pt>
                <c:pt idx="5553">
                  <c:v>44666</c:v>
                </c:pt>
                <c:pt idx="5554">
                  <c:v>44669</c:v>
                </c:pt>
                <c:pt idx="5555">
                  <c:v>44670</c:v>
                </c:pt>
                <c:pt idx="5556">
                  <c:v>44671</c:v>
                </c:pt>
                <c:pt idx="5557">
                  <c:v>44672</c:v>
                </c:pt>
                <c:pt idx="5558">
                  <c:v>44673</c:v>
                </c:pt>
                <c:pt idx="5559">
                  <c:v>44676</c:v>
                </c:pt>
                <c:pt idx="5560">
                  <c:v>44677</c:v>
                </c:pt>
                <c:pt idx="5561">
                  <c:v>44678</c:v>
                </c:pt>
                <c:pt idx="5562">
                  <c:v>44679</c:v>
                </c:pt>
                <c:pt idx="5563">
                  <c:v>44680</c:v>
                </c:pt>
                <c:pt idx="5564">
                  <c:v>44683</c:v>
                </c:pt>
                <c:pt idx="5565">
                  <c:v>44684</c:v>
                </c:pt>
                <c:pt idx="5566">
                  <c:v>44685</c:v>
                </c:pt>
                <c:pt idx="5567">
                  <c:v>44686</c:v>
                </c:pt>
                <c:pt idx="5568">
                  <c:v>44687</c:v>
                </c:pt>
                <c:pt idx="5569">
                  <c:v>44690</c:v>
                </c:pt>
                <c:pt idx="5570">
                  <c:v>44691</c:v>
                </c:pt>
                <c:pt idx="5571">
                  <c:v>44692</c:v>
                </c:pt>
                <c:pt idx="5572">
                  <c:v>44693</c:v>
                </c:pt>
                <c:pt idx="5573">
                  <c:v>44694</c:v>
                </c:pt>
                <c:pt idx="5574">
                  <c:v>44697</c:v>
                </c:pt>
                <c:pt idx="5575">
                  <c:v>44698</c:v>
                </c:pt>
                <c:pt idx="5576">
                  <c:v>44699</c:v>
                </c:pt>
                <c:pt idx="5577">
                  <c:v>44700</c:v>
                </c:pt>
                <c:pt idx="5578">
                  <c:v>44701</c:v>
                </c:pt>
                <c:pt idx="5579">
                  <c:v>44704</c:v>
                </c:pt>
                <c:pt idx="5580">
                  <c:v>44705</c:v>
                </c:pt>
                <c:pt idx="5581">
                  <c:v>44706</c:v>
                </c:pt>
                <c:pt idx="5582">
                  <c:v>44707</c:v>
                </c:pt>
                <c:pt idx="5583">
                  <c:v>44708</c:v>
                </c:pt>
                <c:pt idx="5584">
                  <c:v>44711</c:v>
                </c:pt>
                <c:pt idx="5585">
                  <c:v>44712</c:v>
                </c:pt>
                <c:pt idx="5586">
                  <c:v>44713</c:v>
                </c:pt>
                <c:pt idx="5587">
                  <c:v>44714</c:v>
                </c:pt>
                <c:pt idx="5588">
                  <c:v>44715</c:v>
                </c:pt>
                <c:pt idx="5589">
                  <c:v>44718</c:v>
                </c:pt>
                <c:pt idx="5590">
                  <c:v>44719</c:v>
                </c:pt>
                <c:pt idx="5591">
                  <c:v>44720</c:v>
                </c:pt>
                <c:pt idx="5592">
                  <c:v>44721</c:v>
                </c:pt>
                <c:pt idx="5593">
                  <c:v>44722</c:v>
                </c:pt>
                <c:pt idx="5594">
                  <c:v>44725</c:v>
                </c:pt>
                <c:pt idx="5595">
                  <c:v>44726</c:v>
                </c:pt>
                <c:pt idx="5596">
                  <c:v>44727</c:v>
                </c:pt>
                <c:pt idx="5597">
                  <c:v>44728</c:v>
                </c:pt>
                <c:pt idx="5598">
                  <c:v>44729</c:v>
                </c:pt>
                <c:pt idx="5599">
                  <c:v>44732</c:v>
                </c:pt>
                <c:pt idx="5600">
                  <c:v>44733</c:v>
                </c:pt>
                <c:pt idx="5601">
                  <c:v>44734</c:v>
                </c:pt>
                <c:pt idx="5602">
                  <c:v>44735</c:v>
                </c:pt>
                <c:pt idx="5603">
                  <c:v>44736</c:v>
                </c:pt>
                <c:pt idx="5604">
                  <c:v>44739</c:v>
                </c:pt>
                <c:pt idx="5605">
                  <c:v>44740</c:v>
                </c:pt>
                <c:pt idx="5606">
                  <c:v>44741</c:v>
                </c:pt>
                <c:pt idx="5607">
                  <c:v>44742</c:v>
                </c:pt>
                <c:pt idx="5608">
                  <c:v>44743</c:v>
                </c:pt>
                <c:pt idx="5609">
                  <c:v>44746</c:v>
                </c:pt>
                <c:pt idx="5610">
                  <c:v>44747</c:v>
                </c:pt>
                <c:pt idx="5611">
                  <c:v>44748</c:v>
                </c:pt>
                <c:pt idx="5612">
                  <c:v>44749</c:v>
                </c:pt>
                <c:pt idx="5613">
                  <c:v>44750</c:v>
                </c:pt>
                <c:pt idx="5614">
                  <c:v>44753</c:v>
                </c:pt>
                <c:pt idx="5615">
                  <c:v>44754</c:v>
                </c:pt>
                <c:pt idx="5616">
                  <c:v>44755</c:v>
                </c:pt>
                <c:pt idx="5617">
                  <c:v>44756</c:v>
                </c:pt>
                <c:pt idx="5618">
                  <c:v>44757</c:v>
                </c:pt>
                <c:pt idx="5619">
                  <c:v>44760</c:v>
                </c:pt>
                <c:pt idx="5620">
                  <c:v>44761</c:v>
                </c:pt>
                <c:pt idx="5621">
                  <c:v>44762</c:v>
                </c:pt>
                <c:pt idx="5622">
                  <c:v>44763</c:v>
                </c:pt>
                <c:pt idx="5623">
                  <c:v>44764</c:v>
                </c:pt>
                <c:pt idx="5624">
                  <c:v>44767</c:v>
                </c:pt>
                <c:pt idx="5625">
                  <c:v>44768</c:v>
                </c:pt>
                <c:pt idx="5626">
                  <c:v>44769</c:v>
                </c:pt>
                <c:pt idx="5627">
                  <c:v>44770</c:v>
                </c:pt>
                <c:pt idx="5628">
                  <c:v>44771</c:v>
                </c:pt>
                <c:pt idx="5629">
                  <c:v>44774</c:v>
                </c:pt>
                <c:pt idx="5630">
                  <c:v>44775</c:v>
                </c:pt>
                <c:pt idx="5631">
                  <c:v>44776</c:v>
                </c:pt>
                <c:pt idx="5632">
                  <c:v>44777</c:v>
                </c:pt>
                <c:pt idx="5633">
                  <c:v>44778</c:v>
                </c:pt>
                <c:pt idx="5634">
                  <c:v>44781</c:v>
                </c:pt>
                <c:pt idx="5635">
                  <c:v>44782</c:v>
                </c:pt>
                <c:pt idx="5636">
                  <c:v>44783</c:v>
                </c:pt>
                <c:pt idx="5637">
                  <c:v>44784</c:v>
                </c:pt>
                <c:pt idx="5638">
                  <c:v>44785</c:v>
                </c:pt>
                <c:pt idx="5639">
                  <c:v>44788</c:v>
                </c:pt>
                <c:pt idx="5640">
                  <c:v>44789</c:v>
                </c:pt>
                <c:pt idx="5641">
                  <c:v>44790</c:v>
                </c:pt>
                <c:pt idx="5642">
                  <c:v>44791</c:v>
                </c:pt>
                <c:pt idx="5643">
                  <c:v>44792</c:v>
                </c:pt>
                <c:pt idx="5644">
                  <c:v>44795</c:v>
                </c:pt>
                <c:pt idx="5645">
                  <c:v>44796</c:v>
                </c:pt>
                <c:pt idx="5646">
                  <c:v>44797</c:v>
                </c:pt>
                <c:pt idx="5647">
                  <c:v>44798</c:v>
                </c:pt>
                <c:pt idx="5648">
                  <c:v>44799</c:v>
                </c:pt>
                <c:pt idx="5649">
                  <c:v>44802</c:v>
                </c:pt>
                <c:pt idx="5650">
                  <c:v>44803</c:v>
                </c:pt>
                <c:pt idx="5651">
                  <c:v>44804</c:v>
                </c:pt>
                <c:pt idx="5652">
                  <c:v>44805</c:v>
                </c:pt>
                <c:pt idx="5653">
                  <c:v>44806</c:v>
                </c:pt>
                <c:pt idx="5654">
                  <c:v>44809</c:v>
                </c:pt>
                <c:pt idx="5655">
                  <c:v>44810</c:v>
                </c:pt>
                <c:pt idx="5656">
                  <c:v>44811</c:v>
                </c:pt>
                <c:pt idx="5657">
                  <c:v>44812</c:v>
                </c:pt>
                <c:pt idx="5658">
                  <c:v>44813</c:v>
                </c:pt>
                <c:pt idx="5659">
                  <c:v>44816</c:v>
                </c:pt>
                <c:pt idx="5660">
                  <c:v>44817</c:v>
                </c:pt>
                <c:pt idx="5661">
                  <c:v>44818</c:v>
                </c:pt>
                <c:pt idx="5662">
                  <c:v>44819</c:v>
                </c:pt>
                <c:pt idx="5663">
                  <c:v>44820</c:v>
                </c:pt>
                <c:pt idx="5664">
                  <c:v>44823</c:v>
                </c:pt>
                <c:pt idx="5665">
                  <c:v>44824</c:v>
                </c:pt>
                <c:pt idx="5666">
                  <c:v>44825</c:v>
                </c:pt>
                <c:pt idx="5667">
                  <c:v>44826</c:v>
                </c:pt>
                <c:pt idx="5668">
                  <c:v>44827</c:v>
                </c:pt>
                <c:pt idx="5669">
                  <c:v>44830</c:v>
                </c:pt>
                <c:pt idx="5670">
                  <c:v>44831</c:v>
                </c:pt>
                <c:pt idx="5671">
                  <c:v>44832</c:v>
                </c:pt>
                <c:pt idx="5672">
                  <c:v>44833</c:v>
                </c:pt>
                <c:pt idx="5673">
                  <c:v>44834</c:v>
                </c:pt>
                <c:pt idx="5674">
                  <c:v>44837</c:v>
                </c:pt>
                <c:pt idx="5675">
                  <c:v>44838</c:v>
                </c:pt>
                <c:pt idx="5676">
                  <c:v>44839</c:v>
                </c:pt>
                <c:pt idx="5677">
                  <c:v>44840</c:v>
                </c:pt>
                <c:pt idx="5678">
                  <c:v>44841</c:v>
                </c:pt>
                <c:pt idx="5679">
                  <c:v>44844</c:v>
                </c:pt>
                <c:pt idx="5680">
                  <c:v>44845</c:v>
                </c:pt>
                <c:pt idx="5681">
                  <c:v>44846</c:v>
                </c:pt>
                <c:pt idx="5682">
                  <c:v>44847</c:v>
                </c:pt>
                <c:pt idx="5683">
                  <c:v>44848</c:v>
                </c:pt>
                <c:pt idx="5684">
                  <c:v>44851</c:v>
                </c:pt>
                <c:pt idx="5685">
                  <c:v>44852</c:v>
                </c:pt>
                <c:pt idx="5686">
                  <c:v>44853</c:v>
                </c:pt>
                <c:pt idx="5687">
                  <c:v>44854</c:v>
                </c:pt>
                <c:pt idx="5688">
                  <c:v>44855</c:v>
                </c:pt>
                <c:pt idx="5689">
                  <c:v>44858</c:v>
                </c:pt>
                <c:pt idx="5690">
                  <c:v>44859</c:v>
                </c:pt>
                <c:pt idx="5691">
                  <c:v>44860</c:v>
                </c:pt>
                <c:pt idx="5692">
                  <c:v>44861</c:v>
                </c:pt>
                <c:pt idx="5693">
                  <c:v>44862</c:v>
                </c:pt>
                <c:pt idx="5694">
                  <c:v>44865</c:v>
                </c:pt>
                <c:pt idx="5695">
                  <c:v>44866</c:v>
                </c:pt>
                <c:pt idx="5696">
                  <c:v>44867</c:v>
                </c:pt>
                <c:pt idx="5697">
                  <c:v>44868</c:v>
                </c:pt>
                <c:pt idx="5698">
                  <c:v>44869</c:v>
                </c:pt>
                <c:pt idx="5699">
                  <c:v>44872</c:v>
                </c:pt>
                <c:pt idx="5700">
                  <c:v>44873</c:v>
                </c:pt>
                <c:pt idx="5701">
                  <c:v>44874</c:v>
                </c:pt>
              </c:numCache>
            </c:numRef>
          </c:cat>
          <c:val>
            <c:numRef>
              <c:f>Spread_Calc!$C$7:$C$6974</c:f>
              <c:numCache>
                <c:formatCode>_(#,##0.00%_);\(#,##0.00%\);_("–"_)_%;_(@_)_%</c:formatCode>
                <c:ptCount val="6968"/>
                <c:pt idx="0">
                  <c:v>2.18E-2</c:v>
                </c:pt>
                <c:pt idx="1">
                  <c:v>2.147E-2</c:v>
                </c:pt>
                <c:pt idx="2">
                  <c:v>2.1000000000000001E-2</c:v>
                </c:pt>
                <c:pt idx="3">
                  <c:v>2.0719999999999999E-2</c:v>
                </c:pt>
                <c:pt idx="4">
                  <c:v>2.0569999999999998E-2</c:v>
                </c:pt>
                <c:pt idx="5">
                  <c:v>2.0279999999999999E-2</c:v>
                </c:pt>
                <c:pt idx="6">
                  <c:v>2.018E-2</c:v>
                </c:pt>
                <c:pt idx="7">
                  <c:v>2.0109999999999999E-2</c:v>
                </c:pt>
                <c:pt idx="8">
                  <c:v>2.001E-2</c:v>
                </c:pt>
                <c:pt idx="9">
                  <c:v>1.9550000000000001E-2</c:v>
                </c:pt>
                <c:pt idx="10">
                  <c:v>1.984E-2</c:v>
                </c:pt>
                <c:pt idx="11">
                  <c:v>1.968E-2</c:v>
                </c:pt>
                <c:pt idx="12">
                  <c:v>1.9530000000000002E-2</c:v>
                </c:pt>
                <c:pt idx="13">
                  <c:v>1.933E-2</c:v>
                </c:pt>
                <c:pt idx="14">
                  <c:v>1.925E-2</c:v>
                </c:pt>
                <c:pt idx="15">
                  <c:v>1.8960000000000001E-2</c:v>
                </c:pt>
                <c:pt idx="16">
                  <c:v>1.882E-2</c:v>
                </c:pt>
                <c:pt idx="17">
                  <c:v>1.848E-2</c:v>
                </c:pt>
                <c:pt idx="18">
                  <c:v>1.8530000000000001E-2</c:v>
                </c:pt>
                <c:pt idx="19">
                  <c:v>1.8509999999999999E-2</c:v>
                </c:pt>
                <c:pt idx="20">
                  <c:v>1.839E-2</c:v>
                </c:pt>
                <c:pt idx="21">
                  <c:v>1.806E-2</c:v>
                </c:pt>
                <c:pt idx="22">
                  <c:v>1.787E-2</c:v>
                </c:pt>
                <c:pt idx="23">
                  <c:v>1.7930000000000001E-2</c:v>
                </c:pt>
                <c:pt idx="24">
                  <c:v>1.823E-2</c:v>
                </c:pt>
                <c:pt idx="25">
                  <c:v>1.8550000000000001E-2</c:v>
                </c:pt>
                <c:pt idx="26">
                  <c:v>1.9689999999999999E-2</c:v>
                </c:pt>
                <c:pt idx="27">
                  <c:v>1.941E-2</c:v>
                </c:pt>
                <c:pt idx="28">
                  <c:v>1.9359999999999999E-2</c:v>
                </c:pt>
                <c:pt idx="29">
                  <c:v>1.9469999999999998E-2</c:v>
                </c:pt>
                <c:pt idx="30">
                  <c:v>1.9550000000000001E-2</c:v>
                </c:pt>
                <c:pt idx="31">
                  <c:v>1.9519999999999999E-2</c:v>
                </c:pt>
                <c:pt idx="32">
                  <c:v>1.958E-2</c:v>
                </c:pt>
                <c:pt idx="33">
                  <c:v>1.9719999999999998E-2</c:v>
                </c:pt>
                <c:pt idx="34">
                  <c:v>1.958E-2</c:v>
                </c:pt>
                <c:pt idx="35">
                  <c:v>1.984E-2</c:v>
                </c:pt>
                <c:pt idx="36">
                  <c:v>1.9949999999999999E-2</c:v>
                </c:pt>
                <c:pt idx="37">
                  <c:v>2.0109999999999999E-2</c:v>
                </c:pt>
                <c:pt idx="38">
                  <c:v>2.0309999999999998E-2</c:v>
                </c:pt>
                <c:pt idx="39">
                  <c:v>2.0400000000000001E-2</c:v>
                </c:pt>
                <c:pt idx="40">
                  <c:v>2.01E-2</c:v>
                </c:pt>
                <c:pt idx="41">
                  <c:v>1.9890000000000001E-2</c:v>
                </c:pt>
                <c:pt idx="42">
                  <c:v>1.984E-2</c:v>
                </c:pt>
                <c:pt idx="43">
                  <c:v>1.9800000000000002E-2</c:v>
                </c:pt>
                <c:pt idx="44">
                  <c:v>1.985E-2</c:v>
                </c:pt>
                <c:pt idx="45">
                  <c:v>1.9640000000000001E-2</c:v>
                </c:pt>
                <c:pt idx="46">
                  <c:v>1.949E-2</c:v>
                </c:pt>
                <c:pt idx="47">
                  <c:v>1.9439999999999999E-2</c:v>
                </c:pt>
                <c:pt idx="48">
                  <c:v>1.9469999999999998E-2</c:v>
                </c:pt>
                <c:pt idx="49">
                  <c:v>1.9689999999999999E-2</c:v>
                </c:pt>
                <c:pt idx="50">
                  <c:v>1.9819999999999997E-2</c:v>
                </c:pt>
                <c:pt idx="51">
                  <c:v>2.0230000000000001E-2</c:v>
                </c:pt>
                <c:pt idx="52">
                  <c:v>2.0209999999999999E-2</c:v>
                </c:pt>
                <c:pt idx="53">
                  <c:v>2.019E-2</c:v>
                </c:pt>
                <c:pt idx="54">
                  <c:v>2.0059999999999998E-2</c:v>
                </c:pt>
                <c:pt idx="55">
                  <c:v>1.9990000000000001E-2</c:v>
                </c:pt>
                <c:pt idx="56">
                  <c:v>2.009E-2</c:v>
                </c:pt>
                <c:pt idx="57">
                  <c:v>2.0380000000000002E-2</c:v>
                </c:pt>
                <c:pt idx="58">
                  <c:v>2.018E-2</c:v>
                </c:pt>
                <c:pt idx="59">
                  <c:v>2.0140000000000002E-2</c:v>
                </c:pt>
                <c:pt idx="60">
                  <c:v>1.9949999999999999E-2</c:v>
                </c:pt>
                <c:pt idx="61">
                  <c:v>2.001E-2</c:v>
                </c:pt>
                <c:pt idx="62">
                  <c:v>1.9939999999999999E-2</c:v>
                </c:pt>
                <c:pt idx="63">
                  <c:v>1.9619999999999999E-2</c:v>
                </c:pt>
                <c:pt idx="64">
                  <c:v>1.958E-2</c:v>
                </c:pt>
                <c:pt idx="65">
                  <c:v>1.9730000000000001E-2</c:v>
                </c:pt>
                <c:pt idx="66">
                  <c:v>1.9800000000000002E-2</c:v>
                </c:pt>
                <c:pt idx="67">
                  <c:v>1.9769999999999999E-2</c:v>
                </c:pt>
                <c:pt idx="68">
                  <c:v>1.9900000000000001E-2</c:v>
                </c:pt>
                <c:pt idx="69">
                  <c:v>2.0040000000000002E-2</c:v>
                </c:pt>
                <c:pt idx="70">
                  <c:v>1.992E-2</c:v>
                </c:pt>
                <c:pt idx="71">
                  <c:v>1.9740000000000001E-2</c:v>
                </c:pt>
                <c:pt idx="72">
                  <c:v>1.968E-2</c:v>
                </c:pt>
                <c:pt idx="73">
                  <c:v>1.932E-2</c:v>
                </c:pt>
                <c:pt idx="74">
                  <c:v>1.9439999999999999E-2</c:v>
                </c:pt>
                <c:pt idx="75">
                  <c:v>1.9599999999999999E-2</c:v>
                </c:pt>
                <c:pt idx="76">
                  <c:v>1.9290000000000002E-2</c:v>
                </c:pt>
                <c:pt idx="77">
                  <c:v>1.9060000000000001E-2</c:v>
                </c:pt>
                <c:pt idx="78">
                  <c:v>1.8940000000000002E-2</c:v>
                </c:pt>
                <c:pt idx="79">
                  <c:v>1.8969999999999997E-2</c:v>
                </c:pt>
                <c:pt idx="80">
                  <c:v>1.8950000000000002E-2</c:v>
                </c:pt>
                <c:pt idx="81">
                  <c:v>1.865E-2</c:v>
                </c:pt>
                <c:pt idx="82">
                  <c:v>1.84E-2</c:v>
                </c:pt>
                <c:pt idx="83">
                  <c:v>1.813E-2</c:v>
                </c:pt>
                <c:pt idx="84">
                  <c:v>1.7730000000000003E-2</c:v>
                </c:pt>
                <c:pt idx="85">
                  <c:v>1.7569999999999999E-2</c:v>
                </c:pt>
                <c:pt idx="86">
                  <c:v>1.7180000000000001E-2</c:v>
                </c:pt>
                <c:pt idx="87">
                  <c:v>1.7319999999999999E-2</c:v>
                </c:pt>
                <c:pt idx="88">
                  <c:v>1.7469999999999999E-2</c:v>
                </c:pt>
                <c:pt idx="89">
                  <c:v>1.7469999999999999E-2</c:v>
                </c:pt>
                <c:pt idx="90">
                  <c:v>1.788E-2</c:v>
                </c:pt>
                <c:pt idx="91">
                  <c:v>1.7899999999999999E-2</c:v>
                </c:pt>
                <c:pt idx="92">
                  <c:v>1.7850000000000001E-2</c:v>
                </c:pt>
                <c:pt idx="93">
                  <c:v>1.763E-2</c:v>
                </c:pt>
                <c:pt idx="94">
                  <c:v>1.754E-2</c:v>
                </c:pt>
                <c:pt idx="95">
                  <c:v>1.7330000000000002E-2</c:v>
                </c:pt>
                <c:pt idx="96">
                  <c:v>1.7180000000000001E-2</c:v>
                </c:pt>
                <c:pt idx="97">
                  <c:v>1.6919999999999998E-2</c:v>
                </c:pt>
                <c:pt idx="98">
                  <c:v>1.685E-2</c:v>
                </c:pt>
                <c:pt idx="99">
                  <c:v>1.6980000000000002E-2</c:v>
                </c:pt>
                <c:pt idx="100">
                  <c:v>1.711E-2</c:v>
                </c:pt>
                <c:pt idx="101">
                  <c:v>1.7069999999999998E-2</c:v>
                </c:pt>
                <c:pt idx="102">
                  <c:v>1.7010000000000001E-2</c:v>
                </c:pt>
                <c:pt idx="103">
                  <c:v>1.7059999999999999E-2</c:v>
                </c:pt>
                <c:pt idx="104">
                  <c:v>1.685E-2</c:v>
                </c:pt>
                <c:pt idx="105">
                  <c:v>1.7010000000000001E-2</c:v>
                </c:pt>
                <c:pt idx="106">
                  <c:v>1.6980000000000002E-2</c:v>
                </c:pt>
                <c:pt idx="107">
                  <c:v>1.7090000000000001E-2</c:v>
                </c:pt>
                <c:pt idx="108">
                  <c:v>1.694E-2</c:v>
                </c:pt>
                <c:pt idx="109">
                  <c:v>1.6840000000000001E-2</c:v>
                </c:pt>
                <c:pt idx="110">
                  <c:v>1.6719999999999999E-2</c:v>
                </c:pt>
                <c:pt idx="111">
                  <c:v>1.6709999999999999E-2</c:v>
                </c:pt>
                <c:pt idx="112">
                  <c:v>1.678E-2</c:v>
                </c:pt>
                <c:pt idx="113">
                  <c:v>1.6760000000000001E-2</c:v>
                </c:pt>
                <c:pt idx="114">
                  <c:v>1.687E-2</c:v>
                </c:pt>
                <c:pt idx="115">
                  <c:v>1.704E-2</c:v>
                </c:pt>
                <c:pt idx="116">
                  <c:v>1.712E-2</c:v>
                </c:pt>
                <c:pt idx="117">
                  <c:v>1.7230000000000002E-2</c:v>
                </c:pt>
                <c:pt idx="118">
                  <c:v>1.746E-2</c:v>
                </c:pt>
                <c:pt idx="119">
                  <c:v>1.779E-2</c:v>
                </c:pt>
                <c:pt idx="120">
                  <c:v>1.7809999999999999E-2</c:v>
                </c:pt>
                <c:pt idx="121">
                  <c:v>1.787E-2</c:v>
                </c:pt>
                <c:pt idx="122">
                  <c:v>1.7819999999999999E-2</c:v>
                </c:pt>
                <c:pt idx="123">
                  <c:v>1.7759999999999998E-2</c:v>
                </c:pt>
                <c:pt idx="124">
                  <c:v>1.7669999999999998E-2</c:v>
                </c:pt>
                <c:pt idx="125">
                  <c:v>1.7659999999999999E-2</c:v>
                </c:pt>
                <c:pt idx="126">
                  <c:v>1.7519999999999997E-2</c:v>
                </c:pt>
                <c:pt idx="127">
                  <c:v>1.7409999999999998E-2</c:v>
                </c:pt>
                <c:pt idx="128">
                  <c:v>1.7330000000000002E-2</c:v>
                </c:pt>
                <c:pt idx="129">
                  <c:v>1.7340000000000001E-2</c:v>
                </c:pt>
                <c:pt idx="130">
                  <c:v>1.728E-2</c:v>
                </c:pt>
                <c:pt idx="131">
                  <c:v>1.7159999999999998E-2</c:v>
                </c:pt>
                <c:pt idx="132">
                  <c:v>1.7299999999999999E-2</c:v>
                </c:pt>
                <c:pt idx="133">
                  <c:v>1.737E-2</c:v>
                </c:pt>
                <c:pt idx="134">
                  <c:v>1.7419999999999998E-2</c:v>
                </c:pt>
                <c:pt idx="135">
                  <c:v>1.7399999999999999E-2</c:v>
                </c:pt>
                <c:pt idx="136">
                  <c:v>1.754E-2</c:v>
                </c:pt>
                <c:pt idx="137">
                  <c:v>1.7669999999999998E-2</c:v>
                </c:pt>
                <c:pt idx="138">
                  <c:v>1.7610000000000001E-2</c:v>
                </c:pt>
                <c:pt idx="139">
                  <c:v>1.7610000000000001E-2</c:v>
                </c:pt>
                <c:pt idx="140">
                  <c:v>1.7559999999999999E-2</c:v>
                </c:pt>
                <c:pt idx="141">
                  <c:v>1.7500000000000002E-2</c:v>
                </c:pt>
                <c:pt idx="142">
                  <c:v>1.7340000000000001E-2</c:v>
                </c:pt>
                <c:pt idx="143">
                  <c:v>1.7240000000000002E-2</c:v>
                </c:pt>
                <c:pt idx="144">
                  <c:v>1.702E-2</c:v>
                </c:pt>
                <c:pt idx="145">
                  <c:v>1.6969999999999999E-2</c:v>
                </c:pt>
                <c:pt idx="146">
                  <c:v>1.6899999999999998E-2</c:v>
                </c:pt>
                <c:pt idx="147">
                  <c:v>1.685E-2</c:v>
                </c:pt>
                <c:pt idx="148">
                  <c:v>1.685E-2</c:v>
                </c:pt>
                <c:pt idx="149">
                  <c:v>1.6760000000000001E-2</c:v>
                </c:pt>
                <c:pt idx="150">
                  <c:v>1.6500000000000001E-2</c:v>
                </c:pt>
                <c:pt idx="151">
                  <c:v>1.6400000000000001E-2</c:v>
                </c:pt>
                <c:pt idx="152">
                  <c:v>1.6400000000000001E-2</c:v>
                </c:pt>
                <c:pt idx="153">
                  <c:v>1.6390000000000002E-2</c:v>
                </c:pt>
                <c:pt idx="154">
                  <c:v>1.6410000000000001E-2</c:v>
                </c:pt>
                <c:pt idx="155">
                  <c:v>1.635E-2</c:v>
                </c:pt>
                <c:pt idx="156">
                  <c:v>1.6799999999999999E-2</c:v>
                </c:pt>
                <c:pt idx="157">
                  <c:v>1.6750000000000001E-2</c:v>
                </c:pt>
                <c:pt idx="158">
                  <c:v>1.6830000000000001E-2</c:v>
                </c:pt>
                <c:pt idx="159">
                  <c:v>1.7080000000000001E-2</c:v>
                </c:pt>
                <c:pt idx="160">
                  <c:v>1.7169999999999998E-2</c:v>
                </c:pt>
                <c:pt idx="161">
                  <c:v>1.7309999999999999E-2</c:v>
                </c:pt>
                <c:pt idx="162">
                  <c:v>1.7500000000000002E-2</c:v>
                </c:pt>
                <c:pt idx="163">
                  <c:v>1.7769999999999998E-2</c:v>
                </c:pt>
                <c:pt idx="164">
                  <c:v>1.7909999999999999E-2</c:v>
                </c:pt>
                <c:pt idx="165">
                  <c:v>1.789E-2</c:v>
                </c:pt>
                <c:pt idx="166">
                  <c:v>1.7749999999999998E-2</c:v>
                </c:pt>
                <c:pt idx="167">
                  <c:v>1.762E-2</c:v>
                </c:pt>
                <c:pt idx="168">
                  <c:v>1.7559999999999999E-2</c:v>
                </c:pt>
                <c:pt idx="169">
                  <c:v>1.7269999999999997E-2</c:v>
                </c:pt>
                <c:pt idx="170">
                  <c:v>1.7419999999999998E-2</c:v>
                </c:pt>
                <c:pt idx="171">
                  <c:v>1.7440000000000001E-2</c:v>
                </c:pt>
                <c:pt idx="172">
                  <c:v>1.7469999999999999E-2</c:v>
                </c:pt>
                <c:pt idx="173">
                  <c:v>1.754E-2</c:v>
                </c:pt>
                <c:pt idx="174">
                  <c:v>1.754E-2</c:v>
                </c:pt>
                <c:pt idx="175">
                  <c:v>1.7669999999999998E-2</c:v>
                </c:pt>
                <c:pt idx="176">
                  <c:v>1.7769999999999998E-2</c:v>
                </c:pt>
                <c:pt idx="177">
                  <c:v>1.7999999999999999E-2</c:v>
                </c:pt>
                <c:pt idx="178">
                  <c:v>1.822E-2</c:v>
                </c:pt>
                <c:pt idx="179">
                  <c:v>1.8430000000000002E-2</c:v>
                </c:pt>
                <c:pt idx="180">
                  <c:v>1.8340000000000002E-2</c:v>
                </c:pt>
                <c:pt idx="181">
                  <c:v>1.8849999999999999E-2</c:v>
                </c:pt>
                <c:pt idx="182">
                  <c:v>1.9560000000000001E-2</c:v>
                </c:pt>
                <c:pt idx="183">
                  <c:v>2.002E-2</c:v>
                </c:pt>
                <c:pt idx="184">
                  <c:v>2.0150000000000001E-2</c:v>
                </c:pt>
                <c:pt idx="185">
                  <c:v>2.034E-2</c:v>
                </c:pt>
                <c:pt idx="186">
                  <c:v>2.0619999999999999E-2</c:v>
                </c:pt>
                <c:pt idx="187">
                  <c:v>2.0959999999999999E-2</c:v>
                </c:pt>
                <c:pt idx="188">
                  <c:v>2.1090000000000001E-2</c:v>
                </c:pt>
                <c:pt idx="189">
                  <c:v>2.102E-2</c:v>
                </c:pt>
                <c:pt idx="190">
                  <c:v>2.0969999999999999E-2</c:v>
                </c:pt>
                <c:pt idx="191">
                  <c:v>2.112E-2</c:v>
                </c:pt>
                <c:pt idx="192">
                  <c:v>2.1149999999999999E-2</c:v>
                </c:pt>
                <c:pt idx="193">
                  <c:v>2.043E-2</c:v>
                </c:pt>
                <c:pt idx="194">
                  <c:v>2.0390000000000002E-2</c:v>
                </c:pt>
                <c:pt idx="195">
                  <c:v>2.0299999999999999E-2</c:v>
                </c:pt>
                <c:pt idx="196">
                  <c:v>2.0059999999999998E-2</c:v>
                </c:pt>
                <c:pt idx="197">
                  <c:v>1.9900000000000001E-2</c:v>
                </c:pt>
                <c:pt idx="198">
                  <c:v>1.9959999999999999E-2</c:v>
                </c:pt>
                <c:pt idx="199">
                  <c:v>1.9730000000000001E-2</c:v>
                </c:pt>
                <c:pt idx="200">
                  <c:v>1.9990000000000001E-2</c:v>
                </c:pt>
                <c:pt idx="201">
                  <c:v>1.984E-2</c:v>
                </c:pt>
                <c:pt idx="202">
                  <c:v>1.9640000000000001E-2</c:v>
                </c:pt>
                <c:pt idx="203">
                  <c:v>1.9560000000000001E-2</c:v>
                </c:pt>
                <c:pt idx="204">
                  <c:v>1.9780000000000002E-2</c:v>
                </c:pt>
                <c:pt idx="205">
                  <c:v>1.9689999999999999E-2</c:v>
                </c:pt>
                <c:pt idx="206">
                  <c:v>1.966E-2</c:v>
                </c:pt>
                <c:pt idx="207">
                  <c:v>1.9609999999999999E-2</c:v>
                </c:pt>
                <c:pt idx="208">
                  <c:v>1.9619999999999999E-2</c:v>
                </c:pt>
                <c:pt idx="209">
                  <c:v>1.966E-2</c:v>
                </c:pt>
                <c:pt idx="210">
                  <c:v>1.967E-2</c:v>
                </c:pt>
                <c:pt idx="211">
                  <c:v>1.983E-2</c:v>
                </c:pt>
                <c:pt idx="212">
                  <c:v>1.992E-2</c:v>
                </c:pt>
                <c:pt idx="213">
                  <c:v>2.01E-2</c:v>
                </c:pt>
                <c:pt idx="214">
                  <c:v>2.0319999999999998E-2</c:v>
                </c:pt>
                <c:pt idx="215">
                  <c:v>2.0539999999999999E-2</c:v>
                </c:pt>
                <c:pt idx="216">
                  <c:v>2.102E-2</c:v>
                </c:pt>
                <c:pt idx="217">
                  <c:v>2.1090000000000001E-2</c:v>
                </c:pt>
                <c:pt idx="218">
                  <c:v>2.1139999999999999E-2</c:v>
                </c:pt>
                <c:pt idx="219">
                  <c:v>2.1159999999999998E-2</c:v>
                </c:pt>
                <c:pt idx="220">
                  <c:v>2.1049999999999999E-2</c:v>
                </c:pt>
                <c:pt idx="221">
                  <c:v>2.068E-2</c:v>
                </c:pt>
                <c:pt idx="222">
                  <c:v>2.0419999999999997E-2</c:v>
                </c:pt>
                <c:pt idx="223">
                  <c:v>2.0469999999999999E-2</c:v>
                </c:pt>
                <c:pt idx="224">
                  <c:v>1.9959999999999999E-2</c:v>
                </c:pt>
                <c:pt idx="225">
                  <c:v>2.0130000000000002E-2</c:v>
                </c:pt>
                <c:pt idx="226">
                  <c:v>1.9640000000000001E-2</c:v>
                </c:pt>
                <c:pt idx="227">
                  <c:v>1.9369999999999998E-2</c:v>
                </c:pt>
                <c:pt idx="228">
                  <c:v>1.9300000000000001E-2</c:v>
                </c:pt>
                <c:pt idx="229">
                  <c:v>1.9190000000000002E-2</c:v>
                </c:pt>
                <c:pt idx="230">
                  <c:v>1.881E-2</c:v>
                </c:pt>
                <c:pt idx="231">
                  <c:v>1.8680000000000002E-2</c:v>
                </c:pt>
                <c:pt idx="232">
                  <c:v>1.8419999999999999E-2</c:v>
                </c:pt>
                <c:pt idx="233">
                  <c:v>1.8589999999999999E-2</c:v>
                </c:pt>
                <c:pt idx="234">
                  <c:v>1.8419999999999999E-2</c:v>
                </c:pt>
                <c:pt idx="235">
                  <c:v>1.8460000000000001E-2</c:v>
                </c:pt>
                <c:pt idx="236">
                  <c:v>1.8440000000000002E-2</c:v>
                </c:pt>
                <c:pt idx="237">
                  <c:v>1.8940000000000002E-2</c:v>
                </c:pt>
                <c:pt idx="238">
                  <c:v>1.8869999999999998E-2</c:v>
                </c:pt>
                <c:pt idx="239">
                  <c:v>1.9219999999999998E-2</c:v>
                </c:pt>
                <c:pt idx="240">
                  <c:v>1.9019999999999999E-2</c:v>
                </c:pt>
                <c:pt idx="241">
                  <c:v>1.8839999999999999E-2</c:v>
                </c:pt>
                <c:pt idx="242">
                  <c:v>1.8550000000000001E-2</c:v>
                </c:pt>
                <c:pt idx="243">
                  <c:v>1.8589999999999999E-2</c:v>
                </c:pt>
                <c:pt idx="244">
                  <c:v>1.8690000000000002E-2</c:v>
                </c:pt>
                <c:pt idx="245">
                  <c:v>1.89E-2</c:v>
                </c:pt>
                <c:pt idx="246">
                  <c:v>1.8950000000000002E-2</c:v>
                </c:pt>
                <c:pt idx="247">
                  <c:v>1.882E-2</c:v>
                </c:pt>
                <c:pt idx="248">
                  <c:v>1.898E-2</c:v>
                </c:pt>
                <c:pt idx="249">
                  <c:v>1.9290000000000002E-2</c:v>
                </c:pt>
                <c:pt idx="250">
                  <c:v>1.9230000000000001E-2</c:v>
                </c:pt>
                <c:pt idx="251">
                  <c:v>1.89E-2</c:v>
                </c:pt>
                <c:pt idx="252">
                  <c:v>1.865E-2</c:v>
                </c:pt>
                <c:pt idx="253">
                  <c:v>1.8619999999999998E-2</c:v>
                </c:pt>
                <c:pt idx="254">
                  <c:v>1.8530000000000001E-2</c:v>
                </c:pt>
                <c:pt idx="255">
                  <c:v>1.831E-2</c:v>
                </c:pt>
                <c:pt idx="256">
                  <c:v>1.8419999999999999E-2</c:v>
                </c:pt>
                <c:pt idx="257">
                  <c:v>1.8369999999999997E-2</c:v>
                </c:pt>
                <c:pt idx="258">
                  <c:v>1.839E-2</c:v>
                </c:pt>
                <c:pt idx="259">
                  <c:v>1.8149999999999999E-2</c:v>
                </c:pt>
                <c:pt idx="260">
                  <c:v>1.8149999999999999E-2</c:v>
                </c:pt>
                <c:pt idx="261">
                  <c:v>1.763E-2</c:v>
                </c:pt>
                <c:pt idx="262">
                  <c:v>1.7500000000000002E-2</c:v>
                </c:pt>
                <c:pt idx="263">
                  <c:v>1.762E-2</c:v>
                </c:pt>
                <c:pt idx="264">
                  <c:v>1.7500000000000002E-2</c:v>
                </c:pt>
                <c:pt idx="265">
                  <c:v>1.7490000000000002E-2</c:v>
                </c:pt>
                <c:pt idx="266">
                  <c:v>1.7409999999999998E-2</c:v>
                </c:pt>
                <c:pt idx="267">
                  <c:v>1.762E-2</c:v>
                </c:pt>
                <c:pt idx="268">
                  <c:v>1.7850000000000001E-2</c:v>
                </c:pt>
                <c:pt idx="269">
                  <c:v>1.7919999999999998E-2</c:v>
                </c:pt>
                <c:pt idx="270">
                  <c:v>1.7979999999999999E-2</c:v>
                </c:pt>
                <c:pt idx="271">
                  <c:v>1.7979999999999999E-2</c:v>
                </c:pt>
                <c:pt idx="272">
                  <c:v>1.8030000000000001E-2</c:v>
                </c:pt>
                <c:pt idx="273">
                  <c:v>1.8019999999999998E-2</c:v>
                </c:pt>
                <c:pt idx="274">
                  <c:v>1.771E-2</c:v>
                </c:pt>
                <c:pt idx="275">
                  <c:v>1.7819999999999999E-2</c:v>
                </c:pt>
                <c:pt idx="276">
                  <c:v>1.754E-2</c:v>
                </c:pt>
                <c:pt idx="277">
                  <c:v>1.7240000000000002E-2</c:v>
                </c:pt>
                <c:pt idx="278">
                  <c:v>1.7269999999999997E-2</c:v>
                </c:pt>
                <c:pt idx="279">
                  <c:v>1.719E-2</c:v>
                </c:pt>
                <c:pt idx="280">
                  <c:v>1.763E-2</c:v>
                </c:pt>
                <c:pt idx="281">
                  <c:v>1.7940000000000001E-2</c:v>
                </c:pt>
                <c:pt idx="282">
                  <c:v>1.7899999999999999E-2</c:v>
                </c:pt>
                <c:pt idx="283">
                  <c:v>1.8200000000000001E-2</c:v>
                </c:pt>
                <c:pt idx="284">
                  <c:v>1.8930000000000002E-2</c:v>
                </c:pt>
                <c:pt idx="285">
                  <c:v>1.95E-2</c:v>
                </c:pt>
                <c:pt idx="286">
                  <c:v>2.0049999999999998E-2</c:v>
                </c:pt>
                <c:pt idx="287">
                  <c:v>1.9959999999999999E-2</c:v>
                </c:pt>
                <c:pt idx="288">
                  <c:v>1.9769999999999999E-2</c:v>
                </c:pt>
                <c:pt idx="289">
                  <c:v>1.9730000000000001E-2</c:v>
                </c:pt>
                <c:pt idx="290">
                  <c:v>1.958E-2</c:v>
                </c:pt>
                <c:pt idx="291">
                  <c:v>1.958E-2</c:v>
                </c:pt>
                <c:pt idx="292">
                  <c:v>1.966E-2</c:v>
                </c:pt>
                <c:pt idx="293">
                  <c:v>1.975E-2</c:v>
                </c:pt>
                <c:pt idx="294">
                  <c:v>1.9540000000000002E-2</c:v>
                </c:pt>
                <c:pt idx="295">
                  <c:v>1.9859999999999999E-2</c:v>
                </c:pt>
                <c:pt idx="296">
                  <c:v>2.002E-2</c:v>
                </c:pt>
                <c:pt idx="297">
                  <c:v>1.9910000000000001E-2</c:v>
                </c:pt>
                <c:pt idx="298">
                  <c:v>1.9880000000000002E-2</c:v>
                </c:pt>
                <c:pt idx="299">
                  <c:v>1.9699999999999999E-2</c:v>
                </c:pt>
                <c:pt idx="300">
                  <c:v>1.95E-2</c:v>
                </c:pt>
                <c:pt idx="301">
                  <c:v>1.9310000000000001E-2</c:v>
                </c:pt>
                <c:pt idx="302">
                  <c:v>1.891E-2</c:v>
                </c:pt>
                <c:pt idx="303">
                  <c:v>1.89E-2</c:v>
                </c:pt>
                <c:pt idx="304">
                  <c:v>1.8599999999999998E-2</c:v>
                </c:pt>
                <c:pt idx="305">
                  <c:v>1.8419999999999999E-2</c:v>
                </c:pt>
                <c:pt idx="306">
                  <c:v>1.8319999999999999E-2</c:v>
                </c:pt>
                <c:pt idx="307">
                  <c:v>1.787E-2</c:v>
                </c:pt>
                <c:pt idx="308">
                  <c:v>1.771E-2</c:v>
                </c:pt>
                <c:pt idx="309">
                  <c:v>1.7680000000000001E-2</c:v>
                </c:pt>
                <c:pt idx="310">
                  <c:v>1.7919999999999998E-2</c:v>
                </c:pt>
                <c:pt idx="311">
                  <c:v>1.806E-2</c:v>
                </c:pt>
                <c:pt idx="312">
                  <c:v>1.804E-2</c:v>
                </c:pt>
                <c:pt idx="313">
                  <c:v>1.813E-2</c:v>
                </c:pt>
                <c:pt idx="314">
                  <c:v>1.8149999999999999E-2</c:v>
                </c:pt>
                <c:pt idx="315">
                  <c:v>1.8149999999999999E-2</c:v>
                </c:pt>
                <c:pt idx="316">
                  <c:v>1.806E-2</c:v>
                </c:pt>
                <c:pt idx="317">
                  <c:v>1.8100000000000002E-2</c:v>
                </c:pt>
                <c:pt idx="318">
                  <c:v>1.8100000000000002E-2</c:v>
                </c:pt>
                <c:pt idx="319">
                  <c:v>1.8100000000000002E-2</c:v>
                </c:pt>
                <c:pt idx="320">
                  <c:v>1.8149999999999999E-2</c:v>
                </c:pt>
                <c:pt idx="321">
                  <c:v>1.822E-2</c:v>
                </c:pt>
                <c:pt idx="322">
                  <c:v>1.806E-2</c:v>
                </c:pt>
                <c:pt idx="323">
                  <c:v>1.806E-2</c:v>
                </c:pt>
                <c:pt idx="324">
                  <c:v>1.8090000000000002E-2</c:v>
                </c:pt>
                <c:pt idx="325">
                  <c:v>1.8100000000000002E-2</c:v>
                </c:pt>
                <c:pt idx="326">
                  <c:v>1.8110000000000001E-2</c:v>
                </c:pt>
                <c:pt idx="327">
                  <c:v>1.8090000000000002E-2</c:v>
                </c:pt>
                <c:pt idx="328">
                  <c:v>1.8190000000000001E-2</c:v>
                </c:pt>
                <c:pt idx="329">
                  <c:v>1.8290000000000001E-2</c:v>
                </c:pt>
                <c:pt idx="330">
                  <c:v>1.8269999999999998E-2</c:v>
                </c:pt>
                <c:pt idx="331">
                  <c:v>1.8340000000000002E-2</c:v>
                </c:pt>
                <c:pt idx="332">
                  <c:v>1.84E-2</c:v>
                </c:pt>
                <c:pt idx="333">
                  <c:v>1.8669999999999999E-2</c:v>
                </c:pt>
                <c:pt idx="334">
                  <c:v>1.8749999999999999E-2</c:v>
                </c:pt>
                <c:pt idx="335">
                  <c:v>1.8509999999999999E-2</c:v>
                </c:pt>
                <c:pt idx="336">
                  <c:v>1.7919999999999998E-2</c:v>
                </c:pt>
                <c:pt idx="337">
                  <c:v>1.804E-2</c:v>
                </c:pt>
                <c:pt idx="338">
                  <c:v>1.8169999999999999E-2</c:v>
                </c:pt>
                <c:pt idx="339">
                  <c:v>1.8280000000000001E-2</c:v>
                </c:pt>
                <c:pt idx="340">
                  <c:v>1.8599999999999998E-2</c:v>
                </c:pt>
                <c:pt idx="341">
                  <c:v>1.874E-2</c:v>
                </c:pt>
                <c:pt idx="342">
                  <c:v>1.9089999999999999E-2</c:v>
                </c:pt>
                <c:pt idx="343">
                  <c:v>1.9130000000000001E-2</c:v>
                </c:pt>
                <c:pt idx="344">
                  <c:v>1.9630000000000002E-2</c:v>
                </c:pt>
                <c:pt idx="345">
                  <c:v>1.967E-2</c:v>
                </c:pt>
                <c:pt idx="346">
                  <c:v>1.985E-2</c:v>
                </c:pt>
                <c:pt idx="347">
                  <c:v>1.9800000000000002E-2</c:v>
                </c:pt>
                <c:pt idx="348">
                  <c:v>1.9869999999999999E-2</c:v>
                </c:pt>
                <c:pt idx="349">
                  <c:v>1.9959999999999999E-2</c:v>
                </c:pt>
                <c:pt idx="350">
                  <c:v>2.001E-2</c:v>
                </c:pt>
                <c:pt idx="351">
                  <c:v>1.9699999999999999E-2</c:v>
                </c:pt>
                <c:pt idx="352">
                  <c:v>1.966E-2</c:v>
                </c:pt>
                <c:pt idx="353">
                  <c:v>1.9709999999999998E-2</c:v>
                </c:pt>
                <c:pt idx="354">
                  <c:v>1.9809999999999998E-2</c:v>
                </c:pt>
                <c:pt idx="355">
                  <c:v>1.9640000000000001E-2</c:v>
                </c:pt>
                <c:pt idx="356">
                  <c:v>1.9530000000000002E-2</c:v>
                </c:pt>
                <c:pt idx="357">
                  <c:v>1.9259999999999999E-2</c:v>
                </c:pt>
                <c:pt idx="358">
                  <c:v>1.916E-2</c:v>
                </c:pt>
                <c:pt idx="359">
                  <c:v>1.916E-2</c:v>
                </c:pt>
                <c:pt idx="360">
                  <c:v>1.9230000000000001E-2</c:v>
                </c:pt>
                <c:pt idx="361">
                  <c:v>1.917E-2</c:v>
                </c:pt>
                <c:pt idx="362">
                  <c:v>1.8950000000000002E-2</c:v>
                </c:pt>
                <c:pt idx="363">
                  <c:v>1.864E-2</c:v>
                </c:pt>
                <c:pt idx="364">
                  <c:v>1.797E-2</c:v>
                </c:pt>
                <c:pt idx="365">
                  <c:v>1.883E-2</c:v>
                </c:pt>
                <c:pt idx="366">
                  <c:v>1.873E-2</c:v>
                </c:pt>
                <c:pt idx="367">
                  <c:v>1.8769999999999998E-2</c:v>
                </c:pt>
                <c:pt idx="368">
                  <c:v>1.6740000000000001E-2</c:v>
                </c:pt>
                <c:pt idx="369">
                  <c:v>1.6789999999999999E-2</c:v>
                </c:pt>
                <c:pt idx="370">
                  <c:v>1.6890000000000002E-2</c:v>
                </c:pt>
                <c:pt idx="371">
                  <c:v>1.687E-2</c:v>
                </c:pt>
                <c:pt idx="372">
                  <c:v>1.694E-2</c:v>
                </c:pt>
                <c:pt idx="373">
                  <c:v>1.729E-2</c:v>
                </c:pt>
                <c:pt idx="374">
                  <c:v>1.7309999999999999E-2</c:v>
                </c:pt>
                <c:pt idx="375">
                  <c:v>1.7440000000000001E-2</c:v>
                </c:pt>
                <c:pt idx="376">
                  <c:v>1.7690000000000001E-2</c:v>
                </c:pt>
                <c:pt idx="377">
                  <c:v>1.7659999999999999E-2</c:v>
                </c:pt>
                <c:pt idx="378">
                  <c:v>1.8119999999999997E-2</c:v>
                </c:pt>
                <c:pt idx="379">
                  <c:v>1.8269999999999998E-2</c:v>
                </c:pt>
                <c:pt idx="380">
                  <c:v>1.8430000000000002E-2</c:v>
                </c:pt>
                <c:pt idx="381">
                  <c:v>1.8589999999999999E-2</c:v>
                </c:pt>
                <c:pt idx="382">
                  <c:v>1.8609999999999998E-2</c:v>
                </c:pt>
                <c:pt idx="383">
                  <c:v>1.899E-2</c:v>
                </c:pt>
                <c:pt idx="384">
                  <c:v>1.9180000000000003E-2</c:v>
                </c:pt>
                <c:pt idx="385">
                  <c:v>1.933E-2</c:v>
                </c:pt>
                <c:pt idx="386">
                  <c:v>2.0160000000000001E-2</c:v>
                </c:pt>
                <c:pt idx="387">
                  <c:v>2.0219999999999998E-2</c:v>
                </c:pt>
                <c:pt idx="388">
                  <c:v>2.01E-2</c:v>
                </c:pt>
                <c:pt idx="389">
                  <c:v>2.0330000000000001E-2</c:v>
                </c:pt>
                <c:pt idx="390">
                  <c:v>2.0930000000000001E-2</c:v>
                </c:pt>
                <c:pt idx="391">
                  <c:v>2.1139999999999999E-2</c:v>
                </c:pt>
                <c:pt idx="392">
                  <c:v>2.0289999999999999E-2</c:v>
                </c:pt>
                <c:pt idx="393">
                  <c:v>2.104E-2</c:v>
                </c:pt>
                <c:pt idx="394">
                  <c:v>2.0899999999999998E-2</c:v>
                </c:pt>
                <c:pt idx="395">
                  <c:v>2.0840000000000001E-2</c:v>
                </c:pt>
                <c:pt idx="396">
                  <c:v>2.1010000000000001E-2</c:v>
                </c:pt>
                <c:pt idx="397">
                  <c:v>2.1419999999999998E-2</c:v>
                </c:pt>
                <c:pt idx="398">
                  <c:v>2.1700000000000001E-2</c:v>
                </c:pt>
                <c:pt idx="399">
                  <c:v>2.2030000000000001E-2</c:v>
                </c:pt>
                <c:pt idx="400">
                  <c:v>2.2080000000000002E-2</c:v>
                </c:pt>
                <c:pt idx="401">
                  <c:v>2.2190000000000001E-2</c:v>
                </c:pt>
                <c:pt idx="402">
                  <c:v>2.2359999999999998E-2</c:v>
                </c:pt>
                <c:pt idx="403">
                  <c:v>2.2890000000000001E-2</c:v>
                </c:pt>
                <c:pt idx="404">
                  <c:v>2.3599999999999999E-2</c:v>
                </c:pt>
                <c:pt idx="405">
                  <c:v>2.427E-2</c:v>
                </c:pt>
                <c:pt idx="406">
                  <c:v>2.5049999999999999E-2</c:v>
                </c:pt>
                <c:pt idx="407">
                  <c:v>2.545E-2</c:v>
                </c:pt>
                <c:pt idx="408">
                  <c:v>2.6030000000000001E-2</c:v>
                </c:pt>
                <c:pt idx="409">
                  <c:v>2.5819999999999999E-2</c:v>
                </c:pt>
                <c:pt idx="410">
                  <c:v>2.5350000000000001E-2</c:v>
                </c:pt>
                <c:pt idx="411">
                  <c:v>2.427E-2</c:v>
                </c:pt>
                <c:pt idx="412">
                  <c:v>2.445E-2</c:v>
                </c:pt>
                <c:pt idx="413">
                  <c:v>2.5090000000000001E-2</c:v>
                </c:pt>
                <c:pt idx="414">
                  <c:v>2.5869999999999997E-2</c:v>
                </c:pt>
                <c:pt idx="415">
                  <c:v>2.6160000000000003E-2</c:v>
                </c:pt>
                <c:pt idx="416">
                  <c:v>2.5860000000000001E-2</c:v>
                </c:pt>
                <c:pt idx="417">
                  <c:v>2.5819999999999999E-2</c:v>
                </c:pt>
                <c:pt idx="418">
                  <c:v>2.6089999999999999E-2</c:v>
                </c:pt>
                <c:pt idx="419">
                  <c:v>2.6389999999999997E-2</c:v>
                </c:pt>
                <c:pt idx="420">
                  <c:v>2.6200000000000001E-2</c:v>
                </c:pt>
                <c:pt idx="421">
                  <c:v>2.6060000000000003E-2</c:v>
                </c:pt>
                <c:pt idx="422">
                  <c:v>2.5580000000000002E-2</c:v>
                </c:pt>
                <c:pt idx="423">
                  <c:v>2.5159999999999998E-2</c:v>
                </c:pt>
                <c:pt idx="424">
                  <c:v>2.4880000000000003E-2</c:v>
                </c:pt>
                <c:pt idx="425">
                  <c:v>2.4380000000000002E-2</c:v>
                </c:pt>
                <c:pt idx="426">
                  <c:v>2.4039999999999999E-2</c:v>
                </c:pt>
                <c:pt idx="427">
                  <c:v>2.367E-2</c:v>
                </c:pt>
                <c:pt idx="428">
                  <c:v>2.3569999999999997E-2</c:v>
                </c:pt>
                <c:pt idx="429">
                  <c:v>2.341E-2</c:v>
                </c:pt>
                <c:pt idx="430">
                  <c:v>2.3280000000000002E-2</c:v>
                </c:pt>
                <c:pt idx="431">
                  <c:v>2.3269999999999999E-2</c:v>
                </c:pt>
                <c:pt idx="432">
                  <c:v>2.3640000000000001E-2</c:v>
                </c:pt>
                <c:pt idx="433">
                  <c:v>2.3540000000000002E-2</c:v>
                </c:pt>
                <c:pt idx="434">
                  <c:v>2.3540000000000002E-2</c:v>
                </c:pt>
                <c:pt idx="435">
                  <c:v>2.402E-2</c:v>
                </c:pt>
                <c:pt idx="436">
                  <c:v>2.41E-2</c:v>
                </c:pt>
                <c:pt idx="437">
                  <c:v>2.4309999999999998E-2</c:v>
                </c:pt>
                <c:pt idx="438">
                  <c:v>2.4160000000000001E-2</c:v>
                </c:pt>
                <c:pt idx="439">
                  <c:v>2.4250000000000001E-2</c:v>
                </c:pt>
                <c:pt idx="440">
                  <c:v>2.4170000000000001E-2</c:v>
                </c:pt>
                <c:pt idx="441">
                  <c:v>2.4049999999999998E-2</c:v>
                </c:pt>
                <c:pt idx="442">
                  <c:v>2.3869999999999999E-2</c:v>
                </c:pt>
                <c:pt idx="443">
                  <c:v>2.3990000000000001E-2</c:v>
                </c:pt>
                <c:pt idx="444">
                  <c:v>2.3900000000000001E-2</c:v>
                </c:pt>
                <c:pt idx="445">
                  <c:v>2.3730000000000001E-2</c:v>
                </c:pt>
                <c:pt idx="446">
                  <c:v>2.4039999999999999E-2</c:v>
                </c:pt>
                <c:pt idx="447">
                  <c:v>2.4309999999999998E-2</c:v>
                </c:pt>
                <c:pt idx="448">
                  <c:v>2.4649999999999998E-2</c:v>
                </c:pt>
                <c:pt idx="449">
                  <c:v>2.5250000000000002E-2</c:v>
                </c:pt>
                <c:pt idx="450">
                  <c:v>2.5769999999999998E-2</c:v>
                </c:pt>
                <c:pt idx="451">
                  <c:v>2.5530000000000001E-2</c:v>
                </c:pt>
                <c:pt idx="452">
                  <c:v>2.5519999999999998E-2</c:v>
                </c:pt>
                <c:pt idx="453">
                  <c:v>2.562E-2</c:v>
                </c:pt>
                <c:pt idx="454">
                  <c:v>2.5989999999999999E-2</c:v>
                </c:pt>
                <c:pt idx="455">
                  <c:v>2.5710000000000004E-2</c:v>
                </c:pt>
                <c:pt idx="456">
                  <c:v>2.5689999999999998E-2</c:v>
                </c:pt>
                <c:pt idx="457">
                  <c:v>2.5950000000000001E-2</c:v>
                </c:pt>
                <c:pt idx="458">
                  <c:v>2.6460000000000001E-2</c:v>
                </c:pt>
                <c:pt idx="459">
                  <c:v>2.707E-2</c:v>
                </c:pt>
                <c:pt idx="460">
                  <c:v>2.7799999999999998E-2</c:v>
                </c:pt>
                <c:pt idx="461">
                  <c:v>2.8649999999999998E-2</c:v>
                </c:pt>
                <c:pt idx="462">
                  <c:v>2.877E-2</c:v>
                </c:pt>
                <c:pt idx="463">
                  <c:v>2.8189999999999996E-2</c:v>
                </c:pt>
                <c:pt idx="464">
                  <c:v>2.5939999999999998E-2</c:v>
                </c:pt>
                <c:pt idx="465">
                  <c:v>2.7310000000000001E-2</c:v>
                </c:pt>
                <c:pt idx="466">
                  <c:v>2.7280000000000002E-2</c:v>
                </c:pt>
                <c:pt idx="467">
                  <c:v>2.7260000000000003E-2</c:v>
                </c:pt>
                <c:pt idx="468">
                  <c:v>2.717E-2</c:v>
                </c:pt>
                <c:pt idx="469">
                  <c:v>2.7030000000000002E-2</c:v>
                </c:pt>
                <c:pt idx="470">
                  <c:v>2.6919999999999999E-2</c:v>
                </c:pt>
                <c:pt idx="471">
                  <c:v>2.6800000000000001E-2</c:v>
                </c:pt>
                <c:pt idx="472">
                  <c:v>2.6639999999999997E-2</c:v>
                </c:pt>
                <c:pt idx="473">
                  <c:v>2.6519999999999998E-2</c:v>
                </c:pt>
                <c:pt idx="474">
                  <c:v>2.6239999999999999E-2</c:v>
                </c:pt>
                <c:pt idx="475">
                  <c:v>2.6289999999999997E-2</c:v>
                </c:pt>
                <c:pt idx="476">
                  <c:v>2.6069999999999999E-2</c:v>
                </c:pt>
                <c:pt idx="477">
                  <c:v>2.5419999999999998E-2</c:v>
                </c:pt>
                <c:pt idx="478">
                  <c:v>2.5230000000000002E-2</c:v>
                </c:pt>
                <c:pt idx="479">
                  <c:v>2.4640000000000002E-2</c:v>
                </c:pt>
                <c:pt idx="480">
                  <c:v>2.4299999999999999E-2</c:v>
                </c:pt>
                <c:pt idx="481">
                  <c:v>2.3809999999999998E-2</c:v>
                </c:pt>
                <c:pt idx="482">
                  <c:v>2.359E-2</c:v>
                </c:pt>
                <c:pt idx="483">
                  <c:v>2.3719999999999998E-2</c:v>
                </c:pt>
                <c:pt idx="484">
                  <c:v>2.2540000000000001E-2</c:v>
                </c:pt>
                <c:pt idx="485">
                  <c:v>2.384E-2</c:v>
                </c:pt>
                <c:pt idx="486">
                  <c:v>2.366E-2</c:v>
                </c:pt>
                <c:pt idx="487">
                  <c:v>2.2790000000000001E-2</c:v>
                </c:pt>
                <c:pt idx="488">
                  <c:v>2.223E-2</c:v>
                </c:pt>
                <c:pt idx="489">
                  <c:v>2.1860000000000001E-2</c:v>
                </c:pt>
                <c:pt idx="490">
                  <c:v>2.1749999999999999E-2</c:v>
                </c:pt>
                <c:pt idx="491">
                  <c:v>2.1440000000000001E-2</c:v>
                </c:pt>
                <c:pt idx="492">
                  <c:v>2.1090000000000001E-2</c:v>
                </c:pt>
                <c:pt idx="493">
                  <c:v>2.103E-2</c:v>
                </c:pt>
                <c:pt idx="494">
                  <c:v>2.1049999999999999E-2</c:v>
                </c:pt>
                <c:pt idx="495">
                  <c:v>2.1129999999999999E-2</c:v>
                </c:pt>
                <c:pt idx="496">
                  <c:v>2.0990000000000002E-2</c:v>
                </c:pt>
                <c:pt idx="497">
                  <c:v>1.9959999999999999E-2</c:v>
                </c:pt>
                <c:pt idx="498">
                  <c:v>2.0539999999999999E-2</c:v>
                </c:pt>
                <c:pt idx="499">
                  <c:v>2.0140000000000002E-2</c:v>
                </c:pt>
                <c:pt idx="500">
                  <c:v>1.9990000000000001E-2</c:v>
                </c:pt>
                <c:pt idx="501">
                  <c:v>2.0230000000000001E-2</c:v>
                </c:pt>
                <c:pt idx="502">
                  <c:v>2.0330000000000001E-2</c:v>
                </c:pt>
                <c:pt idx="503">
                  <c:v>2.0469999999999999E-2</c:v>
                </c:pt>
                <c:pt idx="504">
                  <c:v>2.0730000000000002E-2</c:v>
                </c:pt>
                <c:pt idx="505">
                  <c:v>2.0719999999999999E-2</c:v>
                </c:pt>
                <c:pt idx="506">
                  <c:v>2.0669999999999997E-2</c:v>
                </c:pt>
                <c:pt idx="507">
                  <c:v>2.0490000000000001E-2</c:v>
                </c:pt>
                <c:pt idx="508">
                  <c:v>2.043E-2</c:v>
                </c:pt>
                <c:pt idx="509">
                  <c:v>2.0199999999999999E-2</c:v>
                </c:pt>
                <c:pt idx="510">
                  <c:v>1.9980000000000001E-2</c:v>
                </c:pt>
                <c:pt idx="511">
                  <c:v>1.9890000000000001E-2</c:v>
                </c:pt>
                <c:pt idx="512">
                  <c:v>1.992E-2</c:v>
                </c:pt>
                <c:pt idx="513">
                  <c:v>1.984E-2</c:v>
                </c:pt>
                <c:pt idx="514">
                  <c:v>1.976E-2</c:v>
                </c:pt>
                <c:pt idx="515">
                  <c:v>1.9800000000000002E-2</c:v>
                </c:pt>
                <c:pt idx="516">
                  <c:v>1.925E-2</c:v>
                </c:pt>
                <c:pt idx="517">
                  <c:v>1.9769999999999999E-2</c:v>
                </c:pt>
                <c:pt idx="518">
                  <c:v>1.984E-2</c:v>
                </c:pt>
                <c:pt idx="519">
                  <c:v>1.9769999999999999E-2</c:v>
                </c:pt>
                <c:pt idx="520">
                  <c:v>1.9390000000000001E-2</c:v>
                </c:pt>
                <c:pt idx="521">
                  <c:v>1.9390000000000001E-2</c:v>
                </c:pt>
                <c:pt idx="522">
                  <c:v>1.9259999999999999E-2</c:v>
                </c:pt>
                <c:pt idx="523">
                  <c:v>1.9089999999999999E-2</c:v>
                </c:pt>
                <c:pt idx="524">
                  <c:v>1.8759999999999999E-2</c:v>
                </c:pt>
                <c:pt idx="525">
                  <c:v>1.856E-2</c:v>
                </c:pt>
                <c:pt idx="526">
                  <c:v>1.8440000000000002E-2</c:v>
                </c:pt>
                <c:pt idx="527">
                  <c:v>1.83E-2</c:v>
                </c:pt>
                <c:pt idx="528">
                  <c:v>1.821E-2</c:v>
                </c:pt>
                <c:pt idx="529">
                  <c:v>1.7940000000000001E-2</c:v>
                </c:pt>
                <c:pt idx="530">
                  <c:v>1.8080000000000002E-2</c:v>
                </c:pt>
                <c:pt idx="531">
                  <c:v>1.8190000000000001E-2</c:v>
                </c:pt>
                <c:pt idx="532">
                  <c:v>1.8330000000000003E-2</c:v>
                </c:pt>
                <c:pt idx="533">
                  <c:v>1.8460000000000001E-2</c:v>
                </c:pt>
                <c:pt idx="534">
                  <c:v>1.8149999999999999E-2</c:v>
                </c:pt>
                <c:pt idx="535">
                  <c:v>1.8589999999999999E-2</c:v>
                </c:pt>
                <c:pt idx="536">
                  <c:v>1.8749999999999999E-2</c:v>
                </c:pt>
                <c:pt idx="537">
                  <c:v>1.8540000000000001E-2</c:v>
                </c:pt>
                <c:pt idx="538">
                  <c:v>1.8619999999999998E-2</c:v>
                </c:pt>
                <c:pt idx="539">
                  <c:v>1.8759999999999999E-2</c:v>
                </c:pt>
                <c:pt idx="540">
                  <c:v>1.865E-2</c:v>
                </c:pt>
                <c:pt idx="541">
                  <c:v>1.8669999999999999E-2</c:v>
                </c:pt>
                <c:pt idx="542">
                  <c:v>1.8630000000000001E-2</c:v>
                </c:pt>
                <c:pt idx="543">
                  <c:v>1.8430000000000002E-2</c:v>
                </c:pt>
                <c:pt idx="544">
                  <c:v>1.8340000000000002E-2</c:v>
                </c:pt>
                <c:pt idx="545">
                  <c:v>1.8380000000000001E-2</c:v>
                </c:pt>
                <c:pt idx="546">
                  <c:v>1.814E-2</c:v>
                </c:pt>
                <c:pt idx="547">
                  <c:v>1.8110000000000001E-2</c:v>
                </c:pt>
                <c:pt idx="548">
                  <c:v>1.8169999999999999E-2</c:v>
                </c:pt>
                <c:pt idx="549">
                  <c:v>1.8080000000000002E-2</c:v>
                </c:pt>
                <c:pt idx="550">
                  <c:v>1.8090000000000002E-2</c:v>
                </c:pt>
                <c:pt idx="551">
                  <c:v>1.8249999999999999E-2</c:v>
                </c:pt>
                <c:pt idx="552">
                  <c:v>1.8509999999999999E-2</c:v>
                </c:pt>
                <c:pt idx="553">
                  <c:v>1.848E-2</c:v>
                </c:pt>
                <c:pt idx="554">
                  <c:v>1.787E-2</c:v>
                </c:pt>
                <c:pt idx="555">
                  <c:v>1.8269999999999998E-2</c:v>
                </c:pt>
                <c:pt idx="556">
                  <c:v>1.821E-2</c:v>
                </c:pt>
                <c:pt idx="557">
                  <c:v>1.813E-2</c:v>
                </c:pt>
                <c:pt idx="558">
                  <c:v>1.8080000000000002E-2</c:v>
                </c:pt>
                <c:pt idx="559">
                  <c:v>1.8119999999999997E-2</c:v>
                </c:pt>
                <c:pt idx="560">
                  <c:v>1.8249999999999999E-2</c:v>
                </c:pt>
                <c:pt idx="561">
                  <c:v>1.822E-2</c:v>
                </c:pt>
                <c:pt idx="562">
                  <c:v>1.822E-2</c:v>
                </c:pt>
                <c:pt idx="563">
                  <c:v>1.8009999999999998E-2</c:v>
                </c:pt>
                <c:pt idx="564">
                  <c:v>1.7860000000000001E-2</c:v>
                </c:pt>
                <c:pt idx="565">
                  <c:v>1.8030000000000001E-2</c:v>
                </c:pt>
                <c:pt idx="566">
                  <c:v>1.813E-2</c:v>
                </c:pt>
                <c:pt idx="567">
                  <c:v>1.821E-2</c:v>
                </c:pt>
                <c:pt idx="568">
                  <c:v>1.8419999999999999E-2</c:v>
                </c:pt>
                <c:pt idx="569">
                  <c:v>1.856E-2</c:v>
                </c:pt>
                <c:pt idx="570">
                  <c:v>1.866E-2</c:v>
                </c:pt>
                <c:pt idx="571">
                  <c:v>1.881E-2</c:v>
                </c:pt>
                <c:pt idx="572">
                  <c:v>1.8499999999999999E-2</c:v>
                </c:pt>
                <c:pt idx="573">
                  <c:v>1.8489999999999999E-2</c:v>
                </c:pt>
                <c:pt idx="574">
                  <c:v>1.8460000000000001E-2</c:v>
                </c:pt>
                <c:pt idx="575">
                  <c:v>1.8169999999999999E-2</c:v>
                </c:pt>
                <c:pt idx="576">
                  <c:v>1.7930000000000001E-2</c:v>
                </c:pt>
                <c:pt idx="577">
                  <c:v>1.7740000000000002E-2</c:v>
                </c:pt>
                <c:pt idx="578">
                  <c:v>1.7610000000000001E-2</c:v>
                </c:pt>
                <c:pt idx="579">
                  <c:v>1.787E-2</c:v>
                </c:pt>
                <c:pt idx="580">
                  <c:v>1.7669999999999998E-2</c:v>
                </c:pt>
                <c:pt idx="581">
                  <c:v>1.7419999999999998E-2</c:v>
                </c:pt>
                <c:pt idx="582">
                  <c:v>1.7330000000000002E-2</c:v>
                </c:pt>
                <c:pt idx="583">
                  <c:v>1.7389999999999999E-2</c:v>
                </c:pt>
                <c:pt idx="584">
                  <c:v>1.7260000000000001E-2</c:v>
                </c:pt>
                <c:pt idx="585">
                  <c:v>1.7069999999999998E-2</c:v>
                </c:pt>
                <c:pt idx="586">
                  <c:v>1.661E-2</c:v>
                </c:pt>
                <c:pt idx="587">
                  <c:v>1.6469999999999999E-2</c:v>
                </c:pt>
                <c:pt idx="588">
                  <c:v>1.6500000000000001E-2</c:v>
                </c:pt>
                <c:pt idx="589">
                  <c:v>1.627E-2</c:v>
                </c:pt>
                <c:pt idx="590">
                  <c:v>1.6369999999999999E-2</c:v>
                </c:pt>
                <c:pt idx="591">
                  <c:v>1.644E-2</c:v>
                </c:pt>
                <c:pt idx="592">
                  <c:v>1.6490000000000001E-2</c:v>
                </c:pt>
                <c:pt idx="593">
                  <c:v>1.6490000000000001E-2</c:v>
                </c:pt>
                <c:pt idx="594">
                  <c:v>1.6240000000000001E-2</c:v>
                </c:pt>
                <c:pt idx="595">
                  <c:v>1.5900000000000001E-2</c:v>
                </c:pt>
                <c:pt idx="596">
                  <c:v>1.5580000000000002E-2</c:v>
                </c:pt>
                <c:pt idx="597">
                  <c:v>1.5440000000000001E-2</c:v>
                </c:pt>
                <c:pt idx="598">
                  <c:v>1.4969999999999999E-2</c:v>
                </c:pt>
                <c:pt idx="599">
                  <c:v>1.519E-2</c:v>
                </c:pt>
                <c:pt idx="600">
                  <c:v>1.4830000000000001E-2</c:v>
                </c:pt>
                <c:pt idx="601">
                  <c:v>1.444E-2</c:v>
                </c:pt>
                <c:pt idx="602">
                  <c:v>1.439E-2</c:v>
                </c:pt>
                <c:pt idx="603">
                  <c:v>1.4500000000000001E-2</c:v>
                </c:pt>
                <c:pt idx="604">
                  <c:v>1.4530000000000001E-2</c:v>
                </c:pt>
                <c:pt idx="605">
                  <c:v>1.4319999999999999E-2</c:v>
                </c:pt>
                <c:pt idx="606">
                  <c:v>1.431E-2</c:v>
                </c:pt>
                <c:pt idx="607">
                  <c:v>1.4319999999999999E-2</c:v>
                </c:pt>
                <c:pt idx="608">
                  <c:v>1.427E-2</c:v>
                </c:pt>
                <c:pt idx="609">
                  <c:v>1.414E-2</c:v>
                </c:pt>
                <c:pt idx="610">
                  <c:v>1.3950000000000001E-2</c:v>
                </c:pt>
                <c:pt idx="611">
                  <c:v>1.396E-2</c:v>
                </c:pt>
                <c:pt idx="612">
                  <c:v>1.4230000000000001E-2</c:v>
                </c:pt>
                <c:pt idx="613">
                  <c:v>1.43E-2</c:v>
                </c:pt>
                <c:pt idx="614">
                  <c:v>1.43E-2</c:v>
                </c:pt>
                <c:pt idx="615">
                  <c:v>1.4469999999999998E-2</c:v>
                </c:pt>
                <c:pt idx="616">
                  <c:v>1.4730000000000002E-2</c:v>
                </c:pt>
                <c:pt idx="617">
                  <c:v>1.4800000000000001E-2</c:v>
                </c:pt>
                <c:pt idx="618">
                  <c:v>1.49E-2</c:v>
                </c:pt>
                <c:pt idx="619">
                  <c:v>1.521E-2</c:v>
                </c:pt>
                <c:pt idx="620">
                  <c:v>1.54E-2</c:v>
                </c:pt>
                <c:pt idx="621">
                  <c:v>1.5440000000000001E-2</c:v>
                </c:pt>
                <c:pt idx="622">
                  <c:v>1.5259999999999999E-2</c:v>
                </c:pt>
                <c:pt idx="623">
                  <c:v>1.52E-2</c:v>
                </c:pt>
                <c:pt idx="624">
                  <c:v>1.4969999999999999E-2</c:v>
                </c:pt>
                <c:pt idx="625">
                  <c:v>1.5130000000000001E-2</c:v>
                </c:pt>
                <c:pt idx="626">
                  <c:v>1.495E-2</c:v>
                </c:pt>
                <c:pt idx="627">
                  <c:v>1.5019999999999999E-2</c:v>
                </c:pt>
                <c:pt idx="628">
                  <c:v>1.485E-2</c:v>
                </c:pt>
                <c:pt idx="629">
                  <c:v>1.47E-2</c:v>
                </c:pt>
                <c:pt idx="630">
                  <c:v>1.4749999999999999E-2</c:v>
                </c:pt>
                <c:pt idx="631">
                  <c:v>1.4749999999999999E-2</c:v>
                </c:pt>
                <c:pt idx="632">
                  <c:v>1.455E-2</c:v>
                </c:pt>
                <c:pt idx="633">
                  <c:v>1.439E-2</c:v>
                </c:pt>
                <c:pt idx="634">
                  <c:v>1.436E-2</c:v>
                </c:pt>
                <c:pt idx="635">
                  <c:v>1.4419999999999999E-2</c:v>
                </c:pt>
                <c:pt idx="636">
                  <c:v>1.4319999999999999E-2</c:v>
                </c:pt>
                <c:pt idx="637">
                  <c:v>1.4180000000000002E-2</c:v>
                </c:pt>
                <c:pt idx="638">
                  <c:v>1.4219999999999998E-2</c:v>
                </c:pt>
                <c:pt idx="639">
                  <c:v>1.405E-2</c:v>
                </c:pt>
                <c:pt idx="640">
                  <c:v>1.3809999999999999E-2</c:v>
                </c:pt>
                <c:pt idx="641">
                  <c:v>1.3680000000000001E-2</c:v>
                </c:pt>
                <c:pt idx="642">
                  <c:v>1.384E-2</c:v>
                </c:pt>
                <c:pt idx="643">
                  <c:v>1.4030000000000001E-2</c:v>
                </c:pt>
                <c:pt idx="644">
                  <c:v>1.4209999999999999E-2</c:v>
                </c:pt>
                <c:pt idx="645">
                  <c:v>1.4149999999999999E-2</c:v>
                </c:pt>
                <c:pt idx="646">
                  <c:v>1.4E-2</c:v>
                </c:pt>
                <c:pt idx="647">
                  <c:v>1.3869999999999999E-2</c:v>
                </c:pt>
                <c:pt idx="648">
                  <c:v>1.3919999999999998E-2</c:v>
                </c:pt>
                <c:pt idx="649">
                  <c:v>1.3669999999999998E-2</c:v>
                </c:pt>
                <c:pt idx="650">
                  <c:v>1.4019999999999999E-2</c:v>
                </c:pt>
                <c:pt idx="651">
                  <c:v>1.3940000000000001E-2</c:v>
                </c:pt>
                <c:pt idx="652">
                  <c:v>1.384E-2</c:v>
                </c:pt>
                <c:pt idx="653">
                  <c:v>1.3690000000000001E-2</c:v>
                </c:pt>
                <c:pt idx="654">
                  <c:v>1.3680000000000001E-2</c:v>
                </c:pt>
                <c:pt idx="655">
                  <c:v>1.3650000000000001E-2</c:v>
                </c:pt>
                <c:pt idx="656">
                  <c:v>1.353E-2</c:v>
                </c:pt>
                <c:pt idx="657">
                  <c:v>1.3569999999999999E-2</c:v>
                </c:pt>
                <c:pt idx="658">
                  <c:v>1.3580000000000002E-2</c:v>
                </c:pt>
                <c:pt idx="659">
                  <c:v>1.3440000000000001E-2</c:v>
                </c:pt>
                <c:pt idx="660">
                  <c:v>1.3440000000000001E-2</c:v>
                </c:pt>
                <c:pt idx="661">
                  <c:v>1.3309999999999999E-2</c:v>
                </c:pt>
                <c:pt idx="662">
                  <c:v>1.3340000000000001E-2</c:v>
                </c:pt>
                <c:pt idx="663">
                  <c:v>1.32E-2</c:v>
                </c:pt>
                <c:pt idx="664">
                  <c:v>1.311E-2</c:v>
                </c:pt>
                <c:pt idx="665">
                  <c:v>1.3059999999999999E-2</c:v>
                </c:pt>
                <c:pt idx="666">
                  <c:v>1.2980000000000002E-2</c:v>
                </c:pt>
                <c:pt idx="667">
                  <c:v>1.294E-2</c:v>
                </c:pt>
                <c:pt idx="668">
                  <c:v>1.2919999999999999E-2</c:v>
                </c:pt>
                <c:pt idx="669">
                  <c:v>1.2880000000000001E-2</c:v>
                </c:pt>
                <c:pt idx="670">
                  <c:v>1.3140000000000001E-2</c:v>
                </c:pt>
                <c:pt idx="671">
                  <c:v>1.341E-2</c:v>
                </c:pt>
                <c:pt idx="672">
                  <c:v>1.3930000000000001E-2</c:v>
                </c:pt>
                <c:pt idx="673">
                  <c:v>1.4780000000000001E-2</c:v>
                </c:pt>
                <c:pt idx="674">
                  <c:v>1.4880000000000001E-2</c:v>
                </c:pt>
                <c:pt idx="675">
                  <c:v>1.4490000000000001E-2</c:v>
                </c:pt>
                <c:pt idx="676">
                  <c:v>1.4419999999999999E-2</c:v>
                </c:pt>
                <c:pt idx="677">
                  <c:v>1.4E-2</c:v>
                </c:pt>
                <c:pt idx="678">
                  <c:v>1.3880000000000002E-2</c:v>
                </c:pt>
                <c:pt idx="679">
                  <c:v>1.401E-2</c:v>
                </c:pt>
                <c:pt idx="680">
                  <c:v>1.4019999999999999E-2</c:v>
                </c:pt>
                <c:pt idx="681">
                  <c:v>1.4330000000000001E-2</c:v>
                </c:pt>
                <c:pt idx="682">
                  <c:v>1.438E-2</c:v>
                </c:pt>
                <c:pt idx="683">
                  <c:v>1.43E-2</c:v>
                </c:pt>
                <c:pt idx="684">
                  <c:v>1.4200000000000001E-2</c:v>
                </c:pt>
                <c:pt idx="685">
                  <c:v>1.401E-2</c:v>
                </c:pt>
                <c:pt idx="686">
                  <c:v>1.374E-2</c:v>
                </c:pt>
                <c:pt idx="687">
                  <c:v>1.372E-2</c:v>
                </c:pt>
                <c:pt idx="688">
                  <c:v>1.375E-2</c:v>
                </c:pt>
                <c:pt idx="689">
                  <c:v>1.3730000000000001E-2</c:v>
                </c:pt>
                <c:pt idx="690">
                  <c:v>1.3669999999999998E-2</c:v>
                </c:pt>
                <c:pt idx="691">
                  <c:v>1.3440000000000001E-2</c:v>
                </c:pt>
                <c:pt idx="692">
                  <c:v>1.312E-2</c:v>
                </c:pt>
                <c:pt idx="693">
                  <c:v>1.2969999999999999E-2</c:v>
                </c:pt>
                <c:pt idx="694">
                  <c:v>1.2969999999999999E-2</c:v>
                </c:pt>
                <c:pt idx="695">
                  <c:v>1.2659999999999999E-2</c:v>
                </c:pt>
                <c:pt idx="696">
                  <c:v>1.261E-2</c:v>
                </c:pt>
                <c:pt idx="697">
                  <c:v>1.2800000000000001E-2</c:v>
                </c:pt>
                <c:pt idx="698">
                  <c:v>1.3080000000000001E-2</c:v>
                </c:pt>
                <c:pt idx="699">
                  <c:v>1.3069999999999998E-2</c:v>
                </c:pt>
                <c:pt idx="700">
                  <c:v>1.315E-2</c:v>
                </c:pt>
                <c:pt idx="701">
                  <c:v>1.3040000000000001E-2</c:v>
                </c:pt>
                <c:pt idx="702">
                  <c:v>1.29E-2</c:v>
                </c:pt>
                <c:pt idx="703">
                  <c:v>1.285E-2</c:v>
                </c:pt>
                <c:pt idx="704">
                  <c:v>1.2830000000000001E-2</c:v>
                </c:pt>
                <c:pt idx="705">
                  <c:v>1.2740000000000001E-2</c:v>
                </c:pt>
                <c:pt idx="706">
                  <c:v>1.2629999999999999E-2</c:v>
                </c:pt>
                <c:pt idx="707">
                  <c:v>1.2540000000000001E-2</c:v>
                </c:pt>
                <c:pt idx="708">
                  <c:v>1.252E-2</c:v>
                </c:pt>
                <c:pt idx="709">
                  <c:v>1.268E-2</c:v>
                </c:pt>
                <c:pt idx="710">
                  <c:v>1.278E-2</c:v>
                </c:pt>
                <c:pt idx="711">
                  <c:v>1.2709999999999999E-2</c:v>
                </c:pt>
                <c:pt idx="712">
                  <c:v>1.268E-2</c:v>
                </c:pt>
                <c:pt idx="713">
                  <c:v>1.2800000000000001E-2</c:v>
                </c:pt>
                <c:pt idx="714">
                  <c:v>1.2659999999999999E-2</c:v>
                </c:pt>
                <c:pt idx="715">
                  <c:v>1.278E-2</c:v>
                </c:pt>
                <c:pt idx="716">
                  <c:v>1.281E-2</c:v>
                </c:pt>
                <c:pt idx="717">
                  <c:v>1.2880000000000001E-2</c:v>
                </c:pt>
                <c:pt idx="718">
                  <c:v>1.265E-2</c:v>
                </c:pt>
                <c:pt idx="719">
                  <c:v>1.2740000000000001E-2</c:v>
                </c:pt>
                <c:pt idx="720">
                  <c:v>1.2659999999999999E-2</c:v>
                </c:pt>
                <c:pt idx="721">
                  <c:v>1.2529999999999999E-2</c:v>
                </c:pt>
                <c:pt idx="722">
                  <c:v>1.234E-2</c:v>
                </c:pt>
                <c:pt idx="723">
                  <c:v>1.2329999999999999E-2</c:v>
                </c:pt>
                <c:pt idx="724">
                  <c:v>1.2159999999999999E-2</c:v>
                </c:pt>
                <c:pt idx="725">
                  <c:v>1.2149999999999999E-2</c:v>
                </c:pt>
                <c:pt idx="726">
                  <c:v>1.197E-2</c:v>
                </c:pt>
                <c:pt idx="727">
                  <c:v>1.157E-2</c:v>
                </c:pt>
                <c:pt idx="728">
                  <c:v>1.167E-2</c:v>
                </c:pt>
                <c:pt idx="729">
                  <c:v>1.174E-2</c:v>
                </c:pt>
                <c:pt idx="730">
                  <c:v>1.1990000000000001E-2</c:v>
                </c:pt>
                <c:pt idx="731">
                  <c:v>1.234E-2</c:v>
                </c:pt>
                <c:pt idx="732">
                  <c:v>1.23E-2</c:v>
                </c:pt>
                <c:pt idx="733">
                  <c:v>1.2290000000000001E-2</c:v>
                </c:pt>
                <c:pt idx="734">
                  <c:v>1.223E-2</c:v>
                </c:pt>
                <c:pt idx="735">
                  <c:v>1.2209999999999999E-2</c:v>
                </c:pt>
                <c:pt idx="736">
                  <c:v>1.2070000000000001E-2</c:v>
                </c:pt>
                <c:pt idx="737">
                  <c:v>1.2019999999999999E-2</c:v>
                </c:pt>
                <c:pt idx="738">
                  <c:v>1.2070000000000001E-2</c:v>
                </c:pt>
                <c:pt idx="739">
                  <c:v>1.204E-2</c:v>
                </c:pt>
                <c:pt idx="740">
                  <c:v>1.214E-2</c:v>
                </c:pt>
                <c:pt idx="741">
                  <c:v>1.2209999999999999E-2</c:v>
                </c:pt>
                <c:pt idx="742">
                  <c:v>1.225E-2</c:v>
                </c:pt>
                <c:pt idx="743">
                  <c:v>1.2200000000000001E-2</c:v>
                </c:pt>
                <c:pt idx="744">
                  <c:v>1.2120000000000001E-2</c:v>
                </c:pt>
                <c:pt idx="745">
                  <c:v>1.1859999999999999E-2</c:v>
                </c:pt>
                <c:pt idx="746">
                  <c:v>1.1690000000000001E-2</c:v>
                </c:pt>
                <c:pt idx="747">
                  <c:v>1.1679999999999999E-2</c:v>
                </c:pt>
                <c:pt idx="748">
                  <c:v>1.1809999999999999E-2</c:v>
                </c:pt>
                <c:pt idx="749">
                  <c:v>1.1770000000000001E-2</c:v>
                </c:pt>
                <c:pt idx="750">
                  <c:v>1.174E-2</c:v>
                </c:pt>
                <c:pt idx="751">
                  <c:v>1.179E-2</c:v>
                </c:pt>
                <c:pt idx="752">
                  <c:v>1.193E-2</c:v>
                </c:pt>
                <c:pt idx="753">
                  <c:v>1.196E-2</c:v>
                </c:pt>
                <c:pt idx="754">
                  <c:v>1.1890000000000001E-2</c:v>
                </c:pt>
                <c:pt idx="755">
                  <c:v>1.172E-2</c:v>
                </c:pt>
                <c:pt idx="756">
                  <c:v>1.166E-2</c:v>
                </c:pt>
                <c:pt idx="757">
                  <c:v>1.17E-2</c:v>
                </c:pt>
                <c:pt idx="758">
                  <c:v>1.171E-2</c:v>
                </c:pt>
                <c:pt idx="759">
                  <c:v>1.15E-2</c:v>
                </c:pt>
                <c:pt idx="760">
                  <c:v>1.1359999999999999E-2</c:v>
                </c:pt>
                <c:pt idx="761">
                  <c:v>1.116E-2</c:v>
                </c:pt>
                <c:pt idx="762">
                  <c:v>1.1259999999999999E-2</c:v>
                </c:pt>
                <c:pt idx="763">
                  <c:v>1.14E-2</c:v>
                </c:pt>
                <c:pt idx="764">
                  <c:v>1.1379999999999999E-2</c:v>
                </c:pt>
                <c:pt idx="765">
                  <c:v>1.128E-2</c:v>
                </c:pt>
                <c:pt idx="766">
                  <c:v>1.1359999999999999E-2</c:v>
                </c:pt>
                <c:pt idx="767">
                  <c:v>1.162E-2</c:v>
                </c:pt>
                <c:pt idx="768">
                  <c:v>1.149E-2</c:v>
                </c:pt>
                <c:pt idx="769">
                  <c:v>1.145E-2</c:v>
                </c:pt>
                <c:pt idx="770">
                  <c:v>1.1479999999999999E-2</c:v>
                </c:pt>
                <c:pt idx="771">
                  <c:v>1.14E-2</c:v>
                </c:pt>
                <c:pt idx="772">
                  <c:v>1.128E-2</c:v>
                </c:pt>
                <c:pt idx="773">
                  <c:v>1.1259999999999999E-2</c:v>
                </c:pt>
                <c:pt idx="774">
                  <c:v>1.154E-2</c:v>
                </c:pt>
                <c:pt idx="775">
                  <c:v>1.099E-2</c:v>
                </c:pt>
                <c:pt idx="776">
                  <c:v>1.093E-2</c:v>
                </c:pt>
                <c:pt idx="777">
                  <c:v>1.1129999999999999E-2</c:v>
                </c:pt>
                <c:pt idx="778">
                  <c:v>1.125E-2</c:v>
                </c:pt>
                <c:pt idx="779">
                  <c:v>1.094E-2</c:v>
                </c:pt>
                <c:pt idx="780">
                  <c:v>1.085E-2</c:v>
                </c:pt>
                <c:pt idx="781">
                  <c:v>1.0869999999999999E-2</c:v>
                </c:pt>
                <c:pt idx="782">
                  <c:v>1.0869999999999999E-2</c:v>
                </c:pt>
                <c:pt idx="783">
                  <c:v>1.0759999999999999E-2</c:v>
                </c:pt>
                <c:pt idx="784">
                  <c:v>1.051E-2</c:v>
                </c:pt>
                <c:pt idx="785">
                  <c:v>1.061E-2</c:v>
                </c:pt>
                <c:pt idx="786">
                  <c:v>1.059E-2</c:v>
                </c:pt>
                <c:pt idx="787">
                  <c:v>1.059E-2</c:v>
                </c:pt>
                <c:pt idx="788">
                  <c:v>1.077E-2</c:v>
                </c:pt>
                <c:pt idx="789">
                  <c:v>1.086E-2</c:v>
                </c:pt>
                <c:pt idx="790">
                  <c:v>1.093E-2</c:v>
                </c:pt>
                <c:pt idx="791">
                  <c:v>1.0790000000000001E-2</c:v>
                </c:pt>
                <c:pt idx="792">
                  <c:v>1.0749999999999999E-2</c:v>
                </c:pt>
                <c:pt idx="793">
                  <c:v>1.072E-2</c:v>
                </c:pt>
                <c:pt idx="794">
                  <c:v>1.0879999999999999E-2</c:v>
                </c:pt>
                <c:pt idx="795">
                  <c:v>1.081E-2</c:v>
                </c:pt>
                <c:pt idx="796">
                  <c:v>1.0840000000000001E-2</c:v>
                </c:pt>
                <c:pt idx="797">
                  <c:v>1.085E-2</c:v>
                </c:pt>
                <c:pt idx="798">
                  <c:v>1.069E-2</c:v>
                </c:pt>
                <c:pt idx="799">
                  <c:v>1.0740000000000001E-2</c:v>
                </c:pt>
                <c:pt idx="800">
                  <c:v>1.073E-2</c:v>
                </c:pt>
                <c:pt idx="801">
                  <c:v>1.0630000000000001E-2</c:v>
                </c:pt>
                <c:pt idx="802">
                  <c:v>1.085E-2</c:v>
                </c:pt>
                <c:pt idx="803">
                  <c:v>1.094E-2</c:v>
                </c:pt>
                <c:pt idx="804">
                  <c:v>1.1090000000000001E-2</c:v>
                </c:pt>
                <c:pt idx="805">
                  <c:v>1.11E-2</c:v>
                </c:pt>
                <c:pt idx="806">
                  <c:v>1.1170000000000001E-2</c:v>
                </c:pt>
                <c:pt idx="807">
                  <c:v>1.116E-2</c:v>
                </c:pt>
                <c:pt idx="808">
                  <c:v>1.1170000000000001E-2</c:v>
                </c:pt>
                <c:pt idx="809">
                  <c:v>1.1059999999999999E-2</c:v>
                </c:pt>
                <c:pt idx="810">
                  <c:v>1.103E-2</c:v>
                </c:pt>
                <c:pt idx="811">
                  <c:v>1.094E-2</c:v>
                </c:pt>
                <c:pt idx="812">
                  <c:v>1.098E-2</c:v>
                </c:pt>
                <c:pt idx="813">
                  <c:v>1.112E-2</c:v>
                </c:pt>
                <c:pt idx="814">
                  <c:v>1.111E-2</c:v>
                </c:pt>
                <c:pt idx="815">
                  <c:v>1.099E-2</c:v>
                </c:pt>
                <c:pt idx="816">
                  <c:v>1.098E-2</c:v>
                </c:pt>
                <c:pt idx="817">
                  <c:v>1.1040000000000001E-2</c:v>
                </c:pt>
                <c:pt idx="818">
                  <c:v>1.1040000000000001E-2</c:v>
                </c:pt>
                <c:pt idx="819">
                  <c:v>1.1259999999999999E-2</c:v>
                </c:pt>
                <c:pt idx="820">
                  <c:v>1.137E-2</c:v>
                </c:pt>
                <c:pt idx="821">
                  <c:v>1.1220000000000001E-2</c:v>
                </c:pt>
                <c:pt idx="822">
                  <c:v>1.1220000000000001E-2</c:v>
                </c:pt>
                <c:pt idx="823">
                  <c:v>1.115E-2</c:v>
                </c:pt>
                <c:pt idx="824">
                  <c:v>1.103E-2</c:v>
                </c:pt>
                <c:pt idx="825">
                  <c:v>1.111E-2</c:v>
                </c:pt>
                <c:pt idx="826">
                  <c:v>1.1059999999999999E-2</c:v>
                </c:pt>
                <c:pt idx="827">
                  <c:v>1.1050000000000001E-2</c:v>
                </c:pt>
                <c:pt idx="828">
                  <c:v>1.116E-2</c:v>
                </c:pt>
                <c:pt idx="829">
                  <c:v>1.1290000000000001E-2</c:v>
                </c:pt>
                <c:pt idx="830">
                  <c:v>1.1390000000000001E-2</c:v>
                </c:pt>
                <c:pt idx="831">
                  <c:v>1.1429999999999999E-2</c:v>
                </c:pt>
                <c:pt idx="832">
                  <c:v>1.1640000000000001E-2</c:v>
                </c:pt>
                <c:pt idx="833">
                  <c:v>1.1559999999999999E-2</c:v>
                </c:pt>
                <c:pt idx="834">
                  <c:v>1.172E-2</c:v>
                </c:pt>
                <c:pt idx="835">
                  <c:v>1.172E-2</c:v>
                </c:pt>
                <c:pt idx="836">
                  <c:v>1.1590000000000001E-2</c:v>
                </c:pt>
                <c:pt idx="837">
                  <c:v>1.1559999999999999E-2</c:v>
                </c:pt>
                <c:pt idx="838">
                  <c:v>1.1520000000000001E-2</c:v>
                </c:pt>
                <c:pt idx="839">
                  <c:v>1.167E-2</c:v>
                </c:pt>
                <c:pt idx="840">
                  <c:v>1.1729999999999999E-2</c:v>
                </c:pt>
                <c:pt idx="841">
                  <c:v>1.1770000000000001E-2</c:v>
                </c:pt>
                <c:pt idx="842">
                  <c:v>1.171E-2</c:v>
                </c:pt>
                <c:pt idx="843">
                  <c:v>1.162E-2</c:v>
                </c:pt>
                <c:pt idx="844">
                  <c:v>1.155E-2</c:v>
                </c:pt>
                <c:pt idx="845">
                  <c:v>1.1509999999999999E-2</c:v>
                </c:pt>
                <c:pt idx="846">
                  <c:v>1.1429999999999999E-2</c:v>
                </c:pt>
                <c:pt idx="847">
                  <c:v>1.137E-2</c:v>
                </c:pt>
                <c:pt idx="848">
                  <c:v>1.1309999999999999E-2</c:v>
                </c:pt>
                <c:pt idx="849">
                  <c:v>1.112E-2</c:v>
                </c:pt>
                <c:pt idx="850">
                  <c:v>1.0970000000000001E-2</c:v>
                </c:pt>
                <c:pt idx="851">
                  <c:v>1.0999999999999999E-2</c:v>
                </c:pt>
                <c:pt idx="852">
                  <c:v>1.1050000000000001E-2</c:v>
                </c:pt>
                <c:pt idx="853">
                  <c:v>1.107E-2</c:v>
                </c:pt>
                <c:pt idx="854">
                  <c:v>1.0959999999999999E-2</c:v>
                </c:pt>
                <c:pt idx="855">
                  <c:v>1.09E-2</c:v>
                </c:pt>
                <c:pt idx="856">
                  <c:v>1.091E-2</c:v>
                </c:pt>
                <c:pt idx="857">
                  <c:v>1.102E-2</c:v>
                </c:pt>
                <c:pt idx="858">
                  <c:v>1.107E-2</c:v>
                </c:pt>
                <c:pt idx="859">
                  <c:v>1.1090000000000001E-2</c:v>
                </c:pt>
                <c:pt idx="860">
                  <c:v>1.1090000000000001E-2</c:v>
                </c:pt>
                <c:pt idx="861">
                  <c:v>1.102E-2</c:v>
                </c:pt>
                <c:pt idx="862">
                  <c:v>1.091E-2</c:v>
                </c:pt>
                <c:pt idx="863">
                  <c:v>1.0869999999999999E-2</c:v>
                </c:pt>
                <c:pt idx="864">
                  <c:v>1.086E-2</c:v>
                </c:pt>
                <c:pt idx="865">
                  <c:v>1.0879999999999999E-2</c:v>
                </c:pt>
                <c:pt idx="866">
                  <c:v>1.091E-2</c:v>
                </c:pt>
                <c:pt idx="867">
                  <c:v>1.1009999999999999E-2</c:v>
                </c:pt>
                <c:pt idx="868">
                  <c:v>1.099E-2</c:v>
                </c:pt>
                <c:pt idx="869">
                  <c:v>1.1009999999999999E-2</c:v>
                </c:pt>
                <c:pt idx="870">
                  <c:v>1.1140000000000001E-2</c:v>
                </c:pt>
                <c:pt idx="871">
                  <c:v>1.1350000000000001E-2</c:v>
                </c:pt>
                <c:pt idx="872">
                  <c:v>1.1590000000000001E-2</c:v>
                </c:pt>
                <c:pt idx="873">
                  <c:v>1.171E-2</c:v>
                </c:pt>
                <c:pt idx="874">
                  <c:v>1.1979999999999999E-2</c:v>
                </c:pt>
                <c:pt idx="875">
                  <c:v>1.183E-2</c:v>
                </c:pt>
                <c:pt idx="876">
                  <c:v>1.176E-2</c:v>
                </c:pt>
                <c:pt idx="877">
                  <c:v>1.1820000000000001E-2</c:v>
                </c:pt>
                <c:pt idx="878">
                  <c:v>1.2159999999999999E-2</c:v>
                </c:pt>
                <c:pt idx="879">
                  <c:v>1.193E-2</c:v>
                </c:pt>
                <c:pt idx="880">
                  <c:v>1.1780000000000001E-2</c:v>
                </c:pt>
                <c:pt idx="881">
                  <c:v>1.166E-2</c:v>
                </c:pt>
                <c:pt idx="882">
                  <c:v>1.175E-2</c:v>
                </c:pt>
                <c:pt idx="883">
                  <c:v>1.174E-2</c:v>
                </c:pt>
                <c:pt idx="884">
                  <c:v>1.17E-2</c:v>
                </c:pt>
                <c:pt idx="885">
                  <c:v>1.176E-2</c:v>
                </c:pt>
                <c:pt idx="886">
                  <c:v>1.176E-2</c:v>
                </c:pt>
                <c:pt idx="887">
                  <c:v>1.1690000000000001E-2</c:v>
                </c:pt>
                <c:pt idx="888">
                  <c:v>1.17E-2</c:v>
                </c:pt>
                <c:pt idx="889">
                  <c:v>1.17E-2</c:v>
                </c:pt>
                <c:pt idx="890">
                  <c:v>1.1729999999999999E-2</c:v>
                </c:pt>
                <c:pt idx="891">
                  <c:v>1.175E-2</c:v>
                </c:pt>
                <c:pt idx="892">
                  <c:v>1.1809999999999999E-2</c:v>
                </c:pt>
                <c:pt idx="893">
                  <c:v>1.17E-2</c:v>
                </c:pt>
                <c:pt idx="894">
                  <c:v>1.158E-2</c:v>
                </c:pt>
                <c:pt idx="895">
                  <c:v>1.1479999999999999E-2</c:v>
                </c:pt>
                <c:pt idx="896">
                  <c:v>1.146E-2</c:v>
                </c:pt>
                <c:pt idx="897">
                  <c:v>1.145E-2</c:v>
                </c:pt>
                <c:pt idx="898">
                  <c:v>1.145E-2</c:v>
                </c:pt>
                <c:pt idx="899">
                  <c:v>1.149E-2</c:v>
                </c:pt>
                <c:pt idx="900">
                  <c:v>1.1509999999999999E-2</c:v>
                </c:pt>
                <c:pt idx="901">
                  <c:v>1.1479999999999999E-2</c:v>
                </c:pt>
                <c:pt idx="902">
                  <c:v>1.1470000000000001E-2</c:v>
                </c:pt>
                <c:pt idx="903">
                  <c:v>1.1479999999999999E-2</c:v>
                </c:pt>
                <c:pt idx="904">
                  <c:v>1.149E-2</c:v>
                </c:pt>
                <c:pt idx="905">
                  <c:v>1.15E-2</c:v>
                </c:pt>
                <c:pt idx="906">
                  <c:v>1.1470000000000001E-2</c:v>
                </c:pt>
                <c:pt idx="907">
                  <c:v>1.1470000000000001E-2</c:v>
                </c:pt>
                <c:pt idx="908">
                  <c:v>1.155E-2</c:v>
                </c:pt>
                <c:pt idx="909">
                  <c:v>1.15E-2</c:v>
                </c:pt>
                <c:pt idx="910">
                  <c:v>1.1609999999999999E-2</c:v>
                </c:pt>
                <c:pt idx="911">
                  <c:v>1.162E-2</c:v>
                </c:pt>
                <c:pt idx="912">
                  <c:v>1.171E-2</c:v>
                </c:pt>
                <c:pt idx="913">
                  <c:v>1.18E-2</c:v>
                </c:pt>
                <c:pt idx="914">
                  <c:v>1.1820000000000001E-2</c:v>
                </c:pt>
                <c:pt idx="915">
                  <c:v>1.18E-2</c:v>
                </c:pt>
                <c:pt idx="916">
                  <c:v>1.1809999999999999E-2</c:v>
                </c:pt>
                <c:pt idx="917">
                  <c:v>1.1890000000000001E-2</c:v>
                </c:pt>
                <c:pt idx="918">
                  <c:v>1.188E-2</c:v>
                </c:pt>
                <c:pt idx="919">
                  <c:v>1.184E-2</c:v>
                </c:pt>
                <c:pt idx="920">
                  <c:v>1.176E-2</c:v>
                </c:pt>
                <c:pt idx="921">
                  <c:v>1.149E-2</c:v>
                </c:pt>
                <c:pt idx="922">
                  <c:v>1.155E-2</c:v>
                </c:pt>
                <c:pt idx="923">
                  <c:v>1.155E-2</c:v>
                </c:pt>
                <c:pt idx="924">
                  <c:v>1.1599999999999999E-2</c:v>
                </c:pt>
                <c:pt idx="925">
                  <c:v>1.1559999999999999E-2</c:v>
                </c:pt>
                <c:pt idx="926">
                  <c:v>1.1679999999999999E-2</c:v>
                </c:pt>
                <c:pt idx="927">
                  <c:v>1.1650000000000001E-2</c:v>
                </c:pt>
                <c:pt idx="928">
                  <c:v>1.157E-2</c:v>
                </c:pt>
                <c:pt idx="929">
                  <c:v>1.1220000000000001E-2</c:v>
                </c:pt>
                <c:pt idx="930">
                  <c:v>1.1350000000000001E-2</c:v>
                </c:pt>
                <c:pt idx="931">
                  <c:v>1.153E-2</c:v>
                </c:pt>
                <c:pt idx="932">
                  <c:v>1.1559999999999999E-2</c:v>
                </c:pt>
                <c:pt idx="933">
                  <c:v>1.1259999999999999E-2</c:v>
                </c:pt>
                <c:pt idx="934">
                  <c:v>1.137E-2</c:v>
                </c:pt>
                <c:pt idx="935">
                  <c:v>1.1350000000000001E-2</c:v>
                </c:pt>
                <c:pt idx="936">
                  <c:v>1.1350000000000001E-2</c:v>
                </c:pt>
                <c:pt idx="937">
                  <c:v>1.141E-2</c:v>
                </c:pt>
                <c:pt idx="938">
                  <c:v>1.158E-2</c:v>
                </c:pt>
                <c:pt idx="939">
                  <c:v>1.157E-2</c:v>
                </c:pt>
                <c:pt idx="940">
                  <c:v>1.154E-2</c:v>
                </c:pt>
                <c:pt idx="941">
                  <c:v>1.1509999999999999E-2</c:v>
                </c:pt>
                <c:pt idx="942">
                  <c:v>1.162E-2</c:v>
                </c:pt>
                <c:pt idx="943">
                  <c:v>1.166E-2</c:v>
                </c:pt>
                <c:pt idx="944">
                  <c:v>1.1650000000000001E-2</c:v>
                </c:pt>
                <c:pt idx="945">
                  <c:v>1.1599999999999999E-2</c:v>
                </c:pt>
                <c:pt idx="946">
                  <c:v>1.1520000000000001E-2</c:v>
                </c:pt>
                <c:pt idx="947">
                  <c:v>1.1520000000000001E-2</c:v>
                </c:pt>
                <c:pt idx="948">
                  <c:v>1.157E-2</c:v>
                </c:pt>
                <c:pt idx="949">
                  <c:v>1.153E-2</c:v>
                </c:pt>
                <c:pt idx="950">
                  <c:v>1.141E-2</c:v>
                </c:pt>
                <c:pt idx="951">
                  <c:v>1.1359999999999999E-2</c:v>
                </c:pt>
                <c:pt idx="952">
                  <c:v>1.125E-2</c:v>
                </c:pt>
                <c:pt idx="953">
                  <c:v>1.128E-2</c:v>
                </c:pt>
                <c:pt idx="954">
                  <c:v>1.124E-2</c:v>
                </c:pt>
                <c:pt idx="955">
                  <c:v>1.1270000000000001E-2</c:v>
                </c:pt>
                <c:pt idx="956">
                  <c:v>1.1299999999999999E-2</c:v>
                </c:pt>
                <c:pt idx="957">
                  <c:v>1.116E-2</c:v>
                </c:pt>
                <c:pt idx="958">
                  <c:v>1.119E-2</c:v>
                </c:pt>
                <c:pt idx="959">
                  <c:v>1.112E-2</c:v>
                </c:pt>
                <c:pt idx="960">
                  <c:v>1.102E-2</c:v>
                </c:pt>
                <c:pt idx="961">
                  <c:v>1.1050000000000001E-2</c:v>
                </c:pt>
                <c:pt idx="962">
                  <c:v>1.1040000000000001E-2</c:v>
                </c:pt>
                <c:pt idx="963">
                  <c:v>1.1050000000000001E-2</c:v>
                </c:pt>
                <c:pt idx="964">
                  <c:v>1.098E-2</c:v>
                </c:pt>
                <c:pt idx="965">
                  <c:v>1.095E-2</c:v>
                </c:pt>
                <c:pt idx="966">
                  <c:v>1.0920000000000001E-2</c:v>
                </c:pt>
                <c:pt idx="967">
                  <c:v>1.0959999999999999E-2</c:v>
                </c:pt>
                <c:pt idx="968">
                  <c:v>1.089E-2</c:v>
                </c:pt>
                <c:pt idx="969">
                  <c:v>1.09E-2</c:v>
                </c:pt>
                <c:pt idx="970">
                  <c:v>1.085E-2</c:v>
                </c:pt>
                <c:pt idx="971">
                  <c:v>1.094E-2</c:v>
                </c:pt>
                <c:pt idx="972">
                  <c:v>1.0959999999999999E-2</c:v>
                </c:pt>
                <c:pt idx="973">
                  <c:v>1.0970000000000001E-2</c:v>
                </c:pt>
                <c:pt idx="974">
                  <c:v>1.1009999999999999E-2</c:v>
                </c:pt>
                <c:pt idx="975">
                  <c:v>1.0999999999999999E-2</c:v>
                </c:pt>
                <c:pt idx="976">
                  <c:v>1.089E-2</c:v>
                </c:pt>
                <c:pt idx="977">
                  <c:v>1.0829999999999999E-2</c:v>
                </c:pt>
                <c:pt idx="978">
                  <c:v>1.085E-2</c:v>
                </c:pt>
                <c:pt idx="979">
                  <c:v>1.069E-2</c:v>
                </c:pt>
                <c:pt idx="980">
                  <c:v>1.077E-2</c:v>
                </c:pt>
                <c:pt idx="981">
                  <c:v>1.0659999999999999E-2</c:v>
                </c:pt>
                <c:pt idx="982">
                  <c:v>1.0659999999999999E-2</c:v>
                </c:pt>
                <c:pt idx="983">
                  <c:v>1.072E-2</c:v>
                </c:pt>
                <c:pt idx="984">
                  <c:v>1.081E-2</c:v>
                </c:pt>
                <c:pt idx="985">
                  <c:v>1.0759999999999999E-2</c:v>
                </c:pt>
                <c:pt idx="986">
                  <c:v>1.0740000000000001E-2</c:v>
                </c:pt>
                <c:pt idx="987">
                  <c:v>1.0920000000000001E-2</c:v>
                </c:pt>
                <c:pt idx="988">
                  <c:v>1.085E-2</c:v>
                </c:pt>
                <c:pt idx="989">
                  <c:v>1.0920000000000001E-2</c:v>
                </c:pt>
                <c:pt idx="990">
                  <c:v>1.102E-2</c:v>
                </c:pt>
                <c:pt idx="991">
                  <c:v>1.111E-2</c:v>
                </c:pt>
                <c:pt idx="992">
                  <c:v>1.1050000000000001E-2</c:v>
                </c:pt>
                <c:pt idx="993">
                  <c:v>1.1040000000000001E-2</c:v>
                </c:pt>
                <c:pt idx="994">
                  <c:v>1.1040000000000001E-2</c:v>
                </c:pt>
                <c:pt idx="995">
                  <c:v>1.089E-2</c:v>
                </c:pt>
                <c:pt idx="996">
                  <c:v>1.0740000000000001E-2</c:v>
                </c:pt>
                <c:pt idx="997">
                  <c:v>1.0709999999999999E-2</c:v>
                </c:pt>
                <c:pt idx="998">
                  <c:v>1.068E-2</c:v>
                </c:pt>
                <c:pt idx="999">
                  <c:v>1.065E-2</c:v>
                </c:pt>
                <c:pt idx="1000">
                  <c:v>1.057E-2</c:v>
                </c:pt>
                <c:pt idx="1001">
                  <c:v>1.047E-2</c:v>
                </c:pt>
                <c:pt idx="1002">
                  <c:v>1.0279999999999999E-2</c:v>
                </c:pt>
                <c:pt idx="1003">
                  <c:v>1.017E-2</c:v>
                </c:pt>
                <c:pt idx="1004">
                  <c:v>1.0190000000000001E-2</c:v>
                </c:pt>
                <c:pt idx="1005">
                  <c:v>1.017E-2</c:v>
                </c:pt>
                <c:pt idx="1006">
                  <c:v>1.014E-2</c:v>
                </c:pt>
                <c:pt idx="1007">
                  <c:v>1.0200000000000001E-2</c:v>
                </c:pt>
                <c:pt idx="1008">
                  <c:v>1.0149999999999999E-2</c:v>
                </c:pt>
                <c:pt idx="1009">
                  <c:v>1.0109999999999999E-2</c:v>
                </c:pt>
                <c:pt idx="1010">
                  <c:v>1.0149999999999999E-2</c:v>
                </c:pt>
                <c:pt idx="1011">
                  <c:v>1.0149999999999999E-2</c:v>
                </c:pt>
                <c:pt idx="1012">
                  <c:v>1.0190000000000001E-2</c:v>
                </c:pt>
                <c:pt idx="1013">
                  <c:v>1.005E-2</c:v>
                </c:pt>
                <c:pt idx="1014">
                  <c:v>1.0120000000000001E-2</c:v>
                </c:pt>
                <c:pt idx="1015">
                  <c:v>9.9799999999999993E-3</c:v>
                </c:pt>
                <c:pt idx="1016">
                  <c:v>1.0020000000000001E-2</c:v>
                </c:pt>
                <c:pt idx="1017">
                  <c:v>1.0149999999999999E-2</c:v>
                </c:pt>
                <c:pt idx="1018">
                  <c:v>1.0190000000000001E-2</c:v>
                </c:pt>
                <c:pt idx="1019">
                  <c:v>0.01</c:v>
                </c:pt>
                <c:pt idx="1020">
                  <c:v>1.008E-2</c:v>
                </c:pt>
                <c:pt idx="1021">
                  <c:v>9.9500000000000005E-3</c:v>
                </c:pt>
                <c:pt idx="1022">
                  <c:v>9.859999999999999E-3</c:v>
                </c:pt>
                <c:pt idx="1023">
                  <c:v>9.8499999999999994E-3</c:v>
                </c:pt>
                <c:pt idx="1024">
                  <c:v>9.859999999999999E-3</c:v>
                </c:pt>
                <c:pt idx="1025">
                  <c:v>9.8300000000000002E-3</c:v>
                </c:pt>
                <c:pt idx="1026">
                  <c:v>9.8300000000000002E-3</c:v>
                </c:pt>
                <c:pt idx="1027">
                  <c:v>9.7700000000000009E-3</c:v>
                </c:pt>
                <c:pt idx="1028">
                  <c:v>9.8900000000000012E-3</c:v>
                </c:pt>
                <c:pt idx="1029">
                  <c:v>0.01</c:v>
                </c:pt>
                <c:pt idx="1030">
                  <c:v>9.9500000000000005E-3</c:v>
                </c:pt>
                <c:pt idx="1031">
                  <c:v>9.8799999999999999E-3</c:v>
                </c:pt>
                <c:pt idx="1032">
                  <c:v>9.7400000000000004E-3</c:v>
                </c:pt>
                <c:pt idx="1033">
                  <c:v>9.6500000000000006E-3</c:v>
                </c:pt>
                <c:pt idx="1034">
                  <c:v>9.75E-3</c:v>
                </c:pt>
                <c:pt idx="1035">
                  <c:v>9.7299999999999991E-3</c:v>
                </c:pt>
                <c:pt idx="1036">
                  <c:v>9.7199999999999995E-3</c:v>
                </c:pt>
                <c:pt idx="1037">
                  <c:v>9.8099999999999993E-3</c:v>
                </c:pt>
                <c:pt idx="1038">
                  <c:v>9.8200000000000006E-3</c:v>
                </c:pt>
                <c:pt idx="1039">
                  <c:v>9.7599999999999996E-3</c:v>
                </c:pt>
                <c:pt idx="1040">
                  <c:v>9.8099999999999993E-3</c:v>
                </c:pt>
                <c:pt idx="1041">
                  <c:v>9.6900000000000007E-3</c:v>
                </c:pt>
                <c:pt idx="1042">
                  <c:v>9.7199999999999995E-3</c:v>
                </c:pt>
                <c:pt idx="1043">
                  <c:v>9.7400000000000004E-3</c:v>
                </c:pt>
                <c:pt idx="1044">
                  <c:v>9.5499999999999995E-3</c:v>
                </c:pt>
                <c:pt idx="1045">
                  <c:v>9.4400000000000005E-3</c:v>
                </c:pt>
                <c:pt idx="1046">
                  <c:v>9.5700000000000004E-3</c:v>
                </c:pt>
                <c:pt idx="1047">
                  <c:v>9.6500000000000006E-3</c:v>
                </c:pt>
                <c:pt idx="1048">
                  <c:v>9.6799999999999994E-3</c:v>
                </c:pt>
                <c:pt idx="1049">
                  <c:v>9.7400000000000004E-3</c:v>
                </c:pt>
                <c:pt idx="1050">
                  <c:v>9.7999999999999997E-3</c:v>
                </c:pt>
                <c:pt idx="1051">
                  <c:v>9.7700000000000009E-3</c:v>
                </c:pt>
                <c:pt idx="1052">
                  <c:v>9.8200000000000006E-3</c:v>
                </c:pt>
                <c:pt idx="1053">
                  <c:v>9.8700000000000003E-3</c:v>
                </c:pt>
                <c:pt idx="1054">
                  <c:v>9.9699999999999997E-3</c:v>
                </c:pt>
                <c:pt idx="1055">
                  <c:v>9.9400000000000009E-3</c:v>
                </c:pt>
                <c:pt idx="1056">
                  <c:v>9.9299999999999996E-3</c:v>
                </c:pt>
                <c:pt idx="1057">
                  <c:v>1.01E-2</c:v>
                </c:pt>
                <c:pt idx="1058">
                  <c:v>1.0159999999999999E-2</c:v>
                </c:pt>
                <c:pt idx="1059">
                  <c:v>0.01</c:v>
                </c:pt>
                <c:pt idx="1060">
                  <c:v>9.8499999999999994E-3</c:v>
                </c:pt>
                <c:pt idx="1061">
                  <c:v>9.7299999999999991E-3</c:v>
                </c:pt>
                <c:pt idx="1062">
                  <c:v>9.7299999999999991E-3</c:v>
                </c:pt>
                <c:pt idx="1063">
                  <c:v>9.7700000000000009E-3</c:v>
                </c:pt>
                <c:pt idx="1064">
                  <c:v>9.6900000000000007E-3</c:v>
                </c:pt>
                <c:pt idx="1065">
                  <c:v>9.6600000000000002E-3</c:v>
                </c:pt>
                <c:pt idx="1066">
                  <c:v>9.6200000000000001E-3</c:v>
                </c:pt>
                <c:pt idx="1067">
                  <c:v>9.5999999999999992E-3</c:v>
                </c:pt>
                <c:pt idx="1068">
                  <c:v>9.5599999999999991E-3</c:v>
                </c:pt>
                <c:pt idx="1069">
                  <c:v>9.5200000000000007E-3</c:v>
                </c:pt>
                <c:pt idx="1070">
                  <c:v>9.5200000000000007E-3</c:v>
                </c:pt>
                <c:pt idx="1071">
                  <c:v>9.7099999999999999E-3</c:v>
                </c:pt>
                <c:pt idx="1072">
                  <c:v>9.7599999999999996E-3</c:v>
                </c:pt>
                <c:pt idx="1073">
                  <c:v>9.6600000000000002E-3</c:v>
                </c:pt>
                <c:pt idx="1074">
                  <c:v>9.5700000000000004E-3</c:v>
                </c:pt>
                <c:pt idx="1075">
                  <c:v>9.58E-3</c:v>
                </c:pt>
                <c:pt idx="1076">
                  <c:v>9.470000000000001E-3</c:v>
                </c:pt>
                <c:pt idx="1077">
                  <c:v>9.5099999999999994E-3</c:v>
                </c:pt>
                <c:pt idx="1078">
                  <c:v>9.5099999999999994E-3</c:v>
                </c:pt>
                <c:pt idx="1079">
                  <c:v>9.5399999999999999E-3</c:v>
                </c:pt>
                <c:pt idx="1080">
                  <c:v>9.4900000000000002E-3</c:v>
                </c:pt>
                <c:pt idx="1081">
                  <c:v>9.4199999999999996E-3</c:v>
                </c:pt>
                <c:pt idx="1082">
                  <c:v>9.2999999999999992E-3</c:v>
                </c:pt>
                <c:pt idx="1083">
                  <c:v>9.3400000000000011E-3</c:v>
                </c:pt>
                <c:pt idx="1084">
                  <c:v>9.2499999999999995E-3</c:v>
                </c:pt>
                <c:pt idx="1085">
                  <c:v>9.2800000000000001E-3</c:v>
                </c:pt>
                <c:pt idx="1086">
                  <c:v>9.2800000000000001E-3</c:v>
                </c:pt>
                <c:pt idx="1087">
                  <c:v>9.2499999999999995E-3</c:v>
                </c:pt>
                <c:pt idx="1088">
                  <c:v>9.2800000000000001E-3</c:v>
                </c:pt>
                <c:pt idx="1089">
                  <c:v>9.2399999999999999E-3</c:v>
                </c:pt>
                <c:pt idx="1090">
                  <c:v>9.1900000000000003E-3</c:v>
                </c:pt>
                <c:pt idx="1091">
                  <c:v>9.2300000000000004E-3</c:v>
                </c:pt>
                <c:pt idx="1092">
                  <c:v>9.2900000000000014E-3</c:v>
                </c:pt>
                <c:pt idx="1093">
                  <c:v>9.2599999999999991E-3</c:v>
                </c:pt>
                <c:pt idx="1094">
                  <c:v>9.3900000000000008E-3</c:v>
                </c:pt>
                <c:pt idx="1095">
                  <c:v>9.4400000000000005E-3</c:v>
                </c:pt>
                <c:pt idx="1096">
                  <c:v>9.9000000000000008E-3</c:v>
                </c:pt>
                <c:pt idx="1097">
                  <c:v>1.0020000000000001E-2</c:v>
                </c:pt>
                <c:pt idx="1098">
                  <c:v>1.0029999999999999E-2</c:v>
                </c:pt>
                <c:pt idx="1099">
                  <c:v>1.0290000000000001E-2</c:v>
                </c:pt>
                <c:pt idx="1100">
                  <c:v>1.0290000000000001E-2</c:v>
                </c:pt>
                <c:pt idx="1101">
                  <c:v>1.0459999999999999E-2</c:v>
                </c:pt>
                <c:pt idx="1102">
                  <c:v>1.0449999999999999E-2</c:v>
                </c:pt>
                <c:pt idx="1103">
                  <c:v>1.0440000000000001E-2</c:v>
                </c:pt>
                <c:pt idx="1104">
                  <c:v>1.0449999999999999E-2</c:v>
                </c:pt>
                <c:pt idx="1105">
                  <c:v>1.0670000000000001E-2</c:v>
                </c:pt>
                <c:pt idx="1106">
                  <c:v>1.077E-2</c:v>
                </c:pt>
                <c:pt idx="1107">
                  <c:v>1.095E-2</c:v>
                </c:pt>
                <c:pt idx="1108">
                  <c:v>1.11E-2</c:v>
                </c:pt>
                <c:pt idx="1109">
                  <c:v>1.1179999999999999E-2</c:v>
                </c:pt>
                <c:pt idx="1110">
                  <c:v>1.1179999999999999E-2</c:v>
                </c:pt>
                <c:pt idx="1111">
                  <c:v>1.107E-2</c:v>
                </c:pt>
                <c:pt idx="1112">
                  <c:v>1.0959999999999999E-2</c:v>
                </c:pt>
                <c:pt idx="1113">
                  <c:v>1.12E-2</c:v>
                </c:pt>
                <c:pt idx="1114">
                  <c:v>1.14E-2</c:v>
                </c:pt>
                <c:pt idx="1115">
                  <c:v>1.15E-2</c:v>
                </c:pt>
                <c:pt idx="1116">
                  <c:v>1.163E-2</c:v>
                </c:pt>
                <c:pt idx="1117">
                  <c:v>1.196E-2</c:v>
                </c:pt>
                <c:pt idx="1118">
                  <c:v>1.247E-2</c:v>
                </c:pt>
                <c:pt idx="1119">
                  <c:v>1.247E-2</c:v>
                </c:pt>
                <c:pt idx="1120">
                  <c:v>1.2370000000000001E-2</c:v>
                </c:pt>
                <c:pt idx="1121">
                  <c:v>1.214E-2</c:v>
                </c:pt>
                <c:pt idx="1122">
                  <c:v>1.1559999999999999E-2</c:v>
                </c:pt>
                <c:pt idx="1123">
                  <c:v>1.1770000000000001E-2</c:v>
                </c:pt>
                <c:pt idx="1124">
                  <c:v>1.175E-2</c:v>
                </c:pt>
                <c:pt idx="1125">
                  <c:v>1.1770000000000001E-2</c:v>
                </c:pt>
                <c:pt idx="1126">
                  <c:v>1.1849999999999999E-2</c:v>
                </c:pt>
                <c:pt idx="1127">
                  <c:v>1.2120000000000001E-2</c:v>
                </c:pt>
                <c:pt idx="1128">
                  <c:v>1.196E-2</c:v>
                </c:pt>
                <c:pt idx="1129">
                  <c:v>1.1979999999999999E-2</c:v>
                </c:pt>
                <c:pt idx="1130">
                  <c:v>1.1990000000000001E-2</c:v>
                </c:pt>
                <c:pt idx="1131">
                  <c:v>1.1809999999999999E-2</c:v>
                </c:pt>
                <c:pt idx="1132">
                  <c:v>1.23E-2</c:v>
                </c:pt>
                <c:pt idx="1133">
                  <c:v>1.2200000000000001E-2</c:v>
                </c:pt>
                <c:pt idx="1134">
                  <c:v>1.21E-2</c:v>
                </c:pt>
                <c:pt idx="1135">
                  <c:v>1.2279999999999999E-2</c:v>
                </c:pt>
                <c:pt idx="1136">
                  <c:v>1.2440000000000001E-2</c:v>
                </c:pt>
                <c:pt idx="1137">
                  <c:v>1.269E-2</c:v>
                </c:pt>
                <c:pt idx="1138">
                  <c:v>1.294E-2</c:v>
                </c:pt>
                <c:pt idx="1139">
                  <c:v>1.3090000000000001E-2</c:v>
                </c:pt>
                <c:pt idx="1140">
                  <c:v>1.3269999999999999E-2</c:v>
                </c:pt>
                <c:pt idx="1141">
                  <c:v>1.3169999999999999E-2</c:v>
                </c:pt>
                <c:pt idx="1142">
                  <c:v>1.2819999999999998E-2</c:v>
                </c:pt>
                <c:pt idx="1143">
                  <c:v>1.272E-2</c:v>
                </c:pt>
                <c:pt idx="1144">
                  <c:v>1.2659999999999999E-2</c:v>
                </c:pt>
                <c:pt idx="1145">
                  <c:v>1.2740000000000001E-2</c:v>
                </c:pt>
                <c:pt idx="1146">
                  <c:v>1.2540000000000001E-2</c:v>
                </c:pt>
                <c:pt idx="1147">
                  <c:v>1.2240000000000001E-2</c:v>
                </c:pt>
                <c:pt idx="1148">
                  <c:v>1.2240000000000001E-2</c:v>
                </c:pt>
                <c:pt idx="1149">
                  <c:v>1.0440000000000001E-2</c:v>
                </c:pt>
                <c:pt idx="1150">
                  <c:v>9.8399999999999998E-3</c:v>
                </c:pt>
                <c:pt idx="1151">
                  <c:v>9.8799999999999999E-3</c:v>
                </c:pt>
                <c:pt idx="1152">
                  <c:v>9.7999999999999997E-3</c:v>
                </c:pt>
                <c:pt idx="1153">
                  <c:v>9.6799999999999994E-3</c:v>
                </c:pt>
                <c:pt idx="1154">
                  <c:v>9.7800000000000005E-3</c:v>
                </c:pt>
                <c:pt idx="1155">
                  <c:v>9.7900000000000001E-3</c:v>
                </c:pt>
                <c:pt idx="1156">
                  <c:v>9.8200000000000006E-3</c:v>
                </c:pt>
                <c:pt idx="1157">
                  <c:v>9.9500000000000005E-3</c:v>
                </c:pt>
                <c:pt idx="1158">
                  <c:v>9.92E-3</c:v>
                </c:pt>
                <c:pt idx="1159">
                  <c:v>9.9299999999999996E-3</c:v>
                </c:pt>
                <c:pt idx="1160">
                  <c:v>9.9000000000000008E-3</c:v>
                </c:pt>
                <c:pt idx="1161">
                  <c:v>9.859999999999999E-3</c:v>
                </c:pt>
                <c:pt idx="1162">
                  <c:v>9.859999999999999E-3</c:v>
                </c:pt>
                <c:pt idx="1163">
                  <c:v>9.8300000000000002E-3</c:v>
                </c:pt>
                <c:pt idx="1164">
                  <c:v>9.859999999999999E-3</c:v>
                </c:pt>
                <c:pt idx="1165">
                  <c:v>9.9000000000000008E-3</c:v>
                </c:pt>
                <c:pt idx="1166">
                  <c:v>0.01</c:v>
                </c:pt>
                <c:pt idx="1167">
                  <c:v>9.9600000000000001E-3</c:v>
                </c:pt>
                <c:pt idx="1168">
                  <c:v>9.9500000000000005E-3</c:v>
                </c:pt>
                <c:pt idx="1169">
                  <c:v>0.01</c:v>
                </c:pt>
                <c:pt idx="1170">
                  <c:v>9.9000000000000008E-3</c:v>
                </c:pt>
                <c:pt idx="1171">
                  <c:v>9.7999999999999997E-3</c:v>
                </c:pt>
                <c:pt idx="1172">
                  <c:v>9.8200000000000006E-3</c:v>
                </c:pt>
                <c:pt idx="1173">
                  <c:v>9.7599999999999996E-3</c:v>
                </c:pt>
                <c:pt idx="1174">
                  <c:v>9.8300000000000002E-3</c:v>
                </c:pt>
                <c:pt idx="1175">
                  <c:v>9.640000000000001E-3</c:v>
                </c:pt>
                <c:pt idx="1176">
                  <c:v>9.75E-3</c:v>
                </c:pt>
                <c:pt idx="1177">
                  <c:v>9.8200000000000006E-3</c:v>
                </c:pt>
                <c:pt idx="1178">
                  <c:v>9.6500000000000006E-3</c:v>
                </c:pt>
                <c:pt idx="1179">
                  <c:v>9.640000000000001E-3</c:v>
                </c:pt>
                <c:pt idx="1180">
                  <c:v>9.5700000000000004E-3</c:v>
                </c:pt>
                <c:pt idx="1181">
                  <c:v>9.5300000000000003E-3</c:v>
                </c:pt>
                <c:pt idx="1182">
                  <c:v>9.4299999999999991E-3</c:v>
                </c:pt>
                <c:pt idx="1183">
                  <c:v>9.41E-3</c:v>
                </c:pt>
                <c:pt idx="1184">
                  <c:v>9.3799999999999994E-3</c:v>
                </c:pt>
                <c:pt idx="1185">
                  <c:v>9.41E-3</c:v>
                </c:pt>
                <c:pt idx="1186">
                  <c:v>9.3900000000000008E-3</c:v>
                </c:pt>
                <c:pt idx="1187">
                  <c:v>9.2800000000000001E-3</c:v>
                </c:pt>
                <c:pt idx="1188">
                  <c:v>9.2999999999999992E-3</c:v>
                </c:pt>
                <c:pt idx="1189">
                  <c:v>9.2099999999999994E-3</c:v>
                </c:pt>
                <c:pt idx="1190">
                  <c:v>9.1599999999999997E-3</c:v>
                </c:pt>
                <c:pt idx="1191">
                  <c:v>9.1500000000000001E-3</c:v>
                </c:pt>
                <c:pt idx="1192">
                  <c:v>9.0400000000000012E-3</c:v>
                </c:pt>
                <c:pt idx="1193">
                  <c:v>8.8700000000000011E-3</c:v>
                </c:pt>
                <c:pt idx="1194">
                  <c:v>9.0500000000000008E-3</c:v>
                </c:pt>
                <c:pt idx="1195">
                  <c:v>9.0699999999999999E-3</c:v>
                </c:pt>
                <c:pt idx="1196">
                  <c:v>9.1500000000000001E-3</c:v>
                </c:pt>
                <c:pt idx="1197">
                  <c:v>9.0900000000000009E-3</c:v>
                </c:pt>
                <c:pt idx="1198">
                  <c:v>9.0799999999999995E-3</c:v>
                </c:pt>
                <c:pt idx="1199">
                  <c:v>9.1199999999999996E-3</c:v>
                </c:pt>
                <c:pt idx="1200">
                  <c:v>9.1700000000000011E-3</c:v>
                </c:pt>
                <c:pt idx="1201">
                  <c:v>9.1400000000000006E-3</c:v>
                </c:pt>
                <c:pt idx="1202">
                  <c:v>9.3299999999999998E-3</c:v>
                </c:pt>
                <c:pt idx="1203">
                  <c:v>9.3600000000000003E-3</c:v>
                </c:pt>
                <c:pt idx="1204">
                  <c:v>9.2800000000000001E-3</c:v>
                </c:pt>
                <c:pt idx="1205">
                  <c:v>9.3299999999999998E-3</c:v>
                </c:pt>
                <c:pt idx="1206">
                  <c:v>9.2800000000000001E-3</c:v>
                </c:pt>
                <c:pt idx="1207">
                  <c:v>9.3400000000000011E-3</c:v>
                </c:pt>
                <c:pt idx="1208">
                  <c:v>9.3500000000000007E-3</c:v>
                </c:pt>
                <c:pt idx="1209">
                  <c:v>9.3400000000000011E-3</c:v>
                </c:pt>
                <c:pt idx="1210">
                  <c:v>9.3500000000000007E-3</c:v>
                </c:pt>
                <c:pt idx="1211">
                  <c:v>9.3400000000000011E-3</c:v>
                </c:pt>
                <c:pt idx="1212">
                  <c:v>9.3299999999999998E-3</c:v>
                </c:pt>
                <c:pt idx="1213">
                  <c:v>9.3299999999999998E-3</c:v>
                </c:pt>
                <c:pt idx="1214">
                  <c:v>9.3900000000000008E-3</c:v>
                </c:pt>
                <c:pt idx="1215">
                  <c:v>9.5200000000000007E-3</c:v>
                </c:pt>
                <c:pt idx="1216">
                  <c:v>9.6099999999999988E-3</c:v>
                </c:pt>
                <c:pt idx="1217">
                  <c:v>9.6600000000000002E-3</c:v>
                </c:pt>
                <c:pt idx="1218">
                  <c:v>9.7400000000000004E-3</c:v>
                </c:pt>
                <c:pt idx="1219">
                  <c:v>9.9400000000000009E-3</c:v>
                </c:pt>
                <c:pt idx="1220">
                  <c:v>9.7900000000000001E-3</c:v>
                </c:pt>
                <c:pt idx="1221">
                  <c:v>9.75E-3</c:v>
                </c:pt>
                <c:pt idx="1222">
                  <c:v>9.8200000000000006E-3</c:v>
                </c:pt>
                <c:pt idx="1223">
                  <c:v>9.8200000000000006E-3</c:v>
                </c:pt>
                <c:pt idx="1224">
                  <c:v>9.8099999999999993E-3</c:v>
                </c:pt>
                <c:pt idx="1225">
                  <c:v>9.8099999999999993E-3</c:v>
                </c:pt>
                <c:pt idx="1226">
                  <c:v>9.7400000000000004E-3</c:v>
                </c:pt>
                <c:pt idx="1227">
                  <c:v>9.8099999999999993E-3</c:v>
                </c:pt>
                <c:pt idx="1228">
                  <c:v>9.7900000000000001E-3</c:v>
                </c:pt>
                <c:pt idx="1229">
                  <c:v>9.8399999999999998E-3</c:v>
                </c:pt>
                <c:pt idx="1230">
                  <c:v>9.7999999999999997E-3</c:v>
                </c:pt>
                <c:pt idx="1231">
                  <c:v>9.859999999999999E-3</c:v>
                </c:pt>
                <c:pt idx="1232">
                  <c:v>9.9299999999999996E-3</c:v>
                </c:pt>
                <c:pt idx="1233">
                  <c:v>9.859999999999999E-3</c:v>
                </c:pt>
                <c:pt idx="1234">
                  <c:v>9.8300000000000002E-3</c:v>
                </c:pt>
                <c:pt idx="1235">
                  <c:v>9.8200000000000006E-3</c:v>
                </c:pt>
                <c:pt idx="1236">
                  <c:v>9.859999999999999E-3</c:v>
                </c:pt>
                <c:pt idx="1237">
                  <c:v>9.8300000000000002E-3</c:v>
                </c:pt>
                <c:pt idx="1238">
                  <c:v>9.8099999999999993E-3</c:v>
                </c:pt>
                <c:pt idx="1239">
                  <c:v>9.8399999999999998E-3</c:v>
                </c:pt>
                <c:pt idx="1240">
                  <c:v>9.8200000000000006E-3</c:v>
                </c:pt>
                <c:pt idx="1241">
                  <c:v>9.8499999999999994E-3</c:v>
                </c:pt>
                <c:pt idx="1242">
                  <c:v>9.8799999999999999E-3</c:v>
                </c:pt>
                <c:pt idx="1243">
                  <c:v>9.9000000000000008E-3</c:v>
                </c:pt>
                <c:pt idx="1244">
                  <c:v>1.0070000000000001E-2</c:v>
                </c:pt>
                <c:pt idx="1245">
                  <c:v>9.9500000000000005E-3</c:v>
                </c:pt>
                <c:pt idx="1246">
                  <c:v>1.0059999999999999E-2</c:v>
                </c:pt>
                <c:pt idx="1247">
                  <c:v>1.0209999999999999E-2</c:v>
                </c:pt>
                <c:pt idx="1248">
                  <c:v>1.0209999999999999E-2</c:v>
                </c:pt>
                <c:pt idx="1249">
                  <c:v>1.014E-2</c:v>
                </c:pt>
                <c:pt idx="1250">
                  <c:v>1.01E-2</c:v>
                </c:pt>
                <c:pt idx="1251">
                  <c:v>1.0149999999999999E-2</c:v>
                </c:pt>
                <c:pt idx="1252">
                  <c:v>1.0159999999999999E-2</c:v>
                </c:pt>
                <c:pt idx="1253">
                  <c:v>1.0200000000000001E-2</c:v>
                </c:pt>
                <c:pt idx="1254">
                  <c:v>1.0209999999999999E-2</c:v>
                </c:pt>
                <c:pt idx="1255">
                  <c:v>1.018E-2</c:v>
                </c:pt>
                <c:pt idx="1256">
                  <c:v>1.022E-2</c:v>
                </c:pt>
                <c:pt idx="1257">
                  <c:v>1.0329999999999999E-2</c:v>
                </c:pt>
                <c:pt idx="1258">
                  <c:v>1.0279999999999999E-2</c:v>
                </c:pt>
                <c:pt idx="1259">
                  <c:v>1.031E-2</c:v>
                </c:pt>
                <c:pt idx="1260">
                  <c:v>1.027E-2</c:v>
                </c:pt>
                <c:pt idx="1261">
                  <c:v>1.025E-2</c:v>
                </c:pt>
                <c:pt idx="1262">
                  <c:v>1.023E-2</c:v>
                </c:pt>
                <c:pt idx="1263">
                  <c:v>1.027E-2</c:v>
                </c:pt>
                <c:pt idx="1264">
                  <c:v>1.0240000000000001E-2</c:v>
                </c:pt>
                <c:pt idx="1265">
                  <c:v>1.025E-2</c:v>
                </c:pt>
                <c:pt idx="1266">
                  <c:v>1.027E-2</c:v>
                </c:pt>
                <c:pt idx="1267">
                  <c:v>1.0449999999999999E-2</c:v>
                </c:pt>
                <c:pt idx="1268">
                  <c:v>1.056E-2</c:v>
                </c:pt>
                <c:pt idx="1269">
                  <c:v>1.0359999999999999E-2</c:v>
                </c:pt>
                <c:pt idx="1270">
                  <c:v>1.043E-2</c:v>
                </c:pt>
                <c:pt idx="1271">
                  <c:v>1.055E-2</c:v>
                </c:pt>
                <c:pt idx="1272">
                  <c:v>1.0620000000000001E-2</c:v>
                </c:pt>
                <c:pt idx="1273">
                  <c:v>1.064E-2</c:v>
                </c:pt>
                <c:pt idx="1274">
                  <c:v>1.0659999999999999E-2</c:v>
                </c:pt>
                <c:pt idx="1275">
                  <c:v>1.0699999999999999E-2</c:v>
                </c:pt>
                <c:pt idx="1276">
                  <c:v>1.0620000000000001E-2</c:v>
                </c:pt>
                <c:pt idx="1277">
                  <c:v>1.0740000000000001E-2</c:v>
                </c:pt>
                <c:pt idx="1278">
                  <c:v>1.061E-2</c:v>
                </c:pt>
                <c:pt idx="1279">
                  <c:v>1.059E-2</c:v>
                </c:pt>
                <c:pt idx="1280">
                  <c:v>1.0490000000000001E-2</c:v>
                </c:pt>
                <c:pt idx="1281">
                  <c:v>1.051E-2</c:v>
                </c:pt>
                <c:pt idx="1282">
                  <c:v>1.0540000000000001E-2</c:v>
                </c:pt>
                <c:pt idx="1283">
                  <c:v>1.0630000000000001E-2</c:v>
                </c:pt>
                <c:pt idx="1284">
                  <c:v>1.064E-2</c:v>
                </c:pt>
                <c:pt idx="1285">
                  <c:v>1.068E-2</c:v>
                </c:pt>
                <c:pt idx="1286">
                  <c:v>1.072E-2</c:v>
                </c:pt>
                <c:pt idx="1287">
                  <c:v>1.0879999999999999E-2</c:v>
                </c:pt>
                <c:pt idx="1288">
                  <c:v>1.0659999999999999E-2</c:v>
                </c:pt>
                <c:pt idx="1289">
                  <c:v>1.0749999999999999E-2</c:v>
                </c:pt>
                <c:pt idx="1290">
                  <c:v>1.072E-2</c:v>
                </c:pt>
                <c:pt idx="1291">
                  <c:v>1.072E-2</c:v>
                </c:pt>
                <c:pt idx="1292">
                  <c:v>1.073E-2</c:v>
                </c:pt>
                <c:pt idx="1293">
                  <c:v>1.073E-2</c:v>
                </c:pt>
                <c:pt idx="1294">
                  <c:v>1.0699999999999999E-2</c:v>
                </c:pt>
                <c:pt idx="1295">
                  <c:v>1.065E-2</c:v>
                </c:pt>
                <c:pt idx="1296">
                  <c:v>1.0620000000000001E-2</c:v>
                </c:pt>
                <c:pt idx="1297">
                  <c:v>1.065E-2</c:v>
                </c:pt>
                <c:pt idx="1298">
                  <c:v>1.0620000000000001E-2</c:v>
                </c:pt>
                <c:pt idx="1299">
                  <c:v>1.0800000000000001E-2</c:v>
                </c:pt>
                <c:pt idx="1300">
                  <c:v>1.068E-2</c:v>
                </c:pt>
                <c:pt idx="1301">
                  <c:v>1.073E-2</c:v>
                </c:pt>
                <c:pt idx="1302">
                  <c:v>1.0749999999999999E-2</c:v>
                </c:pt>
                <c:pt idx="1303">
                  <c:v>1.0790000000000001E-2</c:v>
                </c:pt>
                <c:pt idx="1304">
                  <c:v>1.0790000000000001E-2</c:v>
                </c:pt>
                <c:pt idx="1305">
                  <c:v>1.081E-2</c:v>
                </c:pt>
                <c:pt idx="1306">
                  <c:v>1.081E-2</c:v>
                </c:pt>
                <c:pt idx="1307">
                  <c:v>1.0800000000000001E-2</c:v>
                </c:pt>
                <c:pt idx="1308">
                  <c:v>1.0749999999999999E-2</c:v>
                </c:pt>
                <c:pt idx="1309">
                  <c:v>1.0790000000000001E-2</c:v>
                </c:pt>
                <c:pt idx="1310">
                  <c:v>1.0790000000000001E-2</c:v>
                </c:pt>
                <c:pt idx="1311">
                  <c:v>1.0879999999999999E-2</c:v>
                </c:pt>
                <c:pt idx="1312">
                  <c:v>1.086E-2</c:v>
                </c:pt>
                <c:pt idx="1313">
                  <c:v>1.089E-2</c:v>
                </c:pt>
                <c:pt idx="1314">
                  <c:v>1.103E-2</c:v>
                </c:pt>
                <c:pt idx="1315">
                  <c:v>1.0869999999999999E-2</c:v>
                </c:pt>
                <c:pt idx="1316">
                  <c:v>1.095E-2</c:v>
                </c:pt>
                <c:pt idx="1317">
                  <c:v>1.089E-2</c:v>
                </c:pt>
                <c:pt idx="1318">
                  <c:v>1.0829999999999999E-2</c:v>
                </c:pt>
                <c:pt idx="1319">
                  <c:v>1.082E-2</c:v>
                </c:pt>
                <c:pt idx="1320">
                  <c:v>1.0749999999999999E-2</c:v>
                </c:pt>
                <c:pt idx="1321">
                  <c:v>1.064E-2</c:v>
                </c:pt>
                <c:pt idx="1322">
                  <c:v>1.065E-2</c:v>
                </c:pt>
                <c:pt idx="1323">
                  <c:v>1.0670000000000001E-2</c:v>
                </c:pt>
                <c:pt idx="1324">
                  <c:v>1.0620000000000001E-2</c:v>
                </c:pt>
                <c:pt idx="1325">
                  <c:v>1.043E-2</c:v>
                </c:pt>
                <c:pt idx="1326">
                  <c:v>1.039E-2</c:v>
                </c:pt>
                <c:pt idx="1327">
                  <c:v>1.038E-2</c:v>
                </c:pt>
                <c:pt idx="1328">
                  <c:v>1.043E-2</c:v>
                </c:pt>
                <c:pt idx="1329">
                  <c:v>1.0409999999999999E-2</c:v>
                </c:pt>
                <c:pt idx="1330">
                  <c:v>1.043E-2</c:v>
                </c:pt>
                <c:pt idx="1331">
                  <c:v>1.0440000000000001E-2</c:v>
                </c:pt>
                <c:pt idx="1332">
                  <c:v>1.1090000000000001E-2</c:v>
                </c:pt>
                <c:pt idx="1333">
                  <c:v>1.1050000000000001E-2</c:v>
                </c:pt>
                <c:pt idx="1334">
                  <c:v>1.102E-2</c:v>
                </c:pt>
                <c:pt idx="1335">
                  <c:v>1.093E-2</c:v>
                </c:pt>
                <c:pt idx="1336">
                  <c:v>1.09E-2</c:v>
                </c:pt>
                <c:pt idx="1337">
                  <c:v>1.089E-2</c:v>
                </c:pt>
                <c:pt idx="1338">
                  <c:v>1.077E-2</c:v>
                </c:pt>
                <c:pt idx="1339">
                  <c:v>1.093E-2</c:v>
                </c:pt>
                <c:pt idx="1340">
                  <c:v>1.0790000000000001E-2</c:v>
                </c:pt>
                <c:pt idx="1341">
                  <c:v>1.0759999999999999E-2</c:v>
                </c:pt>
                <c:pt idx="1342">
                  <c:v>1.0630000000000001E-2</c:v>
                </c:pt>
                <c:pt idx="1343">
                  <c:v>1.06E-2</c:v>
                </c:pt>
                <c:pt idx="1344">
                  <c:v>1.059E-2</c:v>
                </c:pt>
                <c:pt idx="1345">
                  <c:v>1.065E-2</c:v>
                </c:pt>
                <c:pt idx="1346">
                  <c:v>1.057E-2</c:v>
                </c:pt>
                <c:pt idx="1347">
                  <c:v>1.0620000000000001E-2</c:v>
                </c:pt>
                <c:pt idx="1348">
                  <c:v>1.0630000000000001E-2</c:v>
                </c:pt>
                <c:pt idx="1349">
                  <c:v>1.064E-2</c:v>
                </c:pt>
                <c:pt idx="1350">
                  <c:v>1.0699999999999999E-2</c:v>
                </c:pt>
                <c:pt idx="1351">
                  <c:v>1.0749999999999999E-2</c:v>
                </c:pt>
                <c:pt idx="1352">
                  <c:v>1.072E-2</c:v>
                </c:pt>
                <c:pt idx="1353">
                  <c:v>1.0759999999999999E-2</c:v>
                </c:pt>
                <c:pt idx="1354">
                  <c:v>1.0740000000000001E-2</c:v>
                </c:pt>
                <c:pt idx="1355">
                  <c:v>1.081E-2</c:v>
                </c:pt>
                <c:pt idx="1356">
                  <c:v>1.077E-2</c:v>
                </c:pt>
                <c:pt idx="1357">
                  <c:v>1.0740000000000001E-2</c:v>
                </c:pt>
                <c:pt idx="1358">
                  <c:v>1.0670000000000001E-2</c:v>
                </c:pt>
                <c:pt idx="1359">
                  <c:v>1.0630000000000001E-2</c:v>
                </c:pt>
                <c:pt idx="1360">
                  <c:v>1.059E-2</c:v>
                </c:pt>
                <c:pt idx="1361">
                  <c:v>1.06E-2</c:v>
                </c:pt>
                <c:pt idx="1362">
                  <c:v>1.059E-2</c:v>
                </c:pt>
                <c:pt idx="1363">
                  <c:v>1.064E-2</c:v>
                </c:pt>
                <c:pt idx="1364">
                  <c:v>1.0670000000000001E-2</c:v>
                </c:pt>
                <c:pt idx="1365">
                  <c:v>1.0630000000000001E-2</c:v>
                </c:pt>
                <c:pt idx="1366">
                  <c:v>1.085E-2</c:v>
                </c:pt>
                <c:pt idx="1367">
                  <c:v>1.082E-2</c:v>
                </c:pt>
                <c:pt idx="1368">
                  <c:v>1.078E-2</c:v>
                </c:pt>
                <c:pt idx="1369">
                  <c:v>1.0659999999999999E-2</c:v>
                </c:pt>
                <c:pt idx="1370">
                  <c:v>1.0670000000000001E-2</c:v>
                </c:pt>
                <c:pt idx="1371">
                  <c:v>1.0699999999999999E-2</c:v>
                </c:pt>
                <c:pt idx="1372">
                  <c:v>1.0630000000000001E-2</c:v>
                </c:pt>
                <c:pt idx="1373">
                  <c:v>1.0579999999999999E-2</c:v>
                </c:pt>
                <c:pt idx="1374">
                  <c:v>1.061E-2</c:v>
                </c:pt>
                <c:pt idx="1375">
                  <c:v>1.06E-2</c:v>
                </c:pt>
                <c:pt idx="1376">
                  <c:v>1.06E-2</c:v>
                </c:pt>
                <c:pt idx="1377">
                  <c:v>1.0620000000000001E-2</c:v>
                </c:pt>
                <c:pt idx="1378">
                  <c:v>1.072E-2</c:v>
                </c:pt>
                <c:pt idx="1379">
                  <c:v>1.065E-2</c:v>
                </c:pt>
                <c:pt idx="1380">
                  <c:v>1.06E-2</c:v>
                </c:pt>
                <c:pt idx="1381">
                  <c:v>1.051E-2</c:v>
                </c:pt>
                <c:pt idx="1382">
                  <c:v>1.0409999999999999E-2</c:v>
                </c:pt>
                <c:pt idx="1383">
                  <c:v>1.039E-2</c:v>
                </c:pt>
                <c:pt idx="1384">
                  <c:v>1.031E-2</c:v>
                </c:pt>
                <c:pt idx="1385">
                  <c:v>1.022E-2</c:v>
                </c:pt>
                <c:pt idx="1386">
                  <c:v>1.0240000000000001E-2</c:v>
                </c:pt>
                <c:pt idx="1387">
                  <c:v>1.026E-2</c:v>
                </c:pt>
                <c:pt idx="1388">
                  <c:v>1.018E-2</c:v>
                </c:pt>
                <c:pt idx="1389">
                  <c:v>1.0070000000000001E-2</c:v>
                </c:pt>
                <c:pt idx="1390">
                  <c:v>9.9900000000000006E-3</c:v>
                </c:pt>
                <c:pt idx="1391">
                  <c:v>9.9699999999999997E-3</c:v>
                </c:pt>
                <c:pt idx="1392">
                  <c:v>9.9900000000000006E-3</c:v>
                </c:pt>
                <c:pt idx="1393">
                  <c:v>0.01</c:v>
                </c:pt>
                <c:pt idx="1394">
                  <c:v>9.9400000000000009E-3</c:v>
                </c:pt>
                <c:pt idx="1395">
                  <c:v>9.9699999999999997E-3</c:v>
                </c:pt>
                <c:pt idx="1396">
                  <c:v>9.9400000000000009E-3</c:v>
                </c:pt>
                <c:pt idx="1397">
                  <c:v>1.0149999999999999E-2</c:v>
                </c:pt>
                <c:pt idx="1398">
                  <c:v>1.0190000000000001E-2</c:v>
                </c:pt>
                <c:pt idx="1399">
                  <c:v>1.0240000000000001E-2</c:v>
                </c:pt>
                <c:pt idx="1400">
                  <c:v>1.0329999999999999E-2</c:v>
                </c:pt>
                <c:pt idx="1401">
                  <c:v>1.0409999999999999E-2</c:v>
                </c:pt>
                <c:pt idx="1402">
                  <c:v>1.0459999999999999E-2</c:v>
                </c:pt>
                <c:pt idx="1403">
                  <c:v>1.043E-2</c:v>
                </c:pt>
                <c:pt idx="1404">
                  <c:v>1.057E-2</c:v>
                </c:pt>
                <c:pt idx="1405">
                  <c:v>1.055E-2</c:v>
                </c:pt>
                <c:pt idx="1406">
                  <c:v>1.0670000000000001E-2</c:v>
                </c:pt>
                <c:pt idx="1407">
                  <c:v>1.06E-2</c:v>
                </c:pt>
                <c:pt idx="1408">
                  <c:v>1.0659999999999999E-2</c:v>
                </c:pt>
                <c:pt idx="1409">
                  <c:v>1.077E-2</c:v>
                </c:pt>
                <c:pt idx="1410">
                  <c:v>1.072E-2</c:v>
                </c:pt>
                <c:pt idx="1411">
                  <c:v>1.082E-2</c:v>
                </c:pt>
                <c:pt idx="1412">
                  <c:v>1.082E-2</c:v>
                </c:pt>
                <c:pt idx="1413">
                  <c:v>1.0840000000000001E-2</c:v>
                </c:pt>
                <c:pt idx="1414">
                  <c:v>1.0709999999999999E-2</c:v>
                </c:pt>
                <c:pt idx="1415">
                  <c:v>1.0840000000000001E-2</c:v>
                </c:pt>
                <c:pt idx="1416">
                  <c:v>1.082E-2</c:v>
                </c:pt>
                <c:pt idx="1417">
                  <c:v>1.089E-2</c:v>
                </c:pt>
                <c:pt idx="1418">
                  <c:v>1.082E-2</c:v>
                </c:pt>
                <c:pt idx="1419">
                  <c:v>1.091E-2</c:v>
                </c:pt>
                <c:pt idx="1420">
                  <c:v>1.1050000000000001E-2</c:v>
                </c:pt>
                <c:pt idx="1421">
                  <c:v>1.108E-2</c:v>
                </c:pt>
                <c:pt idx="1422">
                  <c:v>1.1129999999999999E-2</c:v>
                </c:pt>
                <c:pt idx="1423">
                  <c:v>1.1059999999999999E-2</c:v>
                </c:pt>
                <c:pt idx="1424">
                  <c:v>1.116E-2</c:v>
                </c:pt>
                <c:pt idx="1425">
                  <c:v>1.124E-2</c:v>
                </c:pt>
                <c:pt idx="1426">
                  <c:v>1.1309999999999999E-2</c:v>
                </c:pt>
                <c:pt idx="1427">
                  <c:v>1.1359999999999999E-2</c:v>
                </c:pt>
                <c:pt idx="1428">
                  <c:v>1.1359999999999999E-2</c:v>
                </c:pt>
                <c:pt idx="1429">
                  <c:v>1.1440000000000001E-2</c:v>
                </c:pt>
                <c:pt idx="1430">
                  <c:v>1.142E-2</c:v>
                </c:pt>
                <c:pt idx="1431">
                  <c:v>1.14E-2</c:v>
                </c:pt>
                <c:pt idx="1432">
                  <c:v>1.133E-2</c:v>
                </c:pt>
                <c:pt idx="1433">
                  <c:v>1.116E-2</c:v>
                </c:pt>
                <c:pt idx="1434">
                  <c:v>1.1140000000000001E-2</c:v>
                </c:pt>
                <c:pt idx="1435">
                  <c:v>1.116E-2</c:v>
                </c:pt>
                <c:pt idx="1436">
                  <c:v>1.111E-2</c:v>
                </c:pt>
                <c:pt idx="1437">
                  <c:v>1.1140000000000001E-2</c:v>
                </c:pt>
                <c:pt idx="1438">
                  <c:v>1.112E-2</c:v>
                </c:pt>
                <c:pt idx="1439">
                  <c:v>1.1090000000000001E-2</c:v>
                </c:pt>
                <c:pt idx="1440">
                  <c:v>1.107E-2</c:v>
                </c:pt>
                <c:pt idx="1441">
                  <c:v>1.1140000000000001E-2</c:v>
                </c:pt>
                <c:pt idx="1442">
                  <c:v>1.1220000000000001E-2</c:v>
                </c:pt>
                <c:pt idx="1443">
                  <c:v>1.1299999999999999E-2</c:v>
                </c:pt>
                <c:pt idx="1444">
                  <c:v>1.124E-2</c:v>
                </c:pt>
                <c:pt idx="1445">
                  <c:v>1.119E-2</c:v>
                </c:pt>
                <c:pt idx="1446">
                  <c:v>1.116E-2</c:v>
                </c:pt>
                <c:pt idx="1447">
                  <c:v>1.1140000000000001E-2</c:v>
                </c:pt>
                <c:pt idx="1448">
                  <c:v>1.107E-2</c:v>
                </c:pt>
                <c:pt idx="1449">
                  <c:v>1.1090000000000001E-2</c:v>
                </c:pt>
                <c:pt idx="1450">
                  <c:v>1.1090000000000001E-2</c:v>
                </c:pt>
                <c:pt idx="1451">
                  <c:v>1.112E-2</c:v>
                </c:pt>
                <c:pt idx="1452">
                  <c:v>1.107E-2</c:v>
                </c:pt>
                <c:pt idx="1453">
                  <c:v>1.1059999999999999E-2</c:v>
                </c:pt>
                <c:pt idx="1454">
                  <c:v>1.098E-2</c:v>
                </c:pt>
                <c:pt idx="1455">
                  <c:v>1.0999999999999999E-2</c:v>
                </c:pt>
                <c:pt idx="1456">
                  <c:v>1.1059999999999999E-2</c:v>
                </c:pt>
                <c:pt idx="1457">
                  <c:v>1.1009999999999999E-2</c:v>
                </c:pt>
                <c:pt idx="1458">
                  <c:v>1.098E-2</c:v>
                </c:pt>
                <c:pt idx="1459">
                  <c:v>1.0959999999999999E-2</c:v>
                </c:pt>
                <c:pt idx="1460">
                  <c:v>1.1009999999999999E-2</c:v>
                </c:pt>
                <c:pt idx="1461">
                  <c:v>1.1090000000000001E-2</c:v>
                </c:pt>
                <c:pt idx="1462">
                  <c:v>1.107E-2</c:v>
                </c:pt>
                <c:pt idx="1463">
                  <c:v>1.1040000000000001E-2</c:v>
                </c:pt>
                <c:pt idx="1464">
                  <c:v>1.095E-2</c:v>
                </c:pt>
                <c:pt idx="1465">
                  <c:v>1.0959999999999999E-2</c:v>
                </c:pt>
                <c:pt idx="1466">
                  <c:v>1.093E-2</c:v>
                </c:pt>
                <c:pt idx="1467">
                  <c:v>1.0879999999999999E-2</c:v>
                </c:pt>
                <c:pt idx="1468">
                  <c:v>1.095E-2</c:v>
                </c:pt>
                <c:pt idx="1469">
                  <c:v>1.093E-2</c:v>
                </c:pt>
                <c:pt idx="1470">
                  <c:v>1.094E-2</c:v>
                </c:pt>
                <c:pt idx="1471">
                  <c:v>1.102E-2</c:v>
                </c:pt>
                <c:pt idx="1472">
                  <c:v>1.102E-2</c:v>
                </c:pt>
                <c:pt idx="1473">
                  <c:v>1.0999999999999999E-2</c:v>
                </c:pt>
                <c:pt idx="1474">
                  <c:v>1.0999999999999999E-2</c:v>
                </c:pt>
                <c:pt idx="1475">
                  <c:v>1.11E-2</c:v>
                </c:pt>
                <c:pt idx="1476">
                  <c:v>1.108E-2</c:v>
                </c:pt>
                <c:pt idx="1477">
                  <c:v>1.1050000000000001E-2</c:v>
                </c:pt>
                <c:pt idx="1478">
                  <c:v>1.108E-2</c:v>
                </c:pt>
                <c:pt idx="1479">
                  <c:v>1.112E-2</c:v>
                </c:pt>
                <c:pt idx="1480">
                  <c:v>1.102E-2</c:v>
                </c:pt>
                <c:pt idx="1481">
                  <c:v>1.0999999999999999E-2</c:v>
                </c:pt>
                <c:pt idx="1482">
                  <c:v>1.108E-2</c:v>
                </c:pt>
                <c:pt idx="1483">
                  <c:v>1.107E-2</c:v>
                </c:pt>
                <c:pt idx="1484">
                  <c:v>1.1059999999999999E-2</c:v>
                </c:pt>
                <c:pt idx="1485">
                  <c:v>1.1090000000000001E-2</c:v>
                </c:pt>
                <c:pt idx="1486">
                  <c:v>1.102E-2</c:v>
                </c:pt>
                <c:pt idx="1487">
                  <c:v>1.093E-2</c:v>
                </c:pt>
                <c:pt idx="1488">
                  <c:v>1.108E-2</c:v>
                </c:pt>
                <c:pt idx="1489">
                  <c:v>1.091E-2</c:v>
                </c:pt>
                <c:pt idx="1490">
                  <c:v>1.108E-2</c:v>
                </c:pt>
                <c:pt idx="1491">
                  <c:v>1.107E-2</c:v>
                </c:pt>
                <c:pt idx="1492">
                  <c:v>1.1040000000000001E-2</c:v>
                </c:pt>
                <c:pt idx="1493">
                  <c:v>1.1050000000000001E-2</c:v>
                </c:pt>
                <c:pt idx="1494">
                  <c:v>1.1059999999999999E-2</c:v>
                </c:pt>
                <c:pt idx="1495">
                  <c:v>1.0970000000000001E-2</c:v>
                </c:pt>
                <c:pt idx="1496">
                  <c:v>1.103E-2</c:v>
                </c:pt>
                <c:pt idx="1497">
                  <c:v>1.107E-2</c:v>
                </c:pt>
                <c:pt idx="1498">
                  <c:v>1.1090000000000001E-2</c:v>
                </c:pt>
                <c:pt idx="1499">
                  <c:v>1.1090000000000001E-2</c:v>
                </c:pt>
                <c:pt idx="1500">
                  <c:v>1.1090000000000001E-2</c:v>
                </c:pt>
                <c:pt idx="1501">
                  <c:v>1.1129999999999999E-2</c:v>
                </c:pt>
                <c:pt idx="1502">
                  <c:v>1.1090000000000001E-2</c:v>
                </c:pt>
                <c:pt idx="1503">
                  <c:v>1.1050000000000001E-2</c:v>
                </c:pt>
                <c:pt idx="1504">
                  <c:v>1.111E-2</c:v>
                </c:pt>
                <c:pt idx="1505">
                  <c:v>1.102E-2</c:v>
                </c:pt>
                <c:pt idx="1506">
                  <c:v>1.0970000000000001E-2</c:v>
                </c:pt>
                <c:pt idx="1507">
                  <c:v>1.095E-2</c:v>
                </c:pt>
                <c:pt idx="1508">
                  <c:v>1.0959999999999999E-2</c:v>
                </c:pt>
                <c:pt idx="1509">
                  <c:v>1.0869999999999999E-2</c:v>
                </c:pt>
                <c:pt idx="1510">
                  <c:v>1.085E-2</c:v>
                </c:pt>
                <c:pt idx="1511">
                  <c:v>1.082E-2</c:v>
                </c:pt>
                <c:pt idx="1512">
                  <c:v>1.0749999999999999E-2</c:v>
                </c:pt>
                <c:pt idx="1513">
                  <c:v>1.0759999999999999E-2</c:v>
                </c:pt>
                <c:pt idx="1514">
                  <c:v>1.0759999999999999E-2</c:v>
                </c:pt>
                <c:pt idx="1515">
                  <c:v>1.0740000000000001E-2</c:v>
                </c:pt>
                <c:pt idx="1516">
                  <c:v>1.072E-2</c:v>
                </c:pt>
                <c:pt idx="1517">
                  <c:v>1.0800000000000001E-2</c:v>
                </c:pt>
                <c:pt idx="1518">
                  <c:v>1.078E-2</c:v>
                </c:pt>
                <c:pt idx="1519">
                  <c:v>1.069E-2</c:v>
                </c:pt>
                <c:pt idx="1520">
                  <c:v>1.0740000000000001E-2</c:v>
                </c:pt>
                <c:pt idx="1521">
                  <c:v>1.069E-2</c:v>
                </c:pt>
                <c:pt idx="1522">
                  <c:v>1.065E-2</c:v>
                </c:pt>
                <c:pt idx="1523">
                  <c:v>1.0440000000000001E-2</c:v>
                </c:pt>
                <c:pt idx="1524">
                  <c:v>1.048E-2</c:v>
                </c:pt>
                <c:pt idx="1525">
                  <c:v>1.038E-2</c:v>
                </c:pt>
                <c:pt idx="1526">
                  <c:v>1.043E-2</c:v>
                </c:pt>
                <c:pt idx="1527">
                  <c:v>1.0440000000000001E-2</c:v>
                </c:pt>
                <c:pt idx="1528">
                  <c:v>1.04E-2</c:v>
                </c:pt>
                <c:pt idx="1529">
                  <c:v>1.0500000000000001E-2</c:v>
                </c:pt>
                <c:pt idx="1530">
                  <c:v>1.048E-2</c:v>
                </c:pt>
                <c:pt idx="1531">
                  <c:v>1.042E-2</c:v>
                </c:pt>
                <c:pt idx="1532">
                  <c:v>1.0370000000000001E-2</c:v>
                </c:pt>
                <c:pt idx="1533">
                  <c:v>1.0440000000000001E-2</c:v>
                </c:pt>
                <c:pt idx="1534">
                  <c:v>1.0409999999999999E-2</c:v>
                </c:pt>
                <c:pt idx="1535">
                  <c:v>1.04E-2</c:v>
                </c:pt>
                <c:pt idx="1536">
                  <c:v>1.04E-2</c:v>
                </c:pt>
                <c:pt idx="1537">
                  <c:v>1.0500000000000001E-2</c:v>
                </c:pt>
                <c:pt idx="1538">
                  <c:v>1.048E-2</c:v>
                </c:pt>
                <c:pt idx="1539">
                  <c:v>1.048E-2</c:v>
                </c:pt>
                <c:pt idx="1540">
                  <c:v>1.0529999999999999E-2</c:v>
                </c:pt>
                <c:pt idx="1541">
                  <c:v>1.051E-2</c:v>
                </c:pt>
                <c:pt idx="1542">
                  <c:v>1.051E-2</c:v>
                </c:pt>
                <c:pt idx="1543">
                  <c:v>1.0529999999999999E-2</c:v>
                </c:pt>
                <c:pt idx="1544">
                  <c:v>1.0449999999999999E-2</c:v>
                </c:pt>
                <c:pt idx="1545">
                  <c:v>1.042E-2</c:v>
                </c:pt>
                <c:pt idx="1546">
                  <c:v>1.0290000000000001E-2</c:v>
                </c:pt>
                <c:pt idx="1547">
                  <c:v>1.0449999999999999E-2</c:v>
                </c:pt>
                <c:pt idx="1548">
                  <c:v>1.0370000000000001E-2</c:v>
                </c:pt>
                <c:pt idx="1549">
                  <c:v>1.034E-2</c:v>
                </c:pt>
                <c:pt idx="1550">
                  <c:v>1.0440000000000001E-2</c:v>
                </c:pt>
                <c:pt idx="1551">
                  <c:v>1.0359999999999999E-2</c:v>
                </c:pt>
                <c:pt idx="1552">
                  <c:v>1.039E-2</c:v>
                </c:pt>
                <c:pt idx="1553">
                  <c:v>1.0359999999999999E-2</c:v>
                </c:pt>
                <c:pt idx="1554">
                  <c:v>1.038E-2</c:v>
                </c:pt>
                <c:pt idx="1555">
                  <c:v>1.034E-2</c:v>
                </c:pt>
                <c:pt idx="1556">
                  <c:v>1.034E-2</c:v>
                </c:pt>
                <c:pt idx="1557">
                  <c:v>1.0409999999999999E-2</c:v>
                </c:pt>
                <c:pt idx="1558">
                  <c:v>1.031E-2</c:v>
                </c:pt>
                <c:pt idx="1559">
                  <c:v>1.0449999999999999E-2</c:v>
                </c:pt>
                <c:pt idx="1560">
                  <c:v>1.035E-2</c:v>
                </c:pt>
                <c:pt idx="1561">
                  <c:v>1.0449999999999999E-2</c:v>
                </c:pt>
                <c:pt idx="1562">
                  <c:v>1.038E-2</c:v>
                </c:pt>
                <c:pt idx="1563">
                  <c:v>1.048E-2</c:v>
                </c:pt>
                <c:pt idx="1564">
                  <c:v>1.048E-2</c:v>
                </c:pt>
                <c:pt idx="1565">
                  <c:v>1.0449999999999999E-2</c:v>
                </c:pt>
                <c:pt idx="1566">
                  <c:v>1.034E-2</c:v>
                </c:pt>
                <c:pt idx="1567">
                  <c:v>1.03E-2</c:v>
                </c:pt>
                <c:pt idx="1568">
                  <c:v>1.0279999999999999E-2</c:v>
                </c:pt>
                <c:pt idx="1569">
                  <c:v>1.031E-2</c:v>
                </c:pt>
                <c:pt idx="1570">
                  <c:v>1.0329999999999999E-2</c:v>
                </c:pt>
                <c:pt idx="1571">
                  <c:v>1.035E-2</c:v>
                </c:pt>
                <c:pt idx="1572">
                  <c:v>1.0320000000000001E-2</c:v>
                </c:pt>
                <c:pt idx="1573">
                  <c:v>1.035E-2</c:v>
                </c:pt>
                <c:pt idx="1574">
                  <c:v>1.038E-2</c:v>
                </c:pt>
                <c:pt idx="1575">
                  <c:v>1.03E-2</c:v>
                </c:pt>
                <c:pt idx="1576">
                  <c:v>1.0149999999999999E-2</c:v>
                </c:pt>
                <c:pt idx="1577">
                  <c:v>1.0209999999999999E-2</c:v>
                </c:pt>
                <c:pt idx="1578">
                  <c:v>1.018E-2</c:v>
                </c:pt>
                <c:pt idx="1579">
                  <c:v>1.009E-2</c:v>
                </c:pt>
                <c:pt idx="1580">
                  <c:v>9.9600000000000001E-3</c:v>
                </c:pt>
                <c:pt idx="1581">
                  <c:v>9.92E-3</c:v>
                </c:pt>
                <c:pt idx="1582">
                  <c:v>9.9699999999999997E-3</c:v>
                </c:pt>
                <c:pt idx="1583">
                  <c:v>9.9900000000000006E-3</c:v>
                </c:pt>
                <c:pt idx="1584">
                  <c:v>1.004E-2</c:v>
                </c:pt>
                <c:pt idx="1585">
                  <c:v>1.0109999999999999E-2</c:v>
                </c:pt>
                <c:pt idx="1586">
                  <c:v>1.0109999999999999E-2</c:v>
                </c:pt>
                <c:pt idx="1587">
                  <c:v>9.9699999999999997E-3</c:v>
                </c:pt>
                <c:pt idx="1588">
                  <c:v>9.9400000000000009E-3</c:v>
                </c:pt>
                <c:pt idx="1589">
                  <c:v>9.9299999999999996E-3</c:v>
                </c:pt>
                <c:pt idx="1590">
                  <c:v>9.9099999999999987E-3</c:v>
                </c:pt>
                <c:pt idx="1591">
                  <c:v>9.8900000000000012E-3</c:v>
                </c:pt>
                <c:pt idx="1592">
                  <c:v>1.001E-2</c:v>
                </c:pt>
                <c:pt idx="1593">
                  <c:v>9.9500000000000005E-3</c:v>
                </c:pt>
                <c:pt idx="1594">
                  <c:v>0.01</c:v>
                </c:pt>
                <c:pt idx="1595">
                  <c:v>9.9799999999999993E-3</c:v>
                </c:pt>
                <c:pt idx="1596">
                  <c:v>9.9600000000000001E-3</c:v>
                </c:pt>
                <c:pt idx="1597">
                  <c:v>9.8900000000000012E-3</c:v>
                </c:pt>
                <c:pt idx="1598">
                  <c:v>9.9099999999999987E-3</c:v>
                </c:pt>
                <c:pt idx="1599">
                  <c:v>9.9600000000000001E-3</c:v>
                </c:pt>
                <c:pt idx="1600">
                  <c:v>9.8900000000000012E-3</c:v>
                </c:pt>
                <c:pt idx="1601">
                  <c:v>9.7900000000000001E-3</c:v>
                </c:pt>
                <c:pt idx="1602">
                  <c:v>9.7800000000000005E-3</c:v>
                </c:pt>
                <c:pt idx="1603">
                  <c:v>9.92E-3</c:v>
                </c:pt>
                <c:pt idx="1604">
                  <c:v>9.8499999999999994E-3</c:v>
                </c:pt>
                <c:pt idx="1605">
                  <c:v>1.0240000000000001E-2</c:v>
                </c:pt>
                <c:pt idx="1606">
                  <c:v>1.039E-2</c:v>
                </c:pt>
                <c:pt idx="1607">
                  <c:v>1.034E-2</c:v>
                </c:pt>
                <c:pt idx="1608">
                  <c:v>1.0540000000000001E-2</c:v>
                </c:pt>
                <c:pt idx="1609">
                  <c:v>1.064E-2</c:v>
                </c:pt>
                <c:pt idx="1610">
                  <c:v>1.0620000000000001E-2</c:v>
                </c:pt>
                <c:pt idx="1611">
                  <c:v>1.06E-2</c:v>
                </c:pt>
                <c:pt idx="1612">
                  <c:v>1.056E-2</c:v>
                </c:pt>
                <c:pt idx="1613">
                  <c:v>1.0490000000000001E-2</c:v>
                </c:pt>
                <c:pt idx="1614">
                  <c:v>1.0529999999999999E-2</c:v>
                </c:pt>
                <c:pt idx="1615">
                  <c:v>1.077E-2</c:v>
                </c:pt>
                <c:pt idx="1616">
                  <c:v>1.085E-2</c:v>
                </c:pt>
                <c:pt idx="1617">
                  <c:v>1.078E-2</c:v>
                </c:pt>
                <c:pt idx="1618">
                  <c:v>1.0840000000000001E-2</c:v>
                </c:pt>
                <c:pt idx="1619">
                  <c:v>1.0869999999999999E-2</c:v>
                </c:pt>
                <c:pt idx="1620">
                  <c:v>1.0970000000000001E-2</c:v>
                </c:pt>
                <c:pt idx="1621">
                  <c:v>1.0970000000000001E-2</c:v>
                </c:pt>
                <c:pt idx="1622">
                  <c:v>1.089E-2</c:v>
                </c:pt>
                <c:pt idx="1623">
                  <c:v>1.0879999999999999E-2</c:v>
                </c:pt>
                <c:pt idx="1624">
                  <c:v>1.093E-2</c:v>
                </c:pt>
                <c:pt idx="1625">
                  <c:v>1.098E-2</c:v>
                </c:pt>
                <c:pt idx="1626">
                  <c:v>1.111E-2</c:v>
                </c:pt>
                <c:pt idx="1627">
                  <c:v>1.108E-2</c:v>
                </c:pt>
                <c:pt idx="1628">
                  <c:v>1.1059999999999999E-2</c:v>
                </c:pt>
                <c:pt idx="1629">
                  <c:v>1.1040000000000001E-2</c:v>
                </c:pt>
                <c:pt idx="1630">
                  <c:v>1.099E-2</c:v>
                </c:pt>
                <c:pt idx="1631">
                  <c:v>1.102E-2</c:v>
                </c:pt>
                <c:pt idx="1632">
                  <c:v>1.0959999999999999E-2</c:v>
                </c:pt>
                <c:pt idx="1633">
                  <c:v>1.0999999999999999E-2</c:v>
                </c:pt>
                <c:pt idx="1634">
                  <c:v>1.0840000000000001E-2</c:v>
                </c:pt>
                <c:pt idx="1635">
                  <c:v>1.0800000000000001E-2</c:v>
                </c:pt>
                <c:pt idx="1636">
                  <c:v>1.072E-2</c:v>
                </c:pt>
                <c:pt idx="1637">
                  <c:v>1.0709999999999999E-2</c:v>
                </c:pt>
                <c:pt idx="1638">
                  <c:v>1.0699999999999999E-2</c:v>
                </c:pt>
                <c:pt idx="1639">
                  <c:v>1.073E-2</c:v>
                </c:pt>
                <c:pt idx="1640">
                  <c:v>1.0740000000000001E-2</c:v>
                </c:pt>
                <c:pt idx="1641">
                  <c:v>1.0699999999999999E-2</c:v>
                </c:pt>
                <c:pt idx="1642">
                  <c:v>1.068E-2</c:v>
                </c:pt>
                <c:pt idx="1643">
                  <c:v>1.065E-2</c:v>
                </c:pt>
                <c:pt idx="1644">
                  <c:v>1.069E-2</c:v>
                </c:pt>
                <c:pt idx="1645">
                  <c:v>1.0699999999999999E-2</c:v>
                </c:pt>
                <c:pt idx="1646">
                  <c:v>1.068E-2</c:v>
                </c:pt>
                <c:pt idx="1647">
                  <c:v>1.0699999999999999E-2</c:v>
                </c:pt>
                <c:pt idx="1648">
                  <c:v>1.0740000000000001E-2</c:v>
                </c:pt>
                <c:pt idx="1649">
                  <c:v>1.0759999999999999E-2</c:v>
                </c:pt>
                <c:pt idx="1650">
                  <c:v>1.068E-2</c:v>
                </c:pt>
                <c:pt idx="1651">
                  <c:v>9.8900000000000012E-3</c:v>
                </c:pt>
                <c:pt idx="1652">
                  <c:v>1.0020000000000001E-2</c:v>
                </c:pt>
                <c:pt idx="1653">
                  <c:v>1.0620000000000001E-2</c:v>
                </c:pt>
                <c:pt idx="1654">
                  <c:v>1.059E-2</c:v>
                </c:pt>
                <c:pt idx="1655">
                  <c:v>1.068E-2</c:v>
                </c:pt>
                <c:pt idx="1656">
                  <c:v>1.06E-2</c:v>
                </c:pt>
                <c:pt idx="1657">
                  <c:v>1.073E-2</c:v>
                </c:pt>
                <c:pt idx="1658">
                  <c:v>1.069E-2</c:v>
                </c:pt>
                <c:pt idx="1659">
                  <c:v>1.0670000000000001E-2</c:v>
                </c:pt>
                <c:pt idx="1660">
                  <c:v>1.056E-2</c:v>
                </c:pt>
                <c:pt idx="1661">
                  <c:v>1.064E-2</c:v>
                </c:pt>
                <c:pt idx="1662">
                  <c:v>1.061E-2</c:v>
                </c:pt>
                <c:pt idx="1663">
                  <c:v>1.057E-2</c:v>
                </c:pt>
                <c:pt idx="1664">
                  <c:v>1.068E-2</c:v>
                </c:pt>
                <c:pt idx="1665">
                  <c:v>1.0579999999999999E-2</c:v>
                </c:pt>
                <c:pt idx="1666">
                  <c:v>1.057E-2</c:v>
                </c:pt>
                <c:pt idx="1667">
                  <c:v>1.061E-2</c:v>
                </c:pt>
                <c:pt idx="1668">
                  <c:v>1.068E-2</c:v>
                </c:pt>
                <c:pt idx="1669">
                  <c:v>1.073E-2</c:v>
                </c:pt>
                <c:pt idx="1670">
                  <c:v>1.0670000000000001E-2</c:v>
                </c:pt>
                <c:pt idx="1671">
                  <c:v>1.069E-2</c:v>
                </c:pt>
                <c:pt idx="1672">
                  <c:v>1.0620000000000001E-2</c:v>
                </c:pt>
                <c:pt idx="1673">
                  <c:v>1.048E-2</c:v>
                </c:pt>
                <c:pt idx="1674">
                  <c:v>1.0620000000000001E-2</c:v>
                </c:pt>
                <c:pt idx="1675">
                  <c:v>1.0540000000000001E-2</c:v>
                </c:pt>
                <c:pt idx="1676">
                  <c:v>1.06E-2</c:v>
                </c:pt>
                <c:pt idx="1677">
                  <c:v>1.0209999999999999E-2</c:v>
                </c:pt>
                <c:pt idx="1678">
                  <c:v>1.0279999999999999E-2</c:v>
                </c:pt>
                <c:pt idx="1679">
                  <c:v>1.0800000000000001E-2</c:v>
                </c:pt>
                <c:pt idx="1680">
                  <c:v>1.0540000000000001E-2</c:v>
                </c:pt>
                <c:pt idx="1681">
                  <c:v>1.0749999999999999E-2</c:v>
                </c:pt>
                <c:pt idx="1682">
                  <c:v>1.065E-2</c:v>
                </c:pt>
                <c:pt idx="1683">
                  <c:v>1.0659999999999999E-2</c:v>
                </c:pt>
                <c:pt idx="1684">
                  <c:v>1.0699999999999999E-2</c:v>
                </c:pt>
                <c:pt idx="1685">
                  <c:v>1.0749999999999999E-2</c:v>
                </c:pt>
                <c:pt idx="1686">
                  <c:v>1.081E-2</c:v>
                </c:pt>
                <c:pt idx="1687">
                  <c:v>1.085E-2</c:v>
                </c:pt>
                <c:pt idx="1688">
                  <c:v>1.0959999999999999E-2</c:v>
                </c:pt>
                <c:pt idx="1689">
                  <c:v>1.103E-2</c:v>
                </c:pt>
                <c:pt idx="1690">
                  <c:v>1.1009999999999999E-2</c:v>
                </c:pt>
                <c:pt idx="1691">
                  <c:v>1.1050000000000001E-2</c:v>
                </c:pt>
                <c:pt idx="1692">
                  <c:v>1.098E-2</c:v>
                </c:pt>
                <c:pt idx="1693">
                  <c:v>1.1179999999999999E-2</c:v>
                </c:pt>
                <c:pt idx="1694">
                  <c:v>1.1059999999999999E-2</c:v>
                </c:pt>
                <c:pt idx="1695">
                  <c:v>1.085E-2</c:v>
                </c:pt>
                <c:pt idx="1696">
                  <c:v>1.085E-2</c:v>
                </c:pt>
                <c:pt idx="1697">
                  <c:v>1.0829999999999999E-2</c:v>
                </c:pt>
                <c:pt idx="1698">
                  <c:v>1.0840000000000001E-2</c:v>
                </c:pt>
                <c:pt idx="1699">
                  <c:v>1.11E-2</c:v>
                </c:pt>
                <c:pt idx="1700">
                  <c:v>1.1350000000000001E-2</c:v>
                </c:pt>
                <c:pt idx="1701">
                  <c:v>1.14E-2</c:v>
                </c:pt>
                <c:pt idx="1702">
                  <c:v>1.14E-2</c:v>
                </c:pt>
                <c:pt idx="1703">
                  <c:v>1.1470000000000001E-2</c:v>
                </c:pt>
                <c:pt idx="1704">
                  <c:v>1.1470000000000001E-2</c:v>
                </c:pt>
                <c:pt idx="1705">
                  <c:v>1.15E-2</c:v>
                </c:pt>
                <c:pt idx="1706">
                  <c:v>1.174E-2</c:v>
                </c:pt>
                <c:pt idx="1707">
                  <c:v>1.18E-2</c:v>
                </c:pt>
                <c:pt idx="1708">
                  <c:v>1.2E-2</c:v>
                </c:pt>
                <c:pt idx="1709">
                  <c:v>1.218E-2</c:v>
                </c:pt>
                <c:pt idx="1710">
                  <c:v>1.238E-2</c:v>
                </c:pt>
                <c:pt idx="1711">
                  <c:v>1.268E-2</c:v>
                </c:pt>
                <c:pt idx="1712">
                  <c:v>1.372E-2</c:v>
                </c:pt>
                <c:pt idx="1713">
                  <c:v>1.4109999999999999E-2</c:v>
                </c:pt>
                <c:pt idx="1714">
                  <c:v>1.4240000000000001E-2</c:v>
                </c:pt>
                <c:pt idx="1715">
                  <c:v>1.4169999999999999E-2</c:v>
                </c:pt>
                <c:pt idx="1716">
                  <c:v>1.4209999999999999E-2</c:v>
                </c:pt>
                <c:pt idx="1717">
                  <c:v>1.414E-2</c:v>
                </c:pt>
                <c:pt idx="1718">
                  <c:v>1.436E-2</c:v>
                </c:pt>
                <c:pt idx="1719">
                  <c:v>1.4449999999999999E-2</c:v>
                </c:pt>
                <c:pt idx="1720">
                  <c:v>1.43E-2</c:v>
                </c:pt>
                <c:pt idx="1721">
                  <c:v>1.4030000000000001E-2</c:v>
                </c:pt>
                <c:pt idx="1722">
                  <c:v>1.4459999999999999E-2</c:v>
                </c:pt>
                <c:pt idx="1723">
                  <c:v>1.468E-2</c:v>
                </c:pt>
                <c:pt idx="1724">
                  <c:v>1.4590000000000001E-2</c:v>
                </c:pt>
                <c:pt idx="1725">
                  <c:v>1.485E-2</c:v>
                </c:pt>
                <c:pt idx="1726">
                  <c:v>1.5309999999999999E-2</c:v>
                </c:pt>
                <c:pt idx="1727">
                  <c:v>1.6049999999999998E-2</c:v>
                </c:pt>
                <c:pt idx="1728">
                  <c:v>1.5869999999999999E-2</c:v>
                </c:pt>
                <c:pt idx="1729">
                  <c:v>1.5769999999999999E-2</c:v>
                </c:pt>
                <c:pt idx="1730">
                  <c:v>1.5699999999999999E-2</c:v>
                </c:pt>
                <c:pt idx="1731">
                  <c:v>1.5559999999999999E-2</c:v>
                </c:pt>
                <c:pt idx="1732">
                  <c:v>1.542E-2</c:v>
                </c:pt>
                <c:pt idx="1733">
                  <c:v>1.5130000000000001E-2</c:v>
                </c:pt>
                <c:pt idx="1734">
                  <c:v>1.524E-2</c:v>
                </c:pt>
                <c:pt idx="1735">
                  <c:v>1.5559999999999999E-2</c:v>
                </c:pt>
                <c:pt idx="1736">
                  <c:v>1.553E-2</c:v>
                </c:pt>
                <c:pt idx="1737">
                  <c:v>1.5730000000000001E-2</c:v>
                </c:pt>
                <c:pt idx="1738">
                  <c:v>1.5380000000000001E-2</c:v>
                </c:pt>
                <c:pt idx="1739">
                  <c:v>1.5380000000000001E-2</c:v>
                </c:pt>
                <c:pt idx="1740">
                  <c:v>1.4200000000000001E-2</c:v>
                </c:pt>
                <c:pt idx="1741">
                  <c:v>1.461E-2</c:v>
                </c:pt>
                <c:pt idx="1742">
                  <c:v>1.4919999999999999E-2</c:v>
                </c:pt>
                <c:pt idx="1743">
                  <c:v>1.5559999999999999E-2</c:v>
                </c:pt>
                <c:pt idx="1744">
                  <c:v>1.6049999999999998E-2</c:v>
                </c:pt>
                <c:pt idx="1745">
                  <c:v>1.6059999999999998E-2</c:v>
                </c:pt>
                <c:pt idx="1746">
                  <c:v>1.6130000000000002E-2</c:v>
                </c:pt>
                <c:pt idx="1747">
                  <c:v>1.6109999999999999E-2</c:v>
                </c:pt>
                <c:pt idx="1748">
                  <c:v>1.61E-2</c:v>
                </c:pt>
                <c:pt idx="1749">
                  <c:v>1.5990000000000001E-2</c:v>
                </c:pt>
                <c:pt idx="1750">
                  <c:v>1.575E-2</c:v>
                </c:pt>
                <c:pt idx="1751">
                  <c:v>1.553E-2</c:v>
                </c:pt>
                <c:pt idx="1752">
                  <c:v>1.5269999999999999E-2</c:v>
                </c:pt>
                <c:pt idx="1753">
                  <c:v>1.5069999999999998E-2</c:v>
                </c:pt>
                <c:pt idx="1754">
                  <c:v>1.511E-2</c:v>
                </c:pt>
                <c:pt idx="1755">
                  <c:v>1.491E-2</c:v>
                </c:pt>
                <c:pt idx="1756">
                  <c:v>1.4919999999999999E-2</c:v>
                </c:pt>
                <c:pt idx="1757">
                  <c:v>1.495E-2</c:v>
                </c:pt>
                <c:pt idx="1758">
                  <c:v>1.4819999999999998E-2</c:v>
                </c:pt>
                <c:pt idx="1759">
                  <c:v>1.4619999999999999E-2</c:v>
                </c:pt>
                <c:pt idx="1760">
                  <c:v>1.4709999999999999E-2</c:v>
                </c:pt>
                <c:pt idx="1761">
                  <c:v>1.461E-2</c:v>
                </c:pt>
                <c:pt idx="1762">
                  <c:v>1.4459999999999999E-2</c:v>
                </c:pt>
                <c:pt idx="1763">
                  <c:v>1.4419999999999999E-2</c:v>
                </c:pt>
                <c:pt idx="1764">
                  <c:v>1.409E-2</c:v>
                </c:pt>
                <c:pt idx="1765">
                  <c:v>1.4080000000000001E-2</c:v>
                </c:pt>
                <c:pt idx="1766">
                  <c:v>1.379E-2</c:v>
                </c:pt>
                <c:pt idx="1767">
                  <c:v>1.3969999999999998E-2</c:v>
                </c:pt>
                <c:pt idx="1768">
                  <c:v>1.374E-2</c:v>
                </c:pt>
                <c:pt idx="1769">
                  <c:v>1.376E-2</c:v>
                </c:pt>
                <c:pt idx="1770">
                  <c:v>1.383E-2</c:v>
                </c:pt>
                <c:pt idx="1771">
                  <c:v>1.4030000000000001E-2</c:v>
                </c:pt>
                <c:pt idx="1772">
                  <c:v>1.4280000000000001E-2</c:v>
                </c:pt>
                <c:pt idx="1773">
                  <c:v>1.461E-2</c:v>
                </c:pt>
                <c:pt idx="1774">
                  <c:v>1.461E-2</c:v>
                </c:pt>
                <c:pt idx="1775">
                  <c:v>1.4509999999999999E-2</c:v>
                </c:pt>
                <c:pt idx="1776">
                  <c:v>1.4790000000000001E-2</c:v>
                </c:pt>
                <c:pt idx="1777">
                  <c:v>1.481E-2</c:v>
                </c:pt>
                <c:pt idx="1778">
                  <c:v>1.486E-2</c:v>
                </c:pt>
                <c:pt idx="1779">
                  <c:v>1.4709999999999999E-2</c:v>
                </c:pt>
                <c:pt idx="1780">
                  <c:v>1.4780000000000001E-2</c:v>
                </c:pt>
                <c:pt idx="1781">
                  <c:v>1.457E-2</c:v>
                </c:pt>
                <c:pt idx="1782">
                  <c:v>1.4959999999999999E-2</c:v>
                </c:pt>
                <c:pt idx="1783">
                  <c:v>1.529E-2</c:v>
                </c:pt>
                <c:pt idx="1784">
                  <c:v>1.5590000000000001E-2</c:v>
                </c:pt>
                <c:pt idx="1785">
                  <c:v>1.554E-2</c:v>
                </c:pt>
                <c:pt idx="1786">
                  <c:v>1.636E-2</c:v>
                </c:pt>
                <c:pt idx="1787">
                  <c:v>1.661E-2</c:v>
                </c:pt>
                <c:pt idx="1788">
                  <c:v>1.6740000000000001E-2</c:v>
                </c:pt>
                <c:pt idx="1789">
                  <c:v>1.6990000000000002E-2</c:v>
                </c:pt>
                <c:pt idx="1790">
                  <c:v>1.7250000000000001E-2</c:v>
                </c:pt>
                <c:pt idx="1791">
                  <c:v>1.703E-2</c:v>
                </c:pt>
                <c:pt idx="1792">
                  <c:v>1.7680000000000001E-2</c:v>
                </c:pt>
                <c:pt idx="1793">
                  <c:v>1.7809999999999999E-2</c:v>
                </c:pt>
                <c:pt idx="1794">
                  <c:v>1.8249999999999999E-2</c:v>
                </c:pt>
                <c:pt idx="1795">
                  <c:v>1.8430000000000002E-2</c:v>
                </c:pt>
                <c:pt idx="1796">
                  <c:v>1.882E-2</c:v>
                </c:pt>
                <c:pt idx="1797">
                  <c:v>1.8519999999999998E-2</c:v>
                </c:pt>
                <c:pt idx="1798">
                  <c:v>1.8499999999999999E-2</c:v>
                </c:pt>
                <c:pt idx="1799">
                  <c:v>1.9300000000000001E-2</c:v>
                </c:pt>
                <c:pt idx="1800">
                  <c:v>1.925E-2</c:v>
                </c:pt>
                <c:pt idx="1801">
                  <c:v>1.9140000000000001E-2</c:v>
                </c:pt>
                <c:pt idx="1802">
                  <c:v>1.9459999999999998E-2</c:v>
                </c:pt>
                <c:pt idx="1803">
                  <c:v>1.8589999999999999E-2</c:v>
                </c:pt>
                <c:pt idx="1804">
                  <c:v>1.9560000000000001E-2</c:v>
                </c:pt>
                <c:pt idx="1805">
                  <c:v>1.9859999999999999E-2</c:v>
                </c:pt>
                <c:pt idx="1806">
                  <c:v>2.0109999999999999E-2</c:v>
                </c:pt>
                <c:pt idx="1807">
                  <c:v>1.9630000000000002E-2</c:v>
                </c:pt>
                <c:pt idx="1808">
                  <c:v>1.9880000000000002E-2</c:v>
                </c:pt>
                <c:pt idx="1809">
                  <c:v>1.9769999999999999E-2</c:v>
                </c:pt>
                <c:pt idx="1810">
                  <c:v>1.985E-2</c:v>
                </c:pt>
                <c:pt idx="1811">
                  <c:v>1.9769999999999999E-2</c:v>
                </c:pt>
                <c:pt idx="1812">
                  <c:v>1.9800000000000002E-2</c:v>
                </c:pt>
                <c:pt idx="1813">
                  <c:v>1.9740000000000001E-2</c:v>
                </c:pt>
                <c:pt idx="1814">
                  <c:v>1.968E-2</c:v>
                </c:pt>
                <c:pt idx="1815">
                  <c:v>1.9530000000000002E-2</c:v>
                </c:pt>
                <c:pt idx="1816">
                  <c:v>1.9609999999999999E-2</c:v>
                </c:pt>
                <c:pt idx="1817">
                  <c:v>1.9819999999999997E-2</c:v>
                </c:pt>
                <c:pt idx="1818">
                  <c:v>1.975E-2</c:v>
                </c:pt>
                <c:pt idx="1819">
                  <c:v>1.9730000000000001E-2</c:v>
                </c:pt>
                <c:pt idx="1820">
                  <c:v>1.95E-2</c:v>
                </c:pt>
                <c:pt idx="1821">
                  <c:v>1.975E-2</c:v>
                </c:pt>
                <c:pt idx="1822">
                  <c:v>1.9609999999999999E-2</c:v>
                </c:pt>
                <c:pt idx="1823">
                  <c:v>1.959E-2</c:v>
                </c:pt>
                <c:pt idx="1824">
                  <c:v>1.9619999999999999E-2</c:v>
                </c:pt>
                <c:pt idx="1825">
                  <c:v>1.9619999999999999E-2</c:v>
                </c:pt>
                <c:pt idx="1826">
                  <c:v>1.9730000000000001E-2</c:v>
                </c:pt>
                <c:pt idx="1827">
                  <c:v>1.9969999999999998E-2</c:v>
                </c:pt>
                <c:pt idx="1828">
                  <c:v>1.942E-2</c:v>
                </c:pt>
                <c:pt idx="1829">
                  <c:v>2.0299999999999999E-2</c:v>
                </c:pt>
                <c:pt idx="1830">
                  <c:v>2.0709999999999999E-2</c:v>
                </c:pt>
                <c:pt idx="1831">
                  <c:v>2.095E-2</c:v>
                </c:pt>
                <c:pt idx="1832">
                  <c:v>2.1080000000000002E-2</c:v>
                </c:pt>
                <c:pt idx="1833">
                  <c:v>2.1240000000000002E-2</c:v>
                </c:pt>
                <c:pt idx="1834">
                  <c:v>2.1219999999999999E-2</c:v>
                </c:pt>
                <c:pt idx="1835">
                  <c:v>2.1430000000000001E-2</c:v>
                </c:pt>
                <c:pt idx="1836">
                  <c:v>2.163E-2</c:v>
                </c:pt>
                <c:pt idx="1837">
                  <c:v>2.1909999999999999E-2</c:v>
                </c:pt>
                <c:pt idx="1838">
                  <c:v>2.223E-2</c:v>
                </c:pt>
                <c:pt idx="1839">
                  <c:v>2.2619999999999998E-2</c:v>
                </c:pt>
                <c:pt idx="1840">
                  <c:v>2.3040000000000001E-2</c:v>
                </c:pt>
                <c:pt idx="1841">
                  <c:v>2.281E-2</c:v>
                </c:pt>
                <c:pt idx="1842">
                  <c:v>2.2159999999999999E-2</c:v>
                </c:pt>
                <c:pt idx="1843">
                  <c:v>2.2200000000000001E-2</c:v>
                </c:pt>
                <c:pt idx="1844">
                  <c:v>2.2359999999999998E-2</c:v>
                </c:pt>
                <c:pt idx="1845">
                  <c:v>2.231E-2</c:v>
                </c:pt>
                <c:pt idx="1846">
                  <c:v>2.2269999999999998E-2</c:v>
                </c:pt>
                <c:pt idx="1847">
                  <c:v>2.2330000000000003E-2</c:v>
                </c:pt>
                <c:pt idx="1848">
                  <c:v>2.231E-2</c:v>
                </c:pt>
                <c:pt idx="1849">
                  <c:v>2.128E-2</c:v>
                </c:pt>
                <c:pt idx="1850">
                  <c:v>2.2440000000000002E-2</c:v>
                </c:pt>
                <c:pt idx="1851">
                  <c:v>2.2630000000000001E-2</c:v>
                </c:pt>
                <c:pt idx="1852">
                  <c:v>2.2409999999999999E-2</c:v>
                </c:pt>
                <c:pt idx="1853">
                  <c:v>2.2780000000000002E-2</c:v>
                </c:pt>
                <c:pt idx="1854">
                  <c:v>2.298E-2</c:v>
                </c:pt>
                <c:pt idx="1855">
                  <c:v>2.308E-2</c:v>
                </c:pt>
                <c:pt idx="1856">
                  <c:v>2.316E-2</c:v>
                </c:pt>
                <c:pt idx="1857">
                  <c:v>2.257E-2</c:v>
                </c:pt>
                <c:pt idx="1858">
                  <c:v>2.3230000000000001E-2</c:v>
                </c:pt>
                <c:pt idx="1859">
                  <c:v>2.3E-2</c:v>
                </c:pt>
                <c:pt idx="1860">
                  <c:v>2.3259999999999999E-2</c:v>
                </c:pt>
                <c:pt idx="1861">
                  <c:v>2.3290000000000002E-2</c:v>
                </c:pt>
                <c:pt idx="1862">
                  <c:v>2.3390000000000001E-2</c:v>
                </c:pt>
                <c:pt idx="1863">
                  <c:v>2.3560000000000001E-2</c:v>
                </c:pt>
                <c:pt idx="1864">
                  <c:v>2.3439999999999999E-2</c:v>
                </c:pt>
                <c:pt idx="1865">
                  <c:v>2.341E-2</c:v>
                </c:pt>
                <c:pt idx="1866">
                  <c:v>2.35E-2</c:v>
                </c:pt>
                <c:pt idx="1867">
                  <c:v>2.4049999999999998E-2</c:v>
                </c:pt>
                <c:pt idx="1868">
                  <c:v>2.4569999999999998E-2</c:v>
                </c:pt>
                <c:pt idx="1869">
                  <c:v>2.4990000000000002E-2</c:v>
                </c:pt>
                <c:pt idx="1870">
                  <c:v>2.5360000000000001E-2</c:v>
                </c:pt>
                <c:pt idx="1871">
                  <c:v>2.5409999999999999E-2</c:v>
                </c:pt>
                <c:pt idx="1872">
                  <c:v>2.6430000000000002E-2</c:v>
                </c:pt>
                <c:pt idx="1873">
                  <c:v>2.6680000000000002E-2</c:v>
                </c:pt>
                <c:pt idx="1874">
                  <c:v>2.7E-2</c:v>
                </c:pt>
                <c:pt idx="1875">
                  <c:v>2.6789999999999998E-2</c:v>
                </c:pt>
                <c:pt idx="1876">
                  <c:v>2.682E-2</c:v>
                </c:pt>
                <c:pt idx="1877">
                  <c:v>2.7119999999999998E-2</c:v>
                </c:pt>
                <c:pt idx="1878">
                  <c:v>2.7410000000000004E-2</c:v>
                </c:pt>
                <c:pt idx="1879">
                  <c:v>2.8189999999999996E-2</c:v>
                </c:pt>
                <c:pt idx="1880">
                  <c:v>2.7199999999999998E-2</c:v>
                </c:pt>
                <c:pt idx="1881">
                  <c:v>2.7269999999999999E-2</c:v>
                </c:pt>
                <c:pt idx="1882">
                  <c:v>2.7349999999999999E-2</c:v>
                </c:pt>
                <c:pt idx="1883">
                  <c:v>2.6739999999999996E-2</c:v>
                </c:pt>
                <c:pt idx="1884">
                  <c:v>2.6860000000000002E-2</c:v>
                </c:pt>
                <c:pt idx="1885">
                  <c:v>2.657E-2</c:v>
                </c:pt>
                <c:pt idx="1886">
                  <c:v>2.6980000000000001E-2</c:v>
                </c:pt>
                <c:pt idx="1887">
                  <c:v>2.7289999999999998E-2</c:v>
                </c:pt>
                <c:pt idx="1888">
                  <c:v>2.7339999999999996E-2</c:v>
                </c:pt>
                <c:pt idx="1889">
                  <c:v>2.7310000000000001E-2</c:v>
                </c:pt>
                <c:pt idx="1890">
                  <c:v>2.7089999999999996E-2</c:v>
                </c:pt>
                <c:pt idx="1891">
                  <c:v>2.6619999999999998E-2</c:v>
                </c:pt>
                <c:pt idx="1892">
                  <c:v>2.6289999999999997E-2</c:v>
                </c:pt>
                <c:pt idx="1893">
                  <c:v>2.6039999999999997E-2</c:v>
                </c:pt>
                <c:pt idx="1894">
                  <c:v>2.5669999999999998E-2</c:v>
                </c:pt>
                <c:pt idx="1895">
                  <c:v>2.5819999999999999E-2</c:v>
                </c:pt>
                <c:pt idx="1896">
                  <c:v>2.6060000000000003E-2</c:v>
                </c:pt>
                <c:pt idx="1897">
                  <c:v>2.6119999999999997E-2</c:v>
                </c:pt>
                <c:pt idx="1898">
                  <c:v>2.6249999999999999E-2</c:v>
                </c:pt>
                <c:pt idx="1899">
                  <c:v>2.6249999999999999E-2</c:v>
                </c:pt>
                <c:pt idx="1900">
                  <c:v>2.6189999999999998E-2</c:v>
                </c:pt>
                <c:pt idx="1901">
                  <c:v>2.5710000000000004E-2</c:v>
                </c:pt>
                <c:pt idx="1902">
                  <c:v>2.5480000000000003E-2</c:v>
                </c:pt>
                <c:pt idx="1903">
                  <c:v>2.52E-2</c:v>
                </c:pt>
                <c:pt idx="1904">
                  <c:v>2.487E-2</c:v>
                </c:pt>
                <c:pt idx="1905">
                  <c:v>2.4309999999999998E-2</c:v>
                </c:pt>
                <c:pt idx="1906">
                  <c:v>2.4160000000000001E-2</c:v>
                </c:pt>
                <c:pt idx="1907">
                  <c:v>2.3769999999999999E-2</c:v>
                </c:pt>
                <c:pt idx="1908">
                  <c:v>2.3569999999999997E-2</c:v>
                </c:pt>
                <c:pt idx="1909">
                  <c:v>2.3390000000000001E-2</c:v>
                </c:pt>
                <c:pt idx="1910">
                  <c:v>2.3390000000000001E-2</c:v>
                </c:pt>
                <c:pt idx="1911">
                  <c:v>2.3050000000000001E-2</c:v>
                </c:pt>
                <c:pt idx="1912">
                  <c:v>2.2749999999999999E-2</c:v>
                </c:pt>
                <c:pt idx="1913">
                  <c:v>2.247E-2</c:v>
                </c:pt>
                <c:pt idx="1914">
                  <c:v>2.24E-2</c:v>
                </c:pt>
                <c:pt idx="1915">
                  <c:v>2.257E-2</c:v>
                </c:pt>
                <c:pt idx="1916">
                  <c:v>2.264E-2</c:v>
                </c:pt>
                <c:pt idx="1917">
                  <c:v>2.2769999999999999E-2</c:v>
                </c:pt>
                <c:pt idx="1918">
                  <c:v>2.2969999999999997E-2</c:v>
                </c:pt>
                <c:pt idx="1919">
                  <c:v>2.2930000000000002E-2</c:v>
                </c:pt>
                <c:pt idx="1920">
                  <c:v>2.2800000000000001E-2</c:v>
                </c:pt>
                <c:pt idx="1921">
                  <c:v>2.274E-2</c:v>
                </c:pt>
                <c:pt idx="1922">
                  <c:v>2.274E-2</c:v>
                </c:pt>
                <c:pt idx="1923">
                  <c:v>2.266E-2</c:v>
                </c:pt>
                <c:pt idx="1924">
                  <c:v>2.2669999999999999E-2</c:v>
                </c:pt>
                <c:pt idx="1925">
                  <c:v>2.2839999999999999E-2</c:v>
                </c:pt>
                <c:pt idx="1926">
                  <c:v>2.283E-2</c:v>
                </c:pt>
                <c:pt idx="1927">
                  <c:v>2.2959999999999998E-2</c:v>
                </c:pt>
                <c:pt idx="1928">
                  <c:v>2.316E-2</c:v>
                </c:pt>
                <c:pt idx="1929">
                  <c:v>2.299E-2</c:v>
                </c:pt>
                <c:pt idx="1930">
                  <c:v>2.3259999999999999E-2</c:v>
                </c:pt>
                <c:pt idx="1931">
                  <c:v>2.3259999999999999E-2</c:v>
                </c:pt>
                <c:pt idx="1932">
                  <c:v>2.3130000000000001E-2</c:v>
                </c:pt>
                <c:pt idx="1933">
                  <c:v>2.274E-2</c:v>
                </c:pt>
                <c:pt idx="1934">
                  <c:v>2.2969999999999997E-2</c:v>
                </c:pt>
                <c:pt idx="1935">
                  <c:v>2.2890000000000001E-2</c:v>
                </c:pt>
                <c:pt idx="1936">
                  <c:v>2.3E-2</c:v>
                </c:pt>
                <c:pt idx="1937">
                  <c:v>2.2890000000000001E-2</c:v>
                </c:pt>
                <c:pt idx="1938">
                  <c:v>2.281E-2</c:v>
                </c:pt>
                <c:pt idx="1939">
                  <c:v>2.2690000000000002E-2</c:v>
                </c:pt>
                <c:pt idx="1940">
                  <c:v>2.2769999999999999E-2</c:v>
                </c:pt>
                <c:pt idx="1941">
                  <c:v>2.299E-2</c:v>
                </c:pt>
                <c:pt idx="1942">
                  <c:v>2.282E-2</c:v>
                </c:pt>
                <c:pt idx="1943">
                  <c:v>2.2790000000000001E-2</c:v>
                </c:pt>
                <c:pt idx="1944">
                  <c:v>2.2769999999999999E-2</c:v>
                </c:pt>
                <c:pt idx="1945">
                  <c:v>2.2719999999999997E-2</c:v>
                </c:pt>
                <c:pt idx="1946">
                  <c:v>2.2969999999999997E-2</c:v>
                </c:pt>
                <c:pt idx="1947">
                  <c:v>2.2959999999999998E-2</c:v>
                </c:pt>
                <c:pt idx="1948">
                  <c:v>2.3209999999999998E-2</c:v>
                </c:pt>
                <c:pt idx="1949">
                  <c:v>2.3349999999999999E-2</c:v>
                </c:pt>
                <c:pt idx="1950">
                  <c:v>2.3429999999999999E-2</c:v>
                </c:pt>
                <c:pt idx="1951">
                  <c:v>2.3689999999999999E-2</c:v>
                </c:pt>
                <c:pt idx="1952">
                  <c:v>2.4469999999999999E-2</c:v>
                </c:pt>
                <c:pt idx="1953">
                  <c:v>2.4590000000000001E-2</c:v>
                </c:pt>
                <c:pt idx="1954">
                  <c:v>2.4889999999999999E-2</c:v>
                </c:pt>
                <c:pt idx="1955">
                  <c:v>2.528E-2</c:v>
                </c:pt>
                <c:pt idx="1956">
                  <c:v>2.5250000000000002E-2</c:v>
                </c:pt>
                <c:pt idx="1957">
                  <c:v>2.5319999999999999E-2</c:v>
                </c:pt>
                <c:pt idx="1958">
                  <c:v>2.5010000000000001E-2</c:v>
                </c:pt>
                <c:pt idx="1959">
                  <c:v>2.5499999999999998E-2</c:v>
                </c:pt>
                <c:pt idx="1960">
                  <c:v>2.5639999999999996E-2</c:v>
                </c:pt>
                <c:pt idx="1961">
                  <c:v>2.5780000000000001E-2</c:v>
                </c:pt>
                <c:pt idx="1962">
                  <c:v>2.598E-2</c:v>
                </c:pt>
                <c:pt idx="1963">
                  <c:v>2.63E-2</c:v>
                </c:pt>
                <c:pt idx="1964">
                  <c:v>2.6499999999999999E-2</c:v>
                </c:pt>
                <c:pt idx="1965">
                  <c:v>2.725E-2</c:v>
                </c:pt>
                <c:pt idx="1966">
                  <c:v>2.7269999999999999E-2</c:v>
                </c:pt>
                <c:pt idx="1967">
                  <c:v>2.7010000000000003E-2</c:v>
                </c:pt>
                <c:pt idx="1968">
                  <c:v>2.6930000000000003E-2</c:v>
                </c:pt>
                <c:pt idx="1969">
                  <c:v>2.6950000000000002E-2</c:v>
                </c:pt>
                <c:pt idx="1970">
                  <c:v>2.6880000000000001E-2</c:v>
                </c:pt>
                <c:pt idx="1971">
                  <c:v>2.6619999999999998E-2</c:v>
                </c:pt>
                <c:pt idx="1972">
                  <c:v>2.6810000000000004E-2</c:v>
                </c:pt>
                <c:pt idx="1973">
                  <c:v>2.6939999999999999E-2</c:v>
                </c:pt>
                <c:pt idx="1974">
                  <c:v>2.7089999999999996E-2</c:v>
                </c:pt>
                <c:pt idx="1975">
                  <c:v>2.7E-2</c:v>
                </c:pt>
                <c:pt idx="1976">
                  <c:v>2.6880000000000001E-2</c:v>
                </c:pt>
                <c:pt idx="1977">
                  <c:v>2.707E-2</c:v>
                </c:pt>
                <c:pt idx="1978">
                  <c:v>2.7019999999999999E-2</c:v>
                </c:pt>
                <c:pt idx="1979">
                  <c:v>2.7110000000000002E-2</c:v>
                </c:pt>
                <c:pt idx="1980">
                  <c:v>2.6989999999999997E-2</c:v>
                </c:pt>
                <c:pt idx="1981">
                  <c:v>2.708E-2</c:v>
                </c:pt>
                <c:pt idx="1982">
                  <c:v>2.7230000000000001E-2</c:v>
                </c:pt>
                <c:pt idx="1983">
                  <c:v>2.717E-2</c:v>
                </c:pt>
                <c:pt idx="1984">
                  <c:v>2.7030000000000002E-2</c:v>
                </c:pt>
                <c:pt idx="1985">
                  <c:v>2.7389999999999998E-2</c:v>
                </c:pt>
                <c:pt idx="1986">
                  <c:v>2.7460000000000002E-2</c:v>
                </c:pt>
                <c:pt idx="1987">
                  <c:v>2.7880000000000002E-2</c:v>
                </c:pt>
                <c:pt idx="1988">
                  <c:v>2.8000000000000001E-2</c:v>
                </c:pt>
                <c:pt idx="1989">
                  <c:v>2.8080000000000001E-2</c:v>
                </c:pt>
                <c:pt idx="1990">
                  <c:v>2.8360000000000003E-2</c:v>
                </c:pt>
                <c:pt idx="1991">
                  <c:v>2.8560000000000002E-2</c:v>
                </c:pt>
                <c:pt idx="1992">
                  <c:v>2.8719999999999999E-2</c:v>
                </c:pt>
                <c:pt idx="1993">
                  <c:v>2.8610000000000003E-2</c:v>
                </c:pt>
                <c:pt idx="1994">
                  <c:v>2.8569999999999998E-2</c:v>
                </c:pt>
                <c:pt idx="1995">
                  <c:v>2.8660000000000001E-2</c:v>
                </c:pt>
                <c:pt idx="1996">
                  <c:v>2.8660000000000001E-2</c:v>
                </c:pt>
                <c:pt idx="1997">
                  <c:v>2.8539999999999999E-2</c:v>
                </c:pt>
                <c:pt idx="1998">
                  <c:v>2.8639999999999999E-2</c:v>
                </c:pt>
                <c:pt idx="1999">
                  <c:v>2.8639999999999999E-2</c:v>
                </c:pt>
                <c:pt idx="2000">
                  <c:v>2.8680000000000001E-2</c:v>
                </c:pt>
                <c:pt idx="2001">
                  <c:v>2.8810000000000002E-2</c:v>
                </c:pt>
                <c:pt idx="2002">
                  <c:v>2.8710000000000003E-2</c:v>
                </c:pt>
                <c:pt idx="2003">
                  <c:v>2.9289999999999997E-2</c:v>
                </c:pt>
                <c:pt idx="2004">
                  <c:v>2.9049999999999999E-2</c:v>
                </c:pt>
                <c:pt idx="2005">
                  <c:v>2.972E-2</c:v>
                </c:pt>
                <c:pt idx="2006">
                  <c:v>3.0139999999999997E-2</c:v>
                </c:pt>
                <c:pt idx="2007">
                  <c:v>3.1130000000000001E-2</c:v>
                </c:pt>
                <c:pt idx="2008">
                  <c:v>3.184E-2</c:v>
                </c:pt>
                <c:pt idx="2009">
                  <c:v>3.4520000000000002E-2</c:v>
                </c:pt>
                <c:pt idx="2010">
                  <c:v>3.703E-2</c:v>
                </c:pt>
                <c:pt idx="2011">
                  <c:v>3.9419999999999997E-2</c:v>
                </c:pt>
                <c:pt idx="2012">
                  <c:v>3.9780000000000003E-2</c:v>
                </c:pt>
                <c:pt idx="2013">
                  <c:v>3.6049999999999999E-2</c:v>
                </c:pt>
                <c:pt idx="2014">
                  <c:v>3.5810000000000002E-2</c:v>
                </c:pt>
                <c:pt idx="2015">
                  <c:v>3.7360000000000004E-2</c:v>
                </c:pt>
                <c:pt idx="2016">
                  <c:v>3.8179999999999999E-2</c:v>
                </c:pt>
                <c:pt idx="2017">
                  <c:v>3.8879999999999998E-2</c:v>
                </c:pt>
                <c:pt idx="2018">
                  <c:v>4.2099999999999999E-2</c:v>
                </c:pt>
                <c:pt idx="2019">
                  <c:v>4.3660000000000004E-2</c:v>
                </c:pt>
                <c:pt idx="2020">
                  <c:v>4.3729999999999998E-2</c:v>
                </c:pt>
                <c:pt idx="2021">
                  <c:v>4.4249999999999998E-2</c:v>
                </c:pt>
                <c:pt idx="2022">
                  <c:v>4.5670000000000002E-2</c:v>
                </c:pt>
                <c:pt idx="2023">
                  <c:v>4.5489999999999996E-2</c:v>
                </c:pt>
                <c:pt idx="2024">
                  <c:v>4.7149999999999997E-2</c:v>
                </c:pt>
                <c:pt idx="2025">
                  <c:v>4.7719999999999999E-2</c:v>
                </c:pt>
                <c:pt idx="2026">
                  <c:v>4.9280000000000004E-2</c:v>
                </c:pt>
                <c:pt idx="2027">
                  <c:v>5.1810000000000002E-2</c:v>
                </c:pt>
                <c:pt idx="2028">
                  <c:v>5.4420000000000003E-2</c:v>
                </c:pt>
                <c:pt idx="2029">
                  <c:v>4.8960000000000004E-2</c:v>
                </c:pt>
                <c:pt idx="2030">
                  <c:v>4.99E-2</c:v>
                </c:pt>
                <c:pt idx="2031">
                  <c:v>5.2310000000000002E-2</c:v>
                </c:pt>
                <c:pt idx="2032">
                  <c:v>5.3449999999999998E-2</c:v>
                </c:pt>
                <c:pt idx="2033">
                  <c:v>5.4329999999999996E-2</c:v>
                </c:pt>
                <c:pt idx="2034">
                  <c:v>5.4449999999999998E-2</c:v>
                </c:pt>
                <c:pt idx="2035">
                  <c:v>5.4640000000000001E-2</c:v>
                </c:pt>
                <c:pt idx="2036">
                  <c:v>5.459E-2</c:v>
                </c:pt>
                <c:pt idx="2037">
                  <c:v>5.466E-2</c:v>
                </c:pt>
                <c:pt idx="2038">
                  <c:v>5.5820000000000002E-2</c:v>
                </c:pt>
                <c:pt idx="2039">
                  <c:v>5.5550000000000002E-2</c:v>
                </c:pt>
                <c:pt idx="2040">
                  <c:v>5.5439999999999996E-2</c:v>
                </c:pt>
                <c:pt idx="2041">
                  <c:v>5.5329999999999997E-2</c:v>
                </c:pt>
                <c:pt idx="2042">
                  <c:v>5.4789999999999998E-2</c:v>
                </c:pt>
                <c:pt idx="2043">
                  <c:v>5.4279999999999995E-2</c:v>
                </c:pt>
                <c:pt idx="2044">
                  <c:v>5.3879999999999997E-2</c:v>
                </c:pt>
                <c:pt idx="2045">
                  <c:v>5.2449999999999997E-2</c:v>
                </c:pt>
                <c:pt idx="2046">
                  <c:v>5.194E-2</c:v>
                </c:pt>
                <c:pt idx="2047">
                  <c:v>5.2120000000000007E-2</c:v>
                </c:pt>
                <c:pt idx="2048">
                  <c:v>5.1900000000000002E-2</c:v>
                </c:pt>
                <c:pt idx="2049">
                  <c:v>5.1019999999999996E-2</c:v>
                </c:pt>
                <c:pt idx="2050">
                  <c:v>4.9180000000000001E-2</c:v>
                </c:pt>
                <c:pt idx="2051">
                  <c:v>5.0900000000000001E-2</c:v>
                </c:pt>
                <c:pt idx="2052">
                  <c:v>5.1339999999999997E-2</c:v>
                </c:pt>
                <c:pt idx="2053">
                  <c:v>5.1210000000000006E-2</c:v>
                </c:pt>
                <c:pt idx="2054">
                  <c:v>5.1570000000000005E-2</c:v>
                </c:pt>
                <c:pt idx="2055">
                  <c:v>5.2070000000000005E-2</c:v>
                </c:pt>
                <c:pt idx="2056">
                  <c:v>5.3420000000000002E-2</c:v>
                </c:pt>
                <c:pt idx="2057">
                  <c:v>5.4810000000000005E-2</c:v>
                </c:pt>
                <c:pt idx="2058">
                  <c:v>5.6010000000000004E-2</c:v>
                </c:pt>
                <c:pt idx="2059">
                  <c:v>5.5420000000000004E-2</c:v>
                </c:pt>
                <c:pt idx="2060">
                  <c:v>5.5739999999999998E-2</c:v>
                </c:pt>
                <c:pt idx="2061">
                  <c:v>5.5979999999999995E-2</c:v>
                </c:pt>
                <c:pt idx="2062">
                  <c:v>5.3810000000000004E-2</c:v>
                </c:pt>
                <c:pt idx="2063">
                  <c:v>5.6020000000000007E-2</c:v>
                </c:pt>
                <c:pt idx="2064">
                  <c:v>5.6279999999999997E-2</c:v>
                </c:pt>
                <c:pt idx="2065">
                  <c:v>5.6520000000000008E-2</c:v>
                </c:pt>
                <c:pt idx="2066">
                  <c:v>5.6589999999999994E-2</c:v>
                </c:pt>
                <c:pt idx="2067">
                  <c:v>5.6739999999999999E-2</c:v>
                </c:pt>
                <c:pt idx="2068">
                  <c:v>5.6559999999999999E-2</c:v>
                </c:pt>
                <c:pt idx="2069">
                  <c:v>5.6079999999999998E-2</c:v>
                </c:pt>
                <c:pt idx="2070">
                  <c:v>5.5720000000000006E-2</c:v>
                </c:pt>
                <c:pt idx="2071">
                  <c:v>5.5710000000000003E-2</c:v>
                </c:pt>
                <c:pt idx="2072">
                  <c:v>5.5550000000000002E-2</c:v>
                </c:pt>
                <c:pt idx="2073">
                  <c:v>5.5520000000000007E-2</c:v>
                </c:pt>
                <c:pt idx="2074">
                  <c:v>5.5149999999999998E-2</c:v>
                </c:pt>
                <c:pt idx="2075">
                  <c:v>5.4629999999999998E-2</c:v>
                </c:pt>
                <c:pt idx="2076">
                  <c:v>5.3949999999999998E-2</c:v>
                </c:pt>
                <c:pt idx="2077">
                  <c:v>5.3129999999999997E-2</c:v>
                </c:pt>
                <c:pt idx="2078">
                  <c:v>5.2870000000000007E-2</c:v>
                </c:pt>
                <c:pt idx="2079">
                  <c:v>5.246E-2</c:v>
                </c:pt>
                <c:pt idx="2080">
                  <c:v>5.1620000000000006E-2</c:v>
                </c:pt>
                <c:pt idx="2081">
                  <c:v>5.1529999999999992E-2</c:v>
                </c:pt>
                <c:pt idx="2082">
                  <c:v>4.9160000000000002E-2</c:v>
                </c:pt>
                <c:pt idx="2083">
                  <c:v>5.1570000000000005E-2</c:v>
                </c:pt>
                <c:pt idx="2084">
                  <c:v>5.1589999999999997E-2</c:v>
                </c:pt>
                <c:pt idx="2085">
                  <c:v>5.1270000000000003E-2</c:v>
                </c:pt>
                <c:pt idx="2086">
                  <c:v>5.0689999999999999E-2</c:v>
                </c:pt>
                <c:pt idx="2087">
                  <c:v>5.0689999999999999E-2</c:v>
                </c:pt>
                <c:pt idx="2088">
                  <c:v>5.033E-2</c:v>
                </c:pt>
                <c:pt idx="2089">
                  <c:v>4.9669999999999999E-2</c:v>
                </c:pt>
                <c:pt idx="2090">
                  <c:v>4.8689999999999997E-2</c:v>
                </c:pt>
                <c:pt idx="2091">
                  <c:v>4.8310000000000006E-2</c:v>
                </c:pt>
                <c:pt idx="2092">
                  <c:v>4.8189999999999997E-2</c:v>
                </c:pt>
                <c:pt idx="2093">
                  <c:v>4.8030000000000003E-2</c:v>
                </c:pt>
                <c:pt idx="2094">
                  <c:v>4.795E-2</c:v>
                </c:pt>
                <c:pt idx="2095">
                  <c:v>4.836E-2</c:v>
                </c:pt>
                <c:pt idx="2096">
                  <c:v>4.8849999999999998E-2</c:v>
                </c:pt>
                <c:pt idx="2097">
                  <c:v>4.9139999999999996E-2</c:v>
                </c:pt>
                <c:pt idx="2098">
                  <c:v>4.8389999999999996E-2</c:v>
                </c:pt>
                <c:pt idx="2099">
                  <c:v>4.6130000000000004E-2</c:v>
                </c:pt>
                <c:pt idx="2100">
                  <c:v>4.8899999999999999E-2</c:v>
                </c:pt>
                <c:pt idx="2101">
                  <c:v>4.8899999999999999E-2</c:v>
                </c:pt>
                <c:pt idx="2102">
                  <c:v>4.9059999999999999E-2</c:v>
                </c:pt>
                <c:pt idx="2103">
                  <c:v>4.9160000000000002E-2</c:v>
                </c:pt>
                <c:pt idx="2104">
                  <c:v>4.87E-2</c:v>
                </c:pt>
                <c:pt idx="2105">
                  <c:v>4.7969999999999999E-2</c:v>
                </c:pt>
                <c:pt idx="2106">
                  <c:v>4.7689999999999996E-2</c:v>
                </c:pt>
                <c:pt idx="2107">
                  <c:v>4.7230000000000001E-2</c:v>
                </c:pt>
                <c:pt idx="2108">
                  <c:v>4.6489999999999997E-2</c:v>
                </c:pt>
                <c:pt idx="2109">
                  <c:v>4.65E-2</c:v>
                </c:pt>
                <c:pt idx="2110">
                  <c:v>4.641E-2</c:v>
                </c:pt>
                <c:pt idx="2111">
                  <c:v>4.6800000000000001E-2</c:v>
                </c:pt>
                <c:pt idx="2112">
                  <c:v>4.675E-2</c:v>
                </c:pt>
                <c:pt idx="2113">
                  <c:v>4.6469999999999997E-2</c:v>
                </c:pt>
                <c:pt idx="2114">
                  <c:v>4.6130000000000004E-2</c:v>
                </c:pt>
                <c:pt idx="2115">
                  <c:v>4.5870000000000001E-2</c:v>
                </c:pt>
                <c:pt idx="2116">
                  <c:v>4.5860000000000005E-2</c:v>
                </c:pt>
                <c:pt idx="2117">
                  <c:v>4.6080000000000003E-2</c:v>
                </c:pt>
                <c:pt idx="2118">
                  <c:v>4.6460000000000001E-2</c:v>
                </c:pt>
                <c:pt idx="2119">
                  <c:v>4.4810000000000003E-2</c:v>
                </c:pt>
                <c:pt idx="2120">
                  <c:v>4.7149999999999997E-2</c:v>
                </c:pt>
                <c:pt idx="2121">
                  <c:v>4.7379999999999999E-2</c:v>
                </c:pt>
                <c:pt idx="2122">
                  <c:v>4.8099999999999997E-2</c:v>
                </c:pt>
                <c:pt idx="2123">
                  <c:v>4.8820000000000002E-2</c:v>
                </c:pt>
                <c:pt idx="2124">
                  <c:v>4.9239999999999999E-2</c:v>
                </c:pt>
                <c:pt idx="2125">
                  <c:v>4.9730000000000003E-2</c:v>
                </c:pt>
                <c:pt idx="2126">
                  <c:v>4.9680000000000002E-2</c:v>
                </c:pt>
                <c:pt idx="2127">
                  <c:v>5.0040000000000001E-2</c:v>
                </c:pt>
                <c:pt idx="2128">
                  <c:v>4.9180000000000001E-2</c:v>
                </c:pt>
                <c:pt idx="2129">
                  <c:v>5.0360000000000002E-2</c:v>
                </c:pt>
                <c:pt idx="2130">
                  <c:v>5.1410000000000004E-2</c:v>
                </c:pt>
                <c:pt idx="2131">
                  <c:v>5.1789999999999996E-2</c:v>
                </c:pt>
                <c:pt idx="2132">
                  <c:v>5.2829999999999995E-2</c:v>
                </c:pt>
                <c:pt idx="2133">
                  <c:v>5.3060000000000003E-2</c:v>
                </c:pt>
                <c:pt idx="2134">
                  <c:v>5.3539999999999997E-2</c:v>
                </c:pt>
                <c:pt idx="2135">
                  <c:v>5.33E-2</c:v>
                </c:pt>
                <c:pt idx="2136">
                  <c:v>5.3170000000000002E-2</c:v>
                </c:pt>
                <c:pt idx="2137">
                  <c:v>5.3170000000000002E-2</c:v>
                </c:pt>
                <c:pt idx="2138">
                  <c:v>5.3010000000000002E-2</c:v>
                </c:pt>
                <c:pt idx="2139">
                  <c:v>5.2820000000000006E-2</c:v>
                </c:pt>
                <c:pt idx="2140">
                  <c:v>5.2629999999999996E-2</c:v>
                </c:pt>
                <c:pt idx="2141">
                  <c:v>5.2970000000000003E-2</c:v>
                </c:pt>
                <c:pt idx="2142">
                  <c:v>5.2820000000000006E-2</c:v>
                </c:pt>
                <c:pt idx="2143">
                  <c:v>5.2870000000000007E-2</c:v>
                </c:pt>
                <c:pt idx="2144">
                  <c:v>5.2620000000000007E-2</c:v>
                </c:pt>
                <c:pt idx="2145">
                  <c:v>5.2449999999999997E-2</c:v>
                </c:pt>
                <c:pt idx="2146">
                  <c:v>5.2499999999999998E-2</c:v>
                </c:pt>
                <c:pt idx="2147">
                  <c:v>5.2289999999999996E-2</c:v>
                </c:pt>
                <c:pt idx="2148">
                  <c:v>5.2549999999999999E-2</c:v>
                </c:pt>
                <c:pt idx="2149">
                  <c:v>5.2870000000000007E-2</c:v>
                </c:pt>
                <c:pt idx="2150">
                  <c:v>5.2010000000000001E-2</c:v>
                </c:pt>
                <c:pt idx="2151">
                  <c:v>5.1870000000000006E-2</c:v>
                </c:pt>
                <c:pt idx="2152">
                  <c:v>5.1360000000000003E-2</c:v>
                </c:pt>
                <c:pt idx="2153">
                  <c:v>5.11E-2</c:v>
                </c:pt>
                <c:pt idx="2154">
                  <c:v>5.0849999999999999E-2</c:v>
                </c:pt>
                <c:pt idx="2155">
                  <c:v>5.0710000000000005E-2</c:v>
                </c:pt>
                <c:pt idx="2156">
                  <c:v>5.0289999999999994E-2</c:v>
                </c:pt>
                <c:pt idx="2157">
                  <c:v>4.931E-2</c:v>
                </c:pt>
                <c:pt idx="2158">
                  <c:v>4.648E-2</c:v>
                </c:pt>
                <c:pt idx="2159">
                  <c:v>4.9329999999999999E-2</c:v>
                </c:pt>
                <c:pt idx="2160">
                  <c:v>4.8849999999999998E-2</c:v>
                </c:pt>
                <c:pt idx="2161">
                  <c:v>4.8510000000000005E-2</c:v>
                </c:pt>
                <c:pt idx="2162">
                  <c:v>4.7800000000000002E-2</c:v>
                </c:pt>
                <c:pt idx="2163">
                  <c:v>4.7239999999999997E-2</c:v>
                </c:pt>
                <c:pt idx="2164">
                  <c:v>4.7050000000000002E-2</c:v>
                </c:pt>
                <c:pt idx="2165">
                  <c:v>4.7449999999999999E-2</c:v>
                </c:pt>
                <c:pt idx="2166">
                  <c:v>4.6980000000000001E-2</c:v>
                </c:pt>
                <c:pt idx="2167">
                  <c:v>4.6679999999999999E-2</c:v>
                </c:pt>
                <c:pt idx="2168">
                  <c:v>4.6550000000000001E-2</c:v>
                </c:pt>
                <c:pt idx="2169">
                  <c:v>4.6210000000000001E-2</c:v>
                </c:pt>
                <c:pt idx="2170">
                  <c:v>4.607E-2</c:v>
                </c:pt>
                <c:pt idx="2171">
                  <c:v>4.548E-2</c:v>
                </c:pt>
                <c:pt idx="2172">
                  <c:v>4.385E-2</c:v>
                </c:pt>
                <c:pt idx="2173">
                  <c:v>4.3900000000000002E-2</c:v>
                </c:pt>
                <c:pt idx="2174">
                  <c:v>4.2930000000000003E-2</c:v>
                </c:pt>
                <c:pt idx="2175">
                  <c:v>4.249E-2</c:v>
                </c:pt>
                <c:pt idx="2176">
                  <c:v>4.1399999999999999E-2</c:v>
                </c:pt>
                <c:pt idx="2177">
                  <c:v>4.054E-2</c:v>
                </c:pt>
                <c:pt idx="2178">
                  <c:v>4.0050000000000002E-2</c:v>
                </c:pt>
                <c:pt idx="2179">
                  <c:v>4.0280000000000003E-2</c:v>
                </c:pt>
                <c:pt idx="2180">
                  <c:v>4.0039999999999999E-2</c:v>
                </c:pt>
                <c:pt idx="2181">
                  <c:v>4.0289999999999999E-2</c:v>
                </c:pt>
                <c:pt idx="2182">
                  <c:v>4.054E-2</c:v>
                </c:pt>
                <c:pt idx="2183">
                  <c:v>4.0430000000000001E-2</c:v>
                </c:pt>
                <c:pt idx="2184">
                  <c:v>3.9969999999999999E-2</c:v>
                </c:pt>
                <c:pt idx="2185">
                  <c:v>3.934E-2</c:v>
                </c:pt>
                <c:pt idx="2186">
                  <c:v>3.891E-2</c:v>
                </c:pt>
                <c:pt idx="2187">
                  <c:v>3.8899999999999997E-2</c:v>
                </c:pt>
                <c:pt idx="2188">
                  <c:v>3.8850000000000003E-2</c:v>
                </c:pt>
                <c:pt idx="2189">
                  <c:v>3.635E-2</c:v>
                </c:pt>
                <c:pt idx="2190">
                  <c:v>3.7949999999999998E-2</c:v>
                </c:pt>
                <c:pt idx="2191">
                  <c:v>3.6459999999999999E-2</c:v>
                </c:pt>
                <c:pt idx="2192">
                  <c:v>3.5819999999999998E-2</c:v>
                </c:pt>
                <c:pt idx="2193">
                  <c:v>3.4750000000000003E-2</c:v>
                </c:pt>
                <c:pt idx="2194">
                  <c:v>3.3849999999999998E-2</c:v>
                </c:pt>
                <c:pt idx="2195">
                  <c:v>3.2960000000000003E-2</c:v>
                </c:pt>
                <c:pt idx="2196">
                  <c:v>3.2399999999999998E-2</c:v>
                </c:pt>
                <c:pt idx="2197">
                  <c:v>3.2379999999999999E-2</c:v>
                </c:pt>
                <c:pt idx="2198">
                  <c:v>3.1810000000000005E-2</c:v>
                </c:pt>
                <c:pt idx="2199">
                  <c:v>3.1180000000000003E-2</c:v>
                </c:pt>
                <c:pt idx="2200">
                  <c:v>3.1039999999999998E-2</c:v>
                </c:pt>
                <c:pt idx="2201">
                  <c:v>3.0030000000000001E-2</c:v>
                </c:pt>
                <c:pt idx="2202">
                  <c:v>2.9780000000000001E-2</c:v>
                </c:pt>
                <c:pt idx="2203">
                  <c:v>2.9760000000000002E-2</c:v>
                </c:pt>
                <c:pt idx="2204">
                  <c:v>2.9569999999999999E-2</c:v>
                </c:pt>
                <c:pt idx="2205">
                  <c:v>2.98E-2</c:v>
                </c:pt>
                <c:pt idx="2206">
                  <c:v>2.9889999999999996E-2</c:v>
                </c:pt>
                <c:pt idx="2207">
                  <c:v>2.9769999999999998E-2</c:v>
                </c:pt>
                <c:pt idx="2208">
                  <c:v>2.963E-2</c:v>
                </c:pt>
                <c:pt idx="2209">
                  <c:v>2.972E-2</c:v>
                </c:pt>
                <c:pt idx="2210">
                  <c:v>2.9660000000000002E-2</c:v>
                </c:pt>
                <c:pt idx="2211">
                  <c:v>2.962E-2</c:v>
                </c:pt>
                <c:pt idx="2212">
                  <c:v>2.9669999999999998E-2</c:v>
                </c:pt>
                <c:pt idx="2213">
                  <c:v>3.0019999999999998E-2</c:v>
                </c:pt>
                <c:pt idx="2214">
                  <c:v>2.998E-2</c:v>
                </c:pt>
                <c:pt idx="2215">
                  <c:v>2.9439999999999997E-2</c:v>
                </c:pt>
                <c:pt idx="2216">
                  <c:v>2.9389999999999999E-2</c:v>
                </c:pt>
                <c:pt idx="2217">
                  <c:v>2.9729999999999999E-2</c:v>
                </c:pt>
                <c:pt idx="2218">
                  <c:v>2.878E-2</c:v>
                </c:pt>
                <c:pt idx="2219">
                  <c:v>2.98E-2</c:v>
                </c:pt>
                <c:pt idx="2220">
                  <c:v>2.9610000000000001E-2</c:v>
                </c:pt>
                <c:pt idx="2221">
                  <c:v>2.9600000000000001E-2</c:v>
                </c:pt>
                <c:pt idx="2222">
                  <c:v>2.9439999999999997E-2</c:v>
                </c:pt>
                <c:pt idx="2223">
                  <c:v>2.9530000000000001E-2</c:v>
                </c:pt>
                <c:pt idx="2224">
                  <c:v>2.9339999999999998E-2</c:v>
                </c:pt>
                <c:pt idx="2225">
                  <c:v>2.9100000000000001E-2</c:v>
                </c:pt>
                <c:pt idx="2226">
                  <c:v>2.8369999999999999E-2</c:v>
                </c:pt>
                <c:pt idx="2227">
                  <c:v>2.8110000000000003E-2</c:v>
                </c:pt>
                <c:pt idx="2228">
                  <c:v>2.76E-2</c:v>
                </c:pt>
                <c:pt idx="2229">
                  <c:v>2.7030000000000002E-2</c:v>
                </c:pt>
                <c:pt idx="2230">
                  <c:v>2.6610000000000002E-2</c:v>
                </c:pt>
                <c:pt idx="2231">
                  <c:v>2.6380000000000001E-2</c:v>
                </c:pt>
                <c:pt idx="2232">
                  <c:v>2.6060000000000003E-2</c:v>
                </c:pt>
                <c:pt idx="2233">
                  <c:v>2.598E-2</c:v>
                </c:pt>
                <c:pt idx="2234">
                  <c:v>2.5739999999999999E-2</c:v>
                </c:pt>
                <c:pt idx="2235">
                  <c:v>2.52E-2</c:v>
                </c:pt>
                <c:pt idx="2236">
                  <c:v>2.478E-2</c:v>
                </c:pt>
                <c:pt idx="2237">
                  <c:v>2.41E-2</c:v>
                </c:pt>
                <c:pt idx="2238">
                  <c:v>2.3599999999999999E-2</c:v>
                </c:pt>
                <c:pt idx="2239">
                  <c:v>2.3099999999999999E-2</c:v>
                </c:pt>
                <c:pt idx="2240">
                  <c:v>2.281E-2</c:v>
                </c:pt>
                <c:pt idx="2241">
                  <c:v>2.257E-2</c:v>
                </c:pt>
                <c:pt idx="2242">
                  <c:v>2.2359999999999998E-2</c:v>
                </c:pt>
                <c:pt idx="2243">
                  <c:v>2.2069999999999999E-2</c:v>
                </c:pt>
                <c:pt idx="2244">
                  <c:v>2.206E-2</c:v>
                </c:pt>
                <c:pt idx="2245">
                  <c:v>2.2169999999999999E-2</c:v>
                </c:pt>
                <c:pt idx="2246">
                  <c:v>2.249E-2</c:v>
                </c:pt>
                <c:pt idx="2247">
                  <c:v>2.232E-2</c:v>
                </c:pt>
                <c:pt idx="2248">
                  <c:v>2.2599999999999999E-2</c:v>
                </c:pt>
                <c:pt idx="2249">
                  <c:v>2.3190000000000002E-2</c:v>
                </c:pt>
                <c:pt idx="2250">
                  <c:v>2.3089999999999999E-2</c:v>
                </c:pt>
                <c:pt idx="2251">
                  <c:v>2.333E-2</c:v>
                </c:pt>
                <c:pt idx="2252">
                  <c:v>2.3219999999999998E-2</c:v>
                </c:pt>
                <c:pt idx="2253">
                  <c:v>2.2940000000000002E-2</c:v>
                </c:pt>
                <c:pt idx="2254">
                  <c:v>2.2749999999999999E-2</c:v>
                </c:pt>
                <c:pt idx="2255">
                  <c:v>2.256E-2</c:v>
                </c:pt>
                <c:pt idx="2256">
                  <c:v>2.2749999999999999E-2</c:v>
                </c:pt>
                <c:pt idx="2257">
                  <c:v>2.283E-2</c:v>
                </c:pt>
                <c:pt idx="2258">
                  <c:v>2.2790000000000001E-2</c:v>
                </c:pt>
                <c:pt idx="2259">
                  <c:v>2.283E-2</c:v>
                </c:pt>
                <c:pt idx="2260">
                  <c:v>2.2969999999999997E-2</c:v>
                </c:pt>
                <c:pt idx="2261">
                  <c:v>2.298E-2</c:v>
                </c:pt>
                <c:pt idx="2262">
                  <c:v>2.2880000000000001E-2</c:v>
                </c:pt>
                <c:pt idx="2263">
                  <c:v>2.291E-2</c:v>
                </c:pt>
                <c:pt idx="2264">
                  <c:v>2.2069999999999999E-2</c:v>
                </c:pt>
                <c:pt idx="2265">
                  <c:v>2.2580000000000003E-2</c:v>
                </c:pt>
                <c:pt idx="2266">
                  <c:v>2.2280000000000001E-2</c:v>
                </c:pt>
                <c:pt idx="2267">
                  <c:v>2.1999999999999999E-2</c:v>
                </c:pt>
                <c:pt idx="2268">
                  <c:v>2.1950000000000001E-2</c:v>
                </c:pt>
                <c:pt idx="2269">
                  <c:v>2.1769999999999998E-2</c:v>
                </c:pt>
                <c:pt idx="2270">
                  <c:v>2.1440000000000001E-2</c:v>
                </c:pt>
                <c:pt idx="2271">
                  <c:v>2.1250000000000002E-2</c:v>
                </c:pt>
                <c:pt idx="2272">
                  <c:v>2.1269999999999997E-2</c:v>
                </c:pt>
                <c:pt idx="2273">
                  <c:v>2.1159999999999998E-2</c:v>
                </c:pt>
                <c:pt idx="2274">
                  <c:v>2.1219999999999999E-2</c:v>
                </c:pt>
                <c:pt idx="2275">
                  <c:v>2.1159999999999998E-2</c:v>
                </c:pt>
                <c:pt idx="2276">
                  <c:v>2.1129999999999999E-2</c:v>
                </c:pt>
                <c:pt idx="2277">
                  <c:v>2.121E-2</c:v>
                </c:pt>
                <c:pt idx="2278">
                  <c:v>2.138E-2</c:v>
                </c:pt>
                <c:pt idx="2279">
                  <c:v>2.1490000000000002E-2</c:v>
                </c:pt>
                <c:pt idx="2280">
                  <c:v>2.1659999999999999E-2</c:v>
                </c:pt>
                <c:pt idx="2281">
                  <c:v>2.1749999999999999E-2</c:v>
                </c:pt>
                <c:pt idx="2282">
                  <c:v>2.1999999999999999E-2</c:v>
                </c:pt>
                <c:pt idx="2283">
                  <c:v>2.2080000000000002E-2</c:v>
                </c:pt>
                <c:pt idx="2284">
                  <c:v>2.198E-2</c:v>
                </c:pt>
                <c:pt idx="2285">
                  <c:v>2.1669999999999998E-2</c:v>
                </c:pt>
                <c:pt idx="2286">
                  <c:v>2.1730000000000003E-2</c:v>
                </c:pt>
                <c:pt idx="2287">
                  <c:v>2.164E-2</c:v>
                </c:pt>
                <c:pt idx="2288">
                  <c:v>2.1600000000000001E-2</c:v>
                </c:pt>
                <c:pt idx="2289">
                  <c:v>2.1169999999999998E-2</c:v>
                </c:pt>
                <c:pt idx="2290">
                  <c:v>2.147E-2</c:v>
                </c:pt>
                <c:pt idx="2291">
                  <c:v>2.1260000000000001E-2</c:v>
                </c:pt>
                <c:pt idx="2292">
                  <c:v>2.1269999999999997E-2</c:v>
                </c:pt>
                <c:pt idx="2293">
                  <c:v>2.1250000000000002E-2</c:v>
                </c:pt>
                <c:pt idx="2294">
                  <c:v>2.1100000000000001E-2</c:v>
                </c:pt>
                <c:pt idx="2295">
                  <c:v>2.1319999999999999E-2</c:v>
                </c:pt>
                <c:pt idx="2296">
                  <c:v>2.0789999999999999E-2</c:v>
                </c:pt>
                <c:pt idx="2297">
                  <c:v>2.0640000000000002E-2</c:v>
                </c:pt>
                <c:pt idx="2298">
                  <c:v>2.0400000000000001E-2</c:v>
                </c:pt>
                <c:pt idx="2299">
                  <c:v>2.0230000000000001E-2</c:v>
                </c:pt>
                <c:pt idx="2300">
                  <c:v>2.019E-2</c:v>
                </c:pt>
                <c:pt idx="2301">
                  <c:v>2.0330000000000001E-2</c:v>
                </c:pt>
                <c:pt idx="2302">
                  <c:v>2.0369999999999999E-2</c:v>
                </c:pt>
                <c:pt idx="2303">
                  <c:v>2.0410000000000001E-2</c:v>
                </c:pt>
                <c:pt idx="2304">
                  <c:v>2.043E-2</c:v>
                </c:pt>
                <c:pt idx="2305">
                  <c:v>2.0500000000000001E-2</c:v>
                </c:pt>
                <c:pt idx="2306">
                  <c:v>2.035E-2</c:v>
                </c:pt>
                <c:pt idx="2307">
                  <c:v>2.0209999999999999E-2</c:v>
                </c:pt>
                <c:pt idx="2308">
                  <c:v>2.0150000000000001E-2</c:v>
                </c:pt>
                <c:pt idx="2309">
                  <c:v>2.0049999999999998E-2</c:v>
                </c:pt>
                <c:pt idx="2310">
                  <c:v>2.0250000000000001E-2</c:v>
                </c:pt>
                <c:pt idx="2311">
                  <c:v>0.02</c:v>
                </c:pt>
                <c:pt idx="2312">
                  <c:v>2.0319999999999998E-2</c:v>
                </c:pt>
                <c:pt idx="2313">
                  <c:v>2.035E-2</c:v>
                </c:pt>
                <c:pt idx="2314">
                  <c:v>2.051E-2</c:v>
                </c:pt>
                <c:pt idx="2315">
                  <c:v>2.06E-2</c:v>
                </c:pt>
                <c:pt idx="2316">
                  <c:v>2.0569999999999998E-2</c:v>
                </c:pt>
                <c:pt idx="2317">
                  <c:v>2.068E-2</c:v>
                </c:pt>
                <c:pt idx="2318">
                  <c:v>2.07E-2</c:v>
                </c:pt>
                <c:pt idx="2319">
                  <c:v>2.0640000000000002E-2</c:v>
                </c:pt>
                <c:pt idx="2320">
                  <c:v>2.06E-2</c:v>
                </c:pt>
                <c:pt idx="2321">
                  <c:v>2.0619999999999999E-2</c:v>
                </c:pt>
                <c:pt idx="2322">
                  <c:v>2.053E-2</c:v>
                </c:pt>
                <c:pt idx="2323">
                  <c:v>2.102E-2</c:v>
                </c:pt>
                <c:pt idx="2324">
                  <c:v>2.094E-2</c:v>
                </c:pt>
                <c:pt idx="2325">
                  <c:v>2.0740000000000001E-2</c:v>
                </c:pt>
                <c:pt idx="2326">
                  <c:v>2.0559999999999998E-2</c:v>
                </c:pt>
                <c:pt idx="2327">
                  <c:v>2.0319999999999998E-2</c:v>
                </c:pt>
                <c:pt idx="2328">
                  <c:v>2.0040000000000002E-2</c:v>
                </c:pt>
                <c:pt idx="2329">
                  <c:v>1.9939999999999999E-2</c:v>
                </c:pt>
                <c:pt idx="2330">
                  <c:v>1.9990000000000001E-2</c:v>
                </c:pt>
                <c:pt idx="2331">
                  <c:v>1.958E-2</c:v>
                </c:pt>
                <c:pt idx="2332">
                  <c:v>1.9380000000000001E-2</c:v>
                </c:pt>
                <c:pt idx="2333">
                  <c:v>1.908E-2</c:v>
                </c:pt>
                <c:pt idx="2334">
                  <c:v>1.8690000000000002E-2</c:v>
                </c:pt>
                <c:pt idx="2335">
                  <c:v>1.8530000000000001E-2</c:v>
                </c:pt>
                <c:pt idx="2336">
                  <c:v>1.8489999999999999E-2</c:v>
                </c:pt>
                <c:pt idx="2337">
                  <c:v>1.8489999999999999E-2</c:v>
                </c:pt>
                <c:pt idx="2338">
                  <c:v>1.8319999999999999E-2</c:v>
                </c:pt>
                <c:pt idx="2339">
                  <c:v>1.7999999999999999E-2</c:v>
                </c:pt>
                <c:pt idx="2340">
                  <c:v>1.78E-2</c:v>
                </c:pt>
                <c:pt idx="2341">
                  <c:v>1.7649999999999999E-2</c:v>
                </c:pt>
                <c:pt idx="2342">
                  <c:v>1.7740000000000002E-2</c:v>
                </c:pt>
                <c:pt idx="2343">
                  <c:v>1.7440000000000001E-2</c:v>
                </c:pt>
                <c:pt idx="2344">
                  <c:v>1.762E-2</c:v>
                </c:pt>
                <c:pt idx="2345">
                  <c:v>1.7610000000000001E-2</c:v>
                </c:pt>
                <c:pt idx="2346">
                  <c:v>1.7430000000000001E-2</c:v>
                </c:pt>
                <c:pt idx="2347">
                  <c:v>1.7319999999999999E-2</c:v>
                </c:pt>
                <c:pt idx="2348">
                  <c:v>1.7319999999999999E-2</c:v>
                </c:pt>
                <c:pt idx="2349">
                  <c:v>1.702E-2</c:v>
                </c:pt>
                <c:pt idx="2350">
                  <c:v>1.668E-2</c:v>
                </c:pt>
                <c:pt idx="2351">
                  <c:v>1.652E-2</c:v>
                </c:pt>
                <c:pt idx="2352">
                  <c:v>1.635E-2</c:v>
                </c:pt>
                <c:pt idx="2353">
                  <c:v>1.6309999999999998E-2</c:v>
                </c:pt>
                <c:pt idx="2354">
                  <c:v>1.609E-2</c:v>
                </c:pt>
                <c:pt idx="2355">
                  <c:v>1.6119999999999999E-2</c:v>
                </c:pt>
                <c:pt idx="2356">
                  <c:v>1.609E-2</c:v>
                </c:pt>
                <c:pt idx="2357">
                  <c:v>1.617E-2</c:v>
                </c:pt>
                <c:pt idx="2358">
                  <c:v>1.644E-2</c:v>
                </c:pt>
                <c:pt idx="2359">
                  <c:v>1.627E-2</c:v>
                </c:pt>
                <c:pt idx="2360">
                  <c:v>1.6410000000000001E-2</c:v>
                </c:pt>
                <c:pt idx="2361">
                  <c:v>1.6420000000000001E-2</c:v>
                </c:pt>
                <c:pt idx="2362">
                  <c:v>1.6650000000000002E-2</c:v>
                </c:pt>
                <c:pt idx="2363">
                  <c:v>1.7010000000000001E-2</c:v>
                </c:pt>
                <c:pt idx="2364">
                  <c:v>1.7230000000000002E-2</c:v>
                </c:pt>
                <c:pt idx="2365">
                  <c:v>1.7180000000000001E-2</c:v>
                </c:pt>
                <c:pt idx="2366">
                  <c:v>1.7080000000000001E-2</c:v>
                </c:pt>
                <c:pt idx="2367">
                  <c:v>1.7330000000000002E-2</c:v>
                </c:pt>
                <c:pt idx="2368">
                  <c:v>1.7180000000000001E-2</c:v>
                </c:pt>
                <c:pt idx="2369">
                  <c:v>1.7269999999999997E-2</c:v>
                </c:pt>
                <c:pt idx="2370">
                  <c:v>1.712E-2</c:v>
                </c:pt>
                <c:pt idx="2371">
                  <c:v>1.7090000000000001E-2</c:v>
                </c:pt>
                <c:pt idx="2372">
                  <c:v>1.753E-2</c:v>
                </c:pt>
                <c:pt idx="2373">
                  <c:v>1.8019999999999998E-2</c:v>
                </c:pt>
                <c:pt idx="2374">
                  <c:v>1.804E-2</c:v>
                </c:pt>
                <c:pt idx="2375">
                  <c:v>1.8080000000000002E-2</c:v>
                </c:pt>
                <c:pt idx="2376">
                  <c:v>1.8159999999999999E-2</c:v>
                </c:pt>
                <c:pt idx="2377">
                  <c:v>1.8249999999999999E-2</c:v>
                </c:pt>
                <c:pt idx="2378">
                  <c:v>1.8380000000000001E-2</c:v>
                </c:pt>
                <c:pt idx="2379">
                  <c:v>1.839E-2</c:v>
                </c:pt>
                <c:pt idx="2380">
                  <c:v>1.8589999999999999E-2</c:v>
                </c:pt>
                <c:pt idx="2381">
                  <c:v>1.8359999999999998E-2</c:v>
                </c:pt>
                <c:pt idx="2382">
                  <c:v>1.8069999999999999E-2</c:v>
                </c:pt>
                <c:pt idx="2383">
                  <c:v>1.7840000000000002E-2</c:v>
                </c:pt>
                <c:pt idx="2384">
                  <c:v>1.7659999999999999E-2</c:v>
                </c:pt>
                <c:pt idx="2385">
                  <c:v>1.7730000000000003E-2</c:v>
                </c:pt>
                <c:pt idx="2386">
                  <c:v>1.737E-2</c:v>
                </c:pt>
                <c:pt idx="2387">
                  <c:v>1.7399999999999999E-2</c:v>
                </c:pt>
                <c:pt idx="2388">
                  <c:v>1.7389999999999999E-2</c:v>
                </c:pt>
                <c:pt idx="2389">
                  <c:v>1.7330000000000002E-2</c:v>
                </c:pt>
                <c:pt idx="2390">
                  <c:v>1.728E-2</c:v>
                </c:pt>
                <c:pt idx="2391">
                  <c:v>1.7139999999999999E-2</c:v>
                </c:pt>
                <c:pt idx="2392">
                  <c:v>1.7080000000000001E-2</c:v>
                </c:pt>
                <c:pt idx="2393">
                  <c:v>1.6899999999999998E-2</c:v>
                </c:pt>
                <c:pt idx="2394">
                  <c:v>1.67E-2</c:v>
                </c:pt>
                <c:pt idx="2395">
                  <c:v>1.669E-2</c:v>
                </c:pt>
                <c:pt idx="2396">
                  <c:v>1.6549999999999999E-2</c:v>
                </c:pt>
                <c:pt idx="2397">
                  <c:v>1.644E-2</c:v>
                </c:pt>
                <c:pt idx="2398">
                  <c:v>1.6410000000000001E-2</c:v>
                </c:pt>
                <c:pt idx="2399">
                  <c:v>1.6469999999999999E-2</c:v>
                </c:pt>
                <c:pt idx="2400">
                  <c:v>1.6280000000000003E-2</c:v>
                </c:pt>
                <c:pt idx="2401">
                  <c:v>1.6030000000000003E-2</c:v>
                </c:pt>
                <c:pt idx="2402">
                  <c:v>1.5969999999999998E-2</c:v>
                </c:pt>
                <c:pt idx="2403">
                  <c:v>1.5980000000000001E-2</c:v>
                </c:pt>
                <c:pt idx="2404">
                  <c:v>1.6040000000000002E-2</c:v>
                </c:pt>
                <c:pt idx="2405">
                  <c:v>1.5949999999999999E-2</c:v>
                </c:pt>
                <c:pt idx="2406">
                  <c:v>1.5590000000000001E-2</c:v>
                </c:pt>
                <c:pt idx="2407">
                  <c:v>1.5650000000000001E-2</c:v>
                </c:pt>
                <c:pt idx="2408">
                  <c:v>1.5640000000000001E-2</c:v>
                </c:pt>
                <c:pt idx="2409">
                  <c:v>1.5679999999999999E-2</c:v>
                </c:pt>
                <c:pt idx="2410">
                  <c:v>1.553E-2</c:v>
                </c:pt>
                <c:pt idx="2411">
                  <c:v>1.545E-2</c:v>
                </c:pt>
                <c:pt idx="2412">
                  <c:v>1.5359999999999999E-2</c:v>
                </c:pt>
                <c:pt idx="2413">
                  <c:v>1.52E-2</c:v>
                </c:pt>
                <c:pt idx="2414">
                  <c:v>1.5019999999999999E-2</c:v>
                </c:pt>
                <c:pt idx="2415">
                  <c:v>1.5019999999999999E-2</c:v>
                </c:pt>
                <c:pt idx="2416">
                  <c:v>1.4969999999999999E-2</c:v>
                </c:pt>
                <c:pt idx="2417">
                  <c:v>1.4959999999999999E-2</c:v>
                </c:pt>
                <c:pt idx="2418">
                  <c:v>1.491E-2</c:v>
                </c:pt>
                <c:pt idx="2419">
                  <c:v>1.4800000000000001E-2</c:v>
                </c:pt>
                <c:pt idx="2420">
                  <c:v>1.4630000000000001E-2</c:v>
                </c:pt>
                <c:pt idx="2421">
                  <c:v>1.4319999999999999E-2</c:v>
                </c:pt>
                <c:pt idx="2422">
                  <c:v>1.4319999999999999E-2</c:v>
                </c:pt>
                <c:pt idx="2423">
                  <c:v>1.4509999999999999E-2</c:v>
                </c:pt>
                <c:pt idx="2424">
                  <c:v>1.4619999999999999E-2</c:v>
                </c:pt>
                <c:pt idx="2425">
                  <c:v>1.4430000000000002E-2</c:v>
                </c:pt>
                <c:pt idx="2426">
                  <c:v>1.431E-2</c:v>
                </c:pt>
                <c:pt idx="2427">
                  <c:v>1.4419999999999999E-2</c:v>
                </c:pt>
                <c:pt idx="2428">
                  <c:v>1.4430000000000002E-2</c:v>
                </c:pt>
                <c:pt idx="2429">
                  <c:v>1.4530000000000001E-2</c:v>
                </c:pt>
                <c:pt idx="2430">
                  <c:v>1.4730000000000002E-2</c:v>
                </c:pt>
                <c:pt idx="2431">
                  <c:v>1.4730000000000002E-2</c:v>
                </c:pt>
                <c:pt idx="2432">
                  <c:v>1.456E-2</c:v>
                </c:pt>
                <c:pt idx="2433">
                  <c:v>1.4880000000000001E-2</c:v>
                </c:pt>
                <c:pt idx="2434">
                  <c:v>1.487E-2</c:v>
                </c:pt>
                <c:pt idx="2435">
                  <c:v>1.515E-2</c:v>
                </c:pt>
                <c:pt idx="2436">
                  <c:v>1.567E-2</c:v>
                </c:pt>
                <c:pt idx="2437">
                  <c:v>1.719E-2</c:v>
                </c:pt>
                <c:pt idx="2438">
                  <c:v>1.762E-2</c:v>
                </c:pt>
                <c:pt idx="2439">
                  <c:v>1.694E-2</c:v>
                </c:pt>
                <c:pt idx="2440">
                  <c:v>1.7059999999999999E-2</c:v>
                </c:pt>
                <c:pt idx="2441">
                  <c:v>1.7010000000000001E-2</c:v>
                </c:pt>
                <c:pt idx="2442">
                  <c:v>1.7139999999999999E-2</c:v>
                </c:pt>
                <c:pt idx="2443">
                  <c:v>1.7399999999999999E-2</c:v>
                </c:pt>
                <c:pt idx="2444">
                  <c:v>1.737E-2</c:v>
                </c:pt>
                <c:pt idx="2445">
                  <c:v>1.7780000000000001E-2</c:v>
                </c:pt>
                <c:pt idx="2446">
                  <c:v>1.7819999999999999E-2</c:v>
                </c:pt>
                <c:pt idx="2447">
                  <c:v>1.839E-2</c:v>
                </c:pt>
                <c:pt idx="2448">
                  <c:v>1.8530000000000001E-2</c:v>
                </c:pt>
                <c:pt idx="2449">
                  <c:v>1.908E-2</c:v>
                </c:pt>
                <c:pt idx="2450">
                  <c:v>1.9519999999999999E-2</c:v>
                </c:pt>
                <c:pt idx="2451">
                  <c:v>1.949E-2</c:v>
                </c:pt>
                <c:pt idx="2452">
                  <c:v>1.9390000000000001E-2</c:v>
                </c:pt>
                <c:pt idx="2453">
                  <c:v>1.9560000000000001E-2</c:v>
                </c:pt>
                <c:pt idx="2454">
                  <c:v>1.9560000000000001E-2</c:v>
                </c:pt>
                <c:pt idx="2455">
                  <c:v>1.9699999999999999E-2</c:v>
                </c:pt>
                <c:pt idx="2456">
                  <c:v>1.9640000000000001E-2</c:v>
                </c:pt>
                <c:pt idx="2457">
                  <c:v>1.951E-2</c:v>
                </c:pt>
                <c:pt idx="2458">
                  <c:v>1.966E-2</c:v>
                </c:pt>
                <c:pt idx="2459">
                  <c:v>1.9880000000000002E-2</c:v>
                </c:pt>
                <c:pt idx="2460">
                  <c:v>1.9959999999999999E-2</c:v>
                </c:pt>
                <c:pt idx="2461">
                  <c:v>2.0109999999999999E-2</c:v>
                </c:pt>
                <c:pt idx="2462">
                  <c:v>2.0140000000000002E-2</c:v>
                </c:pt>
                <c:pt idx="2463">
                  <c:v>2.0289999999999999E-2</c:v>
                </c:pt>
                <c:pt idx="2464">
                  <c:v>2.0319999999999998E-2</c:v>
                </c:pt>
                <c:pt idx="2465">
                  <c:v>2.0279999999999999E-2</c:v>
                </c:pt>
                <c:pt idx="2466">
                  <c:v>2.026E-2</c:v>
                </c:pt>
                <c:pt idx="2467">
                  <c:v>2.0080000000000001E-2</c:v>
                </c:pt>
                <c:pt idx="2468">
                  <c:v>1.9869999999999999E-2</c:v>
                </c:pt>
                <c:pt idx="2469">
                  <c:v>1.966E-2</c:v>
                </c:pt>
                <c:pt idx="2470">
                  <c:v>1.9709999999999998E-2</c:v>
                </c:pt>
                <c:pt idx="2471">
                  <c:v>1.966E-2</c:v>
                </c:pt>
                <c:pt idx="2472">
                  <c:v>1.9869999999999999E-2</c:v>
                </c:pt>
                <c:pt idx="2473">
                  <c:v>1.9910000000000001E-2</c:v>
                </c:pt>
                <c:pt idx="2474">
                  <c:v>1.9939999999999999E-2</c:v>
                </c:pt>
                <c:pt idx="2475">
                  <c:v>2.0080000000000001E-2</c:v>
                </c:pt>
                <c:pt idx="2476">
                  <c:v>1.9869999999999999E-2</c:v>
                </c:pt>
                <c:pt idx="2477">
                  <c:v>1.9880000000000002E-2</c:v>
                </c:pt>
                <c:pt idx="2478">
                  <c:v>1.9900000000000001E-2</c:v>
                </c:pt>
                <c:pt idx="2479">
                  <c:v>1.915E-2</c:v>
                </c:pt>
                <c:pt idx="2480">
                  <c:v>1.985E-2</c:v>
                </c:pt>
                <c:pt idx="2481">
                  <c:v>1.9730000000000001E-2</c:v>
                </c:pt>
                <c:pt idx="2482">
                  <c:v>1.959E-2</c:v>
                </c:pt>
                <c:pt idx="2483">
                  <c:v>1.941E-2</c:v>
                </c:pt>
                <c:pt idx="2484">
                  <c:v>1.924E-2</c:v>
                </c:pt>
                <c:pt idx="2485">
                  <c:v>1.9E-2</c:v>
                </c:pt>
                <c:pt idx="2486">
                  <c:v>1.8940000000000002E-2</c:v>
                </c:pt>
                <c:pt idx="2487">
                  <c:v>1.8940000000000002E-2</c:v>
                </c:pt>
                <c:pt idx="2488">
                  <c:v>1.8960000000000001E-2</c:v>
                </c:pt>
                <c:pt idx="2489">
                  <c:v>1.898E-2</c:v>
                </c:pt>
                <c:pt idx="2490">
                  <c:v>1.8919999999999999E-2</c:v>
                </c:pt>
                <c:pt idx="2491">
                  <c:v>1.8759999999999999E-2</c:v>
                </c:pt>
                <c:pt idx="2492">
                  <c:v>1.8700000000000001E-2</c:v>
                </c:pt>
                <c:pt idx="2493">
                  <c:v>1.8550000000000001E-2</c:v>
                </c:pt>
                <c:pt idx="2494">
                  <c:v>1.8259999999999998E-2</c:v>
                </c:pt>
                <c:pt idx="2495">
                  <c:v>1.8019999999999998E-2</c:v>
                </c:pt>
                <c:pt idx="2496">
                  <c:v>1.8069999999999999E-2</c:v>
                </c:pt>
                <c:pt idx="2497">
                  <c:v>1.7979999999999999E-2</c:v>
                </c:pt>
                <c:pt idx="2498">
                  <c:v>1.7999999999999999E-2</c:v>
                </c:pt>
                <c:pt idx="2499">
                  <c:v>1.7860000000000001E-2</c:v>
                </c:pt>
                <c:pt idx="2500">
                  <c:v>1.789E-2</c:v>
                </c:pt>
                <c:pt idx="2501">
                  <c:v>1.7769999999999998E-2</c:v>
                </c:pt>
                <c:pt idx="2502">
                  <c:v>1.7819999999999999E-2</c:v>
                </c:pt>
                <c:pt idx="2503">
                  <c:v>1.789E-2</c:v>
                </c:pt>
                <c:pt idx="2504">
                  <c:v>1.7680000000000001E-2</c:v>
                </c:pt>
                <c:pt idx="2505">
                  <c:v>1.7850000000000001E-2</c:v>
                </c:pt>
                <c:pt idx="2506">
                  <c:v>1.8319999999999999E-2</c:v>
                </c:pt>
                <c:pt idx="2507">
                  <c:v>1.8430000000000002E-2</c:v>
                </c:pt>
                <c:pt idx="2508">
                  <c:v>1.8489999999999999E-2</c:v>
                </c:pt>
                <c:pt idx="2509">
                  <c:v>1.8519999999999998E-2</c:v>
                </c:pt>
                <c:pt idx="2510">
                  <c:v>1.8450000000000001E-2</c:v>
                </c:pt>
                <c:pt idx="2511">
                  <c:v>1.8340000000000002E-2</c:v>
                </c:pt>
                <c:pt idx="2512">
                  <c:v>1.84E-2</c:v>
                </c:pt>
                <c:pt idx="2513">
                  <c:v>1.8430000000000002E-2</c:v>
                </c:pt>
                <c:pt idx="2514">
                  <c:v>1.8430000000000002E-2</c:v>
                </c:pt>
                <c:pt idx="2515">
                  <c:v>1.865E-2</c:v>
                </c:pt>
                <c:pt idx="2516">
                  <c:v>1.8700000000000001E-2</c:v>
                </c:pt>
                <c:pt idx="2517">
                  <c:v>1.8710000000000001E-2</c:v>
                </c:pt>
                <c:pt idx="2518">
                  <c:v>1.8759999999999999E-2</c:v>
                </c:pt>
                <c:pt idx="2519">
                  <c:v>1.8849999999999999E-2</c:v>
                </c:pt>
                <c:pt idx="2520">
                  <c:v>1.9009999999999999E-2</c:v>
                </c:pt>
                <c:pt idx="2521">
                  <c:v>1.899E-2</c:v>
                </c:pt>
                <c:pt idx="2522">
                  <c:v>1.9E-2</c:v>
                </c:pt>
                <c:pt idx="2523">
                  <c:v>1.89E-2</c:v>
                </c:pt>
                <c:pt idx="2524">
                  <c:v>1.823E-2</c:v>
                </c:pt>
                <c:pt idx="2525">
                  <c:v>1.8769999999999998E-2</c:v>
                </c:pt>
                <c:pt idx="2526">
                  <c:v>1.865E-2</c:v>
                </c:pt>
                <c:pt idx="2527">
                  <c:v>1.8540000000000001E-2</c:v>
                </c:pt>
                <c:pt idx="2528">
                  <c:v>1.847E-2</c:v>
                </c:pt>
                <c:pt idx="2529">
                  <c:v>1.8419999999999999E-2</c:v>
                </c:pt>
                <c:pt idx="2530">
                  <c:v>1.8359999999999998E-2</c:v>
                </c:pt>
                <c:pt idx="2531">
                  <c:v>1.8380000000000001E-2</c:v>
                </c:pt>
                <c:pt idx="2532">
                  <c:v>1.8430000000000002E-2</c:v>
                </c:pt>
                <c:pt idx="2533">
                  <c:v>1.883E-2</c:v>
                </c:pt>
                <c:pt idx="2534">
                  <c:v>1.882E-2</c:v>
                </c:pt>
                <c:pt idx="2535">
                  <c:v>1.8790000000000001E-2</c:v>
                </c:pt>
                <c:pt idx="2536">
                  <c:v>1.8839999999999999E-2</c:v>
                </c:pt>
                <c:pt idx="2537">
                  <c:v>1.8839999999999999E-2</c:v>
                </c:pt>
                <c:pt idx="2538">
                  <c:v>1.882E-2</c:v>
                </c:pt>
                <c:pt idx="2539">
                  <c:v>1.865E-2</c:v>
                </c:pt>
                <c:pt idx="2540">
                  <c:v>1.856E-2</c:v>
                </c:pt>
                <c:pt idx="2541">
                  <c:v>1.84E-2</c:v>
                </c:pt>
                <c:pt idx="2542">
                  <c:v>1.8409999999999999E-2</c:v>
                </c:pt>
                <c:pt idx="2543">
                  <c:v>1.8450000000000001E-2</c:v>
                </c:pt>
                <c:pt idx="2544">
                  <c:v>1.8450000000000001E-2</c:v>
                </c:pt>
                <c:pt idx="2545">
                  <c:v>1.8359999999999998E-2</c:v>
                </c:pt>
                <c:pt idx="2546">
                  <c:v>1.8159999999999999E-2</c:v>
                </c:pt>
                <c:pt idx="2547">
                  <c:v>1.8169999999999999E-2</c:v>
                </c:pt>
                <c:pt idx="2548">
                  <c:v>1.8249999999999999E-2</c:v>
                </c:pt>
                <c:pt idx="2549">
                  <c:v>1.7940000000000001E-2</c:v>
                </c:pt>
                <c:pt idx="2550">
                  <c:v>1.813E-2</c:v>
                </c:pt>
                <c:pt idx="2551">
                  <c:v>1.8009999999999998E-2</c:v>
                </c:pt>
                <c:pt idx="2552">
                  <c:v>1.8190000000000001E-2</c:v>
                </c:pt>
                <c:pt idx="2553">
                  <c:v>1.83E-2</c:v>
                </c:pt>
                <c:pt idx="2554">
                  <c:v>1.8280000000000001E-2</c:v>
                </c:pt>
                <c:pt idx="2555">
                  <c:v>1.831E-2</c:v>
                </c:pt>
                <c:pt idx="2556">
                  <c:v>1.8200000000000001E-2</c:v>
                </c:pt>
                <c:pt idx="2557">
                  <c:v>1.814E-2</c:v>
                </c:pt>
                <c:pt idx="2558">
                  <c:v>1.8069999999999999E-2</c:v>
                </c:pt>
                <c:pt idx="2559">
                  <c:v>1.7850000000000001E-2</c:v>
                </c:pt>
                <c:pt idx="2560">
                  <c:v>1.779E-2</c:v>
                </c:pt>
                <c:pt idx="2561">
                  <c:v>1.763E-2</c:v>
                </c:pt>
                <c:pt idx="2562">
                  <c:v>1.7730000000000003E-2</c:v>
                </c:pt>
                <c:pt idx="2563">
                  <c:v>1.7780000000000001E-2</c:v>
                </c:pt>
                <c:pt idx="2564">
                  <c:v>1.772E-2</c:v>
                </c:pt>
                <c:pt idx="2565">
                  <c:v>1.755E-2</c:v>
                </c:pt>
                <c:pt idx="2566">
                  <c:v>1.754E-2</c:v>
                </c:pt>
                <c:pt idx="2567">
                  <c:v>1.7299999999999999E-2</c:v>
                </c:pt>
                <c:pt idx="2568">
                  <c:v>1.711E-2</c:v>
                </c:pt>
                <c:pt idx="2569">
                  <c:v>1.6969999999999999E-2</c:v>
                </c:pt>
                <c:pt idx="2570">
                  <c:v>1.6990000000000002E-2</c:v>
                </c:pt>
                <c:pt idx="2571">
                  <c:v>1.712E-2</c:v>
                </c:pt>
                <c:pt idx="2572">
                  <c:v>1.704E-2</c:v>
                </c:pt>
                <c:pt idx="2573">
                  <c:v>1.7059999999999999E-2</c:v>
                </c:pt>
                <c:pt idx="2574">
                  <c:v>1.7169999999999998E-2</c:v>
                </c:pt>
                <c:pt idx="2575">
                  <c:v>1.728E-2</c:v>
                </c:pt>
                <c:pt idx="2576">
                  <c:v>1.7399999999999999E-2</c:v>
                </c:pt>
                <c:pt idx="2577">
                  <c:v>1.7330000000000002E-2</c:v>
                </c:pt>
                <c:pt idx="2578">
                  <c:v>1.736E-2</c:v>
                </c:pt>
                <c:pt idx="2579">
                  <c:v>1.745E-2</c:v>
                </c:pt>
                <c:pt idx="2580">
                  <c:v>1.763E-2</c:v>
                </c:pt>
                <c:pt idx="2581">
                  <c:v>1.789E-2</c:v>
                </c:pt>
                <c:pt idx="2582">
                  <c:v>1.7469999999999999E-2</c:v>
                </c:pt>
                <c:pt idx="2583">
                  <c:v>1.7819999999999999E-2</c:v>
                </c:pt>
                <c:pt idx="2584">
                  <c:v>1.7840000000000002E-2</c:v>
                </c:pt>
                <c:pt idx="2585">
                  <c:v>1.821E-2</c:v>
                </c:pt>
                <c:pt idx="2586">
                  <c:v>1.805E-2</c:v>
                </c:pt>
                <c:pt idx="2587">
                  <c:v>1.796E-2</c:v>
                </c:pt>
                <c:pt idx="2588">
                  <c:v>1.8030000000000001E-2</c:v>
                </c:pt>
                <c:pt idx="2589">
                  <c:v>1.804E-2</c:v>
                </c:pt>
                <c:pt idx="2590">
                  <c:v>1.7819999999999999E-2</c:v>
                </c:pt>
                <c:pt idx="2591">
                  <c:v>1.7500000000000002E-2</c:v>
                </c:pt>
                <c:pt idx="2592">
                  <c:v>1.7159999999999998E-2</c:v>
                </c:pt>
                <c:pt idx="2593">
                  <c:v>1.7090000000000001E-2</c:v>
                </c:pt>
                <c:pt idx="2594">
                  <c:v>1.6990000000000002E-2</c:v>
                </c:pt>
                <c:pt idx="2595">
                  <c:v>1.687E-2</c:v>
                </c:pt>
                <c:pt idx="2596">
                  <c:v>1.6789999999999999E-2</c:v>
                </c:pt>
                <c:pt idx="2597">
                  <c:v>1.6809999999999999E-2</c:v>
                </c:pt>
                <c:pt idx="2598">
                  <c:v>1.695E-2</c:v>
                </c:pt>
                <c:pt idx="2599">
                  <c:v>1.6760000000000001E-2</c:v>
                </c:pt>
                <c:pt idx="2600">
                  <c:v>1.6500000000000001E-2</c:v>
                </c:pt>
                <c:pt idx="2601">
                  <c:v>1.643E-2</c:v>
                </c:pt>
                <c:pt idx="2602">
                  <c:v>1.6400000000000001E-2</c:v>
                </c:pt>
                <c:pt idx="2603">
                  <c:v>1.627E-2</c:v>
                </c:pt>
                <c:pt idx="2604">
                  <c:v>1.6319999999999998E-2</c:v>
                </c:pt>
                <c:pt idx="2605">
                  <c:v>1.6219999999999998E-2</c:v>
                </c:pt>
                <c:pt idx="2606">
                  <c:v>1.6280000000000003E-2</c:v>
                </c:pt>
                <c:pt idx="2607">
                  <c:v>1.618E-2</c:v>
                </c:pt>
                <c:pt idx="2608">
                  <c:v>1.6250000000000001E-2</c:v>
                </c:pt>
                <c:pt idx="2609">
                  <c:v>1.6199999999999999E-2</c:v>
                </c:pt>
                <c:pt idx="2610">
                  <c:v>1.5939999999999999E-2</c:v>
                </c:pt>
                <c:pt idx="2611">
                  <c:v>1.5689999999999999E-2</c:v>
                </c:pt>
                <c:pt idx="2612">
                  <c:v>1.583E-2</c:v>
                </c:pt>
                <c:pt idx="2613">
                  <c:v>1.6069999999999997E-2</c:v>
                </c:pt>
                <c:pt idx="2614">
                  <c:v>1.619E-2</c:v>
                </c:pt>
                <c:pt idx="2615">
                  <c:v>1.6040000000000002E-2</c:v>
                </c:pt>
                <c:pt idx="2616">
                  <c:v>1.5880000000000002E-2</c:v>
                </c:pt>
                <c:pt idx="2617">
                  <c:v>1.5880000000000002E-2</c:v>
                </c:pt>
                <c:pt idx="2618">
                  <c:v>1.592E-2</c:v>
                </c:pt>
                <c:pt idx="2619">
                  <c:v>1.5679999999999999E-2</c:v>
                </c:pt>
                <c:pt idx="2620">
                  <c:v>1.5740000000000001E-2</c:v>
                </c:pt>
                <c:pt idx="2621">
                  <c:v>1.5619999999999998E-2</c:v>
                </c:pt>
                <c:pt idx="2622">
                  <c:v>1.549E-2</c:v>
                </c:pt>
                <c:pt idx="2623">
                  <c:v>1.5440000000000001E-2</c:v>
                </c:pt>
                <c:pt idx="2624">
                  <c:v>1.5380000000000001E-2</c:v>
                </c:pt>
                <c:pt idx="2625">
                  <c:v>1.549E-2</c:v>
                </c:pt>
                <c:pt idx="2626">
                  <c:v>1.541E-2</c:v>
                </c:pt>
                <c:pt idx="2627">
                  <c:v>1.5519999999999999E-2</c:v>
                </c:pt>
                <c:pt idx="2628">
                  <c:v>1.5640000000000001E-2</c:v>
                </c:pt>
                <c:pt idx="2629">
                  <c:v>1.5730000000000001E-2</c:v>
                </c:pt>
                <c:pt idx="2630">
                  <c:v>1.549E-2</c:v>
                </c:pt>
                <c:pt idx="2631">
                  <c:v>1.5380000000000001E-2</c:v>
                </c:pt>
                <c:pt idx="2632">
                  <c:v>1.5280000000000002E-2</c:v>
                </c:pt>
                <c:pt idx="2633">
                  <c:v>1.5019999999999999E-2</c:v>
                </c:pt>
                <c:pt idx="2634">
                  <c:v>1.486E-2</c:v>
                </c:pt>
                <c:pt idx="2635">
                  <c:v>1.468E-2</c:v>
                </c:pt>
                <c:pt idx="2636">
                  <c:v>1.4419999999999999E-2</c:v>
                </c:pt>
                <c:pt idx="2637">
                  <c:v>1.4409999999999999E-2</c:v>
                </c:pt>
                <c:pt idx="2638">
                  <c:v>1.4540000000000001E-2</c:v>
                </c:pt>
                <c:pt idx="2639">
                  <c:v>1.4519999999999998E-2</c:v>
                </c:pt>
                <c:pt idx="2640">
                  <c:v>1.4480000000000002E-2</c:v>
                </c:pt>
                <c:pt idx="2641">
                  <c:v>1.4469999999999998E-2</c:v>
                </c:pt>
                <c:pt idx="2642">
                  <c:v>1.4540000000000001E-2</c:v>
                </c:pt>
                <c:pt idx="2643">
                  <c:v>1.4580000000000001E-2</c:v>
                </c:pt>
                <c:pt idx="2644">
                  <c:v>1.468E-2</c:v>
                </c:pt>
                <c:pt idx="2645">
                  <c:v>1.4769999999999998E-2</c:v>
                </c:pt>
                <c:pt idx="2646">
                  <c:v>1.4780000000000001E-2</c:v>
                </c:pt>
                <c:pt idx="2647">
                  <c:v>1.487E-2</c:v>
                </c:pt>
                <c:pt idx="2648">
                  <c:v>1.481E-2</c:v>
                </c:pt>
                <c:pt idx="2649">
                  <c:v>1.4759999999999999E-2</c:v>
                </c:pt>
                <c:pt idx="2650">
                  <c:v>1.4780000000000001E-2</c:v>
                </c:pt>
                <c:pt idx="2651">
                  <c:v>1.4769999999999998E-2</c:v>
                </c:pt>
                <c:pt idx="2652">
                  <c:v>1.4619999999999999E-2</c:v>
                </c:pt>
                <c:pt idx="2653">
                  <c:v>1.4780000000000001E-2</c:v>
                </c:pt>
                <c:pt idx="2654">
                  <c:v>1.5119999999999998E-2</c:v>
                </c:pt>
                <c:pt idx="2655">
                  <c:v>1.5019999999999999E-2</c:v>
                </c:pt>
                <c:pt idx="2656">
                  <c:v>1.4919999999999999E-2</c:v>
                </c:pt>
                <c:pt idx="2657">
                  <c:v>1.5040000000000001E-2</c:v>
                </c:pt>
                <c:pt idx="2658">
                  <c:v>1.5119999999999998E-2</c:v>
                </c:pt>
                <c:pt idx="2659">
                  <c:v>1.523E-2</c:v>
                </c:pt>
                <c:pt idx="2660">
                  <c:v>1.5480000000000001E-2</c:v>
                </c:pt>
                <c:pt idx="2661">
                  <c:v>1.5599999999999999E-2</c:v>
                </c:pt>
                <c:pt idx="2662">
                  <c:v>1.5559999999999999E-2</c:v>
                </c:pt>
                <c:pt idx="2663">
                  <c:v>1.5440000000000001E-2</c:v>
                </c:pt>
                <c:pt idx="2664">
                  <c:v>1.524E-2</c:v>
                </c:pt>
                <c:pt idx="2665">
                  <c:v>1.52E-2</c:v>
                </c:pt>
                <c:pt idx="2666">
                  <c:v>1.5080000000000001E-2</c:v>
                </c:pt>
                <c:pt idx="2667">
                  <c:v>1.4969999999999999E-2</c:v>
                </c:pt>
                <c:pt idx="2668">
                  <c:v>1.495E-2</c:v>
                </c:pt>
                <c:pt idx="2669">
                  <c:v>1.494E-2</c:v>
                </c:pt>
                <c:pt idx="2670">
                  <c:v>1.4959999999999999E-2</c:v>
                </c:pt>
                <c:pt idx="2671">
                  <c:v>1.5049999999999999E-2</c:v>
                </c:pt>
                <c:pt idx="2672">
                  <c:v>1.5059999999999999E-2</c:v>
                </c:pt>
                <c:pt idx="2673">
                  <c:v>1.4999999999999999E-2</c:v>
                </c:pt>
                <c:pt idx="2674">
                  <c:v>1.5080000000000001E-2</c:v>
                </c:pt>
                <c:pt idx="2675">
                  <c:v>1.481E-2</c:v>
                </c:pt>
                <c:pt idx="2676">
                  <c:v>1.457E-2</c:v>
                </c:pt>
                <c:pt idx="2677">
                  <c:v>1.455E-2</c:v>
                </c:pt>
                <c:pt idx="2678">
                  <c:v>1.4509999999999999E-2</c:v>
                </c:pt>
                <c:pt idx="2679">
                  <c:v>1.4509999999999999E-2</c:v>
                </c:pt>
                <c:pt idx="2680">
                  <c:v>1.4590000000000001E-2</c:v>
                </c:pt>
                <c:pt idx="2681">
                  <c:v>1.4580000000000001E-2</c:v>
                </c:pt>
                <c:pt idx="2682">
                  <c:v>1.456E-2</c:v>
                </c:pt>
                <c:pt idx="2683">
                  <c:v>1.4780000000000001E-2</c:v>
                </c:pt>
                <c:pt idx="2684">
                  <c:v>1.485E-2</c:v>
                </c:pt>
                <c:pt idx="2685">
                  <c:v>1.4759999999999999E-2</c:v>
                </c:pt>
                <c:pt idx="2686">
                  <c:v>1.456E-2</c:v>
                </c:pt>
                <c:pt idx="2687">
                  <c:v>1.464E-2</c:v>
                </c:pt>
                <c:pt idx="2688">
                  <c:v>1.4659999999999999E-2</c:v>
                </c:pt>
                <c:pt idx="2689">
                  <c:v>1.465E-2</c:v>
                </c:pt>
                <c:pt idx="2690">
                  <c:v>1.461E-2</c:v>
                </c:pt>
                <c:pt idx="2691">
                  <c:v>1.456E-2</c:v>
                </c:pt>
                <c:pt idx="2692">
                  <c:v>1.455E-2</c:v>
                </c:pt>
                <c:pt idx="2693">
                  <c:v>1.481E-2</c:v>
                </c:pt>
                <c:pt idx="2694">
                  <c:v>1.4749999999999999E-2</c:v>
                </c:pt>
                <c:pt idx="2695">
                  <c:v>1.4730000000000002E-2</c:v>
                </c:pt>
                <c:pt idx="2696">
                  <c:v>1.46E-2</c:v>
                </c:pt>
                <c:pt idx="2697">
                  <c:v>1.465E-2</c:v>
                </c:pt>
                <c:pt idx="2698">
                  <c:v>1.47E-2</c:v>
                </c:pt>
                <c:pt idx="2699">
                  <c:v>1.4759999999999999E-2</c:v>
                </c:pt>
                <c:pt idx="2700">
                  <c:v>1.47E-2</c:v>
                </c:pt>
                <c:pt idx="2701">
                  <c:v>1.489E-2</c:v>
                </c:pt>
                <c:pt idx="2702">
                  <c:v>1.49E-2</c:v>
                </c:pt>
                <c:pt idx="2703">
                  <c:v>1.5009999999999999E-2</c:v>
                </c:pt>
                <c:pt idx="2704">
                  <c:v>1.511E-2</c:v>
                </c:pt>
                <c:pt idx="2705">
                  <c:v>1.5130000000000001E-2</c:v>
                </c:pt>
                <c:pt idx="2706">
                  <c:v>1.5030000000000002E-2</c:v>
                </c:pt>
                <c:pt idx="2707">
                  <c:v>1.5040000000000001E-2</c:v>
                </c:pt>
                <c:pt idx="2708">
                  <c:v>1.5100000000000001E-2</c:v>
                </c:pt>
                <c:pt idx="2709">
                  <c:v>1.5180000000000001E-2</c:v>
                </c:pt>
                <c:pt idx="2710">
                  <c:v>1.523E-2</c:v>
                </c:pt>
                <c:pt idx="2711">
                  <c:v>1.5359999999999999E-2</c:v>
                </c:pt>
                <c:pt idx="2712">
                  <c:v>1.5480000000000001E-2</c:v>
                </c:pt>
                <c:pt idx="2713">
                  <c:v>1.553E-2</c:v>
                </c:pt>
                <c:pt idx="2714">
                  <c:v>1.555E-2</c:v>
                </c:pt>
                <c:pt idx="2715">
                  <c:v>1.5569999999999999E-2</c:v>
                </c:pt>
                <c:pt idx="2716">
                  <c:v>1.5679999999999999E-2</c:v>
                </c:pt>
                <c:pt idx="2717">
                  <c:v>1.5730000000000001E-2</c:v>
                </c:pt>
                <c:pt idx="2718">
                  <c:v>1.5890000000000001E-2</c:v>
                </c:pt>
                <c:pt idx="2719">
                  <c:v>1.5949999999999999E-2</c:v>
                </c:pt>
                <c:pt idx="2720">
                  <c:v>1.5939999999999999E-2</c:v>
                </c:pt>
                <c:pt idx="2721">
                  <c:v>1.61E-2</c:v>
                </c:pt>
                <c:pt idx="2722">
                  <c:v>1.6130000000000002E-2</c:v>
                </c:pt>
                <c:pt idx="2723">
                  <c:v>1.6209999999999999E-2</c:v>
                </c:pt>
                <c:pt idx="2724">
                  <c:v>1.6289999999999999E-2</c:v>
                </c:pt>
                <c:pt idx="2725">
                  <c:v>1.617E-2</c:v>
                </c:pt>
                <c:pt idx="2726">
                  <c:v>1.6400000000000001E-2</c:v>
                </c:pt>
                <c:pt idx="2727">
                  <c:v>1.6590000000000001E-2</c:v>
                </c:pt>
                <c:pt idx="2728">
                  <c:v>1.6580000000000001E-2</c:v>
                </c:pt>
                <c:pt idx="2729">
                  <c:v>1.6590000000000001E-2</c:v>
                </c:pt>
                <c:pt idx="2730">
                  <c:v>1.6490000000000001E-2</c:v>
                </c:pt>
                <c:pt idx="2731">
                  <c:v>1.6539999999999999E-2</c:v>
                </c:pt>
                <c:pt idx="2732">
                  <c:v>1.6799999999999999E-2</c:v>
                </c:pt>
                <c:pt idx="2733">
                  <c:v>1.7010000000000001E-2</c:v>
                </c:pt>
                <c:pt idx="2734">
                  <c:v>1.7100000000000001E-2</c:v>
                </c:pt>
                <c:pt idx="2735">
                  <c:v>1.6919999999999998E-2</c:v>
                </c:pt>
                <c:pt idx="2736">
                  <c:v>1.668E-2</c:v>
                </c:pt>
                <c:pt idx="2737">
                  <c:v>1.6299999999999999E-2</c:v>
                </c:pt>
                <c:pt idx="2738">
                  <c:v>1.6130000000000002E-2</c:v>
                </c:pt>
                <c:pt idx="2739">
                  <c:v>1.6109999999999999E-2</c:v>
                </c:pt>
                <c:pt idx="2740">
                  <c:v>1.6140000000000002E-2</c:v>
                </c:pt>
                <c:pt idx="2741">
                  <c:v>1.6130000000000002E-2</c:v>
                </c:pt>
                <c:pt idx="2742">
                  <c:v>1.5819999999999997E-2</c:v>
                </c:pt>
                <c:pt idx="2743">
                  <c:v>1.5980000000000001E-2</c:v>
                </c:pt>
                <c:pt idx="2744">
                  <c:v>1.6280000000000003E-2</c:v>
                </c:pt>
                <c:pt idx="2745">
                  <c:v>1.6299999999999999E-2</c:v>
                </c:pt>
                <c:pt idx="2746">
                  <c:v>1.6230000000000001E-2</c:v>
                </c:pt>
                <c:pt idx="2747">
                  <c:v>1.627E-2</c:v>
                </c:pt>
                <c:pt idx="2748">
                  <c:v>1.644E-2</c:v>
                </c:pt>
                <c:pt idx="2749">
                  <c:v>1.6750000000000001E-2</c:v>
                </c:pt>
                <c:pt idx="2750">
                  <c:v>1.661E-2</c:v>
                </c:pt>
                <c:pt idx="2751">
                  <c:v>1.644E-2</c:v>
                </c:pt>
                <c:pt idx="2752">
                  <c:v>1.6199999999999999E-2</c:v>
                </c:pt>
                <c:pt idx="2753">
                  <c:v>1.6119999999999999E-2</c:v>
                </c:pt>
                <c:pt idx="2754">
                  <c:v>1.6160000000000001E-2</c:v>
                </c:pt>
                <c:pt idx="2755">
                  <c:v>1.6130000000000002E-2</c:v>
                </c:pt>
                <c:pt idx="2756">
                  <c:v>1.5969999999999998E-2</c:v>
                </c:pt>
                <c:pt idx="2757">
                  <c:v>1.6E-2</c:v>
                </c:pt>
                <c:pt idx="2758">
                  <c:v>1.6160000000000001E-2</c:v>
                </c:pt>
                <c:pt idx="2759">
                  <c:v>1.609E-2</c:v>
                </c:pt>
                <c:pt idx="2760">
                  <c:v>1.6240000000000001E-2</c:v>
                </c:pt>
                <c:pt idx="2761">
                  <c:v>1.636E-2</c:v>
                </c:pt>
                <c:pt idx="2762">
                  <c:v>1.6899999999999998E-2</c:v>
                </c:pt>
                <c:pt idx="2763">
                  <c:v>1.7240000000000002E-2</c:v>
                </c:pt>
                <c:pt idx="2764">
                  <c:v>1.856E-2</c:v>
                </c:pt>
                <c:pt idx="2765">
                  <c:v>1.925E-2</c:v>
                </c:pt>
                <c:pt idx="2766">
                  <c:v>2.0130000000000002E-2</c:v>
                </c:pt>
                <c:pt idx="2767">
                  <c:v>2.1219999999999999E-2</c:v>
                </c:pt>
                <c:pt idx="2768">
                  <c:v>2.095E-2</c:v>
                </c:pt>
                <c:pt idx="2769">
                  <c:v>2.085E-2</c:v>
                </c:pt>
                <c:pt idx="2770">
                  <c:v>2.094E-2</c:v>
                </c:pt>
                <c:pt idx="2771">
                  <c:v>2.0809999999999999E-2</c:v>
                </c:pt>
                <c:pt idx="2772">
                  <c:v>2.1230000000000002E-2</c:v>
                </c:pt>
                <c:pt idx="2773">
                  <c:v>2.1509999999999998E-2</c:v>
                </c:pt>
                <c:pt idx="2774">
                  <c:v>2.1819999999999999E-2</c:v>
                </c:pt>
                <c:pt idx="2775">
                  <c:v>2.257E-2</c:v>
                </c:pt>
                <c:pt idx="2776">
                  <c:v>2.2839999999999999E-2</c:v>
                </c:pt>
                <c:pt idx="2777">
                  <c:v>2.274E-2</c:v>
                </c:pt>
                <c:pt idx="2778">
                  <c:v>2.2859999999999998E-2</c:v>
                </c:pt>
                <c:pt idx="2779">
                  <c:v>2.2609999999999998E-2</c:v>
                </c:pt>
                <c:pt idx="2780">
                  <c:v>2.2430000000000002E-2</c:v>
                </c:pt>
                <c:pt idx="2781">
                  <c:v>2.1940000000000001E-2</c:v>
                </c:pt>
                <c:pt idx="2782">
                  <c:v>2.1759999999999998E-2</c:v>
                </c:pt>
                <c:pt idx="2783">
                  <c:v>2.1860000000000001E-2</c:v>
                </c:pt>
                <c:pt idx="2784">
                  <c:v>2.1860000000000001E-2</c:v>
                </c:pt>
                <c:pt idx="2785">
                  <c:v>2.23E-2</c:v>
                </c:pt>
                <c:pt idx="2786">
                  <c:v>2.2249999999999999E-2</c:v>
                </c:pt>
                <c:pt idx="2787">
                  <c:v>2.2340000000000002E-2</c:v>
                </c:pt>
                <c:pt idx="2788">
                  <c:v>2.273E-2</c:v>
                </c:pt>
                <c:pt idx="2789">
                  <c:v>2.316E-2</c:v>
                </c:pt>
                <c:pt idx="2790">
                  <c:v>2.333E-2</c:v>
                </c:pt>
                <c:pt idx="2791">
                  <c:v>2.332E-2</c:v>
                </c:pt>
                <c:pt idx="2792">
                  <c:v>2.3280000000000002E-2</c:v>
                </c:pt>
                <c:pt idx="2793">
                  <c:v>2.334E-2</c:v>
                </c:pt>
                <c:pt idx="2794">
                  <c:v>2.3609999999999999E-2</c:v>
                </c:pt>
                <c:pt idx="2795">
                  <c:v>2.3740000000000001E-2</c:v>
                </c:pt>
                <c:pt idx="2796">
                  <c:v>2.3780000000000003E-2</c:v>
                </c:pt>
                <c:pt idx="2797">
                  <c:v>2.4980000000000002E-2</c:v>
                </c:pt>
                <c:pt idx="2798">
                  <c:v>2.5530000000000001E-2</c:v>
                </c:pt>
                <c:pt idx="2799">
                  <c:v>2.5649999999999999E-2</c:v>
                </c:pt>
                <c:pt idx="2800">
                  <c:v>2.5389999999999999E-2</c:v>
                </c:pt>
                <c:pt idx="2801">
                  <c:v>2.5530000000000001E-2</c:v>
                </c:pt>
                <c:pt idx="2802">
                  <c:v>2.5559999999999999E-2</c:v>
                </c:pt>
                <c:pt idx="2803">
                  <c:v>2.5830000000000002E-2</c:v>
                </c:pt>
                <c:pt idx="2804">
                  <c:v>2.6210000000000001E-2</c:v>
                </c:pt>
                <c:pt idx="2805">
                  <c:v>2.7089999999999996E-2</c:v>
                </c:pt>
                <c:pt idx="2806">
                  <c:v>2.6960000000000001E-2</c:v>
                </c:pt>
                <c:pt idx="2807">
                  <c:v>2.6510000000000002E-2</c:v>
                </c:pt>
                <c:pt idx="2808">
                  <c:v>2.6080000000000002E-2</c:v>
                </c:pt>
                <c:pt idx="2809">
                  <c:v>2.6080000000000002E-2</c:v>
                </c:pt>
                <c:pt idx="2810">
                  <c:v>2.5350000000000001E-2</c:v>
                </c:pt>
                <c:pt idx="2811">
                  <c:v>2.477E-2</c:v>
                </c:pt>
                <c:pt idx="2812">
                  <c:v>2.4649999999999998E-2</c:v>
                </c:pt>
                <c:pt idx="2813">
                  <c:v>2.4380000000000002E-2</c:v>
                </c:pt>
                <c:pt idx="2814">
                  <c:v>2.4230000000000002E-2</c:v>
                </c:pt>
                <c:pt idx="2815">
                  <c:v>2.3969999999999998E-2</c:v>
                </c:pt>
                <c:pt idx="2816">
                  <c:v>2.333E-2</c:v>
                </c:pt>
                <c:pt idx="2817">
                  <c:v>2.317E-2</c:v>
                </c:pt>
                <c:pt idx="2818">
                  <c:v>2.283E-2</c:v>
                </c:pt>
                <c:pt idx="2819">
                  <c:v>2.2460000000000001E-2</c:v>
                </c:pt>
                <c:pt idx="2820">
                  <c:v>2.222E-2</c:v>
                </c:pt>
                <c:pt idx="2821">
                  <c:v>2.1930000000000002E-2</c:v>
                </c:pt>
                <c:pt idx="2822">
                  <c:v>2.112E-2</c:v>
                </c:pt>
                <c:pt idx="2823">
                  <c:v>2.0899999999999998E-2</c:v>
                </c:pt>
                <c:pt idx="2824">
                  <c:v>2.1159999999999998E-2</c:v>
                </c:pt>
                <c:pt idx="2825">
                  <c:v>2.1749999999999999E-2</c:v>
                </c:pt>
                <c:pt idx="2826">
                  <c:v>2.1559999999999999E-2</c:v>
                </c:pt>
                <c:pt idx="2827">
                  <c:v>2.1490000000000002E-2</c:v>
                </c:pt>
                <c:pt idx="2828">
                  <c:v>2.1580000000000002E-2</c:v>
                </c:pt>
                <c:pt idx="2829">
                  <c:v>2.1870000000000001E-2</c:v>
                </c:pt>
                <c:pt idx="2830">
                  <c:v>2.205E-2</c:v>
                </c:pt>
                <c:pt idx="2831">
                  <c:v>2.2849999999999999E-2</c:v>
                </c:pt>
                <c:pt idx="2832">
                  <c:v>2.3089999999999999E-2</c:v>
                </c:pt>
                <c:pt idx="2833">
                  <c:v>2.3089999999999999E-2</c:v>
                </c:pt>
                <c:pt idx="2834">
                  <c:v>2.3349999999999999E-2</c:v>
                </c:pt>
                <c:pt idx="2835">
                  <c:v>2.3740000000000001E-2</c:v>
                </c:pt>
                <c:pt idx="2836">
                  <c:v>2.4049999999999998E-2</c:v>
                </c:pt>
                <c:pt idx="2837">
                  <c:v>2.452E-2</c:v>
                </c:pt>
                <c:pt idx="2838">
                  <c:v>2.462E-2</c:v>
                </c:pt>
                <c:pt idx="2839">
                  <c:v>2.5219999999999999E-2</c:v>
                </c:pt>
                <c:pt idx="2840">
                  <c:v>2.5530000000000001E-2</c:v>
                </c:pt>
                <c:pt idx="2841">
                  <c:v>2.5850000000000001E-2</c:v>
                </c:pt>
                <c:pt idx="2842">
                  <c:v>2.5850000000000001E-2</c:v>
                </c:pt>
                <c:pt idx="2843">
                  <c:v>2.5930000000000002E-2</c:v>
                </c:pt>
                <c:pt idx="2844">
                  <c:v>2.613E-2</c:v>
                </c:pt>
                <c:pt idx="2845">
                  <c:v>2.6360000000000001E-2</c:v>
                </c:pt>
                <c:pt idx="2846">
                  <c:v>2.6030000000000001E-2</c:v>
                </c:pt>
                <c:pt idx="2847">
                  <c:v>2.5660000000000002E-2</c:v>
                </c:pt>
                <c:pt idx="2848">
                  <c:v>2.5059999999999999E-2</c:v>
                </c:pt>
                <c:pt idx="2849">
                  <c:v>2.4680000000000001E-2</c:v>
                </c:pt>
                <c:pt idx="2850">
                  <c:v>2.4730000000000002E-2</c:v>
                </c:pt>
                <c:pt idx="2851">
                  <c:v>2.4750000000000001E-2</c:v>
                </c:pt>
                <c:pt idx="2852">
                  <c:v>2.4909999999999998E-2</c:v>
                </c:pt>
                <c:pt idx="2853">
                  <c:v>2.5059999999999999E-2</c:v>
                </c:pt>
                <c:pt idx="2854">
                  <c:v>2.5159999999999998E-2</c:v>
                </c:pt>
                <c:pt idx="2855">
                  <c:v>2.5090000000000001E-2</c:v>
                </c:pt>
                <c:pt idx="2856">
                  <c:v>2.521E-2</c:v>
                </c:pt>
                <c:pt idx="2857">
                  <c:v>2.5149999999999999E-2</c:v>
                </c:pt>
                <c:pt idx="2858">
                  <c:v>2.5159999999999998E-2</c:v>
                </c:pt>
                <c:pt idx="2859">
                  <c:v>2.5180000000000001E-2</c:v>
                </c:pt>
                <c:pt idx="2860">
                  <c:v>2.503E-2</c:v>
                </c:pt>
                <c:pt idx="2861">
                  <c:v>2.5000000000000001E-2</c:v>
                </c:pt>
                <c:pt idx="2862">
                  <c:v>2.4909999999999998E-2</c:v>
                </c:pt>
                <c:pt idx="2863">
                  <c:v>2.4830000000000001E-2</c:v>
                </c:pt>
                <c:pt idx="2864">
                  <c:v>2.4830000000000001E-2</c:v>
                </c:pt>
                <c:pt idx="2865">
                  <c:v>2.478E-2</c:v>
                </c:pt>
                <c:pt idx="2866">
                  <c:v>2.4580000000000001E-2</c:v>
                </c:pt>
                <c:pt idx="2867">
                  <c:v>2.4500000000000001E-2</c:v>
                </c:pt>
                <c:pt idx="2868">
                  <c:v>2.436E-2</c:v>
                </c:pt>
                <c:pt idx="2869">
                  <c:v>2.436E-2</c:v>
                </c:pt>
                <c:pt idx="2870">
                  <c:v>2.3910000000000001E-2</c:v>
                </c:pt>
                <c:pt idx="2871">
                  <c:v>2.3890000000000002E-2</c:v>
                </c:pt>
                <c:pt idx="2872">
                  <c:v>2.3900000000000001E-2</c:v>
                </c:pt>
                <c:pt idx="2873">
                  <c:v>2.3800000000000002E-2</c:v>
                </c:pt>
                <c:pt idx="2874">
                  <c:v>2.3709999999999998E-2</c:v>
                </c:pt>
                <c:pt idx="2875">
                  <c:v>2.3550000000000001E-2</c:v>
                </c:pt>
                <c:pt idx="2876">
                  <c:v>2.358E-2</c:v>
                </c:pt>
                <c:pt idx="2877">
                  <c:v>2.3449999999999999E-2</c:v>
                </c:pt>
                <c:pt idx="2878">
                  <c:v>2.3640000000000001E-2</c:v>
                </c:pt>
                <c:pt idx="2879">
                  <c:v>2.3640000000000001E-2</c:v>
                </c:pt>
                <c:pt idx="2880">
                  <c:v>2.3429999999999999E-2</c:v>
                </c:pt>
                <c:pt idx="2881">
                  <c:v>2.3310000000000001E-2</c:v>
                </c:pt>
                <c:pt idx="2882">
                  <c:v>2.298E-2</c:v>
                </c:pt>
                <c:pt idx="2883">
                  <c:v>2.2849999999999999E-2</c:v>
                </c:pt>
                <c:pt idx="2884">
                  <c:v>2.256E-2</c:v>
                </c:pt>
                <c:pt idx="2885">
                  <c:v>2.249E-2</c:v>
                </c:pt>
                <c:pt idx="2886">
                  <c:v>2.2450000000000001E-2</c:v>
                </c:pt>
                <c:pt idx="2887">
                  <c:v>2.2040000000000001E-2</c:v>
                </c:pt>
                <c:pt idx="2888">
                  <c:v>2.196E-2</c:v>
                </c:pt>
                <c:pt idx="2889">
                  <c:v>2.2100000000000002E-2</c:v>
                </c:pt>
                <c:pt idx="2890">
                  <c:v>2.1940000000000001E-2</c:v>
                </c:pt>
                <c:pt idx="2891">
                  <c:v>2.171E-2</c:v>
                </c:pt>
                <c:pt idx="2892">
                  <c:v>2.1519999999999997E-2</c:v>
                </c:pt>
                <c:pt idx="2893">
                  <c:v>2.112E-2</c:v>
                </c:pt>
                <c:pt idx="2894">
                  <c:v>2.0990000000000002E-2</c:v>
                </c:pt>
                <c:pt idx="2895">
                  <c:v>2.0740000000000001E-2</c:v>
                </c:pt>
                <c:pt idx="2896">
                  <c:v>2.0559999999999998E-2</c:v>
                </c:pt>
                <c:pt idx="2897">
                  <c:v>2.052E-2</c:v>
                </c:pt>
                <c:pt idx="2898">
                  <c:v>2.0719999999999999E-2</c:v>
                </c:pt>
                <c:pt idx="2899">
                  <c:v>2.06E-2</c:v>
                </c:pt>
                <c:pt idx="2900">
                  <c:v>2.0740000000000001E-2</c:v>
                </c:pt>
                <c:pt idx="2901">
                  <c:v>2.0799999999999999E-2</c:v>
                </c:pt>
                <c:pt idx="2902">
                  <c:v>2.086E-2</c:v>
                </c:pt>
                <c:pt idx="2903">
                  <c:v>2.0650000000000002E-2</c:v>
                </c:pt>
                <c:pt idx="2904">
                  <c:v>2.0650000000000002E-2</c:v>
                </c:pt>
                <c:pt idx="2905">
                  <c:v>2.0400000000000001E-2</c:v>
                </c:pt>
                <c:pt idx="2906">
                  <c:v>2.035E-2</c:v>
                </c:pt>
                <c:pt idx="2907">
                  <c:v>2.0410000000000001E-2</c:v>
                </c:pt>
                <c:pt idx="2908">
                  <c:v>2.0279999999999999E-2</c:v>
                </c:pt>
                <c:pt idx="2909">
                  <c:v>2.0319999999999998E-2</c:v>
                </c:pt>
                <c:pt idx="2910">
                  <c:v>2.0109999999999999E-2</c:v>
                </c:pt>
                <c:pt idx="2911">
                  <c:v>1.9809999999999998E-2</c:v>
                </c:pt>
                <c:pt idx="2912">
                  <c:v>1.9599999999999999E-2</c:v>
                </c:pt>
                <c:pt idx="2913">
                  <c:v>1.9550000000000001E-2</c:v>
                </c:pt>
                <c:pt idx="2914">
                  <c:v>1.9709999999999998E-2</c:v>
                </c:pt>
                <c:pt idx="2915">
                  <c:v>2.0130000000000002E-2</c:v>
                </c:pt>
                <c:pt idx="2916">
                  <c:v>2.0040000000000002E-2</c:v>
                </c:pt>
                <c:pt idx="2917">
                  <c:v>1.9949999999999999E-2</c:v>
                </c:pt>
                <c:pt idx="2918">
                  <c:v>1.9890000000000001E-2</c:v>
                </c:pt>
                <c:pt idx="2919">
                  <c:v>1.9890000000000001E-2</c:v>
                </c:pt>
                <c:pt idx="2920">
                  <c:v>1.9699999999999999E-2</c:v>
                </c:pt>
                <c:pt idx="2921">
                  <c:v>1.9369999999999998E-2</c:v>
                </c:pt>
                <c:pt idx="2922">
                  <c:v>1.9209999999999998E-2</c:v>
                </c:pt>
                <c:pt idx="2923">
                  <c:v>1.9060000000000001E-2</c:v>
                </c:pt>
                <c:pt idx="2924">
                  <c:v>1.8890000000000001E-2</c:v>
                </c:pt>
                <c:pt idx="2925">
                  <c:v>1.8960000000000001E-2</c:v>
                </c:pt>
                <c:pt idx="2926">
                  <c:v>1.8969999999999997E-2</c:v>
                </c:pt>
                <c:pt idx="2927">
                  <c:v>1.9140000000000001E-2</c:v>
                </c:pt>
                <c:pt idx="2928">
                  <c:v>1.9209999999999998E-2</c:v>
                </c:pt>
                <c:pt idx="2929">
                  <c:v>1.9140000000000001E-2</c:v>
                </c:pt>
                <c:pt idx="2930">
                  <c:v>1.9190000000000002E-2</c:v>
                </c:pt>
                <c:pt idx="2931">
                  <c:v>1.9180000000000003E-2</c:v>
                </c:pt>
                <c:pt idx="2932">
                  <c:v>1.9390000000000001E-2</c:v>
                </c:pt>
                <c:pt idx="2933">
                  <c:v>1.934E-2</c:v>
                </c:pt>
                <c:pt idx="2934">
                  <c:v>1.9349999999999999E-2</c:v>
                </c:pt>
                <c:pt idx="2935">
                  <c:v>1.9230000000000001E-2</c:v>
                </c:pt>
                <c:pt idx="2936">
                  <c:v>1.9430000000000003E-2</c:v>
                </c:pt>
                <c:pt idx="2937">
                  <c:v>1.966E-2</c:v>
                </c:pt>
                <c:pt idx="2938">
                  <c:v>1.9709999999999998E-2</c:v>
                </c:pt>
                <c:pt idx="2939">
                  <c:v>1.9949999999999999E-2</c:v>
                </c:pt>
                <c:pt idx="2940">
                  <c:v>2.0289999999999999E-2</c:v>
                </c:pt>
                <c:pt idx="2941">
                  <c:v>2.026E-2</c:v>
                </c:pt>
                <c:pt idx="2942">
                  <c:v>2.018E-2</c:v>
                </c:pt>
                <c:pt idx="2943">
                  <c:v>2.0289999999999999E-2</c:v>
                </c:pt>
                <c:pt idx="2944">
                  <c:v>2.0299999999999999E-2</c:v>
                </c:pt>
                <c:pt idx="2945">
                  <c:v>2.0219999999999998E-2</c:v>
                </c:pt>
                <c:pt idx="2946">
                  <c:v>2.026E-2</c:v>
                </c:pt>
                <c:pt idx="2947">
                  <c:v>2.0369999999999999E-2</c:v>
                </c:pt>
                <c:pt idx="2948">
                  <c:v>2.034E-2</c:v>
                </c:pt>
                <c:pt idx="2949">
                  <c:v>2.035E-2</c:v>
                </c:pt>
                <c:pt idx="2950">
                  <c:v>2.0410000000000001E-2</c:v>
                </c:pt>
                <c:pt idx="2951">
                  <c:v>2.035E-2</c:v>
                </c:pt>
                <c:pt idx="2952">
                  <c:v>2.043E-2</c:v>
                </c:pt>
                <c:pt idx="2953">
                  <c:v>2.0369999999999999E-2</c:v>
                </c:pt>
                <c:pt idx="2954">
                  <c:v>2.0309999999999998E-2</c:v>
                </c:pt>
                <c:pt idx="2955">
                  <c:v>2.0069999999999998E-2</c:v>
                </c:pt>
                <c:pt idx="2956">
                  <c:v>0.02</c:v>
                </c:pt>
                <c:pt idx="2957">
                  <c:v>1.9969999999999998E-2</c:v>
                </c:pt>
                <c:pt idx="2958">
                  <c:v>2.0030000000000003E-2</c:v>
                </c:pt>
                <c:pt idx="2959">
                  <c:v>2.01E-2</c:v>
                </c:pt>
                <c:pt idx="2960">
                  <c:v>2.0240000000000001E-2</c:v>
                </c:pt>
                <c:pt idx="2961">
                  <c:v>2.0539999999999999E-2</c:v>
                </c:pt>
                <c:pt idx="2962">
                  <c:v>2.053E-2</c:v>
                </c:pt>
                <c:pt idx="2963">
                  <c:v>2.07E-2</c:v>
                </c:pt>
                <c:pt idx="2964">
                  <c:v>2.102E-2</c:v>
                </c:pt>
                <c:pt idx="2965">
                  <c:v>2.1309999999999999E-2</c:v>
                </c:pt>
                <c:pt idx="2966">
                  <c:v>2.163E-2</c:v>
                </c:pt>
                <c:pt idx="2967">
                  <c:v>2.2109999999999998E-2</c:v>
                </c:pt>
                <c:pt idx="2968">
                  <c:v>2.2450000000000001E-2</c:v>
                </c:pt>
                <c:pt idx="2969">
                  <c:v>2.256E-2</c:v>
                </c:pt>
                <c:pt idx="2970">
                  <c:v>2.2440000000000002E-2</c:v>
                </c:pt>
                <c:pt idx="2971">
                  <c:v>2.2710000000000001E-2</c:v>
                </c:pt>
                <c:pt idx="2972">
                  <c:v>2.2719999999999997E-2</c:v>
                </c:pt>
                <c:pt idx="2973">
                  <c:v>2.2690000000000002E-2</c:v>
                </c:pt>
                <c:pt idx="2974">
                  <c:v>2.2690000000000002E-2</c:v>
                </c:pt>
                <c:pt idx="2975">
                  <c:v>2.264E-2</c:v>
                </c:pt>
                <c:pt idx="2976">
                  <c:v>2.281E-2</c:v>
                </c:pt>
                <c:pt idx="2977">
                  <c:v>2.3109999999999999E-2</c:v>
                </c:pt>
                <c:pt idx="2978">
                  <c:v>2.3359999999999999E-2</c:v>
                </c:pt>
                <c:pt idx="2979">
                  <c:v>2.35E-2</c:v>
                </c:pt>
                <c:pt idx="2980">
                  <c:v>2.3569999999999997E-2</c:v>
                </c:pt>
                <c:pt idx="2981">
                  <c:v>2.3140000000000001E-2</c:v>
                </c:pt>
                <c:pt idx="2982">
                  <c:v>2.2849999999999999E-2</c:v>
                </c:pt>
                <c:pt idx="2983">
                  <c:v>2.283E-2</c:v>
                </c:pt>
                <c:pt idx="2984">
                  <c:v>2.2890000000000001E-2</c:v>
                </c:pt>
                <c:pt idx="2985">
                  <c:v>2.2930000000000002E-2</c:v>
                </c:pt>
                <c:pt idx="2986">
                  <c:v>2.2869999999999998E-2</c:v>
                </c:pt>
                <c:pt idx="2987">
                  <c:v>2.3009999999999999E-2</c:v>
                </c:pt>
                <c:pt idx="2988">
                  <c:v>2.2790000000000001E-2</c:v>
                </c:pt>
                <c:pt idx="2989">
                  <c:v>2.2710000000000001E-2</c:v>
                </c:pt>
                <c:pt idx="2990">
                  <c:v>2.2460000000000001E-2</c:v>
                </c:pt>
                <c:pt idx="2991">
                  <c:v>2.215E-2</c:v>
                </c:pt>
                <c:pt idx="2992">
                  <c:v>2.2169999999999999E-2</c:v>
                </c:pt>
                <c:pt idx="2993">
                  <c:v>2.2030000000000001E-2</c:v>
                </c:pt>
                <c:pt idx="2994">
                  <c:v>2.214E-2</c:v>
                </c:pt>
                <c:pt idx="2995">
                  <c:v>2.215E-2</c:v>
                </c:pt>
                <c:pt idx="2996">
                  <c:v>2.2109999999999998E-2</c:v>
                </c:pt>
                <c:pt idx="2997">
                  <c:v>2.2249999999999999E-2</c:v>
                </c:pt>
                <c:pt idx="2998">
                  <c:v>2.179E-2</c:v>
                </c:pt>
                <c:pt idx="2999">
                  <c:v>2.155E-2</c:v>
                </c:pt>
                <c:pt idx="3000">
                  <c:v>2.1409999999999998E-2</c:v>
                </c:pt>
                <c:pt idx="3001">
                  <c:v>2.1409999999999998E-2</c:v>
                </c:pt>
                <c:pt idx="3002">
                  <c:v>2.1340000000000001E-2</c:v>
                </c:pt>
                <c:pt idx="3003">
                  <c:v>2.1389999999999999E-2</c:v>
                </c:pt>
                <c:pt idx="3004">
                  <c:v>2.1409999999999998E-2</c:v>
                </c:pt>
                <c:pt idx="3005">
                  <c:v>2.129E-2</c:v>
                </c:pt>
                <c:pt idx="3006">
                  <c:v>2.1169999999999998E-2</c:v>
                </c:pt>
                <c:pt idx="3007">
                  <c:v>2.1169999999999998E-2</c:v>
                </c:pt>
                <c:pt idx="3008">
                  <c:v>2.0959999999999999E-2</c:v>
                </c:pt>
                <c:pt idx="3009">
                  <c:v>2.0840000000000001E-2</c:v>
                </c:pt>
                <c:pt idx="3010">
                  <c:v>2.06E-2</c:v>
                </c:pt>
                <c:pt idx="3011">
                  <c:v>2.018E-2</c:v>
                </c:pt>
                <c:pt idx="3012">
                  <c:v>1.9969999999999998E-2</c:v>
                </c:pt>
                <c:pt idx="3013">
                  <c:v>2.0080000000000001E-2</c:v>
                </c:pt>
                <c:pt idx="3014">
                  <c:v>2.035E-2</c:v>
                </c:pt>
                <c:pt idx="3015">
                  <c:v>2.0380000000000002E-2</c:v>
                </c:pt>
                <c:pt idx="3016">
                  <c:v>2.0369999999999999E-2</c:v>
                </c:pt>
                <c:pt idx="3017">
                  <c:v>2.018E-2</c:v>
                </c:pt>
                <c:pt idx="3018">
                  <c:v>1.993E-2</c:v>
                </c:pt>
                <c:pt idx="3019">
                  <c:v>1.9780000000000002E-2</c:v>
                </c:pt>
                <c:pt idx="3020">
                  <c:v>1.9689999999999999E-2</c:v>
                </c:pt>
                <c:pt idx="3021">
                  <c:v>1.9459999999999998E-2</c:v>
                </c:pt>
                <c:pt idx="3022">
                  <c:v>1.9530000000000002E-2</c:v>
                </c:pt>
                <c:pt idx="3023">
                  <c:v>1.9269999999999999E-2</c:v>
                </c:pt>
                <c:pt idx="3024">
                  <c:v>1.9130000000000001E-2</c:v>
                </c:pt>
                <c:pt idx="3025">
                  <c:v>1.9E-2</c:v>
                </c:pt>
                <c:pt idx="3026">
                  <c:v>1.9040000000000001E-2</c:v>
                </c:pt>
                <c:pt idx="3027">
                  <c:v>1.9E-2</c:v>
                </c:pt>
                <c:pt idx="3028">
                  <c:v>1.9030000000000002E-2</c:v>
                </c:pt>
                <c:pt idx="3029">
                  <c:v>1.9050000000000001E-2</c:v>
                </c:pt>
                <c:pt idx="3030">
                  <c:v>1.9019999999999999E-2</c:v>
                </c:pt>
                <c:pt idx="3031">
                  <c:v>1.9019999999999999E-2</c:v>
                </c:pt>
                <c:pt idx="3032">
                  <c:v>1.9E-2</c:v>
                </c:pt>
                <c:pt idx="3033">
                  <c:v>1.898E-2</c:v>
                </c:pt>
                <c:pt idx="3034">
                  <c:v>1.8950000000000002E-2</c:v>
                </c:pt>
                <c:pt idx="3035">
                  <c:v>1.881E-2</c:v>
                </c:pt>
                <c:pt idx="3036">
                  <c:v>1.8919999999999999E-2</c:v>
                </c:pt>
                <c:pt idx="3037">
                  <c:v>1.8940000000000002E-2</c:v>
                </c:pt>
                <c:pt idx="3038">
                  <c:v>1.899E-2</c:v>
                </c:pt>
                <c:pt idx="3039">
                  <c:v>1.899E-2</c:v>
                </c:pt>
                <c:pt idx="3040">
                  <c:v>1.9089999999999999E-2</c:v>
                </c:pt>
                <c:pt idx="3041">
                  <c:v>1.907E-2</c:v>
                </c:pt>
                <c:pt idx="3042">
                  <c:v>1.915E-2</c:v>
                </c:pt>
                <c:pt idx="3043">
                  <c:v>1.9099999999999999E-2</c:v>
                </c:pt>
                <c:pt idx="3044">
                  <c:v>1.9099999999999999E-2</c:v>
                </c:pt>
                <c:pt idx="3045">
                  <c:v>1.8919999999999999E-2</c:v>
                </c:pt>
                <c:pt idx="3046">
                  <c:v>1.891E-2</c:v>
                </c:pt>
                <c:pt idx="3047">
                  <c:v>1.873E-2</c:v>
                </c:pt>
                <c:pt idx="3048">
                  <c:v>1.8599999999999998E-2</c:v>
                </c:pt>
                <c:pt idx="3049">
                  <c:v>1.8460000000000001E-2</c:v>
                </c:pt>
                <c:pt idx="3050">
                  <c:v>1.8319999999999999E-2</c:v>
                </c:pt>
                <c:pt idx="3051">
                  <c:v>1.796E-2</c:v>
                </c:pt>
                <c:pt idx="3052">
                  <c:v>1.7840000000000002E-2</c:v>
                </c:pt>
                <c:pt idx="3053">
                  <c:v>1.738E-2</c:v>
                </c:pt>
                <c:pt idx="3054">
                  <c:v>1.7169999999999998E-2</c:v>
                </c:pt>
                <c:pt idx="3055">
                  <c:v>1.7169999999999998E-2</c:v>
                </c:pt>
                <c:pt idx="3056">
                  <c:v>1.7069999999999998E-2</c:v>
                </c:pt>
                <c:pt idx="3057">
                  <c:v>1.7139999999999999E-2</c:v>
                </c:pt>
                <c:pt idx="3058">
                  <c:v>1.7049999999999999E-2</c:v>
                </c:pt>
                <c:pt idx="3059">
                  <c:v>1.712E-2</c:v>
                </c:pt>
                <c:pt idx="3060">
                  <c:v>1.7240000000000002E-2</c:v>
                </c:pt>
                <c:pt idx="3061">
                  <c:v>1.7469999999999999E-2</c:v>
                </c:pt>
                <c:pt idx="3062">
                  <c:v>1.729E-2</c:v>
                </c:pt>
                <c:pt idx="3063">
                  <c:v>1.728E-2</c:v>
                </c:pt>
                <c:pt idx="3064">
                  <c:v>1.7069999999999998E-2</c:v>
                </c:pt>
                <c:pt idx="3065">
                  <c:v>1.695E-2</c:v>
                </c:pt>
                <c:pt idx="3066">
                  <c:v>1.6750000000000001E-2</c:v>
                </c:pt>
                <c:pt idx="3067">
                  <c:v>1.652E-2</c:v>
                </c:pt>
                <c:pt idx="3068">
                  <c:v>1.634E-2</c:v>
                </c:pt>
                <c:pt idx="3069">
                  <c:v>1.634E-2</c:v>
                </c:pt>
                <c:pt idx="3070">
                  <c:v>1.618E-2</c:v>
                </c:pt>
                <c:pt idx="3071">
                  <c:v>1.6119999999999999E-2</c:v>
                </c:pt>
                <c:pt idx="3072">
                  <c:v>1.5939999999999999E-2</c:v>
                </c:pt>
                <c:pt idx="3073">
                  <c:v>1.5769999999999999E-2</c:v>
                </c:pt>
                <c:pt idx="3074">
                  <c:v>1.5619999999999998E-2</c:v>
                </c:pt>
                <c:pt idx="3075">
                  <c:v>1.5309999999999999E-2</c:v>
                </c:pt>
                <c:pt idx="3076">
                  <c:v>1.481E-2</c:v>
                </c:pt>
                <c:pt idx="3077">
                  <c:v>1.4709999999999999E-2</c:v>
                </c:pt>
                <c:pt idx="3078">
                  <c:v>1.4800000000000001E-2</c:v>
                </c:pt>
                <c:pt idx="3079">
                  <c:v>1.4919999999999999E-2</c:v>
                </c:pt>
                <c:pt idx="3080">
                  <c:v>1.519E-2</c:v>
                </c:pt>
                <c:pt idx="3081">
                  <c:v>1.5119999999999998E-2</c:v>
                </c:pt>
                <c:pt idx="3082">
                  <c:v>1.5090000000000001E-2</c:v>
                </c:pt>
                <c:pt idx="3083">
                  <c:v>1.511E-2</c:v>
                </c:pt>
                <c:pt idx="3084">
                  <c:v>1.523E-2</c:v>
                </c:pt>
                <c:pt idx="3085">
                  <c:v>1.523E-2</c:v>
                </c:pt>
                <c:pt idx="3086">
                  <c:v>1.5259999999999999E-2</c:v>
                </c:pt>
                <c:pt idx="3087">
                  <c:v>1.5269999999999999E-2</c:v>
                </c:pt>
                <c:pt idx="3088">
                  <c:v>1.5350000000000001E-2</c:v>
                </c:pt>
                <c:pt idx="3089">
                  <c:v>1.554E-2</c:v>
                </c:pt>
                <c:pt idx="3090">
                  <c:v>1.554E-2</c:v>
                </c:pt>
                <c:pt idx="3091">
                  <c:v>1.5890000000000001E-2</c:v>
                </c:pt>
                <c:pt idx="3092">
                  <c:v>1.6040000000000002E-2</c:v>
                </c:pt>
                <c:pt idx="3093">
                  <c:v>1.627E-2</c:v>
                </c:pt>
                <c:pt idx="3094">
                  <c:v>1.627E-2</c:v>
                </c:pt>
                <c:pt idx="3095">
                  <c:v>1.6549999999999999E-2</c:v>
                </c:pt>
                <c:pt idx="3096">
                  <c:v>1.6630000000000002E-2</c:v>
                </c:pt>
                <c:pt idx="3097">
                  <c:v>1.6830000000000001E-2</c:v>
                </c:pt>
                <c:pt idx="3098">
                  <c:v>1.6959999999999999E-2</c:v>
                </c:pt>
                <c:pt idx="3099">
                  <c:v>1.687E-2</c:v>
                </c:pt>
                <c:pt idx="3100">
                  <c:v>1.6799999999999999E-2</c:v>
                </c:pt>
                <c:pt idx="3101">
                  <c:v>1.6740000000000001E-2</c:v>
                </c:pt>
                <c:pt idx="3102">
                  <c:v>1.6740000000000001E-2</c:v>
                </c:pt>
                <c:pt idx="3103">
                  <c:v>1.6740000000000001E-2</c:v>
                </c:pt>
                <c:pt idx="3104">
                  <c:v>1.6760000000000001E-2</c:v>
                </c:pt>
                <c:pt idx="3105">
                  <c:v>1.6750000000000001E-2</c:v>
                </c:pt>
                <c:pt idx="3106">
                  <c:v>1.687E-2</c:v>
                </c:pt>
                <c:pt idx="3107">
                  <c:v>1.6830000000000001E-2</c:v>
                </c:pt>
                <c:pt idx="3108">
                  <c:v>1.694E-2</c:v>
                </c:pt>
                <c:pt idx="3109">
                  <c:v>1.6809999999999999E-2</c:v>
                </c:pt>
                <c:pt idx="3110">
                  <c:v>1.686E-2</c:v>
                </c:pt>
                <c:pt idx="3111">
                  <c:v>1.6809999999999999E-2</c:v>
                </c:pt>
                <c:pt idx="3112">
                  <c:v>1.6840000000000001E-2</c:v>
                </c:pt>
                <c:pt idx="3113">
                  <c:v>1.6809999999999999E-2</c:v>
                </c:pt>
                <c:pt idx="3114">
                  <c:v>1.6799999999999999E-2</c:v>
                </c:pt>
                <c:pt idx="3115">
                  <c:v>1.6719999999999999E-2</c:v>
                </c:pt>
                <c:pt idx="3116">
                  <c:v>1.6590000000000001E-2</c:v>
                </c:pt>
                <c:pt idx="3117">
                  <c:v>1.651E-2</c:v>
                </c:pt>
                <c:pt idx="3118">
                  <c:v>1.6480000000000002E-2</c:v>
                </c:pt>
                <c:pt idx="3119">
                  <c:v>1.6420000000000001E-2</c:v>
                </c:pt>
                <c:pt idx="3120">
                  <c:v>1.626E-2</c:v>
                </c:pt>
                <c:pt idx="3121">
                  <c:v>1.6130000000000002E-2</c:v>
                </c:pt>
                <c:pt idx="3122">
                  <c:v>1.601E-2</c:v>
                </c:pt>
                <c:pt idx="3123">
                  <c:v>1.6059999999999998E-2</c:v>
                </c:pt>
                <c:pt idx="3124">
                  <c:v>1.6040000000000002E-2</c:v>
                </c:pt>
                <c:pt idx="3125">
                  <c:v>1.6040000000000002E-2</c:v>
                </c:pt>
                <c:pt idx="3126">
                  <c:v>1.6049999999999998E-2</c:v>
                </c:pt>
                <c:pt idx="3127">
                  <c:v>1.602E-2</c:v>
                </c:pt>
                <c:pt idx="3128">
                  <c:v>1.601E-2</c:v>
                </c:pt>
                <c:pt idx="3129">
                  <c:v>1.6040000000000002E-2</c:v>
                </c:pt>
                <c:pt idx="3130">
                  <c:v>1.6040000000000002E-2</c:v>
                </c:pt>
                <c:pt idx="3131">
                  <c:v>1.55E-2</c:v>
                </c:pt>
                <c:pt idx="3132">
                  <c:v>1.5299999999999999E-2</c:v>
                </c:pt>
                <c:pt idx="3133">
                  <c:v>1.516E-2</c:v>
                </c:pt>
                <c:pt idx="3134">
                  <c:v>1.5130000000000001E-2</c:v>
                </c:pt>
                <c:pt idx="3135">
                  <c:v>1.521E-2</c:v>
                </c:pt>
                <c:pt idx="3136">
                  <c:v>1.524E-2</c:v>
                </c:pt>
                <c:pt idx="3137">
                  <c:v>1.515E-2</c:v>
                </c:pt>
                <c:pt idx="3138">
                  <c:v>1.515E-2</c:v>
                </c:pt>
                <c:pt idx="3139">
                  <c:v>1.5259999999999999E-2</c:v>
                </c:pt>
                <c:pt idx="3140">
                  <c:v>1.5390000000000001E-2</c:v>
                </c:pt>
                <c:pt idx="3141">
                  <c:v>1.5469999999999999E-2</c:v>
                </c:pt>
                <c:pt idx="3142">
                  <c:v>1.541E-2</c:v>
                </c:pt>
                <c:pt idx="3143">
                  <c:v>1.5480000000000001E-2</c:v>
                </c:pt>
                <c:pt idx="3144">
                  <c:v>1.5480000000000001E-2</c:v>
                </c:pt>
                <c:pt idx="3145">
                  <c:v>1.549E-2</c:v>
                </c:pt>
                <c:pt idx="3146">
                  <c:v>1.5440000000000001E-2</c:v>
                </c:pt>
                <c:pt idx="3147">
                  <c:v>1.541E-2</c:v>
                </c:pt>
                <c:pt idx="3148">
                  <c:v>1.525E-2</c:v>
                </c:pt>
                <c:pt idx="3149">
                  <c:v>1.52E-2</c:v>
                </c:pt>
                <c:pt idx="3150">
                  <c:v>1.524E-2</c:v>
                </c:pt>
                <c:pt idx="3151">
                  <c:v>1.5359999999999999E-2</c:v>
                </c:pt>
                <c:pt idx="3152">
                  <c:v>1.546E-2</c:v>
                </c:pt>
                <c:pt idx="3153">
                  <c:v>1.553E-2</c:v>
                </c:pt>
                <c:pt idx="3154">
                  <c:v>1.5650000000000001E-2</c:v>
                </c:pt>
                <c:pt idx="3155">
                  <c:v>1.555E-2</c:v>
                </c:pt>
                <c:pt idx="3156">
                  <c:v>1.5630000000000002E-2</c:v>
                </c:pt>
                <c:pt idx="3157">
                  <c:v>1.5630000000000002E-2</c:v>
                </c:pt>
                <c:pt idx="3158">
                  <c:v>1.5609999999999999E-2</c:v>
                </c:pt>
                <c:pt idx="3159">
                  <c:v>1.5630000000000002E-2</c:v>
                </c:pt>
                <c:pt idx="3160">
                  <c:v>1.5630000000000002E-2</c:v>
                </c:pt>
                <c:pt idx="3161">
                  <c:v>1.5509999999999999E-2</c:v>
                </c:pt>
                <c:pt idx="3162">
                  <c:v>1.554E-2</c:v>
                </c:pt>
                <c:pt idx="3163">
                  <c:v>1.5590000000000001E-2</c:v>
                </c:pt>
                <c:pt idx="3164">
                  <c:v>1.5590000000000001E-2</c:v>
                </c:pt>
                <c:pt idx="3165">
                  <c:v>1.5599999999999999E-2</c:v>
                </c:pt>
                <c:pt idx="3166">
                  <c:v>1.5569999999999999E-2</c:v>
                </c:pt>
                <c:pt idx="3167">
                  <c:v>1.5650000000000001E-2</c:v>
                </c:pt>
                <c:pt idx="3168">
                  <c:v>1.5599999999999999E-2</c:v>
                </c:pt>
                <c:pt idx="3169">
                  <c:v>1.5650000000000001E-2</c:v>
                </c:pt>
                <c:pt idx="3170">
                  <c:v>1.5769999999999999E-2</c:v>
                </c:pt>
                <c:pt idx="3171">
                  <c:v>1.5780000000000002E-2</c:v>
                </c:pt>
                <c:pt idx="3172">
                  <c:v>1.5800000000000002E-2</c:v>
                </c:pt>
                <c:pt idx="3173">
                  <c:v>1.5880000000000002E-2</c:v>
                </c:pt>
                <c:pt idx="3174">
                  <c:v>1.5859999999999999E-2</c:v>
                </c:pt>
                <c:pt idx="3175">
                  <c:v>1.5769999999999999E-2</c:v>
                </c:pt>
                <c:pt idx="3176">
                  <c:v>1.5689999999999999E-2</c:v>
                </c:pt>
                <c:pt idx="3177">
                  <c:v>1.5609999999999999E-2</c:v>
                </c:pt>
                <c:pt idx="3178">
                  <c:v>1.5519999999999999E-2</c:v>
                </c:pt>
                <c:pt idx="3179">
                  <c:v>1.5509999999999999E-2</c:v>
                </c:pt>
                <c:pt idx="3180">
                  <c:v>1.549E-2</c:v>
                </c:pt>
                <c:pt idx="3181">
                  <c:v>1.5480000000000001E-2</c:v>
                </c:pt>
                <c:pt idx="3182">
                  <c:v>1.545E-2</c:v>
                </c:pt>
                <c:pt idx="3183">
                  <c:v>1.55E-2</c:v>
                </c:pt>
                <c:pt idx="3184">
                  <c:v>1.5630000000000002E-2</c:v>
                </c:pt>
                <c:pt idx="3185">
                  <c:v>1.5769999999999999E-2</c:v>
                </c:pt>
                <c:pt idx="3186">
                  <c:v>1.5790000000000002E-2</c:v>
                </c:pt>
                <c:pt idx="3187">
                  <c:v>1.5880000000000002E-2</c:v>
                </c:pt>
                <c:pt idx="3188">
                  <c:v>1.593E-2</c:v>
                </c:pt>
                <c:pt idx="3189">
                  <c:v>1.5980000000000001E-2</c:v>
                </c:pt>
                <c:pt idx="3190">
                  <c:v>1.5980000000000001E-2</c:v>
                </c:pt>
                <c:pt idx="3191">
                  <c:v>1.6160000000000001E-2</c:v>
                </c:pt>
                <c:pt idx="3192">
                  <c:v>1.6199999999999999E-2</c:v>
                </c:pt>
                <c:pt idx="3193">
                  <c:v>1.6199999999999999E-2</c:v>
                </c:pt>
                <c:pt idx="3194">
                  <c:v>1.617E-2</c:v>
                </c:pt>
                <c:pt idx="3195">
                  <c:v>1.6109999999999999E-2</c:v>
                </c:pt>
                <c:pt idx="3196">
                  <c:v>1.61E-2</c:v>
                </c:pt>
                <c:pt idx="3197">
                  <c:v>1.6040000000000002E-2</c:v>
                </c:pt>
                <c:pt idx="3198">
                  <c:v>1.602E-2</c:v>
                </c:pt>
                <c:pt idx="3199">
                  <c:v>1.5880000000000002E-2</c:v>
                </c:pt>
                <c:pt idx="3200">
                  <c:v>1.5780000000000002E-2</c:v>
                </c:pt>
                <c:pt idx="3201">
                  <c:v>1.5599999999999999E-2</c:v>
                </c:pt>
                <c:pt idx="3202">
                  <c:v>1.5569999999999999E-2</c:v>
                </c:pt>
                <c:pt idx="3203">
                  <c:v>1.5640000000000001E-2</c:v>
                </c:pt>
                <c:pt idx="3204">
                  <c:v>1.5730000000000001E-2</c:v>
                </c:pt>
                <c:pt idx="3205">
                  <c:v>1.566E-2</c:v>
                </c:pt>
                <c:pt idx="3206">
                  <c:v>1.5699999999999999E-2</c:v>
                </c:pt>
                <c:pt idx="3207">
                  <c:v>1.5719999999999998E-2</c:v>
                </c:pt>
                <c:pt idx="3208">
                  <c:v>1.5740000000000001E-2</c:v>
                </c:pt>
                <c:pt idx="3209">
                  <c:v>1.5689999999999999E-2</c:v>
                </c:pt>
                <c:pt idx="3210">
                  <c:v>1.5580000000000002E-2</c:v>
                </c:pt>
                <c:pt idx="3211">
                  <c:v>1.5559999999999999E-2</c:v>
                </c:pt>
                <c:pt idx="3212">
                  <c:v>1.555E-2</c:v>
                </c:pt>
                <c:pt idx="3213">
                  <c:v>1.5590000000000001E-2</c:v>
                </c:pt>
                <c:pt idx="3214">
                  <c:v>1.5569999999999999E-2</c:v>
                </c:pt>
                <c:pt idx="3215">
                  <c:v>1.554E-2</c:v>
                </c:pt>
                <c:pt idx="3216">
                  <c:v>1.5590000000000001E-2</c:v>
                </c:pt>
                <c:pt idx="3217">
                  <c:v>1.555E-2</c:v>
                </c:pt>
                <c:pt idx="3218">
                  <c:v>1.5350000000000001E-2</c:v>
                </c:pt>
                <c:pt idx="3219">
                  <c:v>1.5269999999999999E-2</c:v>
                </c:pt>
                <c:pt idx="3220">
                  <c:v>1.519E-2</c:v>
                </c:pt>
                <c:pt idx="3221">
                  <c:v>1.523E-2</c:v>
                </c:pt>
                <c:pt idx="3222">
                  <c:v>1.525E-2</c:v>
                </c:pt>
                <c:pt idx="3223">
                  <c:v>1.521E-2</c:v>
                </c:pt>
                <c:pt idx="3224">
                  <c:v>1.523E-2</c:v>
                </c:pt>
                <c:pt idx="3225">
                  <c:v>1.519E-2</c:v>
                </c:pt>
                <c:pt idx="3226">
                  <c:v>1.5180000000000001E-2</c:v>
                </c:pt>
                <c:pt idx="3227">
                  <c:v>1.524E-2</c:v>
                </c:pt>
                <c:pt idx="3228">
                  <c:v>1.5130000000000001E-2</c:v>
                </c:pt>
                <c:pt idx="3229">
                  <c:v>1.5140000000000001E-2</c:v>
                </c:pt>
                <c:pt idx="3230">
                  <c:v>1.5180000000000001E-2</c:v>
                </c:pt>
                <c:pt idx="3231">
                  <c:v>1.499E-2</c:v>
                </c:pt>
                <c:pt idx="3232">
                  <c:v>1.5130000000000001E-2</c:v>
                </c:pt>
                <c:pt idx="3233">
                  <c:v>1.5180000000000001E-2</c:v>
                </c:pt>
                <c:pt idx="3234">
                  <c:v>1.5180000000000001E-2</c:v>
                </c:pt>
                <c:pt idx="3235">
                  <c:v>1.5140000000000001E-2</c:v>
                </c:pt>
                <c:pt idx="3236">
                  <c:v>1.5390000000000001E-2</c:v>
                </c:pt>
                <c:pt idx="3237">
                  <c:v>1.5519999999999999E-2</c:v>
                </c:pt>
                <c:pt idx="3238">
                  <c:v>1.5650000000000001E-2</c:v>
                </c:pt>
                <c:pt idx="3239">
                  <c:v>1.5900000000000001E-2</c:v>
                </c:pt>
                <c:pt idx="3240">
                  <c:v>1.6049999999999998E-2</c:v>
                </c:pt>
                <c:pt idx="3241">
                  <c:v>1.6500000000000001E-2</c:v>
                </c:pt>
                <c:pt idx="3242">
                  <c:v>1.6630000000000002E-2</c:v>
                </c:pt>
                <c:pt idx="3243">
                  <c:v>1.6490000000000001E-2</c:v>
                </c:pt>
                <c:pt idx="3244">
                  <c:v>1.6569999999999998E-2</c:v>
                </c:pt>
                <c:pt idx="3245">
                  <c:v>1.6959999999999999E-2</c:v>
                </c:pt>
                <c:pt idx="3246">
                  <c:v>1.6899999999999998E-2</c:v>
                </c:pt>
                <c:pt idx="3247">
                  <c:v>1.6959999999999999E-2</c:v>
                </c:pt>
                <c:pt idx="3248">
                  <c:v>1.687E-2</c:v>
                </c:pt>
                <c:pt idx="3249">
                  <c:v>1.6830000000000001E-2</c:v>
                </c:pt>
                <c:pt idx="3250">
                  <c:v>1.6969999999999999E-2</c:v>
                </c:pt>
                <c:pt idx="3251">
                  <c:v>1.6909999999999998E-2</c:v>
                </c:pt>
                <c:pt idx="3252">
                  <c:v>1.7639999999999999E-2</c:v>
                </c:pt>
                <c:pt idx="3253">
                  <c:v>1.771E-2</c:v>
                </c:pt>
                <c:pt idx="3254">
                  <c:v>1.8380000000000001E-2</c:v>
                </c:pt>
                <c:pt idx="3255">
                  <c:v>1.823E-2</c:v>
                </c:pt>
                <c:pt idx="3256">
                  <c:v>1.7989999999999999E-2</c:v>
                </c:pt>
                <c:pt idx="3257">
                  <c:v>1.7899999999999999E-2</c:v>
                </c:pt>
                <c:pt idx="3258">
                  <c:v>1.771E-2</c:v>
                </c:pt>
                <c:pt idx="3259">
                  <c:v>1.7440000000000001E-2</c:v>
                </c:pt>
                <c:pt idx="3260">
                  <c:v>1.72E-2</c:v>
                </c:pt>
                <c:pt idx="3261">
                  <c:v>1.72E-2</c:v>
                </c:pt>
                <c:pt idx="3262">
                  <c:v>1.72E-2</c:v>
                </c:pt>
                <c:pt idx="3263">
                  <c:v>1.711E-2</c:v>
                </c:pt>
                <c:pt idx="3264">
                  <c:v>1.7159999999999998E-2</c:v>
                </c:pt>
                <c:pt idx="3265">
                  <c:v>1.6909999999999998E-2</c:v>
                </c:pt>
                <c:pt idx="3266">
                  <c:v>1.6719999999999999E-2</c:v>
                </c:pt>
                <c:pt idx="3267">
                  <c:v>1.6569999999999998E-2</c:v>
                </c:pt>
                <c:pt idx="3268">
                  <c:v>1.6459999999999999E-2</c:v>
                </c:pt>
                <c:pt idx="3269">
                  <c:v>1.644E-2</c:v>
                </c:pt>
                <c:pt idx="3270">
                  <c:v>1.635E-2</c:v>
                </c:pt>
                <c:pt idx="3271">
                  <c:v>1.6309999999999998E-2</c:v>
                </c:pt>
                <c:pt idx="3272">
                  <c:v>1.6080000000000001E-2</c:v>
                </c:pt>
                <c:pt idx="3273">
                  <c:v>1.6049999999999998E-2</c:v>
                </c:pt>
                <c:pt idx="3274">
                  <c:v>1.5859999999999999E-2</c:v>
                </c:pt>
                <c:pt idx="3275">
                  <c:v>1.5810000000000001E-2</c:v>
                </c:pt>
                <c:pt idx="3276">
                  <c:v>1.5790000000000002E-2</c:v>
                </c:pt>
                <c:pt idx="3277">
                  <c:v>1.593E-2</c:v>
                </c:pt>
                <c:pt idx="3278">
                  <c:v>1.602E-2</c:v>
                </c:pt>
                <c:pt idx="3279">
                  <c:v>1.6059999999999998E-2</c:v>
                </c:pt>
                <c:pt idx="3280">
                  <c:v>1.6069999999999997E-2</c:v>
                </c:pt>
                <c:pt idx="3281">
                  <c:v>1.61E-2</c:v>
                </c:pt>
                <c:pt idx="3282">
                  <c:v>1.5890000000000001E-2</c:v>
                </c:pt>
                <c:pt idx="3283">
                  <c:v>1.6069999999999997E-2</c:v>
                </c:pt>
                <c:pt idx="3284">
                  <c:v>1.6E-2</c:v>
                </c:pt>
                <c:pt idx="3285">
                  <c:v>1.6030000000000003E-2</c:v>
                </c:pt>
                <c:pt idx="3286">
                  <c:v>1.6119999999999999E-2</c:v>
                </c:pt>
                <c:pt idx="3287">
                  <c:v>1.6109999999999999E-2</c:v>
                </c:pt>
                <c:pt idx="3288">
                  <c:v>1.617E-2</c:v>
                </c:pt>
                <c:pt idx="3289">
                  <c:v>1.627E-2</c:v>
                </c:pt>
                <c:pt idx="3290">
                  <c:v>1.6209999999999999E-2</c:v>
                </c:pt>
                <c:pt idx="3291">
                  <c:v>1.6309999999999998E-2</c:v>
                </c:pt>
                <c:pt idx="3292">
                  <c:v>1.644E-2</c:v>
                </c:pt>
                <c:pt idx="3293">
                  <c:v>1.6410000000000001E-2</c:v>
                </c:pt>
                <c:pt idx="3294">
                  <c:v>1.6559999999999998E-2</c:v>
                </c:pt>
                <c:pt idx="3295">
                  <c:v>1.6719999999999999E-2</c:v>
                </c:pt>
                <c:pt idx="3296">
                  <c:v>1.6760000000000001E-2</c:v>
                </c:pt>
                <c:pt idx="3297">
                  <c:v>1.66E-2</c:v>
                </c:pt>
                <c:pt idx="3298">
                  <c:v>1.6549999999999999E-2</c:v>
                </c:pt>
                <c:pt idx="3299">
                  <c:v>1.6459999999999999E-2</c:v>
                </c:pt>
                <c:pt idx="3300">
                  <c:v>1.652E-2</c:v>
                </c:pt>
                <c:pt idx="3301">
                  <c:v>1.644E-2</c:v>
                </c:pt>
                <c:pt idx="3302">
                  <c:v>1.6449999999999999E-2</c:v>
                </c:pt>
                <c:pt idx="3303">
                  <c:v>1.6390000000000002E-2</c:v>
                </c:pt>
                <c:pt idx="3304">
                  <c:v>1.6390000000000002E-2</c:v>
                </c:pt>
                <c:pt idx="3305">
                  <c:v>1.6309999999999998E-2</c:v>
                </c:pt>
                <c:pt idx="3306">
                  <c:v>1.627E-2</c:v>
                </c:pt>
                <c:pt idx="3307">
                  <c:v>1.634E-2</c:v>
                </c:pt>
                <c:pt idx="3308">
                  <c:v>1.6449999999999999E-2</c:v>
                </c:pt>
                <c:pt idx="3309">
                  <c:v>1.652E-2</c:v>
                </c:pt>
                <c:pt idx="3310">
                  <c:v>1.6449999999999999E-2</c:v>
                </c:pt>
                <c:pt idx="3311">
                  <c:v>1.6459999999999999E-2</c:v>
                </c:pt>
                <c:pt idx="3312">
                  <c:v>1.6400000000000001E-2</c:v>
                </c:pt>
                <c:pt idx="3313">
                  <c:v>1.6500000000000001E-2</c:v>
                </c:pt>
                <c:pt idx="3314">
                  <c:v>1.644E-2</c:v>
                </c:pt>
                <c:pt idx="3315">
                  <c:v>1.6469999999999999E-2</c:v>
                </c:pt>
                <c:pt idx="3316">
                  <c:v>1.651E-2</c:v>
                </c:pt>
                <c:pt idx="3317">
                  <c:v>1.6150000000000001E-2</c:v>
                </c:pt>
                <c:pt idx="3318">
                  <c:v>1.6160000000000001E-2</c:v>
                </c:pt>
                <c:pt idx="3319">
                  <c:v>1.6209999999999999E-2</c:v>
                </c:pt>
                <c:pt idx="3320">
                  <c:v>1.6219999999999998E-2</c:v>
                </c:pt>
                <c:pt idx="3321">
                  <c:v>1.626E-2</c:v>
                </c:pt>
                <c:pt idx="3322">
                  <c:v>1.634E-2</c:v>
                </c:pt>
                <c:pt idx="3323">
                  <c:v>1.6490000000000001E-2</c:v>
                </c:pt>
                <c:pt idx="3324">
                  <c:v>1.6630000000000002E-2</c:v>
                </c:pt>
                <c:pt idx="3325">
                  <c:v>1.6580000000000001E-2</c:v>
                </c:pt>
                <c:pt idx="3326">
                  <c:v>1.6490000000000001E-2</c:v>
                </c:pt>
                <c:pt idx="3327">
                  <c:v>1.6469999999999999E-2</c:v>
                </c:pt>
                <c:pt idx="3328">
                  <c:v>1.6380000000000002E-2</c:v>
                </c:pt>
                <c:pt idx="3329">
                  <c:v>1.6369999999999999E-2</c:v>
                </c:pt>
                <c:pt idx="3330">
                  <c:v>1.634E-2</c:v>
                </c:pt>
                <c:pt idx="3331">
                  <c:v>1.6299999999999999E-2</c:v>
                </c:pt>
                <c:pt idx="3332">
                  <c:v>1.6140000000000002E-2</c:v>
                </c:pt>
                <c:pt idx="3333">
                  <c:v>1.6080000000000001E-2</c:v>
                </c:pt>
                <c:pt idx="3334">
                  <c:v>1.6080000000000001E-2</c:v>
                </c:pt>
                <c:pt idx="3335">
                  <c:v>1.593E-2</c:v>
                </c:pt>
                <c:pt idx="3336">
                  <c:v>1.5780000000000002E-2</c:v>
                </c:pt>
                <c:pt idx="3337">
                  <c:v>1.5679999999999999E-2</c:v>
                </c:pt>
                <c:pt idx="3338">
                  <c:v>1.553E-2</c:v>
                </c:pt>
                <c:pt idx="3339">
                  <c:v>1.546E-2</c:v>
                </c:pt>
                <c:pt idx="3340">
                  <c:v>1.553E-2</c:v>
                </c:pt>
                <c:pt idx="3341">
                  <c:v>1.555E-2</c:v>
                </c:pt>
                <c:pt idx="3342">
                  <c:v>1.554E-2</c:v>
                </c:pt>
                <c:pt idx="3343">
                  <c:v>1.5559999999999999E-2</c:v>
                </c:pt>
                <c:pt idx="3344">
                  <c:v>1.553E-2</c:v>
                </c:pt>
                <c:pt idx="3345">
                  <c:v>1.5559999999999999E-2</c:v>
                </c:pt>
                <c:pt idx="3346">
                  <c:v>1.5480000000000001E-2</c:v>
                </c:pt>
                <c:pt idx="3347">
                  <c:v>1.545E-2</c:v>
                </c:pt>
                <c:pt idx="3348">
                  <c:v>1.5359999999999999E-2</c:v>
                </c:pt>
                <c:pt idx="3349">
                  <c:v>1.5430000000000001E-2</c:v>
                </c:pt>
                <c:pt idx="3350">
                  <c:v>1.5469999999999999E-2</c:v>
                </c:pt>
                <c:pt idx="3351">
                  <c:v>1.55E-2</c:v>
                </c:pt>
                <c:pt idx="3352">
                  <c:v>1.554E-2</c:v>
                </c:pt>
                <c:pt idx="3353">
                  <c:v>1.5519999999999999E-2</c:v>
                </c:pt>
                <c:pt idx="3354">
                  <c:v>1.5519999999999999E-2</c:v>
                </c:pt>
                <c:pt idx="3355">
                  <c:v>1.5580000000000002E-2</c:v>
                </c:pt>
                <c:pt idx="3356">
                  <c:v>1.5689999999999999E-2</c:v>
                </c:pt>
                <c:pt idx="3357">
                  <c:v>1.5619999999999998E-2</c:v>
                </c:pt>
                <c:pt idx="3358">
                  <c:v>1.5569999999999999E-2</c:v>
                </c:pt>
                <c:pt idx="3359">
                  <c:v>1.541E-2</c:v>
                </c:pt>
                <c:pt idx="3360">
                  <c:v>1.5309999999999999E-2</c:v>
                </c:pt>
                <c:pt idx="3361">
                  <c:v>1.5299999999999999E-2</c:v>
                </c:pt>
                <c:pt idx="3362">
                  <c:v>1.5259999999999999E-2</c:v>
                </c:pt>
                <c:pt idx="3363">
                  <c:v>1.515E-2</c:v>
                </c:pt>
                <c:pt idx="3364">
                  <c:v>1.5100000000000001E-2</c:v>
                </c:pt>
                <c:pt idx="3365">
                  <c:v>1.5080000000000001E-2</c:v>
                </c:pt>
                <c:pt idx="3366">
                  <c:v>1.5059999999999999E-2</c:v>
                </c:pt>
                <c:pt idx="3367">
                  <c:v>1.5059999999999999E-2</c:v>
                </c:pt>
                <c:pt idx="3368">
                  <c:v>1.5049999999999999E-2</c:v>
                </c:pt>
                <c:pt idx="3369">
                  <c:v>1.5019999999999999E-2</c:v>
                </c:pt>
                <c:pt idx="3370">
                  <c:v>1.5069999999999998E-2</c:v>
                </c:pt>
                <c:pt idx="3371">
                  <c:v>1.5009999999999999E-2</c:v>
                </c:pt>
                <c:pt idx="3372">
                  <c:v>1.4999999999999999E-2</c:v>
                </c:pt>
                <c:pt idx="3373">
                  <c:v>1.49E-2</c:v>
                </c:pt>
                <c:pt idx="3374">
                  <c:v>1.4830000000000001E-2</c:v>
                </c:pt>
                <c:pt idx="3375">
                  <c:v>1.4719999999999999E-2</c:v>
                </c:pt>
                <c:pt idx="3376">
                  <c:v>1.4540000000000001E-2</c:v>
                </c:pt>
                <c:pt idx="3377">
                  <c:v>1.4459999999999999E-2</c:v>
                </c:pt>
                <c:pt idx="3378">
                  <c:v>1.4419999999999999E-2</c:v>
                </c:pt>
                <c:pt idx="3379">
                  <c:v>1.431E-2</c:v>
                </c:pt>
                <c:pt idx="3380">
                  <c:v>1.4250000000000001E-2</c:v>
                </c:pt>
                <c:pt idx="3381">
                  <c:v>1.405E-2</c:v>
                </c:pt>
                <c:pt idx="3382">
                  <c:v>1.3940000000000001E-2</c:v>
                </c:pt>
                <c:pt idx="3383">
                  <c:v>1.383E-2</c:v>
                </c:pt>
                <c:pt idx="3384">
                  <c:v>1.372E-2</c:v>
                </c:pt>
                <c:pt idx="3385">
                  <c:v>1.3650000000000001E-2</c:v>
                </c:pt>
                <c:pt idx="3386">
                  <c:v>1.3650000000000001E-2</c:v>
                </c:pt>
                <c:pt idx="3387">
                  <c:v>1.3650000000000001E-2</c:v>
                </c:pt>
                <c:pt idx="3388">
                  <c:v>1.3599999999999999E-2</c:v>
                </c:pt>
                <c:pt idx="3389">
                  <c:v>1.3569999999999999E-2</c:v>
                </c:pt>
                <c:pt idx="3390">
                  <c:v>1.3469999999999999E-2</c:v>
                </c:pt>
                <c:pt idx="3391">
                  <c:v>1.3469999999999999E-2</c:v>
                </c:pt>
                <c:pt idx="3392">
                  <c:v>1.3380000000000001E-2</c:v>
                </c:pt>
                <c:pt idx="3393">
                  <c:v>1.3280000000000002E-2</c:v>
                </c:pt>
                <c:pt idx="3394">
                  <c:v>1.325E-2</c:v>
                </c:pt>
                <c:pt idx="3395">
                  <c:v>1.3259999999999999E-2</c:v>
                </c:pt>
                <c:pt idx="3396">
                  <c:v>1.3269999999999999E-2</c:v>
                </c:pt>
                <c:pt idx="3397">
                  <c:v>1.3259999999999999E-2</c:v>
                </c:pt>
                <c:pt idx="3398">
                  <c:v>1.3369999999999998E-2</c:v>
                </c:pt>
                <c:pt idx="3399">
                  <c:v>1.3390000000000001E-2</c:v>
                </c:pt>
                <c:pt idx="3400">
                  <c:v>1.3359999999999999E-2</c:v>
                </c:pt>
                <c:pt idx="3401">
                  <c:v>1.3269999999999999E-2</c:v>
                </c:pt>
                <c:pt idx="3402">
                  <c:v>1.3319999999999999E-2</c:v>
                </c:pt>
                <c:pt idx="3403">
                  <c:v>1.3359999999999999E-2</c:v>
                </c:pt>
                <c:pt idx="3404">
                  <c:v>1.3359999999999999E-2</c:v>
                </c:pt>
                <c:pt idx="3405">
                  <c:v>1.3430000000000001E-2</c:v>
                </c:pt>
                <c:pt idx="3406">
                  <c:v>1.341E-2</c:v>
                </c:pt>
                <c:pt idx="3407">
                  <c:v>1.3669999999999998E-2</c:v>
                </c:pt>
                <c:pt idx="3408">
                  <c:v>1.3940000000000001E-2</c:v>
                </c:pt>
                <c:pt idx="3409">
                  <c:v>1.401E-2</c:v>
                </c:pt>
                <c:pt idx="3410">
                  <c:v>1.3950000000000001E-2</c:v>
                </c:pt>
                <c:pt idx="3411">
                  <c:v>1.4149999999999999E-2</c:v>
                </c:pt>
                <c:pt idx="3412">
                  <c:v>1.4130000000000002E-2</c:v>
                </c:pt>
                <c:pt idx="3413">
                  <c:v>1.426E-2</c:v>
                </c:pt>
                <c:pt idx="3414">
                  <c:v>1.434E-2</c:v>
                </c:pt>
                <c:pt idx="3415">
                  <c:v>1.4280000000000001E-2</c:v>
                </c:pt>
                <c:pt idx="3416">
                  <c:v>1.4230000000000001E-2</c:v>
                </c:pt>
                <c:pt idx="3417">
                  <c:v>1.4080000000000001E-2</c:v>
                </c:pt>
                <c:pt idx="3418">
                  <c:v>1.404E-2</c:v>
                </c:pt>
                <c:pt idx="3419">
                  <c:v>1.3950000000000001E-2</c:v>
                </c:pt>
                <c:pt idx="3420">
                  <c:v>1.38E-2</c:v>
                </c:pt>
                <c:pt idx="3421">
                  <c:v>1.37E-2</c:v>
                </c:pt>
                <c:pt idx="3422">
                  <c:v>1.366E-2</c:v>
                </c:pt>
                <c:pt idx="3423">
                  <c:v>1.3580000000000002E-2</c:v>
                </c:pt>
                <c:pt idx="3424">
                  <c:v>1.3580000000000002E-2</c:v>
                </c:pt>
                <c:pt idx="3425">
                  <c:v>1.3569999999999999E-2</c:v>
                </c:pt>
                <c:pt idx="3426">
                  <c:v>1.3509999999999999E-2</c:v>
                </c:pt>
                <c:pt idx="3427">
                  <c:v>1.3519999999999999E-2</c:v>
                </c:pt>
                <c:pt idx="3428">
                  <c:v>1.349E-2</c:v>
                </c:pt>
                <c:pt idx="3429">
                  <c:v>1.342E-2</c:v>
                </c:pt>
                <c:pt idx="3430">
                  <c:v>1.341E-2</c:v>
                </c:pt>
                <c:pt idx="3431">
                  <c:v>1.3369999999999998E-2</c:v>
                </c:pt>
                <c:pt idx="3432">
                  <c:v>1.3330000000000002E-2</c:v>
                </c:pt>
                <c:pt idx="3433">
                  <c:v>1.3259999999999999E-2</c:v>
                </c:pt>
                <c:pt idx="3434">
                  <c:v>1.342E-2</c:v>
                </c:pt>
                <c:pt idx="3435">
                  <c:v>1.3299999999999999E-2</c:v>
                </c:pt>
                <c:pt idx="3436">
                  <c:v>1.329E-2</c:v>
                </c:pt>
                <c:pt idx="3437">
                  <c:v>1.3309999999999999E-2</c:v>
                </c:pt>
                <c:pt idx="3438">
                  <c:v>1.3299999999999999E-2</c:v>
                </c:pt>
                <c:pt idx="3439">
                  <c:v>1.34E-2</c:v>
                </c:pt>
                <c:pt idx="3440">
                  <c:v>1.3440000000000001E-2</c:v>
                </c:pt>
                <c:pt idx="3441">
                  <c:v>1.3559999999999999E-2</c:v>
                </c:pt>
                <c:pt idx="3442">
                  <c:v>1.371E-2</c:v>
                </c:pt>
                <c:pt idx="3443">
                  <c:v>1.383E-2</c:v>
                </c:pt>
                <c:pt idx="3444">
                  <c:v>1.371E-2</c:v>
                </c:pt>
                <c:pt idx="3445">
                  <c:v>1.3650000000000001E-2</c:v>
                </c:pt>
                <c:pt idx="3446">
                  <c:v>1.341E-2</c:v>
                </c:pt>
                <c:pt idx="3447">
                  <c:v>1.3390000000000001E-2</c:v>
                </c:pt>
                <c:pt idx="3448">
                  <c:v>1.3330000000000002E-2</c:v>
                </c:pt>
                <c:pt idx="3449">
                  <c:v>1.3309999999999999E-2</c:v>
                </c:pt>
                <c:pt idx="3450">
                  <c:v>1.324E-2</c:v>
                </c:pt>
                <c:pt idx="3451">
                  <c:v>1.315E-2</c:v>
                </c:pt>
                <c:pt idx="3452">
                  <c:v>1.324E-2</c:v>
                </c:pt>
                <c:pt idx="3453">
                  <c:v>1.321E-2</c:v>
                </c:pt>
                <c:pt idx="3454">
                  <c:v>1.3090000000000001E-2</c:v>
                </c:pt>
                <c:pt idx="3455">
                  <c:v>1.294E-2</c:v>
                </c:pt>
                <c:pt idx="3456">
                  <c:v>1.2869999999999999E-2</c:v>
                </c:pt>
                <c:pt idx="3457">
                  <c:v>1.286E-2</c:v>
                </c:pt>
                <c:pt idx="3458">
                  <c:v>1.2830000000000001E-2</c:v>
                </c:pt>
                <c:pt idx="3459">
                  <c:v>1.286E-2</c:v>
                </c:pt>
                <c:pt idx="3460">
                  <c:v>1.2819999999999998E-2</c:v>
                </c:pt>
                <c:pt idx="3461">
                  <c:v>1.272E-2</c:v>
                </c:pt>
                <c:pt idx="3462">
                  <c:v>1.269E-2</c:v>
                </c:pt>
                <c:pt idx="3463">
                  <c:v>1.2740000000000001E-2</c:v>
                </c:pt>
                <c:pt idx="3464">
                  <c:v>1.2699999999999999E-2</c:v>
                </c:pt>
                <c:pt idx="3465">
                  <c:v>1.2709999999999999E-2</c:v>
                </c:pt>
                <c:pt idx="3466">
                  <c:v>1.269E-2</c:v>
                </c:pt>
                <c:pt idx="3467">
                  <c:v>1.2620000000000001E-2</c:v>
                </c:pt>
                <c:pt idx="3468">
                  <c:v>1.2620000000000001E-2</c:v>
                </c:pt>
                <c:pt idx="3469">
                  <c:v>1.261E-2</c:v>
                </c:pt>
                <c:pt idx="3470">
                  <c:v>1.251E-2</c:v>
                </c:pt>
                <c:pt idx="3471">
                  <c:v>1.252E-2</c:v>
                </c:pt>
                <c:pt idx="3472">
                  <c:v>1.2540000000000001E-2</c:v>
                </c:pt>
                <c:pt idx="3473">
                  <c:v>1.2659999999999999E-2</c:v>
                </c:pt>
                <c:pt idx="3474">
                  <c:v>1.265E-2</c:v>
                </c:pt>
                <c:pt idx="3475">
                  <c:v>1.26E-2</c:v>
                </c:pt>
                <c:pt idx="3476">
                  <c:v>1.259E-2</c:v>
                </c:pt>
                <c:pt idx="3477">
                  <c:v>1.26E-2</c:v>
                </c:pt>
                <c:pt idx="3478">
                  <c:v>1.2540000000000001E-2</c:v>
                </c:pt>
                <c:pt idx="3479">
                  <c:v>1.256E-2</c:v>
                </c:pt>
                <c:pt idx="3480">
                  <c:v>1.257E-2</c:v>
                </c:pt>
                <c:pt idx="3481">
                  <c:v>1.256E-2</c:v>
                </c:pt>
                <c:pt idx="3482">
                  <c:v>1.255E-2</c:v>
                </c:pt>
                <c:pt idx="3483">
                  <c:v>1.2579999999999999E-2</c:v>
                </c:pt>
                <c:pt idx="3484">
                  <c:v>1.257E-2</c:v>
                </c:pt>
                <c:pt idx="3485">
                  <c:v>1.256E-2</c:v>
                </c:pt>
                <c:pt idx="3486">
                  <c:v>1.259E-2</c:v>
                </c:pt>
                <c:pt idx="3487">
                  <c:v>1.2699999999999999E-2</c:v>
                </c:pt>
                <c:pt idx="3488">
                  <c:v>1.2709999999999999E-2</c:v>
                </c:pt>
                <c:pt idx="3489">
                  <c:v>1.2699999999999999E-2</c:v>
                </c:pt>
                <c:pt idx="3490">
                  <c:v>1.2800000000000001E-2</c:v>
                </c:pt>
                <c:pt idx="3491">
                  <c:v>1.281E-2</c:v>
                </c:pt>
                <c:pt idx="3492">
                  <c:v>1.281E-2</c:v>
                </c:pt>
                <c:pt idx="3493">
                  <c:v>1.2790000000000001E-2</c:v>
                </c:pt>
                <c:pt idx="3494">
                  <c:v>1.2790000000000001E-2</c:v>
                </c:pt>
                <c:pt idx="3495">
                  <c:v>1.2699999999999999E-2</c:v>
                </c:pt>
                <c:pt idx="3496">
                  <c:v>1.2740000000000001E-2</c:v>
                </c:pt>
                <c:pt idx="3497">
                  <c:v>1.2740000000000001E-2</c:v>
                </c:pt>
                <c:pt idx="3498">
                  <c:v>1.277E-2</c:v>
                </c:pt>
                <c:pt idx="3499">
                  <c:v>1.273E-2</c:v>
                </c:pt>
                <c:pt idx="3500">
                  <c:v>1.2740000000000001E-2</c:v>
                </c:pt>
                <c:pt idx="3501">
                  <c:v>1.2740000000000001E-2</c:v>
                </c:pt>
                <c:pt idx="3502">
                  <c:v>1.268E-2</c:v>
                </c:pt>
                <c:pt idx="3503">
                  <c:v>1.2540000000000001E-2</c:v>
                </c:pt>
                <c:pt idx="3504">
                  <c:v>1.247E-2</c:v>
                </c:pt>
                <c:pt idx="3505">
                  <c:v>1.2409999999999999E-2</c:v>
                </c:pt>
                <c:pt idx="3506">
                  <c:v>1.239E-2</c:v>
                </c:pt>
                <c:pt idx="3507">
                  <c:v>1.2409999999999999E-2</c:v>
                </c:pt>
                <c:pt idx="3508">
                  <c:v>1.238E-2</c:v>
                </c:pt>
                <c:pt idx="3509">
                  <c:v>1.2409999999999999E-2</c:v>
                </c:pt>
                <c:pt idx="3510">
                  <c:v>1.2359999999999999E-2</c:v>
                </c:pt>
                <c:pt idx="3511">
                  <c:v>1.239E-2</c:v>
                </c:pt>
                <c:pt idx="3512">
                  <c:v>1.23E-2</c:v>
                </c:pt>
                <c:pt idx="3513">
                  <c:v>1.2290000000000001E-2</c:v>
                </c:pt>
                <c:pt idx="3514">
                  <c:v>1.223E-2</c:v>
                </c:pt>
                <c:pt idx="3515">
                  <c:v>1.218E-2</c:v>
                </c:pt>
                <c:pt idx="3516">
                  <c:v>1.2200000000000001E-2</c:v>
                </c:pt>
                <c:pt idx="3517">
                  <c:v>1.2320000000000001E-2</c:v>
                </c:pt>
                <c:pt idx="3518">
                  <c:v>1.2359999999999999E-2</c:v>
                </c:pt>
                <c:pt idx="3519">
                  <c:v>1.243E-2</c:v>
                </c:pt>
                <c:pt idx="3520">
                  <c:v>1.235E-2</c:v>
                </c:pt>
                <c:pt idx="3521">
                  <c:v>1.227E-2</c:v>
                </c:pt>
                <c:pt idx="3522">
                  <c:v>1.226E-2</c:v>
                </c:pt>
                <c:pt idx="3523">
                  <c:v>1.226E-2</c:v>
                </c:pt>
                <c:pt idx="3524">
                  <c:v>1.226E-2</c:v>
                </c:pt>
                <c:pt idx="3525">
                  <c:v>1.23E-2</c:v>
                </c:pt>
                <c:pt idx="3526">
                  <c:v>1.231E-2</c:v>
                </c:pt>
                <c:pt idx="3527">
                  <c:v>1.242E-2</c:v>
                </c:pt>
                <c:pt idx="3528">
                  <c:v>1.2440000000000001E-2</c:v>
                </c:pt>
                <c:pt idx="3529">
                  <c:v>1.24E-2</c:v>
                </c:pt>
                <c:pt idx="3530">
                  <c:v>1.242E-2</c:v>
                </c:pt>
                <c:pt idx="3531">
                  <c:v>1.24E-2</c:v>
                </c:pt>
                <c:pt idx="3532">
                  <c:v>1.256E-2</c:v>
                </c:pt>
                <c:pt idx="3533">
                  <c:v>1.259E-2</c:v>
                </c:pt>
                <c:pt idx="3534">
                  <c:v>1.2659999999999999E-2</c:v>
                </c:pt>
                <c:pt idx="3535">
                  <c:v>1.2659999999999999E-2</c:v>
                </c:pt>
                <c:pt idx="3536">
                  <c:v>1.2620000000000001E-2</c:v>
                </c:pt>
                <c:pt idx="3537">
                  <c:v>1.2579999999999999E-2</c:v>
                </c:pt>
                <c:pt idx="3538">
                  <c:v>1.2620000000000001E-2</c:v>
                </c:pt>
                <c:pt idx="3539">
                  <c:v>1.26E-2</c:v>
                </c:pt>
                <c:pt idx="3540">
                  <c:v>1.2670000000000001E-2</c:v>
                </c:pt>
                <c:pt idx="3541">
                  <c:v>1.264E-2</c:v>
                </c:pt>
                <c:pt idx="3542">
                  <c:v>1.2800000000000001E-2</c:v>
                </c:pt>
                <c:pt idx="3543">
                  <c:v>1.3100000000000001E-2</c:v>
                </c:pt>
                <c:pt idx="3544">
                  <c:v>1.311E-2</c:v>
                </c:pt>
                <c:pt idx="3545">
                  <c:v>1.3169999999999999E-2</c:v>
                </c:pt>
                <c:pt idx="3546">
                  <c:v>1.325E-2</c:v>
                </c:pt>
                <c:pt idx="3547">
                  <c:v>1.3340000000000001E-2</c:v>
                </c:pt>
                <c:pt idx="3548">
                  <c:v>1.3359999999999999E-2</c:v>
                </c:pt>
                <c:pt idx="3549">
                  <c:v>1.3390000000000001E-2</c:v>
                </c:pt>
                <c:pt idx="3550">
                  <c:v>1.34E-2</c:v>
                </c:pt>
                <c:pt idx="3551">
                  <c:v>1.35E-2</c:v>
                </c:pt>
                <c:pt idx="3552">
                  <c:v>1.35E-2</c:v>
                </c:pt>
                <c:pt idx="3553">
                  <c:v>1.3519999999999999E-2</c:v>
                </c:pt>
                <c:pt idx="3554">
                  <c:v>1.3509999999999999E-2</c:v>
                </c:pt>
                <c:pt idx="3555">
                  <c:v>1.345E-2</c:v>
                </c:pt>
                <c:pt idx="3556">
                  <c:v>1.3350000000000001E-2</c:v>
                </c:pt>
                <c:pt idx="3557">
                  <c:v>1.3319999999999999E-2</c:v>
                </c:pt>
                <c:pt idx="3558">
                  <c:v>1.3269999999999999E-2</c:v>
                </c:pt>
                <c:pt idx="3559">
                  <c:v>1.319E-2</c:v>
                </c:pt>
                <c:pt idx="3560">
                  <c:v>1.3140000000000001E-2</c:v>
                </c:pt>
                <c:pt idx="3561">
                  <c:v>1.315E-2</c:v>
                </c:pt>
                <c:pt idx="3562">
                  <c:v>1.316E-2</c:v>
                </c:pt>
                <c:pt idx="3563">
                  <c:v>1.323E-2</c:v>
                </c:pt>
                <c:pt idx="3564">
                  <c:v>1.323E-2</c:v>
                </c:pt>
                <c:pt idx="3565">
                  <c:v>1.316E-2</c:v>
                </c:pt>
                <c:pt idx="3566">
                  <c:v>1.3169999999999999E-2</c:v>
                </c:pt>
                <c:pt idx="3567">
                  <c:v>1.316E-2</c:v>
                </c:pt>
                <c:pt idx="3568">
                  <c:v>1.3219999999999999E-2</c:v>
                </c:pt>
                <c:pt idx="3569">
                  <c:v>1.321E-2</c:v>
                </c:pt>
                <c:pt idx="3570">
                  <c:v>1.324E-2</c:v>
                </c:pt>
                <c:pt idx="3571">
                  <c:v>1.3259999999999999E-2</c:v>
                </c:pt>
                <c:pt idx="3572">
                  <c:v>1.325E-2</c:v>
                </c:pt>
                <c:pt idx="3573">
                  <c:v>1.3299999999999999E-2</c:v>
                </c:pt>
                <c:pt idx="3574">
                  <c:v>1.341E-2</c:v>
                </c:pt>
                <c:pt idx="3575">
                  <c:v>1.353E-2</c:v>
                </c:pt>
                <c:pt idx="3576">
                  <c:v>1.3509999999999999E-2</c:v>
                </c:pt>
                <c:pt idx="3577">
                  <c:v>1.345E-2</c:v>
                </c:pt>
                <c:pt idx="3578">
                  <c:v>1.345E-2</c:v>
                </c:pt>
                <c:pt idx="3579">
                  <c:v>1.3469999999999999E-2</c:v>
                </c:pt>
                <c:pt idx="3580">
                  <c:v>1.3569999999999999E-2</c:v>
                </c:pt>
                <c:pt idx="3581">
                  <c:v>1.3569999999999999E-2</c:v>
                </c:pt>
                <c:pt idx="3582">
                  <c:v>1.38E-2</c:v>
                </c:pt>
                <c:pt idx="3583">
                  <c:v>1.3950000000000001E-2</c:v>
                </c:pt>
                <c:pt idx="3584">
                  <c:v>1.4219999999999998E-2</c:v>
                </c:pt>
                <c:pt idx="3585">
                  <c:v>1.4250000000000001E-2</c:v>
                </c:pt>
                <c:pt idx="3586">
                  <c:v>1.427E-2</c:v>
                </c:pt>
                <c:pt idx="3587">
                  <c:v>1.4209999999999999E-2</c:v>
                </c:pt>
                <c:pt idx="3588">
                  <c:v>1.404E-2</c:v>
                </c:pt>
                <c:pt idx="3589">
                  <c:v>1.4E-2</c:v>
                </c:pt>
                <c:pt idx="3590">
                  <c:v>1.4130000000000002E-2</c:v>
                </c:pt>
                <c:pt idx="3591">
                  <c:v>1.4169999999999999E-2</c:v>
                </c:pt>
                <c:pt idx="3592">
                  <c:v>1.4190000000000001E-2</c:v>
                </c:pt>
                <c:pt idx="3593">
                  <c:v>1.435E-2</c:v>
                </c:pt>
                <c:pt idx="3594">
                  <c:v>1.435E-2</c:v>
                </c:pt>
                <c:pt idx="3595">
                  <c:v>1.461E-2</c:v>
                </c:pt>
                <c:pt idx="3596">
                  <c:v>1.5019999999999999E-2</c:v>
                </c:pt>
                <c:pt idx="3597">
                  <c:v>1.5019999999999999E-2</c:v>
                </c:pt>
                <c:pt idx="3598">
                  <c:v>1.4880000000000001E-2</c:v>
                </c:pt>
                <c:pt idx="3599">
                  <c:v>1.491E-2</c:v>
                </c:pt>
                <c:pt idx="3600">
                  <c:v>1.4749999999999999E-2</c:v>
                </c:pt>
                <c:pt idx="3601">
                  <c:v>1.47E-2</c:v>
                </c:pt>
                <c:pt idx="3602">
                  <c:v>1.464E-2</c:v>
                </c:pt>
                <c:pt idx="3603">
                  <c:v>1.4669999999999999E-2</c:v>
                </c:pt>
                <c:pt idx="3604">
                  <c:v>1.4719999999999999E-2</c:v>
                </c:pt>
                <c:pt idx="3605">
                  <c:v>1.47E-2</c:v>
                </c:pt>
                <c:pt idx="3606">
                  <c:v>1.465E-2</c:v>
                </c:pt>
                <c:pt idx="3607">
                  <c:v>1.4730000000000002E-2</c:v>
                </c:pt>
                <c:pt idx="3608">
                  <c:v>1.47E-2</c:v>
                </c:pt>
                <c:pt idx="3609">
                  <c:v>1.4630000000000001E-2</c:v>
                </c:pt>
                <c:pt idx="3610">
                  <c:v>1.4749999999999999E-2</c:v>
                </c:pt>
                <c:pt idx="3611">
                  <c:v>1.4740000000000001E-2</c:v>
                </c:pt>
                <c:pt idx="3612">
                  <c:v>1.4759999999999999E-2</c:v>
                </c:pt>
                <c:pt idx="3613">
                  <c:v>1.489E-2</c:v>
                </c:pt>
                <c:pt idx="3614">
                  <c:v>1.481E-2</c:v>
                </c:pt>
                <c:pt idx="3615">
                  <c:v>1.481E-2</c:v>
                </c:pt>
                <c:pt idx="3616">
                  <c:v>1.5049999999999999E-2</c:v>
                </c:pt>
                <c:pt idx="3617">
                  <c:v>1.523E-2</c:v>
                </c:pt>
                <c:pt idx="3618">
                  <c:v>1.54E-2</c:v>
                </c:pt>
                <c:pt idx="3619">
                  <c:v>1.5580000000000002E-2</c:v>
                </c:pt>
                <c:pt idx="3620">
                  <c:v>1.575E-2</c:v>
                </c:pt>
                <c:pt idx="3621">
                  <c:v>1.5780000000000002E-2</c:v>
                </c:pt>
                <c:pt idx="3622">
                  <c:v>1.576E-2</c:v>
                </c:pt>
                <c:pt idx="3623">
                  <c:v>1.5630000000000002E-2</c:v>
                </c:pt>
                <c:pt idx="3624">
                  <c:v>1.555E-2</c:v>
                </c:pt>
                <c:pt idx="3625">
                  <c:v>1.5519999999999999E-2</c:v>
                </c:pt>
                <c:pt idx="3626">
                  <c:v>1.5509999999999999E-2</c:v>
                </c:pt>
                <c:pt idx="3627">
                  <c:v>1.5509999999999999E-2</c:v>
                </c:pt>
                <c:pt idx="3628">
                  <c:v>1.5559999999999999E-2</c:v>
                </c:pt>
                <c:pt idx="3629">
                  <c:v>1.5800000000000002E-2</c:v>
                </c:pt>
                <c:pt idx="3630">
                  <c:v>1.5790000000000002E-2</c:v>
                </c:pt>
                <c:pt idx="3631">
                  <c:v>1.5810000000000001E-2</c:v>
                </c:pt>
                <c:pt idx="3632">
                  <c:v>1.5880000000000002E-2</c:v>
                </c:pt>
                <c:pt idx="3633">
                  <c:v>1.5740000000000001E-2</c:v>
                </c:pt>
                <c:pt idx="3634">
                  <c:v>1.592E-2</c:v>
                </c:pt>
                <c:pt idx="3635">
                  <c:v>1.6130000000000002E-2</c:v>
                </c:pt>
                <c:pt idx="3636">
                  <c:v>1.635E-2</c:v>
                </c:pt>
                <c:pt idx="3637">
                  <c:v>1.6410000000000001E-2</c:v>
                </c:pt>
                <c:pt idx="3638">
                  <c:v>1.6730000000000002E-2</c:v>
                </c:pt>
                <c:pt idx="3639">
                  <c:v>1.7010000000000001E-2</c:v>
                </c:pt>
                <c:pt idx="3640">
                  <c:v>1.7490000000000002E-2</c:v>
                </c:pt>
                <c:pt idx="3641">
                  <c:v>1.7139999999999999E-2</c:v>
                </c:pt>
                <c:pt idx="3642">
                  <c:v>1.677E-2</c:v>
                </c:pt>
                <c:pt idx="3643">
                  <c:v>1.6669999999999997E-2</c:v>
                </c:pt>
                <c:pt idx="3644">
                  <c:v>1.6490000000000001E-2</c:v>
                </c:pt>
                <c:pt idx="3645">
                  <c:v>1.6330000000000001E-2</c:v>
                </c:pt>
                <c:pt idx="3646">
                  <c:v>1.636E-2</c:v>
                </c:pt>
                <c:pt idx="3647">
                  <c:v>1.636E-2</c:v>
                </c:pt>
                <c:pt idx="3648">
                  <c:v>1.634E-2</c:v>
                </c:pt>
                <c:pt idx="3649">
                  <c:v>1.636E-2</c:v>
                </c:pt>
                <c:pt idx="3650">
                  <c:v>1.634E-2</c:v>
                </c:pt>
                <c:pt idx="3651">
                  <c:v>1.634E-2</c:v>
                </c:pt>
                <c:pt idx="3652">
                  <c:v>1.634E-2</c:v>
                </c:pt>
                <c:pt idx="3653">
                  <c:v>1.626E-2</c:v>
                </c:pt>
                <c:pt idx="3654">
                  <c:v>1.6539999999999999E-2</c:v>
                </c:pt>
                <c:pt idx="3655">
                  <c:v>1.6809999999999999E-2</c:v>
                </c:pt>
                <c:pt idx="3656">
                  <c:v>1.677E-2</c:v>
                </c:pt>
                <c:pt idx="3657">
                  <c:v>1.6650000000000002E-2</c:v>
                </c:pt>
                <c:pt idx="3658">
                  <c:v>1.6750000000000001E-2</c:v>
                </c:pt>
                <c:pt idx="3659">
                  <c:v>1.686E-2</c:v>
                </c:pt>
                <c:pt idx="3660">
                  <c:v>1.7000000000000001E-2</c:v>
                </c:pt>
                <c:pt idx="3661">
                  <c:v>1.728E-2</c:v>
                </c:pt>
                <c:pt idx="3662">
                  <c:v>1.745E-2</c:v>
                </c:pt>
                <c:pt idx="3663">
                  <c:v>1.7519999999999997E-2</c:v>
                </c:pt>
                <c:pt idx="3664">
                  <c:v>1.7519999999999997E-2</c:v>
                </c:pt>
                <c:pt idx="3665">
                  <c:v>1.754E-2</c:v>
                </c:pt>
                <c:pt idx="3666">
                  <c:v>1.746E-2</c:v>
                </c:pt>
                <c:pt idx="3667">
                  <c:v>1.728E-2</c:v>
                </c:pt>
                <c:pt idx="3668">
                  <c:v>1.7219999999999999E-2</c:v>
                </c:pt>
                <c:pt idx="3669">
                  <c:v>1.72E-2</c:v>
                </c:pt>
                <c:pt idx="3670">
                  <c:v>1.7180000000000001E-2</c:v>
                </c:pt>
                <c:pt idx="3671">
                  <c:v>1.7340000000000001E-2</c:v>
                </c:pt>
                <c:pt idx="3672">
                  <c:v>1.7419999999999998E-2</c:v>
                </c:pt>
                <c:pt idx="3673">
                  <c:v>1.763E-2</c:v>
                </c:pt>
                <c:pt idx="3674">
                  <c:v>1.763E-2</c:v>
                </c:pt>
                <c:pt idx="3675">
                  <c:v>1.7049999999999999E-2</c:v>
                </c:pt>
                <c:pt idx="3676">
                  <c:v>1.7010000000000001E-2</c:v>
                </c:pt>
                <c:pt idx="3677">
                  <c:v>1.6899999999999998E-2</c:v>
                </c:pt>
                <c:pt idx="3678">
                  <c:v>1.6590000000000001E-2</c:v>
                </c:pt>
                <c:pt idx="3679">
                  <c:v>1.6619999999999999E-2</c:v>
                </c:pt>
                <c:pt idx="3680">
                  <c:v>1.6549999999999999E-2</c:v>
                </c:pt>
                <c:pt idx="3681">
                  <c:v>1.669E-2</c:v>
                </c:pt>
                <c:pt idx="3682">
                  <c:v>1.67E-2</c:v>
                </c:pt>
                <c:pt idx="3683">
                  <c:v>1.6619999999999999E-2</c:v>
                </c:pt>
                <c:pt idx="3684">
                  <c:v>1.6619999999999999E-2</c:v>
                </c:pt>
                <c:pt idx="3685">
                  <c:v>1.643E-2</c:v>
                </c:pt>
                <c:pt idx="3686">
                  <c:v>1.6380000000000002E-2</c:v>
                </c:pt>
                <c:pt idx="3687">
                  <c:v>1.6209999999999999E-2</c:v>
                </c:pt>
                <c:pt idx="3688">
                  <c:v>1.6109999999999999E-2</c:v>
                </c:pt>
                <c:pt idx="3689">
                  <c:v>1.617E-2</c:v>
                </c:pt>
                <c:pt idx="3690">
                  <c:v>1.6199999999999999E-2</c:v>
                </c:pt>
                <c:pt idx="3691">
                  <c:v>1.6160000000000001E-2</c:v>
                </c:pt>
                <c:pt idx="3692">
                  <c:v>1.6140000000000002E-2</c:v>
                </c:pt>
                <c:pt idx="3693">
                  <c:v>1.6219999999999998E-2</c:v>
                </c:pt>
                <c:pt idx="3694">
                  <c:v>1.55E-2</c:v>
                </c:pt>
                <c:pt idx="3695">
                  <c:v>1.5430000000000001E-2</c:v>
                </c:pt>
                <c:pt idx="3696">
                  <c:v>1.541E-2</c:v>
                </c:pt>
                <c:pt idx="3697">
                  <c:v>1.54E-2</c:v>
                </c:pt>
                <c:pt idx="3698">
                  <c:v>1.523E-2</c:v>
                </c:pt>
                <c:pt idx="3699">
                  <c:v>1.5369999999999998E-2</c:v>
                </c:pt>
                <c:pt idx="3700">
                  <c:v>1.553E-2</c:v>
                </c:pt>
                <c:pt idx="3701">
                  <c:v>1.5599999999999999E-2</c:v>
                </c:pt>
                <c:pt idx="3702">
                  <c:v>1.5699999999999999E-2</c:v>
                </c:pt>
                <c:pt idx="3703">
                  <c:v>1.5859999999999999E-2</c:v>
                </c:pt>
                <c:pt idx="3704">
                  <c:v>1.6059999999999998E-2</c:v>
                </c:pt>
                <c:pt idx="3705">
                  <c:v>1.6140000000000002E-2</c:v>
                </c:pt>
                <c:pt idx="3706">
                  <c:v>1.6289999999999999E-2</c:v>
                </c:pt>
                <c:pt idx="3707">
                  <c:v>1.6219999999999998E-2</c:v>
                </c:pt>
                <c:pt idx="3708">
                  <c:v>1.6330000000000001E-2</c:v>
                </c:pt>
                <c:pt idx="3709">
                  <c:v>1.635E-2</c:v>
                </c:pt>
                <c:pt idx="3710">
                  <c:v>1.634E-2</c:v>
                </c:pt>
                <c:pt idx="3711">
                  <c:v>1.636E-2</c:v>
                </c:pt>
                <c:pt idx="3712">
                  <c:v>1.6280000000000003E-2</c:v>
                </c:pt>
                <c:pt idx="3713">
                  <c:v>1.636E-2</c:v>
                </c:pt>
                <c:pt idx="3714">
                  <c:v>1.6280000000000003E-2</c:v>
                </c:pt>
                <c:pt idx="3715">
                  <c:v>1.6240000000000001E-2</c:v>
                </c:pt>
                <c:pt idx="3716">
                  <c:v>1.619E-2</c:v>
                </c:pt>
                <c:pt idx="3717">
                  <c:v>1.6040000000000002E-2</c:v>
                </c:pt>
                <c:pt idx="3718">
                  <c:v>1.6130000000000002E-2</c:v>
                </c:pt>
                <c:pt idx="3719">
                  <c:v>1.601E-2</c:v>
                </c:pt>
                <c:pt idx="3720">
                  <c:v>1.5939999999999999E-2</c:v>
                </c:pt>
                <c:pt idx="3721">
                  <c:v>1.5800000000000002E-2</c:v>
                </c:pt>
                <c:pt idx="3722">
                  <c:v>1.5730000000000001E-2</c:v>
                </c:pt>
                <c:pt idx="3723">
                  <c:v>1.5709999999999998E-2</c:v>
                </c:pt>
                <c:pt idx="3724">
                  <c:v>1.576E-2</c:v>
                </c:pt>
                <c:pt idx="3725">
                  <c:v>1.5780000000000002E-2</c:v>
                </c:pt>
                <c:pt idx="3726">
                  <c:v>1.5740000000000001E-2</c:v>
                </c:pt>
                <c:pt idx="3727">
                  <c:v>1.575E-2</c:v>
                </c:pt>
                <c:pt idx="3728">
                  <c:v>1.5790000000000002E-2</c:v>
                </c:pt>
                <c:pt idx="3729">
                  <c:v>1.5769999999999999E-2</c:v>
                </c:pt>
                <c:pt idx="3730">
                  <c:v>1.5719999999999998E-2</c:v>
                </c:pt>
                <c:pt idx="3731">
                  <c:v>1.566E-2</c:v>
                </c:pt>
                <c:pt idx="3732">
                  <c:v>1.5730000000000001E-2</c:v>
                </c:pt>
                <c:pt idx="3733">
                  <c:v>1.5810000000000001E-2</c:v>
                </c:pt>
                <c:pt idx="3734">
                  <c:v>1.576E-2</c:v>
                </c:pt>
                <c:pt idx="3735">
                  <c:v>1.5869999999999999E-2</c:v>
                </c:pt>
                <c:pt idx="3736">
                  <c:v>1.5990000000000001E-2</c:v>
                </c:pt>
                <c:pt idx="3737">
                  <c:v>1.6080000000000001E-2</c:v>
                </c:pt>
                <c:pt idx="3738">
                  <c:v>1.6080000000000001E-2</c:v>
                </c:pt>
                <c:pt idx="3739">
                  <c:v>1.6069999999999997E-2</c:v>
                </c:pt>
                <c:pt idx="3740">
                  <c:v>1.6030000000000003E-2</c:v>
                </c:pt>
                <c:pt idx="3741">
                  <c:v>1.5980000000000001E-2</c:v>
                </c:pt>
                <c:pt idx="3742">
                  <c:v>1.6080000000000001E-2</c:v>
                </c:pt>
                <c:pt idx="3743">
                  <c:v>1.6080000000000001E-2</c:v>
                </c:pt>
                <c:pt idx="3744">
                  <c:v>1.5980000000000001E-2</c:v>
                </c:pt>
                <c:pt idx="3745">
                  <c:v>1.6080000000000001E-2</c:v>
                </c:pt>
                <c:pt idx="3746">
                  <c:v>1.6230000000000001E-2</c:v>
                </c:pt>
                <c:pt idx="3747">
                  <c:v>1.626E-2</c:v>
                </c:pt>
                <c:pt idx="3748">
                  <c:v>1.626E-2</c:v>
                </c:pt>
                <c:pt idx="3749">
                  <c:v>1.619E-2</c:v>
                </c:pt>
                <c:pt idx="3750">
                  <c:v>1.6240000000000001E-2</c:v>
                </c:pt>
                <c:pt idx="3751">
                  <c:v>1.635E-2</c:v>
                </c:pt>
                <c:pt idx="3752">
                  <c:v>1.644E-2</c:v>
                </c:pt>
                <c:pt idx="3753">
                  <c:v>1.6369999999999999E-2</c:v>
                </c:pt>
                <c:pt idx="3754">
                  <c:v>1.6369999999999999E-2</c:v>
                </c:pt>
                <c:pt idx="3755">
                  <c:v>1.651E-2</c:v>
                </c:pt>
                <c:pt idx="3756">
                  <c:v>1.6569999999999998E-2</c:v>
                </c:pt>
                <c:pt idx="3757">
                  <c:v>1.67E-2</c:v>
                </c:pt>
                <c:pt idx="3758">
                  <c:v>1.6919999999999998E-2</c:v>
                </c:pt>
                <c:pt idx="3759">
                  <c:v>1.6719999999999999E-2</c:v>
                </c:pt>
                <c:pt idx="3760">
                  <c:v>1.6709999999999999E-2</c:v>
                </c:pt>
                <c:pt idx="3761">
                  <c:v>1.6559999999999998E-2</c:v>
                </c:pt>
                <c:pt idx="3762">
                  <c:v>1.669E-2</c:v>
                </c:pt>
                <c:pt idx="3763">
                  <c:v>1.6559999999999998E-2</c:v>
                </c:pt>
                <c:pt idx="3764">
                  <c:v>1.6650000000000002E-2</c:v>
                </c:pt>
                <c:pt idx="3765">
                  <c:v>1.669E-2</c:v>
                </c:pt>
                <c:pt idx="3766">
                  <c:v>1.6669999999999997E-2</c:v>
                </c:pt>
                <c:pt idx="3767">
                  <c:v>1.6719999999999999E-2</c:v>
                </c:pt>
                <c:pt idx="3768">
                  <c:v>1.6760000000000001E-2</c:v>
                </c:pt>
                <c:pt idx="3769">
                  <c:v>1.6930000000000001E-2</c:v>
                </c:pt>
                <c:pt idx="3770">
                  <c:v>1.7100000000000001E-2</c:v>
                </c:pt>
                <c:pt idx="3771">
                  <c:v>1.711E-2</c:v>
                </c:pt>
                <c:pt idx="3772">
                  <c:v>1.712E-2</c:v>
                </c:pt>
                <c:pt idx="3773">
                  <c:v>1.7240000000000002E-2</c:v>
                </c:pt>
                <c:pt idx="3774">
                  <c:v>1.7159999999999998E-2</c:v>
                </c:pt>
                <c:pt idx="3775">
                  <c:v>1.7130000000000003E-2</c:v>
                </c:pt>
                <c:pt idx="3776">
                  <c:v>1.72E-2</c:v>
                </c:pt>
                <c:pt idx="3777">
                  <c:v>1.719E-2</c:v>
                </c:pt>
                <c:pt idx="3778">
                  <c:v>1.712E-2</c:v>
                </c:pt>
                <c:pt idx="3779">
                  <c:v>1.7430000000000001E-2</c:v>
                </c:pt>
                <c:pt idx="3780">
                  <c:v>1.7419999999999998E-2</c:v>
                </c:pt>
                <c:pt idx="3781">
                  <c:v>1.7389999999999999E-2</c:v>
                </c:pt>
                <c:pt idx="3782">
                  <c:v>1.7399999999999999E-2</c:v>
                </c:pt>
                <c:pt idx="3783">
                  <c:v>1.7399999999999999E-2</c:v>
                </c:pt>
                <c:pt idx="3784">
                  <c:v>1.755E-2</c:v>
                </c:pt>
                <c:pt idx="3785">
                  <c:v>1.7649999999999999E-2</c:v>
                </c:pt>
                <c:pt idx="3786">
                  <c:v>1.7759999999999998E-2</c:v>
                </c:pt>
                <c:pt idx="3787">
                  <c:v>1.7690000000000001E-2</c:v>
                </c:pt>
                <c:pt idx="3788">
                  <c:v>1.7580000000000002E-2</c:v>
                </c:pt>
                <c:pt idx="3789">
                  <c:v>1.7569999999999999E-2</c:v>
                </c:pt>
                <c:pt idx="3790">
                  <c:v>1.7659999999999999E-2</c:v>
                </c:pt>
                <c:pt idx="3791">
                  <c:v>1.771E-2</c:v>
                </c:pt>
                <c:pt idx="3792">
                  <c:v>1.7669999999999998E-2</c:v>
                </c:pt>
                <c:pt idx="3793">
                  <c:v>1.7649999999999999E-2</c:v>
                </c:pt>
                <c:pt idx="3794">
                  <c:v>1.7690000000000001E-2</c:v>
                </c:pt>
                <c:pt idx="3795">
                  <c:v>1.7780000000000001E-2</c:v>
                </c:pt>
                <c:pt idx="3796">
                  <c:v>1.7809999999999999E-2</c:v>
                </c:pt>
                <c:pt idx="3797">
                  <c:v>1.7940000000000001E-2</c:v>
                </c:pt>
                <c:pt idx="3798">
                  <c:v>1.806E-2</c:v>
                </c:pt>
                <c:pt idx="3799">
                  <c:v>1.8319999999999999E-2</c:v>
                </c:pt>
                <c:pt idx="3800">
                  <c:v>1.8359999999999998E-2</c:v>
                </c:pt>
                <c:pt idx="3801">
                  <c:v>1.8350000000000002E-2</c:v>
                </c:pt>
                <c:pt idx="3802">
                  <c:v>1.8340000000000002E-2</c:v>
                </c:pt>
                <c:pt idx="3803">
                  <c:v>1.8489999999999999E-2</c:v>
                </c:pt>
                <c:pt idx="3804">
                  <c:v>1.8509999999999999E-2</c:v>
                </c:pt>
                <c:pt idx="3805">
                  <c:v>1.8430000000000002E-2</c:v>
                </c:pt>
                <c:pt idx="3806">
                  <c:v>1.847E-2</c:v>
                </c:pt>
                <c:pt idx="3807">
                  <c:v>1.8630000000000001E-2</c:v>
                </c:pt>
                <c:pt idx="3808">
                  <c:v>1.8720000000000001E-2</c:v>
                </c:pt>
                <c:pt idx="3809">
                  <c:v>1.8769999999999998E-2</c:v>
                </c:pt>
                <c:pt idx="3810">
                  <c:v>1.8960000000000001E-2</c:v>
                </c:pt>
                <c:pt idx="3811">
                  <c:v>1.9369999999999998E-2</c:v>
                </c:pt>
                <c:pt idx="3812">
                  <c:v>1.934E-2</c:v>
                </c:pt>
                <c:pt idx="3813">
                  <c:v>1.9290000000000002E-2</c:v>
                </c:pt>
                <c:pt idx="3814">
                  <c:v>1.9290000000000002E-2</c:v>
                </c:pt>
                <c:pt idx="3815">
                  <c:v>1.9349999999999999E-2</c:v>
                </c:pt>
                <c:pt idx="3816">
                  <c:v>1.9540000000000002E-2</c:v>
                </c:pt>
                <c:pt idx="3817">
                  <c:v>1.966E-2</c:v>
                </c:pt>
                <c:pt idx="3818">
                  <c:v>1.9900000000000001E-2</c:v>
                </c:pt>
                <c:pt idx="3819">
                  <c:v>2.034E-2</c:v>
                </c:pt>
                <c:pt idx="3820">
                  <c:v>2.0289999999999999E-2</c:v>
                </c:pt>
                <c:pt idx="3821">
                  <c:v>2.0400000000000001E-2</c:v>
                </c:pt>
                <c:pt idx="3822">
                  <c:v>2.0119999999999999E-2</c:v>
                </c:pt>
                <c:pt idx="3823">
                  <c:v>1.9939999999999999E-2</c:v>
                </c:pt>
                <c:pt idx="3824">
                  <c:v>1.992E-2</c:v>
                </c:pt>
                <c:pt idx="3825">
                  <c:v>2.0299999999999999E-2</c:v>
                </c:pt>
                <c:pt idx="3826">
                  <c:v>2.0230000000000001E-2</c:v>
                </c:pt>
                <c:pt idx="3827">
                  <c:v>2.0130000000000002E-2</c:v>
                </c:pt>
                <c:pt idx="3828">
                  <c:v>2.009E-2</c:v>
                </c:pt>
                <c:pt idx="3829">
                  <c:v>2.009E-2</c:v>
                </c:pt>
                <c:pt idx="3830">
                  <c:v>1.993E-2</c:v>
                </c:pt>
                <c:pt idx="3831">
                  <c:v>1.9790000000000002E-2</c:v>
                </c:pt>
                <c:pt idx="3832">
                  <c:v>1.9800000000000002E-2</c:v>
                </c:pt>
                <c:pt idx="3833">
                  <c:v>1.992E-2</c:v>
                </c:pt>
                <c:pt idx="3834">
                  <c:v>1.9939999999999999E-2</c:v>
                </c:pt>
                <c:pt idx="3835">
                  <c:v>1.9869999999999999E-2</c:v>
                </c:pt>
                <c:pt idx="3836">
                  <c:v>1.9780000000000002E-2</c:v>
                </c:pt>
                <c:pt idx="3837">
                  <c:v>1.985E-2</c:v>
                </c:pt>
                <c:pt idx="3838">
                  <c:v>1.983E-2</c:v>
                </c:pt>
                <c:pt idx="3839">
                  <c:v>1.9769999999999999E-2</c:v>
                </c:pt>
                <c:pt idx="3840">
                  <c:v>2.002E-2</c:v>
                </c:pt>
                <c:pt idx="3841">
                  <c:v>1.9990000000000001E-2</c:v>
                </c:pt>
                <c:pt idx="3842">
                  <c:v>2.0319999999999998E-2</c:v>
                </c:pt>
                <c:pt idx="3843">
                  <c:v>2.0279999999999999E-2</c:v>
                </c:pt>
                <c:pt idx="3844">
                  <c:v>2.078E-2</c:v>
                </c:pt>
                <c:pt idx="3845">
                  <c:v>2.1090000000000001E-2</c:v>
                </c:pt>
                <c:pt idx="3846">
                  <c:v>2.1129999999999999E-2</c:v>
                </c:pt>
                <c:pt idx="3847">
                  <c:v>2.0750000000000001E-2</c:v>
                </c:pt>
                <c:pt idx="3848">
                  <c:v>2.087E-2</c:v>
                </c:pt>
                <c:pt idx="3849">
                  <c:v>2.0580000000000001E-2</c:v>
                </c:pt>
                <c:pt idx="3850">
                  <c:v>2.044E-2</c:v>
                </c:pt>
                <c:pt idx="3851">
                  <c:v>2.01E-2</c:v>
                </c:pt>
                <c:pt idx="3852">
                  <c:v>2.0040000000000002E-2</c:v>
                </c:pt>
                <c:pt idx="3853">
                  <c:v>1.9949999999999999E-2</c:v>
                </c:pt>
                <c:pt idx="3854">
                  <c:v>1.9949999999999999E-2</c:v>
                </c:pt>
                <c:pt idx="3855">
                  <c:v>0.02</c:v>
                </c:pt>
                <c:pt idx="3856">
                  <c:v>2.0040000000000002E-2</c:v>
                </c:pt>
                <c:pt idx="3857">
                  <c:v>1.9959999999999999E-2</c:v>
                </c:pt>
                <c:pt idx="3858">
                  <c:v>1.9880000000000002E-2</c:v>
                </c:pt>
                <c:pt idx="3859">
                  <c:v>1.9869999999999999E-2</c:v>
                </c:pt>
                <c:pt idx="3860">
                  <c:v>1.976E-2</c:v>
                </c:pt>
                <c:pt idx="3861">
                  <c:v>1.966E-2</c:v>
                </c:pt>
                <c:pt idx="3862">
                  <c:v>1.958E-2</c:v>
                </c:pt>
                <c:pt idx="3863">
                  <c:v>1.934E-2</c:v>
                </c:pt>
                <c:pt idx="3864">
                  <c:v>1.9290000000000002E-2</c:v>
                </c:pt>
                <c:pt idx="3865">
                  <c:v>1.942E-2</c:v>
                </c:pt>
                <c:pt idx="3866">
                  <c:v>1.9280000000000002E-2</c:v>
                </c:pt>
                <c:pt idx="3867">
                  <c:v>1.9310000000000001E-2</c:v>
                </c:pt>
                <c:pt idx="3868">
                  <c:v>1.933E-2</c:v>
                </c:pt>
                <c:pt idx="3869">
                  <c:v>1.915E-2</c:v>
                </c:pt>
                <c:pt idx="3870">
                  <c:v>1.9099999999999999E-2</c:v>
                </c:pt>
                <c:pt idx="3871">
                  <c:v>1.8930000000000002E-2</c:v>
                </c:pt>
                <c:pt idx="3872">
                  <c:v>1.8919999999999999E-2</c:v>
                </c:pt>
                <c:pt idx="3873">
                  <c:v>1.8790000000000001E-2</c:v>
                </c:pt>
                <c:pt idx="3874">
                  <c:v>1.891E-2</c:v>
                </c:pt>
                <c:pt idx="3875">
                  <c:v>1.915E-2</c:v>
                </c:pt>
                <c:pt idx="3876">
                  <c:v>1.915E-2</c:v>
                </c:pt>
                <c:pt idx="3877">
                  <c:v>1.9199999999999998E-2</c:v>
                </c:pt>
                <c:pt idx="3878">
                  <c:v>1.9400000000000001E-2</c:v>
                </c:pt>
                <c:pt idx="3879">
                  <c:v>1.941E-2</c:v>
                </c:pt>
                <c:pt idx="3880">
                  <c:v>1.9390000000000001E-2</c:v>
                </c:pt>
                <c:pt idx="3881">
                  <c:v>1.932E-2</c:v>
                </c:pt>
                <c:pt idx="3882">
                  <c:v>1.9300000000000001E-2</c:v>
                </c:pt>
                <c:pt idx="3883">
                  <c:v>1.9290000000000002E-2</c:v>
                </c:pt>
                <c:pt idx="3884">
                  <c:v>1.9280000000000002E-2</c:v>
                </c:pt>
                <c:pt idx="3885">
                  <c:v>1.9400000000000001E-2</c:v>
                </c:pt>
                <c:pt idx="3886">
                  <c:v>1.9380000000000001E-2</c:v>
                </c:pt>
                <c:pt idx="3887">
                  <c:v>1.9380000000000001E-2</c:v>
                </c:pt>
                <c:pt idx="3888">
                  <c:v>1.9430000000000003E-2</c:v>
                </c:pt>
                <c:pt idx="3889">
                  <c:v>1.95E-2</c:v>
                </c:pt>
                <c:pt idx="3890">
                  <c:v>1.9359999999999999E-2</c:v>
                </c:pt>
                <c:pt idx="3891">
                  <c:v>1.9259999999999999E-2</c:v>
                </c:pt>
                <c:pt idx="3892">
                  <c:v>1.9259999999999999E-2</c:v>
                </c:pt>
                <c:pt idx="3893">
                  <c:v>1.932E-2</c:v>
                </c:pt>
                <c:pt idx="3894">
                  <c:v>1.9390000000000001E-2</c:v>
                </c:pt>
                <c:pt idx="3895">
                  <c:v>1.959E-2</c:v>
                </c:pt>
                <c:pt idx="3896">
                  <c:v>1.9630000000000002E-2</c:v>
                </c:pt>
                <c:pt idx="3897">
                  <c:v>1.9740000000000001E-2</c:v>
                </c:pt>
                <c:pt idx="3898">
                  <c:v>2.0230000000000001E-2</c:v>
                </c:pt>
                <c:pt idx="3899">
                  <c:v>2.052E-2</c:v>
                </c:pt>
                <c:pt idx="3900">
                  <c:v>2.0449999999999999E-2</c:v>
                </c:pt>
                <c:pt idx="3901">
                  <c:v>2.044E-2</c:v>
                </c:pt>
                <c:pt idx="3902">
                  <c:v>2.035E-2</c:v>
                </c:pt>
                <c:pt idx="3903">
                  <c:v>2.0539999999999999E-2</c:v>
                </c:pt>
                <c:pt idx="3904">
                  <c:v>2.06E-2</c:v>
                </c:pt>
                <c:pt idx="3905">
                  <c:v>2.053E-2</c:v>
                </c:pt>
                <c:pt idx="3906">
                  <c:v>2.0419999999999997E-2</c:v>
                </c:pt>
                <c:pt idx="3907">
                  <c:v>2.0390000000000002E-2</c:v>
                </c:pt>
                <c:pt idx="3908">
                  <c:v>2.0390000000000002E-2</c:v>
                </c:pt>
                <c:pt idx="3909">
                  <c:v>2.0330000000000001E-2</c:v>
                </c:pt>
                <c:pt idx="3910">
                  <c:v>2.018E-2</c:v>
                </c:pt>
                <c:pt idx="3911">
                  <c:v>2.0250000000000001E-2</c:v>
                </c:pt>
                <c:pt idx="3912">
                  <c:v>2.0219999999999998E-2</c:v>
                </c:pt>
                <c:pt idx="3913">
                  <c:v>2.0219999999999998E-2</c:v>
                </c:pt>
                <c:pt idx="3914">
                  <c:v>2.036E-2</c:v>
                </c:pt>
                <c:pt idx="3915">
                  <c:v>2.0330000000000001E-2</c:v>
                </c:pt>
                <c:pt idx="3916">
                  <c:v>2.0490000000000001E-2</c:v>
                </c:pt>
                <c:pt idx="3917">
                  <c:v>2.0650000000000002E-2</c:v>
                </c:pt>
                <c:pt idx="3918">
                  <c:v>2.0760000000000001E-2</c:v>
                </c:pt>
                <c:pt idx="3919">
                  <c:v>2.085E-2</c:v>
                </c:pt>
                <c:pt idx="3920">
                  <c:v>2.1010000000000001E-2</c:v>
                </c:pt>
                <c:pt idx="3921">
                  <c:v>2.1230000000000002E-2</c:v>
                </c:pt>
                <c:pt idx="3922">
                  <c:v>2.1509999999999998E-2</c:v>
                </c:pt>
                <c:pt idx="3923">
                  <c:v>2.1940000000000001E-2</c:v>
                </c:pt>
                <c:pt idx="3924">
                  <c:v>2.1940000000000001E-2</c:v>
                </c:pt>
                <c:pt idx="3925">
                  <c:v>2.2190000000000001E-2</c:v>
                </c:pt>
                <c:pt idx="3926">
                  <c:v>2.283E-2</c:v>
                </c:pt>
                <c:pt idx="3927">
                  <c:v>2.2759999999999999E-2</c:v>
                </c:pt>
                <c:pt idx="3928">
                  <c:v>2.2700000000000001E-2</c:v>
                </c:pt>
                <c:pt idx="3929">
                  <c:v>2.2880000000000001E-2</c:v>
                </c:pt>
                <c:pt idx="3930">
                  <c:v>2.3040000000000001E-2</c:v>
                </c:pt>
                <c:pt idx="3931">
                  <c:v>2.3199999999999998E-2</c:v>
                </c:pt>
                <c:pt idx="3932">
                  <c:v>2.3349999999999999E-2</c:v>
                </c:pt>
                <c:pt idx="3933">
                  <c:v>2.351E-2</c:v>
                </c:pt>
                <c:pt idx="3934">
                  <c:v>2.3300000000000001E-2</c:v>
                </c:pt>
                <c:pt idx="3935">
                  <c:v>2.3630000000000002E-2</c:v>
                </c:pt>
                <c:pt idx="3936">
                  <c:v>2.376E-2</c:v>
                </c:pt>
                <c:pt idx="3937">
                  <c:v>2.3780000000000003E-2</c:v>
                </c:pt>
                <c:pt idx="3938">
                  <c:v>2.3809999999999998E-2</c:v>
                </c:pt>
                <c:pt idx="3939">
                  <c:v>2.4319999999999998E-2</c:v>
                </c:pt>
                <c:pt idx="3940">
                  <c:v>2.4590000000000001E-2</c:v>
                </c:pt>
                <c:pt idx="3941">
                  <c:v>2.4819999999999998E-2</c:v>
                </c:pt>
                <c:pt idx="3942">
                  <c:v>2.538E-2</c:v>
                </c:pt>
                <c:pt idx="3943">
                  <c:v>2.529E-2</c:v>
                </c:pt>
                <c:pt idx="3944">
                  <c:v>2.529E-2</c:v>
                </c:pt>
                <c:pt idx="3945">
                  <c:v>2.504E-2</c:v>
                </c:pt>
                <c:pt idx="3946">
                  <c:v>2.4840000000000001E-2</c:v>
                </c:pt>
                <c:pt idx="3947">
                  <c:v>2.469E-2</c:v>
                </c:pt>
                <c:pt idx="3948">
                  <c:v>2.4649999999999998E-2</c:v>
                </c:pt>
                <c:pt idx="3949">
                  <c:v>2.4500000000000001E-2</c:v>
                </c:pt>
                <c:pt idx="3950">
                  <c:v>2.452E-2</c:v>
                </c:pt>
                <c:pt idx="3951">
                  <c:v>2.4640000000000002E-2</c:v>
                </c:pt>
                <c:pt idx="3952">
                  <c:v>2.4669999999999997E-2</c:v>
                </c:pt>
                <c:pt idx="3953">
                  <c:v>2.4240000000000001E-2</c:v>
                </c:pt>
                <c:pt idx="3954">
                  <c:v>2.4170000000000001E-2</c:v>
                </c:pt>
                <c:pt idx="3955">
                  <c:v>2.317E-2</c:v>
                </c:pt>
                <c:pt idx="3956">
                  <c:v>2.308E-2</c:v>
                </c:pt>
                <c:pt idx="3957">
                  <c:v>2.291E-2</c:v>
                </c:pt>
                <c:pt idx="3958">
                  <c:v>2.2540000000000001E-2</c:v>
                </c:pt>
                <c:pt idx="3959">
                  <c:v>2.222E-2</c:v>
                </c:pt>
                <c:pt idx="3960">
                  <c:v>2.2249999999999999E-2</c:v>
                </c:pt>
                <c:pt idx="3961">
                  <c:v>2.2019999999999998E-2</c:v>
                </c:pt>
                <c:pt idx="3962">
                  <c:v>2.1680000000000001E-2</c:v>
                </c:pt>
                <c:pt idx="3963">
                  <c:v>2.1159999999999998E-2</c:v>
                </c:pt>
                <c:pt idx="3964">
                  <c:v>2.0740000000000001E-2</c:v>
                </c:pt>
                <c:pt idx="3965">
                  <c:v>2.06E-2</c:v>
                </c:pt>
                <c:pt idx="3966">
                  <c:v>2.06E-2</c:v>
                </c:pt>
                <c:pt idx="3967">
                  <c:v>2.0380000000000002E-2</c:v>
                </c:pt>
                <c:pt idx="3968">
                  <c:v>2.0289999999999999E-2</c:v>
                </c:pt>
                <c:pt idx="3969">
                  <c:v>2.0059999999999998E-2</c:v>
                </c:pt>
                <c:pt idx="3970">
                  <c:v>1.9949999999999999E-2</c:v>
                </c:pt>
                <c:pt idx="3971">
                  <c:v>1.993E-2</c:v>
                </c:pt>
                <c:pt idx="3972">
                  <c:v>1.9969999999999998E-2</c:v>
                </c:pt>
                <c:pt idx="3973">
                  <c:v>1.9969999999999998E-2</c:v>
                </c:pt>
                <c:pt idx="3974">
                  <c:v>1.9980000000000001E-2</c:v>
                </c:pt>
                <c:pt idx="3975">
                  <c:v>2.0109999999999999E-2</c:v>
                </c:pt>
                <c:pt idx="3976">
                  <c:v>1.9990000000000001E-2</c:v>
                </c:pt>
                <c:pt idx="3977">
                  <c:v>1.9949999999999999E-2</c:v>
                </c:pt>
                <c:pt idx="3978">
                  <c:v>1.975E-2</c:v>
                </c:pt>
                <c:pt idx="3979">
                  <c:v>1.966E-2</c:v>
                </c:pt>
                <c:pt idx="3980">
                  <c:v>1.9769999999999999E-2</c:v>
                </c:pt>
                <c:pt idx="3981">
                  <c:v>1.9689999999999999E-2</c:v>
                </c:pt>
                <c:pt idx="3982">
                  <c:v>1.9790000000000002E-2</c:v>
                </c:pt>
                <c:pt idx="3983">
                  <c:v>1.9719999999999998E-2</c:v>
                </c:pt>
                <c:pt idx="3984">
                  <c:v>1.9730000000000001E-2</c:v>
                </c:pt>
                <c:pt idx="3985">
                  <c:v>1.9540000000000002E-2</c:v>
                </c:pt>
                <c:pt idx="3986">
                  <c:v>1.9349999999999999E-2</c:v>
                </c:pt>
                <c:pt idx="3987">
                  <c:v>1.9190000000000002E-2</c:v>
                </c:pt>
                <c:pt idx="3988">
                  <c:v>1.9130000000000001E-2</c:v>
                </c:pt>
                <c:pt idx="3989">
                  <c:v>1.9009999999999999E-2</c:v>
                </c:pt>
                <c:pt idx="3990">
                  <c:v>1.8700000000000001E-2</c:v>
                </c:pt>
                <c:pt idx="3991">
                  <c:v>1.839E-2</c:v>
                </c:pt>
                <c:pt idx="3992">
                  <c:v>1.813E-2</c:v>
                </c:pt>
                <c:pt idx="3993">
                  <c:v>1.8009999999999998E-2</c:v>
                </c:pt>
                <c:pt idx="3994">
                  <c:v>1.7950000000000001E-2</c:v>
                </c:pt>
                <c:pt idx="3995">
                  <c:v>1.789E-2</c:v>
                </c:pt>
                <c:pt idx="3996">
                  <c:v>1.7919999999999998E-2</c:v>
                </c:pt>
                <c:pt idx="3997">
                  <c:v>1.7899999999999999E-2</c:v>
                </c:pt>
                <c:pt idx="3998">
                  <c:v>1.7899999999999999E-2</c:v>
                </c:pt>
                <c:pt idx="3999">
                  <c:v>1.7780000000000001E-2</c:v>
                </c:pt>
                <c:pt idx="4000">
                  <c:v>1.796E-2</c:v>
                </c:pt>
                <c:pt idx="4001">
                  <c:v>1.8110000000000001E-2</c:v>
                </c:pt>
                <c:pt idx="4002">
                  <c:v>1.821E-2</c:v>
                </c:pt>
                <c:pt idx="4003">
                  <c:v>1.8259999999999998E-2</c:v>
                </c:pt>
                <c:pt idx="4004">
                  <c:v>1.84E-2</c:v>
                </c:pt>
                <c:pt idx="4005">
                  <c:v>1.8359999999999998E-2</c:v>
                </c:pt>
                <c:pt idx="4006">
                  <c:v>1.8609999999999998E-2</c:v>
                </c:pt>
                <c:pt idx="4007">
                  <c:v>1.865E-2</c:v>
                </c:pt>
                <c:pt idx="4008">
                  <c:v>1.874E-2</c:v>
                </c:pt>
                <c:pt idx="4009">
                  <c:v>1.8669999999999999E-2</c:v>
                </c:pt>
                <c:pt idx="4010">
                  <c:v>1.864E-2</c:v>
                </c:pt>
                <c:pt idx="4011">
                  <c:v>1.8519999999999998E-2</c:v>
                </c:pt>
                <c:pt idx="4012">
                  <c:v>1.8700000000000001E-2</c:v>
                </c:pt>
                <c:pt idx="4013">
                  <c:v>1.8680000000000002E-2</c:v>
                </c:pt>
                <c:pt idx="4014">
                  <c:v>1.8749999999999999E-2</c:v>
                </c:pt>
                <c:pt idx="4015">
                  <c:v>1.866E-2</c:v>
                </c:pt>
                <c:pt idx="4016">
                  <c:v>1.866E-2</c:v>
                </c:pt>
                <c:pt idx="4017">
                  <c:v>1.8589999999999999E-2</c:v>
                </c:pt>
                <c:pt idx="4018">
                  <c:v>1.8509999999999999E-2</c:v>
                </c:pt>
                <c:pt idx="4019">
                  <c:v>1.8509999999999999E-2</c:v>
                </c:pt>
                <c:pt idx="4020">
                  <c:v>1.848E-2</c:v>
                </c:pt>
                <c:pt idx="4021">
                  <c:v>1.8430000000000002E-2</c:v>
                </c:pt>
                <c:pt idx="4022">
                  <c:v>1.84E-2</c:v>
                </c:pt>
                <c:pt idx="4023">
                  <c:v>1.8550000000000001E-2</c:v>
                </c:pt>
                <c:pt idx="4024">
                  <c:v>1.848E-2</c:v>
                </c:pt>
                <c:pt idx="4025">
                  <c:v>1.8430000000000002E-2</c:v>
                </c:pt>
                <c:pt idx="4026">
                  <c:v>1.8340000000000002E-2</c:v>
                </c:pt>
                <c:pt idx="4027">
                  <c:v>1.84E-2</c:v>
                </c:pt>
                <c:pt idx="4028">
                  <c:v>1.8550000000000001E-2</c:v>
                </c:pt>
                <c:pt idx="4029">
                  <c:v>1.881E-2</c:v>
                </c:pt>
                <c:pt idx="4030">
                  <c:v>1.9060000000000001E-2</c:v>
                </c:pt>
                <c:pt idx="4031">
                  <c:v>1.907E-2</c:v>
                </c:pt>
                <c:pt idx="4032">
                  <c:v>1.925E-2</c:v>
                </c:pt>
                <c:pt idx="4033">
                  <c:v>1.908E-2</c:v>
                </c:pt>
                <c:pt idx="4034">
                  <c:v>1.874E-2</c:v>
                </c:pt>
                <c:pt idx="4035">
                  <c:v>1.8519999999999998E-2</c:v>
                </c:pt>
                <c:pt idx="4036">
                  <c:v>1.847E-2</c:v>
                </c:pt>
                <c:pt idx="4037">
                  <c:v>1.8269999999999998E-2</c:v>
                </c:pt>
                <c:pt idx="4038">
                  <c:v>1.8790000000000001E-2</c:v>
                </c:pt>
                <c:pt idx="4039">
                  <c:v>1.9310000000000001E-2</c:v>
                </c:pt>
                <c:pt idx="4040">
                  <c:v>1.925E-2</c:v>
                </c:pt>
                <c:pt idx="4041">
                  <c:v>1.8960000000000001E-2</c:v>
                </c:pt>
                <c:pt idx="4042">
                  <c:v>1.8969999999999997E-2</c:v>
                </c:pt>
                <c:pt idx="4043">
                  <c:v>1.8890000000000001E-2</c:v>
                </c:pt>
                <c:pt idx="4044">
                  <c:v>1.8890000000000001E-2</c:v>
                </c:pt>
                <c:pt idx="4045">
                  <c:v>1.89E-2</c:v>
                </c:pt>
                <c:pt idx="4046">
                  <c:v>1.8790000000000001E-2</c:v>
                </c:pt>
                <c:pt idx="4047">
                  <c:v>1.864E-2</c:v>
                </c:pt>
                <c:pt idx="4048">
                  <c:v>1.8499999999999999E-2</c:v>
                </c:pt>
                <c:pt idx="4049">
                  <c:v>1.814E-2</c:v>
                </c:pt>
                <c:pt idx="4050">
                  <c:v>1.7919999999999998E-2</c:v>
                </c:pt>
                <c:pt idx="4051">
                  <c:v>1.7919999999999998E-2</c:v>
                </c:pt>
                <c:pt idx="4052">
                  <c:v>1.7749999999999998E-2</c:v>
                </c:pt>
                <c:pt idx="4053">
                  <c:v>1.7639999999999999E-2</c:v>
                </c:pt>
                <c:pt idx="4054">
                  <c:v>1.763E-2</c:v>
                </c:pt>
                <c:pt idx="4055">
                  <c:v>1.7639999999999999E-2</c:v>
                </c:pt>
                <c:pt idx="4056">
                  <c:v>1.755E-2</c:v>
                </c:pt>
                <c:pt idx="4057">
                  <c:v>1.754E-2</c:v>
                </c:pt>
                <c:pt idx="4058">
                  <c:v>1.7500000000000002E-2</c:v>
                </c:pt>
                <c:pt idx="4059">
                  <c:v>1.7469999999999999E-2</c:v>
                </c:pt>
                <c:pt idx="4060">
                  <c:v>1.7600000000000001E-2</c:v>
                </c:pt>
                <c:pt idx="4061">
                  <c:v>1.7730000000000003E-2</c:v>
                </c:pt>
                <c:pt idx="4062">
                  <c:v>1.7840000000000002E-2</c:v>
                </c:pt>
                <c:pt idx="4063">
                  <c:v>1.797E-2</c:v>
                </c:pt>
                <c:pt idx="4064">
                  <c:v>1.7950000000000001E-2</c:v>
                </c:pt>
                <c:pt idx="4065">
                  <c:v>1.805E-2</c:v>
                </c:pt>
                <c:pt idx="4066">
                  <c:v>1.805E-2</c:v>
                </c:pt>
                <c:pt idx="4067">
                  <c:v>1.7999999999999999E-2</c:v>
                </c:pt>
                <c:pt idx="4068">
                  <c:v>1.7780000000000001E-2</c:v>
                </c:pt>
                <c:pt idx="4069">
                  <c:v>1.7649999999999999E-2</c:v>
                </c:pt>
                <c:pt idx="4070">
                  <c:v>1.7590000000000001E-2</c:v>
                </c:pt>
                <c:pt idx="4071">
                  <c:v>1.7749999999999998E-2</c:v>
                </c:pt>
                <c:pt idx="4072">
                  <c:v>1.7659999999999999E-2</c:v>
                </c:pt>
                <c:pt idx="4073">
                  <c:v>1.7690000000000001E-2</c:v>
                </c:pt>
                <c:pt idx="4074">
                  <c:v>1.7500000000000002E-2</c:v>
                </c:pt>
                <c:pt idx="4075">
                  <c:v>1.7399999999999999E-2</c:v>
                </c:pt>
                <c:pt idx="4076">
                  <c:v>1.746E-2</c:v>
                </c:pt>
                <c:pt idx="4077">
                  <c:v>1.7309999999999999E-2</c:v>
                </c:pt>
                <c:pt idx="4078">
                  <c:v>1.719E-2</c:v>
                </c:pt>
                <c:pt idx="4079">
                  <c:v>1.721E-2</c:v>
                </c:pt>
                <c:pt idx="4080">
                  <c:v>1.7059999999999999E-2</c:v>
                </c:pt>
                <c:pt idx="4081">
                  <c:v>1.711E-2</c:v>
                </c:pt>
                <c:pt idx="4082">
                  <c:v>1.7149999999999999E-2</c:v>
                </c:pt>
                <c:pt idx="4083">
                  <c:v>1.7080000000000001E-2</c:v>
                </c:pt>
                <c:pt idx="4084">
                  <c:v>1.7139999999999999E-2</c:v>
                </c:pt>
                <c:pt idx="4085">
                  <c:v>1.7159999999999998E-2</c:v>
                </c:pt>
                <c:pt idx="4086">
                  <c:v>1.721E-2</c:v>
                </c:pt>
                <c:pt idx="4087">
                  <c:v>1.721E-2</c:v>
                </c:pt>
                <c:pt idx="4088">
                  <c:v>1.7219999999999999E-2</c:v>
                </c:pt>
                <c:pt idx="4089">
                  <c:v>1.7219999999999999E-2</c:v>
                </c:pt>
                <c:pt idx="4090">
                  <c:v>1.7340000000000001E-2</c:v>
                </c:pt>
                <c:pt idx="4091">
                  <c:v>1.7389999999999999E-2</c:v>
                </c:pt>
                <c:pt idx="4092">
                  <c:v>1.736E-2</c:v>
                </c:pt>
                <c:pt idx="4093">
                  <c:v>1.746E-2</c:v>
                </c:pt>
                <c:pt idx="4094">
                  <c:v>1.7559999999999999E-2</c:v>
                </c:pt>
                <c:pt idx="4095">
                  <c:v>1.7569999999999999E-2</c:v>
                </c:pt>
                <c:pt idx="4096">
                  <c:v>1.7649999999999999E-2</c:v>
                </c:pt>
                <c:pt idx="4097">
                  <c:v>1.762E-2</c:v>
                </c:pt>
                <c:pt idx="4098">
                  <c:v>1.7559999999999999E-2</c:v>
                </c:pt>
                <c:pt idx="4099">
                  <c:v>1.7569999999999999E-2</c:v>
                </c:pt>
                <c:pt idx="4100">
                  <c:v>1.755E-2</c:v>
                </c:pt>
                <c:pt idx="4101">
                  <c:v>1.7519999999999997E-2</c:v>
                </c:pt>
                <c:pt idx="4102">
                  <c:v>1.737E-2</c:v>
                </c:pt>
                <c:pt idx="4103">
                  <c:v>1.7330000000000002E-2</c:v>
                </c:pt>
                <c:pt idx="4104">
                  <c:v>1.7440000000000001E-2</c:v>
                </c:pt>
                <c:pt idx="4105">
                  <c:v>1.755E-2</c:v>
                </c:pt>
                <c:pt idx="4106">
                  <c:v>1.7519999999999997E-2</c:v>
                </c:pt>
                <c:pt idx="4107">
                  <c:v>1.7469999999999999E-2</c:v>
                </c:pt>
                <c:pt idx="4108">
                  <c:v>1.7409999999999998E-2</c:v>
                </c:pt>
                <c:pt idx="4109">
                  <c:v>1.719E-2</c:v>
                </c:pt>
                <c:pt idx="4110">
                  <c:v>1.712E-2</c:v>
                </c:pt>
                <c:pt idx="4111">
                  <c:v>1.6990000000000002E-2</c:v>
                </c:pt>
                <c:pt idx="4112">
                  <c:v>1.686E-2</c:v>
                </c:pt>
                <c:pt idx="4113">
                  <c:v>1.685E-2</c:v>
                </c:pt>
                <c:pt idx="4114">
                  <c:v>1.685E-2</c:v>
                </c:pt>
                <c:pt idx="4115">
                  <c:v>1.6730000000000002E-2</c:v>
                </c:pt>
                <c:pt idx="4116">
                  <c:v>1.661E-2</c:v>
                </c:pt>
                <c:pt idx="4117">
                  <c:v>1.6659999999999998E-2</c:v>
                </c:pt>
                <c:pt idx="4118">
                  <c:v>1.6590000000000001E-2</c:v>
                </c:pt>
                <c:pt idx="4119">
                  <c:v>1.6539999999999999E-2</c:v>
                </c:pt>
                <c:pt idx="4120">
                  <c:v>1.6449999999999999E-2</c:v>
                </c:pt>
                <c:pt idx="4121">
                  <c:v>1.6380000000000002E-2</c:v>
                </c:pt>
                <c:pt idx="4122">
                  <c:v>1.636E-2</c:v>
                </c:pt>
                <c:pt idx="4123">
                  <c:v>1.6410000000000001E-2</c:v>
                </c:pt>
                <c:pt idx="4124">
                  <c:v>1.634E-2</c:v>
                </c:pt>
                <c:pt idx="4125">
                  <c:v>1.6380000000000002E-2</c:v>
                </c:pt>
                <c:pt idx="4126">
                  <c:v>1.6490000000000001E-2</c:v>
                </c:pt>
                <c:pt idx="4127">
                  <c:v>1.6539999999999999E-2</c:v>
                </c:pt>
                <c:pt idx="4128">
                  <c:v>1.661E-2</c:v>
                </c:pt>
                <c:pt idx="4129">
                  <c:v>1.668E-2</c:v>
                </c:pt>
                <c:pt idx="4130">
                  <c:v>1.6789999999999999E-2</c:v>
                </c:pt>
                <c:pt idx="4131">
                  <c:v>1.6919999999999998E-2</c:v>
                </c:pt>
                <c:pt idx="4132">
                  <c:v>1.694E-2</c:v>
                </c:pt>
                <c:pt idx="4133">
                  <c:v>1.6969999999999999E-2</c:v>
                </c:pt>
                <c:pt idx="4134">
                  <c:v>1.6799999999999999E-2</c:v>
                </c:pt>
                <c:pt idx="4135">
                  <c:v>1.6709999999999999E-2</c:v>
                </c:pt>
                <c:pt idx="4136">
                  <c:v>1.6580000000000001E-2</c:v>
                </c:pt>
                <c:pt idx="4137">
                  <c:v>1.6319999999999998E-2</c:v>
                </c:pt>
                <c:pt idx="4138">
                  <c:v>1.6319999999999998E-2</c:v>
                </c:pt>
                <c:pt idx="4139">
                  <c:v>1.6400000000000001E-2</c:v>
                </c:pt>
                <c:pt idx="4140">
                  <c:v>1.6319999999999998E-2</c:v>
                </c:pt>
                <c:pt idx="4141">
                  <c:v>1.6330000000000001E-2</c:v>
                </c:pt>
                <c:pt idx="4142">
                  <c:v>1.6309999999999998E-2</c:v>
                </c:pt>
                <c:pt idx="4143">
                  <c:v>1.635E-2</c:v>
                </c:pt>
                <c:pt idx="4144">
                  <c:v>1.6390000000000002E-2</c:v>
                </c:pt>
                <c:pt idx="4145">
                  <c:v>1.643E-2</c:v>
                </c:pt>
                <c:pt idx="4146">
                  <c:v>1.6369999999999999E-2</c:v>
                </c:pt>
                <c:pt idx="4147">
                  <c:v>1.6369999999999999E-2</c:v>
                </c:pt>
                <c:pt idx="4148">
                  <c:v>1.6400000000000001E-2</c:v>
                </c:pt>
                <c:pt idx="4149">
                  <c:v>1.6400000000000001E-2</c:v>
                </c:pt>
                <c:pt idx="4150">
                  <c:v>1.6390000000000002E-2</c:v>
                </c:pt>
                <c:pt idx="4151">
                  <c:v>1.618E-2</c:v>
                </c:pt>
                <c:pt idx="4152">
                  <c:v>1.5990000000000001E-2</c:v>
                </c:pt>
                <c:pt idx="4153">
                  <c:v>1.6069999999999997E-2</c:v>
                </c:pt>
                <c:pt idx="4154">
                  <c:v>1.5969999999999998E-2</c:v>
                </c:pt>
                <c:pt idx="4155">
                  <c:v>1.593E-2</c:v>
                </c:pt>
                <c:pt idx="4156">
                  <c:v>1.5869999999999999E-2</c:v>
                </c:pt>
                <c:pt idx="4157">
                  <c:v>1.583E-2</c:v>
                </c:pt>
                <c:pt idx="4158">
                  <c:v>1.5689999999999999E-2</c:v>
                </c:pt>
                <c:pt idx="4159">
                  <c:v>1.5590000000000001E-2</c:v>
                </c:pt>
                <c:pt idx="4160">
                  <c:v>1.541E-2</c:v>
                </c:pt>
                <c:pt idx="4161">
                  <c:v>1.521E-2</c:v>
                </c:pt>
                <c:pt idx="4162">
                  <c:v>1.5169999999999999E-2</c:v>
                </c:pt>
                <c:pt idx="4163">
                  <c:v>1.516E-2</c:v>
                </c:pt>
                <c:pt idx="4164">
                  <c:v>1.52E-2</c:v>
                </c:pt>
                <c:pt idx="4165">
                  <c:v>1.5100000000000001E-2</c:v>
                </c:pt>
                <c:pt idx="4166">
                  <c:v>1.5009999999999999E-2</c:v>
                </c:pt>
                <c:pt idx="4167">
                  <c:v>1.495E-2</c:v>
                </c:pt>
                <c:pt idx="4168">
                  <c:v>1.4930000000000001E-2</c:v>
                </c:pt>
                <c:pt idx="4169">
                  <c:v>1.4930000000000001E-2</c:v>
                </c:pt>
                <c:pt idx="4170">
                  <c:v>1.4830000000000001E-2</c:v>
                </c:pt>
                <c:pt idx="4171">
                  <c:v>1.485E-2</c:v>
                </c:pt>
                <c:pt idx="4172">
                  <c:v>1.495E-2</c:v>
                </c:pt>
                <c:pt idx="4173">
                  <c:v>1.4980000000000002E-2</c:v>
                </c:pt>
                <c:pt idx="4174">
                  <c:v>1.4980000000000002E-2</c:v>
                </c:pt>
                <c:pt idx="4175">
                  <c:v>1.491E-2</c:v>
                </c:pt>
                <c:pt idx="4176">
                  <c:v>1.4819999999999998E-2</c:v>
                </c:pt>
                <c:pt idx="4177">
                  <c:v>1.486E-2</c:v>
                </c:pt>
                <c:pt idx="4178">
                  <c:v>1.485E-2</c:v>
                </c:pt>
                <c:pt idx="4179">
                  <c:v>1.494E-2</c:v>
                </c:pt>
                <c:pt idx="4180">
                  <c:v>1.495E-2</c:v>
                </c:pt>
                <c:pt idx="4181">
                  <c:v>1.4919999999999999E-2</c:v>
                </c:pt>
                <c:pt idx="4182">
                  <c:v>1.495E-2</c:v>
                </c:pt>
                <c:pt idx="4183">
                  <c:v>1.489E-2</c:v>
                </c:pt>
                <c:pt idx="4184">
                  <c:v>1.489E-2</c:v>
                </c:pt>
                <c:pt idx="4185">
                  <c:v>1.499E-2</c:v>
                </c:pt>
                <c:pt idx="4186">
                  <c:v>1.4959999999999999E-2</c:v>
                </c:pt>
                <c:pt idx="4187">
                  <c:v>1.487E-2</c:v>
                </c:pt>
                <c:pt idx="4188">
                  <c:v>1.486E-2</c:v>
                </c:pt>
                <c:pt idx="4189">
                  <c:v>1.489E-2</c:v>
                </c:pt>
                <c:pt idx="4190">
                  <c:v>1.4800000000000001E-2</c:v>
                </c:pt>
                <c:pt idx="4191">
                  <c:v>1.4730000000000002E-2</c:v>
                </c:pt>
                <c:pt idx="4192">
                  <c:v>1.4719999999999999E-2</c:v>
                </c:pt>
                <c:pt idx="4193">
                  <c:v>1.4730000000000002E-2</c:v>
                </c:pt>
                <c:pt idx="4194">
                  <c:v>1.485E-2</c:v>
                </c:pt>
                <c:pt idx="4195">
                  <c:v>1.4959999999999999E-2</c:v>
                </c:pt>
                <c:pt idx="4196">
                  <c:v>1.487E-2</c:v>
                </c:pt>
                <c:pt idx="4197">
                  <c:v>1.4830000000000001E-2</c:v>
                </c:pt>
                <c:pt idx="4198">
                  <c:v>1.4749999999999999E-2</c:v>
                </c:pt>
                <c:pt idx="4199">
                  <c:v>1.4800000000000001E-2</c:v>
                </c:pt>
                <c:pt idx="4200">
                  <c:v>1.4819999999999998E-2</c:v>
                </c:pt>
                <c:pt idx="4201">
                  <c:v>1.5090000000000001E-2</c:v>
                </c:pt>
                <c:pt idx="4202">
                  <c:v>1.5009999999999999E-2</c:v>
                </c:pt>
                <c:pt idx="4203">
                  <c:v>1.4999999999999999E-2</c:v>
                </c:pt>
                <c:pt idx="4204">
                  <c:v>1.4930000000000001E-2</c:v>
                </c:pt>
                <c:pt idx="4205">
                  <c:v>1.4819999999999998E-2</c:v>
                </c:pt>
                <c:pt idx="4206">
                  <c:v>1.47E-2</c:v>
                </c:pt>
                <c:pt idx="4207">
                  <c:v>1.47E-2</c:v>
                </c:pt>
                <c:pt idx="4208">
                  <c:v>1.47E-2</c:v>
                </c:pt>
                <c:pt idx="4209">
                  <c:v>1.47E-2</c:v>
                </c:pt>
                <c:pt idx="4210">
                  <c:v>1.4659999999999999E-2</c:v>
                </c:pt>
                <c:pt idx="4211">
                  <c:v>1.468E-2</c:v>
                </c:pt>
                <c:pt idx="4212">
                  <c:v>1.468E-2</c:v>
                </c:pt>
                <c:pt idx="4213">
                  <c:v>1.468E-2</c:v>
                </c:pt>
                <c:pt idx="4214">
                  <c:v>1.4580000000000001E-2</c:v>
                </c:pt>
                <c:pt idx="4215">
                  <c:v>1.4540000000000001E-2</c:v>
                </c:pt>
                <c:pt idx="4216">
                  <c:v>1.435E-2</c:v>
                </c:pt>
                <c:pt idx="4217">
                  <c:v>1.4230000000000001E-2</c:v>
                </c:pt>
                <c:pt idx="4218">
                  <c:v>1.4180000000000002E-2</c:v>
                </c:pt>
                <c:pt idx="4219">
                  <c:v>1.4230000000000001E-2</c:v>
                </c:pt>
                <c:pt idx="4220">
                  <c:v>1.434E-2</c:v>
                </c:pt>
                <c:pt idx="4221">
                  <c:v>1.4449999999999999E-2</c:v>
                </c:pt>
                <c:pt idx="4222">
                  <c:v>1.4590000000000001E-2</c:v>
                </c:pt>
                <c:pt idx="4223">
                  <c:v>1.456E-2</c:v>
                </c:pt>
                <c:pt idx="4224">
                  <c:v>1.4590000000000001E-2</c:v>
                </c:pt>
                <c:pt idx="4225">
                  <c:v>1.4669999999999999E-2</c:v>
                </c:pt>
                <c:pt idx="4226">
                  <c:v>1.4659999999999999E-2</c:v>
                </c:pt>
                <c:pt idx="4227">
                  <c:v>1.455E-2</c:v>
                </c:pt>
                <c:pt idx="4228">
                  <c:v>1.4540000000000001E-2</c:v>
                </c:pt>
                <c:pt idx="4229">
                  <c:v>1.456E-2</c:v>
                </c:pt>
                <c:pt idx="4230">
                  <c:v>1.4619999999999999E-2</c:v>
                </c:pt>
                <c:pt idx="4231">
                  <c:v>1.4709999999999999E-2</c:v>
                </c:pt>
                <c:pt idx="4232">
                  <c:v>1.464E-2</c:v>
                </c:pt>
                <c:pt idx="4233">
                  <c:v>1.464E-2</c:v>
                </c:pt>
                <c:pt idx="4234">
                  <c:v>1.4730000000000002E-2</c:v>
                </c:pt>
                <c:pt idx="4235">
                  <c:v>1.4669999999999999E-2</c:v>
                </c:pt>
                <c:pt idx="4236">
                  <c:v>1.468E-2</c:v>
                </c:pt>
                <c:pt idx="4237">
                  <c:v>1.4619999999999999E-2</c:v>
                </c:pt>
                <c:pt idx="4238">
                  <c:v>1.468E-2</c:v>
                </c:pt>
                <c:pt idx="4239">
                  <c:v>1.4709999999999999E-2</c:v>
                </c:pt>
                <c:pt idx="4240">
                  <c:v>1.4709999999999999E-2</c:v>
                </c:pt>
                <c:pt idx="4241">
                  <c:v>1.4669999999999999E-2</c:v>
                </c:pt>
                <c:pt idx="4242">
                  <c:v>1.464E-2</c:v>
                </c:pt>
                <c:pt idx="4243">
                  <c:v>1.461E-2</c:v>
                </c:pt>
                <c:pt idx="4244">
                  <c:v>1.464E-2</c:v>
                </c:pt>
                <c:pt idx="4245">
                  <c:v>1.4659999999999999E-2</c:v>
                </c:pt>
                <c:pt idx="4246">
                  <c:v>1.47E-2</c:v>
                </c:pt>
                <c:pt idx="4247">
                  <c:v>1.4780000000000001E-2</c:v>
                </c:pt>
                <c:pt idx="4248">
                  <c:v>1.4780000000000001E-2</c:v>
                </c:pt>
                <c:pt idx="4249">
                  <c:v>1.4800000000000001E-2</c:v>
                </c:pt>
                <c:pt idx="4250">
                  <c:v>1.491E-2</c:v>
                </c:pt>
                <c:pt idx="4251">
                  <c:v>1.4919999999999999E-2</c:v>
                </c:pt>
                <c:pt idx="4252">
                  <c:v>1.487E-2</c:v>
                </c:pt>
                <c:pt idx="4253">
                  <c:v>1.486E-2</c:v>
                </c:pt>
                <c:pt idx="4254">
                  <c:v>1.47E-2</c:v>
                </c:pt>
                <c:pt idx="4255">
                  <c:v>1.4580000000000001E-2</c:v>
                </c:pt>
                <c:pt idx="4256">
                  <c:v>1.457E-2</c:v>
                </c:pt>
                <c:pt idx="4257">
                  <c:v>1.455E-2</c:v>
                </c:pt>
                <c:pt idx="4258">
                  <c:v>1.4519999999999998E-2</c:v>
                </c:pt>
                <c:pt idx="4259">
                  <c:v>1.4480000000000002E-2</c:v>
                </c:pt>
                <c:pt idx="4260">
                  <c:v>1.4500000000000001E-2</c:v>
                </c:pt>
                <c:pt idx="4261">
                  <c:v>1.439E-2</c:v>
                </c:pt>
                <c:pt idx="4262">
                  <c:v>1.4369999999999999E-2</c:v>
                </c:pt>
                <c:pt idx="4263">
                  <c:v>1.4330000000000001E-2</c:v>
                </c:pt>
                <c:pt idx="4264">
                  <c:v>1.4290000000000001E-2</c:v>
                </c:pt>
                <c:pt idx="4265">
                  <c:v>1.4159999999999999E-2</c:v>
                </c:pt>
                <c:pt idx="4266">
                  <c:v>1.4190000000000001E-2</c:v>
                </c:pt>
                <c:pt idx="4267">
                  <c:v>1.41E-2</c:v>
                </c:pt>
                <c:pt idx="4268">
                  <c:v>1.4169999999999999E-2</c:v>
                </c:pt>
                <c:pt idx="4269">
                  <c:v>1.4109999999999999E-2</c:v>
                </c:pt>
                <c:pt idx="4270">
                  <c:v>1.4080000000000001E-2</c:v>
                </c:pt>
                <c:pt idx="4271">
                  <c:v>1.4250000000000001E-2</c:v>
                </c:pt>
                <c:pt idx="4272">
                  <c:v>1.4250000000000001E-2</c:v>
                </c:pt>
                <c:pt idx="4273">
                  <c:v>1.4169999999999999E-2</c:v>
                </c:pt>
                <c:pt idx="4274">
                  <c:v>1.4109999999999999E-2</c:v>
                </c:pt>
                <c:pt idx="4275">
                  <c:v>1.4109999999999999E-2</c:v>
                </c:pt>
                <c:pt idx="4276">
                  <c:v>1.4250000000000001E-2</c:v>
                </c:pt>
                <c:pt idx="4277">
                  <c:v>1.4209999999999999E-2</c:v>
                </c:pt>
                <c:pt idx="4278">
                  <c:v>1.4230000000000001E-2</c:v>
                </c:pt>
                <c:pt idx="4279">
                  <c:v>1.4230000000000001E-2</c:v>
                </c:pt>
                <c:pt idx="4280">
                  <c:v>1.427E-2</c:v>
                </c:pt>
                <c:pt idx="4281">
                  <c:v>1.427E-2</c:v>
                </c:pt>
                <c:pt idx="4282">
                  <c:v>1.4149999999999999E-2</c:v>
                </c:pt>
                <c:pt idx="4283">
                  <c:v>1.4169999999999999E-2</c:v>
                </c:pt>
                <c:pt idx="4284">
                  <c:v>1.4159999999999999E-2</c:v>
                </c:pt>
                <c:pt idx="4285">
                  <c:v>1.4159999999999999E-2</c:v>
                </c:pt>
                <c:pt idx="4286">
                  <c:v>1.41E-2</c:v>
                </c:pt>
                <c:pt idx="4287">
                  <c:v>1.4119999999999999E-2</c:v>
                </c:pt>
                <c:pt idx="4288">
                  <c:v>1.4080000000000001E-2</c:v>
                </c:pt>
                <c:pt idx="4289">
                  <c:v>1.405E-2</c:v>
                </c:pt>
                <c:pt idx="4290">
                  <c:v>1.4E-2</c:v>
                </c:pt>
                <c:pt idx="4291">
                  <c:v>1.3969999999999998E-2</c:v>
                </c:pt>
                <c:pt idx="4292">
                  <c:v>1.3930000000000001E-2</c:v>
                </c:pt>
                <c:pt idx="4293">
                  <c:v>1.396E-2</c:v>
                </c:pt>
                <c:pt idx="4294">
                  <c:v>1.3869999999999999E-2</c:v>
                </c:pt>
                <c:pt idx="4295">
                  <c:v>1.3880000000000002E-2</c:v>
                </c:pt>
                <c:pt idx="4296">
                  <c:v>1.3899999999999999E-2</c:v>
                </c:pt>
                <c:pt idx="4297">
                  <c:v>1.3909999999999999E-2</c:v>
                </c:pt>
                <c:pt idx="4298">
                  <c:v>1.3890000000000001E-2</c:v>
                </c:pt>
                <c:pt idx="4299">
                  <c:v>1.383E-2</c:v>
                </c:pt>
                <c:pt idx="4300">
                  <c:v>1.3730000000000001E-2</c:v>
                </c:pt>
                <c:pt idx="4301">
                  <c:v>1.3680000000000001E-2</c:v>
                </c:pt>
                <c:pt idx="4302">
                  <c:v>1.3590000000000001E-2</c:v>
                </c:pt>
                <c:pt idx="4303">
                  <c:v>1.35E-2</c:v>
                </c:pt>
                <c:pt idx="4304">
                  <c:v>1.3559999999999999E-2</c:v>
                </c:pt>
                <c:pt idx="4305">
                  <c:v>1.3559999999999999E-2</c:v>
                </c:pt>
                <c:pt idx="4306">
                  <c:v>1.3509999999999999E-2</c:v>
                </c:pt>
                <c:pt idx="4307">
                  <c:v>1.3469999999999999E-2</c:v>
                </c:pt>
                <c:pt idx="4308">
                  <c:v>1.3430000000000001E-2</c:v>
                </c:pt>
                <c:pt idx="4309">
                  <c:v>1.3430000000000001E-2</c:v>
                </c:pt>
                <c:pt idx="4310">
                  <c:v>1.3350000000000001E-2</c:v>
                </c:pt>
                <c:pt idx="4311">
                  <c:v>1.3280000000000002E-2</c:v>
                </c:pt>
                <c:pt idx="4312">
                  <c:v>1.3169999999999999E-2</c:v>
                </c:pt>
                <c:pt idx="4313">
                  <c:v>1.3180000000000001E-2</c:v>
                </c:pt>
                <c:pt idx="4314">
                  <c:v>1.316E-2</c:v>
                </c:pt>
                <c:pt idx="4315">
                  <c:v>1.315E-2</c:v>
                </c:pt>
                <c:pt idx="4316">
                  <c:v>1.312E-2</c:v>
                </c:pt>
                <c:pt idx="4317">
                  <c:v>1.3019999999999999E-2</c:v>
                </c:pt>
                <c:pt idx="4318">
                  <c:v>1.3050000000000001E-2</c:v>
                </c:pt>
                <c:pt idx="4319">
                  <c:v>1.2980000000000002E-2</c:v>
                </c:pt>
                <c:pt idx="4320">
                  <c:v>1.2830000000000001E-2</c:v>
                </c:pt>
                <c:pt idx="4321">
                  <c:v>1.3040000000000001E-2</c:v>
                </c:pt>
                <c:pt idx="4322">
                  <c:v>1.2869999999999999E-2</c:v>
                </c:pt>
                <c:pt idx="4323">
                  <c:v>1.295E-2</c:v>
                </c:pt>
                <c:pt idx="4324">
                  <c:v>1.2880000000000001E-2</c:v>
                </c:pt>
                <c:pt idx="4325">
                  <c:v>1.2919999999999999E-2</c:v>
                </c:pt>
                <c:pt idx="4326">
                  <c:v>1.286E-2</c:v>
                </c:pt>
                <c:pt idx="4327">
                  <c:v>1.3009999999999999E-2</c:v>
                </c:pt>
                <c:pt idx="4328">
                  <c:v>1.2969999999999999E-2</c:v>
                </c:pt>
                <c:pt idx="4329">
                  <c:v>1.3100000000000001E-2</c:v>
                </c:pt>
                <c:pt idx="4330">
                  <c:v>1.299E-2</c:v>
                </c:pt>
                <c:pt idx="4331">
                  <c:v>1.3630000000000001E-2</c:v>
                </c:pt>
                <c:pt idx="4332">
                  <c:v>1.376E-2</c:v>
                </c:pt>
                <c:pt idx="4333">
                  <c:v>1.3909999999999999E-2</c:v>
                </c:pt>
                <c:pt idx="4334">
                  <c:v>1.37E-2</c:v>
                </c:pt>
                <c:pt idx="4335">
                  <c:v>1.3519999999999999E-2</c:v>
                </c:pt>
                <c:pt idx="4336">
                  <c:v>1.3640000000000001E-2</c:v>
                </c:pt>
                <c:pt idx="4337">
                  <c:v>1.375E-2</c:v>
                </c:pt>
                <c:pt idx="4338">
                  <c:v>1.3680000000000001E-2</c:v>
                </c:pt>
                <c:pt idx="4339">
                  <c:v>1.37E-2</c:v>
                </c:pt>
                <c:pt idx="4340">
                  <c:v>1.3599999999999999E-2</c:v>
                </c:pt>
                <c:pt idx="4341">
                  <c:v>1.37E-2</c:v>
                </c:pt>
                <c:pt idx="4342">
                  <c:v>1.3669999999999998E-2</c:v>
                </c:pt>
                <c:pt idx="4343">
                  <c:v>1.3630000000000001E-2</c:v>
                </c:pt>
                <c:pt idx="4344">
                  <c:v>1.379E-2</c:v>
                </c:pt>
                <c:pt idx="4345">
                  <c:v>1.3849999999999999E-2</c:v>
                </c:pt>
                <c:pt idx="4346">
                  <c:v>1.3809999999999999E-2</c:v>
                </c:pt>
                <c:pt idx="4347">
                  <c:v>1.41E-2</c:v>
                </c:pt>
                <c:pt idx="4348">
                  <c:v>1.3990000000000001E-2</c:v>
                </c:pt>
                <c:pt idx="4349">
                  <c:v>1.3990000000000001E-2</c:v>
                </c:pt>
                <c:pt idx="4350">
                  <c:v>1.4469999999999998E-2</c:v>
                </c:pt>
                <c:pt idx="4351">
                  <c:v>1.4159999999999999E-2</c:v>
                </c:pt>
                <c:pt idx="4352">
                  <c:v>1.435E-2</c:v>
                </c:pt>
                <c:pt idx="4353">
                  <c:v>1.434E-2</c:v>
                </c:pt>
                <c:pt idx="4354">
                  <c:v>1.4169999999999999E-2</c:v>
                </c:pt>
                <c:pt idx="4355">
                  <c:v>1.401E-2</c:v>
                </c:pt>
                <c:pt idx="4356">
                  <c:v>1.3849999999999999E-2</c:v>
                </c:pt>
                <c:pt idx="4357">
                  <c:v>1.379E-2</c:v>
                </c:pt>
                <c:pt idx="4358">
                  <c:v>1.375E-2</c:v>
                </c:pt>
                <c:pt idx="4359">
                  <c:v>1.3609999999999999E-2</c:v>
                </c:pt>
                <c:pt idx="4360">
                  <c:v>1.35E-2</c:v>
                </c:pt>
                <c:pt idx="4361">
                  <c:v>1.3359999999999999E-2</c:v>
                </c:pt>
                <c:pt idx="4362">
                  <c:v>1.3340000000000001E-2</c:v>
                </c:pt>
                <c:pt idx="4363">
                  <c:v>1.3390000000000001E-2</c:v>
                </c:pt>
                <c:pt idx="4364">
                  <c:v>1.3480000000000001E-2</c:v>
                </c:pt>
                <c:pt idx="4365">
                  <c:v>1.3390000000000001E-2</c:v>
                </c:pt>
                <c:pt idx="4366">
                  <c:v>1.311E-2</c:v>
                </c:pt>
                <c:pt idx="4367">
                  <c:v>1.3130000000000001E-2</c:v>
                </c:pt>
                <c:pt idx="4368">
                  <c:v>1.2880000000000001E-2</c:v>
                </c:pt>
                <c:pt idx="4369">
                  <c:v>1.277E-2</c:v>
                </c:pt>
                <c:pt idx="4370">
                  <c:v>1.2670000000000001E-2</c:v>
                </c:pt>
                <c:pt idx="4371">
                  <c:v>1.264E-2</c:v>
                </c:pt>
                <c:pt idx="4372">
                  <c:v>1.256E-2</c:v>
                </c:pt>
                <c:pt idx="4373">
                  <c:v>1.251E-2</c:v>
                </c:pt>
                <c:pt idx="4374">
                  <c:v>1.251E-2</c:v>
                </c:pt>
                <c:pt idx="4375">
                  <c:v>1.247E-2</c:v>
                </c:pt>
                <c:pt idx="4376">
                  <c:v>1.247E-2</c:v>
                </c:pt>
                <c:pt idx="4377">
                  <c:v>1.26E-2</c:v>
                </c:pt>
                <c:pt idx="4378">
                  <c:v>1.264E-2</c:v>
                </c:pt>
                <c:pt idx="4379">
                  <c:v>1.251E-2</c:v>
                </c:pt>
                <c:pt idx="4380">
                  <c:v>1.257E-2</c:v>
                </c:pt>
                <c:pt idx="4381">
                  <c:v>1.2440000000000001E-2</c:v>
                </c:pt>
                <c:pt idx="4382">
                  <c:v>1.2440000000000001E-2</c:v>
                </c:pt>
                <c:pt idx="4383">
                  <c:v>1.227E-2</c:v>
                </c:pt>
                <c:pt idx="4384">
                  <c:v>1.2209999999999999E-2</c:v>
                </c:pt>
                <c:pt idx="4385">
                  <c:v>1.209E-2</c:v>
                </c:pt>
                <c:pt idx="4386">
                  <c:v>1.2070000000000001E-2</c:v>
                </c:pt>
                <c:pt idx="4387">
                  <c:v>1.206E-2</c:v>
                </c:pt>
                <c:pt idx="4388">
                  <c:v>1.21E-2</c:v>
                </c:pt>
                <c:pt idx="4389">
                  <c:v>1.2240000000000001E-2</c:v>
                </c:pt>
                <c:pt idx="4390">
                  <c:v>1.222E-2</c:v>
                </c:pt>
                <c:pt idx="4391">
                  <c:v>1.2190000000000001E-2</c:v>
                </c:pt>
                <c:pt idx="4392">
                  <c:v>1.23E-2</c:v>
                </c:pt>
                <c:pt idx="4393">
                  <c:v>1.235E-2</c:v>
                </c:pt>
                <c:pt idx="4394">
                  <c:v>1.243E-2</c:v>
                </c:pt>
                <c:pt idx="4395">
                  <c:v>1.2620000000000001E-2</c:v>
                </c:pt>
                <c:pt idx="4396">
                  <c:v>1.2800000000000001E-2</c:v>
                </c:pt>
                <c:pt idx="4397">
                  <c:v>1.2880000000000001E-2</c:v>
                </c:pt>
                <c:pt idx="4398">
                  <c:v>1.2869999999999999E-2</c:v>
                </c:pt>
                <c:pt idx="4399">
                  <c:v>1.2880000000000001E-2</c:v>
                </c:pt>
                <c:pt idx="4400">
                  <c:v>1.3019999999999999E-2</c:v>
                </c:pt>
                <c:pt idx="4401">
                  <c:v>1.323E-2</c:v>
                </c:pt>
                <c:pt idx="4402">
                  <c:v>1.3019999999999999E-2</c:v>
                </c:pt>
                <c:pt idx="4403">
                  <c:v>1.3040000000000001E-2</c:v>
                </c:pt>
                <c:pt idx="4404">
                  <c:v>1.2969999999999999E-2</c:v>
                </c:pt>
                <c:pt idx="4405">
                  <c:v>1.286E-2</c:v>
                </c:pt>
                <c:pt idx="4406">
                  <c:v>1.2869999999999999E-2</c:v>
                </c:pt>
                <c:pt idx="4407">
                  <c:v>1.2869999999999999E-2</c:v>
                </c:pt>
                <c:pt idx="4408">
                  <c:v>1.2819999999999998E-2</c:v>
                </c:pt>
                <c:pt idx="4409">
                  <c:v>1.281E-2</c:v>
                </c:pt>
                <c:pt idx="4410">
                  <c:v>1.272E-2</c:v>
                </c:pt>
                <c:pt idx="4411">
                  <c:v>1.269E-2</c:v>
                </c:pt>
                <c:pt idx="4412">
                  <c:v>1.256E-2</c:v>
                </c:pt>
                <c:pt idx="4413">
                  <c:v>1.2620000000000001E-2</c:v>
                </c:pt>
                <c:pt idx="4414">
                  <c:v>1.251E-2</c:v>
                </c:pt>
                <c:pt idx="4415">
                  <c:v>1.252E-2</c:v>
                </c:pt>
                <c:pt idx="4416">
                  <c:v>1.2529999999999999E-2</c:v>
                </c:pt>
                <c:pt idx="4417">
                  <c:v>1.24E-2</c:v>
                </c:pt>
                <c:pt idx="4418">
                  <c:v>1.2459999999999999E-2</c:v>
                </c:pt>
                <c:pt idx="4419">
                  <c:v>1.239E-2</c:v>
                </c:pt>
                <c:pt idx="4420">
                  <c:v>1.2329999999999999E-2</c:v>
                </c:pt>
                <c:pt idx="4421">
                  <c:v>1.2459999999999999E-2</c:v>
                </c:pt>
                <c:pt idx="4422">
                  <c:v>1.234E-2</c:v>
                </c:pt>
                <c:pt idx="4423">
                  <c:v>1.225E-2</c:v>
                </c:pt>
                <c:pt idx="4424">
                  <c:v>1.2149999999999999E-2</c:v>
                </c:pt>
                <c:pt idx="4425">
                  <c:v>1.21E-2</c:v>
                </c:pt>
                <c:pt idx="4426">
                  <c:v>1.205E-2</c:v>
                </c:pt>
                <c:pt idx="4427">
                  <c:v>1.201E-2</c:v>
                </c:pt>
                <c:pt idx="4428">
                  <c:v>1.1979999999999999E-2</c:v>
                </c:pt>
                <c:pt idx="4429">
                  <c:v>1.1979999999999999E-2</c:v>
                </c:pt>
                <c:pt idx="4430">
                  <c:v>1.2019999999999999E-2</c:v>
                </c:pt>
                <c:pt idx="4431">
                  <c:v>1.1979999999999999E-2</c:v>
                </c:pt>
                <c:pt idx="4432">
                  <c:v>1.193E-2</c:v>
                </c:pt>
                <c:pt idx="4433">
                  <c:v>1.1950000000000001E-2</c:v>
                </c:pt>
                <c:pt idx="4434">
                  <c:v>1.1950000000000001E-2</c:v>
                </c:pt>
                <c:pt idx="4435">
                  <c:v>1.193E-2</c:v>
                </c:pt>
                <c:pt idx="4436">
                  <c:v>1.1940000000000001E-2</c:v>
                </c:pt>
                <c:pt idx="4437">
                  <c:v>1.1940000000000001E-2</c:v>
                </c:pt>
                <c:pt idx="4438">
                  <c:v>1.1849999999999999E-2</c:v>
                </c:pt>
                <c:pt idx="4439">
                  <c:v>1.179E-2</c:v>
                </c:pt>
                <c:pt idx="4440">
                  <c:v>1.162E-2</c:v>
                </c:pt>
                <c:pt idx="4441">
                  <c:v>1.163E-2</c:v>
                </c:pt>
                <c:pt idx="4442">
                  <c:v>1.157E-2</c:v>
                </c:pt>
                <c:pt idx="4443">
                  <c:v>1.1429999999999999E-2</c:v>
                </c:pt>
                <c:pt idx="4444">
                  <c:v>1.1429999999999999E-2</c:v>
                </c:pt>
                <c:pt idx="4445">
                  <c:v>1.133E-2</c:v>
                </c:pt>
                <c:pt idx="4446">
                  <c:v>1.1340000000000001E-2</c:v>
                </c:pt>
                <c:pt idx="4447">
                  <c:v>1.1359999999999999E-2</c:v>
                </c:pt>
                <c:pt idx="4448">
                  <c:v>1.1379999999999999E-2</c:v>
                </c:pt>
                <c:pt idx="4449">
                  <c:v>1.1359999999999999E-2</c:v>
                </c:pt>
                <c:pt idx="4450">
                  <c:v>1.142E-2</c:v>
                </c:pt>
                <c:pt idx="4451">
                  <c:v>1.1350000000000001E-2</c:v>
                </c:pt>
                <c:pt idx="4452">
                  <c:v>1.146E-2</c:v>
                </c:pt>
                <c:pt idx="4453">
                  <c:v>1.11E-2</c:v>
                </c:pt>
                <c:pt idx="4454">
                  <c:v>1.1040000000000001E-2</c:v>
                </c:pt>
                <c:pt idx="4455">
                  <c:v>1.108E-2</c:v>
                </c:pt>
                <c:pt idx="4456">
                  <c:v>1.1090000000000001E-2</c:v>
                </c:pt>
                <c:pt idx="4457">
                  <c:v>1.09E-2</c:v>
                </c:pt>
                <c:pt idx="4458">
                  <c:v>1.082E-2</c:v>
                </c:pt>
                <c:pt idx="4459">
                  <c:v>1.11E-2</c:v>
                </c:pt>
                <c:pt idx="4460">
                  <c:v>1.1340000000000001E-2</c:v>
                </c:pt>
                <c:pt idx="4461">
                  <c:v>1.108E-2</c:v>
                </c:pt>
                <c:pt idx="4462">
                  <c:v>1.1340000000000001E-2</c:v>
                </c:pt>
                <c:pt idx="4463">
                  <c:v>1.184E-2</c:v>
                </c:pt>
                <c:pt idx="4464">
                  <c:v>1.1890000000000001E-2</c:v>
                </c:pt>
                <c:pt idx="4465">
                  <c:v>1.2159999999999999E-2</c:v>
                </c:pt>
                <c:pt idx="4466">
                  <c:v>1.1950000000000001E-2</c:v>
                </c:pt>
                <c:pt idx="4467">
                  <c:v>1.1900000000000001E-2</c:v>
                </c:pt>
                <c:pt idx="4468">
                  <c:v>1.183E-2</c:v>
                </c:pt>
                <c:pt idx="4469">
                  <c:v>1.183E-2</c:v>
                </c:pt>
                <c:pt idx="4470">
                  <c:v>1.1820000000000001E-2</c:v>
                </c:pt>
                <c:pt idx="4471">
                  <c:v>1.172E-2</c:v>
                </c:pt>
                <c:pt idx="4472">
                  <c:v>1.1859999999999999E-2</c:v>
                </c:pt>
                <c:pt idx="4473">
                  <c:v>1.1990000000000001E-2</c:v>
                </c:pt>
                <c:pt idx="4474">
                  <c:v>1.193E-2</c:v>
                </c:pt>
                <c:pt idx="4475">
                  <c:v>1.196E-2</c:v>
                </c:pt>
                <c:pt idx="4476">
                  <c:v>1.209E-2</c:v>
                </c:pt>
                <c:pt idx="4477">
                  <c:v>1.2500000000000001E-2</c:v>
                </c:pt>
                <c:pt idx="4478">
                  <c:v>1.2459999999999999E-2</c:v>
                </c:pt>
                <c:pt idx="4479">
                  <c:v>1.2440000000000001E-2</c:v>
                </c:pt>
                <c:pt idx="4480">
                  <c:v>1.231E-2</c:v>
                </c:pt>
                <c:pt idx="4481">
                  <c:v>1.239E-2</c:v>
                </c:pt>
                <c:pt idx="4482">
                  <c:v>1.243E-2</c:v>
                </c:pt>
                <c:pt idx="4483">
                  <c:v>1.2409999999999999E-2</c:v>
                </c:pt>
                <c:pt idx="4484">
                  <c:v>1.261E-2</c:v>
                </c:pt>
                <c:pt idx="4485">
                  <c:v>1.272E-2</c:v>
                </c:pt>
                <c:pt idx="4486">
                  <c:v>1.286E-2</c:v>
                </c:pt>
                <c:pt idx="4487">
                  <c:v>1.291E-2</c:v>
                </c:pt>
                <c:pt idx="4488">
                  <c:v>1.2819999999999998E-2</c:v>
                </c:pt>
                <c:pt idx="4489">
                  <c:v>1.2880000000000001E-2</c:v>
                </c:pt>
                <c:pt idx="4490">
                  <c:v>1.286E-2</c:v>
                </c:pt>
                <c:pt idx="4491">
                  <c:v>1.295E-2</c:v>
                </c:pt>
                <c:pt idx="4492">
                  <c:v>1.324E-2</c:v>
                </c:pt>
                <c:pt idx="4493">
                  <c:v>1.3359999999999999E-2</c:v>
                </c:pt>
                <c:pt idx="4494">
                  <c:v>1.3369999999999998E-2</c:v>
                </c:pt>
                <c:pt idx="4495">
                  <c:v>1.342E-2</c:v>
                </c:pt>
                <c:pt idx="4496">
                  <c:v>1.3509999999999999E-2</c:v>
                </c:pt>
                <c:pt idx="4497">
                  <c:v>1.3469999999999999E-2</c:v>
                </c:pt>
                <c:pt idx="4498">
                  <c:v>1.3469999999999999E-2</c:v>
                </c:pt>
                <c:pt idx="4499">
                  <c:v>1.3509999999999999E-2</c:v>
                </c:pt>
                <c:pt idx="4500">
                  <c:v>1.3350000000000001E-2</c:v>
                </c:pt>
                <c:pt idx="4501">
                  <c:v>1.3319999999999999E-2</c:v>
                </c:pt>
                <c:pt idx="4502">
                  <c:v>1.3040000000000001E-2</c:v>
                </c:pt>
                <c:pt idx="4503">
                  <c:v>1.321E-2</c:v>
                </c:pt>
                <c:pt idx="4504">
                  <c:v>1.3100000000000001E-2</c:v>
                </c:pt>
                <c:pt idx="4505">
                  <c:v>1.3019999999999999E-2</c:v>
                </c:pt>
                <c:pt idx="4506">
                  <c:v>1.2959999999999999E-2</c:v>
                </c:pt>
                <c:pt idx="4507">
                  <c:v>1.2800000000000001E-2</c:v>
                </c:pt>
                <c:pt idx="4508">
                  <c:v>1.2790000000000001E-2</c:v>
                </c:pt>
                <c:pt idx="4509">
                  <c:v>1.2840000000000001E-2</c:v>
                </c:pt>
                <c:pt idx="4510">
                  <c:v>1.2869999999999999E-2</c:v>
                </c:pt>
                <c:pt idx="4511">
                  <c:v>1.2840000000000001E-2</c:v>
                </c:pt>
                <c:pt idx="4512">
                  <c:v>1.2930000000000001E-2</c:v>
                </c:pt>
                <c:pt idx="4513">
                  <c:v>1.2919999999999999E-2</c:v>
                </c:pt>
                <c:pt idx="4514">
                  <c:v>1.3009999999999999E-2</c:v>
                </c:pt>
                <c:pt idx="4515">
                  <c:v>1.3080000000000001E-2</c:v>
                </c:pt>
                <c:pt idx="4516">
                  <c:v>1.32E-2</c:v>
                </c:pt>
                <c:pt idx="4517">
                  <c:v>1.3269999999999999E-2</c:v>
                </c:pt>
                <c:pt idx="4518">
                  <c:v>1.3340000000000001E-2</c:v>
                </c:pt>
                <c:pt idx="4519">
                  <c:v>1.3480000000000001E-2</c:v>
                </c:pt>
                <c:pt idx="4520">
                  <c:v>1.3480000000000001E-2</c:v>
                </c:pt>
                <c:pt idx="4521">
                  <c:v>1.3599999999999999E-2</c:v>
                </c:pt>
                <c:pt idx="4522">
                  <c:v>1.37E-2</c:v>
                </c:pt>
                <c:pt idx="4523">
                  <c:v>1.3809999999999999E-2</c:v>
                </c:pt>
                <c:pt idx="4524">
                  <c:v>1.3849999999999999E-2</c:v>
                </c:pt>
                <c:pt idx="4525">
                  <c:v>1.3859999999999999E-2</c:v>
                </c:pt>
                <c:pt idx="4526">
                  <c:v>1.384E-2</c:v>
                </c:pt>
                <c:pt idx="4527">
                  <c:v>1.37E-2</c:v>
                </c:pt>
                <c:pt idx="4528">
                  <c:v>1.3630000000000001E-2</c:v>
                </c:pt>
                <c:pt idx="4529">
                  <c:v>1.349E-2</c:v>
                </c:pt>
                <c:pt idx="4530">
                  <c:v>1.3480000000000001E-2</c:v>
                </c:pt>
                <c:pt idx="4531">
                  <c:v>1.346E-2</c:v>
                </c:pt>
                <c:pt idx="4532">
                  <c:v>1.3480000000000001E-2</c:v>
                </c:pt>
                <c:pt idx="4533">
                  <c:v>1.3650000000000001E-2</c:v>
                </c:pt>
                <c:pt idx="4534">
                  <c:v>1.3559999999999999E-2</c:v>
                </c:pt>
                <c:pt idx="4535">
                  <c:v>1.3630000000000001E-2</c:v>
                </c:pt>
                <c:pt idx="4536">
                  <c:v>1.3780000000000001E-2</c:v>
                </c:pt>
                <c:pt idx="4537">
                  <c:v>1.379E-2</c:v>
                </c:pt>
                <c:pt idx="4538">
                  <c:v>1.3909999999999999E-2</c:v>
                </c:pt>
                <c:pt idx="4539">
                  <c:v>1.3909999999999999E-2</c:v>
                </c:pt>
                <c:pt idx="4540">
                  <c:v>1.456E-2</c:v>
                </c:pt>
                <c:pt idx="4541">
                  <c:v>1.4409999999999999E-2</c:v>
                </c:pt>
                <c:pt idx="4542">
                  <c:v>1.444E-2</c:v>
                </c:pt>
                <c:pt idx="4543">
                  <c:v>1.4280000000000001E-2</c:v>
                </c:pt>
                <c:pt idx="4544">
                  <c:v>1.4190000000000001E-2</c:v>
                </c:pt>
                <c:pt idx="4545">
                  <c:v>1.4219999999999998E-2</c:v>
                </c:pt>
                <c:pt idx="4546">
                  <c:v>1.4209999999999999E-2</c:v>
                </c:pt>
                <c:pt idx="4547">
                  <c:v>1.4319999999999999E-2</c:v>
                </c:pt>
                <c:pt idx="4548">
                  <c:v>1.439E-2</c:v>
                </c:pt>
                <c:pt idx="4549">
                  <c:v>1.436E-2</c:v>
                </c:pt>
                <c:pt idx="4550">
                  <c:v>1.434E-2</c:v>
                </c:pt>
                <c:pt idx="4551">
                  <c:v>1.426E-2</c:v>
                </c:pt>
                <c:pt idx="4552">
                  <c:v>1.426E-2</c:v>
                </c:pt>
                <c:pt idx="4553">
                  <c:v>1.4369999999999999E-2</c:v>
                </c:pt>
                <c:pt idx="4554">
                  <c:v>1.4500000000000001E-2</c:v>
                </c:pt>
                <c:pt idx="4555">
                  <c:v>1.4749999999999999E-2</c:v>
                </c:pt>
                <c:pt idx="4556">
                  <c:v>1.4740000000000001E-2</c:v>
                </c:pt>
                <c:pt idx="4557">
                  <c:v>1.519E-2</c:v>
                </c:pt>
                <c:pt idx="4558">
                  <c:v>1.5140000000000001E-2</c:v>
                </c:pt>
                <c:pt idx="4559">
                  <c:v>1.5269999999999999E-2</c:v>
                </c:pt>
                <c:pt idx="4560">
                  <c:v>1.529E-2</c:v>
                </c:pt>
                <c:pt idx="4561">
                  <c:v>1.541E-2</c:v>
                </c:pt>
                <c:pt idx="4562">
                  <c:v>1.5469999999999999E-2</c:v>
                </c:pt>
                <c:pt idx="4563">
                  <c:v>1.5380000000000001E-2</c:v>
                </c:pt>
                <c:pt idx="4564">
                  <c:v>1.5319999999999999E-2</c:v>
                </c:pt>
                <c:pt idx="4565">
                  <c:v>1.529E-2</c:v>
                </c:pt>
                <c:pt idx="4566">
                  <c:v>1.529E-2</c:v>
                </c:pt>
                <c:pt idx="4567">
                  <c:v>1.516E-2</c:v>
                </c:pt>
                <c:pt idx="4568">
                  <c:v>1.5130000000000001E-2</c:v>
                </c:pt>
                <c:pt idx="4569">
                  <c:v>1.487E-2</c:v>
                </c:pt>
                <c:pt idx="4570">
                  <c:v>1.4709999999999999E-2</c:v>
                </c:pt>
                <c:pt idx="4571">
                  <c:v>1.4840000000000001E-2</c:v>
                </c:pt>
                <c:pt idx="4572">
                  <c:v>1.465E-2</c:v>
                </c:pt>
                <c:pt idx="4573">
                  <c:v>1.4630000000000001E-2</c:v>
                </c:pt>
                <c:pt idx="4574">
                  <c:v>1.456E-2</c:v>
                </c:pt>
                <c:pt idx="4575">
                  <c:v>1.455E-2</c:v>
                </c:pt>
                <c:pt idx="4576">
                  <c:v>1.4480000000000002E-2</c:v>
                </c:pt>
                <c:pt idx="4577">
                  <c:v>1.4519999999999998E-2</c:v>
                </c:pt>
                <c:pt idx="4578">
                  <c:v>1.444E-2</c:v>
                </c:pt>
                <c:pt idx="4579">
                  <c:v>1.4290000000000001E-2</c:v>
                </c:pt>
                <c:pt idx="4580">
                  <c:v>1.4149999999999999E-2</c:v>
                </c:pt>
                <c:pt idx="4581">
                  <c:v>1.406E-2</c:v>
                </c:pt>
                <c:pt idx="4582">
                  <c:v>1.383E-2</c:v>
                </c:pt>
                <c:pt idx="4583">
                  <c:v>1.376E-2</c:v>
                </c:pt>
                <c:pt idx="4584">
                  <c:v>1.3780000000000001E-2</c:v>
                </c:pt>
                <c:pt idx="4585">
                  <c:v>1.3669999999999998E-2</c:v>
                </c:pt>
                <c:pt idx="4586">
                  <c:v>1.3590000000000001E-2</c:v>
                </c:pt>
                <c:pt idx="4587">
                  <c:v>1.3619999999999998E-2</c:v>
                </c:pt>
                <c:pt idx="4588">
                  <c:v>1.3630000000000001E-2</c:v>
                </c:pt>
                <c:pt idx="4589">
                  <c:v>1.3569999999999999E-2</c:v>
                </c:pt>
                <c:pt idx="4590">
                  <c:v>1.35E-2</c:v>
                </c:pt>
                <c:pt idx="4591">
                  <c:v>1.366E-2</c:v>
                </c:pt>
                <c:pt idx="4592">
                  <c:v>1.3780000000000001E-2</c:v>
                </c:pt>
                <c:pt idx="4593">
                  <c:v>1.414E-2</c:v>
                </c:pt>
                <c:pt idx="4594">
                  <c:v>1.4180000000000002E-2</c:v>
                </c:pt>
                <c:pt idx="4595">
                  <c:v>1.406E-2</c:v>
                </c:pt>
                <c:pt idx="4596">
                  <c:v>1.4180000000000002E-2</c:v>
                </c:pt>
                <c:pt idx="4597">
                  <c:v>1.406E-2</c:v>
                </c:pt>
                <c:pt idx="4598">
                  <c:v>1.4019999999999999E-2</c:v>
                </c:pt>
                <c:pt idx="4599">
                  <c:v>1.4080000000000001E-2</c:v>
                </c:pt>
                <c:pt idx="4600">
                  <c:v>1.406E-2</c:v>
                </c:pt>
                <c:pt idx="4601">
                  <c:v>1.4180000000000002E-2</c:v>
                </c:pt>
                <c:pt idx="4602">
                  <c:v>1.4219999999999998E-2</c:v>
                </c:pt>
                <c:pt idx="4603">
                  <c:v>1.4230000000000001E-2</c:v>
                </c:pt>
                <c:pt idx="4604">
                  <c:v>1.414E-2</c:v>
                </c:pt>
                <c:pt idx="4605">
                  <c:v>1.4159999999999999E-2</c:v>
                </c:pt>
                <c:pt idx="4606">
                  <c:v>1.4190000000000001E-2</c:v>
                </c:pt>
                <c:pt idx="4607">
                  <c:v>1.431E-2</c:v>
                </c:pt>
                <c:pt idx="4608">
                  <c:v>1.439E-2</c:v>
                </c:pt>
                <c:pt idx="4609">
                  <c:v>1.439E-2</c:v>
                </c:pt>
                <c:pt idx="4610">
                  <c:v>1.4409999999999999E-2</c:v>
                </c:pt>
                <c:pt idx="4611">
                  <c:v>1.4430000000000002E-2</c:v>
                </c:pt>
                <c:pt idx="4612">
                  <c:v>1.4409999999999999E-2</c:v>
                </c:pt>
                <c:pt idx="4613">
                  <c:v>1.43E-2</c:v>
                </c:pt>
                <c:pt idx="4614">
                  <c:v>1.4169999999999999E-2</c:v>
                </c:pt>
                <c:pt idx="4615">
                  <c:v>1.4119999999999999E-2</c:v>
                </c:pt>
                <c:pt idx="4616">
                  <c:v>1.406E-2</c:v>
                </c:pt>
                <c:pt idx="4617">
                  <c:v>1.3950000000000001E-2</c:v>
                </c:pt>
                <c:pt idx="4618">
                  <c:v>1.3809999999999999E-2</c:v>
                </c:pt>
                <c:pt idx="4619">
                  <c:v>1.379E-2</c:v>
                </c:pt>
                <c:pt idx="4620">
                  <c:v>1.372E-2</c:v>
                </c:pt>
                <c:pt idx="4621">
                  <c:v>1.3680000000000001E-2</c:v>
                </c:pt>
                <c:pt idx="4622">
                  <c:v>1.353E-2</c:v>
                </c:pt>
                <c:pt idx="4623">
                  <c:v>1.355E-2</c:v>
                </c:pt>
                <c:pt idx="4624">
                  <c:v>1.3590000000000001E-2</c:v>
                </c:pt>
                <c:pt idx="4625">
                  <c:v>1.349E-2</c:v>
                </c:pt>
                <c:pt idx="4626">
                  <c:v>1.3580000000000002E-2</c:v>
                </c:pt>
                <c:pt idx="4627">
                  <c:v>1.3480000000000001E-2</c:v>
                </c:pt>
                <c:pt idx="4628">
                  <c:v>1.341E-2</c:v>
                </c:pt>
                <c:pt idx="4629">
                  <c:v>1.3309999999999999E-2</c:v>
                </c:pt>
                <c:pt idx="4630">
                  <c:v>1.3369999999999998E-2</c:v>
                </c:pt>
                <c:pt idx="4631">
                  <c:v>1.316E-2</c:v>
                </c:pt>
                <c:pt idx="4632">
                  <c:v>1.3269999999999999E-2</c:v>
                </c:pt>
                <c:pt idx="4633">
                  <c:v>1.3299999999999999E-2</c:v>
                </c:pt>
                <c:pt idx="4634">
                  <c:v>1.3299999999999999E-2</c:v>
                </c:pt>
                <c:pt idx="4635">
                  <c:v>1.3390000000000001E-2</c:v>
                </c:pt>
                <c:pt idx="4636">
                  <c:v>1.342E-2</c:v>
                </c:pt>
                <c:pt idx="4637">
                  <c:v>1.3819999999999999E-2</c:v>
                </c:pt>
                <c:pt idx="4638">
                  <c:v>1.37E-2</c:v>
                </c:pt>
                <c:pt idx="4639">
                  <c:v>1.37E-2</c:v>
                </c:pt>
                <c:pt idx="4640">
                  <c:v>1.375E-2</c:v>
                </c:pt>
                <c:pt idx="4641">
                  <c:v>1.3680000000000001E-2</c:v>
                </c:pt>
                <c:pt idx="4642">
                  <c:v>1.3780000000000001E-2</c:v>
                </c:pt>
                <c:pt idx="4643">
                  <c:v>1.379E-2</c:v>
                </c:pt>
                <c:pt idx="4644">
                  <c:v>1.3890000000000001E-2</c:v>
                </c:pt>
                <c:pt idx="4645">
                  <c:v>1.4069999999999999E-2</c:v>
                </c:pt>
                <c:pt idx="4646">
                  <c:v>1.4209999999999999E-2</c:v>
                </c:pt>
                <c:pt idx="4647">
                  <c:v>1.4330000000000001E-2</c:v>
                </c:pt>
                <c:pt idx="4648">
                  <c:v>1.455E-2</c:v>
                </c:pt>
                <c:pt idx="4649">
                  <c:v>1.4580000000000001E-2</c:v>
                </c:pt>
                <c:pt idx="4650">
                  <c:v>1.4659999999999999E-2</c:v>
                </c:pt>
                <c:pt idx="4651">
                  <c:v>1.4490000000000001E-2</c:v>
                </c:pt>
                <c:pt idx="4652">
                  <c:v>1.4659999999999999E-2</c:v>
                </c:pt>
                <c:pt idx="4653">
                  <c:v>1.44E-2</c:v>
                </c:pt>
                <c:pt idx="4654">
                  <c:v>1.4419999999999999E-2</c:v>
                </c:pt>
                <c:pt idx="4655">
                  <c:v>1.4319999999999999E-2</c:v>
                </c:pt>
                <c:pt idx="4656">
                  <c:v>1.404E-2</c:v>
                </c:pt>
                <c:pt idx="4657">
                  <c:v>1.4069999999999999E-2</c:v>
                </c:pt>
                <c:pt idx="4658">
                  <c:v>1.4290000000000001E-2</c:v>
                </c:pt>
                <c:pt idx="4659">
                  <c:v>1.4290000000000001E-2</c:v>
                </c:pt>
                <c:pt idx="4660">
                  <c:v>1.468E-2</c:v>
                </c:pt>
                <c:pt idx="4661">
                  <c:v>1.5049999999999999E-2</c:v>
                </c:pt>
                <c:pt idx="4662">
                  <c:v>1.5430000000000001E-2</c:v>
                </c:pt>
                <c:pt idx="4663">
                  <c:v>1.566E-2</c:v>
                </c:pt>
                <c:pt idx="4664">
                  <c:v>1.585E-2</c:v>
                </c:pt>
                <c:pt idx="4665">
                  <c:v>1.6109999999999999E-2</c:v>
                </c:pt>
                <c:pt idx="4666">
                  <c:v>1.593E-2</c:v>
                </c:pt>
                <c:pt idx="4667">
                  <c:v>1.593E-2</c:v>
                </c:pt>
                <c:pt idx="4668">
                  <c:v>1.5910000000000001E-2</c:v>
                </c:pt>
                <c:pt idx="4669">
                  <c:v>1.584E-2</c:v>
                </c:pt>
                <c:pt idx="4670">
                  <c:v>1.61E-2</c:v>
                </c:pt>
                <c:pt idx="4671">
                  <c:v>1.627E-2</c:v>
                </c:pt>
                <c:pt idx="4672">
                  <c:v>1.6390000000000002E-2</c:v>
                </c:pt>
                <c:pt idx="4673">
                  <c:v>1.6549999999999999E-2</c:v>
                </c:pt>
                <c:pt idx="4674">
                  <c:v>1.6449999999999999E-2</c:v>
                </c:pt>
                <c:pt idx="4675">
                  <c:v>1.6819999999999998E-2</c:v>
                </c:pt>
                <c:pt idx="4676">
                  <c:v>1.6819999999999998E-2</c:v>
                </c:pt>
                <c:pt idx="4677">
                  <c:v>1.7240000000000002E-2</c:v>
                </c:pt>
                <c:pt idx="4678">
                  <c:v>1.7269999999999997E-2</c:v>
                </c:pt>
                <c:pt idx="4679">
                  <c:v>1.729E-2</c:v>
                </c:pt>
                <c:pt idx="4680">
                  <c:v>1.7059999999999999E-2</c:v>
                </c:pt>
                <c:pt idx="4681">
                  <c:v>1.6809999999999999E-2</c:v>
                </c:pt>
                <c:pt idx="4682">
                  <c:v>1.6669999999999997E-2</c:v>
                </c:pt>
                <c:pt idx="4683">
                  <c:v>1.6669999999999997E-2</c:v>
                </c:pt>
                <c:pt idx="4684">
                  <c:v>1.6789999999999999E-2</c:v>
                </c:pt>
                <c:pt idx="4685">
                  <c:v>1.687E-2</c:v>
                </c:pt>
                <c:pt idx="4686">
                  <c:v>1.703E-2</c:v>
                </c:pt>
                <c:pt idx="4687">
                  <c:v>1.7250000000000001E-2</c:v>
                </c:pt>
                <c:pt idx="4688">
                  <c:v>1.7569999999999999E-2</c:v>
                </c:pt>
                <c:pt idx="4689">
                  <c:v>1.77E-2</c:v>
                </c:pt>
                <c:pt idx="4690">
                  <c:v>1.77E-2</c:v>
                </c:pt>
                <c:pt idx="4691">
                  <c:v>1.7590000000000001E-2</c:v>
                </c:pt>
                <c:pt idx="4692">
                  <c:v>1.7759999999999998E-2</c:v>
                </c:pt>
                <c:pt idx="4693">
                  <c:v>1.7899999999999999E-2</c:v>
                </c:pt>
                <c:pt idx="4694">
                  <c:v>1.796E-2</c:v>
                </c:pt>
                <c:pt idx="4695">
                  <c:v>1.796E-2</c:v>
                </c:pt>
                <c:pt idx="4696">
                  <c:v>1.8100000000000002E-2</c:v>
                </c:pt>
                <c:pt idx="4697">
                  <c:v>1.8460000000000001E-2</c:v>
                </c:pt>
                <c:pt idx="4698">
                  <c:v>1.8169999999999999E-2</c:v>
                </c:pt>
                <c:pt idx="4699">
                  <c:v>1.797E-2</c:v>
                </c:pt>
                <c:pt idx="4700">
                  <c:v>1.772E-2</c:v>
                </c:pt>
                <c:pt idx="4701">
                  <c:v>1.7480000000000002E-2</c:v>
                </c:pt>
                <c:pt idx="4702">
                  <c:v>1.745E-2</c:v>
                </c:pt>
                <c:pt idx="4703">
                  <c:v>1.7440000000000001E-2</c:v>
                </c:pt>
                <c:pt idx="4704">
                  <c:v>1.7490000000000002E-2</c:v>
                </c:pt>
                <c:pt idx="4705">
                  <c:v>1.7580000000000002E-2</c:v>
                </c:pt>
                <c:pt idx="4706">
                  <c:v>1.7340000000000001E-2</c:v>
                </c:pt>
                <c:pt idx="4707">
                  <c:v>1.7180000000000001E-2</c:v>
                </c:pt>
                <c:pt idx="4708">
                  <c:v>1.678E-2</c:v>
                </c:pt>
                <c:pt idx="4709">
                  <c:v>1.678E-2</c:v>
                </c:pt>
                <c:pt idx="4710">
                  <c:v>1.6740000000000001E-2</c:v>
                </c:pt>
                <c:pt idx="4711">
                  <c:v>1.6549999999999999E-2</c:v>
                </c:pt>
                <c:pt idx="4712">
                  <c:v>1.643E-2</c:v>
                </c:pt>
                <c:pt idx="4713">
                  <c:v>1.6209999999999999E-2</c:v>
                </c:pt>
                <c:pt idx="4714">
                  <c:v>1.6209999999999999E-2</c:v>
                </c:pt>
                <c:pt idx="4715">
                  <c:v>1.618E-2</c:v>
                </c:pt>
                <c:pt idx="4716">
                  <c:v>1.6140000000000002E-2</c:v>
                </c:pt>
                <c:pt idx="4717">
                  <c:v>1.5939999999999999E-2</c:v>
                </c:pt>
                <c:pt idx="4718">
                  <c:v>1.5580000000000002E-2</c:v>
                </c:pt>
                <c:pt idx="4719">
                  <c:v>1.54E-2</c:v>
                </c:pt>
                <c:pt idx="4720">
                  <c:v>1.523E-2</c:v>
                </c:pt>
                <c:pt idx="4721">
                  <c:v>1.5299999999999999E-2</c:v>
                </c:pt>
                <c:pt idx="4722">
                  <c:v>1.5619999999999998E-2</c:v>
                </c:pt>
                <c:pt idx="4723">
                  <c:v>1.5740000000000001E-2</c:v>
                </c:pt>
                <c:pt idx="4724">
                  <c:v>1.567E-2</c:v>
                </c:pt>
                <c:pt idx="4725">
                  <c:v>1.5580000000000002E-2</c:v>
                </c:pt>
                <c:pt idx="4726">
                  <c:v>1.5430000000000001E-2</c:v>
                </c:pt>
                <c:pt idx="4727">
                  <c:v>1.5559999999999999E-2</c:v>
                </c:pt>
                <c:pt idx="4728">
                  <c:v>1.554E-2</c:v>
                </c:pt>
                <c:pt idx="4729">
                  <c:v>1.554E-2</c:v>
                </c:pt>
                <c:pt idx="4730">
                  <c:v>1.554E-2</c:v>
                </c:pt>
                <c:pt idx="4731">
                  <c:v>1.554E-2</c:v>
                </c:pt>
                <c:pt idx="4732">
                  <c:v>1.549E-2</c:v>
                </c:pt>
                <c:pt idx="4733">
                  <c:v>1.5519999999999999E-2</c:v>
                </c:pt>
                <c:pt idx="4734">
                  <c:v>1.542E-2</c:v>
                </c:pt>
                <c:pt idx="4735">
                  <c:v>1.5509999999999999E-2</c:v>
                </c:pt>
                <c:pt idx="4736">
                  <c:v>1.541E-2</c:v>
                </c:pt>
                <c:pt idx="4737">
                  <c:v>1.5340000000000001E-2</c:v>
                </c:pt>
                <c:pt idx="4738">
                  <c:v>1.5140000000000001E-2</c:v>
                </c:pt>
                <c:pt idx="4739">
                  <c:v>1.5130000000000001E-2</c:v>
                </c:pt>
                <c:pt idx="4740">
                  <c:v>1.515E-2</c:v>
                </c:pt>
                <c:pt idx="4741">
                  <c:v>1.5259999999999999E-2</c:v>
                </c:pt>
                <c:pt idx="4742">
                  <c:v>1.54E-2</c:v>
                </c:pt>
                <c:pt idx="4743">
                  <c:v>1.554E-2</c:v>
                </c:pt>
                <c:pt idx="4744">
                  <c:v>1.542E-2</c:v>
                </c:pt>
                <c:pt idx="4745">
                  <c:v>1.5390000000000001E-2</c:v>
                </c:pt>
                <c:pt idx="4746">
                  <c:v>1.5340000000000001E-2</c:v>
                </c:pt>
                <c:pt idx="4747">
                  <c:v>1.5299999999999999E-2</c:v>
                </c:pt>
                <c:pt idx="4748">
                  <c:v>1.5319999999999999E-2</c:v>
                </c:pt>
                <c:pt idx="4749">
                  <c:v>1.529E-2</c:v>
                </c:pt>
                <c:pt idx="4750">
                  <c:v>1.52E-2</c:v>
                </c:pt>
                <c:pt idx="4751">
                  <c:v>1.555E-2</c:v>
                </c:pt>
                <c:pt idx="4752">
                  <c:v>1.5269999999999999E-2</c:v>
                </c:pt>
                <c:pt idx="4753">
                  <c:v>1.5280000000000002E-2</c:v>
                </c:pt>
                <c:pt idx="4754">
                  <c:v>1.5359999999999999E-2</c:v>
                </c:pt>
                <c:pt idx="4755">
                  <c:v>1.5309999999999999E-2</c:v>
                </c:pt>
                <c:pt idx="4756">
                  <c:v>1.529E-2</c:v>
                </c:pt>
                <c:pt idx="4757">
                  <c:v>1.523E-2</c:v>
                </c:pt>
                <c:pt idx="4758">
                  <c:v>1.5140000000000001E-2</c:v>
                </c:pt>
                <c:pt idx="4759">
                  <c:v>1.491E-2</c:v>
                </c:pt>
                <c:pt idx="4760">
                  <c:v>1.491E-2</c:v>
                </c:pt>
                <c:pt idx="4761">
                  <c:v>1.4790000000000001E-2</c:v>
                </c:pt>
                <c:pt idx="4762">
                  <c:v>1.4769999999999998E-2</c:v>
                </c:pt>
                <c:pt idx="4763">
                  <c:v>1.4669999999999999E-2</c:v>
                </c:pt>
                <c:pt idx="4764">
                  <c:v>1.46E-2</c:v>
                </c:pt>
                <c:pt idx="4765">
                  <c:v>1.456E-2</c:v>
                </c:pt>
                <c:pt idx="4766">
                  <c:v>1.4500000000000001E-2</c:v>
                </c:pt>
                <c:pt idx="4767">
                  <c:v>1.4250000000000001E-2</c:v>
                </c:pt>
                <c:pt idx="4768">
                  <c:v>1.3930000000000001E-2</c:v>
                </c:pt>
                <c:pt idx="4769">
                  <c:v>1.3899999999999999E-2</c:v>
                </c:pt>
                <c:pt idx="4770">
                  <c:v>1.3780000000000001E-2</c:v>
                </c:pt>
                <c:pt idx="4771">
                  <c:v>1.3769999999999999E-2</c:v>
                </c:pt>
                <c:pt idx="4772">
                  <c:v>1.3859999999999999E-2</c:v>
                </c:pt>
                <c:pt idx="4773">
                  <c:v>1.3859999999999999E-2</c:v>
                </c:pt>
                <c:pt idx="4774">
                  <c:v>1.3880000000000002E-2</c:v>
                </c:pt>
                <c:pt idx="4775">
                  <c:v>1.3940000000000001E-2</c:v>
                </c:pt>
                <c:pt idx="4776">
                  <c:v>1.3950000000000001E-2</c:v>
                </c:pt>
                <c:pt idx="4777">
                  <c:v>1.3909999999999999E-2</c:v>
                </c:pt>
                <c:pt idx="4778">
                  <c:v>1.3880000000000002E-2</c:v>
                </c:pt>
                <c:pt idx="4779">
                  <c:v>1.383E-2</c:v>
                </c:pt>
                <c:pt idx="4780">
                  <c:v>1.3940000000000001E-2</c:v>
                </c:pt>
                <c:pt idx="4781">
                  <c:v>1.3880000000000002E-2</c:v>
                </c:pt>
                <c:pt idx="4782">
                  <c:v>1.401E-2</c:v>
                </c:pt>
                <c:pt idx="4783">
                  <c:v>1.404E-2</c:v>
                </c:pt>
                <c:pt idx="4784">
                  <c:v>1.4159999999999999E-2</c:v>
                </c:pt>
                <c:pt idx="4785">
                  <c:v>1.4290000000000001E-2</c:v>
                </c:pt>
                <c:pt idx="4786">
                  <c:v>1.434E-2</c:v>
                </c:pt>
                <c:pt idx="4787">
                  <c:v>1.457E-2</c:v>
                </c:pt>
                <c:pt idx="4788">
                  <c:v>1.4659999999999999E-2</c:v>
                </c:pt>
                <c:pt idx="4789">
                  <c:v>1.4959999999999999E-2</c:v>
                </c:pt>
                <c:pt idx="4790">
                  <c:v>1.489E-2</c:v>
                </c:pt>
                <c:pt idx="4791">
                  <c:v>1.4919999999999999E-2</c:v>
                </c:pt>
                <c:pt idx="4792">
                  <c:v>1.4780000000000001E-2</c:v>
                </c:pt>
                <c:pt idx="4793">
                  <c:v>1.4819999999999998E-2</c:v>
                </c:pt>
                <c:pt idx="4794">
                  <c:v>1.491E-2</c:v>
                </c:pt>
                <c:pt idx="4795">
                  <c:v>1.49E-2</c:v>
                </c:pt>
                <c:pt idx="4796">
                  <c:v>1.499E-2</c:v>
                </c:pt>
                <c:pt idx="4797">
                  <c:v>1.5440000000000001E-2</c:v>
                </c:pt>
                <c:pt idx="4798">
                  <c:v>1.5350000000000001E-2</c:v>
                </c:pt>
                <c:pt idx="4799">
                  <c:v>1.5350000000000001E-2</c:v>
                </c:pt>
                <c:pt idx="4800">
                  <c:v>1.555E-2</c:v>
                </c:pt>
                <c:pt idx="4801">
                  <c:v>1.5949999999999999E-2</c:v>
                </c:pt>
                <c:pt idx="4802">
                  <c:v>1.5869999999999999E-2</c:v>
                </c:pt>
                <c:pt idx="4803">
                  <c:v>1.6150000000000001E-2</c:v>
                </c:pt>
                <c:pt idx="4804">
                  <c:v>1.6289999999999999E-2</c:v>
                </c:pt>
                <c:pt idx="4805">
                  <c:v>1.6160000000000001E-2</c:v>
                </c:pt>
                <c:pt idx="4806">
                  <c:v>1.6040000000000002E-2</c:v>
                </c:pt>
                <c:pt idx="4807">
                  <c:v>1.5949999999999999E-2</c:v>
                </c:pt>
                <c:pt idx="4808">
                  <c:v>1.593E-2</c:v>
                </c:pt>
                <c:pt idx="4809">
                  <c:v>1.5709999999999998E-2</c:v>
                </c:pt>
                <c:pt idx="4810">
                  <c:v>1.5619999999999998E-2</c:v>
                </c:pt>
                <c:pt idx="4811">
                  <c:v>1.5619999999999998E-2</c:v>
                </c:pt>
                <c:pt idx="4812">
                  <c:v>1.5709999999999998E-2</c:v>
                </c:pt>
                <c:pt idx="4813">
                  <c:v>1.5590000000000001E-2</c:v>
                </c:pt>
                <c:pt idx="4814">
                  <c:v>1.5599999999999999E-2</c:v>
                </c:pt>
                <c:pt idx="4815">
                  <c:v>1.542E-2</c:v>
                </c:pt>
                <c:pt idx="4816">
                  <c:v>1.549E-2</c:v>
                </c:pt>
                <c:pt idx="4817">
                  <c:v>1.495E-2</c:v>
                </c:pt>
                <c:pt idx="4818">
                  <c:v>1.464E-2</c:v>
                </c:pt>
                <c:pt idx="4819">
                  <c:v>1.455E-2</c:v>
                </c:pt>
                <c:pt idx="4820">
                  <c:v>1.4740000000000001E-2</c:v>
                </c:pt>
                <c:pt idx="4821">
                  <c:v>1.4619999999999999E-2</c:v>
                </c:pt>
                <c:pt idx="4822">
                  <c:v>1.457E-2</c:v>
                </c:pt>
                <c:pt idx="4823">
                  <c:v>1.436E-2</c:v>
                </c:pt>
                <c:pt idx="4824">
                  <c:v>1.3990000000000001E-2</c:v>
                </c:pt>
                <c:pt idx="4825">
                  <c:v>1.4109999999999999E-2</c:v>
                </c:pt>
                <c:pt idx="4826">
                  <c:v>1.4109999999999999E-2</c:v>
                </c:pt>
                <c:pt idx="4827">
                  <c:v>1.4109999999999999E-2</c:v>
                </c:pt>
                <c:pt idx="4828">
                  <c:v>1.3899999999999999E-2</c:v>
                </c:pt>
                <c:pt idx="4829">
                  <c:v>1.3990000000000001E-2</c:v>
                </c:pt>
                <c:pt idx="4830">
                  <c:v>1.4130000000000002E-2</c:v>
                </c:pt>
                <c:pt idx="4831">
                  <c:v>1.405E-2</c:v>
                </c:pt>
                <c:pt idx="4832">
                  <c:v>1.3969999999999998E-2</c:v>
                </c:pt>
                <c:pt idx="4833">
                  <c:v>1.401E-2</c:v>
                </c:pt>
                <c:pt idx="4834">
                  <c:v>1.4080000000000001E-2</c:v>
                </c:pt>
                <c:pt idx="4835">
                  <c:v>1.4030000000000001E-2</c:v>
                </c:pt>
                <c:pt idx="4836">
                  <c:v>1.4130000000000002E-2</c:v>
                </c:pt>
                <c:pt idx="4837">
                  <c:v>1.4119999999999999E-2</c:v>
                </c:pt>
                <c:pt idx="4838">
                  <c:v>1.3969999999999998E-2</c:v>
                </c:pt>
                <c:pt idx="4839">
                  <c:v>1.3869999999999999E-2</c:v>
                </c:pt>
                <c:pt idx="4840">
                  <c:v>1.375E-2</c:v>
                </c:pt>
                <c:pt idx="4841">
                  <c:v>1.371E-2</c:v>
                </c:pt>
                <c:pt idx="4842">
                  <c:v>1.3569999999999999E-2</c:v>
                </c:pt>
                <c:pt idx="4843">
                  <c:v>1.349E-2</c:v>
                </c:pt>
                <c:pt idx="4844">
                  <c:v>1.354E-2</c:v>
                </c:pt>
                <c:pt idx="4845">
                  <c:v>1.3640000000000001E-2</c:v>
                </c:pt>
                <c:pt idx="4846">
                  <c:v>1.3809999999999999E-2</c:v>
                </c:pt>
                <c:pt idx="4847">
                  <c:v>1.4080000000000001E-2</c:v>
                </c:pt>
                <c:pt idx="4848">
                  <c:v>1.4319999999999999E-2</c:v>
                </c:pt>
                <c:pt idx="4849">
                  <c:v>1.499E-2</c:v>
                </c:pt>
                <c:pt idx="4850">
                  <c:v>1.4919999999999999E-2</c:v>
                </c:pt>
                <c:pt idx="4851">
                  <c:v>1.515E-2</c:v>
                </c:pt>
                <c:pt idx="4852">
                  <c:v>1.5140000000000001E-2</c:v>
                </c:pt>
                <c:pt idx="4853">
                  <c:v>1.5040000000000001E-2</c:v>
                </c:pt>
                <c:pt idx="4854">
                  <c:v>1.5330000000000002E-2</c:v>
                </c:pt>
                <c:pt idx="4855">
                  <c:v>1.523E-2</c:v>
                </c:pt>
                <c:pt idx="4856">
                  <c:v>1.5790000000000002E-2</c:v>
                </c:pt>
                <c:pt idx="4857">
                  <c:v>1.6030000000000003E-2</c:v>
                </c:pt>
                <c:pt idx="4858">
                  <c:v>1.5949999999999999E-2</c:v>
                </c:pt>
                <c:pt idx="4859">
                  <c:v>1.5630000000000002E-2</c:v>
                </c:pt>
                <c:pt idx="4860">
                  <c:v>1.5599999999999999E-2</c:v>
                </c:pt>
                <c:pt idx="4861">
                  <c:v>1.54E-2</c:v>
                </c:pt>
                <c:pt idx="4862">
                  <c:v>1.5180000000000001E-2</c:v>
                </c:pt>
                <c:pt idx="4863">
                  <c:v>1.54E-2</c:v>
                </c:pt>
                <c:pt idx="4864">
                  <c:v>1.5330000000000002E-2</c:v>
                </c:pt>
                <c:pt idx="4865">
                  <c:v>1.545E-2</c:v>
                </c:pt>
                <c:pt idx="4866">
                  <c:v>1.546E-2</c:v>
                </c:pt>
                <c:pt idx="4867">
                  <c:v>1.5480000000000001E-2</c:v>
                </c:pt>
                <c:pt idx="4868">
                  <c:v>1.546E-2</c:v>
                </c:pt>
                <c:pt idx="4869">
                  <c:v>1.546E-2</c:v>
                </c:pt>
                <c:pt idx="4870">
                  <c:v>1.567E-2</c:v>
                </c:pt>
                <c:pt idx="4871">
                  <c:v>1.5679999999999999E-2</c:v>
                </c:pt>
                <c:pt idx="4872">
                  <c:v>1.5480000000000001E-2</c:v>
                </c:pt>
                <c:pt idx="4873">
                  <c:v>1.554E-2</c:v>
                </c:pt>
                <c:pt idx="4874">
                  <c:v>1.5359999999999999E-2</c:v>
                </c:pt>
                <c:pt idx="4875">
                  <c:v>1.5219999999999999E-2</c:v>
                </c:pt>
                <c:pt idx="4876">
                  <c:v>1.521E-2</c:v>
                </c:pt>
                <c:pt idx="4877">
                  <c:v>1.5019999999999999E-2</c:v>
                </c:pt>
                <c:pt idx="4878">
                  <c:v>1.4830000000000001E-2</c:v>
                </c:pt>
                <c:pt idx="4879">
                  <c:v>1.495E-2</c:v>
                </c:pt>
                <c:pt idx="4880">
                  <c:v>1.5069999999999998E-2</c:v>
                </c:pt>
                <c:pt idx="4881">
                  <c:v>1.516E-2</c:v>
                </c:pt>
                <c:pt idx="4882">
                  <c:v>1.495E-2</c:v>
                </c:pt>
                <c:pt idx="4883">
                  <c:v>1.4819999999999998E-2</c:v>
                </c:pt>
                <c:pt idx="4884">
                  <c:v>1.485E-2</c:v>
                </c:pt>
                <c:pt idx="4885">
                  <c:v>1.5040000000000001E-2</c:v>
                </c:pt>
                <c:pt idx="4886">
                  <c:v>1.485E-2</c:v>
                </c:pt>
                <c:pt idx="4887">
                  <c:v>1.4999999999999999E-2</c:v>
                </c:pt>
                <c:pt idx="4888">
                  <c:v>1.5119999999999998E-2</c:v>
                </c:pt>
                <c:pt idx="4889">
                  <c:v>1.5180000000000001E-2</c:v>
                </c:pt>
                <c:pt idx="4890">
                  <c:v>1.5180000000000001E-2</c:v>
                </c:pt>
                <c:pt idx="4891">
                  <c:v>1.546E-2</c:v>
                </c:pt>
                <c:pt idx="4892">
                  <c:v>1.567E-2</c:v>
                </c:pt>
                <c:pt idx="4893">
                  <c:v>1.5609999999999999E-2</c:v>
                </c:pt>
                <c:pt idx="4894">
                  <c:v>1.55E-2</c:v>
                </c:pt>
                <c:pt idx="4895">
                  <c:v>1.566E-2</c:v>
                </c:pt>
                <c:pt idx="4896">
                  <c:v>1.5480000000000001E-2</c:v>
                </c:pt>
                <c:pt idx="4897">
                  <c:v>1.5319999999999999E-2</c:v>
                </c:pt>
                <c:pt idx="4898">
                  <c:v>1.499E-2</c:v>
                </c:pt>
                <c:pt idx="4899">
                  <c:v>1.499E-2</c:v>
                </c:pt>
                <c:pt idx="4900">
                  <c:v>1.4790000000000001E-2</c:v>
                </c:pt>
                <c:pt idx="4901">
                  <c:v>1.4800000000000001E-2</c:v>
                </c:pt>
                <c:pt idx="4902">
                  <c:v>1.464E-2</c:v>
                </c:pt>
                <c:pt idx="4903">
                  <c:v>1.461E-2</c:v>
                </c:pt>
                <c:pt idx="4904">
                  <c:v>1.4480000000000002E-2</c:v>
                </c:pt>
                <c:pt idx="4905">
                  <c:v>1.4449999999999999E-2</c:v>
                </c:pt>
                <c:pt idx="4906">
                  <c:v>1.4480000000000002E-2</c:v>
                </c:pt>
                <c:pt idx="4907">
                  <c:v>1.427E-2</c:v>
                </c:pt>
                <c:pt idx="4908">
                  <c:v>1.414E-2</c:v>
                </c:pt>
                <c:pt idx="4909">
                  <c:v>1.3940000000000001E-2</c:v>
                </c:pt>
                <c:pt idx="4910">
                  <c:v>1.401E-2</c:v>
                </c:pt>
                <c:pt idx="4911">
                  <c:v>1.4180000000000002E-2</c:v>
                </c:pt>
                <c:pt idx="4912">
                  <c:v>1.4490000000000001E-2</c:v>
                </c:pt>
                <c:pt idx="4913">
                  <c:v>1.4319999999999999E-2</c:v>
                </c:pt>
                <c:pt idx="4914">
                  <c:v>1.4130000000000002E-2</c:v>
                </c:pt>
                <c:pt idx="4915">
                  <c:v>1.3990000000000001E-2</c:v>
                </c:pt>
                <c:pt idx="4916">
                  <c:v>1.4200000000000001E-2</c:v>
                </c:pt>
                <c:pt idx="4917">
                  <c:v>1.3880000000000002E-2</c:v>
                </c:pt>
                <c:pt idx="4918">
                  <c:v>1.3859999999999999E-2</c:v>
                </c:pt>
                <c:pt idx="4919">
                  <c:v>1.3859999999999999E-2</c:v>
                </c:pt>
                <c:pt idx="4920">
                  <c:v>1.3980000000000001E-2</c:v>
                </c:pt>
                <c:pt idx="4921">
                  <c:v>1.4019999999999999E-2</c:v>
                </c:pt>
                <c:pt idx="4922">
                  <c:v>1.406E-2</c:v>
                </c:pt>
                <c:pt idx="4923">
                  <c:v>1.4E-2</c:v>
                </c:pt>
                <c:pt idx="4924">
                  <c:v>1.4119999999999999E-2</c:v>
                </c:pt>
                <c:pt idx="4925">
                  <c:v>1.4119999999999999E-2</c:v>
                </c:pt>
                <c:pt idx="4926">
                  <c:v>1.427E-2</c:v>
                </c:pt>
                <c:pt idx="4927">
                  <c:v>1.426E-2</c:v>
                </c:pt>
                <c:pt idx="4928">
                  <c:v>1.4200000000000001E-2</c:v>
                </c:pt>
                <c:pt idx="4929">
                  <c:v>1.4180000000000002E-2</c:v>
                </c:pt>
                <c:pt idx="4930">
                  <c:v>1.4159999999999999E-2</c:v>
                </c:pt>
                <c:pt idx="4931">
                  <c:v>1.404E-2</c:v>
                </c:pt>
                <c:pt idx="4932">
                  <c:v>1.404E-2</c:v>
                </c:pt>
                <c:pt idx="4933">
                  <c:v>1.4109999999999999E-2</c:v>
                </c:pt>
                <c:pt idx="4934">
                  <c:v>1.404E-2</c:v>
                </c:pt>
                <c:pt idx="4935">
                  <c:v>1.427E-2</c:v>
                </c:pt>
                <c:pt idx="4936">
                  <c:v>1.4E-2</c:v>
                </c:pt>
                <c:pt idx="4937">
                  <c:v>1.3869999999999999E-2</c:v>
                </c:pt>
                <c:pt idx="4938">
                  <c:v>1.3609999999999999E-2</c:v>
                </c:pt>
                <c:pt idx="4939">
                  <c:v>1.3580000000000002E-2</c:v>
                </c:pt>
                <c:pt idx="4940">
                  <c:v>1.3580000000000002E-2</c:v>
                </c:pt>
                <c:pt idx="4941">
                  <c:v>1.3609999999999999E-2</c:v>
                </c:pt>
                <c:pt idx="4942">
                  <c:v>1.329E-2</c:v>
                </c:pt>
                <c:pt idx="4943">
                  <c:v>1.3319999999999999E-2</c:v>
                </c:pt>
                <c:pt idx="4944">
                  <c:v>1.3069999999999998E-2</c:v>
                </c:pt>
                <c:pt idx="4945">
                  <c:v>1.3019999999999999E-2</c:v>
                </c:pt>
                <c:pt idx="4946">
                  <c:v>1.289E-2</c:v>
                </c:pt>
                <c:pt idx="4947">
                  <c:v>1.2840000000000001E-2</c:v>
                </c:pt>
                <c:pt idx="4948">
                  <c:v>1.2740000000000001E-2</c:v>
                </c:pt>
                <c:pt idx="4949">
                  <c:v>1.264E-2</c:v>
                </c:pt>
                <c:pt idx="4950">
                  <c:v>1.264E-2</c:v>
                </c:pt>
                <c:pt idx="4951">
                  <c:v>1.264E-2</c:v>
                </c:pt>
                <c:pt idx="4952">
                  <c:v>1.2629999999999999E-2</c:v>
                </c:pt>
                <c:pt idx="4953">
                  <c:v>1.2659999999999999E-2</c:v>
                </c:pt>
                <c:pt idx="4954">
                  <c:v>1.265E-2</c:v>
                </c:pt>
                <c:pt idx="4955">
                  <c:v>1.2699999999999999E-2</c:v>
                </c:pt>
                <c:pt idx="4956">
                  <c:v>1.2699999999999999E-2</c:v>
                </c:pt>
                <c:pt idx="4957">
                  <c:v>1.265E-2</c:v>
                </c:pt>
                <c:pt idx="4958">
                  <c:v>1.2969999999999999E-2</c:v>
                </c:pt>
                <c:pt idx="4959">
                  <c:v>1.2869999999999999E-2</c:v>
                </c:pt>
                <c:pt idx="4960">
                  <c:v>1.3009999999999999E-2</c:v>
                </c:pt>
                <c:pt idx="4961">
                  <c:v>1.295E-2</c:v>
                </c:pt>
                <c:pt idx="4962">
                  <c:v>1.285E-2</c:v>
                </c:pt>
                <c:pt idx="4963">
                  <c:v>1.2759999999999999E-2</c:v>
                </c:pt>
                <c:pt idx="4964">
                  <c:v>1.2699999999999999E-2</c:v>
                </c:pt>
                <c:pt idx="4965">
                  <c:v>1.2790000000000001E-2</c:v>
                </c:pt>
                <c:pt idx="4966">
                  <c:v>1.2869999999999999E-2</c:v>
                </c:pt>
                <c:pt idx="4967">
                  <c:v>1.2740000000000001E-2</c:v>
                </c:pt>
                <c:pt idx="4968">
                  <c:v>1.251E-2</c:v>
                </c:pt>
                <c:pt idx="4969">
                  <c:v>1.251E-2</c:v>
                </c:pt>
                <c:pt idx="4970">
                  <c:v>1.257E-2</c:v>
                </c:pt>
                <c:pt idx="4971">
                  <c:v>1.247E-2</c:v>
                </c:pt>
                <c:pt idx="4972">
                  <c:v>1.2629999999999999E-2</c:v>
                </c:pt>
                <c:pt idx="4973">
                  <c:v>1.273E-2</c:v>
                </c:pt>
                <c:pt idx="4974">
                  <c:v>1.3140000000000001E-2</c:v>
                </c:pt>
                <c:pt idx="4975">
                  <c:v>1.3069999999999998E-2</c:v>
                </c:pt>
                <c:pt idx="4976">
                  <c:v>1.3100000000000001E-2</c:v>
                </c:pt>
                <c:pt idx="4977">
                  <c:v>1.3350000000000001E-2</c:v>
                </c:pt>
                <c:pt idx="4978">
                  <c:v>1.3580000000000002E-2</c:v>
                </c:pt>
                <c:pt idx="4979">
                  <c:v>1.353E-2</c:v>
                </c:pt>
                <c:pt idx="4980">
                  <c:v>1.3330000000000002E-2</c:v>
                </c:pt>
                <c:pt idx="4981">
                  <c:v>1.3040000000000001E-2</c:v>
                </c:pt>
                <c:pt idx="4982">
                  <c:v>1.2969999999999999E-2</c:v>
                </c:pt>
                <c:pt idx="4983">
                  <c:v>1.311E-2</c:v>
                </c:pt>
                <c:pt idx="4984">
                  <c:v>1.316E-2</c:v>
                </c:pt>
                <c:pt idx="4985">
                  <c:v>1.2999999999999999E-2</c:v>
                </c:pt>
                <c:pt idx="4986">
                  <c:v>1.2959999999999999E-2</c:v>
                </c:pt>
                <c:pt idx="4987">
                  <c:v>1.3009999999999999E-2</c:v>
                </c:pt>
                <c:pt idx="4988">
                  <c:v>1.3030000000000002E-2</c:v>
                </c:pt>
                <c:pt idx="4989">
                  <c:v>1.3030000000000002E-2</c:v>
                </c:pt>
                <c:pt idx="4990">
                  <c:v>1.3090000000000001E-2</c:v>
                </c:pt>
                <c:pt idx="4991">
                  <c:v>1.3069999999999998E-2</c:v>
                </c:pt>
                <c:pt idx="4992">
                  <c:v>1.324E-2</c:v>
                </c:pt>
                <c:pt idx="4993">
                  <c:v>1.3440000000000001E-2</c:v>
                </c:pt>
                <c:pt idx="4994">
                  <c:v>1.3940000000000001E-2</c:v>
                </c:pt>
                <c:pt idx="4995">
                  <c:v>1.4280000000000001E-2</c:v>
                </c:pt>
                <c:pt idx="4996">
                  <c:v>1.4580000000000001E-2</c:v>
                </c:pt>
                <c:pt idx="4997">
                  <c:v>1.5030000000000002E-2</c:v>
                </c:pt>
                <c:pt idx="4998">
                  <c:v>1.6150000000000001E-2</c:v>
                </c:pt>
                <c:pt idx="4999">
                  <c:v>1.6299999999999999E-2</c:v>
                </c:pt>
                <c:pt idx="5000">
                  <c:v>1.617E-2</c:v>
                </c:pt>
                <c:pt idx="5001">
                  <c:v>1.6119999999999999E-2</c:v>
                </c:pt>
                <c:pt idx="5002">
                  <c:v>1.653E-2</c:v>
                </c:pt>
                <c:pt idx="5003">
                  <c:v>1.8280000000000001E-2</c:v>
                </c:pt>
                <c:pt idx="5004">
                  <c:v>2.2359999999999998E-2</c:v>
                </c:pt>
                <c:pt idx="5005">
                  <c:v>2.128E-2</c:v>
                </c:pt>
                <c:pt idx="5006">
                  <c:v>2.2100000000000002E-2</c:v>
                </c:pt>
                <c:pt idx="5007">
                  <c:v>2.469E-2</c:v>
                </c:pt>
                <c:pt idx="5008">
                  <c:v>2.4750000000000001E-2</c:v>
                </c:pt>
                <c:pt idx="5009">
                  <c:v>2.793E-2</c:v>
                </c:pt>
                <c:pt idx="5010">
                  <c:v>2.8170000000000001E-2</c:v>
                </c:pt>
                <c:pt idx="5011">
                  <c:v>3.0869999999999998E-2</c:v>
                </c:pt>
                <c:pt idx="5012">
                  <c:v>3.5269999999999996E-2</c:v>
                </c:pt>
                <c:pt idx="5013">
                  <c:v>3.8249999999999999E-2</c:v>
                </c:pt>
                <c:pt idx="5014">
                  <c:v>3.8739999999999997E-2</c:v>
                </c:pt>
                <c:pt idx="5015">
                  <c:v>3.7060000000000003E-2</c:v>
                </c:pt>
                <c:pt idx="5016">
                  <c:v>3.4130000000000001E-2</c:v>
                </c:pt>
                <c:pt idx="5017">
                  <c:v>3.2590000000000001E-2</c:v>
                </c:pt>
                <c:pt idx="5018">
                  <c:v>3.1609999999999999E-2</c:v>
                </c:pt>
                <c:pt idx="5019">
                  <c:v>3.0860000000000002E-2</c:v>
                </c:pt>
                <c:pt idx="5020">
                  <c:v>2.9160000000000002E-2</c:v>
                </c:pt>
                <c:pt idx="5021">
                  <c:v>2.988E-2</c:v>
                </c:pt>
                <c:pt idx="5022">
                  <c:v>2.9910000000000003E-2</c:v>
                </c:pt>
                <c:pt idx="5023">
                  <c:v>3.0249999999999999E-2</c:v>
                </c:pt>
                <c:pt idx="5024">
                  <c:v>2.955E-2</c:v>
                </c:pt>
                <c:pt idx="5025">
                  <c:v>2.8549999999999999E-2</c:v>
                </c:pt>
                <c:pt idx="5026">
                  <c:v>2.7710000000000002E-2</c:v>
                </c:pt>
                <c:pt idx="5027">
                  <c:v>2.6280000000000001E-2</c:v>
                </c:pt>
                <c:pt idx="5028">
                  <c:v>2.6280000000000001E-2</c:v>
                </c:pt>
                <c:pt idx="5029">
                  <c:v>2.444E-2</c:v>
                </c:pt>
                <c:pt idx="5030">
                  <c:v>2.3439999999999999E-2</c:v>
                </c:pt>
                <c:pt idx="5031">
                  <c:v>2.3980000000000001E-2</c:v>
                </c:pt>
                <c:pt idx="5032">
                  <c:v>2.392E-2</c:v>
                </c:pt>
                <c:pt idx="5033">
                  <c:v>2.3540000000000002E-2</c:v>
                </c:pt>
                <c:pt idx="5034">
                  <c:v>2.3990000000000001E-2</c:v>
                </c:pt>
                <c:pt idx="5035">
                  <c:v>2.444E-2</c:v>
                </c:pt>
                <c:pt idx="5036">
                  <c:v>2.419E-2</c:v>
                </c:pt>
                <c:pt idx="5037">
                  <c:v>2.392E-2</c:v>
                </c:pt>
                <c:pt idx="5038">
                  <c:v>2.409E-2</c:v>
                </c:pt>
                <c:pt idx="5039">
                  <c:v>2.3969999999999998E-2</c:v>
                </c:pt>
                <c:pt idx="5040">
                  <c:v>2.4049999999999998E-2</c:v>
                </c:pt>
                <c:pt idx="5041">
                  <c:v>2.375E-2</c:v>
                </c:pt>
                <c:pt idx="5042">
                  <c:v>2.35E-2</c:v>
                </c:pt>
                <c:pt idx="5043">
                  <c:v>2.383E-2</c:v>
                </c:pt>
                <c:pt idx="5044">
                  <c:v>2.3959999999999999E-2</c:v>
                </c:pt>
                <c:pt idx="5045">
                  <c:v>2.3769999999999999E-2</c:v>
                </c:pt>
                <c:pt idx="5046">
                  <c:v>2.3880000000000002E-2</c:v>
                </c:pt>
                <c:pt idx="5047">
                  <c:v>2.4219999999999998E-2</c:v>
                </c:pt>
                <c:pt idx="5048">
                  <c:v>2.4330000000000001E-2</c:v>
                </c:pt>
                <c:pt idx="5049">
                  <c:v>2.4549999999999999E-2</c:v>
                </c:pt>
                <c:pt idx="5050">
                  <c:v>2.4549999999999999E-2</c:v>
                </c:pt>
                <c:pt idx="5051">
                  <c:v>2.4680000000000001E-2</c:v>
                </c:pt>
                <c:pt idx="5052">
                  <c:v>2.4850000000000001E-2</c:v>
                </c:pt>
                <c:pt idx="5053">
                  <c:v>2.4410000000000001E-2</c:v>
                </c:pt>
                <c:pt idx="5054">
                  <c:v>2.3459999999999998E-2</c:v>
                </c:pt>
                <c:pt idx="5055">
                  <c:v>2.3109999999999999E-2</c:v>
                </c:pt>
                <c:pt idx="5056">
                  <c:v>2.257E-2</c:v>
                </c:pt>
                <c:pt idx="5057">
                  <c:v>2.222E-2</c:v>
                </c:pt>
                <c:pt idx="5058">
                  <c:v>2.222E-2</c:v>
                </c:pt>
                <c:pt idx="5059">
                  <c:v>2.222E-2</c:v>
                </c:pt>
                <c:pt idx="5060">
                  <c:v>2.18E-2</c:v>
                </c:pt>
                <c:pt idx="5061">
                  <c:v>2.1680000000000001E-2</c:v>
                </c:pt>
                <c:pt idx="5062">
                  <c:v>2.1480000000000003E-2</c:v>
                </c:pt>
                <c:pt idx="5063">
                  <c:v>2.1490000000000002E-2</c:v>
                </c:pt>
                <c:pt idx="5064">
                  <c:v>2.1230000000000002E-2</c:v>
                </c:pt>
                <c:pt idx="5065">
                  <c:v>2.085E-2</c:v>
                </c:pt>
                <c:pt idx="5066">
                  <c:v>2.0119999999999999E-2</c:v>
                </c:pt>
                <c:pt idx="5067">
                  <c:v>1.967E-2</c:v>
                </c:pt>
                <c:pt idx="5068">
                  <c:v>1.8609999999999998E-2</c:v>
                </c:pt>
                <c:pt idx="5069">
                  <c:v>1.822E-2</c:v>
                </c:pt>
                <c:pt idx="5070">
                  <c:v>1.865E-2</c:v>
                </c:pt>
                <c:pt idx="5071">
                  <c:v>1.9030000000000002E-2</c:v>
                </c:pt>
                <c:pt idx="5072">
                  <c:v>1.9949999999999999E-2</c:v>
                </c:pt>
                <c:pt idx="5073">
                  <c:v>1.967E-2</c:v>
                </c:pt>
                <c:pt idx="5074">
                  <c:v>1.976E-2</c:v>
                </c:pt>
                <c:pt idx="5075">
                  <c:v>1.8489999999999999E-2</c:v>
                </c:pt>
                <c:pt idx="5076">
                  <c:v>1.8540000000000001E-2</c:v>
                </c:pt>
                <c:pt idx="5077">
                  <c:v>1.8780000000000002E-2</c:v>
                </c:pt>
                <c:pt idx="5078">
                  <c:v>1.8619999999999998E-2</c:v>
                </c:pt>
                <c:pt idx="5079">
                  <c:v>1.8599999999999998E-2</c:v>
                </c:pt>
                <c:pt idx="5080">
                  <c:v>1.8589999999999999E-2</c:v>
                </c:pt>
                <c:pt idx="5081">
                  <c:v>1.8919999999999999E-2</c:v>
                </c:pt>
                <c:pt idx="5082">
                  <c:v>1.8619999999999998E-2</c:v>
                </c:pt>
                <c:pt idx="5083">
                  <c:v>1.9269999999999999E-2</c:v>
                </c:pt>
                <c:pt idx="5084">
                  <c:v>1.9269999999999999E-2</c:v>
                </c:pt>
                <c:pt idx="5085">
                  <c:v>1.908E-2</c:v>
                </c:pt>
                <c:pt idx="5086">
                  <c:v>1.866E-2</c:v>
                </c:pt>
                <c:pt idx="5087">
                  <c:v>1.8239999999999999E-2</c:v>
                </c:pt>
                <c:pt idx="5088">
                  <c:v>1.8239999999999999E-2</c:v>
                </c:pt>
                <c:pt idx="5089">
                  <c:v>1.7440000000000001E-2</c:v>
                </c:pt>
                <c:pt idx="5090">
                  <c:v>1.8019999999999998E-2</c:v>
                </c:pt>
                <c:pt idx="5091">
                  <c:v>1.7930000000000001E-2</c:v>
                </c:pt>
                <c:pt idx="5092">
                  <c:v>1.805E-2</c:v>
                </c:pt>
                <c:pt idx="5093">
                  <c:v>1.796E-2</c:v>
                </c:pt>
                <c:pt idx="5094">
                  <c:v>1.7809999999999999E-2</c:v>
                </c:pt>
                <c:pt idx="5095">
                  <c:v>1.7850000000000001E-2</c:v>
                </c:pt>
                <c:pt idx="5096">
                  <c:v>1.7509999999999998E-2</c:v>
                </c:pt>
                <c:pt idx="5097">
                  <c:v>1.745E-2</c:v>
                </c:pt>
                <c:pt idx="5098">
                  <c:v>1.7269999999999997E-2</c:v>
                </c:pt>
                <c:pt idx="5099">
                  <c:v>1.7090000000000001E-2</c:v>
                </c:pt>
                <c:pt idx="5100">
                  <c:v>1.6830000000000001E-2</c:v>
                </c:pt>
                <c:pt idx="5101">
                  <c:v>1.669E-2</c:v>
                </c:pt>
                <c:pt idx="5102">
                  <c:v>1.669E-2</c:v>
                </c:pt>
                <c:pt idx="5103">
                  <c:v>1.6709999999999999E-2</c:v>
                </c:pt>
                <c:pt idx="5104">
                  <c:v>1.6719999999999999E-2</c:v>
                </c:pt>
                <c:pt idx="5105">
                  <c:v>1.6930000000000001E-2</c:v>
                </c:pt>
                <c:pt idx="5106">
                  <c:v>1.6930000000000001E-2</c:v>
                </c:pt>
                <c:pt idx="5107">
                  <c:v>1.703E-2</c:v>
                </c:pt>
                <c:pt idx="5108">
                  <c:v>1.6959999999999999E-2</c:v>
                </c:pt>
                <c:pt idx="5109">
                  <c:v>1.6840000000000001E-2</c:v>
                </c:pt>
                <c:pt idx="5110">
                  <c:v>1.6840000000000001E-2</c:v>
                </c:pt>
                <c:pt idx="5111">
                  <c:v>1.6559999999999998E-2</c:v>
                </c:pt>
                <c:pt idx="5112">
                  <c:v>1.6390000000000002E-2</c:v>
                </c:pt>
                <c:pt idx="5113">
                  <c:v>1.6309999999999998E-2</c:v>
                </c:pt>
                <c:pt idx="5114">
                  <c:v>1.6209999999999999E-2</c:v>
                </c:pt>
                <c:pt idx="5115">
                  <c:v>1.6040000000000002E-2</c:v>
                </c:pt>
                <c:pt idx="5116">
                  <c:v>1.6069999999999997E-2</c:v>
                </c:pt>
                <c:pt idx="5117">
                  <c:v>1.6160000000000001E-2</c:v>
                </c:pt>
                <c:pt idx="5118">
                  <c:v>1.643E-2</c:v>
                </c:pt>
                <c:pt idx="5119">
                  <c:v>1.66E-2</c:v>
                </c:pt>
                <c:pt idx="5120">
                  <c:v>1.6750000000000001E-2</c:v>
                </c:pt>
                <c:pt idx="5121">
                  <c:v>1.6740000000000001E-2</c:v>
                </c:pt>
                <c:pt idx="5122">
                  <c:v>1.6840000000000001E-2</c:v>
                </c:pt>
                <c:pt idx="5123">
                  <c:v>1.6809999999999999E-2</c:v>
                </c:pt>
                <c:pt idx="5124">
                  <c:v>1.6799999999999999E-2</c:v>
                </c:pt>
                <c:pt idx="5125">
                  <c:v>1.6789999999999999E-2</c:v>
                </c:pt>
                <c:pt idx="5126">
                  <c:v>1.6919999999999998E-2</c:v>
                </c:pt>
                <c:pt idx="5127">
                  <c:v>1.6919999999999998E-2</c:v>
                </c:pt>
                <c:pt idx="5128">
                  <c:v>1.6969999999999999E-2</c:v>
                </c:pt>
                <c:pt idx="5129">
                  <c:v>1.6840000000000001E-2</c:v>
                </c:pt>
                <c:pt idx="5130">
                  <c:v>1.6750000000000001E-2</c:v>
                </c:pt>
                <c:pt idx="5131">
                  <c:v>1.6469999999999999E-2</c:v>
                </c:pt>
                <c:pt idx="5132">
                  <c:v>1.652E-2</c:v>
                </c:pt>
                <c:pt idx="5133">
                  <c:v>1.6480000000000002E-2</c:v>
                </c:pt>
                <c:pt idx="5134">
                  <c:v>1.6480000000000002E-2</c:v>
                </c:pt>
                <c:pt idx="5135">
                  <c:v>1.6789999999999999E-2</c:v>
                </c:pt>
                <c:pt idx="5136">
                  <c:v>1.6789999999999999E-2</c:v>
                </c:pt>
                <c:pt idx="5137">
                  <c:v>1.678E-2</c:v>
                </c:pt>
                <c:pt idx="5138">
                  <c:v>1.6750000000000001E-2</c:v>
                </c:pt>
                <c:pt idx="5139">
                  <c:v>1.6640000000000002E-2</c:v>
                </c:pt>
                <c:pt idx="5140">
                  <c:v>1.6590000000000001E-2</c:v>
                </c:pt>
                <c:pt idx="5141">
                  <c:v>1.643E-2</c:v>
                </c:pt>
                <c:pt idx="5142">
                  <c:v>1.6449999999999999E-2</c:v>
                </c:pt>
                <c:pt idx="5143">
                  <c:v>1.6400000000000001E-2</c:v>
                </c:pt>
                <c:pt idx="5144">
                  <c:v>1.67E-2</c:v>
                </c:pt>
                <c:pt idx="5145">
                  <c:v>1.6760000000000001E-2</c:v>
                </c:pt>
                <c:pt idx="5146">
                  <c:v>1.6819999999999998E-2</c:v>
                </c:pt>
                <c:pt idx="5147">
                  <c:v>1.7240000000000002E-2</c:v>
                </c:pt>
                <c:pt idx="5148">
                  <c:v>1.7490000000000002E-2</c:v>
                </c:pt>
                <c:pt idx="5149">
                  <c:v>1.7509999999999998E-2</c:v>
                </c:pt>
                <c:pt idx="5150">
                  <c:v>1.7480000000000002E-2</c:v>
                </c:pt>
                <c:pt idx="5151">
                  <c:v>1.7389999999999999E-2</c:v>
                </c:pt>
                <c:pt idx="5152">
                  <c:v>1.72E-2</c:v>
                </c:pt>
                <c:pt idx="5153">
                  <c:v>1.7219999999999999E-2</c:v>
                </c:pt>
                <c:pt idx="5154">
                  <c:v>1.6880000000000003E-2</c:v>
                </c:pt>
                <c:pt idx="5155">
                  <c:v>1.6740000000000001E-2</c:v>
                </c:pt>
                <c:pt idx="5156">
                  <c:v>1.651E-2</c:v>
                </c:pt>
                <c:pt idx="5157">
                  <c:v>1.635E-2</c:v>
                </c:pt>
                <c:pt idx="5158">
                  <c:v>1.627E-2</c:v>
                </c:pt>
                <c:pt idx="5159">
                  <c:v>1.627E-2</c:v>
                </c:pt>
                <c:pt idx="5160">
                  <c:v>1.617E-2</c:v>
                </c:pt>
                <c:pt idx="5161">
                  <c:v>1.619E-2</c:v>
                </c:pt>
                <c:pt idx="5162">
                  <c:v>1.6289999999999999E-2</c:v>
                </c:pt>
                <c:pt idx="5163">
                  <c:v>1.6130000000000002E-2</c:v>
                </c:pt>
                <c:pt idx="5164">
                  <c:v>1.602E-2</c:v>
                </c:pt>
                <c:pt idx="5165">
                  <c:v>1.5969999999999998E-2</c:v>
                </c:pt>
                <c:pt idx="5166">
                  <c:v>1.592E-2</c:v>
                </c:pt>
                <c:pt idx="5167">
                  <c:v>1.585E-2</c:v>
                </c:pt>
                <c:pt idx="5168">
                  <c:v>1.584E-2</c:v>
                </c:pt>
                <c:pt idx="5169">
                  <c:v>1.5910000000000001E-2</c:v>
                </c:pt>
                <c:pt idx="5170">
                  <c:v>1.5880000000000002E-2</c:v>
                </c:pt>
                <c:pt idx="5171">
                  <c:v>1.6040000000000002E-2</c:v>
                </c:pt>
                <c:pt idx="5172">
                  <c:v>1.6069999999999997E-2</c:v>
                </c:pt>
                <c:pt idx="5173">
                  <c:v>1.6069999999999997E-2</c:v>
                </c:pt>
                <c:pt idx="5174">
                  <c:v>1.6049999999999998E-2</c:v>
                </c:pt>
                <c:pt idx="5175">
                  <c:v>1.583E-2</c:v>
                </c:pt>
                <c:pt idx="5176">
                  <c:v>1.567E-2</c:v>
                </c:pt>
                <c:pt idx="5177">
                  <c:v>1.5219999999999999E-2</c:v>
                </c:pt>
                <c:pt idx="5178">
                  <c:v>1.5009999999999999E-2</c:v>
                </c:pt>
                <c:pt idx="5179">
                  <c:v>1.4119999999999999E-2</c:v>
                </c:pt>
                <c:pt idx="5180">
                  <c:v>1.4109999999999999E-2</c:v>
                </c:pt>
                <c:pt idx="5181">
                  <c:v>1.4109999999999999E-2</c:v>
                </c:pt>
                <c:pt idx="5182">
                  <c:v>1.4469999999999998E-2</c:v>
                </c:pt>
                <c:pt idx="5183">
                  <c:v>1.4509999999999999E-2</c:v>
                </c:pt>
                <c:pt idx="5184">
                  <c:v>1.434E-2</c:v>
                </c:pt>
                <c:pt idx="5185">
                  <c:v>1.4319999999999999E-2</c:v>
                </c:pt>
                <c:pt idx="5186">
                  <c:v>1.4130000000000002E-2</c:v>
                </c:pt>
                <c:pt idx="5187">
                  <c:v>1.404E-2</c:v>
                </c:pt>
                <c:pt idx="5188">
                  <c:v>1.4080000000000001E-2</c:v>
                </c:pt>
                <c:pt idx="5189">
                  <c:v>1.3990000000000001E-2</c:v>
                </c:pt>
                <c:pt idx="5190">
                  <c:v>1.3849999999999999E-2</c:v>
                </c:pt>
                <c:pt idx="5191">
                  <c:v>1.374E-2</c:v>
                </c:pt>
                <c:pt idx="5192">
                  <c:v>1.374E-2</c:v>
                </c:pt>
                <c:pt idx="5193">
                  <c:v>1.383E-2</c:v>
                </c:pt>
                <c:pt idx="5194">
                  <c:v>1.3669999999999998E-2</c:v>
                </c:pt>
                <c:pt idx="5195">
                  <c:v>1.3169999999999999E-2</c:v>
                </c:pt>
                <c:pt idx="5196">
                  <c:v>1.3069999999999998E-2</c:v>
                </c:pt>
                <c:pt idx="5197">
                  <c:v>1.2959999999999999E-2</c:v>
                </c:pt>
                <c:pt idx="5198">
                  <c:v>1.289E-2</c:v>
                </c:pt>
                <c:pt idx="5199">
                  <c:v>1.2959999999999999E-2</c:v>
                </c:pt>
                <c:pt idx="5200">
                  <c:v>1.3090000000000001E-2</c:v>
                </c:pt>
                <c:pt idx="5201">
                  <c:v>1.319E-2</c:v>
                </c:pt>
                <c:pt idx="5202">
                  <c:v>1.3309999999999999E-2</c:v>
                </c:pt>
                <c:pt idx="5203">
                  <c:v>1.3369999999999998E-2</c:v>
                </c:pt>
                <c:pt idx="5204">
                  <c:v>1.3330000000000002E-2</c:v>
                </c:pt>
                <c:pt idx="5205">
                  <c:v>1.321E-2</c:v>
                </c:pt>
                <c:pt idx="5206">
                  <c:v>1.3090000000000001E-2</c:v>
                </c:pt>
                <c:pt idx="5207">
                  <c:v>1.2930000000000001E-2</c:v>
                </c:pt>
                <c:pt idx="5208">
                  <c:v>1.286E-2</c:v>
                </c:pt>
                <c:pt idx="5209">
                  <c:v>1.3030000000000002E-2</c:v>
                </c:pt>
                <c:pt idx="5210">
                  <c:v>1.2969999999999999E-2</c:v>
                </c:pt>
                <c:pt idx="5211">
                  <c:v>1.29E-2</c:v>
                </c:pt>
                <c:pt idx="5212">
                  <c:v>1.2919999999999999E-2</c:v>
                </c:pt>
                <c:pt idx="5213">
                  <c:v>1.2919999999999999E-2</c:v>
                </c:pt>
                <c:pt idx="5214">
                  <c:v>1.2790000000000001E-2</c:v>
                </c:pt>
                <c:pt idx="5215">
                  <c:v>1.269E-2</c:v>
                </c:pt>
                <c:pt idx="5216">
                  <c:v>1.2670000000000001E-2</c:v>
                </c:pt>
                <c:pt idx="5217">
                  <c:v>1.273E-2</c:v>
                </c:pt>
                <c:pt idx="5218">
                  <c:v>1.273E-2</c:v>
                </c:pt>
                <c:pt idx="5219">
                  <c:v>1.2699999999999999E-2</c:v>
                </c:pt>
                <c:pt idx="5220">
                  <c:v>1.286E-2</c:v>
                </c:pt>
                <c:pt idx="5221">
                  <c:v>1.2840000000000001E-2</c:v>
                </c:pt>
                <c:pt idx="5222">
                  <c:v>1.265E-2</c:v>
                </c:pt>
                <c:pt idx="5223">
                  <c:v>1.2490000000000001E-2</c:v>
                </c:pt>
                <c:pt idx="5224">
                  <c:v>1.23E-2</c:v>
                </c:pt>
                <c:pt idx="5225">
                  <c:v>1.2500000000000001E-2</c:v>
                </c:pt>
                <c:pt idx="5226">
                  <c:v>1.239E-2</c:v>
                </c:pt>
                <c:pt idx="5227">
                  <c:v>1.2070000000000001E-2</c:v>
                </c:pt>
                <c:pt idx="5228">
                  <c:v>1.2120000000000001E-2</c:v>
                </c:pt>
                <c:pt idx="5229">
                  <c:v>1.2120000000000001E-2</c:v>
                </c:pt>
                <c:pt idx="5230">
                  <c:v>1.208E-2</c:v>
                </c:pt>
                <c:pt idx="5231">
                  <c:v>1.2029999999999999E-2</c:v>
                </c:pt>
                <c:pt idx="5232">
                  <c:v>1.2120000000000001E-2</c:v>
                </c:pt>
                <c:pt idx="5233">
                  <c:v>1.23E-2</c:v>
                </c:pt>
                <c:pt idx="5234">
                  <c:v>1.239E-2</c:v>
                </c:pt>
                <c:pt idx="5235">
                  <c:v>1.24E-2</c:v>
                </c:pt>
                <c:pt idx="5236">
                  <c:v>1.2670000000000001E-2</c:v>
                </c:pt>
                <c:pt idx="5237">
                  <c:v>1.264E-2</c:v>
                </c:pt>
                <c:pt idx="5238">
                  <c:v>1.257E-2</c:v>
                </c:pt>
                <c:pt idx="5239">
                  <c:v>1.2579999999999999E-2</c:v>
                </c:pt>
                <c:pt idx="5240">
                  <c:v>1.2540000000000001E-2</c:v>
                </c:pt>
                <c:pt idx="5241">
                  <c:v>1.2459999999999999E-2</c:v>
                </c:pt>
                <c:pt idx="5242">
                  <c:v>1.23E-2</c:v>
                </c:pt>
                <c:pt idx="5243">
                  <c:v>1.2070000000000001E-2</c:v>
                </c:pt>
                <c:pt idx="5244">
                  <c:v>1.197E-2</c:v>
                </c:pt>
                <c:pt idx="5245">
                  <c:v>1.2E-2</c:v>
                </c:pt>
                <c:pt idx="5246">
                  <c:v>1.2019999999999999E-2</c:v>
                </c:pt>
                <c:pt idx="5247">
                  <c:v>1.1990000000000001E-2</c:v>
                </c:pt>
                <c:pt idx="5248">
                  <c:v>1.2029999999999999E-2</c:v>
                </c:pt>
                <c:pt idx="5249">
                  <c:v>1.2029999999999999E-2</c:v>
                </c:pt>
                <c:pt idx="5250">
                  <c:v>1.1820000000000001E-2</c:v>
                </c:pt>
                <c:pt idx="5251">
                  <c:v>1.172E-2</c:v>
                </c:pt>
                <c:pt idx="5252">
                  <c:v>1.171E-2</c:v>
                </c:pt>
                <c:pt idx="5253">
                  <c:v>1.1690000000000001E-2</c:v>
                </c:pt>
                <c:pt idx="5254">
                  <c:v>1.184E-2</c:v>
                </c:pt>
                <c:pt idx="5255">
                  <c:v>1.2149999999999999E-2</c:v>
                </c:pt>
                <c:pt idx="5256">
                  <c:v>1.21E-2</c:v>
                </c:pt>
                <c:pt idx="5257">
                  <c:v>1.208E-2</c:v>
                </c:pt>
                <c:pt idx="5258">
                  <c:v>1.235E-2</c:v>
                </c:pt>
                <c:pt idx="5259">
                  <c:v>1.2200000000000001E-2</c:v>
                </c:pt>
                <c:pt idx="5260">
                  <c:v>1.218E-2</c:v>
                </c:pt>
                <c:pt idx="5261">
                  <c:v>1.213E-2</c:v>
                </c:pt>
                <c:pt idx="5262">
                  <c:v>1.217E-2</c:v>
                </c:pt>
                <c:pt idx="5263">
                  <c:v>1.2540000000000001E-2</c:v>
                </c:pt>
                <c:pt idx="5264">
                  <c:v>1.269E-2</c:v>
                </c:pt>
                <c:pt idx="5265">
                  <c:v>1.294E-2</c:v>
                </c:pt>
                <c:pt idx="5266">
                  <c:v>1.289E-2</c:v>
                </c:pt>
                <c:pt idx="5267">
                  <c:v>1.2670000000000001E-2</c:v>
                </c:pt>
                <c:pt idx="5268">
                  <c:v>1.2579999999999999E-2</c:v>
                </c:pt>
                <c:pt idx="5269">
                  <c:v>1.273E-2</c:v>
                </c:pt>
                <c:pt idx="5270">
                  <c:v>1.2629999999999999E-2</c:v>
                </c:pt>
                <c:pt idx="5271">
                  <c:v>1.2670000000000001E-2</c:v>
                </c:pt>
                <c:pt idx="5272">
                  <c:v>1.238E-2</c:v>
                </c:pt>
                <c:pt idx="5273">
                  <c:v>1.2290000000000001E-2</c:v>
                </c:pt>
                <c:pt idx="5274">
                  <c:v>1.2279999999999999E-2</c:v>
                </c:pt>
                <c:pt idx="5275">
                  <c:v>1.2370000000000001E-2</c:v>
                </c:pt>
                <c:pt idx="5276">
                  <c:v>1.24E-2</c:v>
                </c:pt>
                <c:pt idx="5277">
                  <c:v>1.252E-2</c:v>
                </c:pt>
                <c:pt idx="5278">
                  <c:v>1.2359999999999999E-2</c:v>
                </c:pt>
                <c:pt idx="5279">
                  <c:v>1.2200000000000001E-2</c:v>
                </c:pt>
                <c:pt idx="5280">
                  <c:v>1.2109999999999999E-2</c:v>
                </c:pt>
                <c:pt idx="5281">
                  <c:v>1.1729999999999999E-2</c:v>
                </c:pt>
                <c:pt idx="5282">
                  <c:v>1.1650000000000001E-2</c:v>
                </c:pt>
                <c:pt idx="5283">
                  <c:v>1.1520000000000001E-2</c:v>
                </c:pt>
                <c:pt idx="5284">
                  <c:v>1.15E-2</c:v>
                </c:pt>
                <c:pt idx="5285">
                  <c:v>1.167E-2</c:v>
                </c:pt>
                <c:pt idx="5286">
                  <c:v>1.158E-2</c:v>
                </c:pt>
                <c:pt idx="5287">
                  <c:v>1.162E-2</c:v>
                </c:pt>
                <c:pt idx="5288">
                  <c:v>1.1479999999999999E-2</c:v>
                </c:pt>
                <c:pt idx="5289">
                  <c:v>1.146E-2</c:v>
                </c:pt>
                <c:pt idx="5290">
                  <c:v>1.1609999999999999E-2</c:v>
                </c:pt>
                <c:pt idx="5291">
                  <c:v>1.153E-2</c:v>
                </c:pt>
                <c:pt idx="5292">
                  <c:v>1.1590000000000001E-2</c:v>
                </c:pt>
                <c:pt idx="5293">
                  <c:v>1.1650000000000001E-2</c:v>
                </c:pt>
                <c:pt idx="5294">
                  <c:v>1.1780000000000001E-2</c:v>
                </c:pt>
                <c:pt idx="5295">
                  <c:v>1.1909999999999999E-2</c:v>
                </c:pt>
                <c:pt idx="5296">
                  <c:v>1.193E-2</c:v>
                </c:pt>
                <c:pt idx="5297">
                  <c:v>1.1859999999999999E-2</c:v>
                </c:pt>
                <c:pt idx="5298">
                  <c:v>1.1820000000000001E-2</c:v>
                </c:pt>
                <c:pt idx="5299">
                  <c:v>1.176E-2</c:v>
                </c:pt>
                <c:pt idx="5300">
                  <c:v>1.167E-2</c:v>
                </c:pt>
                <c:pt idx="5301">
                  <c:v>1.175E-2</c:v>
                </c:pt>
                <c:pt idx="5302">
                  <c:v>1.166E-2</c:v>
                </c:pt>
                <c:pt idx="5303">
                  <c:v>1.176E-2</c:v>
                </c:pt>
                <c:pt idx="5304">
                  <c:v>1.172E-2</c:v>
                </c:pt>
                <c:pt idx="5305">
                  <c:v>1.171E-2</c:v>
                </c:pt>
                <c:pt idx="5306">
                  <c:v>1.1650000000000001E-2</c:v>
                </c:pt>
                <c:pt idx="5307">
                  <c:v>1.167E-2</c:v>
                </c:pt>
                <c:pt idx="5308">
                  <c:v>1.157E-2</c:v>
                </c:pt>
                <c:pt idx="5309">
                  <c:v>1.153E-2</c:v>
                </c:pt>
                <c:pt idx="5310">
                  <c:v>1.167E-2</c:v>
                </c:pt>
                <c:pt idx="5311">
                  <c:v>1.162E-2</c:v>
                </c:pt>
                <c:pt idx="5312">
                  <c:v>1.1679999999999999E-2</c:v>
                </c:pt>
                <c:pt idx="5313">
                  <c:v>1.1599999999999999E-2</c:v>
                </c:pt>
                <c:pt idx="5314">
                  <c:v>1.1470000000000001E-2</c:v>
                </c:pt>
                <c:pt idx="5315">
                  <c:v>1.1470000000000001E-2</c:v>
                </c:pt>
                <c:pt idx="5316">
                  <c:v>1.157E-2</c:v>
                </c:pt>
                <c:pt idx="5317">
                  <c:v>1.154E-2</c:v>
                </c:pt>
                <c:pt idx="5318">
                  <c:v>1.1429999999999999E-2</c:v>
                </c:pt>
                <c:pt idx="5319">
                  <c:v>1.14E-2</c:v>
                </c:pt>
                <c:pt idx="5320">
                  <c:v>1.1379999999999999E-2</c:v>
                </c:pt>
                <c:pt idx="5321">
                  <c:v>1.1379999999999999E-2</c:v>
                </c:pt>
                <c:pt idx="5322">
                  <c:v>1.1390000000000001E-2</c:v>
                </c:pt>
                <c:pt idx="5323">
                  <c:v>1.14E-2</c:v>
                </c:pt>
                <c:pt idx="5324">
                  <c:v>1.14E-2</c:v>
                </c:pt>
                <c:pt idx="5325">
                  <c:v>1.1350000000000001E-2</c:v>
                </c:pt>
                <c:pt idx="5326">
                  <c:v>1.1340000000000001E-2</c:v>
                </c:pt>
                <c:pt idx="5327">
                  <c:v>1.1299999999999999E-2</c:v>
                </c:pt>
                <c:pt idx="5328">
                  <c:v>1.1390000000000001E-2</c:v>
                </c:pt>
                <c:pt idx="5329">
                  <c:v>1.1299999999999999E-2</c:v>
                </c:pt>
                <c:pt idx="5330">
                  <c:v>1.1350000000000001E-2</c:v>
                </c:pt>
                <c:pt idx="5331">
                  <c:v>1.1340000000000001E-2</c:v>
                </c:pt>
                <c:pt idx="5332">
                  <c:v>1.1350000000000001E-2</c:v>
                </c:pt>
                <c:pt idx="5333">
                  <c:v>1.124E-2</c:v>
                </c:pt>
                <c:pt idx="5334">
                  <c:v>1.119E-2</c:v>
                </c:pt>
                <c:pt idx="5335">
                  <c:v>1.119E-2</c:v>
                </c:pt>
                <c:pt idx="5336">
                  <c:v>1.0959999999999999E-2</c:v>
                </c:pt>
                <c:pt idx="5337">
                  <c:v>1.098E-2</c:v>
                </c:pt>
                <c:pt idx="5338">
                  <c:v>1.107E-2</c:v>
                </c:pt>
                <c:pt idx="5339">
                  <c:v>1.103E-2</c:v>
                </c:pt>
                <c:pt idx="5340">
                  <c:v>1.116E-2</c:v>
                </c:pt>
                <c:pt idx="5341">
                  <c:v>1.115E-2</c:v>
                </c:pt>
                <c:pt idx="5342">
                  <c:v>1.1140000000000001E-2</c:v>
                </c:pt>
                <c:pt idx="5343">
                  <c:v>1.103E-2</c:v>
                </c:pt>
                <c:pt idx="5344">
                  <c:v>1.1059999999999999E-2</c:v>
                </c:pt>
                <c:pt idx="5345">
                  <c:v>1.1009999999999999E-2</c:v>
                </c:pt>
                <c:pt idx="5346">
                  <c:v>1.1009999999999999E-2</c:v>
                </c:pt>
                <c:pt idx="5347">
                  <c:v>1.099E-2</c:v>
                </c:pt>
                <c:pt idx="5348">
                  <c:v>1.102E-2</c:v>
                </c:pt>
                <c:pt idx="5349">
                  <c:v>1.102E-2</c:v>
                </c:pt>
                <c:pt idx="5350">
                  <c:v>1.1059999999999999E-2</c:v>
                </c:pt>
                <c:pt idx="5351">
                  <c:v>1.072E-2</c:v>
                </c:pt>
                <c:pt idx="5352">
                  <c:v>1.0959999999999999E-2</c:v>
                </c:pt>
                <c:pt idx="5353">
                  <c:v>1.0829999999999999E-2</c:v>
                </c:pt>
                <c:pt idx="5354">
                  <c:v>1.082E-2</c:v>
                </c:pt>
                <c:pt idx="5355">
                  <c:v>1.072E-2</c:v>
                </c:pt>
                <c:pt idx="5356">
                  <c:v>1.081E-2</c:v>
                </c:pt>
                <c:pt idx="5357">
                  <c:v>1.091E-2</c:v>
                </c:pt>
                <c:pt idx="5358">
                  <c:v>1.0970000000000001E-2</c:v>
                </c:pt>
                <c:pt idx="5359">
                  <c:v>1.137E-2</c:v>
                </c:pt>
                <c:pt idx="5360">
                  <c:v>1.1340000000000001E-2</c:v>
                </c:pt>
                <c:pt idx="5361">
                  <c:v>1.1129999999999999E-2</c:v>
                </c:pt>
                <c:pt idx="5362">
                  <c:v>1.107E-2</c:v>
                </c:pt>
                <c:pt idx="5363">
                  <c:v>1.0970000000000001E-2</c:v>
                </c:pt>
                <c:pt idx="5364">
                  <c:v>1.095E-2</c:v>
                </c:pt>
                <c:pt idx="5365">
                  <c:v>1.108E-2</c:v>
                </c:pt>
                <c:pt idx="5366">
                  <c:v>1.0999999999999999E-2</c:v>
                </c:pt>
                <c:pt idx="5367">
                  <c:v>1.091E-2</c:v>
                </c:pt>
                <c:pt idx="5368">
                  <c:v>1.0959999999999999E-2</c:v>
                </c:pt>
                <c:pt idx="5369">
                  <c:v>1.108E-2</c:v>
                </c:pt>
                <c:pt idx="5370">
                  <c:v>1.1170000000000001E-2</c:v>
                </c:pt>
                <c:pt idx="5371">
                  <c:v>1.119E-2</c:v>
                </c:pt>
                <c:pt idx="5372">
                  <c:v>1.1140000000000001E-2</c:v>
                </c:pt>
                <c:pt idx="5373">
                  <c:v>1.115E-2</c:v>
                </c:pt>
                <c:pt idx="5374">
                  <c:v>1.123E-2</c:v>
                </c:pt>
                <c:pt idx="5375">
                  <c:v>1.123E-2</c:v>
                </c:pt>
                <c:pt idx="5376">
                  <c:v>1.1290000000000001E-2</c:v>
                </c:pt>
                <c:pt idx="5377">
                  <c:v>1.1209999999999999E-2</c:v>
                </c:pt>
                <c:pt idx="5378">
                  <c:v>1.1270000000000001E-2</c:v>
                </c:pt>
                <c:pt idx="5379">
                  <c:v>1.125E-2</c:v>
                </c:pt>
                <c:pt idx="5380">
                  <c:v>1.1379999999999999E-2</c:v>
                </c:pt>
                <c:pt idx="5381">
                  <c:v>1.142E-2</c:v>
                </c:pt>
                <c:pt idx="5382">
                  <c:v>1.1599999999999999E-2</c:v>
                </c:pt>
                <c:pt idx="5383">
                  <c:v>1.157E-2</c:v>
                </c:pt>
                <c:pt idx="5384">
                  <c:v>1.154E-2</c:v>
                </c:pt>
                <c:pt idx="5385">
                  <c:v>1.14E-2</c:v>
                </c:pt>
                <c:pt idx="5386">
                  <c:v>1.128E-2</c:v>
                </c:pt>
                <c:pt idx="5387">
                  <c:v>1.12E-2</c:v>
                </c:pt>
                <c:pt idx="5388">
                  <c:v>1.124E-2</c:v>
                </c:pt>
                <c:pt idx="5389">
                  <c:v>1.124E-2</c:v>
                </c:pt>
                <c:pt idx="5390">
                  <c:v>1.1179999999999999E-2</c:v>
                </c:pt>
                <c:pt idx="5391">
                  <c:v>1.1179999999999999E-2</c:v>
                </c:pt>
                <c:pt idx="5392">
                  <c:v>1.1129999999999999E-2</c:v>
                </c:pt>
                <c:pt idx="5393">
                  <c:v>1.108E-2</c:v>
                </c:pt>
                <c:pt idx="5394">
                  <c:v>1.108E-2</c:v>
                </c:pt>
                <c:pt idx="5395">
                  <c:v>1.111E-2</c:v>
                </c:pt>
                <c:pt idx="5396">
                  <c:v>1.1179999999999999E-2</c:v>
                </c:pt>
                <c:pt idx="5397">
                  <c:v>1.1170000000000001E-2</c:v>
                </c:pt>
                <c:pt idx="5398">
                  <c:v>1.098E-2</c:v>
                </c:pt>
                <c:pt idx="5399">
                  <c:v>1.095E-2</c:v>
                </c:pt>
                <c:pt idx="5400">
                  <c:v>1.099E-2</c:v>
                </c:pt>
                <c:pt idx="5401">
                  <c:v>1.0999999999999999E-2</c:v>
                </c:pt>
                <c:pt idx="5402">
                  <c:v>1.0970000000000001E-2</c:v>
                </c:pt>
                <c:pt idx="5403">
                  <c:v>1.089E-2</c:v>
                </c:pt>
                <c:pt idx="5404">
                  <c:v>1.1129999999999999E-2</c:v>
                </c:pt>
                <c:pt idx="5405">
                  <c:v>1.1050000000000001E-2</c:v>
                </c:pt>
                <c:pt idx="5406">
                  <c:v>1.09E-2</c:v>
                </c:pt>
                <c:pt idx="5407">
                  <c:v>1.0749999999999999E-2</c:v>
                </c:pt>
                <c:pt idx="5408">
                  <c:v>1.0579999999999999E-2</c:v>
                </c:pt>
                <c:pt idx="5409">
                  <c:v>1.0529999999999999E-2</c:v>
                </c:pt>
                <c:pt idx="5410">
                  <c:v>1.0620000000000001E-2</c:v>
                </c:pt>
                <c:pt idx="5411">
                  <c:v>1.0630000000000001E-2</c:v>
                </c:pt>
                <c:pt idx="5412">
                  <c:v>1.077E-2</c:v>
                </c:pt>
                <c:pt idx="5413">
                  <c:v>1.093E-2</c:v>
                </c:pt>
                <c:pt idx="5414">
                  <c:v>1.09E-2</c:v>
                </c:pt>
                <c:pt idx="5415">
                  <c:v>1.082E-2</c:v>
                </c:pt>
                <c:pt idx="5416">
                  <c:v>1.0959999999999999E-2</c:v>
                </c:pt>
                <c:pt idx="5417">
                  <c:v>1.085E-2</c:v>
                </c:pt>
                <c:pt idx="5418">
                  <c:v>1.094E-2</c:v>
                </c:pt>
                <c:pt idx="5419">
                  <c:v>1.094E-2</c:v>
                </c:pt>
                <c:pt idx="5420">
                  <c:v>1.1059999999999999E-2</c:v>
                </c:pt>
                <c:pt idx="5421">
                  <c:v>1.107E-2</c:v>
                </c:pt>
                <c:pt idx="5422">
                  <c:v>1.0959999999999999E-2</c:v>
                </c:pt>
                <c:pt idx="5423">
                  <c:v>1.082E-2</c:v>
                </c:pt>
                <c:pt idx="5424">
                  <c:v>1.0800000000000001E-2</c:v>
                </c:pt>
                <c:pt idx="5425">
                  <c:v>1.0699999999999999E-2</c:v>
                </c:pt>
                <c:pt idx="5426">
                  <c:v>1.0759999999999999E-2</c:v>
                </c:pt>
                <c:pt idx="5427">
                  <c:v>1.072E-2</c:v>
                </c:pt>
                <c:pt idx="5428">
                  <c:v>1.0759999999999999E-2</c:v>
                </c:pt>
                <c:pt idx="5429">
                  <c:v>1.078E-2</c:v>
                </c:pt>
                <c:pt idx="5430">
                  <c:v>1.073E-2</c:v>
                </c:pt>
                <c:pt idx="5431">
                  <c:v>1.078E-2</c:v>
                </c:pt>
                <c:pt idx="5432">
                  <c:v>1.069E-2</c:v>
                </c:pt>
                <c:pt idx="5433">
                  <c:v>1.081E-2</c:v>
                </c:pt>
                <c:pt idx="5434">
                  <c:v>1.0869999999999999E-2</c:v>
                </c:pt>
                <c:pt idx="5435">
                  <c:v>1.095E-2</c:v>
                </c:pt>
                <c:pt idx="5436">
                  <c:v>1.09E-2</c:v>
                </c:pt>
                <c:pt idx="5437">
                  <c:v>1.0800000000000001E-2</c:v>
                </c:pt>
                <c:pt idx="5438">
                  <c:v>1.0829999999999999E-2</c:v>
                </c:pt>
                <c:pt idx="5439">
                  <c:v>1.069E-2</c:v>
                </c:pt>
                <c:pt idx="5440">
                  <c:v>1.082E-2</c:v>
                </c:pt>
                <c:pt idx="5441">
                  <c:v>1.0670000000000001E-2</c:v>
                </c:pt>
                <c:pt idx="5442">
                  <c:v>1.0670000000000001E-2</c:v>
                </c:pt>
                <c:pt idx="5443">
                  <c:v>1.082E-2</c:v>
                </c:pt>
                <c:pt idx="5444">
                  <c:v>1.091E-2</c:v>
                </c:pt>
                <c:pt idx="5445">
                  <c:v>1.103E-2</c:v>
                </c:pt>
                <c:pt idx="5446">
                  <c:v>1.12E-2</c:v>
                </c:pt>
                <c:pt idx="5447">
                  <c:v>1.1170000000000001E-2</c:v>
                </c:pt>
                <c:pt idx="5448">
                  <c:v>1.1259999999999999E-2</c:v>
                </c:pt>
                <c:pt idx="5449">
                  <c:v>1.112E-2</c:v>
                </c:pt>
                <c:pt idx="5450">
                  <c:v>1.128E-2</c:v>
                </c:pt>
                <c:pt idx="5451">
                  <c:v>1.1390000000000001E-2</c:v>
                </c:pt>
                <c:pt idx="5452">
                  <c:v>1.1390000000000001E-2</c:v>
                </c:pt>
                <c:pt idx="5453">
                  <c:v>1.192E-2</c:v>
                </c:pt>
                <c:pt idx="5454">
                  <c:v>1.184E-2</c:v>
                </c:pt>
                <c:pt idx="5455">
                  <c:v>1.205E-2</c:v>
                </c:pt>
                <c:pt idx="5456">
                  <c:v>1.208E-2</c:v>
                </c:pt>
                <c:pt idx="5457">
                  <c:v>1.21E-2</c:v>
                </c:pt>
                <c:pt idx="5458">
                  <c:v>1.2149999999999999E-2</c:v>
                </c:pt>
                <c:pt idx="5459">
                  <c:v>1.1890000000000001E-2</c:v>
                </c:pt>
                <c:pt idx="5460">
                  <c:v>1.1640000000000001E-2</c:v>
                </c:pt>
                <c:pt idx="5461">
                  <c:v>1.17E-2</c:v>
                </c:pt>
                <c:pt idx="5462">
                  <c:v>1.17E-2</c:v>
                </c:pt>
                <c:pt idx="5463">
                  <c:v>1.171E-2</c:v>
                </c:pt>
                <c:pt idx="5464">
                  <c:v>1.1809999999999999E-2</c:v>
                </c:pt>
                <c:pt idx="5465">
                  <c:v>1.192E-2</c:v>
                </c:pt>
                <c:pt idx="5466">
                  <c:v>1.1979999999999999E-2</c:v>
                </c:pt>
                <c:pt idx="5467">
                  <c:v>1.193E-2</c:v>
                </c:pt>
                <c:pt idx="5468">
                  <c:v>1.2070000000000001E-2</c:v>
                </c:pt>
                <c:pt idx="5469">
                  <c:v>1.223E-2</c:v>
                </c:pt>
                <c:pt idx="5470">
                  <c:v>1.206E-2</c:v>
                </c:pt>
                <c:pt idx="5471">
                  <c:v>1.2E-2</c:v>
                </c:pt>
                <c:pt idx="5472">
                  <c:v>1.1909999999999999E-2</c:v>
                </c:pt>
                <c:pt idx="5473">
                  <c:v>1.1909999999999999E-2</c:v>
                </c:pt>
                <c:pt idx="5474">
                  <c:v>1.184E-2</c:v>
                </c:pt>
                <c:pt idx="5475">
                  <c:v>1.1770000000000001E-2</c:v>
                </c:pt>
                <c:pt idx="5476">
                  <c:v>1.1679999999999999E-2</c:v>
                </c:pt>
                <c:pt idx="5477">
                  <c:v>1.1650000000000001E-2</c:v>
                </c:pt>
                <c:pt idx="5478">
                  <c:v>1.1770000000000001E-2</c:v>
                </c:pt>
                <c:pt idx="5479">
                  <c:v>1.1509999999999999E-2</c:v>
                </c:pt>
                <c:pt idx="5480">
                  <c:v>1.149E-2</c:v>
                </c:pt>
                <c:pt idx="5481">
                  <c:v>1.133E-2</c:v>
                </c:pt>
                <c:pt idx="5482">
                  <c:v>1.145E-2</c:v>
                </c:pt>
                <c:pt idx="5483">
                  <c:v>1.1429999999999999E-2</c:v>
                </c:pt>
                <c:pt idx="5484">
                  <c:v>1.157E-2</c:v>
                </c:pt>
                <c:pt idx="5485">
                  <c:v>1.162E-2</c:v>
                </c:pt>
                <c:pt idx="5486">
                  <c:v>1.17E-2</c:v>
                </c:pt>
                <c:pt idx="5487">
                  <c:v>1.176E-2</c:v>
                </c:pt>
                <c:pt idx="5488">
                  <c:v>1.188E-2</c:v>
                </c:pt>
                <c:pt idx="5489">
                  <c:v>1.188E-2</c:v>
                </c:pt>
                <c:pt idx="5490">
                  <c:v>1.1909999999999999E-2</c:v>
                </c:pt>
                <c:pt idx="5491">
                  <c:v>1.2E-2</c:v>
                </c:pt>
                <c:pt idx="5492">
                  <c:v>1.1990000000000001E-2</c:v>
                </c:pt>
                <c:pt idx="5493">
                  <c:v>1.2329999999999999E-2</c:v>
                </c:pt>
                <c:pt idx="5494">
                  <c:v>1.255E-2</c:v>
                </c:pt>
                <c:pt idx="5495">
                  <c:v>1.251E-2</c:v>
                </c:pt>
                <c:pt idx="5496">
                  <c:v>1.2240000000000001E-2</c:v>
                </c:pt>
                <c:pt idx="5497">
                  <c:v>1.265E-2</c:v>
                </c:pt>
                <c:pt idx="5498">
                  <c:v>1.2999999999999999E-2</c:v>
                </c:pt>
                <c:pt idx="5499">
                  <c:v>1.3059999999999999E-2</c:v>
                </c:pt>
                <c:pt idx="5500">
                  <c:v>1.295E-2</c:v>
                </c:pt>
                <c:pt idx="5501">
                  <c:v>1.2930000000000001E-2</c:v>
                </c:pt>
                <c:pt idx="5502">
                  <c:v>1.3019999999999999E-2</c:v>
                </c:pt>
                <c:pt idx="5503">
                  <c:v>1.3180000000000001E-2</c:v>
                </c:pt>
                <c:pt idx="5504">
                  <c:v>1.321E-2</c:v>
                </c:pt>
                <c:pt idx="5505">
                  <c:v>1.311E-2</c:v>
                </c:pt>
                <c:pt idx="5506">
                  <c:v>1.295E-2</c:v>
                </c:pt>
                <c:pt idx="5507">
                  <c:v>1.2969999999999999E-2</c:v>
                </c:pt>
                <c:pt idx="5508">
                  <c:v>1.3430000000000001E-2</c:v>
                </c:pt>
                <c:pt idx="5509">
                  <c:v>1.353E-2</c:v>
                </c:pt>
                <c:pt idx="5510">
                  <c:v>1.3430000000000001E-2</c:v>
                </c:pt>
                <c:pt idx="5511">
                  <c:v>1.3919999999999998E-2</c:v>
                </c:pt>
                <c:pt idx="5512">
                  <c:v>1.4250000000000001E-2</c:v>
                </c:pt>
                <c:pt idx="5513">
                  <c:v>1.4580000000000001E-2</c:v>
                </c:pt>
                <c:pt idx="5514">
                  <c:v>1.4580000000000001E-2</c:v>
                </c:pt>
                <c:pt idx="5515">
                  <c:v>1.4719999999999999E-2</c:v>
                </c:pt>
                <c:pt idx="5516">
                  <c:v>1.4780000000000001E-2</c:v>
                </c:pt>
                <c:pt idx="5517">
                  <c:v>1.5309999999999999E-2</c:v>
                </c:pt>
                <c:pt idx="5518">
                  <c:v>1.5030000000000002E-2</c:v>
                </c:pt>
                <c:pt idx="5519">
                  <c:v>1.5299999999999999E-2</c:v>
                </c:pt>
                <c:pt idx="5520">
                  <c:v>1.5390000000000001E-2</c:v>
                </c:pt>
                <c:pt idx="5521">
                  <c:v>1.5319999999999999E-2</c:v>
                </c:pt>
                <c:pt idx="5522">
                  <c:v>1.54E-2</c:v>
                </c:pt>
                <c:pt idx="5523">
                  <c:v>1.5619999999999998E-2</c:v>
                </c:pt>
                <c:pt idx="5524">
                  <c:v>1.6130000000000002E-2</c:v>
                </c:pt>
                <c:pt idx="5525">
                  <c:v>1.6760000000000001E-2</c:v>
                </c:pt>
                <c:pt idx="5526">
                  <c:v>1.634E-2</c:v>
                </c:pt>
                <c:pt idx="5527">
                  <c:v>1.6650000000000002E-2</c:v>
                </c:pt>
                <c:pt idx="5528">
                  <c:v>1.677E-2</c:v>
                </c:pt>
                <c:pt idx="5529">
                  <c:v>1.6819999999999998E-2</c:v>
                </c:pt>
                <c:pt idx="5530">
                  <c:v>1.6809999999999999E-2</c:v>
                </c:pt>
                <c:pt idx="5531">
                  <c:v>1.6289999999999999E-2</c:v>
                </c:pt>
                <c:pt idx="5532">
                  <c:v>1.549E-2</c:v>
                </c:pt>
                <c:pt idx="5533">
                  <c:v>1.549E-2</c:v>
                </c:pt>
                <c:pt idx="5534">
                  <c:v>1.516E-2</c:v>
                </c:pt>
                <c:pt idx="5535">
                  <c:v>1.491E-2</c:v>
                </c:pt>
                <c:pt idx="5536">
                  <c:v>1.5040000000000001E-2</c:v>
                </c:pt>
                <c:pt idx="5537">
                  <c:v>1.5100000000000001E-2</c:v>
                </c:pt>
                <c:pt idx="5538">
                  <c:v>1.481E-2</c:v>
                </c:pt>
                <c:pt idx="5539">
                  <c:v>1.4740000000000001E-2</c:v>
                </c:pt>
                <c:pt idx="5540">
                  <c:v>1.4590000000000001E-2</c:v>
                </c:pt>
                <c:pt idx="5541">
                  <c:v>1.4419999999999999E-2</c:v>
                </c:pt>
                <c:pt idx="5542">
                  <c:v>1.4230000000000001E-2</c:v>
                </c:pt>
                <c:pt idx="5543">
                  <c:v>1.4190000000000001E-2</c:v>
                </c:pt>
                <c:pt idx="5544">
                  <c:v>1.3769999999999999E-2</c:v>
                </c:pt>
                <c:pt idx="5545">
                  <c:v>1.3559999999999999E-2</c:v>
                </c:pt>
                <c:pt idx="5546">
                  <c:v>1.3919999999999998E-2</c:v>
                </c:pt>
                <c:pt idx="5547">
                  <c:v>1.3880000000000002E-2</c:v>
                </c:pt>
                <c:pt idx="5548">
                  <c:v>1.405E-2</c:v>
                </c:pt>
                <c:pt idx="5549">
                  <c:v>1.4159999999999999E-2</c:v>
                </c:pt>
                <c:pt idx="5550">
                  <c:v>1.4530000000000001E-2</c:v>
                </c:pt>
                <c:pt idx="5551">
                  <c:v>1.4769999999999998E-2</c:v>
                </c:pt>
                <c:pt idx="5552">
                  <c:v>1.4509999999999999E-2</c:v>
                </c:pt>
                <c:pt idx="5553">
                  <c:v>1.4509999999999999E-2</c:v>
                </c:pt>
                <c:pt idx="5554">
                  <c:v>1.4730000000000002E-2</c:v>
                </c:pt>
                <c:pt idx="5555">
                  <c:v>1.4749999999999999E-2</c:v>
                </c:pt>
                <c:pt idx="5556">
                  <c:v>1.567E-2</c:v>
                </c:pt>
                <c:pt idx="5557">
                  <c:v>1.5049999999999999E-2</c:v>
                </c:pt>
                <c:pt idx="5558">
                  <c:v>1.541E-2</c:v>
                </c:pt>
                <c:pt idx="5559">
                  <c:v>1.5679999999999999E-2</c:v>
                </c:pt>
                <c:pt idx="5560">
                  <c:v>1.575E-2</c:v>
                </c:pt>
                <c:pt idx="5561">
                  <c:v>1.567E-2</c:v>
                </c:pt>
                <c:pt idx="5562">
                  <c:v>1.5949999999999999E-2</c:v>
                </c:pt>
                <c:pt idx="5563">
                  <c:v>1.5890000000000001E-2</c:v>
                </c:pt>
                <c:pt idx="5564">
                  <c:v>1.6199999999999999E-2</c:v>
                </c:pt>
                <c:pt idx="5565">
                  <c:v>1.5990000000000001E-2</c:v>
                </c:pt>
                <c:pt idx="5566">
                  <c:v>1.6030000000000003E-2</c:v>
                </c:pt>
                <c:pt idx="5567">
                  <c:v>1.5890000000000001E-2</c:v>
                </c:pt>
                <c:pt idx="5568">
                  <c:v>1.566E-2</c:v>
                </c:pt>
                <c:pt idx="5569">
                  <c:v>1.619E-2</c:v>
                </c:pt>
                <c:pt idx="5570">
                  <c:v>1.6150000000000001E-2</c:v>
                </c:pt>
                <c:pt idx="5571">
                  <c:v>1.6199999999999999E-2</c:v>
                </c:pt>
                <c:pt idx="5572">
                  <c:v>1.6299999999999999E-2</c:v>
                </c:pt>
                <c:pt idx="5573">
                  <c:v>1.644E-2</c:v>
                </c:pt>
                <c:pt idx="5574">
                  <c:v>1.6619999999999999E-2</c:v>
                </c:pt>
                <c:pt idx="5575">
                  <c:v>1.6569999999999998E-2</c:v>
                </c:pt>
                <c:pt idx="5576">
                  <c:v>1.7180000000000001E-2</c:v>
                </c:pt>
                <c:pt idx="5577">
                  <c:v>1.7149999999999999E-2</c:v>
                </c:pt>
                <c:pt idx="5578">
                  <c:v>1.7309999999999999E-2</c:v>
                </c:pt>
                <c:pt idx="5579">
                  <c:v>1.7059999999999999E-2</c:v>
                </c:pt>
                <c:pt idx="5580">
                  <c:v>1.7130000000000003E-2</c:v>
                </c:pt>
                <c:pt idx="5581">
                  <c:v>1.6480000000000002E-2</c:v>
                </c:pt>
                <c:pt idx="5582">
                  <c:v>1.6E-2</c:v>
                </c:pt>
                <c:pt idx="5583">
                  <c:v>1.5819999999999997E-2</c:v>
                </c:pt>
                <c:pt idx="5584">
                  <c:v>1.5819999999999997E-2</c:v>
                </c:pt>
                <c:pt idx="5585">
                  <c:v>1.5350000000000001E-2</c:v>
                </c:pt>
                <c:pt idx="5586">
                  <c:v>1.525E-2</c:v>
                </c:pt>
                <c:pt idx="5587">
                  <c:v>1.524E-2</c:v>
                </c:pt>
                <c:pt idx="5588">
                  <c:v>1.521E-2</c:v>
                </c:pt>
                <c:pt idx="5589">
                  <c:v>1.5009999999999999E-2</c:v>
                </c:pt>
                <c:pt idx="5590">
                  <c:v>1.5269999999999999E-2</c:v>
                </c:pt>
                <c:pt idx="5591">
                  <c:v>1.5040000000000001E-2</c:v>
                </c:pt>
                <c:pt idx="5592">
                  <c:v>1.5259999999999999E-2</c:v>
                </c:pt>
                <c:pt idx="5593">
                  <c:v>1.5630000000000002E-2</c:v>
                </c:pt>
                <c:pt idx="5594">
                  <c:v>1.619E-2</c:v>
                </c:pt>
                <c:pt idx="5595">
                  <c:v>1.6059999999999998E-2</c:v>
                </c:pt>
                <c:pt idx="5596">
                  <c:v>1.6289999999999999E-2</c:v>
                </c:pt>
                <c:pt idx="5597">
                  <c:v>1.6659999999999998E-2</c:v>
                </c:pt>
                <c:pt idx="5598">
                  <c:v>1.6449999999999999E-2</c:v>
                </c:pt>
                <c:pt idx="5599">
                  <c:v>1.6449999999999999E-2</c:v>
                </c:pt>
                <c:pt idx="5600">
                  <c:v>1.6299999999999999E-2</c:v>
                </c:pt>
                <c:pt idx="5601">
                  <c:v>1.6740000000000001E-2</c:v>
                </c:pt>
                <c:pt idx="5602">
                  <c:v>1.6919999999999998E-2</c:v>
                </c:pt>
                <c:pt idx="5603">
                  <c:v>1.6830000000000001E-2</c:v>
                </c:pt>
                <c:pt idx="5604">
                  <c:v>1.6709999999999999E-2</c:v>
                </c:pt>
                <c:pt idx="5605">
                  <c:v>1.7100000000000001E-2</c:v>
                </c:pt>
                <c:pt idx="5606">
                  <c:v>1.7260000000000001E-2</c:v>
                </c:pt>
                <c:pt idx="5607">
                  <c:v>1.7469999999999999E-2</c:v>
                </c:pt>
                <c:pt idx="5608">
                  <c:v>1.7899999999999999E-2</c:v>
                </c:pt>
                <c:pt idx="5609">
                  <c:v>1.7899999999999999E-2</c:v>
                </c:pt>
                <c:pt idx="5610">
                  <c:v>1.7979999999999999E-2</c:v>
                </c:pt>
                <c:pt idx="5611">
                  <c:v>1.7780000000000001E-2</c:v>
                </c:pt>
                <c:pt idx="5612">
                  <c:v>1.7340000000000001E-2</c:v>
                </c:pt>
                <c:pt idx="5613">
                  <c:v>1.6990000000000002E-2</c:v>
                </c:pt>
                <c:pt idx="5614">
                  <c:v>1.7090000000000001E-2</c:v>
                </c:pt>
                <c:pt idx="5615">
                  <c:v>1.7159999999999998E-2</c:v>
                </c:pt>
                <c:pt idx="5616">
                  <c:v>1.7240000000000002E-2</c:v>
                </c:pt>
                <c:pt idx="5617">
                  <c:v>1.763E-2</c:v>
                </c:pt>
                <c:pt idx="5618">
                  <c:v>1.7319999999999999E-2</c:v>
                </c:pt>
                <c:pt idx="5619">
                  <c:v>1.6919999999999998E-2</c:v>
                </c:pt>
                <c:pt idx="5620">
                  <c:v>1.685E-2</c:v>
                </c:pt>
                <c:pt idx="5621">
                  <c:v>1.6669999999999997E-2</c:v>
                </c:pt>
                <c:pt idx="5622">
                  <c:v>1.6819999999999998E-2</c:v>
                </c:pt>
                <c:pt idx="5623">
                  <c:v>1.6730000000000002E-2</c:v>
                </c:pt>
                <c:pt idx="5624">
                  <c:v>1.687E-2</c:v>
                </c:pt>
                <c:pt idx="5625">
                  <c:v>1.7059999999999999E-2</c:v>
                </c:pt>
                <c:pt idx="5626">
                  <c:v>1.694E-2</c:v>
                </c:pt>
                <c:pt idx="5627">
                  <c:v>1.6969999999999999E-2</c:v>
                </c:pt>
                <c:pt idx="5628">
                  <c:v>1.678E-2</c:v>
                </c:pt>
                <c:pt idx="5629">
                  <c:v>1.6640000000000002E-2</c:v>
                </c:pt>
                <c:pt idx="5630">
                  <c:v>1.661E-2</c:v>
                </c:pt>
                <c:pt idx="5631">
                  <c:v>1.6650000000000002E-2</c:v>
                </c:pt>
                <c:pt idx="5632">
                  <c:v>1.668E-2</c:v>
                </c:pt>
                <c:pt idx="5633">
                  <c:v>1.6539999999999999E-2</c:v>
                </c:pt>
                <c:pt idx="5634">
                  <c:v>1.6619999999999999E-2</c:v>
                </c:pt>
                <c:pt idx="5635">
                  <c:v>1.66E-2</c:v>
                </c:pt>
                <c:pt idx="5636">
                  <c:v>1.6289999999999999E-2</c:v>
                </c:pt>
                <c:pt idx="5637">
                  <c:v>1.5780000000000002E-2</c:v>
                </c:pt>
                <c:pt idx="5638">
                  <c:v>1.5810000000000001E-2</c:v>
                </c:pt>
                <c:pt idx="5639">
                  <c:v>1.5699999999999999E-2</c:v>
                </c:pt>
                <c:pt idx="5640">
                  <c:v>1.566E-2</c:v>
                </c:pt>
                <c:pt idx="5641">
                  <c:v>1.584E-2</c:v>
                </c:pt>
                <c:pt idx="5642">
                  <c:v>1.5869999999999999E-2</c:v>
                </c:pt>
                <c:pt idx="5643">
                  <c:v>1.6069999999999997E-2</c:v>
                </c:pt>
                <c:pt idx="5644">
                  <c:v>1.6230000000000001E-2</c:v>
                </c:pt>
                <c:pt idx="5645">
                  <c:v>1.6280000000000003E-2</c:v>
                </c:pt>
                <c:pt idx="5646">
                  <c:v>1.6080000000000001E-2</c:v>
                </c:pt>
                <c:pt idx="5647">
                  <c:v>1.6069999999999997E-2</c:v>
                </c:pt>
                <c:pt idx="5648">
                  <c:v>1.618E-2</c:v>
                </c:pt>
                <c:pt idx="5649">
                  <c:v>1.634E-2</c:v>
                </c:pt>
                <c:pt idx="5650">
                  <c:v>1.6420000000000001E-2</c:v>
                </c:pt>
                <c:pt idx="5651">
                  <c:v>1.6410000000000001E-2</c:v>
                </c:pt>
                <c:pt idx="5652">
                  <c:v>1.6930000000000001E-2</c:v>
                </c:pt>
                <c:pt idx="5653">
                  <c:v>1.6990000000000002E-2</c:v>
                </c:pt>
                <c:pt idx="5654">
                  <c:v>1.6990000000000002E-2</c:v>
                </c:pt>
                <c:pt idx="5655">
                  <c:v>1.7010000000000001E-2</c:v>
                </c:pt>
                <c:pt idx="5656">
                  <c:v>1.704E-2</c:v>
                </c:pt>
                <c:pt idx="5657">
                  <c:v>1.678E-2</c:v>
                </c:pt>
                <c:pt idx="5658">
                  <c:v>1.66E-2</c:v>
                </c:pt>
                <c:pt idx="5659">
                  <c:v>1.6420000000000001E-2</c:v>
                </c:pt>
                <c:pt idx="5660">
                  <c:v>1.652E-2</c:v>
                </c:pt>
                <c:pt idx="5661">
                  <c:v>1.6590000000000001E-2</c:v>
                </c:pt>
                <c:pt idx="5662">
                  <c:v>1.66E-2</c:v>
                </c:pt>
                <c:pt idx="5663">
                  <c:v>1.6840000000000001E-2</c:v>
                </c:pt>
                <c:pt idx="5664">
                  <c:v>1.6809999999999999E-2</c:v>
                </c:pt>
                <c:pt idx="5665">
                  <c:v>1.6930000000000001E-2</c:v>
                </c:pt>
                <c:pt idx="5666">
                  <c:v>1.6819999999999998E-2</c:v>
                </c:pt>
                <c:pt idx="5667">
                  <c:v>1.6890000000000002E-2</c:v>
                </c:pt>
                <c:pt idx="5668">
                  <c:v>1.6990000000000002E-2</c:v>
                </c:pt>
                <c:pt idx="5669">
                  <c:v>1.721E-2</c:v>
                </c:pt>
                <c:pt idx="5670">
                  <c:v>1.779E-2</c:v>
                </c:pt>
                <c:pt idx="5671">
                  <c:v>1.8530000000000001E-2</c:v>
                </c:pt>
                <c:pt idx="5672">
                  <c:v>1.9030000000000002E-2</c:v>
                </c:pt>
                <c:pt idx="5673">
                  <c:v>1.8499999999999999E-2</c:v>
                </c:pt>
                <c:pt idx="5674">
                  <c:v>1.8519999999999998E-2</c:v>
                </c:pt>
                <c:pt idx="5675">
                  <c:v>1.7909999999999999E-2</c:v>
                </c:pt>
                <c:pt idx="5676">
                  <c:v>1.8069999999999999E-2</c:v>
                </c:pt>
                <c:pt idx="5677">
                  <c:v>1.7780000000000001E-2</c:v>
                </c:pt>
                <c:pt idx="5678">
                  <c:v>1.7830000000000002E-2</c:v>
                </c:pt>
                <c:pt idx="5679">
                  <c:v>1.7830000000000002E-2</c:v>
                </c:pt>
                <c:pt idx="5680">
                  <c:v>1.839E-2</c:v>
                </c:pt>
                <c:pt idx="5681">
                  <c:v>1.8919999999999999E-2</c:v>
                </c:pt>
                <c:pt idx="5682">
                  <c:v>1.8919999999999999E-2</c:v>
                </c:pt>
                <c:pt idx="5683">
                  <c:v>1.8790000000000001E-2</c:v>
                </c:pt>
                <c:pt idx="5684">
                  <c:v>1.8880000000000001E-2</c:v>
                </c:pt>
                <c:pt idx="5685">
                  <c:v>1.8710000000000001E-2</c:v>
                </c:pt>
                <c:pt idx="5686">
                  <c:v>1.8680000000000002E-2</c:v>
                </c:pt>
                <c:pt idx="5687">
                  <c:v>1.856E-2</c:v>
                </c:pt>
                <c:pt idx="5688">
                  <c:v>1.883E-2</c:v>
                </c:pt>
                <c:pt idx="5689">
                  <c:v>1.8519999999999998E-2</c:v>
                </c:pt>
                <c:pt idx="5690">
                  <c:v>1.847E-2</c:v>
                </c:pt>
                <c:pt idx="5691">
                  <c:v>1.8450000000000001E-2</c:v>
                </c:pt>
                <c:pt idx="5692">
                  <c:v>1.8749999999999999E-2</c:v>
                </c:pt>
                <c:pt idx="5693">
                  <c:v>1.8149999999999999E-2</c:v>
                </c:pt>
                <c:pt idx="5694">
                  <c:v>1.8239999999999999E-2</c:v>
                </c:pt>
                <c:pt idx="5695">
                  <c:v>1.796E-2</c:v>
                </c:pt>
                <c:pt idx="5696">
                  <c:v>1.77E-2</c:v>
                </c:pt>
                <c:pt idx="5697">
                  <c:v>1.789E-2</c:v>
                </c:pt>
                <c:pt idx="5698">
                  <c:v>1.7690000000000001E-2</c:v>
                </c:pt>
                <c:pt idx="5699">
                  <c:v>1.745E-2</c:v>
                </c:pt>
                <c:pt idx="5700">
                  <c:v>1.7350000000000001E-2</c:v>
                </c:pt>
                <c:pt idx="5701">
                  <c:v>1.7759999999999998E-2</c:v>
                </c:pt>
                <c:pt idx="5702">
                  <c:v>1.7440000000000001E-2</c:v>
                </c:pt>
                <c:pt idx="5703">
                  <c:v>1.7440000000000001E-2</c:v>
                </c:pt>
                <c:pt idx="5704">
                  <c:v>1.6890000000000002E-2</c:v>
                </c:pt>
                <c:pt idx="5705">
                  <c:v>1.6659999999999998E-2</c:v>
                </c:pt>
                <c:pt idx="5706">
                  <c:v>1.6539999999999999E-2</c:v>
                </c:pt>
                <c:pt idx="5707">
                  <c:v>1.652E-2</c:v>
                </c:pt>
                <c:pt idx="5708">
                  <c:v>1.6069999999999997E-2</c:v>
                </c:pt>
                <c:pt idx="5709">
                  <c:v>1.5910000000000001E-2</c:v>
                </c:pt>
                <c:pt idx="5710">
                  <c:v>1.584E-2</c:v>
                </c:pt>
                <c:pt idx="5711">
                  <c:v>1.5769999999999999E-2</c:v>
                </c:pt>
                <c:pt idx="5712">
                  <c:v>1.5769999999999999E-2</c:v>
                </c:pt>
                <c:pt idx="5713">
                  <c:v>1.5810000000000001E-2</c:v>
                </c:pt>
                <c:pt idx="5714">
                  <c:v>1.5709999999999998E-2</c:v>
                </c:pt>
                <c:pt idx="5715">
                  <c:v>1.5769999999999999E-2</c:v>
                </c:pt>
                <c:pt idx="5716">
                  <c:v>1.6219999999999998E-2</c:v>
                </c:pt>
                <c:pt idx="5717">
                  <c:v>1.5800000000000002E-2</c:v>
                </c:pt>
                <c:pt idx="5718">
                  <c:v>1.5699999999999999E-2</c:v>
                </c:pt>
                <c:pt idx="5719">
                  <c:v>1.5480000000000001E-2</c:v>
                </c:pt>
                <c:pt idx="5720">
                  <c:v>1.542E-2</c:v>
                </c:pt>
                <c:pt idx="5721">
                  <c:v>1.5630000000000002E-2</c:v>
                </c:pt>
                <c:pt idx="5722">
                  <c:v>1.5219999999999999E-2</c:v>
                </c:pt>
                <c:pt idx="5723">
                  <c:v>1.5069999999999998E-2</c:v>
                </c:pt>
                <c:pt idx="5724">
                  <c:v>1.494E-2</c:v>
                </c:pt>
                <c:pt idx="5725">
                  <c:v>1.4980000000000002E-2</c:v>
                </c:pt>
                <c:pt idx="5726">
                  <c:v>1.5059999999999999E-2</c:v>
                </c:pt>
                <c:pt idx="5727">
                  <c:v>1.52E-2</c:v>
                </c:pt>
                <c:pt idx="5728">
                  <c:v>1.542E-2</c:v>
                </c:pt>
                <c:pt idx="5729">
                  <c:v>1.5380000000000001E-2</c:v>
                </c:pt>
                <c:pt idx="5730">
                  <c:v>1.5640000000000001E-2</c:v>
                </c:pt>
                <c:pt idx="5731">
                  <c:v>1.5559999999999999E-2</c:v>
                </c:pt>
                <c:pt idx="5732">
                  <c:v>1.54E-2</c:v>
                </c:pt>
                <c:pt idx="5733">
                  <c:v>1.5340000000000001E-2</c:v>
                </c:pt>
                <c:pt idx="5734">
                  <c:v>1.5340000000000001E-2</c:v>
                </c:pt>
                <c:pt idx="5735">
                  <c:v>1.5340000000000001E-2</c:v>
                </c:pt>
                <c:pt idx="5736">
                  <c:v>1.523E-2</c:v>
                </c:pt>
                <c:pt idx="5737">
                  <c:v>1.5340000000000001E-2</c:v>
                </c:pt>
                <c:pt idx="5738">
                  <c:v>1.5180000000000001E-2</c:v>
                </c:pt>
                <c:pt idx="5739">
                  <c:v>1.5180000000000001E-2</c:v>
                </c:pt>
                <c:pt idx="5740">
                  <c:v>1.5559999999999999E-2</c:v>
                </c:pt>
                <c:pt idx="5741">
                  <c:v>1.5619999999999998E-2</c:v>
                </c:pt>
                <c:pt idx="5742">
                  <c:v>1.5469999999999999E-2</c:v>
                </c:pt>
                <c:pt idx="5743">
                  <c:v>1.5469999999999999E-2</c:v>
                </c:pt>
                <c:pt idx="5744">
                  <c:v>1.5259999999999999E-2</c:v>
                </c:pt>
                <c:pt idx="5745">
                  <c:v>1.5009999999999999E-2</c:v>
                </c:pt>
                <c:pt idx="5746">
                  <c:v>1.4819999999999998E-2</c:v>
                </c:pt>
                <c:pt idx="5747">
                  <c:v>1.4780000000000001E-2</c:v>
                </c:pt>
                <c:pt idx="5748">
                  <c:v>1.4459999999999999E-2</c:v>
                </c:pt>
                <c:pt idx="5749">
                  <c:v>1.4459999999999999E-2</c:v>
                </c:pt>
                <c:pt idx="5750">
                  <c:v>1.4180000000000002E-2</c:v>
                </c:pt>
                <c:pt idx="5751">
                  <c:v>1.4330000000000001E-2</c:v>
                </c:pt>
                <c:pt idx="5752">
                  <c:v>1.4469999999999998E-2</c:v>
                </c:pt>
                <c:pt idx="5753">
                  <c:v>1.4419999999999999E-2</c:v>
                </c:pt>
                <c:pt idx="5754">
                  <c:v>1.4180000000000002E-2</c:v>
                </c:pt>
                <c:pt idx="5755">
                  <c:v>1.4280000000000001E-2</c:v>
                </c:pt>
                <c:pt idx="5756">
                  <c:v>1.4290000000000001E-2</c:v>
                </c:pt>
                <c:pt idx="5757">
                  <c:v>1.401E-2</c:v>
                </c:pt>
                <c:pt idx="5758">
                  <c:v>1.4019999999999999E-2</c:v>
                </c:pt>
                <c:pt idx="5759">
                  <c:v>1.409E-2</c:v>
                </c:pt>
                <c:pt idx="5760">
                  <c:v>1.3849999999999999E-2</c:v>
                </c:pt>
                <c:pt idx="5761">
                  <c:v>1.406E-2</c:v>
                </c:pt>
                <c:pt idx="5762">
                  <c:v>1.37E-2</c:v>
                </c:pt>
                <c:pt idx="5763">
                  <c:v>1.355E-2</c:v>
                </c:pt>
                <c:pt idx="5764">
                  <c:v>1.3390000000000001E-2</c:v>
                </c:pt>
                <c:pt idx="5765">
                  <c:v>1.3480000000000001E-2</c:v>
                </c:pt>
                <c:pt idx="5766">
                  <c:v>1.379E-2</c:v>
                </c:pt>
                <c:pt idx="5767">
                  <c:v>1.3780000000000001E-2</c:v>
                </c:pt>
                <c:pt idx="5768">
                  <c:v>1.396E-2</c:v>
                </c:pt>
                <c:pt idx="5769">
                  <c:v>1.414E-2</c:v>
                </c:pt>
                <c:pt idx="5770">
                  <c:v>1.4080000000000001E-2</c:v>
                </c:pt>
                <c:pt idx="5771">
                  <c:v>1.41E-2</c:v>
                </c:pt>
                <c:pt idx="5772">
                  <c:v>1.4119999999999999E-2</c:v>
                </c:pt>
                <c:pt idx="5773">
                  <c:v>1.4500000000000001E-2</c:v>
                </c:pt>
                <c:pt idx="5774">
                  <c:v>1.4500000000000001E-2</c:v>
                </c:pt>
                <c:pt idx="5775">
                  <c:v>1.4469999999999998E-2</c:v>
                </c:pt>
                <c:pt idx="5776">
                  <c:v>1.4730000000000002E-2</c:v>
                </c:pt>
                <c:pt idx="5777">
                  <c:v>1.457E-2</c:v>
                </c:pt>
                <c:pt idx="5778">
                  <c:v>1.47E-2</c:v>
                </c:pt>
                <c:pt idx="5779">
                  <c:v>1.461E-2</c:v>
                </c:pt>
                <c:pt idx="5780">
                  <c:v>1.4630000000000001E-2</c:v>
                </c:pt>
                <c:pt idx="5781">
                  <c:v>1.49E-2</c:v>
                </c:pt>
                <c:pt idx="5782">
                  <c:v>1.4769999999999998E-2</c:v>
                </c:pt>
                <c:pt idx="5783">
                  <c:v>1.456E-2</c:v>
                </c:pt>
                <c:pt idx="5784">
                  <c:v>1.431E-2</c:v>
                </c:pt>
                <c:pt idx="5785">
                  <c:v>1.439E-2</c:v>
                </c:pt>
                <c:pt idx="5786">
                  <c:v>1.4580000000000001E-2</c:v>
                </c:pt>
                <c:pt idx="5787">
                  <c:v>1.4959999999999999E-2</c:v>
                </c:pt>
                <c:pt idx="5788">
                  <c:v>1.567E-2</c:v>
                </c:pt>
                <c:pt idx="5789">
                  <c:v>1.6750000000000001E-2</c:v>
                </c:pt>
                <c:pt idx="5790">
                  <c:v>1.6369999999999999E-2</c:v>
                </c:pt>
                <c:pt idx="5791">
                  <c:v>1.745E-2</c:v>
                </c:pt>
                <c:pt idx="5792">
                  <c:v>1.6930000000000001E-2</c:v>
                </c:pt>
                <c:pt idx="5793">
                  <c:v>1.7299999999999999E-2</c:v>
                </c:pt>
                <c:pt idx="5794">
                  <c:v>1.695E-2</c:v>
                </c:pt>
                <c:pt idx="5795">
                  <c:v>1.6280000000000003E-2</c:v>
                </c:pt>
                <c:pt idx="5796">
                  <c:v>1.6330000000000001E-2</c:v>
                </c:pt>
                <c:pt idx="5797">
                  <c:v>1.6309999999999998E-2</c:v>
                </c:pt>
                <c:pt idx="5798">
                  <c:v>1.66E-2</c:v>
                </c:pt>
                <c:pt idx="5799">
                  <c:v>1.61E-2</c:v>
                </c:pt>
                <c:pt idx="5800">
                  <c:v>1.6150000000000001E-2</c:v>
                </c:pt>
                <c:pt idx="5801">
                  <c:v>1.6040000000000002E-2</c:v>
                </c:pt>
                <c:pt idx="5802">
                  <c:v>1.576E-2</c:v>
                </c:pt>
                <c:pt idx="5803">
                  <c:v>1.5619999999999998E-2</c:v>
                </c:pt>
                <c:pt idx="5804">
                  <c:v>1.5590000000000001E-2</c:v>
                </c:pt>
                <c:pt idx="5805">
                  <c:v>1.5630000000000002E-2</c:v>
                </c:pt>
                <c:pt idx="5806">
                  <c:v>1.576E-2</c:v>
                </c:pt>
                <c:pt idx="5807">
                  <c:v>1.5730000000000001E-2</c:v>
                </c:pt>
                <c:pt idx="5808">
                  <c:v>1.5719999999999998E-2</c:v>
                </c:pt>
                <c:pt idx="5809">
                  <c:v>1.5699999999999999E-2</c:v>
                </c:pt>
                <c:pt idx="5810">
                  <c:v>1.5569999999999999E-2</c:v>
                </c:pt>
                <c:pt idx="5811">
                  <c:v>1.5559999999999999E-2</c:v>
                </c:pt>
                <c:pt idx="5812">
                  <c:v>1.5469999999999999E-2</c:v>
                </c:pt>
                <c:pt idx="5813">
                  <c:v>1.525E-2</c:v>
                </c:pt>
                <c:pt idx="5814">
                  <c:v>1.4999999999999999E-2</c:v>
                </c:pt>
                <c:pt idx="5815">
                  <c:v>1.4969999999999999E-2</c:v>
                </c:pt>
                <c:pt idx="5816">
                  <c:v>1.5019999999999999E-2</c:v>
                </c:pt>
                <c:pt idx="5817">
                  <c:v>1.5259999999999999E-2</c:v>
                </c:pt>
                <c:pt idx="5818">
                  <c:v>1.5169999999999999E-2</c:v>
                </c:pt>
                <c:pt idx="5819">
                  <c:v>1.525E-2</c:v>
                </c:pt>
                <c:pt idx="5820">
                  <c:v>1.5309999999999999E-2</c:v>
                </c:pt>
                <c:pt idx="5821">
                  <c:v>1.5440000000000001E-2</c:v>
                </c:pt>
                <c:pt idx="5822">
                  <c:v>1.5259999999999999E-2</c:v>
                </c:pt>
                <c:pt idx="5823">
                  <c:v>1.5269999999999999E-2</c:v>
                </c:pt>
                <c:pt idx="5824">
                  <c:v>1.5350000000000001E-2</c:v>
                </c:pt>
                <c:pt idx="5825">
                  <c:v>1.576E-2</c:v>
                </c:pt>
                <c:pt idx="5826">
                  <c:v>1.585E-2</c:v>
                </c:pt>
                <c:pt idx="5827">
                  <c:v>1.636E-2</c:v>
                </c:pt>
                <c:pt idx="5828">
                  <c:v>1.6199999999999999E-2</c:v>
                </c:pt>
                <c:pt idx="5829">
                  <c:v>1.61E-2</c:v>
                </c:pt>
                <c:pt idx="5830">
                  <c:v>1.617E-2</c:v>
                </c:pt>
                <c:pt idx="5831">
                  <c:v>1.6219999999999998E-2</c:v>
                </c:pt>
                <c:pt idx="5832">
                  <c:v>1.6250000000000001E-2</c:v>
                </c:pt>
                <c:pt idx="5833">
                  <c:v>1.6049999999999998E-2</c:v>
                </c:pt>
                <c:pt idx="5834">
                  <c:v>1.626E-2</c:v>
                </c:pt>
                <c:pt idx="5835">
                  <c:v>1.627E-2</c:v>
                </c:pt>
                <c:pt idx="5836">
                  <c:v>1.6299999999999999E-2</c:v>
                </c:pt>
                <c:pt idx="5837">
                  <c:v>1.618E-2</c:v>
                </c:pt>
                <c:pt idx="5838">
                  <c:v>1.6069999999999997E-2</c:v>
                </c:pt>
                <c:pt idx="5839">
                  <c:v>1.5890000000000001E-2</c:v>
                </c:pt>
                <c:pt idx="5840">
                  <c:v>1.5949999999999999E-2</c:v>
                </c:pt>
                <c:pt idx="5841">
                  <c:v>1.5880000000000002E-2</c:v>
                </c:pt>
                <c:pt idx="5842">
                  <c:v>1.5619999999999998E-2</c:v>
                </c:pt>
                <c:pt idx="5843">
                  <c:v>1.5599999999999999E-2</c:v>
                </c:pt>
                <c:pt idx="5844">
                  <c:v>1.5599999999999999E-2</c:v>
                </c:pt>
                <c:pt idx="5845">
                  <c:v>1.5509999999999999E-2</c:v>
                </c:pt>
                <c:pt idx="5846">
                  <c:v>1.567E-2</c:v>
                </c:pt>
                <c:pt idx="5847">
                  <c:v>1.576E-2</c:v>
                </c:pt>
                <c:pt idx="5848">
                  <c:v>1.529E-2</c:v>
                </c:pt>
                <c:pt idx="5849">
                  <c:v>1.54E-2</c:v>
                </c:pt>
                <c:pt idx="5850">
                  <c:v>1.5469999999999999E-2</c:v>
                </c:pt>
                <c:pt idx="5851">
                  <c:v>1.5280000000000002E-2</c:v>
                </c:pt>
                <c:pt idx="5852">
                  <c:v>1.5480000000000001E-2</c:v>
                </c:pt>
                <c:pt idx="5853">
                  <c:v>1.5480000000000001E-2</c:v>
                </c:pt>
                <c:pt idx="5854">
                  <c:v>1.553E-2</c:v>
                </c:pt>
                <c:pt idx="5855">
                  <c:v>1.523E-2</c:v>
                </c:pt>
                <c:pt idx="5856">
                  <c:v>1.524E-2</c:v>
                </c:pt>
                <c:pt idx="5857">
                  <c:v>1.516E-2</c:v>
                </c:pt>
                <c:pt idx="5858">
                  <c:v>1.491E-2</c:v>
                </c:pt>
                <c:pt idx="5859">
                  <c:v>1.491E-2</c:v>
                </c:pt>
                <c:pt idx="5860">
                  <c:v>1.4980000000000002E-2</c:v>
                </c:pt>
                <c:pt idx="5861">
                  <c:v>1.4919999999999999E-2</c:v>
                </c:pt>
                <c:pt idx="5862">
                  <c:v>1.4840000000000001E-2</c:v>
                </c:pt>
                <c:pt idx="5863">
                  <c:v>1.4999999999999999E-2</c:v>
                </c:pt>
                <c:pt idx="5864">
                  <c:v>1.499E-2</c:v>
                </c:pt>
                <c:pt idx="5865">
                  <c:v>1.481E-2</c:v>
                </c:pt>
                <c:pt idx="5866">
                  <c:v>1.49E-2</c:v>
                </c:pt>
                <c:pt idx="5867">
                  <c:v>1.4669999999999999E-2</c:v>
                </c:pt>
                <c:pt idx="5868">
                  <c:v>1.439E-2</c:v>
                </c:pt>
                <c:pt idx="5869">
                  <c:v>1.435E-2</c:v>
                </c:pt>
                <c:pt idx="5870">
                  <c:v>1.435E-2</c:v>
                </c:pt>
                <c:pt idx="5871">
                  <c:v>1.4240000000000001E-2</c:v>
                </c:pt>
                <c:pt idx="5872">
                  <c:v>1.4430000000000002E-2</c:v>
                </c:pt>
                <c:pt idx="5873">
                  <c:v>1.43E-2</c:v>
                </c:pt>
                <c:pt idx="5874">
                  <c:v>1.438E-2</c:v>
                </c:pt>
                <c:pt idx="5875">
                  <c:v>1.406E-2</c:v>
                </c:pt>
                <c:pt idx="5876">
                  <c:v>1.4130000000000002E-2</c:v>
                </c:pt>
                <c:pt idx="5877">
                  <c:v>1.4169999999999999E-2</c:v>
                </c:pt>
                <c:pt idx="5878">
                  <c:v>1.406E-2</c:v>
                </c:pt>
                <c:pt idx="5879">
                  <c:v>1.435E-2</c:v>
                </c:pt>
                <c:pt idx="5880">
                  <c:v>1.4219999999999998E-2</c:v>
                </c:pt>
                <c:pt idx="5881">
                  <c:v>1.414E-2</c:v>
                </c:pt>
                <c:pt idx="5882">
                  <c:v>1.41E-2</c:v>
                </c:pt>
                <c:pt idx="5883">
                  <c:v>1.4E-2</c:v>
                </c:pt>
                <c:pt idx="5884">
                  <c:v>1.3819999999999999E-2</c:v>
                </c:pt>
                <c:pt idx="5885">
                  <c:v>1.3880000000000002E-2</c:v>
                </c:pt>
                <c:pt idx="5886">
                  <c:v>1.372E-2</c:v>
                </c:pt>
                <c:pt idx="5887">
                  <c:v>1.3309999999999999E-2</c:v>
                </c:pt>
                <c:pt idx="5888">
                  <c:v>1.346E-2</c:v>
                </c:pt>
                <c:pt idx="5889">
                  <c:v>1.323E-2</c:v>
                </c:pt>
                <c:pt idx="5890">
                  <c:v>1.3330000000000002E-2</c:v>
                </c:pt>
                <c:pt idx="5891">
                  <c:v>1.3580000000000002E-2</c:v>
                </c:pt>
                <c:pt idx="5892">
                  <c:v>1.3680000000000001E-2</c:v>
                </c:pt>
                <c:pt idx="5893">
                  <c:v>1.376E-2</c:v>
                </c:pt>
                <c:pt idx="5894">
                  <c:v>1.3609999999999999E-2</c:v>
                </c:pt>
                <c:pt idx="5895">
                  <c:v>1.37E-2</c:v>
                </c:pt>
                <c:pt idx="5896">
                  <c:v>1.379E-2</c:v>
                </c:pt>
                <c:pt idx="5897">
                  <c:v>1.3580000000000002E-2</c:v>
                </c:pt>
                <c:pt idx="5898">
                  <c:v>1.3669999999999998E-2</c:v>
                </c:pt>
                <c:pt idx="5899">
                  <c:v>1.3569999999999999E-2</c:v>
                </c:pt>
                <c:pt idx="5900">
                  <c:v>1.3730000000000001E-2</c:v>
                </c:pt>
                <c:pt idx="5901">
                  <c:v>1.3769999999999999E-2</c:v>
                </c:pt>
                <c:pt idx="5902">
                  <c:v>1.4019999999999999E-2</c:v>
                </c:pt>
                <c:pt idx="5903">
                  <c:v>1.404E-2</c:v>
                </c:pt>
                <c:pt idx="5904">
                  <c:v>1.3940000000000001E-2</c:v>
                </c:pt>
                <c:pt idx="5905">
                  <c:v>1.3890000000000001E-2</c:v>
                </c:pt>
                <c:pt idx="5906">
                  <c:v>1.3769999999999999E-2</c:v>
                </c:pt>
                <c:pt idx="5907">
                  <c:v>1.3559999999999999E-2</c:v>
                </c:pt>
                <c:pt idx="5908">
                  <c:v>1.3609999999999999E-2</c:v>
                </c:pt>
                <c:pt idx="5909">
                  <c:v>1.3469999999999999E-2</c:v>
                </c:pt>
                <c:pt idx="5910">
                  <c:v>1.3469999999999999E-2</c:v>
                </c:pt>
                <c:pt idx="5911">
                  <c:v>1.349E-2</c:v>
                </c:pt>
                <c:pt idx="5912">
                  <c:v>1.3509999999999999E-2</c:v>
                </c:pt>
                <c:pt idx="5913">
                  <c:v>1.3559999999999999E-2</c:v>
                </c:pt>
                <c:pt idx="5914">
                  <c:v>1.3559999999999999E-2</c:v>
                </c:pt>
                <c:pt idx="5915">
                  <c:v>1.3569999999999999E-2</c:v>
                </c:pt>
                <c:pt idx="5916">
                  <c:v>1.37E-2</c:v>
                </c:pt>
                <c:pt idx="5917">
                  <c:v>1.3780000000000001E-2</c:v>
                </c:pt>
                <c:pt idx="5918">
                  <c:v>1.3509999999999999E-2</c:v>
                </c:pt>
                <c:pt idx="5919">
                  <c:v>1.345E-2</c:v>
                </c:pt>
                <c:pt idx="5920">
                  <c:v>1.353E-2</c:v>
                </c:pt>
                <c:pt idx="5921">
                  <c:v>1.3640000000000001E-2</c:v>
                </c:pt>
                <c:pt idx="5922">
                  <c:v>1.3509999999999999E-2</c:v>
                </c:pt>
                <c:pt idx="5923">
                  <c:v>1.346E-2</c:v>
                </c:pt>
                <c:pt idx="5924">
                  <c:v>1.3469999999999999E-2</c:v>
                </c:pt>
                <c:pt idx="5925">
                  <c:v>1.3319999999999999E-2</c:v>
                </c:pt>
                <c:pt idx="5926">
                  <c:v>1.2980000000000002E-2</c:v>
                </c:pt>
                <c:pt idx="5927">
                  <c:v>1.321E-2</c:v>
                </c:pt>
                <c:pt idx="5928">
                  <c:v>1.3100000000000001E-2</c:v>
                </c:pt>
                <c:pt idx="5929">
                  <c:v>1.3030000000000002E-2</c:v>
                </c:pt>
                <c:pt idx="5930">
                  <c:v>1.3030000000000002E-2</c:v>
                </c:pt>
                <c:pt idx="5931">
                  <c:v>1.3080000000000001E-2</c:v>
                </c:pt>
                <c:pt idx="5932">
                  <c:v>1.345E-2</c:v>
                </c:pt>
                <c:pt idx="5933">
                  <c:v>1.342E-2</c:v>
                </c:pt>
                <c:pt idx="5934">
                  <c:v>1.3619999999999998E-2</c:v>
                </c:pt>
                <c:pt idx="5935">
                  <c:v>1.3909999999999999E-2</c:v>
                </c:pt>
                <c:pt idx="5936">
                  <c:v>1.3919999999999998E-2</c:v>
                </c:pt>
                <c:pt idx="5937">
                  <c:v>1.3940000000000001E-2</c:v>
                </c:pt>
                <c:pt idx="5938">
                  <c:v>1.3930000000000001E-2</c:v>
                </c:pt>
                <c:pt idx="5939">
                  <c:v>1.3930000000000001E-2</c:v>
                </c:pt>
                <c:pt idx="5940">
                  <c:v>1.372E-2</c:v>
                </c:pt>
                <c:pt idx="5941">
                  <c:v>1.38E-2</c:v>
                </c:pt>
                <c:pt idx="5942">
                  <c:v>1.3580000000000002E-2</c:v>
                </c:pt>
                <c:pt idx="5943">
                  <c:v>1.372E-2</c:v>
                </c:pt>
                <c:pt idx="5944">
                  <c:v>1.3590000000000001E-2</c:v>
                </c:pt>
                <c:pt idx="5945">
                  <c:v>1.366E-2</c:v>
                </c:pt>
                <c:pt idx="5946">
                  <c:v>1.3809999999999999E-2</c:v>
                </c:pt>
                <c:pt idx="5947">
                  <c:v>1.3969999999999998E-2</c:v>
                </c:pt>
                <c:pt idx="5948">
                  <c:v>1.44E-2</c:v>
                </c:pt>
                <c:pt idx="5949">
                  <c:v>1.436E-2</c:v>
                </c:pt>
                <c:pt idx="5950">
                  <c:v>1.4080000000000001E-2</c:v>
                </c:pt>
                <c:pt idx="5951">
                  <c:v>1.3869999999999999E-2</c:v>
                </c:pt>
                <c:pt idx="5952">
                  <c:v>1.406E-2</c:v>
                </c:pt>
                <c:pt idx="5953">
                  <c:v>1.3969999999999998E-2</c:v>
                </c:pt>
                <c:pt idx="5954">
                  <c:v>1.41E-2</c:v>
                </c:pt>
                <c:pt idx="5955">
                  <c:v>1.4119999999999999E-2</c:v>
                </c:pt>
                <c:pt idx="5956">
                  <c:v>1.4290000000000001E-2</c:v>
                </c:pt>
                <c:pt idx="5957">
                  <c:v>1.396E-2</c:v>
                </c:pt>
                <c:pt idx="5958">
                  <c:v>1.374E-2</c:v>
                </c:pt>
                <c:pt idx="5959">
                  <c:v>1.372E-2</c:v>
                </c:pt>
                <c:pt idx="5960">
                  <c:v>1.3819999999999999E-2</c:v>
                </c:pt>
                <c:pt idx="5961">
                  <c:v>1.374E-2</c:v>
                </c:pt>
                <c:pt idx="5962">
                  <c:v>1.3640000000000001E-2</c:v>
                </c:pt>
                <c:pt idx="5963">
                  <c:v>1.35E-2</c:v>
                </c:pt>
                <c:pt idx="5964">
                  <c:v>1.3390000000000001E-2</c:v>
                </c:pt>
                <c:pt idx="5965">
                  <c:v>1.316E-2</c:v>
                </c:pt>
                <c:pt idx="5966">
                  <c:v>1.3100000000000001E-2</c:v>
                </c:pt>
                <c:pt idx="5967">
                  <c:v>1.3050000000000001E-2</c:v>
                </c:pt>
                <c:pt idx="5968">
                  <c:v>1.2840000000000001E-2</c:v>
                </c:pt>
                <c:pt idx="5969">
                  <c:v>1.264E-2</c:v>
                </c:pt>
                <c:pt idx="5970">
                  <c:v>1.2659999999999999E-2</c:v>
                </c:pt>
                <c:pt idx="5971">
                  <c:v>1.252E-2</c:v>
                </c:pt>
                <c:pt idx="5972">
                  <c:v>1.252E-2</c:v>
                </c:pt>
                <c:pt idx="5973">
                  <c:v>1.2459999999999999E-2</c:v>
                </c:pt>
                <c:pt idx="5974">
                  <c:v>1.231E-2</c:v>
                </c:pt>
                <c:pt idx="5975">
                  <c:v>1.243E-2</c:v>
                </c:pt>
                <c:pt idx="5976">
                  <c:v>1.209E-2</c:v>
                </c:pt>
                <c:pt idx="5977">
                  <c:v>1.1900000000000001E-2</c:v>
                </c:pt>
                <c:pt idx="5978">
                  <c:v>1.2019999999999999E-2</c:v>
                </c:pt>
                <c:pt idx="5979">
                  <c:v>1.193E-2</c:v>
                </c:pt>
                <c:pt idx="5980">
                  <c:v>1.197E-2</c:v>
                </c:pt>
                <c:pt idx="5981">
                  <c:v>1.1990000000000001E-2</c:v>
                </c:pt>
                <c:pt idx="5982">
                  <c:v>1.2019999999999999E-2</c:v>
                </c:pt>
                <c:pt idx="5983">
                  <c:v>1.1849999999999999E-2</c:v>
                </c:pt>
                <c:pt idx="5984">
                  <c:v>1.1780000000000001E-2</c:v>
                </c:pt>
                <c:pt idx="5985">
                  <c:v>1.1690000000000001E-2</c:v>
                </c:pt>
                <c:pt idx="5986">
                  <c:v>1.175E-2</c:v>
                </c:pt>
                <c:pt idx="5987">
                  <c:v>1.1090000000000001E-2</c:v>
                </c:pt>
                <c:pt idx="5988">
                  <c:v>1.124E-2</c:v>
                </c:pt>
                <c:pt idx="5989">
                  <c:v>1.133E-2</c:v>
                </c:pt>
                <c:pt idx="5990">
                  <c:v>1.128E-2</c:v>
                </c:pt>
                <c:pt idx="5991">
                  <c:v>1.1599999999999999E-2</c:v>
                </c:pt>
                <c:pt idx="5992">
                  <c:v>1.1520000000000001E-2</c:v>
                </c:pt>
                <c:pt idx="5993">
                  <c:v>1.154E-2</c:v>
                </c:pt>
                <c:pt idx="5994">
                  <c:v>1.154E-2</c:v>
                </c:pt>
                <c:pt idx="5995">
                  <c:v>1.158E-2</c:v>
                </c:pt>
                <c:pt idx="5996">
                  <c:v>1.155E-2</c:v>
                </c:pt>
                <c:pt idx="5997">
                  <c:v>1.1379999999999999E-2</c:v>
                </c:pt>
                <c:pt idx="5998">
                  <c:v>1.133E-2</c:v>
                </c:pt>
                <c:pt idx="5999">
                  <c:v>1.133E-2</c:v>
                </c:pt>
                <c:pt idx="6000">
                  <c:v>1.1440000000000001E-2</c:v>
                </c:pt>
                <c:pt idx="6001">
                  <c:v>1.183E-2</c:v>
                </c:pt>
                <c:pt idx="6002">
                  <c:v>1.179E-2</c:v>
                </c:pt>
                <c:pt idx="6003">
                  <c:v>1.1729999999999999E-2</c:v>
                </c:pt>
                <c:pt idx="6004">
                  <c:v>1.1640000000000001E-2</c:v>
                </c:pt>
                <c:pt idx="6005">
                  <c:v>1.145E-2</c:v>
                </c:pt>
                <c:pt idx="6006">
                  <c:v>1.1170000000000001E-2</c:v>
                </c:pt>
                <c:pt idx="6007">
                  <c:v>1.1209999999999999E-2</c:v>
                </c:pt>
                <c:pt idx="6008">
                  <c:v>1.12E-2</c:v>
                </c:pt>
                <c:pt idx="6009">
                  <c:v>1.12E-2</c:v>
                </c:pt>
                <c:pt idx="6010">
                  <c:v>1.1040000000000001E-2</c:v>
                </c:pt>
                <c:pt idx="6011">
                  <c:v>1.102E-2</c:v>
                </c:pt>
                <c:pt idx="6012">
                  <c:v>1.081E-2</c:v>
                </c:pt>
                <c:pt idx="6013">
                  <c:v>1.0869999999999999E-2</c:v>
                </c:pt>
                <c:pt idx="6014">
                  <c:v>1.072E-2</c:v>
                </c:pt>
                <c:pt idx="6015">
                  <c:v>1.081E-2</c:v>
                </c:pt>
                <c:pt idx="6016">
                  <c:v>1.0630000000000001E-2</c:v>
                </c:pt>
                <c:pt idx="6017">
                  <c:v>1.0540000000000001E-2</c:v>
                </c:pt>
                <c:pt idx="6018">
                  <c:v>1.0540000000000001E-2</c:v>
                </c:pt>
                <c:pt idx="6019">
                  <c:v>1.052E-2</c:v>
                </c:pt>
                <c:pt idx="6020">
                  <c:v>1.0829999999999999E-2</c:v>
                </c:pt>
                <c:pt idx="6021">
                  <c:v>1.125E-2</c:v>
                </c:pt>
                <c:pt idx="6022">
                  <c:v>1.116E-2</c:v>
                </c:pt>
                <c:pt idx="6023">
                  <c:v>1.112E-2</c:v>
                </c:pt>
                <c:pt idx="6024">
                  <c:v>1.089E-2</c:v>
                </c:pt>
                <c:pt idx="6025">
                  <c:v>1.094E-2</c:v>
                </c:pt>
                <c:pt idx="6026">
                  <c:v>1.09E-2</c:v>
                </c:pt>
                <c:pt idx="6027">
                  <c:v>1.095E-2</c:v>
                </c:pt>
                <c:pt idx="6028">
                  <c:v>1.103E-2</c:v>
                </c:pt>
                <c:pt idx="6029">
                  <c:v>1.107E-2</c:v>
                </c:pt>
                <c:pt idx="6030">
                  <c:v>1.099E-2</c:v>
                </c:pt>
                <c:pt idx="6031">
                  <c:v>1.0970000000000001E-2</c:v>
                </c:pt>
                <c:pt idx="6032">
                  <c:v>1.078E-2</c:v>
                </c:pt>
                <c:pt idx="6033">
                  <c:v>1.0829999999999999E-2</c:v>
                </c:pt>
                <c:pt idx="6034">
                  <c:v>1.0829999999999999E-2</c:v>
                </c:pt>
                <c:pt idx="6035">
                  <c:v>1.0699999999999999E-2</c:v>
                </c:pt>
                <c:pt idx="6036">
                  <c:v>1.0540000000000001E-2</c:v>
                </c:pt>
                <c:pt idx="6037">
                  <c:v>1.043E-2</c:v>
                </c:pt>
                <c:pt idx="6038">
                  <c:v>1.069E-2</c:v>
                </c:pt>
                <c:pt idx="6039">
                  <c:v>1.081E-2</c:v>
                </c:pt>
                <c:pt idx="6040">
                  <c:v>1.081E-2</c:v>
                </c:pt>
                <c:pt idx="6041">
                  <c:v>1.0970000000000001E-2</c:v>
                </c:pt>
                <c:pt idx="6042">
                  <c:v>1.1040000000000001E-2</c:v>
                </c:pt>
                <c:pt idx="6043">
                  <c:v>1.137E-2</c:v>
                </c:pt>
                <c:pt idx="6044">
                  <c:v>1.1170000000000001E-2</c:v>
                </c:pt>
                <c:pt idx="6045">
                  <c:v>1.1270000000000001E-2</c:v>
                </c:pt>
                <c:pt idx="6046">
                  <c:v>1.123E-2</c:v>
                </c:pt>
                <c:pt idx="6047">
                  <c:v>1.1270000000000001E-2</c:v>
                </c:pt>
                <c:pt idx="6048">
                  <c:v>1.1170000000000001E-2</c:v>
                </c:pt>
                <c:pt idx="6049">
                  <c:v>1.107E-2</c:v>
                </c:pt>
                <c:pt idx="6050">
                  <c:v>1.094E-2</c:v>
                </c:pt>
                <c:pt idx="6051">
                  <c:v>1.068E-2</c:v>
                </c:pt>
                <c:pt idx="6052">
                  <c:v>1.065E-2</c:v>
                </c:pt>
                <c:pt idx="6053">
                  <c:v>1.059E-2</c:v>
                </c:pt>
                <c:pt idx="6054">
                  <c:v>1.04E-2</c:v>
                </c:pt>
                <c:pt idx="6055">
                  <c:v>1.0500000000000001E-2</c:v>
                </c:pt>
                <c:pt idx="6056">
                  <c:v>1.0540000000000001E-2</c:v>
                </c:pt>
                <c:pt idx="6057">
                  <c:v>1.0440000000000001E-2</c:v>
                </c:pt>
                <c:pt idx="6058">
                  <c:v>1.047E-2</c:v>
                </c:pt>
                <c:pt idx="6059">
                  <c:v>1.043E-2</c:v>
                </c:pt>
                <c:pt idx="6060">
                  <c:v>1.055E-2</c:v>
                </c:pt>
                <c:pt idx="6061">
                  <c:v>1.0670000000000001E-2</c:v>
                </c:pt>
                <c:pt idx="6062">
                  <c:v>1.0540000000000001E-2</c:v>
                </c:pt>
                <c:pt idx="6063">
                  <c:v>1.0540000000000001E-2</c:v>
                </c:pt>
                <c:pt idx="6064">
                  <c:v>1.0440000000000001E-2</c:v>
                </c:pt>
                <c:pt idx="6065">
                  <c:v>1.04E-2</c:v>
                </c:pt>
                <c:pt idx="6066">
                  <c:v>1.0279999999999999E-2</c:v>
                </c:pt>
                <c:pt idx="6067">
                  <c:v>1.025E-2</c:v>
                </c:pt>
                <c:pt idx="6068">
                  <c:v>1.0290000000000001E-2</c:v>
                </c:pt>
                <c:pt idx="6069">
                  <c:v>1.017E-2</c:v>
                </c:pt>
                <c:pt idx="6070">
                  <c:v>1.022E-2</c:v>
                </c:pt>
                <c:pt idx="6071">
                  <c:v>9.9799999999999993E-3</c:v>
                </c:pt>
                <c:pt idx="6072">
                  <c:v>9.9500000000000005E-3</c:v>
                </c:pt>
                <c:pt idx="6073">
                  <c:v>1.0279999999999999E-2</c:v>
                </c:pt>
                <c:pt idx="6074">
                  <c:v>1.0359999999999999E-2</c:v>
                </c:pt>
                <c:pt idx="6075">
                  <c:v>1.064E-2</c:v>
                </c:pt>
                <c:pt idx="6076">
                  <c:v>1.0579999999999999E-2</c:v>
                </c:pt>
                <c:pt idx="6077">
                  <c:v>1.051E-2</c:v>
                </c:pt>
                <c:pt idx="6078">
                  <c:v>1.052E-2</c:v>
                </c:pt>
                <c:pt idx="6079">
                  <c:v>1.043E-2</c:v>
                </c:pt>
                <c:pt idx="6080">
                  <c:v>1.026E-2</c:v>
                </c:pt>
                <c:pt idx="6081">
                  <c:v>1.0290000000000001E-2</c:v>
                </c:pt>
                <c:pt idx="6082">
                  <c:v>1.035E-2</c:v>
                </c:pt>
                <c:pt idx="6083">
                  <c:v>1.018E-2</c:v>
                </c:pt>
                <c:pt idx="6084">
                  <c:v>1.018E-2</c:v>
                </c:pt>
                <c:pt idx="6085">
                  <c:v>1.0109999999999999E-2</c:v>
                </c:pt>
                <c:pt idx="6086">
                  <c:v>1.0279999999999999E-2</c:v>
                </c:pt>
                <c:pt idx="6087">
                  <c:v>1.0159999999999999E-2</c:v>
                </c:pt>
                <c:pt idx="6088">
                  <c:v>1.0070000000000001E-2</c:v>
                </c:pt>
                <c:pt idx="6089">
                  <c:v>9.9400000000000009E-3</c:v>
                </c:pt>
                <c:pt idx="6090">
                  <c:v>9.9600000000000001E-3</c:v>
                </c:pt>
                <c:pt idx="6091">
                  <c:v>0.01</c:v>
                </c:pt>
                <c:pt idx="6092">
                  <c:v>1.0109999999999999E-2</c:v>
                </c:pt>
                <c:pt idx="6093">
                  <c:v>1.009E-2</c:v>
                </c:pt>
                <c:pt idx="6094">
                  <c:v>1.014E-2</c:v>
                </c:pt>
                <c:pt idx="6095">
                  <c:v>1.0149999999999999E-2</c:v>
                </c:pt>
                <c:pt idx="6096">
                  <c:v>1.022E-2</c:v>
                </c:pt>
                <c:pt idx="6097">
                  <c:v>1.009E-2</c:v>
                </c:pt>
                <c:pt idx="6098">
                  <c:v>1.005E-2</c:v>
                </c:pt>
                <c:pt idx="6099">
                  <c:v>9.9500000000000005E-3</c:v>
                </c:pt>
                <c:pt idx="6100">
                  <c:v>1.0020000000000001E-2</c:v>
                </c:pt>
                <c:pt idx="6101">
                  <c:v>1.01E-2</c:v>
                </c:pt>
                <c:pt idx="6102">
                  <c:v>1.014E-2</c:v>
                </c:pt>
                <c:pt idx="6103">
                  <c:v>1.013E-2</c:v>
                </c:pt>
                <c:pt idx="6104">
                  <c:v>1.013E-2</c:v>
                </c:pt>
                <c:pt idx="6105">
                  <c:v>9.8900000000000012E-3</c:v>
                </c:pt>
                <c:pt idx="6106">
                  <c:v>1.0020000000000001E-2</c:v>
                </c:pt>
                <c:pt idx="6107">
                  <c:v>9.9900000000000006E-3</c:v>
                </c:pt>
                <c:pt idx="6108">
                  <c:v>9.8900000000000012E-3</c:v>
                </c:pt>
                <c:pt idx="6109">
                  <c:v>1.0070000000000001E-2</c:v>
                </c:pt>
                <c:pt idx="6110">
                  <c:v>1.022E-2</c:v>
                </c:pt>
                <c:pt idx="6111">
                  <c:v>1.0359999999999999E-2</c:v>
                </c:pt>
                <c:pt idx="6112">
                  <c:v>1.038E-2</c:v>
                </c:pt>
                <c:pt idx="6113">
                  <c:v>1.022E-2</c:v>
                </c:pt>
                <c:pt idx="6114">
                  <c:v>1.014E-2</c:v>
                </c:pt>
                <c:pt idx="6115">
                  <c:v>1.03E-2</c:v>
                </c:pt>
                <c:pt idx="6116">
                  <c:v>1.014E-2</c:v>
                </c:pt>
                <c:pt idx="6117">
                  <c:v>1.031E-2</c:v>
                </c:pt>
                <c:pt idx="6118">
                  <c:v>1.065E-2</c:v>
                </c:pt>
                <c:pt idx="6119">
                  <c:v>1.064E-2</c:v>
                </c:pt>
                <c:pt idx="6120">
                  <c:v>1.0740000000000001E-2</c:v>
                </c:pt>
                <c:pt idx="6121">
                  <c:v>1.0740000000000001E-2</c:v>
                </c:pt>
                <c:pt idx="6122">
                  <c:v>1.073E-2</c:v>
                </c:pt>
                <c:pt idx="6123">
                  <c:v>1.086E-2</c:v>
                </c:pt>
                <c:pt idx="6124">
                  <c:v>1.0840000000000001E-2</c:v>
                </c:pt>
                <c:pt idx="6125">
                  <c:v>1.0759999999999999E-2</c:v>
                </c:pt>
                <c:pt idx="6126">
                  <c:v>1.09E-2</c:v>
                </c:pt>
                <c:pt idx="6127">
                  <c:v>1.0920000000000001E-2</c:v>
                </c:pt>
                <c:pt idx="6128">
                  <c:v>1.0630000000000001E-2</c:v>
                </c:pt>
                <c:pt idx="6129">
                  <c:v>1.0659999999999999E-2</c:v>
                </c:pt>
                <c:pt idx="6130">
                  <c:v>1.052E-2</c:v>
                </c:pt>
                <c:pt idx="6131">
                  <c:v>1.0459999999999999E-2</c:v>
                </c:pt>
                <c:pt idx="6132">
                  <c:v>1.0459999999999999E-2</c:v>
                </c:pt>
                <c:pt idx="6133">
                  <c:v>1.0449999999999999E-2</c:v>
                </c:pt>
                <c:pt idx="6134">
                  <c:v>1.035E-2</c:v>
                </c:pt>
                <c:pt idx="6135">
                  <c:v>1.0440000000000001E-2</c:v>
                </c:pt>
                <c:pt idx="6136">
                  <c:v>1.048E-2</c:v>
                </c:pt>
                <c:pt idx="6137">
                  <c:v>1.0490000000000001E-2</c:v>
                </c:pt>
                <c:pt idx="6138">
                  <c:v>1.0409999999999999E-2</c:v>
                </c:pt>
                <c:pt idx="6139">
                  <c:v>1.0329999999999999E-2</c:v>
                </c:pt>
                <c:pt idx="6140">
                  <c:v>1.052E-2</c:v>
                </c:pt>
                <c:pt idx="6141">
                  <c:v>1.0620000000000001E-2</c:v>
                </c:pt>
                <c:pt idx="6142">
                  <c:v>1.0490000000000001E-2</c:v>
                </c:pt>
                <c:pt idx="6143">
                  <c:v>1.051E-2</c:v>
                </c:pt>
                <c:pt idx="6144">
                  <c:v>1.047E-2</c:v>
                </c:pt>
                <c:pt idx="6145">
                  <c:v>1.0540000000000001E-2</c:v>
                </c:pt>
                <c:pt idx="6146">
                  <c:v>1.0670000000000001E-2</c:v>
                </c:pt>
                <c:pt idx="6147">
                  <c:v>1.085E-2</c:v>
                </c:pt>
                <c:pt idx="6148">
                  <c:v>1.082E-2</c:v>
                </c:pt>
                <c:pt idx="6149">
                  <c:v>1.0740000000000001E-2</c:v>
                </c:pt>
                <c:pt idx="6150">
                  <c:v>1.0879999999999999E-2</c:v>
                </c:pt>
                <c:pt idx="6151">
                  <c:v>1.0970000000000001E-2</c:v>
                </c:pt>
                <c:pt idx="6152">
                  <c:v>1.1379999999999999E-2</c:v>
                </c:pt>
                <c:pt idx="6153">
                  <c:v>1.1940000000000001E-2</c:v>
                </c:pt>
                <c:pt idx="6154">
                  <c:v>1.2459999999999999E-2</c:v>
                </c:pt>
                <c:pt idx="6155">
                  <c:v>1.2149999999999999E-2</c:v>
                </c:pt>
                <c:pt idx="6156">
                  <c:v>1.1900000000000001E-2</c:v>
                </c:pt>
                <c:pt idx="6157">
                  <c:v>1.1900000000000001E-2</c:v>
                </c:pt>
                <c:pt idx="6158">
                  <c:v>1.1809999999999999E-2</c:v>
                </c:pt>
                <c:pt idx="6159">
                  <c:v>1.179E-2</c:v>
                </c:pt>
                <c:pt idx="6160">
                  <c:v>1.1809999999999999E-2</c:v>
                </c:pt>
                <c:pt idx="6161">
                  <c:v>1.153E-2</c:v>
                </c:pt>
                <c:pt idx="6162">
                  <c:v>1.108E-2</c:v>
                </c:pt>
                <c:pt idx="6163">
                  <c:v>1.12E-2</c:v>
                </c:pt>
                <c:pt idx="6164">
                  <c:v>1.0970000000000001E-2</c:v>
                </c:pt>
                <c:pt idx="6165">
                  <c:v>1.1170000000000001E-2</c:v>
                </c:pt>
                <c:pt idx="6166">
                  <c:v>1.1090000000000001E-2</c:v>
                </c:pt>
                <c:pt idx="6167">
                  <c:v>1.1009999999999999E-2</c:v>
                </c:pt>
                <c:pt idx="6168">
                  <c:v>1.11E-2</c:v>
                </c:pt>
                <c:pt idx="6169">
                  <c:v>1.094E-2</c:v>
                </c:pt>
                <c:pt idx="6170">
                  <c:v>1.091E-2</c:v>
                </c:pt>
                <c:pt idx="6171">
                  <c:v>1.098E-2</c:v>
                </c:pt>
                <c:pt idx="6172">
                  <c:v>1.0970000000000001E-2</c:v>
                </c:pt>
                <c:pt idx="6173">
                  <c:v>1.1009999999999999E-2</c:v>
                </c:pt>
                <c:pt idx="6174">
                  <c:v>1.1009999999999999E-2</c:v>
                </c:pt>
                <c:pt idx="6175">
                  <c:v>1.111E-2</c:v>
                </c:pt>
                <c:pt idx="6176">
                  <c:v>1.1340000000000001E-2</c:v>
                </c:pt>
                <c:pt idx="6177">
                  <c:v>1.1379999999999999E-2</c:v>
                </c:pt>
                <c:pt idx="6178">
                  <c:v>1.1299999999999999E-2</c:v>
                </c:pt>
                <c:pt idx="6179">
                  <c:v>1.1309999999999999E-2</c:v>
                </c:pt>
                <c:pt idx="6180">
                  <c:v>1.15E-2</c:v>
                </c:pt>
                <c:pt idx="6181">
                  <c:v>1.1429999999999999E-2</c:v>
                </c:pt>
                <c:pt idx="6182">
                  <c:v>1.1309999999999999E-2</c:v>
                </c:pt>
                <c:pt idx="6183">
                  <c:v>1.1179999999999999E-2</c:v>
                </c:pt>
                <c:pt idx="6184">
                  <c:v>1.115E-2</c:v>
                </c:pt>
                <c:pt idx="6185">
                  <c:v>1.0970000000000001E-2</c:v>
                </c:pt>
                <c:pt idx="6186">
                  <c:v>1.0800000000000001E-2</c:v>
                </c:pt>
                <c:pt idx="6187">
                  <c:v>1.055E-2</c:v>
                </c:pt>
                <c:pt idx="6188">
                  <c:v>1.0540000000000001E-2</c:v>
                </c:pt>
                <c:pt idx="6189">
                  <c:v>1.0500000000000001E-2</c:v>
                </c:pt>
                <c:pt idx="6190">
                  <c:v>1.0440000000000001E-2</c:v>
                </c:pt>
                <c:pt idx="6191">
                  <c:v>1.042E-2</c:v>
                </c:pt>
                <c:pt idx="6192">
                  <c:v>1.0459999999999999E-2</c:v>
                </c:pt>
                <c:pt idx="6193">
                  <c:v>1.043E-2</c:v>
                </c:pt>
                <c:pt idx="6194">
                  <c:v>1.04E-2</c:v>
                </c:pt>
                <c:pt idx="6195">
                  <c:v>1.048E-2</c:v>
                </c:pt>
                <c:pt idx="6196">
                  <c:v>1.034E-2</c:v>
                </c:pt>
                <c:pt idx="6197">
                  <c:v>1.0109999999999999E-2</c:v>
                </c:pt>
                <c:pt idx="6198">
                  <c:v>9.9000000000000008E-3</c:v>
                </c:pt>
                <c:pt idx="6199">
                  <c:v>9.7900000000000001E-3</c:v>
                </c:pt>
                <c:pt idx="6200">
                  <c:v>9.9000000000000008E-3</c:v>
                </c:pt>
                <c:pt idx="6201">
                  <c:v>9.6600000000000002E-3</c:v>
                </c:pt>
                <c:pt idx="6202">
                  <c:v>9.6900000000000007E-3</c:v>
                </c:pt>
                <c:pt idx="6203">
                  <c:v>9.5399999999999999E-3</c:v>
                </c:pt>
                <c:pt idx="6204">
                  <c:v>9.5399999999999999E-3</c:v>
                </c:pt>
                <c:pt idx="6205">
                  <c:v>9.5200000000000007E-3</c:v>
                </c:pt>
                <c:pt idx="6206">
                  <c:v>9.4999999999999998E-3</c:v>
                </c:pt>
                <c:pt idx="6207">
                  <c:v>9.3299999999999998E-3</c:v>
                </c:pt>
                <c:pt idx="6208">
                  <c:v>9.5300000000000003E-3</c:v>
                </c:pt>
                <c:pt idx="6209">
                  <c:v>9.6299999999999997E-3</c:v>
                </c:pt>
                <c:pt idx="6210">
                  <c:v>9.7700000000000009E-3</c:v>
                </c:pt>
                <c:pt idx="6211">
                  <c:v>9.7099999999999999E-3</c:v>
                </c:pt>
                <c:pt idx="6212">
                  <c:v>9.7599999999999996E-3</c:v>
                </c:pt>
                <c:pt idx="6213">
                  <c:v>9.6900000000000007E-3</c:v>
                </c:pt>
                <c:pt idx="6214">
                  <c:v>9.5999999999999992E-3</c:v>
                </c:pt>
                <c:pt idx="6215">
                  <c:v>9.6799999999999994E-3</c:v>
                </c:pt>
                <c:pt idx="6216">
                  <c:v>9.5499999999999995E-3</c:v>
                </c:pt>
                <c:pt idx="6217">
                  <c:v>9.8099999999999993E-3</c:v>
                </c:pt>
                <c:pt idx="6218">
                  <c:v>9.6600000000000002E-3</c:v>
                </c:pt>
                <c:pt idx="6219">
                  <c:v>9.7700000000000009E-3</c:v>
                </c:pt>
                <c:pt idx="6220">
                  <c:v>9.6699999999999998E-3</c:v>
                </c:pt>
                <c:pt idx="6221">
                  <c:v>9.2399999999999999E-3</c:v>
                </c:pt>
                <c:pt idx="6222">
                  <c:v>9.0699999999999999E-3</c:v>
                </c:pt>
                <c:pt idx="6223">
                  <c:v>8.8900000000000003E-3</c:v>
                </c:pt>
                <c:pt idx="6224">
                  <c:v>8.8900000000000003E-3</c:v>
                </c:pt>
                <c:pt idx="6225">
                  <c:v>8.8999999999999999E-3</c:v>
                </c:pt>
                <c:pt idx="6226">
                  <c:v>8.9700000000000005E-3</c:v>
                </c:pt>
                <c:pt idx="6227">
                  <c:v>9.0200000000000002E-3</c:v>
                </c:pt>
                <c:pt idx="6228">
                  <c:v>9.3500000000000007E-3</c:v>
                </c:pt>
                <c:pt idx="6229">
                  <c:v>9.1999999999999998E-3</c:v>
                </c:pt>
                <c:pt idx="6230">
                  <c:v>9.2200000000000008E-3</c:v>
                </c:pt>
                <c:pt idx="6231">
                  <c:v>9.2800000000000001E-3</c:v>
                </c:pt>
                <c:pt idx="6232">
                  <c:v>9.3799999999999994E-3</c:v>
                </c:pt>
                <c:pt idx="6233">
                  <c:v>9.4000000000000004E-3</c:v>
                </c:pt>
                <c:pt idx="6234">
                  <c:v>9.4299999999999991E-3</c:v>
                </c:pt>
                <c:pt idx="6235">
                  <c:v>9.4900000000000002E-3</c:v>
                </c:pt>
                <c:pt idx="6236">
                  <c:v>9.6299999999999997E-3</c:v>
                </c:pt>
                <c:pt idx="6237">
                  <c:v>9.6299999999999997E-3</c:v>
                </c:pt>
                <c:pt idx="6238">
                  <c:v>9.5599999999999991E-3</c:v>
                </c:pt>
                <c:pt idx="6239">
                  <c:v>9.4299999999999991E-3</c:v>
                </c:pt>
                <c:pt idx="6240">
                  <c:v>9.3099999999999988E-3</c:v>
                </c:pt>
                <c:pt idx="6241">
                  <c:v>9.3400000000000011E-3</c:v>
                </c:pt>
                <c:pt idx="6242">
                  <c:v>9.4199999999999996E-3</c:v>
                </c:pt>
                <c:pt idx="6243">
                  <c:v>9.3600000000000003E-3</c:v>
                </c:pt>
                <c:pt idx="6244">
                  <c:v>9.3600000000000003E-3</c:v>
                </c:pt>
                <c:pt idx="6245">
                  <c:v>9.2499999999999995E-3</c:v>
                </c:pt>
                <c:pt idx="6246">
                  <c:v>9.0500000000000008E-3</c:v>
                </c:pt>
                <c:pt idx="6247">
                  <c:v>9.0500000000000008E-3</c:v>
                </c:pt>
                <c:pt idx="6248">
                  <c:v>9.0299999999999998E-3</c:v>
                </c:pt>
                <c:pt idx="6249">
                  <c:v>9.0599999999999986E-3</c:v>
                </c:pt>
                <c:pt idx="6250">
                  <c:v>9.11E-3</c:v>
                </c:pt>
                <c:pt idx="6251">
                  <c:v>8.8100000000000001E-3</c:v>
                </c:pt>
                <c:pt idx="6252">
                  <c:v>9.3099999999999988E-3</c:v>
                </c:pt>
                <c:pt idx="6253">
                  <c:v>9.4299999999999991E-3</c:v>
                </c:pt>
                <c:pt idx="6254">
                  <c:v>9.3600000000000003E-3</c:v>
                </c:pt>
                <c:pt idx="6255">
                  <c:v>9.2800000000000001E-3</c:v>
                </c:pt>
                <c:pt idx="6256">
                  <c:v>9.2800000000000001E-3</c:v>
                </c:pt>
                <c:pt idx="6257">
                  <c:v>9.2399999999999999E-3</c:v>
                </c:pt>
                <c:pt idx="6258">
                  <c:v>9.0699999999999999E-3</c:v>
                </c:pt>
                <c:pt idx="6259">
                  <c:v>9.3799999999999994E-3</c:v>
                </c:pt>
                <c:pt idx="6260">
                  <c:v>9.2900000000000014E-3</c:v>
                </c:pt>
                <c:pt idx="6261">
                  <c:v>9.2900000000000014E-3</c:v>
                </c:pt>
                <c:pt idx="6262">
                  <c:v>9.4299999999999991E-3</c:v>
                </c:pt>
                <c:pt idx="6263">
                  <c:v>9.2999999999999992E-3</c:v>
                </c:pt>
                <c:pt idx="6264">
                  <c:v>9.4900000000000002E-3</c:v>
                </c:pt>
                <c:pt idx="6265">
                  <c:v>9.41E-3</c:v>
                </c:pt>
                <c:pt idx="6266">
                  <c:v>9.3900000000000008E-3</c:v>
                </c:pt>
                <c:pt idx="6267">
                  <c:v>9.3699999999999999E-3</c:v>
                </c:pt>
                <c:pt idx="6268">
                  <c:v>9.4299999999999991E-3</c:v>
                </c:pt>
                <c:pt idx="6269">
                  <c:v>9.4800000000000006E-3</c:v>
                </c:pt>
                <c:pt idx="6270">
                  <c:v>9.5700000000000004E-3</c:v>
                </c:pt>
                <c:pt idx="6271">
                  <c:v>9.41E-3</c:v>
                </c:pt>
                <c:pt idx="6272">
                  <c:v>9.3699999999999999E-3</c:v>
                </c:pt>
                <c:pt idx="6273">
                  <c:v>9.3200000000000002E-3</c:v>
                </c:pt>
                <c:pt idx="6274">
                  <c:v>9.3200000000000002E-3</c:v>
                </c:pt>
                <c:pt idx="6275">
                  <c:v>9.2900000000000014E-3</c:v>
                </c:pt>
                <c:pt idx="6276">
                  <c:v>9.1799999999999989E-3</c:v>
                </c:pt>
                <c:pt idx="6277">
                  <c:v>9.2099999999999994E-3</c:v>
                </c:pt>
                <c:pt idx="6278">
                  <c:v>9.1799999999999989E-3</c:v>
                </c:pt>
                <c:pt idx="6279">
                  <c:v>9.3400000000000011E-3</c:v>
                </c:pt>
                <c:pt idx="6280">
                  <c:v>9.2499999999999995E-3</c:v>
                </c:pt>
                <c:pt idx="6281">
                  <c:v>9.3900000000000008E-3</c:v>
                </c:pt>
                <c:pt idx="6282">
                  <c:v>9.3400000000000011E-3</c:v>
                </c:pt>
                <c:pt idx="6283">
                  <c:v>9.3699999999999999E-3</c:v>
                </c:pt>
                <c:pt idx="6284">
                  <c:v>9.58E-3</c:v>
                </c:pt>
                <c:pt idx="6285">
                  <c:v>9.4900000000000002E-3</c:v>
                </c:pt>
                <c:pt idx="6286">
                  <c:v>9.5200000000000007E-3</c:v>
                </c:pt>
                <c:pt idx="6287">
                  <c:v>9.6600000000000002E-3</c:v>
                </c:pt>
                <c:pt idx="6288">
                  <c:v>9.6900000000000007E-3</c:v>
                </c:pt>
                <c:pt idx="6289">
                  <c:v>9.6299999999999997E-3</c:v>
                </c:pt>
                <c:pt idx="6290">
                  <c:v>9.6200000000000001E-3</c:v>
                </c:pt>
                <c:pt idx="6291">
                  <c:v>9.4000000000000004E-3</c:v>
                </c:pt>
                <c:pt idx="6292">
                  <c:v>9.3099999999999988E-3</c:v>
                </c:pt>
                <c:pt idx="6293">
                  <c:v>9.3099999999999988E-3</c:v>
                </c:pt>
                <c:pt idx="6294">
                  <c:v>9.3099999999999988E-3</c:v>
                </c:pt>
                <c:pt idx="6295">
                  <c:v>9.1500000000000001E-3</c:v>
                </c:pt>
                <c:pt idx="6296">
                  <c:v>9.1999999999999998E-3</c:v>
                </c:pt>
                <c:pt idx="6297">
                  <c:v>9.3600000000000003E-3</c:v>
                </c:pt>
                <c:pt idx="6298">
                  <c:v>9.4599999999999997E-3</c:v>
                </c:pt>
                <c:pt idx="6299">
                  <c:v>9.4900000000000002E-3</c:v>
                </c:pt>
                <c:pt idx="6300">
                  <c:v>9.7299999999999991E-3</c:v>
                </c:pt>
                <c:pt idx="6301">
                  <c:v>9.9000000000000008E-3</c:v>
                </c:pt>
                <c:pt idx="6302">
                  <c:v>9.9400000000000009E-3</c:v>
                </c:pt>
                <c:pt idx="6303">
                  <c:v>1.017E-2</c:v>
                </c:pt>
                <c:pt idx="6304">
                  <c:v>1.0320000000000001E-2</c:v>
                </c:pt>
                <c:pt idx="6305">
                  <c:v>1.0409999999999999E-2</c:v>
                </c:pt>
                <c:pt idx="6306">
                  <c:v>9.9900000000000006E-3</c:v>
                </c:pt>
                <c:pt idx="6307">
                  <c:v>1.0149999999999999E-2</c:v>
                </c:pt>
                <c:pt idx="6308">
                  <c:v>1.035E-2</c:v>
                </c:pt>
                <c:pt idx="6309">
                  <c:v>1.047E-2</c:v>
                </c:pt>
                <c:pt idx="6310">
                  <c:v>1.073E-2</c:v>
                </c:pt>
                <c:pt idx="6311">
                  <c:v>1.0759999999999999E-2</c:v>
                </c:pt>
                <c:pt idx="6312">
                  <c:v>1.1140000000000001E-2</c:v>
                </c:pt>
                <c:pt idx="6313">
                  <c:v>1.077E-2</c:v>
                </c:pt>
                <c:pt idx="6314">
                  <c:v>1.0699999999999999E-2</c:v>
                </c:pt>
                <c:pt idx="6315">
                  <c:v>1.0620000000000001E-2</c:v>
                </c:pt>
                <c:pt idx="6316">
                  <c:v>1.0579999999999999E-2</c:v>
                </c:pt>
                <c:pt idx="6317">
                  <c:v>1.038E-2</c:v>
                </c:pt>
                <c:pt idx="6318">
                  <c:v>1.057E-2</c:v>
                </c:pt>
                <c:pt idx="6319">
                  <c:v>1.031E-2</c:v>
                </c:pt>
                <c:pt idx="6320">
                  <c:v>1.035E-2</c:v>
                </c:pt>
                <c:pt idx="6321">
                  <c:v>1.042E-2</c:v>
                </c:pt>
                <c:pt idx="6322">
                  <c:v>1.056E-2</c:v>
                </c:pt>
                <c:pt idx="6323">
                  <c:v>1.09E-2</c:v>
                </c:pt>
                <c:pt idx="6324">
                  <c:v>1.1059999999999999E-2</c:v>
                </c:pt>
                <c:pt idx="6325">
                  <c:v>1.108E-2</c:v>
                </c:pt>
                <c:pt idx="6326">
                  <c:v>1.1090000000000001E-2</c:v>
                </c:pt>
                <c:pt idx="6327">
                  <c:v>1.176E-2</c:v>
                </c:pt>
                <c:pt idx="6328">
                  <c:v>1.247E-2</c:v>
                </c:pt>
                <c:pt idx="6329">
                  <c:v>1.277E-2</c:v>
                </c:pt>
                <c:pt idx="6330">
                  <c:v>1.2579999999999999E-2</c:v>
                </c:pt>
                <c:pt idx="6331">
                  <c:v>1.2329999999999999E-2</c:v>
                </c:pt>
                <c:pt idx="6332">
                  <c:v>1.2659999999999999E-2</c:v>
                </c:pt>
                <c:pt idx="6333">
                  <c:v>1.2670000000000001E-2</c:v>
                </c:pt>
                <c:pt idx="6334">
                  <c:v>1.2409999999999999E-2</c:v>
                </c:pt>
                <c:pt idx="6335">
                  <c:v>1.239E-2</c:v>
                </c:pt>
                <c:pt idx="6336">
                  <c:v>1.2290000000000001E-2</c:v>
                </c:pt>
                <c:pt idx="6337">
                  <c:v>1.2120000000000001E-2</c:v>
                </c:pt>
                <c:pt idx="6338">
                  <c:v>1.2120000000000001E-2</c:v>
                </c:pt>
                <c:pt idx="6339">
                  <c:v>1.225E-2</c:v>
                </c:pt>
                <c:pt idx="6340">
                  <c:v>1.209E-2</c:v>
                </c:pt>
                <c:pt idx="6341">
                  <c:v>1.166E-2</c:v>
                </c:pt>
                <c:pt idx="6342">
                  <c:v>1.166E-2</c:v>
                </c:pt>
                <c:pt idx="6343">
                  <c:v>1.1520000000000001E-2</c:v>
                </c:pt>
                <c:pt idx="6344">
                  <c:v>1.146E-2</c:v>
                </c:pt>
                <c:pt idx="6345">
                  <c:v>1.171E-2</c:v>
                </c:pt>
                <c:pt idx="6346">
                  <c:v>1.2070000000000001E-2</c:v>
                </c:pt>
                <c:pt idx="6347">
                  <c:v>1.21E-2</c:v>
                </c:pt>
                <c:pt idx="6348">
                  <c:v>1.174E-2</c:v>
                </c:pt>
                <c:pt idx="6349">
                  <c:v>1.172E-2</c:v>
                </c:pt>
                <c:pt idx="6350">
                  <c:v>1.17E-2</c:v>
                </c:pt>
                <c:pt idx="6351">
                  <c:v>1.1650000000000001E-2</c:v>
                </c:pt>
                <c:pt idx="6352">
                  <c:v>1.1299999999999999E-2</c:v>
                </c:pt>
                <c:pt idx="6353">
                  <c:v>1.128E-2</c:v>
                </c:pt>
                <c:pt idx="6354">
                  <c:v>1.072E-2</c:v>
                </c:pt>
                <c:pt idx="6355">
                  <c:v>1.069E-2</c:v>
                </c:pt>
                <c:pt idx="6356">
                  <c:v>1.051E-2</c:v>
                </c:pt>
                <c:pt idx="6357">
                  <c:v>1.072E-2</c:v>
                </c:pt>
                <c:pt idx="6358">
                  <c:v>1.056E-2</c:v>
                </c:pt>
                <c:pt idx="6359">
                  <c:v>1.064E-2</c:v>
                </c:pt>
                <c:pt idx="6360">
                  <c:v>1.031E-2</c:v>
                </c:pt>
                <c:pt idx="6361">
                  <c:v>1.023E-2</c:v>
                </c:pt>
                <c:pt idx="6362">
                  <c:v>1.057E-2</c:v>
                </c:pt>
                <c:pt idx="6363">
                  <c:v>1.069E-2</c:v>
                </c:pt>
                <c:pt idx="6364">
                  <c:v>1.069E-2</c:v>
                </c:pt>
                <c:pt idx="6365">
                  <c:v>1.0329999999999999E-2</c:v>
                </c:pt>
                <c:pt idx="6366">
                  <c:v>1.035E-2</c:v>
                </c:pt>
                <c:pt idx="6367">
                  <c:v>1.027E-2</c:v>
                </c:pt>
                <c:pt idx="6368">
                  <c:v>1.03E-2</c:v>
                </c:pt>
                <c:pt idx="6369">
                  <c:v>1.0320000000000001E-2</c:v>
                </c:pt>
                <c:pt idx="6370">
                  <c:v>1.0109999999999999E-2</c:v>
                </c:pt>
                <c:pt idx="6371">
                  <c:v>1.01E-2</c:v>
                </c:pt>
                <c:pt idx="6372">
                  <c:v>1.0020000000000001E-2</c:v>
                </c:pt>
                <c:pt idx="6373">
                  <c:v>9.8099999999999993E-3</c:v>
                </c:pt>
                <c:pt idx="6374">
                  <c:v>9.8399999999999998E-3</c:v>
                </c:pt>
                <c:pt idx="6375">
                  <c:v>9.7099999999999999E-3</c:v>
                </c:pt>
                <c:pt idx="6376">
                  <c:v>9.75E-3</c:v>
                </c:pt>
                <c:pt idx="6377">
                  <c:v>9.8200000000000006E-3</c:v>
                </c:pt>
                <c:pt idx="6378">
                  <c:v>9.8200000000000006E-3</c:v>
                </c:pt>
                <c:pt idx="6379">
                  <c:v>9.7099999999999999E-3</c:v>
                </c:pt>
                <c:pt idx="6380">
                  <c:v>9.7800000000000005E-3</c:v>
                </c:pt>
                <c:pt idx="6381">
                  <c:v>9.8499999999999994E-3</c:v>
                </c:pt>
                <c:pt idx="6382">
                  <c:v>9.8499999999999994E-3</c:v>
                </c:pt>
                <c:pt idx="6383">
                  <c:v>9.92E-3</c:v>
                </c:pt>
                <c:pt idx="6384">
                  <c:v>9.9500000000000005E-3</c:v>
                </c:pt>
                <c:pt idx="6385">
                  <c:v>9.8200000000000006E-3</c:v>
                </c:pt>
                <c:pt idx="6386">
                  <c:v>9.92E-3</c:v>
                </c:pt>
                <c:pt idx="6387">
                  <c:v>1.004E-2</c:v>
                </c:pt>
                <c:pt idx="6388">
                  <c:v>9.9600000000000001E-3</c:v>
                </c:pt>
                <c:pt idx="6389">
                  <c:v>9.6799999999999994E-3</c:v>
                </c:pt>
                <c:pt idx="6390">
                  <c:v>9.5399999999999999E-3</c:v>
                </c:pt>
                <c:pt idx="6391">
                  <c:v>9.3600000000000003E-3</c:v>
                </c:pt>
                <c:pt idx="6392">
                  <c:v>9.0299999999999998E-3</c:v>
                </c:pt>
                <c:pt idx="6393">
                  <c:v>9.0299999999999998E-3</c:v>
                </c:pt>
                <c:pt idx="6394">
                  <c:v>9.0599999999999986E-3</c:v>
                </c:pt>
                <c:pt idx="6395">
                  <c:v>9.2499999999999995E-3</c:v>
                </c:pt>
                <c:pt idx="6396">
                  <c:v>9.3400000000000011E-3</c:v>
                </c:pt>
                <c:pt idx="6397">
                  <c:v>9.2999999999999992E-3</c:v>
                </c:pt>
                <c:pt idx="6398">
                  <c:v>9.3099999999999988E-3</c:v>
                </c:pt>
                <c:pt idx="6399">
                  <c:v>9.2200000000000008E-3</c:v>
                </c:pt>
                <c:pt idx="6400">
                  <c:v>9.1000000000000004E-3</c:v>
                </c:pt>
                <c:pt idx="6401">
                  <c:v>9.11E-3</c:v>
                </c:pt>
                <c:pt idx="6402">
                  <c:v>9.0200000000000002E-3</c:v>
                </c:pt>
                <c:pt idx="6403">
                  <c:v>9.0200000000000002E-3</c:v>
                </c:pt>
                <c:pt idx="6404">
                  <c:v>8.9599999999999992E-3</c:v>
                </c:pt>
                <c:pt idx="6405">
                  <c:v>9.11E-3</c:v>
                </c:pt>
                <c:pt idx="6406">
                  <c:v>9.0400000000000012E-3</c:v>
                </c:pt>
                <c:pt idx="6407">
                  <c:v>8.9599999999999992E-3</c:v>
                </c:pt>
                <c:pt idx="6408">
                  <c:v>8.8299999999999993E-3</c:v>
                </c:pt>
                <c:pt idx="6409">
                  <c:v>8.7400000000000012E-3</c:v>
                </c:pt>
                <c:pt idx="6410">
                  <c:v>8.9099999999999995E-3</c:v>
                </c:pt>
                <c:pt idx="6411">
                  <c:v>8.8700000000000011E-3</c:v>
                </c:pt>
                <c:pt idx="6412">
                  <c:v>8.6800000000000002E-3</c:v>
                </c:pt>
                <c:pt idx="6413">
                  <c:v>9.3799999999999994E-3</c:v>
                </c:pt>
                <c:pt idx="6414">
                  <c:v>9.2499999999999995E-3</c:v>
                </c:pt>
                <c:pt idx="6415">
                  <c:v>9.2599999999999991E-3</c:v>
                </c:pt>
                <c:pt idx="6416">
                  <c:v>9.1199999999999996E-3</c:v>
                </c:pt>
                <c:pt idx="6417">
                  <c:v>9.0200000000000002E-3</c:v>
                </c:pt>
                <c:pt idx="6418">
                  <c:v>8.9899999999999997E-3</c:v>
                </c:pt>
                <c:pt idx="6419">
                  <c:v>8.9499999999999996E-3</c:v>
                </c:pt>
                <c:pt idx="6420">
                  <c:v>8.9099999999999995E-3</c:v>
                </c:pt>
                <c:pt idx="6421">
                  <c:v>8.7400000000000012E-3</c:v>
                </c:pt>
                <c:pt idx="6422">
                  <c:v>8.6800000000000002E-3</c:v>
                </c:pt>
                <c:pt idx="6423">
                  <c:v>8.4799999999999997E-3</c:v>
                </c:pt>
                <c:pt idx="6424">
                  <c:v>8.4499999999999992E-3</c:v>
                </c:pt>
                <c:pt idx="6425">
                  <c:v>8.5000000000000006E-3</c:v>
                </c:pt>
                <c:pt idx="6426">
                  <c:v>8.6700000000000006E-3</c:v>
                </c:pt>
                <c:pt idx="6427">
                  <c:v>8.7299999999999999E-3</c:v>
                </c:pt>
                <c:pt idx="6428">
                  <c:v>8.709999999999999E-3</c:v>
                </c:pt>
                <c:pt idx="6429">
                  <c:v>8.5400000000000007E-3</c:v>
                </c:pt>
                <c:pt idx="6430">
                  <c:v>8.6800000000000002E-3</c:v>
                </c:pt>
                <c:pt idx="6431">
                  <c:v>8.7900000000000009E-3</c:v>
                </c:pt>
                <c:pt idx="6432">
                  <c:v>8.8199999999999997E-3</c:v>
                </c:pt>
                <c:pt idx="6433">
                  <c:v>8.9499999999999996E-3</c:v>
                </c:pt>
                <c:pt idx="6434">
                  <c:v>8.9499999999999996E-3</c:v>
                </c:pt>
                <c:pt idx="6435">
                  <c:v>9.1400000000000006E-3</c:v>
                </c:pt>
                <c:pt idx="6436">
                  <c:v>9.0200000000000002E-3</c:v>
                </c:pt>
                <c:pt idx="6437">
                  <c:v>8.8599999999999998E-3</c:v>
                </c:pt>
                <c:pt idx="6438">
                  <c:v>8.8400000000000006E-3</c:v>
                </c:pt>
                <c:pt idx="6439">
                  <c:v>8.8400000000000006E-3</c:v>
                </c:pt>
                <c:pt idx="6440">
                  <c:v>8.8900000000000003E-3</c:v>
                </c:pt>
                <c:pt idx="6441">
                  <c:v>8.7500000000000008E-3</c:v>
                </c:pt>
                <c:pt idx="6442">
                  <c:v>8.6400000000000001E-3</c:v>
                </c:pt>
                <c:pt idx="6443">
                  <c:v>8.5199999999999998E-3</c:v>
                </c:pt>
                <c:pt idx="6444">
                  <c:v>8.4700000000000001E-3</c:v>
                </c:pt>
                <c:pt idx="6445">
                  <c:v>8.5199999999999998E-3</c:v>
                </c:pt>
                <c:pt idx="6446">
                  <c:v>8.4499999999999992E-3</c:v>
                </c:pt>
                <c:pt idx="6447">
                  <c:v>8.3099999999999997E-3</c:v>
                </c:pt>
                <c:pt idx="6448">
                  <c:v>8.2699999999999996E-3</c:v>
                </c:pt>
                <c:pt idx="6449">
                  <c:v>8.2699999999999996E-3</c:v>
                </c:pt>
                <c:pt idx="6450">
                  <c:v>8.3499999999999998E-3</c:v>
                </c:pt>
                <c:pt idx="6451">
                  <c:v>8.4700000000000001E-3</c:v>
                </c:pt>
                <c:pt idx="6452">
                  <c:v>8.6200000000000009E-3</c:v>
                </c:pt>
                <c:pt idx="6453">
                  <c:v>8.5100000000000002E-3</c:v>
                </c:pt>
                <c:pt idx="6454">
                  <c:v>8.43E-3</c:v>
                </c:pt>
                <c:pt idx="6455">
                  <c:v>8.490000000000001E-3</c:v>
                </c:pt>
                <c:pt idx="6456">
                  <c:v>8.6099999999999996E-3</c:v>
                </c:pt>
                <c:pt idx="6457">
                  <c:v>8.4799999999999997E-3</c:v>
                </c:pt>
                <c:pt idx="6458">
                  <c:v>8.3700000000000007E-3</c:v>
                </c:pt>
                <c:pt idx="6459">
                  <c:v>8.320000000000001E-3</c:v>
                </c:pt>
                <c:pt idx="6460">
                  <c:v>8.4499999999999992E-3</c:v>
                </c:pt>
                <c:pt idx="6461">
                  <c:v>8.4599999999999988E-3</c:v>
                </c:pt>
                <c:pt idx="6462">
                  <c:v>8.6200000000000009E-3</c:v>
                </c:pt>
                <c:pt idx="6463">
                  <c:v>8.9499999999999996E-3</c:v>
                </c:pt>
                <c:pt idx="6464">
                  <c:v>8.9499999999999996E-3</c:v>
                </c:pt>
                <c:pt idx="6465">
                  <c:v>8.9999999999999993E-3</c:v>
                </c:pt>
                <c:pt idx="6466">
                  <c:v>8.77E-3</c:v>
                </c:pt>
                <c:pt idx="6467">
                  <c:v>8.9200000000000008E-3</c:v>
                </c:pt>
                <c:pt idx="6468">
                  <c:v>8.94E-3</c:v>
                </c:pt>
                <c:pt idx="6469">
                  <c:v>8.8999999999999999E-3</c:v>
                </c:pt>
                <c:pt idx="6470">
                  <c:v>8.8900000000000003E-3</c:v>
                </c:pt>
                <c:pt idx="6471">
                  <c:v>9.1000000000000004E-3</c:v>
                </c:pt>
                <c:pt idx="6472">
                  <c:v>8.8000000000000005E-3</c:v>
                </c:pt>
                <c:pt idx="6473">
                  <c:v>8.6599999999999993E-3</c:v>
                </c:pt>
                <c:pt idx="6474">
                  <c:v>8.5699999999999995E-3</c:v>
                </c:pt>
                <c:pt idx="6475">
                  <c:v>8.7200000000000003E-3</c:v>
                </c:pt>
                <c:pt idx="6476">
                  <c:v>8.4499999999999992E-3</c:v>
                </c:pt>
                <c:pt idx="6477">
                  <c:v>8.8100000000000001E-3</c:v>
                </c:pt>
                <c:pt idx="6478">
                  <c:v>8.9899999999999997E-3</c:v>
                </c:pt>
                <c:pt idx="6479">
                  <c:v>9.3299999999999998E-3</c:v>
                </c:pt>
                <c:pt idx="6480">
                  <c:v>9.3200000000000002E-3</c:v>
                </c:pt>
                <c:pt idx="6481">
                  <c:v>9.1000000000000004E-3</c:v>
                </c:pt>
                <c:pt idx="6482">
                  <c:v>9.2499999999999995E-3</c:v>
                </c:pt>
                <c:pt idx="6483">
                  <c:v>9.41E-3</c:v>
                </c:pt>
                <c:pt idx="6484">
                  <c:v>9.2300000000000004E-3</c:v>
                </c:pt>
                <c:pt idx="6485">
                  <c:v>9.2300000000000004E-3</c:v>
                </c:pt>
                <c:pt idx="6486">
                  <c:v>9.3099999999999988E-3</c:v>
                </c:pt>
                <c:pt idx="6487">
                  <c:v>9.41E-3</c:v>
                </c:pt>
                <c:pt idx="6488">
                  <c:v>9.4199999999999996E-3</c:v>
                </c:pt>
                <c:pt idx="6489">
                  <c:v>9.4599999999999997E-3</c:v>
                </c:pt>
                <c:pt idx="6490">
                  <c:v>9.5999999999999992E-3</c:v>
                </c:pt>
                <c:pt idx="6491">
                  <c:v>9.4800000000000006E-3</c:v>
                </c:pt>
                <c:pt idx="6492">
                  <c:v>9.4999999999999998E-3</c:v>
                </c:pt>
                <c:pt idx="6493">
                  <c:v>9.6699999999999998E-3</c:v>
                </c:pt>
                <c:pt idx="6494">
                  <c:v>9.6500000000000006E-3</c:v>
                </c:pt>
                <c:pt idx="6495">
                  <c:v>9.5700000000000004E-3</c:v>
                </c:pt>
                <c:pt idx="6496">
                  <c:v>9.3400000000000011E-3</c:v>
                </c:pt>
                <c:pt idx="6497">
                  <c:v>9.3400000000000011E-3</c:v>
                </c:pt>
                <c:pt idx="6498">
                  <c:v>9.3099999999999988E-3</c:v>
                </c:pt>
                <c:pt idx="6499">
                  <c:v>9.2200000000000008E-3</c:v>
                </c:pt>
                <c:pt idx="6500">
                  <c:v>9.0699999999999999E-3</c:v>
                </c:pt>
                <c:pt idx="6501">
                  <c:v>9.11E-3</c:v>
                </c:pt>
                <c:pt idx="6502">
                  <c:v>8.9700000000000005E-3</c:v>
                </c:pt>
                <c:pt idx="6503">
                  <c:v>8.8299999999999993E-3</c:v>
                </c:pt>
                <c:pt idx="6504">
                  <c:v>8.77E-3</c:v>
                </c:pt>
                <c:pt idx="6505">
                  <c:v>8.77E-3</c:v>
                </c:pt>
                <c:pt idx="6506">
                  <c:v>8.709999999999999E-3</c:v>
                </c:pt>
                <c:pt idx="6507">
                  <c:v>8.709999999999999E-3</c:v>
                </c:pt>
                <c:pt idx="6508">
                  <c:v>8.9599999999999992E-3</c:v>
                </c:pt>
                <c:pt idx="6509">
                  <c:v>8.9499999999999996E-3</c:v>
                </c:pt>
                <c:pt idx="6510">
                  <c:v>9.0900000000000009E-3</c:v>
                </c:pt>
                <c:pt idx="6511">
                  <c:v>9.0500000000000008E-3</c:v>
                </c:pt>
                <c:pt idx="6512">
                  <c:v>9.0599999999999986E-3</c:v>
                </c:pt>
                <c:pt idx="6513">
                  <c:v>8.9999999999999993E-3</c:v>
                </c:pt>
                <c:pt idx="6514">
                  <c:v>8.9700000000000005E-3</c:v>
                </c:pt>
                <c:pt idx="6515">
                  <c:v>8.9499999999999996E-3</c:v>
                </c:pt>
                <c:pt idx="6516">
                  <c:v>8.8700000000000011E-3</c:v>
                </c:pt>
                <c:pt idx="6517">
                  <c:v>8.8700000000000011E-3</c:v>
                </c:pt>
                <c:pt idx="6518">
                  <c:v>8.8199999999999997E-3</c:v>
                </c:pt>
                <c:pt idx="6519">
                  <c:v>8.879999999999999E-3</c:v>
                </c:pt>
                <c:pt idx="6520">
                  <c:v>8.8999999999999999E-3</c:v>
                </c:pt>
                <c:pt idx="6521">
                  <c:v>8.9499999999999996E-3</c:v>
                </c:pt>
                <c:pt idx="6522">
                  <c:v>8.9499999999999996E-3</c:v>
                </c:pt>
                <c:pt idx="6523">
                  <c:v>8.8500000000000002E-3</c:v>
                </c:pt>
                <c:pt idx="6524">
                  <c:v>8.9499999999999996E-3</c:v>
                </c:pt>
                <c:pt idx="6525">
                  <c:v>8.8599999999999998E-3</c:v>
                </c:pt>
                <c:pt idx="6526">
                  <c:v>8.8299999999999993E-3</c:v>
                </c:pt>
                <c:pt idx="6527">
                  <c:v>8.9200000000000008E-3</c:v>
                </c:pt>
                <c:pt idx="6528">
                  <c:v>8.8000000000000005E-3</c:v>
                </c:pt>
                <c:pt idx="6529">
                  <c:v>8.7500000000000008E-3</c:v>
                </c:pt>
                <c:pt idx="6530">
                  <c:v>8.6700000000000006E-3</c:v>
                </c:pt>
                <c:pt idx="6531">
                  <c:v>8.6999999999999994E-3</c:v>
                </c:pt>
                <c:pt idx="6532">
                  <c:v>8.5799999999999991E-3</c:v>
                </c:pt>
                <c:pt idx="6533">
                  <c:v>8.5199999999999998E-3</c:v>
                </c:pt>
                <c:pt idx="6534">
                  <c:v>8.5199999999999998E-3</c:v>
                </c:pt>
                <c:pt idx="6535">
                  <c:v>8.5100000000000002E-3</c:v>
                </c:pt>
                <c:pt idx="6536">
                  <c:v>8.4200000000000004E-3</c:v>
                </c:pt>
                <c:pt idx="6537">
                  <c:v>8.2199999999999999E-3</c:v>
                </c:pt>
                <c:pt idx="6538">
                  <c:v>8.320000000000001E-3</c:v>
                </c:pt>
                <c:pt idx="6539">
                  <c:v>8.3700000000000007E-3</c:v>
                </c:pt>
                <c:pt idx="6540">
                  <c:v>8.3700000000000007E-3</c:v>
                </c:pt>
                <c:pt idx="6541">
                  <c:v>8.3499999999999998E-3</c:v>
                </c:pt>
                <c:pt idx="6542">
                  <c:v>8.4799999999999997E-3</c:v>
                </c:pt>
                <c:pt idx="6543">
                  <c:v>8.4799999999999997E-3</c:v>
                </c:pt>
                <c:pt idx="6544">
                  <c:v>8.2900000000000005E-3</c:v>
                </c:pt>
                <c:pt idx="6545">
                  <c:v>8.3599999999999994E-3</c:v>
                </c:pt>
                <c:pt idx="6546">
                  <c:v>8.490000000000001E-3</c:v>
                </c:pt>
                <c:pt idx="6547">
                  <c:v>8.7200000000000003E-3</c:v>
                </c:pt>
                <c:pt idx="6548">
                  <c:v>8.6599999999999993E-3</c:v>
                </c:pt>
                <c:pt idx="6549">
                  <c:v>8.6200000000000009E-3</c:v>
                </c:pt>
                <c:pt idx="6550">
                  <c:v>8.8199999999999997E-3</c:v>
                </c:pt>
                <c:pt idx="6551">
                  <c:v>8.8400000000000006E-3</c:v>
                </c:pt>
                <c:pt idx="6552">
                  <c:v>8.9099999999999995E-3</c:v>
                </c:pt>
                <c:pt idx="6553">
                  <c:v>9.1199999999999996E-3</c:v>
                </c:pt>
                <c:pt idx="6554">
                  <c:v>9.1199999999999996E-3</c:v>
                </c:pt>
                <c:pt idx="6555">
                  <c:v>9.1599999999999997E-3</c:v>
                </c:pt>
                <c:pt idx="6556">
                  <c:v>9.0099999999999989E-3</c:v>
                </c:pt>
                <c:pt idx="6557">
                  <c:v>9.0599999999999986E-3</c:v>
                </c:pt>
                <c:pt idx="6558">
                  <c:v>8.94E-3</c:v>
                </c:pt>
                <c:pt idx="6559">
                  <c:v>9.1400000000000006E-3</c:v>
                </c:pt>
                <c:pt idx="6560">
                  <c:v>9.3299999999999998E-3</c:v>
                </c:pt>
                <c:pt idx="6561">
                  <c:v>9.1900000000000003E-3</c:v>
                </c:pt>
                <c:pt idx="6562">
                  <c:v>9.4900000000000002E-3</c:v>
                </c:pt>
                <c:pt idx="6563">
                  <c:v>9.8499999999999994E-3</c:v>
                </c:pt>
                <c:pt idx="6564">
                  <c:v>9.8099999999999993E-3</c:v>
                </c:pt>
                <c:pt idx="6565">
                  <c:v>9.75E-3</c:v>
                </c:pt>
                <c:pt idx="6566">
                  <c:v>9.3600000000000003E-3</c:v>
                </c:pt>
                <c:pt idx="6567">
                  <c:v>9.4299999999999991E-3</c:v>
                </c:pt>
                <c:pt idx="6568">
                  <c:v>9.6900000000000007E-3</c:v>
                </c:pt>
                <c:pt idx="6569">
                  <c:v>9.6500000000000006E-3</c:v>
                </c:pt>
                <c:pt idx="6570">
                  <c:v>9.5599999999999991E-3</c:v>
                </c:pt>
                <c:pt idx="6571">
                  <c:v>9.7700000000000009E-3</c:v>
                </c:pt>
                <c:pt idx="6572">
                  <c:v>1.0109999999999999E-2</c:v>
                </c:pt>
                <c:pt idx="6573">
                  <c:v>1.0320000000000001E-2</c:v>
                </c:pt>
                <c:pt idx="6574">
                  <c:v>1.043E-2</c:v>
                </c:pt>
                <c:pt idx="6575">
                  <c:v>1.035E-2</c:v>
                </c:pt>
                <c:pt idx="6576">
                  <c:v>1.005E-2</c:v>
                </c:pt>
                <c:pt idx="6577">
                  <c:v>1.0159999999999999E-2</c:v>
                </c:pt>
                <c:pt idx="6578">
                  <c:v>9.9400000000000009E-3</c:v>
                </c:pt>
                <c:pt idx="6579">
                  <c:v>9.7900000000000001E-3</c:v>
                </c:pt>
                <c:pt idx="6580">
                  <c:v>9.6600000000000002E-3</c:v>
                </c:pt>
                <c:pt idx="6581">
                  <c:v>9.6500000000000006E-3</c:v>
                </c:pt>
                <c:pt idx="6582">
                  <c:v>9.8300000000000002E-3</c:v>
                </c:pt>
                <c:pt idx="6583">
                  <c:v>1.0159999999999999E-2</c:v>
                </c:pt>
                <c:pt idx="6584">
                  <c:v>1.0149999999999999E-2</c:v>
                </c:pt>
                <c:pt idx="6585">
                  <c:v>9.9400000000000009E-3</c:v>
                </c:pt>
                <c:pt idx="6586">
                  <c:v>9.6600000000000002E-3</c:v>
                </c:pt>
                <c:pt idx="6587">
                  <c:v>9.6099999999999988E-3</c:v>
                </c:pt>
                <c:pt idx="6588">
                  <c:v>9.4800000000000006E-3</c:v>
                </c:pt>
                <c:pt idx="6589">
                  <c:v>9.2900000000000014E-3</c:v>
                </c:pt>
                <c:pt idx="6590">
                  <c:v>9.58E-3</c:v>
                </c:pt>
                <c:pt idx="6591">
                  <c:v>9.0799999999999995E-3</c:v>
                </c:pt>
                <c:pt idx="6592">
                  <c:v>9.2499999999999995E-3</c:v>
                </c:pt>
                <c:pt idx="6593">
                  <c:v>9.1199999999999996E-3</c:v>
                </c:pt>
                <c:pt idx="6594">
                  <c:v>9.1799999999999989E-3</c:v>
                </c:pt>
                <c:pt idx="6595">
                  <c:v>8.9999999999999993E-3</c:v>
                </c:pt>
                <c:pt idx="6596">
                  <c:v>8.94E-3</c:v>
                </c:pt>
                <c:pt idx="6597">
                  <c:v>8.8999999999999999E-3</c:v>
                </c:pt>
                <c:pt idx="6598">
                  <c:v>8.9800000000000001E-3</c:v>
                </c:pt>
                <c:pt idx="6599">
                  <c:v>8.9999999999999993E-3</c:v>
                </c:pt>
                <c:pt idx="6600">
                  <c:v>9.0400000000000012E-3</c:v>
                </c:pt>
                <c:pt idx="6601">
                  <c:v>8.8100000000000001E-3</c:v>
                </c:pt>
                <c:pt idx="6602">
                  <c:v>8.879999999999999E-3</c:v>
                </c:pt>
                <c:pt idx="6603">
                  <c:v>8.9599999999999992E-3</c:v>
                </c:pt>
                <c:pt idx="6604">
                  <c:v>9.0299999999999998E-3</c:v>
                </c:pt>
                <c:pt idx="6605">
                  <c:v>9.1999999999999998E-3</c:v>
                </c:pt>
                <c:pt idx="6606">
                  <c:v>9.0099999999999989E-3</c:v>
                </c:pt>
                <c:pt idx="6607">
                  <c:v>9.2900000000000014E-3</c:v>
                </c:pt>
                <c:pt idx="6608">
                  <c:v>9.1299999999999992E-3</c:v>
                </c:pt>
                <c:pt idx="6609">
                  <c:v>9.0799999999999995E-3</c:v>
                </c:pt>
                <c:pt idx="6610">
                  <c:v>8.8500000000000002E-3</c:v>
                </c:pt>
                <c:pt idx="6611">
                  <c:v>8.8599999999999998E-3</c:v>
                </c:pt>
                <c:pt idx="6612">
                  <c:v>8.9999999999999993E-3</c:v>
                </c:pt>
                <c:pt idx="6613">
                  <c:v>8.9200000000000008E-3</c:v>
                </c:pt>
                <c:pt idx="6614">
                  <c:v>8.8100000000000001E-3</c:v>
                </c:pt>
                <c:pt idx="6615">
                  <c:v>8.7500000000000008E-3</c:v>
                </c:pt>
                <c:pt idx="6616">
                  <c:v>8.6300000000000005E-3</c:v>
                </c:pt>
                <c:pt idx="6617">
                  <c:v>8.5599999999999999E-3</c:v>
                </c:pt>
                <c:pt idx="6618">
                  <c:v>8.4599999999999988E-3</c:v>
                </c:pt>
                <c:pt idx="6619">
                  <c:v>8.490000000000001E-3</c:v>
                </c:pt>
                <c:pt idx="6620">
                  <c:v>8.5299999999999994E-3</c:v>
                </c:pt>
                <c:pt idx="6621">
                  <c:v>8.5000000000000006E-3</c:v>
                </c:pt>
                <c:pt idx="6622">
                  <c:v>8.490000000000001E-3</c:v>
                </c:pt>
                <c:pt idx="6623">
                  <c:v>8.3000000000000001E-3</c:v>
                </c:pt>
                <c:pt idx="6624">
                  <c:v>8.3000000000000001E-3</c:v>
                </c:pt>
                <c:pt idx="6625">
                  <c:v>8.4099999999999991E-3</c:v>
                </c:pt>
                <c:pt idx="6626">
                  <c:v>8.4700000000000001E-3</c:v>
                </c:pt>
                <c:pt idx="6627">
                  <c:v>8.3999999999999995E-3</c:v>
                </c:pt>
                <c:pt idx="6628">
                  <c:v>8.43E-3</c:v>
                </c:pt>
                <c:pt idx="6629">
                  <c:v>8.3999999999999995E-3</c:v>
                </c:pt>
                <c:pt idx="6630">
                  <c:v>8.3700000000000007E-3</c:v>
                </c:pt>
                <c:pt idx="6631">
                  <c:v>8.4599999999999988E-3</c:v>
                </c:pt>
                <c:pt idx="6632">
                  <c:v>8.43E-3</c:v>
                </c:pt>
                <c:pt idx="6633">
                  <c:v>8.4400000000000013E-3</c:v>
                </c:pt>
                <c:pt idx="6634">
                  <c:v>8.4499999999999992E-3</c:v>
                </c:pt>
                <c:pt idx="6635">
                  <c:v>8.5799999999999991E-3</c:v>
                </c:pt>
                <c:pt idx="6636">
                  <c:v>8.5299999999999994E-3</c:v>
                </c:pt>
                <c:pt idx="6637">
                  <c:v>8.5699999999999995E-3</c:v>
                </c:pt>
                <c:pt idx="6638">
                  <c:v>8.4499999999999992E-3</c:v>
                </c:pt>
                <c:pt idx="6639">
                  <c:v>8.3099999999999997E-3</c:v>
                </c:pt>
                <c:pt idx="6640">
                  <c:v>8.5599999999999999E-3</c:v>
                </c:pt>
                <c:pt idx="6641">
                  <c:v>8.5699999999999995E-3</c:v>
                </c:pt>
                <c:pt idx="6642">
                  <c:v>8.6700000000000006E-3</c:v>
                </c:pt>
                <c:pt idx="6643">
                  <c:v>8.6700000000000006E-3</c:v>
                </c:pt>
                <c:pt idx="6644">
                  <c:v>8.6400000000000001E-3</c:v>
                </c:pt>
                <c:pt idx="6645">
                  <c:v>8.5599999999999999E-3</c:v>
                </c:pt>
                <c:pt idx="6646">
                  <c:v>8.7400000000000012E-3</c:v>
                </c:pt>
                <c:pt idx="6647">
                  <c:v>8.8700000000000011E-3</c:v>
                </c:pt>
                <c:pt idx="6648">
                  <c:v>8.9300000000000004E-3</c:v>
                </c:pt>
                <c:pt idx="6649">
                  <c:v>8.8500000000000002E-3</c:v>
                </c:pt>
                <c:pt idx="6650">
                  <c:v>8.7599999999999987E-3</c:v>
                </c:pt>
                <c:pt idx="6651">
                  <c:v>8.7599999999999987E-3</c:v>
                </c:pt>
                <c:pt idx="6652">
                  <c:v>8.7599999999999987E-3</c:v>
                </c:pt>
                <c:pt idx="6653">
                  <c:v>8.7599999999999987E-3</c:v>
                </c:pt>
                <c:pt idx="6654">
                  <c:v>8.6899999999999998E-3</c:v>
                </c:pt>
                <c:pt idx="6655">
                  <c:v>8.7900000000000009E-3</c:v>
                </c:pt>
                <c:pt idx="6656">
                  <c:v>8.7900000000000009E-3</c:v>
                </c:pt>
                <c:pt idx="6657">
                  <c:v>8.8299999999999993E-3</c:v>
                </c:pt>
                <c:pt idx="6658">
                  <c:v>8.9800000000000001E-3</c:v>
                </c:pt>
                <c:pt idx="6659">
                  <c:v>8.9499999999999996E-3</c:v>
                </c:pt>
                <c:pt idx="6660">
                  <c:v>9.2200000000000008E-3</c:v>
                </c:pt>
                <c:pt idx="6661">
                  <c:v>9.1500000000000001E-3</c:v>
                </c:pt>
                <c:pt idx="6662">
                  <c:v>9.0500000000000008E-3</c:v>
                </c:pt>
                <c:pt idx="6663">
                  <c:v>9.1400000000000006E-3</c:v>
                </c:pt>
                <c:pt idx="6664">
                  <c:v>9.0900000000000009E-3</c:v>
                </c:pt>
                <c:pt idx="6665">
                  <c:v>9.1799999999999989E-3</c:v>
                </c:pt>
                <c:pt idx="6666">
                  <c:v>9.1900000000000003E-3</c:v>
                </c:pt>
                <c:pt idx="6667">
                  <c:v>9.2999999999999992E-3</c:v>
                </c:pt>
                <c:pt idx="6668">
                  <c:v>9.4500000000000001E-3</c:v>
                </c:pt>
                <c:pt idx="6669">
                  <c:v>9.41E-3</c:v>
                </c:pt>
                <c:pt idx="6670">
                  <c:v>9.6200000000000001E-3</c:v>
                </c:pt>
                <c:pt idx="6671">
                  <c:v>9.5399999999999999E-3</c:v>
                </c:pt>
                <c:pt idx="6672">
                  <c:v>9.3699999999999999E-3</c:v>
                </c:pt>
                <c:pt idx="6673">
                  <c:v>9.2499999999999995E-3</c:v>
                </c:pt>
                <c:pt idx="6674">
                  <c:v>9.1700000000000011E-3</c:v>
                </c:pt>
                <c:pt idx="6675">
                  <c:v>9.1199999999999996E-3</c:v>
                </c:pt>
                <c:pt idx="6676">
                  <c:v>9.0799999999999995E-3</c:v>
                </c:pt>
                <c:pt idx="6677">
                  <c:v>9.1700000000000011E-3</c:v>
                </c:pt>
                <c:pt idx="6678">
                  <c:v>9.1000000000000004E-3</c:v>
                </c:pt>
                <c:pt idx="6679">
                  <c:v>9.2200000000000008E-3</c:v>
                </c:pt>
                <c:pt idx="6680">
                  <c:v>9.2399999999999999E-3</c:v>
                </c:pt>
                <c:pt idx="6681">
                  <c:v>9.2300000000000004E-3</c:v>
                </c:pt>
                <c:pt idx="6682">
                  <c:v>9.1999999999999998E-3</c:v>
                </c:pt>
                <c:pt idx="6683">
                  <c:v>9.3299999999999998E-3</c:v>
                </c:pt>
                <c:pt idx="6684">
                  <c:v>9.3200000000000002E-3</c:v>
                </c:pt>
                <c:pt idx="6685">
                  <c:v>9.5700000000000004E-3</c:v>
                </c:pt>
                <c:pt idx="6686">
                  <c:v>9.4599999999999997E-3</c:v>
                </c:pt>
                <c:pt idx="6687">
                  <c:v>9.4400000000000005E-3</c:v>
                </c:pt>
                <c:pt idx="6688">
                  <c:v>9.4500000000000001E-3</c:v>
                </c:pt>
                <c:pt idx="6689">
                  <c:v>9.470000000000001E-3</c:v>
                </c:pt>
                <c:pt idx="6690">
                  <c:v>9.4900000000000002E-3</c:v>
                </c:pt>
                <c:pt idx="6691">
                  <c:v>9.4199999999999996E-3</c:v>
                </c:pt>
                <c:pt idx="6692">
                  <c:v>9.1500000000000001E-3</c:v>
                </c:pt>
                <c:pt idx="6693">
                  <c:v>9.1700000000000011E-3</c:v>
                </c:pt>
                <c:pt idx="6694">
                  <c:v>9.1000000000000004E-3</c:v>
                </c:pt>
                <c:pt idx="6695">
                  <c:v>9.2900000000000014E-3</c:v>
                </c:pt>
                <c:pt idx="6696">
                  <c:v>9.4500000000000001E-3</c:v>
                </c:pt>
                <c:pt idx="6697">
                  <c:v>9.3799999999999994E-3</c:v>
                </c:pt>
                <c:pt idx="6698">
                  <c:v>9.2900000000000014E-3</c:v>
                </c:pt>
                <c:pt idx="6699">
                  <c:v>9.2900000000000014E-3</c:v>
                </c:pt>
                <c:pt idx="6700">
                  <c:v>9.3400000000000011E-3</c:v>
                </c:pt>
                <c:pt idx="6701">
                  <c:v>9.2099999999999994E-3</c:v>
                </c:pt>
                <c:pt idx="6702">
                  <c:v>9.1400000000000006E-3</c:v>
                </c:pt>
                <c:pt idx="6703">
                  <c:v>9.1700000000000011E-3</c:v>
                </c:pt>
                <c:pt idx="6704">
                  <c:v>9.2099999999999994E-3</c:v>
                </c:pt>
                <c:pt idx="6705">
                  <c:v>9.1799999999999989E-3</c:v>
                </c:pt>
                <c:pt idx="6706">
                  <c:v>8.9999999999999993E-3</c:v>
                </c:pt>
                <c:pt idx="6707">
                  <c:v>9.0099999999999989E-3</c:v>
                </c:pt>
                <c:pt idx="6708">
                  <c:v>8.9599999999999992E-3</c:v>
                </c:pt>
                <c:pt idx="6709">
                  <c:v>8.9499999999999996E-3</c:v>
                </c:pt>
                <c:pt idx="6710">
                  <c:v>8.9499999999999996E-3</c:v>
                </c:pt>
                <c:pt idx="6711">
                  <c:v>8.9800000000000001E-3</c:v>
                </c:pt>
                <c:pt idx="6712">
                  <c:v>8.9300000000000004E-3</c:v>
                </c:pt>
                <c:pt idx="6713">
                  <c:v>9.2800000000000001E-3</c:v>
                </c:pt>
                <c:pt idx="6714">
                  <c:v>9.4900000000000002E-3</c:v>
                </c:pt>
                <c:pt idx="6715">
                  <c:v>9.4800000000000006E-3</c:v>
                </c:pt>
                <c:pt idx="6716">
                  <c:v>9.2300000000000004E-3</c:v>
                </c:pt>
                <c:pt idx="6717">
                  <c:v>9.6299999999999997E-3</c:v>
                </c:pt>
                <c:pt idx="6718">
                  <c:v>9.470000000000001E-3</c:v>
                </c:pt>
                <c:pt idx="6719">
                  <c:v>9.470000000000001E-3</c:v>
                </c:pt>
                <c:pt idx="6720">
                  <c:v>9.3200000000000002E-3</c:v>
                </c:pt>
                <c:pt idx="6721">
                  <c:v>9.3099999999999988E-3</c:v>
                </c:pt>
                <c:pt idx="6722">
                  <c:v>9.2900000000000014E-3</c:v>
                </c:pt>
                <c:pt idx="6723">
                  <c:v>9.2800000000000001E-3</c:v>
                </c:pt>
                <c:pt idx="6724">
                  <c:v>9.2800000000000001E-3</c:v>
                </c:pt>
                <c:pt idx="6725">
                  <c:v>9.470000000000001E-3</c:v>
                </c:pt>
                <c:pt idx="6726">
                  <c:v>9.5399999999999999E-3</c:v>
                </c:pt>
                <c:pt idx="6727">
                  <c:v>9.640000000000001E-3</c:v>
                </c:pt>
                <c:pt idx="6728">
                  <c:v>9.6099999999999988E-3</c:v>
                </c:pt>
                <c:pt idx="6729">
                  <c:v>9.8499999999999994E-3</c:v>
                </c:pt>
                <c:pt idx="6730">
                  <c:v>9.8499999999999994E-3</c:v>
                </c:pt>
              </c:numCache>
            </c:numRef>
          </c:val>
          <c:smooth val="0"/>
          <c:extLst>
            <c:ext xmlns:c16="http://schemas.microsoft.com/office/drawing/2014/chart" uri="{C3380CC4-5D6E-409C-BE32-E72D297353CC}">
              <c16:uniqueId val="{00000004-0FD3-4682-A0C6-166C21679F81}"/>
            </c:ext>
          </c:extLst>
        </c:ser>
        <c:dLbls>
          <c:showLegendKey val="0"/>
          <c:showVal val="0"/>
          <c:showCatName val="0"/>
          <c:showSerName val="0"/>
          <c:showPercent val="0"/>
          <c:showBubbleSize val="0"/>
        </c:dLbls>
        <c:marker val="1"/>
        <c:smooth val="0"/>
        <c:axId val="1277193760"/>
        <c:axId val="1277194848"/>
      </c:lineChart>
      <c:dateAx>
        <c:axId val="1277194304"/>
        <c:scaling>
          <c:orientation val="minMax"/>
          <c:max val="46311"/>
          <c:min val="43100"/>
        </c:scaling>
        <c:delete val="0"/>
        <c:axPos val="b"/>
        <c:numFmt formatCode="[$-409]mmmmm\-yy;@" sourceLinked="0"/>
        <c:majorTickMark val="out"/>
        <c:minorTickMark val="none"/>
        <c:tickLblPos val="nextTo"/>
        <c:txPr>
          <a:bodyPr rot="-5400000" vert="horz"/>
          <a:lstStyle/>
          <a:p>
            <a:pPr algn="ctr">
              <a:defRPr lang="en-US" sz="700" b="1" i="0" u="none" strike="noStrike" kern="1200" baseline="0">
                <a:solidFill>
                  <a:schemeClr val="tx2">
                    <a:lumMod val="75000"/>
                  </a:schemeClr>
                </a:solidFill>
                <a:latin typeface="Trebuchet MS" panose="020B0603020202020204" pitchFamily="34" charset="0"/>
                <a:ea typeface="+mn-ea"/>
                <a:cs typeface="+mn-cs"/>
              </a:defRPr>
            </a:pPr>
            <a:endParaRPr lang="en-US"/>
          </a:p>
        </c:txPr>
        <c:crossAx val="1277195392"/>
        <c:crosses val="autoZero"/>
        <c:auto val="0"/>
        <c:lblOffset val="100"/>
        <c:baseTimeUnit val="days"/>
        <c:majorUnit val="4"/>
        <c:majorTimeUnit val="months"/>
      </c:dateAx>
      <c:valAx>
        <c:axId val="1277195392"/>
        <c:scaling>
          <c:orientation val="minMax"/>
          <c:max val="0.12000000000000001"/>
          <c:min val="1.0000000000000002E-2"/>
        </c:scaling>
        <c:delete val="0"/>
        <c:axPos val="l"/>
        <c:majorGridlines>
          <c:spPr>
            <a:ln w="6350">
              <a:prstDash val="sysDot"/>
            </a:ln>
          </c:spPr>
        </c:majorGridlines>
        <c:numFmt formatCode="0.0%" sourceLinked="0"/>
        <c:majorTickMark val="out"/>
        <c:minorTickMark val="none"/>
        <c:tickLblPos val="nextTo"/>
        <c:txPr>
          <a:bodyPr/>
          <a:lstStyle/>
          <a:p>
            <a:pPr algn="ctr">
              <a:defRPr lang="en-US" sz="700" b="1" i="0" u="none" strike="noStrike" kern="1200" baseline="0">
                <a:solidFill>
                  <a:schemeClr val="tx2">
                    <a:lumMod val="75000"/>
                  </a:schemeClr>
                </a:solidFill>
                <a:latin typeface="Trebuchet MS" panose="020B0603020202020204" pitchFamily="34" charset="0"/>
                <a:ea typeface="+mn-ea"/>
                <a:cs typeface="+mn-cs"/>
              </a:defRPr>
            </a:pPr>
            <a:endParaRPr lang="es-PE"/>
          </a:p>
        </c:txPr>
        <c:crossAx val="1277194304"/>
        <c:crosses val="autoZero"/>
        <c:crossBetween val="between"/>
        <c:majorUnit val="2.0000000000000004E-2"/>
      </c:valAx>
      <c:valAx>
        <c:axId val="1277194848"/>
        <c:scaling>
          <c:orientation val="minMax"/>
          <c:max val="4.0000000000000008E-2"/>
          <c:min val="5.000000000000001E-3"/>
        </c:scaling>
        <c:delete val="0"/>
        <c:axPos val="r"/>
        <c:numFmt formatCode="0.0%" sourceLinked="0"/>
        <c:majorTickMark val="out"/>
        <c:minorTickMark val="none"/>
        <c:tickLblPos val="nextTo"/>
        <c:txPr>
          <a:bodyPr/>
          <a:lstStyle/>
          <a:p>
            <a:pPr algn="ctr">
              <a:defRPr lang="en-US" sz="700" b="1" i="0" u="none" strike="noStrike" kern="1200" baseline="0">
                <a:solidFill>
                  <a:schemeClr val="tx2">
                    <a:lumMod val="75000"/>
                  </a:schemeClr>
                </a:solidFill>
                <a:latin typeface="Trebuchet MS" panose="020B0603020202020204" pitchFamily="34" charset="0"/>
                <a:ea typeface="+mn-ea"/>
                <a:cs typeface="+mn-cs"/>
              </a:defRPr>
            </a:pPr>
            <a:endParaRPr lang="es-PE"/>
          </a:p>
        </c:txPr>
        <c:crossAx val="1277193760"/>
        <c:crosses val="max"/>
        <c:crossBetween val="between"/>
        <c:majorUnit val="5.000000000000001E-3"/>
      </c:valAx>
      <c:dateAx>
        <c:axId val="1277193760"/>
        <c:scaling>
          <c:orientation val="minMax"/>
        </c:scaling>
        <c:delete val="1"/>
        <c:axPos val="b"/>
        <c:numFmt formatCode="m/d/yyyy" sourceLinked="1"/>
        <c:majorTickMark val="out"/>
        <c:minorTickMark val="none"/>
        <c:tickLblPos val="nextTo"/>
        <c:crossAx val="1277194848"/>
        <c:crosses val="autoZero"/>
        <c:auto val="0"/>
        <c:lblOffset val="100"/>
        <c:baseTimeUnit val="days"/>
        <c:majorUnit val="1"/>
        <c:minorUnit val="1"/>
      </c:dateAx>
    </c:plotArea>
    <c:legend>
      <c:legendPos val="b"/>
      <c:overlay val="0"/>
    </c:legend>
    <c:plotVisOnly val="1"/>
    <c:dispBlanksAs val="gap"/>
    <c:showDLblsOverMax val="0"/>
  </c:chart>
  <c:spPr>
    <a:noFill/>
    <a:ln>
      <a:noFill/>
    </a:ln>
  </c:spPr>
  <c:txPr>
    <a:bodyPr/>
    <a:lstStyle/>
    <a:p>
      <a:pPr>
        <a:defRPr sz="900"/>
      </a:pPr>
      <a:endParaRPr lang="en-US"/>
    </a:p>
  </c:txPr>
  <c:externalData r:id="rId1">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3.763884605014068E-2"/>
          <c:y val="3.0229281635852059E-2"/>
          <c:w val="0.92472230789971865"/>
          <c:h val="0.75387284270148947"/>
        </c:manualLayout>
      </c:layout>
      <c:lineChart>
        <c:grouping val="standard"/>
        <c:varyColors val="0"/>
        <c:ser>
          <c:idx val="0"/>
          <c:order val="0"/>
          <c:tx>
            <c:v>PE CDS 5y</c:v>
          </c:tx>
          <c:spPr>
            <a:ln w="12700">
              <a:solidFill>
                <a:srgbClr val="00AECB"/>
              </a:solidFill>
            </a:ln>
          </c:spPr>
          <c:marker>
            <c:symbol val="none"/>
          </c:marker>
          <c:cat>
            <c:numRef>
              <c:f>Spread_Calc!$B$7:$B$7000</c:f>
              <c:numCache>
                <c:formatCode>m/d/yyyy</c:formatCode>
                <c:ptCount val="6994"/>
                <c:pt idx="0">
                  <c:v>36893</c:v>
                </c:pt>
                <c:pt idx="1">
                  <c:v>36894</c:v>
                </c:pt>
                <c:pt idx="2">
                  <c:v>36895</c:v>
                </c:pt>
                <c:pt idx="3">
                  <c:v>36896</c:v>
                </c:pt>
                <c:pt idx="4">
                  <c:v>36899</c:v>
                </c:pt>
                <c:pt idx="5">
                  <c:v>36900</c:v>
                </c:pt>
                <c:pt idx="6">
                  <c:v>36901</c:v>
                </c:pt>
                <c:pt idx="7">
                  <c:v>36902</c:v>
                </c:pt>
                <c:pt idx="8">
                  <c:v>36903</c:v>
                </c:pt>
                <c:pt idx="9">
                  <c:v>36906</c:v>
                </c:pt>
                <c:pt idx="10">
                  <c:v>36907</c:v>
                </c:pt>
                <c:pt idx="11">
                  <c:v>36908</c:v>
                </c:pt>
                <c:pt idx="12">
                  <c:v>36909</c:v>
                </c:pt>
                <c:pt idx="13">
                  <c:v>36910</c:v>
                </c:pt>
                <c:pt idx="14">
                  <c:v>36913</c:v>
                </c:pt>
                <c:pt idx="15">
                  <c:v>36914</c:v>
                </c:pt>
                <c:pt idx="16">
                  <c:v>36915</c:v>
                </c:pt>
                <c:pt idx="17">
                  <c:v>36916</c:v>
                </c:pt>
                <c:pt idx="18">
                  <c:v>36917</c:v>
                </c:pt>
                <c:pt idx="19">
                  <c:v>36920</c:v>
                </c:pt>
                <c:pt idx="20">
                  <c:v>36921</c:v>
                </c:pt>
                <c:pt idx="21">
                  <c:v>36922</c:v>
                </c:pt>
                <c:pt idx="22">
                  <c:v>36923</c:v>
                </c:pt>
                <c:pt idx="23">
                  <c:v>36924</c:v>
                </c:pt>
                <c:pt idx="24">
                  <c:v>36927</c:v>
                </c:pt>
                <c:pt idx="25">
                  <c:v>36928</c:v>
                </c:pt>
                <c:pt idx="26">
                  <c:v>36929</c:v>
                </c:pt>
                <c:pt idx="27">
                  <c:v>36930</c:v>
                </c:pt>
                <c:pt idx="28">
                  <c:v>36931</c:v>
                </c:pt>
                <c:pt idx="29">
                  <c:v>36934</c:v>
                </c:pt>
                <c:pt idx="30">
                  <c:v>36935</c:v>
                </c:pt>
                <c:pt idx="31">
                  <c:v>36936</c:v>
                </c:pt>
                <c:pt idx="32">
                  <c:v>36937</c:v>
                </c:pt>
                <c:pt idx="33">
                  <c:v>36938</c:v>
                </c:pt>
                <c:pt idx="34">
                  <c:v>36941</c:v>
                </c:pt>
                <c:pt idx="35">
                  <c:v>36942</c:v>
                </c:pt>
                <c:pt idx="36">
                  <c:v>36943</c:v>
                </c:pt>
                <c:pt idx="37">
                  <c:v>36944</c:v>
                </c:pt>
                <c:pt idx="38">
                  <c:v>36945</c:v>
                </c:pt>
                <c:pt idx="39">
                  <c:v>36948</c:v>
                </c:pt>
                <c:pt idx="40">
                  <c:v>36949</c:v>
                </c:pt>
                <c:pt idx="41">
                  <c:v>36950</c:v>
                </c:pt>
                <c:pt idx="42">
                  <c:v>36951</c:v>
                </c:pt>
                <c:pt idx="43">
                  <c:v>36952</c:v>
                </c:pt>
                <c:pt idx="44">
                  <c:v>36955</c:v>
                </c:pt>
                <c:pt idx="45">
                  <c:v>36956</c:v>
                </c:pt>
                <c:pt idx="46">
                  <c:v>36957</c:v>
                </c:pt>
                <c:pt idx="47">
                  <c:v>36958</c:v>
                </c:pt>
                <c:pt idx="48">
                  <c:v>36959</c:v>
                </c:pt>
                <c:pt idx="49">
                  <c:v>36962</c:v>
                </c:pt>
                <c:pt idx="50">
                  <c:v>36963</c:v>
                </c:pt>
                <c:pt idx="51">
                  <c:v>36964</c:v>
                </c:pt>
                <c:pt idx="52">
                  <c:v>36965</c:v>
                </c:pt>
                <c:pt idx="53">
                  <c:v>36966</c:v>
                </c:pt>
                <c:pt idx="54">
                  <c:v>36969</c:v>
                </c:pt>
                <c:pt idx="55">
                  <c:v>36970</c:v>
                </c:pt>
                <c:pt idx="56">
                  <c:v>36971</c:v>
                </c:pt>
                <c:pt idx="57">
                  <c:v>36972</c:v>
                </c:pt>
                <c:pt idx="58">
                  <c:v>36973</c:v>
                </c:pt>
                <c:pt idx="59">
                  <c:v>36976</c:v>
                </c:pt>
                <c:pt idx="60">
                  <c:v>36977</c:v>
                </c:pt>
                <c:pt idx="61">
                  <c:v>36978</c:v>
                </c:pt>
                <c:pt idx="62">
                  <c:v>36979</c:v>
                </c:pt>
                <c:pt idx="63">
                  <c:v>36980</c:v>
                </c:pt>
                <c:pt idx="64">
                  <c:v>36983</c:v>
                </c:pt>
                <c:pt idx="65">
                  <c:v>36984</c:v>
                </c:pt>
                <c:pt idx="66">
                  <c:v>36985</c:v>
                </c:pt>
                <c:pt idx="67">
                  <c:v>36986</c:v>
                </c:pt>
                <c:pt idx="68">
                  <c:v>36987</c:v>
                </c:pt>
                <c:pt idx="69">
                  <c:v>36990</c:v>
                </c:pt>
                <c:pt idx="70">
                  <c:v>36991</c:v>
                </c:pt>
                <c:pt idx="71">
                  <c:v>36992</c:v>
                </c:pt>
                <c:pt idx="72">
                  <c:v>36993</c:v>
                </c:pt>
                <c:pt idx="73">
                  <c:v>36994</c:v>
                </c:pt>
                <c:pt idx="74">
                  <c:v>36997</c:v>
                </c:pt>
                <c:pt idx="75">
                  <c:v>36998</c:v>
                </c:pt>
                <c:pt idx="76">
                  <c:v>36999</c:v>
                </c:pt>
                <c:pt idx="77">
                  <c:v>37000</c:v>
                </c:pt>
                <c:pt idx="78">
                  <c:v>37001</c:v>
                </c:pt>
                <c:pt idx="79">
                  <c:v>37004</c:v>
                </c:pt>
                <c:pt idx="80">
                  <c:v>37005</c:v>
                </c:pt>
                <c:pt idx="81">
                  <c:v>37006</c:v>
                </c:pt>
                <c:pt idx="82">
                  <c:v>37007</c:v>
                </c:pt>
                <c:pt idx="83">
                  <c:v>37008</c:v>
                </c:pt>
                <c:pt idx="84">
                  <c:v>37011</c:v>
                </c:pt>
                <c:pt idx="85">
                  <c:v>37012</c:v>
                </c:pt>
                <c:pt idx="86">
                  <c:v>37013</c:v>
                </c:pt>
                <c:pt idx="87">
                  <c:v>37014</c:v>
                </c:pt>
                <c:pt idx="88">
                  <c:v>37015</c:v>
                </c:pt>
                <c:pt idx="89">
                  <c:v>37018</c:v>
                </c:pt>
                <c:pt idx="90">
                  <c:v>37019</c:v>
                </c:pt>
                <c:pt idx="91">
                  <c:v>37020</c:v>
                </c:pt>
                <c:pt idx="92">
                  <c:v>37021</c:v>
                </c:pt>
                <c:pt idx="93">
                  <c:v>37022</c:v>
                </c:pt>
                <c:pt idx="94">
                  <c:v>37025</c:v>
                </c:pt>
                <c:pt idx="95">
                  <c:v>37026</c:v>
                </c:pt>
                <c:pt idx="96">
                  <c:v>37027</c:v>
                </c:pt>
                <c:pt idx="97">
                  <c:v>37028</c:v>
                </c:pt>
                <c:pt idx="98">
                  <c:v>37029</c:v>
                </c:pt>
                <c:pt idx="99">
                  <c:v>37032</c:v>
                </c:pt>
                <c:pt idx="100">
                  <c:v>37033</c:v>
                </c:pt>
                <c:pt idx="101">
                  <c:v>37034</c:v>
                </c:pt>
                <c:pt idx="102">
                  <c:v>37035</c:v>
                </c:pt>
                <c:pt idx="103">
                  <c:v>37036</c:v>
                </c:pt>
                <c:pt idx="104">
                  <c:v>37039</c:v>
                </c:pt>
                <c:pt idx="105">
                  <c:v>37040</c:v>
                </c:pt>
                <c:pt idx="106">
                  <c:v>37041</c:v>
                </c:pt>
                <c:pt idx="107">
                  <c:v>37042</c:v>
                </c:pt>
                <c:pt idx="108">
                  <c:v>37043</c:v>
                </c:pt>
                <c:pt idx="109">
                  <c:v>37046</c:v>
                </c:pt>
                <c:pt idx="110">
                  <c:v>37047</c:v>
                </c:pt>
                <c:pt idx="111">
                  <c:v>37048</c:v>
                </c:pt>
                <c:pt idx="112">
                  <c:v>37049</c:v>
                </c:pt>
                <c:pt idx="113">
                  <c:v>37050</c:v>
                </c:pt>
                <c:pt idx="114">
                  <c:v>37053</c:v>
                </c:pt>
                <c:pt idx="115">
                  <c:v>37054</c:v>
                </c:pt>
                <c:pt idx="116">
                  <c:v>37055</c:v>
                </c:pt>
                <c:pt idx="117">
                  <c:v>37056</c:v>
                </c:pt>
                <c:pt idx="118">
                  <c:v>37057</c:v>
                </c:pt>
                <c:pt idx="119">
                  <c:v>37060</c:v>
                </c:pt>
                <c:pt idx="120">
                  <c:v>37061</c:v>
                </c:pt>
                <c:pt idx="121">
                  <c:v>37062</c:v>
                </c:pt>
                <c:pt idx="122">
                  <c:v>37063</c:v>
                </c:pt>
                <c:pt idx="123">
                  <c:v>37064</c:v>
                </c:pt>
                <c:pt idx="124">
                  <c:v>37067</c:v>
                </c:pt>
                <c:pt idx="125">
                  <c:v>37068</c:v>
                </c:pt>
                <c:pt idx="126">
                  <c:v>37069</c:v>
                </c:pt>
                <c:pt idx="127">
                  <c:v>37070</c:v>
                </c:pt>
                <c:pt idx="128">
                  <c:v>37071</c:v>
                </c:pt>
                <c:pt idx="129">
                  <c:v>37074</c:v>
                </c:pt>
                <c:pt idx="130">
                  <c:v>37075</c:v>
                </c:pt>
                <c:pt idx="131">
                  <c:v>37076</c:v>
                </c:pt>
                <c:pt idx="132">
                  <c:v>37077</c:v>
                </c:pt>
                <c:pt idx="133">
                  <c:v>37078</c:v>
                </c:pt>
                <c:pt idx="134">
                  <c:v>37081</c:v>
                </c:pt>
                <c:pt idx="135">
                  <c:v>37082</c:v>
                </c:pt>
                <c:pt idx="136">
                  <c:v>37083</c:v>
                </c:pt>
                <c:pt idx="137">
                  <c:v>37084</c:v>
                </c:pt>
                <c:pt idx="138">
                  <c:v>37085</c:v>
                </c:pt>
                <c:pt idx="139">
                  <c:v>37088</c:v>
                </c:pt>
                <c:pt idx="140">
                  <c:v>37089</c:v>
                </c:pt>
                <c:pt idx="141">
                  <c:v>37090</c:v>
                </c:pt>
                <c:pt idx="142">
                  <c:v>37091</c:v>
                </c:pt>
                <c:pt idx="143">
                  <c:v>37092</c:v>
                </c:pt>
                <c:pt idx="144">
                  <c:v>37095</c:v>
                </c:pt>
                <c:pt idx="145">
                  <c:v>37096</c:v>
                </c:pt>
                <c:pt idx="146">
                  <c:v>37097</c:v>
                </c:pt>
                <c:pt idx="147">
                  <c:v>37098</c:v>
                </c:pt>
                <c:pt idx="148">
                  <c:v>37099</c:v>
                </c:pt>
                <c:pt idx="149">
                  <c:v>37102</c:v>
                </c:pt>
                <c:pt idx="150">
                  <c:v>37103</c:v>
                </c:pt>
                <c:pt idx="151">
                  <c:v>37104</c:v>
                </c:pt>
                <c:pt idx="152">
                  <c:v>37105</c:v>
                </c:pt>
                <c:pt idx="153">
                  <c:v>37106</c:v>
                </c:pt>
                <c:pt idx="154">
                  <c:v>37109</c:v>
                </c:pt>
                <c:pt idx="155">
                  <c:v>37110</c:v>
                </c:pt>
                <c:pt idx="156">
                  <c:v>37111</c:v>
                </c:pt>
                <c:pt idx="157">
                  <c:v>37112</c:v>
                </c:pt>
                <c:pt idx="158">
                  <c:v>37113</c:v>
                </c:pt>
                <c:pt idx="159">
                  <c:v>37116</c:v>
                </c:pt>
                <c:pt idx="160">
                  <c:v>37117</c:v>
                </c:pt>
                <c:pt idx="161">
                  <c:v>37118</c:v>
                </c:pt>
                <c:pt idx="162">
                  <c:v>37119</c:v>
                </c:pt>
                <c:pt idx="163">
                  <c:v>37120</c:v>
                </c:pt>
                <c:pt idx="164">
                  <c:v>37123</c:v>
                </c:pt>
                <c:pt idx="165">
                  <c:v>37124</c:v>
                </c:pt>
                <c:pt idx="166">
                  <c:v>37125</c:v>
                </c:pt>
                <c:pt idx="167">
                  <c:v>37126</c:v>
                </c:pt>
                <c:pt idx="168">
                  <c:v>37127</c:v>
                </c:pt>
                <c:pt idx="169">
                  <c:v>37130</c:v>
                </c:pt>
                <c:pt idx="170">
                  <c:v>37131</c:v>
                </c:pt>
                <c:pt idx="171">
                  <c:v>37132</c:v>
                </c:pt>
                <c:pt idx="172">
                  <c:v>37133</c:v>
                </c:pt>
                <c:pt idx="173">
                  <c:v>37134</c:v>
                </c:pt>
                <c:pt idx="174">
                  <c:v>37137</c:v>
                </c:pt>
                <c:pt idx="175">
                  <c:v>37138</c:v>
                </c:pt>
                <c:pt idx="176">
                  <c:v>37139</c:v>
                </c:pt>
                <c:pt idx="177">
                  <c:v>37140</c:v>
                </c:pt>
                <c:pt idx="178">
                  <c:v>37141</c:v>
                </c:pt>
                <c:pt idx="179">
                  <c:v>37144</c:v>
                </c:pt>
                <c:pt idx="180">
                  <c:v>37145</c:v>
                </c:pt>
                <c:pt idx="181">
                  <c:v>37146</c:v>
                </c:pt>
                <c:pt idx="182">
                  <c:v>37147</c:v>
                </c:pt>
                <c:pt idx="183">
                  <c:v>37148</c:v>
                </c:pt>
                <c:pt idx="184">
                  <c:v>37151</c:v>
                </c:pt>
                <c:pt idx="185">
                  <c:v>37152</c:v>
                </c:pt>
                <c:pt idx="186">
                  <c:v>37153</c:v>
                </c:pt>
                <c:pt idx="187">
                  <c:v>37154</c:v>
                </c:pt>
                <c:pt idx="188">
                  <c:v>37155</c:v>
                </c:pt>
                <c:pt idx="189">
                  <c:v>37158</c:v>
                </c:pt>
                <c:pt idx="190">
                  <c:v>37159</c:v>
                </c:pt>
                <c:pt idx="191">
                  <c:v>37160</c:v>
                </c:pt>
                <c:pt idx="192">
                  <c:v>37161</c:v>
                </c:pt>
                <c:pt idx="193">
                  <c:v>37162</c:v>
                </c:pt>
                <c:pt idx="194">
                  <c:v>37165</c:v>
                </c:pt>
                <c:pt idx="195">
                  <c:v>37166</c:v>
                </c:pt>
                <c:pt idx="196">
                  <c:v>37167</c:v>
                </c:pt>
                <c:pt idx="197">
                  <c:v>37168</c:v>
                </c:pt>
                <c:pt idx="198">
                  <c:v>37169</c:v>
                </c:pt>
                <c:pt idx="199">
                  <c:v>37172</c:v>
                </c:pt>
                <c:pt idx="200">
                  <c:v>37173</c:v>
                </c:pt>
                <c:pt idx="201">
                  <c:v>37174</c:v>
                </c:pt>
                <c:pt idx="202">
                  <c:v>37175</c:v>
                </c:pt>
                <c:pt idx="203">
                  <c:v>37176</c:v>
                </c:pt>
                <c:pt idx="204">
                  <c:v>37179</c:v>
                </c:pt>
                <c:pt idx="205">
                  <c:v>37180</c:v>
                </c:pt>
                <c:pt idx="206">
                  <c:v>37181</c:v>
                </c:pt>
                <c:pt idx="207">
                  <c:v>37182</c:v>
                </c:pt>
                <c:pt idx="208">
                  <c:v>37183</c:v>
                </c:pt>
                <c:pt idx="209">
                  <c:v>37186</c:v>
                </c:pt>
                <c:pt idx="210">
                  <c:v>37187</c:v>
                </c:pt>
                <c:pt idx="211">
                  <c:v>37188</c:v>
                </c:pt>
                <c:pt idx="212">
                  <c:v>37189</c:v>
                </c:pt>
                <c:pt idx="213">
                  <c:v>37190</c:v>
                </c:pt>
                <c:pt idx="214">
                  <c:v>37193</c:v>
                </c:pt>
                <c:pt idx="215">
                  <c:v>37194</c:v>
                </c:pt>
                <c:pt idx="216">
                  <c:v>37195</c:v>
                </c:pt>
                <c:pt idx="217">
                  <c:v>37196</c:v>
                </c:pt>
                <c:pt idx="218">
                  <c:v>37197</c:v>
                </c:pt>
                <c:pt idx="219">
                  <c:v>37200</c:v>
                </c:pt>
                <c:pt idx="220">
                  <c:v>37201</c:v>
                </c:pt>
                <c:pt idx="221">
                  <c:v>37202</c:v>
                </c:pt>
                <c:pt idx="222">
                  <c:v>37203</c:v>
                </c:pt>
                <c:pt idx="223">
                  <c:v>37204</c:v>
                </c:pt>
                <c:pt idx="224">
                  <c:v>37207</c:v>
                </c:pt>
                <c:pt idx="225">
                  <c:v>37208</c:v>
                </c:pt>
                <c:pt idx="226">
                  <c:v>37209</c:v>
                </c:pt>
                <c:pt idx="227">
                  <c:v>37210</c:v>
                </c:pt>
                <c:pt idx="228">
                  <c:v>37211</c:v>
                </c:pt>
                <c:pt idx="229">
                  <c:v>37214</c:v>
                </c:pt>
                <c:pt idx="230">
                  <c:v>37215</c:v>
                </c:pt>
                <c:pt idx="231">
                  <c:v>37216</c:v>
                </c:pt>
                <c:pt idx="232">
                  <c:v>37217</c:v>
                </c:pt>
                <c:pt idx="233">
                  <c:v>37218</c:v>
                </c:pt>
                <c:pt idx="234">
                  <c:v>37221</c:v>
                </c:pt>
                <c:pt idx="235">
                  <c:v>37222</c:v>
                </c:pt>
                <c:pt idx="236">
                  <c:v>37223</c:v>
                </c:pt>
                <c:pt idx="237">
                  <c:v>37224</c:v>
                </c:pt>
                <c:pt idx="238">
                  <c:v>37225</c:v>
                </c:pt>
                <c:pt idx="239">
                  <c:v>37228</c:v>
                </c:pt>
                <c:pt idx="240">
                  <c:v>37229</c:v>
                </c:pt>
                <c:pt idx="241">
                  <c:v>37230</c:v>
                </c:pt>
                <c:pt idx="242">
                  <c:v>37231</c:v>
                </c:pt>
                <c:pt idx="243">
                  <c:v>37232</c:v>
                </c:pt>
                <c:pt idx="244">
                  <c:v>37235</c:v>
                </c:pt>
                <c:pt idx="245">
                  <c:v>37236</c:v>
                </c:pt>
                <c:pt idx="246">
                  <c:v>37237</c:v>
                </c:pt>
                <c:pt idx="247">
                  <c:v>37238</c:v>
                </c:pt>
                <c:pt idx="248">
                  <c:v>37239</c:v>
                </c:pt>
                <c:pt idx="249">
                  <c:v>37242</c:v>
                </c:pt>
                <c:pt idx="250">
                  <c:v>37243</c:v>
                </c:pt>
                <c:pt idx="251">
                  <c:v>37244</c:v>
                </c:pt>
                <c:pt idx="252">
                  <c:v>37245</c:v>
                </c:pt>
                <c:pt idx="253">
                  <c:v>37246</c:v>
                </c:pt>
                <c:pt idx="254">
                  <c:v>37249</c:v>
                </c:pt>
                <c:pt idx="255">
                  <c:v>37250</c:v>
                </c:pt>
                <c:pt idx="256">
                  <c:v>37251</c:v>
                </c:pt>
                <c:pt idx="257">
                  <c:v>37252</c:v>
                </c:pt>
                <c:pt idx="258">
                  <c:v>37253</c:v>
                </c:pt>
                <c:pt idx="259">
                  <c:v>37256</c:v>
                </c:pt>
                <c:pt idx="260">
                  <c:v>37257</c:v>
                </c:pt>
                <c:pt idx="261">
                  <c:v>37258</c:v>
                </c:pt>
                <c:pt idx="262">
                  <c:v>37259</c:v>
                </c:pt>
                <c:pt idx="263">
                  <c:v>37260</c:v>
                </c:pt>
                <c:pt idx="264">
                  <c:v>37263</c:v>
                </c:pt>
                <c:pt idx="265">
                  <c:v>37264</c:v>
                </c:pt>
                <c:pt idx="266">
                  <c:v>37265</c:v>
                </c:pt>
                <c:pt idx="267">
                  <c:v>37266</c:v>
                </c:pt>
                <c:pt idx="268">
                  <c:v>37267</c:v>
                </c:pt>
                <c:pt idx="269">
                  <c:v>37270</c:v>
                </c:pt>
                <c:pt idx="270">
                  <c:v>37271</c:v>
                </c:pt>
                <c:pt idx="271">
                  <c:v>37272</c:v>
                </c:pt>
                <c:pt idx="272">
                  <c:v>37273</c:v>
                </c:pt>
                <c:pt idx="273">
                  <c:v>37274</c:v>
                </c:pt>
                <c:pt idx="274">
                  <c:v>37277</c:v>
                </c:pt>
                <c:pt idx="275">
                  <c:v>37278</c:v>
                </c:pt>
                <c:pt idx="276">
                  <c:v>37279</c:v>
                </c:pt>
                <c:pt idx="277">
                  <c:v>37280</c:v>
                </c:pt>
                <c:pt idx="278">
                  <c:v>37281</c:v>
                </c:pt>
                <c:pt idx="279">
                  <c:v>37284</c:v>
                </c:pt>
                <c:pt idx="280">
                  <c:v>37285</c:v>
                </c:pt>
                <c:pt idx="281">
                  <c:v>37286</c:v>
                </c:pt>
                <c:pt idx="282">
                  <c:v>37287</c:v>
                </c:pt>
                <c:pt idx="283">
                  <c:v>37288</c:v>
                </c:pt>
                <c:pt idx="284">
                  <c:v>37291</c:v>
                </c:pt>
                <c:pt idx="285">
                  <c:v>37292</c:v>
                </c:pt>
                <c:pt idx="286">
                  <c:v>37293</c:v>
                </c:pt>
                <c:pt idx="287">
                  <c:v>37294</c:v>
                </c:pt>
                <c:pt idx="288">
                  <c:v>37295</c:v>
                </c:pt>
                <c:pt idx="289">
                  <c:v>37298</c:v>
                </c:pt>
                <c:pt idx="290">
                  <c:v>37299</c:v>
                </c:pt>
                <c:pt idx="291">
                  <c:v>37300</c:v>
                </c:pt>
                <c:pt idx="292">
                  <c:v>37301</c:v>
                </c:pt>
                <c:pt idx="293">
                  <c:v>37302</c:v>
                </c:pt>
                <c:pt idx="294">
                  <c:v>37305</c:v>
                </c:pt>
                <c:pt idx="295">
                  <c:v>37306</c:v>
                </c:pt>
                <c:pt idx="296">
                  <c:v>37307</c:v>
                </c:pt>
                <c:pt idx="297">
                  <c:v>37308</c:v>
                </c:pt>
                <c:pt idx="298">
                  <c:v>37309</c:v>
                </c:pt>
                <c:pt idx="299">
                  <c:v>37312</c:v>
                </c:pt>
                <c:pt idx="300">
                  <c:v>37313</c:v>
                </c:pt>
                <c:pt idx="301">
                  <c:v>37314</c:v>
                </c:pt>
                <c:pt idx="302">
                  <c:v>37315</c:v>
                </c:pt>
                <c:pt idx="303">
                  <c:v>37316</c:v>
                </c:pt>
                <c:pt idx="304">
                  <c:v>37319</c:v>
                </c:pt>
                <c:pt idx="305">
                  <c:v>37320</c:v>
                </c:pt>
                <c:pt idx="306">
                  <c:v>37321</c:v>
                </c:pt>
                <c:pt idx="307">
                  <c:v>37322</c:v>
                </c:pt>
                <c:pt idx="308">
                  <c:v>37323</c:v>
                </c:pt>
                <c:pt idx="309">
                  <c:v>37326</c:v>
                </c:pt>
                <c:pt idx="310">
                  <c:v>37327</c:v>
                </c:pt>
                <c:pt idx="311">
                  <c:v>37328</c:v>
                </c:pt>
                <c:pt idx="312">
                  <c:v>37329</c:v>
                </c:pt>
                <c:pt idx="313">
                  <c:v>37330</c:v>
                </c:pt>
                <c:pt idx="314">
                  <c:v>37333</c:v>
                </c:pt>
                <c:pt idx="315">
                  <c:v>37334</c:v>
                </c:pt>
                <c:pt idx="316">
                  <c:v>37335</c:v>
                </c:pt>
                <c:pt idx="317">
                  <c:v>37336</c:v>
                </c:pt>
                <c:pt idx="318">
                  <c:v>37337</c:v>
                </c:pt>
                <c:pt idx="319">
                  <c:v>37340</c:v>
                </c:pt>
                <c:pt idx="320">
                  <c:v>37341</c:v>
                </c:pt>
                <c:pt idx="321">
                  <c:v>37342</c:v>
                </c:pt>
                <c:pt idx="322">
                  <c:v>37343</c:v>
                </c:pt>
                <c:pt idx="323">
                  <c:v>37344</c:v>
                </c:pt>
                <c:pt idx="324">
                  <c:v>37347</c:v>
                </c:pt>
                <c:pt idx="325">
                  <c:v>37348</c:v>
                </c:pt>
                <c:pt idx="326">
                  <c:v>37349</c:v>
                </c:pt>
                <c:pt idx="327">
                  <c:v>37350</c:v>
                </c:pt>
                <c:pt idx="328">
                  <c:v>37351</c:v>
                </c:pt>
                <c:pt idx="329">
                  <c:v>37354</c:v>
                </c:pt>
                <c:pt idx="330">
                  <c:v>37355</c:v>
                </c:pt>
                <c:pt idx="331">
                  <c:v>37356</c:v>
                </c:pt>
                <c:pt idx="332">
                  <c:v>37357</c:v>
                </c:pt>
                <c:pt idx="333">
                  <c:v>37358</c:v>
                </c:pt>
                <c:pt idx="334">
                  <c:v>37361</c:v>
                </c:pt>
                <c:pt idx="335">
                  <c:v>37362</c:v>
                </c:pt>
                <c:pt idx="336">
                  <c:v>37363</c:v>
                </c:pt>
                <c:pt idx="337">
                  <c:v>37364</c:v>
                </c:pt>
                <c:pt idx="338">
                  <c:v>37365</c:v>
                </c:pt>
                <c:pt idx="339">
                  <c:v>37368</c:v>
                </c:pt>
                <c:pt idx="340">
                  <c:v>37369</c:v>
                </c:pt>
                <c:pt idx="341">
                  <c:v>37370</c:v>
                </c:pt>
                <c:pt idx="342">
                  <c:v>37371</c:v>
                </c:pt>
                <c:pt idx="343">
                  <c:v>37372</c:v>
                </c:pt>
                <c:pt idx="344">
                  <c:v>37375</c:v>
                </c:pt>
                <c:pt idx="345">
                  <c:v>37376</c:v>
                </c:pt>
                <c:pt idx="346">
                  <c:v>37377</c:v>
                </c:pt>
                <c:pt idx="347">
                  <c:v>37378</c:v>
                </c:pt>
                <c:pt idx="348">
                  <c:v>37379</c:v>
                </c:pt>
                <c:pt idx="349">
                  <c:v>37382</c:v>
                </c:pt>
                <c:pt idx="350">
                  <c:v>37383</c:v>
                </c:pt>
                <c:pt idx="351">
                  <c:v>37384</c:v>
                </c:pt>
                <c:pt idx="352">
                  <c:v>37385</c:v>
                </c:pt>
                <c:pt idx="353">
                  <c:v>37386</c:v>
                </c:pt>
                <c:pt idx="354">
                  <c:v>37389</c:v>
                </c:pt>
                <c:pt idx="355">
                  <c:v>37390</c:v>
                </c:pt>
                <c:pt idx="356">
                  <c:v>37391</c:v>
                </c:pt>
                <c:pt idx="357">
                  <c:v>37392</c:v>
                </c:pt>
                <c:pt idx="358">
                  <c:v>37393</c:v>
                </c:pt>
                <c:pt idx="359">
                  <c:v>37396</c:v>
                </c:pt>
                <c:pt idx="360">
                  <c:v>37397</c:v>
                </c:pt>
                <c:pt idx="361">
                  <c:v>37398</c:v>
                </c:pt>
                <c:pt idx="362">
                  <c:v>37399</c:v>
                </c:pt>
                <c:pt idx="363">
                  <c:v>37400</c:v>
                </c:pt>
                <c:pt idx="364">
                  <c:v>37403</c:v>
                </c:pt>
                <c:pt idx="365">
                  <c:v>37404</c:v>
                </c:pt>
                <c:pt idx="366">
                  <c:v>37405</c:v>
                </c:pt>
                <c:pt idx="367">
                  <c:v>37406</c:v>
                </c:pt>
                <c:pt idx="368">
                  <c:v>37407</c:v>
                </c:pt>
                <c:pt idx="369">
                  <c:v>37410</c:v>
                </c:pt>
                <c:pt idx="370">
                  <c:v>37411</c:v>
                </c:pt>
                <c:pt idx="371">
                  <c:v>37412</c:v>
                </c:pt>
                <c:pt idx="372">
                  <c:v>37413</c:v>
                </c:pt>
                <c:pt idx="373">
                  <c:v>37414</c:v>
                </c:pt>
                <c:pt idx="374">
                  <c:v>37417</c:v>
                </c:pt>
                <c:pt idx="375">
                  <c:v>37418</c:v>
                </c:pt>
                <c:pt idx="376">
                  <c:v>37419</c:v>
                </c:pt>
                <c:pt idx="377">
                  <c:v>37420</c:v>
                </c:pt>
                <c:pt idx="378">
                  <c:v>37421</c:v>
                </c:pt>
                <c:pt idx="379">
                  <c:v>37424</c:v>
                </c:pt>
                <c:pt idx="380">
                  <c:v>37425</c:v>
                </c:pt>
                <c:pt idx="381">
                  <c:v>37426</c:v>
                </c:pt>
                <c:pt idx="382">
                  <c:v>37427</c:v>
                </c:pt>
                <c:pt idx="383">
                  <c:v>37428</c:v>
                </c:pt>
                <c:pt idx="384">
                  <c:v>37431</c:v>
                </c:pt>
                <c:pt idx="385">
                  <c:v>37432</c:v>
                </c:pt>
                <c:pt idx="386">
                  <c:v>37433</c:v>
                </c:pt>
                <c:pt idx="387">
                  <c:v>37434</c:v>
                </c:pt>
                <c:pt idx="388">
                  <c:v>37435</c:v>
                </c:pt>
                <c:pt idx="389">
                  <c:v>37438</c:v>
                </c:pt>
                <c:pt idx="390">
                  <c:v>37439</c:v>
                </c:pt>
                <c:pt idx="391">
                  <c:v>37440</c:v>
                </c:pt>
                <c:pt idx="392">
                  <c:v>37441</c:v>
                </c:pt>
                <c:pt idx="393">
                  <c:v>37442</c:v>
                </c:pt>
                <c:pt idx="394">
                  <c:v>37445</c:v>
                </c:pt>
                <c:pt idx="395">
                  <c:v>37446</c:v>
                </c:pt>
                <c:pt idx="396">
                  <c:v>37447</c:v>
                </c:pt>
                <c:pt idx="397">
                  <c:v>37448</c:v>
                </c:pt>
                <c:pt idx="398">
                  <c:v>37449</c:v>
                </c:pt>
                <c:pt idx="399">
                  <c:v>37452</c:v>
                </c:pt>
                <c:pt idx="400">
                  <c:v>37453</c:v>
                </c:pt>
                <c:pt idx="401">
                  <c:v>37454</c:v>
                </c:pt>
                <c:pt idx="402">
                  <c:v>37455</c:v>
                </c:pt>
                <c:pt idx="403">
                  <c:v>37456</c:v>
                </c:pt>
                <c:pt idx="404">
                  <c:v>37459</c:v>
                </c:pt>
                <c:pt idx="405">
                  <c:v>37460</c:v>
                </c:pt>
                <c:pt idx="406">
                  <c:v>37461</c:v>
                </c:pt>
                <c:pt idx="407">
                  <c:v>37462</c:v>
                </c:pt>
                <c:pt idx="408">
                  <c:v>37463</c:v>
                </c:pt>
                <c:pt idx="409">
                  <c:v>37466</c:v>
                </c:pt>
                <c:pt idx="410">
                  <c:v>37467</c:v>
                </c:pt>
                <c:pt idx="411">
                  <c:v>37468</c:v>
                </c:pt>
                <c:pt idx="412">
                  <c:v>37469</c:v>
                </c:pt>
                <c:pt idx="413">
                  <c:v>37470</c:v>
                </c:pt>
                <c:pt idx="414">
                  <c:v>37473</c:v>
                </c:pt>
                <c:pt idx="415">
                  <c:v>37474</c:v>
                </c:pt>
                <c:pt idx="416">
                  <c:v>37475</c:v>
                </c:pt>
                <c:pt idx="417">
                  <c:v>37476</c:v>
                </c:pt>
                <c:pt idx="418">
                  <c:v>37477</c:v>
                </c:pt>
                <c:pt idx="419">
                  <c:v>37480</c:v>
                </c:pt>
                <c:pt idx="420">
                  <c:v>37481</c:v>
                </c:pt>
                <c:pt idx="421">
                  <c:v>37482</c:v>
                </c:pt>
                <c:pt idx="422">
                  <c:v>37483</c:v>
                </c:pt>
                <c:pt idx="423">
                  <c:v>37484</c:v>
                </c:pt>
                <c:pt idx="424">
                  <c:v>37487</c:v>
                </c:pt>
                <c:pt idx="425">
                  <c:v>37488</c:v>
                </c:pt>
                <c:pt idx="426">
                  <c:v>37489</c:v>
                </c:pt>
                <c:pt idx="427">
                  <c:v>37490</c:v>
                </c:pt>
                <c:pt idx="428">
                  <c:v>37491</c:v>
                </c:pt>
                <c:pt idx="429">
                  <c:v>37494</c:v>
                </c:pt>
                <c:pt idx="430">
                  <c:v>37495</c:v>
                </c:pt>
                <c:pt idx="431">
                  <c:v>37496</c:v>
                </c:pt>
                <c:pt idx="432">
                  <c:v>37497</c:v>
                </c:pt>
                <c:pt idx="433">
                  <c:v>37498</c:v>
                </c:pt>
                <c:pt idx="434">
                  <c:v>37501</c:v>
                </c:pt>
                <c:pt idx="435">
                  <c:v>37502</c:v>
                </c:pt>
                <c:pt idx="436">
                  <c:v>37503</c:v>
                </c:pt>
                <c:pt idx="437">
                  <c:v>37504</c:v>
                </c:pt>
                <c:pt idx="438">
                  <c:v>37505</c:v>
                </c:pt>
                <c:pt idx="439">
                  <c:v>37508</c:v>
                </c:pt>
                <c:pt idx="440">
                  <c:v>37509</c:v>
                </c:pt>
                <c:pt idx="441">
                  <c:v>37510</c:v>
                </c:pt>
                <c:pt idx="442">
                  <c:v>37511</c:v>
                </c:pt>
                <c:pt idx="443">
                  <c:v>37512</c:v>
                </c:pt>
                <c:pt idx="444">
                  <c:v>37515</c:v>
                </c:pt>
                <c:pt idx="445">
                  <c:v>37516</c:v>
                </c:pt>
                <c:pt idx="446">
                  <c:v>37517</c:v>
                </c:pt>
                <c:pt idx="447">
                  <c:v>37518</c:v>
                </c:pt>
                <c:pt idx="448">
                  <c:v>37519</c:v>
                </c:pt>
                <c:pt idx="449">
                  <c:v>37522</c:v>
                </c:pt>
                <c:pt idx="450">
                  <c:v>37523</c:v>
                </c:pt>
                <c:pt idx="451">
                  <c:v>37524</c:v>
                </c:pt>
                <c:pt idx="452">
                  <c:v>37525</c:v>
                </c:pt>
                <c:pt idx="453">
                  <c:v>37526</c:v>
                </c:pt>
                <c:pt idx="454">
                  <c:v>37529</c:v>
                </c:pt>
                <c:pt idx="455">
                  <c:v>37530</c:v>
                </c:pt>
                <c:pt idx="456">
                  <c:v>37531</c:v>
                </c:pt>
                <c:pt idx="457">
                  <c:v>37532</c:v>
                </c:pt>
                <c:pt idx="458">
                  <c:v>37533</c:v>
                </c:pt>
                <c:pt idx="459">
                  <c:v>37536</c:v>
                </c:pt>
                <c:pt idx="460">
                  <c:v>37537</c:v>
                </c:pt>
                <c:pt idx="461">
                  <c:v>37538</c:v>
                </c:pt>
                <c:pt idx="462">
                  <c:v>37539</c:v>
                </c:pt>
                <c:pt idx="463">
                  <c:v>37540</c:v>
                </c:pt>
                <c:pt idx="464">
                  <c:v>37543</c:v>
                </c:pt>
                <c:pt idx="465">
                  <c:v>37544</c:v>
                </c:pt>
                <c:pt idx="466">
                  <c:v>37545</c:v>
                </c:pt>
                <c:pt idx="467">
                  <c:v>37546</c:v>
                </c:pt>
                <c:pt idx="468">
                  <c:v>37547</c:v>
                </c:pt>
                <c:pt idx="469">
                  <c:v>37550</c:v>
                </c:pt>
                <c:pt idx="470">
                  <c:v>37551</c:v>
                </c:pt>
                <c:pt idx="471">
                  <c:v>37552</c:v>
                </c:pt>
                <c:pt idx="472">
                  <c:v>37553</c:v>
                </c:pt>
                <c:pt idx="473">
                  <c:v>37554</c:v>
                </c:pt>
                <c:pt idx="474">
                  <c:v>37557</c:v>
                </c:pt>
                <c:pt idx="475">
                  <c:v>37558</c:v>
                </c:pt>
                <c:pt idx="476">
                  <c:v>37559</c:v>
                </c:pt>
                <c:pt idx="477">
                  <c:v>37560</c:v>
                </c:pt>
                <c:pt idx="478">
                  <c:v>37561</c:v>
                </c:pt>
                <c:pt idx="479">
                  <c:v>37564</c:v>
                </c:pt>
                <c:pt idx="480">
                  <c:v>37565</c:v>
                </c:pt>
                <c:pt idx="481">
                  <c:v>37566</c:v>
                </c:pt>
                <c:pt idx="482">
                  <c:v>37567</c:v>
                </c:pt>
                <c:pt idx="483">
                  <c:v>37568</c:v>
                </c:pt>
                <c:pt idx="484">
                  <c:v>37571</c:v>
                </c:pt>
                <c:pt idx="485">
                  <c:v>37572</c:v>
                </c:pt>
                <c:pt idx="486">
                  <c:v>37573</c:v>
                </c:pt>
                <c:pt idx="487">
                  <c:v>37574</c:v>
                </c:pt>
                <c:pt idx="488">
                  <c:v>37575</c:v>
                </c:pt>
                <c:pt idx="489">
                  <c:v>37578</c:v>
                </c:pt>
                <c:pt idx="490">
                  <c:v>37579</c:v>
                </c:pt>
                <c:pt idx="491">
                  <c:v>37580</c:v>
                </c:pt>
                <c:pt idx="492">
                  <c:v>37581</c:v>
                </c:pt>
                <c:pt idx="493">
                  <c:v>37582</c:v>
                </c:pt>
                <c:pt idx="494">
                  <c:v>37585</c:v>
                </c:pt>
                <c:pt idx="495">
                  <c:v>37586</c:v>
                </c:pt>
                <c:pt idx="496">
                  <c:v>37587</c:v>
                </c:pt>
                <c:pt idx="497">
                  <c:v>37588</c:v>
                </c:pt>
                <c:pt idx="498">
                  <c:v>37589</c:v>
                </c:pt>
                <c:pt idx="499">
                  <c:v>37592</c:v>
                </c:pt>
                <c:pt idx="500">
                  <c:v>37593</c:v>
                </c:pt>
                <c:pt idx="501">
                  <c:v>37594</c:v>
                </c:pt>
                <c:pt idx="502">
                  <c:v>37595</c:v>
                </c:pt>
                <c:pt idx="503">
                  <c:v>37596</c:v>
                </c:pt>
                <c:pt idx="504">
                  <c:v>37599</c:v>
                </c:pt>
                <c:pt idx="505">
                  <c:v>37600</c:v>
                </c:pt>
                <c:pt idx="506">
                  <c:v>37601</c:v>
                </c:pt>
                <c:pt idx="507">
                  <c:v>37602</c:v>
                </c:pt>
                <c:pt idx="508">
                  <c:v>37603</c:v>
                </c:pt>
                <c:pt idx="509">
                  <c:v>37606</c:v>
                </c:pt>
                <c:pt idx="510">
                  <c:v>37607</c:v>
                </c:pt>
                <c:pt idx="511">
                  <c:v>37608</c:v>
                </c:pt>
                <c:pt idx="512">
                  <c:v>37609</c:v>
                </c:pt>
                <c:pt idx="513">
                  <c:v>37610</c:v>
                </c:pt>
                <c:pt idx="514">
                  <c:v>37613</c:v>
                </c:pt>
                <c:pt idx="515">
                  <c:v>37614</c:v>
                </c:pt>
                <c:pt idx="516">
                  <c:v>37615</c:v>
                </c:pt>
                <c:pt idx="517">
                  <c:v>37616</c:v>
                </c:pt>
                <c:pt idx="518">
                  <c:v>37617</c:v>
                </c:pt>
                <c:pt idx="519">
                  <c:v>37620</c:v>
                </c:pt>
                <c:pt idx="520">
                  <c:v>37621</c:v>
                </c:pt>
                <c:pt idx="521">
                  <c:v>37622</c:v>
                </c:pt>
                <c:pt idx="522">
                  <c:v>37623</c:v>
                </c:pt>
                <c:pt idx="523">
                  <c:v>37624</c:v>
                </c:pt>
                <c:pt idx="524">
                  <c:v>37627</c:v>
                </c:pt>
                <c:pt idx="525">
                  <c:v>37628</c:v>
                </c:pt>
                <c:pt idx="526">
                  <c:v>37629</c:v>
                </c:pt>
                <c:pt idx="527">
                  <c:v>37630</c:v>
                </c:pt>
                <c:pt idx="528">
                  <c:v>37631</c:v>
                </c:pt>
                <c:pt idx="529">
                  <c:v>37634</c:v>
                </c:pt>
                <c:pt idx="530">
                  <c:v>37635</c:v>
                </c:pt>
                <c:pt idx="531">
                  <c:v>37636</c:v>
                </c:pt>
                <c:pt idx="532">
                  <c:v>37637</c:v>
                </c:pt>
                <c:pt idx="533">
                  <c:v>37638</c:v>
                </c:pt>
                <c:pt idx="534">
                  <c:v>37641</c:v>
                </c:pt>
                <c:pt idx="535">
                  <c:v>37642</c:v>
                </c:pt>
                <c:pt idx="536">
                  <c:v>37643</c:v>
                </c:pt>
                <c:pt idx="537">
                  <c:v>37644</c:v>
                </c:pt>
                <c:pt idx="538">
                  <c:v>37645</c:v>
                </c:pt>
                <c:pt idx="539">
                  <c:v>37648</c:v>
                </c:pt>
                <c:pt idx="540">
                  <c:v>37649</c:v>
                </c:pt>
                <c:pt idx="541">
                  <c:v>37650</c:v>
                </c:pt>
                <c:pt idx="542">
                  <c:v>37651</c:v>
                </c:pt>
                <c:pt idx="543">
                  <c:v>37652</c:v>
                </c:pt>
                <c:pt idx="544">
                  <c:v>37655</c:v>
                </c:pt>
                <c:pt idx="545">
                  <c:v>37656</c:v>
                </c:pt>
                <c:pt idx="546">
                  <c:v>37657</c:v>
                </c:pt>
                <c:pt idx="547">
                  <c:v>37658</c:v>
                </c:pt>
                <c:pt idx="548">
                  <c:v>37659</c:v>
                </c:pt>
                <c:pt idx="549">
                  <c:v>37662</c:v>
                </c:pt>
                <c:pt idx="550">
                  <c:v>37663</c:v>
                </c:pt>
                <c:pt idx="551">
                  <c:v>37664</c:v>
                </c:pt>
                <c:pt idx="552">
                  <c:v>37665</c:v>
                </c:pt>
                <c:pt idx="553">
                  <c:v>37666</c:v>
                </c:pt>
                <c:pt idx="554">
                  <c:v>37669</c:v>
                </c:pt>
                <c:pt idx="555">
                  <c:v>37670</c:v>
                </c:pt>
                <c:pt idx="556">
                  <c:v>37671</c:v>
                </c:pt>
                <c:pt idx="557">
                  <c:v>37672</c:v>
                </c:pt>
                <c:pt idx="558">
                  <c:v>37673</c:v>
                </c:pt>
                <c:pt idx="559">
                  <c:v>37676</c:v>
                </c:pt>
                <c:pt idx="560">
                  <c:v>37677</c:v>
                </c:pt>
                <c:pt idx="561">
                  <c:v>37678</c:v>
                </c:pt>
                <c:pt idx="562">
                  <c:v>37679</c:v>
                </c:pt>
                <c:pt idx="563">
                  <c:v>37680</c:v>
                </c:pt>
                <c:pt idx="564">
                  <c:v>37683</c:v>
                </c:pt>
                <c:pt idx="565">
                  <c:v>37684</c:v>
                </c:pt>
                <c:pt idx="566">
                  <c:v>37685</c:v>
                </c:pt>
                <c:pt idx="567">
                  <c:v>37686</c:v>
                </c:pt>
                <c:pt idx="568">
                  <c:v>37687</c:v>
                </c:pt>
                <c:pt idx="569">
                  <c:v>37690</c:v>
                </c:pt>
                <c:pt idx="570">
                  <c:v>37691</c:v>
                </c:pt>
                <c:pt idx="571">
                  <c:v>37692</c:v>
                </c:pt>
                <c:pt idx="572">
                  <c:v>37693</c:v>
                </c:pt>
                <c:pt idx="573">
                  <c:v>37694</c:v>
                </c:pt>
                <c:pt idx="574">
                  <c:v>37697</c:v>
                </c:pt>
                <c:pt idx="575">
                  <c:v>37698</c:v>
                </c:pt>
                <c:pt idx="576">
                  <c:v>37699</c:v>
                </c:pt>
                <c:pt idx="577">
                  <c:v>37700</c:v>
                </c:pt>
                <c:pt idx="578">
                  <c:v>37701</c:v>
                </c:pt>
                <c:pt idx="579">
                  <c:v>37704</c:v>
                </c:pt>
                <c:pt idx="580">
                  <c:v>37705</c:v>
                </c:pt>
                <c:pt idx="581">
                  <c:v>37706</c:v>
                </c:pt>
                <c:pt idx="582">
                  <c:v>37707</c:v>
                </c:pt>
                <c:pt idx="583">
                  <c:v>37708</c:v>
                </c:pt>
                <c:pt idx="584">
                  <c:v>37711</c:v>
                </c:pt>
                <c:pt idx="585">
                  <c:v>37712</c:v>
                </c:pt>
                <c:pt idx="586">
                  <c:v>37713</c:v>
                </c:pt>
                <c:pt idx="587">
                  <c:v>37714</c:v>
                </c:pt>
                <c:pt idx="588">
                  <c:v>37715</c:v>
                </c:pt>
                <c:pt idx="589">
                  <c:v>37718</c:v>
                </c:pt>
                <c:pt idx="590">
                  <c:v>37719</c:v>
                </c:pt>
                <c:pt idx="591">
                  <c:v>37720</c:v>
                </c:pt>
                <c:pt idx="592">
                  <c:v>37721</c:v>
                </c:pt>
                <c:pt idx="593">
                  <c:v>37722</c:v>
                </c:pt>
                <c:pt idx="594">
                  <c:v>37725</c:v>
                </c:pt>
                <c:pt idx="595">
                  <c:v>37726</c:v>
                </c:pt>
                <c:pt idx="596">
                  <c:v>37727</c:v>
                </c:pt>
                <c:pt idx="597">
                  <c:v>37728</c:v>
                </c:pt>
                <c:pt idx="598">
                  <c:v>37729</c:v>
                </c:pt>
                <c:pt idx="599">
                  <c:v>37732</c:v>
                </c:pt>
                <c:pt idx="600">
                  <c:v>37733</c:v>
                </c:pt>
                <c:pt idx="601">
                  <c:v>37734</c:v>
                </c:pt>
                <c:pt idx="602">
                  <c:v>37735</c:v>
                </c:pt>
                <c:pt idx="603">
                  <c:v>37736</c:v>
                </c:pt>
                <c:pt idx="604">
                  <c:v>37739</c:v>
                </c:pt>
                <c:pt idx="605">
                  <c:v>37740</c:v>
                </c:pt>
                <c:pt idx="606">
                  <c:v>37741</c:v>
                </c:pt>
                <c:pt idx="607">
                  <c:v>37742</c:v>
                </c:pt>
                <c:pt idx="608">
                  <c:v>37743</c:v>
                </c:pt>
                <c:pt idx="609">
                  <c:v>37746</c:v>
                </c:pt>
                <c:pt idx="610">
                  <c:v>37747</c:v>
                </c:pt>
                <c:pt idx="611">
                  <c:v>37748</c:v>
                </c:pt>
                <c:pt idx="612">
                  <c:v>37749</c:v>
                </c:pt>
                <c:pt idx="613">
                  <c:v>37750</c:v>
                </c:pt>
                <c:pt idx="614">
                  <c:v>37753</c:v>
                </c:pt>
                <c:pt idx="615">
                  <c:v>37754</c:v>
                </c:pt>
                <c:pt idx="616">
                  <c:v>37755</c:v>
                </c:pt>
                <c:pt idx="617">
                  <c:v>37756</c:v>
                </c:pt>
                <c:pt idx="618">
                  <c:v>37757</c:v>
                </c:pt>
                <c:pt idx="619">
                  <c:v>37760</c:v>
                </c:pt>
                <c:pt idx="620">
                  <c:v>37761</c:v>
                </c:pt>
                <c:pt idx="621">
                  <c:v>37762</c:v>
                </c:pt>
                <c:pt idx="622">
                  <c:v>37763</c:v>
                </c:pt>
                <c:pt idx="623">
                  <c:v>37764</c:v>
                </c:pt>
                <c:pt idx="624">
                  <c:v>37767</c:v>
                </c:pt>
                <c:pt idx="625">
                  <c:v>37768</c:v>
                </c:pt>
                <c:pt idx="626">
                  <c:v>37769</c:v>
                </c:pt>
                <c:pt idx="627">
                  <c:v>37770</c:v>
                </c:pt>
                <c:pt idx="628">
                  <c:v>37771</c:v>
                </c:pt>
                <c:pt idx="629">
                  <c:v>37774</c:v>
                </c:pt>
                <c:pt idx="630">
                  <c:v>37775</c:v>
                </c:pt>
                <c:pt idx="631">
                  <c:v>37776</c:v>
                </c:pt>
                <c:pt idx="632">
                  <c:v>37777</c:v>
                </c:pt>
                <c:pt idx="633">
                  <c:v>37778</c:v>
                </c:pt>
                <c:pt idx="634">
                  <c:v>37781</c:v>
                </c:pt>
                <c:pt idx="635">
                  <c:v>37782</c:v>
                </c:pt>
                <c:pt idx="636">
                  <c:v>37783</c:v>
                </c:pt>
                <c:pt idx="637">
                  <c:v>37784</c:v>
                </c:pt>
                <c:pt idx="638">
                  <c:v>37785</c:v>
                </c:pt>
                <c:pt idx="639">
                  <c:v>37788</c:v>
                </c:pt>
                <c:pt idx="640">
                  <c:v>37789</c:v>
                </c:pt>
                <c:pt idx="641">
                  <c:v>37790</c:v>
                </c:pt>
                <c:pt idx="642">
                  <c:v>37791</c:v>
                </c:pt>
                <c:pt idx="643">
                  <c:v>37792</c:v>
                </c:pt>
                <c:pt idx="644">
                  <c:v>37795</c:v>
                </c:pt>
                <c:pt idx="645">
                  <c:v>37796</c:v>
                </c:pt>
                <c:pt idx="646">
                  <c:v>37797</c:v>
                </c:pt>
                <c:pt idx="647">
                  <c:v>37798</c:v>
                </c:pt>
                <c:pt idx="648">
                  <c:v>37799</c:v>
                </c:pt>
                <c:pt idx="649">
                  <c:v>37802</c:v>
                </c:pt>
                <c:pt idx="650">
                  <c:v>37803</c:v>
                </c:pt>
                <c:pt idx="651">
                  <c:v>37804</c:v>
                </c:pt>
                <c:pt idx="652">
                  <c:v>37805</c:v>
                </c:pt>
                <c:pt idx="653">
                  <c:v>37806</c:v>
                </c:pt>
                <c:pt idx="654">
                  <c:v>37809</c:v>
                </c:pt>
                <c:pt idx="655">
                  <c:v>37810</c:v>
                </c:pt>
                <c:pt idx="656">
                  <c:v>37811</c:v>
                </c:pt>
                <c:pt idx="657">
                  <c:v>37812</c:v>
                </c:pt>
                <c:pt idx="658">
                  <c:v>37813</c:v>
                </c:pt>
                <c:pt idx="659">
                  <c:v>37816</c:v>
                </c:pt>
                <c:pt idx="660">
                  <c:v>37817</c:v>
                </c:pt>
                <c:pt idx="661">
                  <c:v>37818</c:v>
                </c:pt>
                <c:pt idx="662">
                  <c:v>37819</c:v>
                </c:pt>
                <c:pt idx="663">
                  <c:v>37820</c:v>
                </c:pt>
                <c:pt idx="664">
                  <c:v>37823</c:v>
                </c:pt>
                <c:pt idx="665">
                  <c:v>37824</c:v>
                </c:pt>
                <c:pt idx="666">
                  <c:v>37825</c:v>
                </c:pt>
                <c:pt idx="667">
                  <c:v>37826</c:v>
                </c:pt>
                <c:pt idx="668">
                  <c:v>37827</c:v>
                </c:pt>
                <c:pt idx="669">
                  <c:v>37830</c:v>
                </c:pt>
                <c:pt idx="670">
                  <c:v>37831</c:v>
                </c:pt>
                <c:pt idx="671">
                  <c:v>37832</c:v>
                </c:pt>
                <c:pt idx="672">
                  <c:v>37833</c:v>
                </c:pt>
                <c:pt idx="673">
                  <c:v>37834</c:v>
                </c:pt>
                <c:pt idx="674">
                  <c:v>37837</c:v>
                </c:pt>
                <c:pt idx="675">
                  <c:v>37838</c:v>
                </c:pt>
                <c:pt idx="676">
                  <c:v>37839</c:v>
                </c:pt>
                <c:pt idx="677">
                  <c:v>37840</c:v>
                </c:pt>
                <c:pt idx="678">
                  <c:v>37841</c:v>
                </c:pt>
                <c:pt idx="679">
                  <c:v>37844</c:v>
                </c:pt>
                <c:pt idx="680">
                  <c:v>37845</c:v>
                </c:pt>
                <c:pt idx="681">
                  <c:v>37846</c:v>
                </c:pt>
                <c:pt idx="682">
                  <c:v>37847</c:v>
                </c:pt>
                <c:pt idx="683">
                  <c:v>37848</c:v>
                </c:pt>
                <c:pt idx="684">
                  <c:v>37851</c:v>
                </c:pt>
                <c:pt idx="685">
                  <c:v>37852</c:v>
                </c:pt>
                <c:pt idx="686">
                  <c:v>37853</c:v>
                </c:pt>
                <c:pt idx="687">
                  <c:v>37854</c:v>
                </c:pt>
                <c:pt idx="688">
                  <c:v>37855</c:v>
                </c:pt>
                <c:pt idx="689">
                  <c:v>37858</c:v>
                </c:pt>
                <c:pt idx="690">
                  <c:v>37859</c:v>
                </c:pt>
                <c:pt idx="691">
                  <c:v>37860</c:v>
                </c:pt>
                <c:pt idx="692">
                  <c:v>37861</c:v>
                </c:pt>
                <c:pt idx="693">
                  <c:v>37862</c:v>
                </c:pt>
                <c:pt idx="694">
                  <c:v>37865</c:v>
                </c:pt>
                <c:pt idx="695">
                  <c:v>37866</c:v>
                </c:pt>
                <c:pt idx="696">
                  <c:v>37867</c:v>
                </c:pt>
                <c:pt idx="697">
                  <c:v>37868</c:v>
                </c:pt>
                <c:pt idx="698">
                  <c:v>37869</c:v>
                </c:pt>
                <c:pt idx="699">
                  <c:v>37872</c:v>
                </c:pt>
                <c:pt idx="700">
                  <c:v>37873</c:v>
                </c:pt>
                <c:pt idx="701">
                  <c:v>37874</c:v>
                </c:pt>
                <c:pt idx="702">
                  <c:v>37875</c:v>
                </c:pt>
                <c:pt idx="703">
                  <c:v>37876</c:v>
                </c:pt>
                <c:pt idx="704">
                  <c:v>37879</c:v>
                </c:pt>
                <c:pt idx="705">
                  <c:v>37880</c:v>
                </c:pt>
                <c:pt idx="706">
                  <c:v>37881</c:v>
                </c:pt>
                <c:pt idx="707">
                  <c:v>37882</c:v>
                </c:pt>
                <c:pt idx="708">
                  <c:v>37883</c:v>
                </c:pt>
                <c:pt idx="709">
                  <c:v>37886</c:v>
                </c:pt>
                <c:pt idx="710">
                  <c:v>37887</c:v>
                </c:pt>
                <c:pt idx="711">
                  <c:v>37888</c:v>
                </c:pt>
                <c:pt idx="712">
                  <c:v>37889</c:v>
                </c:pt>
                <c:pt idx="713">
                  <c:v>37890</c:v>
                </c:pt>
                <c:pt idx="714">
                  <c:v>37893</c:v>
                </c:pt>
                <c:pt idx="715">
                  <c:v>37894</c:v>
                </c:pt>
                <c:pt idx="716">
                  <c:v>37895</c:v>
                </c:pt>
                <c:pt idx="717">
                  <c:v>37896</c:v>
                </c:pt>
                <c:pt idx="718">
                  <c:v>37897</c:v>
                </c:pt>
                <c:pt idx="719">
                  <c:v>37900</c:v>
                </c:pt>
                <c:pt idx="720">
                  <c:v>37901</c:v>
                </c:pt>
                <c:pt idx="721">
                  <c:v>37902</c:v>
                </c:pt>
                <c:pt idx="722">
                  <c:v>37903</c:v>
                </c:pt>
                <c:pt idx="723">
                  <c:v>37904</c:v>
                </c:pt>
                <c:pt idx="724">
                  <c:v>37907</c:v>
                </c:pt>
                <c:pt idx="725">
                  <c:v>37908</c:v>
                </c:pt>
                <c:pt idx="726">
                  <c:v>37909</c:v>
                </c:pt>
                <c:pt idx="727">
                  <c:v>37910</c:v>
                </c:pt>
                <c:pt idx="728">
                  <c:v>37911</c:v>
                </c:pt>
                <c:pt idx="729">
                  <c:v>37914</c:v>
                </c:pt>
                <c:pt idx="730">
                  <c:v>37915</c:v>
                </c:pt>
                <c:pt idx="731">
                  <c:v>37916</c:v>
                </c:pt>
                <c:pt idx="732">
                  <c:v>37917</c:v>
                </c:pt>
                <c:pt idx="733">
                  <c:v>37918</c:v>
                </c:pt>
                <c:pt idx="734">
                  <c:v>37921</c:v>
                </c:pt>
                <c:pt idx="735">
                  <c:v>37922</c:v>
                </c:pt>
                <c:pt idx="736">
                  <c:v>37923</c:v>
                </c:pt>
                <c:pt idx="737">
                  <c:v>37924</c:v>
                </c:pt>
                <c:pt idx="738">
                  <c:v>37925</c:v>
                </c:pt>
                <c:pt idx="739">
                  <c:v>37928</c:v>
                </c:pt>
                <c:pt idx="740">
                  <c:v>37929</c:v>
                </c:pt>
                <c:pt idx="741">
                  <c:v>37930</c:v>
                </c:pt>
                <c:pt idx="742">
                  <c:v>37931</c:v>
                </c:pt>
                <c:pt idx="743">
                  <c:v>37932</c:v>
                </c:pt>
                <c:pt idx="744">
                  <c:v>37935</c:v>
                </c:pt>
                <c:pt idx="745">
                  <c:v>37936</c:v>
                </c:pt>
                <c:pt idx="746">
                  <c:v>37937</c:v>
                </c:pt>
                <c:pt idx="747">
                  <c:v>37938</c:v>
                </c:pt>
                <c:pt idx="748">
                  <c:v>37939</c:v>
                </c:pt>
                <c:pt idx="749">
                  <c:v>37942</c:v>
                </c:pt>
                <c:pt idx="750">
                  <c:v>37943</c:v>
                </c:pt>
                <c:pt idx="751">
                  <c:v>37944</c:v>
                </c:pt>
                <c:pt idx="752">
                  <c:v>37945</c:v>
                </c:pt>
                <c:pt idx="753">
                  <c:v>37946</c:v>
                </c:pt>
                <c:pt idx="754">
                  <c:v>37949</c:v>
                </c:pt>
                <c:pt idx="755">
                  <c:v>37950</c:v>
                </c:pt>
                <c:pt idx="756">
                  <c:v>37951</c:v>
                </c:pt>
                <c:pt idx="757">
                  <c:v>37952</c:v>
                </c:pt>
                <c:pt idx="758">
                  <c:v>37953</c:v>
                </c:pt>
                <c:pt idx="759">
                  <c:v>37956</c:v>
                </c:pt>
                <c:pt idx="760">
                  <c:v>37957</c:v>
                </c:pt>
                <c:pt idx="761">
                  <c:v>37958</c:v>
                </c:pt>
                <c:pt idx="762">
                  <c:v>37959</c:v>
                </c:pt>
                <c:pt idx="763">
                  <c:v>37960</c:v>
                </c:pt>
                <c:pt idx="764">
                  <c:v>37963</c:v>
                </c:pt>
                <c:pt idx="765">
                  <c:v>37964</c:v>
                </c:pt>
                <c:pt idx="766">
                  <c:v>37965</c:v>
                </c:pt>
                <c:pt idx="767">
                  <c:v>37966</c:v>
                </c:pt>
                <c:pt idx="768">
                  <c:v>37967</c:v>
                </c:pt>
                <c:pt idx="769">
                  <c:v>37970</c:v>
                </c:pt>
                <c:pt idx="770">
                  <c:v>37971</c:v>
                </c:pt>
                <c:pt idx="771">
                  <c:v>37972</c:v>
                </c:pt>
                <c:pt idx="772">
                  <c:v>37973</c:v>
                </c:pt>
                <c:pt idx="773">
                  <c:v>37974</c:v>
                </c:pt>
                <c:pt idx="774">
                  <c:v>37977</c:v>
                </c:pt>
                <c:pt idx="775">
                  <c:v>37978</c:v>
                </c:pt>
                <c:pt idx="776">
                  <c:v>37979</c:v>
                </c:pt>
                <c:pt idx="777">
                  <c:v>37980</c:v>
                </c:pt>
                <c:pt idx="778">
                  <c:v>37981</c:v>
                </c:pt>
                <c:pt idx="779">
                  <c:v>37984</c:v>
                </c:pt>
                <c:pt idx="780">
                  <c:v>37985</c:v>
                </c:pt>
                <c:pt idx="781">
                  <c:v>37986</c:v>
                </c:pt>
                <c:pt idx="782">
                  <c:v>37987</c:v>
                </c:pt>
                <c:pt idx="783">
                  <c:v>37988</c:v>
                </c:pt>
                <c:pt idx="784">
                  <c:v>37991</c:v>
                </c:pt>
                <c:pt idx="785">
                  <c:v>37992</c:v>
                </c:pt>
                <c:pt idx="786">
                  <c:v>37993</c:v>
                </c:pt>
                <c:pt idx="787">
                  <c:v>37994</c:v>
                </c:pt>
                <c:pt idx="788">
                  <c:v>37995</c:v>
                </c:pt>
                <c:pt idx="789">
                  <c:v>37998</c:v>
                </c:pt>
                <c:pt idx="790">
                  <c:v>37999</c:v>
                </c:pt>
                <c:pt idx="791">
                  <c:v>38000</c:v>
                </c:pt>
                <c:pt idx="792">
                  <c:v>38001</c:v>
                </c:pt>
                <c:pt idx="793">
                  <c:v>38002</c:v>
                </c:pt>
                <c:pt idx="794">
                  <c:v>38005</c:v>
                </c:pt>
                <c:pt idx="795">
                  <c:v>38006</c:v>
                </c:pt>
                <c:pt idx="796">
                  <c:v>38007</c:v>
                </c:pt>
                <c:pt idx="797">
                  <c:v>38008</c:v>
                </c:pt>
                <c:pt idx="798">
                  <c:v>38009</c:v>
                </c:pt>
                <c:pt idx="799">
                  <c:v>38012</c:v>
                </c:pt>
                <c:pt idx="800">
                  <c:v>38013</c:v>
                </c:pt>
                <c:pt idx="801">
                  <c:v>38014</c:v>
                </c:pt>
                <c:pt idx="802">
                  <c:v>38015</c:v>
                </c:pt>
                <c:pt idx="803">
                  <c:v>38016</c:v>
                </c:pt>
                <c:pt idx="804">
                  <c:v>38019</c:v>
                </c:pt>
                <c:pt idx="805">
                  <c:v>38020</c:v>
                </c:pt>
                <c:pt idx="806">
                  <c:v>38021</c:v>
                </c:pt>
                <c:pt idx="807">
                  <c:v>38022</c:v>
                </c:pt>
                <c:pt idx="808">
                  <c:v>38023</c:v>
                </c:pt>
                <c:pt idx="809">
                  <c:v>38026</c:v>
                </c:pt>
                <c:pt idx="810">
                  <c:v>38027</c:v>
                </c:pt>
                <c:pt idx="811">
                  <c:v>38028</c:v>
                </c:pt>
                <c:pt idx="812">
                  <c:v>38029</c:v>
                </c:pt>
                <c:pt idx="813">
                  <c:v>38030</c:v>
                </c:pt>
                <c:pt idx="814">
                  <c:v>38033</c:v>
                </c:pt>
                <c:pt idx="815">
                  <c:v>38034</c:v>
                </c:pt>
                <c:pt idx="816">
                  <c:v>38035</c:v>
                </c:pt>
                <c:pt idx="817">
                  <c:v>38036</c:v>
                </c:pt>
                <c:pt idx="818">
                  <c:v>38037</c:v>
                </c:pt>
                <c:pt idx="819">
                  <c:v>38040</c:v>
                </c:pt>
                <c:pt idx="820">
                  <c:v>38041</c:v>
                </c:pt>
                <c:pt idx="821">
                  <c:v>38042</c:v>
                </c:pt>
                <c:pt idx="822">
                  <c:v>38043</c:v>
                </c:pt>
                <c:pt idx="823">
                  <c:v>38044</c:v>
                </c:pt>
                <c:pt idx="824">
                  <c:v>38047</c:v>
                </c:pt>
                <c:pt idx="825">
                  <c:v>38048</c:v>
                </c:pt>
                <c:pt idx="826">
                  <c:v>38049</c:v>
                </c:pt>
                <c:pt idx="827">
                  <c:v>38050</c:v>
                </c:pt>
                <c:pt idx="828">
                  <c:v>38051</c:v>
                </c:pt>
                <c:pt idx="829">
                  <c:v>38054</c:v>
                </c:pt>
                <c:pt idx="830">
                  <c:v>38055</c:v>
                </c:pt>
                <c:pt idx="831">
                  <c:v>38056</c:v>
                </c:pt>
                <c:pt idx="832">
                  <c:v>38057</c:v>
                </c:pt>
                <c:pt idx="833">
                  <c:v>38058</c:v>
                </c:pt>
                <c:pt idx="834">
                  <c:v>38061</c:v>
                </c:pt>
                <c:pt idx="835">
                  <c:v>38062</c:v>
                </c:pt>
                <c:pt idx="836">
                  <c:v>38063</c:v>
                </c:pt>
                <c:pt idx="837">
                  <c:v>38064</c:v>
                </c:pt>
                <c:pt idx="838">
                  <c:v>38065</c:v>
                </c:pt>
                <c:pt idx="839">
                  <c:v>38068</c:v>
                </c:pt>
                <c:pt idx="840">
                  <c:v>38069</c:v>
                </c:pt>
                <c:pt idx="841">
                  <c:v>38070</c:v>
                </c:pt>
                <c:pt idx="842">
                  <c:v>38071</c:v>
                </c:pt>
                <c:pt idx="843">
                  <c:v>38072</c:v>
                </c:pt>
                <c:pt idx="844">
                  <c:v>38075</c:v>
                </c:pt>
                <c:pt idx="845">
                  <c:v>38076</c:v>
                </c:pt>
                <c:pt idx="846">
                  <c:v>38077</c:v>
                </c:pt>
                <c:pt idx="847">
                  <c:v>38078</c:v>
                </c:pt>
                <c:pt idx="848">
                  <c:v>38079</c:v>
                </c:pt>
                <c:pt idx="849">
                  <c:v>38082</c:v>
                </c:pt>
                <c:pt idx="850">
                  <c:v>38083</c:v>
                </c:pt>
                <c:pt idx="851">
                  <c:v>38084</c:v>
                </c:pt>
                <c:pt idx="852">
                  <c:v>38085</c:v>
                </c:pt>
                <c:pt idx="853">
                  <c:v>38086</c:v>
                </c:pt>
                <c:pt idx="854">
                  <c:v>38089</c:v>
                </c:pt>
                <c:pt idx="855">
                  <c:v>38090</c:v>
                </c:pt>
                <c:pt idx="856">
                  <c:v>38091</c:v>
                </c:pt>
                <c:pt idx="857">
                  <c:v>38092</c:v>
                </c:pt>
                <c:pt idx="858">
                  <c:v>38093</c:v>
                </c:pt>
                <c:pt idx="859">
                  <c:v>38096</c:v>
                </c:pt>
                <c:pt idx="860">
                  <c:v>38097</c:v>
                </c:pt>
                <c:pt idx="861">
                  <c:v>38098</c:v>
                </c:pt>
                <c:pt idx="862">
                  <c:v>38099</c:v>
                </c:pt>
                <c:pt idx="863">
                  <c:v>38100</c:v>
                </c:pt>
                <c:pt idx="864">
                  <c:v>38103</c:v>
                </c:pt>
                <c:pt idx="865">
                  <c:v>38104</c:v>
                </c:pt>
                <c:pt idx="866">
                  <c:v>38105</c:v>
                </c:pt>
                <c:pt idx="867">
                  <c:v>38106</c:v>
                </c:pt>
                <c:pt idx="868">
                  <c:v>38107</c:v>
                </c:pt>
                <c:pt idx="869">
                  <c:v>38110</c:v>
                </c:pt>
                <c:pt idx="870">
                  <c:v>38111</c:v>
                </c:pt>
                <c:pt idx="871">
                  <c:v>38112</c:v>
                </c:pt>
                <c:pt idx="872">
                  <c:v>38113</c:v>
                </c:pt>
                <c:pt idx="873">
                  <c:v>38114</c:v>
                </c:pt>
                <c:pt idx="874">
                  <c:v>38117</c:v>
                </c:pt>
                <c:pt idx="875">
                  <c:v>38118</c:v>
                </c:pt>
                <c:pt idx="876">
                  <c:v>38119</c:v>
                </c:pt>
                <c:pt idx="877">
                  <c:v>38120</c:v>
                </c:pt>
                <c:pt idx="878">
                  <c:v>38121</c:v>
                </c:pt>
                <c:pt idx="879">
                  <c:v>38124</c:v>
                </c:pt>
                <c:pt idx="880">
                  <c:v>38125</c:v>
                </c:pt>
                <c:pt idx="881">
                  <c:v>38126</c:v>
                </c:pt>
                <c:pt idx="882">
                  <c:v>38127</c:v>
                </c:pt>
                <c:pt idx="883">
                  <c:v>38128</c:v>
                </c:pt>
                <c:pt idx="884">
                  <c:v>38131</c:v>
                </c:pt>
                <c:pt idx="885">
                  <c:v>38132</c:v>
                </c:pt>
                <c:pt idx="886">
                  <c:v>38133</c:v>
                </c:pt>
                <c:pt idx="887">
                  <c:v>38134</c:v>
                </c:pt>
                <c:pt idx="888">
                  <c:v>38135</c:v>
                </c:pt>
                <c:pt idx="889">
                  <c:v>38138</c:v>
                </c:pt>
                <c:pt idx="890">
                  <c:v>38139</c:v>
                </c:pt>
                <c:pt idx="891">
                  <c:v>38140</c:v>
                </c:pt>
                <c:pt idx="892">
                  <c:v>38141</c:v>
                </c:pt>
                <c:pt idx="893">
                  <c:v>38142</c:v>
                </c:pt>
                <c:pt idx="894">
                  <c:v>38145</c:v>
                </c:pt>
                <c:pt idx="895">
                  <c:v>38146</c:v>
                </c:pt>
                <c:pt idx="896">
                  <c:v>38147</c:v>
                </c:pt>
                <c:pt idx="897">
                  <c:v>38148</c:v>
                </c:pt>
                <c:pt idx="898">
                  <c:v>38149</c:v>
                </c:pt>
                <c:pt idx="899">
                  <c:v>38152</c:v>
                </c:pt>
                <c:pt idx="900">
                  <c:v>38153</c:v>
                </c:pt>
                <c:pt idx="901">
                  <c:v>38154</c:v>
                </c:pt>
                <c:pt idx="902">
                  <c:v>38155</c:v>
                </c:pt>
                <c:pt idx="903">
                  <c:v>38156</c:v>
                </c:pt>
                <c:pt idx="904">
                  <c:v>38159</c:v>
                </c:pt>
                <c:pt idx="905">
                  <c:v>38160</c:v>
                </c:pt>
                <c:pt idx="906">
                  <c:v>38161</c:v>
                </c:pt>
                <c:pt idx="907">
                  <c:v>38162</c:v>
                </c:pt>
                <c:pt idx="908">
                  <c:v>38163</c:v>
                </c:pt>
                <c:pt idx="909">
                  <c:v>38166</c:v>
                </c:pt>
                <c:pt idx="910">
                  <c:v>38167</c:v>
                </c:pt>
                <c:pt idx="911">
                  <c:v>38168</c:v>
                </c:pt>
                <c:pt idx="912">
                  <c:v>38169</c:v>
                </c:pt>
                <c:pt idx="913">
                  <c:v>38170</c:v>
                </c:pt>
                <c:pt idx="914">
                  <c:v>38173</c:v>
                </c:pt>
                <c:pt idx="915">
                  <c:v>38174</c:v>
                </c:pt>
                <c:pt idx="916">
                  <c:v>38175</c:v>
                </c:pt>
                <c:pt idx="917">
                  <c:v>38176</c:v>
                </c:pt>
                <c:pt idx="918">
                  <c:v>38177</c:v>
                </c:pt>
                <c:pt idx="919">
                  <c:v>38180</c:v>
                </c:pt>
                <c:pt idx="920">
                  <c:v>38181</c:v>
                </c:pt>
                <c:pt idx="921">
                  <c:v>38182</c:v>
                </c:pt>
                <c:pt idx="922">
                  <c:v>38183</c:v>
                </c:pt>
                <c:pt idx="923">
                  <c:v>38184</c:v>
                </c:pt>
                <c:pt idx="924">
                  <c:v>38187</c:v>
                </c:pt>
                <c:pt idx="925">
                  <c:v>38188</c:v>
                </c:pt>
                <c:pt idx="926">
                  <c:v>38189</c:v>
                </c:pt>
                <c:pt idx="927">
                  <c:v>38190</c:v>
                </c:pt>
                <c:pt idx="928">
                  <c:v>38191</c:v>
                </c:pt>
                <c:pt idx="929">
                  <c:v>38194</c:v>
                </c:pt>
                <c:pt idx="930">
                  <c:v>38195</c:v>
                </c:pt>
                <c:pt idx="931">
                  <c:v>38196</c:v>
                </c:pt>
                <c:pt idx="932">
                  <c:v>38197</c:v>
                </c:pt>
                <c:pt idx="933">
                  <c:v>38198</c:v>
                </c:pt>
                <c:pt idx="934">
                  <c:v>38201</c:v>
                </c:pt>
                <c:pt idx="935">
                  <c:v>38202</c:v>
                </c:pt>
                <c:pt idx="936">
                  <c:v>38203</c:v>
                </c:pt>
                <c:pt idx="937">
                  <c:v>38204</c:v>
                </c:pt>
                <c:pt idx="938">
                  <c:v>38205</c:v>
                </c:pt>
                <c:pt idx="939">
                  <c:v>38208</c:v>
                </c:pt>
                <c:pt idx="940">
                  <c:v>38209</c:v>
                </c:pt>
                <c:pt idx="941">
                  <c:v>38210</c:v>
                </c:pt>
                <c:pt idx="942">
                  <c:v>38211</c:v>
                </c:pt>
                <c:pt idx="943">
                  <c:v>38212</c:v>
                </c:pt>
                <c:pt idx="944">
                  <c:v>38215</c:v>
                </c:pt>
                <c:pt idx="945">
                  <c:v>38216</c:v>
                </c:pt>
                <c:pt idx="946">
                  <c:v>38217</c:v>
                </c:pt>
                <c:pt idx="947">
                  <c:v>38218</c:v>
                </c:pt>
                <c:pt idx="948">
                  <c:v>38219</c:v>
                </c:pt>
                <c:pt idx="949">
                  <c:v>38222</c:v>
                </c:pt>
                <c:pt idx="950">
                  <c:v>38223</c:v>
                </c:pt>
                <c:pt idx="951">
                  <c:v>38224</c:v>
                </c:pt>
                <c:pt idx="952">
                  <c:v>38225</c:v>
                </c:pt>
                <c:pt idx="953">
                  <c:v>38226</c:v>
                </c:pt>
                <c:pt idx="954">
                  <c:v>38229</c:v>
                </c:pt>
                <c:pt idx="955">
                  <c:v>38230</c:v>
                </c:pt>
                <c:pt idx="956">
                  <c:v>38231</c:v>
                </c:pt>
                <c:pt idx="957">
                  <c:v>38232</c:v>
                </c:pt>
                <c:pt idx="958">
                  <c:v>38233</c:v>
                </c:pt>
                <c:pt idx="959">
                  <c:v>38236</c:v>
                </c:pt>
                <c:pt idx="960">
                  <c:v>38237</c:v>
                </c:pt>
                <c:pt idx="961">
                  <c:v>38238</c:v>
                </c:pt>
                <c:pt idx="962">
                  <c:v>38239</c:v>
                </c:pt>
                <c:pt idx="963">
                  <c:v>38240</c:v>
                </c:pt>
                <c:pt idx="964">
                  <c:v>38243</c:v>
                </c:pt>
                <c:pt idx="965">
                  <c:v>38244</c:v>
                </c:pt>
                <c:pt idx="966">
                  <c:v>38245</c:v>
                </c:pt>
                <c:pt idx="967">
                  <c:v>38246</c:v>
                </c:pt>
                <c:pt idx="968">
                  <c:v>38247</c:v>
                </c:pt>
                <c:pt idx="969">
                  <c:v>38250</c:v>
                </c:pt>
                <c:pt idx="970">
                  <c:v>38251</c:v>
                </c:pt>
                <c:pt idx="971">
                  <c:v>38252</c:v>
                </c:pt>
                <c:pt idx="972">
                  <c:v>38253</c:v>
                </c:pt>
                <c:pt idx="973">
                  <c:v>38254</c:v>
                </c:pt>
                <c:pt idx="974">
                  <c:v>38257</c:v>
                </c:pt>
                <c:pt idx="975">
                  <c:v>38258</c:v>
                </c:pt>
                <c:pt idx="976">
                  <c:v>38259</c:v>
                </c:pt>
                <c:pt idx="977">
                  <c:v>38260</c:v>
                </c:pt>
                <c:pt idx="978">
                  <c:v>38261</c:v>
                </c:pt>
                <c:pt idx="979">
                  <c:v>38264</c:v>
                </c:pt>
                <c:pt idx="980">
                  <c:v>38265</c:v>
                </c:pt>
                <c:pt idx="981">
                  <c:v>38266</c:v>
                </c:pt>
                <c:pt idx="982">
                  <c:v>38267</c:v>
                </c:pt>
                <c:pt idx="983">
                  <c:v>38268</c:v>
                </c:pt>
                <c:pt idx="984">
                  <c:v>38271</c:v>
                </c:pt>
                <c:pt idx="985">
                  <c:v>38272</c:v>
                </c:pt>
                <c:pt idx="986">
                  <c:v>38273</c:v>
                </c:pt>
                <c:pt idx="987">
                  <c:v>38274</c:v>
                </c:pt>
                <c:pt idx="988">
                  <c:v>38275</c:v>
                </c:pt>
                <c:pt idx="989">
                  <c:v>38278</c:v>
                </c:pt>
                <c:pt idx="990">
                  <c:v>38279</c:v>
                </c:pt>
                <c:pt idx="991">
                  <c:v>38280</c:v>
                </c:pt>
                <c:pt idx="992">
                  <c:v>38281</c:v>
                </c:pt>
                <c:pt idx="993">
                  <c:v>38282</c:v>
                </c:pt>
                <c:pt idx="994">
                  <c:v>38285</c:v>
                </c:pt>
                <c:pt idx="995">
                  <c:v>38286</c:v>
                </c:pt>
                <c:pt idx="996">
                  <c:v>38287</c:v>
                </c:pt>
                <c:pt idx="997">
                  <c:v>38288</c:v>
                </c:pt>
                <c:pt idx="998">
                  <c:v>38289</c:v>
                </c:pt>
                <c:pt idx="999">
                  <c:v>38292</c:v>
                </c:pt>
                <c:pt idx="1000">
                  <c:v>38293</c:v>
                </c:pt>
                <c:pt idx="1001">
                  <c:v>38294</c:v>
                </c:pt>
                <c:pt idx="1002">
                  <c:v>38295</c:v>
                </c:pt>
                <c:pt idx="1003">
                  <c:v>38296</c:v>
                </c:pt>
                <c:pt idx="1004">
                  <c:v>38299</c:v>
                </c:pt>
                <c:pt idx="1005">
                  <c:v>38300</c:v>
                </c:pt>
                <c:pt idx="1006">
                  <c:v>38301</c:v>
                </c:pt>
                <c:pt idx="1007">
                  <c:v>38302</c:v>
                </c:pt>
                <c:pt idx="1008">
                  <c:v>38303</c:v>
                </c:pt>
                <c:pt idx="1009">
                  <c:v>38306</c:v>
                </c:pt>
                <c:pt idx="1010">
                  <c:v>38307</c:v>
                </c:pt>
                <c:pt idx="1011">
                  <c:v>38308</c:v>
                </c:pt>
                <c:pt idx="1012">
                  <c:v>38309</c:v>
                </c:pt>
                <c:pt idx="1013">
                  <c:v>38310</c:v>
                </c:pt>
                <c:pt idx="1014">
                  <c:v>38313</c:v>
                </c:pt>
                <c:pt idx="1015">
                  <c:v>38314</c:v>
                </c:pt>
                <c:pt idx="1016">
                  <c:v>38315</c:v>
                </c:pt>
                <c:pt idx="1017">
                  <c:v>38316</c:v>
                </c:pt>
                <c:pt idx="1018">
                  <c:v>38317</c:v>
                </c:pt>
                <c:pt idx="1019">
                  <c:v>38320</c:v>
                </c:pt>
                <c:pt idx="1020">
                  <c:v>38321</c:v>
                </c:pt>
                <c:pt idx="1021">
                  <c:v>38322</c:v>
                </c:pt>
                <c:pt idx="1022">
                  <c:v>38323</c:v>
                </c:pt>
                <c:pt idx="1023">
                  <c:v>38324</c:v>
                </c:pt>
                <c:pt idx="1024">
                  <c:v>38327</c:v>
                </c:pt>
                <c:pt idx="1025">
                  <c:v>38328</c:v>
                </c:pt>
                <c:pt idx="1026">
                  <c:v>38329</c:v>
                </c:pt>
                <c:pt idx="1027">
                  <c:v>38330</c:v>
                </c:pt>
                <c:pt idx="1028">
                  <c:v>38331</c:v>
                </c:pt>
                <c:pt idx="1029">
                  <c:v>38334</c:v>
                </c:pt>
                <c:pt idx="1030">
                  <c:v>38335</c:v>
                </c:pt>
                <c:pt idx="1031">
                  <c:v>38336</c:v>
                </c:pt>
                <c:pt idx="1032">
                  <c:v>38337</c:v>
                </c:pt>
                <c:pt idx="1033">
                  <c:v>38338</c:v>
                </c:pt>
                <c:pt idx="1034">
                  <c:v>38341</c:v>
                </c:pt>
                <c:pt idx="1035">
                  <c:v>38342</c:v>
                </c:pt>
                <c:pt idx="1036">
                  <c:v>38343</c:v>
                </c:pt>
                <c:pt idx="1037">
                  <c:v>38344</c:v>
                </c:pt>
                <c:pt idx="1038">
                  <c:v>38345</c:v>
                </c:pt>
                <c:pt idx="1039">
                  <c:v>38348</c:v>
                </c:pt>
                <c:pt idx="1040">
                  <c:v>38349</c:v>
                </c:pt>
                <c:pt idx="1041">
                  <c:v>38350</c:v>
                </c:pt>
                <c:pt idx="1042">
                  <c:v>38351</c:v>
                </c:pt>
                <c:pt idx="1043">
                  <c:v>38352</c:v>
                </c:pt>
                <c:pt idx="1044">
                  <c:v>38355</c:v>
                </c:pt>
                <c:pt idx="1045">
                  <c:v>38356</c:v>
                </c:pt>
                <c:pt idx="1046">
                  <c:v>38357</c:v>
                </c:pt>
                <c:pt idx="1047">
                  <c:v>38358</c:v>
                </c:pt>
                <c:pt idx="1048">
                  <c:v>38359</c:v>
                </c:pt>
                <c:pt idx="1049">
                  <c:v>38362</c:v>
                </c:pt>
                <c:pt idx="1050">
                  <c:v>38363</c:v>
                </c:pt>
                <c:pt idx="1051">
                  <c:v>38364</c:v>
                </c:pt>
                <c:pt idx="1052">
                  <c:v>38365</c:v>
                </c:pt>
                <c:pt idx="1053">
                  <c:v>38366</c:v>
                </c:pt>
                <c:pt idx="1054">
                  <c:v>38369</c:v>
                </c:pt>
                <c:pt idx="1055">
                  <c:v>38370</c:v>
                </c:pt>
                <c:pt idx="1056">
                  <c:v>38371</c:v>
                </c:pt>
                <c:pt idx="1057">
                  <c:v>38372</c:v>
                </c:pt>
                <c:pt idx="1058">
                  <c:v>38373</c:v>
                </c:pt>
                <c:pt idx="1059">
                  <c:v>38376</c:v>
                </c:pt>
                <c:pt idx="1060">
                  <c:v>38377</c:v>
                </c:pt>
                <c:pt idx="1061">
                  <c:v>38378</c:v>
                </c:pt>
                <c:pt idx="1062">
                  <c:v>38379</c:v>
                </c:pt>
                <c:pt idx="1063">
                  <c:v>38380</c:v>
                </c:pt>
                <c:pt idx="1064">
                  <c:v>38383</c:v>
                </c:pt>
                <c:pt idx="1065">
                  <c:v>38384</c:v>
                </c:pt>
                <c:pt idx="1066">
                  <c:v>38385</c:v>
                </c:pt>
                <c:pt idx="1067">
                  <c:v>38386</c:v>
                </c:pt>
                <c:pt idx="1068">
                  <c:v>38387</c:v>
                </c:pt>
                <c:pt idx="1069">
                  <c:v>38390</c:v>
                </c:pt>
                <c:pt idx="1070">
                  <c:v>38391</c:v>
                </c:pt>
                <c:pt idx="1071">
                  <c:v>38392</c:v>
                </c:pt>
                <c:pt idx="1072">
                  <c:v>38393</c:v>
                </c:pt>
                <c:pt idx="1073">
                  <c:v>38394</c:v>
                </c:pt>
                <c:pt idx="1074">
                  <c:v>38397</c:v>
                </c:pt>
                <c:pt idx="1075">
                  <c:v>38398</c:v>
                </c:pt>
                <c:pt idx="1076">
                  <c:v>38399</c:v>
                </c:pt>
                <c:pt idx="1077">
                  <c:v>38400</c:v>
                </c:pt>
                <c:pt idx="1078">
                  <c:v>38401</c:v>
                </c:pt>
                <c:pt idx="1079">
                  <c:v>38404</c:v>
                </c:pt>
                <c:pt idx="1080">
                  <c:v>38405</c:v>
                </c:pt>
                <c:pt idx="1081">
                  <c:v>38406</c:v>
                </c:pt>
                <c:pt idx="1082">
                  <c:v>38407</c:v>
                </c:pt>
                <c:pt idx="1083">
                  <c:v>38408</c:v>
                </c:pt>
                <c:pt idx="1084">
                  <c:v>38411</c:v>
                </c:pt>
                <c:pt idx="1085">
                  <c:v>38412</c:v>
                </c:pt>
                <c:pt idx="1086">
                  <c:v>38413</c:v>
                </c:pt>
                <c:pt idx="1087">
                  <c:v>38414</c:v>
                </c:pt>
                <c:pt idx="1088">
                  <c:v>38415</c:v>
                </c:pt>
                <c:pt idx="1089">
                  <c:v>38418</c:v>
                </c:pt>
                <c:pt idx="1090">
                  <c:v>38419</c:v>
                </c:pt>
                <c:pt idx="1091">
                  <c:v>38420</c:v>
                </c:pt>
                <c:pt idx="1092">
                  <c:v>38421</c:v>
                </c:pt>
                <c:pt idx="1093">
                  <c:v>38422</c:v>
                </c:pt>
                <c:pt idx="1094">
                  <c:v>38425</c:v>
                </c:pt>
                <c:pt idx="1095">
                  <c:v>38426</c:v>
                </c:pt>
                <c:pt idx="1096">
                  <c:v>38427</c:v>
                </c:pt>
                <c:pt idx="1097">
                  <c:v>38428</c:v>
                </c:pt>
                <c:pt idx="1098">
                  <c:v>38429</c:v>
                </c:pt>
                <c:pt idx="1099">
                  <c:v>38432</c:v>
                </c:pt>
                <c:pt idx="1100">
                  <c:v>38433</c:v>
                </c:pt>
                <c:pt idx="1101">
                  <c:v>38434</c:v>
                </c:pt>
                <c:pt idx="1102">
                  <c:v>38435</c:v>
                </c:pt>
                <c:pt idx="1103">
                  <c:v>38436</c:v>
                </c:pt>
                <c:pt idx="1104">
                  <c:v>38439</c:v>
                </c:pt>
                <c:pt idx="1105">
                  <c:v>38440</c:v>
                </c:pt>
                <c:pt idx="1106">
                  <c:v>38441</c:v>
                </c:pt>
                <c:pt idx="1107">
                  <c:v>38442</c:v>
                </c:pt>
                <c:pt idx="1108">
                  <c:v>38443</c:v>
                </c:pt>
                <c:pt idx="1109">
                  <c:v>38446</c:v>
                </c:pt>
                <c:pt idx="1110">
                  <c:v>38447</c:v>
                </c:pt>
                <c:pt idx="1111">
                  <c:v>38448</c:v>
                </c:pt>
                <c:pt idx="1112">
                  <c:v>38449</c:v>
                </c:pt>
                <c:pt idx="1113">
                  <c:v>38450</c:v>
                </c:pt>
                <c:pt idx="1114">
                  <c:v>38453</c:v>
                </c:pt>
                <c:pt idx="1115">
                  <c:v>38454</c:v>
                </c:pt>
                <c:pt idx="1116">
                  <c:v>38455</c:v>
                </c:pt>
                <c:pt idx="1117">
                  <c:v>38456</c:v>
                </c:pt>
                <c:pt idx="1118">
                  <c:v>38457</c:v>
                </c:pt>
                <c:pt idx="1119">
                  <c:v>38460</c:v>
                </c:pt>
                <c:pt idx="1120">
                  <c:v>38461</c:v>
                </c:pt>
                <c:pt idx="1121">
                  <c:v>38462</c:v>
                </c:pt>
                <c:pt idx="1122">
                  <c:v>38463</c:v>
                </c:pt>
                <c:pt idx="1123">
                  <c:v>38464</c:v>
                </c:pt>
                <c:pt idx="1124">
                  <c:v>38467</c:v>
                </c:pt>
                <c:pt idx="1125">
                  <c:v>38468</c:v>
                </c:pt>
                <c:pt idx="1126">
                  <c:v>38469</c:v>
                </c:pt>
                <c:pt idx="1127">
                  <c:v>38470</c:v>
                </c:pt>
                <c:pt idx="1128">
                  <c:v>38471</c:v>
                </c:pt>
                <c:pt idx="1129">
                  <c:v>38474</c:v>
                </c:pt>
                <c:pt idx="1130">
                  <c:v>38475</c:v>
                </c:pt>
                <c:pt idx="1131">
                  <c:v>38476</c:v>
                </c:pt>
                <c:pt idx="1132">
                  <c:v>38477</c:v>
                </c:pt>
                <c:pt idx="1133">
                  <c:v>38478</c:v>
                </c:pt>
                <c:pt idx="1134">
                  <c:v>38481</c:v>
                </c:pt>
                <c:pt idx="1135">
                  <c:v>38482</c:v>
                </c:pt>
                <c:pt idx="1136">
                  <c:v>38483</c:v>
                </c:pt>
                <c:pt idx="1137">
                  <c:v>38484</c:v>
                </c:pt>
                <c:pt idx="1138">
                  <c:v>38485</c:v>
                </c:pt>
                <c:pt idx="1139">
                  <c:v>38488</c:v>
                </c:pt>
                <c:pt idx="1140">
                  <c:v>38489</c:v>
                </c:pt>
                <c:pt idx="1141">
                  <c:v>38490</c:v>
                </c:pt>
                <c:pt idx="1142">
                  <c:v>38491</c:v>
                </c:pt>
                <c:pt idx="1143">
                  <c:v>38492</c:v>
                </c:pt>
                <c:pt idx="1144">
                  <c:v>38495</c:v>
                </c:pt>
                <c:pt idx="1145">
                  <c:v>38496</c:v>
                </c:pt>
                <c:pt idx="1146">
                  <c:v>38497</c:v>
                </c:pt>
                <c:pt idx="1147">
                  <c:v>38498</c:v>
                </c:pt>
                <c:pt idx="1148">
                  <c:v>38499</c:v>
                </c:pt>
                <c:pt idx="1149">
                  <c:v>38502</c:v>
                </c:pt>
                <c:pt idx="1150">
                  <c:v>38503</c:v>
                </c:pt>
                <c:pt idx="1151">
                  <c:v>38504</c:v>
                </c:pt>
                <c:pt idx="1152">
                  <c:v>38505</c:v>
                </c:pt>
                <c:pt idx="1153">
                  <c:v>38506</c:v>
                </c:pt>
                <c:pt idx="1154">
                  <c:v>38509</c:v>
                </c:pt>
                <c:pt idx="1155">
                  <c:v>38510</c:v>
                </c:pt>
                <c:pt idx="1156">
                  <c:v>38511</c:v>
                </c:pt>
                <c:pt idx="1157">
                  <c:v>38512</c:v>
                </c:pt>
                <c:pt idx="1158">
                  <c:v>38513</c:v>
                </c:pt>
                <c:pt idx="1159">
                  <c:v>38516</c:v>
                </c:pt>
                <c:pt idx="1160">
                  <c:v>38517</c:v>
                </c:pt>
                <c:pt idx="1161">
                  <c:v>38518</c:v>
                </c:pt>
                <c:pt idx="1162">
                  <c:v>38519</c:v>
                </c:pt>
                <c:pt idx="1163">
                  <c:v>38520</c:v>
                </c:pt>
                <c:pt idx="1164">
                  <c:v>38523</c:v>
                </c:pt>
                <c:pt idx="1165">
                  <c:v>38524</c:v>
                </c:pt>
                <c:pt idx="1166">
                  <c:v>38525</c:v>
                </c:pt>
                <c:pt idx="1167">
                  <c:v>38526</c:v>
                </c:pt>
                <c:pt idx="1168">
                  <c:v>38527</c:v>
                </c:pt>
                <c:pt idx="1169">
                  <c:v>38530</c:v>
                </c:pt>
                <c:pt idx="1170">
                  <c:v>38531</c:v>
                </c:pt>
                <c:pt idx="1171">
                  <c:v>38532</c:v>
                </c:pt>
                <c:pt idx="1172">
                  <c:v>38533</c:v>
                </c:pt>
                <c:pt idx="1173">
                  <c:v>38534</c:v>
                </c:pt>
                <c:pt idx="1174">
                  <c:v>38537</c:v>
                </c:pt>
                <c:pt idx="1175">
                  <c:v>38538</c:v>
                </c:pt>
                <c:pt idx="1176">
                  <c:v>38539</c:v>
                </c:pt>
                <c:pt idx="1177">
                  <c:v>38540</c:v>
                </c:pt>
                <c:pt idx="1178">
                  <c:v>38541</c:v>
                </c:pt>
                <c:pt idx="1179">
                  <c:v>38544</c:v>
                </c:pt>
                <c:pt idx="1180">
                  <c:v>38545</c:v>
                </c:pt>
                <c:pt idx="1181">
                  <c:v>38546</c:v>
                </c:pt>
                <c:pt idx="1182">
                  <c:v>38547</c:v>
                </c:pt>
                <c:pt idx="1183">
                  <c:v>38548</c:v>
                </c:pt>
                <c:pt idx="1184">
                  <c:v>38551</c:v>
                </c:pt>
                <c:pt idx="1185">
                  <c:v>38552</c:v>
                </c:pt>
                <c:pt idx="1186">
                  <c:v>38553</c:v>
                </c:pt>
                <c:pt idx="1187">
                  <c:v>38554</c:v>
                </c:pt>
                <c:pt idx="1188">
                  <c:v>38555</c:v>
                </c:pt>
                <c:pt idx="1189">
                  <c:v>38558</c:v>
                </c:pt>
                <c:pt idx="1190">
                  <c:v>38559</c:v>
                </c:pt>
                <c:pt idx="1191">
                  <c:v>38560</c:v>
                </c:pt>
                <c:pt idx="1192">
                  <c:v>38561</c:v>
                </c:pt>
                <c:pt idx="1193">
                  <c:v>38562</c:v>
                </c:pt>
                <c:pt idx="1194">
                  <c:v>38565</c:v>
                </c:pt>
                <c:pt idx="1195">
                  <c:v>38566</c:v>
                </c:pt>
                <c:pt idx="1196">
                  <c:v>38567</c:v>
                </c:pt>
                <c:pt idx="1197">
                  <c:v>38568</c:v>
                </c:pt>
                <c:pt idx="1198">
                  <c:v>38569</c:v>
                </c:pt>
                <c:pt idx="1199">
                  <c:v>38572</c:v>
                </c:pt>
                <c:pt idx="1200">
                  <c:v>38573</c:v>
                </c:pt>
                <c:pt idx="1201">
                  <c:v>38574</c:v>
                </c:pt>
                <c:pt idx="1202">
                  <c:v>38575</c:v>
                </c:pt>
                <c:pt idx="1203">
                  <c:v>38576</c:v>
                </c:pt>
                <c:pt idx="1204">
                  <c:v>38579</c:v>
                </c:pt>
                <c:pt idx="1205">
                  <c:v>38580</c:v>
                </c:pt>
                <c:pt idx="1206">
                  <c:v>38581</c:v>
                </c:pt>
                <c:pt idx="1207">
                  <c:v>38582</c:v>
                </c:pt>
                <c:pt idx="1208">
                  <c:v>38583</c:v>
                </c:pt>
                <c:pt idx="1209">
                  <c:v>38586</c:v>
                </c:pt>
                <c:pt idx="1210">
                  <c:v>38587</c:v>
                </c:pt>
                <c:pt idx="1211">
                  <c:v>38588</c:v>
                </c:pt>
                <c:pt idx="1212">
                  <c:v>38589</c:v>
                </c:pt>
                <c:pt idx="1213">
                  <c:v>38590</c:v>
                </c:pt>
                <c:pt idx="1214">
                  <c:v>38593</c:v>
                </c:pt>
                <c:pt idx="1215">
                  <c:v>38594</c:v>
                </c:pt>
                <c:pt idx="1216">
                  <c:v>38595</c:v>
                </c:pt>
                <c:pt idx="1217">
                  <c:v>38596</c:v>
                </c:pt>
                <c:pt idx="1218">
                  <c:v>38597</c:v>
                </c:pt>
                <c:pt idx="1219">
                  <c:v>38600</c:v>
                </c:pt>
                <c:pt idx="1220">
                  <c:v>38601</c:v>
                </c:pt>
                <c:pt idx="1221">
                  <c:v>38602</c:v>
                </c:pt>
                <c:pt idx="1222">
                  <c:v>38603</c:v>
                </c:pt>
                <c:pt idx="1223">
                  <c:v>38604</c:v>
                </c:pt>
                <c:pt idx="1224">
                  <c:v>38607</c:v>
                </c:pt>
                <c:pt idx="1225">
                  <c:v>38608</c:v>
                </c:pt>
                <c:pt idx="1226">
                  <c:v>38609</c:v>
                </c:pt>
                <c:pt idx="1227">
                  <c:v>38610</c:v>
                </c:pt>
                <c:pt idx="1228">
                  <c:v>38611</c:v>
                </c:pt>
                <c:pt idx="1229">
                  <c:v>38614</c:v>
                </c:pt>
                <c:pt idx="1230">
                  <c:v>38615</c:v>
                </c:pt>
                <c:pt idx="1231">
                  <c:v>38616</c:v>
                </c:pt>
                <c:pt idx="1232">
                  <c:v>38617</c:v>
                </c:pt>
                <c:pt idx="1233">
                  <c:v>38618</c:v>
                </c:pt>
                <c:pt idx="1234">
                  <c:v>38621</c:v>
                </c:pt>
                <c:pt idx="1235">
                  <c:v>38622</c:v>
                </c:pt>
                <c:pt idx="1236">
                  <c:v>38623</c:v>
                </c:pt>
                <c:pt idx="1237">
                  <c:v>38624</c:v>
                </c:pt>
                <c:pt idx="1238">
                  <c:v>38625</c:v>
                </c:pt>
                <c:pt idx="1239">
                  <c:v>38628</c:v>
                </c:pt>
                <c:pt idx="1240">
                  <c:v>38629</c:v>
                </c:pt>
                <c:pt idx="1241">
                  <c:v>38630</c:v>
                </c:pt>
                <c:pt idx="1242">
                  <c:v>38631</c:v>
                </c:pt>
                <c:pt idx="1243">
                  <c:v>38632</c:v>
                </c:pt>
                <c:pt idx="1244">
                  <c:v>38635</c:v>
                </c:pt>
                <c:pt idx="1245">
                  <c:v>38636</c:v>
                </c:pt>
                <c:pt idx="1246">
                  <c:v>38637</c:v>
                </c:pt>
                <c:pt idx="1247">
                  <c:v>38638</c:v>
                </c:pt>
                <c:pt idx="1248">
                  <c:v>38639</c:v>
                </c:pt>
                <c:pt idx="1249">
                  <c:v>38642</c:v>
                </c:pt>
                <c:pt idx="1250">
                  <c:v>38643</c:v>
                </c:pt>
                <c:pt idx="1251">
                  <c:v>38644</c:v>
                </c:pt>
                <c:pt idx="1252">
                  <c:v>38645</c:v>
                </c:pt>
                <c:pt idx="1253">
                  <c:v>38646</c:v>
                </c:pt>
                <c:pt idx="1254">
                  <c:v>38649</c:v>
                </c:pt>
                <c:pt idx="1255">
                  <c:v>38650</c:v>
                </c:pt>
                <c:pt idx="1256">
                  <c:v>38651</c:v>
                </c:pt>
                <c:pt idx="1257">
                  <c:v>38652</c:v>
                </c:pt>
                <c:pt idx="1258">
                  <c:v>38653</c:v>
                </c:pt>
                <c:pt idx="1259">
                  <c:v>38656</c:v>
                </c:pt>
                <c:pt idx="1260">
                  <c:v>38657</c:v>
                </c:pt>
                <c:pt idx="1261">
                  <c:v>38658</c:v>
                </c:pt>
                <c:pt idx="1262">
                  <c:v>38659</c:v>
                </c:pt>
                <c:pt idx="1263">
                  <c:v>38660</c:v>
                </c:pt>
                <c:pt idx="1264">
                  <c:v>38663</c:v>
                </c:pt>
                <c:pt idx="1265">
                  <c:v>38664</c:v>
                </c:pt>
                <c:pt idx="1266">
                  <c:v>38665</c:v>
                </c:pt>
                <c:pt idx="1267">
                  <c:v>38666</c:v>
                </c:pt>
                <c:pt idx="1268">
                  <c:v>38667</c:v>
                </c:pt>
                <c:pt idx="1269">
                  <c:v>38670</c:v>
                </c:pt>
                <c:pt idx="1270">
                  <c:v>38671</c:v>
                </c:pt>
                <c:pt idx="1271">
                  <c:v>38672</c:v>
                </c:pt>
                <c:pt idx="1272">
                  <c:v>38673</c:v>
                </c:pt>
                <c:pt idx="1273">
                  <c:v>38674</c:v>
                </c:pt>
                <c:pt idx="1274">
                  <c:v>38677</c:v>
                </c:pt>
                <c:pt idx="1275">
                  <c:v>38678</c:v>
                </c:pt>
                <c:pt idx="1276">
                  <c:v>38679</c:v>
                </c:pt>
                <c:pt idx="1277">
                  <c:v>38680</c:v>
                </c:pt>
                <c:pt idx="1278">
                  <c:v>38681</c:v>
                </c:pt>
                <c:pt idx="1279">
                  <c:v>38684</c:v>
                </c:pt>
                <c:pt idx="1280">
                  <c:v>38685</c:v>
                </c:pt>
                <c:pt idx="1281">
                  <c:v>38686</c:v>
                </c:pt>
                <c:pt idx="1282">
                  <c:v>38687</c:v>
                </c:pt>
                <c:pt idx="1283">
                  <c:v>38688</c:v>
                </c:pt>
                <c:pt idx="1284">
                  <c:v>38691</c:v>
                </c:pt>
                <c:pt idx="1285">
                  <c:v>38692</c:v>
                </c:pt>
                <c:pt idx="1286">
                  <c:v>38693</c:v>
                </c:pt>
                <c:pt idx="1287">
                  <c:v>38694</c:v>
                </c:pt>
                <c:pt idx="1288">
                  <c:v>38695</c:v>
                </c:pt>
                <c:pt idx="1289">
                  <c:v>38698</c:v>
                </c:pt>
                <c:pt idx="1290">
                  <c:v>38699</c:v>
                </c:pt>
                <c:pt idx="1291">
                  <c:v>38700</c:v>
                </c:pt>
                <c:pt idx="1292">
                  <c:v>38701</c:v>
                </c:pt>
                <c:pt idx="1293">
                  <c:v>38702</c:v>
                </c:pt>
                <c:pt idx="1294">
                  <c:v>38705</c:v>
                </c:pt>
                <c:pt idx="1295">
                  <c:v>38706</c:v>
                </c:pt>
                <c:pt idx="1296">
                  <c:v>38707</c:v>
                </c:pt>
                <c:pt idx="1297">
                  <c:v>38708</c:v>
                </c:pt>
                <c:pt idx="1298">
                  <c:v>38709</c:v>
                </c:pt>
                <c:pt idx="1299">
                  <c:v>38712</c:v>
                </c:pt>
                <c:pt idx="1300">
                  <c:v>38713</c:v>
                </c:pt>
                <c:pt idx="1301">
                  <c:v>38714</c:v>
                </c:pt>
                <c:pt idx="1302">
                  <c:v>38715</c:v>
                </c:pt>
                <c:pt idx="1303">
                  <c:v>38716</c:v>
                </c:pt>
                <c:pt idx="1304">
                  <c:v>38719</c:v>
                </c:pt>
                <c:pt idx="1305">
                  <c:v>38720</c:v>
                </c:pt>
                <c:pt idx="1306">
                  <c:v>38721</c:v>
                </c:pt>
                <c:pt idx="1307">
                  <c:v>38722</c:v>
                </c:pt>
                <c:pt idx="1308">
                  <c:v>38723</c:v>
                </c:pt>
                <c:pt idx="1309">
                  <c:v>38726</c:v>
                </c:pt>
                <c:pt idx="1310">
                  <c:v>38727</c:v>
                </c:pt>
                <c:pt idx="1311">
                  <c:v>38728</c:v>
                </c:pt>
                <c:pt idx="1312">
                  <c:v>38729</c:v>
                </c:pt>
                <c:pt idx="1313">
                  <c:v>38730</c:v>
                </c:pt>
                <c:pt idx="1314">
                  <c:v>38733</c:v>
                </c:pt>
                <c:pt idx="1315">
                  <c:v>38734</c:v>
                </c:pt>
                <c:pt idx="1316">
                  <c:v>38735</c:v>
                </c:pt>
                <c:pt idx="1317">
                  <c:v>38736</c:v>
                </c:pt>
                <c:pt idx="1318">
                  <c:v>38737</c:v>
                </c:pt>
                <c:pt idx="1319">
                  <c:v>38740</c:v>
                </c:pt>
                <c:pt idx="1320">
                  <c:v>38741</c:v>
                </c:pt>
                <c:pt idx="1321">
                  <c:v>38742</c:v>
                </c:pt>
                <c:pt idx="1322">
                  <c:v>38743</c:v>
                </c:pt>
                <c:pt idx="1323">
                  <c:v>38744</c:v>
                </c:pt>
                <c:pt idx="1324">
                  <c:v>38747</c:v>
                </c:pt>
                <c:pt idx="1325">
                  <c:v>38748</c:v>
                </c:pt>
                <c:pt idx="1326">
                  <c:v>38749</c:v>
                </c:pt>
                <c:pt idx="1327">
                  <c:v>38750</c:v>
                </c:pt>
                <c:pt idx="1328">
                  <c:v>38751</c:v>
                </c:pt>
                <c:pt idx="1329">
                  <c:v>38754</c:v>
                </c:pt>
                <c:pt idx="1330">
                  <c:v>38755</c:v>
                </c:pt>
                <c:pt idx="1331">
                  <c:v>38756</c:v>
                </c:pt>
                <c:pt idx="1332">
                  <c:v>38757</c:v>
                </c:pt>
                <c:pt idx="1333">
                  <c:v>38758</c:v>
                </c:pt>
                <c:pt idx="1334">
                  <c:v>38761</c:v>
                </c:pt>
                <c:pt idx="1335">
                  <c:v>38762</c:v>
                </c:pt>
                <c:pt idx="1336">
                  <c:v>38763</c:v>
                </c:pt>
                <c:pt idx="1337">
                  <c:v>38764</c:v>
                </c:pt>
                <c:pt idx="1338">
                  <c:v>38765</c:v>
                </c:pt>
                <c:pt idx="1339">
                  <c:v>38768</c:v>
                </c:pt>
                <c:pt idx="1340">
                  <c:v>38769</c:v>
                </c:pt>
                <c:pt idx="1341">
                  <c:v>38770</c:v>
                </c:pt>
                <c:pt idx="1342">
                  <c:v>38771</c:v>
                </c:pt>
                <c:pt idx="1343">
                  <c:v>38772</c:v>
                </c:pt>
                <c:pt idx="1344">
                  <c:v>38775</c:v>
                </c:pt>
                <c:pt idx="1345">
                  <c:v>38776</c:v>
                </c:pt>
                <c:pt idx="1346">
                  <c:v>38777</c:v>
                </c:pt>
                <c:pt idx="1347">
                  <c:v>38778</c:v>
                </c:pt>
                <c:pt idx="1348">
                  <c:v>38779</c:v>
                </c:pt>
                <c:pt idx="1349">
                  <c:v>38782</c:v>
                </c:pt>
                <c:pt idx="1350">
                  <c:v>38783</c:v>
                </c:pt>
                <c:pt idx="1351">
                  <c:v>38784</c:v>
                </c:pt>
                <c:pt idx="1352">
                  <c:v>38785</c:v>
                </c:pt>
                <c:pt idx="1353">
                  <c:v>38786</c:v>
                </c:pt>
                <c:pt idx="1354">
                  <c:v>38789</c:v>
                </c:pt>
                <c:pt idx="1355">
                  <c:v>38790</c:v>
                </c:pt>
                <c:pt idx="1356">
                  <c:v>38791</c:v>
                </c:pt>
                <c:pt idx="1357">
                  <c:v>38792</c:v>
                </c:pt>
                <c:pt idx="1358">
                  <c:v>38793</c:v>
                </c:pt>
                <c:pt idx="1359">
                  <c:v>38796</c:v>
                </c:pt>
                <c:pt idx="1360">
                  <c:v>38797</c:v>
                </c:pt>
                <c:pt idx="1361">
                  <c:v>38798</c:v>
                </c:pt>
                <c:pt idx="1362">
                  <c:v>38799</c:v>
                </c:pt>
                <c:pt idx="1363">
                  <c:v>38800</c:v>
                </c:pt>
                <c:pt idx="1364">
                  <c:v>38803</c:v>
                </c:pt>
                <c:pt idx="1365">
                  <c:v>38804</c:v>
                </c:pt>
                <c:pt idx="1366">
                  <c:v>38805</c:v>
                </c:pt>
                <c:pt idx="1367">
                  <c:v>38806</c:v>
                </c:pt>
                <c:pt idx="1368">
                  <c:v>38807</c:v>
                </c:pt>
                <c:pt idx="1369">
                  <c:v>38810</c:v>
                </c:pt>
                <c:pt idx="1370">
                  <c:v>38811</c:v>
                </c:pt>
                <c:pt idx="1371">
                  <c:v>38812</c:v>
                </c:pt>
                <c:pt idx="1372">
                  <c:v>38813</c:v>
                </c:pt>
                <c:pt idx="1373">
                  <c:v>38814</c:v>
                </c:pt>
                <c:pt idx="1374">
                  <c:v>38817</c:v>
                </c:pt>
                <c:pt idx="1375">
                  <c:v>38818</c:v>
                </c:pt>
                <c:pt idx="1376">
                  <c:v>38819</c:v>
                </c:pt>
                <c:pt idx="1377">
                  <c:v>38820</c:v>
                </c:pt>
                <c:pt idx="1378">
                  <c:v>38821</c:v>
                </c:pt>
                <c:pt idx="1379">
                  <c:v>38824</c:v>
                </c:pt>
                <c:pt idx="1380">
                  <c:v>38825</c:v>
                </c:pt>
                <c:pt idx="1381">
                  <c:v>38826</c:v>
                </c:pt>
                <c:pt idx="1382">
                  <c:v>38827</c:v>
                </c:pt>
                <c:pt idx="1383">
                  <c:v>38828</c:v>
                </c:pt>
                <c:pt idx="1384">
                  <c:v>38831</c:v>
                </c:pt>
                <c:pt idx="1385">
                  <c:v>38832</c:v>
                </c:pt>
                <c:pt idx="1386">
                  <c:v>38833</c:v>
                </c:pt>
                <c:pt idx="1387">
                  <c:v>38834</c:v>
                </c:pt>
                <c:pt idx="1388">
                  <c:v>38835</c:v>
                </c:pt>
                <c:pt idx="1389">
                  <c:v>38838</c:v>
                </c:pt>
                <c:pt idx="1390">
                  <c:v>38839</c:v>
                </c:pt>
                <c:pt idx="1391">
                  <c:v>38840</c:v>
                </c:pt>
                <c:pt idx="1392">
                  <c:v>38841</c:v>
                </c:pt>
                <c:pt idx="1393">
                  <c:v>38842</c:v>
                </c:pt>
                <c:pt idx="1394">
                  <c:v>38845</c:v>
                </c:pt>
                <c:pt idx="1395">
                  <c:v>38846</c:v>
                </c:pt>
                <c:pt idx="1396">
                  <c:v>38847</c:v>
                </c:pt>
                <c:pt idx="1397">
                  <c:v>38848</c:v>
                </c:pt>
                <c:pt idx="1398">
                  <c:v>38849</c:v>
                </c:pt>
                <c:pt idx="1399">
                  <c:v>38852</c:v>
                </c:pt>
                <c:pt idx="1400">
                  <c:v>38853</c:v>
                </c:pt>
                <c:pt idx="1401">
                  <c:v>38854</c:v>
                </c:pt>
                <c:pt idx="1402">
                  <c:v>38855</c:v>
                </c:pt>
                <c:pt idx="1403">
                  <c:v>38856</c:v>
                </c:pt>
                <c:pt idx="1404">
                  <c:v>38859</c:v>
                </c:pt>
                <c:pt idx="1405">
                  <c:v>38860</c:v>
                </c:pt>
                <c:pt idx="1406">
                  <c:v>38861</c:v>
                </c:pt>
                <c:pt idx="1407">
                  <c:v>38862</c:v>
                </c:pt>
                <c:pt idx="1408">
                  <c:v>38863</c:v>
                </c:pt>
                <c:pt idx="1409">
                  <c:v>38866</c:v>
                </c:pt>
                <c:pt idx="1410">
                  <c:v>38867</c:v>
                </c:pt>
                <c:pt idx="1411">
                  <c:v>38868</c:v>
                </c:pt>
                <c:pt idx="1412">
                  <c:v>38869</c:v>
                </c:pt>
                <c:pt idx="1413">
                  <c:v>38870</c:v>
                </c:pt>
                <c:pt idx="1414">
                  <c:v>38873</c:v>
                </c:pt>
                <c:pt idx="1415">
                  <c:v>38874</c:v>
                </c:pt>
                <c:pt idx="1416">
                  <c:v>38875</c:v>
                </c:pt>
                <c:pt idx="1417">
                  <c:v>38876</c:v>
                </c:pt>
                <c:pt idx="1418">
                  <c:v>38877</c:v>
                </c:pt>
                <c:pt idx="1419">
                  <c:v>38880</c:v>
                </c:pt>
                <c:pt idx="1420">
                  <c:v>38881</c:v>
                </c:pt>
                <c:pt idx="1421">
                  <c:v>38882</c:v>
                </c:pt>
                <c:pt idx="1422">
                  <c:v>38883</c:v>
                </c:pt>
                <c:pt idx="1423">
                  <c:v>38884</c:v>
                </c:pt>
                <c:pt idx="1424">
                  <c:v>38887</c:v>
                </c:pt>
                <c:pt idx="1425">
                  <c:v>38888</c:v>
                </c:pt>
                <c:pt idx="1426">
                  <c:v>38889</c:v>
                </c:pt>
                <c:pt idx="1427">
                  <c:v>38890</c:v>
                </c:pt>
                <c:pt idx="1428">
                  <c:v>38891</c:v>
                </c:pt>
                <c:pt idx="1429">
                  <c:v>38894</c:v>
                </c:pt>
                <c:pt idx="1430">
                  <c:v>38895</c:v>
                </c:pt>
                <c:pt idx="1431">
                  <c:v>38896</c:v>
                </c:pt>
                <c:pt idx="1432">
                  <c:v>38897</c:v>
                </c:pt>
                <c:pt idx="1433">
                  <c:v>38898</c:v>
                </c:pt>
                <c:pt idx="1434">
                  <c:v>38901</c:v>
                </c:pt>
                <c:pt idx="1435">
                  <c:v>38902</c:v>
                </c:pt>
                <c:pt idx="1436">
                  <c:v>38903</c:v>
                </c:pt>
                <c:pt idx="1437">
                  <c:v>38904</c:v>
                </c:pt>
                <c:pt idx="1438">
                  <c:v>38905</c:v>
                </c:pt>
                <c:pt idx="1439">
                  <c:v>38908</c:v>
                </c:pt>
                <c:pt idx="1440">
                  <c:v>38909</c:v>
                </c:pt>
                <c:pt idx="1441">
                  <c:v>38910</c:v>
                </c:pt>
                <c:pt idx="1442">
                  <c:v>38911</c:v>
                </c:pt>
                <c:pt idx="1443">
                  <c:v>38912</c:v>
                </c:pt>
                <c:pt idx="1444">
                  <c:v>38915</c:v>
                </c:pt>
                <c:pt idx="1445">
                  <c:v>38916</c:v>
                </c:pt>
                <c:pt idx="1446">
                  <c:v>38917</c:v>
                </c:pt>
                <c:pt idx="1447">
                  <c:v>38918</c:v>
                </c:pt>
                <c:pt idx="1448">
                  <c:v>38919</c:v>
                </c:pt>
                <c:pt idx="1449">
                  <c:v>38922</c:v>
                </c:pt>
                <c:pt idx="1450">
                  <c:v>38923</c:v>
                </c:pt>
                <c:pt idx="1451">
                  <c:v>38924</c:v>
                </c:pt>
                <c:pt idx="1452">
                  <c:v>38925</c:v>
                </c:pt>
                <c:pt idx="1453">
                  <c:v>38926</c:v>
                </c:pt>
                <c:pt idx="1454">
                  <c:v>38929</c:v>
                </c:pt>
                <c:pt idx="1455">
                  <c:v>38930</c:v>
                </c:pt>
                <c:pt idx="1456">
                  <c:v>38931</c:v>
                </c:pt>
                <c:pt idx="1457">
                  <c:v>38932</c:v>
                </c:pt>
                <c:pt idx="1458">
                  <c:v>38933</c:v>
                </c:pt>
                <c:pt idx="1459">
                  <c:v>38936</c:v>
                </c:pt>
                <c:pt idx="1460">
                  <c:v>38937</c:v>
                </c:pt>
                <c:pt idx="1461">
                  <c:v>38938</c:v>
                </c:pt>
                <c:pt idx="1462">
                  <c:v>38939</c:v>
                </c:pt>
                <c:pt idx="1463">
                  <c:v>38940</c:v>
                </c:pt>
                <c:pt idx="1464">
                  <c:v>38943</c:v>
                </c:pt>
                <c:pt idx="1465">
                  <c:v>38944</c:v>
                </c:pt>
                <c:pt idx="1466">
                  <c:v>38945</c:v>
                </c:pt>
                <c:pt idx="1467">
                  <c:v>38946</c:v>
                </c:pt>
                <c:pt idx="1468">
                  <c:v>38947</c:v>
                </c:pt>
                <c:pt idx="1469">
                  <c:v>38950</c:v>
                </c:pt>
                <c:pt idx="1470">
                  <c:v>38951</c:v>
                </c:pt>
                <c:pt idx="1471">
                  <c:v>38952</c:v>
                </c:pt>
                <c:pt idx="1472">
                  <c:v>38953</c:v>
                </c:pt>
                <c:pt idx="1473">
                  <c:v>38954</c:v>
                </c:pt>
                <c:pt idx="1474">
                  <c:v>38957</c:v>
                </c:pt>
                <c:pt idx="1475">
                  <c:v>38958</c:v>
                </c:pt>
                <c:pt idx="1476">
                  <c:v>38959</c:v>
                </c:pt>
                <c:pt idx="1477">
                  <c:v>38960</c:v>
                </c:pt>
                <c:pt idx="1478">
                  <c:v>38961</c:v>
                </c:pt>
                <c:pt idx="1479">
                  <c:v>38964</c:v>
                </c:pt>
                <c:pt idx="1480">
                  <c:v>38965</c:v>
                </c:pt>
                <c:pt idx="1481">
                  <c:v>38966</c:v>
                </c:pt>
                <c:pt idx="1482">
                  <c:v>38967</c:v>
                </c:pt>
                <c:pt idx="1483">
                  <c:v>38968</c:v>
                </c:pt>
                <c:pt idx="1484">
                  <c:v>38971</c:v>
                </c:pt>
                <c:pt idx="1485">
                  <c:v>38972</c:v>
                </c:pt>
                <c:pt idx="1486">
                  <c:v>38973</c:v>
                </c:pt>
                <c:pt idx="1487">
                  <c:v>38974</c:v>
                </c:pt>
                <c:pt idx="1488">
                  <c:v>38975</c:v>
                </c:pt>
                <c:pt idx="1489">
                  <c:v>38978</c:v>
                </c:pt>
                <c:pt idx="1490">
                  <c:v>38979</c:v>
                </c:pt>
                <c:pt idx="1491">
                  <c:v>38980</c:v>
                </c:pt>
                <c:pt idx="1492">
                  <c:v>38981</c:v>
                </c:pt>
                <c:pt idx="1493">
                  <c:v>38982</c:v>
                </c:pt>
                <c:pt idx="1494">
                  <c:v>38985</c:v>
                </c:pt>
                <c:pt idx="1495">
                  <c:v>38986</c:v>
                </c:pt>
                <c:pt idx="1496">
                  <c:v>38987</c:v>
                </c:pt>
                <c:pt idx="1497">
                  <c:v>38988</c:v>
                </c:pt>
                <c:pt idx="1498">
                  <c:v>38989</c:v>
                </c:pt>
                <c:pt idx="1499">
                  <c:v>38992</c:v>
                </c:pt>
                <c:pt idx="1500">
                  <c:v>38993</c:v>
                </c:pt>
                <c:pt idx="1501">
                  <c:v>38994</c:v>
                </c:pt>
                <c:pt idx="1502">
                  <c:v>38995</c:v>
                </c:pt>
                <c:pt idx="1503">
                  <c:v>38996</c:v>
                </c:pt>
                <c:pt idx="1504">
                  <c:v>38999</c:v>
                </c:pt>
                <c:pt idx="1505">
                  <c:v>39000</c:v>
                </c:pt>
                <c:pt idx="1506">
                  <c:v>39001</c:v>
                </c:pt>
                <c:pt idx="1507">
                  <c:v>39002</c:v>
                </c:pt>
                <c:pt idx="1508">
                  <c:v>39003</c:v>
                </c:pt>
                <c:pt idx="1509">
                  <c:v>39006</c:v>
                </c:pt>
                <c:pt idx="1510">
                  <c:v>39007</c:v>
                </c:pt>
                <c:pt idx="1511">
                  <c:v>39008</c:v>
                </c:pt>
                <c:pt idx="1512">
                  <c:v>39009</c:v>
                </c:pt>
                <c:pt idx="1513">
                  <c:v>39010</c:v>
                </c:pt>
                <c:pt idx="1514">
                  <c:v>39013</c:v>
                </c:pt>
                <c:pt idx="1515">
                  <c:v>39014</c:v>
                </c:pt>
                <c:pt idx="1516">
                  <c:v>39015</c:v>
                </c:pt>
                <c:pt idx="1517">
                  <c:v>39016</c:v>
                </c:pt>
                <c:pt idx="1518">
                  <c:v>39017</c:v>
                </c:pt>
                <c:pt idx="1519">
                  <c:v>39020</c:v>
                </c:pt>
                <c:pt idx="1520">
                  <c:v>39021</c:v>
                </c:pt>
                <c:pt idx="1521">
                  <c:v>39022</c:v>
                </c:pt>
                <c:pt idx="1522">
                  <c:v>39023</c:v>
                </c:pt>
                <c:pt idx="1523">
                  <c:v>39024</c:v>
                </c:pt>
                <c:pt idx="1524">
                  <c:v>39027</c:v>
                </c:pt>
                <c:pt idx="1525">
                  <c:v>39028</c:v>
                </c:pt>
                <c:pt idx="1526">
                  <c:v>39029</c:v>
                </c:pt>
                <c:pt idx="1527">
                  <c:v>39030</c:v>
                </c:pt>
                <c:pt idx="1528">
                  <c:v>39031</c:v>
                </c:pt>
                <c:pt idx="1529">
                  <c:v>39034</c:v>
                </c:pt>
                <c:pt idx="1530">
                  <c:v>39035</c:v>
                </c:pt>
                <c:pt idx="1531">
                  <c:v>39036</c:v>
                </c:pt>
                <c:pt idx="1532">
                  <c:v>39037</c:v>
                </c:pt>
                <c:pt idx="1533">
                  <c:v>39038</c:v>
                </c:pt>
                <c:pt idx="1534">
                  <c:v>39041</c:v>
                </c:pt>
                <c:pt idx="1535">
                  <c:v>39042</c:v>
                </c:pt>
                <c:pt idx="1536">
                  <c:v>39043</c:v>
                </c:pt>
                <c:pt idx="1537">
                  <c:v>39044</c:v>
                </c:pt>
                <c:pt idx="1538">
                  <c:v>39045</c:v>
                </c:pt>
                <c:pt idx="1539">
                  <c:v>39048</c:v>
                </c:pt>
                <c:pt idx="1540">
                  <c:v>39049</c:v>
                </c:pt>
                <c:pt idx="1541">
                  <c:v>39050</c:v>
                </c:pt>
                <c:pt idx="1542">
                  <c:v>39051</c:v>
                </c:pt>
                <c:pt idx="1543">
                  <c:v>39052</c:v>
                </c:pt>
                <c:pt idx="1544">
                  <c:v>39055</c:v>
                </c:pt>
                <c:pt idx="1545">
                  <c:v>39056</c:v>
                </c:pt>
                <c:pt idx="1546">
                  <c:v>39057</c:v>
                </c:pt>
                <c:pt idx="1547">
                  <c:v>39058</c:v>
                </c:pt>
                <c:pt idx="1548">
                  <c:v>39059</c:v>
                </c:pt>
                <c:pt idx="1549">
                  <c:v>39062</c:v>
                </c:pt>
                <c:pt idx="1550">
                  <c:v>39063</c:v>
                </c:pt>
                <c:pt idx="1551">
                  <c:v>39064</c:v>
                </c:pt>
                <c:pt idx="1552">
                  <c:v>39065</c:v>
                </c:pt>
                <c:pt idx="1553">
                  <c:v>39066</c:v>
                </c:pt>
                <c:pt idx="1554">
                  <c:v>39069</c:v>
                </c:pt>
                <c:pt idx="1555">
                  <c:v>39070</c:v>
                </c:pt>
                <c:pt idx="1556">
                  <c:v>39071</c:v>
                </c:pt>
                <c:pt idx="1557">
                  <c:v>39072</c:v>
                </c:pt>
                <c:pt idx="1558">
                  <c:v>39073</c:v>
                </c:pt>
                <c:pt idx="1559">
                  <c:v>39076</c:v>
                </c:pt>
                <c:pt idx="1560">
                  <c:v>39077</c:v>
                </c:pt>
                <c:pt idx="1561">
                  <c:v>39078</c:v>
                </c:pt>
                <c:pt idx="1562">
                  <c:v>39079</c:v>
                </c:pt>
                <c:pt idx="1563">
                  <c:v>39080</c:v>
                </c:pt>
                <c:pt idx="1564">
                  <c:v>39083</c:v>
                </c:pt>
                <c:pt idx="1565">
                  <c:v>39084</c:v>
                </c:pt>
                <c:pt idx="1566">
                  <c:v>39085</c:v>
                </c:pt>
                <c:pt idx="1567">
                  <c:v>39086</c:v>
                </c:pt>
                <c:pt idx="1568">
                  <c:v>39087</c:v>
                </c:pt>
                <c:pt idx="1569">
                  <c:v>39090</c:v>
                </c:pt>
                <c:pt idx="1570">
                  <c:v>39091</c:v>
                </c:pt>
                <c:pt idx="1571">
                  <c:v>39092</c:v>
                </c:pt>
                <c:pt idx="1572">
                  <c:v>39093</c:v>
                </c:pt>
                <c:pt idx="1573">
                  <c:v>39094</c:v>
                </c:pt>
                <c:pt idx="1574">
                  <c:v>39097</c:v>
                </c:pt>
                <c:pt idx="1575">
                  <c:v>39098</c:v>
                </c:pt>
                <c:pt idx="1576">
                  <c:v>39099</c:v>
                </c:pt>
                <c:pt idx="1577">
                  <c:v>39100</c:v>
                </c:pt>
                <c:pt idx="1578">
                  <c:v>39101</c:v>
                </c:pt>
                <c:pt idx="1579">
                  <c:v>39104</c:v>
                </c:pt>
                <c:pt idx="1580">
                  <c:v>39105</c:v>
                </c:pt>
                <c:pt idx="1581">
                  <c:v>39106</c:v>
                </c:pt>
                <c:pt idx="1582">
                  <c:v>39107</c:v>
                </c:pt>
                <c:pt idx="1583">
                  <c:v>39108</c:v>
                </c:pt>
                <c:pt idx="1584">
                  <c:v>39111</c:v>
                </c:pt>
                <c:pt idx="1585">
                  <c:v>39112</c:v>
                </c:pt>
                <c:pt idx="1586">
                  <c:v>39113</c:v>
                </c:pt>
                <c:pt idx="1587">
                  <c:v>39114</c:v>
                </c:pt>
                <c:pt idx="1588">
                  <c:v>39115</c:v>
                </c:pt>
                <c:pt idx="1589">
                  <c:v>39118</c:v>
                </c:pt>
                <c:pt idx="1590">
                  <c:v>39119</c:v>
                </c:pt>
                <c:pt idx="1591">
                  <c:v>39120</c:v>
                </c:pt>
                <c:pt idx="1592">
                  <c:v>39121</c:v>
                </c:pt>
                <c:pt idx="1593">
                  <c:v>39122</c:v>
                </c:pt>
                <c:pt idx="1594">
                  <c:v>39125</c:v>
                </c:pt>
                <c:pt idx="1595">
                  <c:v>39126</c:v>
                </c:pt>
                <c:pt idx="1596">
                  <c:v>39127</c:v>
                </c:pt>
                <c:pt idx="1597">
                  <c:v>39128</c:v>
                </c:pt>
                <c:pt idx="1598">
                  <c:v>39129</c:v>
                </c:pt>
                <c:pt idx="1599">
                  <c:v>39132</c:v>
                </c:pt>
                <c:pt idx="1600">
                  <c:v>39133</c:v>
                </c:pt>
                <c:pt idx="1601">
                  <c:v>39134</c:v>
                </c:pt>
                <c:pt idx="1602">
                  <c:v>39135</c:v>
                </c:pt>
                <c:pt idx="1603">
                  <c:v>39136</c:v>
                </c:pt>
                <c:pt idx="1604">
                  <c:v>39139</c:v>
                </c:pt>
                <c:pt idx="1605">
                  <c:v>39140</c:v>
                </c:pt>
                <c:pt idx="1606">
                  <c:v>39141</c:v>
                </c:pt>
                <c:pt idx="1607">
                  <c:v>39142</c:v>
                </c:pt>
                <c:pt idx="1608">
                  <c:v>39143</c:v>
                </c:pt>
                <c:pt idx="1609">
                  <c:v>39146</c:v>
                </c:pt>
                <c:pt idx="1610">
                  <c:v>39147</c:v>
                </c:pt>
                <c:pt idx="1611">
                  <c:v>39148</c:v>
                </c:pt>
                <c:pt idx="1612">
                  <c:v>39149</c:v>
                </c:pt>
                <c:pt idx="1613">
                  <c:v>39150</c:v>
                </c:pt>
                <c:pt idx="1614">
                  <c:v>39153</c:v>
                </c:pt>
                <c:pt idx="1615">
                  <c:v>39154</c:v>
                </c:pt>
                <c:pt idx="1616">
                  <c:v>39155</c:v>
                </c:pt>
                <c:pt idx="1617">
                  <c:v>39156</c:v>
                </c:pt>
                <c:pt idx="1618">
                  <c:v>39157</c:v>
                </c:pt>
                <c:pt idx="1619">
                  <c:v>39160</c:v>
                </c:pt>
                <c:pt idx="1620">
                  <c:v>39161</c:v>
                </c:pt>
                <c:pt idx="1621">
                  <c:v>39162</c:v>
                </c:pt>
                <c:pt idx="1622">
                  <c:v>39163</c:v>
                </c:pt>
                <c:pt idx="1623">
                  <c:v>39164</c:v>
                </c:pt>
                <c:pt idx="1624">
                  <c:v>39167</c:v>
                </c:pt>
                <c:pt idx="1625">
                  <c:v>39168</c:v>
                </c:pt>
                <c:pt idx="1626">
                  <c:v>39169</c:v>
                </c:pt>
                <c:pt idx="1627">
                  <c:v>39170</c:v>
                </c:pt>
                <c:pt idx="1628">
                  <c:v>39171</c:v>
                </c:pt>
                <c:pt idx="1629">
                  <c:v>39174</c:v>
                </c:pt>
                <c:pt idx="1630">
                  <c:v>39175</c:v>
                </c:pt>
                <c:pt idx="1631">
                  <c:v>39176</c:v>
                </c:pt>
                <c:pt idx="1632">
                  <c:v>39177</c:v>
                </c:pt>
                <c:pt idx="1633">
                  <c:v>39178</c:v>
                </c:pt>
                <c:pt idx="1634">
                  <c:v>39181</c:v>
                </c:pt>
                <c:pt idx="1635">
                  <c:v>39182</c:v>
                </c:pt>
                <c:pt idx="1636">
                  <c:v>39183</c:v>
                </c:pt>
                <c:pt idx="1637">
                  <c:v>39184</c:v>
                </c:pt>
                <c:pt idx="1638">
                  <c:v>39185</c:v>
                </c:pt>
                <c:pt idx="1639">
                  <c:v>39188</c:v>
                </c:pt>
                <c:pt idx="1640">
                  <c:v>39189</c:v>
                </c:pt>
                <c:pt idx="1641">
                  <c:v>39190</c:v>
                </c:pt>
                <c:pt idx="1642">
                  <c:v>39191</c:v>
                </c:pt>
                <c:pt idx="1643">
                  <c:v>39192</c:v>
                </c:pt>
                <c:pt idx="1644">
                  <c:v>39195</c:v>
                </c:pt>
                <c:pt idx="1645">
                  <c:v>39196</c:v>
                </c:pt>
                <c:pt idx="1646">
                  <c:v>39197</c:v>
                </c:pt>
                <c:pt idx="1647">
                  <c:v>39198</c:v>
                </c:pt>
                <c:pt idx="1648">
                  <c:v>39199</c:v>
                </c:pt>
                <c:pt idx="1649">
                  <c:v>39202</c:v>
                </c:pt>
                <c:pt idx="1650">
                  <c:v>39203</c:v>
                </c:pt>
                <c:pt idx="1651">
                  <c:v>39204</c:v>
                </c:pt>
                <c:pt idx="1652">
                  <c:v>39205</c:v>
                </c:pt>
                <c:pt idx="1653">
                  <c:v>39206</c:v>
                </c:pt>
                <c:pt idx="1654">
                  <c:v>39209</c:v>
                </c:pt>
                <c:pt idx="1655">
                  <c:v>39210</c:v>
                </c:pt>
                <c:pt idx="1656">
                  <c:v>39211</c:v>
                </c:pt>
                <c:pt idx="1657">
                  <c:v>39212</c:v>
                </c:pt>
                <c:pt idx="1658">
                  <c:v>39213</c:v>
                </c:pt>
                <c:pt idx="1659">
                  <c:v>39216</c:v>
                </c:pt>
                <c:pt idx="1660">
                  <c:v>39217</c:v>
                </c:pt>
                <c:pt idx="1661">
                  <c:v>39218</c:v>
                </c:pt>
                <c:pt idx="1662">
                  <c:v>39219</c:v>
                </c:pt>
                <c:pt idx="1663">
                  <c:v>39220</c:v>
                </c:pt>
                <c:pt idx="1664">
                  <c:v>39223</c:v>
                </c:pt>
                <c:pt idx="1665">
                  <c:v>39224</c:v>
                </c:pt>
                <c:pt idx="1666">
                  <c:v>39225</c:v>
                </c:pt>
                <c:pt idx="1667">
                  <c:v>39226</c:v>
                </c:pt>
                <c:pt idx="1668">
                  <c:v>39227</c:v>
                </c:pt>
                <c:pt idx="1669">
                  <c:v>39230</c:v>
                </c:pt>
                <c:pt idx="1670">
                  <c:v>39231</c:v>
                </c:pt>
                <c:pt idx="1671">
                  <c:v>39232</c:v>
                </c:pt>
                <c:pt idx="1672">
                  <c:v>39233</c:v>
                </c:pt>
                <c:pt idx="1673">
                  <c:v>39234</c:v>
                </c:pt>
                <c:pt idx="1674">
                  <c:v>39237</c:v>
                </c:pt>
                <c:pt idx="1675">
                  <c:v>39238</c:v>
                </c:pt>
                <c:pt idx="1676">
                  <c:v>39239</c:v>
                </c:pt>
                <c:pt idx="1677">
                  <c:v>39240</c:v>
                </c:pt>
                <c:pt idx="1678">
                  <c:v>39241</c:v>
                </c:pt>
                <c:pt idx="1679">
                  <c:v>39244</c:v>
                </c:pt>
                <c:pt idx="1680">
                  <c:v>39245</c:v>
                </c:pt>
                <c:pt idx="1681">
                  <c:v>39246</c:v>
                </c:pt>
                <c:pt idx="1682">
                  <c:v>39247</c:v>
                </c:pt>
                <c:pt idx="1683">
                  <c:v>39248</c:v>
                </c:pt>
                <c:pt idx="1684">
                  <c:v>39251</c:v>
                </c:pt>
                <c:pt idx="1685">
                  <c:v>39252</c:v>
                </c:pt>
                <c:pt idx="1686">
                  <c:v>39253</c:v>
                </c:pt>
                <c:pt idx="1687">
                  <c:v>39254</c:v>
                </c:pt>
                <c:pt idx="1688">
                  <c:v>39255</c:v>
                </c:pt>
                <c:pt idx="1689">
                  <c:v>39258</c:v>
                </c:pt>
                <c:pt idx="1690">
                  <c:v>39259</c:v>
                </c:pt>
                <c:pt idx="1691">
                  <c:v>39260</c:v>
                </c:pt>
                <c:pt idx="1692">
                  <c:v>39261</c:v>
                </c:pt>
                <c:pt idx="1693">
                  <c:v>39262</c:v>
                </c:pt>
                <c:pt idx="1694">
                  <c:v>39265</c:v>
                </c:pt>
                <c:pt idx="1695">
                  <c:v>39266</c:v>
                </c:pt>
                <c:pt idx="1696">
                  <c:v>39267</c:v>
                </c:pt>
                <c:pt idx="1697">
                  <c:v>39268</c:v>
                </c:pt>
                <c:pt idx="1698">
                  <c:v>39269</c:v>
                </c:pt>
                <c:pt idx="1699">
                  <c:v>39272</c:v>
                </c:pt>
                <c:pt idx="1700">
                  <c:v>39273</c:v>
                </c:pt>
                <c:pt idx="1701">
                  <c:v>39274</c:v>
                </c:pt>
                <c:pt idx="1702">
                  <c:v>39275</c:v>
                </c:pt>
                <c:pt idx="1703">
                  <c:v>39276</c:v>
                </c:pt>
                <c:pt idx="1704">
                  <c:v>39279</c:v>
                </c:pt>
                <c:pt idx="1705">
                  <c:v>39280</c:v>
                </c:pt>
                <c:pt idx="1706">
                  <c:v>39281</c:v>
                </c:pt>
                <c:pt idx="1707">
                  <c:v>39282</c:v>
                </c:pt>
                <c:pt idx="1708">
                  <c:v>39283</c:v>
                </c:pt>
                <c:pt idx="1709">
                  <c:v>39286</c:v>
                </c:pt>
                <c:pt idx="1710">
                  <c:v>39287</c:v>
                </c:pt>
                <c:pt idx="1711">
                  <c:v>39288</c:v>
                </c:pt>
                <c:pt idx="1712">
                  <c:v>39289</c:v>
                </c:pt>
                <c:pt idx="1713">
                  <c:v>39290</c:v>
                </c:pt>
                <c:pt idx="1714">
                  <c:v>39293</c:v>
                </c:pt>
                <c:pt idx="1715">
                  <c:v>39294</c:v>
                </c:pt>
                <c:pt idx="1716">
                  <c:v>39295</c:v>
                </c:pt>
                <c:pt idx="1717">
                  <c:v>39296</c:v>
                </c:pt>
                <c:pt idx="1718">
                  <c:v>39297</c:v>
                </c:pt>
                <c:pt idx="1719">
                  <c:v>39300</c:v>
                </c:pt>
                <c:pt idx="1720">
                  <c:v>39301</c:v>
                </c:pt>
                <c:pt idx="1721">
                  <c:v>39302</c:v>
                </c:pt>
                <c:pt idx="1722">
                  <c:v>39303</c:v>
                </c:pt>
                <c:pt idx="1723">
                  <c:v>39304</c:v>
                </c:pt>
                <c:pt idx="1724">
                  <c:v>39307</c:v>
                </c:pt>
                <c:pt idx="1725">
                  <c:v>39308</c:v>
                </c:pt>
                <c:pt idx="1726">
                  <c:v>39309</c:v>
                </c:pt>
                <c:pt idx="1727">
                  <c:v>39310</c:v>
                </c:pt>
                <c:pt idx="1728">
                  <c:v>39311</c:v>
                </c:pt>
                <c:pt idx="1729">
                  <c:v>39314</c:v>
                </c:pt>
                <c:pt idx="1730">
                  <c:v>39315</c:v>
                </c:pt>
                <c:pt idx="1731">
                  <c:v>39316</c:v>
                </c:pt>
                <c:pt idx="1732">
                  <c:v>39317</c:v>
                </c:pt>
                <c:pt idx="1733">
                  <c:v>39318</c:v>
                </c:pt>
                <c:pt idx="1734">
                  <c:v>39321</c:v>
                </c:pt>
                <c:pt idx="1735">
                  <c:v>39322</c:v>
                </c:pt>
                <c:pt idx="1736">
                  <c:v>39323</c:v>
                </c:pt>
                <c:pt idx="1737">
                  <c:v>39324</c:v>
                </c:pt>
                <c:pt idx="1738">
                  <c:v>39325</c:v>
                </c:pt>
                <c:pt idx="1739">
                  <c:v>39328</c:v>
                </c:pt>
                <c:pt idx="1740">
                  <c:v>39329</c:v>
                </c:pt>
                <c:pt idx="1741">
                  <c:v>39330</c:v>
                </c:pt>
                <c:pt idx="1742">
                  <c:v>39331</c:v>
                </c:pt>
                <c:pt idx="1743">
                  <c:v>39332</c:v>
                </c:pt>
                <c:pt idx="1744">
                  <c:v>39335</c:v>
                </c:pt>
                <c:pt idx="1745">
                  <c:v>39336</c:v>
                </c:pt>
                <c:pt idx="1746">
                  <c:v>39337</c:v>
                </c:pt>
                <c:pt idx="1747">
                  <c:v>39338</c:v>
                </c:pt>
                <c:pt idx="1748">
                  <c:v>39339</c:v>
                </c:pt>
                <c:pt idx="1749">
                  <c:v>39342</c:v>
                </c:pt>
                <c:pt idx="1750">
                  <c:v>39343</c:v>
                </c:pt>
                <c:pt idx="1751">
                  <c:v>39344</c:v>
                </c:pt>
                <c:pt idx="1752">
                  <c:v>39345</c:v>
                </c:pt>
                <c:pt idx="1753">
                  <c:v>39346</c:v>
                </c:pt>
                <c:pt idx="1754">
                  <c:v>39349</c:v>
                </c:pt>
                <c:pt idx="1755">
                  <c:v>39350</c:v>
                </c:pt>
                <c:pt idx="1756">
                  <c:v>39351</c:v>
                </c:pt>
                <c:pt idx="1757">
                  <c:v>39352</c:v>
                </c:pt>
                <c:pt idx="1758">
                  <c:v>39353</c:v>
                </c:pt>
                <c:pt idx="1759">
                  <c:v>39356</c:v>
                </c:pt>
                <c:pt idx="1760">
                  <c:v>39357</c:v>
                </c:pt>
                <c:pt idx="1761">
                  <c:v>39358</c:v>
                </c:pt>
                <c:pt idx="1762">
                  <c:v>39359</c:v>
                </c:pt>
                <c:pt idx="1763">
                  <c:v>39360</c:v>
                </c:pt>
                <c:pt idx="1764">
                  <c:v>39363</c:v>
                </c:pt>
                <c:pt idx="1765">
                  <c:v>39364</c:v>
                </c:pt>
                <c:pt idx="1766">
                  <c:v>39365</c:v>
                </c:pt>
                <c:pt idx="1767">
                  <c:v>39366</c:v>
                </c:pt>
                <c:pt idx="1768">
                  <c:v>39367</c:v>
                </c:pt>
                <c:pt idx="1769">
                  <c:v>39370</c:v>
                </c:pt>
                <c:pt idx="1770">
                  <c:v>39371</c:v>
                </c:pt>
                <c:pt idx="1771">
                  <c:v>39372</c:v>
                </c:pt>
                <c:pt idx="1772">
                  <c:v>39373</c:v>
                </c:pt>
                <c:pt idx="1773">
                  <c:v>39374</c:v>
                </c:pt>
                <c:pt idx="1774">
                  <c:v>39377</c:v>
                </c:pt>
                <c:pt idx="1775">
                  <c:v>39378</c:v>
                </c:pt>
                <c:pt idx="1776">
                  <c:v>39379</c:v>
                </c:pt>
                <c:pt idx="1777">
                  <c:v>39380</c:v>
                </c:pt>
                <c:pt idx="1778">
                  <c:v>39381</c:v>
                </c:pt>
                <c:pt idx="1779">
                  <c:v>39384</c:v>
                </c:pt>
                <c:pt idx="1780">
                  <c:v>39385</c:v>
                </c:pt>
                <c:pt idx="1781">
                  <c:v>39386</c:v>
                </c:pt>
                <c:pt idx="1782">
                  <c:v>39387</c:v>
                </c:pt>
                <c:pt idx="1783">
                  <c:v>39388</c:v>
                </c:pt>
                <c:pt idx="1784">
                  <c:v>39391</c:v>
                </c:pt>
                <c:pt idx="1785">
                  <c:v>39392</c:v>
                </c:pt>
                <c:pt idx="1786">
                  <c:v>39393</c:v>
                </c:pt>
                <c:pt idx="1787">
                  <c:v>39394</c:v>
                </c:pt>
                <c:pt idx="1788">
                  <c:v>39395</c:v>
                </c:pt>
                <c:pt idx="1789">
                  <c:v>39398</c:v>
                </c:pt>
                <c:pt idx="1790">
                  <c:v>39399</c:v>
                </c:pt>
                <c:pt idx="1791">
                  <c:v>39400</c:v>
                </c:pt>
                <c:pt idx="1792">
                  <c:v>39401</c:v>
                </c:pt>
                <c:pt idx="1793">
                  <c:v>39402</c:v>
                </c:pt>
                <c:pt idx="1794">
                  <c:v>39405</c:v>
                </c:pt>
                <c:pt idx="1795">
                  <c:v>39406</c:v>
                </c:pt>
                <c:pt idx="1796">
                  <c:v>39407</c:v>
                </c:pt>
                <c:pt idx="1797">
                  <c:v>39408</c:v>
                </c:pt>
                <c:pt idx="1798">
                  <c:v>39409</c:v>
                </c:pt>
                <c:pt idx="1799">
                  <c:v>39412</c:v>
                </c:pt>
                <c:pt idx="1800">
                  <c:v>39413</c:v>
                </c:pt>
                <c:pt idx="1801">
                  <c:v>39414</c:v>
                </c:pt>
                <c:pt idx="1802">
                  <c:v>39415</c:v>
                </c:pt>
                <c:pt idx="1803">
                  <c:v>39416</c:v>
                </c:pt>
                <c:pt idx="1804">
                  <c:v>39419</c:v>
                </c:pt>
                <c:pt idx="1805">
                  <c:v>39420</c:v>
                </c:pt>
                <c:pt idx="1806">
                  <c:v>39421</c:v>
                </c:pt>
                <c:pt idx="1807">
                  <c:v>39422</c:v>
                </c:pt>
                <c:pt idx="1808">
                  <c:v>39423</c:v>
                </c:pt>
                <c:pt idx="1809">
                  <c:v>39426</c:v>
                </c:pt>
                <c:pt idx="1810">
                  <c:v>39427</c:v>
                </c:pt>
                <c:pt idx="1811">
                  <c:v>39428</c:v>
                </c:pt>
                <c:pt idx="1812">
                  <c:v>39429</c:v>
                </c:pt>
                <c:pt idx="1813">
                  <c:v>39430</c:v>
                </c:pt>
                <c:pt idx="1814">
                  <c:v>39433</c:v>
                </c:pt>
                <c:pt idx="1815">
                  <c:v>39434</c:v>
                </c:pt>
                <c:pt idx="1816">
                  <c:v>39435</c:v>
                </c:pt>
                <c:pt idx="1817">
                  <c:v>39436</c:v>
                </c:pt>
                <c:pt idx="1818">
                  <c:v>39437</c:v>
                </c:pt>
                <c:pt idx="1819">
                  <c:v>39440</c:v>
                </c:pt>
                <c:pt idx="1820">
                  <c:v>39441</c:v>
                </c:pt>
                <c:pt idx="1821">
                  <c:v>39442</c:v>
                </c:pt>
                <c:pt idx="1822">
                  <c:v>39443</c:v>
                </c:pt>
                <c:pt idx="1823">
                  <c:v>39444</c:v>
                </c:pt>
                <c:pt idx="1824">
                  <c:v>39447</c:v>
                </c:pt>
                <c:pt idx="1825">
                  <c:v>39448</c:v>
                </c:pt>
                <c:pt idx="1826">
                  <c:v>39449</c:v>
                </c:pt>
                <c:pt idx="1827">
                  <c:v>39450</c:v>
                </c:pt>
                <c:pt idx="1828">
                  <c:v>39451</c:v>
                </c:pt>
                <c:pt idx="1829">
                  <c:v>39454</c:v>
                </c:pt>
                <c:pt idx="1830">
                  <c:v>39455</c:v>
                </c:pt>
                <c:pt idx="1831">
                  <c:v>39456</c:v>
                </c:pt>
                <c:pt idx="1832">
                  <c:v>39457</c:v>
                </c:pt>
                <c:pt idx="1833">
                  <c:v>39458</c:v>
                </c:pt>
                <c:pt idx="1834">
                  <c:v>39461</c:v>
                </c:pt>
                <c:pt idx="1835">
                  <c:v>39462</c:v>
                </c:pt>
                <c:pt idx="1836">
                  <c:v>39463</c:v>
                </c:pt>
                <c:pt idx="1837">
                  <c:v>39464</c:v>
                </c:pt>
                <c:pt idx="1838">
                  <c:v>39465</c:v>
                </c:pt>
                <c:pt idx="1839">
                  <c:v>39468</c:v>
                </c:pt>
                <c:pt idx="1840">
                  <c:v>39469</c:v>
                </c:pt>
                <c:pt idx="1841">
                  <c:v>39470</c:v>
                </c:pt>
                <c:pt idx="1842">
                  <c:v>39471</c:v>
                </c:pt>
                <c:pt idx="1843">
                  <c:v>39472</c:v>
                </c:pt>
                <c:pt idx="1844">
                  <c:v>39475</c:v>
                </c:pt>
                <c:pt idx="1845">
                  <c:v>39476</c:v>
                </c:pt>
                <c:pt idx="1846">
                  <c:v>39477</c:v>
                </c:pt>
                <c:pt idx="1847">
                  <c:v>39478</c:v>
                </c:pt>
                <c:pt idx="1848">
                  <c:v>39479</c:v>
                </c:pt>
                <c:pt idx="1849">
                  <c:v>39482</c:v>
                </c:pt>
                <c:pt idx="1850">
                  <c:v>39483</c:v>
                </c:pt>
                <c:pt idx="1851">
                  <c:v>39484</c:v>
                </c:pt>
                <c:pt idx="1852">
                  <c:v>39485</c:v>
                </c:pt>
                <c:pt idx="1853">
                  <c:v>39486</c:v>
                </c:pt>
                <c:pt idx="1854">
                  <c:v>39489</c:v>
                </c:pt>
                <c:pt idx="1855">
                  <c:v>39490</c:v>
                </c:pt>
                <c:pt idx="1856">
                  <c:v>39491</c:v>
                </c:pt>
                <c:pt idx="1857">
                  <c:v>39492</c:v>
                </c:pt>
                <c:pt idx="1858">
                  <c:v>39493</c:v>
                </c:pt>
                <c:pt idx="1859">
                  <c:v>39496</c:v>
                </c:pt>
                <c:pt idx="1860">
                  <c:v>39497</c:v>
                </c:pt>
                <c:pt idx="1861">
                  <c:v>39498</c:v>
                </c:pt>
                <c:pt idx="1862">
                  <c:v>39499</c:v>
                </c:pt>
                <c:pt idx="1863">
                  <c:v>39500</c:v>
                </c:pt>
                <c:pt idx="1864">
                  <c:v>39503</c:v>
                </c:pt>
                <c:pt idx="1865">
                  <c:v>39504</c:v>
                </c:pt>
                <c:pt idx="1866">
                  <c:v>39505</c:v>
                </c:pt>
                <c:pt idx="1867">
                  <c:v>39506</c:v>
                </c:pt>
                <c:pt idx="1868">
                  <c:v>39507</c:v>
                </c:pt>
                <c:pt idx="1869">
                  <c:v>39510</c:v>
                </c:pt>
                <c:pt idx="1870">
                  <c:v>39511</c:v>
                </c:pt>
                <c:pt idx="1871">
                  <c:v>39512</c:v>
                </c:pt>
                <c:pt idx="1872">
                  <c:v>39513</c:v>
                </c:pt>
                <c:pt idx="1873">
                  <c:v>39514</c:v>
                </c:pt>
                <c:pt idx="1874">
                  <c:v>39517</c:v>
                </c:pt>
                <c:pt idx="1875">
                  <c:v>39518</c:v>
                </c:pt>
                <c:pt idx="1876">
                  <c:v>39519</c:v>
                </c:pt>
                <c:pt idx="1877">
                  <c:v>39520</c:v>
                </c:pt>
                <c:pt idx="1878">
                  <c:v>39521</c:v>
                </c:pt>
                <c:pt idx="1879">
                  <c:v>39524</c:v>
                </c:pt>
                <c:pt idx="1880">
                  <c:v>39525</c:v>
                </c:pt>
                <c:pt idx="1881">
                  <c:v>39526</c:v>
                </c:pt>
                <c:pt idx="1882">
                  <c:v>39527</c:v>
                </c:pt>
                <c:pt idx="1883">
                  <c:v>39528</c:v>
                </c:pt>
                <c:pt idx="1884">
                  <c:v>39531</c:v>
                </c:pt>
                <c:pt idx="1885">
                  <c:v>39532</c:v>
                </c:pt>
                <c:pt idx="1886">
                  <c:v>39533</c:v>
                </c:pt>
                <c:pt idx="1887">
                  <c:v>39534</c:v>
                </c:pt>
                <c:pt idx="1888">
                  <c:v>39535</c:v>
                </c:pt>
                <c:pt idx="1889">
                  <c:v>39538</c:v>
                </c:pt>
                <c:pt idx="1890">
                  <c:v>39539</c:v>
                </c:pt>
                <c:pt idx="1891">
                  <c:v>39540</c:v>
                </c:pt>
                <c:pt idx="1892">
                  <c:v>39541</c:v>
                </c:pt>
                <c:pt idx="1893">
                  <c:v>39542</c:v>
                </c:pt>
                <c:pt idx="1894">
                  <c:v>39545</c:v>
                </c:pt>
                <c:pt idx="1895">
                  <c:v>39546</c:v>
                </c:pt>
                <c:pt idx="1896">
                  <c:v>39547</c:v>
                </c:pt>
                <c:pt idx="1897">
                  <c:v>39548</c:v>
                </c:pt>
                <c:pt idx="1898">
                  <c:v>39549</c:v>
                </c:pt>
                <c:pt idx="1899">
                  <c:v>39552</c:v>
                </c:pt>
                <c:pt idx="1900">
                  <c:v>39553</c:v>
                </c:pt>
                <c:pt idx="1901">
                  <c:v>39554</c:v>
                </c:pt>
                <c:pt idx="1902">
                  <c:v>39555</c:v>
                </c:pt>
                <c:pt idx="1903">
                  <c:v>39556</c:v>
                </c:pt>
                <c:pt idx="1904">
                  <c:v>39559</c:v>
                </c:pt>
                <c:pt idx="1905">
                  <c:v>39560</c:v>
                </c:pt>
                <c:pt idx="1906">
                  <c:v>39561</c:v>
                </c:pt>
                <c:pt idx="1907">
                  <c:v>39562</c:v>
                </c:pt>
                <c:pt idx="1908">
                  <c:v>39563</c:v>
                </c:pt>
                <c:pt idx="1909">
                  <c:v>39566</c:v>
                </c:pt>
                <c:pt idx="1910">
                  <c:v>39567</c:v>
                </c:pt>
                <c:pt idx="1911">
                  <c:v>39568</c:v>
                </c:pt>
                <c:pt idx="1912">
                  <c:v>39569</c:v>
                </c:pt>
                <c:pt idx="1913">
                  <c:v>39570</c:v>
                </c:pt>
                <c:pt idx="1914">
                  <c:v>39573</c:v>
                </c:pt>
                <c:pt idx="1915">
                  <c:v>39574</c:v>
                </c:pt>
                <c:pt idx="1916">
                  <c:v>39575</c:v>
                </c:pt>
                <c:pt idx="1917">
                  <c:v>39576</c:v>
                </c:pt>
                <c:pt idx="1918">
                  <c:v>39577</c:v>
                </c:pt>
                <c:pt idx="1919">
                  <c:v>39580</c:v>
                </c:pt>
                <c:pt idx="1920">
                  <c:v>39581</c:v>
                </c:pt>
                <c:pt idx="1921">
                  <c:v>39582</c:v>
                </c:pt>
                <c:pt idx="1922">
                  <c:v>39583</c:v>
                </c:pt>
                <c:pt idx="1923">
                  <c:v>39584</c:v>
                </c:pt>
                <c:pt idx="1924">
                  <c:v>39587</c:v>
                </c:pt>
                <c:pt idx="1925">
                  <c:v>39588</c:v>
                </c:pt>
                <c:pt idx="1926">
                  <c:v>39589</c:v>
                </c:pt>
                <c:pt idx="1927">
                  <c:v>39590</c:v>
                </c:pt>
                <c:pt idx="1928">
                  <c:v>39591</c:v>
                </c:pt>
                <c:pt idx="1929">
                  <c:v>39594</c:v>
                </c:pt>
                <c:pt idx="1930">
                  <c:v>39595</c:v>
                </c:pt>
                <c:pt idx="1931">
                  <c:v>39596</c:v>
                </c:pt>
                <c:pt idx="1932">
                  <c:v>39597</c:v>
                </c:pt>
                <c:pt idx="1933">
                  <c:v>39598</c:v>
                </c:pt>
                <c:pt idx="1934">
                  <c:v>39601</c:v>
                </c:pt>
                <c:pt idx="1935">
                  <c:v>39602</c:v>
                </c:pt>
                <c:pt idx="1936">
                  <c:v>39603</c:v>
                </c:pt>
                <c:pt idx="1937">
                  <c:v>39604</c:v>
                </c:pt>
                <c:pt idx="1938">
                  <c:v>39605</c:v>
                </c:pt>
                <c:pt idx="1939">
                  <c:v>39608</c:v>
                </c:pt>
                <c:pt idx="1940">
                  <c:v>39609</c:v>
                </c:pt>
                <c:pt idx="1941">
                  <c:v>39610</c:v>
                </c:pt>
                <c:pt idx="1942">
                  <c:v>39611</c:v>
                </c:pt>
                <c:pt idx="1943">
                  <c:v>39612</c:v>
                </c:pt>
                <c:pt idx="1944">
                  <c:v>39615</c:v>
                </c:pt>
                <c:pt idx="1945">
                  <c:v>39616</c:v>
                </c:pt>
                <c:pt idx="1946">
                  <c:v>39617</c:v>
                </c:pt>
                <c:pt idx="1947">
                  <c:v>39618</c:v>
                </c:pt>
                <c:pt idx="1948">
                  <c:v>39619</c:v>
                </c:pt>
                <c:pt idx="1949">
                  <c:v>39622</c:v>
                </c:pt>
                <c:pt idx="1950">
                  <c:v>39623</c:v>
                </c:pt>
                <c:pt idx="1951">
                  <c:v>39624</c:v>
                </c:pt>
                <c:pt idx="1952">
                  <c:v>39625</c:v>
                </c:pt>
                <c:pt idx="1953">
                  <c:v>39626</c:v>
                </c:pt>
                <c:pt idx="1954">
                  <c:v>39629</c:v>
                </c:pt>
                <c:pt idx="1955">
                  <c:v>39630</c:v>
                </c:pt>
                <c:pt idx="1956">
                  <c:v>39631</c:v>
                </c:pt>
                <c:pt idx="1957">
                  <c:v>39632</c:v>
                </c:pt>
                <c:pt idx="1958">
                  <c:v>39633</c:v>
                </c:pt>
                <c:pt idx="1959">
                  <c:v>39636</c:v>
                </c:pt>
                <c:pt idx="1960">
                  <c:v>39637</c:v>
                </c:pt>
                <c:pt idx="1961">
                  <c:v>39638</c:v>
                </c:pt>
                <c:pt idx="1962">
                  <c:v>39639</c:v>
                </c:pt>
                <c:pt idx="1963">
                  <c:v>39640</c:v>
                </c:pt>
                <c:pt idx="1964">
                  <c:v>39643</c:v>
                </c:pt>
                <c:pt idx="1965">
                  <c:v>39644</c:v>
                </c:pt>
                <c:pt idx="1966">
                  <c:v>39645</c:v>
                </c:pt>
                <c:pt idx="1967">
                  <c:v>39646</c:v>
                </c:pt>
                <c:pt idx="1968">
                  <c:v>39647</c:v>
                </c:pt>
                <c:pt idx="1969">
                  <c:v>39650</c:v>
                </c:pt>
                <c:pt idx="1970">
                  <c:v>39651</c:v>
                </c:pt>
                <c:pt idx="1971">
                  <c:v>39652</c:v>
                </c:pt>
                <c:pt idx="1972">
                  <c:v>39653</c:v>
                </c:pt>
                <c:pt idx="1973">
                  <c:v>39654</c:v>
                </c:pt>
                <c:pt idx="1974">
                  <c:v>39657</c:v>
                </c:pt>
                <c:pt idx="1975">
                  <c:v>39658</c:v>
                </c:pt>
                <c:pt idx="1976">
                  <c:v>39659</c:v>
                </c:pt>
                <c:pt idx="1977">
                  <c:v>39660</c:v>
                </c:pt>
                <c:pt idx="1978">
                  <c:v>39661</c:v>
                </c:pt>
                <c:pt idx="1979">
                  <c:v>39664</c:v>
                </c:pt>
                <c:pt idx="1980">
                  <c:v>39665</c:v>
                </c:pt>
                <c:pt idx="1981">
                  <c:v>39666</c:v>
                </c:pt>
                <c:pt idx="1982">
                  <c:v>39667</c:v>
                </c:pt>
                <c:pt idx="1983">
                  <c:v>39668</c:v>
                </c:pt>
                <c:pt idx="1984">
                  <c:v>39671</c:v>
                </c:pt>
                <c:pt idx="1985">
                  <c:v>39672</c:v>
                </c:pt>
                <c:pt idx="1986">
                  <c:v>39673</c:v>
                </c:pt>
                <c:pt idx="1987">
                  <c:v>39674</c:v>
                </c:pt>
                <c:pt idx="1988">
                  <c:v>39675</c:v>
                </c:pt>
                <c:pt idx="1989">
                  <c:v>39678</c:v>
                </c:pt>
                <c:pt idx="1990">
                  <c:v>39679</c:v>
                </c:pt>
                <c:pt idx="1991">
                  <c:v>39680</c:v>
                </c:pt>
                <c:pt idx="1992">
                  <c:v>39681</c:v>
                </c:pt>
                <c:pt idx="1993">
                  <c:v>39682</c:v>
                </c:pt>
                <c:pt idx="1994">
                  <c:v>39685</c:v>
                </c:pt>
                <c:pt idx="1995">
                  <c:v>39686</c:v>
                </c:pt>
                <c:pt idx="1996">
                  <c:v>39687</c:v>
                </c:pt>
                <c:pt idx="1997">
                  <c:v>39688</c:v>
                </c:pt>
                <c:pt idx="1998">
                  <c:v>39689</c:v>
                </c:pt>
                <c:pt idx="1999">
                  <c:v>39692</c:v>
                </c:pt>
                <c:pt idx="2000">
                  <c:v>39693</c:v>
                </c:pt>
                <c:pt idx="2001">
                  <c:v>39694</c:v>
                </c:pt>
                <c:pt idx="2002">
                  <c:v>39695</c:v>
                </c:pt>
                <c:pt idx="2003">
                  <c:v>39696</c:v>
                </c:pt>
                <c:pt idx="2004">
                  <c:v>39699</c:v>
                </c:pt>
                <c:pt idx="2005">
                  <c:v>39700</c:v>
                </c:pt>
                <c:pt idx="2006">
                  <c:v>39701</c:v>
                </c:pt>
                <c:pt idx="2007">
                  <c:v>39702</c:v>
                </c:pt>
                <c:pt idx="2008">
                  <c:v>39703</c:v>
                </c:pt>
                <c:pt idx="2009">
                  <c:v>39706</c:v>
                </c:pt>
                <c:pt idx="2010">
                  <c:v>39707</c:v>
                </c:pt>
                <c:pt idx="2011">
                  <c:v>39708</c:v>
                </c:pt>
                <c:pt idx="2012">
                  <c:v>39709</c:v>
                </c:pt>
                <c:pt idx="2013">
                  <c:v>39710</c:v>
                </c:pt>
                <c:pt idx="2014">
                  <c:v>39713</c:v>
                </c:pt>
                <c:pt idx="2015">
                  <c:v>39714</c:v>
                </c:pt>
                <c:pt idx="2016">
                  <c:v>39715</c:v>
                </c:pt>
                <c:pt idx="2017">
                  <c:v>39716</c:v>
                </c:pt>
                <c:pt idx="2018">
                  <c:v>39717</c:v>
                </c:pt>
                <c:pt idx="2019">
                  <c:v>39720</c:v>
                </c:pt>
                <c:pt idx="2020">
                  <c:v>39721</c:v>
                </c:pt>
                <c:pt idx="2021">
                  <c:v>39722</c:v>
                </c:pt>
                <c:pt idx="2022">
                  <c:v>39723</c:v>
                </c:pt>
                <c:pt idx="2023">
                  <c:v>39724</c:v>
                </c:pt>
                <c:pt idx="2024">
                  <c:v>39727</c:v>
                </c:pt>
                <c:pt idx="2025">
                  <c:v>39728</c:v>
                </c:pt>
                <c:pt idx="2026">
                  <c:v>39729</c:v>
                </c:pt>
                <c:pt idx="2027">
                  <c:v>39730</c:v>
                </c:pt>
                <c:pt idx="2028">
                  <c:v>39731</c:v>
                </c:pt>
                <c:pt idx="2029">
                  <c:v>39734</c:v>
                </c:pt>
                <c:pt idx="2030">
                  <c:v>39735</c:v>
                </c:pt>
                <c:pt idx="2031">
                  <c:v>39736</c:v>
                </c:pt>
                <c:pt idx="2032">
                  <c:v>39737</c:v>
                </c:pt>
                <c:pt idx="2033">
                  <c:v>39738</c:v>
                </c:pt>
                <c:pt idx="2034">
                  <c:v>39741</c:v>
                </c:pt>
                <c:pt idx="2035">
                  <c:v>39742</c:v>
                </c:pt>
                <c:pt idx="2036">
                  <c:v>39743</c:v>
                </c:pt>
                <c:pt idx="2037">
                  <c:v>39744</c:v>
                </c:pt>
                <c:pt idx="2038">
                  <c:v>39745</c:v>
                </c:pt>
                <c:pt idx="2039">
                  <c:v>39748</c:v>
                </c:pt>
                <c:pt idx="2040">
                  <c:v>39749</c:v>
                </c:pt>
                <c:pt idx="2041">
                  <c:v>39750</c:v>
                </c:pt>
                <c:pt idx="2042">
                  <c:v>39751</c:v>
                </c:pt>
                <c:pt idx="2043">
                  <c:v>39752</c:v>
                </c:pt>
                <c:pt idx="2044">
                  <c:v>39755</c:v>
                </c:pt>
                <c:pt idx="2045">
                  <c:v>39756</c:v>
                </c:pt>
                <c:pt idx="2046">
                  <c:v>39757</c:v>
                </c:pt>
                <c:pt idx="2047">
                  <c:v>39758</c:v>
                </c:pt>
                <c:pt idx="2048">
                  <c:v>39759</c:v>
                </c:pt>
                <c:pt idx="2049">
                  <c:v>39762</c:v>
                </c:pt>
                <c:pt idx="2050">
                  <c:v>39763</c:v>
                </c:pt>
                <c:pt idx="2051">
                  <c:v>39764</c:v>
                </c:pt>
                <c:pt idx="2052">
                  <c:v>39765</c:v>
                </c:pt>
                <c:pt idx="2053">
                  <c:v>39766</c:v>
                </c:pt>
                <c:pt idx="2054">
                  <c:v>39769</c:v>
                </c:pt>
                <c:pt idx="2055">
                  <c:v>39770</c:v>
                </c:pt>
                <c:pt idx="2056">
                  <c:v>39771</c:v>
                </c:pt>
                <c:pt idx="2057">
                  <c:v>39772</c:v>
                </c:pt>
                <c:pt idx="2058">
                  <c:v>39773</c:v>
                </c:pt>
                <c:pt idx="2059">
                  <c:v>39776</c:v>
                </c:pt>
                <c:pt idx="2060">
                  <c:v>39777</c:v>
                </c:pt>
                <c:pt idx="2061">
                  <c:v>39778</c:v>
                </c:pt>
                <c:pt idx="2062">
                  <c:v>39779</c:v>
                </c:pt>
                <c:pt idx="2063">
                  <c:v>39780</c:v>
                </c:pt>
                <c:pt idx="2064">
                  <c:v>39783</c:v>
                </c:pt>
                <c:pt idx="2065">
                  <c:v>39784</c:v>
                </c:pt>
                <c:pt idx="2066">
                  <c:v>39785</c:v>
                </c:pt>
                <c:pt idx="2067">
                  <c:v>39786</c:v>
                </c:pt>
                <c:pt idx="2068">
                  <c:v>39787</c:v>
                </c:pt>
                <c:pt idx="2069">
                  <c:v>39790</c:v>
                </c:pt>
                <c:pt idx="2070">
                  <c:v>39791</c:v>
                </c:pt>
                <c:pt idx="2071">
                  <c:v>39792</c:v>
                </c:pt>
                <c:pt idx="2072">
                  <c:v>39793</c:v>
                </c:pt>
                <c:pt idx="2073">
                  <c:v>39794</c:v>
                </c:pt>
                <c:pt idx="2074">
                  <c:v>39797</c:v>
                </c:pt>
                <c:pt idx="2075">
                  <c:v>39798</c:v>
                </c:pt>
                <c:pt idx="2076">
                  <c:v>39799</c:v>
                </c:pt>
                <c:pt idx="2077">
                  <c:v>39800</c:v>
                </c:pt>
                <c:pt idx="2078">
                  <c:v>39801</c:v>
                </c:pt>
                <c:pt idx="2079">
                  <c:v>39804</c:v>
                </c:pt>
                <c:pt idx="2080">
                  <c:v>39805</c:v>
                </c:pt>
                <c:pt idx="2081">
                  <c:v>39806</c:v>
                </c:pt>
                <c:pt idx="2082">
                  <c:v>39807</c:v>
                </c:pt>
                <c:pt idx="2083">
                  <c:v>39808</c:v>
                </c:pt>
                <c:pt idx="2084">
                  <c:v>39811</c:v>
                </c:pt>
                <c:pt idx="2085">
                  <c:v>39812</c:v>
                </c:pt>
                <c:pt idx="2086">
                  <c:v>39813</c:v>
                </c:pt>
                <c:pt idx="2087">
                  <c:v>39814</c:v>
                </c:pt>
                <c:pt idx="2088">
                  <c:v>39815</c:v>
                </c:pt>
                <c:pt idx="2089">
                  <c:v>39818</c:v>
                </c:pt>
                <c:pt idx="2090">
                  <c:v>39819</c:v>
                </c:pt>
                <c:pt idx="2091">
                  <c:v>39820</c:v>
                </c:pt>
                <c:pt idx="2092">
                  <c:v>39821</c:v>
                </c:pt>
                <c:pt idx="2093">
                  <c:v>39822</c:v>
                </c:pt>
                <c:pt idx="2094">
                  <c:v>39825</c:v>
                </c:pt>
                <c:pt idx="2095">
                  <c:v>39826</c:v>
                </c:pt>
                <c:pt idx="2096">
                  <c:v>39827</c:v>
                </c:pt>
                <c:pt idx="2097">
                  <c:v>39828</c:v>
                </c:pt>
                <c:pt idx="2098">
                  <c:v>39829</c:v>
                </c:pt>
                <c:pt idx="2099">
                  <c:v>39832</c:v>
                </c:pt>
                <c:pt idx="2100">
                  <c:v>39833</c:v>
                </c:pt>
                <c:pt idx="2101">
                  <c:v>39834</c:v>
                </c:pt>
                <c:pt idx="2102">
                  <c:v>39835</c:v>
                </c:pt>
                <c:pt idx="2103">
                  <c:v>39836</c:v>
                </c:pt>
                <c:pt idx="2104">
                  <c:v>39839</c:v>
                </c:pt>
                <c:pt idx="2105">
                  <c:v>39840</c:v>
                </c:pt>
                <c:pt idx="2106">
                  <c:v>39841</c:v>
                </c:pt>
                <c:pt idx="2107">
                  <c:v>39842</c:v>
                </c:pt>
                <c:pt idx="2108">
                  <c:v>39843</c:v>
                </c:pt>
                <c:pt idx="2109">
                  <c:v>39846</c:v>
                </c:pt>
                <c:pt idx="2110">
                  <c:v>39847</c:v>
                </c:pt>
                <c:pt idx="2111">
                  <c:v>39848</c:v>
                </c:pt>
                <c:pt idx="2112">
                  <c:v>39849</c:v>
                </c:pt>
                <c:pt idx="2113">
                  <c:v>39850</c:v>
                </c:pt>
                <c:pt idx="2114">
                  <c:v>39853</c:v>
                </c:pt>
                <c:pt idx="2115">
                  <c:v>39854</c:v>
                </c:pt>
                <c:pt idx="2116">
                  <c:v>39855</c:v>
                </c:pt>
                <c:pt idx="2117">
                  <c:v>39856</c:v>
                </c:pt>
                <c:pt idx="2118">
                  <c:v>39857</c:v>
                </c:pt>
                <c:pt idx="2119">
                  <c:v>39860</c:v>
                </c:pt>
                <c:pt idx="2120">
                  <c:v>39861</c:v>
                </c:pt>
                <c:pt idx="2121">
                  <c:v>39862</c:v>
                </c:pt>
                <c:pt idx="2122">
                  <c:v>39863</c:v>
                </c:pt>
                <c:pt idx="2123">
                  <c:v>39864</c:v>
                </c:pt>
                <c:pt idx="2124">
                  <c:v>39867</c:v>
                </c:pt>
                <c:pt idx="2125">
                  <c:v>39868</c:v>
                </c:pt>
                <c:pt idx="2126">
                  <c:v>39869</c:v>
                </c:pt>
                <c:pt idx="2127">
                  <c:v>39870</c:v>
                </c:pt>
                <c:pt idx="2128">
                  <c:v>39871</c:v>
                </c:pt>
                <c:pt idx="2129">
                  <c:v>39874</c:v>
                </c:pt>
                <c:pt idx="2130">
                  <c:v>39875</c:v>
                </c:pt>
                <c:pt idx="2131">
                  <c:v>39876</c:v>
                </c:pt>
                <c:pt idx="2132">
                  <c:v>39877</c:v>
                </c:pt>
                <c:pt idx="2133">
                  <c:v>39878</c:v>
                </c:pt>
                <c:pt idx="2134">
                  <c:v>39881</c:v>
                </c:pt>
                <c:pt idx="2135">
                  <c:v>39882</c:v>
                </c:pt>
                <c:pt idx="2136">
                  <c:v>39883</c:v>
                </c:pt>
                <c:pt idx="2137">
                  <c:v>39884</c:v>
                </c:pt>
                <c:pt idx="2138">
                  <c:v>39885</c:v>
                </c:pt>
                <c:pt idx="2139">
                  <c:v>39888</c:v>
                </c:pt>
                <c:pt idx="2140">
                  <c:v>39889</c:v>
                </c:pt>
                <c:pt idx="2141">
                  <c:v>39890</c:v>
                </c:pt>
                <c:pt idx="2142">
                  <c:v>39891</c:v>
                </c:pt>
                <c:pt idx="2143">
                  <c:v>39892</c:v>
                </c:pt>
                <c:pt idx="2144">
                  <c:v>39895</c:v>
                </c:pt>
                <c:pt idx="2145">
                  <c:v>39896</c:v>
                </c:pt>
                <c:pt idx="2146">
                  <c:v>39897</c:v>
                </c:pt>
                <c:pt idx="2147">
                  <c:v>39898</c:v>
                </c:pt>
                <c:pt idx="2148">
                  <c:v>39899</c:v>
                </c:pt>
                <c:pt idx="2149">
                  <c:v>39902</c:v>
                </c:pt>
                <c:pt idx="2150">
                  <c:v>39903</c:v>
                </c:pt>
                <c:pt idx="2151">
                  <c:v>39904</c:v>
                </c:pt>
                <c:pt idx="2152">
                  <c:v>39905</c:v>
                </c:pt>
                <c:pt idx="2153">
                  <c:v>39906</c:v>
                </c:pt>
                <c:pt idx="2154">
                  <c:v>39909</c:v>
                </c:pt>
                <c:pt idx="2155">
                  <c:v>39910</c:v>
                </c:pt>
                <c:pt idx="2156">
                  <c:v>39911</c:v>
                </c:pt>
                <c:pt idx="2157">
                  <c:v>39912</c:v>
                </c:pt>
                <c:pt idx="2158">
                  <c:v>39913</c:v>
                </c:pt>
                <c:pt idx="2159">
                  <c:v>39916</c:v>
                </c:pt>
                <c:pt idx="2160">
                  <c:v>39917</c:v>
                </c:pt>
                <c:pt idx="2161">
                  <c:v>39918</c:v>
                </c:pt>
                <c:pt idx="2162">
                  <c:v>39919</c:v>
                </c:pt>
                <c:pt idx="2163">
                  <c:v>39920</c:v>
                </c:pt>
                <c:pt idx="2164">
                  <c:v>39923</c:v>
                </c:pt>
                <c:pt idx="2165">
                  <c:v>39924</c:v>
                </c:pt>
                <c:pt idx="2166">
                  <c:v>39925</c:v>
                </c:pt>
                <c:pt idx="2167">
                  <c:v>39926</c:v>
                </c:pt>
                <c:pt idx="2168">
                  <c:v>39927</c:v>
                </c:pt>
                <c:pt idx="2169">
                  <c:v>39930</c:v>
                </c:pt>
                <c:pt idx="2170">
                  <c:v>39931</c:v>
                </c:pt>
                <c:pt idx="2171">
                  <c:v>39932</c:v>
                </c:pt>
                <c:pt idx="2172">
                  <c:v>39933</c:v>
                </c:pt>
                <c:pt idx="2173">
                  <c:v>39934</c:v>
                </c:pt>
                <c:pt idx="2174">
                  <c:v>39937</c:v>
                </c:pt>
                <c:pt idx="2175">
                  <c:v>39938</c:v>
                </c:pt>
                <c:pt idx="2176">
                  <c:v>39939</c:v>
                </c:pt>
                <c:pt idx="2177">
                  <c:v>39940</c:v>
                </c:pt>
                <c:pt idx="2178">
                  <c:v>39941</c:v>
                </c:pt>
                <c:pt idx="2179">
                  <c:v>39944</c:v>
                </c:pt>
                <c:pt idx="2180">
                  <c:v>39945</c:v>
                </c:pt>
                <c:pt idx="2181">
                  <c:v>39946</c:v>
                </c:pt>
                <c:pt idx="2182">
                  <c:v>39947</c:v>
                </c:pt>
                <c:pt idx="2183">
                  <c:v>39948</c:v>
                </c:pt>
                <c:pt idx="2184">
                  <c:v>39951</c:v>
                </c:pt>
                <c:pt idx="2185">
                  <c:v>39952</c:v>
                </c:pt>
                <c:pt idx="2186">
                  <c:v>39953</c:v>
                </c:pt>
                <c:pt idx="2187">
                  <c:v>39954</c:v>
                </c:pt>
                <c:pt idx="2188">
                  <c:v>39955</c:v>
                </c:pt>
                <c:pt idx="2189">
                  <c:v>39958</c:v>
                </c:pt>
                <c:pt idx="2190">
                  <c:v>39959</c:v>
                </c:pt>
                <c:pt idx="2191">
                  <c:v>39960</c:v>
                </c:pt>
                <c:pt idx="2192">
                  <c:v>39961</c:v>
                </c:pt>
                <c:pt idx="2193">
                  <c:v>39962</c:v>
                </c:pt>
                <c:pt idx="2194">
                  <c:v>39965</c:v>
                </c:pt>
                <c:pt idx="2195">
                  <c:v>39966</c:v>
                </c:pt>
                <c:pt idx="2196">
                  <c:v>39967</c:v>
                </c:pt>
                <c:pt idx="2197">
                  <c:v>39968</c:v>
                </c:pt>
                <c:pt idx="2198">
                  <c:v>39969</c:v>
                </c:pt>
                <c:pt idx="2199">
                  <c:v>39972</c:v>
                </c:pt>
                <c:pt idx="2200">
                  <c:v>39973</c:v>
                </c:pt>
                <c:pt idx="2201">
                  <c:v>39974</c:v>
                </c:pt>
                <c:pt idx="2202">
                  <c:v>39975</c:v>
                </c:pt>
                <c:pt idx="2203">
                  <c:v>39976</c:v>
                </c:pt>
                <c:pt idx="2204">
                  <c:v>39979</c:v>
                </c:pt>
                <c:pt idx="2205">
                  <c:v>39980</c:v>
                </c:pt>
                <c:pt idx="2206">
                  <c:v>39981</c:v>
                </c:pt>
                <c:pt idx="2207">
                  <c:v>39982</c:v>
                </c:pt>
                <c:pt idx="2208">
                  <c:v>39983</c:v>
                </c:pt>
                <c:pt idx="2209">
                  <c:v>39986</c:v>
                </c:pt>
                <c:pt idx="2210">
                  <c:v>39987</c:v>
                </c:pt>
                <c:pt idx="2211">
                  <c:v>39988</c:v>
                </c:pt>
                <c:pt idx="2212">
                  <c:v>39989</c:v>
                </c:pt>
                <c:pt idx="2213">
                  <c:v>39990</c:v>
                </c:pt>
                <c:pt idx="2214">
                  <c:v>39993</c:v>
                </c:pt>
                <c:pt idx="2215">
                  <c:v>39994</c:v>
                </c:pt>
                <c:pt idx="2216">
                  <c:v>39995</c:v>
                </c:pt>
                <c:pt idx="2217">
                  <c:v>39996</c:v>
                </c:pt>
                <c:pt idx="2218">
                  <c:v>39997</c:v>
                </c:pt>
                <c:pt idx="2219">
                  <c:v>40000</c:v>
                </c:pt>
                <c:pt idx="2220">
                  <c:v>40001</c:v>
                </c:pt>
                <c:pt idx="2221">
                  <c:v>40002</c:v>
                </c:pt>
                <c:pt idx="2222">
                  <c:v>40003</c:v>
                </c:pt>
                <c:pt idx="2223">
                  <c:v>40004</c:v>
                </c:pt>
                <c:pt idx="2224">
                  <c:v>40007</c:v>
                </c:pt>
                <c:pt idx="2225">
                  <c:v>40008</c:v>
                </c:pt>
                <c:pt idx="2226">
                  <c:v>40009</c:v>
                </c:pt>
                <c:pt idx="2227">
                  <c:v>40010</c:v>
                </c:pt>
                <c:pt idx="2228">
                  <c:v>40011</c:v>
                </c:pt>
                <c:pt idx="2229">
                  <c:v>40014</c:v>
                </c:pt>
                <c:pt idx="2230">
                  <c:v>40015</c:v>
                </c:pt>
                <c:pt idx="2231">
                  <c:v>40016</c:v>
                </c:pt>
                <c:pt idx="2232">
                  <c:v>40017</c:v>
                </c:pt>
                <c:pt idx="2233">
                  <c:v>40018</c:v>
                </c:pt>
                <c:pt idx="2234">
                  <c:v>40021</c:v>
                </c:pt>
                <c:pt idx="2235">
                  <c:v>40022</c:v>
                </c:pt>
                <c:pt idx="2236">
                  <c:v>40023</c:v>
                </c:pt>
                <c:pt idx="2237">
                  <c:v>40024</c:v>
                </c:pt>
                <c:pt idx="2238">
                  <c:v>40025</c:v>
                </c:pt>
                <c:pt idx="2239">
                  <c:v>40028</c:v>
                </c:pt>
                <c:pt idx="2240">
                  <c:v>40029</c:v>
                </c:pt>
                <c:pt idx="2241">
                  <c:v>40030</c:v>
                </c:pt>
                <c:pt idx="2242">
                  <c:v>40031</c:v>
                </c:pt>
                <c:pt idx="2243">
                  <c:v>40032</c:v>
                </c:pt>
                <c:pt idx="2244">
                  <c:v>40035</c:v>
                </c:pt>
                <c:pt idx="2245">
                  <c:v>40036</c:v>
                </c:pt>
                <c:pt idx="2246">
                  <c:v>40037</c:v>
                </c:pt>
                <c:pt idx="2247">
                  <c:v>40038</c:v>
                </c:pt>
                <c:pt idx="2248">
                  <c:v>40039</c:v>
                </c:pt>
                <c:pt idx="2249">
                  <c:v>40042</c:v>
                </c:pt>
                <c:pt idx="2250">
                  <c:v>40043</c:v>
                </c:pt>
                <c:pt idx="2251">
                  <c:v>40044</c:v>
                </c:pt>
                <c:pt idx="2252">
                  <c:v>40045</c:v>
                </c:pt>
                <c:pt idx="2253">
                  <c:v>40046</c:v>
                </c:pt>
                <c:pt idx="2254">
                  <c:v>40049</c:v>
                </c:pt>
                <c:pt idx="2255">
                  <c:v>40050</c:v>
                </c:pt>
                <c:pt idx="2256">
                  <c:v>40051</c:v>
                </c:pt>
                <c:pt idx="2257">
                  <c:v>40052</c:v>
                </c:pt>
                <c:pt idx="2258">
                  <c:v>40053</c:v>
                </c:pt>
                <c:pt idx="2259">
                  <c:v>40056</c:v>
                </c:pt>
                <c:pt idx="2260">
                  <c:v>40057</c:v>
                </c:pt>
                <c:pt idx="2261">
                  <c:v>40058</c:v>
                </c:pt>
                <c:pt idx="2262">
                  <c:v>40059</c:v>
                </c:pt>
                <c:pt idx="2263">
                  <c:v>40060</c:v>
                </c:pt>
                <c:pt idx="2264">
                  <c:v>40063</c:v>
                </c:pt>
                <c:pt idx="2265">
                  <c:v>40064</c:v>
                </c:pt>
                <c:pt idx="2266">
                  <c:v>40065</c:v>
                </c:pt>
                <c:pt idx="2267">
                  <c:v>40066</c:v>
                </c:pt>
                <c:pt idx="2268">
                  <c:v>40067</c:v>
                </c:pt>
                <c:pt idx="2269">
                  <c:v>40070</c:v>
                </c:pt>
                <c:pt idx="2270">
                  <c:v>40071</c:v>
                </c:pt>
                <c:pt idx="2271">
                  <c:v>40072</c:v>
                </c:pt>
                <c:pt idx="2272">
                  <c:v>40073</c:v>
                </c:pt>
                <c:pt idx="2273">
                  <c:v>40074</c:v>
                </c:pt>
                <c:pt idx="2274">
                  <c:v>40077</c:v>
                </c:pt>
                <c:pt idx="2275">
                  <c:v>40078</c:v>
                </c:pt>
                <c:pt idx="2276">
                  <c:v>40079</c:v>
                </c:pt>
                <c:pt idx="2277">
                  <c:v>40080</c:v>
                </c:pt>
                <c:pt idx="2278">
                  <c:v>40081</c:v>
                </c:pt>
                <c:pt idx="2279">
                  <c:v>40084</c:v>
                </c:pt>
                <c:pt idx="2280">
                  <c:v>40085</c:v>
                </c:pt>
                <c:pt idx="2281">
                  <c:v>40086</c:v>
                </c:pt>
                <c:pt idx="2282">
                  <c:v>40087</c:v>
                </c:pt>
                <c:pt idx="2283">
                  <c:v>40088</c:v>
                </c:pt>
                <c:pt idx="2284">
                  <c:v>40091</c:v>
                </c:pt>
                <c:pt idx="2285">
                  <c:v>40092</c:v>
                </c:pt>
                <c:pt idx="2286">
                  <c:v>40093</c:v>
                </c:pt>
                <c:pt idx="2287">
                  <c:v>40094</c:v>
                </c:pt>
                <c:pt idx="2288">
                  <c:v>40095</c:v>
                </c:pt>
                <c:pt idx="2289">
                  <c:v>40098</c:v>
                </c:pt>
                <c:pt idx="2290">
                  <c:v>40099</c:v>
                </c:pt>
                <c:pt idx="2291">
                  <c:v>40100</c:v>
                </c:pt>
                <c:pt idx="2292">
                  <c:v>40101</c:v>
                </c:pt>
                <c:pt idx="2293">
                  <c:v>40102</c:v>
                </c:pt>
                <c:pt idx="2294">
                  <c:v>40105</c:v>
                </c:pt>
                <c:pt idx="2295">
                  <c:v>40106</c:v>
                </c:pt>
                <c:pt idx="2296">
                  <c:v>40107</c:v>
                </c:pt>
                <c:pt idx="2297">
                  <c:v>40108</c:v>
                </c:pt>
                <c:pt idx="2298">
                  <c:v>40109</c:v>
                </c:pt>
                <c:pt idx="2299">
                  <c:v>40112</c:v>
                </c:pt>
                <c:pt idx="2300">
                  <c:v>40113</c:v>
                </c:pt>
                <c:pt idx="2301">
                  <c:v>40114</c:v>
                </c:pt>
                <c:pt idx="2302">
                  <c:v>40115</c:v>
                </c:pt>
                <c:pt idx="2303">
                  <c:v>40116</c:v>
                </c:pt>
                <c:pt idx="2304">
                  <c:v>40119</c:v>
                </c:pt>
                <c:pt idx="2305">
                  <c:v>40120</c:v>
                </c:pt>
                <c:pt idx="2306">
                  <c:v>40121</c:v>
                </c:pt>
                <c:pt idx="2307">
                  <c:v>40122</c:v>
                </c:pt>
                <c:pt idx="2308">
                  <c:v>40123</c:v>
                </c:pt>
                <c:pt idx="2309">
                  <c:v>40126</c:v>
                </c:pt>
                <c:pt idx="2310">
                  <c:v>40127</c:v>
                </c:pt>
                <c:pt idx="2311">
                  <c:v>40128</c:v>
                </c:pt>
                <c:pt idx="2312">
                  <c:v>40129</c:v>
                </c:pt>
                <c:pt idx="2313">
                  <c:v>40130</c:v>
                </c:pt>
                <c:pt idx="2314">
                  <c:v>40133</c:v>
                </c:pt>
                <c:pt idx="2315">
                  <c:v>40134</c:v>
                </c:pt>
                <c:pt idx="2316">
                  <c:v>40135</c:v>
                </c:pt>
                <c:pt idx="2317">
                  <c:v>40136</c:v>
                </c:pt>
                <c:pt idx="2318">
                  <c:v>40137</c:v>
                </c:pt>
                <c:pt idx="2319">
                  <c:v>40140</c:v>
                </c:pt>
                <c:pt idx="2320">
                  <c:v>40141</c:v>
                </c:pt>
                <c:pt idx="2321">
                  <c:v>40142</c:v>
                </c:pt>
                <c:pt idx="2322">
                  <c:v>40143</c:v>
                </c:pt>
                <c:pt idx="2323">
                  <c:v>40144</c:v>
                </c:pt>
                <c:pt idx="2324">
                  <c:v>40147</c:v>
                </c:pt>
                <c:pt idx="2325">
                  <c:v>40148</c:v>
                </c:pt>
                <c:pt idx="2326">
                  <c:v>40149</c:v>
                </c:pt>
                <c:pt idx="2327">
                  <c:v>40150</c:v>
                </c:pt>
                <c:pt idx="2328">
                  <c:v>40151</c:v>
                </c:pt>
                <c:pt idx="2329">
                  <c:v>40154</c:v>
                </c:pt>
                <c:pt idx="2330">
                  <c:v>40155</c:v>
                </c:pt>
                <c:pt idx="2331">
                  <c:v>40156</c:v>
                </c:pt>
                <c:pt idx="2332">
                  <c:v>40157</c:v>
                </c:pt>
                <c:pt idx="2333">
                  <c:v>40158</c:v>
                </c:pt>
                <c:pt idx="2334">
                  <c:v>40161</c:v>
                </c:pt>
                <c:pt idx="2335">
                  <c:v>40162</c:v>
                </c:pt>
                <c:pt idx="2336">
                  <c:v>40163</c:v>
                </c:pt>
                <c:pt idx="2337">
                  <c:v>40164</c:v>
                </c:pt>
                <c:pt idx="2338">
                  <c:v>40165</c:v>
                </c:pt>
                <c:pt idx="2339">
                  <c:v>40168</c:v>
                </c:pt>
                <c:pt idx="2340">
                  <c:v>40169</c:v>
                </c:pt>
                <c:pt idx="2341">
                  <c:v>40170</c:v>
                </c:pt>
                <c:pt idx="2342">
                  <c:v>40171</c:v>
                </c:pt>
                <c:pt idx="2343">
                  <c:v>40172</c:v>
                </c:pt>
                <c:pt idx="2344">
                  <c:v>40175</c:v>
                </c:pt>
                <c:pt idx="2345">
                  <c:v>40176</c:v>
                </c:pt>
                <c:pt idx="2346">
                  <c:v>40177</c:v>
                </c:pt>
                <c:pt idx="2347">
                  <c:v>40178</c:v>
                </c:pt>
                <c:pt idx="2348">
                  <c:v>40179</c:v>
                </c:pt>
                <c:pt idx="2349">
                  <c:v>40182</c:v>
                </c:pt>
                <c:pt idx="2350">
                  <c:v>40183</c:v>
                </c:pt>
                <c:pt idx="2351">
                  <c:v>40184</c:v>
                </c:pt>
                <c:pt idx="2352">
                  <c:v>40185</c:v>
                </c:pt>
                <c:pt idx="2353">
                  <c:v>40186</c:v>
                </c:pt>
                <c:pt idx="2354">
                  <c:v>40189</c:v>
                </c:pt>
                <c:pt idx="2355">
                  <c:v>40190</c:v>
                </c:pt>
                <c:pt idx="2356">
                  <c:v>40191</c:v>
                </c:pt>
                <c:pt idx="2357">
                  <c:v>40192</c:v>
                </c:pt>
                <c:pt idx="2358">
                  <c:v>40193</c:v>
                </c:pt>
                <c:pt idx="2359">
                  <c:v>40196</c:v>
                </c:pt>
                <c:pt idx="2360">
                  <c:v>40197</c:v>
                </c:pt>
                <c:pt idx="2361">
                  <c:v>40198</c:v>
                </c:pt>
                <c:pt idx="2362">
                  <c:v>40199</c:v>
                </c:pt>
                <c:pt idx="2363">
                  <c:v>40200</c:v>
                </c:pt>
                <c:pt idx="2364">
                  <c:v>40203</c:v>
                </c:pt>
                <c:pt idx="2365">
                  <c:v>40204</c:v>
                </c:pt>
                <c:pt idx="2366">
                  <c:v>40205</c:v>
                </c:pt>
                <c:pt idx="2367">
                  <c:v>40206</c:v>
                </c:pt>
                <c:pt idx="2368">
                  <c:v>40207</c:v>
                </c:pt>
                <c:pt idx="2369">
                  <c:v>40210</c:v>
                </c:pt>
                <c:pt idx="2370">
                  <c:v>40211</c:v>
                </c:pt>
                <c:pt idx="2371">
                  <c:v>40212</c:v>
                </c:pt>
                <c:pt idx="2372">
                  <c:v>40213</c:v>
                </c:pt>
                <c:pt idx="2373">
                  <c:v>40214</c:v>
                </c:pt>
                <c:pt idx="2374">
                  <c:v>40217</c:v>
                </c:pt>
                <c:pt idx="2375">
                  <c:v>40218</c:v>
                </c:pt>
                <c:pt idx="2376">
                  <c:v>40219</c:v>
                </c:pt>
                <c:pt idx="2377">
                  <c:v>40220</c:v>
                </c:pt>
                <c:pt idx="2378">
                  <c:v>40221</c:v>
                </c:pt>
                <c:pt idx="2379">
                  <c:v>40224</c:v>
                </c:pt>
                <c:pt idx="2380">
                  <c:v>40225</c:v>
                </c:pt>
                <c:pt idx="2381">
                  <c:v>40226</c:v>
                </c:pt>
                <c:pt idx="2382">
                  <c:v>40227</c:v>
                </c:pt>
                <c:pt idx="2383">
                  <c:v>40228</c:v>
                </c:pt>
                <c:pt idx="2384">
                  <c:v>40231</c:v>
                </c:pt>
                <c:pt idx="2385">
                  <c:v>40232</c:v>
                </c:pt>
                <c:pt idx="2386">
                  <c:v>40233</c:v>
                </c:pt>
                <c:pt idx="2387">
                  <c:v>40234</c:v>
                </c:pt>
                <c:pt idx="2388">
                  <c:v>40235</c:v>
                </c:pt>
                <c:pt idx="2389">
                  <c:v>40238</c:v>
                </c:pt>
                <c:pt idx="2390">
                  <c:v>40239</c:v>
                </c:pt>
                <c:pt idx="2391">
                  <c:v>40240</c:v>
                </c:pt>
                <c:pt idx="2392">
                  <c:v>40241</c:v>
                </c:pt>
                <c:pt idx="2393">
                  <c:v>40242</c:v>
                </c:pt>
                <c:pt idx="2394">
                  <c:v>40245</c:v>
                </c:pt>
                <c:pt idx="2395">
                  <c:v>40246</c:v>
                </c:pt>
                <c:pt idx="2396">
                  <c:v>40247</c:v>
                </c:pt>
                <c:pt idx="2397">
                  <c:v>40248</c:v>
                </c:pt>
                <c:pt idx="2398">
                  <c:v>40249</c:v>
                </c:pt>
                <c:pt idx="2399">
                  <c:v>40252</c:v>
                </c:pt>
                <c:pt idx="2400">
                  <c:v>40253</c:v>
                </c:pt>
                <c:pt idx="2401">
                  <c:v>40254</c:v>
                </c:pt>
                <c:pt idx="2402">
                  <c:v>40255</c:v>
                </c:pt>
                <c:pt idx="2403">
                  <c:v>40256</c:v>
                </c:pt>
                <c:pt idx="2404">
                  <c:v>40259</c:v>
                </c:pt>
                <c:pt idx="2405">
                  <c:v>40260</c:v>
                </c:pt>
                <c:pt idx="2406">
                  <c:v>40261</c:v>
                </c:pt>
                <c:pt idx="2407">
                  <c:v>40262</c:v>
                </c:pt>
                <c:pt idx="2408">
                  <c:v>40263</c:v>
                </c:pt>
                <c:pt idx="2409">
                  <c:v>40266</c:v>
                </c:pt>
                <c:pt idx="2410">
                  <c:v>40267</c:v>
                </c:pt>
                <c:pt idx="2411">
                  <c:v>40268</c:v>
                </c:pt>
                <c:pt idx="2412">
                  <c:v>40269</c:v>
                </c:pt>
                <c:pt idx="2413">
                  <c:v>40270</c:v>
                </c:pt>
                <c:pt idx="2414">
                  <c:v>40273</c:v>
                </c:pt>
                <c:pt idx="2415">
                  <c:v>40274</c:v>
                </c:pt>
                <c:pt idx="2416">
                  <c:v>40275</c:v>
                </c:pt>
                <c:pt idx="2417">
                  <c:v>40276</c:v>
                </c:pt>
                <c:pt idx="2418">
                  <c:v>40277</c:v>
                </c:pt>
                <c:pt idx="2419">
                  <c:v>40280</c:v>
                </c:pt>
                <c:pt idx="2420">
                  <c:v>40281</c:v>
                </c:pt>
                <c:pt idx="2421">
                  <c:v>40282</c:v>
                </c:pt>
                <c:pt idx="2422">
                  <c:v>40283</c:v>
                </c:pt>
                <c:pt idx="2423">
                  <c:v>40284</c:v>
                </c:pt>
                <c:pt idx="2424">
                  <c:v>40287</c:v>
                </c:pt>
                <c:pt idx="2425">
                  <c:v>40288</c:v>
                </c:pt>
                <c:pt idx="2426">
                  <c:v>40289</c:v>
                </c:pt>
                <c:pt idx="2427">
                  <c:v>40290</c:v>
                </c:pt>
                <c:pt idx="2428">
                  <c:v>40291</c:v>
                </c:pt>
                <c:pt idx="2429">
                  <c:v>40294</c:v>
                </c:pt>
                <c:pt idx="2430">
                  <c:v>40295</c:v>
                </c:pt>
                <c:pt idx="2431">
                  <c:v>40296</c:v>
                </c:pt>
                <c:pt idx="2432">
                  <c:v>40297</c:v>
                </c:pt>
                <c:pt idx="2433">
                  <c:v>40298</c:v>
                </c:pt>
                <c:pt idx="2434">
                  <c:v>40301</c:v>
                </c:pt>
                <c:pt idx="2435">
                  <c:v>40302</c:v>
                </c:pt>
                <c:pt idx="2436">
                  <c:v>40303</c:v>
                </c:pt>
                <c:pt idx="2437">
                  <c:v>40304</c:v>
                </c:pt>
                <c:pt idx="2438">
                  <c:v>40305</c:v>
                </c:pt>
                <c:pt idx="2439">
                  <c:v>40308</c:v>
                </c:pt>
                <c:pt idx="2440">
                  <c:v>40309</c:v>
                </c:pt>
                <c:pt idx="2441">
                  <c:v>40310</c:v>
                </c:pt>
                <c:pt idx="2442">
                  <c:v>40311</c:v>
                </c:pt>
                <c:pt idx="2443">
                  <c:v>40312</c:v>
                </c:pt>
                <c:pt idx="2444">
                  <c:v>40315</c:v>
                </c:pt>
                <c:pt idx="2445">
                  <c:v>40316</c:v>
                </c:pt>
                <c:pt idx="2446">
                  <c:v>40317</c:v>
                </c:pt>
                <c:pt idx="2447">
                  <c:v>40318</c:v>
                </c:pt>
                <c:pt idx="2448">
                  <c:v>40319</c:v>
                </c:pt>
                <c:pt idx="2449">
                  <c:v>40322</c:v>
                </c:pt>
                <c:pt idx="2450">
                  <c:v>40323</c:v>
                </c:pt>
                <c:pt idx="2451">
                  <c:v>40324</c:v>
                </c:pt>
                <c:pt idx="2452">
                  <c:v>40325</c:v>
                </c:pt>
                <c:pt idx="2453">
                  <c:v>40326</c:v>
                </c:pt>
                <c:pt idx="2454">
                  <c:v>40329</c:v>
                </c:pt>
                <c:pt idx="2455">
                  <c:v>40330</c:v>
                </c:pt>
                <c:pt idx="2456">
                  <c:v>40331</c:v>
                </c:pt>
                <c:pt idx="2457">
                  <c:v>40332</c:v>
                </c:pt>
                <c:pt idx="2458">
                  <c:v>40333</c:v>
                </c:pt>
                <c:pt idx="2459">
                  <c:v>40336</c:v>
                </c:pt>
                <c:pt idx="2460">
                  <c:v>40337</c:v>
                </c:pt>
                <c:pt idx="2461">
                  <c:v>40338</c:v>
                </c:pt>
                <c:pt idx="2462">
                  <c:v>40339</c:v>
                </c:pt>
                <c:pt idx="2463">
                  <c:v>40340</c:v>
                </c:pt>
                <c:pt idx="2464">
                  <c:v>40343</c:v>
                </c:pt>
                <c:pt idx="2465">
                  <c:v>40344</c:v>
                </c:pt>
                <c:pt idx="2466">
                  <c:v>40345</c:v>
                </c:pt>
                <c:pt idx="2467">
                  <c:v>40346</c:v>
                </c:pt>
                <c:pt idx="2468">
                  <c:v>40347</c:v>
                </c:pt>
                <c:pt idx="2469">
                  <c:v>40350</c:v>
                </c:pt>
                <c:pt idx="2470">
                  <c:v>40351</c:v>
                </c:pt>
                <c:pt idx="2471">
                  <c:v>40352</c:v>
                </c:pt>
                <c:pt idx="2472">
                  <c:v>40353</c:v>
                </c:pt>
                <c:pt idx="2473">
                  <c:v>40354</c:v>
                </c:pt>
                <c:pt idx="2474">
                  <c:v>40357</c:v>
                </c:pt>
                <c:pt idx="2475">
                  <c:v>40358</c:v>
                </c:pt>
                <c:pt idx="2476">
                  <c:v>40359</c:v>
                </c:pt>
                <c:pt idx="2477">
                  <c:v>40360</c:v>
                </c:pt>
                <c:pt idx="2478">
                  <c:v>40361</c:v>
                </c:pt>
                <c:pt idx="2479">
                  <c:v>40364</c:v>
                </c:pt>
                <c:pt idx="2480">
                  <c:v>40365</c:v>
                </c:pt>
                <c:pt idx="2481">
                  <c:v>40366</c:v>
                </c:pt>
                <c:pt idx="2482">
                  <c:v>40367</c:v>
                </c:pt>
                <c:pt idx="2483">
                  <c:v>40368</c:v>
                </c:pt>
                <c:pt idx="2484">
                  <c:v>40371</c:v>
                </c:pt>
                <c:pt idx="2485">
                  <c:v>40372</c:v>
                </c:pt>
                <c:pt idx="2486">
                  <c:v>40373</c:v>
                </c:pt>
                <c:pt idx="2487">
                  <c:v>40374</c:v>
                </c:pt>
                <c:pt idx="2488">
                  <c:v>40375</c:v>
                </c:pt>
                <c:pt idx="2489">
                  <c:v>40378</c:v>
                </c:pt>
                <c:pt idx="2490">
                  <c:v>40379</c:v>
                </c:pt>
                <c:pt idx="2491">
                  <c:v>40380</c:v>
                </c:pt>
                <c:pt idx="2492">
                  <c:v>40381</c:v>
                </c:pt>
                <c:pt idx="2493">
                  <c:v>40382</c:v>
                </c:pt>
                <c:pt idx="2494">
                  <c:v>40385</c:v>
                </c:pt>
                <c:pt idx="2495">
                  <c:v>40386</c:v>
                </c:pt>
                <c:pt idx="2496">
                  <c:v>40387</c:v>
                </c:pt>
                <c:pt idx="2497">
                  <c:v>40388</c:v>
                </c:pt>
                <c:pt idx="2498">
                  <c:v>40389</c:v>
                </c:pt>
                <c:pt idx="2499">
                  <c:v>40392</c:v>
                </c:pt>
                <c:pt idx="2500">
                  <c:v>40393</c:v>
                </c:pt>
                <c:pt idx="2501">
                  <c:v>40394</c:v>
                </c:pt>
                <c:pt idx="2502">
                  <c:v>40395</c:v>
                </c:pt>
                <c:pt idx="2503">
                  <c:v>40396</c:v>
                </c:pt>
                <c:pt idx="2504">
                  <c:v>40399</c:v>
                </c:pt>
                <c:pt idx="2505">
                  <c:v>40400</c:v>
                </c:pt>
                <c:pt idx="2506">
                  <c:v>40401</c:v>
                </c:pt>
                <c:pt idx="2507">
                  <c:v>40402</c:v>
                </c:pt>
                <c:pt idx="2508">
                  <c:v>40403</c:v>
                </c:pt>
                <c:pt idx="2509">
                  <c:v>40406</c:v>
                </c:pt>
                <c:pt idx="2510">
                  <c:v>40407</c:v>
                </c:pt>
                <c:pt idx="2511">
                  <c:v>40408</c:v>
                </c:pt>
                <c:pt idx="2512">
                  <c:v>40409</c:v>
                </c:pt>
                <c:pt idx="2513">
                  <c:v>40410</c:v>
                </c:pt>
                <c:pt idx="2514">
                  <c:v>40413</c:v>
                </c:pt>
                <c:pt idx="2515">
                  <c:v>40414</c:v>
                </c:pt>
                <c:pt idx="2516">
                  <c:v>40415</c:v>
                </c:pt>
                <c:pt idx="2517">
                  <c:v>40416</c:v>
                </c:pt>
                <c:pt idx="2518">
                  <c:v>40417</c:v>
                </c:pt>
                <c:pt idx="2519">
                  <c:v>40420</c:v>
                </c:pt>
                <c:pt idx="2520">
                  <c:v>40421</c:v>
                </c:pt>
                <c:pt idx="2521">
                  <c:v>40422</c:v>
                </c:pt>
                <c:pt idx="2522">
                  <c:v>40423</c:v>
                </c:pt>
                <c:pt idx="2523">
                  <c:v>40424</c:v>
                </c:pt>
                <c:pt idx="2524">
                  <c:v>40427</c:v>
                </c:pt>
                <c:pt idx="2525">
                  <c:v>40428</c:v>
                </c:pt>
                <c:pt idx="2526">
                  <c:v>40429</c:v>
                </c:pt>
                <c:pt idx="2527">
                  <c:v>40430</c:v>
                </c:pt>
                <c:pt idx="2528">
                  <c:v>40431</c:v>
                </c:pt>
                <c:pt idx="2529">
                  <c:v>40434</c:v>
                </c:pt>
                <c:pt idx="2530">
                  <c:v>40435</c:v>
                </c:pt>
                <c:pt idx="2531">
                  <c:v>40436</c:v>
                </c:pt>
                <c:pt idx="2532">
                  <c:v>40437</c:v>
                </c:pt>
                <c:pt idx="2533">
                  <c:v>40438</c:v>
                </c:pt>
                <c:pt idx="2534">
                  <c:v>40441</c:v>
                </c:pt>
                <c:pt idx="2535">
                  <c:v>40442</c:v>
                </c:pt>
                <c:pt idx="2536">
                  <c:v>40443</c:v>
                </c:pt>
                <c:pt idx="2537">
                  <c:v>40444</c:v>
                </c:pt>
                <c:pt idx="2538">
                  <c:v>40445</c:v>
                </c:pt>
                <c:pt idx="2539">
                  <c:v>40448</c:v>
                </c:pt>
                <c:pt idx="2540">
                  <c:v>40449</c:v>
                </c:pt>
                <c:pt idx="2541">
                  <c:v>40450</c:v>
                </c:pt>
                <c:pt idx="2542">
                  <c:v>40451</c:v>
                </c:pt>
                <c:pt idx="2543">
                  <c:v>40452</c:v>
                </c:pt>
                <c:pt idx="2544">
                  <c:v>40455</c:v>
                </c:pt>
                <c:pt idx="2545">
                  <c:v>40456</c:v>
                </c:pt>
                <c:pt idx="2546">
                  <c:v>40457</c:v>
                </c:pt>
                <c:pt idx="2547">
                  <c:v>40458</c:v>
                </c:pt>
                <c:pt idx="2548">
                  <c:v>40459</c:v>
                </c:pt>
                <c:pt idx="2549">
                  <c:v>40462</c:v>
                </c:pt>
                <c:pt idx="2550">
                  <c:v>40463</c:v>
                </c:pt>
                <c:pt idx="2551">
                  <c:v>40464</c:v>
                </c:pt>
                <c:pt idx="2552">
                  <c:v>40465</c:v>
                </c:pt>
                <c:pt idx="2553">
                  <c:v>40466</c:v>
                </c:pt>
                <c:pt idx="2554">
                  <c:v>40469</c:v>
                </c:pt>
                <c:pt idx="2555">
                  <c:v>40470</c:v>
                </c:pt>
                <c:pt idx="2556">
                  <c:v>40471</c:v>
                </c:pt>
                <c:pt idx="2557">
                  <c:v>40472</c:v>
                </c:pt>
                <c:pt idx="2558">
                  <c:v>40473</c:v>
                </c:pt>
                <c:pt idx="2559">
                  <c:v>40476</c:v>
                </c:pt>
                <c:pt idx="2560">
                  <c:v>40477</c:v>
                </c:pt>
                <c:pt idx="2561">
                  <c:v>40478</c:v>
                </c:pt>
                <c:pt idx="2562">
                  <c:v>40479</c:v>
                </c:pt>
                <c:pt idx="2563">
                  <c:v>40480</c:v>
                </c:pt>
                <c:pt idx="2564">
                  <c:v>40483</c:v>
                </c:pt>
                <c:pt idx="2565">
                  <c:v>40484</c:v>
                </c:pt>
                <c:pt idx="2566">
                  <c:v>40485</c:v>
                </c:pt>
                <c:pt idx="2567">
                  <c:v>40486</c:v>
                </c:pt>
                <c:pt idx="2568">
                  <c:v>40487</c:v>
                </c:pt>
                <c:pt idx="2569">
                  <c:v>40490</c:v>
                </c:pt>
                <c:pt idx="2570">
                  <c:v>40491</c:v>
                </c:pt>
                <c:pt idx="2571">
                  <c:v>40492</c:v>
                </c:pt>
                <c:pt idx="2572">
                  <c:v>40493</c:v>
                </c:pt>
                <c:pt idx="2573">
                  <c:v>40494</c:v>
                </c:pt>
                <c:pt idx="2574">
                  <c:v>40497</c:v>
                </c:pt>
                <c:pt idx="2575">
                  <c:v>40498</c:v>
                </c:pt>
                <c:pt idx="2576">
                  <c:v>40499</c:v>
                </c:pt>
                <c:pt idx="2577">
                  <c:v>40500</c:v>
                </c:pt>
                <c:pt idx="2578">
                  <c:v>40501</c:v>
                </c:pt>
                <c:pt idx="2579">
                  <c:v>40504</c:v>
                </c:pt>
                <c:pt idx="2580">
                  <c:v>40505</c:v>
                </c:pt>
                <c:pt idx="2581">
                  <c:v>40506</c:v>
                </c:pt>
                <c:pt idx="2582">
                  <c:v>40507</c:v>
                </c:pt>
                <c:pt idx="2583">
                  <c:v>40508</c:v>
                </c:pt>
                <c:pt idx="2584">
                  <c:v>40511</c:v>
                </c:pt>
                <c:pt idx="2585">
                  <c:v>40512</c:v>
                </c:pt>
                <c:pt idx="2586">
                  <c:v>40513</c:v>
                </c:pt>
                <c:pt idx="2587">
                  <c:v>40514</c:v>
                </c:pt>
                <c:pt idx="2588">
                  <c:v>40515</c:v>
                </c:pt>
                <c:pt idx="2589">
                  <c:v>40518</c:v>
                </c:pt>
                <c:pt idx="2590">
                  <c:v>40519</c:v>
                </c:pt>
                <c:pt idx="2591">
                  <c:v>40520</c:v>
                </c:pt>
                <c:pt idx="2592">
                  <c:v>40521</c:v>
                </c:pt>
                <c:pt idx="2593">
                  <c:v>40522</c:v>
                </c:pt>
                <c:pt idx="2594">
                  <c:v>40525</c:v>
                </c:pt>
                <c:pt idx="2595">
                  <c:v>40526</c:v>
                </c:pt>
                <c:pt idx="2596">
                  <c:v>40527</c:v>
                </c:pt>
                <c:pt idx="2597">
                  <c:v>40528</c:v>
                </c:pt>
                <c:pt idx="2598">
                  <c:v>40529</c:v>
                </c:pt>
                <c:pt idx="2599">
                  <c:v>40532</c:v>
                </c:pt>
                <c:pt idx="2600">
                  <c:v>40533</c:v>
                </c:pt>
                <c:pt idx="2601">
                  <c:v>40534</c:v>
                </c:pt>
                <c:pt idx="2602">
                  <c:v>40535</c:v>
                </c:pt>
                <c:pt idx="2603">
                  <c:v>40536</c:v>
                </c:pt>
                <c:pt idx="2604">
                  <c:v>40539</c:v>
                </c:pt>
                <c:pt idx="2605">
                  <c:v>40540</c:v>
                </c:pt>
                <c:pt idx="2606">
                  <c:v>40541</c:v>
                </c:pt>
                <c:pt idx="2607">
                  <c:v>40542</c:v>
                </c:pt>
                <c:pt idx="2608">
                  <c:v>40543</c:v>
                </c:pt>
                <c:pt idx="2609">
                  <c:v>40546</c:v>
                </c:pt>
                <c:pt idx="2610">
                  <c:v>40547</c:v>
                </c:pt>
                <c:pt idx="2611">
                  <c:v>40548</c:v>
                </c:pt>
                <c:pt idx="2612">
                  <c:v>40549</c:v>
                </c:pt>
                <c:pt idx="2613">
                  <c:v>40550</c:v>
                </c:pt>
                <c:pt idx="2614">
                  <c:v>40553</c:v>
                </c:pt>
                <c:pt idx="2615">
                  <c:v>40554</c:v>
                </c:pt>
                <c:pt idx="2616">
                  <c:v>40555</c:v>
                </c:pt>
                <c:pt idx="2617">
                  <c:v>40556</c:v>
                </c:pt>
                <c:pt idx="2618">
                  <c:v>40557</c:v>
                </c:pt>
                <c:pt idx="2619">
                  <c:v>40560</c:v>
                </c:pt>
                <c:pt idx="2620">
                  <c:v>40561</c:v>
                </c:pt>
                <c:pt idx="2621">
                  <c:v>40562</c:v>
                </c:pt>
                <c:pt idx="2622">
                  <c:v>40563</c:v>
                </c:pt>
                <c:pt idx="2623">
                  <c:v>40564</c:v>
                </c:pt>
                <c:pt idx="2624">
                  <c:v>40567</c:v>
                </c:pt>
                <c:pt idx="2625">
                  <c:v>40568</c:v>
                </c:pt>
                <c:pt idx="2626">
                  <c:v>40569</c:v>
                </c:pt>
                <c:pt idx="2627">
                  <c:v>40570</c:v>
                </c:pt>
                <c:pt idx="2628">
                  <c:v>40571</c:v>
                </c:pt>
                <c:pt idx="2629">
                  <c:v>40574</c:v>
                </c:pt>
                <c:pt idx="2630">
                  <c:v>40575</c:v>
                </c:pt>
                <c:pt idx="2631">
                  <c:v>40576</c:v>
                </c:pt>
                <c:pt idx="2632">
                  <c:v>40577</c:v>
                </c:pt>
                <c:pt idx="2633">
                  <c:v>40578</c:v>
                </c:pt>
                <c:pt idx="2634">
                  <c:v>40581</c:v>
                </c:pt>
                <c:pt idx="2635">
                  <c:v>40582</c:v>
                </c:pt>
                <c:pt idx="2636">
                  <c:v>40583</c:v>
                </c:pt>
                <c:pt idx="2637">
                  <c:v>40584</c:v>
                </c:pt>
                <c:pt idx="2638">
                  <c:v>40585</c:v>
                </c:pt>
                <c:pt idx="2639">
                  <c:v>40588</c:v>
                </c:pt>
                <c:pt idx="2640">
                  <c:v>40589</c:v>
                </c:pt>
                <c:pt idx="2641">
                  <c:v>40590</c:v>
                </c:pt>
                <c:pt idx="2642">
                  <c:v>40591</c:v>
                </c:pt>
                <c:pt idx="2643">
                  <c:v>40592</c:v>
                </c:pt>
                <c:pt idx="2644">
                  <c:v>40595</c:v>
                </c:pt>
                <c:pt idx="2645">
                  <c:v>40596</c:v>
                </c:pt>
                <c:pt idx="2646">
                  <c:v>40597</c:v>
                </c:pt>
                <c:pt idx="2647">
                  <c:v>40598</c:v>
                </c:pt>
                <c:pt idx="2648">
                  <c:v>40599</c:v>
                </c:pt>
                <c:pt idx="2649">
                  <c:v>40602</c:v>
                </c:pt>
                <c:pt idx="2650">
                  <c:v>40603</c:v>
                </c:pt>
                <c:pt idx="2651">
                  <c:v>40604</c:v>
                </c:pt>
                <c:pt idx="2652">
                  <c:v>40605</c:v>
                </c:pt>
                <c:pt idx="2653">
                  <c:v>40606</c:v>
                </c:pt>
                <c:pt idx="2654">
                  <c:v>40609</c:v>
                </c:pt>
                <c:pt idx="2655">
                  <c:v>40610</c:v>
                </c:pt>
                <c:pt idx="2656">
                  <c:v>40611</c:v>
                </c:pt>
                <c:pt idx="2657">
                  <c:v>40612</c:v>
                </c:pt>
                <c:pt idx="2658">
                  <c:v>40613</c:v>
                </c:pt>
                <c:pt idx="2659">
                  <c:v>40616</c:v>
                </c:pt>
                <c:pt idx="2660">
                  <c:v>40617</c:v>
                </c:pt>
                <c:pt idx="2661">
                  <c:v>40618</c:v>
                </c:pt>
                <c:pt idx="2662">
                  <c:v>40619</c:v>
                </c:pt>
                <c:pt idx="2663">
                  <c:v>40620</c:v>
                </c:pt>
                <c:pt idx="2664">
                  <c:v>40623</c:v>
                </c:pt>
                <c:pt idx="2665">
                  <c:v>40624</c:v>
                </c:pt>
                <c:pt idx="2666">
                  <c:v>40625</c:v>
                </c:pt>
                <c:pt idx="2667">
                  <c:v>40626</c:v>
                </c:pt>
                <c:pt idx="2668">
                  <c:v>40627</c:v>
                </c:pt>
                <c:pt idx="2669">
                  <c:v>40630</c:v>
                </c:pt>
                <c:pt idx="2670">
                  <c:v>40631</c:v>
                </c:pt>
                <c:pt idx="2671">
                  <c:v>40632</c:v>
                </c:pt>
                <c:pt idx="2672">
                  <c:v>40633</c:v>
                </c:pt>
                <c:pt idx="2673">
                  <c:v>40634</c:v>
                </c:pt>
                <c:pt idx="2674">
                  <c:v>40637</c:v>
                </c:pt>
                <c:pt idx="2675">
                  <c:v>40638</c:v>
                </c:pt>
                <c:pt idx="2676">
                  <c:v>40639</c:v>
                </c:pt>
                <c:pt idx="2677">
                  <c:v>40640</c:v>
                </c:pt>
                <c:pt idx="2678">
                  <c:v>40641</c:v>
                </c:pt>
                <c:pt idx="2679">
                  <c:v>40644</c:v>
                </c:pt>
                <c:pt idx="2680">
                  <c:v>40645</c:v>
                </c:pt>
                <c:pt idx="2681">
                  <c:v>40646</c:v>
                </c:pt>
                <c:pt idx="2682">
                  <c:v>40647</c:v>
                </c:pt>
                <c:pt idx="2683">
                  <c:v>40648</c:v>
                </c:pt>
                <c:pt idx="2684">
                  <c:v>40651</c:v>
                </c:pt>
                <c:pt idx="2685">
                  <c:v>40652</c:v>
                </c:pt>
                <c:pt idx="2686">
                  <c:v>40653</c:v>
                </c:pt>
                <c:pt idx="2687">
                  <c:v>40654</c:v>
                </c:pt>
                <c:pt idx="2688">
                  <c:v>40655</c:v>
                </c:pt>
                <c:pt idx="2689">
                  <c:v>40658</c:v>
                </c:pt>
                <c:pt idx="2690">
                  <c:v>40659</c:v>
                </c:pt>
                <c:pt idx="2691">
                  <c:v>40660</c:v>
                </c:pt>
                <c:pt idx="2692">
                  <c:v>40661</c:v>
                </c:pt>
                <c:pt idx="2693">
                  <c:v>40662</c:v>
                </c:pt>
                <c:pt idx="2694">
                  <c:v>40665</c:v>
                </c:pt>
                <c:pt idx="2695">
                  <c:v>40666</c:v>
                </c:pt>
                <c:pt idx="2696">
                  <c:v>40667</c:v>
                </c:pt>
                <c:pt idx="2697">
                  <c:v>40668</c:v>
                </c:pt>
                <c:pt idx="2698">
                  <c:v>40669</c:v>
                </c:pt>
                <c:pt idx="2699">
                  <c:v>40672</c:v>
                </c:pt>
                <c:pt idx="2700">
                  <c:v>40673</c:v>
                </c:pt>
                <c:pt idx="2701">
                  <c:v>40674</c:v>
                </c:pt>
                <c:pt idx="2702">
                  <c:v>40675</c:v>
                </c:pt>
                <c:pt idx="2703">
                  <c:v>40676</c:v>
                </c:pt>
                <c:pt idx="2704">
                  <c:v>40679</c:v>
                </c:pt>
                <c:pt idx="2705">
                  <c:v>40680</c:v>
                </c:pt>
                <c:pt idx="2706">
                  <c:v>40681</c:v>
                </c:pt>
                <c:pt idx="2707">
                  <c:v>40682</c:v>
                </c:pt>
                <c:pt idx="2708">
                  <c:v>40683</c:v>
                </c:pt>
                <c:pt idx="2709">
                  <c:v>40686</c:v>
                </c:pt>
                <c:pt idx="2710">
                  <c:v>40687</c:v>
                </c:pt>
                <c:pt idx="2711">
                  <c:v>40688</c:v>
                </c:pt>
                <c:pt idx="2712">
                  <c:v>40689</c:v>
                </c:pt>
                <c:pt idx="2713">
                  <c:v>40690</c:v>
                </c:pt>
                <c:pt idx="2714">
                  <c:v>40693</c:v>
                </c:pt>
                <c:pt idx="2715">
                  <c:v>40694</c:v>
                </c:pt>
                <c:pt idx="2716">
                  <c:v>40695</c:v>
                </c:pt>
                <c:pt idx="2717">
                  <c:v>40696</c:v>
                </c:pt>
                <c:pt idx="2718">
                  <c:v>40697</c:v>
                </c:pt>
                <c:pt idx="2719">
                  <c:v>40700</c:v>
                </c:pt>
                <c:pt idx="2720">
                  <c:v>40701</c:v>
                </c:pt>
                <c:pt idx="2721">
                  <c:v>40702</c:v>
                </c:pt>
                <c:pt idx="2722">
                  <c:v>40703</c:v>
                </c:pt>
                <c:pt idx="2723">
                  <c:v>40704</c:v>
                </c:pt>
                <c:pt idx="2724">
                  <c:v>40707</c:v>
                </c:pt>
                <c:pt idx="2725">
                  <c:v>40708</c:v>
                </c:pt>
                <c:pt idx="2726">
                  <c:v>40709</c:v>
                </c:pt>
                <c:pt idx="2727">
                  <c:v>40710</c:v>
                </c:pt>
                <c:pt idx="2728">
                  <c:v>40711</c:v>
                </c:pt>
                <c:pt idx="2729">
                  <c:v>40714</c:v>
                </c:pt>
                <c:pt idx="2730">
                  <c:v>40715</c:v>
                </c:pt>
                <c:pt idx="2731">
                  <c:v>40716</c:v>
                </c:pt>
                <c:pt idx="2732">
                  <c:v>40717</c:v>
                </c:pt>
                <c:pt idx="2733">
                  <c:v>40718</c:v>
                </c:pt>
                <c:pt idx="2734">
                  <c:v>40721</c:v>
                </c:pt>
                <c:pt idx="2735">
                  <c:v>40722</c:v>
                </c:pt>
                <c:pt idx="2736">
                  <c:v>40723</c:v>
                </c:pt>
                <c:pt idx="2737">
                  <c:v>40724</c:v>
                </c:pt>
                <c:pt idx="2738">
                  <c:v>40725</c:v>
                </c:pt>
                <c:pt idx="2739">
                  <c:v>40728</c:v>
                </c:pt>
                <c:pt idx="2740">
                  <c:v>40729</c:v>
                </c:pt>
                <c:pt idx="2741">
                  <c:v>40730</c:v>
                </c:pt>
                <c:pt idx="2742">
                  <c:v>40731</c:v>
                </c:pt>
                <c:pt idx="2743">
                  <c:v>40732</c:v>
                </c:pt>
                <c:pt idx="2744">
                  <c:v>40735</c:v>
                </c:pt>
                <c:pt idx="2745">
                  <c:v>40736</c:v>
                </c:pt>
                <c:pt idx="2746">
                  <c:v>40737</c:v>
                </c:pt>
                <c:pt idx="2747">
                  <c:v>40738</c:v>
                </c:pt>
                <c:pt idx="2748">
                  <c:v>40739</c:v>
                </c:pt>
                <c:pt idx="2749">
                  <c:v>40742</c:v>
                </c:pt>
                <c:pt idx="2750">
                  <c:v>40743</c:v>
                </c:pt>
                <c:pt idx="2751">
                  <c:v>40744</c:v>
                </c:pt>
                <c:pt idx="2752">
                  <c:v>40745</c:v>
                </c:pt>
                <c:pt idx="2753">
                  <c:v>40746</c:v>
                </c:pt>
                <c:pt idx="2754">
                  <c:v>40749</c:v>
                </c:pt>
                <c:pt idx="2755">
                  <c:v>40750</c:v>
                </c:pt>
                <c:pt idx="2756">
                  <c:v>40751</c:v>
                </c:pt>
                <c:pt idx="2757">
                  <c:v>40752</c:v>
                </c:pt>
                <c:pt idx="2758">
                  <c:v>40753</c:v>
                </c:pt>
                <c:pt idx="2759">
                  <c:v>40756</c:v>
                </c:pt>
                <c:pt idx="2760">
                  <c:v>40757</c:v>
                </c:pt>
                <c:pt idx="2761">
                  <c:v>40758</c:v>
                </c:pt>
                <c:pt idx="2762">
                  <c:v>40759</c:v>
                </c:pt>
                <c:pt idx="2763">
                  <c:v>40760</c:v>
                </c:pt>
                <c:pt idx="2764">
                  <c:v>40763</c:v>
                </c:pt>
                <c:pt idx="2765">
                  <c:v>40764</c:v>
                </c:pt>
                <c:pt idx="2766">
                  <c:v>40765</c:v>
                </c:pt>
                <c:pt idx="2767">
                  <c:v>40766</c:v>
                </c:pt>
                <c:pt idx="2768">
                  <c:v>40767</c:v>
                </c:pt>
                <c:pt idx="2769">
                  <c:v>40770</c:v>
                </c:pt>
                <c:pt idx="2770">
                  <c:v>40771</c:v>
                </c:pt>
                <c:pt idx="2771">
                  <c:v>40772</c:v>
                </c:pt>
                <c:pt idx="2772">
                  <c:v>40773</c:v>
                </c:pt>
                <c:pt idx="2773">
                  <c:v>40774</c:v>
                </c:pt>
                <c:pt idx="2774">
                  <c:v>40777</c:v>
                </c:pt>
                <c:pt idx="2775">
                  <c:v>40778</c:v>
                </c:pt>
                <c:pt idx="2776">
                  <c:v>40779</c:v>
                </c:pt>
                <c:pt idx="2777">
                  <c:v>40780</c:v>
                </c:pt>
                <c:pt idx="2778">
                  <c:v>40781</c:v>
                </c:pt>
                <c:pt idx="2779">
                  <c:v>40784</c:v>
                </c:pt>
                <c:pt idx="2780">
                  <c:v>40785</c:v>
                </c:pt>
                <c:pt idx="2781">
                  <c:v>40786</c:v>
                </c:pt>
                <c:pt idx="2782">
                  <c:v>40787</c:v>
                </c:pt>
                <c:pt idx="2783">
                  <c:v>40788</c:v>
                </c:pt>
                <c:pt idx="2784">
                  <c:v>40791</c:v>
                </c:pt>
                <c:pt idx="2785">
                  <c:v>40792</c:v>
                </c:pt>
                <c:pt idx="2786">
                  <c:v>40793</c:v>
                </c:pt>
                <c:pt idx="2787">
                  <c:v>40794</c:v>
                </c:pt>
                <c:pt idx="2788">
                  <c:v>40795</c:v>
                </c:pt>
                <c:pt idx="2789">
                  <c:v>40798</c:v>
                </c:pt>
                <c:pt idx="2790">
                  <c:v>40799</c:v>
                </c:pt>
                <c:pt idx="2791">
                  <c:v>40800</c:v>
                </c:pt>
                <c:pt idx="2792">
                  <c:v>40801</c:v>
                </c:pt>
                <c:pt idx="2793">
                  <c:v>40802</c:v>
                </c:pt>
                <c:pt idx="2794">
                  <c:v>40805</c:v>
                </c:pt>
                <c:pt idx="2795">
                  <c:v>40806</c:v>
                </c:pt>
                <c:pt idx="2796">
                  <c:v>40807</c:v>
                </c:pt>
                <c:pt idx="2797">
                  <c:v>40808</c:v>
                </c:pt>
                <c:pt idx="2798">
                  <c:v>40809</c:v>
                </c:pt>
                <c:pt idx="2799">
                  <c:v>40812</c:v>
                </c:pt>
                <c:pt idx="2800">
                  <c:v>40813</c:v>
                </c:pt>
                <c:pt idx="2801">
                  <c:v>40814</c:v>
                </c:pt>
                <c:pt idx="2802">
                  <c:v>40815</c:v>
                </c:pt>
                <c:pt idx="2803">
                  <c:v>40816</c:v>
                </c:pt>
                <c:pt idx="2804">
                  <c:v>40819</c:v>
                </c:pt>
                <c:pt idx="2805">
                  <c:v>40820</c:v>
                </c:pt>
                <c:pt idx="2806">
                  <c:v>40821</c:v>
                </c:pt>
                <c:pt idx="2807">
                  <c:v>40822</c:v>
                </c:pt>
                <c:pt idx="2808">
                  <c:v>40823</c:v>
                </c:pt>
                <c:pt idx="2809">
                  <c:v>40826</c:v>
                </c:pt>
                <c:pt idx="2810">
                  <c:v>40827</c:v>
                </c:pt>
                <c:pt idx="2811">
                  <c:v>40828</c:v>
                </c:pt>
                <c:pt idx="2812">
                  <c:v>40829</c:v>
                </c:pt>
                <c:pt idx="2813">
                  <c:v>40830</c:v>
                </c:pt>
                <c:pt idx="2814">
                  <c:v>40833</c:v>
                </c:pt>
                <c:pt idx="2815">
                  <c:v>40834</c:v>
                </c:pt>
                <c:pt idx="2816">
                  <c:v>40835</c:v>
                </c:pt>
                <c:pt idx="2817">
                  <c:v>40836</c:v>
                </c:pt>
                <c:pt idx="2818">
                  <c:v>40837</c:v>
                </c:pt>
                <c:pt idx="2819">
                  <c:v>40840</c:v>
                </c:pt>
                <c:pt idx="2820">
                  <c:v>40841</c:v>
                </c:pt>
                <c:pt idx="2821">
                  <c:v>40842</c:v>
                </c:pt>
                <c:pt idx="2822">
                  <c:v>40843</c:v>
                </c:pt>
                <c:pt idx="2823">
                  <c:v>40844</c:v>
                </c:pt>
                <c:pt idx="2824">
                  <c:v>40847</c:v>
                </c:pt>
                <c:pt idx="2825">
                  <c:v>40848</c:v>
                </c:pt>
                <c:pt idx="2826">
                  <c:v>40849</c:v>
                </c:pt>
                <c:pt idx="2827">
                  <c:v>40850</c:v>
                </c:pt>
                <c:pt idx="2828">
                  <c:v>40851</c:v>
                </c:pt>
                <c:pt idx="2829">
                  <c:v>40854</c:v>
                </c:pt>
                <c:pt idx="2830">
                  <c:v>40855</c:v>
                </c:pt>
                <c:pt idx="2831">
                  <c:v>40856</c:v>
                </c:pt>
                <c:pt idx="2832">
                  <c:v>40857</c:v>
                </c:pt>
                <c:pt idx="2833">
                  <c:v>40858</c:v>
                </c:pt>
                <c:pt idx="2834">
                  <c:v>40861</c:v>
                </c:pt>
                <c:pt idx="2835">
                  <c:v>40862</c:v>
                </c:pt>
                <c:pt idx="2836">
                  <c:v>40863</c:v>
                </c:pt>
                <c:pt idx="2837">
                  <c:v>40864</c:v>
                </c:pt>
                <c:pt idx="2838">
                  <c:v>40865</c:v>
                </c:pt>
                <c:pt idx="2839">
                  <c:v>40868</c:v>
                </c:pt>
                <c:pt idx="2840">
                  <c:v>40869</c:v>
                </c:pt>
                <c:pt idx="2841">
                  <c:v>40870</c:v>
                </c:pt>
                <c:pt idx="2842">
                  <c:v>40871</c:v>
                </c:pt>
                <c:pt idx="2843">
                  <c:v>40872</c:v>
                </c:pt>
                <c:pt idx="2844">
                  <c:v>40875</c:v>
                </c:pt>
                <c:pt idx="2845">
                  <c:v>40876</c:v>
                </c:pt>
                <c:pt idx="2846">
                  <c:v>40877</c:v>
                </c:pt>
                <c:pt idx="2847">
                  <c:v>40878</c:v>
                </c:pt>
                <c:pt idx="2848">
                  <c:v>40879</c:v>
                </c:pt>
                <c:pt idx="2849">
                  <c:v>40882</c:v>
                </c:pt>
                <c:pt idx="2850">
                  <c:v>40883</c:v>
                </c:pt>
                <c:pt idx="2851">
                  <c:v>40884</c:v>
                </c:pt>
                <c:pt idx="2852">
                  <c:v>40885</c:v>
                </c:pt>
                <c:pt idx="2853">
                  <c:v>40886</c:v>
                </c:pt>
                <c:pt idx="2854">
                  <c:v>40889</c:v>
                </c:pt>
                <c:pt idx="2855">
                  <c:v>40890</c:v>
                </c:pt>
                <c:pt idx="2856">
                  <c:v>40891</c:v>
                </c:pt>
                <c:pt idx="2857">
                  <c:v>40892</c:v>
                </c:pt>
                <c:pt idx="2858">
                  <c:v>40893</c:v>
                </c:pt>
                <c:pt idx="2859">
                  <c:v>40896</c:v>
                </c:pt>
                <c:pt idx="2860">
                  <c:v>40897</c:v>
                </c:pt>
                <c:pt idx="2861">
                  <c:v>40898</c:v>
                </c:pt>
                <c:pt idx="2862">
                  <c:v>40899</c:v>
                </c:pt>
                <c:pt idx="2863">
                  <c:v>40900</c:v>
                </c:pt>
                <c:pt idx="2864">
                  <c:v>40903</c:v>
                </c:pt>
                <c:pt idx="2865">
                  <c:v>40904</c:v>
                </c:pt>
                <c:pt idx="2866">
                  <c:v>40905</c:v>
                </c:pt>
                <c:pt idx="2867">
                  <c:v>40906</c:v>
                </c:pt>
                <c:pt idx="2868">
                  <c:v>40907</c:v>
                </c:pt>
                <c:pt idx="2869">
                  <c:v>40910</c:v>
                </c:pt>
                <c:pt idx="2870">
                  <c:v>40911</c:v>
                </c:pt>
                <c:pt idx="2871">
                  <c:v>40912</c:v>
                </c:pt>
                <c:pt idx="2872">
                  <c:v>40913</c:v>
                </c:pt>
                <c:pt idx="2873">
                  <c:v>40914</c:v>
                </c:pt>
                <c:pt idx="2874">
                  <c:v>40917</c:v>
                </c:pt>
                <c:pt idx="2875">
                  <c:v>40918</c:v>
                </c:pt>
                <c:pt idx="2876">
                  <c:v>40919</c:v>
                </c:pt>
                <c:pt idx="2877">
                  <c:v>40920</c:v>
                </c:pt>
                <c:pt idx="2878">
                  <c:v>40921</c:v>
                </c:pt>
                <c:pt idx="2879">
                  <c:v>40924</c:v>
                </c:pt>
                <c:pt idx="2880">
                  <c:v>40925</c:v>
                </c:pt>
                <c:pt idx="2881">
                  <c:v>40926</c:v>
                </c:pt>
                <c:pt idx="2882">
                  <c:v>40927</c:v>
                </c:pt>
                <c:pt idx="2883">
                  <c:v>40928</c:v>
                </c:pt>
                <c:pt idx="2884">
                  <c:v>40931</c:v>
                </c:pt>
                <c:pt idx="2885">
                  <c:v>40932</c:v>
                </c:pt>
                <c:pt idx="2886">
                  <c:v>40933</c:v>
                </c:pt>
                <c:pt idx="2887">
                  <c:v>40934</c:v>
                </c:pt>
                <c:pt idx="2888">
                  <c:v>40935</c:v>
                </c:pt>
                <c:pt idx="2889">
                  <c:v>40938</c:v>
                </c:pt>
                <c:pt idx="2890">
                  <c:v>40939</c:v>
                </c:pt>
                <c:pt idx="2891">
                  <c:v>40940</c:v>
                </c:pt>
                <c:pt idx="2892">
                  <c:v>40941</c:v>
                </c:pt>
                <c:pt idx="2893">
                  <c:v>40942</c:v>
                </c:pt>
                <c:pt idx="2894">
                  <c:v>40945</c:v>
                </c:pt>
                <c:pt idx="2895">
                  <c:v>40946</c:v>
                </c:pt>
                <c:pt idx="2896">
                  <c:v>40947</c:v>
                </c:pt>
                <c:pt idx="2897">
                  <c:v>40948</c:v>
                </c:pt>
                <c:pt idx="2898">
                  <c:v>40949</c:v>
                </c:pt>
                <c:pt idx="2899">
                  <c:v>40952</c:v>
                </c:pt>
                <c:pt idx="2900">
                  <c:v>40953</c:v>
                </c:pt>
                <c:pt idx="2901">
                  <c:v>40954</c:v>
                </c:pt>
                <c:pt idx="2902">
                  <c:v>40955</c:v>
                </c:pt>
                <c:pt idx="2903">
                  <c:v>40956</c:v>
                </c:pt>
                <c:pt idx="2904">
                  <c:v>40959</c:v>
                </c:pt>
                <c:pt idx="2905">
                  <c:v>40960</c:v>
                </c:pt>
                <c:pt idx="2906">
                  <c:v>40961</c:v>
                </c:pt>
                <c:pt idx="2907">
                  <c:v>40962</c:v>
                </c:pt>
                <c:pt idx="2908">
                  <c:v>40963</c:v>
                </c:pt>
                <c:pt idx="2909">
                  <c:v>40966</c:v>
                </c:pt>
                <c:pt idx="2910">
                  <c:v>40967</c:v>
                </c:pt>
                <c:pt idx="2911">
                  <c:v>40968</c:v>
                </c:pt>
                <c:pt idx="2912">
                  <c:v>40969</c:v>
                </c:pt>
                <c:pt idx="2913">
                  <c:v>40970</c:v>
                </c:pt>
                <c:pt idx="2914">
                  <c:v>40973</c:v>
                </c:pt>
                <c:pt idx="2915">
                  <c:v>40974</c:v>
                </c:pt>
                <c:pt idx="2916">
                  <c:v>40975</c:v>
                </c:pt>
                <c:pt idx="2917">
                  <c:v>40976</c:v>
                </c:pt>
                <c:pt idx="2918">
                  <c:v>40977</c:v>
                </c:pt>
                <c:pt idx="2919">
                  <c:v>40980</c:v>
                </c:pt>
                <c:pt idx="2920">
                  <c:v>40981</c:v>
                </c:pt>
                <c:pt idx="2921">
                  <c:v>40982</c:v>
                </c:pt>
                <c:pt idx="2922">
                  <c:v>40983</c:v>
                </c:pt>
                <c:pt idx="2923">
                  <c:v>40984</c:v>
                </c:pt>
                <c:pt idx="2924">
                  <c:v>40987</c:v>
                </c:pt>
                <c:pt idx="2925">
                  <c:v>40988</c:v>
                </c:pt>
                <c:pt idx="2926">
                  <c:v>40989</c:v>
                </c:pt>
                <c:pt idx="2927">
                  <c:v>40990</c:v>
                </c:pt>
                <c:pt idx="2928">
                  <c:v>40991</c:v>
                </c:pt>
                <c:pt idx="2929">
                  <c:v>40994</c:v>
                </c:pt>
                <c:pt idx="2930">
                  <c:v>40995</c:v>
                </c:pt>
                <c:pt idx="2931">
                  <c:v>40996</c:v>
                </c:pt>
                <c:pt idx="2932">
                  <c:v>40997</c:v>
                </c:pt>
                <c:pt idx="2933">
                  <c:v>40998</c:v>
                </c:pt>
                <c:pt idx="2934">
                  <c:v>41001</c:v>
                </c:pt>
                <c:pt idx="2935">
                  <c:v>41002</c:v>
                </c:pt>
                <c:pt idx="2936">
                  <c:v>41003</c:v>
                </c:pt>
                <c:pt idx="2937">
                  <c:v>41004</c:v>
                </c:pt>
                <c:pt idx="2938">
                  <c:v>41005</c:v>
                </c:pt>
                <c:pt idx="2939">
                  <c:v>41008</c:v>
                </c:pt>
                <c:pt idx="2940">
                  <c:v>41009</c:v>
                </c:pt>
                <c:pt idx="2941">
                  <c:v>41010</c:v>
                </c:pt>
                <c:pt idx="2942">
                  <c:v>41011</c:v>
                </c:pt>
                <c:pt idx="2943">
                  <c:v>41012</c:v>
                </c:pt>
                <c:pt idx="2944">
                  <c:v>41015</c:v>
                </c:pt>
                <c:pt idx="2945">
                  <c:v>41016</c:v>
                </c:pt>
                <c:pt idx="2946">
                  <c:v>41017</c:v>
                </c:pt>
                <c:pt idx="2947">
                  <c:v>41018</c:v>
                </c:pt>
                <c:pt idx="2948">
                  <c:v>41019</c:v>
                </c:pt>
                <c:pt idx="2949">
                  <c:v>41022</c:v>
                </c:pt>
                <c:pt idx="2950">
                  <c:v>41023</c:v>
                </c:pt>
                <c:pt idx="2951">
                  <c:v>41024</c:v>
                </c:pt>
                <c:pt idx="2952">
                  <c:v>41025</c:v>
                </c:pt>
                <c:pt idx="2953">
                  <c:v>41026</c:v>
                </c:pt>
                <c:pt idx="2954">
                  <c:v>41029</c:v>
                </c:pt>
                <c:pt idx="2955">
                  <c:v>41030</c:v>
                </c:pt>
                <c:pt idx="2956">
                  <c:v>41031</c:v>
                </c:pt>
                <c:pt idx="2957">
                  <c:v>41032</c:v>
                </c:pt>
                <c:pt idx="2958">
                  <c:v>41033</c:v>
                </c:pt>
                <c:pt idx="2959">
                  <c:v>41036</c:v>
                </c:pt>
                <c:pt idx="2960">
                  <c:v>41037</c:v>
                </c:pt>
                <c:pt idx="2961">
                  <c:v>41038</c:v>
                </c:pt>
                <c:pt idx="2962">
                  <c:v>41039</c:v>
                </c:pt>
                <c:pt idx="2963">
                  <c:v>41040</c:v>
                </c:pt>
                <c:pt idx="2964">
                  <c:v>41043</c:v>
                </c:pt>
                <c:pt idx="2965">
                  <c:v>41044</c:v>
                </c:pt>
                <c:pt idx="2966">
                  <c:v>41045</c:v>
                </c:pt>
                <c:pt idx="2967">
                  <c:v>41046</c:v>
                </c:pt>
                <c:pt idx="2968">
                  <c:v>41047</c:v>
                </c:pt>
                <c:pt idx="2969">
                  <c:v>41050</c:v>
                </c:pt>
                <c:pt idx="2970">
                  <c:v>41051</c:v>
                </c:pt>
                <c:pt idx="2971">
                  <c:v>41052</c:v>
                </c:pt>
                <c:pt idx="2972">
                  <c:v>41053</c:v>
                </c:pt>
                <c:pt idx="2973">
                  <c:v>41054</c:v>
                </c:pt>
                <c:pt idx="2974">
                  <c:v>41057</c:v>
                </c:pt>
                <c:pt idx="2975">
                  <c:v>41058</c:v>
                </c:pt>
                <c:pt idx="2976">
                  <c:v>41059</c:v>
                </c:pt>
                <c:pt idx="2977">
                  <c:v>41060</c:v>
                </c:pt>
                <c:pt idx="2978">
                  <c:v>41061</c:v>
                </c:pt>
                <c:pt idx="2979">
                  <c:v>41064</c:v>
                </c:pt>
                <c:pt idx="2980">
                  <c:v>41065</c:v>
                </c:pt>
                <c:pt idx="2981">
                  <c:v>41066</c:v>
                </c:pt>
                <c:pt idx="2982">
                  <c:v>41067</c:v>
                </c:pt>
                <c:pt idx="2983">
                  <c:v>41068</c:v>
                </c:pt>
                <c:pt idx="2984">
                  <c:v>41071</c:v>
                </c:pt>
                <c:pt idx="2985">
                  <c:v>41072</c:v>
                </c:pt>
                <c:pt idx="2986">
                  <c:v>41073</c:v>
                </c:pt>
                <c:pt idx="2987">
                  <c:v>41074</c:v>
                </c:pt>
                <c:pt idx="2988">
                  <c:v>41075</c:v>
                </c:pt>
                <c:pt idx="2989">
                  <c:v>41078</c:v>
                </c:pt>
                <c:pt idx="2990">
                  <c:v>41079</c:v>
                </c:pt>
                <c:pt idx="2991">
                  <c:v>41080</c:v>
                </c:pt>
                <c:pt idx="2992">
                  <c:v>41081</c:v>
                </c:pt>
                <c:pt idx="2993">
                  <c:v>41082</c:v>
                </c:pt>
                <c:pt idx="2994">
                  <c:v>41085</c:v>
                </c:pt>
                <c:pt idx="2995">
                  <c:v>41086</c:v>
                </c:pt>
                <c:pt idx="2996">
                  <c:v>41087</c:v>
                </c:pt>
                <c:pt idx="2997">
                  <c:v>41088</c:v>
                </c:pt>
                <c:pt idx="2998">
                  <c:v>41089</c:v>
                </c:pt>
                <c:pt idx="2999">
                  <c:v>41092</c:v>
                </c:pt>
                <c:pt idx="3000">
                  <c:v>41093</c:v>
                </c:pt>
                <c:pt idx="3001">
                  <c:v>41094</c:v>
                </c:pt>
                <c:pt idx="3002">
                  <c:v>41095</c:v>
                </c:pt>
                <c:pt idx="3003">
                  <c:v>41096</c:v>
                </c:pt>
                <c:pt idx="3004">
                  <c:v>41099</c:v>
                </c:pt>
                <c:pt idx="3005">
                  <c:v>41100</c:v>
                </c:pt>
                <c:pt idx="3006">
                  <c:v>41101</c:v>
                </c:pt>
                <c:pt idx="3007">
                  <c:v>41102</c:v>
                </c:pt>
                <c:pt idx="3008">
                  <c:v>41103</c:v>
                </c:pt>
                <c:pt idx="3009">
                  <c:v>41106</c:v>
                </c:pt>
                <c:pt idx="3010">
                  <c:v>41107</c:v>
                </c:pt>
                <c:pt idx="3011">
                  <c:v>41108</c:v>
                </c:pt>
                <c:pt idx="3012">
                  <c:v>41109</c:v>
                </c:pt>
                <c:pt idx="3013">
                  <c:v>41110</c:v>
                </c:pt>
                <c:pt idx="3014">
                  <c:v>41113</c:v>
                </c:pt>
                <c:pt idx="3015">
                  <c:v>41114</c:v>
                </c:pt>
                <c:pt idx="3016">
                  <c:v>41115</c:v>
                </c:pt>
                <c:pt idx="3017">
                  <c:v>41116</c:v>
                </c:pt>
                <c:pt idx="3018">
                  <c:v>41117</c:v>
                </c:pt>
                <c:pt idx="3019">
                  <c:v>41120</c:v>
                </c:pt>
                <c:pt idx="3020">
                  <c:v>41121</c:v>
                </c:pt>
                <c:pt idx="3021">
                  <c:v>41122</c:v>
                </c:pt>
                <c:pt idx="3022">
                  <c:v>41123</c:v>
                </c:pt>
                <c:pt idx="3023">
                  <c:v>41124</c:v>
                </c:pt>
                <c:pt idx="3024">
                  <c:v>41127</c:v>
                </c:pt>
                <c:pt idx="3025">
                  <c:v>41128</c:v>
                </c:pt>
                <c:pt idx="3026">
                  <c:v>41129</c:v>
                </c:pt>
                <c:pt idx="3027">
                  <c:v>41130</c:v>
                </c:pt>
                <c:pt idx="3028">
                  <c:v>41131</c:v>
                </c:pt>
                <c:pt idx="3029">
                  <c:v>41134</c:v>
                </c:pt>
                <c:pt idx="3030">
                  <c:v>41135</c:v>
                </c:pt>
                <c:pt idx="3031">
                  <c:v>41136</c:v>
                </c:pt>
                <c:pt idx="3032">
                  <c:v>41137</c:v>
                </c:pt>
                <c:pt idx="3033">
                  <c:v>41138</c:v>
                </c:pt>
                <c:pt idx="3034">
                  <c:v>41141</c:v>
                </c:pt>
                <c:pt idx="3035">
                  <c:v>41142</c:v>
                </c:pt>
                <c:pt idx="3036">
                  <c:v>41143</c:v>
                </c:pt>
                <c:pt idx="3037">
                  <c:v>41144</c:v>
                </c:pt>
                <c:pt idx="3038">
                  <c:v>41145</c:v>
                </c:pt>
                <c:pt idx="3039">
                  <c:v>41148</c:v>
                </c:pt>
                <c:pt idx="3040">
                  <c:v>41149</c:v>
                </c:pt>
                <c:pt idx="3041">
                  <c:v>41150</c:v>
                </c:pt>
                <c:pt idx="3042">
                  <c:v>41151</c:v>
                </c:pt>
                <c:pt idx="3043">
                  <c:v>41152</c:v>
                </c:pt>
                <c:pt idx="3044">
                  <c:v>41155</c:v>
                </c:pt>
                <c:pt idx="3045">
                  <c:v>41156</c:v>
                </c:pt>
                <c:pt idx="3046">
                  <c:v>41157</c:v>
                </c:pt>
                <c:pt idx="3047">
                  <c:v>41158</c:v>
                </c:pt>
                <c:pt idx="3048">
                  <c:v>41159</c:v>
                </c:pt>
                <c:pt idx="3049">
                  <c:v>41162</c:v>
                </c:pt>
                <c:pt idx="3050">
                  <c:v>41163</c:v>
                </c:pt>
                <c:pt idx="3051">
                  <c:v>41164</c:v>
                </c:pt>
                <c:pt idx="3052">
                  <c:v>41165</c:v>
                </c:pt>
                <c:pt idx="3053">
                  <c:v>41166</c:v>
                </c:pt>
                <c:pt idx="3054">
                  <c:v>41169</c:v>
                </c:pt>
                <c:pt idx="3055">
                  <c:v>41170</c:v>
                </c:pt>
                <c:pt idx="3056">
                  <c:v>41171</c:v>
                </c:pt>
                <c:pt idx="3057">
                  <c:v>41172</c:v>
                </c:pt>
                <c:pt idx="3058">
                  <c:v>41173</c:v>
                </c:pt>
                <c:pt idx="3059">
                  <c:v>41176</c:v>
                </c:pt>
                <c:pt idx="3060">
                  <c:v>41177</c:v>
                </c:pt>
                <c:pt idx="3061">
                  <c:v>41178</c:v>
                </c:pt>
                <c:pt idx="3062">
                  <c:v>41179</c:v>
                </c:pt>
                <c:pt idx="3063">
                  <c:v>41180</c:v>
                </c:pt>
                <c:pt idx="3064">
                  <c:v>41183</c:v>
                </c:pt>
                <c:pt idx="3065">
                  <c:v>41184</c:v>
                </c:pt>
                <c:pt idx="3066">
                  <c:v>41185</c:v>
                </c:pt>
                <c:pt idx="3067">
                  <c:v>41186</c:v>
                </c:pt>
                <c:pt idx="3068">
                  <c:v>41187</c:v>
                </c:pt>
                <c:pt idx="3069">
                  <c:v>41190</c:v>
                </c:pt>
                <c:pt idx="3070">
                  <c:v>41191</c:v>
                </c:pt>
                <c:pt idx="3071">
                  <c:v>41192</c:v>
                </c:pt>
                <c:pt idx="3072">
                  <c:v>41193</c:v>
                </c:pt>
                <c:pt idx="3073">
                  <c:v>41194</c:v>
                </c:pt>
                <c:pt idx="3074">
                  <c:v>41197</c:v>
                </c:pt>
                <c:pt idx="3075">
                  <c:v>41198</c:v>
                </c:pt>
                <c:pt idx="3076">
                  <c:v>41199</c:v>
                </c:pt>
                <c:pt idx="3077">
                  <c:v>41200</c:v>
                </c:pt>
                <c:pt idx="3078">
                  <c:v>41201</c:v>
                </c:pt>
                <c:pt idx="3079">
                  <c:v>41204</c:v>
                </c:pt>
                <c:pt idx="3080">
                  <c:v>41205</c:v>
                </c:pt>
                <c:pt idx="3081">
                  <c:v>41206</c:v>
                </c:pt>
                <c:pt idx="3082">
                  <c:v>41207</c:v>
                </c:pt>
                <c:pt idx="3083">
                  <c:v>41208</c:v>
                </c:pt>
                <c:pt idx="3084">
                  <c:v>41211</c:v>
                </c:pt>
                <c:pt idx="3085">
                  <c:v>41212</c:v>
                </c:pt>
                <c:pt idx="3086">
                  <c:v>41213</c:v>
                </c:pt>
                <c:pt idx="3087">
                  <c:v>41214</c:v>
                </c:pt>
                <c:pt idx="3088">
                  <c:v>41215</c:v>
                </c:pt>
                <c:pt idx="3089">
                  <c:v>41218</c:v>
                </c:pt>
                <c:pt idx="3090">
                  <c:v>41219</c:v>
                </c:pt>
                <c:pt idx="3091">
                  <c:v>41220</c:v>
                </c:pt>
                <c:pt idx="3092">
                  <c:v>41221</c:v>
                </c:pt>
                <c:pt idx="3093">
                  <c:v>41222</c:v>
                </c:pt>
                <c:pt idx="3094">
                  <c:v>41225</c:v>
                </c:pt>
                <c:pt idx="3095">
                  <c:v>41226</c:v>
                </c:pt>
                <c:pt idx="3096">
                  <c:v>41227</c:v>
                </c:pt>
                <c:pt idx="3097">
                  <c:v>41228</c:v>
                </c:pt>
                <c:pt idx="3098">
                  <c:v>41229</c:v>
                </c:pt>
                <c:pt idx="3099">
                  <c:v>41232</c:v>
                </c:pt>
                <c:pt idx="3100">
                  <c:v>41233</c:v>
                </c:pt>
                <c:pt idx="3101">
                  <c:v>41234</c:v>
                </c:pt>
                <c:pt idx="3102">
                  <c:v>41235</c:v>
                </c:pt>
                <c:pt idx="3103">
                  <c:v>41236</c:v>
                </c:pt>
                <c:pt idx="3104">
                  <c:v>41239</c:v>
                </c:pt>
                <c:pt idx="3105">
                  <c:v>41240</c:v>
                </c:pt>
                <c:pt idx="3106">
                  <c:v>41241</c:v>
                </c:pt>
                <c:pt idx="3107">
                  <c:v>41242</c:v>
                </c:pt>
                <c:pt idx="3108">
                  <c:v>41243</c:v>
                </c:pt>
                <c:pt idx="3109">
                  <c:v>41246</c:v>
                </c:pt>
                <c:pt idx="3110">
                  <c:v>41247</c:v>
                </c:pt>
                <c:pt idx="3111">
                  <c:v>41248</c:v>
                </c:pt>
                <c:pt idx="3112">
                  <c:v>41249</c:v>
                </c:pt>
                <c:pt idx="3113">
                  <c:v>41250</c:v>
                </c:pt>
                <c:pt idx="3114">
                  <c:v>41253</c:v>
                </c:pt>
                <c:pt idx="3115">
                  <c:v>41254</c:v>
                </c:pt>
                <c:pt idx="3116">
                  <c:v>41255</c:v>
                </c:pt>
                <c:pt idx="3117">
                  <c:v>41256</c:v>
                </c:pt>
                <c:pt idx="3118">
                  <c:v>41257</c:v>
                </c:pt>
                <c:pt idx="3119">
                  <c:v>41260</c:v>
                </c:pt>
                <c:pt idx="3120">
                  <c:v>41261</c:v>
                </c:pt>
                <c:pt idx="3121">
                  <c:v>41262</c:v>
                </c:pt>
                <c:pt idx="3122">
                  <c:v>41263</c:v>
                </c:pt>
                <c:pt idx="3123">
                  <c:v>41264</c:v>
                </c:pt>
                <c:pt idx="3124">
                  <c:v>41267</c:v>
                </c:pt>
                <c:pt idx="3125">
                  <c:v>41268</c:v>
                </c:pt>
                <c:pt idx="3126">
                  <c:v>41269</c:v>
                </c:pt>
                <c:pt idx="3127">
                  <c:v>41270</c:v>
                </c:pt>
                <c:pt idx="3128">
                  <c:v>41271</c:v>
                </c:pt>
                <c:pt idx="3129">
                  <c:v>41274</c:v>
                </c:pt>
                <c:pt idx="3130">
                  <c:v>41275</c:v>
                </c:pt>
                <c:pt idx="3131">
                  <c:v>41276</c:v>
                </c:pt>
                <c:pt idx="3132">
                  <c:v>41277</c:v>
                </c:pt>
                <c:pt idx="3133">
                  <c:v>41278</c:v>
                </c:pt>
                <c:pt idx="3134">
                  <c:v>41281</c:v>
                </c:pt>
                <c:pt idx="3135">
                  <c:v>41282</c:v>
                </c:pt>
                <c:pt idx="3136">
                  <c:v>41283</c:v>
                </c:pt>
                <c:pt idx="3137">
                  <c:v>41284</c:v>
                </c:pt>
                <c:pt idx="3138">
                  <c:v>41285</c:v>
                </c:pt>
                <c:pt idx="3139">
                  <c:v>41288</c:v>
                </c:pt>
                <c:pt idx="3140">
                  <c:v>41289</c:v>
                </c:pt>
                <c:pt idx="3141">
                  <c:v>41290</c:v>
                </c:pt>
                <c:pt idx="3142">
                  <c:v>41291</c:v>
                </c:pt>
                <c:pt idx="3143">
                  <c:v>41292</c:v>
                </c:pt>
                <c:pt idx="3144">
                  <c:v>41295</c:v>
                </c:pt>
                <c:pt idx="3145">
                  <c:v>41296</c:v>
                </c:pt>
                <c:pt idx="3146">
                  <c:v>41297</c:v>
                </c:pt>
                <c:pt idx="3147">
                  <c:v>41298</c:v>
                </c:pt>
                <c:pt idx="3148">
                  <c:v>41299</c:v>
                </c:pt>
                <c:pt idx="3149">
                  <c:v>41302</c:v>
                </c:pt>
                <c:pt idx="3150">
                  <c:v>41303</c:v>
                </c:pt>
                <c:pt idx="3151">
                  <c:v>41304</c:v>
                </c:pt>
                <c:pt idx="3152">
                  <c:v>41305</c:v>
                </c:pt>
                <c:pt idx="3153">
                  <c:v>41306</c:v>
                </c:pt>
                <c:pt idx="3154">
                  <c:v>41309</c:v>
                </c:pt>
                <c:pt idx="3155">
                  <c:v>41310</c:v>
                </c:pt>
                <c:pt idx="3156">
                  <c:v>41311</c:v>
                </c:pt>
                <c:pt idx="3157">
                  <c:v>41312</c:v>
                </c:pt>
                <c:pt idx="3158">
                  <c:v>41313</c:v>
                </c:pt>
                <c:pt idx="3159">
                  <c:v>41316</c:v>
                </c:pt>
                <c:pt idx="3160">
                  <c:v>41317</c:v>
                </c:pt>
                <c:pt idx="3161">
                  <c:v>41318</c:v>
                </c:pt>
                <c:pt idx="3162">
                  <c:v>41319</c:v>
                </c:pt>
                <c:pt idx="3163">
                  <c:v>41320</c:v>
                </c:pt>
                <c:pt idx="3164">
                  <c:v>41323</c:v>
                </c:pt>
                <c:pt idx="3165">
                  <c:v>41324</c:v>
                </c:pt>
                <c:pt idx="3166">
                  <c:v>41325</c:v>
                </c:pt>
                <c:pt idx="3167">
                  <c:v>41326</c:v>
                </c:pt>
                <c:pt idx="3168">
                  <c:v>41327</c:v>
                </c:pt>
                <c:pt idx="3169">
                  <c:v>41330</c:v>
                </c:pt>
                <c:pt idx="3170">
                  <c:v>41331</c:v>
                </c:pt>
                <c:pt idx="3171">
                  <c:v>41332</c:v>
                </c:pt>
                <c:pt idx="3172">
                  <c:v>41333</c:v>
                </c:pt>
                <c:pt idx="3173">
                  <c:v>41334</c:v>
                </c:pt>
                <c:pt idx="3174">
                  <c:v>41337</c:v>
                </c:pt>
                <c:pt idx="3175">
                  <c:v>41338</c:v>
                </c:pt>
                <c:pt idx="3176">
                  <c:v>41339</c:v>
                </c:pt>
                <c:pt idx="3177">
                  <c:v>41340</c:v>
                </c:pt>
                <c:pt idx="3178">
                  <c:v>41341</c:v>
                </c:pt>
                <c:pt idx="3179">
                  <c:v>41344</c:v>
                </c:pt>
                <c:pt idx="3180">
                  <c:v>41345</c:v>
                </c:pt>
                <c:pt idx="3181">
                  <c:v>41346</c:v>
                </c:pt>
                <c:pt idx="3182">
                  <c:v>41347</c:v>
                </c:pt>
                <c:pt idx="3183">
                  <c:v>41348</c:v>
                </c:pt>
                <c:pt idx="3184">
                  <c:v>41351</c:v>
                </c:pt>
                <c:pt idx="3185">
                  <c:v>41352</c:v>
                </c:pt>
                <c:pt idx="3186">
                  <c:v>41353</c:v>
                </c:pt>
                <c:pt idx="3187">
                  <c:v>41354</c:v>
                </c:pt>
                <c:pt idx="3188">
                  <c:v>41355</c:v>
                </c:pt>
                <c:pt idx="3189">
                  <c:v>41358</c:v>
                </c:pt>
                <c:pt idx="3190">
                  <c:v>41359</c:v>
                </c:pt>
                <c:pt idx="3191">
                  <c:v>41360</c:v>
                </c:pt>
                <c:pt idx="3192">
                  <c:v>41361</c:v>
                </c:pt>
                <c:pt idx="3193">
                  <c:v>41362</c:v>
                </c:pt>
                <c:pt idx="3194">
                  <c:v>41365</c:v>
                </c:pt>
                <c:pt idx="3195">
                  <c:v>41366</c:v>
                </c:pt>
                <c:pt idx="3196">
                  <c:v>41367</c:v>
                </c:pt>
                <c:pt idx="3197">
                  <c:v>41368</c:v>
                </c:pt>
                <c:pt idx="3198">
                  <c:v>41369</c:v>
                </c:pt>
                <c:pt idx="3199">
                  <c:v>41372</c:v>
                </c:pt>
                <c:pt idx="3200">
                  <c:v>41373</c:v>
                </c:pt>
                <c:pt idx="3201">
                  <c:v>41374</c:v>
                </c:pt>
                <c:pt idx="3202">
                  <c:v>41375</c:v>
                </c:pt>
                <c:pt idx="3203">
                  <c:v>41376</c:v>
                </c:pt>
                <c:pt idx="3204">
                  <c:v>41379</c:v>
                </c:pt>
                <c:pt idx="3205">
                  <c:v>41380</c:v>
                </c:pt>
                <c:pt idx="3206">
                  <c:v>41381</c:v>
                </c:pt>
                <c:pt idx="3207">
                  <c:v>41382</c:v>
                </c:pt>
                <c:pt idx="3208">
                  <c:v>41383</c:v>
                </c:pt>
                <c:pt idx="3209">
                  <c:v>41386</c:v>
                </c:pt>
                <c:pt idx="3210">
                  <c:v>41387</c:v>
                </c:pt>
                <c:pt idx="3211">
                  <c:v>41388</c:v>
                </c:pt>
                <c:pt idx="3212">
                  <c:v>41389</c:v>
                </c:pt>
                <c:pt idx="3213">
                  <c:v>41390</c:v>
                </c:pt>
                <c:pt idx="3214">
                  <c:v>41393</c:v>
                </c:pt>
                <c:pt idx="3215">
                  <c:v>41394</c:v>
                </c:pt>
                <c:pt idx="3216">
                  <c:v>41395</c:v>
                </c:pt>
                <c:pt idx="3217">
                  <c:v>41396</c:v>
                </c:pt>
                <c:pt idx="3218">
                  <c:v>41397</c:v>
                </c:pt>
                <c:pt idx="3219">
                  <c:v>41400</c:v>
                </c:pt>
                <c:pt idx="3220">
                  <c:v>41401</c:v>
                </c:pt>
                <c:pt idx="3221">
                  <c:v>41402</c:v>
                </c:pt>
                <c:pt idx="3222">
                  <c:v>41403</c:v>
                </c:pt>
                <c:pt idx="3223">
                  <c:v>41404</c:v>
                </c:pt>
                <c:pt idx="3224">
                  <c:v>41407</c:v>
                </c:pt>
                <c:pt idx="3225">
                  <c:v>41408</c:v>
                </c:pt>
                <c:pt idx="3226">
                  <c:v>41409</c:v>
                </c:pt>
                <c:pt idx="3227">
                  <c:v>41410</c:v>
                </c:pt>
                <c:pt idx="3228">
                  <c:v>41411</c:v>
                </c:pt>
                <c:pt idx="3229">
                  <c:v>41414</c:v>
                </c:pt>
                <c:pt idx="3230">
                  <c:v>41415</c:v>
                </c:pt>
                <c:pt idx="3231">
                  <c:v>41416</c:v>
                </c:pt>
                <c:pt idx="3232">
                  <c:v>41417</c:v>
                </c:pt>
                <c:pt idx="3233">
                  <c:v>41418</c:v>
                </c:pt>
                <c:pt idx="3234">
                  <c:v>41421</c:v>
                </c:pt>
                <c:pt idx="3235">
                  <c:v>41422</c:v>
                </c:pt>
                <c:pt idx="3236">
                  <c:v>41423</c:v>
                </c:pt>
                <c:pt idx="3237">
                  <c:v>41424</c:v>
                </c:pt>
                <c:pt idx="3238">
                  <c:v>41425</c:v>
                </c:pt>
                <c:pt idx="3239">
                  <c:v>41428</c:v>
                </c:pt>
                <c:pt idx="3240">
                  <c:v>41429</c:v>
                </c:pt>
                <c:pt idx="3241">
                  <c:v>41430</c:v>
                </c:pt>
                <c:pt idx="3242">
                  <c:v>41431</c:v>
                </c:pt>
                <c:pt idx="3243">
                  <c:v>41432</c:v>
                </c:pt>
                <c:pt idx="3244">
                  <c:v>41435</c:v>
                </c:pt>
                <c:pt idx="3245">
                  <c:v>41436</c:v>
                </c:pt>
                <c:pt idx="3246">
                  <c:v>41437</c:v>
                </c:pt>
                <c:pt idx="3247">
                  <c:v>41438</c:v>
                </c:pt>
                <c:pt idx="3248">
                  <c:v>41439</c:v>
                </c:pt>
                <c:pt idx="3249">
                  <c:v>41442</c:v>
                </c:pt>
                <c:pt idx="3250">
                  <c:v>41443</c:v>
                </c:pt>
                <c:pt idx="3251">
                  <c:v>41444</c:v>
                </c:pt>
                <c:pt idx="3252">
                  <c:v>41445</c:v>
                </c:pt>
                <c:pt idx="3253">
                  <c:v>41446</c:v>
                </c:pt>
                <c:pt idx="3254">
                  <c:v>41449</c:v>
                </c:pt>
                <c:pt idx="3255">
                  <c:v>41450</c:v>
                </c:pt>
                <c:pt idx="3256">
                  <c:v>41451</c:v>
                </c:pt>
                <c:pt idx="3257">
                  <c:v>41452</c:v>
                </c:pt>
                <c:pt idx="3258">
                  <c:v>41453</c:v>
                </c:pt>
                <c:pt idx="3259">
                  <c:v>41456</c:v>
                </c:pt>
                <c:pt idx="3260">
                  <c:v>41457</c:v>
                </c:pt>
                <c:pt idx="3261">
                  <c:v>41458</c:v>
                </c:pt>
                <c:pt idx="3262">
                  <c:v>41459</c:v>
                </c:pt>
                <c:pt idx="3263">
                  <c:v>41460</c:v>
                </c:pt>
                <c:pt idx="3264">
                  <c:v>41463</c:v>
                </c:pt>
                <c:pt idx="3265">
                  <c:v>41464</c:v>
                </c:pt>
                <c:pt idx="3266">
                  <c:v>41465</c:v>
                </c:pt>
                <c:pt idx="3267">
                  <c:v>41466</c:v>
                </c:pt>
                <c:pt idx="3268">
                  <c:v>41467</c:v>
                </c:pt>
                <c:pt idx="3269">
                  <c:v>41470</c:v>
                </c:pt>
                <c:pt idx="3270">
                  <c:v>41471</c:v>
                </c:pt>
                <c:pt idx="3271">
                  <c:v>41472</c:v>
                </c:pt>
                <c:pt idx="3272">
                  <c:v>41473</c:v>
                </c:pt>
                <c:pt idx="3273">
                  <c:v>41474</c:v>
                </c:pt>
                <c:pt idx="3274">
                  <c:v>41477</c:v>
                </c:pt>
                <c:pt idx="3275">
                  <c:v>41478</c:v>
                </c:pt>
                <c:pt idx="3276">
                  <c:v>41479</c:v>
                </c:pt>
                <c:pt idx="3277">
                  <c:v>41480</c:v>
                </c:pt>
                <c:pt idx="3278">
                  <c:v>41481</c:v>
                </c:pt>
                <c:pt idx="3279">
                  <c:v>41484</c:v>
                </c:pt>
                <c:pt idx="3280">
                  <c:v>41485</c:v>
                </c:pt>
                <c:pt idx="3281">
                  <c:v>41486</c:v>
                </c:pt>
                <c:pt idx="3282">
                  <c:v>41487</c:v>
                </c:pt>
                <c:pt idx="3283">
                  <c:v>41488</c:v>
                </c:pt>
                <c:pt idx="3284">
                  <c:v>41491</c:v>
                </c:pt>
                <c:pt idx="3285">
                  <c:v>41492</c:v>
                </c:pt>
                <c:pt idx="3286">
                  <c:v>41493</c:v>
                </c:pt>
                <c:pt idx="3287">
                  <c:v>41494</c:v>
                </c:pt>
                <c:pt idx="3288">
                  <c:v>41495</c:v>
                </c:pt>
                <c:pt idx="3289">
                  <c:v>41498</c:v>
                </c:pt>
                <c:pt idx="3290">
                  <c:v>41499</c:v>
                </c:pt>
                <c:pt idx="3291">
                  <c:v>41500</c:v>
                </c:pt>
                <c:pt idx="3292">
                  <c:v>41501</c:v>
                </c:pt>
                <c:pt idx="3293">
                  <c:v>41502</c:v>
                </c:pt>
                <c:pt idx="3294">
                  <c:v>41505</c:v>
                </c:pt>
                <c:pt idx="3295">
                  <c:v>41506</c:v>
                </c:pt>
                <c:pt idx="3296">
                  <c:v>41507</c:v>
                </c:pt>
                <c:pt idx="3297">
                  <c:v>41508</c:v>
                </c:pt>
                <c:pt idx="3298">
                  <c:v>41509</c:v>
                </c:pt>
                <c:pt idx="3299">
                  <c:v>41512</c:v>
                </c:pt>
                <c:pt idx="3300">
                  <c:v>41513</c:v>
                </c:pt>
                <c:pt idx="3301">
                  <c:v>41514</c:v>
                </c:pt>
                <c:pt idx="3302">
                  <c:v>41515</c:v>
                </c:pt>
                <c:pt idx="3303">
                  <c:v>41516</c:v>
                </c:pt>
                <c:pt idx="3304">
                  <c:v>41519</c:v>
                </c:pt>
                <c:pt idx="3305">
                  <c:v>41520</c:v>
                </c:pt>
                <c:pt idx="3306">
                  <c:v>41521</c:v>
                </c:pt>
                <c:pt idx="3307">
                  <c:v>41522</c:v>
                </c:pt>
                <c:pt idx="3308">
                  <c:v>41523</c:v>
                </c:pt>
                <c:pt idx="3309">
                  <c:v>41526</c:v>
                </c:pt>
                <c:pt idx="3310">
                  <c:v>41527</c:v>
                </c:pt>
                <c:pt idx="3311">
                  <c:v>41528</c:v>
                </c:pt>
                <c:pt idx="3312">
                  <c:v>41529</c:v>
                </c:pt>
                <c:pt idx="3313">
                  <c:v>41530</c:v>
                </c:pt>
                <c:pt idx="3314">
                  <c:v>41533</c:v>
                </c:pt>
                <c:pt idx="3315">
                  <c:v>41534</c:v>
                </c:pt>
                <c:pt idx="3316">
                  <c:v>41535</c:v>
                </c:pt>
                <c:pt idx="3317">
                  <c:v>41536</c:v>
                </c:pt>
                <c:pt idx="3318">
                  <c:v>41537</c:v>
                </c:pt>
                <c:pt idx="3319">
                  <c:v>41540</c:v>
                </c:pt>
                <c:pt idx="3320">
                  <c:v>41541</c:v>
                </c:pt>
                <c:pt idx="3321">
                  <c:v>41542</c:v>
                </c:pt>
                <c:pt idx="3322">
                  <c:v>41543</c:v>
                </c:pt>
                <c:pt idx="3323">
                  <c:v>41544</c:v>
                </c:pt>
                <c:pt idx="3324">
                  <c:v>41547</c:v>
                </c:pt>
                <c:pt idx="3325">
                  <c:v>41548</c:v>
                </c:pt>
                <c:pt idx="3326">
                  <c:v>41549</c:v>
                </c:pt>
                <c:pt idx="3327">
                  <c:v>41550</c:v>
                </c:pt>
                <c:pt idx="3328">
                  <c:v>41551</c:v>
                </c:pt>
                <c:pt idx="3329">
                  <c:v>41554</c:v>
                </c:pt>
                <c:pt idx="3330">
                  <c:v>41555</c:v>
                </c:pt>
                <c:pt idx="3331">
                  <c:v>41556</c:v>
                </c:pt>
                <c:pt idx="3332">
                  <c:v>41557</c:v>
                </c:pt>
                <c:pt idx="3333">
                  <c:v>41558</c:v>
                </c:pt>
                <c:pt idx="3334">
                  <c:v>41561</c:v>
                </c:pt>
                <c:pt idx="3335">
                  <c:v>41562</c:v>
                </c:pt>
                <c:pt idx="3336">
                  <c:v>41563</c:v>
                </c:pt>
                <c:pt idx="3337">
                  <c:v>41564</c:v>
                </c:pt>
                <c:pt idx="3338">
                  <c:v>41565</c:v>
                </c:pt>
                <c:pt idx="3339">
                  <c:v>41568</c:v>
                </c:pt>
                <c:pt idx="3340">
                  <c:v>41569</c:v>
                </c:pt>
                <c:pt idx="3341">
                  <c:v>41570</c:v>
                </c:pt>
                <c:pt idx="3342">
                  <c:v>41571</c:v>
                </c:pt>
                <c:pt idx="3343">
                  <c:v>41572</c:v>
                </c:pt>
                <c:pt idx="3344">
                  <c:v>41575</c:v>
                </c:pt>
                <c:pt idx="3345">
                  <c:v>41576</c:v>
                </c:pt>
                <c:pt idx="3346">
                  <c:v>41577</c:v>
                </c:pt>
                <c:pt idx="3347">
                  <c:v>41578</c:v>
                </c:pt>
                <c:pt idx="3348">
                  <c:v>41579</c:v>
                </c:pt>
                <c:pt idx="3349">
                  <c:v>41582</c:v>
                </c:pt>
                <c:pt idx="3350">
                  <c:v>41583</c:v>
                </c:pt>
                <c:pt idx="3351">
                  <c:v>41584</c:v>
                </c:pt>
                <c:pt idx="3352">
                  <c:v>41585</c:v>
                </c:pt>
                <c:pt idx="3353">
                  <c:v>41586</c:v>
                </c:pt>
                <c:pt idx="3354">
                  <c:v>41589</c:v>
                </c:pt>
                <c:pt idx="3355">
                  <c:v>41590</c:v>
                </c:pt>
                <c:pt idx="3356">
                  <c:v>41591</c:v>
                </c:pt>
                <c:pt idx="3357">
                  <c:v>41592</c:v>
                </c:pt>
                <c:pt idx="3358">
                  <c:v>41593</c:v>
                </c:pt>
                <c:pt idx="3359">
                  <c:v>41596</c:v>
                </c:pt>
                <c:pt idx="3360">
                  <c:v>41597</c:v>
                </c:pt>
                <c:pt idx="3361">
                  <c:v>41598</c:v>
                </c:pt>
                <c:pt idx="3362">
                  <c:v>41599</c:v>
                </c:pt>
                <c:pt idx="3363">
                  <c:v>41600</c:v>
                </c:pt>
                <c:pt idx="3364">
                  <c:v>41603</c:v>
                </c:pt>
                <c:pt idx="3365">
                  <c:v>41604</c:v>
                </c:pt>
                <c:pt idx="3366">
                  <c:v>41605</c:v>
                </c:pt>
                <c:pt idx="3367">
                  <c:v>41606</c:v>
                </c:pt>
                <c:pt idx="3368">
                  <c:v>41607</c:v>
                </c:pt>
                <c:pt idx="3369">
                  <c:v>41610</c:v>
                </c:pt>
                <c:pt idx="3370">
                  <c:v>41611</c:v>
                </c:pt>
                <c:pt idx="3371">
                  <c:v>41612</c:v>
                </c:pt>
                <c:pt idx="3372">
                  <c:v>41613</c:v>
                </c:pt>
                <c:pt idx="3373">
                  <c:v>41614</c:v>
                </c:pt>
                <c:pt idx="3374">
                  <c:v>41617</c:v>
                </c:pt>
                <c:pt idx="3375">
                  <c:v>41618</c:v>
                </c:pt>
                <c:pt idx="3376">
                  <c:v>41619</c:v>
                </c:pt>
                <c:pt idx="3377">
                  <c:v>41620</c:v>
                </c:pt>
                <c:pt idx="3378">
                  <c:v>41621</c:v>
                </c:pt>
                <c:pt idx="3379">
                  <c:v>41624</c:v>
                </c:pt>
                <c:pt idx="3380">
                  <c:v>41625</c:v>
                </c:pt>
                <c:pt idx="3381">
                  <c:v>41626</c:v>
                </c:pt>
                <c:pt idx="3382">
                  <c:v>41627</c:v>
                </c:pt>
                <c:pt idx="3383">
                  <c:v>41628</c:v>
                </c:pt>
                <c:pt idx="3384">
                  <c:v>41631</c:v>
                </c:pt>
                <c:pt idx="3385">
                  <c:v>41632</c:v>
                </c:pt>
                <c:pt idx="3386">
                  <c:v>41633</c:v>
                </c:pt>
                <c:pt idx="3387">
                  <c:v>41634</c:v>
                </c:pt>
                <c:pt idx="3388">
                  <c:v>41635</c:v>
                </c:pt>
                <c:pt idx="3389">
                  <c:v>41638</c:v>
                </c:pt>
                <c:pt idx="3390">
                  <c:v>41639</c:v>
                </c:pt>
                <c:pt idx="3391">
                  <c:v>41640</c:v>
                </c:pt>
                <c:pt idx="3392">
                  <c:v>41641</c:v>
                </c:pt>
                <c:pt idx="3393">
                  <c:v>41642</c:v>
                </c:pt>
                <c:pt idx="3394">
                  <c:v>41645</c:v>
                </c:pt>
                <c:pt idx="3395">
                  <c:v>41646</c:v>
                </c:pt>
                <c:pt idx="3396">
                  <c:v>41647</c:v>
                </c:pt>
                <c:pt idx="3397">
                  <c:v>41648</c:v>
                </c:pt>
                <c:pt idx="3398">
                  <c:v>41649</c:v>
                </c:pt>
                <c:pt idx="3399">
                  <c:v>41652</c:v>
                </c:pt>
                <c:pt idx="3400">
                  <c:v>41653</c:v>
                </c:pt>
                <c:pt idx="3401">
                  <c:v>41654</c:v>
                </c:pt>
                <c:pt idx="3402">
                  <c:v>41655</c:v>
                </c:pt>
                <c:pt idx="3403">
                  <c:v>41656</c:v>
                </c:pt>
                <c:pt idx="3404">
                  <c:v>41659</c:v>
                </c:pt>
                <c:pt idx="3405">
                  <c:v>41660</c:v>
                </c:pt>
                <c:pt idx="3406">
                  <c:v>41661</c:v>
                </c:pt>
                <c:pt idx="3407">
                  <c:v>41662</c:v>
                </c:pt>
                <c:pt idx="3408">
                  <c:v>41663</c:v>
                </c:pt>
                <c:pt idx="3409">
                  <c:v>41666</c:v>
                </c:pt>
                <c:pt idx="3410">
                  <c:v>41667</c:v>
                </c:pt>
                <c:pt idx="3411">
                  <c:v>41668</c:v>
                </c:pt>
                <c:pt idx="3412">
                  <c:v>41669</c:v>
                </c:pt>
                <c:pt idx="3413">
                  <c:v>41670</c:v>
                </c:pt>
                <c:pt idx="3414">
                  <c:v>41673</c:v>
                </c:pt>
                <c:pt idx="3415">
                  <c:v>41674</c:v>
                </c:pt>
                <c:pt idx="3416">
                  <c:v>41675</c:v>
                </c:pt>
                <c:pt idx="3417">
                  <c:v>41676</c:v>
                </c:pt>
                <c:pt idx="3418">
                  <c:v>41677</c:v>
                </c:pt>
                <c:pt idx="3419">
                  <c:v>41680</c:v>
                </c:pt>
                <c:pt idx="3420">
                  <c:v>41681</c:v>
                </c:pt>
                <c:pt idx="3421">
                  <c:v>41682</c:v>
                </c:pt>
                <c:pt idx="3422">
                  <c:v>41683</c:v>
                </c:pt>
                <c:pt idx="3423">
                  <c:v>41684</c:v>
                </c:pt>
                <c:pt idx="3424">
                  <c:v>41687</c:v>
                </c:pt>
                <c:pt idx="3425">
                  <c:v>41688</c:v>
                </c:pt>
                <c:pt idx="3426">
                  <c:v>41689</c:v>
                </c:pt>
                <c:pt idx="3427">
                  <c:v>41690</c:v>
                </c:pt>
                <c:pt idx="3428">
                  <c:v>41691</c:v>
                </c:pt>
                <c:pt idx="3429">
                  <c:v>41694</c:v>
                </c:pt>
                <c:pt idx="3430">
                  <c:v>41695</c:v>
                </c:pt>
                <c:pt idx="3431">
                  <c:v>41696</c:v>
                </c:pt>
                <c:pt idx="3432">
                  <c:v>41697</c:v>
                </c:pt>
                <c:pt idx="3433">
                  <c:v>41698</c:v>
                </c:pt>
                <c:pt idx="3434">
                  <c:v>41701</c:v>
                </c:pt>
                <c:pt idx="3435">
                  <c:v>41702</c:v>
                </c:pt>
                <c:pt idx="3436">
                  <c:v>41703</c:v>
                </c:pt>
                <c:pt idx="3437">
                  <c:v>41704</c:v>
                </c:pt>
                <c:pt idx="3438">
                  <c:v>41705</c:v>
                </c:pt>
                <c:pt idx="3439">
                  <c:v>41708</c:v>
                </c:pt>
                <c:pt idx="3440">
                  <c:v>41709</c:v>
                </c:pt>
                <c:pt idx="3441">
                  <c:v>41710</c:v>
                </c:pt>
                <c:pt idx="3442">
                  <c:v>41711</c:v>
                </c:pt>
                <c:pt idx="3443">
                  <c:v>41712</c:v>
                </c:pt>
                <c:pt idx="3444">
                  <c:v>41715</c:v>
                </c:pt>
                <c:pt idx="3445">
                  <c:v>41716</c:v>
                </c:pt>
                <c:pt idx="3446">
                  <c:v>41717</c:v>
                </c:pt>
                <c:pt idx="3447">
                  <c:v>41718</c:v>
                </c:pt>
                <c:pt idx="3448">
                  <c:v>41719</c:v>
                </c:pt>
                <c:pt idx="3449">
                  <c:v>41722</c:v>
                </c:pt>
                <c:pt idx="3450">
                  <c:v>41723</c:v>
                </c:pt>
                <c:pt idx="3451">
                  <c:v>41724</c:v>
                </c:pt>
                <c:pt idx="3452">
                  <c:v>41725</c:v>
                </c:pt>
                <c:pt idx="3453">
                  <c:v>41726</c:v>
                </c:pt>
                <c:pt idx="3454">
                  <c:v>41729</c:v>
                </c:pt>
                <c:pt idx="3455">
                  <c:v>41730</c:v>
                </c:pt>
                <c:pt idx="3456">
                  <c:v>41731</c:v>
                </c:pt>
                <c:pt idx="3457">
                  <c:v>41732</c:v>
                </c:pt>
                <c:pt idx="3458">
                  <c:v>41733</c:v>
                </c:pt>
                <c:pt idx="3459">
                  <c:v>41736</c:v>
                </c:pt>
                <c:pt idx="3460">
                  <c:v>41737</c:v>
                </c:pt>
                <c:pt idx="3461">
                  <c:v>41738</c:v>
                </c:pt>
                <c:pt idx="3462">
                  <c:v>41739</c:v>
                </c:pt>
                <c:pt idx="3463">
                  <c:v>41740</c:v>
                </c:pt>
                <c:pt idx="3464">
                  <c:v>41743</c:v>
                </c:pt>
                <c:pt idx="3465">
                  <c:v>41744</c:v>
                </c:pt>
                <c:pt idx="3466">
                  <c:v>41745</c:v>
                </c:pt>
                <c:pt idx="3467">
                  <c:v>41746</c:v>
                </c:pt>
                <c:pt idx="3468">
                  <c:v>41747</c:v>
                </c:pt>
                <c:pt idx="3469">
                  <c:v>41750</c:v>
                </c:pt>
                <c:pt idx="3470">
                  <c:v>41751</c:v>
                </c:pt>
                <c:pt idx="3471">
                  <c:v>41752</c:v>
                </c:pt>
                <c:pt idx="3472">
                  <c:v>41753</c:v>
                </c:pt>
                <c:pt idx="3473">
                  <c:v>41754</c:v>
                </c:pt>
                <c:pt idx="3474">
                  <c:v>41757</c:v>
                </c:pt>
                <c:pt idx="3475">
                  <c:v>41758</c:v>
                </c:pt>
                <c:pt idx="3476">
                  <c:v>41759</c:v>
                </c:pt>
                <c:pt idx="3477">
                  <c:v>41760</c:v>
                </c:pt>
                <c:pt idx="3478">
                  <c:v>41761</c:v>
                </c:pt>
                <c:pt idx="3479">
                  <c:v>41764</c:v>
                </c:pt>
                <c:pt idx="3480">
                  <c:v>41765</c:v>
                </c:pt>
                <c:pt idx="3481">
                  <c:v>41766</c:v>
                </c:pt>
                <c:pt idx="3482">
                  <c:v>41767</c:v>
                </c:pt>
                <c:pt idx="3483">
                  <c:v>41768</c:v>
                </c:pt>
                <c:pt idx="3484">
                  <c:v>41771</c:v>
                </c:pt>
                <c:pt idx="3485">
                  <c:v>41772</c:v>
                </c:pt>
                <c:pt idx="3486">
                  <c:v>41773</c:v>
                </c:pt>
                <c:pt idx="3487">
                  <c:v>41774</c:v>
                </c:pt>
                <c:pt idx="3488">
                  <c:v>41775</c:v>
                </c:pt>
                <c:pt idx="3489">
                  <c:v>41778</c:v>
                </c:pt>
                <c:pt idx="3490">
                  <c:v>41779</c:v>
                </c:pt>
                <c:pt idx="3491">
                  <c:v>41780</c:v>
                </c:pt>
                <c:pt idx="3492">
                  <c:v>41781</c:v>
                </c:pt>
                <c:pt idx="3493">
                  <c:v>41782</c:v>
                </c:pt>
                <c:pt idx="3494">
                  <c:v>41785</c:v>
                </c:pt>
                <c:pt idx="3495">
                  <c:v>41786</c:v>
                </c:pt>
                <c:pt idx="3496">
                  <c:v>41787</c:v>
                </c:pt>
                <c:pt idx="3497">
                  <c:v>41788</c:v>
                </c:pt>
                <c:pt idx="3498">
                  <c:v>41789</c:v>
                </c:pt>
                <c:pt idx="3499">
                  <c:v>41792</c:v>
                </c:pt>
                <c:pt idx="3500">
                  <c:v>41793</c:v>
                </c:pt>
                <c:pt idx="3501">
                  <c:v>41794</c:v>
                </c:pt>
                <c:pt idx="3502">
                  <c:v>41795</c:v>
                </c:pt>
                <c:pt idx="3503">
                  <c:v>41796</c:v>
                </c:pt>
                <c:pt idx="3504">
                  <c:v>41799</c:v>
                </c:pt>
                <c:pt idx="3505">
                  <c:v>41800</c:v>
                </c:pt>
                <c:pt idx="3506">
                  <c:v>41801</c:v>
                </c:pt>
                <c:pt idx="3507">
                  <c:v>41802</c:v>
                </c:pt>
                <c:pt idx="3508">
                  <c:v>41803</c:v>
                </c:pt>
                <c:pt idx="3509">
                  <c:v>41806</c:v>
                </c:pt>
                <c:pt idx="3510">
                  <c:v>41807</c:v>
                </c:pt>
                <c:pt idx="3511">
                  <c:v>41808</c:v>
                </c:pt>
                <c:pt idx="3512">
                  <c:v>41809</c:v>
                </c:pt>
                <c:pt idx="3513">
                  <c:v>41810</c:v>
                </c:pt>
                <c:pt idx="3514">
                  <c:v>41813</c:v>
                </c:pt>
                <c:pt idx="3515">
                  <c:v>41814</c:v>
                </c:pt>
                <c:pt idx="3516">
                  <c:v>41815</c:v>
                </c:pt>
                <c:pt idx="3517">
                  <c:v>41816</c:v>
                </c:pt>
                <c:pt idx="3518">
                  <c:v>41817</c:v>
                </c:pt>
                <c:pt idx="3519">
                  <c:v>41820</c:v>
                </c:pt>
                <c:pt idx="3520">
                  <c:v>41821</c:v>
                </c:pt>
                <c:pt idx="3521">
                  <c:v>41822</c:v>
                </c:pt>
                <c:pt idx="3522">
                  <c:v>41823</c:v>
                </c:pt>
                <c:pt idx="3523">
                  <c:v>41824</c:v>
                </c:pt>
                <c:pt idx="3524">
                  <c:v>41827</c:v>
                </c:pt>
                <c:pt idx="3525">
                  <c:v>41828</c:v>
                </c:pt>
                <c:pt idx="3526">
                  <c:v>41829</c:v>
                </c:pt>
                <c:pt idx="3527">
                  <c:v>41830</c:v>
                </c:pt>
                <c:pt idx="3528">
                  <c:v>41831</c:v>
                </c:pt>
                <c:pt idx="3529">
                  <c:v>41834</c:v>
                </c:pt>
                <c:pt idx="3530">
                  <c:v>41835</c:v>
                </c:pt>
                <c:pt idx="3531">
                  <c:v>41836</c:v>
                </c:pt>
                <c:pt idx="3532">
                  <c:v>41837</c:v>
                </c:pt>
                <c:pt idx="3533">
                  <c:v>41838</c:v>
                </c:pt>
                <c:pt idx="3534">
                  <c:v>41841</c:v>
                </c:pt>
                <c:pt idx="3535">
                  <c:v>41842</c:v>
                </c:pt>
                <c:pt idx="3536">
                  <c:v>41843</c:v>
                </c:pt>
                <c:pt idx="3537">
                  <c:v>41844</c:v>
                </c:pt>
                <c:pt idx="3538">
                  <c:v>41845</c:v>
                </c:pt>
                <c:pt idx="3539">
                  <c:v>41848</c:v>
                </c:pt>
                <c:pt idx="3540">
                  <c:v>41849</c:v>
                </c:pt>
                <c:pt idx="3541">
                  <c:v>41850</c:v>
                </c:pt>
                <c:pt idx="3542">
                  <c:v>41851</c:v>
                </c:pt>
                <c:pt idx="3543">
                  <c:v>41852</c:v>
                </c:pt>
                <c:pt idx="3544">
                  <c:v>41855</c:v>
                </c:pt>
                <c:pt idx="3545">
                  <c:v>41856</c:v>
                </c:pt>
                <c:pt idx="3546">
                  <c:v>41857</c:v>
                </c:pt>
                <c:pt idx="3547">
                  <c:v>41858</c:v>
                </c:pt>
                <c:pt idx="3548">
                  <c:v>41859</c:v>
                </c:pt>
                <c:pt idx="3549">
                  <c:v>41862</c:v>
                </c:pt>
                <c:pt idx="3550">
                  <c:v>41863</c:v>
                </c:pt>
                <c:pt idx="3551">
                  <c:v>41864</c:v>
                </c:pt>
                <c:pt idx="3552">
                  <c:v>41865</c:v>
                </c:pt>
                <c:pt idx="3553">
                  <c:v>41866</c:v>
                </c:pt>
                <c:pt idx="3554">
                  <c:v>41869</c:v>
                </c:pt>
                <c:pt idx="3555">
                  <c:v>41870</c:v>
                </c:pt>
                <c:pt idx="3556">
                  <c:v>41871</c:v>
                </c:pt>
                <c:pt idx="3557">
                  <c:v>41872</c:v>
                </c:pt>
                <c:pt idx="3558">
                  <c:v>41873</c:v>
                </c:pt>
                <c:pt idx="3559">
                  <c:v>41876</c:v>
                </c:pt>
                <c:pt idx="3560">
                  <c:v>41877</c:v>
                </c:pt>
                <c:pt idx="3561">
                  <c:v>41878</c:v>
                </c:pt>
                <c:pt idx="3562">
                  <c:v>41879</c:v>
                </c:pt>
                <c:pt idx="3563">
                  <c:v>41880</c:v>
                </c:pt>
                <c:pt idx="3564">
                  <c:v>41883</c:v>
                </c:pt>
                <c:pt idx="3565">
                  <c:v>41884</c:v>
                </c:pt>
                <c:pt idx="3566">
                  <c:v>41885</c:v>
                </c:pt>
                <c:pt idx="3567">
                  <c:v>41886</c:v>
                </c:pt>
                <c:pt idx="3568">
                  <c:v>41887</c:v>
                </c:pt>
                <c:pt idx="3569">
                  <c:v>41890</c:v>
                </c:pt>
                <c:pt idx="3570">
                  <c:v>41891</c:v>
                </c:pt>
                <c:pt idx="3571">
                  <c:v>41892</c:v>
                </c:pt>
                <c:pt idx="3572">
                  <c:v>41893</c:v>
                </c:pt>
                <c:pt idx="3573">
                  <c:v>41894</c:v>
                </c:pt>
                <c:pt idx="3574">
                  <c:v>41897</c:v>
                </c:pt>
                <c:pt idx="3575">
                  <c:v>41898</c:v>
                </c:pt>
                <c:pt idx="3576">
                  <c:v>41899</c:v>
                </c:pt>
                <c:pt idx="3577">
                  <c:v>41900</c:v>
                </c:pt>
                <c:pt idx="3578">
                  <c:v>41901</c:v>
                </c:pt>
                <c:pt idx="3579">
                  <c:v>41904</c:v>
                </c:pt>
                <c:pt idx="3580">
                  <c:v>41905</c:v>
                </c:pt>
                <c:pt idx="3581">
                  <c:v>41906</c:v>
                </c:pt>
                <c:pt idx="3582">
                  <c:v>41907</c:v>
                </c:pt>
                <c:pt idx="3583">
                  <c:v>41908</c:v>
                </c:pt>
                <c:pt idx="3584">
                  <c:v>41911</c:v>
                </c:pt>
                <c:pt idx="3585">
                  <c:v>41912</c:v>
                </c:pt>
                <c:pt idx="3586">
                  <c:v>41913</c:v>
                </c:pt>
                <c:pt idx="3587">
                  <c:v>41914</c:v>
                </c:pt>
                <c:pt idx="3588">
                  <c:v>41915</c:v>
                </c:pt>
                <c:pt idx="3589">
                  <c:v>41918</c:v>
                </c:pt>
                <c:pt idx="3590">
                  <c:v>41919</c:v>
                </c:pt>
                <c:pt idx="3591">
                  <c:v>41920</c:v>
                </c:pt>
                <c:pt idx="3592">
                  <c:v>41921</c:v>
                </c:pt>
                <c:pt idx="3593">
                  <c:v>41922</c:v>
                </c:pt>
                <c:pt idx="3594">
                  <c:v>41925</c:v>
                </c:pt>
                <c:pt idx="3595">
                  <c:v>41926</c:v>
                </c:pt>
                <c:pt idx="3596">
                  <c:v>41927</c:v>
                </c:pt>
                <c:pt idx="3597">
                  <c:v>41928</c:v>
                </c:pt>
                <c:pt idx="3598">
                  <c:v>41929</c:v>
                </c:pt>
                <c:pt idx="3599">
                  <c:v>41932</c:v>
                </c:pt>
                <c:pt idx="3600">
                  <c:v>41933</c:v>
                </c:pt>
                <c:pt idx="3601">
                  <c:v>41934</c:v>
                </c:pt>
                <c:pt idx="3602">
                  <c:v>41935</c:v>
                </c:pt>
                <c:pt idx="3603">
                  <c:v>41936</c:v>
                </c:pt>
                <c:pt idx="3604">
                  <c:v>41939</c:v>
                </c:pt>
                <c:pt idx="3605">
                  <c:v>41940</c:v>
                </c:pt>
                <c:pt idx="3606">
                  <c:v>41941</c:v>
                </c:pt>
                <c:pt idx="3607">
                  <c:v>41942</c:v>
                </c:pt>
                <c:pt idx="3608">
                  <c:v>41943</c:v>
                </c:pt>
                <c:pt idx="3609">
                  <c:v>41946</c:v>
                </c:pt>
                <c:pt idx="3610">
                  <c:v>41947</c:v>
                </c:pt>
                <c:pt idx="3611">
                  <c:v>41948</c:v>
                </c:pt>
                <c:pt idx="3612">
                  <c:v>41949</c:v>
                </c:pt>
                <c:pt idx="3613">
                  <c:v>41950</c:v>
                </c:pt>
                <c:pt idx="3614">
                  <c:v>41953</c:v>
                </c:pt>
                <c:pt idx="3615">
                  <c:v>41954</c:v>
                </c:pt>
                <c:pt idx="3616">
                  <c:v>41955</c:v>
                </c:pt>
                <c:pt idx="3617">
                  <c:v>41956</c:v>
                </c:pt>
                <c:pt idx="3618">
                  <c:v>41957</c:v>
                </c:pt>
                <c:pt idx="3619">
                  <c:v>41960</c:v>
                </c:pt>
                <c:pt idx="3620">
                  <c:v>41961</c:v>
                </c:pt>
                <c:pt idx="3621">
                  <c:v>41962</c:v>
                </c:pt>
                <c:pt idx="3622">
                  <c:v>41963</c:v>
                </c:pt>
                <c:pt idx="3623">
                  <c:v>41964</c:v>
                </c:pt>
                <c:pt idx="3624">
                  <c:v>41967</c:v>
                </c:pt>
                <c:pt idx="3625">
                  <c:v>41968</c:v>
                </c:pt>
                <c:pt idx="3626">
                  <c:v>41969</c:v>
                </c:pt>
                <c:pt idx="3627">
                  <c:v>41970</c:v>
                </c:pt>
                <c:pt idx="3628">
                  <c:v>41971</c:v>
                </c:pt>
                <c:pt idx="3629">
                  <c:v>41974</c:v>
                </c:pt>
                <c:pt idx="3630">
                  <c:v>41975</c:v>
                </c:pt>
                <c:pt idx="3631">
                  <c:v>41976</c:v>
                </c:pt>
                <c:pt idx="3632">
                  <c:v>41977</c:v>
                </c:pt>
                <c:pt idx="3633">
                  <c:v>41978</c:v>
                </c:pt>
                <c:pt idx="3634">
                  <c:v>41981</c:v>
                </c:pt>
                <c:pt idx="3635">
                  <c:v>41982</c:v>
                </c:pt>
                <c:pt idx="3636">
                  <c:v>41983</c:v>
                </c:pt>
                <c:pt idx="3637">
                  <c:v>41984</c:v>
                </c:pt>
                <c:pt idx="3638">
                  <c:v>41985</c:v>
                </c:pt>
                <c:pt idx="3639">
                  <c:v>41988</c:v>
                </c:pt>
                <c:pt idx="3640">
                  <c:v>41989</c:v>
                </c:pt>
                <c:pt idx="3641">
                  <c:v>41990</c:v>
                </c:pt>
                <c:pt idx="3642">
                  <c:v>41991</c:v>
                </c:pt>
                <c:pt idx="3643">
                  <c:v>41992</c:v>
                </c:pt>
                <c:pt idx="3644">
                  <c:v>41995</c:v>
                </c:pt>
                <c:pt idx="3645">
                  <c:v>41996</c:v>
                </c:pt>
                <c:pt idx="3646">
                  <c:v>41997</c:v>
                </c:pt>
                <c:pt idx="3647">
                  <c:v>41998</c:v>
                </c:pt>
                <c:pt idx="3648">
                  <c:v>41999</c:v>
                </c:pt>
                <c:pt idx="3649">
                  <c:v>42002</c:v>
                </c:pt>
                <c:pt idx="3650">
                  <c:v>42003</c:v>
                </c:pt>
                <c:pt idx="3651">
                  <c:v>42004</c:v>
                </c:pt>
                <c:pt idx="3652">
                  <c:v>42005</c:v>
                </c:pt>
                <c:pt idx="3653">
                  <c:v>42006</c:v>
                </c:pt>
                <c:pt idx="3654">
                  <c:v>42009</c:v>
                </c:pt>
                <c:pt idx="3655">
                  <c:v>42010</c:v>
                </c:pt>
                <c:pt idx="3656">
                  <c:v>42011</c:v>
                </c:pt>
                <c:pt idx="3657">
                  <c:v>42012</c:v>
                </c:pt>
                <c:pt idx="3658">
                  <c:v>42013</c:v>
                </c:pt>
                <c:pt idx="3659">
                  <c:v>42016</c:v>
                </c:pt>
                <c:pt idx="3660">
                  <c:v>42017</c:v>
                </c:pt>
                <c:pt idx="3661">
                  <c:v>42018</c:v>
                </c:pt>
                <c:pt idx="3662">
                  <c:v>42019</c:v>
                </c:pt>
                <c:pt idx="3663">
                  <c:v>42020</c:v>
                </c:pt>
                <c:pt idx="3664">
                  <c:v>42023</c:v>
                </c:pt>
                <c:pt idx="3665">
                  <c:v>42024</c:v>
                </c:pt>
                <c:pt idx="3666">
                  <c:v>42025</c:v>
                </c:pt>
                <c:pt idx="3667">
                  <c:v>42026</c:v>
                </c:pt>
                <c:pt idx="3668">
                  <c:v>42027</c:v>
                </c:pt>
                <c:pt idx="3669">
                  <c:v>42030</c:v>
                </c:pt>
                <c:pt idx="3670">
                  <c:v>42031</c:v>
                </c:pt>
                <c:pt idx="3671">
                  <c:v>42032</c:v>
                </c:pt>
                <c:pt idx="3672">
                  <c:v>42033</c:v>
                </c:pt>
                <c:pt idx="3673">
                  <c:v>42034</c:v>
                </c:pt>
                <c:pt idx="3674">
                  <c:v>42037</c:v>
                </c:pt>
                <c:pt idx="3675">
                  <c:v>42038</c:v>
                </c:pt>
                <c:pt idx="3676">
                  <c:v>42039</c:v>
                </c:pt>
                <c:pt idx="3677">
                  <c:v>42040</c:v>
                </c:pt>
                <c:pt idx="3678">
                  <c:v>42041</c:v>
                </c:pt>
                <c:pt idx="3679">
                  <c:v>42044</c:v>
                </c:pt>
                <c:pt idx="3680">
                  <c:v>42045</c:v>
                </c:pt>
                <c:pt idx="3681">
                  <c:v>42046</c:v>
                </c:pt>
                <c:pt idx="3682">
                  <c:v>42047</c:v>
                </c:pt>
                <c:pt idx="3683">
                  <c:v>42048</c:v>
                </c:pt>
                <c:pt idx="3684">
                  <c:v>42051</c:v>
                </c:pt>
                <c:pt idx="3685">
                  <c:v>42052</c:v>
                </c:pt>
                <c:pt idx="3686">
                  <c:v>42053</c:v>
                </c:pt>
                <c:pt idx="3687">
                  <c:v>42054</c:v>
                </c:pt>
                <c:pt idx="3688">
                  <c:v>42055</c:v>
                </c:pt>
                <c:pt idx="3689">
                  <c:v>42058</c:v>
                </c:pt>
                <c:pt idx="3690">
                  <c:v>42059</c:v>
                </c:pt>
                <c:pt idx="3691">
                  <c:v>42060</c:v>
                </c:pt>
                <c:pt idx="3692">
                  <c:v>42061</c:v>
                </c:pt>
                <c:pt idx="3693">
                  <c:v>42062</c:v>
                </c:pt>
                <c:pt idx="3694">
                  <c:v>42065</c:v>
                </c:pt>
                <c:pt idx="3695">
                  <c:v>42066</c:v>
                </c:pt>
                <c:pt idx="3696">
                  <c:v>42067</c:v>
                </c:pt>
                <c:pt idx="3697">
                  <c:v>42068</c:v>
                </c:pt>
                <c:pt idx="3698">
                  <c:v>42069</c:v>
                </c:pt>
                <c:pt idx="3699">
                  <c:v>42072</c:v>
                </c:pt>
                <c:pt idx="3700">
                  <c:v>42073</c:v>
                </c:pt>
                <c:pt idx="3701">
                  <c:v>42074</c:v>
                </c:pt>
                <c:pt idx="3702">
                  <c:v>42075</c:v>
                </c:pt>
                <c:pt idx="3703">
                  <c:v>42076</c:v>
                </c:pt>
                <c:pt idx="3704">
                  <c:v>42079</c:v>
                </c:pt>
                <c:pt idx="3705">
                  <c:v>42080</c:v>
                </c:pt>
                <c:pt idx="3706">
                  <c:v>42081</c:v>
                </c:pt>
                <c:pt idx="3707">
                  <c:v>42082</c:v>
                </c:pt>
                <c:pt idx="3708">
                  <c:v>42083</c:v>
                </c:pt>
                <c:pt idx="3709">
                  <c:v>42086</c:v>
                </c:pt>
                <c:pt idx="3710">
                  <c:v>42087</c:v>
                </c:pt>
                <c:pt idx="3711">
                  <c:v>42088</c:v>
                </c:pt>
                <c:pt idx="3712">
                  <c:v>42089</c:v>
                </c:pt>
                <c:pt idx="3713">
                  <c:v>42090</c:v>
                </c:pt>
                <c:pt idx="3714">
                  <c:v>42093</c:v>
                </c:pt>
                <c:pt idx="3715">
                  <c:v>42094</c:v>
                </c:pt>
                <c:pt idx="3716">
                  <c:v>42095</c:v>
                </c:pt>
                <c:pt idx="3717">
                  <c:v>42096</c:v>
                </c:pt>
                <c:pt idx="3718">
                  <c:v>42097</c:v>
                </c:pt>
                <c:pt idx="3719">
                  <c:v>42100</c:v>
                </c:pt>
                <c:pt idx="3720">
                  <c:v>42101</c:v>
                </c:pt>
                <c:pt idx="3721">
                  <c:v>42102</c:v>
                </c:pt>
                <c:pt idx="3722">
                  <c:v>42103</c:v>
                </c:pt>
                <c:pt idx="3723">
                  <c:v>42104</c:v>
                </c:pt>
                <c:pt idx="3724">
                  <c:v>42107</c:v>
                </c:pt>
                <c:pt idx="3725">
                  <c:v>42108</c:v>
                </c:pt>
                <c:pt idx="3726">
                  <c:v>42109</c:v>
                </c:pt>
                <c:pt idx="3727">
                  <c:v>42110</c:v>
                </c:pt>
                <c:pt idx="3728">
                  <c:v>42111</c:v>
                </c:pt>
                <c:pt idx="3729">
                  <c:v>42114</c:v>
                </c:pt>
                <c:pt idx="3730">
                  <c:v>42115</c:v>
                </c:pt>
                <c:pt idx="3731">
                  <c:v>42116</c:v>
                </c:pt>
                <c:pt idx="3732">
                  <c:v>42117</c:v>
                </c:pt>
                <c:pt idx="3733">
                  <c:v>42118</c:v>
                </c:pt>
                <c:pt idx="3734">
                  <c:v>42121</c:v>
                </c:pt>
                <c:pt idx="3735">
                  <c:v>42122</c:v>
                </c:pt>
                <c:pt idx="3736">
                  <c:v>42123</c:v>
                </c:pt>
                <c:pt idx="3737">
                  <c:v>42124</c:v>
                </c:pt>
                <c:pt idx="3738">
                  <c:v>42125</c:v>
                </c:pt>
                <c:pt idx="3739">
                  <c:v>42128</c:v>
                </c:pt>
                <c:pt idx="3740">
                  <c:v>42129</c:v>
                </c:pt>
                <c:pt idx="3741">
                  <c:v>42130</c:v>
                </c:pt>
                <c:pt idx="3742">
                  <c:v>42131</c:v>
                </c:pt>
                <c:pt idx="3743">
                  <c:v>42132</c:v>
                </c:pt>
                <c:pt idx="3744">
                  <c:v>42135</c:v>
                </c:pt>
                <c:pt idx="3745">
                  <c:v>42136</c:v>
                </c:pt>
                <c:pt idx="3746">
                  <c:v>42137</c:v>
                </c:pt>
                <c:pt idx="3747">
                  <c:v>42138</c:v>
                </c:pt>
                <c:pt idx="3748">
                  <c:v>42139</c:v>
                </c:pt>
                <c:pt idx="3749">
                  <c:v>42142</c:v>
                </c:pt>
                <c:pt idx="3750">
                  <c:v>42143</c:v>
                </c:pt>
                <c:pt idx="3751">
                  <c:v>42144</c:v>
                </c:pt>
                <c:pt idx="3752">
                  <c:v>42145</c:v>
                </c:pt>
                <c:pt idx="3753">
                  <c:v>42146</c:v>
                </c:pt>
                <c:pt idx="3754">
                  <c:v>42149</c:v>
                </c:pt>
                <c:pt idx="3755">
                  <c:v>42150</c:v>
                </c:pt>
                <c:pt idx="3756">
                  <c:v>42151</c:v>
                </c:pt>
                <c:pt idx="3757">
                  <c:v>42152</c:v>
                </c:pt>
                <c:pt idx="3758">
                  <c:v>42153</c:v>
                </c:pt>
                <c:pt idx="3759">
                  <c:v>42156</c:v>
                </c:pt>
                <c:pt idx="3760">
                  <c:v>42157</c:v>
                </c:pt>
                <c:pt idx="3761">
                  <c:v>42158</c:v>
                </c:pt>
                <c:pt idx="3762">
                  <c:v>42159</c:v>
                </c:pt>
                <c:pt idx="3763">
                  <c:v>42160</c:v>
                </c:pt>
                <c:pt idx="3764">
                  <c:v>42163</c:v>
                </c:pt>
                <c:pt idx="3765">
                  <c:v>42164</c:v>
                </c:pt>
                <c:pt idx="3766">
                  <c:v>42165</c:v>
                </c:pt>
                <c:pt idx="3767">
                  <c:v>42166</c:v>
                </c:pt>
                <c:pt idx="3768">
                  <c:v>42167</c:v>
                </c:pt>
                <c:pt idx="3769">
                  <c:v>42170</c:v>
                </c:pt>
                <c:pt idx="3770">
                  <c:v>42171</c:v>
                </c:pt>
                <c:pt idx="3771">
                  <c:v>42172</c:v>
                </c:pt>
                <c:pt idx="3772">
                  <c:v>42173</c:v>
                </c:pt>
                <c:pt idx="3773">
                  <c:v>42174</c:v>
                </c:pt>
                <c:pt idx="3774">
                  <c:v>42177</c:v>
                </c:pt>
                <c:pt idx="3775">
                  <c:v>42178</c:v>
                </c:pt>
                <c:pt idx="3776">
                  <c:v>42179</c:v>
                </c:pt>
                <c:pt idx="3777">
                  <c:v>42180</c:v>
                </c:pt>
                <c:pt idx="3778">
                  <c:v>42181</c:v>
                </c:pt>
                <c:pt idx="3779">
                  <c:v>42184</c:v>
                </c:pt>
                <c:pt idx="3780">
                  <c:v>42185</c:v>
                </c:pt>
                <c:pt idx="3781">
                  <c:v>42186</c:v>
                </c:pt>
                <c:pt idx="3782">
                  <c:v>42187</c:v>
                </c:pt>
                <c:pt idx="3783">
                  <c:v>42188</c:v>
                </c:pt>
                <c:pt idx="3784">
                  <c:v>42191</c:v>
                </c:pt>
                <c:pt idx="3785">
                  <c:v>42192</c:v>
                </c:pt>
                <c:pt idx="3786">
                  <c:v>42193</c:v>
                </c:pt>
                <c:pt idx="3787">
                  <c:v>42194</c:v>
                </c:pt>
                <c:pt idx="3788">
                  <c:v>42195</c:v>
                </c:pt>
                <c:pt idx="3789">
                  <c:v>42198</c:v>
                </c:pt>
                <c:pt idx="3790">
                  <c:v>42199</c:v>
                </c:pt>
                <c:pt idx="3791">
                  <c:v>42200</c:v>
                </c:pt>
                <c:pt idx="3792">
                  <c:v>42201</c:v>
                </c:pt>
                <c:pt idx="3793">
                  <c:v>42202</c:v>
                </c:pt>
                <c:pt idx="3794">
                  <c:v>42205</c:v>
                </c:pt>
                <c:pt idx="3795">
                  <c:v>42206</c:v>
                </c:pt>
                <c:pt idx="3796">
                  <c:v>42207</c:v>
                </c:pt>
                <c:pt idx="3797">
                  <c:v>42208</c:v>
                </c:pt>
                <c:pt idx="3798">
                  <c:v>42209</c:v>
                </c:pt>
                <c:pt idx="3799">
                  <c:v>42212</c:v>
                </c:pt>
                <c:pt idx="3800">
                  <c:v>42213</c:v>
                </c:pt>
                <c:pt idx="3801">
                  <c:v>42214</c:v>
                </c:pt>
                <c:pt idx="3802">
                  <c:v>42215</c:v>
                </c:pt>
                <c:pt idx="3803">
                  <c:v>42216</c:v>
                </c:pt>
                <c:pt idx="3804">
                  <c:v>42219</c:v>
                </c:pt>
                <c:pt idx="3805">
                  <c:v>42220</c:v>
                </c:pt>
                <c:pt idx="3806">
                  <c:v>42221</c:v>
                </c:pt>
                <c:pt idx="3807">
                  <c:v>42222</c:v>
                </c:pt>
                <c:pt idx="3808">
                  <c:v>42223</c:v>
                </c:pt>
                <c:pt idx="3809">
                  <c:v>42226</c:v>
                </c:pt>
                <c:pt idx="3810">
                  <c:v>42227</c:v>
                </c:pt>
                <c:pt idx="3811">
                  <c:v>42228</c:v>
                </c:pt>
                <c:pt idx="3812">
                  <c:v>42229</c:v>
                </c:pt>
                <c:pt idx="3813">
                  <c:v>42230</c:v>
                </c:pt>
                <c:pt idx="3814">
                  <c:v>42233</c:v>
                </c:pt>
                <c:pt idx="3815">
                  <c:v>42234</c:v>
                </c:pt>
                <c:pt idx="3816">
                  <c:v>42235</c:v>
                </c:pt>
                <c:pt idx="3817">
                  <c:v>42236</c:v>
                </c:pt>
                <c:pt idx="3818">
                  <c:v>42237</c:v>
                </c:pt>
                <c:pt idx="3819">
                  <c:v>42240</c:v>
                </c:pt>
                <c:pt idx="3820">
                  <c:v>42241</c:v>
                </c:pt>
                <c:pt idx="3821">
                  <c:v>42242</c:v>
                </c:pt>
                <c:pt idx="3822">
                  <c:v>42243</c:v>
                </c:pt>
                <c:pt idx="3823">
                  <c:v>42244</c:v>
                </c:pt>
                <c:pt idx="3824">
                  <c:v>42247</c:v>
                </c:pt>
                <c:pt idx="3825">
                  <c:v>42248</c:v>
                </c:pt>
                <c:pt idx="3826">
                  <c:v>42249</c:v>
                </c:pt>
                <c:pt idx="3827">
                  <c:v>42250</c:v>
                </c:pt>
                <c:pt idx="3828">
                  <c:v>42251</c:v>
                </c:pt>
                <c:pt idx="3829">
                  <c:v>42254</c:v>
                </c:pt>
                <c:pt idx="3830">
                  <c:v>42255</c:v>
                </c:pt>
                <c:pt idx="3831">
                  <c:v>42256</c:v>
                </c:pt>
                <c:pt idx="3832">
                  <c:v>42257</c:v>
                </c:pt>
                <c:pt idx="3833">
                  <c:v>42258</c:v>
                </c:pt>
                <c:pt idx="3834">
                  <c:v>42261</c:v>
                </c:pt>
                <c:pt idx="3835">
                  <c:v>42262</c:v>
                </c:pt>
                <c:pt idx="3836">
                  <c:v>42263</c:v>
                </c:pt>
                <c:pt idx="3837">
                  <c:v>42264</c:v>
                </c:pt>
                <c:pt idx="3838">
                  <c:v>42265</c:v>
                </c:pt>
                <c:pt idx="3839">
                  <c:v>42268</c:v>
                </c:pt>
                <c:pt idx="3840">
                  <c:v>42269</c:v>
                </c:pt>
                <c:pt idx="3841">
                  <c:v>42270</c:v>
                </c:pt>
                <c:pt idx="3842">
                  <c:v>42271</c:v>
                </c:pt>
                <c:pt idx="3843">
                  <c:v>42272</c:v>
                </c:pt>
                <c:pt idx="3844">
                  <c:v>42275</c:v>
                </c:pt>
                <c:pt idx="3845">
                  <c:v>42276</c:v>
                </c:pt>
                <c:pt idx="3846">
                  <c:v>42277</c:v>
                </c:pt>
                <c:pt idx="3847">
                  <c:v>42278</c:v>
                </c:pt>
                <c:pt idx="3848">
                  <c:v>42279</c:v>
                </c:pt>
                <c:pt idx="3849">
                  <c:v>42282</c:v>
                </c:pt>
                <c:pt idx="3850">
                  <c:v>42283</c:v>
                </c:pt>
                <c:pt idx="3851">
                  <c:v>42284</c:v>
                </c:pt>
                <c:pt idx="3852">
                  <c:v>42285</c:v>
                </c:pt>
                <c:pt idx="3853">
                  <c:v>42286</c:v>
                </c:pt>
                <c:pt idx="3854">
                  <c:v>42289</c:v>
                </c:pt>
                <c:pt idx="3855">
                  <c:v>42290</c:v>
                </c:pt>
                <c:pt idx="3856">
                  <c:v>42291</c:v>
                </c:pt>
                <c:pt idx="3857">
                  <c:v>42292</c:v>
                </c:pt>
                <c:pt idx="3858">
                  <c:v>42293</c:v>
                </c:pt>
                <c:pt idx="3859">
                  <c:v>42296</c:v>
                </c:pt>
                <c:pt idx="3860">
                  <c:v>42297</c:v>
                </c:pt>
                <c:pt idx="3861">
                  <c:v>42298</c:v>
                </c:pt>
                <c:pt idx="3862">
                  <c:v>42299</c:v>
                </c:pt>
                <c:pt idx="3863">
                  <c:v>42300</c:v>
                </c:pt>
                <c:pt idx="3864">
                  <c:v>42303</c:v>
                </c:pt>
                <c:pt idx="3865">
                  <c:v>42304</c:v>
                </c:pt>
                <c:pt idx="3866">
                  <c:v>42305</c:v>
                </c:pt>
                <c:pt idx="3867">
                  <c:v>42306</c:v>
                </c:pt>
                <c:pt idx="3868">
                  <c:v>42307</c:v>
                </c:pt>
                <c:pt idx="3869">
                  <c:v>42310</c:v>
                </c:pt>
                <c:pt idx="3870">
                  <c:v>42311</c:v>
                </c:pt>
                <c:pt idx="3871">
                  <c:v>42312</c:v>
                </c:pt>
                <c:pt idx="3872">
                  <c:v>42313</c:v>
                </c:pt>
                <c:pt idx="3873">
                  <c:v>42314</c:v>
                </c:pt>
                <c:pt idx="3874">
                  <c:v>42317</c:v>
                </c:pt>
                <c:pt idx="3875">
                  <c:v>42318</c:v>
                </c:pt>
                <c:pt idx="3876">
                  <c:v>42319</c:v>
                </c:pt>
                <c:pt idx="3877">
                  <c:v>42320</c:v>
                </c:pt>
                <c:pt idx="3878">
                  <c:v>42321</c:v>
                </c:pt>
                <c:pt idx="3879">
                  <c:v>42324</c:v>
                </c:pt>
                <c:pt idx="3880">
                  <c:v>42325</c:v>
                </c:pt>
                <c:pt idx="3881">
                  <c:v>42326</c:v>
                </c:pt>
                <c:pt idx="3882">
                  <c:v>42327</c:v>
                </c:pt>
                <c:pt idx="3883">
                  <c:v>42328</c:v>
                </c:pt>
                <c:pt idx="3884">
                  <c:v>42331</c:v>
                </c:pt>
                <c:pt idx="3885">
                  <c:v>42332</c:v>
                </c:pt>
                <c:pt idx="3886">
                  <c:v>42333</c:v>
                </c:pt>
                <c:pt idx="3887">
                  <c:v>42334</c:v>
                </c:pt>
                <c:pt idx="3888">
                  <c:v>42335</c:v>
                </c:pt>
                <c:pt idx="3889">
                  <c:v>42338</c:v>
                </c:pt>
                <c:pt idx="3890">
                  <c:v>42339</c:v>
                </c:pt>
                <c:pt idx="3891">
                  <c:v>42340</c:v>
                </c:pt>
                <c:pt idx="3892">
                  <c:v>42341</c:v>
                </c:pt>
                <c:pt idx="3893">
                  <c:v>42342</c:v>
                </c:pt>
                <c:pt idx="3894">
                  <c:v>42345</c:v>
                </c:pt>
                <c:pt idx="3895">
                  <c:v>42346</c:v>
                </c:pt>
                <c:pt idx="3896">
                  <c:v>42347</c:v>
                </c:pt>
                <c:pt idx="3897">
                  <c:v>42348</c:v>
                </c:pt>
                <c:pt idx="3898">
                  <c:v>42349</c:v>
                </c:pt>
                <c:pt idx="3899">
                  <c:v>42352</c:v>
                </c:pt>
                <c:pt idx="3900">
                  <c:v>42353</c:v>
                </c:pt>
                <c:pt idx="3901">
                  <c:v>42354</c:v>
                </c:pt>
                <c:pt idx="3902">
                  <c:v>42355</c:v>
                </c:pt>
                <c:pt idx="3903">
                  <c:v>42356</c:v>
                </c:pt>
                <c:pt idx="3904">
                  <c:v>42359</c:v>
                </c:pt>
                <c:pt idx="3905">
                  <c:v>42360</c:v>
                </c:pt>
                <c:pt idx="3906">
                  <c:v>42361</c:v>
                </c:pt>
                <c:pt idx="3907">
                  <c:v>42362</c:v>
                </c:pt>
                <c:pt idx="3908">
                  <c:v>42363</c:v>
                </c:pt>
                <c:pt idx="3909">
                  <c:v>42366</c:v>
                </c:pt>
                <c:pt idx="3910">
                  <c:v>42367</c:v>
                </c:pt>
                <c:pt idx="3911">
                  <c:v>42368</c:v>
                </c:pt>
                <c:pt idx="3912">
                  <c:v>42369</c:v>
                </c:pt>
                <c:pt idx="3913">
                  <c:v>42370</c:v>
                </c:pt>
                <c:pt idx="3914">
                  <c:v>42373</c:v>
                </c:pt>
                <c:pt idx="3915">
                  <c:v>42374</c:v>
                </c:pt>
                <c:pt idx="3916">
                  <c:v>42375</c:v>
                </c:pt>
                <c:pt idx="3917">
                  <c:v>42376</c:v>
                </c:pt>
                <c:pt idx="3918">
                  <c:v>42377</c:v>
                </c:pt>
                <c:pt idx="3919">
                  <c:v>42380</c:v>
                </c:pt>
                <c:pt idx="3920">
                  <c:v>42381</c:v>
                </c:pt>
                <c:pt idx="3921">
                  <c:v>42382</c:v>
                </c:pt>
                <c:pt idx="3922">
                  <c:v>42383</c:v>
                </c:pt>
                <c:pt idx="3923">
                  <c:v>42384</c:v>
                </c:pt>
                <c:pt idx="3924">
                  <c:v>42387</c:v>
                </c:pt>
                <c:pt idx="3925">
                  <c:v>42388</c:v>
                </c:pt>
                <c:pt idx="3926">
                  <c:v>42389</c:v>
                </c:pt>
                <c:pt idx="3927">
                  <c:v>42390</c:v>
                </c:pt>
                <c:pt idx="3928">
                  <c:v>42391</c:v>
                </c:pt>
                <c:pt idx="3929">
                  <c:v>42394</c:v>
                </c:pt>
                <c:pt idx="3930">
                  <c:v>42395</c:v>
                </c:pt>
                <c:pt idx="3931">
                  <c:v>42396</c:v>
                </c:pt>
                <c:pt idx="3932">
                  <c:v>42397</c:v>
                </c:pt>
                <c:pt idx="3933">
                  <c:v>42398</c:v>
                </c:pt>
                <c:pt idx="3934">
                  <c:v>42401</c:v>
                </c:pt>
                <c:pt idx="3935">
                  <c:v>42402</c:v>
                </c:pt>
                <c:pt idx="3936">
                  <c:v>42403</c:v>
                </c:pt>
                <c:pt idx="3937">
                  <c:v>42404</c:v>
                </c:pt>
                <c:pt idx="3938">
                  <c:v>42405</c:v>
                </c:pt>
                <c:pt idx="3939">
                  <c:v>42408</c:v>
                </c:pt>
                <c:pt idx="3940">
                  <c:v>42409</c:v>
                </c:pt>
                <c:pt idx="3941">
                  <c:v>42410</c:v>
                </c:pt>
                <c:pt idx="3942">
                  <c:v>42411</c:v>
                </c:pt>
                <c:pt idx="3943">
                  <c:v>42412</c:v>
                </c:pt>
                <c:pt idx="3944">
                  <c:v>42415</c:v>
                </c:pt>
                <c:pt idx="3945">
                  <c:v>42416</c:v>
                </c:pt>
                <c:pt idx="3946">
                  <c:v>42417</c:v>
                </c:pt>
                <c:pt idx="3947">
                  <c:v>42418</c:v>
                </c:pt>
                <c:pt idx="3948">
                  <c:v>42419</c:v>
                </c:pt>
                <c:pt idx="3949">
                  <c:v>42422</c:v>
                </c:pt>
                <c:pt idx="3950">
                  <c:v>42423</c:v>
                </c:pt>
                <c:pt idx="3951">
                  <c:v>42424</c:v>
                </c:pt>
                <c:pt idx="3952">
                  <c:v>42425</c:v>
                </c:pt>
                <c:pt idx="3953">
                  <c:v>42426</c:v>
                </c:pt>
                <c:pt idx="3954">
                  <c:v>42429</c:v>
                </c:pt>
                <c:pt idx="3955">
                  <c:v>42430</c:v>
                </c:pt>
                <c:pt idx="3956">
                  <c:v>42431</c:v>
                </c:pt>
                <c:pt idx="3957">
                  <c:v>42432</c:v>
                </c:pt>
                <c:pt idx="3958">
                  <c:v>42433</c:v>
                </c:pt>
                <c:pt idx="3959">
                  <c:v>42436</c:v>
                </c:pt>
                <c:pt idx="3960">
                  <c:v>42437</c:v>
                </c:pt>
                <c:pt idx="3961">
                  <c:v>42438</c:v>
                </c:pt>
                <c:pt idx="3962">
                  <c:v>42439</c:v>
                </c:pt>
                <c:pt idx="3963">
                  <c:v>42440</c:v>
                </c:pt>
                <c:pt idx="3964">
                  <c:v>42443</c:v>
                </c:pt>
                <c:pt idx="3965">
                  <c:v>42444</c:v>
                </c:pt>
                <c:pt idx="3966">
                  <c:v>42445</c:v>
                </c:pt>
                <c:pt idx="3967">
                  <c:v>42446</c:v>
                </c:pt>
                <c:pt idx="3968">
                  <c:v>42447</c:v>
                </c:pt>
                <c:pt idx="3969">
                  <c:v>42450</c:v>
                </c:pt>
                <c:pt idx="3970">
                  <c:v>42451</c:v>
                </c:pt>
                <c:pt idx="3971">
                  <c:v>42452</c:v>
                </c:pt>
                <c:pt idx="3972">
                  <c:v>42453</c:v>
                </c:pt>
                <c:pt idx="3973">
                  <c:v>42454</c:v>
                </c:pt>
                <c:pt idx="3974">
                  <c:v>42457</c:v>
                </c:pt>
                <c:pt idx="3975">
                  <c:v>42458</c:v>
                </c:pt>
                <c:pt idx="3976">
                  <c:v>42459</c:v>
                </c:pt>
                <c:pt idx="3977">
                  <c:v>42460</c:v>
                </c:pt>
                <c:pt idx="3978">
                  <c:v>42461</c:v>
                </c:pt>
                <c:pt idx="3979">
                  <c:v>42464</c:v>
                </c:pt>
                <c:pt idx="3980">
                  <c:v>42465</c:v>
                </c:pt>
                <c:pt idx="3981">
                  <c:v>42466</c:v>
                </c:pt>
                <c:pt idx="3982">
                  <c:v>42467</c:v>
                </c:pt>
                <c:pt idx="3983">
                  <c:v>42468</c:v>
                </c:pt>
                <c:pt idx="3984">
                  <c:v>42471</c:v>
                </c:pt>
                <c:pt idx="3985">
                  <c:v>42472</c:v>
                </c:pt>
                <c:pt idx="3986">
                  <c:v>42473</c:v>
                </c:pt>
                <c:pt idx="3987">
                  <c:v>42474</c:v>
                </c:pt>
                <c:pt idx="3988">
                  <c:v>42475</c:v>
                </c:pt>
                <c:pt idx="3989">
                  <c:v>42478</c:v>
                </c:pt>
                <c:pt idx="3990">
                  <c:v>42479</c:v>
                </c:pt>
                <c:pt idx="3991">
                  <c:v>42480</c:v>
                </c:pt>
                <c:pt idx="3992">
                  <c:v>42481</c:v>
                </c:pt>
                <c:pt idx="3993">
                  <c:v>42482</c:v>
                </c:pt>
                <c:pt idx="3994">
                  <c:v>42485</c:v>
                </c:pt>
                <c:pt idx="3995">
                  <c:v>42486</c:v>
                </c:pt>
                <c:pt idx="3996">
                  <c:v>42487</c:v>
                </c:pt>
                <c:pt idx="3997">
                  <c:v>42488</c:v>
                </c:pt>
                <c:pt idx="3998">
                  <c:v>42489</c:v>
                </c:pt>
                <c:pt idx="3999">
                  <c:v>42492</c:v>
                </c:pt>
                <c:pt idx="4000">
                  <c:v>42493</c:v>
                </c:pt>
                <c:pt idx="4001">
                  <c:v>42494</c:v>
                </c:pt>
                <c:pt idx="4002">
                  <c:v>42495</c:v>
                </c:pt>
                <c:pt idx="4003">
                  <c:v>42496</c:v>
                </c:pt>
                <c:pt idx="4004">
                  <c:v>42499</c:v>
                </c:pt>
                <c:pt idx="4005">
                  <c:v>42500</c:v>
                </c:pt>
                <c:pt idx="4006">
                  <c:v>42501</c:v>
                </c:pt>
                <c:pt idx="4007">
                  <c:v>42502</c:v>
                </c:pt>
                <c:pt idx="4008">
                  <c:v>42503</c:v>
                </c:pt>
                <c:pt idx="4009">
                  <c:v>42506</c:v>
                </c:pt>
                <c:pt idx="4010">
                  <c:v>42507</c:v>
                </c:pt>
                <c:pt idx="4011">
                  <c:v>42508</c:v>
                </c:pt>
                <c:pt idx="4012">
                  <c:v>42509</c:v>
                </c:pt>
                <c:pt idx="4013">
                  <c:v>42510</c:v>
                </c:pt>
                <c:pt idx="4014">
                  <c:v>42513</c:v>
                </c:pt>
                <c:pt idx="4015">
                  <c:v>42514</c:v>
                </c:pt>
                <c:pt idx="4016">
                  <c:v>42515</c:v>
                </c:pt>
                <c:pt idx="4017">
                  <c:v>42516</c:v>
                </c:pt>
                <c:pt idx="4018">
                  <c:v>42517</c:v>
                </c:pt>
                <c:pt idx="4019">
                  <c:v>42520</c:v>
                </c:pt>
                <c:pt idx="4020">
                  <c:v>42521</c:v>
                </c:pt>
                <c:pt idx="4021">
                  <c:v>42522</c:v>
                </c:pt>
                <c:pt idx="4022">
                  <c:v>42523</c:v>
                </c:pt>
                <c:pt idx="4023">
                  <c:v>42524</c:v>
                </c:pt>
                <c:pt idx="4024">
                  <c:v>42527</c:v>
                </c:pt>
                <c:pt idx="4025">
                  <c:v>42528</c:v>
                </c:pt>
                <c:pt idx="4026">
                  <c:v>42529</c:v>
                </c:pt>
                <c:pt idx="4027">
                  <c:v>42530</c:v>
                </c:pt>
                <c:pt idx="4028">
                  <c:v>42531</c:v>
                </c:pt>
                <c:pt idx="4029">
                  <c:v>42534</c:v>
                </c:pt>
                <c:pt idx="4030">
                  <c:v>42535</c:v>
                </c:pt>
                <c:pt idx="4031">
                  <c:v>42536</c:v>
                </c:pt>
                <c:pt idx="4032">
                  <c:v>42537</c:v>
                </c:pt>
                <c:pt idx="4033">
                  <c:v>42538</c:v>
                </c:pt>
                <c:pt idx="4034">
                  <c:v>42541</c:v>
                </c:pt>
                <c:pt idx="4035">
                  <c:v>42542</c:v>
                </c:pt>
                <c:pt idx="4036">
                  <c:v>42543</c:v>
                </c:pt>
                <c:pt idx="4037">
                  <c:v>42544</c:v>
                </c:pt>
                <c:pt idx="4038">
                  <c:v>42545</c:v>
                </c:pt>
                <c:pt idx="4039">
                  <c:v>42548</c:v>
                </c:pt>
                <c:pt idx="4040">
                  <c:v>42549</c:v>
                </c:pt>
                <c:pt idx="4041">
                  <c:v>42550</c:v>
                </c:pt>
                <c:pt idx="4042">
                  <c:v>42551</c:v>
                </c:pt>
                <c:pt idx="4043">
                  <c:v>42552</c:v>
                </c:pt>
                <c:pt idx="4044">
                  <c:v>42555</c:v>
                </c:pt>
                <c:pt idx="4045">
                  <c:v>42556</c:v>
                </c:pt>
                <c:pt idx="4046">
                  <c:v>42557</c:v>
                </c:pt>
                <c:pt idx="4047">
                  <c:v>42558</c:v>
                </c:pt>
                <c:pt idx="4048">
                  <c:v>42559</c:v>
                </c:pt>
                <c:pt idx="4049">
                  <c:v>42562</c:v>
                </c:pt>
                <c:pt idx="4050">
                  <c:v>42563</c:v>
                </c:pt>
                <c:pt idx="4051">
                  <c:v>42564</c:v>
                </c:pt>
                <c:pt idx="4052">
                  <c:v>42565</c:v>
                </c:pt>
                <c:pt idx="4053">
                  <c:v>42566</c:v>
                </c:pt>
                <c:pt idx="4054">
                  <c:v>42569</c:v>
                </c:pt>
                <c:pt idx="4055">
                  <c:v>42570</c:v>
                </c:pt>
                <c:pt idx="4056">
                  <c:v>42571</c:v>
                </c:pt>
                <c:pt idx="4057">
                  <c:v>42572</c:v>
                </c:pt>
                <c:pt idx="4058">
                  <c:v>42573</c:v>
                </c:pt>
                <c:pt idx="4059">
                  <c:v>42576</c:v>
                </c:pt>
                <c:pt idx="4060">
                  <c:v>42577</c:v>
                </c:pt>
                <c:pt idx="4061">
                  <c:v>42578</c:v>
                </c:pt>
                <c:pt idx="4062">
                  <c:v>42579</c:v>
                </c:pt>
                <c:pt idx="4063">
                  <c:v>42580</c:v>
                </c:pt>
                <c:pt idx="4064">
                  <c:v>42583</c:v>
                </c:pt>
                <c:pt idx="4065">
                  <c:v>42584</c:v>
                </c:pt>
                <c:pt idx="4066">
                  <c:v>42585</c:v>
                </c:pt>
                <c:pt idx="4067">
                  <c:v>42586</c:v>
                </c:pt>
                <c:pt idx="4068">
                  <c:v>42587</c:v>
                </c:pt>
                <c:pt idx="4069">
                  <c:v>42590</c:v>
                </c:pt>
                <c:pt idx="4070">
                  <c:v>42591</c:v>
                </c:pt>
                <c:pt idx="4071">
                  <c:v>42592</c:v>
                </c:pt>
                <c:pt idx="4072">
                  <c:v>42593</c:v>
                </c:pt>
                <c:pt idx="4073">
                  <c:v>42594</c:v>
                </c:pt>
                <c:pt idx="4074">
                  <c:v>42597</c:v>
                </c:pt>
                <c:pt idx="4075">
                  <c:v>42598</c:v>
                </c:pt>
                <c:pt idx="4076">
                  <c:v>42599</c:v>
                </c:pt>
                <c:pt idx="4077">
                  <c:v>42600</c:v>
                </c:pt>
                <c:pt idx="4078">
                  <c:v>42601</c:v>
                </c:pt>
                <c:pt idx="4079">
                  <c:v>42604</c:v>
                </c:pt>
                <c:pt idx="4080">
                  <c:v>42605</c:v>
                </c:pt>
                <c:pt idx="4081">
                  <c:v>42606</c:v>
                </c:pt>
                <c:pt idx="4082">
                  <c:v>42607</c:v>
                </c:pt>
                <c:pt idx="4083">
                  <c:v>42608</c:v>
                </c:pt>
                <c:pt idx="4084">
                  <c:v>42611</c:v>
                </c:pt>
                <c:pt idx="4085">
                  <c:v>42612</c:v>
                </c:pt>
                <c:pt idx="4086">
                  <c:v>42613</c:v>
                </c:pt>
                <c:pt idx="4087">
                  <c:v>42614</c:v>
                </c:pt>
                <c:pt idx="4088">
                  <c:v>42615</c:v>
                </c:pt>
                <c:pt idx="4089">
                  <c:v>42618</c:v>
                </c:pt>
                <c:pt idx="4090">
                  <c:v>42619</c:v>
                </c:pt>
                <c:pt idx="4091">
                  <c:v>42620</c:v>
                </c:pt>
                <c:pt idx="4092">
                  <c:v>42621</c:v>
                </c:pt>
                <c:pt idx="4093">
                  <c:v>42622</c:v>
                </c:pt>
                <c:pt idx="4094">
                  <c:v>42625</c:v>
                </c:pt>
                <c:pt idx="4095">
                  <c:v>42626</c:v>
                </c:pt>
                <c:pt idx="4096">
                  <c:v>42627</c:v>
                </c:pt>
                <c:pt idx="4097">
                  <c:v>42628</c:v>
                </c:pt>
                <c:pt idx="4098">
                  <c:v>42629</c:v>
                </c:pt>
                <c:pt idx="4099">
                  <c:v>42632</c:v>
                </c:pt>
                <c:pt idx="4100">
                  <c:v>42633</c:v>
                </c:pt>
                <c:pt idx="4101">
                  <c:v>42634</c:v>
                </c:pt>
                <c:pt idx="4102">
                  <c:v>42635</c:v>
                </c:pt>
                <c:pt idx="4103">
                  <c:v>42636</c:v>
                </c:pt>
                <c:pt idx="4104">
                  <c:v>42639</c:v>
                </c:pt>
                <c:pt idx="4105">
                  <c:v>42640</c:v>
                </c:pt>
                <c:pt idx="4106">
                  <c:v>42641</c:v>
                </c:pt>
                <c:pt idx="4107">
                  <c:v>42642</c:v>
                </c:pt>
                <c:pt idx="4108">
                  <c:v>42643</c:v>
                </c:pt>
                <c:pt idx="4109">
                  <c:v>42646</c:v>
                </c:pt>
                <c:pt idx="4110">
                  <c:v>42647</c:v>
                </c:pt>
                <c:pt idx="4111">
                  <c:v>42648</c:v>
                </c:pt>
                <c:pt idx="4112">
                  <c:v>42649</c:v>
                </c:pt>
                <c:pt idx="4113">
                  <c:v>42650</c:v>
                </c:pt>
                <c:pt idx="4114">
                  <c:v>42653</c:v>
                </c:pt>
                <c:pt idx="4115">
                  <c:v>42654</c:v>
                </c:pt>
                <c:pt idx="4116">
                  <c:v>42655</c:v>
                </c:pt>
                <c:pt idx="4117">
                  <c:v>42656</c:v>
                </c:pt>
                <c:pt idx="4118">
                  <c:v>42657</c:v>
                </c:pt>
                <c:pt idx="4119">
                  <c:v>42660</c:v>
                </c:pt>
                <c:pt idx="4120">
                  <c:v>42661</c:v>
                </c:pt>
                <c:pt idx="4121">
                  <c:v>42662</c:v>
                </c:pt>
                <c:pt idx="4122">
                  <c:v>42663</c:v>
                </c:pt>
                <c:pt idx="4123">
                  <c:v>42664</c:v>
                </c:pt>
                <c:pt idx="4124">
                  <c:v>42667</c:v>
                </c:pt>
                <c:pt idx="4125">
                  <c:v>42668</c:v>
                </c:pt>
                <c:pt idx="4126">
                  <c:v>42669</c:v>
                </c:pt>
                <c:pt idx="4127">
                  <c:v>42670</c:v>
                </c:pt>
                <c:pt idx="4128">
                  <c:v>42671</c:v>
                </c:pt>
                <c:pt idx="4129">
                  <c:v>42674</c:v>
                </c:pt>
                <c:pt idx="4130">
                  <c:v>42675</c:v>
                </c:pt>
                <c:pt idx="4131">
                  <c:v>42676</c:v>
                </c:pt>
                <c:pt idx="4132">
                  <c:v>42677</c:v>
                </c:pt>
                <c:pt idx="4133">
                  <c:v>42678</c:v>
                </c:pt>
                <c:pt idx="4134">
                  <c:v>42681</c:v>
                </c:pt>
                <c:pt idx="4135">
                  <c:v>42682</c:v>
                </c:pt>
                <c:pt idx="4136">
                  <c:v>42683</c:v>
                </c:pt>
                <c:pt idx="4137">
                  <c:v>42684</c:v>
                </c:pt>
                <c:pt idx="4138">
                  <c:v>42685</c:v>
                </c:pt>
                <c:pt idx="4139">
                  <c:v>42688</c:v>
                </c:pt>
                <c:pt idx="4140">
                  <c:v>42689</c:v>
                </c:pt>
                <c:pt idx="4141">
                  <c:v>42690</c:v>
                </c:pt>
                <c:pt idx="4142">
                  <c:v>42691</c:v>
                </c:pt>
                <c:pt idx="4143">
                  <c:v>42692</c:v>
                </c:pt>
                <c:pt idx="4144">
                  <c:v>42695</c:v>
                </c:pt>
                <c:pt idx="4145">
                  <c:v>42696</c:v>
                </c:pt>
                <c:pt idx="4146">
                  <c:v>42697</c:v>
                </c:pt>
                <c:pt idx="4147">
                  <c:v>42698</c:v>
                </c:pt>
                <c:pt idx="4148">
                  <c:v>42699</c:v>
                </c:pt>
                <c:pt idx="4149">
                  <c:v>42702</c:v>
                </c:pt>
                <c:pt idx="4150">
                  <c:v>42703</c:v>
                </c:pt>
                <c:pt idx="4151">
                  <c:v>42704</c:v>
                </c:pt>
                <c:pt idx="4152">
                  <c:v>42705</c:v>
                </c:pt>
                <c:pt idx="4153">
                  <c:v>42706</c:v>
                </c:pt>
                <c:pt idx="4154">
                  <c:v>42709</c:v>
                </c:pt>
                <c:pt idx="4155">
                  <c:v>42710</c:v>
                </c:pt>
                <c:pt idx="4156">
                  <c:v>42711</c:v>
                </c:pt>
                <c:pt idx="4157">
                  <c:v>42712</c:v>
                </c:pt>
                <c:pt idx="4158">
                  <c:v>42713</c:v>
                </c:pt>
                <c:pt idx="4159">
                  <c:v>42716</c:v>
                </c:pt>
                <c:pt idx="4160">
                  <c:v>42717</c:v>
                </c:pt>
                <c:pt idx="4161">
                  <c:v>42718</c:v>
                </c:pt>
                <c:pt idx="4162">
                  <c:v>42719</c:v>
                </c:pt>
                <c:pt idx="4163">
                  <c:v>42720</c:v>
                </c:pt>
                <c:pt idx="4164">
                  <c:v>42723</c:v>
                </c:pt>
                <c:pt idx="4165">
                  <c:v>42724</c:v>
                </c:pt>
                <c:pt idx="4166">
                  <c:v>42725</c:v>
                </c:pt>
                <c:pt idx="4167">
                  <c:v>42726</c:v>
                </c:pt>
                <c:pt idx="4168">
                  <c:v>42727</c:v>
                </c:pt>
                <c:pt idx="4169">
                  <c:v>42730</c:v>
                </c:pt>
                <c:pt idx="4170">
                  <c:v>42731</c:v>
                </c:pt>
                <c:pt idx="4171">
                  <c:v>42732</c:v>
                </c:pt>
                <c:pt idx="4172">
                  <c:v>42733</c:v>
                </c:pt>
                <c:pt idx="4173">
                  <c:v>42734</c:v>
                </c:pt>
                <c:pt idx="4174">
                  <c:v>42737</c:v>
                </c:pt>
                <c:pt idx="4175">
                  <c:v>42738</c:v>
                </c:pt>
                <c:pt idx="4176">
                  <c:v>42739</c:v>
                </c:pt>
                <c:pt idx="4177">
                  <c:v>42740</c:v>
                </c:pt>
                <c:pt idx="4178">
                  <c:v>42741</c:v>
                </c:pt>
                <c:pt idx="4179">
                  <c:v>42744</c:v>
                </c:pt>
                <c:pt idx="4180">
                  <c:v>42745</c:v>
                </c:pt>
                <c:pt idx="4181">
                  <c:v>42746</c:v>
                </c:pt>
                <c:pt idx="4182">
                  <c:v>42747</c:v>
                </c:pt>
                <c:pt idx="4183">
                  <c:v>42748</c:v>
                </c:pt>
                <c:pt idx="4184">
                  <c:v>42751</c:v>
                </c:pt>
                <c:pt idx="4185">
                  <c:v>42752</c:v>
                </c:pt>
                <c:pt idx="4186">
                  <c:v>42753</c:v>
                </c:pt>
                <c:pt idx="4187">
                  <c:v>42754</c:v>
                </c:pt>
                <c:pt idx="4188">
                  <c:v>42755</c:v>
                </c:pt>
                <c:pt idx="4189">
                  <c:v>42758</c:v>
                </c:pt>
                <c:pt idx="4190">
                  <c:v>42759</c:v>
                </c:pt>
                <c:pt idx="4191">
                  <c:v>42760</c:v>
                </c:pt>
                <c:pt idx="4192">
                  <c:v>42761</c:v>
                </c:pt>
                <c:pt idx="4193">
                  <c:v>42762</c:v>
                </c:pt>
                <c:pt idx="4194">
                  <c:v>42765</c:v>
                </c:pt>
                <c:pt idx="4195">
                  <c:v>42766</c:v>
                </c:pt>
                <c:pt idx="4196">
                  <c:v>42767</c:v>
                </c:pt>
                <c:pt idx="4197">
                  <c:v>42768</c:v>
                </c:pt>
                <c:pt idx="4198">
                  <c:v>42769</c:v>
                </c:pt>
                <c:pt idx="4199">
                  <c:v>42772</c:v>
                </c:pt>
                <c:pt idx="4200">
                  <c:v>42773</c:v>
                </c:pt>
                <c:pt idx="4201">
                  <c:v>42774</c:v>
                </c:pt>
                <c:pt idx="4202">
                  <c:v>42775</c:v>
                </c:pt>
                <c:pt idx="4203">
                  <c:v>42776</c:v>
                </c:pt>
                <c:pt idx="4204">
                  <c:v>42779</c:v>
                </c:pt>
                <c:pt idx="4205">
                  <c:v>42780</c:v>
                </c:pt>
                <c:pt idx="4206">
                  <c:v>42781</c:v>
                </c:pt>
                <c:pt idx="4207">
                  <c:v>42782</c:v>
                </c:pt>
                <c:pt idx="4208">
                  <c:v>42783</c:v>
                </c:pt>
                <c:pt idx="4209">
                  <c:v>42786</c:v>
                </c:pt>
                <c:pt idx="4210">
                  <c:v>42787</c:v>
                </c:pt>
                <c:pt idx="4211">
                  <c:v>42788</c:v>
                </c:pt>
                <c:pt idx="4212">
                  <c:v>42789</c:v>
                </c:pt>
                <c:pt idx="4213">
                  <c:v>42790</c:v>
                </c:pt>
                <c:pt idx="4214">
                  <c:v>42793</c:v>
                </c:pt>
                <c:pt idx="4215">
                  <c:v>42794</c:v>
                </c:pt>
                <c:pt idx="4216">
                  <c:v>42795</c:v>
                </c:pt>
                <c:pt idx="4217">
                  <c:v>42796</c:v>
                </c:pt>
                <c:pt idx="4218">
                  <c:v>42797</c:v>
                </c:pt>
                <c:pt idx="4219">
                  <c:v>42800</c:v>
                </c:pt>
                <c:pt idx="4220">
                  <c:v>42801</c:v>
                </c:pt>
                <c:pt idx="4221">
                  <c:v>42802</c:v>
                </c:pt>
                <c:pt idx="4222">
                  <c:v>42803</c:v>
                </c:pt>
                <c:pt idx="4223">
                  <c:v>42804</c:v>
                </c:pt>
                <c:pt idx="4224">
                  <c:v>42807</c:v>
                </c:pt>
                <c:pt idx="4225">
                  <c:v>42808</c:v>
                </c:pt>
                <c:pt idx="4226">
                  <c:v>42809</c:v>
                </c:pt>
                <c:pt idx="4227">
                  <c:v>42810</c:v>
                </c:pt>
                <c:pt idx="4228">
                  <c:v>42811</c:v>
                </c:pt>
                <c:pt idx="4229">
                  <c:v>42814</c:v>
                </c:pt>
                <c:pt idx="4230">
                  <c:v>42815</c:v>
                </c:pt>
                <c:pt idx="4231">
                  <c:v>42816</c:v>
                </c:pt>
                <c:pt idx="4232">
                  <c:v>42817</c:v>
                </c:pt>
                <c:pt idx="4233">
                  <c:v>42818</c:v>
                </c:pt>
                <c:pt idx="4234">
                  <c:v>42821</c:v>
                </c:pt>
                <c:pt idx="4235">
                  <c:v>42822</c:v>
                </c:pt>
                <c:pt idx="4236">
                  <c:v>42823</c:v>
                </c:pt>
                <c:pt idx="4237">
                  <c:v>42824</c:v>
                </c:pt>
                <c:pt idx="4238">
                  <c:v>42825</c:v>
                </c:pt>
                <c:pt idx="4239">
                  <c:v>42828</c:v>
                </c:pt>
                <c:pt idx="4240">
                  <c:v>42829</c:v>
                </c:pt>
                <c:pt idx="4241">
                  <c:v>42830</c:v>
                </c:pt>
                <c:pt idx="4242">
                  <c:v>42831</c:v>
                </c:pt>
                <c:pt idx="4243">
                  <c:v>42832</c:v>
                </c:pt>
                <c:pt idx="4244">
                  <c:v>42835</c:v>
                </c:pt>
                <c:pt idx="4245">
                  <c:v>42836</c:v>
                </c:pt>
                <c:pt idx="4246">
                  <c:v>42837</c:v>
                </c:pt>
                <c:pt idx="4247">
                  <c:v>42838</c:v>
                </c:pt>
                <c:pt idx="4248">
                  <c:v>42839</c:v>
                </c:pt>
                <c:pt idx="4249">
                  <c:v>42842</c:v>
                </c:pt>
                <c:pt idx="4250">
                  <c:v>42843</c:v>
                </c:pt>
                <c:pt idx="4251">
                  <c:v>42844</c:v>
                </c:pt>
                <c:pt idx="4252">
                  <c:v>42845</c:v>
                </c:pt>
                <c:pt idx="4253">
                  <c:v>42846</c:v>
                </c:pt>
                <c:pt idx="4254">
                  <c:v>42849</c:v>
                </c:pt>
                <c:pt idx="4255">
                  <c:v>42850</c:v>
                </c:pt>
                <c:pt idx="4256">
                  <c:v>42851</c:v>
                </c:pt>
                <c:pt idx="4257">
                  <c:v>42852</c:v>
                </c:pt>
                <c:pt idx="4258">
                  <c:v>42853</c:v>
                </c:pt>
                <c:pt idx="4259">
                  <c:v>42856</c:v>
                </c:pt>
                <c:pt idx="4260">
                  <c:v>42857</c:v>
                </c:pt>
                <c:pt idx="4261">
                  <c:v>42858</c:v>
                </c:pt>
                <c:pt idx="4262">
                  <c:v>42859</c:v>
                </c:pt>
                <c:pt idx="4263">
                  <c:v>42860</c:v>
                </c:pt>
                <c:pt idx="4264">
                  <c:v>42863</c:v>
                </c:pt>
                <c:pt idx="4265">
                  <c:v>42864</c:v>
                </c:pt>
                <c:pt idx="4266">
                  <c:v>42865</c:v>
                </c:pt>
                <c:pt idx="4267">
                  <c:v>42866</c:v>
                </c:pt>
                <c:pt idx="4268">
                  <c:v>42867</c:v>
                </c:pt>
                <c:pt idx="4269">
                  <c:v>42870</c:v>
                </c:pt>
                <c:pt idx="4270">
                  <c:v>42871</c:v>
                </c:pt>
                <c:pt idx="4271">
                  <c:v>42872</c:v>
                </c:pt>
                <c:pt idx="4272">
                  <c:v>42873</c:v>
                </c:pt>
                <c:pt idx="4273">
                  <c:v>42874</c:v>
                </c:pt>
                <c:pt idx="4274">
                  <c:v>42877</c:v>
                </c:pt>
                <c:pt idx="4275">
                  <c:v>42878</c:v>
                </c:pt>
                <c:pt idx="4276">
                  <c:v>42879</c:v>
                </c:pt>
                <c:pt idx="4277">
                  <c:v>42880</c:v>
                </c:pt>
                <c:pt idx="4278">
                  <c:v>42881</c:v>
                </c:pt>
                <c:pt idx="4279">
                  <c:v>42884</c:v>
                </c:pt>
                <c:pt idx="4280">
                  <c:v>42885</c:v>
                </c:pt>
                <c:pt idx="4281">
                  <c:v>42886</c:v>
                </c:pt>
                <c:pt idx="4282">
                  <c:v>42887</c:v>
                </c:pt>
                <c:pt idx="4283">
                  <c:v>42888</c:v>
                </c:pt>
                <c:pt idx="4284">
                  <c:v>42891</c:v>
                </c:pt>
                <c:pt idx="4285">
                  <c:v>42892</c:v>
                </c:pt>
                <c:pt idx="4286">
                  <c:v>42893</c:v>
                </c:pt>
                <c:pt idx="4287">
                  <c:v>42894</c:v>
                </c:pt>
                <c:pt idx="4288">
                  <c:v>42895</c:v>
                </c:pt>
                <c:pt idx="4289">
                  <c:v>42898</c:v>
                </c:pt>
                <c:pt idx="4290">
                  <c:v>42899</c:v>
                </c:pt>
                <c:pt idx="4291">
                  <c:v>42900</c:v>
                </c:pt>
                <c:pt idx="4292">
                  <c:v>42901</c:v>
                </c:pt>
                <c:pt idx="4293">
                  <c:v>42902</c:v>
                </c:pt>
                <c:pt idx="4294">
                  <c:v>42905</c:v>
                </c:pt>
                <c:pt idx="4295">
                  <c:v>42906</c:v>
                </c:pt>
                <c:pt idx="4296">
                  <c:v>42907</c:v>
                </c:pt>
                <c:pt idx="4297">
                  <c:v>42908</c:v>
                </c:pt>
                <c:pt idx="4298">
                  <c:v>42909</c:v>
                </c:pt>
                <c:pt idx="4299">
                  <c:v>42912</c:v>
                </c:pt>
                <c:pt idx="4300">
                  <c:v>42913</c:v>
                </c:pt>
                <c:pt idx="4301">
                  <c:v>42914</c:v>
                </c:pt>
                <c:pt idx="4302">
                  <c:v>42915</c:v>
                </c:pt>
                <c:pt idx="4303">
                  <c:v>42916</c:v>
                </c:pt>
                <c:pt idx="4304">
                  <c:v>42919</c:v>
                </c:pt>
                <c:pt idx="4305">
                  <c:v>42920</c:v>
                </c:pt>
                <c:pt idx="4306">
                  <c:v>42921</c:v>
                </c:pt>
                <c:pt idx="4307">
                  <c:v>42922</c:v>
                </c:pt>
                <c:pt idx="4308">
                  <c:v>42923</c:v>
                </c:pt>
                <c:pt idx="4309">
                  <c:v>42926</c:v>
                </c:pt>
                <c:pt idx="4310">
                  <c:v>42927</c:v>
                </c:pt>
                <c:pt idx="4311">
                  <c:v>42928</c:v>
                </c:pt>
                <c:pt idx="4312">
                  <c:v>42929</c:v>
                </c:pt>
                <c:pt idx="4313">
                  <c:v>42930</c:v>
                </c:pt>
                <c:pt idx="4314">
                  <c:v>42933</c:v>
                </c:pt>
                <c:pt idx="4315">
                  <c:v>42934</c:v>
                </c:pt>
                <c:pt idx="4316">
                  <c:v>42935</c:v>
                </c:pt>
                <c:pt idx="4317">
                  <c:v>42936</c:v>
                </c:pt>
                <c:pt idx="4318">
                  <c:v>42937</c:v>
                </c:pt>
                <c:pt idx="4319">
                  <c:v>42940</c:v>
                </c:pt>
                <c:pt idx="4320">
                  <c:v>42941</c:v>
                </c:pt>
                <c:pt idx="4321">
                  <c:v>42942</c:v>
                </c:pt>
                <c:pt idx="4322">
                  <c:v>42943</c:v>
                </c:pt>
                <c:pt idx="4323">
                  <c:v>42944</c:v>
                </c:pt>
                <c:pt idx="4324">
                  <c:v>42947</c:v>
                </c:pt>
                <c:pt idx="4325">
                  <c:v>42948</c:v>
                </c:pt>
                <c:pt idx="4326">
                  <c:v>42949</c:v>
                </c:pt>
                <c:pt idx="4327">
                  <c:v>42950</c:v>
                </c:pt>
                <c:pt idx="4328">
                  <c:v>42951</c:v>
                </c:pt>
                <c:pt idx="4329">
                  <c:v>42954</c:v>
                </c:pt>
                <c:pt idx="4330">
                  <c:v>42955</c:v>
                </c:pt>
                <c:pt idx="4331">
                  <c:v>42956</c:v>
                </c:pt>
                <c:pt idx="4332">
                  <c:v>42957</c:v>
                </c:pt>
                <c:pt idx="4333">
                  <c:v>42958</c:v>
                </c:pt>
                <c:pt idx="4334">
                  <c:v>42961</c:v>
                </c:pt>
                <c:pt idx="4335">
                  <c:v>42962</c:v>
                </c:pt>
                <c:pt idx="4336">
                  <c:v>42963</c:v>
                </c:pt>
                <c:pt idx="4337">
                  <c:v>42964</c:v>
                </c:pt>
                <c:pt idx="4338">
                  <c:v>42965</c:v>
                </c:pt>
                <c:pt idx="4339">
                  <c:v>42968</c:v>
                </c:pt>
                <c:pt idx="4340">
                  <c:v>42969</c:v>
                </c:pt>
                <c:pt idx="4341">
                  <c:v>42970</c:v>
                </c:pt>
                <c:pt idx="4342">
                  <c:v>42971</c:v>
                </c:pt>
                <c:pt idx="4343">
                  <c:v>42972</c:v>
                </c:pt>
                <c:pt idx="4344">
                  <c:v>42975</c:v>
                </c:pt>
                <c:pt idx="4345">
                  <c:v>42976</c:v>
                </c:pt>
                <c:pt idx="4346">
                  <c:v>42977</c:v>
                </c:pt>
                <c:pt idx="4347">
                  <c:v>42978</c:v>
                </c:pt>
                <c:pt idx="4348">
                  <c:v>42979</c:v>
                </c:pt>
                <c:pt idx="4349">
                  <c:v>42982</c:v>
                </c:pt>
                <c:pt idx="4350">
                  <c:v>42983</c:v>
                </c:pt>
                <c:pt idx="4351">
                  <c:v>42984</c:v>
                </c:pt>
                <c:pt idx="4352">
                  <c:v>42985</c:v>
                </c:pt>
                <c:pt idx="4353">
                  <c:v>42986</c:v>
                </c:pt>
                <c:pt idx="4354">
                  <c:v>42989</c:v>
                </c:pt>
                <c:pt idx="4355">
                  <c:v>42990</c:v>
                </c:pt>
                <c:pt idx="4356">
                  <c:v>42991</c:v>
                </c:pt>
                <c:pt idx="4357">
                  <c:v>42992</c:v>
                </c:pt>
                <c:pt idx="4358">
                  <c:v>42993</c:v>
                </c:pt>
                <c:pt idx="4359">
                  <c:v>42996</c:v>
                </c:pt>
                <c:pt idx="4360">
                  <c:v>42997</c:v>
                </c:pt>
                <c:pt idx="4361">
                  <c:v>42998</c:v>
                </c:pt>
                <c:pt idx="4362">
                  <c:v>42999</c:v>
                </c:pt>
                <c:pt idx="4363">
                  <c:v>43000</c:v>
                </c:pt>
                <c:pt idx="4364">
                  <c:v>43003</c:v>
                </c:pt>
                <c:pt idx="4365">
                  <c:v>43004</c:v>
                </c:pt>
                <c:pt idx="4366">
                  <c:v>43005</c:v>
                </c:pt>
                <c:pt idx="4367">
                  <c:v>43006</c:v>
                </c:pt>
                <c:pt idx="4368">
                  <c:v>43007</c:v>
                </c:pt>
                <c:pt idx="4369">
                  <c:v>43010</c:v>
                </c:pt>
                <c:pt idx="4370">
                  <c:v>43011</c:v>
                </c:pt>
                <c:pt idx="4371">
                  <c:v>43012</c:v>
                </c:pt>
                <c:pt idx="4372">
                  <c:v>43013</c:v>
                </c:pt>
                <c:pt idx="4373">
                  <c:v>43014</c:v>
                </c:pt>
                <c:pt idx="4374">
                  <c:v>43017</c:v>
                </c:pt>
                <c:pt idx="4375">
                  <c:v>43018</c:v>
                </c:pt>
                <c:pt idx="4376">
                  <c:v>43019</c:v>
                </c:pt>
                <c:pt idx="4377">
                  <c:v>43020</c:v>
                </c:pt>
                <c:pt idx="4378">
                  <c:v>43021</c:v>
                </c:pt>
                <c:pt idx="4379">
                  <c:v>43024</c:v>
                </c:pt>
                <c:pt idx="4380">
                  <c:v>43025</c:v>
                </c:pt>
                <c:pt idx="4381">
                  <c:v>43026</c:v>
                </c:pt>
                <c:pt idx="4382">
                  <c:v>43027</c:v>
                </c:pt>
                <c:pt idx="4383">
                  <c:v>43028</c:v>
                </c:pt>
                <c:pt idx="4384">
                  <c:v>43031</c:v>
                </c:pt>
                <c:pt idx="4385">
                  <c:v>43032</c:v>
                </c:pt>
                <c:pt idx="4386">
                  <c:v>43033</c:v>
                </c:pt>
                <c:pt idx="4387">
                  <c:v>43034</c:v>
                </c:pt>
                <c:pt idx="4388">
                  <c:v>43035</c:v>
                </c:pt>
                <c:pt idx="4389">
                  <c:v>43038</c:v>
                </c:pt>
                <c:pt idx="4390">
                  <c:v>43039</c:v>
                </c:pt>
                <c:pt idx="4391">
                  <c:v>43040</c:v>
                </c:pt>
                <c:pt idx="4392">
                  <c:v>43041</c:v>
                </c:pt>
                <c:pt idx="4393">
                  <c:v>43042</c:v>
                </c:pt>
                <c:pt idx="4394">
                  <c:v>43045</c:v>
                </c:pt>
                <c:pt idx="4395">
                  <c:v>43046</c:v>
                </c:pt>
                <c:pt idx="4396">
                  <c:v>43047</c:v>
                </c:pt>
                <c:pt idx="4397">
                  <c:v>43048</c:v>
                </c:pt>
                <c:pt idx="4398">
                  <c:v>43049</c:v>
                </c:pt>
                <c:pt idx="4399">
                  <c:v>43052</c:v>
                </c:pt>
                <c:pt idx="4400">
                  <c:v>43053</c:v>
                </c:pt>
                <c:pt idx="4401">
                  <c:v>43054</c:v>
                </c:pt>
                <c:pt idx="4402">
                  <c:v>43055</c:v>
                </c:pt>
                <c:pt idx="4403">
                  <c:v>43056</c:v>
                </c:pt>
                <c:pt idx="4404">
                  <c:v>43059</c:v>
                </c:pt>
                <c:pt idx="4405">
                  <c:v>43060</c:v>
                </c:pt>
                <c:pt idx="4406">
                  <c:v>43061</c:v>
                </c:pt>
                <c:pt idx="4407">
                  <c:v>43062</c:v>
                </c:pt>
                <c:pt idx="4408">
                  <c:v>43063</c:v>
                </c:pt>
                <c:pt idx="4409">
                  <c:v>43066</c:v>
                </c:pt>
                <c:pt idx="4410">
                  <c:v>43067</c:v>
                </c:pt>
                <c:pt idx="4411">
                  <c:v>43068</c:v>
                </c:pt>
                <c:pt idx="4412">
                  <c:v>43069</c:v>
                </c:pt>
                <c:pt idx="4413">
                  <c:v>43070</c:v>
                </c:pt>
                <c:pt idx="4414">
                  <c:v>43073</c:v>
                </c:pt>
                <c:pt idx="4415">
                  <c:v>43074</c:v>
                </c:pt>
                <c:pt idx="4416">
                  <c:v>43075</c:v>
                </c:pt>
                <c:pt idx="4417">
                  <c:v>43076</c:v>
                </c:pt>
                <c:pt idx="4418">
                  <c:v>43077</c:v>
                </c:pt>
                <c:pt idx="4419">
                  <c:v>43080</c:v>
                </c:pt>
                <c:pt idx="4420">
                  <c:v>43081</c:v>
                </c:pt>
                <c:pt idx="4421">
                  <c:v>43082</c:v>
                </c:pt>
                <c:pt idx="4422">
                  <c:v>43083</c:v>
                </c:pt>
                <c:pt idx="4423">
                  <c:v>43084</c:v>
                </c:pt>
                <c:pt idx="4424">
                  <c:v>43087</c:v>
                </c:pt>
                <c:pt idx="4425">
                  <c:v>43088</c:v>
                </c:pt>
                <c:pt idx="4426">
                  <c:v>43089</c:v>
                </c:pt>
                <c:pt idx="4427">
                  <c:v>43090</c:v>
                </c:pt>
                <c:pt idx="4428">
                  <c:v>43091</c:v>
                </c:pt>
                <c:pt idx="4429">
                  <c:v>43094</c:v>
                </c:pt>
                <c:pt idx="4430">
                  <c:v>43095</c:v>
                </c:pt>
                <c:pt idx="4431">
                  <c:v>43096</c:v>
                </c:pt>
                <c:pt idx="4432">
                  <c:v>43097</c:v>
                </c:pt>
                <c:pt idx="4433">
                  <c:v>43098</c:v>
                </c:pt>
                <c:pt idx="4434">
                  <c:v>43101</c:v>
                </c:pt>
                <c:pt idx="4435">
                  <c:v>43102</c:v>
                </c:pt>
                <c:pt idx="4436">
                  <c:v>43103</c:v>
                </c:pt>
                <c:pt idx="4437">
                  <c:v>43104</c:v>
                </c:pt>
                <c:pt idx="4438">
                  <c:v>43105</c:v>
                </c:pt>
                <c:pt idx="4439">
                  <c:v>43108</c:v>
                </c:pt>
                <c:pt idx="4440">
                  <c:v>43109</c:v>
                </c:pt>
                <c:pt idx="4441">
                  <c:v>43110</c:v>
                </c:pt>
                <c:pt idx="4442">
                  <c:v>43111</c:v>
                </c:pt>
                <c:pt idx="4443">
                  <c:v>43112</c:v>
                </c:pt>
                <c:pt idx="4444">
                  <c:v>43115</c:v>
                </c:pt>
                <c:pt idx="4445">
                  <c:v>43116</c:v>
                </c:pt>
                <c:pt idx="4446">
                  <c:v>43117</c:v>
                </c:pt>
                <c:pt idx="4447">
                  <c:v>43118</c:v>
                </c:pt>
                <c:pt idx="4448">
                  <c:v>43119</c:v>
                </c:pt>
                <c:pt idx="4449">
                  <c:v>43122</c:v>
                </c:pt>
                <c:pt idx="4450">
                  <c:v>43123</c:v>
                </c:pt>
                <c:pt idx="4451">
                  <c:v>43124</c:v>
                </c:pt>
                <c:pt idx="4452">
                  <c:v>43125</c:v>
                </c:pt>
                <c:pt idx="4453">
                  <c:v>43126</c:v>
                </c:pt>
                <c:pt idx="4454">
                  <c:v>43129</c:v>
                </c:pt>
                <c:pt idx="4455">
                  <c:v>43130</c:v>
                </c:pt>
                <c:pt idx="4456">
                  <c:v>43131</c:v>
                </c:pt>
                <c:pt idx="4457">
                  <c:v>43132</c:v>
                </c:pt>
                <c:pt idx="4458">
                  <c:v>43133</c:v>
                </c:pt>
                <c:pt idx="4459">
                  <c:v>43136</c:v>
                </c:pt>
                <c:pt idx="4460">
                  <c:v>43137</c:v>
                </c:pt>
                <c:pt idx="4461">
                  <c:v>43138</c:v>
                </c:pt>
                <c:pt idx="4462">
                  <c:v>43139</c:v>
                </c:pt>
                <c:pt idx="4463">
                  <c:v>43140</c:v>
                </c:pt>
                <c:pt idx="4464">
                  <c:v>43143</c:v>
                </c:pt>
                <c:pt idx="4465">
                  <c:v>43144</c:v>
                </c:pt>
                <c:pt idx="4466">
                  <c:v>43145</c:v>
                </c:pt>
                <c:pt idx="4467">
                  <c:v>43146</c:v>
                </c:pt>
                <c:pt idx="4468">
                  <c:v>43147</c:v>
                </c:pt>
                <c:pt idx="4469">
                  <c:v>43150</c:v>
                </c:pt>
                <c:pt idx="4470">
                  <c:v>43151</c:v>
                </c:pt>
                <c:pt idx="4471">
                  <c:v>43152</c:v>
                </c:pt>
                <c:pt idx="4472">
                  <c:v>43153</c:v>
                </c:pt>
                <c:pt idx="4473">
                  <c:v>43154</c:v>
                </c:pt>
                <c:pt idx="4474">
                  <c:v>43157</c:v>
                </c:pt>
                <c:pt idx="4475">
                  <c:v>43158</c:v>
                </c:pt>
                <c:pt idx="4476">
                  <c:v>43159</c:v>
                </c:pt>
                <c:pt idx="4477">
                  <c:v>43160</c:v>
                </c:pt>
                <c:pt idx="4478">
                  <c:v>43161</c:v>
                </c:pt>
                <c:pt idx="4479">
                  <c:v>43164</c:v>
                </c:pt>
                <c:pt idx="4480">
                  <c:v>43165</c:v>
                </c:pt>
                <c:pt idx="4481">
                  <c:v>43166</c:v>
                </c:pt>
                <c:pt idx="4482">
                  <c:v>43167</c:v>
                </c:pt>
                <c:pt idx="4483">
                  <c:v>43168</c:v>
                </c:pt>
                <c:pt idx="4484">
                  <c:v>43171</c:v>
                </c:pt>
                <c:pt idx="4485">
                  <c:v>43172</c:v>
                </c:pt>
                <c:pt idx="4486">
                  <c:v>43173</c:v>
                </c:pt>
                <c:pt idx="4487">
                  <c:v>43174</c:v>
                </c:pt>
                <c:pt idx="4488">
                  <c:v>43175</c:v>
                </c:pt>
                <c:pt idx="4489">
                  <c:v>43178</c:v>
                </c:pt>
                <c:pt idx="4490">
                  <c:v>43179</c:v>
                </c:pt>
                <c:pt idx="4491">
                  <c:v>43180</c:v>
                </c:pt>
                <c:pt idx="4492">
                  <c:v>43181</c:v>
                </c:pt>
                <c:pt idx="4493">
                  <c:v>43182</c:v>
                </c:pt>
                <c:pt idx="4494">
                  <c:v>43185</c:v>
                </c:pt>
                <c:pt idx="4495">
                  <c:v>43186</c:v>
                </c:pt>
                <c:pt idx="4496">
                  <c:v>43187</c:v>
                </c:pt>
                <c:pt idx="4497">
                  <c:v>43188</c:v>
                </c:pt>
                <c:pt idx="4498">
                  <c:v>43189</c:v>
                </c:pt>
                <c:pt idx="4499">
                  <c:v>43192</c:v>
                </c:pt>
                <c:pt idx="4500">
                  <c:v>43193</c:v>
                </c:pt>
                <c:pt idx="4501">
                  <c:v>43194</c:v>
                </c:pt>
                <c:pt idx="4502">
                  <c:v>43195</c:v>
                </c:pt>
                <c:pt idx="4503">
                  <c:v>43196</c:v>
                </c:pt>
                <c:pt idx="4504">
                  <c:v>43199</c:v>
                </c:pt>
                <c:pt idx="4505">
                  <c:v>43200</c:v>
                </c:pt>
                <c:pt idx="4506">
                  <c:v>43201</c:v>
                </c:pt>
                <c:pt idx="4507">
                  <c:v>43202</c:v>
                </c:pt>
                <c:pt idx="4508">
                  <c:v>43203</c:v>
                </c:pt>
                <c:pt idx="4509">
                  <c:v>43206</c:v>
                </c:pt>
                <c:pt idx="4510">
                  <c:v>43207</c:v>
                </c:pt>
                <c:pt idx="4511">
                  <c:v>43208</c:v>
                </c:pt>
                <c:pt idx="4512">
                  <c:v>43209</c:v>
                </c:pt>
                <c:pt idx="4513">
                  <c:v>43210</c:v>
                </c:pt>
                <c:pt idx="4514">
                  <c:v>43213</c:v>
                </c:pt>
                <c:pt idx="4515">
                  <c:v>43214</c:v>
                </c:pt>
                <c:pt idx="4516">
                  <c:v>43215</c:v>
                </c:pt>
                <c:pt idx="4517">
                  <c:v>43216</c:v>
                </c:pt>
                <c:pt idx="4518">
                  <c:v>43217</c:v>
                </c:pt>
                <c:pt idx="4519">
                  <c:v>43220</c:v>
                </c:pt>
                <c:pt idx="4520">
                  <c:v>43221</c:v>
                </c:pt>
                <c:pt idx="4521">
                  <c:v>43222</c:v>
                </c:pt>
                <c:pt idx="4522">
                  <c:v>43223</c:v>
                </c:pt>
                <c:pt idx="4523">
                  <c:v>43224</c:v>
                </c:pt>
                <c:pt idx="4524">
                  <c:v>43227</c:v>
                </c:pt>
                <c:pt idx="4525">
                  <c:v>43228</c:v>
                </c:pt>
                <c:pt idx="4526">
                  <c:v>43229</c:v>
                </c:pt>
                <c:pt idx="4527">
                  <c:v>43230</c:v>
                </c:pt>
                <c:pt idx="4528">
                  <c:v>43231</c:v>
                </c:pt>
                <c:pt idx="4529">
                  <c:v>43234</c:v>
                </c:pt>
                <c:pt idx="4530">
                  <c:v>43235</c:v>
                </c:pt>
                <c:pt idx="4531">
                  <c:v>43236</c:v>
                </c:pt>
                <c:pt idx="4532">
                  <c:v>43237</c:v>
                </c:pt>
                <c:pt idx="4533">
                  <c:v>43238</c:v>
                </c:pt>
                <c:pt idx="4534">
                  <c:v>43241</c:v>
                </c:pt>
                <c:pt idx="4535">
                  <c:v>43242</c:v>
                </c:pt>
                <c:pt idx="4536">
                  <c:v>43243</c:v>
                </c:pt>
                <c:pt idx="4537">
                  <c:v>43244</c:v>
                </c:pt>
                <c:pt idx="4538">
                  <c:v>43245</c:v>
                </c:pt>
                <c:pt idx="4539">
                  <c:v>43248</c:v>
                </c:pt>
                <c:pt idx="4540">
                  <c:v>43249</c:v>
                </c:pt>
                <c:pt idx="4541">
                  <c:v>43250</c:v>
                </c:pt>
                <c:pt idx="4542">
                  <c:v>43251</c:v>
                </c:pt>
                <c:pt idx="4543">
                  <c:v>43252</c:v>
                </c:pt>
                <c:pt idx="4544">
                  <c:v>43255</c:v>
                </c:pt>
                <c:pt idx="4545">
                  <c:v>43256</c:v>
                </c:pt>
                <c:pt idx="4546">
                  <c:v>43257</c:v>
                </c:pt>
                <c:pt idx="4547">
                  <c:v>43258</c:v>
                </c:pt>
                <c:pt idx="4548">
                  <c:v>43259</c:v>
                </c:pt>
                <c:pt idx="4549">
                  <c:v>43262</c:v>
                </c:pt>
                <c:pt idx="4550">
                  <c:v>43263</c:v>
                </c:pt>
                <c:pt idx="4551">
                  <c:v>43264</c:v>
                </c:pt>
                <c:pt idx="4552">
                  <c:v>43265</c:v>
                </c:pt>
                <c:pt idx="4553">
                  <c:v>43266</c:v>
                </c:pt>
                <c:pt idx="4554">
                  <c:v>43269</c:v>
                </c:pt>
                <c:pt idx="4555">
                  <c:v>43270</c:v>
                </c:pt>
                <c:pt idx="4556">
                  <c:v>43271</c:v>
                </c:pt>
                <c:pt idx="4557">
                  <c:v>43272</c:v>
                </c:pt>
                <c:pt idx="4558">
                  <c:v>43273</c:v>
                </c:pt>
                <c:pt idx="4559">
                  <c:v>43276</c:v>
                </c:pt>
                <c:pt idx="4560">
                  <c:v>43277</c:v>
                </c:pt>
                <c:pt idx="4561">
                  <c:v>43278</c:v>
                </c:pt>
                <c:pt idx="4562">
                  <c:v>43279</c:v>
                </c:pt>
                <c:pt idx="4563">
                  <c:v>43280</c:v>
                </c:pt>
                <c:pt idx="4564">
                  <c:v>43283</c:v>
                </c:pt>
                <c:pt idx="4565">
                  <c:v>43284</c:v>
                </c:pt>
                <c:pt idx="4566">
                  <c:v>43285</c:v>
                </c:pt>
                <c:pt idx="4567">
                  <c:v>43286</c:v>
                </c:pt>
                <c:pt idx="4568">
                  <c:v>43287</c:v>
                </c:pt>
                <c:pt idx="4569">
                  <c:v>43290</c:v>
                </c:pt>
                <c:pt idx="4570">
                  <c:v>43291</c:v>
                </c:pt>
                <c:pt idx="4571">
                  <c:v>43292</c:v>
                </c:pt>
                <c:pt idx="4572">
                  <c:v>43293</c:v>
                </c:pt>
                <c:pt idx="4573">
                  <c:v>43294</c:v>
                </c:pt>
                <c:pt idx="4574">
                  <c:v>43297</c:v>
                </c:pt>
                <c:pt idx="4575">
                  <c:v>43298</c:v>
                </c:pt>
                <c:pt idx="4576">
                  <c:v>43299</c:v>
                </c:pt>
                <c:pt idx="4577">
                  <c:v>43300</c:v>
                </c:pt>
                <c:pt idx="4578">
                  <c:v>43301</c:v>
                </c:pt>
                <c:pt idx="4579">
                  <c:v>43304</c:v>
                </c:pt>
                <c:pt idx="4580">
                  <c:v>43305</c:v>
                </c:pt>
                <c:pt idx="4581">
                  <c:v>43306</c:v>
                </c:pt>
                <c:pt idx="4582">
                  <c:v>43307</c:v>
                </c:pt>
                <c:pt idx="4583">
                  <c:v>43308</c:v>
                </c:pt>
                <c:pt idx="4584">
                  <c:v>43311</c:v>
                </c:pt>
                <c:pt idx="4585">
                  <c:v>43312</c:v>
                </c:pt>
                <c:pt idx="4586">
                  <c:v>43313</c:v>
                </c:pt>
                <c:pt idx="4587">
                  <c:v>43314</c:v>
                </c:pt>
                <c:pt idx="4588">
                  <c:v>43315</c:v>
                </c:pt>
                <c:pt idx="4589">
                  <c:v>43318</c:v>
                </c:pt>
                <c:pt idx="4590">
                  <c:v>43319</c:v>
                </c:pt>
                <c:pt idx="4591">
                  <c:v>43320</c:v>
                </c:pt>
                <c:pt idx="4592">
                  <c:v>43321</c:v>
                </c:pt>
                <c:pt idx="4593">
                  <c:v>43322</c:v>
                </c:pt>
                <c:pt idx="4594">
                  <c:v>43325</c:v>
                </c:pt>
                <c:pt idx="4595">
                  <c:v>43326</c:v>
                </c:pt>
                <c:pt idx="4596">
                  <c:v>43327</c:v>
                </c:pt>
                <c:pt idx="4597">
                  <c:v>43328</c:v>
                </c:pt>
                <c:pt idx="4598">
                  <c:v>43329</c:v>
                </c:pt>
                <c:pt idx="4599">
                  <c:v>43332</c:v>
                </c:pt>
                <c:pt idx="4600">
                  <c:v>43333</c:v>
                </c:pt>
                <c:pt idx="4601">
                  <c:v>43334</c:v>
                </c:pt>
                <c:pt idx="4602">
                  <c:v>43335</c:v>
                </c:pt>
                <c:pt idx="4603">
                  <c:v>43336</c:v>
                </c:pt>
                <c:pt idx="4604">
                  <c:v>43339</c:v>
                </c:pt>
                <c:pt idx="4605">
                  <c:v>43340</c:v>
                </c:pt>
                <c:pt idx="4606">
                  <c:v>43341</c:v>
                </c:pt>
                <c:pt idx="4607">
                  <c:v>43342</c:v>
                </c:pt>
                <c:pt idx="4608">
                  <c:v>43343</c:v>
                </c:pt>
                <c:pt idx="4609">
                  <c:v>43346</c:v>
                </c:pt>
                <c:pt idx="4610">
                  <c:v>43347</c:v>
                </c:pt>
                <c:pt idx="4611">
                  <c:v>43348</c:v>
                </c:pt>
                <c:pt idx="4612">
                  <c:v>43349</c:v>
                </c:pt>
                <c:pt idx="4613">
                  <c:v>43350</c:v>
                </c:pt>
                <c:pt idx="4614">
                  <c:v>43353</c:v>
                </c:pt>
                <c:pt idx="4615">
                  <c:v>43354</c:v>
                </c:pt>
                <c:pt idx="4616">
                  <c:v>43355</c:v>
                </c:pt>
                <c:pt idx="4617">
                  <c:v>43356</c:v>
                </c:pt>
                <c:pt idx="4618">
                  <c:v>43357</c:v>
                </c:pt>
                <c:pt idx="4619">
                  <c:v>43360</c:v>
                </c:pt>
                <c:pt idx="4620">
                  <c:v>43361</c:v>
                </c:pt>
                <c:pt idx="4621">
                  <c:v>43362</c:v>
                </c:pt>
                <c:pt idx="4622">
                  <c:v>43363</c:v>
                </c:pt>
                <c:pt idx="4623">
                  <c:v>43364</c:v>
                </c:pt>
                <c:pt idx="4624">
                  <c:v>43367</c:v>
                </c:pt>
                <c:pt idx="4625">
                  <c:v>43368</c:v>
                </c:pt>
                <c:pt idx="4626">
                  <c:v>43369</c:v>
                </c:pt>
                <c:pt idx="4627">
                  <c:v>43370</c:v>
                </c:pt>
                <c:pt idx="4628">
                  <c:v>43371</c:v>
                </c:pt>
                <c:pt idx="4629">
                  <c:v>43374</c:v>
                </c:pt>
                <c:pt idx="4630">
                  <c:v>43375</c:v>
                </c:pt>
                <c:pt idx="4631">
                  <c:v>43376</c:v>
                </c:pt>
                <c:pt idx="4632">
                  <c:v>43377</c:v>
                </c:pt>
                <c:pt idx="4633">
                  <c:v>43378</c:v>
                </c:pt>
                <c:pt idx="4634">
                  <c:v>43381</c:v>
                </c:pt>
                <c:pt idx="4635">
                  <c:v>43382</c:v>
                </c:pt>
                <c:pt idx="4636">
                  <c:v>43383</c:v>
                </c:pt>
                <c:pt idx="4637">
                  <c:v>43384</c:v>
                </c:pt>
                <c:pt idx="4638">
                  <c:v>43385</c:v>
                </c:pt>
                <c:pt idx="4639">
                  <c:v>43388</c:v>
                </c:pt>
                <c:pt idx="4640">
                  <c:v>43389</c:v>
                </c:pt>
                <c:pt idx="4641">
                  <c:v>43390</c:v>
                </c:pt>
                <c:pt idx="4642">
                  <c:v>43391</c:v>
                </c:pt>
                <c:pt idx="4643">
                  <c:v>43392</c:v>
                </c:pt>
                <c:pt idx="4644">
                  <c:v>43395</c:v>
                </c:pt>
                <c:pt idx="4645">
                  <c:v>43396</c:v>
                </c:pt>
                <c:pt idx="4646">
                  <c:v>43397</c:v>
                </c:pt>
                <c:pt idx="4647">
                  <c:v>43398</c:v>
                </c:pt>
                <c:pt idx="4648">
                  <c:v>43399</c:v>
                </c:pt>
                <c:pt idx="4649">
                  <c:v>43402</c:v>
                </c:pt>
                <c:pt idx="4650">
                  <c:v>43403</c:v>
                </c:pt>
                <c:pt idx="4651">
                  <c:v>43404</c:v>
                </c:pt>
                <c:pt idx="4652">
                  <c:v>43405</c:v>
                </c:pt>
                <c:pt idx="4653">
                  <c:v>43406</c:v>
                </c:pt>
                <c:pt idx="4654">
                  <c:v>43409</c:v>
                </c:pt>
                <c:pt idx="4655">
                  <c:v>43410</c:v>
                </c:pt>
                <c:pt idx="4656">
                  <c:v>43411</c:v>
                </c:pt>
                <c:pt idx="4657">
                  <c:v>43412</c:v>
                </c:pt>
                <c:pt idx="4658">
                  <c:v>43413</c:v>
                </c:pt>
                <c:pt idx="4659">
                  <c:v>43416</c:v>
                </c:pt>
                <c:pt idx="4660">
                  <c:v>43417</c:v>
                </c:pt>
                <c:pt idx="4661">
                  <c:v>43418</c:v>
                </c:pt>
                <c:pt idx="4662">
                  <c:v>43419</c:v>
                </c:pt>
                <c:pt idx="4663">
                  <c:v>43420</c:v>
                </c:pt>
                <c:pt idx="4664">
                  <c:v>43423</c:v>
                </c:pt>
                <c:pt idx="4665">
                  <c:v>43424</c:v>
                </c:pt>
                <c:pt idx="4666">
                  <c:v>43425</c:v>
                </c:pt>
                <c:pt idx="4667">
                  <c:v>43426</c:v>
                </c:pt>
                <c:pt idx="4668">
                  <c:v>43427</c:v>
                </c:pt>
                <c:pt idx="4669">
                  <c:v>43430</c:v>
                </c:pt>
                <c:pt idx="4670">
                  <c:v>43431</c:v>
                </c:pt>
                <c:pt idx="4671">
                  <c:v>43432</c:v>
                </c:pt>
                <c:pt idx="4672">
                  <c:v>43433</c:v>
                </c:pt>
                <c:pt idx="4673">
                  <c:v>43434</c:v>
                </c:pt>
                <c:pt idx="4674">
                  <c:v>43437</c:v>
                </c:pt>
                <c:pt idx="4675">
                  <c:v>43438</c:v>
                </c:pt>
                <c:pt idx="4676">
                  <c:v>43439</c:v>
                </c:pt>
                <c:pt idx="4677">
                  <c:v>43440</c:v>
                </c:pt>
                <c:pt idx="4678">
                  <c:v>43441</c:v>
                </c:pt>
                <c:pt idx="4679">
                  <c:v>43444</c:v>
                </c:pt>
                <c:pt idx="4680">
                  <c:v>43445</c:v>
                </c:pt>
                <c:pt idx="4681">
                  <c:v>43446</c:v>
                </c:pt>
                <c:pt idx="4682">
                  <c:v>43447</c:v>
                </c:pt>
                <c:pt idx="4683">
                  <c:v>43448</c:v>
                </c:pt>
                <c:pt idx="4684">
                  <c:v>43451</c:v>
                </c:pt>
                <c:pt idx="4685">
                  <c:v>43452</c:v>
                </c:pt>
                <c:pt idx="4686">
                  <c:v>43453</c:v>
                </c:pt>
                <c:pt idx="4687">
                  <c:v>43454</c:v>
                </c:pt>
                <c:pt idx="4688">
                  <c:v>43455</c:v>
                </c:pt>
                <c:pt idx="4689">
                  <c:v>43458</c:v>
                </c:pt>
                <c:pt idx="4690">
                  <c:v>43459</c:v>
                </c:pt>
                <c:pt idx="4691">
                  <c:v>43460</c:v>
                </c:pt>
                <c:pt idx="4692">
                  <c:v>43461</c:v>
                </c:pt>
                <c:pt idx="4693">
                  <c:v>43462</c:v>
                </c:pt>
                <c:pt idx="4694">
                  <c:v>43465</c:v>
                </c:pt>
                <c:pt idx="4695">
                  <c:v>43466</c:v>
                </c:pt>
                <c:pt idx="4696">
                  <c:v>43467</c:v>
                </c:pt>
                <c:pt idx="4697">
                  <c:v>43468</c:v>
                </c:pt>
                <c:pt idx="4698">
                  <c:v>43469</c:v>
                </c:pt>
                <c:pt idx="4699">
                  <c:v>43472</c:v>
                </c:pt>
                <c:pt idx="4700">
                  <c:v>43473</c:v>
                </c:pt>
                <c:pt idx="4701">
                  <c:v>43474</c:v>
                </c:pt>
                <c:pt idx="4702">
                  <c:v>43475</c:v>
                </c:pt>
                <c:pt idx="4703">
                  <c:v>43476</c:v>
                </c:pt>
                <c:pt idx="4704">
                  <c:v>43479</c:v>
                </c:pt>
                <c:pt idx="4705">
                  <c:v>43480</c:v>
                </c:pt>
                <c:pt idx="4706">
                  <c:v>43481</c:v>
                </c:pt>
                <c:pt idx="4707">
                  <c:v>43482</c:v>
                </c:pt>
                <c:pt idx="4708">
                  <c:v>43483</c:v>
                </c:pt>
                <c:pt idx="4709">
                  <c:v>43486</c:v>
                </c:pt>
                <c:pt idx="4710">
                  <c:v>43487</c:v>
                </c:pt>
                <c:pt idx="4711">
                  <c:v>43488</c:v>
                </c:pt>
                <c:pt idx="4712">
                  <c:v>43489</c:v>
                </c:pt>
                <c:pt idx="4713">
                  <c:v>43490</c:v>
                </c:pt>
                <c:pt idx="4714">
                  <c:v>43493</c:v>
                </c:pt>
                <c:pt idx="4715">
                  <c:v>43494</c:v>
                </c:pt>
                <c:pt idx="4716">
                  <c:v>43495</c:v>
                </c:pt>
                <c:pt idx="4717">
                  <c:v>43496</c:v>
                </c:pt>
                <c:pt idx="4718">
                  <c:v>43497</c:v>
                </c:pt>
                <c:pt idx="4719">
                  <c:v>43500</c:v>
                </c:pt>
                <c:pt idx="4720">
                  <c:v>43501</c:v>
                </c:pt>
                <c:pt idx="4721">
                  <c:v>43502</c:v>
                </c:pt>
                <c:pt idx="4722">
                  <c:v>43503</c:v>
                </c:pt>
                <c:pt idx="4723">
                  <c:v>43504</c:v>
                </c:pt>
                <c:pt idx="4724">
                  <c:v>43507</c:v>
                </c:pt>
                <c:pt idx="4725">
                  <c:v>43508</c:v>
                </c:pt>
                <c:pt idx="4726">
                  <c:v>43509</c:v>
                </c:pt>
                <c:pt idx="4727">
                  <c:v>43510</c:v>
                </c:pt>
                <c:pt idx="4728">
                  <c:v>43511</c:v>
                </c:pt>
                <c:pt idx="4729">
                  <c:v>43514</c:v>
                </c:pt>
                <c:pt idx="4730">
                  <c:v>43515</c:v>
                </c:pt>
                <c:pt idx="4731">
                  <c:v>43516</c:v>
                </c:pt>
                <c:pt idx="4732">
                  <c:v>43517</c:v>
                </c:pt>
                <c:pt idx="4733">
                  <c:v>43518</c:v>
                </c:pt>
                <c:pt idx="4734">
                  <c:v>43521</c:v>
                </c:pt>
                <c:pt idx="4735">
                  <c:v>43522</c:v>
                </c:pt>
                <c:pt idx="4736">
                  <c:v>43523</c:v>
                </c:pt>
                <c:pt idx="4737">
                  <c:v>43524</c:v>
                </c:pt>
                <c:pt idx="4738">
                  <c:v>43525</c:v>
                </c:pt>
                <c:pt idx="4739">
                  <c:v>43528</c:v>
                </c:pt>
                <c:pt idx="4740">
                  <c:v>43529</c:v>
                </c:pt>
                <c:pt idx="4741">
                  <c:v>43530</c:v>
                </c:pt>
                <c:pt idx="4742">
                  <c:v>43531</c:v>
                </c:pt>
                <c:pt idx="4743">
                  <c:v>43532</c:v>
                </c:pt>
                <c:pt idx="4744">
                  <c:v>43535</c:v>
                </c:pt>
                <c:pt idx="4745">
                  <c:v>43536</c:v>
                </c:pt>
                <c:pt idx="4746">
                  <c:v>43537</c:v>
                </c:pt>
                <c:pt idx="4747">
                  <c:v>43538</c:v>
                </c:pt>
                <c:pt idx="4748">
                  <c:v>43539</c:v>
                </c:pt>
                <c:pt idx="4749">
                  <c:v>43542</c:v>
                </c:pt>
                <c:pt idx="4750">
                  <c:v>43543</c:v>
                </c:pt>
                <c:pt idx="4751">
                  <c:v>43544</c:v>
                </c:pt>
                <c:pt idx="4752">
                  <c:v>43545</c:v>
                </c:pt>
                <c:pt idx="4753">
                  <c:v>43546</c:v>
                </c:pt>
                <c:pt idx="4754">
                  <c:v>43549</c:v>
                </c:pt>
                <c:pt idx="4755">
                  <c:v>43550</c:v>
                </c:pt>
                <c:pt idx="4756">
                  <c:v>43551</c:v>
                </c:pt>
                <c:pt idx="4757">
                  <c:v>43552</c:v>
                </c:pt>
                <c:pt idx="4758">
                  <c:v>43553</c:v>
                </c:pt>
                <c:pt idx="4759">
                  <c:v>43556</c:v>
                </c:pt>
                <c:pt idx="4760">
                  <c:v>43557</c:v>
                </c:pt>
                <c:pt idx="4761">
                  <c:v>43558</c:v>
                </c:pt>
                <c:pt idx="4762">
                  <c:v>43559</c:v>
                </c:pt>
                <c:pt idx="4763">
                  <c:v>43560</c:v>
                </c:pt>
                <c:pt idx="4764">
                  <c:v>43563</c:v>
                </c:pt>
                <c:pt idx="4765">
                  <c:v>43564</c:v>
                </c:pt>
                <c:pt idx="4766">
                  <c:v>43565</c:v>
                </c:pt>
                <c:pt idx="4767">
                  <c:v>43566</c:v>
                </c:pt>
                <c:pt idx="4768">
                  <c:v>43567</c:v>
                </c:pt>
                <c:pt idx="4769">
                  <c:v>43570</c:v>
                </c:pt>
                <c:pt idx="4770">
                  <c:v>43571</c:v>
                </c:pt>
                <c:pt idx="4771">
                  <c:v>43572</c:v>
                </c:pt>
                <c:pt idx="4772">
                  <c:v>43573</c:v>
                </c:pt>
                <c:pt idx="4773">
                  <c:v>43574</c:v>
                </c:pt>
                <c:pt idx="4774">
                  <c:v>43577</c:v>
                </c:pt>
                <c:pt idx="4775">
                  <c:v>43578</c:v>
                </c:pt>
                <c:pt idx="4776">
                  <c:v>43579</c:v>
                </c:pt>
                <c:pt idx="4777">
                  <c:v>43580</c:v>
                </c:pt>
                <c:pt idx="4778">
                  <c:v>43581</c:v>
                </c:pt>
                <c:pt idx="4779">
                  <c:v>43584</c:v>
                </c:pt>
                <c:pt idx="4780">
                  <c:v>43585</c:v>
                </c:pt>
                <c:pt idx="4781">
                  <c:v>43586</c:v>
                </c:pt>
                <c:pt idx="4782">
                  <c:v>43587</c:v>
                </c:pt>
                <c:pt idx="4783">
                  <c:v>43588</c:v>
                </c:pt>
                <c:pt idx="4784">
                  <c:v>43591</c:v>
                </c:pt>
                <c:pt idx="4785">
                  <c:v>43592</c:v>
                </c:pt>
                <c:pt idx="4786">
                  <c:v>43593</c:v>
                </c:pt>
                <c:pt idx="4787">
                  <c:v>43594</c:v>
                </c:pt>
                <c:pt idx="4788">
                  <c:v>43595</c:v>
                </c:pt>
                <c:pt idx="4789">
                  <c:v>43598</c:v>
                </c:pt>
                <c:pt idx="4790">
                  <c:v>43599</c:v>
                </c:pt>
                <c:pt idx="4791">
                  <c:v>43600</c:v>
                </c:pt>
                <c:pt idx="4792">
                  <c:v>43601</c:v>
                </c:pt>
                <c:pt idx="4793">
                  <c:v>43602</c:v>
                </c:pt>
                <c:pt idx="4794">
                  <c:v>43605</c:v>
                </c:pt>
                <c:pt idx="4795">
                  <c:v>43606</c:v>
                </c:pt>
                <c:pt idx="4796">
                  <c:v>43607</c:v>
                </c:pt>
                <c:pt idx="4797">
                  <c:v>43608</c:v>
                </c:pt>
                <c:pt idx="4798">
                  <c:v>43609</c:v>
                </c:pt>
                <c:pt idx="4799">
                  <c:v>43612</c:v>
                </c:pt>
                <c:pt idx="4800">
                  <c:v>43613</c:v>
                </c:pt>
                <c:pt idx="4801">
                  <c:v>43614</c:v>
                </c:pt>
                <c:pt idx="4802">
                  <c:v>43615</c:v>
                </c:pt>
                <c:pt idx="4803">
                  <c:v>43616</c:v>
                </c:pt>
                <c:pt idx="4804">
                  <c:v>43619</c:v>
                </c:pt>
                <c:pt idx="4805">
                  <c:v>43620</c:v>
                </c:pt>
                <c:pt idx="4806">
                  <c:v>43621</c:v>
                </c:pt>
                <c:pt idx="4807">
                  <c:v>43622</c:v>
                </c:pt>
                <c:pt idx="4808">
                  <c:v>43623</c:v>
                </c:pt>
                <c:pt idx="4809">
                  <c:v>43626</c:v>
                </c:pt>
                <c:pt idx="4810">
                  <c:v>43627</c:v>
                </c:pt>
                <c:pt idx="4811">
                  <c:v>43628</c:v>
                </c:pt>
                <c:pt idx="4812">
                  <c:v>43629</c:v>
                </c:pt>
                <c:pt idx="4813">
                  <c:v>43630</c:v>
                </c:pt>
                <c:pt idx="4814">
                  <c:v>43633</c:v>
                </c:pt>
                <c:pt idx="4815">
                  <c:v>43634</c:v>
                </c:pt>
                <c:pt idx="4816">
                  <c:v>43635</c:v>
                </c:pt>
                <c:pt idx="4817">
                  <c:v>43636</c:v>
                </c:pt>
                <c:pt idx="4818">
                  <c:v>43637</c:v>
                </c:pt>
                <c:pt idx="4819">
                  <c:v>43640</c:v>
                </c:pt>
                <c:pt idx="4820">
                  <c:v>43641</c:v>
                </c:pt>
                <c:pt idx="4821">
                  <c:v>43642</c:v>
                </c:pt>
                <c:pt idx="4822">
                  <c:v>43643</c:v>
                </c:pt>
                <c:pt idx="4823">
                  <c:v>43644</c:v>
                </c:pt>
                <c:pt idx="4824">
                  <c:v>43647</c:v>
                </c:pt>
                <c:pt idx="4825">
                  <c:v>43648</c:v>
                </c:pt>
                <c:pt idx="4826">
                  <c:v>43649</c:v>
                </c:pt>
                <c:pt idx="4827">
                  <c:v>43650</c:v>
                </c:pt>
                <c:pt idx="4828">
                  <c:v>43651</c:v>
                </c:pt>
                <c:pt idx="4829">
                  <c:v>43654</c:v>
                </c:pt>
                <c:pt idx="4830">
                  <c:v>43655</c:v>
                </c:pt>
                <c:pt idx="4831">
                  <c:v>43656</c:v>
                </c:pt>
                <c:pt idx="4832">
                  <c:v>43657</c:v>
                </c:pt>
                <c:pt idx="4833">
                  <c:v>43658</c:v>
                </c:pt>
                <c:pt idx="4834">
                  <c:v>43661</c:v>
                </c:pt>
                <c:pt idx="4835">
                  <c:v>43662</c:v>
                </c:pt>
                <c:pt idx="4836">
                  <c:v>43663</c:v>
                </c:pt>
                <c:pt idx="4837">
                  <c:v>43664</c:v>
                </c:pt>
                <c:pt idx="4838">
                  <c:v>43665</c:v>
                </c:pt>
                <c:pt idx="4839">
                  <c:v>43668</c:v>
                </c:pt>
                <c:pt idx="4840">
                  <c:v>43669</c:v>
                </c:pt>
                <c:pt idx="4841">
                  <c:v>43670</c:v>
                </c:pt>
                <c:pt idx="4842">
                  <c:v>43671</c:v>
                </c:pt>
                <c:pt idx="4843">
                  <c:v>43672</c:v>
                </c:pt>
                <c:pt idx="4844">
                  <c:v>43675</c:v>
                </c:pt>
                <c:pt idx="4845">
                  <c:v>43676</c:v>
                </c:pt>
                <c:pt idx="4846">
                  <c:v>43677</c:v>
                </c:pt>
                <c:pt idx="4847">
                  <c:v>43678</c:v>
                </c:pt>
                <c:pt idx="4848">
                  <c:v>43679</c:v>
                </c:pt>
                <c:pt idx="4849">
                  <c:v>43682</c:v>
                </c:pt>
                <c:pt idx="4850">
                  <c:v>43683</c:v>
                </c:pt>
                <c:pt idx="4851">
                  <c:v>43684</c:v>
                </c:pt>
                <c:pt idx="4852">
                  <c:v>43685</c:v>
                </c:pt>
                <c:pt idx="4853">
                  <c:v>43686</c:v>
                </c:pt>
                <c:pt idx="4854">
                  <c:v>43689</c:v>
                </c:pt>
                <c:pt idx="4855">
                  <c:v>43690</c:v>
                </c:pt>
                <c:pt idx="4856">
                  <c:v>43691</c:v>
                </c:pt>
                <c:pt idx="4857">
                  <c:v>43692</c:v>
                </c:pt>
                <c:pt idx="4858">
                  <c:v>43693</c:v>
                </c:pt>
                <c:pt idx="4859">
                  <c:v>43696</c:v>
                </c:pt>
                <c:pt idx="4860">
                  <c:v>43697</c:v>
                </c:pt>
                <c:pt idx="4861">
                  <c:v>43698</c:v>
                </c:pt>
                <c:pt idx="4862">
                  <c:v>43699</c:v>
                </c:pt>
                <c:pt idx="4863">
                  <c:v>43700</c:v>
                </c:pt>
                <c:pt idx="4864">
                  <c:v>43703</c:v>
                </c:pt>
                <c:pt idx="4865">
                  <c:v>43704</c:v>
                </c:pt>
                <c:pt idx="4866">
                  <c:v>43705</c:v>
                </c:pt>
                <c:pt idx="4867">
                  <c:v>43706</c:v>
                </c:pt>
                <c:pt idx="4868">
                  <c:v>43707</c:v>
                </c:pt>
                <c:pt idx="4869">
                  <c:v>43710</c:v>
                </c:pt>
                <c:pt idx="4870">
                  <c:v>43711</c:v>
                </c:pt>
                <c:pt idx="4871">
                  <c:v>43712</c:v>
                </c:pt>
                <c:pt idx="4872">
                  <c:v>43713</c:v>
                </c:pt>
                <c:pt idx="4873">
                  <c:v>43714</c:v>
                </c:pt>
                <c:pt idx="4874">
                  <c:v>43717</c:v>
                </c:pt>
                <c:pt idx="4875">
                  <c:v>43718</c:v>
                </c:pt>
                <c:pt idx="4876">
                  <c:v>43719</c:v>
                </c:pt>
                <c:pt idx="4877">
                  <c:v>43720</c:v>
                </c:pt>
                <c:pt idx="4878">
                  <c:v>43721</c:v>
                </c:pt>
                <c:pt idx="4879">
                  <c:v>43724</c:v>
                </c:pt>
                <c:pt idx="4880">
                  <c:v>43725</c:v>
                </c:pt>
                <c:pt idx="4881">
                  <c:v>43726</c:v>
                </c:pt>
                <c:pt idx="4882">
                  <c:v>43727</c:v>
                </c:pt>
                <c:pt idx="4883">
                  <c:v>43728</c:v>
                </c:pt>
                <c:pt idx="4884">
                  <c:v>43731</c:v>
                </c:pt>
                <c:pt idx="4885">
                  <c:v>43732</c:v>
                </c:pt>
                <c:pt idx="4886">
                  <c:v>43733</c:v>
                </c:pt>
                <c:pt idx="4887">
                  <c:v>43734</c:v>
                </c:pt>
                <c:pt idx="4888">
                  <c:v>43735</c:v>
                </c:pt>
                <c:pt idx="4889">
                  <c:v>43738</c:v>
                </c:pt>
                <c:pt idx="4890">
                  <c:v>43739</c:v>
                </c:pt>
                <c:pt idx="4891">
                  <c:v>43740</c:v>
                </c:pt>
                <c:pt idx="4892">
                  <c:v>43741</c:v>
                </c:pt>
                <c:pt idx="4893">
                  <c:v>43742</c:v>
                </c:pt>
                <c:pt idx="4894">
                  <c:v>43745</c:v>
                </c:pt>
                <c:pt idx="4895">
                  <c:v>43746</c:v>
                </c:pt>
                <c:pt idx="4896">
                  <c:v>43747</c:v>
                </c:pt>
                <c:pt idx="4897">
                  <c:v>43748</c:v>
                </c:pt>
                <c:pt idx="4898">
                  <c:v>43749</c:v>
                </c:pt>
                <c:pt idx="4899">
                  <c:v>43752</c:v>
                </c:pt>
                <c:pt idx="4900">
                  <c:v>43753</c:v>
                </c:pt>
                <c:pt idx="4901">
                  <c:v>43754</c:v>
                </c:pt>
                <c:pt idx="4902">
                  <c:v>43755</c:v>
                </c:pt>
                <c:pt idx="4903">
                  <c:v>43756</c:v>
                </c:pt>
                <c:pt idx="4904">
                  <c:v>43759</c:v>
                </c:pt>
                <c:pt idx="4905">
                  <c:v>43760</c:v>
                </c:pt>
                <c:pt idx="4906">
                  <c:v>43761</c:v>
                </c:pt>
                <c:pt idx="4907">
                  <c:v>43762</c:v>
                </c:pt>
                <c:pt idx="4908">
                  <c:v>43763</c:v>
                </c:pt>
                <c:pt idx="4909">
                  <c:v>43766</c:v>
                </c:pt>
                <c:pt idx="4910">
                  <c:v>43767</c:v>
                </c:pt>
                <c:pt idx="4911">
                  <c:v>43768</c:v>
                </c:pt>
                <c:pt idx="4912">
                  <c:v>43769</c:v>
                </c:pt>
                <c:pt idx="4913">
                  <c:v>43770</c:v>
                </c:pt>
                <c:pt idx="4914">
                  <c:v>43773</c:v>
                </c:pt>
                <c:pt idx="4915">
                  <c:v>43774</c:v>
                </c:pt>
                <c:pt idx="4916">
                  <c:v>43775</c:v>
                </c:pt>
                <c:pt idx="4917">
                  <c:v>43776</c:v>
                </c:pt>
                <c:pt idx="4918">
                  <c:v>43777</c:v>
                </c:pt>
                <c:pt idx="4919">
                  <c:v>43780</c:v>
                </c:pt>
                <c:pt idx="4920">
                  <c:v>43781</c:v>
                </c:pt>
                <c:pt idx="4921">
                  <c:v>43782</c:v>
                </c:pt>
                <c:pt idx="4922">
                  <c:v>43783</c:v>
                </c:pt>
                <c:pt idx="4923">
                  <c:v>43784</c:v>
                </c:pt>
                <c:pt idx="4924">
                  <c:v>43787</c:v>
                </c:pt>
                <c:pt idx="4925">
                  <c:v>43788</c:v>
                </c:pt>
                <c:pt idx="4926">
                  <c:v>43789</c:v>
                </c:pt>
                <c:pt idx="4927">
                  <c:v>43790</c:v>
                </c:pt>
                <c:pt idx="4928">
                  <c:v>43791</c:v>
                </c:pt>
                <c:pt idx="4929">
                  <c:v>43794</c:v>
                </c:pt>
                <c:pt idx="4930">
                  <c:v>43795</c:v>
                </c:pt>
                <c:pt idx="4931">
                  <c:v>43796</c:v>
                </c:pt>
                <c:pt idx="4932">
                  <c:v>43797</c:v>
                </c:pt>
                <c:pt idx="4933">
                  <c:v>43798</c:v>
                </c:pt>
                <c:pt idx="4934">
                  <c:v>43801</c:v>
                </c:pt>
                <c:pt idx="4935">
                  <c:v>43802</c:v>
                </c:pt>
                <c:pt idx="4936">
                  <c:v>43803</c:v>
                </c:pt>
                <c:pt idx="4937">
                  <c:v>43804</c:v>
                </c:pt>
                <c:pt idx="4938">
                  <c:v>43805</c:v>
                </c:pt>
                <c:pt idx="4939">
                  <c:v>43808</c:v>
                </c:pt>
                <c:pt idx="4940">
                  <c:v>43809</c:v>
                </c:pt>
                <c:pt idx="4941">
                  <c:v>43810</c:v>
                </c:pt>
                <c:pt idx="4942">
                  <c:v>43811</c:v>
                </c:pt>
                <c:pt idx="4943">
                  <c:v>43812</c:v>
                </c:pt>
                <c:pt idx="4944">
                  <c:v>43815</c:v>
                </c:pt>
                <c:pt idx="4945">
                  <c:v>43816</c:v>
                </c:pt>
                <c:pt idx="4946">
                  <c:v>43817</c:v>
                </c:pt>
                <c:pt idx="4947">
                  <c:v>43818</c:v>
                </c:pt>
                <c:pt idx="4948">
                  <c:v>43819</c:v>
                </c:pt>
                <c:pt idx="4949">
                  <c:v>43822</c:v>
                </c:pt>
                <c:pt idx="4950">
                  <c:v>43823</c:v>
                </c:pt>
                <c:pt idx="4951">
                  <c:v>43824</c:v>
                </c:pt>
                <c:pt idx="4952">
                  <c:v>43825</c:v>
                </c:pt>
                <c:pt idx="4953">
                  <c:v>43826</c:v>
                </c:pt>
                <c:pt idx="4954">
                  <c:v>43829</c:v>
                </c:pt>
                <c:pt idx="4955">
                  <c:v>43830</c:v>
                </c:pt>
                <c:pt idx="4956">
                  <c:v>43831</c:v>
                </c:pt>
                <c:pt idx="4957">
                  <c:v>43832</c:v>
                </c:pt>
                <c:pt idx="4958">
                  <c:v>43833</c:v>
                </c:pt>
                <c:pt idx="4959">
                  <c:v>43836</c:v>
                </c:pt>
                <c:pt idx="4960">
                  <c:v>43837</c:v>
                </c:pt>
                <c:pt idx="4961">
                  <c:v>43838</c:v>
                </c:pt>
                <c:pt idx="4962">
                  <c:v>43839</c:v>
                </c:pt>
                <c:pt idx="4963">
                  <c:v>43840</c:v>
                </c:pt>
                <c:pt idx="4964">
                  <c:v>43843</c:v>
                </c:pt>
                <c:pt idx="4965">
                  <c:v>43844</c:v>
                </c:pt>
                <c:pt idx="4966">
                  <c:v>43845</c:v>
                </c:pt>
                <c:pt idx="4967">
                  <c:v>43846</c:v>
                </c:pt>
                <c:pt idx="4968">
                  <c:v>43847</c:v>
                </c:pt>
                <c:pt idx="4969">
                  <c:v>43850</c:v>
                </c:pt>
                <c:pt idx="4970">
                  <c:v>43851</c:v>
                </c:pt>
                <c:pt idx="4971">
                  <c:v>43852</c:v>
                </c:pt>
                <c:pt idx="4972">
                  <c:v>43853</c:v>
                </c:pt>
                <c:pt idx="4973">
                  <c:v>43854</c:v>
                </c:pt>
                <c:pt idx="4974">
                  <c:v>43857</c:v>
                </c:pt>
                <c:pt idx="4975">
                  <c:v>43858</c:v>
                </c:pt>
                <c:pt idx="4976">
                  <c:v>43859</c:v>
                </c:pt>
                <c:pt idx="4977">
                  <c:v>43860</c:v>
                </c:pt>
                <c:pt idx="4978">
                  <c:v>43861</c:v>
                </c:pt>
                <c:pt idx="4979">
                  <c:v>43864</c:v>
                </c:pt>
                <c:pt idx="4980">
                  <c:v>43865</c:v>
                </c:pt>
                <c:pt idx="4981">
                  <c:v>43866</c:v>
                </c:pt>
                <c:pt idx="4982">
                  <c:v>43867</c:v>
                </c:pt>
                <c:pt idx="4983">
                  <c:v>43868</c:v>
                </c:pt>
                <c:pt idx="4984">
                  <c:v>43871</c:v>
                </c:pt>
                <c:pt idx="4985">
                  <c:v>43872</c:v>
                </c:pt>
                <c:pt idx="4986">
                  <c:v>43873</c:v>
                </c:pt>
                <c:pt idx="4987">
                  <c:v>43874</c:v>
                </c:pt>
                <c:pt idx="4988">
                  <c:v>43875</c:v>
                </c:pt>
                <c:pt idx="4989">
                  <c:v>43878</c:v>
                </c:pt>
                <c:pt idx="4990">
                  <c:v>43879</c:v>
                </c:pt>
                <c:pt idx="4991">
                  <c:v>43880</c:v>
                </c:pt>
                <c:pt idx="4992">
                  <c:v>43881</c:v>
                </c:pt>
                <c:pt idx="4993">
                  <c:v>43882</c:v>
                </c:pt>
                <c:pt idx="4994">
                  <c:v>43885</c:v>
                </c:pt>
                <c:pt idx="4995">
                  <c:v>43886</c:v>
                </c:pt>
                <c:pt idx="4996">
                  <c:v>43887</c:v>
                </c:pt>
                <c:pt idx="4997">
                  <c:v>43888</c:v>
                </c:pt>
                <c:pt idx="4998">
                  <c:v>43889</c:v>
                </c:pt>
                <c:pt idx="4999">
                  <c:v>43892</c:v>
                </c:pt>
                <c:pt idx="5000">
                  <c:v>43893</c:v>
                </c:pt>
                <c:pt idx="5001">
                  <c:v>43894</c:v>
                </c:pt>
                <c:pt idx="5002">
                  <c:v>43895</c:v>
                </c:pt>
                <c:pt idx="5003">
                  <c:v>43896</c:v>
                </c:pt>
                <c:pt idx="5004">
                  <c:v>43899</c:v>
                </c:pt>
                <c:pt idx="5005">
                  <c:v>43900</c:v>
                </c:pt>
                <c:pt idx="5006">
                  <c:v>43901</c:v>
                </c:pt>
                <c:pt idx="5007">
                  <c:v>43902</c:v>
                </c:pt>
                <c:pt idx="5008">
                  <c:v>43903</c:v>
                </c:pt>
                <c:pt idx="5009">
                  <c:v>43906</c:v>
                </c:pt>
                <c:pt idx="5010">
                  <c:v>43907</c:v>
                </c:pt>
                <c:pt idx="5011">
                  <c:v>43908</c:v>
                </c:pt>
                <c:pt idx="5012">
                  <c:v>43909</c:v>
                </c:pt>
                <c:pt idx="5013">
                  <c:v>43910</c:v>
                </c:pt>
                <c:pt idx="5014">
                  <c:v>43913</c:v>
                </c:pt>
                <c:pt idx="5015">
                  <c:v>43914</c:v>
                </c:pt>
                <c:pt idx="5016">
                  <c:v>43915</c:v>
                </c:pt>
                <c:pt idx="5017">
                  <c:v>43916</c:v>
                </c:pt>
                <c:pt idx="5018">
                  <c:v>43917</c:v>
                </c:pt>
                <c:pt idx="5019">
                  <c:v>43920</c:v>
                </c:pt>
                <c:pt idx="5020">
                  <c:v>43921</c:v>
                </c:pt>
                <c:pt idx="5021">
                  <c:v>43922</c:v>
                </c:pt>
                <c:pt idx="5022">
                  <c:v>43923</c:v>
                </c:pt>
                <c:pt idx="5023">
                  <c:v>43924</c:v>
                </c:pt>
                <c:pt idx="5024">
                  <c:v>43927</c:v>
                </c:pt>
                <c:pt idx="5025">
                  <c:v>43928</c:v>
                </c:pt>
                <c:pt idx="5026">
                  <c:v>43929</c:v>
                </c:pt>
                <c:pt idx="5027">
                  <c:v>43930</c:v>
                </c:pt>
                <c:pt idx="5028">
                  <c:v>43931</c:v>
                </c:pt>
                <c:pt idx="5029">
                  <c:v>43934</c:v>
                </c:pt>
                <c:pt idx="5030">
                  <c:v>43935</c:v>
                </c:pt>
                <c:pt idx="5031">
                  <c:v>43936</c:v>
                </c:pt>
                <c:pt idx="5032">
                  <c:v>43937</c:v>
                </c:pt>
                <c:pt idx="5033">
                  <c:v>43938</c:v>
                </c:pt>
                <c:pt idx="5034">
                  <c:v>43941</c:v>
                </c:pt>
                <c:pt idx="5035">
                  <c:v>43942</c:v>
                </c:pt>
                <c:pt idx="5036">
                  <c:v>43943</c:v>
                </c:pt>
                <c:pt idx="5037">
                  <c:v>43944</c:v>
                </c:pt>
                <c:pt idx="5038">
                  <c:v>43945</c:v>
                </c:pt>
                <c:pt idx="5039">
                  <c:v>43948</c:v>
                </c:pt>
                <c:pt idx="5040">
                  <c:v>43949</c:v>
                </c:pt>
                <c:pt idx="5041">
                  <c:v>43950</c:v>
                </c:pt>
                <c:pt idx="5042">
                  <c:v>43951</c:v>
                </c:pt>
                <c:pt idx="5043">
                  <c:v>43952</c:v>
                </c:pt>
                <c:pt idx="5044">
                  <c:v>43955</c:v>
                </c:pt>
                <c:pt idx="5045">
                  <c:v>43956</c:v>
                </c:pt>
                <c:pt idx="5046">
                  <c:v>43957</c:v>
                </c:pt>
                <c:pt idx="5047">
                  <c:v>43958</c:v>
                </c:pt>
                <c:pt idx="5048">
                  <c:v>43959</c:v>
                </c:pt>
                <c:pt idx="5049">
                  <c:v>43962</c:v>
                </c:pt>
                <c:pt idx="5050">
                  <c:v>43963</c:v>
                </c:pt>
                <c:pt idx="5051">
                  <c:v>43964</c:v>
                </c:pt>
                <c:pt idx="5052">
                  <c:v>43965</c:v>
                </c:pt>
                <c:pt idx="5053">
                  <c:v>43966</c:v>
                </c:pt>
                <c:pt idx="5054">
                  <c:v>43969</c:v>
                </c:pt>
                <c:pt idx="5055">
                  <c:v>43970</c:v>
                </c:pt>
                <c:pt idx="5056">
                  <c:v>43971</c:v>
                </c:pt>
                <c:pt idx="5057">
                  <c:v>43972</c:v>
                </c:pt>
                <c:pt idx="5058">
                  <c:v>43973</c:v>
                </c:pt>
                <c:pt idx="5059">
                  <c:v>43976</c:v>
                </c:pt>
                <c:pt idx="5060">
                  <c:v>43977</c:v>
                </c:pt>
                <c:pt idx="5061">
                  <c:v>43978</c:v>
                </c:pt>
                <c:pt idx="5062">
                  <c:v>43979</c:v>
                </c:pt>
                <c:pt idx="5063">
                  <c:v>43980</c:v>
                </c:pt>
                <c:pt idx="5064">
                  <c:v>43983</c:v>
                </c:pt>
                <c:pt idx="5065">
                  <c:v>43984</c:v>
                </c:pt>
                <c:pt idx="5066">
                  <c:v>43985</c:v>
                </c:pt>
                <c:pt idx="5067">
                  <c:v>43986</c:v>
                </c:pt>
                <c:pt idx="5068">
                  <c:v>43987</c:v>
                </c:pt>
                <c:pt idx="5069">
                  <c:v>43990</c:v>
                </c:pt>
                <c:pt idx="5070">
                  <c:v>43991</c:v>
                </c:pt>
                <c:pt idx="5071">
                  <c:v>43992</c:v>
                </c:pt>
                <c:pt idx="5072">
                  <c:v>43993</c:v>
                </c:pt>
                <c:pt idx="5073">
                  <c:v>43994</c:v>
                </c:pt>
                <c:pt idx="5074">
                  <c:v>43997</c:v>
                </c:pt>
                <c:pt idx="5075">
                  <c:v>43998</c:v>
                </c:pt>
                <c:pt idx="5076">
                  <c:v>43999</c:v>
                </c:pt>
                <c:pt idx="5077">
                  <c:v>44000</c:v>
                </c:pt>
                <c:pt idx="5078">
                  <c:v>44001</c:v>
                </c:pt>
                <c:pt idx="5079">
                  <c:v>44004</c:v>
                </c:pt>
                <c:pt idx="5080">
                  <c:v>44005</c:v>
                </c:pt>
                <c:pt idx="5081">
                  <c:v>44006</c:v>
                </c:pt>
                <c:pt idx="5082">
                  <c:v>44007</c:v>
                </c:pt>
                <c:pt idx="5083">
                  <c:v>44008</c:v>
                </c:pt>
                <c:pt idx="5084">
                  <c:v>44011</c:v>
                </c:pt>
                <c:pt idx="5085">
                  <c:v>44012</c:v>
                </c:pt>
                <c:pt idx="5086">
                  <c:v>44013</c:v>
                </c:pt>
                <c:pt idx="5087">
                  <c:v>44014</c:v>
                </c:pt>
                <c:pt idx="5088">
                  <c:v>44015</c:v>
                </c:pt>
                <c:pt idx="5089">
                  <c:v>44018</c:v>
                </c:pt>
                <c:pt idx="5090">
                  <c:v>44019</c:v>
                </c:pt>
                <c:pt idx="5091">
                  <c:v>44020</c:v>
                </c:pt>
                <c:pt idx="5092">
                  <c:v>44021</c:v>
                </c:pt>
                <c:pt idx="5093">
                  <c:v>44022</c:v>
                </c:pt>
                <c:pt idx="5094">
                  <c:v>44025</c:v>
                </c:pt>
                <c:pt idx="5095">
                  <c:v>44026</c:v>
                </c:pt>
                <c:pt idx="5096">
                  <c:v>44027</c:v>
                </c:pt>
                <c:pt idx="5097">
                  <c:v>44028</c:v>
                </c:pt>
                <c:pt idx="5098">
                  <c:v>44029</c:v>
                </c:pt>
                <c:pt idx="5099">
                  <c:v>44032</c:v>
                </c:pt>
                <c:pt idx="5100">
                  <c:v>44033</c:v>
                </c:pt>
                <c:pt idx="5101">
                  <c:v>44034</c:v>
                </c:pt>
                <c:pt idx="5102">
                  <c:v>44035</c:v>
                </c:pt>
                <c:pt idx="5103">
                  <c:v>44036</c:v>
                </c:pt>
                <c:pt idx="5104">
                  <c:v>44039</c:v>
                </c:pt>
                <c:pt idx="5105">
                  <c:v>44040</c:v>
                </c:pt>
                <c:pt idx="5106">
                  <c:v>44041</c:v>
                </c:pt>
                <c:pt idx="5107">
                  <c:v>44042</c:v>
                </c:pt>
                <c:pt idx="5108">
                  <c:v>44043</c:v>
                </c:pt>
                <c:pt idx="5109">
                  <c:v>44046</c:v>
                </c:pt>
                <c:pt idx="5110">
                  <c:v>44047</c:v>
                </c:pt>
                <c:pt idx="5111">
                  <c:v>44048</c:v>
                </c:pt>
                <c:pt idx="5112">
                  <c:v>44049</c:v>
                </c:pt>
                <c:pt idx="5113">
                  <c:v>44050</c:v>
                </c:pt>
                <c:pt idx="5114">
                  <c:v>44053</c:v>
                </c:pt>
                <c:pt idx="5115">
                  <c:v>44054</c:v>
                </c:pt>
                <c:pt idx="5116">
                  <c:v>44055</c:v>
                </c:pt>
                <c:pt idx="5117">
                  <c:v>44056</c:v>
                </c:pt>
                <c:pt idx="5118">
                  <c:v>44057</c:v>
                </c:pt>
                <c:pt idx="5119">
                  <c:v>44060</c:v>
                </c:pt>
                <c:pt idx="5120">
                  <c:v>44061</c:v>
                </c:pt>
                <c:pt idx="5121">
                  <c:v>44062</c:v>
                </c:pt>
                <c:pt idx="5122">
                  <c:v>44063</c:v>
                </c:pt>
                <c:pt idx="5123">
                  <c:v>44064</c:v>
                </c:pt>
                <c:pt idx="5124">
                  <c:v>44067</c:v>
                </c:pt>
                <c:pt idx="5125">
                  <c:v>44068</c:v>
                </c:pt>
                <c:pt idx="5126">
                  <c:v>44069</c:v>
                </c:pt>
                <c:pt idx="5127">
                  <c:v>44070</c:v>
                </c:pt>
                <c:pt idx="5128">
                  <c:v>44071</c:v>
                </c:pt>
                <c:pt idx="5129">
                  <c:v>44074</c:v>
                </c:pt>
                <c:pt idx="5130">
                  <c:v>44075</c:v>
                </c:pt>
                <c:pt idx="5131">
                  <c:v>44076</c:v>
                </c:pt>
                <c:pt idx="5132">
                  <c:v>44077</c:v>
                </c:pt>
                <c:pt idx="5133">
                  <c:v>44078</c:v>
                </c:pt>
                <c:pt idx="5134">
                  <c:v>44081</c:v>
                </c:pt>
                <c:pt idx="5135">
                  <c:v>44082</c:v>
                </c:pt>
                <c:pt idx="5136">
                  <c:v>44083</c:v>
                </c:pt>
                <c:pt idx="5137">
                  <c:v>44084</c:v>
                </c:pt>
                <c:pt idx="5138">
                  <c:v>44085</c:v>
                </c:pt>
                <c:pt idx="5139">
                  <c:v>44088</c:v>
                </c:pt>
                <c:pt idx="5140">
                  <c:v>44089</c:v>
                </c:pt>
                <c:pt idx="5141">
                  <c:v>44090</c:v>
                </c:pt>
                <c:pt idx="5142">
                  <c:v>44091</c:v>
                </c:pt>
                <c:pt idx="5143">
                  <c:v>44092</c:v>
                </c:pt>
                <c:pt idx="5144">
                  <c:v>44095</c:v>
                </c:pt>
                <c:pt idx="5145">
                  <c:v>44096</c:v>
                </c:pt>
                <c:pt idx="5146">
                  <c:v>44097</c:v>
                </c:pt>
                <c:pt idx="5147">
                  <c:v>44098</c:v>
                </c:pt>
                <c:pt idx="5148">
                  <c:v>44099</c:v>
                </c:pt>
                <c:pt idx="5149">
                  <c:v>44102</c:v>
                </c:pt>
                <c:pt idx="5150">
                  <c:v>44103</c:v>
                </c:pt>
                <c:pt idx="5151">
                  <c:v>44104</c:v>
                </c:pt>
                <c:pt idx="5152">
                  <c:v>44105</c:v>
                </c:pt>
                <c:pt idx="5153">
                  <c:v>44106</c:v>
                </c:pt>
                <c:pt idx="5154">
                  <c:v>44109</c:v>
                </c:pt>
                <c:pt idx="5155">
                  <c:v>44110</c:v>
                </c:pt>
                <c:pt idx="5156">
                  <c:v>44111</c:v>
                </c:pt>
                <c:pt idx="5157">
                  <c:v>44112</c:v>
                </c:pt>
                <c:pt idx="5158">
                  <c:v>44113</c:v>
                </c:pt>
                <c:pt idx="5159">
                  <c:v>44116</c:v>
                </c:pt>
                <c:pt idx="5160">
                  <c:v>44117</c:v>
                </c:pt>
                <c:pt idx="5161">
                  <c:v>44118</c:v>
                </c:pt>
                <c:pt idx="5162">
                  <c:v>44119</c:v>
                </c:pt>
                <c:pt idx="5163">
                  <c:v>44120</c:v>
                </c:pt>
                <c:pt idx="5164">
                  <c:v>44123</c:v>
                </c:pt>
                <c:pt idx="5165">
                  <c:v>44124</c:v>
                </c:pt>
                <c:pt idx="5166">
                  <c:v>44125</c:v>
                </c:pt>
                <c:pt idx="5167">
                  <c:v>44126</c:v>
                </c:pt>
                <c:pt idx="5168">
                  <c:v>44127</c:v>
                </c:pt>
                <c:pt idx="5169">
                  <c:v>44130</c:v>
                </c:pt>
                <c:pt idx="5170">
                  <c:v>44131</c:v>
                </c:pt>
                <c:pt idx="5171">
                  <c:v>44132</c:v>
                </c:pt>
                <c:pt idx="5172">
                  <c:v>44133</c:v>
                </c:pt>
                <c:pt idx="5173">
                  <c:v>44134</c:v>
                </c:pt>
                <c:pt idx="5174">
                  <c:v>44137</c:v>
                </c:pt>
                <c:pt idx="5175">
                  <c:v>44138</c:v>
                </c:pt>
                <c:pt idx="5176">
                  <c:v>44139</c:v>
                </c:pt>
                <c:pt idx="5177">
                  <c:v>44140</c:v>
                </c:pt>
                <c:pt idx="5178">
                  <c:v>44141</c:v>
                </c:pt>
                <c:pt idx="5179">
                  <c:v>44144</c:v>
                </c:pt>
                <c:pt idx="5180">
                  <c:v>44145</c:v>
                </c:pt>
                <c:pt idx="5181">
                  <c:v>44146</c:v>
                </c:pt>
                <c:pt idx="5182">
                  <c:v>44147</c:v>
                </c:pt>
                <c:pt idx="5183">
                  <c:v>44148</c:v>
                </c:pt>
                <c:pt idx="5184">
                  <c:v>44151</c:v>
                </c:pt>
                <c:pt idx="5185">
                  <c:v>44152</c:v>
                </c:pt>
                <c:pt idx="5186">
                  <c:v>44153</c:v>
                </c:pt>
                <c:pt idx="5187">
                  <c:v>44154</c:v>
                </c:pt>
                <c:pt idx="5188">
                  <c:v>44155</c:v>
                </c:pt>
                <c:pt idx="5189">
                  <c:v>44158</c:v>
                </c:pt>
                <c:pt idx="5190">
                  <c:v>44159</c:v>
                </c:pt>
                <c:pt idx="5191">
                  <c:v>44160</c:v>
                </c:pt>
                <c:pt idx="5192">
                  <c:v>44161</c:v>
                </c:pt>
                <c:pt idx="5193">
                  <c:v>44162</c:v>
                </c:pt>
                <c:pt idx="5194">
                  <c:v>44165</c:v>
                </c:pt>
                <c:pt idx="5195">
                  <c:v>44166</c:v>
                </c:pt>
                <c:pt idx="5196">
                  <c:v>44167</c:v>
                </c:pt>
                <c:pt idx="5197">
                  <c:v>44168</c:v>
                </c:pt>
                <c:pt idx="5198">
                  <c:v>44169</c:v>
                </c:pt>
                <c:pt idx="5199">
                  <c:v>44172</c:v>
                </c:pt>
                <c:pt idx="5200">
                  <c:v>44173</c:v>
                </c:pt>
                <c:pt idx="5201">
                  <c:v>44174</c:v>
                </c:pt>
                <c:pt idx="5202">
                  <c:v>44175</c:v>
                </c:pt>
                <c:pt idx="5203">
                  <c:v>44176</c:v>
                </c:pt>
                <c:pt idx="5204">
                  <c:v>44179</c:v>
                </c:pt>
                <c:pt idx="5205">
                  <c:v>44180</c:v>
                </c:pt>
                <c:pt idx="5206">
                  <c:v>44181</c:v>
                </c:pt>
                <c:pt idx="5207">
                  <c:v>44182</c:v>
                </c:pt>
                <c:pt idx="5208">
                  <c:v>44183</c:v>
                </c:pt>
                <c:pt idx="5209">
                  <c:v>44186</c:v>
                </c:pt>
                <c:pt idx="5210">
                  <c:v>44187</c:v>
                </c:pt>
                <c:pt idx="5211">
                  <c:v>44188</c:v>
                </c:pt>
                <c:pt idx="5212">
                  <c:v>44189</c:v>
                </c:pt>
                <c:pt idx="5213">
                  <c:v>44190</c:v>
                </c:pt>
                <c:pt idx="5214">
                  <c:v>44193</c:v>
                </c:pt>
                <c:pt idx="5215">
                  <c:v>44194</c:v>
                </c:pt>
                <c:pt idx="5216">
                  <c:v>44195</c:v>
                </c:pt>
                <c:pt idx="5217">
                  <c:v>44196</c:v>
                </c:pt>
                <c:pt idx="5218">
                  <c:v>44197</c:v>
                </c:pt>
                <c:pt idx="5219">
                  <c:v>44200</c:v>
                </c:pt>
                <c:pt idx="5220">
                  <c:v>44201</c:v>
                </c:pt>
                <c:pt idx="5221">
                  <c:v>44202</c:v>
                </c:pt>
                <c:pt idx="5222">
                  <c:v>44203</c:v>
                </c:pt>
                <c:pt idx="5223">
                  <c:v>44204</c:v>
                </c:pt>
                <c:pt idx="5224">
                  <c:v>44207</c:v>
                </c:pt>
                <c:pt idx="5225">
                  <c:v>44208</c:v>
                </c:pt>
                <c:pt idx="5226">
                  <c:v>44209</c:v>
                </c:pt>
                <c:pt idx="5227">
                  <c:v>44210</c:v>
                </c:pt>
                <c:pt idx="5228">
                  <c:v>44211</c:v>
                </c:pt>
                <c:pt idx="5229">
                  <c:v>44214</c:v>
                </c:pt>
                <c:pt idx="5230">
                  <c:v>44215</c:v>
                </c:pt>
                <c:pt idx="5231">
                  <c:v>44216</c:v>
                </c:pt>
                <c:pt idx="5232">
                  <c:v>44217</c:v>
                </c:pt>
                <c:pt idx="5233">
                  <c:v>44218</c:v>
                </c:pt>
                <c:pt idx="5234">
                  <c:v>44221</c:v>
                </c:pt>
                <c:pt idx="5235">
                  <c:v>44222</c:v>
                </c:pt>
                <c:pt idx="5236">
                  <c:v>44223</c:v>
                </c:pt>
                <c:pt idx="5237">
                  <c:v>44224</c:v>
                </c:pt>
                <c:pt idx="5238">
                  <c:v>44225</c:v>
                </c:pt>
                <c:pt idx="5239">
                  <c:v>44228</c:v>
                </c:pt>
                <c:pt idx="5240">
                  <c:v>44229</c:v>
                </c:pt>
                <c:pt idx="5241">
                  <c:v>44230</c:v>
                </c:pt>
                <c:pt idx="5242">
                  <c:v>44231</c:v>
                </c:pt>
                <c:pt idx="5243">
                  <c:v>44232</c:v>
                </c:pt>
                <c:pt idx="5244">
                  <c:v>44235</c:v>
                </c:pt>
                <c:pt idx="5245">
                  <c:v>44236</c:v>
                </c:pt>
                <c:pt idx="5246">
                  <c:v>44237</c:v>
                </c:pt>
                <c:pt idx="5247">
                  <c:v>44238</c:v>
                </c:pt>
                <c:pt idx="5248">
                  <c:v>44239</c:v>
                </c:pt>
                <c:pt idx="5249">
                  <c:v>44242</c:v>
                </c:pt>
                <c:pt idx="5250">
                  <c:v>44243</c:v>
                </c:pt>
                <c:pt idx="5251">
                  <c:v>44244</c:v>
                </c:pt>
                <c:pt idx="5252">
                  <c:v>44245</c:v>
                </c:pt>
                <c:pt idx="5253">
                  <c:v>44246</c:v>
                </c:pt>
                <c:pt idx="5254">
                  <c:v>44249</c:v>
                </c:pt>
                <c:pt idx="5255">
                  <c:v>44250</c:v>
                </c:pt>
                <c:pt idx="5256">
                  <c:v>44251</c:v>
                </c:pt>
                <c:pt idx="5257">
                  <c:v>44252</c:v>
                </c:pt>
                <c:pt idx="5258">
                  <c:v>44253</c:v>
                </c:pt>
                <c:pt idx="5259">
                  <c:v>44256</c:v>
                </c:pt>
                <c:pt idx="5260">
                  <c:v>44257</c:v>
                </c:pt>
                <c:pt idx="5261">
                  <c:v>44258</c:v>
                </c:pt>
                <c:pt idx="5262">
                  <c:v>44259</c:v>
                </c:pt>
                <c:pt idx="5263">
                  <c:v>44260</c:v>
                </c:pt>
                <c:pt idx="5264">
                  <c:v>44263</c:v>
                </c:pt>
                <c:pt idx="5265">
                  <c:v>44264</c:v>
                </c:pt>
                <c:pt idx="5266">
                  <c:v>44265</c:v>
                </c:pt>
                <c:pt idx="5267">
                  <c:v>44266</c:v>
                </c:pt>
                <c:pt idx="5268">
                  <c:v>44267</c:v>
                </c:pt>
                <c:pt idx="5269">
                  <c:v>44270</c:v>
                </c:pt>
                <c:pt idx="5270">
                  <c:v>44271</c:v>
                </c:pt>
                <c:pt idx="5271">
                  <c:v>44272</c:v>
                </c:pt>
                <c:pt idx="5272">
                  <c:v>44273</c:v>
                </c:pt>
                <c:pt idx="5273">
                  <c:v>44274</c:v>
                </c:pt>
                <c:pt idx="5274">
                  <c:v>44277</c:v>
                </c:pt>
                <c:pt idx="5275">
                  <c:v>44278</c:v>
                </c:pt>
                <c:pt idx="5276">
                  <c:v>44279</c:v>
                </c:pt>
                <c:pt idx="5277">
                  <c:v>44280</c:v>
                </c:pt>
                <c:pt idx="5278">
                  <c:v>44281</c:v>
                </c:pt>
                <c:pt idx="5279">
                  <c:v>44284</c:v>
                </c:pt>
                <c:pt idx="5280">
                  <c:v>44285</c:v>
                </c:pt>
                <c:pt idx="5281">
                  <c:v>44286</c:v>
                </c:pt>
                <c:pt idx="5282">
                  <c:v>44287</c:v>
                </c:pt>
                <c:pt idx="5283">
                  <c:v>44288</c:v>
                </c:pt>
                <c:pt idx="5284">
                  <c:v>44291</c:v>
                </c:pt>
                <c:pt idx="5285">
                  <c:v>44292</c:v>
                </c:pt>
                <c:pt idx="5286">
                  <c:v>44293</c:v>
                </c:pt>
                <c:pt idx="5287">
                  <c:v>44294</c:v>
                </c:pt>
                <c:pt idx="5288">
                  <c:v>44295</c:v>
                </c:pt>
                <c:pt idx="5289">
                  <c:v>44298</c:v>
                </c:pt>
                <c:pt idx="5290">
                  <c:v>44299</c:v>
                </c:pt>
                <c:pt idx="5291">
                  <c:v>44300</c:v>
                </c:pt>
                <c:pt idx="5292">
                  <c:v>44301</c:v>
                </c:pt>
                <c:pt idx="5293">
                  <c:v>44302</c:v>
                </c:pt>
                <c:pt idx="5294">
                  <c:v>44305</c:v>
                </c:pt>
                <c:pt idx="5295">
                  <c:v>44306</c:v>
                </c:pt>
                <c:pt idx="5296">
                  <c:v>44307</c:v>
                </c:pt>
                <c:pt idx="5297">
                  <c:v>44308</c:v>
                </c:pt>
                <c:pt idx="5298">
                  <c:v>44309</c:v>
                </c:pt>
                <c:pt idx="5299">
                  <c:v>44312</c:v>
                </c:pt>
                <c:pt idx="5300">
                  <c:v>44313</c:v>
                </c:pt>
                <c:pt idx="5301">
                  <c:v>44314</c:v>
                </c:pt>
                <c:pt idx="5302">
                  <c:v>44315</c:v>
                </c:pt>
                <c:pt idx="5303">
                  <c:v>44316</c:v>
                </c:pt>
                <c:pt idx="5304">
                  <c:v>44319</c:v>
                </c:pt>
                <c:pt idx="5305">
                  <c:v>44320</c:v>
                </c:pt>
                <c:pt idx="5306">
                  <c:v>44321</c:v>
                </c:pt>
                <c:pt idx="5307">
                  <c:v>44322</c:v>
                </c:pt>
                <c:pt idx="5308">
                  <c:v>44323</c:v>
                </c:pt>
                <c:pt idx="5309">
                  <c:v>44326</c:v>
                </c:pt>
                <c:pt idx="5310">
                  <c:v>44327</c:v>
                </c:pt>
                <c:pt idx="5311">
                  <c:v>44328</c:v>
                </c:pt>
                <c:pt idx="5312">
                  <c:v>44329</c:v>
                </c:pt>
                <c:pt idx="5313">
                  <c:v>44330</c:v>
                </c:pt>
                <c:pt idx="5314">
                  <c:v>44333</c:v>
                </c:pt>
                <c:pt idx="5315">
                  <c:v>44334</c:v>
                </c:pt>
                <c:pt idx="5316">
                  <c:v>44335</c:v>
                </c:pt>
                <c:pt idx="5317">
                  <c:v>44336</c:v>
                </c:pt>
                <c:pt idx="5318">
                  <c:v>44337</c:v>
                </c:pt>
                <c:pt idx="5319">
                  <c:v>44340</c:v>
                </c:pt>
                <c:pt idx="5320">
                  <c:v>44341</c:v>
                </c:pt>
                <c:pt idx="5321">
                  <c:v>44342</c:v>
                </c:pt>
                <c:pt idx="5322">
                  <c:v>44343</c:v>
                </c:pt>
                <c:pt idx="5323">
                  <c:v>44344</c:v>
                </c:pt>
                <c:pt idx="5324">
                  <c:v>44347</c:v>
                </c:pt>
                <c:pt idx="5325">
                  <c:v>44348</c:v>
                </c:pt>
                <c:pt idx="5326">
                  <c:v>44349</c:v>
                </c:pt>
                <c:pt idx="5327">
                  <c:v>44350</c:v>
                </c:pt>
                <c:pt idx="5328">
                  <c:v>44351</c:v>
                </c:pt>
                <c:pt idx="5329">
                  <c:v>44354</c:v>
                </c:pt>
                <c:pt idx="5330">
                  <c:v>44355</c:v>
                </c:pt>
                <c:pt idx="5331">
                  <c:v>44356</c:v>
                </c:pt>
                <c:pt idx="5332">
                  <c:v>44357</c:v>
                </c:pt>
                <c:pt idx="5333">
                  <c:v>44358</c:v>
                </c:pt>
                <c:pt idx="5334">
                  <c:v>44361</c:v>
                </c:pt>
                <c:pt idx="5335">
                  <c:v>44362</c:v>
                </c:pt>
                <c:pt idx="5336">
                  <c:v>44363</c:v>
                </c:pt>
                <c:pt idx="5337">
                  <c:v>44364</c:v>
                </c:pt>
                <c:pt idx="5338">
                  <c:v>44365</c:v>
                </c:pt>
                <c:pt idx="5339">
                  <c:v>44368</c:v>
                </c:pt>
                <c:pt idx="5340">
                  <c:v>44369</c:v>
                </c:pt>
                <c:pt idx="5341">
                  <c:v>44370</c:v>
                </c:pt>
                <c:pt idx="5342">
                  <c:v>44371</c:v>
                </c:pt>
                <c:pt idx="5343">
                  <c:v>44372</c:v>
                </c:pt>
                <c:pt idx="5344">
                  <c:v>44375</c:v>
                </c:pt>
                <c:pt idx="5345">
                  <c:v>44376</c:v>
                </c:pt>
                <c:pt idx="5346">
                  <c:v>44377</c:v>
                </c:pt>
                <c:pt idx="5347">
                  <c:v>44378</c:v>
                </c:pt>
                <c:pt idx="5348">
                  <c:v>44379</c:v>
                </c:pt>
                <c:pt idx="5349">
                  <c:v>44382</c:v>
                </c:pt>
                <c:pt idx="5350">
                  <c:v>44383</c:v>
                </c:pt>
                <c:pt idx="5351">
                  <c:v>44384</c:v>
                </c:pt>
                <c:pt idx="5352">
                  <c:v>44385</c:v>
                </c:pt>
                <c:pt idx="5353">
                  <c:v>44386</c:v>
                </c:pt>
                <c:pt idx="5354">
                  <c:v>44389</c:v>
                </c:pt>
                <c:pt idx="5355">
                  <c:v>44390</c:v>
                </c:pt>
                <c:pt idx="5356">
                  <c:v>44391</c:v>
                </c:pt>
                <c:pt idx="5357">
                  <c:v>44392</c:v>
                </c:pt>
                <c:pt idx="5358">
                  <c:v>44393</c:v>
                </c:pt>
                <c:pt idx="5359">
                  <c:v>44396</c:v>
                </c:pt>
                <c:pt idx="5360">
                  <c:v>44397</c:v>
                </c:pt>
                <c:pt idx="5361">
                  <c:v>44398</c:v>
                </c:pt>
                <c:pt idx="5362">
                  <c:v>44399</c:v>
                </c:pt>
                <c:pt idx="5363">
                  <c:v>44400</c:v>
                </c:pt>
                <c:pt idx="5364">
                  <c:v>44403</c:v>
                </c:pt>
                <c:pt idx="5365">
                  <c:v>44404</c:v>
                </c:pt>
                <c:pt idx="5366">
                  <c:v>44405</c:v>
                </c:pt>
                <c:pt idx="5367">
                  <c:v>44406</c:v>
                </c:pt>
                <c:pt idx="5368">
                  <c:v>44407</c:v>
                </c:pt>
                <c:pt idx="5369">
                  <c:v>44410</c:v>
                </c:pt>
                <c:pt idx="5370">
                  <c:v>44411</c:v>
                </c:pt>
                <c:pt idx="5371">
                  <c:v>44412</c:v>
                </c:pt>
                <c:pt idx="5372">
                  <c:v>44413</c:v>
                </c:pt>
                <c:pt idx="5373">
                  <c:v>44414</c:v>
                </c:pt>
                <c:pt idx="5374">
                  <c:v>44417</c:v>
                </c:pt>
                <c:pt idx="5375">
                  <c:v>44418</c:v>
                </c:pt>
                <c:pt idx="5376">
                  <c:v>44419</c:v>
                </c:pt>
                <c:pt idx="5377">
                  <c:v>44420</c:v>
                </c:pt>
                <c:pt idx="5378">
                  <c:v>44421</c:v>
                </c:pt>
                <c:pt idx="5379">
                  <c:v>44424</c:v>
                </c:pt>
                <c:pt idx="5380">
                  <c:v>44425</c:v>
                </c:pt>
                <c:pt idx="5381">
                  <c:v>44426</c:v>
                </c:pt>
                <c:pt idx="5382">
                  <c:v>44427</c:v>
                </c:pt>
                <c:pt idx="5383">
                  <c:v>44428</c:v>
                </c:pt>
                <c:pt idx="5384">
                  <c:v>44431</c:v>
                </c:pt>
                <c:pt idx="5385">
                  <c:v>44432</c:v>
                </c:pt>
                <c:pt idx="5386">
                  <c:v>44433</c:v>
                </c:pt>
                <c:pt idx="5387">
                  <c:v>44434</c:v>
                </c:pt>
                <c:pt idx="5388">
                  <c:v>44435</c:v>
                </c:pt>
                <c:pt idx="5389">
                  <c:v>44438</c:v>
                </c:pt>
                <c:pt idx="5390">
                  <c:v>44439</c:v>
                </c:pt>
                <c:pt idx="5391">
                  <c:v>44440</c:v>
                </c:pt>
                <c:pt idx="5392">
                  <c:v>44441</c:v>
                </c:pt>
                <c:pt idx="5393">
                  <c:v>44442</c:v>
                </c:pt>
                <c:pt idx="5394">
                  <c:v>44445</c:v>
                </c:pt>
                <c:pt idx="5395">
                  <c:v>44446</c:v>
                </c:pt>
                <c:pt idx="5396">
                  <c:v>44447</c:v>
                </c:pt>
                <c:pt idx="5397">
                  <c:v>44448</c:v>
                </c:pt>
                <c:pt idx="5398">
                  <c:v>44449</c:v>
                </c:pt>
                <c:pt idx="5399">
                  <c:v>44452</c:v>
                </c:pt>
                <c:pt idx="5400">
                  <c:v>44453</c:v>
                </c:pt>
                <c:pt idx="5401">
                  <c:v>44454</c:v>
                </c:pt>
                <c:pt idx="5402">
                  <c:v>44455</c:v>
                </c:pt>
                <c:pt idx="5403">
                  <c:v>44456</c:v>
                </c:pt>
                <c:pt idx="5404">
                  <c:v>44459</c:v>
                </c:pt>
                <c:pt idx="5405">
                  <c:v>44460</c:v>
                </c:pt>
                <c:pt idx="5406">
                  <c:v>44461</c:v>
                </c:pt>
                <c:pt idx="5407">
                  <c:v>44462</c:v>
                </c:pt>
                <c:pt idx="5408">
                  <c:v>44463</c:v>
                </c:pt>
                <c:pt idx="5409">
                  <c:v>44466</c:v>
                </c:pt>
                <c:pt idx="5410">
                  <c:v>44467</c:v>
                </c:pt>
                <c:pt idx="5411">
                  <c:v>44468</c:v>
                </c:pt>
                <c:pt idx="5412">
                  <c:v>44469</c:v>
                </c:pt>
                <c:pt idx="5413">
                  <c:v>44470</c:v>
                </c:pt>
                <c:pt idx="5414">
                  <c:v>44473</c:v>
                </c:pt>
                <c:pt idx="5415">
                  <c:v>44474</c:v>
                </c:pt>
                <c:pt idx="5416">
                  <c:v>44475</c:v>
                </c:pt>
                <c:pt idx="5417">
                  <c:v>44476</c:v>
                </c:pt>
                <c:pt idx="5418">
                  <c:v>44477</c:v>
                </c:pt>
                <c:pt idx="5419">
                  <c:v>44480</c:v>
                </c:pt>
                <c:pt idx="5420">
                  <c:v>44481</c:v>
                </c:pt>
                <c:pt idx="5421">
                  <c:v>44482</c:v>
                </c:pt>
                <c:pt idx="5422">
                  <c:v>44483</c:v>
                </c:pt>
                <c:pt idx="5423">
                  <c:v>44484</c:v>
                </c:pt>
                <c:pt idx="5424">
                  <c:v>44487</c:v>
                </c:pt>
                <c:pt idx="5425">
                  <c:v>44488</c:v>
                </c:pt>
                <c:pt idx="5426">
                  <c:v>44489</c:v>
                </c:pt>
                <c:pt idx="5427">
                  <c:v>44490</c:v>
                </c:pt>
                <c:pt idx="5428">
                  <c:v>44491</c:v>
                </c:pt>
                <c:pt idx="5429">
                  <c:v>44494</c:v>
                </c:pt>
                <c:pt idx="5430">
                  <c:v>44495</c:v>
                </c:pt>
                <c:pt idx="5431">
                  <c:v>44496</c:v>
                </c:pt>
                <c:pt idx="5432">
                  <c:v>44497</c:v>
                </c:pt>
                <c:pt idx="5433">
                  <c:v>44498</c:v>
                </c:pt>
                <c:pt idx="5434">
                  <c:v>44501</c:v>
                </c:pt>
                <c:pt idx="5435">
                  <c:v>44502</c:v>
                </c:pt>
                <c:pt idx="5436">
                  <c:v>44503</c:v>
                </c:pt>
                <c:pt idx="5437">
                  <c:v>44504</c:v>
                </c:pt>
                <c:pt idx="5438">
                  <c:v>44505</c:v>
                </c:pt>
                <c:pt idx="5439">
                  <c:v>44508</c:v>
                </c:pt>
                <c:pt idx="5440">
                  <c:v>44509</c:v>
                </c:pt>
                <c:pt idx="5441">
                  <c:v>44510</c:v>
                </c:pt>
                <c:pt idx="5442">
                  <c:v>44511</c:v>
                </c:pt>
                <c:pt idx="5443">
                  <c:v>44512</c:v>
                </c:pt>
                <c:pt idx="5444">
                  <c:v>44515</c:v>
                </c:pt>
                <c:pt idx="5445">
                  <c:v>44516</c:v>
                </c:pt>
                <c:pt idx="5446">
                  <c:v>44517</c:v>
                </c:pt>
                <c:pt idx="5447">
                  <c:v>44518</c:v>
                </c:pt>
                <c:pt idx="5448">
                  <c:v>44519</c:v>
                </c:pt>
                <c:pt idx="5449">
                  <c:v>44522</c:v>
                </c:pt>
                <c:pt idx="5450">
                  <c:v>44523</c:v>
                </c:pt>
                <c:pt idx="5451">
                  <c:v>44524</c:v>
                </c:pt>
                <c:pt idx="5452">
                  <c:v>44525</c:v>
                </c:pt>
                <c:pt idx="5453">
                  <c:v>44526</c:v>
                </c:pt>
                <c:pt idx="5454">
                  <c:v>44529</c:v>
                </c:pt>
                <c:pt idx="5455">
                  <c:v>44530</c:v>
                </c:pt>
                <c:pt idx="5456">
                  <c:v>44531</c:v>
                </c:pt>
                <c:pt idx="5457">
                  <c:v>44532</c:v>
                </c:pt>
                <c:pt idx="5458">
                  <c:v>44533</c:v>
                </c:pt>
                <c:pt idx="5459">
                  <c:v>44536</c:v>
                </c:pt>
                <c:pt idx="5460">
                  <c:v>44537</c:v>
                </c:pt>
                <c:pt idx="5461">
                  <c:v>44538</c:v>
                </c:pt>
                <c:pt idx="5462">
                  <c:v>44539</c:v>
                </c:pt>
                <c:pt idx="5463">
                  <c:v>44540</c:v>
                </c:pt>
                <c:pt idx="5464">
                  <c:v>44543</c:v>
                </c:pt>
                <c:pt idx="5465">
                  <c:v>44544</c:v>
                </c:pt>
                <c:pt idx="5466">
                  <c:v>44545</c:v>
                </c:pt>
                <c:pt idx="5467">
                  <c:v>44546</c:v>
                </c:pt>
                <c:pt idx="5468">
                  <c:v>44547</c:v>
                </c:pt>
                <c:pt idx="5469">
                  <c:v>44550</c:v>
                </c:pt>
                <c:pt idx="5470">
                  <c:v>44551</c:v>
                </c:pt>
                <c:pt idx="5471">
                  <c:v>44552</c:v>
                </c:pt>
                <c:pt idx="5472">
                  <c:v>44553</c:v>
                </c:pt>
                <c:pt idx="5473">
                  <c:v>44554</c:v>
                </c:pt>
                <c:pt idx="5474">
                  <c:v>44557</c:v>
                </c:pt>
                <c:pt idx="5475">
                  <c:v>44558</c:v>
                </c:pt>
                <c:pt idx="5476">
                  <c:v>44559</c:v>
                </c:pt>
                <c:pt idx="5477">
                  <c:v>44560</c:v>
                </c:pt>
                <c:pt idx="5478">
                  <c:v>44561</c:v>
                </c:pt>
                <c:pt idx="5479">
                  <c:v>44564</c:v>
                </c:pt>
                <c:pt idx="5480">
                  <c:v>44565</c:v>
                </c:pt>
                <c:pt idx="5481">
                  <c:v>44566</c:v>
                </c:pt>
                <c:pt idx="5482">
                  <c:v>44567</c:v>
                </c:pt>
                <c:pt idx="5483">
                  <c:v>44568</c:v>
                </c:pt>
                <c:pt idx="5484">
                  <c:v>44571</c:v>
                </c:pt>
                <c:pt idx="5485">
                  <c:v>44572</c:v>
                </c:pt>
                <c:pt idx="5486">
                  <c:v>44573</c:v>
                </c:pt>
                <c:pt idx="5487">
                  <c:v>44574</c:v>
                </c:pt>
                <c:pt idx="5488">
                  <c:v>44575</c:v>
                </c:pt>
                <c:pt idx="5489">
                  <c:v>44578</c:v>
                </c:pt>
                <c:pt idx="5490">
                  <c:v>44579</c:v>
                </c:pt>
                <c:pt idx="5491">
                  <c:v>44580</c:v>
                </c:pt>
                <c:pt idx="5492">
                  <c:v>44581</c:v>
                </c:pt>
                <c:pt idx="5493">
                  <c:v>44582</c:v>
                </c:pt>
                <c:pt idx="5494">
                  <c:v>44585</c:v>
                </c:pt>
                <c:pt idx="5495">
                  <c:v>44586</c:v>
                </c:pt>
                <c:pt idx="5496">
                  <c:v>44587</c:v>
                </c:pt>
                <c:pt idx="5497">
                  <c:v>44588</c:v>
                </c:pt>
                <c:pt idx="5498">
                  <c:v>44589</c:v>
                </c:pt>
                <c:pt idx="5499">
                  <c:v>44592</c:v>
                </c:pt>
                <c:pt idx="5500">
                  <c:v>44593</c:v>
                </c:pt>
                <c:pt idx="5501">
                  <c:v>44594</c:v>
                </c:pt>
                <c:pt idx="5502">
                  <c:v>44595</c:v>
                </c:pt>
                <c:pt idx="5503">
                  <c:v>44596</c:v>
                </c:pt>
                <c:pt idx="5504">
                  <c:v>44599</c:v>
                </c:pt>
                <c:pt idx="5505">
                  <c:v>44600</c:v>
                </c:pt>
                <c:pt idx="5506">
                  <c:v>44601</c:v>
                </c:pt>
                <c:pt idx="5507">
                  <c:v>44602</c:v>
                </c:pt>
                <c:pt idx="5508">
                  <c:v>44603</c:v>
                </c:pt>
                <c:pt idx="5509">
                  <c:v>44606</c:v>
                </c:pt>
                <c:pt idx="5510">
                  <c:v>44607</c:v>
                </c:pt>
                <c:pt idx="5511">
                  <c:v>44608</c:v>
                </c:pt>
                <c:pt idx="5512">
                  <c:v>44609</c:v>
                </c:pt>
                <c:pt idx="5513">
                  <c:v>44610</c:v>
                </c:pt>
                <c:pt idx="5514">
                  <c:v>44613</c:v>
                </c:pt>
                <c:pt idx="5515">
                  <c:v>44614</c:v>
                </c:pt>
                <c:pt idx="5516">
                  <c:v>44615</c:v>
                </c:pt>
                <c:pt idx="5517">
                  <c:v>44616</c:v>
                </c:pt>
                <c:pt idx="5518">
                  <c:v>44617</c:v>
                </c:pt>
                <c:pt idx="5519">
                  <c:v>44620</c:v>
                </c:pt>
                <c:pt idx="5520">
                  <c:v>44621</c:v>
                </c:pt>
                <c:pt idx="5521">
                  <c:v>44622</c:v>
                </c:pt>
                <c:pt idx="5522">
                  <c:v>44623</c:v>
                </c:pt>
                <c:pt idx="5523">
                  <c:v>44624</c:v>
                </c:pt>
                <c:pt idx="5524">
                  <c:v>44627</c:v>
                </c:pt>
                <c:pt idx="5525">
                  <c:v>44628</c:v>
                </c:pt>
                <c:pt idx="5526">
                  <c:v>44629</c:v>
                </c:pt>
                <c:pt idx="5527">
                  <c:v>44630</c:v>
                </c:pt>
                <c:pt idx="5528">
                  <c:v>44631</c:v>
                </c:pt>
                <c:pt idx="5529">
                  <c:v>44634</c:v>
                </c:pt>
                <c:pt idx="5530">
                  <c:v>44635</c:v>
                </c:pt>
                <c:pt idx="5531">
                  <c:v>44636</c:v>
                </c:pt>
                <c:pt idx="5532">
                  <c:v>44637</c:v>
                </c:pt>
                <c:pt idx="5533">
                  <c:v>44638</c:v>
                </c:pt>
                <c:pt idx="5534">
                  <c:v>44641</c:v>
                </c:pt>
                <c:pt idx="5535">
                  <c:v>44642</c:v>
                </c:pt>
                <c:pt idx="5536">
                  <c:v>44643</c:v>
                </c:pt>
                <c:pt idx="5537">
                  <c:v>44644</c:v>
                </c:pt>
                <c:pt idx="5538">
                  <c:v>44645</c:v>
                </c:pt>
                <c:pt idx="5539">
                  <c:v>44648</c:v>
                </c:pt>
                <c:pt idx="5540">
                  <c:v>44649</c:v>
                </c:pt>
                <c:pt idx="5541">
                  <c:v>44650</c:v>
                </c:pt>
                <c:pt idx="5542">
                  <c:v>44651</c:v>
                </c:pt>
                <c:pt idx="5543">
                  <c:v>44652</c:v>
                </c:pt>
                <c:pt idx="5544">
                  <c:v>44655</c:v>
                </c:pt>
                <c:pt idx="5545">
                  <c:v>44656</c:v>
                </c:pt>
                <c:pt idx="5546">
                  <c:v>44657</c:v>
                </c:pt>
                <c:pt idx="5547">
                  <c:v>44658</c:v>
                </c:pt>
                <c:pt idx="5548">
                  <c:v>44659</c:v>
                </c:pt>
                <c:pt idx="5549">
                  <c:v>44662</c:v>
                </c:pt>
                <c:pt idx="5550">
                  <c:v>44663</c:v>
                </c:pt>
                <c:pt idx="5551">
                  <c:v>44664</c:v>
                </c:pt>
                <c:pt idx="5552">
                  <c:v>44665</c:v>
                </c:pt>
                <c:pt idx="5553">
                  <c:v>44666</c:v>
                </c:pt>
                <c:pt idx="5554">
                  <c:v>44669</c:v>
                </c:pt>
                <c:pt idx="5555">
                  <c:v>44670</c:v>
                </c:pt>
                <c:pt idx="5556">
                  <c:v>44671</c:v>
                </c:pt>
                <c:pt idx="5557">
                  <c:v>44672</c:v>
                </c:pt>
                <c:pt idx="5558">
                  <c:v>44673</c:v>
                </c:pt>
                <c:pt idx="5559">
                  <c:v>44676</c:v>
                </c:pt>
                <c:pt idx="5560">
                  <c:v>44677</c:v>
                </c:pt>
                <c:pt idx="5561">
                  <c:v>44678</c:v>
                </c:pt>
                <c:pt idx="5562">
                  <c:v>44679</c:v>
                </c:pt>
                <c:pt idx="5563">
                  <c:v>44680</c:v>
                </c:pt>
                <c:pt idx="5564">
                  <c:v>44683</c:v>
                </c:pt>
                <c:pt idx="5565">
                  <c:v>44684</c:v>
                </c:pt>
                <c:pt idx="5566">
                  <c:v>44685</c:v>
                </c:pt>
                <c:pt idx="5567">
                  <c:v>44686</c:v>
                </c:pt>
                <c:pt idx="5568">
                  <c:v>44687</c:v>
                </c:pt>
                <c:pt idx="5569">
                  <c:v>44690</c:v>
                </c:pt>
                <c:pt idx="5570">
                  <c:v>44691</c:v>
                </c:pt>
                <c:pt idx="5571">
                  <c:v>44692</c:v>
                </c:pt>
                <c:pt idx="5572">
                  <c:v>44693</c:v>
                </c:pt>
                <c:pt idx="5573">
                  <c:v>44694</c:v>
                </c:pt>
                <c:pt idx="5574">
                  <c:v>44697</c:v>
                </c:pt>
                <c:pt idx="5575">
                  <c:v>44698</c:v>
                </c:pt>
                <c:pt idx="5576">
                  <c:v>44699</c:v>
                </c:pt>
                <c:pt idx="5577">
                  <c:v>44700</c:v>
                </c:pt>
                <c:pt idx="5578">
                  <c:v>44701</c:v>
                </c:pt>
                <c:pt idx="5579">
                  <c:v>44704</c:v>
                </c:pt>
                <c:pt idx="5580">
                  <c:v>44705</c:v>
                </c:pt>
                <c:pt idx="5581">
                  <c:v>44706</c:v>
                </c:pt>
                <c:pt idx="5582">
                  <c:v>44707</c:v>
                </c:pt>
                <c:pt idx="5583">
                  <c:v>44708</c:v>
                </c:pt>
                <c:pt idx="5584">
                  <c:v>44711</c:v>
                </c:pt>
                <c:pt idx="5585">
                  <c:v>44712</c:v>
                </c:pt>
                <c:pt idx="5586">
                  <c:v>44713</c:v>
                </c:pt>
                <c:pt idx="5587">
                  <c:v>44714</c:v>
                </c:pt>
                <c:pt idx="5588">
                  <c:v>44715</c:v>
                </c:pt>
                <c:pt idx="5589">
                  <c:v>44718</c:v>
                </c:pt>
                <c:pt idx="5590">
                  <c:v>44719</c:v>
                </c:pt>
                <c:pt idx="5591">
                  <c:v>44720</c:v>
                </c:pt>
                <c:pt idx="5592">
                  <c:v>44721</c:v>
                </c:pt>
                <c:pt idx="5593">
                  <c:v>44722</c:v>
                </c:pt>
                <c:pt idx="5594">
                  <c:v>44725</c:v>
                </c:pt>
                <c:pt idx="5595">
                  <c:v>44726</c:v>
                </c:pt>
                <c:pt idx="5596">
                  <c:v>44727</c:v>
                </c:pt>
                <c:pt idx="5597">
                  <c:v>44728</c:v>
                </c:pt>
                <c:pt idx="5598">
                  <c:v>44729</c:v>
                </c:pt>
                <c:pt idx="5599">
                  <c:v>44732</c:v>
                </c:pt>
                <c:pt idx="5600">
                  <c:v>44733</c:v>
                </c:pt>
                <c:pt idx="5601">
                  <c:v>44734</c:v>
                </c:pt>
                <c:pt idx="5602">
                  <c:v>44735</c:v>
                </c:pt>
                <c:pt idx="5603">
                  <c:v>44736</c:v>
                </c:pt>
                <c:pt idx="5604">
                  <c:v>44739</c:v>
                </c:pt>
                <c:pt idx="5605">
                  <c:v>44740</c:v>
                </c:pt>
                <c:pt idx="5606">
                  <c:v>44741</c:v>
                </c:pt>
                <c:pt idx="5607">
                  <c:v>44742</c:v>
                </c:pt>
                <c:pt idx="5608">
                  <c:v>44743</c:v>
                </c:pt>
                <c:pt idx="5609">
                  <c:v>44746</c:v>
                </c:pt>
                <c:pt idx="5610">
                  <c:v>44747</c:v>
                </c:pt>
                <c:pt idx="5611">
                  <c:v>44748</c:v>
                </c:pt>
                <c:pt idx="5612">
                  <c:v>44749</c:v>
                </c:pt>
                <c:pt idx="5613">
                  <c:v>44750</c:v>
                </c:pt>
                <c:pt idx="5614">
                  <c:v>44753</c:v>
                </c:pt>
                <c:pt idx="5615">
                  <c:v>44754</c:v>
                </c:pt>
                <c:pt idx="5616">
                  <c:v>44755</c:v>
                </c:pt>
                <c:pt idx="5617">
                  <c:v>44756</c:v>
                </c:pt>
                <c:pt idx="5618">
                  <c:v>44757</c:v>
                </c:pt>
                <c:pt idx="5619">
                  <c:v>44760</c:v>
                </c:pt>
                <c:pt idx="5620">
                  <c:v>44761</c:v>
                </c:pt>
                <c:pt idx="5621">
                  <c:v>44762</c:v>
                </c:pt>
                <c:pt idx="5622">
                  <c:v>44763</c:v>
                </c:pt>
                <c:pt idx="5623">
                  <c:v>44764</c:v>
                </c:pt>
                <c:pt idx="5624">
                  <c:v>44767</c:v>
                </c:pt>
                <c:pt idx="5625">
                  <c:v>44768</c:v>
                </c:pt>
                <c:pt idx="5626">
                  <c:v>44769</c:v>
                </c:pt>
                <c:pt idx="5627">
                  <c:v>44770</c:v>
                </c:pt>
                <c:pt idx="5628">
                  <c:v>44771</c:v>
                </c:pt>
                <c:pt idx="5629">
                  <c:v>44774</c:v>
                </c:pt>
                <c:pt idx="5630">
                  <c:v>44775</c:v>
                </c:pt>
                <c:pt idx="5631">
                  <c:v>44776</c:v>
                </c:pt>
                <c:pt idx="5632">
                  <c:v>44777</c:v>
                </c:pt>
                <c:pt idx="5633">
                  <c:v>44778</c:v>
                </c:pt>
                <c:pt idx="5634">
                  <c:v>44781</c:v>
                </c:pt>
                <c:pt idx="5635">
                  <c:v>44782</c:v>
                </c:pt>
                <c:pt idx="5636">
                  <c:v>44783</c:v>
                </c:pt>
                <c:pt idx="5637">
                  <c:v>44784</c:v>
                </c:pt>
                <c:pt idx="5638">
                  <c:v>44785</c:v>
                </c:pt>
                <c:pt idx="5639">
                  <c:v>44788</c:v>
                </c:pt>
                <c:pt idx="5640">
                  <c:v>44789</c:v>
                </c:pt>
                <c:pt idx="5641">
                  <c:v>44790</c:v>
                </c:pt>
                <c:pt idx="5642">
                  <c:v>44791</c:v>
                </c:pt>
                <c:pt idx="5643">
                  <c:v>44792</c:v>
                </c:pt>
                <c:pt idx="5644">
                  <c:v>44795</c:v>
                </c:pt>
                <c:pt idx="5645">
                  <c:v>44796</c:v>
                </c:pt>
                <c:pt idx="5646">
                  <c:v>44797</c:v>
                </c:pt>
                <c:pt idx="5647">
                  <c:v>44798</c:v>
                </c:pt>
                <c:pt idx="5648">
                  <c:v>44799</c:v>
                </c:pt>
                <c:pt idx="5649">
                  <c:v>44802</c:v>
                </c:pt>
                <c:pt idx="5650">
                  <c:v>44803</c:v>
                </c:pt>
                <c:pt idx="5651">
                  <c:v>44804</c:v>
                </c:pt>
                <c:pt idx="5652">
                  <c:v>44805</c:v>
                </c:pt>
                <c:pt idx="5653">
                  <c:v>44806</c:v>
                </c:pt>
                <c:pt idx="5654">
                  <c:v>44809</c:v>
                </c:pt>
                <c:pt idx="5655">
                  <c:v>44810</c:v>
                </c:pt>
                <c:pt idx="5656">
                  <c:v>44811</c:v>
                </c:pt>
                <c:pt idx="5657">
                  <c:v>44812</c:v>
                </c:pt>
                <c:pt idx="5658">
                  <c:v>44813</c:v>
                </c:pt>
                <c:pt idx="5659">
                  <c:v>44816</c:v>
                </c:pt>
                <c:pt idx="5660">
                  <c:v>44817</c:v>
                </c:pt>
                <c:pt idx="5661">
                  <c:v>44818</c:v>
                </c:pt>
                <c:pt idx="5662">
                  <c:v>44819</c:v>
                </c:pt>
                <c:pt idx="5663">
                  <c:v>44820</c:v>
                </c:pt>
                <c:pt idx="5664">
                  <c:v>44823</c:v>
                </c:pt>
                <c:pt idx="5665">
                  <c:v>44824</c:v>
                </c:pt>
                <c:pt idx="5666">
                  <c:v>44825</c:v>
                </c:pt>
                <c:pt idx="5667">
                  <c:v>44826</c:v>
                </c:pt>
                <c:pt idx="5668">
                  <c:v>44827</c:v>
                </c:pt>
                <c:pt idx="5669">
                  <c:v>44830</c:v>
                </c:pt>
                <c:pt idx="5670">
                  <c:v>44831</c:v>
                </c:pt>
                <c:pt idx="5671">
                  <c:v>44832</c:v>
                </c:pt>
                <c:pt idx="5672">
                  <c:v>44833</c:v>
                </c:pt>
                <c:pt idx="5673">
                  <c:v>44834</c:v>
                </c:pt>
                <c:pt idx="5674">
                  <c:v>44837</c:v>
                </c:pt>
                <c:pt idx="5675">
                  <c:v>44838</c:v>
                </c:pt>
                <c:pt idx="5676">
                  <c:v>44839</c:v>
                </c:pt>
                <c:pt idx="5677">
                  <c:v>44840</c:v>
                </c:pt>
                <c:pt idx="5678">
                  <c:v>44841</c:v>
                </c:pt>
                <c:pt idx="5679">
                  <c:v>44844</c:v>
                </c:pt>
                <c:pt idx="5680">
                  <c:v>44845</c:v>
                </c:pt>
                <c:pt idx="5681">
                  <c:v>44846</c:v>
                </c:pt>
                <c:pt idx="5682">
                  <c:v>44847</c:v>
                </c:pt>
                <c:pt idx="5683">
                  <c:v>44848</c:v>
                </c:pt>
                <c:pt idx="5684">
                  <c:v>44851</c:v>
                </c:pt>
                <c:pt idx="5685">
                  <c:v>44852</c:v>
                </c:pt>
                <c:pt idx="5686">
                  <c:v>44853</c:v>
                </c:pt>
                <c:pt idx="5687">
                  <c:v>44854</c:v>
                </c:pt>
                <c:pt idx="5688">
                  <c:v>44855</c:v>
                </c:pt>
                <c:pt idx="5689">
                  <c:v>44858</c:v>
                </c:pt>
                <c:pt idx="5690">
                  <c:v>44859</c:v>
                </c:pt>
                <c:pt idx="5691">
                  <c:v>44860</c:v>
                </c:pt>
                <c:pt idx="5692">
                  <c:v>44861</c:v>
                </c:pt>
                <c:pt idx="5693">
                  <c:v>44862</c:v>
                </c:pt>
                <c:pt idx="5694">
                  <c:v>44865</c:v>
                </c:pt>
                <c:pt idx="5695">
                  <c:v>44866</c:v>
                </c:pt>
                <c:pt idx="5696">
                  <c:v>44867</c:v>
                </c:pt>
                <c:pt idx="5697">
                  <c:v>44868</c:v>
                </c:pt>
                <c:pt idx="5698">
                  <c:v>44869</c:v>
                </c:pt>
                <c:pt idx="5699">
                  <c:v>44872</c:v>
                </c:pt>
                <c:pt idx="5700">
                  <c:v>44873</c:v>
                </c:pt>
                <c:pt idx="5701">
                  <c:v>44874</c:v>
                </c:pt>
                <c:pt idx="5702">
                  <c:v>44875</c:v>
                </c:pt>
                <c:pt idx="5703">
                  <c:v>44876</c:v>
                </c:pt>
                <c:pt idx="5704">
                  <c:v>44879</c:v>
                </c:pt>
                <c:pt idx="5705">
                  <c:v>44880</c:v>
                </c:pt>
                <c:pt idx="5706">
                  <c:v>44881</c:v>
                </c:pt>
                <c:pt idx="5707">
                  <c:v>44882</c:v>
                </c:pt>
                <c:pt idx="5708">
                  <c:v>44883</c:v>
                </c:pt>
                <c:pt idx="5709">
                  <c:v>44886</c:v>
                </c:pt>
                <c:pt idx="5710">
                  <c:v>44887</c:v>
                </c:pt>
                <c:pt idx="5711">
                  <c:v>44888</c:v>
                </c:pt>
                <c:pt idx="5712">
                  <c:v>44889</c:v>
                </c:pt>
                <c:pt idx="5713">
                  <c:v>44890</c:v>
                </c:pt>
                <c:pt idx="5714">
                  <c:v>44893</c:v>
                </c:pt>
                <c:pt idx="5715">
                  <c:v>44894</c:v>
                </c:pt>
                <c:pt idx="5716">
                  <c:v>44895</c:v>
                </c:pt>
                <c:pt idx="5717">
                  <c:v>44896</c:v>
                </c:pt>
                <c:pt idx="5718">
                  <c:v>44897</c:v>
                </c:pt>
                <c:pt idx="5719">
                  <c:v>44900</c:v>
                </c:pt>
                <c:pt idx="5720">
                  <c:v>44901</c:v>
                </c:pt>
                <c:pt idx="5721">
                  <c:v>44902</c:v>
                </c:pt>
                <c:pt idx="5722">
                  <c:v>44903</c:v>
                </c:pt>
                <c:pt idx="5723">
                  <c:v>44904</c:v>
                </c:pt>
                <c:pt idx="5724">
                  <c:v>44907</c:v>
                </c:pt>
                <c:pt idx="5725">
                  <c:v>44908</c:v>
                </c:pt>
                <c:pt idx="5726">
                  <c:v>44909</c:v>
                </c:pt>
                <c:pt idx="5727">
                  <c:v>44910</c:v>
                </c:pt>
                <c:pt idx="5728">
                  <c:v>44911</c:v>
                </c:pt>
                <c:pt idx="5729">
                  <c:v>44914</c:v>
                </c:pt>
                <c:pt idx="5730">
                  <c:v>44915</c:v>
                </c:pt>
                <c:pt idx="5731">
                  <c:v>44916</c:v>
                </c:pt>
                <c:pt idx="5732">
                  <c:v>44917</c:v>
                </c:pt>
                <c:pt idx="5733">
                  <c:v>44918</c:v>
                </c:pt>
                <c:pt idx="5734">
                  <c:v>44921</c:v>
                </c:pt>
                <c:pt idx="5735">
                  <c:v>44922</c:v>
                </c:pt>
                <c:pt idx="5736">
                  <c:v>44923</c:v>
                </c:pt>
                <c:pt idx="5737">
                  <c:v>44924</c:v>
                </c:pt>
                <c:pt idx="5738">
                  <c:v>44925</c:v>
                </c:pt>
                <c:pt idx="5739">
                  <c:v>44928</c:v>
                </c:pt>
                <c:pt idx="5740">
                  <c:v>44929</c:v>
                </c:pt>
                <c:pt idx="5741">
                  <c:v>44930</c:v>
                </c:pt>
                <c:pt idx="5742">
                  <c:v>44931</c:v>
                </c:pt>
                <c:pt idx="5743">
                  <c:v>44932</c:v>
                </c:pt>
                <c:pt idx="5744">
                  <c:v>44935</c:v>
                </c:pt>
                <c:pt idx="5745">
                  <c:v>44936</c:v>
                </c:pt>
                <c:pt idx="5746">
                  <c:v>44937</c:v>
                </c:pt>
                <c:pt idx="5747">
                  <c:v>44938</c:v>
                </c:pt>
                <c:pt idx="5748">
                  <c:v>44939</c:v>
                </c:pt>
                <c:pt idx="5749">
                  <c:v>44942</c:v>
                </c:pt>
                <c:pt idx="5750">
                  <c:v>44943</c:v>
                </c:pt>
                <c:pt idx="5751">
                  <c:v>44944</c:v>
                </c:pt>
                <c:pt idx="5752">
                  <c:v>44945</c:v>
                </c:pt>
                <c:pt idx="5753">
                  <c:v>44946</c:v>
                </c:pt>
                <c:pt idx="5754">
                  <c:v>44949</c:v>
                </c:pt>
                <c:pt idx="5755">
                  <c:v>44950</c:v>
                </c:pt>
                <c:pt idx="5756">
                  <c:v>44951</c:v>
                </c:pt>
                <c:pt idx="5757">
                  <c:v>44952</c:v>
                </c:pt>
                <c:pt idx="5758">
                  <c:v>44953</c:v>
                </c:pt>
                <c:pt idx="5759">
                  <c:v>44956</c:v>
                </c:pt>
                <c:pt idx="5760">
                  <c:v>44957</c:v>
                </c:pt>
                <c:pt idx="5761">
                  <c:v>44958</c:v>
                </c:pt>
                <c:pt idx="5762">
                  <c:v>44959</c:v>
                </c:pt>
                <c:pt idx="5763">
                  <c:v>44960</c:v>
                </c:pt>
                <c:pt idx="5764">
                  <c:v>44963</c:v>
                </c:pt>
                <c:pt idx="5765">
                  <c:v>44964</c:v>
                </c:pt>
                <c:pt idx="5766">
                  <c:v>44965</c:v>
                </c:pt>
                <c:pt idx="5767">
                  <c:v>44966</c:v>
                </c:pt>
                <c:pt idx="5768">
                  <c:v>44967</c:v>
                </c:pt>
                <c:pt idx="5769">
                  <c:v>44970</c:v>
                </c:pt>
                <c:pt idx="5770">
                  <c:v>44971</c:v>
                </c:pt>
                <c:pt idx="5771">
                  <c:v>44972</c:v>
                </c:pt>
                <c:pt idx="5772">
                  <c:v>44973</c:v>
                </c:pt>
                <c:pt idx="5773">
                  <c:v>44974</c:v>
                </c:pt>
                <c:pt idx="5774">
                  <c:v>44977</c:v>
                </c:pt>
                <c:pt idx="5775">
                  <c:v>44978</c:v>
                </c:pt>
                <c:pt idx="5776">
                  <c:v>44979</c:v>
                </c:pt>
                <c:pt idx="5777">
                  <c:v>44980</c:v>
                </c:pt>
                <c:pt idx="5778">
                  <c:v>44981</c:v>
                </c:pt>
                <c:pt idx="5779">
                  <c:v>44984</c:v>
                </c:pt>
                <c:pt idx="5780">
                  <c:v>44985</c:v>
                </c:pt>
                <c:pt idx="5781">
                  <c:v>44986</c:v>
                </c:pt>
                <c:pt idx="5782">
                  <c:v>44987</c:v>
                </c:pt>
                <c:pt idx="5783">
                  <c:v>44988</c:v>
                </c:pt>
                <c:pt idx="5784">
                  <c:v>44991</c:v>
                </c:pt>
                <c:pt idx="5785">
                  <c:v>44992</c:v>
                </c:pt>
                <c:pt idx="5786">
                  <c:v>44993</c:v>
                </c:pt>
                <c:pt idx="5787">
                  <c:v>44994</c:v>
                </c:pt>
                <c:pt idx="5788">
                  <c:v>44995</c:v>
                </c:pt>
                <c:pt idx="5789">
                  <c:v>44998</c:v>
                </c:pt>
                <c:pt idx="5790">
                  <c:v>44999</c:v>
                </c:pt>
                <c:pt idx="5791">
                  <c:v>45000</c:v>
                </c:pt>
                <c:pt idx="5792">
                  <c:v>45001</c:v>
                </c:pt>
                <c:pt idx="5793">
                  <c:v>45002</c:v>
                </c:pt>
                <c:pt idx="5794">
                  <c:v>45005</c:v>
                </c:pt>
                <c:pt idx="5795">
                  <c:v>45006</c:v>
                </c:pt>
                <c:pt idx="5796">
                  <c:v>45007</c:v>
                </c:pt>
                <c:pt idx="5797">
                  <c:v>45008</c:v>
                </c:pt>
                <c:pt idx="5798">
                  <c:v>45009</c:v>
                </c:pt>
                <c:pt idx="5799">
                  <c:v>45012</c:v>
                </c:pt>
                <c:pt idx="5800">
                  <c:v>45013</c:v>
                </c:pt>
                <c:pt idx="5801">
                  <c:v>45014</c:v>
                </c:pt>
                <c:pt idx="5802">
                  <c:v>45015</c:v>
                </c:pt>
                <c:pt idx="5803">
                  <c:v>45016</c:v>
                </c:pt>
                <c:pt idx="5804">
                  <c:v>45019</c:v>
                </c:pt>
                <c:pt idx="5805">
                  <c:v>45020</c:v>
                </c:pt>
                <c:pt idx="5806">
                  <c:v>45021</c:v>
                </c:pt>
                <c:pt idx="5807">
                  <c:v>45022</c:v>
                </c:pt>
                <c:pt idx="5808">
                  <c:v>45023</c:v>
                </c:pt>
                <c:pt idx="5809">
                  <c:v>45026</c:v>
                </c:pt>
                <c:pt idx="5810">
                  <c:v>45027</c:v>
                </c:pt>
                <c:pt idx="5811">
                  <c:v>45028</c:v>
                </c:pt>
                <c:pt idx="5812">
                  <c:v>45029</c:v>
                </c:pt>
                <c:pt idx="5813">
                  <c:v>45030</c:v>
                </c:pt>
                <c:pt idx="5814">
                  <c:v>45033</c:v>
                </c:pt>
                <c:pt idx="5815">
                  <c:v>45034</c:v>
                </c:pt>
                <c:pt idx="5816">
                  <c:v>45035</c:v>
                </c:pt>
                <c:pt idx="5817">
                  <c:v>45036</c:v>
                </c:pt>
                <c:pt idx="5818">
                  <c:v>45037</c:v>
                </c:pt>
                <c:pt idx="5819">
                  <c:v>45040</c:v>
                </c:pt>
                <c:pt idx="5820">
                  <c:v>45041</c:v>
                </c:pt>
                <c:pt idx="5821">
                  <c:v>45042</c:v>
                </c:pt>
                <c:pt idx="5822">
                  <c:v>45043</c:v>
                </c:pt>
                <c:pt idx="5823">
                  <c:v>45044</c:v>
                </c:pt>
                <c:pt idx="5824">
                  <c:v>45047</c:v>
                </c:pt>
                <c:pt idx="5825">
                  <c:v>45048</c:v>
                </c:pt>
                <c:pt idx="5826">
                  <c:v>45049</c:v>
                </c:pt>
                <c:pt idx="5827">
                  <c:v>45050</c:v>
                </c:pt>
                <c:pt idx="5828">
                  <c:v>45051</c:v>
                </c:pt>
                <c:pt idx="5829">
                  <c:v>45054</c:v>
                </c:pt>
                <c:pt idx="5830">
                  <c:v>45055</c:v>
                </c:pt>
                <c:pt idx="5831">
                  <c:v>45056</c:v>
                </c:pt>
                <c:pt idx="5832">
                  <c:v>45057</c:v>
                </c:pt>
                <c:pt idx="5833">
                  <c:v>45058</c:v>
                </c:pt>
                <c:pt idx="5834">
                  <c:v>45061</c:v>
                </c:pt>
                <c:pt idx="5835">
                  <c:v>45062</c:v>
                </c:pt>
                <c:pt idx="5836">
                  <c:v>45063</c:v>
                </c:pt>
                <c:pt idx="5837">
                  <c:v>45064</c:v>
                </c:pt>
                <c:pt idx="5838">
                  <c:v>45065</c:v>
                </c:pt>
                <c:pt idx="5839">
                  <c:v>45068</c:v>
                </c:pt>
                <c:pt idx="5840">
                  <c:v>45069</c:v>
                </c:pt>
                <c:pt idx="5841">
                  <c:v>45070</c:v>
                </c:pt>
                <c:pt idx="5842">
                  <c:v>45071</c:v>
                </c:pt>
                <c:pt idx="5843">
                  <c:v>45072</c:v>
                </c:pt>
                <c:pt idx="5844">
                  <c:v>45075</c:v>
                </c:pt>
                <c:pt idx="5845">
                  <c:v>45076</c:v>
                </c:pt>
                <c:pt idx="5846">
                  <c:v>45077</c:v>
                </c:pt>
                <c:pt idx="5847">
                  <c:v>45078</c:v>
                </c:pt>
                <c:pt idx="5848">
                  <c:v>45079</c:v>
                </c:pt>
                <c:pt idx="5849">
                  <c:v>45082</c:v>
                </c:pt>
                <c:pt idx="5850">
                  <c:v>45083</c:v>
                </c:pt>
                <c:pt idx="5851">
                  <c:v>45084</c:v>
                </c:pt>
                <c:pt idx="5852">
                  <c:v>45085</c:v>
                </c:pt>
                <c:pt idx="5853">
                  <c:v>45086</c:v>
                </c:pt>
                <c:pt idx="5854">
                  <c:v>45089</c:v>
                </c:pt>
                <c:pt idx="5855">
                  <c:v>45090</c:v>
                </c:pt>
                <c:pt idx="5856">
                  <c:v>45091</c:v>
                </c:pt>
                <c:pt idx="5857">
                  <c:v>45092</c:v>
                </c:pt>
                <c:pt idx="5858">
                  <c:v>45093</c:v>
                </c:pt>
                <c:pt idx="5859">
                  <c:v>45096</c:v>
                </c:pt>
                <c:pt idx="5860">
                  <c:v>45097</c:v>
                </c:pt>
                <c:pt idx="5861">
                  <c:v>45098</c:v>
                </c:pt>
                <c:pt idx="5862">
                  <c:v>45099</c:v>
                </c:pt>
                <c:pt idx="5863">
                  <c:v>45100</c:v>
                </c:pt>
                <c:pt idx="5864">
                  <c:v>45103</c:v>
                </c:pt>
                <c:pt idx="5865">
                  <c:v>45104</c:v>
                </c:pt>
                <c:pt idx="5866">
                  <c:v>45105</c:v>
                </c:pt>
                <c:pt idx="5867">
                  <c:v>45106</c:v>
                </c:pt>
                <c:pt idx="5868">
                  <c:v>45107</c:v>
                </c:pt>
                <c:pt idx="5869">
                  <c:v>45110</c:v>
                </c:pt>
                <c:pt idx="5870">
                  <c:v>45111</c:v>
                </c:pt>
                <c:pt idx="5871">
                  <c:v>45112</c:v>
                </c:pt>
                <c:pt idx="5872">
                  <c:v>45113</c:v>
                </c:pt>
                <c:pt idx="5873">
                  <c:v>45114</c:v>
                </c:pt>
                <c:pt idx="5874">
                  <c:v>45117</c:v>
                </c:pt>
                <c:pt idx="5875">
                  <c:v>45118</c:v>
                </c:pt>
                <c:pt idx="5876">
                  <c:v>45119</c:v>
                </c:pt>
                <c:pt idx="5877">
                  <c:v>45120</c:v>
                </c:pt>
                <c:pt idx="5878">
                  <c:v>45121</c:v>
                </c:pt>
                <c:pt idx="5879">
                  <c:v>45124</c:v>
                </c:pt>
                <c:pt idx="5880">
                  <c:v>45125</c:v>
                </c:pt>
                <c:pt idx="5881">
                  <c:v>45126</c:v>
                </c:pt>
                <c:pt idx="5882">
                  <c:v>45127</c:v>
                </c:pt>
                <c:pt idx="5883">
                  <c:v>45128</c:v>
                </c:pt>
                <c:pt idx="5884">
                  <c:v>45131</c:v>
                </c:pt>
                <c:pt idx="5885">
                  <c:v>45132</c:v>
                </c:pt>
                <c:pt idx="5886">
                  <c:v>45133</c:v>
                </c:pt>
                <c:pt idx="5887">
                  <c:v>45134</c:v>
                </c:pt>
                <c:pt idx="5888">
                  <c:v>45135</c:v>
                </c:pt>
                <c:pt idx="5889">
                  <c:v>45138</c:v>
                </c:pt>
                <c:pt idx="5890">
                  <c:v>45139</c:v>
                </c:pt>
                <c:pt idx="5891">
                  <c:v>45140</c:v>
                </c:pt>
                <c:pt idx="5892">
                  <c:v>45141</c:v>
                </c:pt>
                <c:pt idx="5893">
                  <c:v>45142</c:v>
                </c:pt>
                <c:pt idx="5894">
                  <c:v>45145</c:v>
                </c:pt>
                <c:pt idx="5895">
                  <c:v>45146</c:v>
                </c:pt>
                <c:pt idx="5896">
                  <c:v>45147</c:v>
                </c:pt>
                <c:pt idx="5897">
                  <c:v>45148</c:v>
                </c:pt>
                <c:pt idx="5898">
                  <c:v>45149</c:v>
                </c:pt>
                <c:pt idx="5899">
                  <c:v>45152</c:v>
                </c:pt>
                <c:pt idx="5900">
                  <c:v>45153</c:v>
                </c:pt>
                <c:pt idx="5901">
                  <c:v>45154</c:v>
                </c:pt>
                <c:pt idx="5902">
                  <c:v>45155</c:v>
                </c:pt>
                <c:pt idx="5903">
                  <c:v>45156</c:v>
                </c:pt>
                <c:pt idx="5904">
                  <c:v>45159</c:v>
                </c:pt>
                <c:pt idx="5905">
                  <c:v>45160</c:v>
                </c:pt>
                <c:pt idx="5906">
                  <c:v>45161</c:v>
                </c:pt>
                <c:pt idx="5907">
                  <c:v>45162</c:v>
                </c:pt>
                <c:pt idx="5908">
                  <c:v>45163</c:v>
                </c:pt>
                <c:pt idx="5909">
                  <c:v>45166</c:v>
                </c:pt>
                <c:pt idx="5910">
                  <c:v>45167</c:v>
                </c:pt>
                <c:pt idx="5911">
                  <c:v>45168</c:v>
                </c:pt>
                <c:pt idx="5912">
                  <c:v>45169</c:v>
                </c:pt>
                <c:pt idx="5913">
                  <c:v>45170</c:v>
                </c:pt>
                <c:pt idx="5914">
                  <c:v>45173</c:v>
                </c:pt>
                <c:pt idx="5915">
                  <c:v>45174</c:v>
                </c:pt>
                <c:pt idx="5916">
                  <c:v>45175</c:v>
                </c:pt>
                <c:pt idx="5917">
                  <c:v>45176</c:v>
                </c:pt>
                <c:pt idx="5918">
                  <c:v>45177</c:v>
                </c:pt>
                <c:pt idx="5919">
                  <c:v>45180</c:v>
                </c:pt>
                <c:pt idx="5920">
                  <c:v>45181</c:v>
                </c:pt>
                <c:pt idx="5921">
                  <c:v>45182</c:v>
                </c:pt>
                <c:pt idx="5922">
                  <c:v>45183</c:v>
                </c:pt>
                <c:pt idx="5923">
                  <c:v>45184</c:v>
                </c:pt>
                <c:pt idx="5924">
                  <c:v>45187</c:v>
                </c:pt>
                <c:pt idx="5925">
                  <c:v>45188</c:v>
                </c:pt>
                <c:pt idx="5926">
                  <c:v>45189</c:v>
                </c:pt>
                <c:pt idx="5927">
                  <c:v>45190</c:v>
                </c:pt>
                <c:pt idx="5928">
                  <c:v>45191</c:v>
                </c:pt>
                <c:pt idx="5929">
                  <c:v>45194</c:v>
                </c:pt>
                <c:pt idx="5930">
                  <c:v>45195</c:v>
                </c:pt>
                <c:pt idx="5931">
                  <c:v>45196</c:v>
                </c:pt>
                <c:pt idx="5932">
                  <c:v>45197</c:v>
                </c:pt>
                <c:pt idx="5933">
                  <c:v>45198</c:v>
                </c:pt>
                <c:pt idx="5934">
                  <c:v>45201</c:v>
                </c:pt>
                <c:pt idx="5935">
                  <c:v>45202</c:v>
                </c:pt>
                <c:pt idx="5936">
                  <c:v>45203</c:v>
                </c:pt>
                <c:pt idx="5937">
                  <c:v>45204</c:v>
                </c:pt>
                <c:pt idx="5938">
                  <c:v>45205</c:v>
                </c:pt>
                <c:pt idx="5939">
                  <c:v>45208</c:v>
                </c:pt>
                <c:pt idx="5940">
                  <c:v>45209</c:v>
                </c:pt>
                <c:pt idx="5941">
                  <c:v>45210</c:v>
                </c:pt>
                <c:pt idx="5942">
                  <c:v>45211</c:v>
                </c:pt>
                <c:pt idx="5943">
                  <c:v>45212</c:v>
                </c:pt>
                <c:pt idx="5944">
                  <c:v>45215</c:v>
                </c:pt>
                <c:pt idx="5945">
                  <c:v>45216</c:v>
                </c:pt>
                <c:pt idx="5946">
                  <c:v>45217</c:v>
                </c:pt>
                <c:pt idx="5947">
                  <c:v>45218</c:v>
                </c:pt>
                <c:pt idx="5948">
                  <c:v>45219</c:v>
                </c:pt>
                <c:pt idx="5949">
                  <c:v>45222</c:v>
                </c:pt>
                <c:pt idx="5950">
                  <c:v>45223</c:v>
                </c:pt>
                <c:pt idx="5951">
                  <c:v>45224</c:v>
                </c:pt>
                <c:pt idx="5952">
                  <c:v>45225</c:v>
                </c:pt>
                <c:pt idx="5953">
                  <c:v>45226</c:v>
                </c:pt>
                <c:pt idx="5954">
                  <c:v>45229</c:v>
                </c:pt>
                <c:pt idx="5955">
                  <c:v>45230</c:v>
                </c:pt>
                <c:pt idx="5956">
                  <c:v>45231</c:v>
                </c:pt>
                <c:pt idx="5957">
                  <c:v>45232</c:v>
                </c:pt>
                <c:pt idx="5958">
                  <c:v>45233</c:v>
                </c:pt>
                <c:pt idx="5959">
                  <c:v>45236</c:v>
                </c:pt>
                <c:pt idx="5960">
                  <c:v>45237</c:v>
                </c:pt>
                <c:pt idx="5961">
                  <c:v>45238</c:v>
                </c:pt>
                <c:pt idx="5962">
                  <c:v>45239</c:v>
                </c:pt>
                <c:pt idx="5963">
                  <c:v>45240</c:v>
                </c:pt>
                <c:pt idx="5964">
                  <c:v>45243</c:v>
                </c:pt>
                <c:pt idx="5965">
                  <c:v>45244</c:v>
                </c:pt>
                <c:pt idx="5966">
                  <c:v>45245</c:v>
                </c:pt>
                <c:pt idx="5967">
                  <c:v>45246</c:v>
                </c:pt>
                <c:pt idx="5968">
                  <c:v>45247</c:v>
                </c:pt>
                <c:pt idx="5969">
                  <c:v>45250</c:v>
                </c:pt>
                <c:pt idx="5970">
                  <c:v>45251</c:v>
                </c:pt>
                <c:pt idx="5971">
                  <c:v>45252</c:v>
                </c:pt>
                <c:pt idx="5972">
                  <c:v>45253</c:v>
                </c:pt>
                <c:pt idx="5973">
                  <c:v>45254</c:v>
                </c:pt>
                <c:pt idx="5974">
                  <c:v>45257</c:v>
                </c:pt>
                <c:pt idx="5975">
                  <c:v>45258</c:v>
                </c:pt>
                <c:pt idx="5976">
                  <c:v>45259</c:v>
                </c:pt>
                <c:pt idx="5977">
                  <c:v>45260</c:v>
                </c:pt>
                <c:pt idx="5978">
                  <c:v>45261</c:v>
                </c:pt>
                <c:pt idx="5979">
                  <c:v>45264</c:v>
                </c:pt>
                <c:pt idx="5980">
                  <c:v>45265</c:v>
                </c:pt>
                <c:pt idx="5981">
                  <c:v>45266</c:v>
                </c:pt>
                <c:pt idx="5982">
                  <c:v>45267</c:v>
                </c:pt>
                <c:pt idx="5983">
                  <c:v>45268</c:v>
                </c:pt>
                <c:pt idx="5984">
                  <c:v>45271</c:v>
                </c:pt>
                <c:pt idx="5985">
                  <c:v>45272</c:v>
                </c:pt>
                <c:pt idx="5986">
                  <c:v>45273</c:v>
                </c:pt>
                <c:pt idx="5987">
                  <c:v>45274</c:v>
                </c:pt>
                <c:pt idx="5988">
                  <c:v>45275</c:v>
                </c:pt>
                <c:pt idx="5989">
                  <c:v>45278</c:v>
                </c:pt>
                <c:pt idx="5990">
                  <c:v>45279</c:v>
                </c:pt>
                <c:pt idx="5991">
                  <c:v>45280</c:v>
                </c:pt>
                <c:pt idx="5992">
                  <c:v>45281</c:v>
                </c:pt>
                <c:pt idx="5993">
                  <c:v>45282</c:v>
                </c:pt>
                <c:pt idx="5994">
                  <c:v>45285</c:v>
                </c:pt>
                <c:pt idx="5995">
                  <c:v>45286</c:v>
                </c:pt>
                <c:pt idx="5996">
                  <c:v>45287</c:v>
                </c:pt>
                <c:pt idx="5997">
                  <c:v>45288</c:v>
                </c:pt>
                <c:pt idx="5998">
                  <c:v>45289</c:v>
                </c:pt>
                <c:pt idx="5999">
                  <c:v>45292</c:v>
                </c:pt>
                <c:pt idx="6000">
                  <c:v>45293</c:v>
                </c:pt>
                <c:pt idx="6001">
                  <c:v>45294</c:v>
                </c:pt>
                <c:pt idx="6002">
                  <c:v>45295</c:v>
                </c:pt>
                <c:pt idx="6003">
                  <c:v>45296</c:v>
                </c:pt>
                <c:pt idx="6004">
                  <c:v>45299</c:v>
                </c:pt>
                <c:pt idx="6005">
                  <c:v>45300</c:v>
                </c:pt>
                <c:pt idx="6006">
                  <c:v>45301</c:v>
                </c:pt>
                <c:pt idx="6007">
                  <c:v>45302</c:v>
                </c:pt>
                <c:pt idx="6008">
                  <c:v>45303</c:v>
                </c:pt>
                <c:pt idx="6009">
                  <c:v>45306</c:v>
                </c:pt>
                <c:pt idx="6010">
                  <c:v>45307</c:v>
                </c:pt>
                <c:pt idx="6011">
                  <c:v>45308</c:v>
                </c:pt>
                <c:pt idx="6012">
                  <c:v>45309</c:v>
                </c:pt>
                <c:pt idx="6013">
                  <c:v>45310</c:v>
                </c:pt>
                <c:pt idx="6014">
                  <c:v>45313</c:v>
                </c:pt>
                <c:pt idx="6015">
                  <c:v>45314</c:v>
                </c:pt>
                <c:pt idx="6016">
                  <c:v>45315</c:v>
                </c:pt>
                <c:pt idx="6017">
                  <c:v>45316</c:v>
                </c:pt>
                <c:pt idx="6018">
                  <c:v>45317</c:v>
                </c:pt>
                <c:pt idx="6019">
                  <c:v>45320</c:v>
                </c:pt>
                <c:pt idx="6020">
                  <c:v>45321</c:v>
                </c:pt>
                <c:pt idx="6021">
                  <c:v>45322</c:v>
                </c:pt>
                <c:pt idx="6022">
                  <c:v>45323</c:v>
                </c:pt>
                <c:pt idx="6023">
                  <c:v>45324</c:v>
                </c:pt>
                <c:pt idx="6024">
                  <c:v>45327</c:v>
                </c:pt>
                <c:pt idx="6025">
                  <c:v>45328</c:v>
                </c:pt>
                <c:pt idx="6026">
                  <c:v>45329</c:v>
                </c:pt>
                <c:pt idx="6027">
                  <c:v>45330</c:v>
                </c:pt>
                <c:pt idx="6028">
                  <c:v>45331</c:v>
                </c:pt>
                <c:pt idx="6029">
                  <c:v>45334</c:v>
                </c:pt>
                <c:pt idx="6030">
                  <c:v>45335</c:v>
                </c:pt>
                <c:pt idx="6031">
                  <c:v>45336</c:v>
                </c:pt>
                <c:pt idx="6032">
                  <c:v>45337</c:v>
                </c:pt>
                <c:pt idx="6033">
                  <c:v>45338</c:v>
                </c:pt>
                <c:pt idx="6034">
                  <c:v>45341</c:v>
                </c:pt>
                <c:pt idx="6035">
                  <c:v>45342</c:v>
                </c:pt>
                <c:pt idx="6036">
                  <c:v>45343</c:v>
                </c:pt>
                <c:pt idx="6037">
                  <c:v>45344</c:v>
                </c:pt>
                <c:pt idx="6038">
                  <c:v>45345</c:v>
                </c:pt>
                <c:pt idx="6039">
                  <c:v>45348</c:v>
                </c:pt>
                <c:pt idx="6040">
                  <c:v>45349</c:v>
                </c:pt>
                <c:pt idx="6041">
                  <c:v>45350</c:v>
                </c:pt>
                <c:pt idx="6042">
                  <c:v>45351</c:v>
                </c:pt>
                <c:pt idx="6043">
                  <c:v>45352</c:v>
                </c:pt>
                <c:pt idx="6044">
                  <c:v>45355</c:v>
                </c:pt>
                <c:pt idx="6045">
                  <c:v>45356</c:v>
                </c:pt>
                <c:pt idx="6046">
                  <c:v>45357</c:v>
                </c:pt>
                <c:pt idx="6047">
                  <c:v>45358</c:v>
                </c:pt>
                <c:pt idx="6048">
                  <c:v>45359</c:v>
                </c:pt>
                <c:pt idx="6049">
                  <c:v>45362</c:v>
                </c:pt>
                <c:pt idx="6050">
                  <c:v>45363</c:v>
                </c:pt>
                <c:pt idx="6051">
                  <c:v>45364</c:v>
                </c:pt>
                <c:pt idx="6052">
                  <c:v>45365</c:v>
                </c:pt>
                <c:pt idx="6053">
                  <c:v>45366</c:v>
                </c:pt>
                <c:pt idx="6054">
                  <c:v>45369</c:v>
                </c:pt>
                <c:pt idx="6055">
                  <c:v>45370</c:v>
                </c:pt>
                <c:pt idx="6056">
                  <c:v>45371</c:v>
                </c:pt>
                <c:pt idx="6057">
                  <c:v>45372</c:v>
                </c:pt>
                <c:pt idx="6058">
                  <c:v>45373</c:v>
                </c:pt>
                <c:pt idx="6059">
                  <c:v>45376</c:v>
                </c:pt>
                <c:pt idx="6060">
                  <c:v>45377</c:v>
                </c:pt>
                <c:pt idx="6061">
                  <c:v>45378</c:v>
                </c:pt>
                <c:pt idx="6062">
                  <c:v>45379</c:v>
                </c:pt>
                <c:pt idx="6063">
                  <c:v>45380</c:v>
                </c:pt>
                <c:pt idx="6064">
                  <c:v>45383</c:v>
                </c:pt>
                <c:pt idx="6065">
                  <c:v>45384</c:v>
                </c:pt>
                <c:pt idx="6066">
                  <c:v>45385</c:v>
                </c:pt>
                <c:pt idx="6067">
                  <c:v>45386</c:v>
                </c:pt>
                <c:pt idx="6068">
                  <c:v>45387</c:v>
                </c:pt>
                <c:pt idx="6069">
                  <c:v>45390</c:v>
                </c:pt>
                <c:pt idx="6070">
                  <c:v>45391</c:v>
                </c:pt>
                <c:pt idx="6071">
                  <c:v>45392</c:v>
                </c:pt>
                <c:pt idx="6072">
                  <c:v>45393</c:v>
                </c:pt>
                <c:pt idx="6073">
                  <c:v>45394</c:v>
                </c:pt>
                <c:pt idx="6074">
                  <c:v>45397</c:v>
                </c:pt>
                <c:pt idx="6075">
                  <c:v>45398</c:v>
                </c:pt>
                <c:pt idx="6076">
                  <c:v>45399</c:v>
                </c:pt>
                <c:pt idx="6077">
                  <c:v>45400</c:v>
                </c:pt>
                <c:pt idx="6078">
                  <c:v>45401</c:v>
                </c:pt>
                <c:pt idx="6079">
                  <c:v>45404</c:v>
                </c:pt>
                <c:pt idx="6080">
                  <c:v>45405</c:v>
                </c:pt>
                <c:pt idx="6081">
                  <c:v>45406</c:v>
                </c:pt>
                <c:pt idx="6082">
                  <c:v>45407</c:v>
                </c:pt>
                <c:pt idx="6083">
                  <c:v>45408</c:v>
                </c:pt>
                <c:pt idx="6084">
                  <c:v>45411</c:v>
                </c:pt>
                <c:pt idx="6085">
                  <c:v>45412</c:v>
                </c:pt>
                <c:pt idx="6086">
                  <c:v>45413</c:v>
                </c:pt>
                <c:pt idx="6087">
                  <c:v>45414</c:v>
                </c:pt>
                <c:pt idx="6088">
                  <c:v>45415</c:v>
                </c:pt>
                <c:pt idx="6089">
                  <c:v>45418</c:v>
                </c:pt>
                <c:pt idx="6090">
                  <c:v>45419</c:v>
                </c:pt>
                <c:pt idx="6091">
                  <c:v>45420</c:v>
                </c:pt>
                <c:pt idx="6092">
                  <c:v>45421</c:v>
                </c:pt>
                <c:pt idx="6093">
                  <c:v>45422</c:v>
                </c:pt>
                <c:pt idx="6094">
                  <c:v>45425</c:v>
                </c:pt>
                <c:pt idx="6095">
                  <c:v>45426</c:v>
                </c:pt>
                <c:pt idx="6096">
                  <c:v>45427</c:v>
                </c:pt>
                <c:pt idx="6097">
                  <c:v>45428</c:v>
                </c:pt>
                <c:pt idx="6098">
                  <c:v>45429</c:v>
                </c:pt>
                <c:pt idx="6099">
                  <c:v>45432</c:v>
                </c:pt>
                <c:pt idx="6100">
                  <c:v>45433</c:v>
                </c:pt>
                <c:pt idx="6101">
                  <c:v>45434</c:v>
                </c:pt>
                <c:pt idx="6102">
                  <c:v>45435</c:v>
                </c:pt>
                <c:pt idx="6103">
                  <c:v>45436</c:v>
                </c:pt>
                <c:pt idx="6104">
                  <c:v>45439</c:v>
                </c:pt>
                <c:pt idx="6105">
                  <c:v>45440</c:v>
                </c:pt>
                <c:pt idx="6106">
                  <c:v>45441</c:v>
                </c:pt>
                <c:pt idx="6107">
                  <c:v>45442</c:v>
                </c:pt>
                <c:pt idx="6108">
                  <c:v>45443</c:v>
                </c:pt>
                <c:pt idx="6109">
                  <c:v>45446</c:v>
                </c:pt>
                <c:pt idx="6110">
                  <c:v>45447</c:v>
                </c:pt>
                <c:pt idx="6111">
                  <c:v>45448</c:v>
                </c:pt>
                <c:pt idx="6112">
                  <c:v>45449</c:v>
                </c:pt>
                <c:pt idx="6113">
                  <c:v>45450</c:v>
                </c:pt>
                <c:pt idx="6114">
                  <c:v>45453</c:v>
                </c:pt>
                <c:pt idx="6115">
                  <c:v>45454</c:v>
                </c:pt>
                <c:pt idx="6116">
                  <c:v>45455</c:v>
                </c:pt>
                <c:pt idx="6117">
                  <c:v>45456</c:v>
                </c:pt>
                <c:pt idx="6118">
                  <c:v>45457</c:v>
                </c:pt>
                <c:pt idx="6119">
                  <c:v>45460</c:v>
                </c:pt>
                <c:pt idx="6120">
                  <c:v>45461</c:v>
                </c:pt>
                <c:pt idx="6121">
                  <c:v>45462</c:v>
                </c:pt>
                <c:pt idx="6122">
                  <c:v>45463</c:v>
                </c:pt>
                <c:pt idx="6123">
                  <c:v>45464</c:v>
                </c:pt>
                <c:pt idx="6124">
                  <c:v>45467</c:v>
                </c:pt>
                <c:pt idx="6125">
                  <c:v>45468</c:v>
                </c:pt>
                <c:pt idx="6126">
                  <c:v>45469</c:v>
                </c:pt>
                <c:pt idx="6127">
                  <c:v>45470</c:v>
                </c:pt>
                <c:pt idx="6128">
                  <c:v>45471</c:v>
                </c:pt>
                <c:pt idx="6129">
                  <c:v>45474</c:v>
                </c:pt>
                <c:pt idx="6130">
                  <c:v>45475</c:v>
                </c:pt>
                <c:pt idx="6131">
                  <c:v>45476</c:v>
                </c:pt>
                <c:pt idx="6132">
                  <c:v>45477</c:v>
                </c:pt>
                <c:pt idx="6133">
                  <c:v>45478</c:v>
                </c:pt>
                <c:pt idx="6134">
                  <c:v>45481</c:v>
                </c:pt>
                <c:pt idx="6135">
                  <c:v>45482</c:v>
                </c:pt>
                <c:pt idx="6136">
                  <c:v>45483</c:v>
                </c:pt>
                <c:pt idx="6137">
                  <c:v>45484</c:v>
                </c:pt>
                <c:pt idx="6138">
                  <c:v>45485</c:v>
                </c:pt>
                <c:pt idx="6139">
                  <c:v>45488</c:v>
                </c:pt>
                <c:pt idx="6140">
                  <c:v>45489</c:v>
                </c:pt>
                <c:pt idx="6141">
                  <c:v>45490</c:v>
                </c:pt>
                <c:pt idx="6142">
                  <c:v>45491</c:v>
                </c:pt>
                <c:pt idx="6143">
                  <c:v>45492</c:v>
                </c:pt>
                <c:pt idx="6144">
                  <c:v>45495</c:v>
                </c:pt>
                <c:pt idx="6145">
                  <c:v>45496</c:v>
                </c:pt>
                <c:pt idx="6146">
                  <c:v>45497</c:v>
                </c:pt>
                <c:pt idx="6147">
                  <c:v>45498</c:v>
                </c:pt>
                <c:pt idx="6148">
                  <c:v>45499</c:v>
                </c:pt>
                <c:pt idx="6149">
                  <c:v>45502</c:v>
                </c:pt>
                <c:pt idx="6150">
                  <c:v>45503</c:v>
                </c:pt>
                <c:pt idx="6151">
                  <c:v>45504</c:v>
                </c:pt>
                <c:pt idx="6152">
                  <c:v>45505</c:v>
                </c:pt>
                <c:pt idx="6153">
                  <c:v>45506</c:v>
                </c:pt>
                <c:pt idx="6154">
                  <c:v>45509</c:v>
                </c:pt>
                <c:pt idx="6155">
                  <c:v>45510</c:v>
                </c:pt>
                <c:pt idx="6156">
                  <c:v>45511</c:v>
                </c:pt>
                <c:pt idx="6157">
                  <c:v>45512</c:v>
                </c:pt>
                <c:pt idx="6158">
                  <c:v>45513</c:v>
                </c:pt>
                <c:pt idx="6159">
                  <c:v>45516</c:v>
                </c:pt>
                <c:pt idx="6160">
                  <c:v>45517</c:v>
                </c:pt>
                <c:pt idx="6161">
                  <c:v>45518</c:v>
                </c:pt>
                <c:pt idx="6162">
                  <c:v>45519</c:v>
                </c:pt>
                <c:pt idx="6163">
                  <c:v>45520</c:v>
                </c:pt>
                <c:pt idx="6164">
                  <c:v>45523</c:v>
                </c:pt>
                <c:pt idx="6165">
                  <c:v>45524</c:v>
                </c:pt>
                <c:pt idx="6166">
                  <c:v>45525</c:v>
                </c:pt>
                <c:pt idx="6167">
                  <c:v>45526</c:v>
                </c:pt>
                <c:pt idx="6168">
                  <c:v>45527</c:v>
                </c:pt>
                <c:pt idx="6169">
                  <c:v>45530</c:v>
                </c:pt>
                <c:pt idx="6170">
                  <c:v>45531</c:v>
                </c:pt>
                <c:pt idx="6171">
                  <c:v>45532</c:v>
                </c:pt>
                <c:pt idx="6172">
                  <c:v>45533</c:v>
                </c:pt>
                <c:pt idx="6173">
                  <c:v>45534</c:v>
                </c:pt>
                <c:pt idx="6174">
                  <c:v>45537</c:v>
                </c:pt>
                <c:pt idx="6175">
                  <c:v>45538</c:v>
                </c:pt>
                <c:pt idx="6176">
                  <c:v>45539</c:v>
                </c:pt>
                <c:pt idx="6177">
                  <c:v>45540</c:v>
                </c:pt>
                <c:pt idx="6178">
                  <c:v>45541</c:v>
                </c:pt>
                <c:pt idx="6179">
                  <c:v>45544</c:v>
                </c:pt>
                <c:pt idx="6180">
                  <c:v>45545</c:v>
                </c:pt>
                <c:pt idx="6181">
                  <c:v>45546</c:v>
                </c:pt>
                <c:pt idx="6182">
                  <c:v>45547</c:v>
                </c:pt>
                <c:pt idx="6183">
                  <c:v>45548</c:v>
                </c:pt>
                <c:pt idx="6184">
                  <c:v>45551</c:v>
                </c:pt>
                <c:pt idx="6185">
                  <c:v>45552</c:v>
                </c:pt>
                <c:pt idx="6186">
                  <c:v>45553</c:v>
                </c:pt>
                <c:pt idx="6187">
                  <c:v>45554</c:v>
                </c:pt>
                <c:pt idx="6188">
                  <c:v>45555</c:v>
                </c:pt>
                <c:pt idx="6189">
                  <c:v>45558</c:v>
                </c:pt>
                <c:pt idx="6190">
                  <c:v>45559</c:v>
                </c:pt>
                <c:pt idx="6191">
                  <c:v>45560</c:v>
                </c:pt>
                <c:pt idx="6192">
                  <c:v>45561</c:v>
                </c:pt>
                <c:pt idx="6193">
                  <c:v>45562</c:v>
                </c:pt>
                <c:pt idx="6194">
                  <c:v>45565</c:v>
                </c:pt>
                <c:pt idx="6195">
                  <c:v>45566</c:v>
                </c:pt>
                <c:pt idx="6196">
                  <c:v>45567</c:v>
                </c:pt>
                <c:pt idx="6197">
                  <c:v>45568</c:v>
                </c:pt>
                <c:pt idx="6198">
                  <c:v>45569</c:v>
                </c:pt>
                <c:pt idx="6199">
                  <c:v>45572</c:v>
                </c:pt>
                <c:pt idx="6200">
                  <c:v>45573</c:v>
                </c:pt>
                <c:pt idx="6201">
                  <c:v>45574</c:v>
                </c:pt>
                <c:pt idx="6202">
                  <c:v>45575</c:v>
                </c:pt>
                <c:pt idx="6203">
                  <c:v>45576</c:v>
                </c:pt>
                <c:pt idx="6204">
                  <c:v>45579</c:v>
                </c:pt>
                <c:pt idx="6205">
                  <c:v>45580</c:v>
                </c:pt>
                <c:pt idx="6206">
                  <c:v>45581</c:v>
                </c:pt>
                <c:pt idx="6207">
                  <c:v>45582</c:v>
                </c:pt>
                <c:pt idx="6208">
                  <c:v>45583</c:v>
                </c:pt>
                <c:pt idx="6209">
                  <c:v>45586</c:v>
                </c:pt>
                <c:pt idx="6210">
                  <c:v>45587</c:v>
                </c:pt>
                <c:pt idx="6211">
                  <c:v>45588</c:v>
                </c:pt>
                <c:pt idx="6212">
                  <c:v>45589</c:v>
                </c:pt>
                <c:pt idx="6213">
                  <c:v>45590</c:v>
                </c:pt>
                <c:pt idx="6214">
                  <c:v>45593</c:v>
                </c:pt>
                <c:pt idx="6215">
                  <c:v>45594</c:v>
                </c:pt>
                <c:pt idx="6216">
                  <c:v>45595</c:v>
                </c:pt>
                <c:pt idx="6217">
                  <c:v>45596</c:v>
                </c:pt>
                <c:pt idx="6218">
                  <c:v>45597</c:v>
                </c:pt>
                <c:pt idx="6219">
                  <c:v>45600</c:v>
                </c:pt>
                <c:pt idx="6220">
                  <c:v>45601</c:v>
                </c:pt>
                <c:pt idx="6221">
                  <c:v>45602</c:v>
                </c:pt>
                <c:pt idx="6222">
                  <c:v>45603</c:v>
                </c:pt>
                <c:pt idx="6223">
                  <c:v>45604</c:v>
                </c:pt>
                <c:pt idx="6224">
                  <c:v>45607</c:v>
                </c:pt>
                <c:pt idx="6225">
                  <c:v>45608</c:v>
                </c:pt>
                <c:pt idx="6226">
                  <c:v>45609</c:v>
                </c:pt>
                <c:pt idx="6227">
                  <c:v>45610</c:v>
                </c:pt>
                <c:pt idx="6228">
                  <c:v>45611</c:v>
                </c:pt>
                <c:pt idx="6229">
                  <c:v>45614</c:v>
                </c:pt>
                <c:pt idx="6230">
                  <c:v>45615</c:v>
                </c:pt>
                <c:pt idx="6231">
                  <c:v>45616</c:v>
                </c:pt>
                <c:pt idx="6232">
                  <c:v>45617</c:v>
                </c:pt>
                <c:pt idx="6233">
                  <c:v>45618</c:v>
                </c:pt>
                <c:pt idx="6234">
                  <c:v>45621</c:v>
                </c:pt>
                <c:pt idx="6235">
                  <c:v>45622</c:v>
                </c:pt>
                <c:pt idx="6236">
                  <c:v>45623</c:v>
                </c:pt>
                <c:pt idx="6237">
                  <c:v>45624</c:v>
                </c:pt>
                <c:pt idx="6238">
                  <c:v>45625</c:v>
                </c:pt>
                <c:pt idx="6239">
                  <c:v>45628</c:v>
                </c:pt>
                <c:pt idx="6240">
                  <c:v>45629</c:v>
                </c:pt>
                <c:pt idx="6241">
                  <c:v>45630</c:v>
                </c:pt>
                <c:pt idx="6242">
                  <c:v>45631</c:v>
                </c:pt>
                <c:pt idx="6243">
                  <c:v>45632</c:v>
                </c:pt>
                <c:pt idx="6244">
                  <c:v>45635</c:v>
                </c:pt>
                <c:pt idx="6245">
                  <c:v>45636</c:v>
                </c:pt>
                <c:pt idx="6246">
                  <c:v>45637</c:v>
                </c:pt>
                <c:pt idx="6247">
                  <c:v>45638</c:v>
                </c:pt>
                <c:pt idx="6248">
                  <c:v>45639</c:v>
                </c:pt>
                <c:pt idx="6249">
                  <c:v>45642</c:v>
                </c:pt>
                <c:pt idx="6250">
                  <c:v>45643</c:v>
                </c:pt>
                <c:pt idx="6251">
                  <c:v>45644</c:v>
                </c:pt>
                <c:pt idx="6252">
                  <c:v>45645</c:v>
                </c:pt>
                <c:pt idx="6253">
                  <c:v>45646</c:v>
                </c:pt>
                <c:pt idx="6254">
                  <c:v>45649</c:v>
                </c:pt>
                <c:pt idx="6255">
                  <c:v>45650</c:v>
                </c:pt>
                <c:pt idx="6256">
                  <c:v>45651</c:v>
                </c:pt>
                <c:pt idx="6257">
                  <c:v>45652</c:v>
                </c:pt>
                <c:pt idx="6258">
                  <c:v>45653</c:v>
                </c:pt>
                <c:pt idx="6259">
                  <c:v>45656</c:v>
                </c:pt>
                <c:pt idx="6260">
                  <c:v>45657</c:v>
                </c:pt>
                <c:pt idx="6261">
                  <c:v>45658</c:v>
                </c:pt>
                <c:pt idx="6262">
                  <c:v>45659</c:v>
                </c:pt>
                <c:pt idx="6263">
                  <c:v>45660</c:v>
                </c:pt>
                <c:pt idx="6264">
                  <c:v>45663</c:v>
                </c:pt>
                <c:pt idx="6265">
                  <c:v>45664</c:v>
                </c:pt>
                <c:pt idx="6266">
                  <c:v>45665</c:v>
                </c:pt>
                <c:pt idx="6267">
                  <c:v>45666</c:v>
                </c:pt>
                <c:pt idx="6268">
                  <c:v>45667</c:v>
                </c:pt>
                <c:pt idx="6269">
                  <c:v>45670</c:v>
                </c:pt>
                <c:pt idx="6270">
                  <c:v>45671</c:v>
                </c:pt>
                <c:pt idx="6271">
                  <c:v>45672</c:v>
                </c:pt>
                <c:pt idx="6272">
                  <c:v>45673</c:v>
                </c:pt>
                <c:pt idx="6273">
                  <c:v>45674</c:v>
                </c:pt>
                <c:pt idx="6274">
                  <c:v>45677</c:v>
                </c:pt>
                <c:pt idx="6275">
                  <c:v>45678</c:v>
                </c:pt>
                <c:pt idx="6276">
                  <c:v>45679</c:v>
                </c:pt>
                <c:pt idx="6277">
                  <c:v>45680</c:v>
                </c:pt>
                <c:pt idx="6278">
                  <c:v>45681</c:v>
                </c:pt>
                <c:pt idx="6279">
                  <c:v>45684</c:v>
                </c:pt>
                <c:pt idx="6280">
                  <c:v>45685</c:v>
                </c:pt>
                <c:pt idx="6281">
                  <c:v>45686</c:v>
                </c:pt>
                <c:pt idx="6282">
                  <c:v>45687</c:v>
                </c:pt>
                <c:pt idx="6283">
                  <c:v>45688</c:v>
                </c:pt>
                <c:pt idx="6284">
                  <c:v>45691</c:v>
                </c:pt>
                <c:pt idx="6285">
                  <c:v>45692</c:v>
                </c:pt>
                <c:pt idx="6286">
                  <c:v>45693</c:v>
                </c:pt>
                <c:pt idx="6287">
                  <c:v>45694</c:v>
                </c:pt>
                <c:pt idx="6288">
                  <c:v>45695</c:v>
                </c:pt>
                <c:pt idx="6289">
                  <c:v>45698</c:v>
                </c:pt>
                <c:pt idx="6290">
                  <c:v>45699</c:v>
                </c:pt>
                <c:pt idx="6291">
                  <c:v>45700</c:v>
                </c:pt>
                <c:pt idx="6292">
                  <c:v>45701</c:v>
                </c:pt>
                <c:pt idx="6293">
                  <c:v>45702</c:v>
                </c:pt>
                <c:pt idx="6294">
                  <c:v>45705</c:v>
                </c:pt>
                <c:pt idx="6295">
                  <c:v>45706</c:v>
                </c:pt>
                <c:pt idx="6296">
                  <c:v>45707</c:v>
                </c:pt>
                <c:pt idx="6297">
                  <c:v>45708</c:v>
                </c:pt>
                <c:pt idx="6298">
                  <c:v>45709</c:v>
                </c:pt>
                <c:pt idx="6299">
                  <c:v>45712</c:v>
                </c:pt>
                <c:pt idx="6300">
                  <c:v>45713</c:v>
                </c:pt>
                <c:pt idx="6301">
                  <c:v>45714</c:v>
                </c:pt>
                <c:pt idx="6302">
                  <c:v>45715</c:v>
                </c:pt>
                <c:pt idx="6303">
                  <c:v>45716</c:v>
                </c:pt>
                <c:pt idx="6304">
                  <c:v>45719</c:v>
                </c:pt>
                <c:pt idx="6305">
                  <c:v>45720</c:v>
                </c:pt>
                <c:pt idx="6306">
                  <c:v>45721</c:v>
                </c:pt>
                <c:pt idx="6307">
                  <c:v>45722</c:v>
                </c:pt>
                <c:pt idx="6308">
                  <c:v>45723</c:v>
                </c:pt>
                <c:pt idx="6309">
                  <c:v>45726</c:v>
                </c:pt>
                <c:pt idx="6310">
                  <c:v>45727</c:v>
                </c:pt>
                <c:pt idx="6311">
                  <c:v>45728</c:v>
                </c:pt>
                <c:pt idx="6312">
                  <c:v>45729</c:v>
                </c:pt>
                <c:pt idx="6313">
                  <c:v>45730</c:v>
                </c:pt>
                <c:pt idx="6314">
                  <c:v>45733</c:v>
                </c:pt>
                <c:pt idx="6315">
                  <c:v>45734</c:v>
                </c:pt>
                <c:pt idx="6316">
                  <c:v>45735</c:v>
                </c:pt>
                <c:pt idx="6317">
                  <c:v>45736</c:v>
                </c:pt>
                <c:pt idx="6318">
                  <c:v>45737</c:v>
                </c:pt>
                <c:pt idx="6319">
                  <c:v>45740</c:v>
                </c:pt>
                <c:pt idx="6320">
                  <c:v>45741</c:v>
                </c:pt>
                <c:pt idx="6321">
                  <c:v>45742</c:v>
                </c:pt>
                <c:pt idx="6322">
                  <c:v>45743</c:v>
                </c:pt>
                <c:pt idx="6323">
                  <c:v>45744</c:v>
                </c:pt>
                <c:pt idx="6324">
                  <c:v>45747</c:v>
                </c:pt>
                <c:pt idx="6325">
                  <c:v>45748</c:v>
                </c:pt>
                <c:pt idx="6326">
                  <c:v>45749</c:v>
                </c:pt>
                <c:pt idx="6327">
                  <c:v>45750</c:v>
                </c:pt>
                <c:pt idx="6328">
                  <c:v>45751</c:v>
                </c:pt>
                <c:pt idx="6329">
                  <c:v>45754</c:v>
                </c:pt>
                <c:pt idx="6330">
                  <c:v>45755</c:v>
                </c:pt>
                <c:pt idx="6331">
                  <c:v>45756</c:v>
                </c:pt>
                <c:pt idx="6332">
                  <c:v>45757</c:v>
                </c:pt>
                <c:pt idx="6333">
                  <c:v>45758</c:v>
                </c:pt>
                <c:pt idx="6334">
                  <c:v>45761</c:v>
                </c:pt>
                <c:pt idx="6335">
                  <c:v>45762</c:v>
                </c:pt>
                <c:pt idx="6336">
                  <c:v>45763</c:v>
                </c:pt>
                <c:pt idx="6337">
                  <c:v>45764</c:v>
                </c:pt>
                <c:pt idx="6338">
                  <c:v>45765</c:v>
                </c:pt>
                <c:pt idx="6339">
                  <c:v>45768</c:v>
                </c:pt>
                <c:pt idx="6340">
                  <c:v>45769</c:v>
                </c:pt>
                <c:pt idx="6341">
                  <c:v>45770</c:v>
                </c:pt>
                <c:pt idx="6342">
                  <c:v>45771</c:v>
                </c:pt>
                <c:pt idx="6343">
                  <c:v>45772</c:v>
                </c:pt>
                <c:pt idx="6344">
                  <c:v>45775</c:v>
                </c:pt>
                <c:pt idx="6345">
                  <c:v>45776</c:v>
                </c:pt>
                <c:pt idx="6346">
                  <c:v>45777</c:v>
                </c:pt>
                <c:pt idx="6347">
                  <c:v>45778</c:v>
                </c:pt>
                <c:pt idx="6348">
                  <c:v>45779</c:v>
                </c:pt>
                <c:pt idx="6349">
                  <c:v>45782</c:v>
                </c:pt>
                <c:pt idx="6350">
                  <c:v>45783</c:v>
                </c:pt>
                <c:pt idx="6351">
                  <c:v>45784</c:v>
                </c:pt>
                <c:pt idx="6352">
                  <c:v>45785</c:v>
                </c:pt>
                <c:pt idx="6353">
                  <c:v>45786</c:v>
                </c:pt>
                <c:pt idx="6354">
                  <c:v>45789</c:v>
                </c:pt>
                <c:pt idx="6355">
                  <c:v>45790</c:v>
                </c:pt>
                <c:pt idx="6356">
                  <c:v>45791</c:v>
                </c:pt>
                <c:pt idx="6357">
                  <c:v>45792</c:v>
                </c:pt>
                <c:pt idx="6358">
                  <c:v>45793</c:v>
                </c:pt>
                <c:pt idx="6359">
                  <c:v>45796</c:v>
                </c:pt>
                <c:pt idx="6360">
                  <c:v>45797</c:v>
                </c:pt>
                <c:pt idx="6361">
                  <c:v>45798</c:v>
                </c:pt>
                <c:pt idx="6362">
                  <c:v>45799</c:v>
                </c:pt>
                <c:pt idx="6363">
                  <c:v>45800</c:v>
                </c:pt>
                <c:pt idx="6364">
                  <c:v>45803</c:v>
                </c:pt>
                <c:pt idx="6365">
                  <c:v>45804</c:v>
                </c:pt>
                <c:pt idx="6366">
                  <c:v>45805</c:v>
                </c:pt>
                <c:pt idx="6367">
                  <c:v>45806</c:v>
                </c:pt>
                <c:pt idx="6368">
                  <c:v>45807</c:v>
                </c:pt>
                <c:pt idx="6369">
                  <c:v>45810</c:v>
                </c:pt>
                <c:pt idx="6370">
                  <c:v>45811</c:v>
                </c:pt>
                <c:pt idx="6371">
                  <c:v>45812</c:v>
                </c:pt>
                <c:pt idx="6372">
                  <c:v>45813</c:v>
                </c:pt>
                <c:pt idx="6373">
                  <c:v>45814</c:v>
                </c:pt>
                <c:pt idx="6374">
                  <c:v>45817</c:v>
                </c:pt>
                <c:pt idx="6375">
                  <c:v>45818</c:v>
                </c:pt>
                <c:pt idx="6376">
                  <c:v>45819</c:v>
                </c:pt>
                <c:pt idx="6377">
                  <c:v>45820</c:v>
                </c:pt>
                <c:pt idx="6378">
                  <c:v>45821</c:v>
                </c:pt>
                <c:pt idx="6379">
                  <c:v>45824</c:v>
                </c:pt>
                <c:pt idx="6380">
                  <c:v>45825</c:v>
                </c:pt>
                <c:pt idx="6381">
                  <c:v>45826</c:v>
                </c:pt>
                <c:pt idx="6382">
                  <c:v>45827</c:v>
                </c:pt>
                <c:pt idx="6383">
                  <c:v>45828</c:v>
                </c:pt>
                <c:pt idx="6384">
                  <c:v>45831</c:v>
                </c:pt>
                <c:pt idx="6385">
                  <c:v>45832</c:v>
                </c:pt>
                <c:pt idx="6386">
                  <c:v>45833</c:v>
                </c:pt>
                <c:pt idx="6387">
                  <c:v>45834</c:v>
                </c:pt>
                <c:pt idx="6388">
                  <c:v>45835</c:v>
                </c:pt>
                <c:pt idx="6389">
                  <c:v>45838</c:v>
                </c:pt>
                <c:pt idx="6390">
                  <c:v>45839</c:v>
                </c:pt>
                <c:pt idx="6391">
                  <c:v>45840</c:v>
                </c:pt>
                <c:pt idx="6392">
                  <c:v>45841</c:v>
                </c:pt>
                <c:pt idx="6393">
                  <c:v>45842</c:v>
                </c:pt>
                <c:pt idx="6394">
                  <c:v>45845</c:v>
                </c:pt>
                <c:pt idx="6395">
                  <c:v>45846</c:v>
                </c:pt>
                <c:pt idx="6396">
                  <c:v>45847</c:v>
                </c:pt>
                <c:pt idx="6397">
                  <c:v>45848</c:v>
                </c:pt>
                <c:pt idx="6398">
                  <c:v>45849</c:v>
                </c:pt>
                <c:pt idx="6399">
                  <c:v>45852</c:v>
                </c:pt>
                <c:pt idx="6400">
                  <c:v>45853</c:v>
                </c:pt>
                <c:pt idx="6401">
                  <c:v>45854</c:v>
                </c:pt>
                <c:pt idx="6402">
                  <c:v>45855</c:v>
                </c:pt>
                <c:pt idx="6403">
                  <c:v>45856</c:v>
                </c:pt>
                <c:pt idx="6404">
                  <c:v>45859</c:v>
                </c:pt>
                <c:pt idx="6405">
                  <c:v>45860</c:v>
                </c:pt>
                <c:pt idx="6406">
                  <c:v>45861</c:v>
                </c:pt>
                <c:pt idx="6407">
                  <c:v>45862</c:v>
                </c:pt>
                <c:pt idx="6408">
                  <c:v>45863</c:v>
                </c:pt>
                <c:pt idx="6409">
                  <c:v>45866</c:v>
                </c:pt>
                <c:pt idx="6410">
                  <c:v>45867</c:v>
                </c:pt>
                <c:pt idx="6411">
                  <c:v>45868</c:v>
                </c:pt>
                <c:pt idx="6412">
                  <c:v>45869</c:v>
                </c:pt>
                <c:pt idx="6413">
                  <c:v>45870</c:v>
                </c:pt>
                <c:pt idx="6414">
                  <c:v>45873</c:v>
                </c:pt>
                <c:pt idx="6415">
                  <c:v>45874</c:v>
                </c:pt>
                <c:pt idx="6416">
                  <c:v>45875</c:v>
                </c:pt>
                <c:pt idx="6417">
                  <c:v>45876</c:v>
                </c:pt>
                <c:pt idx="6418">
                  <c:v>45877</c:v>
                </c:pt>
                <c:pt idx="6419">
                  <c:v>45880</c:v>
                </c:pt>
                <c:pt idx="6420">
                  <c:v>45881</c:v>
                </c:pt>
                <c:pt idx="6421">
                  <c:v>45882</c:v>
                </c:pt>
                <c:pt idx="6422">
                  <c:v>45883</c:v>
                </c:pt>
                <c:pt idx="6423">
                  <c:v>45884</c:v>
                </c:pt>
                <c:pt idx="6424">
                  <c:v>45887</c:v>
                </c:pt>
                <c:pt idx="6425">
                  <c:v>45888</c:v>
                </c:pt>
                <c:pt idx="6426">
                  <c:v>45889</c:v>
                </c:pt>
                <c:pt idx="6427">
                  <c:v>45890</c:v>
                </c:pt>
                <c:pt idx="6428">
                  <c:v>45891</c:v>
                </c:pt>
                <c:pt idx="6429">
                  <c:v>45894</c:v>
                </c:pt>
                <c:pt idx="6430">
                  <c:v>45895</c:v>
                </c:pt>
                <c:pt idx="6431">
                  <c:v>45896</c:v>
                </c:pt>
                <c:pt idx="6432">
                  <c:v>45897</c:v>
                </c:pt>
                <c:pt idx="6433">
                  <c:v>45898</c:v>
                </c:pt>
                <c:pt idx="6434">
                  <c:v>45901</c:v>
                </c:pt>
                <c:pt idx="6435">
                  <c:v>45902</c:v>
                </c:pt>
                <c:pt idx="6436">
                  <c:v>45903</c:v>
                </c:pt>
                <c:pt idx="6437">
                  <c:v>45904</c:v>
                </c:pt>
                <c:pt idx="6438">
                  <c:v>45905</c:v>
                </c:pt>
                <c:pt idx="6439">
                  <c:v>45908</c:v>
                </c:pt>
                <c:pt idx="6440">
                  <c:v>45909</c:v>
                </c:pt>
                <c:pt idx="6441">
                  <c:v>45910</c:v>
                </c:pt>
                <c:pt idx="6442">
                  <c:v>45911</c:v>
                </c:pt>
                <c:pt idx="6443">
                  <c:v>45912</c:v>
                </c:pt>
                <c:pt idx="6444">
                  <c:v>45915</c:v>
                </c:pt>
                <c:pt idx="6445">
                  <c:v>45916</c:v>
                </c:pt>
                <c:pt idx="6446">
                  <c:v>45917</c:v>
                </c:pt>
                <c:pt idx="6447">
                  <c:v>45918</c:v>
                </c:pt>
                <c:pt idx="6448">
                  <c:v>45919</c:v>
                </c:pt>
                <c:pt idx="6449">
                  <c:v>45922</c:v>
                </c:pt>
                <c:pt idx="6450">
                  <c:v>45923</c:v>
                </c:pt>
                <c:pt idx="6451">
                  <c:v>45924</c:v>
                </c:pt>
                <c:pt idx="6452">
                  <c:v>45925</c:v>
                </c:pt>
                <c:pt idx="6453">
                  <c:v>45926</c:v>
                </c:pt>
                <c:pt idx="6454">
                  <c:v>45929</c:v>
                </c:pt>
                <c:pt idx="6455">
                  <c:v>45930</c:v>
                </c:pt>
                <c:pt idx="6456">
                  <c:v>45931</c:v>
                </c:pt>
                <c:pt idx="6457">
                  <c:v>45932</c:v>
                </c:pt>
                <c:pt idx="6458">
                  <c:v>45933</c:v>
                </c:pt>
                <c:pt idx="6459">
                  <c:v>45936</c:v>
                </c:pt>
                <c:pt idx="6460">
                  <c:v>45937</c:v>
                </c:pt>
                <c:pt idx="6461">
                  <c:v>45938</c:v>
                </c:pt>
                <c:pt idx="6462">
                  <c:v>45939</c:v>
                </c:pt>
                <c:pt idx="6463">
                  <c:v>45940</c:v>
                </c:pt>
                <c:pt idx="6464">
                  <c:v>45943</c:v>
                </c:pt>
                <c:pt idx="6465">
                  <c:v>45944</c:v>
                </c:pt>
                <c:pt idx="6466">
                  <c:v>45945</c:v>
                </c:pt>
                <c:pt idx="6467">
                  <c:v>45946</c:v>
                </c:pt>
                <c:pt idx="6468">
                  <c:v>45947</c:v>
                </c:pt>
                <c:pt idx="6469">
                  <c:v>45950</c:v>
                </c:pt>
                <c:pt idx="6470">
                  <c:v>45951</c:v>
                </c:pt>
                <c:pt idx="6471">
                  <c:v>45952</c:v>
                </c:pt>
                <c:pt idx="6472">
                  <c:v>45953</c:v>
                </c:pt>
                <c:pt idx="6473">
                  <c:v>45954</c:v>
                </c:pt>
                <c:pt idx="6474">
                  <c:v>45957</c:v>
                </c:pt>
                <c:pt idx="6475">
                  <c:v>45958</c:v>
                </c:pt>
                <c:pt idx="6476">
                  <c:v>45959</c:v>
                </c:pt>
                <c:pt idx="6477">
                  <c:v>45960</c:v>
                </c:pt>
                <c:pt idx="6478">
                  <c:v>45961</c:v>
                </c:pt>
                <c:pt idx="6479">
                  <c:v>45964</c:v>
                </c:pt>
                <c:pt idx="6480">
                  <c:v>45965</c:v>
                </c:pt>
                <c:pt idx="6481">
                  <c:v>45966</c:v>
                </c:pt>
                <c:pt idx="6482">
                  <c:v>45967</c:v>
                </c:pt>
                <c:pt idx="6483">
                  <c:v>45968</c:v>
                </c:pt>
                <c:pt idx="6484">
                  <c:v>45971</c:v>
                </c:pt>
                <c:pt idx="6485">
                  <c:v>45972</c:v>
                </c:pt>
                <c:pt idx="6486">
                  <c:v>45973</c:v>
                </c:pt>
                <c:pt idx="6487">
                  <c:v>45974</c:v>
                </c:pt>
                <c:pt idx="6488">
                  <c:v>45975</c:v>
                </c:pt>
                <c:pt idx="6489">
                  <c:v>45978</c:v>
                </c:pt>
                <c:pt idx="6490">
                  <c:v>45979</c:v>
                </c:pt>
                <c:pt idx="6491">
                  <c:v>45980</c:v>
                </c:pt>
                <c:pt idx="6492">
                  <c:v>45981</c:v>
                </c:pt>
                <c:pt idx="6493">
                  <c:v>45982</c:v>
                </c:pt>
                <c:pt idx="6494">
                  <c:v>45985</c:v>
                </c:pt>
                <c:pt idx="6495">
                  <c:v>45986</c:v>
                </c:pt>
                <c:pt idx="6496">
                  <c:v>45987</c:v>
                </c:pt>
                <c:pt idx="6497">
                  <c:v>45988</c:v>
                </c:pt>
                <c:pt idx="6498">
                  <c:v>45989</c:v>
                </c:pt>
                <c:pt idx="6499">
                  <c:v>45992</c:v>
                </c:pt>
                <c:pt idx="6500">
                  <c:v>45993</c:v>
                </c:pt>
                <c:pt idx="6501">
                  <c:v>45994</c:v>
                </c:pt>
                <c:pt idx="6502">
                  <c:v>45995</c:v>
                </c:pt>
                <c:pt idx="6503">
                  <c:v>45996</c:v>
                </c:pt>
                <c:pt idx="6504">
                  <c:v>45999</c:v>
                </c:pt>
                <c:pt idx="6505">
                  <c:v>46000</c:v>
                </c:pt>
                <c:pt idx="6506">
                  <c:v>46001</c:v>
                </c:pt>
                <c:pt idx="6507">
                  <c:v>46002</c:v>
                </c:pt>
                <c:pt idx="6508">
                  <c:v>46003</c:v>
                </c:pt>
                <c:pt idx="6509">
                  <c:v>46006</c:v>
                </c:pt>
                <c:pt idx="6510">
                  <c:v>46007</c:v>
                </c:pt>
                <c:pt idx="6511">
                  <c:v>46008</c:v>
                </c:pt>
                <c:pt idx="6512">
                  <c:v>46009</c:v>
                </c:pt>
                <c:pt idx="6513">
                  <c:v>46010</c:v>
                </c:pt>
                <c:pt idx="6514">
                  <c:v>46013</c:v>
                </c:pt>
                <c:pt idx="6515">
                  <c:v>46014</c:v>
                </c:pt>
                <c:pt idx="6516">
                  <c:v>46015</c:v>
                </c:pt>
                <c:pt idx="6517">
                  <c:v>46016</c:v>
                </c:pt>
                <c:pt idx="6518">
                  <c:v>46017</c:v>
                </c:pt>
                <c:pt idx="6519">
                  <c:v>46020</c:v>
                </c:pt>
                <c:pt idx="6520">
                  <c:v>46021</c:v>
                </c:pt>
                <c:pt idx="6521">
                  <c:v>46022</c:v>
                </c:pt>
                <c:pt idx="6522">
                  <c:v>46023</c:v>
                </c:pt>
                <c:pt idx="6523">
                  <c:v>46024</c:v>
                </c:pt>
                <c:pt idx="6524">
                  <c:v>46027</c:v>
                </c:pt>
                <c:pt idx="6525">
                  <c:v>46028</c:v>
                </c:pt>
                <c:pt idx="6526">
                  <c:v>46029</c:v>
                </c:pt>
                <c:pt idx="6527">
                  <c:v>46030</c:v>
                </c:pt>
                <c:pt idx="6528">
                  <c:v>46031</c:v>
                </c:pt>
                <c:pt idx="6529">
                  <c:v>46034</c:v>
                </c:pt>
                <c:pt idx="6530">
                  <c:v>46035</c:v>
                </c:pt>
                <c:pt idx="6531">
                  <c:v>46036</c:v>
                </c:pt>
                <c:pt idx="6532">
                  <c:v>46037</c:v>
                </c:pt>
                <c:pt idx="6533">
                  <c:v>46038</c:v>
                </c:pt>
                <c:pt idx="6534">
                  <c:v>46041</c:v>
                </c:pt>
                <c:pt idx="6535">
                  <c:v>46042</c:v>
                </c:pt>
                <c:pt idx="6536">
                  <c:v>46043</c:v>
                </c:pt>
                <c:pt idx="6537">
                  <c:v>46044</c:v>
                </c:pt>
                <c:pt idx="6538">
                  <c:v>46045</c:v>
                </c:pt>
                <c:pt idx="6539">
                  <c:v>46048</c:v>
                </c:pt>
                <c:pt idx="6540">
                  <c:v>46049</c:v>
                </c:pt>
                <c:pt idx="6541">
                  <c:v>46050</c:v>
                </c:pt>
                <c:pt idx="6542">
                  <c:v>46051</c:v>
                </c:pt>
                <c:pt idx="6543">
                  <c:v>46052</c:v>
                </c:pt>
                <c:pt idx="6544">
                  <c:v>46055</c:v>
                </c:pt>
                <c:pt idx="6545">
                  <c:v>46056</c:v>
                </c:pt>
                <c:pt idx="6546">
                  <c:v>46057</c:v>
                </c:pt>
                <c:pt idx="6547">
                  <c:v>46058</c:v>
                </c:pt>
                <c:pt idx="6548">
                  <c:v>46059</c:v>
                </c:pt>
                <c:pt idx="6549">
                  <c:v>46062</c:v>
                </c:pt>
                <c:pt idx="6550">
                  <c:v>46063</c:v>
                </c:pt>
                <c:pt idx="6551">
                  <c:v>46064</c:v>
                </c:pt>
                <c:pt idx="6552">
                  <c:v>46065</c:v>
                </c:pt>
                <c:pt idx="6553">
                  <c:v>46066</c:v>
                </c:pt>
                <c:pt idx="6554">
                  <c:v>46069</c:v>
                </c:pt>
                <c:pt idx="6555">
                  <c:v>46070</c:v>
                </c:pt>
                <c:pt idx="6556">
                  <c:v>46071</c:v>
                </c:pt>
                <c:pt idx="6557">
                  <c:v>46072</c:v>
                </c:pt>
                <c:pt idx="6558">
                  <c:v>46073</c:v>
                </c:pt>
                <c:pt idx="6559">
                  <c:v>46076</c:v>
                </c:pt>
                <c:pt idx="6560">
                  <c:v>46077</c:v>
                </c:pt>
                <c:pt idx="6561">
                  <c:v>46078</c:v>
                </c:pt>
                <c:pt idx="6562">
                  <c:v>46079</c:v>
                </c:pt>
                <c:pt idx="6563">
                  <c:v>46080</c:v>
                </c:pt>
                <c:pt idx="6564">
                  <c:v>46083</c:v>
                </c:pt>
                <c:pt idx="6565">
                  <c:v>46084</c:v>
                </c:pt>
                <c:pt idx="6566">
                  <c:v>46085</c:v>
                </c:pt>
                <c:pt idx="6567">
                  <c:v>46086</c:v>
                </c:pt>
                <c:pt idx="6568">
                  <c:v>46087</c:v>
                </c:pt>
                <c:pt idx="6569">
                  <c:v>46090</c:v>
                </c:pt>
                <c:pt idx="6570">
                  <c:v>46091</c:v>
                </c:pt>
                <c:pt idx="6571">
                  <c:v>46092</c:v>
                </c:pt>
                <c:pt idx="6572">
                  <c:v>46093</c:v>
                </c:pt>
                <c:pt idx="6573">
                  <c:v>46094</c:v>
                </c:pt>
                <c:pt idx="6574">
                  <c:v>46097</c:v>
                </c:pt>
                <c:pt idx="6575">
                  <c:v>46098</c:v>
                </c:pt>
                <c:pt idx="6576">
                  <c:v>46099</c:v>
                </c:pt>
                <c:pt idx="6577">
                  <c:v>46100</c:v>
                </c:pt>
                <c:pt idx="6578">
                  <c:v>46101</c:v>
                </c:pt>
                <c:pt idx="6579">
                  <c:v>46104</c:v>
                </c:pt>
                <c:pt idx="6580">
                  <c:v>46105</c:v>
                </c:pt>
                <c:pt idx="6581">
                  <c:v>46106</c:v>
                </c:pt>
                <c:pt idx="6582">
                  <c:v>46107</c:v>
                </c:pt>
                <c:pt idx="6583">
                  <c:v>46108</c:v>
                </c:pt>
                <c:pt idx="6584">
                  <c:v>46111</c:v>
                </c:pt>
                <c:pt idx="6585">
                  <c:v>46112</c:v>
                </c:pt>
                <c:pt idx="6586">
                  <c:v>46113</c:v>
                </c:pt>
                <c:pt idx="6587">
                  <c:v>46114</c:v>
                </c:pt>
                <c:pt idx="6588">
                  <c:v>46115</c:v>
                </c:pt>
                <c:pt idx="6589">
                  <c:v>46118</c:v>
                </c:pt>
                <c:pt idx="6590">
                  <c:v>46119</c:v>
                </c:pt>
                <c:pt idx="6591">
                  <c:v>46120</c:v>
                </c:pt>
                <c:pt idx="6592">
                  <c:v>46121</c:v>
                </c:pt>
                <c:pt idx="6593">
                  <c:v>46122</c:v>
                </c:pt>
                <c:pt idx="6594">
                  <c:v>46125</c:v>
                </c:pt>
                <c:pt idx="6595">
                  <c:v>46126</c:v>
                </c:pt>
                <c:pt idx="6596">
                  <c:v>46127</c:v>
                </c:pt>
                <c:pt idx="6597">
                  <c:v>46128</c:v>
                </c:pt>
                <c:pt idx="6598">
                  <c:v>46129</c:v>
                </c:pt>
                <c:pt idx="6599">
                  <c:v>46132</c:v>
                </c:pt>
                <c:pt idx="6600">
                  <c:v>46133</c:v>
                </c:pt>
                <c:pt idx="6601">
                  <c:v>46134</c:v>
                </c:pt>
                <c:pt idx="6602">
                  <c:v>46135</c:v>
                </c:pt>
                <c:pt idx="6603">
                  <c:v>46136</c:v>
                </c:pt>
                <c:pt idx="6604">
                  <c:v>46139</c:v>
                </c:pt>
                <c:pt idx="6605">
                  <c:v>46140</c:v>
                </c:pt>
                <c:pt idx="6606">
                  <c:v>46141</c:v>
                </c:pt>
                <c:pt idx="6607">
                  <c:v>46142</c:v>
                </c:pt>
                <c:pt idx="6608">
                  <c:v>46143</c:v>
                </c:pt>
                <c:pt idx="6609">
                  <c:v>46146</c:v>
                </c:pt>
                <c:pt idx="6610">
                  <c:v>46147</c:v>
                </c:pt>
                <c:pt idx="6611">
                  <c:v>46148</c:v>
                </c:pt>
                <c:pt idx="6612">
                  <c:v>46149</c:v>
                </c:pt>
                <c:pt idx="6613">
                  <c:v>46150</c:v>
                </c:pt>
                <c:pt idx="6614">
                  <c:v>46153</c:v>
                </c:pt>
                <c:pt idx="6615">
                  <c:v>46154</c:v>
                </c:pt>
                <c:pt idx="6616">
                  <c:v>46155</c:v>
                </c:pt>
                <c:pt idx="6617">
                  <c:v>46156</c:v>
                </c:pt>
                <c:pt idx="6618">
                  <c:v>46157</c:v>
                </c:pt>
                <c:pt idx="6619">
                  <c:v>46160</c:v>
                </c:pt>
                <c:pt idx="6620">
                  <c:v>46161</c:v>
                </c:pt>
                <c:pt idx="6621">
                  <c:v>46162</c:v>
                </c:pt>
                <c:pt idx="6622">
                  <c:v>46163</c:v>
                </c:pt>
                <c:pt idx="6623">
                  <c:v>46164</c:v>
                </c:pt>
                <c:pt idx="6624">
                  <c:v>46167</c:v>
                </c:pt>
                <c:pt idx="6625">
                  <c:v>46168</c:v>
                </c:pt>
                <c:pt idx="6626">
                  <c:v>46169</c:v>
                </c:pt>
                <c:pt idx="6627">
                  <c:v>46170</c:v>
                </c:pt>
                <c:pt idx="6628">
                  <c:v>46171</c:v>
                </c:pt>
                <c:pt idx="6629">
                  <c:v>46174</c:v>
                </c:pt>
                <c:pt idx="6630">
                  <c:v>46175</c:v>
                </c:pt>
                <c:pt idx="6631">
                  <c:v>46176</c:v>
                </c:pt>
                <c:pt idx="6632">
                  <c:v>46177</c:v>
                </c:pt>
                <c:pt idx="6633">
                  <c:v>46178</c:v>
                </c:pt>
                <c:pt idx="6634">
                  <c:v>46181</c:v>
                </c:pt>
                <c:pt idx="6635">
                  <c:v>46182</c:v>
                </c:pt>
                <c:pt idx="6636">
                  <c:v>46183</c:v>
                </c:pt>
                <c:pt idx="6637">
                  <c:v>46184</c:v>
                </c:pt>
                <c:pt idx="6638">
                  <c:v>46185</c:v>
                </c:pt>
                <c:pt idx="6639">
                  <c:v>46188</c:v>
                </c:pt>
                <c:pt idx="6640">
                  <c:v>46189</c:v>
                </c:pt>
                <c:pt idx="6641">
                  <c:v>46190</c:v>
                </c:pt>
                <c:pt idx="6642">
                  <c:v>46191</c:v>
                </c:pt>
                <c:pt idx="6643">
                  <c:v>46192</c:v>
                </c:pt>
                <c:pt idx="6644">
                  <c:v>46195</c:v>
                </c:pt>
                <c:pt idx="6645">
                  <c:v>46196</c:v>
                </c:pt>
                <c:pt idx="6646">
                  <c:v>46197</c:v>
                </c:pt>
                <c:pt idx="6647">
                  <c:v>46198</c:v>
                </c:pt>
                <c:pt idx="6648">
                  <c:v>46199</c:v>
                </c:pt>
                <c:pt idx="6649">
                  <c:v>46202</c:v>
                </c:pt>
                <c:pt idx="6650">
                  <c:v>46203</c:v>
                </c:pt>
                <c:pt idx="6651">
                  <c:v>46204</c:v>
                </c:pt>
                <c:pt idx="6652">
                  <c:v>46205</c:v>
                </c:pt>
                <c:pt idx="6653">
                  <c:v>46206</c:v>
                </c:pt>
                <c:pt idx="6654">
                  <c:v>46209</c:v>
                </c:pt>
                <c:pt idx="6655">
                  <c:v>46210</c:v>
                </c:pt>
                <c:pt idx="6656">
                  <c:v>46211</c:v>
                </c:pt>
                <c:pt idx="6657">
                  <c:v>46212</c:v>
                </c:pt>
                <c:pt idx="6658">
                  <c:v>46213</c:v>
                </c:pt>
                <c:pt idx="6659">
                  <c:v>46216</c:v>
                </c:pt>
                <c:pt idx="6660">
                  <c:v>46217</c:v>
                </c:pt>
                <c:pt idx="6661">
                  <c:v>46218</c:v>
                </c:pt>
                <c:pt idx="6662">
                  <c:v>46219</c:v>
                </c:pt>
                <c:pt idx="6663">
                  <c:v>46220</c:v>
                </c:pt>
                <c:pt idx="6664">
                  <c:v>46223</c:v>
                </c:pt>
                <c:pt idx="6665">
                  <c:v>46224</c:v>
                </c:pt>
                <c:pt idx="6666">
                  <c:v>46225</c:v>
                </c:pt>
                <c:pt idx="6667">
                  <c:v>46226</c:v>
                </c:pt>
                <c:pt idx="6668">
                  <c:v>46227</c:v>
                </c:pt>
                <c:pt idx="6669">
                  <c:v>46230</c:v>
                </c:pt>
                <c:pt idx="6670">
                  <c:v>46231</c:v>
                </c:pt>
                <c:pt idx="6671">
                  <c:v>46232</c:v>
                </c:pt>
                <c:pt idx="6672">
                  <c:v>46233</c:v>
                </c:pt>
                <c:pt idx="6673">
                  <c:v>46234</c:v>
                </c:pt>
                <c:pt idx="6674">
                  <c:v>46237</c:v>
                </c:pt>
                <c:pt idx="6675">
                  <c:v>46238</c:v>
                </c:pt>
                <c:pt idx="6676">
                  <c:v>46239</c:v>
                </c:pt>
                <c:pt idx="6677">
                  <c:v>46240</c:v>
                </c:pt>
                <c:pt idx="6678">
                  <c:v>46241</c:v>
                </c:pt>
                <c:pt idx="6679">
                  <c:v>46244</c:v>
                </c:pt>
                <c:pt idx="6680">
                  <c:v>46245</c:v>
                </c:pt>
                <c:pt idx="6681">
                  <c:v>46246</c:v>
                </c:pt>
                <c:pt idx="6682">
                  <c:v>46247</c:v>
                </c:pt>
                <c:pt idx="6683">
                  <c:v>46248</c:v>
                </c:pt>
                <c:pt idx="6684">
                  <c:v>46251</c:v>
                </c:pt>
                <c:pt idx="6685">
                  <c:v>46252</c:v>
                </c:pt>
                <c:pt idx="6686">
                  <c:v>46253</c:v>
                </c:pt>
                <c:pt idx="6687">
                  <c:v>46254</c:v>
                </c:pt>
                <c:pt idx="6688">
                  <c:v>46255</c:v>
                </c:pt>
                <c:pt idx="6689">
                  <c:v>46258</c:v>
                </c:pt>
                <c:pt idx="6690">
                  <c:v>46259</c:v>
                </c:pt>
                <c:pt idx="6691">
                  <c:v>46260</c:v>
                </c:pt>
                <c:pt idx="6692">
                  <c:v>46261</c:v>
                </c:pt>
                <c:pt idx="6693">
                  <c:v>46262</c:v>
                </c:pt>
                <c:pt idx="6694">
                  <c:v>46265</c:v>
                </c:pt>
                <c:pt idx="6695">
                  <c:v>46266</c:v>
                </c:pt>
                <c:pt idx="6696">
                  <c:v>46267</c:v>
                </c:pt>
                <c:pt idx="6697">
                  <c:v>46268</c:v>
                </c:pt>
                <c:pt idx="6698">
                  <c:v>46269</c:v>
                </c:pt>
                <c:pt idx="6699">
                  <c:v>46272</c:v>
                </c:pt>
                <c:pt idx="6700">
                  <c:v>46273</c:v>
                </c:pt>
                <c:pt idx="6701">
                  <c:v>46274</c:v>
                </c:pt>
                <c:pt idx="6702">
                  <c:v>46275</c:v>
                </c:pt>
                <c:pt idx="6703">
                  <c:v>46276</c:v>
                </c:pt>
                <c:pt idx="6704">
                  <c:v>46279</c:v>
                </c:pt>
                <c:pt idx="6705">
                  <c:v>46280</c:v>
                </c:pt>
                <c:pt idx="6706">
                  <c:v>46281</c:v>
                </c:pt>
                <c:pt idx="6707">
                  <c:v>46282</c:v>
                </c:pt>
                <c:pt idx="6708">
                  <c:v>46283</c:v>
                </c:pt>
                <c:pt idx="6709">
                  <c:v>46286</c:v>
                </c:pt>
                <c:pt idx="6710">
                  <c:v>46287</c:v>
                </c:pt>
                <c:pt idx="6711">
                  <c:v>46288</c:v>
                </c:pt>
                <c:pt idx="6712">
                  <c:v>46289</c:v>
                </c:pt>
                <c:pt idx="6713">
                  <c:v>46290</c:v>
                </c:pt>
                <c:pt idx="6714">
                  <c:v>46293</c:v>
                </c:pt>
                <c:pt idx="6715">
                  <c:v>46294</c:v>
                </c:pt>
                <c:pt idx="6716">
                  <c:v>46295</c:v>
                </c:pt>
                <c:pt idx="6717">
                  <c:v>46296</c:v>
                </c:pt>
                <c:pt idx="6718">
                  <c:v>46297</c:v>
                </c:pt>
                <c:pt idx="6719">
                  <c:v>46300</c:v>
                </c:pt>
                <c:pt idx="6720">
                  <c:v>46301</c:v>
                </c:pt>
                <c:pt idx="6721">
                  <c:v>46302</c:v>
                </c:pt>
                <c:pt idx="6722">
                  <c:v>46303</c:v>
                </c:pt>
                <c:pt idx="6723">
                  <c:v>46304</c:v>
                </c:pt>
                <c:pt idx="6724">
                  <c:v>46307</c:v>
                </c:pt>
                <c:pt idx="6725">
                  <c:v>46308</c:v>
                </c:pt>
                <c:pt idx="6726">
                  <c:v>46309</c:v>
                </c:pt>
                <c:pt idx="6727">
                  <c:v>46310</c:v>
                </c:pt>
                <c:pt idx="6728">
                  <c:v>46311</c:v>
                </c:pt>
                <c:pt idx="6729">
                  <c:v>46314</c:v>
                </c:pt>
                <c:pt idx="6730">
                  <c:v>46315</c:v>
                </c:pt>
              </c:numCache>
            </c:numRef>
          </c:cat>
          <c:val>
            <c:numRef>
              <c:f>Spread_Calc!$W$7:$W$7000</c:f>
              <c:numCache>
                <c:formatCode>_(#,##0.00%_);\(#,##0.00%\);_("–"_)_%;_(@_)_%</c:formatCode>
                <c:ptCount val="6994"/>
                <c:pt idx="0">
                  <c:v>#N/A</c:v>
                </c:pt>
                <c:pt idx="1">
                  <c:v>#N/A</c:v>
                </c:pt>
                <c:pt idx="2">
                  <c:v>#N/A</c:v>
                </c:pt>
                <c:pt idx="3">
                  <c:v>#N/A</c:v>
                </c:pt>
                <c:pt idx="4">
                  <c:v>#N/A</c:v>
                </c:pt>
                <c:pt idx="5">
                  <c:v>#N/A</c:v>
                </c:pt>
                <c:pt idx="6">
                  <c:v>#N/A</c:v>
                </c:pt>
                <c:pt idx="7">
                  <c:v>#N/A</c:v>
                </c:pt>
                <c:pt idx="8">
                  <c:v>#N/A</c:v>
                </c:pt>
                <c:pt idx="9">
                  <c:v>#N/A</c:v>
                </c:pt>
                <c:pt idx="10">
                  <c:v>#N/A</c:v>
                </c:pt>
                <c:pt idx="11">
                  <c:v>#N/A</c:v>
                </c:pt>
                <c:pt idx="12">
                  <c:v>#N/A</c:v>
                </c:pt>
                <c:pt idx="13">
                  <c:v>#N/A</c:v>
                </c:pt>
                <c:pt idx="14">
                  <c:v>#N/A</c:v>
                </c:pt>
                <c:pt idx="15">
                  <c:v>#N/A</c:v>
                </c:pt>
                <c:pt idx="16">
                  <c:v>#N/A</c:v>
                </c:pt>
                <c:pt idx="17">
                  <c:v>#N/A</c:v>
                </c:pt>
                <c:pt idx="18">
                  <c:v>#N/A</c:v>
                </c:pt>
                <c:pt idx="19">
                  <c:v>#N/A</c:v>
                </c:pt>
                <c:pt idx="20">
                  <c:v>#N/A</c:v>
                </c:pt>
                <c:pt idx="21">
                  <c:v>#N/A</c:v>
                </c:pt>
                <c:pt idx="22">
                  <c:v>#N/A</c:v>
                </c:pt>
                <c:pt idx="23">
                  <c:v>#N/A</c:v>
                </c:pt>
                <c:pt idx="24">
                  <c:v>#N/A</c:v>
                </c:pt>
                <c:pt idx="25">
                  <c:v>#N/A</c:v>
                </c:pt>
                <c:pt idx="26">
                  <c:v>#N/A</c:v>
                </c:pt>
                <c:pt idx="27">
                  <c:v>#N/A</c:v>
                </c:pt>
                <c:pt idx="28">
                  <c:v>#N/A</c:v>
                </c:pt>
                <c:pt idx="29">
                  <c:v>#N/A</c:v>
                </c:pt>
                <c:pt idx="30">
                  <c:v>#N/A</c:v>
                </c:pt>
                <c:pt idx="31">
                  <c:v>#N/A</c:v>
                </c:pt>
                <c:pt idx="32">
                  <c:v>#N/A</c:v>
                </c:pt>
                <c:pt idx="33">
                  <c:v>#N/A</c:v>
                </c:pt>
                <c:pt idx="34">
                  <c:v>#N/A</c:v>
                </c:pt>
                <c:pt idx="35">
                  <c:v>#N/A</c:v>
                </c:pt>
                <c:pt idx="36">
                  <c:v>#N/A</c:v>
                </c:pt>
                <c:pt idx="37">
                  <c:v>#N/A</c:v>
                </c:pt>
                <c:pt idx="38">
                  <c:v>#N/A</c:v>
                </c:pt>
                <c:pt idx="39">
                  <c:v>#N/A</c:v>
                </c:pt>
                <c:pt idx="40">
                  <c:v>#N/A</c:v>
                </c:pt>
                <c:pt idx="41">
                  <c:v>#N/A</c:v>
                </c:pt>
                <c:pt idx="42">
                  <c:v>#N/A</c:v>
                </c:pt>
                <c:pt idx="43">
                  <c:v>#N/A</c:v>
                </c:pt>
                <c:pt idx="44">
                  <c:v>#N/A</c:v>
                </c:pt>
                <c:pt idx="45">
                  <c:v>#N/A</c:v>
                </c:pt>
                <c:pt idx="46">
                  <c:v>#N/A</c:v>
                </c:pt>
                <c:pt idx="47">
                  <c:v>#N/A</c:v>
                </c:pt>
                <c:pt idx="48">
                  <c:v>#N/A</c:v>
                </c:pt>
                <c:pt idx="49">
                  <c:v>#N/A</c:v>
                </c:pt>
                <c:pt idx="50">
                  <c:v>#N/A</c:v>
                </c:pt>
                <c:pt idx="51">
                  <c:v>#N/A</c:v>
                </c:pt>
                <c:pt idx="52">
                  <c:v>#N/A</c:v>
                </c:pt>
                <c:pt idx="53">
                  <c:v>#N/A</c:v>
                </c:pt>
                <c:pt idx="54">
                  <c:v>#N/A</c:v>
                </c:pt>
                <c:pt idx="55">
                  <c:v>#N/A</c:v>
                </c:pt>
                <c:pt idx="56">
                  <c:v>#N/A</c:v>
                </c:pt>
                <c:pt idx="57">
                  <c:v>#N/A</c:v>
                </c:pt>
                <c:pt idx="58">
                  <c:v>#N/A</c:v>
                </c:pt>
                <c:pt idx="59">
                  <c:v>#N/A</c:v>
                </c:pt>
                <c:pt idx="60">
                  <c:v>#N/A</c:v>
                </c:pt>
                <c:pt idx="61">
                  <c:v>#N/A</c:v>
                </c:pt>
                <c:pt idx="62">
                  <c:v>#N/A</c:v>
                </c:pt>
                <c:pt idx="63">
                  <c:v>#N/A</c:v>
                </c:pt>
                <c:pt idx="64">
                  <c:v>#N/A</c:v>
                </c:pt>
                <c:pt idx="65">
                  <c:v>#N/A</c:v>
                </c:pt>
                <c:pt idx="66">
                  <c:v>#N/A</c:v>
                </c:pt>
                <c:pt idx="67">
                  <c:v>#N/A</c:v>
                </c:pt>
                <c:pt idx="68">
                  <c:v>#N/A</c:v>
                </c:pt>
                <c:pt idx="69">
                  <c:v>#N/A</c:v>
                </c:pt>
                <c:pt idx="70">
                  <c:v>#N/A</c:v>
                </c:pt>
                <c:pt idx="71">
                  <c:v>#N/A</c:v>
                </c:pt>
                <c:pt idx="72">
                  <c:v>#N/A</c:v>
                </c:pt>
                <c:pt idx="73">
                  <c:v>#N/A</c:v>
                </c:pt>
                <c:pt idx="74">
                  <c:v>#N/A</c:v>
                </c:pt>
                <c:pt idx="75">
                  <c:v>#N/A</c:v>
                </c:pt>
                <c:pt idx="76">
                  <c:v>#N/A</c:v>
                </c:pt>
                <c:pt idx="77">
                  <c:v>#N/A</c:v>
                </c:pt>
                <c:pt idx="78">
                  <c:v>#N/A</c:v>
                </c:pt>
                <c:pt idx="79">
                  <c:v>#N/A</c:v>
                </c:pt>
                <c:pt idx="80">
                  <c:v>#N/A</c:v>
                </c:pt>
                <c:pt idx="81">
                  <c:v>#N/A</c:v>
                </c:pt>
                <c:pt idx="82">
                  <c:v>#N/A</c:v>
                </c:pt>
                <c:pt idx="83">
                  <c:v>#N/A</c:v>
                </c:pt>
                <c:pt idx="84">
                  <c:v>#N/A</c:v>
                </c:pt>
                <c:pt idx="85">
                  <c:v>#N/A</c:v>
                </c:pt>
                <c:pt idx="86">
                  <c:v>#N/A</c:v>
                </c:pt>
                <c:pt idx="87">
                  <c:v>#N/A</c:v>
                </c:pt>
                <c:pt idx="88">
                  <c:v>#N/A</c:v>
                </c:pt>
                <c:pt idx="89">
                  <c:v>#N/A</c:v>
                </c:pt>
                <c:pt idx="90">
                  <c:v>#N/A</c:v>
                </c:pt>
                <c:pt idx="91">
                  <c:v>#N/A</c:v>
                </c:pt>
                <c:pt idx="92">
                  <c:v>#N/A</c:v>
                </c:pt>
                <c:pt idx="93">
                  <c:v>#N/A</c:v>
                </c:pt>
                <c:pt idx="94">
                  <c:v>#N/A</c:v>
                </c:pt>
                <c:pt idx="95">
                  <c:v>#N/A</c:v>
                </c:pt>
                <c:pt idx="96">
                  <c:v>#N/A</c:v>
                </c:pt>
                <c:pt idx="97">
                  <c:v>#N/A</c:v>
                </c:pt>
                <c:pt idx="98">
                  <c:v>#N/A</c:v>
                </c:pt>
                <c:pt idx="99">
                  <c:v>#N/A</c:v>
                </c:pt>
                <c:pt idx="100">
                  <c:v>#N/A</c:v>
                </c:pt>
                <c:pt idx="101">
                  <c:v>#N/A</c:v>
                </c:pt>
                <c:pt idx="102">
                  <c:v>#N/A</c:v>
                </c:pt>
                <c:pt idx="103">
                  <c:v>#N/A</c:v>
                </c:pt>
                <c:pt idx="104">
                  <c:v>#N/A</c:v>
                </c:pt>
                <c:pt idx="105">
                  <c:v>#N/A</c:v>
                </c:pt>
                <c:pt idx="106">
                  <c:v>#N/A</c:v>
                </c:pt>
                <c:pt idx="107">
                  <c:v>#N/A</c:v>
                </c:pt>
                <c:pt idx="108">
                  <c:v>#N/A</c:v>
                </c:pt>
                <c:pt idx="109">
                  <c:v>#N/A</c:v>
                </c:pt>
                <c:pt idx="110">
                  <c:v>#N/A</c:v>
                </c:pt>
                <c:pt idx="111">
                  <c:v>#N/A</c:v>
                </c:pt>
                <c:pt idx="112">
                  <c:v>#N/A</c:v>
                </c:pt>
                <c:pt idx="113">
                  <c:v>#N/A</c:v>
                </c:pt>
                <c:pt idx="114">
                  <c:v>#N/A</c:v>
                </c:pt>
                <c:pt idx="115">
                  <c:v>#N/A</c:v>
                </c:pt>
                <c:pt idx="116">
                  <c:v>#N/A</c:v>
                </c:pt>
                <c:pt idx="117">
                  <c:v>#N/A</c:v>
                </c:pt>
                <c:pt idx="118">
                  <c:v>#N/A</c:v>
                </c:pt>
                <c:pt idx="119">
                  <c:v>#N/A</c:v>
                </c:pt>
                <c:pt idx="120">
                  <c:v>#N/A</c:v>
                </c:pt>
                <c:pt idx="121">
                  <c:v>#N/A</c:v>
                </c:pt>
                <c:pt idx="122">
                  <c:v>#N/A</c:v>
                </c:pt>
                <c:pt idx="123">
                  <c:v>#N/A</c:v>
                </c:pt>
                <c:pt idx="124">
                  <c:v>#N/A</c:v>
                </c:pt>
                <c:pt idx="125">
                  <c:v>#N/A</c:v>
                </c:pt>
                <c:pt idx="126">
                  <c:v>#N/A</c:v>
                </c:pt>
                <c:pt idx="127">
                  <c:v>#N/A</c:v>
                </c:pt>
                <c:pt idx="128">
                  <c:v>#N/A</c:v>
                </c:pt>
                <c:pt idx="129">
                  <c:v>#N/A</c:v>
                </c:pt>
                <c:pt idx="130">
                  <c:v>#N/A</c:v>
                </c:pt>
                <c:pt idx="131">
                  <c:v>#N/A</c:v>
                </c:pt>
                <c:pt idx="132">
                  <c:v>#N/A</c:v>
                </c:pt>
                <c:pt idx="133">
                  <c:v>#N/A</c:v>
                </c:pt>
                <c:pt idx="134">
                  <c:v>#N/A</c:v>
                </c:pt>
                <c:pt idx="135">
                  <c:v>#N/A</c:v>
                </c:pt>
                <c:pt idx="136">
                  <c:v>#N/A</c:v>
                </c:pt>
                <c:pt idx="137">
                  <c:v>#N/A</c:v>
                </c:pt>
                <c:pt idx="138">
                  <c:v>#N/A</c:v>
                </c:pt>
                <c:pt idx="139">
                  <c:v>#N/A</c:v>
                </c:pt>
                <c:pt idx="140">
                  <c:v>#N/A</c:v>
                </c:pt>
                <c:pt idx="141">
                  <c:v>#N/A</c:v>
                </c:pt>
                <c:pt idx="142">
                  <c:v>#N/A</c:v>
                </c:pt>
                <c:pt idx="143">
                  <c:v>#N/A</c:v>
                </c:pt>
                <c:pt idx="144">
                  <c:v>#N/A</c:v>
                </c:pt>
                <c:pt idx="145">
                  <c:v>#N/A</c:v>
                </c:pt>
                <c:pt idx="146">
                  <c:v>#N/A</c:v>
                </c:pt>
                <c:pt idx="147">
                  <c:v>#N/A</c:v>
                </c:pt>
                <c:pt idx="148">
                  <c:v>#N/A</c:v>
                </c:pt>
                <c:pt idx="149">
                  <c:v>#N/A</c:v>
                </c:pt>
                <c:pt idx="150">
                  <c:v>#N/A</c:v>
                </c:pt>
                <c:pt idx="151">
                  <c:v>#N/A</c:v>
                </c:pt>
                <c:pt idx="152">
                  <c:v>#N/A</c:v>
                </c:pt>
                <c:pt idx="153">
                  <c:v>#N/A</c:v>
                </c:pt>
                <c:pt idx="154">
                  <c:v>#N/A</c:v>
                </c:pt>
                <c:pt idx="155">
                  <c:v>#N/A</c:v>
                </c:pt>
                <c:pt idx="156">
                  <c:v>#N/A</c:v>
                </c:pt>
                <c:pt idx="157">
                  <c:v>#N/A</c:v>
                </c:pt>
                <c:pt idx="158">
                  <c:v>#N/A</c:v>
                </c:pt>
                <c:pt idx="159">
                  <c:v>#N/A</c:v>
                </c:pt>
                <c:pt idx="160">
                  <c:v>#N/A</c:v>
                </c:pt>
                <c:pt idx="161">
                  <c:v>#N/A</c:v>
                </c:pt>
                <c:pt idx="162">
                  <c:v>#N/A</c:v>
                </c:pt>
                <c:pt idx="163">
                  <c:v>#N/A</c:v>
                </c:pt>
                <c:pt idx="164">
                  <c:v>#N/A</c:v>
                </c:pt>
                <c:pt idx="165">
                  <c:v>#N/A</c:v>
                </c:pt>
                <c:pt idx="166">
                  <c:v>#N/A</c:v>
                </c:pt>
                <c:pt idx="167">
                  <c:v>#N/A</c:v>
                </c:pt>
                <c:pt idx="168">
                  <c:v>#N/A</c:v>
                </c:pt>
                <c:pt idx="169">
                  <c:v>#N/A</c:v>
                </c:pt>
                <c:pt idx="170">
                  <c:v>#N/A</c:v>
                </c:pt>
                <c:pt idx="171">
                  <c:v>#N/A</c:v>
                </c:pt>
                <c:pt idx="172">
                  <c:v>#N/A</c:v>
                </c:pt>
                <c:pt idx="173">
                  <c:v>#N/A</c:v>
                </c:pt>
                <c:pt idx="174">
                  <c:v>#N/A</c:v>
                </c:pt>
                <c:pt idx="175">
                  <c:v>#N/A</c:v>
                </c:pt>
                <c:pt idx="176">
                  <c:v>#N/A</c:v>
                </c:pt>
                <c:pt idx="177">
                  <c:v>#N/A</c:v>
                </c:pt>
                <c:pt idx="178">
                  <c:v>#N/A</c:v>
                </c:pt>
                <c:pt idx="179">
                  <c:v>#N/A</c:v>
                </c:pt>
                <c:pt idx="180">
                  <c:v>#N/A</c:v>
                </c:pt>
                <c:pt idx="181">
                  <c:v>#N/A</c:v>
                </c:pt>
                <c:pt idx="182">
                  <c:v>#N/A</c:v>
                </c:pt>
                <c:pt idx="183">
                  <c:v>#N/A</c:v>
                </c:pt>
                <c:pt idx="184">
                  <c:v>#N/A</c:v>
                </c:pt>
                <c:pt idx="185">
                  <c:v>#N/A</c:v>
                </c:pt>
                <c:pt idx="186">
                  <c:v>#N/A</c:v>
                </c:pt>
                <c:pt idx="187">
                  <c:v>#N/A</c:v>
                </c:pt>
                <c:pt idx="188">
                  <c:v>#N/A</c:v>
                </c:pt>
                <c:pt idx="189">
                  <c:v>#N/A</c:v>
                </c:pt>
                <c:pt idx="190">
                  <c:v>#N/A</c:v>
                </c:pt>
                <c:pt idx="191">
                  <c:v>#N/A</c:v>
                </c:pt>
                <c:pt idx="192">
                  <c:v>#N/A</c:v>
                </c:pt>
                <c:pt idx="193">
                  <c:v>#N/A</c:v>
                </c:pt>
                <c:pt idx="194">
                  <c:v>#N/A</c:v>
                </c:pt>
                <c:pt idx="195">
                  <c:v>#N/A</c:v>
                </c:pt>
                <c:pt idx="196">
                  <c:v>#N/A</c:v>
                </c:pt>
                <c:pt idx="197">
                  <c:v>#N/A</c:v>
                </c:pt>
                <c:pt idx="198">
                  <c:v>#N/A</c:v>
                </c:pt>
                <c:pt idx="199">
                  <c:v>#N/A</c:v>
                </c:pt>
                <c:pt idx="200">
                  <c:v>#N/A</c:v>
                </c:pt>
                <c:pt idx="201">
                  <c:v>#N/A</c:v>
                </c:pt>
                <c:pt idx="202">
                  <c:v>#N/A</c:v>
                </c:pt>
                <c:pt idx="203">
                  <c:v>#N/A</c:v>
                </c:pt>
                <c:pt idx="204">
                  <c:v>#N/A</c:v>
                </c:pt>
                <c:pt idx="205">
                  <c:v>#N/A</c:v>
                </c:pt>
                <c:pt idx="206">
                  <c:v>#N/A</c:v>
                </c:pt>
                <c:pt idx="207">
                  <c:v>#N/A</c:v>
                </c:pt>
                <c:pt idx="208">
                  <c:v>#N/A</c:v>
                </c:pt>
                <c:pt idx="209">
                  <c:v>#N/A</c:v>
                </c:pt>
                <c:pt idx="210">
                  <c:v>#N/A</c:v>
                </c:pt>
                <c:pt idx="211">
                  <c:v>#N/A</c:v>
                </c:pt>
                <c:pt idx="212">
                  <c:v>#N/A</c:v>
                </c:pt>
                <c:pt idx="213">
                  <c:v>#N/A</c:v>
                </c:pt>
                <c:pt idx="214">
                  <c:v>#N/A</c:v>
                </c:pt>
                <c:pt idx="215">
                  <c:v>#N/A</c:v>
                </c:pt>
                <c:pt idx="216">
                  <c:v>#N/A</c:v>
                </c:pt>
                <c:pt idx="217">
                  <c:v>#N/A</c:v>
                </c:pt>
                <c:pt idx="218">
                  <c:v>#N/A</c:v>
                </c:pt>
                <c:pt idx="219">
                  <c:v>#N/A</c:v>
                </c:pt>
                <c:pt idx="220">
                  <c:v>#N/A</c:v>
                </c:pt>
                <c:pt idx="221">
                  <c:v>#N/A</c:v>
                </c:pt>
                <c:pt idx="222">
                  <c:v>#N/A</c:v>
                </c:pt>
                <c:pt idx="223">
                  <c:v>#N/A</c:v>
                </c:pt>
                <c:pt idx="224">
                  <c:v>#N/A</c:v>
                </c:pt>
                <c:pt idx="225">
                  <c:v>#N/A</c:v>
                </c:pt>
                <c:pt idx="226">
                  <c:v>#N/A</c:v>
                </c:pt>
                <c:pt idx="227">
                  <c:v>#N/A</c:v>
                </c:pt>
                <c:pt idx="228">
                  <c:v>#N/A</c:v>
                </c:pt>
                <c:pt idx="229">
                  <c:v>#N/A</c:v>
                </c:pt>
                <c:pt idx="230">
                  <c:v>#N/A</c:v>
                </c:pt>
                <c:pt idx="231">
                  <c:v>#N/A</c:v>
                </c:pt>
                <c:pt idx="232">
                  <c:v>#N/A</c:v>
                </c:pt>
                <c:pt idx="233">
                  <c:v>#N/A</c:v>
                </c:pt>
                <c:pt idx="234">
                  <c:v>#N/A</c:v>
                </c:pt>
                <c:pt idx="235">
                  <c:v>#N/A</c:v>
                </c:pt>
                <c:pt idx="236">
                  <c:v>#N/A</c:v>
                </c:pt>
                <c:pt idx="237">
                  <c:v>#N/A</c:v>
                </c:pt>
                <c:pt idx="238">
                  <c:v>#N/A</c:v>
                </c:pt>
                <c:pt idx="239">
                  <c:v>#N/A</c:v>
                </c:pt>
                <c:pt idx="240">
                  <c:v>#N/A</c:v>
                </c:pt>
                <c:pt idx="241">
                  <c:v>#N/A</c:v>
                </c:pt>
                <c:pt idx="242">
                  <c:v>#N/A</c:v>
                </c:pt>
                <c:pt idx="243">
                  <c:v>#N/A</c:v>
                </c:pt>
                <c:pt idx="244">
                  <c:v>#N/A</c:v>
                </c:pt>
                <c:pt idx="245">
                  <c:v>#N/A</c:v>
                </c:pt>
                <c:pt idx="246">
                  <c:v>#N/A</c:v>
                </c:pt>
                <c:pt idx="247">
                  <c:v>#N/A</c:v>
                </c:pt>
                <c:pt idx="248">
                  <c:v>#N/A</c:v>
                </c:pt>
                <c:pt idx="249">
                  <c:v>#N/A</c:v>
                </c:pt>
                <c:pt idx="250">
                  <c:v>#N/A</c:v>
                </c:pt>
                <c:pt idx="251">
                  <c:v>#N/A</c:v>
                </c:pt>
                <c:pt idx="252">
                  <c:v>#N/A</c:v>
                </c:pt>
                <c:pt idx="253">
                  <c:v>#N/A</c:v>
                </c:pt>
                <c:pt idx="254">
                  <c:v>#N/A</c:v>
                </c:pt>
                <c:pt idx="255">
                  <c:v>#N/A</c:v>
                </c:pt>
                <c:pt idx="256">
                  <c:v>#N/A</c:v>
                </c:pt>
                <c:pt idx="257">
                  <c:v>#N/A</c:v>
                </c:pt>
                <c:pt idx="258">
                  <c:v>#N/A</c:v>
                </c:pt>
                <c:pt idx="259">
                  <c:v>#N/A</c:v>
                </c:pt>
                <c:pt idx="260">
                  <c:v>#N/A</c:v>
                </c:pt>
                <c:pt idx="261">
                  <c:v>#N/A</c:v>
                </c:pt>
                <c:pt idx="262">
                  <c:v>#N/A</c:v>
                </c:pt>
                <c:pt idx="263">
                  <c:v>#N/A</c:v>
                </c:pt>
                <c:pt idx="264">
                  <c:v>#N/A</c:v>
                </c:pt>
                <c:pt idx="265">
                  <c:v>#N/A</c:v>
                </c:pt>
                <c:pt idx="266">
                  <c:v>#N/A</c:v>
                </c:pt>
                <c:pt idx="267">
                  <c:v>#N/A</c:v>
                </c:pt>
                <c:pt idx="268">
                  <c:v>#N/A</c:v>
                </c:pt>
                <c:pt idx="269">
                  <c:v>#N/A</c:v>
                </c:pt>
                <c:pt idx="270">
                  <c:v>#N/A</c:v>
                </c:pt>
                <c:pt idx="271">
                  <c:v>#N/A</c:v>
                </c:pt>
                <c:pt idx="272">
                  <c:v>#N/A</c:v>
                </c:pt>
                <c:pt idx="273">
                  <c:v>#N/A</c:v>
                </c:pt>
                <c:pt idx="274">
                  <c:v>#N/A</c:v>
                </c:pt>
                <c:pt idx="275">
                  <c:v>#N/A</c:v>
                </c:pt>
                <c:pt idx="276">
                  <c:v>#N/A</c:v>
                </c:pt>
                <c:pt idx="277">
                  <c:v>#N/A</c:v>
                </c:pt>
                <c:pt idx="278">
                  <c:v>#N/A</c:v>
                </c:pt>
                <c:pt idx="279">
                  <c:v>#N/A</c:v>
                </c:pt>
                <c:pt idx="280">
                  <c:v>#N/A</c:v>
                </c:pt>
                <c:pt idx="281">
                  <c:v>#N/A</c:v>
                </c:pt>
                <c:pt idx="282">
                  <c:v>#N/A</c:v>
                </c:pt>
                <c:pt idx="283">
                  <c:v>#N/A</c:v>
                </c:pt>
                <c:pt idx="284">
                  <c:v>#N/A</c:v>
                </c:pt>
                <c:pt idx="285">
                  <c:v>#N/A</c:v>
                </c:pt>
                <c:pt idx="286">
                  <c:v>#N/A</c:v>
                </c:pt>
                <c:pt idx="287">
                  <c:v>#N/A</c:v>
                </c:pt>
                <c:pt idx="288">
                  <c:v>#N/A</c:v>
                </c:pt>
                <c:pt idx="289">
                  <c:v>#N/A</c:v>
                </c:pt>
                <c:pt idx="290">
                  <c:v>#N/A</c:v>
                </c:pt>
                <c:pt idx="291">
                  <c:v>#N/A</c:v>
                </c:pt>
                <c:pt idx="292">
                  <c:v>#N/A</c:v>
                </c:pt>
                <c:pt idx="293">
                  <c:v>#N/A</c:v>
                </c:pt>
                <c:pt idx="294">
                  <c:v>#N/A</c:v>
                </c:pt>
                <c:pt idx="295">
                  <c:v>#N/A</c:v>
                </c:pt>
                <c:pt idx="296">
                  <c:v>#N/A</c:v>
                </c:pt>
                <c:pt idx="297">
                  <c:v>#N/A</c:v>
                </c:pt>
                <c:pt idx="298">
                  <c:v>#N/A</c:v>
                </c:pt>
                <c:pt idx="299">
                  <c:v>#N/A</c:v>
                </c:pt>
                <c:pt idx="300">
                  <c:v>#N/A</c:v>
                </c:pt>
                <c:pt idx="301">
                  <c:v>#N/A</c:v>
                </c:pt>
                <c:pt idx="302">
                  <c:v>#N/A</c:v>
                </c:pt>
                <c:pt idx="303">
                  <c:v>#N/A</c:v>
                </c:pt>
                <c:pt idx="304">
                  <c:v>#N/A</c:v>
                </c:pt>
                <c:pt idx="305">
                  <c:v>#N/A</c:v>
                </c:pt>
                <c:pt idx="306">
                  <c:v>#N/A</c:v>
                </c:pt>
                <c:pt idx="307">
                  <c:v>#N/A</c:v>
                </c:pt>
                <c:pt idx="308">
                  <c:v>#N/A</c:v>
                </c:pt>
                <c:pt idx="309">
                  <c:v>#N/A</c:v>
                </c:pt>
                <c:pt idx="310">
                  <c:v>#N/A</c:v>
                </c:pt>
                <c:pt idx="311">
                  <c:v>#N/A</c:v>
                </c:pt>
                <c:pt idx="312">
                  <c:v>#N/A</c:v>
                </c:pt>
                <c:pt idx="313">
                  <c:v>#N/A</c:v>
                </c:pt>
                <c:pt idx="314">
                  <c:v>#N/A</c:v>
                </c:pt>
                <c:pt idx="315">
                  <c:v>#N/A</c:v>
                </c:pt>
                <c:pt idx="316">
                  <c:v>#N/A</c:v>
                </c:pt>
                <c:pt idx="317">
                  <c:v>#N/A</c:v>
                </c:pt>
                <c:pt idx="318">
                  <c:v>#N/A</c:v>
                </c:pt>
                <c:pt idx="319">
                  <c:v>#N/A</c:v>
                </c:pt>
                <c:pt idx="320">
                  <c:v>#N/A</c:v>
                </c:pt>
                <c:pt idx="321">
                  <c:v>#N/A</c:v>
                </c:pt>
                <c:pt idx="322">
                  <c:v>#N/A</c:v>
                </c:pt>
                <c:pt idx="323">
                  <c:v>#N/A</c:v>
                </c:pt>
                <c:pt idx="324">
                  <c:v>#N/A</c:v>
                </c:pt>
                <c:pt idx="325">
                  <c:v>#N/A</c:v>
                </c:pt>
                <c:pt idx="326">
                  <c:v>#N/A</c:v>
                </c:pt>
                <c:pt idx="327">
                  <c:v>#N/A</c:v>
                </c:pt>
                <c:pt idx="328">
                  <c:v>#N/A</c:v>
                </c:pt>
                <c:pt idx="329">
                  <c:v>#N/A</c:v>
                </c:pt>
                <c:pt idx="330">
                  <c:v>#N/A</c:v>
                </c:pt>
                <c:pt idx="331">
                  <c:v>#N/A</c:v>
                </c:pt>
                <c:pt idx="332">
                  <c:v>#N/A</c:v>
                </c:pt>
                <c:pt idx="333">
                  <c:v>#N/A</c:v>
                </c:pt>
                <c:pt idx="334">
                  <c:v>#N/A</c:v>
                </c:pt>
                <c:pt idx="335">
                  <c:v>#N/A</c:v>
                </c:pt>
                <c:pt idx="336">
                  <c:v>#N/A</c:v>
                </c:pt>
                <c:pt idx="337">
                  <c:v>#N/A</c:v>
                </c:pt>
                <c:pt idx="338">
                  <c:v>#N/A</c:v>
                </c:pt>
                <c:pt idx="339">
                  <c:v>#N/A</c:v>
                </c:pt>
                <c:pt idx="340">
                  <c:v>#N/A</c:v>
                </c:pt>
                <c:pt idx="341">
                  <c:v>#N/A</c:v>
                </c:pt>
                <c:pt idx="342">
                  <c:v>#N/A</c:v>
                </c:pt>
                <c:pt idx="343">
                  <c:v>#N/A</c:v>
                </c:pt>
                <c:pt idx="344">
                  <c:v>#N/A</c:v>
                </c:pt>
                <c:pt idx="345">
                  <c:v>#N/A</c:v>
                </c:pt>
                <c:pt idx="346">
                  <c:v>#N/A</c:v>
                </c:pt>
                <c:pt idx="347">
                  <c:v>#N/A</c:v>
                </c:pt>
                <c:pt idx="348">
                  <c:v>#N/A</c:v>
                </c:pt>
                <c:pt idx="349">
                  <c:v>#N/A</c:v>
                </c:pt>
                <c:pt idx="350">
                  <c:v>#N/A</c:v>
                </c:pt>
                <c:pt idx="351">
                  <c:v>#N/A</c:v>
                </c:pt>
                <c:pt idx="352">
                  <c:v>#N/A</c:v>
                </c:pt>
                <c:pt idx="353">
                  <c:v>#N/A</c:v>
                </c:pt>
                <c:pt idx="354">
                  <c:v>#N/A</c:v>
                </c:pt>
                <c:pt idx="355">
                  <c:v>#N/A</c:v>
                </c:pt>
                <c:pt idx="356">
                  <c:v>#N/A</c:v>
                </c:pt>
                <c:pt idx="357">
                  <c:v>#N/A</c:v>
                </c:pt>
                <c:pt idx="358">
                  <c:v>#N/A</c:v>
                </c:pt>
                <c:pt idx="359">
                  <c:v>#N/A</c:v>
                </c:pt>
                <c:pt idx="360">
                  <c:v>#N/A</c:v>
                </c:pt>
                <c:pt idx="361">
                  <c:v>#N/A</c:v>
                </c:pt>
                <c:pt idx="362">
                  <c:v>#N/A</c:v>
                </c:pt>
                <c:pt idx="363">
                  <c:v>#N/A</c:v>
                </c:pt>
                <c:pt idx="364">
                  <c:v>#N/A</c:v>
                </c:pt>
                <c:pt idx="365">
                  <c:v>#N/A</c:v>
                </c:pt>
                <c:pt idx="366">
                  <c:v>#N/A</c:v>
                </c:pt>
                <c:pt idx="367">
                  <c:v>#N/A</c:v>
                </c:pt>
                <c:pt idx="368">
                  <c:v>#N/A</c:v>
                </c:pt>
                <c:pt idx="369">
                  <c:v>#N/A</c:v>
                </c:pt>
                <c:pt idx="370">
                  <c:v>#N/A</c:v>
                </c:pt>
                <c:pt idx="371">
                  <c:v>#N/A</c:v>
                </c:pt>
                <c:pt idx="372">
                  <c:v>#N/A</c:v>
                </c:pt>
                <c:pt idx="373">
                  <c:v>#N/A</c:v>
                </c:pt>
                <c:pt idx="374">
                  <c:v>#N/A</c:v>
                </c:pt>
                <c:pt idx="375">
                  <c:v>#N/A</c:v>
                </c:pt>
                <c:pt idx="376">
                  <c:v>#N/A</c:v>
                </c:pt>
                <c:pt idx="377">
                  <c:v>#N/A</c:v>
                </c:pt>
                <c:pt idx="378">
                  <c:v>#N/A</c:v>
                </c:pt>
                <c:pt idx="379">
                  <c:v>#N/A</c:v>
                </c:pt>
                <c:pt idx="380">
                  <c:v>#N/A</c:v>
                </c:pt>
                <c:pt idx="381">
                  <c:v>#N/A</c:v>
                </c:pt>
                <c:pt idx="382">
                  <c:v>#N/A</c:v>
                </c:pt>
                <c:pt idx="383">
                  <c:v>#N/A</c:v>
                </c:pt>
                <c:pt idx="384">
                  <c:v>#N/A</c:v>
                </c:pt>
                <c:pt idx="385">
                  <c:v>#N/A</c:v>
                </c:pt>
                <c:pt idx="386">
                  <c:v>#N/A</c:v>
                </c:pt>
                <c:pt idx="387">
                  <c:v>#N/A</c:v>
                </c:pt>
                <c:pt idx="388">
                  <c:v>#N/A</c:v>
                </c:pt>
                <c:pt idx="389">
                  <c:v>#N/A</c:v>
                </c:pt>
                <c:pt idx="390">
                  <c:v>#N/A</c:v>
                </c:pt>
                <c:pt idx="391">
                  <c:v>#N/A</c:v>
                </c:pt>
                <c:pt idx="392">
                  <c:v>#N/A</c:v>
                </c:pt>
                <c:pt idx="393">
                  <c:v>#N/A</c:v>
                </c:pt>
                <c:pt idx="394">
                  <c:v>#N/A</c:v>
                </c:pt>
                <c:pt idx="395">
                  <c:v>#N/A</c:v>
                </c:pt>
                <c:pt idx="396">
                  <c:v>#N/A</c:v>
                </c:pt>
                <c:pt idx="397">
                  <c:v>#N/A</c:v>
                </c:pt>
                <c:pt idx="398">
                  <c:v>#N/A</c:v>
                </c:pt>
                <c:pt idx="399">
                  <c:v>#N/A</c:v>
                </c:pt>
                <c:pt idx="400">
                  <c:v>#N/A</c:v>
                </c:pt>
                <c:pt idx="401">
                  <c:v>#N/A</c:v>
                </c:pt>
                <c:pt idx="402">
                  <c:v>#N/A</c:v>
                </c:pt>
                <c:pt idx="403">
                  <c:v>#N/A</c:v>
                </c:pt>
                <c:pt idx="404">
                  <c:v>#N/A</c:v>
                </c:pt>
                <c:pt idx="405">
                  <c:v>#N/A</c:v>
                </c:pt>
                <c:pt idx="406">
                  <c:v>#N/A</c:v>
                </c:pt>
                <c:pt idx="407">
                  <c:v>#N/A</c:v>
                </c:pt>
                <c:pt idx="408">
                  <c:v>#N/A</c:v>
                </c:pt>
                <c:pt idx="409">
                  <c:v>#N/A</c:v>
                </c:pt>
                <c:pt idx="410">
                  <c:v>#N/A</c:v>
                </c:pt>
                <c:pt idx="411">
                  <c:v>#N/A</c:v>
                </c:pt>
                <c:pt idx="412">
                  <c:v>#N/A</c:v>
                </c:pt>
                <c:pt idx="413">
                  <c:v>#N/A</c:v>
                </c:pt>
                <c:pt idx="414">
                  <c:v>#N/A</c:v>
                </c:pt>
                <c:pt idx="415">
                  <c:v>#N/A</c:v>
                </c:pt>
                <c:pt idx="416">
                  <c:v>#N/A</c:v>
                </c:pt>
                <c:pt idx="417">
                  <c:v>#N/A</c:v>
                </c:pt>
                <c:pt idx="418">
                  <c:v>#N/A</c:v>
                </c:pt>
                <c:pt idx="419">
                  <c:v>#N/A</c:v>
                </c:pt>
                <c:pt idx="420">
                  <c:v>#N/A</c:v>
                </c:pt>
                <c:pt idx="421">
                  <c:v>#N/A</c:v>
                </c:pt>
                <c:pt idx="422">
                  <c:v>#N/A</c:v>
                </c:pt>
                <c:pt idx="423">
                  <c:v>#N/A</c:v>
                </c:pt>
                <c:pt idx="424">
                  <c:v>#N/A</c:v>
                </c:pt>
                <c:pt idx="425">
                  <c:v>#N/A</c:v>
                </c:pt>
                <c:pt idx="426">
                  <c:v>#N/A</c:v>
                </c:pt>
                <c:pt idx="427">
                  <c:v>#N/A</c:v>
                </c:pt>
                <c:pt idx="428">
                  <c:v>#N/A</c:v>
                </c:pt>
                <c:pt idx="429">
                  <c:v>#N/A</c:v>
                </c:pt>
                <c:pt idx="430">
                  <c:v>#N/A</c:v>
                </c:pt>
                <c:pt idx="431">
                  <c:v>#N/A</c:v>
                </c:pt>
                <c:pt idx="432">
                  <c:v>#N/A</c:v>
                </c:pt>
                <c:pt idx="433">
                  <c:v>#N/A</c:v>
                </c:pt>
                <c:pt idx="434">
                  <c:v>#N/A</c:v>
                </c:pt>
                <c:pt idx="435">
                  <c:v>#N/A</c:v>
                </c:pt>
                <c:pt idx="436">
                  <c:v>#N/A</c:v>
                </c:pt>
                <c:pt idx="437">
                  <c:v>#N/A</c:v>
                </c:pt>
                <c:pt idx="438">
                  <c:v>#N/A</c:v>
                </c:pt>
                <c:pt idx="439">
                  <c:v>#N/A</c:v>
                </c:pt>
                <c:pt idx="440">
                  <c:v>#N/A</c:v>
                </c:pt>
                <c:pt idx="441">
                  <c:v>#N/A</c:v>
                </c:pt>
                <c:pt idx="442">
                  <c:v>#N/A</c:v>
                </c:pt>
                <c:pt idx="443">
                  <c:v>#N/A</c:v>
                </c:pt>
                <c:pt idx="444">
                  <c:v>#N/A</c:v>
                </c:pt>
                <c:pt idx="445">
                  <c:v>#N/A</c:v>
                </c:pt>
                <c:pt idx="446">
                  <c:v>#N/A</c:v>
                </c:pt>
                <c:pt idx="447">
                  <c:v>#N/A</c:v>
                </c:pt>
                <c:pt idx="448">
                  <c:v>#N/A</c:v>
                </c:pt>
                <c:pt idx="449">
                  <c:v>#N/A</c:v>
                </c:pt>
                <c:pt idx="450">
                  <c:v>#N/A</c:v>
                </c:pt>
                <c:pt idx="451">
                  <c:v>#N/A</c:v>
                </c:pt>
                <c:pt idx="452">
                  <c:v>#N/A</c:v>
                </c:pt>
                <c:pt idx="453">
                  <c:v>#N/A</c:v>
                </c:pt>
                <c:pt idx="454">
                  <c:v>#N/A</c:v>
                </c:pt>
                <c:pt idx="455">
                  <c:v>#N/A</c:v>
                </c:pt>
                <c:pt idx="456">
                  <c:v>#N/A</c:v>
                </c:pt>
                <c:pt idx="457">
                  <c:v>#N/A</c:v>
                </c:pt>
                <c:pt idx="458">
                  <c:v>#N/A</c:v>
                </c:pt>
                <c:pt idx="459">
                  <c:v>#N/A</c:v>
                </c:pt>
                <c:pt idx="460">
                  <c:v>#N/A</c:v>
                </c:pt>
                <c:pt idx="461">
                  <c:v>#N/A</c:v>
                </c:pt>
                <c:pt idx="462">
                  <c:v>#N/A</c:v>
                </c:pt>
                <c:pt idx="463">
                  <c:v>#N/A</c:v>
                </c:pt>
                <c:pt idx="464">
                  <c:v>#N/A</c:v>
                </c:pt>
                <c:pt idx="465">
                  <c:v>#N/A</c:v>
                </c:pt>
                <c:pt idx="466">
                  <c:v>#N/A</c:v>
                </c:pt>
                <c:pt idx="467">
                  <c:v>#N/A</c:v>
                </c:pt>
                <c:pt idx="468">
                  <c:v>#N/A</c:v>
                </c:pt>
                <c:pt idx="469">
                  <c:v>#N/A</c:v>
                </c:pt>
                <c:pt idx="470">
                  <c:v>#N/A</c:v>
                </c:pt>
                <c:pt idx="471">
                  <c:v>#N/A</c:v>
                </c:pt>
                <c:pt idx="472">
                  <c:v>#N/A</c:v>
                </c:pt>
                <c:pt idx="473">
                  <c:v>#N/A</c:v>
                </c:pt>
                <c:pt idx="474">
                  <c:v>#N/A</c:v>
                </c:pt>
                <c:pt idx="475">
                  <c:v>#N/A</c:v>
                </c:pt>
                <c:pt idx="476">
                  <c:v>#N/A</c:v>
                </c:pt>
                <c:pt idx="477">
                  <c:v>#N/A</c:v>
                </c:pt>
                <c:pt idx="478">
                  <c:v>#N/A</c:v>
                </c:pt>
                <c:pt idx="479">
                  <c:v>#N/A</c:v>
                </c:pt>
                <c:pt idx="480">
                  <c:v>#N/A</c:v>
                </c:pt>
                <c:pt idx="481">
                  <c:v>#N/A</c:v>
                </c:pt>
                <c:pt idx="482">
                  <c:v>#N/A</c:v>
                </c:pt>
                <c:pt idx="483">
                  <c:v>#N/A</c:v>
                </c:pt>
                <c:pt idx="484">
                  <c:v>#N/A</c:v>
                </c:pt>
                <c:pt idx="485">
                  <c:v>#N/A</c:v>
                </c:pt>
                <c:pt idx="486">
                  <c:v>#N/A</c:v>
                </c:pt>
                <c:pt idx="487">
                  <c:v>#N/A</c:v>
                </c:pt>
                <c:pt idx="488">
                  <c:v>#N/A</c:v>
                </c:pt>
                <c:pt idx="489">
                  <c:v>#N/A</c:v>
                </c:pt>
                <c:pt idx="490">
                  <c:v>#N/A</c:v>
                </c:pt>
                <c:pt idx="491">
                  <c:v>#N/A</c:v>
                </c:pt>
                <c:pt idx="492">
                  <c:v>#N/A</c:v>
                </c:pt>
                <c:pt idx="493">
                  <c:v>#N/A</c:v>
                </c:pt>
                <c:pt idx="494">
                  <c:v>#N/A</c:v>
                </c:pt>
                <c:pt idx="495">
                  <c:v>#N/A</c:v>
                </c:pt>
                <c:pt idx="496">
                  <c:v>#N/A</c:v>
                </c:pt>
                <c:pt idx="497">
                  <c:v>#N/A</c:v>
                </c:pt>
                <c:pt idx="498">
                  <c:v>#N/A</c:v>
                </c:pt>
                <c:pt idx="499">
                  <c:v>#N/A</c:v>
                </c:pt>
                <c:pt idx="500">
                  <c:v>#N/A</c:v>
                </c:pt>
                <c:pt idx="501">
                  <c:v>#N/A</c:v>
                </c:pt>
                <c:pt idx="502">
                  <c:v>#N/A</c:v>
                </c:pt>
                <c:pt idx="503">
                  <c:v>#N/A</c:v>
                </c:pt>
                <c:pt idx="504">
                  <c:v>#N/A</c:v>
                </c:pt>
                <c:pt idx="505">
                  <c:v>#N/A</c:v>
                </c:pt>
                <c:pt idx="506">
                  <c:v>#N/A</c:v>
                </c:pt>
                <c:pt idx="507">
                  <c:v>#N/A</c:v>
                </c:pt>
                <c:pt idx="508">
                  <c:v>#N/A</c:v>
                </c:pt>
                <c:pt idx="509">
                  <c:v>#N/A</c:v>
                </c:pt>
                <c:pt idx="510">
                  <c:v>#N/A</c:v>
                </c:pt>
                <c:pt idx="511">
                  <c:v>#N/A</c:v>
                </c:pt>
                <c:pt idx="512">
                  <c:v>#N/A</c:v>
                </c:pt>
                <c:pt idx="513">
                  <c:v>#N/A</c:v>
                </c:pt>
                <c:pt idx="514">
                  <c:v>#N/A</c:v>
                </c:pt>
                <c:pt idx="515">
                  <c:v>#N/A</c:v>
                </c:pt>
                <c:pt idx="516">
                  <c:v>#N/A</c:v>
                </c:pt>
                <c:pt idx="517">
                  <c:v>#N/A</c:v>
                </c:pt>
                <c:pt idx="518">
                  <c:v>#N/A</c:v>
                </c:pt>
                <c:pt idx="519">
                  <c:v>#N/A</c:v>
                </c:pt>
                <c:pt idx="520">
                  <c:v>#N/A</c:v>
                </c:pt>
                <c:pt idx="521">
                  <c:v>#N/A</c:v>
                </c:pt>
                <c:pt idx="522">
                  <c:v>#N/A</c:v>
                </c:pt>
                <c:pt idx="523">
                  <c:v>#N/A</c:v>
                </c:pt>
                <c:pt idx="524">
                  <c:v>#N/A</c:v>
                </c:pt>
                <c:pt idx="525">
                  <c:v>#N/A</c:v>
                </c:pt>
                <c:pt idx="526">
                  <c:v>#N/A</c:v>
                </c:pt>
                <c:pt idx="527">
                  <c:v>#N/A</c:v>
                </c:pt>
                <c:pt idx="528">
                  <c:v>#N/A</c:v>
                </c:pt>
                <c:pt idx="529">
                  <c:v>#N/A</c:v>
                </c:pt>
                <c:pt idx="530">
                  <c:v>#N/A</c:v>
                </c:pt>
                <c:pt idx="531">
                  <c:v>#N/A</c:v>
                </c:pt>
                <c:pt idx="532">
                  <c:v>#N/A</c:v>
                </c:pt>
                <c:pt idx="533">
                  <c:v>#N/A</c:v>
                </c:pt>
                <c:pt idx="534">
                  <c:v>#N/A</c:v>
                </c:pt>
                <c:pt idx="535">
                  <c:v>#N/A</c:v>
                </c:pt>
                <c:pt idx="536">
                  <c:v>#N/A</c:v>
                </c:pt>
                <c:pt idx="537">
                  <c:v>#N/A</c:v>
                </c:pt>
                <c:pt idx="538">
                  <c:v>#N/A</c:v>
                </c:pt>
                <c:pt idx="539">
                  <c:v>#N/A</c:v>
                </c:pt>
                <c:pt idx="540">
                  <c:v>#N/A</c:v>
                </c:pt>
                <c:pt idx="541">
                  <c:v>#N/A</c:v>
                </c:pt>
                <c:pt idx="542">
                  <c:v>#N/A</c:v>
                </c:pt>
                <c:pt idx="543">
                  <c:v>#N/A</c:v>
                </c:pt>
                <c:pt idx="544">
                  <c:v>#N/A</c:v>
                </c:pt>
                <c:pt idx="545">
                  <c:v>#N/A</c:v>
                </c:pt>
                <c:pt idx="546">
                  <c:v>#N/A</c:v>
                </c:pt>
                <c:pt idx="547">
                  <c:v>#N/A</c:v>
                </c:pt>
                <c:pt idx="548">
                  <c:v>#N/A</c:v>
                </c:pt>
                <c:pt idx="549">
                  <c:v>#N/A</c:v>
                </c:pt>
                <c:pt idx="550">
                  <c:v>#N/A</c:v>
                </c:pt>
                <c:pt idx="551">
                  <c:v>#N/A</c:v>
                </c:pt>
                <c:pt idx="552">
                  <c:v>#N/A</c:v>
                </c:pt>
                <c:pt idx="553">
                  <c:v>#N/A</c:v>
                </c:pt>
                <c:pt idx="554">
                  <c:v>#N/A</c:v>
                </c:pt>
                <c:pt idx="555">
                  <c:v>#N/A</c:v>
                </c:pt>
                <c:pt idx="556">
                  <c:v>#N/A</c:v>
                </c:pt>
                <c:pt idx="557">
                  <c:v>#N/A</c:v>
                </c:pt>
                <c:pt idx="558">
                  <c:v>#N/A</c:v>
                </c:pt>
                <c:pt idx="559">
                  <c:v>#N/A</c:v>
                </c:pt>
                <c:pt idx="560">
                  <c:v>#N/A</c:v>
                </c:pt>
                <c:pt idx="561">
                  <c:v>#N/A</c:v>
                </c:pt>
                <c:pt idx="562">
                  <c:v>#N/A</c:v>
                </c:pt>
                <c:pt idx="563">
                  <c:v>#N/A</c:v>
                </c:pt>
                <c:pt idx="564">
                  <c:v>#N/A</c:v>
                </c:pt>
                <c:pt idx="565">
                  <c:v>#N/A</c:v>
                </c:pt>
                <c:pt idx="566">
                  <c:v>#N/A</c:v>
                </c:pt>
                <c:pt idx="567">
                  <c:v>#N/A</c:v>
                </c:pt>
                <c:pt idx="568">
                  <c:v>#N/A</c:v>
                </c:pt>
                <c:pt idx="569">
                  <c:v>#N/A</c:v>
                </c:pt>
                <c:pt idx="570">
                  <c:v>#N/A</c:v>
                </c:pt>
                <c:pt idx="571">
                  <c:v>#N/A</c:v>
                </c:pt>
                <c:pt idx="572">
                  <c:v>#N/A</c:v>
                </c:pt>
                <c:pt idx="573">
                  <c:v>#N/A</c:v>
                </c:pt>
                <c:pt idx="574">
                  <c:v>#N/A</c:v>
                </c:pt>
                <c:pt idx="575">
                  <c:v>#N/A</c:v>
                </c:pt>
                <c:pt idx="576">
                  <c:v>#N/A</c:v>
                </c:pt>
                <c:pt idx="577">
                  <c:v>#N/A</c:v>
                </c:pt>
                <c:pt idx="578">
                  <c:v>#N/A</c:v>
                </c:pt>
                <c:pt idx="579">
                  <c:v>#N/A</c:v>
                </c:pt>
                <c:pt idx="580">
                  <c:v>#N/A</c:v>
                </c:pt>
                <c:pt idx="581">
                  <c:v>#N/A</c:v>
                </c:pt>
                <c:pt idx="582">
                  <c:v>#N/A</c:v>
                </c:pt>
                <c:pt idx="583">
                  <c:v>#N/A</c:v>
                </c:pt>
                <c:pt idx="584">
                  <c:v>#N/A</c:v>
                </c:pt>
                <c:pt idx="585">
                  <c:v>#N/A</c:v>
                </c:pt>
                <c:pt idx="586">
                  <c:v>#N/A</c:v>
                </c:pt>
                <c:pt idx="587">
                  <c:v>#N/A</c:v>
                </c:pt>
                <c:pt idx="588">
                  <c:v>#N/A</c:v>
                </c:pt>
                <c:pt idx="589">
                  <c:v>#N/A</c:v>
                </c:pt>
                <c:pt idx="590">
                  <c:v>#N/A</c:v>
                </c:pt>
                <c:pt idx="591">
                  <c:v>#N/A</c:v>
                </c:pt>
                <c:pt idx="592">
                  <c:v>#N/A</c:v>
                </c:pt>
                <c:pt idx="593">
                  <c:v>#N/A</c:v>
                </c:pt>
                <c:pt idx="594">
                  <c:v>#N/A</c:v>
                </c:pt>
                <c:pt idx="595">
                  <c:v>#N/A</c:v>
                </c:pt>
                <c:pt idx="596">
                  <c:v>#N/A</c:v>
                </c:pt>
                <c:pt idx="597">
                  <c:v>#N/A</c:v>
                </c:pt>
                <c:pt idx="598">
                  <c:v>#N/A</c:v>
                </c:pt>
                <c:pt idx="599">
                  <c:v>#N/A</c:v>
                </c:pt>
                <c:pt idx="600">
                  <c:v>#N/A</c:v>
                </c:pt>
                <c:pt idx="601">
                  <c:v>#N/A</c:v>
                </c:pt>
                <c:pt idx="602">
                  <c:v>#N/A</c:v>
                </c:pt>
                <c:pt idx="603">
                  <c:v>#N/A</c:v>
                </c:pt>
                <c:pt idx="604">
                  <c:v>#N/A</c:v>
                </c:pt>
                <c:pt idx="605">
                  <c:v>#N/A</c:v>
                </c:pt>
                <c:pt idx="606">
                  <c:v>#N/A</c:v>
                </c:pt>
                <c:pt idx="607">
                  <c:v>#N/A</c:v>
                </c:pt>
                <c:pt idx="608">
                  <c:v>#N/A</c:v>
                </c:pt>
                <c:pt idx="609">
                  <c:v>#N/A</c:v>
                </c:pt>
                <c:pt idx="610">
                  <c:v>#N/A</c:v>
                </c:pt>
                <c:pt idx="611">
                  <c:v>#N/A</c:v>
                </c:pt>
                <c:pt idx="612">
                  <c:v>#N/A</c:v>
                </c:pt>
                <c:pt idx="613">
                  <c:v>#N/A</c:v>
                </c:pt>
                <c:pt idx="614">
                  <c:v>#N/A</c:v>
                </c:pt>
                <c:pt idx="615">
                  <c:v>#N/A</c:v>
                </c:pt>
                <c:pt idx="616">
                  <c:v>#N/A</c:v>
                </c:pt>
                <c:pt idx="617">
                  <c:v>#N/A</c:v>
                </c:pt>
                <c:pt idx="618">
                  <c:v>#N/A</c:v>
                </c:pt>
                <c:pt idx="619">
                  <c:v>#N/A</c:v>
                </c:pt>
                <c:pt idx="620">
                  <c:v>#N/A</c:v>
                </c:pt>
                <c:pt idx="621">
                  <c:v>#N/A</c:v>
                </c:pt>
                <c:pt idx="622">
                  <c:v>#N/A</c:v>
                </c:pt>
                <c:pt idx="623">
                  <c:v>#N/A</c:v>
                </c:pt>
                <c:pt idx="624">
                  <c:v>#N/A</c:v>
                </c:pt>
                <c:pt idx="625">
                  <c:v>#N/A</c:v>
                </c:pt>
                <c:pt idx="626">
                  <c:v>#N/A</c:v>
                </c:pt>
                <c:pt idx="627">
                  <c:v>#N/A</c:v>
                </c:pt>
                <c:pt idx="628">
                  <c:v>#N/A</c:v>
                </c:pt>
                <c:pt idx="629">
                  <c:v>#N/A</c:v>
                </c:pt>
                <c:pt idx="630">
                  <c:v>#N/A</c:v>
                </c:pt>
                <c:pt idx="631">
                  <c:v>#N/A</c:v>
                </c:pt>
                <c:pt idx="632">
                  <c:v>#N/A</c:v>
                </c:pt>
                <c:pt idx="633">
                  <c:v>#N/A</c:v>
                </c:pt>
                <c:pt idx="634">
                  <c:v>#N/A</c:v>
                </c:pt>
                <c:pt idx="635">
                  <c:v>#N/A</c:v>
                </c:pt>
                <c:pt idx="636">
                  <c:v>#N/A</c:v>
                </c:pt>
                <c:pt idx="637">
                  <c:v>#N/A</c:v>
                </c:pt>
                <c:pt idx="638">
                  <c:v>#N/A</c:v>
                </c:pt>
                <c:pt idx="639">
                  <c:v>#N/A</c:v>
                </c:pt>
                <c:pt idx="640">
                  <c:v>#N/A</c:v>
                </c:pt>
                <c:pt idx="641">
                  <c:v>#N/A</c:v>
                </c:pt>
                <c:pt idx="642">
                  <c:v>#N/A</c:v>
                </c:pt>
                <c:pt idx="643">
                  <c:v>#N/A</c:v>
                </c:pt>
                <c:pt idx="644">
                  <c:v>#N/A</c:v>
                </c:pt>
                <c:pt idx="645">
                  <c:v>#N/A</c:v>
                </c:pt>
                <c:pt idx="646">
                  <c:v>#N/A</c:v>
                </c:pt>
                <c:pt idx="647">
                  <c:v>#N/A</c:v>
                </c:pt>
                <c:pt idx="648">
                  <c:v>#N/A</c:v>
                </c:pt>
                <c:pt idx="649">
                  <c:v>#N/A</c:v>
                </c:pt>
                <c:pt idx="650">
                  <c:v>#N/A</c:v>
                </c:pt>
                <c:pt idx="651">
                  <c:v>#N/A</c:v>
                </c:pt>
                <c:pt idx="652">
                  <c:v>#N/A</c:v>
                </c:pt>
                <c:pt idx="653">
                  <c:v>#N/A</c:v>
                </c:pt>
                <c:pt idx="654">
                  <c:v>#N/A</c:v>
                </c:pt>
                <c:pt idx="655">
                  <c:v>#N/A</c:v>
                </c:pt>
                <c:pt idx="656">
                  <c:v>#N/A</c:v>
                </c:pt>
                <c:pt idx="657">
                  <c:v>#N/A</c:v>
                </c:pt>
                <c:pt idx="658">
                  <c:v>#N/A</c:v>
                </c:pt>
                <c:pt idx="659">
                  <c:v>#N/A</c:v>
                </c:pt>
                <c:pt idx="660">
                  <c:v>#N/A</c:v>
                </c:pt>
                <c:pt idx="661">
                  <c:v>#N/A</c:v>
                </c:pt>
                <c:pt idx="662">
                  <c:v>#N/A</c:v>
                </c:pt>
                <c:pt idx="663">
                  <c:v>#N/A</c:v>
                </c:pt>
                <c:pt idx="664">
                  <c:v>#N/A</c:v>
                </c:pt>
                <c:pt idx="665">
                  <c:v>#N/A</c:v>
                </c:pt>
                <c:pt idx="666">
                  <c:v>#N/A</c:v>
                </c:pt>
                <c:pt idx="667">
                  <c:v>#N/A</c:v>
                </c:pt>
                <c:pt idx="668">
                  <c:v>#N/A</c:v>
                </c:pt>
                <c:pt idx="669">
                  <c:v>#N/A</c:v>
                </c:pt>
                <c:pt idx="670">
                  <c:v>#N/A</c:v>
                </c:pt>
                <c:pt idx="671">
                  <c:v>#N/A</c:v>
                </c:pt>
                <c:pt idx="672">
                  <c:v>#N/A</c:v>
                </c:pt>
                <c:pt idx="673">
                  <c:v>#N/A</c:v>
                </c:pt>
                <c:pt idx="674">
                  <c:v>#N/A</c:v>
                </c:pt>
                <c:pt idx="675">
                  <c:v>#N/A</c:v>
                </c:pt>
                <c:pt idx="676">
                  <c:v>#N/A</c:v>
                </c:pt>
                <c:pt idx="677">
                  <c:v>#N/A</c:v>
                </c:pt>
                <c:pt idx="678">
                  <c:v>#N/A</c:v>
                </c:pt>
                <c:pt idx="679">
                  <c:v>#N/A</c:v>
                </c:pt>
                <c:pt idx="680">
                  <c:v>#N/A</c:v>
                </c:pt>
                <c:pt idx="681">
                  <c:v>#N/A</c:v>
                </c:pt>
                <c:pt idx="682">
                  <c:v>#N/A</c:v>
                </c:pt>
                <c:pt idx="683">
                  <c:v>#N/A</c:v>
                </c:pt>
                <c:pt idx="684">
                  <c:v>#N/A</c:v>
                </c:pt>
                <c:pt idx="685">
                  <c:v>#N/A</c:v>
                </c:pt>
                <c:pt idx="686">
                  <c:v>#N/A</c:v>
                </c:pt>
                <c:pt idx="687">
                  <c:v>#N/A</c:v>
                </c:pt>
                <c:pt idx="688">
                  <c:v>#N/A</c:v>
                </c:pt>
                <c:pt idx="689">
                  <c:v>#N/A</c:v>
                </c:pt>
                <c:pt idx="690">
                  <c:v>#N/A</c:v>
                </c:pt>
                <c:pt idx="691">
                  <c:v>#N/A</c:v>
                </c:pt>
                <c:pt idx="692">
                  <c:v>#N/A</c:v>
                </c:pt>
                <c:pt idx="693">
                  <c:v>#N/A</c:v>
                </c:pt>
                <c:pt idx="694">
                  <c:v>#N/A</c:v>
                </c:pt>
                <c:pt idx="695">
                  <c:v>#N/A</c:v>
                </c:pt>
                <c:pt idx="696">
                  <c:v>#N/A</c:v>
                </c:pt>
                <c:pt idx="697">
                  <c:v>#N/A</c:v>
                </c:pt>
                <c:pt idx="698">
                  <c:v>#N/A</c:v>
                </c:pt>
                <c:pt idx="699">
                  <c:v>#N/A</c:v>
                </c:pt>
                <c:pt idx="700">
                  <c:v>#N/A</c:v>
                </c:pt>
                <c:pt idx="701">
                  <c:v>#N/A</c:v>
                </c:pt>
                <c:pt idx="702">
                  <c:v>#N/A</c:v>
                </c:pt>
                <c:pt idx="703">
                  <c:v>#N/A</c:v>
                </c:pt>
                <c:pt idx="704">
                  <c:v>#N/A</c:v>
                </c:pt>
                <c:pt idx="705">
                  <c:v>#N/A</c:v>
                </c:pt>
                <c:pt idx="706">
                  <c:v>#N/A</c:v>
                </c:pt>
                <c:pt idx="707">
                  <c:v>#N/A</c:v>
                </c:pt>
                <c:pt idx="708">
                  <c:v>#N/A</c:v>
                </c:pt>
                <c:pt idx="709">
                  <c:v>#N/A</c:v>
                </c:pt>
                <c:pt idx="710">
                  <c:v>#N/A</c:v>
                </c:pt>
                <c:pt idx="711">
                  <c:v>#N/A</c:v>
                </c:pt>
                <c:pt idx="712">
                  <c:v>#N/A</c:v>
                </c:pt>
                <c:pt idx="713">
                  <c:v>#N/A</c:v>
                </c:pt>
                <c:pt idx="714">
                  <c:v>#N/A</c:v>
                </c:pt>
                <c:pt idx="715">
                  <c:v>#N/A</c:v>
                </c:pt>
                <c:pt idx="716">
                  <c:v>#N/A</c:v>
                </c:pt>
                <c:pt idx="717">
                  <c:v>#N/A</c:v>
                </c:pt>
                <c:pt idx="718">
                  <c:v>#N/A</c:v>
                </c:pt>
                <c:pt idx="719">
                  <c:v>#N/A</c:v>
                </c:pt>
                <c:pt idx="720">
                  <c:v>#N/A</c:v>
                </c:pt>
                <c:pt idx="721">
                  <c:v>#N/A</c:v>
                </c:pt>
                <c:pt idx="722">
                  <c:v>#N/A</c:v>
                </c:pt>
                <c:pt idx="723">
                  <c:v>#N/A</c:v>
                </c:pt>
                <c:pt idx="724">
                  <c:v>#N/A</c:v>
                </c:pt>
                <c:pt idx="725">
                  <c:v>#N/A</c:v>
                </c:pt>
                <c:pt idx="726">
                  <c:v>#N/A</c:v>
                </c:pt>
                <c:pt idx="727">
                  <c:v>#N/A</c:v>
                </c:pt>
                <c:pt idx="728">
                  <c:v>#N/A</c:v>
                </c:pt>
                <c:pt idx="729">
                  <c:v>3.1938299999999996E-2</c:v>
                </c:pt>
                <c:pt idx="730">
                  <c:v>3.1938799999999996E-2</c:v>
                </c:pt>
                <c:pt idx="731">
                  <c:v>3.2438700000000001E-2</c:v>
                </c:pt>
                <c:pt idx="732">
                  <c:v>3.1687599999999996E-2</c:v>
                </c:pt>
                <c:pt idx="733">
                  <c:v>3.1689299999999997E-2</c:v>
                </c:pt>
                <c:pt idx="734">
                  <c:v>3.1688399999999999E-2</c:v>
                </c:pt>
                <c:pt idx="735">
                  <c:v>3.1689299999999997E-2</c:v>
                </c:pt>
                <c:pt idx="736">
                  <c:v>3.1688600000000004E-2</c:v>
                </c:pt>
                <c:pt idx="737">
                  <c:v>3.1686800000000001E-2</c:v>
                </c:pt>
                <c:pt idx="738">
                  <c:v>3.16875E-2</c:v>
                </c:pt>
                <c:pt idx="739">
                  <c:v>3.1438399999999998E-2</c:v>
                </c:pt>
                <c:pt idx="740">
                  <c:v>3.0692200000000003E-2</c:v>
                </c:pt>
                <c:pt idx="741">
                  <c:v>3.0690800000000001E-2</c:v>
                </c:pt>
                <c:pt idx="742">
                  <c:v>3.0689499999999998E-2</c:v>
                </c:pt>
                <c:pt idx="743">
                  <c:v>2.9941899999999997E-2</c:v>
                </c:pt>
                <c:pt idx="744">
                  <c:v>2.9941699999999998E-2</c:v>
                </c:pt>
                <c:pt idx="745">
                  <c:v>2.9941699999999998E-2</c:v>
                </c:pt>
                <c:pt idx="746">
                  <c:v>2.9942899999999998E-2</c:v>
                </c:pt>
                <c:pt idx="747">
                  <c:v>2.9194499999999998E-2</c:v>
                </c:pt>
                <c:pt idx="748">
                  <c:v>2.9444700000000001E-2</c:v>
                </c:pt>
                <c:pt idx="749">
                  <c:v>2.9445499999999999E-2</c:v>
                </c:pt>
                <c:pt idx="750">
                  <c:v>2.9445699999999998E-2</c:v>
                </c:pt>
                <c:pt idx="751">
                  <c:v>2.9444099999999997E-2</c:v>
                </c:pt>
                <c:pt idx="752">
                  <c:v>2.9445600000000002E-2</c:v>
                </c:pt>
                <c:pt idx="753">
                  <c:v>2.94454E-2</c:v>
                </c:pt>
                <c:pt idx="754">
                  <c:v>2.9692899999999998E-2</c:v>
                </c:pt>
                <c:pt idx="755">
                  <c:v>2.96937E-2</c:v>
                </c:pt>
                <c:pt idx="756">
                  <c:v>2.9693200000000003E-2</c:v>
                </c:pt>
                <c:pt idx="757">
                  <c:v>2.9693200000000003E-2</c:v>
                </c:pt>
                <c:pt idx="758">
                  <c:v>2.96914E-2</c:v>
                </c:pt>
                <c:pt idx="759">
                  <c:v>2.96914E-2</c:v>
                </c:pt>
                <c:pt idx="760">
                  <c:v>2.96914E-2</c:v>
                </c:pt>
                <c:pt idx="761">
                  <c:v>2.9440600000000001E-2</c:v>
                </c:pt>
                <c:pt idx="762">
                  <c:v>2.9192300000000001E-2</c:v>
                </c:pt>
                <c:pt idx="763">
                  <c:v>2.9195600000000002E-2</c:v>
                </c:pt>
                <c:pt idx="764">
                  <c:v>2.8696599999999999E-2</c:v>
                </c:pt>
                <c:pt idx="765">
                  <c:v>2.8695499999999999E-2</c:v>
                </c:pt>
                <c:pt idx="766">
                  <c:v>2.86964E-2</c:v>
                </c:pt>
                <c:pt idx="767">
                  <c:v>2.86964E-2</c:v>
                </c:pt>
                <c:pt idx="768">
                  <c:v>2.9196199999999999E-2</c:v>
                </c:pt>
                <c:pt idx="769">
                  <c:v>2.9444799999999997E-2</c:v>
                </c:pt>
                <c:pt idx="770">
                  <c:v>2.94454E-2</c:v>
                </c:pt>
                <c:pt idx="771">
                  <c:v>2.9445699999999998E-2</c:v>
                </c:pt>
                <c:pt idx="772">
                  <c:v>2.9445600000000002E-2</c:v>
                </c:pt>
                <c:pt idx="773">
                  <c:v>2.9445600000000002E-2</c:v>
                </c:pt>
                <c:pt idx="774">
                  <c:v>2.9445600000000002E-2</c:v>
                </c:pt>
                <c:pt idx="775">
                  <c:v>2.9443900000000002E-2</c:v>
                </c:pt>
                <c:pt idx="776">
                  <c:v>2.9443900000000002E-2</c:v>
                </c:pt>
                <c:pt idx="777">
                  <c:v>2.9443900000000002E-2</c:v>
                </c:pt>
                <c:pt idx="778">
                  <c:v>2.9443900000000002E-2</c:v>
                </c:pt>
                <c:pt idx="779">
                  <c:v>2.9194999999999999E-2</c:v>
                </c:pt>
                <c:pt idx="780">
                  <c:v>2.9194999999999999E-2</c:v>
                </c:pt>
                <c:pt idx="781">
                  <c:v>2.9194999999999999E-2</c:v>
                </c:pt>
                <c:pt idx="782">
                  <c:v>2.9194999999999999E-2</c:v>
                </c:pt>
                <c:pt idx="783">
                  <c:v>2.9193200000000002E-2</c:v>
                </c:pt>
                <c:pt idx="784">
                  <c:v>2.8944299999999999E-2</c:v>
                </c:pt>
                <c:pt idx="785">
                  <c:v>2.8946199999999998E-2</c:v>
                </c:pt>
                <c:pt idx="786">
                  <c:v>2.8946499999999997E-2</c:v>
                </c:pt>
                <c:pt idx="787">
                  <c:v>2.8199000000000002E-2</c:v>
                </c:pt>
                <c:pt idx="788">
                  <c:v>2.82022E-2</c:v>
                </c:pt>
                <c:pt idx="789">
                  <c:v>2.7953100000000002E-2</c:v>
                </c:pt>
                <c:pt idx="790">
                  <c:v>2.7954399999999997E-2</c:v>
                </c:pt>
                <c:pt idx="791">
                  <c:v>2.7954099999999999E-2</c:v>
                </c:pt>
                <c:pt idx="792">
                  <c:v>2.7954099999999999E-2</c:v>
                </c:pt>
                <c:pt idx="793">
                  <c:v>2.7953100000000002E-2</c:v>
                </c:pt>
                <c:pt idx="794">
                  <c:v>2.7953100000000002E-2</c:v>
                </c:pt>
                <c:pt idx="795">
                  <c:v>2.8202100000000001E-2</c:v>
                </c:pt>
                <c:pt idx="796">
                  <c:v>2.84517E-2</c:v>
                </c:pt>
                <c:pt idx="797">
                  <c:v>2.79587E-2</c:v>
                </c:pt>
                <c:pt idx="798">
                  <c:v>2.79575E-2</c:v>
                </c:pt>
                <c:pt idx="799">
                  <c:v>2.79575E-2</c:v>
                </c:pt>
                <c:pt idx="800">
                  <c:v>2.79574E-2</c:v>
                </c:pt>
                <c:pt idx="801">
                  <c:v>2.7955299999999999E-2</c:v>
                </c:pt>
                <c:pt idx="802">
                  <c:v>2.9449700000000002E-2</c:v>
                </c:pt>
                <c:pt idx="803">
                  <c:v>2.9449700000000002E-2</c:v>
                </c:pt>
                <c:pt idx="804">
                  <c:v>2.9450400000000002E-2</c:v>
                </c:pt>
                <c:pt idx="805">
                  <c:v>3.1444699999999999E-2</c:v>
                </c:pt>
                <c:pt idx="806">
                  <c:v>3.1942499999999999E-2</c:v>
                </c:pt>
                <c:pt idx="807">
                  <c:v>3.26889E-2</c:v>
                </c:pt>
                <c:pt idx="808">
                  <c:v>3.2690499999999997E-2</c:v>
                </c:pt>
                <c:pt idx="809">
                  <c:v>3.2691199999999997E-2</c:v>
                </c:pt>
                <c:pt idx="810">
                  <c:v>3.26901E-2</c:v>
                </c:pt>
                <c:pt idx="811">
                  <c:v>3.2692100000000002E-2</c:v>
                </c:pt>
                <c:pt idx="812">
                  <c:v>3.2691999999999999E-2</c:v>
                </c:pt>
                <c:pt idx="813">
                  <c:v>3.3190699999999997E-2</c:v>
                </c:pt>
                <c:pt idx="814">
                  <c:v>3.3190699999999997E-2</c:v>
                </c:pt>
                <c:pt idx="815">
                  <c:v>3.3190799999999999E-2</c:v>
                </c:pt>
                <c:pt idx="816">
                  <c:v>3.3439800000000006E-2</c:v>
                </c:pt>
                <c:pt idx="817">
                  <c:v>3.3689400000000001E-2</c:v>
                </c:pt>
                <c:pt idx="818">
                  <c:v>3.3689400000000001E-2</c:v>
                </c:pt>
                <c:pt idx="819">
                  <c:v>3.3938299999999998E-2</c:v>
                </c:pt>
                <c:pt idx="820">
                  <c:v>3.3938599999999999E-2</c:v>
                </c:pt>
                <c:pt idx="821">
                  <c:v>3.6689100000000002E-2</c:v>
                </c:pt>
                <c:pt idx="822">
                  <c:v>3.6688600000000002E-2</c:v>
                </c:pt>
                <c:pt idx="823">
                  <c:v>3.6689400000000004E-2</c:v>
                </c:pt>
                <c:pt idx="824">
                  <c:v>3.7436799999999999E-2</c:v>
                </c:pt>
                <c:pt idx="825">
                  <c:v>3.7435599999999999E-2</c:v>
                </c:pt>
                <c:pt idx="826">
                  <c:v>3.7435199999999995E-2</c:v>
                </c:pt>
                <c:pt idx="827">
                  <c:v>3.7435900000000001E-2</c:v>
                </c:pt>
                <c:pt idx="828">
                  <c:v>3.7435900000000001E-2</c:v>
                </c:pt>
                <c:pt idx="829">
                  <c:v>3.6943000000000004E-2</c:v>
                </c:pt>
                <c:pt idx="830">
                  <c:v>3.6943999999999998E-2</c:v>
                </c:pt>
                <c:pt idx="831">
                  <c:v>3.6943999999999998E-2</c:v>
                </c:pt>
                <c:pt idx="832">
                  <c:v>3.8945E-2</c:v>
                </c:pt>
                <c:pt idx="833">
                  <c:v>3.8943499999999999E-2</c:v>
                </c:pt>
                <c:pt idx="834">
                  <c:v>3.8942999999999998E-2</c:v>
                </c:pt>
                <c:pt idx="835">
                  <c:v>3.8944699999999999E-2</c:v>
                </c:pt>
                <c:pt idx="836">
                  <c:v>3.8944600000000003E-2</c:v>
                </c:pt>
                <c:pt idx="837">
                  <c:v>3.9443499999999999E-2</c:v>
                </c:pt>
                <c:pt idx="838">
                  <c:v>3.8962400000000001E-2</c:v>
                </c:pt>
                <c:pt idx="839">
                  <c:v>3.9129899999999995E-2</c:v>
                </c:pt>
                <c:pt idx="840">
                  <c:v>3.9129999999999998E-2</c:v>
                </c:pt>
                <c:pt idx="841">
                  <c:v>3.9129999999999998E-2</c:v>
                </c:pt>
                <c:pt idx="842">
                  <c:v>3.9462999999999998E-2</c:v>
                </c:pt>
                <c:pt idx="843">
                  <c:v>3.9294499999999996E-2</c:v>
                </c:pt>
                <c:pt idx="844">
                  <c:v>3.9461000000000003E-2</c:v>
                </c:pt>
                <c:pt idx="845">
                  <c:v>3.8960800000000004E-2</c:v>
                </c:pt>
                <c:pt idx="846">
                  <c:v>3.8628699999999995E-2</c:v>
                </c:pt>
                <c:pt idx="847">
                  <c:v>3.8627800000000004E-2</c:v>
                </c:pt>
                <c:pt idx="848">
                  <c:v>3.8457400000000003E-2</c:v>
                </c:pt>
                <c:pt idx="849">
                  <c:v>3.8289900000000002E-2</c:v>
                </c:pt>
                <c:pt idx="850">
                  <c:v>3.8124200000000004E-2</c:v>
                </c:pt>
                <c:pt idx="851">
                  <c:v>3.8290600000000001E-2</c:v>
                </c:pt>
                <c:pt idx="852">
                  <c:v>3.8290600000000001E-2</c:v>
                </c:pt>
                <c:pt idx="853">
                  <c:v>3.8290600000000001E-2</c:v>
                </c:pt>
                <c:pt idx="854">
                  <c:v>3.7435900000000001E-2</c:v>
                </c:pt>
                <c:pt idx="855">
                  <c:v>3.6936200000000002E-2</c:v>
                </c:pt>
                <c:pt idx="856">
                  <c:v>3.7788499999999996E-2</c:v>
                </c:pt>
                <c:pt idx="857">
                  <c:v>3.9784699999999999E-2</c:v>
                </c:pt>
                <c:pt idx="858">
                  <c:v>3.9784699999999999E-2</c:v>
                </c:pt>
                <c:pt idx="859">
                  <c:v>3.97852E-2</c:v>
                </c:pt>
                <c:pt idx="860">
                  <c:v>3.9618400000000005E-2</c:v>
                </c:pt>
                <c:pt idx="861">
                  <c:v>3.9119299999999996E-2</c:v>
                </c:pt>
                <c:pt idx="862">
                  <c:v>3.89532E-2</c:v>
                </c:pt>
                <c:pt idx="863">
                  <c:v>3.8951899999999998E-2</c:v>
                </c:pt>
                <c:pt idx="864">
                  <c:v>3.8951799999999995E-2</c:v>
                </c:pt>
                <c:pt idx="865">
                  <c:v>4.1619400000000001E-2</c:v>
                </c:pt>
                <c:pt idx="866">
                  <c:v>4.3114699999999999E-2</c:v>
                </c:pt>
                <c:pt idx="867">
                  <c:v>4.3283700000000001E-2</c:v>
                </c:pt>
                <c:pt idx="868">
                  <c:v>4.6606700000000001E-2</c:v>
                </c:pt>
                <c:pt idx="869">
                  <c:v>4.6939700000000001E-2</c:v>
                </c:pt>
                <c:pt idx="870">
                  <c:v>4.6272199999999999E-2</c:v>
                </c:pt>
                <c:pt idx="871">
                  <c:v>4.6771699999999999E-2</c:v>
                </c:pt>
                <c:pt idx="872">
                  <c:v>5.5098299999999996E-2</c:v>
                </c:pt>
                <c:pt idx="873">
                  <c:v>5.6589599999999997E-2</c:v>
                </c:pt>
                <c:pt idx="874">
                  <c:v>6.05833E-2</c:v>
                </c:pt>
                <c:pt idx="875">
                  <c:v>5.5923900000000006E-2</c:v>
                </c:pt>
                <c:pt idx="876">
                  <c:v>5.62572E-2</c:v>
                </c:pt>
                <c:pt idx="877">
                  <c:v>5.7253399999999996E-2</c:v>
                </c:pt>
                <c:pt idx="878">
                  <c:v>5.5090800000000002E-2</c:v>
                </c:pt>
                <c:pt idx="879">
                  <c:v>5.5592700000000002E-2</c:v>
                </c:pt>
                <c:pt idx="880">
                  <c:v>5.5259599999999999E-2</c:v>
                </c:pt>
                <c:pt idx="881">
                  <c:v>5.5425699999999994E-2</c:v>
                </c:pt>
                <c:pt idx="882">
                  <c:v>5.6593600000000001E-2</c:v>
                </c:pt>
                <c:pt idx="883">
                  <c:v>5.9251199999999997E-2</c:v>
                </c:pt>
                <c:pt idx="884">
                  <c:v>5.9128399999999998E-2</c:v>
                </c:pt>
                <c:pt idx="885">
                  <c:v>5.6381399999999998E-2</c:v>
                </c:pt>
                <c:pt idx="886">
                  <c:v>5.6754600000000002E-2</c:v>
                </c:pt>
                <c:pt idx="887">
                  <c:v>5.7423400000000006E-2</c:v>
                </c:pt>
                <c:pt idx="888">
                  <c:v>5.7088899999999998E-2</c:v>
                </c:pt>
                <c:pt idx="889">
                  <c:v>5.7088899999999998E-2</c:v>
                </c:pt>
                <c:pt idx="890">
                  <c:v>5.8383299999999999E-2</c:v>
                </c:pt>
                <c:pt idx="891">
                  <c:v>5.7379800000000002E-2</c:v>
                </c:pt>
                <c:pt idx="892">
                  <c:v>5.6632299999999997E-2</c:v>
                </c:pt>
                <c:pt idx="893">
                  <c:v>5.48832E-2</c:v>
                </c:pt>
                <c:pt idx="894">
                  <c:v>5.3760299999999997E-2</c:v>
                </c:pt>
                <c:pt idx="895">
                  <c:v>5.2264099999999994E-2</c:v>
                </c:pt>
                <c:pt idx="896">
                  <c:v>5.2262900000000001E-2</c:v>
                </c:pt>
                <c:pt idx="897">
                  <c:v>5.2428900000000001E-2</c:v>
                </c:pt>
                <c:pt idx="898">
                  <c:v>5.2428900000000001E-2</c:v>
                </c:pt>
                <c:pt idx="899">
                  <c:v>5.0927E-2</c:v>
                </c:pt>
                <c:pt idx="900">
                  <c:v>4.8933400000000002E-2</c:v>
                </c:pt>
                <c:pt idx="901">
                  <c:v>4.8765900000000001E-2</c:v>
                </c:pt>
                <c:pt idx="902">
                  <c:v>4.7933900000000002E-2</c:v>
                </c:pt>
                <c:pt idx="903">
                  <c:v>4.81006E-2</c:v>
                </c:pt>
                <c:pt idx="904">
                  <c:v>4.7103699999999998E-2</c:v>
                </c:pt>
                <c:pt idx="905">
                  <c:v>4.6604199999999998E-2</c:v>
                </c:pt>
                <c:pt idx="906">
                  <c:v>4.3273600000000002E-2</c:v>
                </c:pt>
                <c:pt idx="907">
                  <c:v>4.24403E-2</c:v>
                </c:pt>
                <c:pt idx="908">
                  <c:v>4.4107E-2</c:v>
                </c:pt>
                <c:pt idx="909">
                  <c:v>4.4271899999999996E-2</c:v>
                </c:pt>
                <c:pt idx="910">
                  <c:v>4.5106E-2</c:v>
                </c:pt>
                <c:pt idx="911">
                  <c:v>4.4107100000000003E-2</c:v>
                </c:pt>
                <c:pt idx="912">
                  <c:v>4.4274500000000001E-2</c:v>
                </c:pt>
                <c:pt idx="913">
                  <c:v>4.3777099999999999E-2</c:v>
                </c:pt>
                <c:pt idx="914">
                  <c:v>4.3777099999999999E-2</c:v>
                </c:pt>
                <c:pt idx="915">
                  <c:v>4.2776799999999997E-2</c:v>
                </c:pt>
                <c:pt idx="916">
                  <c:v>4.29434E-2</c:v>
                </c:pt>
                <c:pt idx="917">
                  <c:v>4.3943500000000003E-2</c:v>
                </c:pt>
                <c:pt idx="918">
                  <c:v>4.39154E-2</c:v>
                </c:pt>
                <c:pt idx="919">
                  <c:v>4.3665699999999995E-2</c:v>
                </c:pt>
                <c:pt idx="920">
                  <c:v>4.2943200000000001E-2</c:v>
                </c:pt>
                <c:pt idx="921">
                  <c:v>4.27762E-2</c:v>
                </c:pt>
                <c:pt idx="922">
                  <c:v>4.2442599999999997E-2</c:v>
                </c:pt>
                <c:pt idx="923">
                  <c:v>4.1447000000000005E-2</c:v>
                </c:pt>
                <c:pt idx="924">
                  <c:v>4.1446900000000002E-2</c:v>
                </c:pt>
                <c:pt idx="925">
                  <c:v>4.1445299999999997E-2</c:v>
                </c:pt>
                <c:pt idx="926">
                  <c:v>4.2109300000000002E-2</c:v>
                </c:pt>
                <c:pt idx="927">
                  <c:v>4.2110800000000004E-2</c:v>
                </c:pt>
                <c:pt idx="928">
                  <c:v>4.19444E-2</c:v>
                </c:pt>
                <c:pt idx="929">
                  <c:v>4.2110399999999999E-2</c:v>
                </c:pt>
                <c:pt idx="930">
                  <c:v>4.2912200000000005E-2</c:v>
                </c:pt>
                <c:pt idx="931">
                  <c:v>4.24427E-2</c:v>
                </c:pt>
                <c:pt idx="932">
                  <c:v>4.3082299999999997E-2</c:v>
                </c:pt>
                <c:pt idx="933">
                  <c:v>4.2111000000000003E-2</c:v>
                </c:pt>
                <c:pt idx="934">
                  <c:v>4.2708300000000005E-2</c:v>
                </c:pt>
                <c:pt idx="935">
                  <c:v>4.1112200000000002E-2</c:v>
                </c:pt>
                <c:pt idx="936">
                  <c:v>4.1278800000000004E-2</c:v>
                </c:pt>
                <c:pt idx="937">
                  <c:v>4.23341E-2</c:v>
                </c:pt>
                <c:pt idx="938">
                  <c:v>4.0783300000000001E-2</c:v>
                </c:pt>
                <c:pt idx="939">
                  <c:v>4.0617399999999998E-2</c:v>
                </c:pt>
                <c:pt idx="940">
                  <c:v>3.9776499999999999E-2</c:v>
                </c:pt>
                <c:pt idx="941">
                  <c:v>4.0150400000000003E-2</c:v>
                </c:pt>
                <c:pt idx="942">
                  <c:v>4.0116899999999997E-2</c:v>
                </c:pt>
                <c:pt idx="943">
                  <c:v>4.0337700000000004E-2</c:v>
                </c:pt>
                <c:pt idx="944">
                  <c:v>4.0283899999999997E-2</c:v>
                </c:pt>
                <c:pt idx="945">
                  <c:v>4.0213699999999998E-2</c:v>
                </c:pt>
                <c:pt idx="946">
                  <c:v>3.9617899999999998E-2</c:v>
                </c:pt>
                <c:pt idx="947">
                  <c:v>3.6999999999999998E-2</c:v>
                </c:pt>
                <c:pt idx="948">
                  <c:v>3.6799999999999999E-2</c:v>
                </c:pt>
                <c:pt idx="949">
                  <c:v>3.7100000000000001E-2</c:v>
                </c:pt>
                <c:pt idx="950">
                  <c:v>3.5799999999999998E-2</c:v>
                </c:pt>
                <c:pt idx="951">
                  <c:v>3.5999999999999997E-2</c:v>
                </c:pt>
                <c:pt idx="952">
                  <c:v>3.6249999999999998E-2</c:v>
                </c:pt>
                <c:pt idx="953">
                  <c:v>3.5037499999999999E-2</c:v>
                </c:pt>
                <c:pt idx="954">
                  <c:v>3.4724999999999999E-2</c:v>
                </c:pt>
                <c:pt idx="955">
                  <c:v>3.5249999999999997E-2</c:v>
                </c:pt>
                <c:pt idx="956">
                  <c:v>3.4666699999999995E-2</c:v>
                </c:pt>
                <c:pt idx="957">
                  <c:v>3.4333300000000004E-2</c:v>
                </c:pt>
                <c:pt idx="958">
                  <c:v>3.4099999999999998E-2</c:v>
                </c:pt>
                <c:pt idx="959">
                  <c:v>3.5249999999999997E-2</c:v>
                </c:pt>
                <c:pt idx="960">
                  <c:v>3.5000000000000003E-2</c:v>
                </c:pt>
                <c:pt idx="961">
                  <c:v>3.4500000000000003E-2</c:v>
                </c:pt>
                <c:pt idx="962">
                  <c:v>3.3500000000000002E-2</c:v>
                </c:pt>
                <c:pt idx="963">
                  <c:v>3.3500000000000002E-2</c:v>
                </c:pt>
                <c:pt idx="964">
                  <c:v>3.4133300000000005E-2</c:v>
                </c:pt>
                <c:pt idx="965">
                  <c:v>3.2633300000000004E-2</c:v>
                </c:pt>
                <c:pt idx="966">
                  <c:v>3.1800000000000002E-2</c:v>
                </c:pt>
                <c:pt idx="967">
                  <c:v>3.1850000000000003E-2</c:v>
                </c:pt>
                <c:pt idx="968">
                  <c:v>3.1300000000000001E-2</c:v>
                </c:pt>
                <c:pt idx="969">
                  <c:v>3.0966699999999996E-2</c:v>
                </c:pt>
                <c:pt idx="970">
                  <c:v>3.1350000000000003E-2</c:v>
                </c:pt>
                <c:pt idx="971">
                  <c:v>3.0974999999999999E-2</c:v>
                </c:pt>
                <c:pt idx="972">
                  <c:v>3.2224999999999997E-2</c:v>
                </c:pt>
                <c:pt idx="973">
                  <c:v>3.2300000000000002E-2</c:v>
                </c:pt>
                <c:pt idx="974">
                  <c:v>3.2349999999999997E-2</c:v>
                </c:pt>
                <c:pt idx="975">
                  <c:v>3.1850000000000003E-2</c:v>
                </c:pt>
                <c:pt idx="976">
                  <c:v>3.1633300000000003E-2</c:v>
                </c:pt>
                <c:pt idx="977">
                  <c:v>3.2300000000000002E-2</c:v>
                </c:pt>
                <c:pt idx="978">
                  <c:v>3.0550000000000001E-2</c:v>
                </c:pt>
                <c:pt idx="979">
                  <c:v>3.005E-2</c:v>
                </c:pt>
                <c:pt idx="980">
                  <c:v>2.845E-2</c:v>
                </c:pt>
                <c:pt idx="981">
                  <c:v>2.9633300000000001E-2</c:v>
                </c:pt>
                <c:pt idx="982">
                  <c:v>2.895E-2</c:v>
                </c:pt>
                <c:pt idx="983">
                  <c:v>2.9100000000000001E-2</c:v>
                </c:pt>
                <c:pt idx="984">
                  <c:v>2.895E-2</c:v>
                </c:pt>
                <c:pt idx="985">
                  <c:v>2.8799999999999999E-2</c:v>
                </c:pt>
                <c:pt idx="986">
                  <c:v>2.8966699999999998E-2</c:v>
                </c:pt>
                <c:pt idx="987">
                  <c:v>2.9466699999999998E-2</c:v>
                </c:pt>
                <c:pt idx="988">
                  <c:v>2.93E-2</c:v>
                </c:pt>
                <c:pt idx="989">
                  <c:v>2.9633300000000001E-2</c:v>
                </c:pt>
                <c:pt idx="990">
                  <c:v>2.9966699999999999E-2</c:v>
                </c:pt>
                <c:pt idx="991">
                  <c:v>2.9850000000000002E-2</c:v>
                </c:pt>
                <c:pt idx="992">
                  <c:v>3.0955399999999998E-2</c:v>
                </c:pt>
                <c:pt idx="993">
                  <c:v>3.1800000000000002E-2</c:v>
                </c:pt>
                <c:pt idx="994">
                  <c:v>3.0562499999999999E-2</c:v>
                </c:pt>
                <c:pt idx="995">
                  <c:v>3.0412499999999999E-2</c:v>
                </c:pt>
                <c:pt idx="996">
                  <c:v>3.0300000000000001E-2</c:v>
                </c:pt>
                <c:pt idx="997">
                  <c:v>2.9716699999999999E-2</c:v>
                </c:pt>
                <c:pt idx="998">
                  <c:v>3.0162499999999998E-2</c:v>
                </c:pt>
                <c:pt idx="999">
                  <c:v>2.9725000000000001E-2</c:v>
                </c:pt>
                <c:pt idx="1000">
                  <c:v>2.9225000000000001E-2</c:v>
                </c:pt>
                <c:pt idx="1001">
                  <c:v>2.9024999999999999E-2</c:v>
                </c:pt>
                <c:pt idx="1002">
                  <c:v>2.8366699999999998E-2</c:v>
                </c:pt>
                <c:pt idx="1003">
                  <c:v>2.8725000000000001E-2</c:v>
                </c:pt>
                <c:pt idx="1004">
                  <c:v>2.8133300000000003E-2</c:v>
                </c:pt>
                <c:pt idx="1005">
                  <c:v>2.8475E-2</c:v>
                </c:pt>
                <c:pt idx="1006">
                  <c:v>2.76E-2</c:v>
                </c:pt>
                <c:pt idx="1007">
                  <c:v>2.7949999999999999E-2</c:v>
                </c:pt>
                <c:pt idx="1008">
                  <c:v>2.7099999999999999E-2</c:v>
                </c:pt>
                <c:pt idx="1009">
                  <c:v>2.6974999999999999E-2</c:v>
                </c:pt>
                <c:pt idx="1010">
                  <c:v>2.6133300000000002E-2</c:v>
                </c:pt>
                <c:pt idx="1011">
                  <c:v>2.6599999999999999E-2</c:v>
                </c:pt>
                <c:pt idx="1012">
                  <c:v>2.4466700000000001E-2</c:v>
                </c:pt>
                <c:pt idx="1013">
                  <c:v>2.5633300000000001E-2</c:v>
                </c:pt>
                <c:pt idx="1014">
                  <c:v>2.495E-2</c:v>
                </c:pt>
                <c:pt idx="1015">
                  <c:v>2.5662500000000001E-2</c:v>
                </c:pt>
                <c:pt idx="1016">
                  <c:v>2.42875E-2</c:v>
                </c:pt>
                <c:pt idx="1017">
                  <c:v>2.4049999999999998E-2</c:v>
                </c:pt>
                <c:pt idx="1018">
                  <c:v>2.41333E-2</c:v>
                </c:pt>
                <c:pt idx="1019">
                  <c:v>2.41625E-2</c:v>
                </c:pt>
                <c:pt idx="1020">
                  <c:v>2.3666699999999999E-2</c:v>
                </c:pt>
                <c:pt idx="1021">
                  <c:v>2.37167E-2</c:v>
                </c:pt>
                <c:pt idx="1022">
                  <c:v>2.37167E-2</c:v>
                </c:pt>
                <c:pt idx="1023">
                  <c:v>2.2974999999999999E-2</c:v>
                </c:pt>
                <c:pt idx="1024">
                  <c:v>2.3050000000000001E-2</c:v>
                </c:pt>
                <c:pt idx="1025">
                  <c:v>2.2225000000000002E-2</c:v>
                </c:pt>
                <c:pt idx="1026">
                  <c:v>2.1725000000000001E-2</c:v>
                </c:pt>
                <c:pt idx="1027">
                  <c:v>2.1725000000000001E-2</c:v>
                </c:pt>
                <c:pt idx="1028">
                  <c:v>2.1975000000000001E-2</c:v>
                </c:pt>
                <c:pt idx="1029">
                  <c:v>2.1975000000000001E-2</c:v>
                </c:pt>
                <c:pt idx="1030">
                  <c:v>2.1274999999999999E-2</c:v>
                </c:pt>
                <c:pt idx="1031">
                  <c:v>2.06E-2</c:v>
                </c:pt>
                <c:pt idx="1032">
                  <c:v>2.06E-2</c:v>
                </c:pt>
                <c:pt idx="1033">
                  <c:v>2.06E-2</c:v>
                </c:pt>
                <c:pt idx="1034">
                  <c:v>2.0475E-2</c:v>
                </c:pt>
                <c:pt idx="1035">
                  <c:v>2.035E-2</c:v>
                </c:pt>
                <c:pt idx="1036">
                  <c:v>2.035E-2</c:v>
                </c:pt>
                <c:pt idx="1037">
                  <c:v>2.035E-2</c:v>
                </c:pt>
                <c:pt idx="1038">
                  <c:v>2.06333E-2</c:v>
                </c:pt>
                <c:pt idx="1039">
                  <c:v>2.0299999999999999E-2</c:v>
                </c:pt>
                <c:pt idx="1040">
                  <c:v>2.04125E-2</c:v>
                </c:pt>
                <c:pt idx="1041">
                  <c:v>2.0533300000000001E-2</c:v>
                </c:pt>
                <c:pt idx="1042">
                  <c:v>2.0400000000000001E-2</c:v>
                </c:pt>
                <c:pt idx="1043">
                  <c:v>2.0400000000000001E-2</c:v>
                </c:pt>
                <c:pt idx="1044">
                  <c:v>2.0216700000000001E-2</c:v>
                </c:pt>
                <c:pt idx="1045">
                  <c:v>2.01625E-2</c:v>
                </c:pt>
                <c:pt idx="1046">
                  <c:v>2.06333E-2</c:v>
                </c:pt>
                <c:pt idx="1047">
                  <c:v>2.1975000000000001E-2</c:v>
                </c:pt>
                <c:pt idx="1048">
                  <c:v>2.23375E-2</c:v>
                </c:pt>
                <c:pt idx="1049">
                  <c:v>2.40333E-2</c:v>
                </c:pt>
                <c:pt idx="1050">
                  <c:v>2.4400000000000002E-2</c:v>
                </c:pt>
                <c:pt idx="1051">
                  <c:v>2.3300000000000001E-2</c:v>
                </c:pt>
                <c:pt idx="1052">
                  <c:v>2.2474999999999998E-2</c:v>
                </c:pt>
                <c:pt idx="1053">
                  <c:v>2.2408299999999999E-2</c:v>
                </c:pt>
                <c:pt idx="1054">
                  <c:v>2.2633299999999999E-2</c:v>
                </c:pt>
                <c:pt idx="1055">
                  <c:v>2.2550000000000001E-2</c:v>
                </c:pt>
                <c:pt idx="1056">
                  <c:v>2.3233299999999998E-2</c:v>
                </c:pt>
                <c:pt idx="1057">
                  <c:v>2.3162499999999999E-2</c:v>
                </c:pt>
                <c:pt idx="1058">
                  <c:v>2.2849999999999999E-2</c:v>
                </c:pt>
                <c:pt idx="1059">
                  <c:v>2.2474999999999998E-2</c:v>
                </c:pt>
                <c:pt idx="1060">
                  <c:v>2.2412499999999998E-2</c:v>
                </c:pt>
                <c:pt idx="1061">
                  <c:v>2.1874999999999999E-2</c:v>
                </c:pt>
                <c:pt idx="1062">
                  <c:v>2.2749999999999999E-2</c:v>
                </c:pt>
                <c:pt idx="1063">
                  <c:v>2.2633299999999999E-2</c:v>
                </c:pt>
                <c:pt idx="1064">
                  <c:v>2.2716699999999999E-2</c:v>
                </c:pt>
                <c:pt idx="1065">
                  <c:v>2.29625E-2</c:v>
                </c:pt>
                <c:pt idx="1066">
                  <c:v>2.3262499999999998E-2</c:v>
                </c:pt>
                <c:pt idx="1067">
                  <c:v>2.2912499999999999E-2</c:v>
                </c:pt>
                <c:pt idx="1068">
                  <c:v>2.3012500000000002E-2</c:v>
                </c:pt>
                <c:pt idx="1069">
                  <c:v>2.2383299999999998E-2</c:v>
                </c:pt>
                <c:pt idx="1070">
                  <c:v>2.18625E-2</c:v>
                </c:pt>
                <c:pt idx="1071">
                  <c:v>2.18625E-2</c:v>
                </c:pt>
                <c:pt idx="1072">
                  <c:v>2.21125E-2</c:v>
                </c:pt>
                <c:pt idx="1073">
                  <c:v>2.2066700000000002E-2</c:v>
                </c:pt>
                <c:pt idx="1074">
                  <c:v>2.21833E-2</c:v>
                </c:pt>
                <c:pt idx="1075">
                  <c:v>2.1950000000000001E-2</c:v>
                </c:pt>
                <c:pt idx="1076">
                  <c:v>2.1900100000000002E-2</c:v>
                </c:pt>
                <c:pt idx="1077">
                  <c:v>2.1683299999999999E-2</c:v>
                </c:pt>
                <c:pt idx="1078">
                  <c:v>2.1233500000000002E-2</c:v>
                </c:pt>
                <c:pt idx="1079">
                  <c:v>2.1850000000000001E-2</c:v>
                </c:pt>
                <c:pt idx="1080">
                  <c:v>2.1533199999999999E-2</c:v>
                </c:pt>
                <c:pt idx="1081">
                  <c:v>2.1866500000000001E-2</c:v>
                </c:pt>
                <c:pt idx="1082">
                  <c:v>2.1475000000000001E-2</c:v>
                </c:pt>
                <c:pt idx="1083">
                  <c:v>2.1499999999999998E-2</c:v>
                </c:pt>
                <c:pt idx="1084">
                  <c:v>2.1149999999999999E-2</c:v>
                </c:pt>
                <c:pt idx="1085">
                  <c:v>2.0974900000000001E-2</c:v>
                </c:pt>
                <c:pt idx="1086">
                  <c:v>2.0562399999999998E-2</c:v>
                </c:pt>
                <c:pt idx="1087">
                  <c:v>2.0095999999999999E-2</c:v>
                </c:pt>
                <c:pt idx="1088">
                  <c:v>1.99832E-2</c:v>
                </c:pt>
                <c:pt idx="1089">
                  <c:v>1.9725099999999999E-2</c:v>
                </c:pt>
                <c:pt idx="1090">
                  <c:v>1.92126E-2</c:v>
                </c:pt>
                <c:pt idx="1091">
                  <c:v>1.96835E-2</c:v>
                </c:pt>
                <c:pt idx="1092">
                  <c:v>1.9866499999999999E-2</c:v>
                </c:pt>
                <c:pt idx="1093">
                  <c:v>1.9775000000000001E-2</c:v>
                </c:pt>
                <c:pt idx="1094">
                  <c:v>2.1066700000000001E-2</c:v>
                </c:pt>
                <c:pt idx="1095">
                  <c:v>2.27751E-2</c:v>
                </c:pt>
                <c:pt idx="1096">
                  <c:v>2.39002E-2</c:v>
                </c:pt>
                <c:pt idx="1097">
                  <c:v>2.4033499999999999E-2</c:v>
                </c:pt>
                <c:pt idx="1098">
                  <c:v>2.33499E-2</c:v>
                </c:pt>
                <c:pt idx="1099">
                  <c:v>2.4583199999999999E-2</c:v>
                </c:pt>
                <c:pt idx="1100">
                  <c:v>2.46749E-2</c:v>
                </c:pt>
                <c:pt idx="1101">
                  <c:v>2.5737599999999999E-2</c:v>
                </c:pt>
                <c:pt idx="1102">
                  <c:v>2.6574900000000002E-2</c:v>
                </c:pt>
                <c:pt idx="1103">
                  <c:v>2.6574900000000002E-2</c:v>
                </c:pt>
                <c:pt idx="1104">
                  <c:v>2.6999900000000004E-2</c:v>
                </c:pt>
                <c:pt idx="1105">
                  <c:v>2.6716800000000002E-2</c:v>
                </c:pt>
                <c:pt idx="1106">
                  <c:v>2.5733300000000004E-2</c:v>
                </c:pt>
                <c:pt idx="1107">
                  <c:v>2.5700199999999999E-2</c:v>
                </c:pt>
                <c:pt idx="1108">
                  <c:v>2.5199900000000001E-2</c:v>
                </c:pt>
                <c:pt idx="1109">
                  <c:v>2.5824900000000001E-2</c:v>
                </c:pt>
                <c:pt idx="1110">
                  <c:v>2.6550099999999997E-2</c:v>
                </c:pt>
                <c:pt idx="1111">
                  <c:v>2.6283300000000002E-2</c:v>
                </c:pt>
                <c:pt idx="1112">
                  <c:v>2.5749900000000003E-2</c:v>
                </c:pt>
                <c:pt idx="1113">
                  <c:v>2.5783499999999997E-2</c:v>
                </c:pt>
                <c:pt idx="1114">
                  <c:v>2.5916500000000002E-2</c:v>
                </c:pt>
                <c:pt idx="1115">
                  <c:v>2.5683499999999998E-2</c:v>
                </c:pt>
                <c:pt idx="1116">
                  <c:v>2.53333E-2</c:v>
                </c:pt>
                <c:pt idx="1117">
                  <c:v>2.65332E-2</c:v>
                </c:pt>
                <c:pt idx="1118">
                  <c:v>2.6825000000000002E-2</c:v>
                </c:pt>
                <c:pt idx="1119">
                  <c:v>2.6250099999999998E-2</c:v>
                </c:pt>
                <c:pt idx="1120">
                  <c:v>2.5650200000000001E-2</c:v>
                </c:pt>
                <c:pt idx="1121">
                  <c:v>2.5675E-2</c:v>
                </c:pt>
                <c:pt idx="1122">
                  <c:v>2.4649999999999998E-2</c:v>
                </c:pt>
                <c:pt idx="1123">
                  <c:v>2.4049999999999998E-2</c:v>
                </c:pt>
                <c:pt idx="1124">
                  <c:v>2.43833E-2</c:v>
                </c:pt>
                <c:pt idx="1125">
                  <c:v>2.3975E-2</c:v>
                </c:pt>
                <c:pt idx="1126">
                  <c:v>2.42875E-2</c:v>
                </c:pt>
                <c:pt idx="1127">
                  <c:v>2.3650000000000001E-2</c:v>
                </c:pt>
                <c:pt idx="1128">
                  <c:v>2.3599999999999999E-2</c:v>
                </c:pt>
                <c:pt idx="1129">
                  <c:v>2.315E-2</c:v>
                </c:pt>
                <c:pt idx="1130">
                  <c:v>2.2450000000000001E-2</c:v>
                </c:pt>
                <c:pt idx="1131">
                  <c:v>2.2487500000000001E-2</c:v>
                </c:pt>
                <c:pt idx="1132">
                  <c:v>2.2283299999999999E-2</c:v>
                </c:pt>
                <c:pt idx="1133">
                  <c:v>2.155E-2</c:v>
                </c:pt>
                <c:pt idx="1134">
                  <c:v>2.16375E-2</c:v>
                </c:pt>
                <c:pt idx="1135">
                  <c:v>2.0875000000000001E-2</c:v>
                </c:pt>
                <c:pt idx="1136">
                  <c:v>2.2287499999999998E-2</c:v>
                </c:pt>
                <c:pt idx="1137">
                  <c:v>2.2037500000000002E-2</c:v>
                </c:pt>
                <c:pt idx="1138">
                  <c:v>2.1883300000000001E-2</c:v>
                </c:pt>
                <c:pt idx="1139">
                  <c:v>2.2787499999999999E-2</c:v>
                </c:pt>
                <c:pt idx="1140">
                  <c:v>2.2527200000000001E-2</c:v>
                </c:pt>
                <c:pt idx="1141">
                  <c:v>2.2259000000000001E-2</c:v>
                </c:pt>
                <c:pt idx="1142">
                  <c:v>2.17708E-2</c:v>
                </c:pt>
                <c:pt idx="1143">
                  <c:v>2.1933299999999999E-2</c:v>
                </c:pt>
                <c:pt idx="1144">
                  <c:v>2.1754300000000001E-2</c:v>
                </c:pt>
                <c:pt idx="1145">
                  <c:v>2.1664099999999999E-2</c:v>
                </c:pt>
                <c:pt idx="1146">
                  <c:v>2.1145899999999999E-2</c:v>
                </c:pt>
                <c:pt idx="1147">
                  <c:v>2.1458000000000001E-2</c:v>
                </c:pt>
                <c:pt idx="1148">
                  <c:v>2.1366900000000001E-2</c:v>
                </c:pt>
                <c:pt idx="1149">
                  <c:v>2.1366900000000001E-2</c:v>
                </c:pt>
                <c:pt idx="1150">
                  <c:v>2.0753199999999999E-2</c:v>
                </c:pt>
                <c:pt idx="1151">
                  <c:v>2.1118600000000001E-2</c:v>
                </c:pt>
                <c:pt idx="1152">
                  <c:v>1.9923699999999999E-2</c:v>
                </c:pt>
                <c:pt idx="1153">
                  <c:v>2.00124E-2</c:v>
                </c:pt>
                <c:pt idx="1154">
                  <c:v>2.0697999999999998E-2</c:v>
                </c:pt>
                <c:pt idx="1155">
                  <c:v>2.0572E-2</c:v>
                </c:pt>
                <c:pt idx="1156">
                  <c:v>2.0246100000000003E-2</c:v>
                </c:pt>
                <c:pt idx="1157">
                  <c:v>2.0198199999999999E-2</c:v>
                </c:pt>
                <c:pt idx="1158">
                  <c:v>1.99043E-2</c:v>
                </c:pt>
                <c:pt idx="1159">
                  <c:v>2.0134700000000002E-2</c:v>
                </c:pt>
                <c:pt idx="1160">
                  <c:v>2.06053E-2</c:v>
                </c:pt>
                <c:pt idx="1161">
                  <c:v>2.0229300000000002E-2</c:v>
                </c:pt>
                <c:pt idx="1162">
                  <c:v>2.0087000000000001E-2</c:v>
                </c:pt>
                <c:pt idx="1163">
                  <c:v>2.0240299999999999E-2</c:v>
                </c:pt>
                <c:pt idx="1164">
                  <c:v>1.9916099999999999E-2</c:v>
                </c:pt>
                <c:pt idx="1165">
                  <c:v>2.00095E-2</c:v>
                </c:pt>
                <c:pt idx="1166">
                  <c:v>2.0268000000000001E-2</c:v>
                </c:pt>
                <c:pt idx="1167">
                  <c:v>1.9864699999999999E-2</c:v>
                </c:pt>
                <c:pt idx="1168">
                  <c:v>1.9716900000000002E-2</c:v>
                </c:pt>
                <c:pt idx="1169">
                  <c:v>1.9295799999999998E-2</c:v>
                </c:pt>
                <c:pt idx="1170">
                  <c:v>1.9534899999999997E-2</c:v>
                </c:pt>
                <c:pt idx="1171">
                  <c:v>1.90794E-2</c:v>
                </c:pt>
                <c:pt idx="1172">
                  <c:v>1.91799E-2</c:v>
                </c:pt>
                <c:pt idx="1173">
                  <c:v>1.8866600000000001E-2</c:v>
                </c:pt>
                <c:pt idx="1174">
                  <c:v>1.95E-2</c:v>
                </c:pt>
                <c:pt idx="1175">
                  <c:v>1.9374700000000002E-2</c:v>
                </c:pt>
                <c:pt idx="1176">
                  <c:v>1.9569399999999997E-2</c:v>
                </c:pt>
                <c:pt idx="1177">
                  <c:v>1.9035900000000001E-2</c:v>
                </c:pt>
                <c:pt idx="1178">
                  <c:v>1.90168E-2</c:v>
                </c:pt>
                <c:pt idx="1179">
                  <c:v>1.83503E-2</c:v>
                </c:pt>
                <c:pt idx="1180">
                  <c:v>1.8324899999999998E-2</c:v>
                </c:pt>
                <c:pt idx="1181">
                  <c:v>1.82498E-2</c:v>
                </c:pt>
                <c:pt idx="1182">
                  <c:v>1.8087799999999998E-2</c:v>
                </c:pt>
                <c:pt idx="1183">
                  <c:v>1.7925399999999998E-2</c:v>
                </c:pt>
                <c:pt idx="1184">
                  <c:v>1.7203599999999999E-2</c:v>
                </c:pt>
                <c:pt idx="1185">
                  <c:v>1.7610900000000002E-2</c:v>
                </c:pt>
                <c:pt idx="1186">
                  <c:v>1.7561299999999998E-2</c:v>
                </c:pt>
                <c:pt idx="1187">
                  <c:v>1.7525800000000001E-2</c:v>
                </c:pt>
                <c:pt idx="1188">
                  <c:v>1.7293199999999998E-2</c:v>
                </c:pt>
                <c:pt idx="1189">
                  <c:v>1.7321E-2</c:v>
                </c:pt>
                <c:pt idx="1190">
                  <c:v>1.7987E-2</c:v>
                </c:pt>
                <c:pt idx="1191">
                  <c:v>1.7605600000000002E-2</c:v>
                </c:pt>
                <c:pt idx="1192">
                  <c:v>1.7297699999999999E-2</c:v>
                </c:pt>
                <c:pt idx="1193">
                  <c:v>1.65148E-2</c:v>
                </c:pt>
                <c:pt idx="1194">
                  <c:v>1.6656600000000001E-2</c:v>
                </c:pt>
                <c:pt idx="1195">
                  <c:v>1.6043399999999999E-2</c:v>
                </c:pt>
                <c:pt idx="1196">
                  <c:v>1.6225299999999998E-2</c:v>
                </c:pt>
                <c:pt idx="1197">
                  <c:v>1.61174E-2</c:v>
                </c:pt>
                <c:pt idx="1198">
                  <c:v>1.62221E-2</c:v>
                </c:pt>
                <c:pt idx="1199">
                  <c:v>1.55654E-2</c:v>
                </c:pt>
                <c:pt idx="1200">
                  <c:v>1.5586699999999998E-2</c:v>
                </c:pt>
                <c:pt idx="1201">
                  <c:v>1.51751E-2</c:v>
                </c:pt>
                <c:pt idx="1202">
                  <c:v>1.6132900000000002E-2</c:v>
                </c:pt>
                <c:pt idx="1203">
                  <c:v>1.6350999999999997E-2</c:v>
                </c:pt>
                <c:pt idx="1204">
                  <c:v>1.56168E-2</c:v>
                </c:pt>
                <c:pt idx="1205">
                  <c:v>1.5812899999999998E-2</c:v>
                </c:pt>
                <c:pt idx="1206">
                  <c:v>1.56484E-2</c:v>
                </c:pt>
                <c:pt idx="1207">
                  <c:v>1.59452E-2</c:v>
                </c:pt>
                <c:pt idx="1208">
                  <c:v>1.5964800000000001E-2</c:v>
                </c:pt>
                <c:pt idx="1209">
                  <c:v>1.5474199999999999E-2</c:v>
                </c:pt>
                <c:pt idx="1210">
                  <c:v>1.5520900000000001E-2</c:v>
                </c:pt>
                <c:pt idx="1211">
                  <c:v>1.57699E-2</c:v>
                </c:pt>
                <c:pt idx="1212">
                  <c:v>1.5520900000000001E-2</c:v>
                </c:pt>
                <c:pt idx="1213">
                  <c:v>1.56089E-2</c:v>
                </c:pt>
                <c:pt idx="1214">
                  <c:v>1.5478299999999999E-2</c:v>
                </c:pt>
                <c:pt idx="1215">
                  <c:v>1.5584899999999999E-2</c:v>
                </c:pt>
                <c:pt idx="1216">
                  <c:v>1.5578899999999998E-2</c:v>
                </c:pt>
                <c:pt idx="1217">
                  <c:v>1.545E-2</c:v>
                </c:pt>
                <c:pt idx="1218">
                  <c:v>1.52953E-2</c:v>
                </c:pt>
                <c:pt idx="1219">
                  <c:v>1.52953E-2</c:v>
                </c:pt>
                <c:pt idx="1220">
                  <c:v>1.49E-2</c:v>
                </c:pt>
                <c:pt idx="1221">
                  <c:v>1.45577E-2</c:v>
                </c:pt>
                <c:pt idx="1222">
                  <c:v>1.41701E-2</c:v>
                </c:pt>
                <c:pt idx="1223">
                  <c:v>1.3669300000000001E-2</c:v>
                </c:pt>
                <c:pt idx="1224">
                  <c:v>1.3717500000000001E-2</c:v>
                </c:pt>
                <c:pt idx="1225">
                  <c:v>1.39767E-2</c:v>
                </c:pt>
                <c:pt idx="1226">
                  <c:v>1.3743799999999999E-2</c:v>
                </c:pt>
                <c:pt idx="1227">
                  <c:v>1.3787700000000002E-2</c:v>
                </c:pt>
                <c:pt idx="1228">
                  <c:v>1.3750100000000001E-2</c:v>
                </c:pt>
                <c:pt idx="1229">
                  <c:v>1.3641E-2</c:v>
                </c:pt>
                <c:pt idx="1230">
                  <c:v>1.36332E-2</c:v>
                </c:pt>
                <c:pt idx="1231">
                  <c:v>1.34602E-2</c:v>
                </c:pt>
                <c:pt idx="1232">
                  <c:v>1.3541399999999999E-2</c:v>
                </c:pt>
                <c:pt idx="1233">
                  <c:v>1.3391800000000001E-2</c:v>
                </c:pt>
                <c:pt idx="1234">
                  <c:v>1.3216E-2</c:v>
                </c:pt>
                <c:pt idx="1235">
                  <c:v>1.3406200000000002E-2</c:v>
                </c:pt>
                <c:pt idx="1236">
                  <c:v>1.34083E-2</c:v>
                </c:pt>
                <c:pt idx="1237">
                  <c:v>1.3030099999999999E-2</c:v>
                </c:pt>
                <c:pt idx="1238">
                  <c:v>1.2890100000000002E-2</c:v>
                </c:pt>
                <c:pt idx="1239">
                  <c:v>1.2733400000000001E-2</c:v>
                </c:pt>
                <c:pt idx="1240">
                  <c:v>1.2938499999999999E-2</c:v>
                </c:pt>
                <c:pt idx="1241">
                  <c:v>1.3530199999999999E-2</c:v>
                </c:pt>
                <c:pt idx="1242">
                  <c:v>1.4881200000000001E-2</c:v>
                </c:pt>
                <c:pt idx="1243">
                  <c:v>1.4978100000000001E-2</c:v>
                </c:pt>
                <c:pt idx="1244">
                  <c:v>1.4225E-2</c:v>
                </c:pt>
                <c:pt idx="1245">
                  <c:v>1.49108E-2</c:v>
                </c:pt>
                <c:pt idx="1246">
                  <c:v>1.66263E-2</c:v>
                </c:pt>
                <c:pt idx="1247">
                  <c:v>1.8473699999999999E-2</c:v>
                </c:pt>
                <c:pt idx="1248">
                  <c:v>2.02677E-2</c:v>
                </c:pt>
                <c:pt idx="1249">
                  <c:v>1.9959999999999999E-2</c:v>
                </c:pt>
                <c:pt idx="1250">
                  <c:v>2.0450800000000002E-2</c:v>
                </c:pt>
                <c:pt idx="1251">
                  <c:v>1.9928700000000001E-2</c:v>
                </c:pt>
                <c:pt idx="1252">
                  <c:v>2.0127600000000002E-2</c:v>
                </c:pt>
                <c:pt idx="1253">
                  <c:v>2.05452E-2</c:v>
                </c:pt>
                <c:pt idx="1254">
                  <c:v>1.98827E-2</c:v>
                </c:pt>
                <c:pt idx="1255">
                  <c:v>1.91874E-2</c:v>
                </c:pt>
                <c:pt idx="1256">
                  <c:v>1.91723E-2</c:v>
                </c:pt>
                <c:pt idx="1257">
                  <c:v>1.8519499999999998E-2</c:v>
                </c:pt>
                <c:pt idx="1258">
                  <c:v>1.7765899999999998E-2</c:v>
                </c:pt>
                <c:pt idx="1259">
                  <c:v>1.7017599999999997E-2</c:v>
                </c:pt>
                <c:pt idx="1260">
                  <c:v>1.6719300000000003E-2</c:v>
                </c:pt>
                <c:pt idx="1261">
                  <c:v>1.6592900000000001E-2</c:v>
                </c:pt>
                <c:pt idx="1262">
                  <c:v>1.6513999999999997E-2</c:v>
                </c:pt>
                <c:pt idx="1263">
                  <c:v>1.6594600000000001E-2</c:v>
                </c:pt>
                <c:pt idx="1264">
                  <c:v>1.6509899999999997E-2</c:v>
                </c:pt>
                <c:pt idx="1265">
                  <c:v>1.61566E-2</c:v>
                </c:pt>
                <c:pt idx="1266">
                  <c:v>1.5900999999999998E-2</c:v>
                </c:pt>
                <c:pt idx="1267">
                  <c:v>1.5786700000000001E-2</c:v>
                </c:pt>
                <c:pt idx="1268">
                  <c:v>1.5786700000000001E-2</c:v>
                </c:pt>
                <c:pt idx="1269">
                  <c:v>1.61537E-2</c:v>
                </c:pt>
                <c:pt idx="1270">
                  <c:v>1.5812700000000002E-2</c:v>
                </c:pt>
                <c:pt idx="1271">
                  <c:v>1.55351E-2</c:v>
                </c:pt>
                <c:pt idx="1272">
                  <c:v>1.5450700000000001E-2</c:v>
                </c:pt>
                <c:pt idx="1273">
                  <c:v>1.5369900000000001E-2</c:v>
                </c:pt>
                <c:pt idx="1274">
                  <c:v>1.53422E-2</c:v>
                </c:pt>
                <c:pt idx="1275">
                  <c:v>1.5245400000000001E-2</c:v>
                </c:pt>
                <c:pt idx="1276">
                  <c:v>1.5010599999999999E-2</c:v>
                </c:pt>
                <c:pt idx="1277">
                  <c:v>1.5010599999999999E-2</c:v>
                </c:pt>
                <c:pt idx="1278">
                  <c:v>1.51345E-2</c:v>
                </c:pt>
                <c:pt idx="1279">
                  <c:v>1.5478E-2</c:v>
                </c:pt>
                <c:pt idx="1280">
                  <c:v>1.5752000000000002E-2</c:v>
                </c:pt>
                <c:pt idx="1281">
                  <c:v>1.5454599999999999E-2</c:v>
                </c:pt>
                <c:pt idx="1282">
                  <c:v>1.52435E-2</c:v>
                </c:pt>
                <c:pt idx="1283">
                  <c:v>1.5055699999999998E-2</c:v>
                </c:pt>
                <c:pt idx="1284">
                  <c:v>1.5207400000000001E-2</c:v>
                </c:pt>
                <c:pt idx="1285">
                  <c:v>1.5365199999999999E-2</c:v>
                </c:pt>
                <c:pt idx="1286">
                  <c:v>1.5188999999999999E-2</c:v>
                </c:pt>
                <c:pt idx="1287">
                  <c:v>1.54749E-2</c:v>
                </c:pt>
                <c:pt idx="1288">
                  <c:v>1.53671E-2</c:v>
                </c:pt>
                <c:pt idx="1289">
                  <c:v>1.6629499999999998E-2</c:v>
                </c:pt>
                <c:pt idx="1290">
                  <c:v>1.81686E-2</c:v>
                </c:pt>
                <c:pt idx="1291">
                  <c:v>1.8696500000000001E-2</c:v>
                </c:pt>
                <c:pt idx="1292">
                  <c:v>2.06911E-2</c:v>
                </c:pt>
                <c:pt idx="1293">
                  <c:v>2.1821E-2</c:v>
                </c:pt>
                <c:pt idx="1294">
                  <c:v>2.1981999999999998E-2</c:v>
                </c:pt>
                <c:pt idx="1295">
                  <c:v>2.2822800000000001E-2</c:v>
                </c:pt>
                <c:pt idx="1296">
                  <c:v>2.172E-2</c:v>
                </c:pt>
                <c:pt idx="1297">
                  <c:v>2.0571100000000002E-2</c:v>
                </c:pt>
                <c:pt idx="1298">
                  <c:v>2.1438800000000001E-2</c:v>
                </c:pt>
                <c:pt idx="1299">
                  <c:v>2.1438800000000001E-2</c:v>
                </c:pt>
                <c:pt idx="1300">
                  <c:v>2.1449900000000001E-2</c:v>
                </c:pt>
                <c:pt idx="1301">
                  <c:v>2.2208000000000002E-2</c:v>
                </c:pt>
                <c:pt idx="1302">
                  <c:v>2.2146600000000002E-2</c:v>
                </c:pt>
                <c:pt idx="1303">
                  <c:v>2.21371E-2</c:v>
                </c:pt>
                <c:pt idx="1304">
                  <c:v>2.21371E-2</c:v>
                </c:pt>
                <c:pt idx="1305">
                  <c:v>2.23264E-2</c:v>
                </c:pt>
                <c:pt idx="1306">
                  <c:v>2.2166700000000001E-2</c:v>
                </c:pt>
                <c:pt idx="1307">
                  <c:v>2.08051E-2</c:v>
                </c:pt>
                <c:pt idx="1308">
                  <c:v>2.08214E-2</c:v>
                </c:pt>
                <c:pt idx="1309">
                  <c:v>2.1317200000000001E-2</c:v>
                </c:pt>
                <c:pt idx="1310">
                  <c:v>2.1107300000000002E-2</c:v>
                </c:pt>
                <c:pt idx="1311">
                  <c:v>2.08027E-2</c:v>
                </c:pt>
                <c:pt idx="1312">
                  <c:v>2.1671700000000002E-2</c:v>
                </c:pt>
                <c:pt idx="1313">
                  <c:v>2.2761E-2</c:v>
                </c:pt>
                <c:pt idx="1314">
                  <c:v>2.2761E-2</c:v>
                </c:pt>
                <c:pt idx="1315">
                  <c:v>2.2103999999999999E-2</c:v>
                </c:pt>
                <c:pt idx="1316">
                  <c:v>2.17877E-2</c:v>
                </c:pt>
                <c:pt idx="1317">
                  <c:v>1.99369E-2</c:v>
                </c:pt>
                <c:pt idx="1318">
                  <c:v>2.0339900000000001E-2</c:v>
                </c:pt>
                <c:pt idx="1319">
                  <c:v>1.97244E-2</c:v>
                </c:pt>
                <c:pt idx="1320">
                  <c:v>1.8686600000000001E-2</c:v>
                </c:pt>
                <c:pt idx="1321">
                  <c:v>1.85617E-2</c:v>
                </c:pt>
                <c:pt idx="1322">
                  <c:v>1.6652400000000001E-2</c:v>
                </c:pt>
                <c:pt idx="1323">
                  <c:v>1.6787400000000001E-2</c:v>
                </c:pt>
                <c:pt idx="1324">
                  <c:v>1.6471900000000001E-2</c:v>
                </c:pt>
                <c:pt idx="1325">
                  <c:v>1.64774E-2</c:v>
                </c:pt>
                <c:pt idx="1326">
                  <c:v>1.6107099999999999E-2</c:v>
                </c:pt>
                <c:pt idx="1327">
                  <c:v>1.5462500000000001E-2</c:v>
                </c:pt>
                <c:pt idx="1328">
                  <c:v>1.51395E-2</c:v>
                </c:pt>
                <c:pt idx="1329">
                  <c:v>1.4152600000000001E-2</c:v>
                </c:pt>
                <c:pt idx="1330">
                  <c:v>1.45142E-2</c:v>
                </c:pt>
                <c:pt idx="1331">
                  <c:v>1.44922E-2</c:v>
                </c:pt>
                <c:pt idx="1332">
                  <c:v>1.4105000000000001E-2</c:v>
                </c:pt>
                <c:pt idx="1333">
                  <c:v>1.30822E-2</c:v>
                </c:pt>
                <c:pt idx="1334">
                  <c:v>1.34579E-2</c:v>
                </c:pt>
                <c:pt idx="1335">
                  <c:v>1.3524799999999998E-2</c:v>
                </c:pt>
                <c:pt idx="1336">
                  <c:v>1.3238099999999999E-2</c:v>
                </c:pt>
                <c:pt idx="1337">
                  <c:v>1.2926200000000001E-2</c:v>
                </c:pt>
                <c:pt idx="1338">
                  <c:v>1.26283E-2</c:v>
                </c:pt>
                <c:pt idx="1339">
                  <c:v>1.2874999999999999E-2</c:v>
                </c:pt>
                <c:pt idx="1340">
                  <c:v>1.25492E-2</c:v>
                </c:pt>
                <c:pt idx="1341">
                  <c:v>1.2625300000000001E-2</c:v>
                </c:pt>
                <c:pt idx="1342">
                  <c:v>1.16661E-2</c:v>
                </c:pt>
                <c:pt idx="1343">
                  <c:v>1.18616E-2</c:v>
                </c:pt>
                <c:pt idx="1344">
                  <c:v>1.1498E-2</c:v>
                </c:pt>
                <c:pt idx="1345">
                  <c:v>1.2786E-2</c:v>
                </c:pt>
                <c:pt idx="1346">
                  <c:v>1.30238E-2</c:v>
                </c:pt>
                <c:pt idx="1347">
                  <c:v>1.41037E-2</c:v>
                </c:pt>
                <c:pt idx="1348">
                  <c:v>1.42963E-2</c:v>
                </c:pt>
                <c:pt idx="1349">
                  <c:v>1.6228800000000002E-2</c:v>
                </c:pt>
                <c:pt idx="1350">
                  <c:v>1.6983500000000002E-2</c:v>
                </c:pt>
                <c:pt idx="1351">
                  <c:v>1.7567900000000001E-2</c:v>
                </c:pt>
                <c:pt idx="1352">
                  <c:v>1.7489500000000002E-2</c:v>
                </c:pt>
                <c:pt idx="1353">
                  <c:v>1.7198100000000001E-2</c:v>
                </c:pt>
                <c:pt idx="1354">
                  <c:v>1.8803800000000002E-2</c:v>
                </c:pt>
                <c:pt idx="1355">
                  <c:v>1.8969699999999999E-2</c:v>
                </c:pt>
                <c:pt idx="1356">
                  <c:v>1.8665600000000001E-2</c:v>
                </c:pt>
                <c:pt idx="1357">
                  <c:v>1.9004699999999999E-2</c:v>
                </c:pt>
                <c:pt idx="1358">
                  <c:v>2.0008000000000001E-2</c:v>
                </c:pt>
                <c:pt idx="1359">
                  <c:v>2.2971700000000001E-2</c:v>
                </c:pt>
                <c:pt idx="1360">
                  <c:v>2.3462399999999998E-2</c:v>
                </c:pt>
                <c:pt idx="1361">
                  <c:v>2.2894300000000003E-2</c:v>
                </c:pt>
                <c:pt idx="1362">
                  <c:v>2.35356E-2</c:v>
                </c:pt>
                <c:pt idx="1363">
                  <c:v>2.3843100000000002E-2</c:v>
                </c:pt>
                <c:pt idx="1364">
                  <c:v>2.3450499999999999E-2</c:v>
                </c:pt>
                <c:pt idx="1365">
                  <c:v>2.2035699999999998E-2</c:v>
                </c:pt>
                <c:pt idx="1366">
                  <c:v>2.1453200000000002E-2</c:v>
                </c:pt>
                <c:pt idx="1367">
                  <c:v>2.1599899999999998E-2</c:v>
                </c:pt>
                <c:pt idx="1368">
                  <c:v>2.1905000000000001E-2</c:v>
                </c:pt>
                <c:pt idx="1369">
                  <c:v>2.2649900000000001E-2</c:v>
                </c:pt>
                <c:pt idx="1370">
                  <c:v>2.3576900000000001E-2</c:v>
                </c:pt>
                <c:pt idx="1371">
                  <c:v>2.47916E-2</c:v>
                </c:pt>
                <c:pt idx="1372">
                  <c:v>2.49418E-2</c:v>
                </c:pt>
                <c:pt idx="1373">
                  <c:v>2.4074999999999999E-2</c:v>
                </c:pt>
                <c:pt idx="1374">
                  <c:v>2.2680099999999998E-2</c:v>
                </c:pt>
                <c:pt idx="1375">
                  <c:v>2.18917E-2</c:v>
                </c:pt>
                <c:pt idx="1376">
                  <c:v>2.0871500000000001E-2</c:v>
                </c:pt>
                <c:pt idx="1377">
                  <c:v>2.1008300000000001E-2</c:v>
                </c:pt>
                <c:pt idx="1378">
                  <c:v>2.1008300000000001E-2</c:v>
                </c:pt>
                <c:pt idx="1379">
                  <c:v>2.06199E-2</c:v>
                </c:pt>
                <c:pt idx="1380">
                  <c:v>1.88001E-2</c:v>
                </c:pt>
                <c:pt idx="1381">
                  <c:v>1.7910800000000001E-2</c:v>
                </c:pt>
                <c:pt idx="1382">
                  <c:v>1.8050800000000002E-2</c:v>
                </c:pt>
                <c:pt idx="1383">
                  <c:v>1.8360400000000002E-2</c:v>
                </c:pt>
                <c:pt idx="1384">
                  <c:v>1.9021E-2</c:v>
                </c:pt>
                <c:pt idx="1385">
                  <c:v>1.84829E-2</c:v>
                </c:pt>
                <c:pt idx="1386">
                  <c:v>1.78532E-2</c:v>
                </c:pt>
                <c:pt idx="1387">
                  <c:v>1.7151300000000001E-2</c:v>
                </c:pt>
                <c:pt idx="1388">
                  <c:v>1.69418E-2</c:v>
                </c:pt>
                <c:pt idx="1389">
                  <c:v>1.6937500000000001E-2</c:v>
                </c:pt>
                <c:pt idx="1390">
                  <c:v>1.686E-2</c:v>
                </c:pt>
                <c:pt idx="1391">
                  <c:v>1.6864500000000001E-2</c:v>
                </c:pt>
                <c:pt idx="1392">
                  <c:v>1.7096899999999998E-2</c:v>
                </c:pt>
                <c:pt idx="1393">
                  <c:v>1.63278E-2</c:v>
                </c:pt>
                <c:pt idx="1394">
                  <c:v>1.5551400000000002E-2</c:v>
                </c:pt>
                <c:pt idx="1395">
                  <c:v>1.5774700000000003E-2</c:v>
                </c:pt>
                <c:pt idx="1396">
                  <c:v>1.5391699999999999E-2</c:v>
                </c:pt>
                <c:pt idx="1397">
                  <c:v>1.61999E-2</c:v>
                </c:pt>
                <c:pt idx="1398">
                  <c:v>1.7062600000000001E-2</c:v>
                </c:pt>
                <c:pt idx="1399">
                  <c:v>1.8339100000000001E-2</c:v>
                </c:pt>
                <c:pt idx="1400">
                  <c:v>1.7131800000000003E-2</c:v>
                </c:pt>
                <c:pt idx="1401">
                  <c:v>1.7914900000000001E-2</c:v>
                </c:pt>
                <c:pt idx="1402">
                  <c:v>1.86371E-2</c:v>
                </c:pt>
                <c:pt idx="1403">
                  <c:v>1.8693399999999999E-2</c:v>
                </c:pt>
                <c:pt idx="1404">
                  <c:v>1.9274300000000001E-2</c:v>
                </c:pt>
                <c:pt idx="1405">
                  <c:v>1.9350599999999999E-2</c:v>
                </c:pt>
                <c:pt idx="1406">
                  <c:v>1.9697900000000001E-2</c:v>
                </c:pt>
                <c:pt idx="1407">
                  <c:v>1.82416E-2</c:v>
                </c:pt>
                <c:pt idx="1408">
                  <c:v>1.7821899999999998E-2</c:v>
                </c:pt>
                <c:pt idx="1409">
                  <c:v>1.7999999999999999E-2</c:v>
                </c:pt>
                <c:pt idx="1410">
                  <c:v>1.9653299999999999E-2</c:v>
                </c:pt>
                <c:pt idx="1411">
                  <c:v>2.0555500000000001E-2</c:v>
                </c:pt>
                <c:pt idx="1412">
                  <c:v>1.8890000000000001E-2</c:v>
                </c:pt>
                <c:pt idx="1413">
                  <c:v>1.8812300000000001E-2</c:v>
                </c:pt>
                <c:pt idx="1414">
                  <c:v>1.8375700000000002E-2</c:v>
                </c:pt>
                <c:pt idx="1415">
                  <c:v>1.8603499999999999E-2</c:v>
                </c:pt>
                <c:pt idx="1416">
                  <c:v>1.8428099999999999E-2</c:v>
                </c:pt>
                <c:pt idx="1417">
                  <c:v>1.85986E-2</c:v>
                </c:pt>
                <c:pt idx="1418">
                  <c:v>1.82667E-2</c:v>
                </c:pt>
                <c:pt idx="1419">
                  <c:v>1.8607200000000001E-2</c:v>
                </c:pt>
                <c:pt idx="1420">
                  <c:v>1.9040399999999999E-2</c:v>
                </c:pt>
                <c:pt idx="1421">
                  <c:v>1.8670599999999999E-2</c:v>
                </c:pt>
                <c:pt idx="1422">
                  <c:v>1.7580399999999999E-2</c:v>
                </c:pt>
                <c:pt idx="1423">
                  <c:v>1.7707300000000002E-2</c:v>
                </c:pt>
                <c:pt idx="1424">
                  <c:v>1.76667E-2</c:v>
                </c:pt>
                <c:pt idx="1425">
                  <c:v>1.7589899999999999E-2</c:v>
                </c:pt>
                <c:pt idx="1426">
                  <c:v>1.76749E-2</c:v>
                </c:pt>
                <c:pt idx="1427">
                  <c:v>1.8166599999999998E-2</c:v>
                </c:pt>
                <c:pt idx="1428">
                  <c:v>1.8916800000000001E-2</c:v>
                </c:pt>
                <c:pt idx="1429">
                  <c:v>2.00083E-2</c:v>
                </c:pt>
                <c:pt idx="1430">
                  <c:v>2.0360699999999999E-2</c:v>
                </c:pt>
                <c:pt idx="1431">
                  <c:v>1.9554700000000001E-2</c:v>
                </c:pt>
                <c:pt idx="1432">
                  <c:v>1.7958600000000002E-2</c:v>
                </c:pt>
                <c:pt idx="1433">
                  <c:v>1.7191399999999999E-2</c:v>
                </c:pt>
                <c:pt idx="1434">
                  <c:v>1.6328700000000002E-2</c:v>
                </c:pt>
                <c:pt idx="1435">
                  <c:v>1.6366700000000001E-2</c:v>
                </c:pt>
                <c:pt idx="1436">
                  <c:v>1.69874E-2</c:v>
                </c:pt>
                <c:pt idx="1437">
                  <c:v>1.6450200000000002E-2</c:v>
                </c:pt>
                <c:pt idx="1438">
                  <c:v>1.64551E-2</c:v>
                </c:pt>
                <c:pt idx="1439">
                  <c:v>1.6267400000000001E-2</c:v>
                </c:pt>
                <c:pt idx="1440">
                  <c:v>1.6090500000000001E-2</c:v>
                </c:pt>
                <c:pt idx="1441">
                  <c:v>1.6239099999999999E-2</c:v>
                </c:pt>
                <c:pt idx="1442">
                  <c:v>1.7208000000000001E-2</c:v>
                </c:pt>
                <c:pt idx="1443">
                  <c:v>1.7254800000000001E-2</c:v>
                </c:pt>
                <c:pt idx="1444">
                  <c:v>1.7408400000000001E-2</c:v>
                </c:pt>
                <c:pt idx="1445">
                  <c:v>1.67168E-2</c:v>
                </c:pt>
                <c:pt idx="1446">
                  <c:v>1.56215E-2</c:v>
                </c:pt>
                <c:pt idx="1447">
                  <c:v>1.46167E-2</c:v>
                </c:pt>
                <c:pt idx="1448">
                  <c:v>1.4507599999999999E-2</c:v>
                </c:pt>
                <c:pt idx="1449">
                  <c:v>1.4106800000000001E-2</c:v>
                </c:pt>
                <c:pt idx="1450">
                  <c:v>1.41031E-2</c:v>
                </c:pt>
                <c:pt idx="1451">
                  <c:v>1.3693100000000001E-2</c:v>
                </c:pt>
                <c:pt idx="1452">
                  <c:v>1.3494800000000001E-2</c:v>
                </c:pt>
                <c:pt idx="1453">
                  <c:v>1.3614699999999999E-2</c:v>
                </c:pt>
                <c:pt idx="1454">
                  <c:v>1.3730899999999999E-2</c:v>
                </c:pt>
                <c:pt idx="1455">
                  <c:v>1.38102E-2</c:v>
                </c:pt>
                <c:pt idx="1456">
                  <c:v>1.3008199999999999E-2</c:v>
                </c:pt>
                <c:pt idx="1457">
                  <c:v>1.3007499999999998E-2</c:v>
                </c:pt>
                <c:pt idx="1458">
                  <c:v>1.2708000000000001E-2</c:v>
                </c:pt>
                <c:pt idx="1459">
                  <c:v>1.2874000000000002E-2</c:v>
                </c:pt>
                <c:pt idx="1460">
                  <c:v>1.2842500000000001E-2</c:v>
                </c:pt>
                <c:pt idx="1461">
                  <c:v>1.2470999999999999E-2</c:v>
                </c:pt>
                <c:pt idx="1462">
                  <c:v>1.2482500000000001E-2</c:v>
                </c:pt>
                <c:pt idx="1463">
                  <c:v>1.25948E-2</c:v>
                </c:pt>
                <c:pt idx="1464">
                  <c:v>1.2546699999999999E-2</c:v>
                </c:pt>
                <c:pt idx="1465">
                  <c:v>1.25021E-2</c:v>
                </c:pt>
                <c:pt idx="1466">
                  <c:v>1.20768E-2</c:v>
                </c:pt>
                <c:pt idx="1467">
                  <c:v>1.17506E-2</c:v>
                </c:pt>
                <c:pt idx="1468">
                  <c:v>1.1864599999999999E-2</c:v>
                </c:pt>
                <c:pt idx="1469">
                  <c:v>1.20812E-2</c:v>
                </c:pt>
                <c:pt idx="1470">
                  <c:v>1.2312E-2</c:v>
                </c:pt>
                <c:pt idx="1471">
                  <c:v>1.2739199999999999E-2</c:v>
                </c:pt>
                <c:pt idx="1472">
                  <c:v>1.3367500000000001E-2</c:v>
                </c:pt>
                <c:pt idx="1473">
                  <c:v>1.3406999999999999E-2</c:v>
                </c:pt>
                <c:pt idx="1474">
                  <c:v>1.3356700000000001E-2</c:v>
                </c:pt>
                <c:pt idx="1475">
                  <c:v>1.3440000000000001E-2</c:v>
                </c:pt>
                <c:pt idx="1476">
                  <c:v>1.30501E-2</c:v>
                </c:pt>
                <c:pt idx="1477">
                  <c:v>1.234E-2</c:v>
                </c:pt>
                <c:pt idx="1478">
                  <c:v>1.2371500000000001E-2</c:v>
                </c:pt>
                <c:pt idx="1479">
                  <c:v>1.26333E-2</c:v>
                </c:pt>
                <c:pt idx="1480">
                  <c:v>1.2121399999999999E-2</c:v>
                </c:pt>
                <c:pt idx="1481">
                  <c:v>1.2419899999999999E-2</c:v>
                </c:pt>
                <c:pt idx="1482">
                  <c:v>1.26286E-2</c:v>
                </c:pt>
                <c:pt idx="1483">
                  <c:v>1.2799899999999999E-2</c:v>
                </c:pt>
                <c:pt idx="1484">
                  <c:v>1.34714E-2</c:v>
                </c:pt>
                <c:pt idx="1485">
                  <c:v>1.38572E-2</c:v>
                </c:pt>
                <c:pt idx="1486">
                  <c:v>1.39417E-2</c:v>
                </c:pt>
                <c:pt idx="1487">
                  <c:v>1.3875E-2</c:v>
                </c:pt>
                <c:pt idx="1488">
                  <c:v>1.3414300000000001E-2</c:v>
                </c:pt>
                <c:pt idx="1489">
                  <c:v>1.2299899999999999E-2</c:v>
                </c:pt>
                <c:pt idx="1490">
                  <c:v>1.2299899999999999E-2</c:v>
                </c:pt>
                <c:pt idx="1491">
                  <c:v>1.3574899999999999E-2</c:v>
                </c:pt>
                <c:pt idx="1492">
                  <c:v>1.48626E-2</c:v>
                </c:pt>
                <c:pt idx="1493">
                  <c:v>1.51833E-2</c:v>
                </c:pt>
                <c:pt idx="1494">
                  <c:v>1.51001E-2</c:v>
                </c:pt>
                <c:pt idx="1495">
                  <c:v>1.43666E-2</c:v>
                </c:pt>
                <c:pt idx="1496">
                  <c:v>1.38858E-2</c:v>
                </c:pt>
                <c:pt idx="1497">
                  <c:v>1.34626E-2</c:v>
                </c:pt>
                <c:pt idx="1498">
                  <c:v>1.33945E-2</c:v>
                </c:pt>
                <c:pt idx="1499">
                  <c:v>1.3011199999999999E-2</c:v>
                </c:pt>
                <c:pt idx="1500">
                  <c:v>1.3206200000000001E-2</c:v>
                </c:pt>
                <c:pt idx="1501">
                  <c:v>1.2981200000000002E-2</c:v>
                </c:pt>
                <c:pt idx="1502">
                  <c:v>1.27416E-2</c:v>
                </c:pt>
                <c:pt idx="1503">
                  <c:v>1.26786E-2</c:v>
                </c:pt>
                <c:pt idx="1504">
                  <c:v>1.2733299999999999E-2</c:v>
                </c:pt>
                <c:pt idx="1505">
                  <c:v>1.21286E-2</c:v>
                </c:pt>
                <c:pt idx="1506">
                  <c:v>1.20278E-2</c:v>
                </c:pt>
                <c:pt idx="1507">
                  <c:v>1.1675E-2</c:v>
                </c:pt>
                <c:pt idx="1508">
                  <c:v>1.1508299999999999E-2</c:v>
                </c:pt>
                <c:pt idx="1509">
                  <c:v>1.12833E-2</c:v>
                </c:pt>
                <c:pt idx="1510">
                  <c:v>1.1221399999999999E-2</c:v>
                </c:pt>
                <c:pt idx="1511">
                  <c:v>1.0966699999999999E-2</c:v>
                </c:pt>
                <c:pt idx="1512">
                  <c:v>1.0770099999999999E-2</c:v>
                </c:pt>
                <c:pt idx="1513">
                  <c:v>1.0770099999999999E-2</c:v>
                </c:pt>
                <c:pt idx="1514">
                  <c:v>1.09125E-2</c:v>
                </c:pt>
                <c:pt idx="1515">
                  <c:v>1.10583E-2</c:v>
                </c:pt>
                <c:pt idx="1516">
                  <c:v>1.072E-2</c:v>
                </c:pt>
                <c:pt idx="1517">
                  <c:v>1.03071E-2</c:v>
                </c:pt>
                <c:pt idx="1518">
                  <c:v>1.0362399999999999E-2</c:v>
                </c:pt>
                <c:pt idx="1519">
                  <c:v>1.09E-2</c:v>
                </c:pt>
                <c:pt idx="1520">
                  <c:v>1.0853100000000001E-2</c:v>
                </c:pt>
                <c:pt idx="1521">
                  <c:v>1.0662600000000001E-2</c:v>
                </c:pt>
                <c:pt idx="1522">
                  <c:v>1.07875E-2</c:v>
                </c:pt>
                <c:pt idx="1523">
                  <c:v>1.0456E-2</c:v>
                </c:pt>
                <c:pt idx="1524">
                  <c:v>1.0216100000000001E-2</c:v>
                </c:pt>
                <c:pt idx="1525">
                  <c:v>1.0275100000000001E-2</c:v>
                </c:pt>
                <c:pt idx="1526">
                  <c:v>1.0153199999999999E-2</c:v>
                </c:pt>
                <c:pt idx="1527">
                  <c:v>9.856199999999999E-3</c:v>
                </c:pt>
                <c:pt idx="1528">
                  <c:v>9.8928999999999996E-3</c:v>
                </c:pt>
                <c:pt idx="1529">
                  <c:v>1.0064499999999999E-2</c:v>
                </c:pt>
                <c:pt idx="1530">
                  <c:v>9.9811999999999991E-3</c:v>
                </c:pt>
                <c:pt idx="1531">
                  <c:v>9.7876000000000005E-3</c:v>
                </c:pt>
                <c:pt idx="1532">
                  <c:v>9.7143999999999998E-3</c:v>
                </c:pt>
                <c:pt idx="1533">
                  <c:v>1.00334E-2</c:v>
                </c:pt>
                <c:pt idx="1534">
                  <c:v>9.9888000000000008E-3</c:v>
                </c:pt>
                <c:pt idx="1535">
                  <c:v>9.8126000000000012E-3</c:v>
                </c:pt>
                <c:pt idx="1536">
                  <c:v>9.8499E-3</c:v>
                </c:pt>
                <c:pt idx="1537">
                  <c:v>9.7831999999999988E-3</c:v>
                </c:pt>
                <c:pt idx="1538">
                  <c:v>9.9062999999999998E-3</c:v>
                </c:pt>
                <c:pt idx="1539">
                  <c:v>1.03032E-2</c:v>
                </c:pt>
                <c:pt idx="1540">
                  <c:v>1.08536E-2</c:v>
                </c:pt>
                <c:pt idx="1541">
                  <c:v>1.05249E-2</c:v>
                </c:pt>
                <c:pt idx="1542">
                  <c:v>1.0496200000000001E-2</c:v>
                </c:pt>
                <c:pt idx="1543">
                  <c:v>1.08699E-2</c:v>
                </c:pt>
                <c:pt idx="1544">
                  <c:v>1.05156E-2</c:v>
                </c:pt>
                <c:pt idx="1545">
                  <c:v>9.9188000000000002E-3</c:v>
                </c:pt>
                <c:pt idx="1546">
                  <c:v>9.7843999999999987E-3</c:v>
                </c:pt>
                <c:pt idx="1547">
                  <c:v>9.7436999999999992E-3</c:v>
                </c:pt>
                <c:pt idx="1548">
                  <c:v>9.6055000000000012E-3</c:v>
                </c:pt>
                <c:pt idx="1549">
                  <c:v>9.3214000000000005E-3</c:v>
                </c:pt>
                <c:pt idx="1550">
                  <c:v>9.5203000000000006E-3</c:v>
                </c:pt>
                <c:pt idx="1551">
                  <c:v>9.6313000000000006E-3</c:v>
                </c:pt>
                <c:pt idx="1552">
                  <c:v>9.4429000000000006E-3</c:v>
                </c:pt>
                <c:pt idx="1553">
                  <c:v>9.2452999999999997E-3</c:v>
                </c:pt>
                <c:pt idx="1554">
                  <c:v>9.3251000000000011E-3</c:v>
                </c:pt>
                <c:pt idx="1555">
                  <c:v>9.3173000000000006E-3</c:v>
                </c:pt>
                <c:pt idx="1556">
                  <c:v>9.1367999999999987E-3</c:v>
                </c:pt>
                <c:pt idx="1557">
                  <c:v>9.1286000000000006E-3</c:v>
                </c:pt>
                <c:pt idx="1558">
                  <c:v>9.1214E-3</c:v>
                </c:pt>
                <c:pt idx="1559">
                  <c:v>9.0829999999999991E-3</c:v>
                </c:pt>
                <c:pt idx="1560">
                  <c:v>9.083299999999999E-3</c:v>
                </c:pt>
                <c:pt idx="1561">
                  <c:v>9.092900000000001E-3</c:v>
                </c:pt>
                <c:pt idx="1562">
                  <c:v>9.0500000000000008E-3</c:v>
                </c:pt>
                <c:pt idx="1563">
                  <c:v>9.1000000000000004E-3</c:v>
                </c:pt>
                <c:pt idx="1564">
                  <c:v>9.0667000000000005E-3</c:v>
                </c:pt>
                <c:pt idx="1565">
                  <c:v>9.0400000000000012E-3</c:v>
                </c:pt>
                <c:pt idx="1566">
                  <c:v>8.6248999999999996E-3</c:v>
                </c:pt>
                <c:pt idx="1567">
                  <c:v>8.8555000000000005E-3</c:v>
                </c:pt>
                <c:pt idx="1568">
                  <c:v>9.1453000000000003E-3</c:v>
                </c:pt>
                <c:pt idx="1569">
                  <c:v>9.1427999999999995E-3</c:v>
                </c:pt>
                <c:pt idx="1570">
                  <c:v>9.4171000000000012E-3</c:v>
                </c:pt>
                <c:pt idx="1571">
                  <c:v>9.5411000000000003E-3</c:v>
                </c:pt>
                <c:pt idx="1572">
                  <c:v>9.2770999999999999E-3</c:v>
                </c:pt>
                <c:pt idx="1573">
                  <c:v>9.1062999999999995E-3</c:v>
                </c:pt>
                <c:pt idx="1574">
                  <c:v>9.0875000000000001E-3</c:v>
                </c:pt>
                <c:pt idx="1575">
                  <c:v>9.029800000000001E-3</c:v>
                </c:pt>
                <c:pt idx="1576">
                  <c:v>8.8833000000000002E-3</c:v>
                </c:pt>
                <c:pt idx="1577">
                  <c:v>8.8500999999999996E-3</c:v>
                </c:pt>
                <c:pt idx="1578">
                  <c:v>8.8623999999999994E-3</c:v>
                </c:pt>
                <c:pt idx="1579">
                  <c:v>8.8979000000000003E-3</c:v>
                </c:pt>
                <c:pt idx="1580">
                  <c:v>9.0769000000000006E-3</c:v>
                </c:pt>
                <c:pt idx="1581">
                  <c:v>9.1947999999999995E-3</c:v>
                </c:pt>
                <c:pt idx="1582">
                  <c:v>9.4134000000000006E-3</c:v>
                </c:pt>
                <c:pt idx="1583">
                  <c:v>9.6241E-3</c:v>
                </c:pt>
                <c:pt idx="1584">
                  <c:v>9.8297000000000002E-3</c:v>
                </c:pt>
                <c:pt idx="1585">
                  <c:v>9.6907E-3</c:v>
                </c:pt>
                <c:pt idx="1586">
                  <c:v>9.2971000000000008E-3</c:v>
                </c:pt>
                <c:pt idx="1587">
                  <c:v>9.0109999999999999E-3</c:v>
                </c:pt>
                <c:pt idx="1588">
                  <c:v>8.8249999999999995E-3</c:v>
                </c:pt>
                <c:pt idx="1589">
                  <c:v>8.7083999999999998E-3</c:v>
                </c:pt>
                <c:pt idx="1590">
                  <c:v>8.6191000000000011E-3</c:v>
                </c:pt>
                <c:pt idx="1591">
                  <c:v>8.5224999999999988E-3</c:v>
                </c:pt>
                <c:pt idx="1592">
                  <c:v>8.5132999999999997E-3</c:v>
                </c:pt>
                <c:pt idx="1593">
                  <c:v>8.4408E-3</c:v>
                </c:pt>
                <c:pt idx="1594">
                  <c:v>8.4646000000000009E-3</c:v>
                </c:pt>
                <c:pt idx="1595">
                  <c:v>8.2531000000000011E-3</c:v>
                </c:pt>
                <c:pt idx="1596">
                  <c:v>8.1078000000000001E-3</c:v>
                </c:pt>
                <c:pt idx="1597">
                  <c:v>8.1151999999999995E-3</c:v>
                </c:pt>
                <c:pt idx="1598">
                  <c:v>8.0941999999999993E-3</c:v>
                </c:pt>
                <c:pt idx="1599">
                  <c:v>8.1025000000000003E-3</c:v>
                </c:pt>
                <c:pt idx="1600">
                  <c:v>8.1459000000000011E-3</c:v>
                </c:pt>
                <c:pt idx="1601">
                  <c:v>8.1801000000000009E-3</c:v>
                </c:pt>
                <c:pt idx="1602">
                  <c:v>8.1299000000000007E-3</c:v>
                </c:pt>
                <c:pt idx="1603">
                  <c:v>8.218399999999999E-3</c:v>
                </c:pt>
                <c:pt idx="1604">
                  <c:v>8.2463999999999992E-3</c:v>
                </c:pt>
                <c:pt idx="1605">
                  <c:v>9.1674000000000009E-3</c:v>
                </c:pt>
                <c:pt idx="1606">
                  <c:v>9.0304000000000009E-3</c:v>
                </c:pt>
                <c:pt idx="1607">
                  <c:v>9.1777999999999998E-3</c:v>
                </c:pt>
                <c:pt idx="1608">
                  <c:v>9.3971999999999997E-3</c:v>
                </c:pt>
                <c:pt idx="1609">
                  <c:v>9.9051E-3</c:v>
                </c:pt>
                <c:pt idx="1610">
                  <c:v>9.3291999999999993E-3</c:v>
                </c:pt>
                <c:pt idx="1611">
                  <c:v>9.1880999999999994E-3</c:v>
                </c:pt>
                <c:pt idx="1612">
                  <c:v>8.7951999999999995E-3</c:v>
                </c:pt>
                <c:pt idx="1613">
                  <c:v>8.5909000000000003E-3</c:v>
                </c:pt>
                <c:pt idx="1614">
                  <c:v>8.6271000000000004E-3</c:v>
                </c:pt>
                <c:pt idx="1615">
                  <c:v>9.2286E-3</c:v>
                </c:pt>
                <c:pt idx="1616">
                  <c:v>9.1936000000000014E-3</c:v>
                </c:pt>
                <c:pt idx="1617">
                  <c:v>9.0624E-3</c:v>
                </c:pt>
                <c:pt idx="1618">
                  <c:v>9.0437E-3</c:v>
                </c:pt>
                <c:pt idx="1619">
                  <c:v>8.7320999999999996E-3</c:v>
                </c:pt>
                <c:pt idx="1620">
                  <c:v>8.9028000000000006E-3</c:v>
                </c:pt>
                <c:pt idx="1621">
                  <c:v>8.3402000000000007E-3</c:v>
                </c:pt>
                <c:pt idx="1622">
                  <c:v>8.1896E-3</c:v>
                </c:pt>
                <c:pt idx="1623">
                  <c:v>8.1667000000000007E-3</c:v>
                </c:pt>
                <c:pt idx="1624">
                  <c:v>8.3619000000000002E-3</c:v>
                </c:pt>
                <c:pt idx="1625">
                  <c:v>8.4425999999999998E-3</c:v>
                </c:pt>
                <c:pt idx="1626">
                  <c:v>8.5376000000000011E-3</c:v>
                </c:pt>
                <c:pt idx="1627">
                  <c:v>8.3958999999999995E-3</c:v>
                </c:pt>
                <c:pt idx="1628">
                  <c:v>8.2532999999999999E-3</c:v>
                </c:pt>
                <c:pt idx="1629">
                  <c:v>8.1583000000000003E-3</c:v>
                </c:pt>
                <c:pt idx="1630">
                  <c:v>7.9384E-3</c:v>
                </c:pt>
                <c:pt idx="1631">
                  <c:v>7.8875999999999998E-3</c:v>
                </c:pt>
                <c:pt idx="1632">
                  <c:v>7.8834000000000005E-3</c:v>
                </c:pt>
                <c:pt idx="1633">
                  <c:v>7.8125E-3</c:v>
                </c:pt>
                <c:pt idx="1634">
                  <c:v>7.6444E-3</c:v>
                </c:pt>
                <c:pt idx="1635">
                  <c:v>7.5126000000000004E-3</c:v>
                </c:pt>
                <c:pt idx="1636">
                  <c:v>7.4945999999999997E-3</c:v>
                </c:pt>
                <c:pt idx="1637">
                  <c:v>7.6417000000000004E-3</c:v>
                </c:pt>
                <c:pt idx="1638">
                  <c:v>7.4915999999999993E-3</c:v>
                </c:pt>
                <c:pt idx="1639">
                  <c:v>7.3593E-3</c:v>
                </c:pt>
                <c:pt idx="1640">
                  <c:v>7.0143000000000002E-3</c:v>
                </c:pt>
                <c:pt idx="1641">
                  <c:v>6.8973000000000003E-3</c:v>
                </c:pt>
                <c:pt idx="1642">
                  <c:v>6.8694000000000003E-3</c:v>
                </c:pt>
                <c:pt idx="1643">
                  <c:v>6.7036000000000005E-3</c:v>
                </c:pt>
                <c:pt idx="1644">
                  <c:v>6.7017999999999999E-3</c:v>
                </c:pt>
                <c:pt idx="1645">
                  <c:v>6.7990999999999998E-3</c:v>
                </c:pt>
                <c:pt idx="1646">
                  <c:v>6.6928999999999999E-3</c:v>
                </c:pt>
                <c:pt idx="1647">
                  <c:v>6.8783000000000004E-3</c:v>
                </c:pt>
                <c:pt idx="1648">
                  <c:v>6.8417E-3</c:v>
                </c:pt>
                <c:pt idx="1649">
                  <c:v>6.9551000000000005E-3</c:v>
                </c:pt>
                <c:pt idx="1650">
                  <c:v>6.9599999999999992E-3</c:v>
                </c:pt>
                <c:pt idx="1651">
                  <c:v>6.8770999999999997E-3</c:v>
                </c:pt>
                <c:pt idx="1652">
                  <c:v>6.8582999999999995E-3</c:v>
                </c:pt>
                <c:pt idx="1653">
                  <c:v>6.7858000000000007E-3</c:v>
                </c:pt>
                <c:pt idx="1654">
                  <c:v>6.7933000000000004E-3</c:v>
                </c:pt>
                <c:pt idx="1655">
                  <c:v>6.8399000000000003E-3</c:v>
                </c:pt>
                <c:pt idx="1656">
                  <c:v>6.7284000000000007E-3</c:v>
                </c:pt>
                <c:pt idx="1657">
                  <c:v>6.9084000000000003E-3</c:v>
                </c:pt>
                <c:pt idx="1658">
                  <c:v>6.9699000000000002E-3</c:v>
                </c:pt>
                <c:pt idx="1659">
                  <c:v>6.9899000000000003E-3</c:v>
                </c:pt>
                <c:pt idx="1660">
                  <c:v>6.9215999999999991E-3</c:v>
                </c:pt>
                <c:pt idx="1661">
                  <c:v>6.7115999999999999E-3</c:v>
                </c:pt>
                <c:pt idx="1662">
                  <c:v>6.5399000000000004E-3</c:v>
                </c:pt>
                <c:pt idx="1663">
                  <c:v>6.4066999999999995E-3</c:v>
                </c:pt>
                <c:pt idx="1664">
                  <c:v>6.2656999999999999E-3</c:v>
                </c:pt>
                <c:pt idx="1665">
                  <c:v>6.2801000000000003E-3</c:v>
                </c:pt>
                <c:pt idx="1666">
                  <c:v>6.1449E-3</c:v>
                </c:pt>
                <c:pt idx="1667">
                  <c:v>6.3398999999999999E-3</c:v>
                </c:pt>
                <c:pt idx="1668">
                  <c:v>6.3550999999999998E-3</c:v>
                </c:pt>
                <c:pt idx="1669">
                  <c:v>6.3425E-3</c:v>
                </c:pt>
                <c:pt idx="1670">
                  <c:v>6.3600999999999996E-3</c:v>
                </c:pt>
                <c:pt idx="1671">
                  <c:v>6.3807999999999998E-3</c:v>
                </c:pt>
                <c:pt idx="1672">
                  <c:v>6.2164999999999998E-3</c:v>
                </c:pt>
                <c:pt idx="1673">
                  <c:v>6.1083999999999999E-3</c:v>
                </c:pt>
                <c:pt idx="1674">
                  <c:v>6.1301000000000003E-3</c:v>
                </c:pt>
                <c:pt idx="1675">
                  <c:v>6.3185999999999997E-3</c:v>
                </c:pt>
                <c:pt idx="1676">
                  <c:v>6.4799000000000002E-3</c:v>
                </c:pt>
                <c:pt idx="1677">
                  <c:v>6.8918000000000009E-3</c:v>
                </c:pt>
                <c:pt idx="1678">
                  <c:v>6.8383999999999997E-3</c:v>
                </c:pt>
                <c:pt idx="1679">
                  <c:v>6.7742000000000002E-3</c:v>
                </c:pt>
                <c:pt idx="1680">
                  <c:v>6.9143E-3</c:v>
                </c:pt>
                <c:pt idx="1681">
                  <c:v>6.7884E-3</c:v>
                </c:pt>
                <c:pt idx="1682">
                  <c:v>6.6067999999999995E-3</c:v>
                </c:pt>
                <c:pt idx="1683">
                  <c:v>6.4634000000000002E-3</c:v>
                </c:pt>
                <c:pt idx="1684">
                  <c:v>6.0970999999999994E-3</c:v>
                </c:pt>
                <c:pt idx="1685">
                  <c:v>5.9658999999999997E-3</c:v>
                </c:pt>
                <c:pt idx="1686">
                  <c:v>6.2116999999999997E-3</c:v>
                </c:pt>
                <c:pt idx="1687">
                  <c:v>6.4101000000000002E-3</c:v>
                </c:pt>
                <c:pt idx="1688">
                  <c:v>6.6668000000000005E-3</c:v>
                </c:pt>
                <c:pt idx="1689">
                  <c:v>7.0215999999999994E-3</c:v>
                </c:pt>
                <c:pt idx="1690">
                  <c:v>7.1157E-3</c:v>
                </c:pt>
                <c:pt idx="1691">
                  <c:v>7.292400000000001E-3</c:v>
                </c:pt>
                <c:pt idx="1692">
                  <c:v>7.0266000000000009E-3</c:v>
                </c:pt>
                <c:pt idx="1693">
                  <c:v>7.2483000000000001E-3</c:v>
                </c:pt>
                <c:pt idx="1694">
                  <c:v>7.0683000000000005E-3</c:v>
                </c:pt>
                <c:pt idx="1695">
                  <c:v>6.9716999999999999E-3</c:v>
                </c:pt>
                <c:pt idx="1696">
                  <c:v>6.9525000000000003E-3</c:v>
                </c:pt>
                <c:pt idx="1697">
                  <c:v>6.9814999999999999E-3</c:v>
                </c:pt>
                <c:pt idx="1698">
                  <c:v>6.7712999999999992E-3</c:v>
                </c:pt>
                <c:pt idx="1699">
                  <c:v>6.6385999999999997E-3</c:v>
                </c:pt>
                <c:pt idx="1700">
                  <c:v>7.2744000000000003E-3</c:v>
                </c:pt>
                <c:pt idx="1701">
                  <c:v>7.3668000000000006E-3</c:v>
                </c:pt>
                <c:pt idx="1702">
                  <c:v>7.0799999999999995E-3</c:v>
                </c:pt>
                <c:pt idx="1703">
                  <c:v>7.0417000000000006E-3</c:v>
                </c:pt>
                <c:pt idx="1704">
                  <c:v>7.0832999999999998E-3</c:v>
                </c:pt>
                <c:pt idx="1705">
                  <c:v>7.2043999999999997E-3</c:v>
                </c:pt>
                <c:pt idx="1706">
                  <c:v>7.4283000000000005E-3</c:v>
                </c:pt>
                <c:pt idx="1707">
                  <c:v>7.3301E-3</c:v>
                </c:pt>
                <c:pt idx="1708">
                  <c:v>7.7393000000000002E-3</c:v>
                </c:pt>
                <c:pt idx="1709">
                  <c:v>8.0156000000000012E-3</c:v>
                </c:pt>
                <c:pt idx="1710">
                  <c:v>8.9001000000000011E-3</c:v>
                </c:pt>
                <c:pt idx="1711">
                  <c:v>9.0568000000000003E-3</c:v>
                </c:pt>
                <c:pt idx="1712">
                  <c:v>1.4636699999999999E-2</c:v>
                </c:pt>
                <c:pt idx="1713">
                  <c:v>1.5040100000000001E-2</c:v>
                </c:pt>
                <c:pt idx="1714">
                  <c:v>1.2913399999999998E-2</c:v>
                </c:pt>
                <c:pt idx="1715">
                  <c:v>1.2869999999999999E-2</c:v>
                </c:pt>
                <c:pt idx="1716">
                  <c:v>1.2091599999999999E-2</c:v>
                </c:pt>
                <c:pt idx="1717">
                  <c:v>1.1825799999999999E-2</c:v>
                </c:pt>
                <c:pt idx="1718">
                  <c:v>1.1945000000000001E-2</c:v>
                </c:pt>
                <c:pt idx="1719">
                  <c:v>1.2429300000000001E-2</c:v>
                </c:pt>
                <c:pt idx="1720">
                  <c:v>1.14593E-2</c:v>
                </c:pt>
                <c:pt idx="1721">
                  <c:v>1.0116699999999999E-2</c:v>
                </c:pt>
                <c:pt idx="1722">
                  <c:v>1.13835E-2</c:v>
                </c:pt>
                <c:pt idx="1723">
                  <c:v>1.1723900000000001E-2</c:v>
                </c:pt>
                <c:pt idx="1724">
                  <c:v>1.16498E-2</c:v>
                </c:pt>
                <c:pt idx="1725">
                  <c:v>1.2533300000000001E-2</c:v>
                </c:pt>
                <c:pt idx="1726">
                  <c:v>1.36667E-2</c:v>
                </c:pt>
                <c:pt idx="1727">
                  <c:v>1.5266800000000001E-2</c:v>
                </c:pt>
                <c:pt idx="1728">
                  <c:v>1.3880600000000002E-2</c:v>
                </c:pt>
                <c:pt idx="1729">
                  <c:v>1.42665E-2</c:v>
                </c:pt>
                <c:pt idx="1730">
                  <c:v>1.39125E-2</c:v>
                </c:pt>
                <c:pt idx="1731">
                  <c:v>1.23876E-2</c:v>
                </c:pt>
                <c:pt idx="1732">
                  <c:v>1.1587500000000001E-2</c:v>
                </c:pt>
                <c:pt idx="1733">
                  <c:v>1.1205100000000001E-2</c:v>
                </c:pt>
                <c:pt idx="1734">
                  <c:v>1.0662600000000001E-2</c:v>
                </c:pt>
                <c:pt idx="1735">
                  <c:v>1.22498E-2</c:v>
                </c:pt>
                <c:pt idx="1736">
                  <c:v>1.1416500000000001E-2</c:v>
                </c:pt>
                <c:pt idx="1737">
                  <c:v>1.1716500000000001E-2</c:v>
                </c:pt>
                <c:pt idx="1738">
                  <c:v>1.13297E-2</c:v>
                </c:pt>
                <c:pt idx="1739">
                  <c:v>1.14485E-2</c:v>
                </c:pt>
                <c:pt idx="1740">
                  <c:v>1.14124E-2</c:v>
                </c:pt>
                <c:pt idx="1741">
                  <c:v>1.17E-2</c:v>
                </c:pt>
                <c:pt idx="1742">
                  <c:v>1.14874E-2</c:v>
                </c:pt>
                <c:pt idx="1743">
                  <c:v>1.2200000000000001E-2</c:v>
                </c:pt>
                <c:pt idx="1744">
                  <c:v>1.24832E-2</c:v>
                </c:pt>
                <c:pt idx="1745">
                  <c:v>1.15502E-2</c:v>
                </c:pt>
                <c:pt idx="1746">
                  <c:v>1.14751E-2</c:v>
                </c:pt>
                <c:pt idx="1747">
                  <c:v>1.0716700000000001E-2</c:v>
                </c:pt>
                <c:pt idx="1748">
                  <c:v>1.0599800000000001E-2</c:v>
                </c:pt>
                <c:pt idx="1749">
                  <c:v>1.06499E-2</c:v>
                </c:pt>
                <c:pt idx="1750">
                  <c:v>9.9626000000000003E-3</c:v>
                </c:pt>
                <c:pt idx="1751">
                  <c:v>9.2999999999999992E-3</c:v>
                </c:pt>
                <c:pt idx="1752">
                  <c:v>9.2748999999999991E-3</c:v>
                </c:pt>
                <c:pt idx="1753">
                  <c:v>8.6995000000000006E-3</c:v>
                </c:pt>
                <c:pt idx="1754">
                  <c:v>8.6406E-3</c:v>
                </c:pt>
                <c:pt idx="1755">
                  <c:v>8.6998000000000006E-3</c:v>
                </c:pt>
                <c:pt idx="1756">
                  <c:v>8.6998000000000006E-3</c:v>
                </c:pt>
                <c:pt idx="1757">
                  <c:v>8.8331999999999994E-3</c:v>
                </c:pt>
                <c:pt idx="1758">
                  <c:v>8.9867999999999996E-3</c:v>
                </c:pt>
                <c:pt idx="1759">
                  <c:v>8.8251000000000007E-3</c:v>
                </c:pt>
                <c:pt idx="1760">
                  <c:v>8.6362999999999995E-3</c:v>
                </c:pt>
                <c:pt idx="1761">
                  <c:v>8.6665000000000006E-3</c:v>
                </c:pt>
                <c:pt idx="1762">
                  <c:v>8.5998000000000012E-3</c:v>
                </c:pt>
                <c:pt idx="1763">
                  <c:v>8.1302000000000006E-3</c:v>
                </c:pt>
                <c:pt idx="1764">
                  <c:v>8.1335000000000001E-3</c:v>
                </c:pt>
                <c:pt idx="1765">
                  <c:v>7.7623999999999992E-3</c:v>
                </c:pt>
                <c:pt idx="1766">
                  <c:v>7.7665000000000008E-3</c:v>
                </c:pt>
                <c:pt idx="1767">
                  <c:v>7.7999999999999996E-3</c:v>
                </c:pt>
                <c:pt idx="1768">
                  <c:v>7.7230999999999992E-3</c:v>
                </c:pt>
                <c:pt idx="1769">
                  <c:v>7.8331999999999985E-3</c:v>
                </c:pt>
                <c:pt idx="1770">
                  <c:v>8.0666999999999996E-3</c:v>
                </c:pt>
                <c:pt idx="1771">
                  <c:v>8.2998999999999989E-3</c:v>
                </c:pt>
                <c:pt idx="1772">
                  <c:v>8.6123999999999992E-3</c:v>
                </c:pt>
                <c:pt idx="1773">
                  <c:v>9.499800000000001E-3</c:v>
                </c:pt>
                <c:pt idx="1774">
                  <c:v>9.5999999999999992E-3</c:v>
                </c:pt>
                <c:pt idx="1775">
                  <c:v>9.4000999999999998E-3</c:v>
                </c:pt>
                <c:pt idx="1776">
                  <c:v>9.9665000000000014E-3</c:v>
                </c:pt>
                <c:pt idx="1777">
                  <c:v>9.75E-3</c:v>
                </c:pt>
                <c:pt idx="1778">
                  <c:v>9.2770999999999999E-3</c:v>
                </c:pt>
                <c:pt idx="1779">
                  <c:v>9.1334999999999993E-3</c:v>
                </c:pt>
                <c:pt idx="1780">
                  <c:v>9.3248999999999988E-3</c:v>
                </c:pt>
                <c:pt idx="1781">
                  <c:v>9.0034999999999994E-3</c:v>
                </c:pt>
                <c:pt idx="1782">
                  <c:v>9.7000999999999997E-3</c:v>
                </c:pt>
                <c:pt idx="1783">
                  <c:v>1.0162900000000001E-2</c:v>
                </c:pt>
                <c:pt idx="1784">
                  <c:v>1.06499E-2</c:v>
                </c:pt>
                <c:pt idx="1785">
                  <c:v>1.0503799999999999E-2</c:v>
                </c:pt>
                <c:pt idx="1786">
                  <c:v>1.13002E-2</c:v>
                </c:pt>
                <c:pt idx="1787">
                  <c:v>1.1533199999999999E-2</c:v>
                </c:pt>
                <c:pt idx="1788">
                  <c:v>1.1867000000000001E-2</c:v>
                </c:pt>
                <c:pt idx="1789">
                  <c:v>1.2116E-2</c:v>
                </c:pt>
                <c:pt idx="1790">
                  <c:v>1.1649899999999999E-2</c:v>
                </c:pt>
                <c:pt idx="1791">
                  <c:v>1.1666800000000001E-2</c:v>
                </c:pt>
                <c:pt idx="1792">
                  <c:v>1.2384300000000001E-2</c:v>
                </c:pt>
                <c:pt idx="1793">
                  <c:v>1.2606300000000001E-2</c:v>
                </c:pt>
                <c:pt idx="1794">
                  <c:v>1.35002E-2</c:v>
                </c:pt>
                <c:pt idx="1795">
                  <c:v>1.33922E-2</c:v>
                </c:pt>
                <c:pt idx="1796">
                  <c:v>1.4262700000000001E-2</c:v>
                </c:pt>
                <c:pt idx="1797">
                  <c:v>1.43594E-2</c:v>
                </c:pt>
                <c:pt idx="1798">
                  <c:v>1.4233000000000001E-2</c:v>
                </c:pt>
                <c:pt idx="1799">
                  <c:v>1.4666800000000001E-2</c:v>
                </c:pt>
                <c:pt idx="1800">
                  <c:v>1.4066800000000001E-2</c:v>
                </c:pt>
                <c:pt idx="1801">
                  <c:v>1.2833300000000001E-2</c:v>
                </c:pt>
                <c:pt idx="1802">
                  <c:v>1.2842900000000001E-2</c:v>
                </c:pt>
                <c:pt idx="1803">
                  <c:v>1.1940600000000001E-2</c:v>
                </c:pt>
                <c:pt idx="1804">
                  <c:v>1.20251E-2</c:v>
                </c:pt>
                <c:pt idx="1805">
                  <c:v>1.2300700000000001E-2</c:v>
                </c:pt>
                <c:pt idx="1806">
                  <c:v>1.1966800000000001E-2</c:v>
                </c:pt>
                <c:pt idx="1807">
                  <c:v>1.14E-2</c:v>
                </c:pt>
                <c:pt idx="1808">
                  <c:v>1.11203E-2</c:v>
                </c:pt>
                <c:pt idx="1809">
                  <c:v>1.09601E-2</c:v>
                </c:pt>
                <c:pt idx="1810">
                  <c:v>1.16848E-2</c:v>
                </c:pt>
                <c:pt idx="1811">
                  <c:v>1.0982500000000001E-2</c:v>
                </c:pt>
                <c:pt idx="1812">
                  <c:v>1.1080100000000001E-2</c:v>
                </c:pt>
                <c:pt idx="1813">
                  <c:v>1.11833E-2</c:v>
                </c:pt>
                <c:pt idx="1814">
                  <c:v>1.1675E-2</c:v>
                </c:pt>
                <c:pt idx="1815">
                  <c:v>1.13429E-2</c:v>
                </c:pt>
                <c:pt idx="1816">
                  <c:v>1.15333E-2</c:v>
                </c:pt>
                <c:pt idx="1817">
                  <c:v>1.15231E-2</c:v>
                </c:pt>
                <c:pt idx="1818">
                  <c:v>1.1292400000000001E-2</c:v>
                </c:pt>
                <c:pt idx="1819">
                  <c:v>1.1359399999999999E-2</c:v>
                </c:pt>
                <c:pt idx="1820">
                  <c:v>1.15604E-2</c:v>
                </c:pt>
                <c:pt idx="1821">
                  <c:v>1.14003E-2</c:v>
                </c:pt>
                <c:pt idx="1822">
                  <c:v>1.1467E-2</c:v>
                </c:pt>
                <c:pt idx="1823">
                  <c:v>1.14436E-2</c:v>
                </c:pt>
                <c:pt idx="1824">
                  <c:v>1.15566E-2</c:v>
                </c:pt>
                <c:pt idx="1825">
                  <c:v>1.14226E-2</c:v>
                </c:pt>
                <c:pt idx="1826">
                  <c:v>1.18625E-2</c:v>
                </c:pt>
                <c:pt idx="1827">
                  <c:v>1.2060400000000001E-2</c:v>
                </c:pt>
                <c:pt idx="1828">
                  <c:v>1.26111E-2</c:v>
                </c:pt>
                <c:pt idx="1829">
                  <c:v>1.26251E-2</c:v>
                </c:pt>
                <c:pt idx="1830">
                  <c:v>1.3025100000000001E-2</c:v>
                </c:pt>
                <c:pt idx="1831">
                  <c:v>1.3384999999999999E-2</c:v>
                </c:pt>
                <c:pt idx="1832">
                  <c:v>1.3299799999999999E-2</c:v>
                </c:pt>
                <c:pt idx="1833">
                  <c:v>1.36376E-2</c:v>
                </c:pt>
                <c:pt idx="1834">
                  <c:v>1.3226699999999999E-2</c:v>
                </c:pt>
                <c:pt idx="1835">
                  <c:v>1.3766499999999999E-2</c:v>
                </c:pt>
                <c:pt idx="1836">
                  <c:v>1.41E-2</c:v>
                </c:pt>
                <c:pt idx="1837">
                  <c:v>1.5788099999999999E-2</c:v>
                </c:pt>
                <c:pt idx="1838">
                  <c:v>1.63406E-2</c:v>
                </c:pt>
                <c:pt idx="1839">
                  <c:v>1.6820100000000001E-2</c:v>
                </c:pt>
                <c:pt idx="1840">
                  <c:v>1.77374E-2</c:v>
                </c:pt>
                <c:pt idx="1841">
                  <c:v>1.7795599999999998E-2</c:v>
                </c:pt>
                <c:pt idx="1842">
                  <c:v>1.5637399999999999E-2</c:v>
                </c:pt>
                <c:pt idx="1843">
                  <c:v>1.5162500000000001E-2</c:v>
                </c:pt>
                <c:pt idx="1844">
                  <c:v>1.47724E-2</c:v>
                </c:pt>
                <c:pt idx="1845">
                  <c:v>1.4416499999999999E-2</c:v>
                </c:pt>
                <c:pt idx="1846">
                  <c:v>1.40974E-2</c:v>
                </c:pt>
                <c:pt idx="1847">
                  <c:v>1.4530000000000001E-2</c:v>
                </c:pt>
                <c:pt idx="1848">
                  <c:v>1.4256599999999999E-2</c:v>
                </c:pt>
                <c:pt idx="1849">
                  <c:v>1.4357499999999999E-2</c:v>
                </c:pt>
                <c:pt idx="1850">
                  <c:v>1.5653999999999998E-2</c:v>
                </c:pt>
                <c:pt idx="1851">
                  <c:v>1.57314E-2</c:v>
                </c:pt>
                <c:pt idx="1852">
                  <c:v>1.6406899999999999E-2</c:v>
                </c:pt>
                <c:pt idx="1853">
                  <c:v>1.7575899999999998E-2</c:v>
                </c:pt>
                <c:pt idx="1854">
                  <c:v>1.75902E-2</c:v>
                </c:pt>
                <c:pt idx="1855">
                  <c:v>1.6882400000000002E-2</c:v>
                </c:pt>
                <c:pt idx="1856">
                  <c:v>1.6237399999999999E-2</c:v>
                </c:pt>
                <c:pt idx="1857">
                  <c:v>1.6213200000000001E-2</c:v>
                </c:pt>
                <c:pt idx="1858">
                  <c:v>1.65094E-2</c:v>
                </c:pt>
                <c:pt idx="1859">
                  <c:v>1.6733500000000002E-2</c:v>
                </c:pt>
                <c:pt idx="1860">
                  <c:v>1.635E-2</c:v>
                </c:pt>
                <c:pt idx="1861">
                  <c:v>1.6367799999999998E-2</c:v>
                </c:pt>
                <c:pt idx="1862">
                  <c:v>1.61496E-2</c:v>
                </c:pt>
                <c:pt idx="1863">
                  <c:v>1.59504E-2</c:v>
                </c:pt>
                <c:pt idx="1864">
                  <c:v>1.5137600000000001E-2</c:v>
                </c:pt>
                <c:pt idx="1865">
                  <c:v>1.4233299999999999E-2</c:v>
                </c:pt>
                <c:pt idx="1866">
                  <c:v>1.4480000000000002E-2</c:v>
                </c:pt>
                <c:pt idx="1867">
                  <c:v>1.4633500000000001E-2</c:v>
                </c:pt>
                <c:pt idx="1868">
                  <c:v>1.54333E-2</c:v>
                </c:pt>
                <c:pt idx="1869">
                  <c:v>1.5144999999999999E-2</c:v>
                </c:pt>
                <c:pt idx="1870">
                  <c:v>1.5183199999999999E-2</c:v>
                </c:pt>
                <c:pt idx="1871">
                  <c:v>1.47274E-2</c:v>
                </c:pt>
                <c:pt idx="1872">
                  <c:v>1.54576E-2</c:v>
                </c:pt>
                <c:pt idx="1873">
                  <c:v>1.67E-2</c:v>
                </c:pt>
                <c:pt idx="1874">
                  <c:v>1.70539E-2</c:v>
                </c:pt>
                <c:pt idx="1875">
                  <c:v>1.6183300000000001E-2</c:v>
                </c:pt>
                <c:pt idx="1876">
                  <c:v>1.6284800000000002E-2</c:v>
                </c:pt>
                <c:pt idx="1877">
                  <c:v>1.7231E-2</c:v>
                </c:pt>
                <c:pt idx="1878">
                  <c:v>1.7899999999999999E-2</c:v>
                </c:pt>
                <c:pt idx="1879">
                  <c:v>1.8066700000000002E-2</c:v>
                </c:pt>
                <c:pt idx="1880">
                  <c:v>1.6063300000000003E-2</c:v>
                </c:pt>
                <c:pt idx="1881">
                  <c:v>1.5990000000000001E-2</c:v>
                </c:pt>
                <c:pt idx="1882">
                  <c:v>1.6166E-2</c:v>
                </c:pt>
                <c:pt idx="1883">
                  <c:v>1.6286099999999998E-2</c:v>
                </c:pt>
                <c:pt idx="1884">
                  <c:v>1.48424E-2</c:v>
                </c:pt>
                <c:pt idx="1885">
                  <c:v>1.45667E-2</c:v>
                </c:pt>
                <c:pt idx="1886">
                  <c:v>1.50429E-2</c:v>
                </c:pt>
                <c:pt idx="1887">
                  <c:v>1.4789599999999998E-2</c:v>
                </c:pt>
                <c:pt idx="1888">
                  <c:v>1.4974100000000001E-2</c:v>
                </c:pt>
                <c:pt idx="1889">
                  <c:v>1.58628E-2</c:v>
                </c:pt>
                <c:pt idx="1890">
                  <c:v>1.4784800000000001E-2</c:v>
                </c:pt>
                <c:pt idx="1891">
                  <c:v>1.37E-2</c:v>
                </c:pt>
                <c:pt idx="1892">
                  <c:v>1.3016700000000001E-2</c:v>
                </c:pt>
                <c:pt idx="1893">
                  <c:v>1.2699999999999999E-2</c:v>
                </c:pt>
                <c:pt idx="1894">
                  <c:v>1.18835E-2</c:v>
                </c:pt>
                <c:pt idx="1895">
                  <c:v>1.21764E-2</c:v>
                </c:pt>
                <c:pt idx="1896">
                  <c:v>1.2200000000000001E-2</c:v>
                </c:pt>
                <c:pt idx="1897">
                  <c:v>1.23505E-2</c:v>
                </c:pt>
                <c:pt idx="1898">
                  <c:v>1.25478E-2</c:v>
                </c:pt>
                <c:pt idx="1899">
                  <c:v>1.2166700000000001E-2</c:v>
                </c:pt>
                <c:pt idx="1900">
                  <c:v>1.175E-2</c:v>
                </c:pt>
                <c:pt idx="1901">
                  <c:v>1.1335E-2</c:v>
                </c:pt>
                <c:pt idx="1902">
                  <c:v>1.12333E-2</c:v>
                </c:pt>
                <c:pt idx="1903">
                  <c:v>1.06868E-2</c:v>
                </c:pt>
                <c:pt idx="1904">
                  <c:v>1.1367499999999999E-2</c:v>
                </c:pt>
                <c:pt idx="1905">
                  <c:v>1.13566E-2</c:v>
                </c:pt>
                <c:pt idx="1906">
                  <c:v>1.11264E-2</c:v>
                </c:pt>
                <c:pt idx="1907">
                  <c:v>1.0833300000000001E-2</c:v>
                </c:pt>
                <c:pt idx="1908">
                  <c:v>1.095E-2</c:v>
                </c:pt>
                <c:pt idx="1909">
                  <c:v>1.08772E-2</c:v>
                </c:pt>
                <c:pt idx="1910">
                  <c:v>1.1188099999999999E-2</c:v>
                </c:pt>
                <c:pt idx="1911">
                  <c:v>1.0833300000000001E-2</c:v>
                </c:pt>
                <c:pt idx="1912">
                  <c:v>1.0145E-2</c:v>
                </c:pt>
                <c:pt idx="1913">
                  <c:v>9.9269000000000007E-3</c:v>
                </c:pt>
                <c:pt idx="1914">
                  <c:v>1.00736E-2</c:v>
                </c:pt>
                <c:pt idx="1915">
                  <c:v>9.8834999999999999E-3</c:v>
                </c:pt>
                <c:pt idx="1916">
                  <c:v>9.9870999999999988E-3</c:v>
                </c:pt>
                <c:pt idx="1917">
                  <c:v>9.7274000000000006E-3</c:v>
                </c:pt>
                <c:pt idx="1918">
                  <c:v>9.9212999999999992E-3</c:v>
                </c:pt>
                <c:pt idx="1919">
                  <c:v>9.5502E-3</c:v>
                </c:pt>
                <c:pt idx="1920">
                  <c:v>9.2900000000000014E-3</c:v>
                </c:pt>
                <c:pt idx="1921">
                  <c:v>9.212699999999999E-3</c:v>
                </c:pt>
                <c:pt idx="1922">
                  <c:v>9.1174999999999989E-3</c:v>
                </c:pt>
                <c:pt idx="1923">
                  <c:v>8.5494999999999998E-3</c:v>
                </c:pt>
                <c:pt idx="1924">
                  <c:v>8.4332999999999995E-3</c:v>
                </c:pt>
                <c:pt idx="1925">
                  <c:v>8.8999999999999999E-3</c:v>
                </c:pt>
                <c:pt idx="1926">
                  <c:v>9.0066E-3</c:v>
                </c:pt>
                <c:pt idx="1927">
                  <c:v>9.0036000000000005E-3</c:v>
                </c:pt>
                <c:pt idx="1928">
                  <c:v>9.3174999999999994E-3</c:v>
                </c:pt>
                <c:pt idx="1929">
                  <c:v>9.0855999999999992E-3</c:v>
                </c:pt>
                <c:pt idx="1930">
                  <c:v>9.2449999999999997E-3</c:v>
                </c:pt>
                <c:pt idx="1931">
                  <c:v>8.9175999999999995E-3</c:v>
                </c:pt>
                <c:pt idx="1932">
                  <c:v>8.4501000000000003E-3</c:v>
                </c:pt>
                <c:pt idx="1933">
                  <c:v>8.232999999999999E-3</c:v>
                </c:pt>
                <c:pt idx="1934">
                  <c:v>8.9061000000000001E-3</c:v>
                </c:pt>
                <c:pt idx="1935">
                  <c:v>8.9999999999999993E-3</c:v>
                </c:pt>
                <c:pt idx="1936">
                  <c:v>9.2035999999999993E-3</c:v>
                </c:pt>
                <c:pt idx="1937">
                  <c:v>9.0004999999999998E-3</c:v>
                </c:pt>
                <c:pt idx="1938">
                  <c:v>9.2126000000000013E-3</c:v>
                </c:pt>
                <c:pt idx="1939">
                  <c:v>9.497199999999999E-3</c:v>
                </c:pt>
                <c:pt idx="1940">
                  <c:v>9.5376000000000002E-3</c:v>
                </c:pt>
                <c:pt idx="1941">
                  <c:v>1.01802E-2</c:v>
                </c:pt>
                <c:pt idx="1942">
                  <c:v>9.9906999999999999E-3</c:v>
                </c:pt>
                <c:pt idx="1943">
                  <c:v>9.9170000000000005E-3</c:v>
                </c:pt>
                <c:pt idx="1944">
                  <c:v>9.8334000000000008E-3</c:v>
                </c:pt>
                <c:pt idx="1945">
                  <c:v>9.8975999999999995E-3</c:v>
                </c:pt>
                <c:pt idx="1946">
                  <c:v>1.0217E-2</c:v>
                </c:pt>
                <c:pt idx="1947">
                  <c:v>1.0175199999999999E-2</c:v>
                </c:pt>
                <c:pt idx="1948">
                  <c:v>1.0556900000000001E-2</c:v>
                </c:pt>
                <c:pt idx="1949">
                  <c:v>1.05752E-2</c:v>
                </c:pt>
                <c:pt idx="1950">
                  <c:v>1.06827E-2</c:v>
                </c:pt>
                <c:pt idx="1951">
                  <c:v>1.04698E-2</c:v>
                </c:pt>
                <c:pt idx="1952">
                  <c:v>1.1133000000000001E-2</c:v>
                </c:pt>
                <c:pt idx="1953">
                  <c:v>1.22475E-2</c:v>
                </c:pt>
                <c:pt idx="1954">
                  <c:v>1.2410899999999999E-2</c:v>
                </c:pt>
                <c:pt idx="1955">
                  <c:v>1.2833000000000001E-2</c:v>
                </c:pt>
                <c:pt idx="1956">
                  <c:v>1.3200899999999998E-2</c:v>
                </c:pt>
                <c:pt idx="1957">
                  <c:v>1.29231E-2</c:v>
                </c:pt>
                <c:pt idx="1958">
                  <c:v>1.2916999999999998E-2</c:v>
                </c:pt>
                <c:pt idx="1959">
                  <c:v>1.2816999999999999E-2</c:v>
                </c:pt>
                <c:pt idx="1960">
                  <c:v>1.26252E-2</c:v>
                </c:pt>
                <c:pt idx="1961">
                  <c:v>1.3033299999999999E-2</c:v>
                </c:pt>
                <c:pt idx="1962">
                  <c:v>1.2907099999999999E-2</c:v>
                </c:pt>
                <c:pt idx="1963">
                  <c:v>1.30425E-2</c:v>
                </c:pt>
                <c:pt idx="1964">
                  <c:v>1.32502E-2</c:v>
                </c:pt>
                <c:pt idx="1965">
                  <c:v>1.2986899999999999E-2</c:v>
                </c:pt>
                <c:pt idx="1966">
                  <c:v>1.22264E-2</c:v>
                </c:pt>
                <c:pt idx="1967">
                  <c:v>1.1800100000000001E-2</c:v>
                </c:pt>
                <c:pt idx="1968">
                  <c:v>1.1533499999999999E-2</c:v>
                </c:pt>
                <c:pt idx="1969">
                  <c:v>1.1343899999999999E-2</c:v>
                </c:pt>
                <c:pt idx="1970">
                  <c:v>1.1082699999999999E-2</c:v>
                </c:pt>
                <c:pt idx="1971">
                  <c:v>1.095E-2</c:v>
                </c:pt>
                <c:pt idx="1972">
                  <c:v>1.1732599999999999E-2</c:v>
                </c:pt>
                <c:pt idx="1973">
                  <c:v>1.1593899999999999E-2</c:v>
                </c:pt>
                <c:pt idx="1974">
                  <c:v>1.18E-2</c:v>
                </c:pt>
                <c:pt idx="1975">
                  <c:v>1.14868E-2</c:v>
                </c:pt>
                <c:pt idx="1976">
                  <c:v>1.1423600000000001E-2</c:v>
                </c:pt>
                <c:pt idx="1977">
                  <c:v>1.18201E-2</c:v>
                </c:pt>
                <c:pt idx="1978">
                  <c:v>1.18599E-2</c:v>
                </c:pt>
                <c:pt idx="1979">
                  <c:v>1.2250199999999999E-2</c:v>
                </c:pt>
                <c:pt idx="1980">
                  <c:v>1.1935100000000001E-2</c:v>
                </c:pt>
                <c:pt idx="1981">
                  <c:v>1.2050199999999999E-2</c:v>
                </c:pt>
                <c:pt idx="1982">
                  <c:v>1.27274E-2</c:v>
                </c:pt>
                <c:pt idx="1983">
                  <c:v>1.2956000000000001E-2</c:v>
                </c:pt>
                <c:pt idx="1984">
                  <c:v>1.2650100000000001E-2</c:v>
                </c:pt>
                <c:pt idx="1985">
                  <c:v>1.2810400000000001E-2</c:v>
                </c:pt>
                <c:pt idx="1986">
                  <c:v>1.2730099999999999E-2</c:v>
                </c:pt>
                <c:pt idx="1987">
                  <c:v>1.27835E-2</c:v>
                </c:pt>
                <c:pt idx="1988">
                  <c:v>1.30174E-2</c:v>
                </c:pt>
                <c:pt idx="1989">
                  <c:v>1.35201E-2</c:v>
                </c:pt>
                <c:pt idx="1990">
                  <c:v>1.3853800000000001E-2</c:v>
                </c:pt>
                <c:pt idx="1991">
                  <c:v>1.38826E-2</c:v>
                </c:pt>
                <c:pt idx="1992">
                  <c:v>1.3906899999999998E-2</c:v>
                </c:pt>
                <c:pt idx="1993">
                  <c:v>1.355E-2</c:v>
                </c:pt>
                <c:pt idx="1994">
                  <c:v>1.3884000000000001E-2</c:v>
                </c:pt>
                <c:pt idx="1995">
                  <c:v>1.3824000000000001E-2</c:v>
                </c:pt>
                <c:pt idx="1996">
                  <c:v>1.3710400000000001E-2</c:v>
                </c:pt>
                <c:pt idx="1997">
                  <c:v>1.34094E-2</c:v>
                </c:pt>
                <c:pt idx="1998">
                  <c:v>1.3416999999999998E-2</c:v>
                </c:pt>
                <c:pt idx="1999">
                  <c:v>1.3416999999999998E-2</c:v>
                </c:pt>
                <c:pt idx="2000">
                  <c:v>1.3810900000000001E-2</c:v>
                </c:pt>
                <c:pt idx="2001">
                  <c:v>1.4166499999999999E-2</c:v>
                </c:pt>
                <c:pt idx="2002">
                  <c:v>1.51702E-2</c:v>
                </c:pt>
                <c:pt idx="2003">
                  <c:v>1.5295099999999999E-2</c:v>
                </c:pt>
                <c:pt idx="2004">
                  <c:v>1.4602799999999999E-2</c:v>
                </c:pt>
                <c:pt idx="2005">
                  <c:v>1.6033000000000002E-2</c:v>
                </c:pt>
                <c:pt idx="2006">
                  <c:v>1.61251E-2</c:v>
                </c:pt>
                <c:pt idx="2007">
                  <c:v>1.6208400000000001E-2</c:v>
                </c:pt>
                <c:pt idx="2008">
                  <c:v>1.62127E-2</c:v>
                </c:pt>
                <c:pt idx="2009">
                  <c:v>2.1600000000000001E-2</c:v>
                </c:pt>
                <c:pt idx="2010">
                  <c:v>2.2375800000000001E-2</c:v>
                </c:pt>
                <c:pt idx="2011">
                  <c:v>2.6775500000000001E-2</c:v>
                </c:pt>
                <c:pt idx="2012">
                  <c:v>2.20441E-2</c:v>
                </c:pt>
                <c:pt idx="2013">
                  <c:v>1.75459E-2</c:v>
                </c:pt>
                <c:pt idx="2014">
                  <c:v>1.66667E-2</c:v>
                </c:pt>
                <c:pt idx="2015">
                  <c:v>1.75277E-2</c:v>
                </c:pt>
                <c:pt idx="2016">
                  <c:v>1.7392599999999998E-2</c:v>
                </c:pt>
                <c:pt idx="2017">
                  <c:v>1.6667700000000001E-2</c:v>
                </c:pt>
                <c:pt idx="2018">
                  <c:v>1.7542099999999998E-2</c:v>
                </c:pt>
                <c:pt idx="2019">
                  <c:v>2.0057499999999999E-2</c:v>
                </c:pt>
                <c:pt idx="2020">
                  <c:v>1.75002E-2</c:v>
                </c:pt>
                <c:pt idx="2021">
                  <c:v>1.8291599999999998E-2</c:v>
                </c:pt>
                <c:pt idx="2022">
                  <c:v>2.12479E-2</c:v>
                </c:pt>
                <c:pt idx="2023">
                  <c:v>2.1161799999999998E-2</c:v>
                </c:pt>
                <c:pt idx="2024">
                  <c:v>2.5773000000000001E-2</c:v>
                </c:pt>
                <c:pt idx="2025">
                  <c:v>2.7205099999999999E-2</c:v>
                </c:pt>
                <c:pt idx="2026">
                  <c:v>3.08604E-2</c:v>
                </c:pt>
                <c:pt idx="2027">
                  <c:v>3.5099999999999999E-2</c:v>
                </c:pt>
                <c:pt idx="2028">
                  <c:v>4.0610599999999997E-2</c:v>
                </c:pt>
                <c:pt idx="2029">
                  <c:v>4.0610599999999997E-2</c:v>
                </c:pt>
                <c:pt idx="2030">
                  <c:v>2.8000299999999999E-2</c:v>
                </c:pt>
                <c:pt idx="2031">
                  <c:v>3.2683200000000003E-2</c:v>
                </c:pt>
                <c:pt idx="2032">
                  <c:v>3.2550200000000001E-2</c:v>
                </c:pt>
                <c:pt idx="2033">
                  <c:v>3.2263199999999999E-2</c:v>
                </c:pt>
                <c:pt idx="2034">
                  <c:v>3.3142600000000001E-2</c:v>
                </c:pt>
                <c:pt idx="2035">
                  <c:v>4.0273400000000001E-2</c:v>
                </c:pt>
                <c:pt idx="2036">
                  <c:v>5.64126E-2</c:v>
                </c:pt>
                <c:pt idx="2037">
                  <c:v>5.7798400000000007E-2</c:v>
                </c:pt>
                <c:pt idx="2038">
                  <c:v>5.8627599999999995E-2</c:v>
                </c:pt>
                <c:pt idx="2039">
                  <c:v>5.4455200000000002E-2</c:v>
                </c:pt>
                <c:pt idx="2040">
                  <c:v>4.6637499999999998E-2</c:v>
                </c:pt>
                <c:pt idx="2041">
                  <c:v>3.99686E-2</c:v>
                </c:pt>
                <c:pt idx="2042">
                  <c:v>3.5391899999999997E-2</c:v>
                </c:pt>
                <c:pt idx="2043">
                  <c:v>3.2415199999999998E-2</c:v>
                </c:pt>
                <c:pt idx="2044">
                  <c:v>3.1125200000000002E-2</c:v>
                </c:pt>
                <c:pt idx="2045">
                  <c:v>2.83758E-2</c:v>
                </c:pt>
                <c:pt idx="2046">
                  <c:v>3.1707699999999998E-2</c:v>
                </c:pt>
                <c:pt idx="2047">
                  <c:v>3.3605299999999998E-2</c:v>
                </c:pt>
                <c:pt idx="2048">
                  <c:v>3.0115599999999999E-2</c:v>
                </c:pt>
                <c:pt idx="2049">
                  <c:v>3.0152100000000001E-2</c:v>
                </c:pt>
                <c:pt idx="2050">
                  <c:v>3.0432999999999998E-2</c:v>
                </c:pt>
                <c:pt idx="2051">
                  <c:v>3.61304E-2</c:v>
                </c:pt>
                <c:pt idx="2052">
                  <c:v>3.4900099999999996E-2</c:v>
                </c:pt>
                <c:pt idx="2053">
                  <c:v>3.6028899999999996E-2</c:v>
                </c:pt>
                <c:pt idx="2054">
                  <c:v>3.6654300000000001E-2</c:v>
                </c:pt>
                <c:pt idx="2055">
                  <c:v>3.7410499999999999E-2</c:v>
                </c:pt>
                <c:pt idx="2056">
                  <c:v>4.25257E-2</c:v>
                </c:pt>
                <c:pt idx="2057">
                  <c:v>4.6430200000000005E-2</c:v>
                </c:pt>
                <c:pt idx="2058">
                  <c:v>4.2855600000000001E-2</c:v>
                </c:pt>
                <c:pt idx="2059">
                  <c:v>3.7767599999999998E-2</c:v>
                </c:pt>
                <c:pt idx="2060">
                  <c:v>3.4508300000000006E-2</c:v>
                </c:pt>
                <c:pt idx="2061">
                  <c:v>3.4018E-2</c:v>
                </c:pt>
                <c:pt idx="2062">
                  <c:v>3.3917500000000003E-2</c:v>
                </c:pt>
                <c:pt idx="2063">
                  <c:v>3.2917500000000002E-2</c:v>
                </c:pt>
                <c:pt idx="2064">
                  <c:v>3.6255200000000001E-2</c:v>
                </c:pt>
                <c:pt idx="2065">
                  <c:v>3.4252299999999999E-2</c:v>
                </c:pt>
                <c:pt idx="2066">
                  <c:v>3.6254799999999997E-2</c:v>
                </c:pt>
                <c:pt idx="2067">
                  <c:v>4.0698700000000004E-2</c:v>
                </c:pt>
                <c:pt idx="2068">
                  <c:v>4.1347200000000001E-2</c:v>
                </c:pt>
                <c:pt idx="2069">
                  <c:v>3.6726000000000002E-2</c:v>
                </c:pt>
                <c:pt idx="2070">
                  <c:v>3.8370100000000004E-2</c:v>
                </c:pt>
                <c:pt idx="2071">
                  <c:v>3.7313699999999998E-2</c:v>
                </c:pt>
                <c:pt idx="2072">
                  <c:v>3.7499999999999999E-2</c:v>
                </c:pt>
                <c:pt idx="2073">
                  <c:v>3.9454299999999998E-2</c:v>
                </c:pt>
                <c:pt idx="2074">
                  <c:v>3.9805099999999996E-2</c:v>
                </c:pt>
                <c:pt idx="2075">
                  <c:v>3.65867E-2</c:v>
                </c:pt>
                <c:pt idx="2076">
                  <c:v>3.2983499999999999E-2</c:v>
                </c:pt>
                <c:pt idx="2077">
                  <c:v>3.20516E-2</c:v>
                </c:pt>
                <c:pt idx="2078">
                  <c:v>3.1090199999999998E-2</c:v>
                </c:pt>
                <c:pt idx="2079">
                  <c:v>3.0648200000000004E-2</c:v>
                </c:pt>
                <c:pt idx="2080">
                  <c:v>3.09E-2</c:v>
                </c:pt>
                <c:pt idx="2081">
                  <c:v>3.1043900000000003E-2</c:v>
                </c:pt>
                <c:pt idx="2082">
                  <c:v>3.1110899999999997E-2</c:v>
                </c:pt>
                <c:pt idx="2083">
                  <c:v>3.1043900000000003E-2</c:v>
                </c:pt>
                <c:pt idx="2084">
                  <c:v>3.07091E-2</c:v>
                </c:pt>
                <c:pt idx="2085">
                  <c:v>3.0599900000000003E-2</c:v>
                </c:pt>
                <c:pt idx="2086">
                  <c:v>3.04175E-2</c:v>
                </c:pt>
                <c:pt idx="2087">
                  <c:v>3.0585000000000001E-2</c:v>
                </c:pt>
                <c:pt idx="2088">
                  <c:v>2.9979199999999998E-2</c:v>
                </c:pt>
                <c:pt idx="2089">
                  <c:v>2.9864699999999997E-2</c:v>
                </c:pt>
                <c:pt idx="2090">
                  <c:v>2.9295100000000001E-2</c:v>
                </c:pt>
                <c:pt idx="2091">
                  <c:v>3.0783300000000003E-2</c:v>
                </c:pt>
                <c:pt idx="2092">
                  <c:v>3.1088099999999997E-2</c:v>
                </c:pt>
                <c:pt idx="2093">
                  <c:v>3.0832499999999999E-2</c:v>
                </c:pt>
                <c:pt idx="2094">
                  <c:v>3.23875E-2</c:v>
                </c:pt>
                <c:pt idx="2095">
                  <c:v>3.2366800000000001E-2</c:v>
                </c:pt>
                <c:pt idx="2096">
                  <c:v>3.4633499999999998E-2</c:v>
                </c:pt>
                <c:pt idx="2097">
                  <c:v>3.4553100000000003E-2</c:v>
                </c:pt>
                <c:pt idx="2098">
                  <c:v>3.3778799999999998E-2</c:v>
                </c:pt>
                <c:pt idx="2099">
                  <c:v>3.3336999999999999E-2</c:v>
                </c:pt>
                <c:pt idx="2100">
                  <c:v>3.65727E-2</c:v>
                </c:pt>
                <c:pt idx="2101">
                  <c:v>3.5338899999999999E-2</c:v>
                </c:pt>
                <c:pt idx="2102">
                  <c:v>3.61876E-2</c:v>
                </c:pt>
                <c:pt idx="2103">
                  <c:v>3.5089299999999997E-2</c:v>
                </c:pt>
                <c:pt idx="2104">
                  <c:v>3.4207600000000005E-2</c:v>
                </c:pt>
                <c:pt idx="2105">
                  <c:v>3.4407500000000001E-2</c:v>
                </c:pt>
                <c:pt idx="2106">
                  <c:v>3.3631799999999996E-2</c:v>
                </c:pt>
                <c:pt idx="2107">
                  <c:v>3.5066800000000002E-2</c:v>
                </c:pt>
                <c:pt idx="2108">
                  <c:v>3.6102499999999996E-2</c:v>
                </c:pt>
                <c:pt idx="2109">
                  <c:v>3.6500100000000001E-2</c:v>
                </c:pt>
                <c:pt idx="2110">
                  <c:v>3.65341E-2</c:v>
                </c:pt>
                <c:pt idx="2111">
                  <c:v>3.9133499999999995E-2</c:v>
                </c:pt>
                <c:pt idx="2112">
                  <c:v>3.9514000000000001E-2</c:v>
                </c:pt>
                <c:pt idx="2113">
                  <c:v>3.72264E-2</c:v>
                </c:pt>
                <c:pt idx="2114">
                  <c:v>3.6366699999999995E-2</c:v>
                </c:pt>
                <c:pt idx="2115">
                  <c:v>3.9224599999999998E-2</c:v>
                </c:pt>
                <c:pt idx="2116">
                  <c:v>3.9630399999999996E-2</c:v>
                </c:pt>
                <c:pt idx="2117">
                  <c:v>4.1045600000000002E-2</c:v>
                </c:pt>
                <c:pt idx="2118">
                  <c:v>4.0144600000000003E-2</c:v>
                </c:pt>
                <c:pt idx="2119">
                  <c:v>4.00825E-2</c:v>
                </c:pt>
                <c:pt idx="2120">
                  <c:v>4.2385100000000002E-2</c:v>
                </c:pt>
                <c:pt idx="2121">
                  <c:v>4.1327599999999999E-2</c:v>
                </c:pt>
                <c:pt idx="2122">
                  <c:v>4.1619799999999998E-2</c:v>
                </c:pt>
                <c:pt idx="2123">
                  <c:v>4.3433199999999998E-2</c:v>
                </c:pt>
                <c:pt idx="2124">
                  <c:v>4.55336E-2</c:v>
                </c:pt>
                <c:pt idx="2125">
                  <c:v>4.3220600000000005E-2</c:v>
                </c:pt>
                <c:pt idx="2126">
                  <c:v>4.36835E-2</c:v>
                </c:pt>
                <c:pt idx="2127">
                  <c:v>4.39335E-2</c:v>
                </c:pt>
                <c:pt idx="2128">
                  <c:v>4.4950200000000003E-2</c:v>
                </c:pt>
                <c:pt idx="2129">
                  <c:v>4.7988099999999999E-2</c:v>
                </c:pt>
                <c:pt idx="2130">
                  <c:v>4.71805E-2</c:v>
                </c:pt>
                <c:pt idx="2131">
                  <c:v>4.5300300000000002E-2</c:v>
                </c:pt>
                <c:pt idx="2132">
                  <c:v>4.6545099999999999E-2</c:v>
                </c:pt>
                <c:pt idx="2133">
                  <c:v>4.6511399999999994E-2</c:v>
                </c:pt>
                <c:pt idx="2134">
                  <c:v>4.6425099999999997E-2</c:v>
                </c:pt>
                <c:pt idx="2135">
                  <c:v>4.3480200000000004E-2</c:v>
                </c:pt>
                <c:pt idx="2136">
                  <c:v>4.2800200000000004E-2</c:v>
                </c:pt>
                <c:pt idx="2137">
                  <c:v>4.14852E-2</c:v>
                </c:pt>
                <c:pt idx="2138">
                  <c:v>4.0482699999999996E-2</c:v>
                </c:pt>
                <c:pt idx="2139">
                  <c:v>3.9666699999999999E-2</c:v>
                </c:pt>
                <c:pt idx="2140">
                  <c:v>3.92536E-2</c:v>
                </c:pt>
                <c:pt idx="2141">
                  <c:v>3.84667E-2</c:v>
                </c:pt>
                <c:pt idx="2142">
                  <c:v>3.74332E-2</c:v>
                </c:pt>
                <c:pt idx="2143">
                  <c:v>3.8802800000000005E-2</c:v>
                </c:pt>
                <c:pt idx="2144">
                  <c:v>3.6751799999999994E-2</c:v>
                </c:pt>
                <c:pt idx="2145">
                  <c:v>3.8047199999999996E-2</c:v>
                </c:pt>
                <c:pt idx="2146">
                  <c:v>3.7095499999999997E-2</c:v>
                </c:pt>
                <c:pt idx="2147">
                  <c:v>3.5703899999999997E-2</c:v>
                </c:pt>
                <c:pt idx="2148">
                  <c:v>3.5975099999999996E-2</c:v>
                </c:pt>
                <c:pt idx="2149">
                  <c:v>3.8050099999999996E-2</c:v>
                </c:pt>
                <c:pt idx="2150">
                  <c:v>3.6634199999999999E-2</c:v>
                </c:pt>
                <c:pt idx="2151">
                  <c:v>3.5756299999999998E-2</c:v>
                </c:pt>
                <c:pt idx="2152">
                  <c:v>3.3514299999999997E-2</c:v>
                </c:pt>
                <c:pt idx="2153">
                  <c:v>3.1029399999999999E-2</c:v>
                </c:pt>
                <c:pt idx="2154">
                  <c:v>3.1515300000000003E-2</c:v>
                </c:pt>
                <c:pt idx="2155">
                  <c:v>3.1800200000000001E-2</c:v>
                </c:pt>
                <c:pt idx="2156">
                  <c:v>3.0603500000000002E-2</c:v>
                </c:pt>
                <c:pt idx="2157">
                  <c:v>2.90026E-2</c:v>
                </c:pt>
                <c:pt idx="2158">
                  <c:v>2.9271300000000004E-2</c:v>
                </c:pt>
                <c:pt idx="2159">
                  <c:v>2.9224200000000002E-2</c:v>
                </c:pt>
                <c:pt idx="2160">
                  <c:v>2.85837E-2</c:v>
                </c:pt>
                <c:pt idx="2161">
                  <c:v>2.91913E-2</c:v>
                </c:pt>
                <c:pt idx="2162">
                  <c:v>2.8751499999999999E-2</c:v>
                </c:pt>
                <c:pt idx="2163">
                  <c:v>2.85837E-2</c:v>
                </c:pt>
                <c:pt idx="2164">
                  <c:v>3.1170800000000002E-2</c:v>
                </c:pt>
                <c:pt idx="2165">
                  <c:v>3.0735199999999997E-2</c:v>
                </c:pt>
                <c:pt idx="2166">
                  <c:v>3.12821E-2</c:v>
                </c:pt>
                <c:pt idx="2167">
                  <c:v>3.0681799999999999E-2</c:v>
                </c:pt>
                <c:pt idx="2168">
                  <c:v>2.9835300000000002E-2</c:v>
                </c:pt>
                <c:pt idx="2169">
                  <c:v>3.0825099999999998E-2</c:v>
                </c:pt>
                <c:pt idx="2170">
                  <c:v>3.0289100000000003E-2</c:v>
                </c:pt>
                <c:pt idx="2171">
                  <c:v>2.87637E-2</c:v>
                </c:pt>
                <c:pt idx="2172">
                  <c:v>2.8650099999999998E-2</c:v>
                </c:pt>
                <c:pt idx="2173">
                  <c:v>2.8588299999999997E-2</c:v>
                </c:pt>
                <c:pt idx="2174">
                  <c:v>2.7115800000000002E-2</c:v>
                </c:pt>
                <c:pt idx="2175">
                  <c:v>2.5643400000000004E-2</c:v>
                </c:pt>
                <c:pt idx="2176">
                  <c:v>2.3393600000000001E-2</c:v>
                </c:pt>
                <c:pt idx="2177">
                  <c:v>2.3004799999999999E-2</c:v>
                </c:pt>
                <c:pt idx="2178">
                  <c:v>2.2856000000000001E-2</c:v>
                </c:pt>
                <c:pt idx="2179">
                  <c:v>2.4167599999999997E-2</c:v>
                </c:pt>
                <c:pt idx="2180">
                  <c:v>2.4166699999999999E-2</c:v>
                </c:pt>
                <c:pt idx="2181">
                  <c:v>2.4906899999999999E-2</c:v>
                </c:pt>
                <c:pt idx="2182">
                  <c:v>2.4200100000000002E-2</c:v>
                </c:pt>
                <c:pt idx="2183">
                  <c:v>2.4117699999999999E-2</c:v>
                </c:pt>
                <c:pt idx="2184">
                  <c:v>2.2200299999999999E-2</c:v>
                </c:pt>
                <c:pt idx="2185">
                  <c:v>2.1587499999999999E-2</c:v>
                </c:pt>
                <c:pt idx="2186">
                  <c:v>2.1124E-2</c:v>
                </c:pt>
                <c:pt idx="2187">
                  <c:v>2.1800299999999998E-2</c:v>
                </c:pt>
                <c:pt idx="2188">
                  <c:v>2.1500200000000001E-2</c:v>
                </c:pt>
                <c:pt idx="2189">
                  <c:v>2.1500200000000001E-2</c:v>
                </c:pt>
                <c:pt idx="2190">
                  <c:v>2.0866900000000001E-2</c:v>
                </c:pt>
                <c:pt idx="2191">
                  <c:v>2.0992199999999999E-2</c:v>
                </c:pt>
                <c:pt idx="2192">
                  <c:v>2.0842199999999998E-2</c:v>
                </c:pt>
                <c:pt idx="2193">
                  <c:v>2.01665E-2</c:v>
                </c:pt>
                <c:pt idx="2194">
                  <c:v>1.86838E-2</c:v>
                </c:pt>
                <c:pt idx="2195">
                  <c:v>1.84502E-2</c:v>
                </c:pt>
                <c:pt idx="2196">
                  <c:v>1.9239900000000001E-2</c:v>
                </c:pt>
                <c:pt idx="2197">
                  <c:v>1.8924700000000003E-2</c:v>
                </c:pt>
                <c:pt idx="2198">
                  <c:v>1.8266000000000001E-2</c:v>
                </c:pt>
                <c:pt idx="2199">
                  <c:v>1.8783999999999999E-2</c:v>
                </c:pt>
                <c:pt idx="2200">
                  <c:v>1.8565199999999997E-2</c:v>
                </c:pt>
                <c:pt idx="2201">
                  <c:v>1.8344300000000001E-2</c:v>
                </c:pt>
                <c:pt idx="2202">
                  <c:v>1.8060699999999999E-2</c:v>
                </c:pt>
                <c:pt idx="2203">
                  <c:v>1.8257200000000001E-2</c:v>
                </c:pt>
                <c:pt idx="2204">
                  <c:v>1.8738399999999999E-2</c:v>
                </c:pt>
                <c:pt idx="2205">
                  <c:v>1.9538399999999997E-2</c:v>
                </c:pt>
                <c:pt idx="2206">
                  <c:v>1.9906500000000001E-2</c:v>
                </c:pt>
                <c:pt idx="2207">
                  <c:v>1.94842E-2</c:v>
                </c:pt>
                <c:pt idx="2208">
                  <c:v>1.9689699999999997E-2</c:v>
                </c:pt>
                <c:pt idx="2209">
                  <c:v>2.1555999999999999E-2</c:v>
                </c:pt>
                <c:pt idx="2210">
                  <c:v>2.10294E-2</c:v>
                </c:pt>
                <c:pt idx="2211">
                  <c:v>1.95316E-2</c:v>
                </c:pt>
                <c:pt idx="2212">
                  <c:v>1.8912200000000001E-2</c:v>
                </c:pt>
                <c:pt idx="2213">
                  <c:v>1.8473099999999999E-2</c:v>
                </c:pt>
                <c:pt idx="2214">
                  <c:v>1.77217E-2</c:v>
                </c:pt>
                <c:pt idx="2215">
                  <c:v>1.7666399999999999E-2</c:v>
                </c:pt>
                <c:pt idx="2216">
                  <c:v>1.7575899999999998E-2</c:v>
                </c:pt>
                <c:pt idx="2217">
                  <c:v>1.82183E-2</c:v>
                </c:pt>
                <c:pt idx="2218">
                  <c:v>1.8183500000000002E-2</c:v>
                </c:pt>
                <c:pt idx="2219">
                  <c:v>1.8183500000000002E-2</c:v>
                </c:pt>
                <c:pt idx="2220">
                  <c:v>1.9379900000000002E-2</c:v>
                </c:pt>
                <c:pt idx="2221">
                  <c:v>2.0321100000000002E-2</c:v>
                </c:pt>
                <c:pt idx="2222">
                  <c:v>1.9828200000000001E-2</c:v>
                </c:pt>
                <c:pt idx="2223">
                  <c:v>2.0229799999999999E-2</c:v>
                </c:pt>
                <c:pt idx="2224">
                  <c:v>1.9716399999999999E-2</c:v>
                </c:pt>
                <c:pt idx="2225">
                  <c:v>1.9140999999999998E-2</c:v>
                </c:pt>
                <c:pt idx="2226">
                  <c:v>1.8508799999999999E-2</c:v>
                </c:pt>
                <c:pt idx="2227">
                  <c:v>1.85174E-2</c:v>
                </c:pt>
                <c:pt idx="2228">
                  <c:v>1.8363900000000002E-2</c:v>
                </c:pt>
                <c:pt idx="2229">
                  <c:v>1.7669300000000002E-2</c:v>
                </c:pt>
                <c:pt idx="2230">
                  <c:v>1.7115399999999999E-2</c:v>
                </c:pt>
                <c:pt idx="2231">
                  <c:v>1.7421499999999999E-2</c:v>
                </c:pt>
                <c:pt idx="2232">
                  <c:v>1.57453E-2</c:v>
                </c:pt>
                <c:pt idx="2233">
                  <c:v>1.5816799999999999E-2</c:v>
                </c:pt>
                <c:pt idx="2234">
                  <c:v>1.4975499999999999E-2</c:v>
                </c:pt>
                <c:pt idx="2235">
                  <c:v>1.4983600000000001E-2</c:v>
                </c:pt>
                <c:pt idx="2236">
                  <c:v>1.5483000000000002E-2</c:v>
                </c:pt>
                <c:pt idx="2237">
                  <c:v>1.49417E-2</c:v>
                </c:pt>
                <c:pt idx="2238">
                  <c:v>1.47341E-2</c:v>
                </c:pt>
                <c:pt idx="2239">
                  <c:v>1.2805199999999999E-2</c:v>
                </c:pt>
                <c:pt idx="2240">
                  <c:v>1.2826499999999999E-2</c:v>
                </c:pt>
                <c:pt idx="2241">
                  <c:v>1.2682599999999999E-2</c:v>
                </c:pt>
                <c:pt idx="2242">
                  <c:v>1.3331600000000001E-2</c:v>
                </c:pt>
                <c:pt idx="2243">
                  <c:v>1.22772E-2</c:v>
                </c:pt>
                <c:pt idx="2244">
                  <c:v>1.2885800000000001E-2</c:v>
                </c:pt>
                <c:pt idx="2245">
                  <c:v>1.4260200000000001E-2</c:v>
                </c:pt>
                <c:pt idx="2246">
                  <c:v>1.4171899999999999E-2</c:v>
                </c:pt>
                <c:pt idx="2247">
                  <c:v>1.3927000000000002E-2</c:v>
                </c:pt>
                <c:pt idx="2248">
                  <c:v>1.4400100000000001E-2</c:v>
                </c:pt>
                <c:pt idx="2249">
                  <c:v>1.5078899999999999E-2</c:v>
                </c:pt>
                <c:pt idx="2250">
                  <c:v>1.43126E-2</c:v>
                </c:pt>
                <c:pt idx="2251">
                  <c:v>1.47388E-2</c:v>
                </c:pt>
                <c:pt idx="2252">
                  <c:v>1.4443600000000001E-2</c:v>
                </c:pt>
                <c:pt idx="2253">
                  <c:v>1.3663E-2</c:v>
                </c:pt>
                <c:pt idx="2254">
                  <c:v>1.34424E-2</c:v>
                </c:pt>
                <c:pt idx="2255">
                  <c:v>1.3281800000000002E-2</c:v>
                </c:pt>
                <c:pt idx="2256">
                  <c:v>1.37626E-2</c:v>
                </c:pt>
                <c:pt idx="2257">
                  <c:v>1.3879799999999999E-2</c:v>
                </c:pt>
                <c:pt idx="2258">
                  <c:v>1.4116800000000001E-2</c:v>
                </c:pt>
                <c:pt idx="2259">
                  <c:v>1.4706299999999999E-2</c:v>
                </c:pt>
                <c:pt idx="2260">
                  <c:v>1.5418899999999999E-2</c:v>
                </c:pt>
                <c:pt idx="2261">
                  <c:v>1.52502E-2</c:v>
                </c:pt>
                <c:pt idx="2262">
                  <c:v>1.4371399999999999E-2</c:v>
                </c:pt>
                <c:pt idx="2263">
                  <c:v>1.40772E-2</c:v>
                </c:pt>
                <c:pt idx="2264">
                  <c:v>1.41005E-2</c:v>
                </c:pt>
                <c:pt idx="2265">
                  <c:v>1.31202E-2</c:v>
                </c:pt>
                <c:pt idx="2266">
                  <c:v>1.3016100000000001E-2</c:v>
                </c:pt>
                <c:pt idx="2267">
                  <c:v>1.2974600000000001E-2</c:v>
                </c:pt>
                <c:pt idx="2268">
                  <c:v>1.31618E-2</c:v>
                </c:pt>
                <c:pt idx="2269">
                  <c:v>1.27835E-2</c:v>
                </c:pt>
                <c:pt idx="2270">
                  <c:v>1.2389900000000001E-2</c:v>
                </c:pt>
                <c:pt idx="2271">
                  <c:v>1.1837500000000001E-2</c:v>
                </c:pt>
                <c:pt idx="2272">
                  <c:v>1.2220099999999999E-2</c:v>
                </c:pt>
                <c:pt idx="2273">
                  <c:v>1.22852E-2</c:v>
                </c:pt>
                <c:pt idx="2274">
                  <c:v>1.29243E-2</c:v>
                </c:pt>
                <c:pt idx="2275">
                  <c:v>1.27244E-2</c:v>
                </c:pt>
                <c:pt idx="2276">
                  <c:v>1.3139599999999998E-2</c:v>
                </c:pt>
                <c:pt idx="2277">
                  <c:v>1.3805899999999999E-2</c:v>
                </c:pt>
                <c:pt idx="2278">
                  <c:v>1.4115199999999998E-2</c:v>
                </c:pt>
                <c:pt idx="2279">
                  <c:v>1.4030299999999999E-2</c:v>
                </c:pt>
                <c:pt idx="2280">
                  <c:v>1.3769499999999999E-2</c:v>
                </c:pt>
                <c:pt idx="2281">
                  <c:v>1.3406E-2</c:v>
                </c:pt>
                <c:pt idx="2282">
                  <c:v>1.43184E-2</c:v>
                </c:pt>
                <c:pt idx="2283">
                  <c:v>1.4181399999999999E-2</c:v>
                </c:pt>
                <c:pt idx="2284">
                  <c:v>1.3219399999999999E-2</c:v>
                </c:pt>
                <c:pt idx="2285">
                  <c:v>1.2306000000000001E-2</c:v>
                </c:pt>
                <c:pt idx="2286">
                  <c:v>1.2828399999999998E-2</c:v>
                </c:pt>
                <c:pt idx="2287">
                  <c:v>1.22796E-2</c:v>
                </c:pt>
                <c:pt idx="2288">
                  <c:v>1.22191E-2</c:v>
                </c:pt>
                <c:pt idx="2289">
                  <c:v>1.2216100000000001E-2</c:v>
                </c:pt>
                <c:pt idx="2290">
                  <c:v>1.2276800000000001E-2</c:v>
                </c:pt>
                <c:pt idx="2291">
                  <c:v>1.18598E-2</c:v>
                </c:pt>
                <c:pt idx="2292">
                  <c:v>1.2223099999999999E-2</c:v>
                </c:pt>
                <c:pt idx="2293">
                  <c:v>1.25679E-2</c:v>
                </c:pt>
                <c:pt idx="2294">
                  <c:v>1.22255E-2</c:v>
                </c:pt>
                <c:pt idx="2295">
                  <c:v>1.27247E-2</c:v>
                </c:pt>
                <c:pt idx="2296">
                  <c:v>1.3395500000000001E-2</c:v>
                </c:pt>
                <c:pt idx="2297">
                  <c:v>1.3244999999999998E-2</c:v>
                </c:pt>
                <c:pt idx="2298">
                  <c:v>1.3427000000000001E-2</c:v>
                </c:pt>
                <c:pt idx="2299">
                  <c:v>1.4604300000000001E-2</c:v>
                </c:pt>
                <c:pt idx="2300">
                  <c:v>1.4925600000000001E-2</c:v>
                </c:pt>
                <c:pt idx="2301">
                  <c:v>1.51316E-2</c:v>
                </c:pt>
                <c:pt idx="2302">
                  <c:v>1.4053999999999999E-2</c:v>
                </c:pt>
                <c:pt idx="2303">
                  <c:v>1.4430500000000001E-2</c:v>
                </c:pt>
                <c:pt idx="2304">
                  <c:v>1.4219300000000001E-2</c:v>
                </c:pt>
                <c:pt idx="2305">
                  <c:v>1.4455600000000001E-2</c:v>
                </c:pt>
                <c:pt idx="2306">
                  <c:v>1.4021299999999999E-2</c:v>
                </c:pt>
                <c:pt idx="2307">
                  <c:v>1.41566E-2</c:v>
                </c:pt>
                <c:pt idx="2308">
                  <c:v>1.3785400000000001E-2</c:v>
                </c:pt>
                <c:pt idx="2309">
                  <c:v>1.27101E-2</c:v>
                </c:pt>
                <c:pt idx="2310">
                  <c:v>1.2503100000000001E-2</c:v>
                </c:pt>
                <c:pt idx="2311">
                  <c:v>1.2452700000000001E-2</c:v>
                </c:pt>
                <c:pt idx="2312">
                  <c:v>1.2807499999999999E-2</c:v>
                </c:pt>
                <c:pt idx="2313">
                  <c:v>1.27703E-2</c:v>
                </c:pt>
                <c:pt idx="2314">
                  <c:v>1.22557E-2</c:v>
                </c:pt>
                <c:pt idx="2315">
                  <c:v>1.2301699999999999E-2</c:v>
                </c:pt>
                <c:pt idx="2316">
                  <c:v>1.22329E-2</c:v>
                </c:pt>
                <c:pt idx="2317">
                  <c:v>1.24834E-2</c:v>
                </c:pt>
                <c:pt idx="2318">
                  <c:v>1.23908E-2</c:v>
                </c:pt>
                <c:pt idx="2319">
                  <c:v>1.20789E-2</c:v>
                </c:pt>
                <c:pt idx="2320">
                  <c:v>1.21596E-2</c:v>
                </c:pt>
                <c:pt idx="2321">
                  <c:v>1.22653E-2</c:v>
                </c:pt>
                <c:pt idx="2322">
                  <c:v>1.2121399999999999E-2</c:v>
                </c:pt>
                <c:pt idx="2323">
                  <c:v>1.32458E-2</c:v>
                </c:pt>
                <c:pt idx="2324">
                  <c:v>1.3150499999999999E-2</c:v>
                </c:pt>
                <c:pt idx="2325">
                  <c:v>1.2404200000000001E-2</c:v>
                </c:pt>
                <c:pt idx="2326">
                  <c:v>1.2324699999999999E-2</c:v>
                </c:pt>
                <c:pt idx="2327">
                  <c:v>1.27846E-2</c:v>
                </c:pt>
                <c:pt idx="2328">
                  <c:v>1.2549599999999999E-2</c:v>
                </c:pt>
                <c:pt idx="2329">
                  <c:v>1.2548800000000001E-2</c:v>
                </c:pt>
                <c:pt idx="2330">
                  <c:v>1.2743000000000001E-2</c:v>
                </c:pt>
                <c:pt idx="2331">
                  <c:v>1.2886000000000002E-2</c:v>
                </c:pt>
                <c:pt idx="2332">
                  <c:v>1.2871E-2</c:v>
                </c:pt>
                <c:pt idx="2333">
                  <c:v>1.2713E-2</c:v>
                </c:pt>
                <c:pt idx="2334">
                  <c:v>1.2397400000000001E-2</c:v>
                </c:pt>
                <c:pt idx="2335">
                  <c:v>1.22352E-2</c:v>
                </c:pt>
                <c:pt idx="2336">
                  <c:v>1.2400400000000001E-2</c:v>
                </c:pt>
                <c:pt idx="2337">
                  <c:v>1.28678E-2</c:v>
                </c:pt>
                <c:pt idx="2338">
                  <c:v>1.2711E-2</c:v>
                </c:pt>
                <c:pt idx="2339">
                  <c:v>1.2523399999999999E-2</c:v>
                </c:pt>
                <c:pt idx="2340">
                  <c:v>1.22836E-2</c:v>
                </c:pt>
                <c:pt idx="2341">
                  <c:v>1.24682E-2</c:v>
                </c:pt>
                <c:pt idx="2342">
                  <c:v>1.2421E-2</c:v>
                </c:pt>
                <c:pt idx="2343">
                  <c:v>1.2287000000000001E-2</c:v>
                </c:pt>
                <c:pt idx="2344">
                  <c:v>1.2397499999999999E-2</c:v>
                </c:pt>
                <c:pt idx="2345">
                  <c:v>1.2315900000000001E-2</c:v>
                </c:pt>
                <c:pt idx="2346">
                  <c:v>1.2335800000000001E-2</c:v>
                </c:pt>
                <c:pt idx="2347">
                  <c:v>1.2352E-2</c:v>
                </c:pt>
                <c:pt idx="2348">
                  <c:v>1.23366E-2</c:v>
                </c:pt>
                <c:pt idx="2349">
                  <c:v>1.16516E-2</c:v>
                </c:pt>
                <c:pt idx="2350">
                  <c:v>1.1815900000000001E-2</c:v>
                </c:pt>
                <c:pt idx="2351">
                  <c:v>1.17833E-2</c:v>
                </c:pt>
                <c:pt idx="2352">
                  <c:v>1.16601E-2</c:v>
                </c:pt>
                <c:pt idx="2353">
                  <c:v>1.15589E-2</c:v>
                </c:pt>
                <c:pt idx="2354">
                  <c:v>1.1552400000000001E-2</c:v>
                </c:pt>
                <c:pt idx="2355">
                  <c:v>1.19991E-2</c:v>
                </c:pt>
                <c:pt idx="2356">
                  <c:v>1.19629E-2</c:v>
                </c:pt>
                <c:pt idx="2357">
                  <c:v>1.2419400000000001E-2</c:v>
                </c:pt>
                <c:pt idx="2358">
                  <c:v>1.29272E-2</c:v>
                </c:pt>
                <c:pt idx="2359">
                  <c:v>1.28808E-2</c:v>
                </c:pt>
                <c:pt idx="2360">
                  <c:v>1.25101E-2</c:v>
                </c:pt>
                <c:pt idx="2361">
                  <c:v>1.2837000000000001E-2</c:v>
                </c:pt>
                <c:pt idx="2362">
                  <c:v>1.3359999999999999E-2</c:v>
                </c:pt>
                <c:pt idx="2363">
                  <c:v>1.3760700000000001E-2</c:v>
                </c:pt>
                <c:pt idx="2364">
                  <c:v>1.3075100000000001E-2</c:v>
                </c:pt>
                <c:pt idx="2365">
                  <c:v>1.37655E-2</c:v>
                </c:pt>
                <c:pt idx="2366">
                  <c:v>1.3817400000000001E-2</c:v>
                </c:pt>
                <c:pt idx="2367">
                  <c:v>1.43667E-2</c:v>
                </c:pt>
                <c:pt idx="2368">
                  <c:v>1.4591900000000001E-2</c:v>
                </c:pt>
                <c:pt idx="2369">
                  <c:v>1.41143E-2</c:v>
                </c:pt>
                <c:pt idx="2370">
                  <c:v>1.3685599999999999E-2</c:v>
                </c:pt>
                <c:pt idx="2371">
                  <c:v>1.38446E-2</c:v>
                </c:pt>
                <c:pt idx="2372">
                  <c:v>1.52166E-2</c:v>
                </c:pt>
                <c:pt idx="2373">
                  <c:v>1.5064500000000002E-2</c:v>
                </c:pt>
                <c:pt idx="2374">
                  <c:v>1.5734000000000001E-2</c:v>
                </c:pt>
                <c:pt idx="2375">
                  <c:v>1.4702600000000001E-2</c:v>
                </c:pt>
                <c:pt idx="2376">
                  <c:v>1.4220699999999999E-2</c:v>
                </c:pt>
                <c:pt idx="2377">
                  <c:v>1.3843899999999999E-2</c:v>
                </c:pt>
                <c:pt idx="2378">
                  <c:v>1.4147499999999999E-2</c:v>
                </c:pt>
                <c:pt idx="2379">
                  <c:v>1.41335E-2</c:v>
                </c:pt>
                <c:pt idx="2380">
                  <c:v>1.36951E-2</c:v>
                </c:pt>
                <c:pt idx="2381">
                  <c:v>1.37716E-2</c:v>
                </c:pt>
                <c:pt idx="2382">
                  <c:v>1.3663099999999999E-2</c:v>
                </c:pt>
                <c:pt idx="2383">
                  <c:v>1.3381800000000001E-2</c:v>
                </c:pt>
                <c:pt idx="2384">
                  <c:v>1.3087399999999999E-2</c:v>
                </c:pt>
                <c:pt idx="2385">
                  <c:v>1.3495599999999998E-2</c:v>
                </c:pt>
                <c:pt idx="2386">
                  <c:v>1.3384E-2</c:v>
                </c:pt>
                <c:pt idx="2387">
                  <c:v>1.32482E-2</c:v>
                </c:pt>
                <c:pt idx="2388">
                  <c:v>1.31644E-2</c:v>
                </c:pt>
                <c:pt idx="2389">
                  <c:v>1.2764900000000001E-2</c:v>
                </c:pt>
                <c:pt idx="2390">
                  <c:v>1.2855699999999999E-2</c:v>
                </c:pt>
                <c:pt idx="2391">
                  <c:v>1.2837399999999999E-2</c:v>
                </c:pt>
                <c:pt idx="2392">
                  <c:v>1.2676E-2</c:v>
                </c:pt>
                <c:pt idx="2393">
                  <c:v>1.2380800000000001E-2</c:v>
                </c:pt>
                <c:pt idx="2394">
                  <c:v>1.17555E-2</c:v>
                </c:pt>
                <c:pt idx="2395">
                  <c:v>1.1728300000000001E-2</c:v>
                </c:pt>
                <c:pt idx="2396">
                  <c:v>1.16487E-2</c:v>
                </c:pt>
                <c:pt idx="2397">
                  <c:v>1.16113E-2</c:v>
                </c:pt>
                <c:pt idx="2398">
                  <c:v>1.16399E-2</c:v>
                </c:pt>
                <c:pt idx="2399">
                  <c:v>1.1867300000000001E-2</c:v>
                </c:pt>
                <c:pt idx="2400">
                  <c:v>1.17289E-2</c:v>
                </c:pt>
                <c:pt idx="2401">
                  <c:v>1.15298E-2</c:v>
                </c:pt>
                <c:pt idx="2402">
                  <c:v>1.15009E-2</c:v>
                </c:pt>
                <c:pt idx="2403">
                  <c:v>1.1839000000000001E-2</c:v>
                </c:pt>
                <c:pt idx="2404">
                  <c:v>1.2256900000000001E-2</c:v>
                </c:pt>
                <c:pt idx="2405">
                  <c:v>1.2203400000000001E-2</c:v>
                </c:pt>
                <c:pt idx="2406">
                  <c:v>1.2503799999999999E-2</c:v>
                </c:pt>
                <c:pt idx="2407">
                  <c:v>1.2600799999999999E-2</c:v>
                </c:pt>
                <c:pt idx="2408">
                  <c:v>1.3009200000000002E-2</c:v>
                </c:pt>
                <c:pt idx="2409">
                  <c:v>1.28863E-2</c:v>
                </c:pt>
                <c:pt idx="2410">
                  <c:v>1.27522E-2</c:v>
                </c:pt>
                <c:pt idx="2411">
                  <c:v>1.27834E-2</c:v>
                </c:pt>
                <c:pt idx="2412">
                  <c:v>1.23809E-2</c:v>
                </c:pt>
                <c:pt idx="2413">
                  <c:v>1.24475E-2</c:v>
                </c:pt>
                <c:pt idx="2414">
                  <c:v>1.16715E-2</c:v>
                </c:pt>
                <c:pt idx="2415">
                  <c:v>1.19425E-2</c:v>
                </c:pt>
                <c:pt idx="2416">
                  <c:v>1.2284399999999999E-2</c:v>
                </c:pt>
                <c:pt idx="2417">
                  <c:v>1.2226799999999999E-2</c:v>
                </c:pt>
                <c:pt idx="2418">
                  <c:v>1.19912E-2</c:v>
                </c:pt>
                <c:pt idx="2419">
                  <c:v>1.1864100000000001E-2</c:v>
                </c:pt>
                <c:pt idx="2420">
                  <c:v>1.1556100000000001E-2</c:v>
                </c:pt>
                <c:pt idx="2421">
                  <c:v>1.13486E-2</c:v>
                </c:pt>
                <c:pt idx="2422">
                  <c:v>1.06798E-2</c:v>
                </c:pt>
                <c:pt idx="2423">
                  <c:v>1.11006E-2</c:v>
                </c:pt>
                <c:pt idx="2424">
                  <c:v>1.11486E-2</c:v>
                </c:pt>
                <c:pt idx="2425">
                  <c:v>1.0817400000000001E-2</c:v>
                </c:pt>
                <c:pt idx="2426">
                  <c:v>1.1027800000000001E-2</c:v>
                </c:pt>
                <c:pt idx="2427">
                  <c:v>1.1359300000000001E-2</c:v>
                </c:pt>
                <c:pt idx="2428">
                  <c:v>1.13642E-2</c:v>
                </c:pt>
                <c:pt idx="2429">
                  <c:v>1.1506199999999999E-2</c:v>
                </c:pt>
                <c:pt idx="2430">
                  <c:v>1.265E-2</c:v>
                </c:pt>
                <c:pt idx="2431">
                  <c:v>1.22089E-2</c:v>
                </c:pt>
                <c:pt idx="2432">
                  <c:v>1.1905500000000001E-2</c:v>
                </c:pt>
                <c:pt idx="2433">
                  <c:v>1.21508E-2</c:v>
                </c:pt>
                <c:pt idx="2434">
                  <c:v>1.1726500000000001E-2</c:v>
                </c:pt>
                <c:pt idx="2435">
                  <c:v>1.2763500000000001E-2</c:v>
                </c:pt>
                <c:pt idx="2436">
                  <c:v>1.3272300000000001E-2</c:v>
                </c:pt>
                <c:pt idx="2437">
                  <c:v>1.52552E-2</c:v>
                </c:pt>
                <c:pt idx="2438">
                  <c:v>1.5228999999999999E-2</c:v>
                </c:pt>
                <c:pt idx="2439">
                  <c:v>1.26634E-2</c:v>
                </c:pt>
                <c:pt idx="2440">
                  <c:v>1.26658E-2</c:v>
                </c:pt>
                <c:pt idx="2441">
                  <c:v>1.1645600000000001E-2</c:v>
                </c:pt>
                <c:pt idx="2442">
                  <c:v>1.196E-2</c:v>
                </c:pt>
                <c:pt idx="2443">
                  <c:v>1.30264E-2</c:v>
                </c:pt>
                <c:pt idx="2444">
                  <c:v>1.31567E-2</c:v>
                </c:pt>
                <c:pt idx="2445">
                  <c:v>1.41452E-2</c:v>
                </c:pt>
                <c:pt idx="2446">
                  <c:v>1.4216700000000001E-2</c:v>
                </c:pt>
                <c:pt idx="2447">
                  <c:v>1.54103E-2</c:v>
                </c:pt>
                <c:pt idx="2448">
                  <c:v>1.48951E-2</c:v>
                </c:pt>
                <c:pt idx="2449">
                  <c:v>1.4605400000000001E-2</c:v>
                </c:pt>
                <c:pt idx="2450">
                  <c:v>1.4886699999999999E-2</c:v>
                </c:pt>
                <c:pt idx="2451">
                  <c:v>1.4069300000000002E-2</c:v>
                </c:pt>
                <c:pt idx="2452">
                  <c:v>1.3249500000000001E-2</c:v>
                </c:pt>
                <c:pt idx="2453">
                  <c:v>1.33934E-2</c:v>
                </c:pt>
                <c:pt idx="2454">
                  <c:v>1.3520799999999999E-2</c:v>
                </c:pt>
                <c:pt idx="2455">
                  <c:v>1.375E-2</c:v>
                </c:pt>
                <c:pt idx="2456">
                  <c:v>1.3399299999999999E-2</c:v>
                </c:pt>
                <c:pt idx="2457">
                  <c:v>1.32745E-2</c:v>
                </c:pt>
                <c:pt idx="2458">
                  <c:v>1.4575100000000001E-2</c:v>
                </c:pt>
                <c:pt idx="2459">
                  <c:v>1.4741399999999998E-2</c:v>
                </c:pt>
                <c:pt idx="2460">
                  <c:v>1.47435E-2</c:v>
                </c:pt>
                <c:pt idx="2461">
                  <c:v>1.44233E-2</c:v>
                </c:pt>
                <c:pt idx="2462">
                  <c:v>1.3968700000000001E-2</c:v>
                </c:pt>
                <c:pt idx="2463">
                  <c:v>1.40772E-2</c:v>
                </c:pt>
                <c:pt idx="2464">
                  <c:v>1.3453100000000001E-2</c:v>
                </c:pt>
                <c:pt idx="2465">
                  <c:v>1.3247999999999999E-2</c:v>
                </c:pt>
                <c:pt idx="2466">
                  <c:v>1.3214699999999999E-2</c:v>
                </c:pt>
                <c:pt idx="2467">
                  <c:v>1.2859899999999999E-2</c:v>
                </c:pt>
                <c:pt idx="2468">
                  <c:v>1.2437399999999999E-2</c:v>
                </c:pt>
                <c:pt idx="2469">
                  <c:v>1.2352E-2</c:v>
                </c:pt>
                <c:pt idx="2470">
                  <c:v>1.27663E-2</c:v>
                </c:pt>
                <c:pt idx="2471">
                  <c:v>1.2713500000000001E-2</c:v>
                </c:pt>
                <c:pt idx="2472">
                  <c:v>1.3310400000000002E-2</c:v>
                </c:pt>
                <c:pt idx="2473">
                  <c:v>1.2759600000000001E-2</c:v>
                </c:pt>
                <c:pt idx="2474">
                  <c:v>1.2611799999999999E-2</c:v>
                </c:pt>
                <c:pt idx="2475">
                  <c:v>1.3656E-2</c:v>
                </c:pt>
                <c:pt idx="2476">
                  <c:v>1.3710499999999999E-2</c:v>
                </c:pt>
                <c:pt idx="2477">
                  <c:v>1.37988E-2</c:v>
                </c:pt>
                <c:pt idx="2478">
                  <c:v>1.3769700000000001E-2</c:v>
                </c:pt>
                <c:pt idx="2479">
                  <c:v>1.37959E-2</c:v>
                </c:pt>
                <c:pt idx="2480">
                  <c:v>1.3680099999999999E-2</c:v>
                </c:pt>
                <c:pt idx="2481">
                  <c:v>1.3179499999999999E-2</c:v>
                </c:pt>
                <c:pt idx="2482">
                  <c:v>1.27496E-2</c:v>
                </c:pt>
                <c:pt idx="2483">
                  <c:v>1.2551699999999999E-2</c:v>
                </c:pt>
                <c:pt idx="2484">
                  <c:v>1.22925E-2</c:v>
                </c:pt>
                <c:pt idx="2485">
                  <c:v>1.16334E-2</c:v>
                </c:pt>
                <c:pt idx="2486">
                  <c:v>1.20045E-2</c:v>
                </c:pt>
                <c:pt idx="2487">
                  <c:v>1.1847E-2</c:v>
                </c:pt>
                <c:pt idx="2488">
                  <c:v>1.21484E-2</c:v>
                </c:pt>
                <c:pt idx="2489">
                  <c:v>1.2186499999999999E-2</c:v>
                </c:pt>
                <c:pt idx="2490">
                  <c:v>1.1640900000000001E-2</c:v>
                </c:pt>
                <c:pt idx="2491">
                  <c:v>1.1702800000000001E-2</c:v>
                </c:pt>
                <c:pt idx="2492">
                  <c:v>1.13156E-2</c:v>
                </c:pt>
                <c:pt idx="2493">
                  <c:v>1.1299E-2</c:v>
                </c:pt>
                <c:pt idx="2494">
                  <c:v>1.0962999999999999E-2</c:v>
                </c:pt>
                <c:pt idx="2495">
                  <c:v>1.09947E-2</c:v>
                </c:pt>
                <c:pt idx="2496">
                  <c:v>1.12575E-2</c:v>
                </c:pt>
                <c:pt idx="2497">
                  <c:v>1.09462E-2</c:v>
                </c:pt>
                <c:pt idx="2498">
                  <c:v>1.0929700000000001E-2</c:v>
                </c:pt>
                <c:pt idx="2499">
                  <c:v>1.04641E-2</c:v>
                </c:pt>
                <c:pt idx="2500">
                  <c:v>1.0616800000000001E-2</c:v>
                </c:pt>
                <c:pt idx="2501">
                  <c:v>1.06155E-2</c:v>
                </c:pt>
                <c:pt idx="2502">
                  <c:v>1.0584699999999999E-2</c:v>
                </c:pt>
                <c:pt idx="2503">
                  <c:v>1.0508100000000001E-2</c:v>
                </c:pt>
                <c:pt idx="2504">
                  <c:v>1.03038E-2</c:v>
                </c:pt>
                <c:pt idx="2505">
                  <c:v>1.0477999999999999E-2</c:v>
                </c:pt>
                <c:pt idx="2506">
                  <c:v>1.0564499999999999E-2</c:v>
                </c:pt>
                <c:pt idx="2507">
                  <c:v>1.0795900000000001E-2</c:v>
                </c:pt>
                <c:pt idx="2508">
                  <c:v>1.10069E-2</c:v>
                </c:pt>
                <c:pt idx="2509">
                  <c:v>1.08682E-2</c:v>
                </c:pt>
                <c:pt idx="2510">
                  <c:v>1.0078400000000001E-2</c:v>
                </c:pt>
                <c:pt idx="2511">
                  <c:v>1.008E-2</c:v>
                </c:pt>
                <c:pt idx="2512">
                  <c:v>1.0123200000000001E-2</c:v>
                </c:pt>
                <c:pt idx="2513">
                  <c:v>1.0037900000000001E-2</c:v>
                </c:pt>
                <c:pt idx="2514">
                  <c:v>9.7038000000000003E-3</c:v>
                </c:pt>
                <c:pt idx="2515">
                  <c:v>1.06385E-2</c:v>
                </c:pt>
                <c:pt idx="2516">
                  <c:v>1.0596599999999999E-2</c:v>
                </c:pt>
                <c:pt idx="2517">
                  <c:v>1.1469199999999999E-2</c:v>
                </c:pt>
                <c:pt idx="2518">
                  <c:v>1.1325700000000001E-2</c:v>
                </c:pt>
                <c:pt idx="2519">
                  <c:v>1.1715300000000001E-2</c:v>
                </c:pt>
                <c:pt idx="2520">
                  <c:v>1.16267E-2</c:v>
                </c:pt>
                <c:pt idx="2521">
                  <c:v>1.09558E-2</c:v>
                </c:pt>
                <c:pt idx="2522">
                  <c:v>1.07837E-2</c:v>
                </c:pt>
                <c:pt idx="2523">
                  <c:v>1.07898E-2</c:v>
                </c:pt>
                <c:pt idx="2524">
                  <c:v>1.07235E-2</c:v>
                </c:pt>
                <c:pt idx="2525">
                  <c:v>1.1326000000000001E-2</c:v>
                </c:pt>
                <c:pt idx="2526">
                  <c:v>1.25135E-2</c:v>
                </c:pt>
                <c:pt idx="2527">
                  <c:v>1.2598699999999999E-2</c:v>
                </c:pt>
                <c:pt idx="2528">
                  <c:v>1.2474500000000001E-2</c:v>
                </c:pt>
                <c:pt idx="2529">
                  <c:v>1.2147100000000001E-2</c:v>
                </c:pt>
                <c:pt idx="2530">
                  <c:v>1.2041899999999999E-2</c:v>
                </c:pt>
                <c:pt idx="2531">
                  <c:v>1.1872499999999999E-2</c:v>
                </c:pt>
                <c:pt idx="2532">
                  <c:v>1.16708E-2</c:v>
                </c:pt>
                <c:pt idx="2533">
                  <c:v>1.31471E-2</c:v>
                </c:pt>
                <c:pt idx="2534">
                  <c:v>1.36115E-2</c:v>
                </c:pt>
                <c:pt idx="2535">
                  <c:v>1.2999E-2</c:v>
                </c:pt>
                <c:pt idx="2536">
                  <c:v>1.1862099999999999E-2</c:v>
                </c:pt>
                <c:pt idx="2537">
                  <c:v>1.2317100000000001E-2</c:v>
                </c:pt>
                <c:pt idx="2538">
                  <c:v>1.18716E-2</c:v>
                </c:pt>
                <c:pt idx="2539">
                  <c:v>1.17468E-2</c:v>
                </c:pt>
                <c:pt idx="2540">
                  <c:v>1.17278E-2</c:v>
                </c:pt>
                <c:pt idx="2541">
                  <c:v>1.1924899999999999E-2</c:v>
                </c:pt>
                <c:pt idx="2542">
                  <c:v>1.20521E-2</c:v>
                </c:pt>
                <c:pt idx="2543">
                  <c:v>1.17124E-2</c:v>
                </c:pt>
                <c:pt idx="2544">
                  <c:v>1.1643199999999999E-2</c:v>
                </c:pt>
                <c:pt idx="2545">
                  <c:v>1.13224E-2</c:v>
                </c:pt>
                <c:pt idx="2546">
                  <c:v>1.10025E-2</c:v>
                </c:pt>
                <c:pt idx="2547">
                  <c:v>1.08404E-2</c:v>
                </c:pt>
                <c:pt idx="2548">
                  <c:v>1.01394E-2</c:v>
                </c:pt>
                <c:pt idx="2549">
                  <c:v>1.02963E-2</c:v>
                </c:pt>
                <c:pt idx="2550">
                  <c:v>9.7355000000000011E-3</c:v>
                </c:pt>
                <c:pt idx="2551">
                  <c:v>9.5180000000000004E-3</c:v>
                </c:pt>
                <c:pt idx="2552">
                  <c:v>9.6867999999999989E-3</c:v>
                </c:pt>
                <c:pt idx="2553">
                  <c:v>1.0038699999999999E-2</c:v>
                </c:pt>
                <c:pt idx="2554">
                  <c:v>1.02778E-2</c:v>
                </c:pt>
                <c:pt idx="2555">
                  <c:v>1.0706100000000001E-2</c:v>
                </c:pt>
                <c:pt idx="2556">
                  <c:v>1.04589E-2</c:v>
                </c:pt>
                <c:pt idx="2557">
                  <c:v>1.03705E-2</c:v>
                </c:pt>
                <c:pt idx="2558">
                  <c:v>1.02921E-2</c:v>
                </c:pt>
                <c:pt idx="2559">
                  <c:v>1.0031699999999999E-2</c:v>
                </c:pt>
                <c:pt idx="2560">
                  <c:v>1.0281100000000001E-2</c:v>
                </c:pt>
                <c:pt idx="2561">
                  <c:v>1.0559600000000001E-2</c:v>
                </c:pt>
                <c:pt idx="2562">
                  <c:v>1.0526000000000001E-2</c:v>
                </c:pt>
                <c:pt idx="2563">
                  <c:v>1.0712399999999999E-2</c:v>
                </c:pt>
                <c:pt idx="2564">
                  <c:v>1.0555200000000001E-2</c:v>
                </c:pt>
                <c:pt idx="2565">
                  <c:v>1.04714E-2</c:v>
                </c:pt>
                <c:pt idx="2566">
                  <c:v>1.02673E-2</c:v>
                </c:pt>
                <c:pt idx="2567">
                  <c:v>9.8461E-3</c:v>
                </c:pt>
                <c:pt idx="2568">
                  <c:v>1.0265E-2</c:v>
                </c:pt>
                <c:pt idx="2569">
                  <c:v>1.1220900000000001E-2</c:v>
                </c:pt>
                <c:pt idx="2570">
                  <c:v>1.1278100000000001E-2</c:v>
                </c:pt>
                <c:pt idx="2571">
                  <c:v>1.13305E-2</c:v>
                </c:pt>
                <c:pt idx="2572">
                  <c:v>1.15625E-2</c:v>
                </c:pt>
                <c:pt idx="2573">
                  <c:v>1.1538E-2</c:v>
                </c:pt>
                <c:pt idx="2574">
                  <c:v>1.1586900000000001E-2</c:v>
                </c:pt>
                <c:pt idx="2575">
                  <c:v>1.24093E-2</c:v>
                </c:pt>
                <c:pt idx="2576">
                  <c:v>1.1982399999999999E-2</c:v>
                </c:pt>
                <c:pt idx="2577">
                  <c:v>1.1750199999999999E-2</c:v>
                </c:pt>
                <c:pt idx="2578">
                  <c:v>1.16592E-2</c:v>
                </c:pt>
                <c:pt idx="2579">
                  <c:v>1.1972700000000001E-2</c:v>
                </c:pt>
                <c:pt idx="2580">
                  <c:v>1.2287600000000001E-2</c:v>
                </c:pt>
                <c:pt idx="2581">
                  <c:v>1.19211E-2</c:v>
                </c:pt>
                <c:pt idx="2582">
                  <c:v>1.2024099999999999E-2</c:v>
                </c:pt>
                <c:pt idx="2583">
                  <c:v>1.23366E-2</c:v>
                </c:pt>
                <c:pt idx="2584">
                  <c:v>1.25361E-2</c:v>
                </c:pt>
                <c:pt idx="2585">
                  <c:v>1.3267900000000001E-2</c:v>
                </c:pt>
                <c:pt idx="2586">
                  <c:v>1.2411799999999999E-2</c:v>
                </c:pt>
                <c:pt idx="2587">
                  <c:v>1.1792E-2</c:v>
                </c:pt>
                <c:pt idx="2588">
                  <c:v>1.1133199999999999E-2</c:v>
                </c:pt>
                <c:pt idx="2589">
                  <c:v>1.12709E-2</c:v>
                </c:pt>
                <c:pt idx="2590">
                  <c:v>1.1232499999999999E-2</c:v>
                </c:pt>
                <c:pt idx="2591">
                  <c:v>1.1346699999999999E-2</c:v>
                </c:pt>
                <c:pt idx="2592">
                  <c:v>1.1613999999999999E-2</c:v>
                </c:pt>
                <c:pt idx="2593">
                  <c:v>1.1576900000000001E-2</c:v>
                </c:pt>
                <c:pt idx="2594">
                  <c:v>1.1741700000000001E-2</c:v>
                </c:pt>
                <c:pt idx="2595">
                  <c:v>1.14939E-2</c:v>
                </c:pt>
                <c:pt idx="2596">
                  <c:v>1.19793E-2</c:v>
                </c:pt>
                <c:pt idx="2597">
                  <c:v>1.17619E-2</c:v>
                </c:pt>
                <c:pt idx="2598">
                  <c:v>1.1663400000000001E-2</c:v>
                </c:pt>
                <c:pt idx="2599">
                  <c:v>1.19393E-2</c:v>
                </c:pt>
                <c:pt idx="2600">
                  <c:v>1.1867300000000001E-2</c:v>
                </c:pt>
                <c:pt idx="2601">
                  <c:v>1.1778E-2</c:v>
                </c:pt>
                <c:pt idx="2602">
                  <c:v>1.1734699999999999E-2</c:v>
                </c:pt>
                <c:pt idx="2603">
                  <c:v>1.19373E-2</c:v>
                </c:pt>
                <c:pt idx="2604">
                  <c:v>1.17363E-2</c:v>
                </c:pt>
                <c:pt idx="2605">
                  <c:v>1.1657800000000001E-2</c:v>
                </c:pt>
                <c:pt idx="2606">
                  <c:v>1.14254E-2</c:v>
                </c:pt>
                <c:pt idx="2607">
                  <c:v>1.13533E-2</c:v>
                </c:pt>
                <c:pt idx="2608">
                  <c:v>1.13008E-2</c:v>
                </c:pt>
                <c:pt idx="2609">
                  <c:v>1.0984499999999999E-2</c:v>
                </c:pt>
                <c:pt idx="2610">
                  <c:v>1.0573900000000001E-2</c:v>
                </c:pt>
                <c:pt idx="2611">
                  <c:v>1.0556600000000001E-2</c:v>
                </c:pt>
                <c:pt idx="2612">
                  <c:v>1.0792299999999999E-2</c:v>
                </c:pt>
                <c:pt idx="2613">
                  <c:v>1.0982599999999999E-2</c:v>
                </c:pt>
                <c:pt idx="2614">
                  <c:v>1.12257E-2</c:v>
                </c:pt>
                <c:pt idx="2615">
                  <c:v>1.0931399999999999E-2</c:v>
                </c:pt>
                <c:pt idx="2616">
                  <c:v>1.0460500000000001E-2</c:v>
                </c:pt>
                <c:pt idx="2617">
                  <c:v>1.0556100000000001E-2</c:v>
                </c:pt>
                <c:pt idx="2618">
                  <c:v>1.0496399999999999E-2</c:v>
                </c:pt>
                <c:pt idx="2619">
                  <c:v>1.06135E-2</c:v>
                </c:pt>
                <c:pt idx="2620">
                  <c:v>1.0508100000000001E-2</c:v>
                </c:pt>
                <c:pt idx="2621">
                  <c:v>1.0848500000000001E-2</c:v>
                </c:pt>
                <c:pt idx="2622">
                  <c:v>1.0951199999999999E-2</c:v>
                </c:pt>
                <c:pt idx="2623">
                  <c:v>1.0699999999999999E-2</c:v>
                </c:pt>
                <c:pt idx="2624">
                  <c:v>1.08209E-2</c:v>
                </c:pt>
                <c:pt idx="2625">
                  <c:v>1.07367E-2</c:v>
                </c:pt>
                <c:pt idx="2626">
                  <c:v>1.0619400000000001E-2</c:v>
                </c:pt>
                <c:pt idx="2627">
                  <c:v>1.09569E-2</c:v>
                </c:pt>
                <c:pt idx="2628">
                  <c:v>1.15254E-2</c:v>
                </c:pt>
                <c:pt idx="2629">
                  <c:v>1.11901E-2</c:v>
                </c:pt>
                <c:pt idx="2630">
                  <c:v>1.0827E-2</c:v>
                </c:pt>
                <c:pt idx="2631">
                  <c:v>1.08658E-2</c:v>
                </c:pt>
                <c:pt idx="2632">
                  <c:v>1.07616E-2</c:v>
                </c:pt>
                <c:pt idx="2633">
                  <c:v>1.06645E-2</c:v>
                </c:pt>
                <c:pt idx="2634">
                  <c:v>1.0833199999999999E-2</c:v>
                </c:pt>
                <c:pt idx="2635">
                  <c:v>1.1047700000000001E-2</c:v>
                </c:pt>
                <c:pt idx="2636">
                  <c:v>1.1517900000000001E-2</c:v>
                </c:pt>
                <c:pt idx="2637">
                  <c:v>1.1843000000000001E-2</c:v>
                </c:pt>
                <c:pt idx="2638">
                  <c:v>1.1948E-2</c:v>
                </c:pt>
                <c:pt idx="2639">
                  <c:v>1.17524E-2</c:v>
                </c:pt>
                <c:pt idx="2640">
                  <c:v>1.15955E-2</c:v>
                </c:pt>
                <c:pt idx="2641">
                  <c:v>1.13253E-2</c:v>
                </c:pt>
                <c:pt idx="2642">
                  <c:v>1.1181999999999999E-2</c:v>
                </c:pt>
                <c:pt idx="2643">
                  <c:v>1.11E-2</c:v>
                </c:pt>
                <c:pt idx="2644">
                  <c:v>1.11699E-2</c:v>
                </c:pt>
                <c:pt idx="2645">
                  <c:v>1.16788E-2</c:v>
                </c:pt>
                <c:pt idx="2646">
                  <c:v>1.1726200000000001E-2</c:v>
                </c:pt>
                <c:pt idx="2647">
                  <c:v>1.1658E-2</c:v>
                </c:pt>
                <c:pt idx="2648">
                  <c:v>1.13825E-2</c:v>
                </c:pt>
                <c:pt idx="2649">
                  <c:v>1.13335E-2</c:v>
                </c:pt>
                <c:pt idx="2650">
                  <c:v>1.1430500000000001E-2</c:v>
                </c:pt>
                <c:pt idx="2651">
                  <c:v>1.14696E-2</c:v>
                </c:pt>
                <c:pt idx="2652">
                  <c:v>1.0887300000000001E-2</c:v>
                </c:pt>
                <c:pt idx="2653">
                  <c:v>1.1131100000000001E-2</c:v>
                </c:pt>
                <c:pt idx="2654">
                  <c:v>1.12794E-2</c:v>
                </c:pt>
                <c:pt idx="2655">
                  <c:v>1.1142900000000001E-2</c:v>
                </c:pt>
                <c:pt idx="2656">
                  <c:v>1.11492E-2</c:v>
                </c:pt>
                <c:pt idx="2657">
                  <c:v>1.15891E-2</c:v>
                </c:pt>
                <c:pt idx="2658">
                  <c:v>1.16312E-2</c:v>
                </c:pt>
                <c:pt idx="2659">
                  <c:v>1.19179E-2</c:v>
                </c:pt>
                <c:pt idx="2660">
                  <c:v>1.19545E-2</c:v>
                </c:pt>
                <c:pt idx="2661">
                  <c:v>1.22171E-2</c:v>
                </c:pt>
                <c:pt idx="2662">
                  <c:v>1.2085500000000001E-2</c:v>
                </c:pt>
                <c:pt idx="2663">
                  <c:v>1.18961E-2</c:v>
                </c:pt>
                <c:pt idx="2664">
                  <c:v>1.25206E-2</c:v>
                </c:pt>
                <c:pt idx="2665">
                  <c:v>1.28345E-2</c:v>
                </c:pt>
                <c:pt idx="2666">
                  <c:v>1.2840799999999999E-2</c:v>
                </c:pt>
                <c:pt idx="2667">
                  <c:v>1.2586199999999999E-2</c:v>
                </c:pt>
                <c:pt idx="2668">
                  <c:v>1.25395E-2</c:v>
                </c:pt>
                <c:pt idx="2669">
                  <c:v>1.3663999999999999E-2</c:v>
                </c:pt>
                <c:pt idx="2670">
                  <c:v>1.3968700000000001E-2</c:v>
                </c:pt>
                <c:pt idx="2671">
                  <c:v>1.3831100000000001E-2</c:v>
                </c:pt>
                <c:pt idx="2672">
                  <c:v>1.3832400000000002E-2</c:v>
                </c:pt>
                <c:pt idx="2673">
                  <c:v>1.3901499999999999E-2</c:v>
                </c:pt>
                <c:pt idx="2674">
                  <c:v>1.53618E-2</c:v>
                </c:pt>
                <c:pt idx="2675">
                  <c:v>1.5455000000000002E-2</c:v>
                </c:pt>
                <c:pt idx="2676">
                  <c:v>1.50321E-2</c:v>
                </c:pt>
                <c:pt idx="2677">
                  <c:v>1.38546E-2</c:v>
                </c:pt>
                <c:pt idx="2678">
                  <c:v>1.3028399999999999E-2</c:v>
                </c:pt>
                <c:pt idx="2679">
                  <c:v>1.3568500000000001E-2</c:v>
                </c:pt>
                <c:pt idx="2680">
                  <c:v>1.3859700000000001E-2</c:v>
                </c:pt>
                <c:pt idx="2681">
                  <c:v>1.5273599999999998E-2</c:v>
                </c:pt>
                <c:pt idx="2682">
                  <c:v>1.5329300000000001E-2</c:v>
                </c:pt>
                <c:pt idx="2683">
                  <c:v>1.5393299999999999E-2</c:v>
                </c:pt>
                <c:pt idx="2684">
                  <c:v>1.5188E-2</c:v>
                </c:pt>
                <c:pt idx="2685">
                  <c:v>1.5173799999999999E-2</c:v>
                </c:pt>
                <c:pt idx="2686">
                  <c:v>1.4966999999999999E-2</c:v>
                </c:pt>
                <c:pt idx="2687">
                  <c:v>1.4833500000000001E-2</c:v>
                </c:pt>
                <c:pt idx="2688">
                  <c:v>1.48016E-2</c:v>
                </c:pt>
                <c:pt idx="2689">
                  <c:v>1.5291900000000001E-2</c:v>
                </c:pt>
                <c:pt idx="2690">
                  <c:v>1.62408E-2</c:v>
                </c:pt>
                <c:pt idx="2691">
                  <c:v>1.7151699999999999E-2</c:v>
                </c:pt>
                <c:pt idx="2692">
                  <c:v>1.6414999999999999E-2</c:v>
                </c:pt>
                <c:pt idx="2693">
                  <c:v>1.5454300000000001E-2</c:v>
                </c:pt>
                <c:pt idx="2694">
                  <c:v>1.5536299999999999E-2</c:v>
                </c:pt>
                <c:pt idx="2695">
                  <c:v>1.5346500000000001E-2</c:v>
                </c:pt>
                <c:pt idx="2696">
                  <c:v>1.4732400000000001E-2</c:v>
                </c:pt>
                <c:pt idx="2697">
                  <c:v>1.4177699999999998E-2</c:v>
                </c:pt>
                <c:pt idx="2698">
                  <c:v>1.3725800000000002E-2</c:v>
                </c:pt>
                <c:pt idx="2699">
                  <c:v>1.35263E-2</c:v>
                </c:pt>
                <c:pt idx="2700">
                  <c:v>1.36708E-2</c:v>
                </c:pt>
                <c:pt idx="2701">
                  <c:v>1.39238E-2</c:v>
                </c:pt>
                <c:pt idx="2702">
                  <c:v>1.3487299999999999E-2</c:v>
                </c:pt>
                <c:pt idx="2703">
                  <c:v>1.3251799999999999E-2</c:v>
                </c:pt>
                <c:pt idx="2704">
                  <c:v>1.3195500000000001E-2</c:v>
                </c:pt>
                <c:pt idx="2705">
                  <c:v>1.3258900000000001E-2</c:v>
                </c:pt>
                <c:pt idx="2706">
                  <c:v>1.30954E-2</c:v>
                </c:pt>
                <c:pt idx="2707">
                  <c:v>1.30773E-2</c:v>
                </c:pt>
                <c:pt idx="2708">
                  <c:v>1.3186000000000002E-2</c:v>
                </c:pt>
                <c:pt idx="2709">
                  <c:v>1.27747E-2</c:v>
                </c:pt>
                <c:pt idx="2710">
                  <c:v>1.26383E-2</c:v>
                </c:pt>
                <c:pt idx="2711">
                  <c:v>1.27685E-2</c:v>
                </c:pt>
                <c:pt idx="2712">
                  <c:v>1.2709699999999999E-2</c:v>
                </c:pt>
                <c:pt idx="2713">
                  <c:v>1.2670000000000001E-2</c:v>
                </c:pt>
                <c:pt idx="2714">
                  <c:v>1.2634999999999999E-2</c:v>
                </c:pt>
                <c:pt idx="2715">
                  <c:v>1.33087E-2</c:v>
                </c:pt>
                <c:pt idx="2716">
                  <c:v>1.4629300000000001E-2</c:v>
                </c:pt>
                <c:pt idx="2717">
                  <c:v>1.4791200000000001E-2</c:v>
                </c:pt>
                <c:pt idx="2718">
                  <c:v>1.4579699999999999E-2</c:v>
                </c:pt>
                <c:pt idx="2719">
                  <c:v>1.63692E-2</c:v>
                </c:pt>
                <c:pt idx="2720">
                  <c:v>1.6903399999999999E-2</c:v>
                </c:pt>
                <c:pt idx="2721">
                  <c:v>1.5158600000000001E-2</c:v>
                </c:pt>
                <c:pt idx="2722">
                  <c:v>1.4264799999999999E-2</c:v>
                </c:pt>
                <c:pt idx="2723">
                  <c:v>1.44528E-2</c:v>
                </c:pt>
                <c:pt idx="2724">
                  <c:v>1.4717099999999999E-2</c:v>
                </c:pt>
                <c:pt idx="2725">
                  <c:v>1.44356E-2</c:v>
                </c:pt>
                <c:pt idx="2726">
                  <c:v>1.45588E-2</c:v>
                </c:pt>
                <c:pt idx="2727">
                  <c:v>1.5118799999999998E-2</c:v>
                </c:pt>
                <c:pt idx="2728">
                  <c:v>1.5000299999999999E-2</c:v>
                </c:pt>
                <c:pt idx="2729">
                  <c:v>1.5149600000000001E-2</c:v>
                </c:pt>
                <c:pt idx="2730">
                  <c:v>1.4491399999999998E-2</c:v>
                </c:pt>
                <c:pt idx="2731">
                  <c:v>1.4569200000000001E-2</c:v>
                </c:pt>
                <c:pt idx="2732">
                  <c:v>1.5007499999999998E-2</c:v>
                </c:pt>
                <c:pt idx="2733">
                  <c:v>1.4983699999999999E-2</c:v>
                </c:pt>
                <c:pt idx="2734">
                  <c:v>1.4673199999999999E-2</c:v>
                </c:pt>
                <c:pt idx="2735">
                  <c:v>1.44017E-2</c:v>
                </c:pt>
                <c:pt idx="2736">
                  <c:v>1.41362E-2</c:v>
                </c:pt>
                <c:pt idx="2737">
                  <c:v>1.3145199999999999E-2</c:v>
                </c:pt>
                <c:pt idx="2738">
                  <c:v>1.31787E-2</c:v>
                </c:pt>
                <c:pt idx="2739">
                  <c:v>1.30335E-2</c:v>
                </c:pt>
                <c:pt idx="2740">
                  <c:v>1.2860699999999999E-2</c:v>
                </c:pt>
                <c:pt idx="2741">
                  <c:v>1.2766400000000001E-2</c:v>
                </c:pt>
                <c:pt idx="2742">
                  <c:v>1.26017E-2</c:v>
                </c:pt>
                <c:pt idx="2743">
                  <c:v>1.2662900000000001E-2</c:v>
                </c:pt>
                <c:pt idx="2744">
                  <c:v>1.2744199999999999E-2</c:v>
                </c:pt>
                <c:pt idx="2745">
                  <c:v>1.28684E-2</c:v>
                </c:pt>
                <c:pt idx="2746">
                  <c:v>1.2643399999999999E-2</c:v>
                </c:pt>
                <c:pt idx="2747">
                  <c:v>1.28761E-2</c:v>
                </c:pt>
                <c:pt idx="2748">
                  <c:v>1.28199E-2</c:v>
                </c:pt>
                <c:pt idx="2749">
                  <c:v>1.28322E-2</c:v>
                </c:pt>
                <c:pt idx="2750">
                  <c:v>1.2744399999999999E-2</c:v>
                </c:pt>
                <c:pt idx="2751">
                  <c:v>1.2912200000000002E-2</c:v>
                </c:pt>
                <c:pt idx="2752">
                  <c:v>1.21087E-2</c:v>
                </c:pt>
                <c:pt idx="2753">
                  <c:v>1.20891E-2</c:v>
                </c:pt>
                <c:pt idx="2754">
                  <c:v>1.2301600000000001E-2</c:v>
                </c:pt>
                <c:pt idx="2755">
                  <c:v>1.2330299999999999E-2</c:v>
                </c:pt>
                <c:pt idx="2756">
                  <c:v>1.24122E-2</c:v>
                </c:pt>
                <c:pt idx="2757">
                  <c:v>1.22641E-2</c:v>
                </c:pt>
                <c:pt idx="2758">
                  <c:v>1.2287099999999999E-2</c:v>
                </c:pt>
                <c:pt idx="2759">
                  <c:v>1.2166700000000001E-2</c:v>
                </c:pt>
                <c:pt idx="2760">
                  <c:v>1.23506E-2</c:v>
                </c:pt>
                <c:pt idx="2761">
                  <c:v>1.24992E-2</c:v>
                </c:pt>
                <c:pt idx="2762">
                  <c:v>1.3964099999999998E-2</c:v>
                </c:pt>
                <c:pt idx="2763">
                  <c:v>1.4256E-2</c:v>
                </c:pt>
                <c:pt idx="2764">
                  <c:v>1.7199799999999998E-2</c:v>
                </c:pt>
                <c:pt idx="2765">
                  <c:v>1.6195400000000002E-2</c:v>
                </c:pt>
                <c:pt idx="2766">
                  <c:v>1.74442E-2</c:v>
                </c:pt>
                <c:pt idx="2767">
                  <c:v>1.7065899999999998E-2</c:v>
                </c:pt>
                <c:pt idx="2768">
                  <c:v>1.6433300000000001E-2</c:v>
                </c:pt>
                <c:pt idx="2769">
                  <c:v>1.4809600000000001E-2</c:v>
                </c:pt>
                <c:pt idx="2770">
                  <c:v>1.4896100000000001E-2</c:v>
                </c:pt>
                <c:pt idx="2771">
                  <c:v>1.4463399999999998E-2</c:v>
                </c:pt>
                <c:pt idx="2772">
                  <c:v>1.5221199999999999E-2</c:v>
                </c:pt>
                <c:pt idx="2773">
                  <c:v>1.5219E-2</c:v>
                </c:pt>
                <c:pt idx="2774">
                  <c:v>1.5882300000000002E-2</c:v>
                </c:pt>
                <c:pt idx="2775">
                  <c:v>1.6312500000000001E-2</c:v>
                </c:pt>
                <c:pt idx="2776">
                  <c:v>1.6902500000000001E-2</c:v>
                </c:pt>
                <c:pt idx="2777">
                  <c:v>1.6997600000000002E-2</c:v>
                </c:pt>
                <c:pt idx="2778">
                  <c:v>1.7124299999999999E-2</c:v>
                </c:pt>
                <c:pt idx="2779">
                  <c:v>1.6712600000000001E-2</c:v>
                </c:pt>
                <c:pt idx="2780">
                  <c:v>1.6080299999999999E-2</c:v>
                </c:pt>
                <c:pt idx="2781">
                  <c:v>1.4844599999999999E-2</c:v>
                </c:pt>
                <c:pt idx="2782">
                  <c:v>1.4800200000000001E-2</c:v>
                </c:pt>
                <c:pt idx="2783">
                  <c:v>1.53995E-2</c:v>
                </c:pt>
                <c:pt idx="2784">
                  <c:v>1.5634499999999999E-2</c:v>
                </c:pt>
                <c:pt idx="2785">
                  <c:v>1.6392400000000001E-2</c:v>
                </c:pt>
                <c:pt idx="2786">
                  <c:v>1.5762200000000001E-2</c:v>
                </c:pt>
                <c:pt idx="2787">
                  <c:v>1.5959600000000001E-2</c:v>
                </c:pt>
                <c:pt idx="2788">
                  <c:v>1.73338E-2</c:v>
                </c:pt>
                <c:pt idx="2789">
                  <c:v>1.7850399999999999E-2</c:v>
                </c:pt>
                <c:pt idx="2790">
                  <c:v>1.7649999999999999E-2</c:v>
                </c:pt>
                <c:pt idx="2791">
                  <c:v>1.7532900000000001E-2</c:v>
                </c:pt>
                <c:pt idx="2792">
                  <c:v>1.69055E-2</c:v>
                </c:pt>
                <c:pt idx="2793">
                  <c:v>1.6483299999999999E-2</c:v>
                </c:pt>
                <c:pt idx="2794">
                  <c:v>1.7070999999999999E-2</c:v>
                </c:pt>
                <c:pt idx="2795">
                  <c:v>1.8093999999999999E-2</c:v>
                </c:pt>
                <c:pt idx="2796">
                  <c:v>2.0335699999999998E-2</c:v>
                </c:pt>
                <c:pt idx="2797">
                  <c:v>2.2143299999999998E-2</c:v>
                </c:pt>
                <c:pt idx="2798">
                  <c:v>2.17159E-2</c:v>
                </c:pt>
                <c:pt idx="2799">
                  <c:v>1.9802299999999998E-2</c:v>
                </c:pt>
                <c:pt idx="2800">
                  <c:v>1.8535099999999999E-2</c:v>
                </c:pt>
                <c:pt idx="2801">
                  <c:v>1.9208900000000001E-2</c:v>
                </c:pt>
                <c:pt idx="2802">
                  <c:v>1.9354900000000001E-2</c:v>
                </c:pt>
                <c:pt idx="2803">
                  <c:v>2.0500399999999998E-2</c:v>
                </c:pt>
                <c:pt idx="2804">
                  <c:v>2.1950000000000001E-2</c:v>
                </c:pt>
                <c:pt idx="2805">
                  <c:v>2.19577E-2</c:v>
                </c:pt>
                <c:pt idx="2806">
                  <c:v>2.0234499999999999E-2</c:v>
                </c:pt>
                <c:pt idx="2807">
                  <c:v>1.9153699999999999E-2</c:v>
                </c:pt>
                <c:pt idx="2808">
                  <c:v>1.8743700000000002E-2</c:v>
                </c:pt>
                <c:pt idx="2809">
                  <c:v>1.84098E-2</c:v>
                </c:pt>
                <c:pt idx="2810">
                  <c:v>1.7597399999999999E-2</c:v>
                </c:pt>
                <c:pt idx="2811">
                  <c:v>1.5027799999999999E-2</c:v>
                </c:pt>
                <c:pt idx="2812">
                  <c:v>1.61087E-2</c:v>
                </c:pt>
                <c:pt idx="2813">
                  <c:v>1.5637999999999999E-2</c:v>
                </c:pt>
                <c:pt idx="2814">
                  <c:v>1.6150600000000001E-2</c:v>
                </c:pt>
                <c:pt idx="2815">
                  <c:v>1.57091E-2</c:v>
                </c:pt>
                <c:pt idx="2816">
                  <c:v>1.57821E-2</c:v>
                </c:pt>
                <c:pt idx="2817">
                  <c:v>1.6720200000000001E-2</c:v>
                </c:pt>
                <c:pt idx="2818">
                  <c:v>1.65159E-2</c:v>
                </c:pt>
                <c:pt idx="2819">
                  <c:v>1.6128099999999999E-2</c:v>
                </c:pt>
                <c:pt idx="2820">
                  <c:v>1.6234499999999999E-2</c:v>
                </c:pt>
                <c:pt idx="2821">
                  <c:v>1.5628200000000002E-2</c:v>
                </c:pt>
                <c:pt idx="2822">
                  <c:v>1.35023E-2</c:v>
                </c:pt>
                <c:pt idx="2823">
                  <c:v>1.3134800000000002E-2</c:v>
                </c:pt>
                <c:pt idx="2824">
                  <c:v>1.4149999999999999E-2</c:v>
                </c:pt>
                <c:pt idx="2825">
                  <c:v>1.5655499999999999E-2</c:v>
                </c:pt>
                <c:pt idx="2826">
                  <c:v>1.5277199999999999E-2</c:v>
                </c:pt>
                <c:pt idx="2827">
                  <c:v>1.4394499999999999E-2</c:v>
                </c:pt>
                <c:pt idx="2828">
                  <c:v>1.4503100000000001E-2</c:v>
                </c:pt>
                <c:pt idx="2829">
                  <c:v>1.47525E-2</c:v>
                </c:pt>
                <c:pt idx="2830">
                  <c:v>1.4568000000000001E-2</c:v>
                </c:pt>
                <c:pt idx="2831">
                  <c:v>1.6675100000000002E-2</c:v>
                </c:pt>
                <c:pt idx="2832">
                  <c:v>1.6153000000000001E-2</c:v>
                </c:pt>
                <c:pt idx="2833">
                  <c:v>1.6040100000000002E-2</c:v>
                </c:pt>
                <c:pt idx="2834">
                  <c:v>1.5928999999999999E-2</c:v>
                </c:pt>
                <c:pt idx="2835">
                  <c:v>1.70102E-2</c:v>
                </c:pt>
                <c:pt idx="2836">
                  <c:v>1.7180600000000001E-2</c:v>
                </c:pt>
                <c:pt idx="2837">
                  <c:v>1.7783299999999998E-2</c:v>
                </c:pt>
                <c:pt idx="2838">
                  <c:v>1.7739899999999999E-2</c:v>
                </c:pt>
                <c:pt idx="2839">
                  <c:v>1.8387999999999998E-2</c:v>
                </c:pt>
                <c:pt idx="2840">
                  <c:v>1.8131899999999999E-2</c:v>
                </c:pt>
                <c:pt idx="2841">
                  <c:v>1.8765299999999999E-2</c:v>
                </c:pt>
                <c:pt idx="2842">
                  <c:v>1.8981600000000001E-2</c:v>
                </c:pt>
                <c:pt idx="2843">
                  <c:v>1.9339599999999998E-2</c:v>
                </c:pt>
                <c:pt idx="2844">
                  <c:v>1.82685E-2</c:v>
                </c:pt>
                <c:pt idx="2845">
                  <c:v>1.8183500000000002E-2</c:v>
                </c:pt>
                <c:pt idx="2846">
                  <c:v>1.6597900000000002E-2</c:v>
                </c:pt>
                <c:pt idx="2847">
                  <c:v>1.6359200000000001E-2</c:v>
                </c:pt>
                <c:pt idx="2848">
                  <c:v>1.5888699999999999E-2</c:v>
                </c:pt>
                <c:pt idx="2849">
                  <c:v>1.5158600000000001E-2</c:v>
                </c:pt>
                <c:pt idx="2850">
                  <c:v>1.5070099999999999E-2</c:v>
                </c:pt>
                <c:pt idx="2851">
                  <c:v>1.4879400000000001E-2</c:v>
                </c:pt>
                <c:pt idx="2852">
                  <c:v>1.5785E-2</c:v>
                </c:pt>
                <c:pt idx="2853">
                  <c:v>1.5488499999999999E-2</c:v>
                </c:pt>
                <c:pt idx="2854">
                  <c:v>1.6615700000000001E-2</c:v>
                </c:pt>
                <c:pt idx="2855">
                  <c:v>1.60778E-2</c:v>
                </c:pt>
                <c:pt idx="2856">
                  <c:v>1.6770799999999999E-2</c:v>
                </c:pt>
                <c:pt idx="2857">
                  <c:v>1.7366999999999997E-2</c:v>
                </c:pt>
                <c:pt idx="2858">
                  <c:v>1.73432E-2</c:v>
                </c:pt>
                <c:pt idx="2859">
                  <c:v>1.76376E-2</c:v>
                </c:pt>
                <c:pt idx="2860">
                  <c:v>1.7098200000000001E-2</c:v>
                </c:pt>
                <c:pt idx="2861">
                  <c:v>1.7232400000000002E-2</c:v>
                </c:pt>
                <c:pt idx="2862">
                  <c:v>1.7386499999999999E-2</c:v>
                </c:pt>
                <c:pt idx="2863">
                  <c:v>1.7434000000000002E-2</c:v>
                </c:pt>
                <c:pt idx="2864">
                  <c:v>1.72677E-2</c:v>
                </c:pt>
                <c:pt idx="2865">
                  <c:v>1.7401E-2</c:v>
                </c:pt>
                <c:pt idx="2866">
                  <c:v>1.7334800000000001E-2</c:v>
                </c:pt>
                <c:pt idx="2867">
                  <c:v>1.73384E-2</c:v>
                </c:pt>
                <c:pt idx="2868">
                  <c:v>1.7242E-2</c:v>
                </c:pt>
                <c:pt idx="2869">
                  <c:v>1.7161300000000001E-2</c:v>
                </c:pt>
                <c:pt idx="2870">
                  <c:v>1.6960699999999999E-2</c:v>
                </c:pt>
                <c:pt idx="2871">
                  <c:v>1.7032599999999998E-2</c:v>
                </c:pt>
                <c:pt idx="2872">
                  <c:v>1.74687E-2</c:v>
                </c:pt>
                <c:pt idx="2873">
                  <c:v>1.7556800000000001E-2</c:v>
                </c:pt>
                <c:pt idx="2874">
                  <c:v>1.7588800000000002E-2</c:v>
                </c:pt>
                <c:pt idx="2875">
                  <c:v>1.7246600000000001E-2</c:v>
                </c:pt>
                <c:pt idx="2876">
                  <c:v>1.7540299999999998E-2</c:v>
                </c:pt>
                <c:pt idx="2877">
                  <c:v>1.7809700000000001E-2</c:v>
                </c:pt>
                <c:pt idx="2878">
                  <c:v>1.83754E-2</c:v>
                </c:pt>
                <c:pt idx="2879">
                  <c:v>1.8441599999999999E-2</c:v>
                </c:pt>
                <c:pt idx="2880">
                  <c:v>1.83438E-2</c:v>
                </c:pt>
                <c:pt idx="2881">
                  <c:v>1.7824900000000001E-2</c:v>
                </c:pt>
                <c:pt idx="2882">
                  <c:v>1.7483600000000002E-2</c:v>
                </c:pt>
                <c:pt idx="2883">
                  <c:v>1.7197799999999999E-2</c:v>
                </c:pt>
                <c:pt idx="2884">
                  <c:v>1.7080699999999997E-2</c:v>
                </c:pt>
                <c:pt idx="2885">
                  <c:v>1.71638E-2</c:v>
                </c:pt>
                <c:pt idx="2886">
                  <c:v>1.695E-2</c:v>
                </c:pt>
                <c:pt idx="2887">
                  <c:v>1.6636999999999999E-2</c:v>
                </c:pt>
                <c:pt idx="2888">
                  <c:v>1.65206E-2</c:v>
                </c:pt>
                <c:pt idx="2889">
                  <c:v>1.6462999999999998E-2</c:v>
                </c:pt>
                <c:pt idx="2890">
                  <c:v>1.6533300000000001E-2</c:v>
                </c:pt>
                <c:pt idx="2891">
                  <c:v>1.6109200000000001E-2</c:v>
                </c:pt>
                <c:pt idx="2892">
                  <c:v>1.61268E-2</c:v>
                </c:pt>
                <c:pt idx="2893">
                  <c:v>1.58225E-2</c:v>
                </c:pt>
                <c:pt idx="2894">
                  <c:v>1.5693499999999999E-2</c:v>
                </c:pt>
                <c:pt idx="2895">
                  <c:v>1.56274E-2</c:v>
                </c:pt>
                <c:pt idx="2896">
                  <c:v>1.54343E-2</c:v>
                </c:pt>
                <c:pt idx="2897">
                  <c:v>1.5402500000000001E-2</c:v>
                </c:pt>
                <c:pt idx="2898">
                  <c:v>1.56583E-2</c:v>
                </c:pt>
                <c:pt idx="2899">
                  <c:v>1.5162399999999999E-2</c:v>
                </c:pt>
                <c:pt idx="2900">
                  <c:v>1.5122999999999999E-2</c:v>
                </c:pt>
                <c:pt idx="2901">
                  <c:v>1.5195400000000001E-2</c:v>
                </c:pt>
                <c:pt idx="2902">
                  <c:v>1.5141499999999999E-2</c:v>
                </c:pt>
                <c:pt idx="2903">
                  <c:v>1.4911699999999998E-2</c:v>
                </c:pt>
                <c:pt idx="2904">
                  <c:v>1.47099E-2</c:v>
                </c:pt>
                <c:pt idx="2905">
                  <c:v>1.4774299999999999E-2</c:v>
                </c:pt>
                <c:pt idx="2906">
                  <c:v>1.4535300000000001E-2</c:v>
                </c:pt>
                <c:pt idx="2907">
                  <c:v>1.4484E-2</c:v>
                </c:pt>
                <c:pt idx="2908">
                  <c:v>1.44505E-2</c:v>
                </c:pt>
                <c:pt idx="2909">
                  <c:v>1.4555999999999999E-2</c:v>
                </c:pt>
                <c:pt idx="2910">
                  <c:v>1.4537999999999999E-2</c:v>
                </c:pt>
                <c:pt idx="2911">
                  <c:v>1.46404E-2</c:v>
                </c:pt>
                <c:pt idx="2912">
                  <c:v>1.41061E-2</c:v>
                </c:pt>
                <c:pt idx="2913">
                  <c:v>1.37004E-2</c:v>
                </c:pt>
                <c:pt idx="2914">
                  <c:v>1.36305E-2</c:v>
                </c:pt>
                <c:pt idx="2915">
                  <c:v>1.4373800000000001E-2</c:v>
                </c:pt>
                <c:pt idx="2916">
                  <c:v>1.3888900000000001E-2</c:v>
                </c:pt>
                <c:pt idx="2917">
                  <c:v>1.3139899999999999E-2</c:v>
                </c:pt>
                <c:pt idx="2918">
                  <c:v>1.30928E-2</c:v>
                </c:pt>
                <c:pt idx="2919">
                  <c:v>1.27858E-2</c:v>
                </c:pt>
                <c:pt idx="2920">
                  <c:v>1.25962E-2</c:v>
                </c:pt>
                <c:pt idx="2921">
                  <c:v>1.23508E-2</c:v>
                </c:pt>
                <c:pt idx="2922">
                  <c:v>1.2341299999999999E-2</c:v>
                </c:pt>
                <c:pt idx="2923">
                  <c:v>1.2071399999999999E-2</c:v>
                </c:pt>
                <c:pt idx="2924">
                  <c:v>1.1506499999999999E-2</c:v>
                </c:pt>
                <c:pt idx="2925">
                  <c:v>1.14333E-2</c:v>
                </c:pt>
                <c:pt idx="2926">
                  <c:v>1.1590600000000001E-2</c:v>
                </c:pt>
                <c:pt idx="2927">
                  <c:v>1.1932999999999999E-2</c:v>
                </c:pt>
                <c:pt idx="2928">
                  <c:v>1.1983499999999999E-2</c:v>
                </c:pt>
                <c:pt idx="2929">
                  <c:v>1.17197E-2</c:v>
                </c:pt>
                <c:pt idx="2930">
                  <c:v>1.20848E-2</c:v>
                </c:pt>
                <c:pt idx="2931">
                  <c:v>1.2245199999999999E-2</c:v>
                </c:pt>
                <c:pt idx="2932">
                  <c:v>1.22624E-2</c:v>
                </c:pt>
                <c:pt idx="2933">
                  <c:v>1.21593E-2</c:v>
                </c:pt>
                <c:pt idx="2934">
                  <c:v>1.21665E-2</c:v>
                </c:pt>
                <c:pt idx="2935">
                  <c:v>1.20883E-2</c:v>
                </c:pt>
                <c:pt idx="2936">
                  <c:v>1.2370300000000001E-2</c:v>
                </c:pt>
                <c:pt idx="2937">
                  <c:v>1.25974E-2</c:v>
                </c:pt>
                <c:pt idx="2938">
                  <c:v>1.2768300000000002E-2</c:v>
                </c:pt>
                <c:pt idx="2939">
                  <c:v>1.3012799999999998E-2</c:v>
                </c:pt>
                <c:pt idx="2940">
                  <c:v>1.35864E-2</c:v>
                </c:pt>
                <c:pt idx="2941">
                  <c:v>1.32779E-2</c:v>
                </c:pt>
                <c:pt idx="2942">
                  <c:v>1.2978299999999998E-2</c:v>
                </c:pt>
                <c:pt idx="2943">
                  <c:v>1.31818E-2</c:v>
                </c:pt>
                <c:pt idx="2944">
                  <c:v>1.33125E-2</c:v>
                </c:pt>
                <c:pt idx="2945">
                  <c:v>1.3093299999999999E-2</c:v>
                </c:pt>
                <c:pt idx="2946">
                  <c:v>1.30951E-2</c:v>
                </c:pt>
                <c:pt idx="2947">
                  <c:v>1.3034E-2</c:v>
                </c:pt>
                <c:pt idx="2948">
                  <c:v>1.2739199999999999E-2</c:v>
                </c:pt>
                <c:pt idx="2949">
                  <c:v>1.28212E-2</c:v>
                </c:pt>
                <c:pt idx="2950">
                  <c:v>1.27896E-2</c:v>
                </c:pt>
                <c:pt idx="2951">
                  <c:v>1.26646E-2</c:v>
                </c:pt>
                <c:pt idx="2952">
                  <c:v>1.24279E-2</c:v>
                </c:pt>
                <c:pt idx="2953">
                  <c:v>1.2301000000000001E-2</c:v>
                </c:pt>
                <c:pt idx="2954">
                  <c:v>1.2375499999999999E-2</c:v>
                </c:pt>
                <c:pt idx="2955">
                  <c:v>1.24E-2</c:v>
                </c:pt>
                <c:pt idx="2956">
                  <c:v>1.22565E-2</c:v>
                </c:pt>
                <c:pt idx="2957">
                  <c:v>1.2242299999999999E-2</c:v>
                </c:pt>
                <c:pt idx="2958">
                  <c:v>1.2315999999999999E-2</c:v>
                </c:pt>
                <c:pt idx="2959">
                  <c:v>1.2478E-2</c:v>
                </c:pt>
                <c:pt idx="2960">
                  <c:v>1.2752100000000001E-2</c:v>
                </c:pt>
                <c:pt idx="2961">
                  <c:v>1.3269700000000001E-2</c:v>
                </c:pt>
                <c:pt idx="2962">
                  <c:v>1.3093700000000002E-2</c:v>
                </c:pt>
                <c:pt idx="2963">
                  <c:v>1.34124E-2</c:v>
                </c:pt>
                <c:pt idx="2964">
                  <c:v>1.3999299999999999E-2</c:v>
                </c:pt>
                <c:pt idx="2965">
                  <c:v>1.5186400000000001E-2</c:v>
                </c:pt>
                <c:pt idx="2966">
                  <c:v>1.5284499999999999E-2</c:v>
                </c:pt>
                <c:pt idx="2967">
                  <c:v>1.5847200000000002E-2</c:v>
                </c:pt>
                <c:pt idx="2968">
                  <c:v>1.57366E-2</c:v>
                </c:pt>
                <c:pt idx="2969">
                  <c:v>1.5286000000000001E-2</c:v>
                </c:pt>
                <c:pt idx="2970">
                  <c:v>1.5839800000000001E-2</c:v>
                </c:pt>
                <c:pt idx="2971">
                  <c:v>1.5927400000000001E-2</c:v>
                </c:pt>
                <c:pt idx="2972">
                  <c:v>1.6033000000000002E-2</c:v>
                </c:pt>
                <c:pt idx="2973">
                  <c:v>1.63289E-2</c:v>
                </c:pt>
                <c:pt idx="2974">
                  <c:v>1.6317700000000001E-2</c:v>
                </c:pt>
                <c:pt idx="2975">
                  <c:v>1.6131899999999998E-2</c:v>
                </c:pt>
                <c:pt idx="2976">
                  <c:v>1.6740700000000001E-2</c:v>
                </c:pt>
                <c:pt idx="2977">
                  <c:v>1.7286099999999999E-2</c:v>
                </c:pt>
                <c:pt idx="2978">
                  <c:v>1.76323E-2</c:v>
                </c:pt>
                <c:pt idx="2979">
                  <c:v>1.75529E-2</c:v>
                </c:pt>
                <c:pt idx="2980">
                  <c:v>1.7350000000000001E-2</c:v>
                </c:pt>
                <c:pt idx="2981">
                  <c:v>1.6166800000000002E-2</c:v>
                </c:pt>
                <c:pt idx="2982">
                  <c:v>1.63559E-2</c:v>
                </c:pt>
                <c:pt idx="2983">
                  <c:v>1.62033E-2</c:v>
                </c:pt>
                <c:pt idx="2984">
                  <c:v>1.65744E-2</c:v>
                </c:pt>
                <c:pt idx="2985">
                  <c:v>1.6070400000000002E-2</c:v>
                </c:pt>
                <c:pt idx="2986">
                  <c:v>1.6405300000000001E-2</c:v>
                </c:pt>
                <c:pt idx="2987">
                  <c:v>1.5557499999999998E-2</c:v>
                </c:pt>
                <c:pt idx="2988">
                  <c:v>1.5628599999999999E-2</c:v>
                </c:pt>
                <c:pt idx="2989">
                  <c:v>1.5569900000000001E-2</c:v>
                </c:pt>
                <c:pt idx="2990">
                  <c:v>1.50685E-2</c:v>
                </c:pt>
                <c:pt idx="2991">
                  <c:v>1.5100499999999999E-2</c:v>
                </c:pt>
                <c:pt idx="2992">
                  <c:v>1.58155E-2</c:v>
                </c:pt>
                <c:pt idx="2993">
                  <c:v>1.5785799999999999E-2</c:v>
                </c:pt>
                <c:pt idx="2994">
                  <c:v>1.6364400000000001E-2</c:v>
                </c:pt>
                <c:pt idx="2995">
                  <c:v>1.63675E-2</c:v>
                </c:pt>
                <c:pt idx="2996">
                  <c:v>1.6416999999999998E-2</c:v>
                </c:pt>
                <c:pt idx="2997">
                  <c:v>1.6698299999999999E-2</c:v>
                </c:pt>
                <c:pt idx="2998">
                  <c:v>1.6287799999999998E-2</c:v>
                </c:pt>
                <c:pt idx="2999">
                  <c:v>1.5476800000000001E-2</c:v>
                </c:pt>
                <c:pt idx="3000">
                  <c:v>1.4951400000000002E-2</c:v>
                </c:pt>
                <c:pt idx="3001">
                  <c:v>1.4952999999999999E-2</c:v>
                </c:pt>
                <c:pt idx="3002">
                  <c:v>1.51369E-2</c:v>
                </c:pt>
                <c:pt idx="3003">
                  <c:v>1.5643799999999999E-2</c:v>
                </c:pt>
                <c:pt idx="3004">
                  <c:v>1.6076099999999999E-2</c:v>
                </c:pt>
                <c:pt idx="3005">
                  <c:v>1.5770300000000001E-2</c:v>
                </c:pt>
                <c:pt idx="3006">
                  <c:v>1.5292199999999999E-2</c:v>
                </c:pt>
                <c:pt idx="3007">
                  <c:v>1.4832099999999999E-2</c:v>
                </c:pt>
                <c:pt idx="3008">
                  <c:v>1.44528E-2</c:v>
                </c:pt>
                <c:pt idx="3009">
                  <c:v>1.3999299999999999E-2</c:v>
                </c:pt>
                <c:pt idx="3010">
                  <c:v>1.3967799999999999E-2</c:v>
                </c:pt>
                <c:pt idx="3011">
                  <c:v>1.38648E-2</c:v>
                </c:pt>
                <c:pt idx="3012">
                  <c:v>1.3491700000000001E-2</c:v>
                </c:pt>
                <c:pt idx="3013">
                  <c:v>1.4216900000000001E-2</c:v>
                </c:pt>
                <c:pt idx="3014">
                  <c:v>1.4108799999999999E-2</c:v>
                </c:pt>
                <c:pt idx="3015">
                  <c:v>1.4321500000000001E-2</c:v>
                </c:pt>
                <c:pt idx="3016">
                  <c:v>1.41148E-2</c:v>
                </c:pt>
                <c:pt idx="3017">
                  <c:v>1.3719200000000001E-2</c:v>
                </c:pt>
                <c:pt idx="3018">
                  <c:v>1.3388999999999998E-2</c:v>
                </c:pt>
                <c:pt idx="3019">
                  <c:v>1.2635299999999999E-2</c:v>
                </c:pt>
                <c:pt idx="3020">
                  <c:v>1.27648E-2</c:v>
                </c:pt>
                <c:pt idx="3021">
                  <c:v>1.2614E-2</c:v>
                </c:pt>
                <c:pt idx="3022">
                  <c:v>1.2667299999999999E-2</c:v>
                </c:pt>
                <c:pt idx="3023">
                  <c:v>1.22451E-2</c:v>
                </c:pt>
                <c:pt idx="3024">
                  <c:v>1.1884799999999999E-2</c:v>
                </c:pt>
                <c:pt idx="3025">
                  <c:v>1.17424E-2</c:v>
                </c:pt>
                <c:pt idx="3026">
                  <c:v>1.1813800000000001E-2</c:v>
                </c:pt>
                <c:pt idx="3027">
                  <c:v>1.20115E-2</c:v>
                </c:pt>
                <c:pt idx="3028">
                  <c:v>1.21627E-2</c:v>
                </c:pt>
                <c:pt idx="3029">
                  <c:v>1.2352999999999999E-2</c:v>
                </c:pt>
                <c:pt idx="3030">
                  <c:v>1.19963E-2</c:v>
                </c:pt>
                <c:pt idx="3031">
                  <c:v>1.21268E-2</c:v>
                </c:pt>
                <c:pt idx="3032">
                  <c:v>1.2372899999999999E-2</c:v>
                </c:pt>
                <c:pt idx="3033">
                  <c:v>1.2107999999999999E-2</c:v>
                </c:pt>
                <c:pt idx="3034">
                  <c:v>1.19782E-2</c:v>
                </c:pt>
                <c:pt idx="3035">
                  <c:v>1.19255E-2</c:v>
                </c:pt>
                <c:pt idx="3036">
                  <c:v>1.17337E-2</c:v>
                </c:pt>
                <c:pt idx="3037">
                  <c:v>1.1717200000000001E-2</c:v>
                </c:pt>
                <c:pt idx="3038">
                  <c:v>1.2286E-2</c:v>
                </c:pt>
                <c:pt idx="3039">
                  <c:v>1.1655E-2</c:v>
                </c:pt>
                <c:pt idx="3040">
                  <c:v>1.22658E-2</c:v>
                </c:pt>
                <c:pt idx="3041">
                  <c:v>1.22998E-2</c:v>
                </c:pt>
                <c:pt idx="3042">
                  <c:v>1.21146E-2</c:v>
                </c:pt>
                <c:pt idx="3043">
                  <c:v>1.21809E-2</c:v>
                </c:pt>
                <c:pt idx="3044">
                  <c:v>1.2179300000000001E-2</c:v>
                </c:pt>
                <c:pt idx="3045">
                  <c:v>1.19005E-2</c:v>
                </c:pt>
                <c:pt idx="3046">
                  <c:v>1.1772400000000001E-2</c:v>
                </c:pt>
                <c:pt idx="3047">
                  <c:v>1.15751E-2</c:v>
                </c:pt>
                <c:pt idx="3048">
                  <c:v>1.1223E-2</c:v>
                </c:pt>
                <c:pt idx="3049">
                  <c:v>1.1154600000000001E-2</c:v>
                </c:pt>
                <c:pt idx="3050">
                  <c:v>1.09173E-2</c:v>
                </c:pt>
                <c:pt idx="3051">
                  <c:v>1.0518300000000001E-2</c:v>
                </c:pt>
                <c:pt idx="3052">
                  <c:v>1.0387499999999999E-2</c:v>
                </c:pt>
                <c:pt idx="3053">
                  <c:v>9.7205E-3</c:v>
                </c:pt>
                <c:pt idx="3054">
                  <c:v>9.4331999999999992E-3</c:v>
                </c:pt>
                <c:pt idx="3055">
                  <c:v>9.5010000000000008E-3</c:v>
                </c:pt>
                <c:pt idx="3056">
                  <c:v>9.7684999999999994E-3</c:v>
                </c:pt>
                <c:pt idx="3057">
                  <c:v>9.9504999999999993E-3</c:v>
                </c:pt>
                <c:pt idx="3058">
                  <c:v>1.0019E-2</c:v>
                </c:pt>
                <c:pt idx="3059">
                  <c:v>1.0332299999999999E-2</c:v>
                </c:pt>
                <c:pt idx="3060">
                  <c:v>1.0430500000000001E-2</c:v>
                </c:pt>
                <c:pt idx="3061">
                  <c:v>1.0755600000000001E-2</c:v>
                </c:pt>
                <c:pt idx="3062">
                  <c:v>1.0622899999999999E-2</c:v>
                </c:pt>
                <c:pt idx="3063">
                  <c:v>1.0633E-2</c:v>
                </c:pt>
                <c:pt idx="3064">
                  <c:v>1.065E-2</c:v>
                </c:pt>
                <c:pt idx="3065">
                  <c:v>1.0833000000000001E-2</c:v>
                </c:pt>
                <c:pt idx="3066">
                  <c:v>1.0749999999999999E-2</c:v>
                </c:pt>
                <c:pt idx="3067">
                  <c:v>1.07495E-2</c:v>
                </c:pt>
                <c:pt idx="3068">
                  <c:v>1.0593099999999999E-2</c:v>
                </c:pt>
                <c:pt idx="3069">
                  <c:v>1.0428100000000001E-2</c:v>
                </c:pt>
                <c:pt idx="3070">
                  <c:v>1.0898999999999999E-2</c:v>
                </c:pt>
                <c:pt idx="3071">
                  <c:v>1.08845E-2</c:v>
                </c:pt>
                <c:pt idx="3072">
                  <c:v>1.0619E-2</c:v>
                </c:pt>
                <c:pt idx="3073">
                  <c:v>1.0559799999999999E-2</c:v>
                </c:pt>
                <c:pt idx="3074">
                  <c:v>1.0517499999999999E-2</c:v>
                </c:pt>
                <c:pt idx="3075">
                  <c:v>1.0384000000000001E-2</c:v>
                </c:pt>
                <c:pt idx="3076">
                  <c:v>1.0267499999999999E-2</c:v>
                </c:pt>
                <c:pt idx="3077">
                  <c:v>1.0266500000000001E-2</c:v>
                </c:pt>
                <c:pt idx="3078">
                  <c:v>1.0419899999999999E-2</c:v>
                </c:pt>
                <c:pt idx="3079">
                  <c:v>1.0325000000000001E-2</c:v>
                </c:pt>
                <c:pt idx="3080">
                  <c:v>1.0570099999999999E-2</c:v>
                </c:pt>
                <c:pt idx="3081">
                  <c:v>1.04937E-2</c:v>
                </c:pt>
                <c:pt idx="3082">
                  <c:v>1.02843E-2</c:v>
                </c:pt>
                <c:pt idx="3083">
                  <c:v>1.0049299999999999E-2</c:v>
                </c:pt>
                <c:pt idx="3084">
                  <c:v>1.0374599999999999E-2</c:v>
                </c:pt>
                <c:pt idx="3085">
                  <c:v>1.04893E-2</c:v>
                </c:pt>
                <c:pt idx="3086">
                  <c:v>1.04046E-2</c:v>
                </c:pt>
                <c:pt idx="3087">
                  <c:v>1.00687E-2</c:v>
                </c:pt>
                <c:pt idx="3088">
                  <c:v>1.00766E-2</c:v>
                </c:pt>
                <c:pt idx="3089">
                  <c:v>1.0234500000000001E-2</c:v>
                </c:pt>
                <c:pt idx="3090">
                  <c:v>1.0034999999999999E-2</c:v>
                </c:pt>
                <c:pt idx="3091">
                  <c:v>9.7528000000000007E-3</c:v>
                </c:pt>
                <c:pt idx="3092">
                  <c:v>9.8247999999999999E-3</c:v>
                </c:pt>
                <c:pt idx="3093">
                  <c:v>1.01335E-2</c:v>
                </c:pt>
                <c:pt idx="3094">
                  <c:v>9.8057999999999999E-3</c:v>
                </c:pt>
                <c:pt idx="3095">
                  <c:v>1.005E-2</c:v>
                </c:pt>
                <c:pt idx="3096">
                  <c:v>1.0200000000000001E-2</c:v>
                </c:pt>
                <c:pt idx="3097">
                  <c:v>1.03333E-2</c:v>
                </c:pt>
                <c:pt idx="3098">
                  <c:v>1.0500799999999999E-2</c:v>
                </c:pt>
                <c:pt idx="3099">
                  <c:v>1.0225E-2</c:v>
                </c:pt>
                <c:pt idx="3100">
                  <c:v>1.01E-2</c:v>
                </c:pt>
                <c:pt idx="3101">
                  <c:v>1.0200000000000001E-2</c:v>
                </c:pt>
                <c:pt idx="3102">
                  <c:v>1.0134000000000001E-2</c:v>
                </c:pt>
                <c:pt idx="3103">
                  <c:v>1.00169E-2</c:v>
                </c:pt>
                <c:pt idx="3104">
                  <c:v>1.0249299999999999E-2</c:v>
                </c:pt>
                <c:pt idx="3105">
                  <c:v>1.0184499999999999E-2</c:v>
                </c:pt>
                <c:pt idx="3106">
                  <c:v>1.0200499999999999E-2</c:v>
                </c:pt>
                <c:pt idx="3107">
                  <c:v>9.9010000000000001E-3</c:v>
                </c:pt>
                <c:pt idx="3108">
                  <c:v>1.00366E-2</c:v>
                </c:pt>
                <c:pt idx="3109">
                  <c:v>9.9000000000000008E-3</c:v>
                </c:pt>
                <c:pt idx="3110">
                  <c:v>9.7665000000000009E-3</c:v>
                </c:pt>
                <c:pt idx="3111">
                  <c:v>9.6345000000000007E-3</c:v>
                </c:pt>
                <c:pt idx="3112">
                  <c:v>9.6503000000000005E-3</c:v>
                </c:pt>
                <c:pt idx="3113">
                  <c:v>9.8499999999999994E-3</c:v>
                </c:pt>
                <c:pt idx="3114">
                  <c:v>9.8750000000000001E-3</c:v>
                </c:pt>
                <c:pt idx="3115">
                  <c:v>9.6203999999999994E-3</c:v>
                </c:pt>
                <c:pt idx="3116">
                  <c:v>9.5530000000000007E-3</c:v>
                </c:pt>
                <c:pt idx="3117">
                  <c:v>9.5163000000000001E-3</c:v>
                </c:pt>
                <c:pt idx="3118">
                  <c:v>9.4330000000000004E-3</c:v>
                </c:pt>
                <c:pt idx="3119">
                  <c:v>9.4684999999999995E-3</c:v>
                </c:pt>
                <c:pt idx="3120">
                  <c:v>8.934000000000001E-3</c:v>
                </c:pt>
                <c:pt idx="3121">
                  <c:v>8.7349999999999997E-3</c:v>
                </c:pt>
                <c:pt idx="3122">
                  <c:v>9.1268000000000009E-3</c:v>
                </c:pt>
                <c:pt idx="3123">
                  <c:v>9.5160999999999996E-3</c:v>
                </c:pt>
                <c:pt idx="3124">
                  <c:v>9.6273000000000001E-3</c:v>
                </c:pt>
                <c:pt idx="3125">
                  <c:v>9.6323999999999993E-3</c:v>
                </c:pt>
                <c:pt idx="3126">
                  <c:v>9.6108000000000009E-3</c:v>
                </c:pt>
                <c:pt idx="3127">
                  <c:v>9.5770999999999998E-3</c:v>
                </c:pt>
                <c:pt idx="3128">
                  <c:v>9.7438000000000004E-3</c:v>
                </c:pt>
                <c:pt idx="3129">
                  <c:v>9.7337999999999991E-3</c:v>
                </c:pt>
                <c:pt idx="3130">
                  <c:v>9.6989999999999993E-3</c:v>
                </c:pt>
                <c:pt idx="3131">
                  <c:v>9.1041999999999998E-3</c:v>
                </c:pt>
                <c:pt idx="3132">
                  <c:v>9.1162999999999991E-3</c:v>
                </c:pt>
                <c:pt idx="3133">
                  <c:v>9.0334999999999999E-3</c:v>
                </c:pt>
                <c:pt idx="3134">
                  <c:v>9.1830999999999996E-3</c:v>
                </c:pt>
                <c:pt idx="3135">
                  <c:v>9.4319999999999994E-3</c:v>
                </c:pt>
                <c:pt idx="3136">
                  <c:v>9.4339999999999997E-3</c:v>
                </c:pt>
                <c:pt idx="3137">
                  <c:v>9.4687E-3</c:v>
                </c:pt>
                <c:pt idx="3138">
                  <c:v>9.4573000000000001E-3</c:v>
                </c:pt>
                <c:pt idx="3139">
                  <c:v>9.4666999999999998E-3</c:v>
                </c:pt>
                <c:pt idx="3140">
                  <c:v>9.4500000000000001E-3</c:v>
                </c:pt>
                <c:pt idx="3141">
                  <c:v>9.3340000000000003E-3</c:v>
                </c:pt>
                <c:pt idx="3142">
                  <c:v>9.1000000000000004E-3</c:v>
                </c:pt>
                <c:pt idx="3143">
                  <c:v>9.1526000000000003E-3</c:v>
                </c:pt>
                <c:pt idx="3144">
                  <c:v>9.1543000000000006E-3</c:v>
                </c:pt>
                <c:pt idx="3145">
                  <c:v>9.166500000000001E-3</c:v>
                </c:pt>
                <c:pt idx="3146">
                  <c:v>9.1165000000000013E-3</c:v>
                </c:pt>
                <c:pt idx="3147">
                  <c:v>9.0349999999999996E-3</c:v>
                </c:pt>
                <c:pt idx="3148">
                  <c:v>8.9278000000000014E-3</c:v>
                </c:pt>
                <c:pt idx="3149">
                  <c:v>9.1252E-3</c:v>
                </c:pt>
                <c:pt idx="3150">
                  <c:v>9.1334999999999993E-3</c:v>
                </c:pt>
                <c:pt idx="3151">
                  <c:v>9.4625000000000004E-3</c:v>
                </c:pt>
                <c:pt idx="3152">
                  <c:v>9.4510000000000011E-3</c:v>
                </c:pt>
                <c:pt idx="3153">
                  <c:v>9.5695999999999993E-3</c:v>
                </c:pt>
                <c:pt idx="3154">
                  <c:v>9.5353E-3</c:v>
                </c:pt>
                <c:pt idx="3155">
                  <c:v>9.6500000000000006E-3</c:v>
                </c:pt>
                <c:pt idx="3156">
                  <c:v>9.5943000000000001E-3</c:v>
                </c:pt>
                <c:pt idx="3157">
                  <c:v>9.6543000000000011E-3</c:v>
                </c:pt>
                <c:pt idx="3158">
                  <c:v>9.5670000000000009E-3</c:v>
                </c:pt>
                <c:pt idx="3159">
                  <c:v>9.5835E-3</c:v>
                </c:pt>
                <c:pt idx="3160">
                  <c:v>9.5665000000000004E-3</c:v>
                </c:pt>
                <c:pt idx="3161">
                  <c:v>9.6340000000000002E-3</c:v>
                </c:pt>
                <c:pt idx="3162">
                  <c:v>9.6168E-3</c:v>
                </c:pt>
                <c:pt idx="3163">
                  <c:v>9.6436000000000004E-3</c:v>
                </c:pt>
                <c:pt idx="3164">
                  <c:v>9.6825000000000001E-3</c:v>
                </c:pt>
                <c:pt idx="3165">
                  <c:v>9.6933000000000002E-3</c:v>
                </c:pt>
                <c:pt idx="3166">
                  <c:v>9.8587999999999992E-3</c:v>
                </c:pt>
                <c:pt idx="3167">
                  <c:v>9.9658000000000004E-3</c:v>
                </c:pt>
                <c:pt idx="3168">
                  <c:v>9.8174999999999998E-3</c:v>
                </c:pt>
                <c:pt idx="3169">
                  <c:v>9.9208999999999999E-3</c:v>
                </c:pt>
                <c:pt idx="3170">
                  <c:v>1.0133E-2</c:v>
                </c:pt>
                <c:pt idx="3171">
                  <c:v>9.8417000000000001E-3</c:v>
                </c:pt>
                <c:pt idx="3172">
                  <c:v>9.9015000000000006E-3</c:v>
                </c:pt>
                <c:pt idx="3173">
                  <c:v>9.9653999999999993E-3</c:v>
                </c:pt>
                <c:pt idx="3174">
                  <c:v>9.9345000000000006E-3</c:v>
                </c:pt>
                <c:pt idx="3175">
                  <c:v>9.6349999999999995E-3</c:v>
                </c:pt>
                <c:pt idx="3176">
                  <c:v>9.5344999999999996E-3</c:v>
                </c:pt>
                <c:pt idx="3177">
                  <c:v>9.4517999999999998E-3</c:v>
                </c:pt>
                <c:pt idx="3178">
                  <c:v>9.4489999999999991E-3</c:v>
                </c:pt>
                <c:pt idx="3179">
                  <c:v>9.0433000000000006E-3</c:v>
                </c:pt>
                <c:pt idx="3180">
                  <c:v>8.934000000000001E-3</c:v>
                </c:pt>
                <c:pt idx="3181">
                  <c:v>8.967000000000001E-3</c:v>
                </c:pt>
                <c:pt idx="3182">
                  <c:v>8.9625E-3</c:v>
                </c:pt>
                <c:pt idx="3183">
                  <c:v>9.0200999999999996E-3</c:v>
                </c:pt>
                <c:pt idx="3184">
                  <c:v>9.1342999999999997E-3</c:v>
                </c:pt>
                <c:pt idx="3185">
                  <c:v>9.1249999999999994E-3</c:v>
                </c:pt>
                <c:pt idx="3186">
                  <c:v>9.1830000000000002E-3</c:v>
                </c:pt>
                <c:pt idx="3187">
                  <c:v>9.3515999999999998E-3</c:v>
                </c:pt>
                <c:pt idx="3188">
                  <c:v>9.4999999999999998E-3</c:v>
                </c:pt>
                <c:pt idx="3189">
                  <c:v>9.4249999999999994E-3</c:v>
                </c:pt>
                <c:pt idx="3190">
                  <c:v>9.5563000000000002E-3</c:v>
                </c:pt>
                <c:pt idx="3191">
                  <c:v>9.8087999999999995E-3</c:v>
                </c:pt>
                <c:pt idx="3192">
                  <c:v>9.817300000000001E-3</c:v>
                </c:pt>
                <c:pt idx="3193">
                  <c:v>9.7669999999999996E-3</c:v>
                </c:pt>
                <c:pt idx="3194">
                  <c:v>9.8781000000000008E-3</c:v>
                </c:pt>
                <c:pt idx="3195">
                  <c:v>9.9430000000000004E-3</c:v>
                </c:pt>
                <c:pt idx="3196">
                  <c:v>1.00429E-2</c:v>
                </c:pt>
                <c:pt idx="3197">
                  <c:v>9.8674999999999995E-3</c:v>
                </c:pt>
                <c:pt idx="3198">
                  <c:v>9.9659999999999992E-3</c:v>
                </c:pt>
                <c:pt idx="3199">
                  <c:v>9.6124999999999995E-3</c:v>
                </c:pt>
                <c:pt idx="3200">
                  <c:v>9.2840000000000006E-3</c:v>
                </c:pt>
                <c:pt idx="3201">
                  <c:v>8.9337999999999987E-3</c:v>
                </c:pt>
                <c:pt idx="3202">
                  <c:v>8.5345000000000004E-3</c:v>
                </c:pt>
                <c:pt idx="3203">
                  <c:v>8.5500000000000003E-3</c:v>
                </c:pt>
                <c:pt idx="3204">
                  <c:v>8.7624999999999995E-3</c:v>
                </c:pt>
                <c:pt idx="3205">
                  <c:v>8.9844999999999994E-3</c:v>
                </c:pt>
                <c:pt idx="3206">
                  <c:v>8.9374999999999993E-3</c:v>
                </c:pt>
                <c:pt idx="3207">
                  <c:v>9.3173000000000006E-3</c:v>
                </c:pt>
                <c:pt idx="3208">
                  <c:v>9.2677999999999996E-3</c:v>
                </c:pt>
                <c:pt idx="3209">
                  <c:v>9.0857999999999998E-3</c:v>
                </c:pt>
                <c:pt idx="3210">
                  <c:v>9.0188000000000004E-3</c:v>
                </c:pt>
                <c:pt idx="3211">
                  <c:v>8.8187999999999999E-3</c:v>
                </c:pt>
                <c:pt idx="3212">
                  <c:v>8.7605999999999986E-3</c:v>
                </c:pt>
                <c:pt idx="3213">
                  <c:v>8.7052999999999991E-3</c:v>
                </c:pt>
                <c:pt idx="3214">
                  <c:v>8.5625000000000007E-3</c:v>
                </c:pt>
                <c:pt idx="3215">
                  <c:v>8.3514999999999995E-3</c:v>
                </c:pt>
                <c:pt idx="3216">
                  <c:v>8.7658000000000007E-3</c:v>
                </c:pt>
                <c:pt idx="3217">
                  <c:v>8.6508000000000002E-3</c:v>
                </c:pt>
                <c:pt idx="3218">
                  <c:v>8.5056000000000003E-3</c:v>
                </c:pt>
                <c:pt idx="3219">
                  <c:v>8.2503000000000003E-3</c:v>
                </c:pt>
                <c:pt idx="3220">
                  <c:v>8.3337999999999988E-3</c:v>
                </c:pt>
                <c:pt idx="3221">
                  <c:v>8.4250000000000002E-3</c:v>
                </c:pt>
                <c:pt idx="3222">
                  <c:v>8.4674999999999993E-3</c:v>
                </c:pt>
                <c:pt idx="3223">
                  <c:v>8.6160000000000004E-3</c:v>
                </c:pt>
                <c:pt idx="3224">
                  <c:v>8.7019999999999997E-3</c:v>
                </c:pt>
                <c:pt idx="3225">
                  <c:v>8.9374999999999993E-3</c:v>
                </c:pt>
                <c:pt idx="3226">
                  <c:v>9.0346000000000003E-3</c:v>
                </c:pt>
                <c:pt idx="3227">
                  <c:v>9.1847999999999999E-3</c:v>
                </c:pt>
                <c:pt idx="3228">
                  <c:v>9.4944999999999995E-3</c:v>
                </c:pt>
                <c:pt idx="3229">
                  <c:v>9.7000000000000003E-3</c:v>
                </c:pt>
                <c:pt idx="3230">
                  <c:v>9.6837999999999994E-3</c:v>
                </c:pt>
                <c:pt idx="3231">
                  <c:v>9.6842999999999999E-3</c:v>
                </c:pt>
                <c:pt idx="3232">
                  <c:v>9.9503000000000005E-3</c:v>
                </c:pt>
                <c:pt idx="3233">
                  <c:v>1.0131300000000001E-2</c:v>
                </c:pt>
                <c:pt idx="3234">
                  <c:v>1.00368E-2</c:v>
                </c:pt>
                <c:pt idx="3235">
                  <c:v>1.01663E-2</c:v>
                </c:pt>
                <c:pt idx="3236">
                  <c:v>1.04052E-2</c:v>
                </c:pt>
                <c:pt idx="3237">
                  <c:v>1.0517499999999999E-2</c:v>
                </c:pt>
                <c:pt idx="3238">
                  <c:v>1.1015E-2</c:v>
                </c:pt>
                <c:pt idx="3239">
                  <c:v>1.10589E-2</c:v>
                </c:pt>
                <c:pt idx="3240">
                  <c:v>1.1431999999999999E-2</c:v>
                </c:pt>
                <c:pt idx="3241">
                  <c:v>1.21774E-2</c:v>
                </c:pt>
                <c:pt idx="3242">
                  <c:v>1.2614799999999999E-2</c:v>
                </c:pt>
                <c:pt idx="3243">
                  <c:v>1.2775E-2</c:v>
                </c:pt>
                <c:pt idx="3244">
                  <c:v>1.3724999999999999E-2</c:v>
                </c:pt>
                <c:pt idx="3245">
                  <c:v>1.4589400000000001E-2</c:v>
                </c:pt>
                <c:pt idx="3246">
                  <c:v>1.44333E-2</c:v>
                </c:pt>
                <c:pt idx="3247">
                  <c:v>1.2685999999999999E-2</c:v>
                </c:pt>
                <c:pt idx="3248">
                  <c:v>1.24432E-2</c:v>
                </c:pt>
                <c:pt idx="3249">
                  <c:v>1.35625E-2</c:v>
                </c:pt>
                <c:pt idx="3250">
                  <c:v>1.3565299999999999E-2</c:v>
                </c:pt>
                <c:pt idx="3251">
                  <c:v>1.4585900000000001E-2</c:v>
                </c:pt>
                <c:pt idx="3252">
                  <c:v>1.6371400000000001E-2</c:v>
                </c:pt>
                <c:pt idx="3253">
                  <c:v>1.7327600000000002E-2</c:v>
                </c:pt>
                <c:pt idx="3254">
                  <c:v>1.6969999999999999E-2</c:v>
                </c:pt>
                <c:pt idx="3255">
                  <c:v>1.6035000000000001E-2</c:v>
                </c:pt>
                <c:pt idx="3256">
                  <c:v>1.5432499999999998E-2</c:v>
                </c:pt>
                <c:pt idx="3257">
                  <c:v>1.4401499999999999E-2</c:v>
                </c:pt>
                <c:pt idx="3258">
                  <c:v>1.43853E-2</c:v>
                </c:pt>
                <c:pt idx="3259">
                  <c:v>1.4496E-2</c:v>
                </c:pt>
                <c:pt idx="3260">
                  <c:v>1.44995E-2</c:v>
                </c:pt>
                <c:pt idx="3261">
                  <c:v>1.5311199999999999E-2</c:v>
                </c:pt>
                <c:pt idx="3262">
                  <c:v>1.5694900000000001E-2</c:v>
                </c:pt>
                <c:pt idx="3263">
                  <c:v>1.6187799999999999E-2</c:v>
                </c:pt>
                <c:pt idx="3264">
                  <c:v>1.6024199999999999E-2</c:v>
                </c:pt>
                <c:pt idx="3265">
                  <c:v>1.5222399999999999E-2</c:v>
                </c:pt>
                <c:pt idx="3266">
                  <c:v>1.50178E-2</c:v>
                </c:pt>
                <c:pt idx="3267">
                  <c:v>1.42218E-2</c:v>
                </c:pt>
                <c:pt idx="3268">
                  <c:v>1.3878700000000001E-2</c:v>
                </c:pt>
                <c:pt idx="3269">
                  <c:v>1.3134999999999999E-2</c:v>
                </c:pt>
                <c:pt idx="3270">
                  <c:v>1.2874999999999999E-2</c:v>
                </c:pt>
                <c:pt idx="3271">
                  <c:v>1.2909700000000001E-2</c:v>
                </c:pt>
                <c:pt idx="3272">
                  <c:v>1.2359E-2</c:v>
                </c:pt>
                <c:pt idx="3273">
                  <c:v>1.2379900000000001E-2</c:v>
                </c:pt>
                <c:pt idx="3274">
                  <c:v>1.2501E-2</c:v>
                </c:pt>
                <c:pt idx="3275">
                  <c:v>1.255E-2</c:v>
                </c:pt>
                <c:pt idx="3276">
                  <c:v>1.3164500000000001E-2</c:v>
                </c:pt>
                <c:pt idx="3277">
                  <c:v>1.3352000000000001E-2</c:v>
                </c:pt>
                <c:pt idx="3278">
                  <c:v>1.3766499999999999E-2</c:v>
                </c:pt>
                <c:pt idx="3279">
                  <c:v>1.39381E-2</c:v>
                </c:pt>
                <c:pt idx="3280">
                  <c:v>1.3934100000000001E-2</c:v>
                </c:pt>
                <c:pt idx="3281">
                  <c:v>1.4050499999999999E-2</c:v>
                </c:pt>
                <c:pt idx="3282">
                  <c:v>1.38625E-2</c:v>
                </c:pt>
                <c:pt idx="3283">
                  <c:v>1.3433799999999999E-2</c:v>
                </c:pt>
                <c:pt idx="3284">
                  <c:v>1.33665E-2</c:v>
                </c:pt>
                <c:pt idx="3285">
                  <c:v>1.3499100000000002E-2</c:v>
                </c:pt>
                <c:pt idx="3286">
                  <c:v>1.36828E-2</c:v>
                </c:pt>
                <c:pt idx="3287">
                  <c:v>1.38005E-2</c:v>
                </c:pt>
                <c:pt idx="3288">
                  <c:v>1.35941E-2</c:v>
                </c:pt>
                <c:pt idx="3289">
                  <c:v>1.3134999999999999E-2</c:v>
                </c:pt>
                <c:pt idx="3290">
                  <c:v>1.26853E-2</c:v>
                </c:pt>
                <c:pt idx="3291">
                  <c:v>1.2902E-2</c:v>
                </c:pt>
                <c:pt idx="3292">
                  <c:v>1.3582499999999999E-2</c:v>
                </c:pt>
                <c:pt idx="3293">
                  <c:v>1.4130999999999999E-2</c:v>
                </c:pt>
                <c:pt idx="3294">
                  <c:v>1.5199500000000001E-2</c:v>
                </c:pt>
                <c:pt idx="3295">
                  <c:v>1.5261600000000002E-2</c:v>
                </c:pt>
                <c:pt idx="3296">
                  <c:v>1.5898500000000003E-2</c:v>
                </c:pt>
                <c:pt idx="3297">
                  <c:v>1.54355E-2</c:v>
                </c:pt>
                <c:pt idx="3298">
                  <c:v>1.4596100000000001E-2</c:v>
                </c:pt>
                <c:pt idx="3299">
                  <c:v>1.45167E-2</c:v>
                </c:pt>
                <c:pt idx="3300">
                  <c:v>1.4948599999999999E-2</c:v>
                </c:pt>
                <c:pt idx="3301">
                  <c:v>1.4987500000000001E-2</c:v>
                </c:pt>
                <c:pt idx="3302">
                  <c:v>1.4998300000000001E-2</c:v>
                </c:pt>
                <c:pt idx="3303">
                  <c:v>1.5316E-2</c:v>
                </c:pt>
                <c:pt idx="3304">
                  <c:v>1.46754E-2</c:v>
                </c:pt>
                <c:pt idx="3305">
                  <c:v>1.54E-2</c:v>
                </c:pt>
                <c:pt idx="3306">
                  <c:v>1.5474000000000002E-2</c:v>
                </c:pt>
                <c:pt idx="3307">
                  <c:v>1.5318500000000001E-2</c:v>
                </c:pt>
                <c:pt idx="3308">
                  <c:v>1.4700999999999999E-2</c:v>
                </c:pt>
                <c:pt idx="3309">
                  <c:v>1.4333500000000001E-2</c:v>
                </c:pt>
                <c:pt idx="3310">
                  <c:v>1.3900999999999998E-2</c:v>
                </c:pt>
                <c:pt idx="3311">
                  <c:v>1.3551499999999999E-2</c:v>
                </c:pt>
                <c:pt idx="3312">
                  <c:v>1.35339E-2</c:v>
                </c:pt>
                <c:pt idx="3313">
                  <c:v>1.3584299999999999E-2</c:v>
                </c:pt>
                <c:pt idx="3314">
                  <c:v>1.32668E-2</c:v>
                </c:pt>
                <c:pt idx="3315">
                  <c:v>1.29333E-2</c:v>
                </c:pt>
                <c:pt idx="3316">
                  <c:v>1.20994E-2</c:v>
                </c:pt>
                <c:pt idx="3317">
                  <c:v>1.2262500000000001E-2</c:v>
                </c:pt>
                <c:pt idx="3318">
                  <c:v>1.2905400000000001E-2</c:v>
                </c:pt>
                <c:pt idx="3319">
                  <c:v>1.3333500000000002E-2</c:v>
                </c:pt>
                <c:pt idx="3320">
                  <c:v>1.3466999999999998E-2</c:v>
                </c:pt>
                <c:pt idx="3321">
                  <c:v>1.3683300000000001E-2</c:v>
                </c:pt>
                <c:pt idx="3322">
                  <c:v>1.4230000000000001E-2</c:v>
                </c:pt>
                <c:pt idx="3323">
                  <c:v>1.46468E-2</c:v>
                </c:pt>
                <c:pt idx="3324">
                  <c:v>1.4825E-2</c:v>
                </c:pt>
                <c:pt idx="3325">
                  <c:v>1.4416999999999999E-2</c:v>
                </c:pt>
                <c:pt idx="3326">
                  <c:v>1.4465E-2</c:v>
                </c:pt>
                <c:pt idx="3327">
                  <c:v>1.4434000000000001E-2</c:v>
                </c:pt>
                <c:pt idx="3328">
                  <c:v>1.4201499999999999E-2</c:v>
                </c:pt>
                <c:pt idx="3329">
                  <c:v>1.3934E-2</c:v>
                </c:pt>
                <c:pt idx="3330">
                  <c:v>1.38417E-2</c:v>
                </c:pt>
                <c:pt idx="3331">
                  <c:v>1.38488E-2</c:v>
                </c:pt>
                <c:pt idx="3332">
                  <c:v>1.34375E-2</c:v>
                </c:pt>
                <c:pt idx="3333">
                  <c:v>1.3209899999999998E-2</c:v>
                </c:pt>
                <c:pt idx="3334">
                  <c:v>1.2998900000000001E-2</c:v>
                </c:pt>
                <c:pt idx="3335">
                  <c:v>1.29E-2</c:v>
                </c:pt>
                <c:pt idx="3336">
                  <c:v>1.26845E-2</c:v>
                </c:pt>
                <c:pt idx="3337">
                  <c:v>1.27492E-2</c:v>
                </c:pt>
                <c:pt idx="3338">
                  <c:v>1.2784999999999999E-2</c:v>
                </c:pt>
                <c:pt idx="3339">
                  <c:v>1.31345E-2</c:v>
                </c:pt>
                <c:pt idx="3340">
                  <c:v>1.2834999999999999E-2</c:v>
                </c:pt>
                <c:pt idx="3341">
                  <c:v>1.28675E-2</c:v>
                </c:pt>
                <c:pt idx="3342">
                  <c:v>1.3281999999999999E-2</c:v>
                </c:pt>
                <c:pt idx="3343">
                  <c:v>1.3016999999999999E-2</c:v>
                </c:pt>
                <c:pt idx="3344">
                  <c:v>1.3016E-2</c:v>
                </c:pt>
                <c:pt idx="3345">
                  <c:v>1.2841900000000002E-2</c:v>
                </c:pt>
                <c:pt idx="3346">
                  <c:v>1.2816999999999999E-2</c:v>
                </c:pt>
                <c:pt idx="3347">
                  <c:v>1.2837200000000002E-2</c:v>
                </c:pt>
                <c:pt idx="3348">
                  <c:v>1.3200499999999999E-2</c:v>
                </c:pt>
                <c:pt idx="3349">
                  <c:v>1.30244E-2</c:v>
                </c:pt>
                <c:pt idx="3350">
                  <c:v>1.3433E-2</c:v>
                </c:pt>
                <c:pt idx="3351">
                  <c:v>1.3335E-2</c:v>
                </c:pt>
                <c:pt idx="3352">
                  <c:v>1.3365999999999999E-2</c:v>
                </c:pt>
                <c:pt idx="3353">
                  <c:v>1.37427E-2</c:v>
                </c:pt>
                <c:pt idx="3354">
                  <c:v>1.38531E-2</c:v>
                </c:pt>
                <c:pt idx="3355">
                  <c:v>1.4015999999999999E-2</c:v>
                </c:pt>
                <c:pt idx="3356">
                  <c:v>1.3767500000000002E-2</c:v>
                </c:pt>
                <c:pt idx="3357">
                  <c:v>1.35505E-2</c:v>
                </c:pt>
                <c:pt idx="3358">
                  <c:v>1.2901499999999998E-2</c:v>
                </c:pt>
                <c:pt idx="3359">
                  <c:v>1.2364400000000001E-2</c:v>
                </c:pt>
                <c:pt idx="3360">
                  <c:v>1.2832499999999998E-2</c:v>
                </c:pt>
                <c:pt idx="3361">
                  <c:v>1.3349600000000001E-2</c:v>
                </c:pt>
                <c:pt idx="3362">
                  <c:v>1.3498099999999999E-2</c:v>
                </c:pt>
                <c:pt idx="3363">
                  <c:v>1.3515000000000001E-2</c:v>
                </c:pt>
                <c:pt idx="3364">
                  <c:v>1.3593199999999998E-2</c:v>
                </c:pt>
                <c:pt idx="3365">
                  <c:v>1.3533000000000002E-2</c:v>
                </c:pt>
                <c:pt idx="3366">
                  <c:v>1.35995E-2</c:v>
                </c:pt>
                <c:pt idx="3367">
                  <c:v>1.3567500000000001E-2</c:v>
                </c:pt>
                <c:pt idx="3368">
                  <c:v>1.3567500000000001E-2</c:v>
                </c:pt>
                <c:pt idx="3369">
                  <c:v>1.405E-2</c:v>
                </c:pt>
                <c:pt idx="3370">
                  <c:v>1.41E-2</c:v>
                </c:pt>
                <c:pt idx="3371">
                  <c:v>1.4225E-2</c:v>
                </c:pt>
                <c:pt idx="3372">
                  <c:v>1.3882499999999999E-2</c:v>
                </c:pt>
                <c:pt idx="3373">
                  <c:v>1.3216800000000001E-2</c:v>
                </c:pt>
                <c:pt idx="3374">
                  <c:v>1.2751E-2</c:v>
                </c:pt>
                <c:pt idx="3375">
                  <c:v>1.3100000000000001E-2</c:v>
                </c:pt>
                <c:pt idx="3376">
                  <c:v>1.32672E-2</c:v>
                </c:pt>
                <c:pt idx="3377">
                  <c:v>1.3300999999999999E-2</c:v>
                </c:pt>
                <c:pt idx="3378">
                  <c:v>1.2966999999999999E-2</c:v>
                </c:pt>
                <c:pt idx="3379">
                  <c:v>1.2801E-2</c:v>
                </c:pt>
                <c:pt idx="3380">
                  <c:v>1.3065E-2</c:v>
                </c:pt>
                <c:pt idx="3381">
                  <c:v>1.26331E-2</c:v>
                </c:pt>
                <c:pt idx="3382">
                  <c:v>1.27332E-2</c:v>
                </c:pt>
                <c:pt idx="3383">
                  <c:v>1.3480099999999998E-2</c:v>
                </c:pt>
                <c:pt idx="3384">
                  <c:v>1.3138999999999998E-2</c:v>
                </c:pt>
                <c:pt idx="3385">
                  <c:v>1.3166300000000001E-2</c:v>
                </c:pt>
                <c:pt idx="3386">
                  <c:v>1.31976E-2</c:v>
                </c:pt>
                <c:pt idx="3387">
                  <c:v>1.32335E-2</c:v>
                </c:pt>
                <c:pt idx="3388">
                  <c:v>1.3401E-2</c:v>
                </c:pt>
                <c:pt idx="3389">
                  <c:v>1.33326E-2</c:v>
                </c:pt>
                <c:pt idx="3390">
                  <c:v>1.3306700000000001E-2</c:v>
                </c:pt>
                <c:pt idx="3391">
                  <c:v>1.3306299999999998E-2</c:v>
                </c:pt>
                <c:pt idx="3392">
                  <c:v>1.3564400000000001E-2</c:v>
                </c:pt>
                <c:pt idx="3393">
                  <c:v>1.3310200000000001E-2</c:v>
                </c:pt>
                <c:pt idx="3394">
                  <c:v>1.3467599999999998E-2</c:v>
                </c:pt>
                <c:pt idx="3395">
                  <c:v>1.3625299999999998E-2</c:v>
                </c:pt>
                <c:pt idx="3396">
                  <c:v>1.36998E-2</c:v>
                </c:pt>
                <c:pt idx="3397">
                  <c:v>1.35E-2</c:v>
                </c:pt>
                <c:pt idx="3398">
                  <c:v>1.3499299999999999E-2</c:v>
                </c:pt>
                <c:pt idx="3399">
                  <c:v>1.3470099999999999E-2</c:v>
                </c:pt>
                <c:pt idx="3400">
                  <c:v>1.33665E-2</c:v>
                </c:pt>
                <c:pt idx="3401">
                  <c:v>1.3300800000000002E-2</c:v>
                </c:pt>
                <c:pt idx="3402">
                  <c:v>1.3033299999999999E-2</c:v>
                </c:pt>
                <c:pt idx="3403">
                  <c:v>1.3130899999999999E-2</c:v>
                </c:pt>
                <c:pt idx="3404">
                  <c:v>1.3014400000000001E-2</c:v>
                </c:pt>
                <c:pt idx="3405">
                  <c:v>1.2965000000000001E-2</c:v>
                </c:pt>
                <c:pt idx="3406">
                  <c:v>1.3332699999999999E-2</c:v>
                </c:pt>
                <c:pt idx="3407">
                  <c:v>1.3833000000000002E-2</c:v>
                </c:pt>
                <c:pt idx="3408">
                  <c:v>1.4465500000000001E-2</c:v>
                </c:pt>
                <c:pt idx="3409">
                  <c:v>1.4135E-2</c:v>
                </c:pt>
                <c:pt idx="3410">
                  <c:v>1.33358E-2</c:v>
                </c:pt>
                <c:pt idx="3411">
                  <c:v>1.4099500000000001E-2</c:v>
                </c:pt>
                <c:pt idx="3412">
                  <c:v>1.3966999999999999E-2</c:v>
                </c:pt>
                <c:pt idx="3413">
                  <c:v>1.4001499999999998E-2</c:v>
                </c:pt>
                <c:pt idx="3414">
                  <c:v>1.40679E-2</c:v>
                </c:pt>
                <c:pt idx="3415">
                  <c:v>1.35345E-2</c:v>
                </c:pt>
                <c:pt idx="3416">
                  <c:v>1.33344E-2</c:v>
                </c:pt>
                <c:pt idx="3417">
                  <c:v>1.2799700000000001E-2</c:v>
                </c:pt>
                <c:pt idx="3418">
                  <c:v>1.26325E-2</c:v>
                </c:pt>
                <c:pt idx="3419">
                  <c:v>1.2902E-2</c:v>
                </c:pt>
                <c:pt idx="3420">
                  <c:v>1.2665000000000001E-2</c:v>
                </c:pt>
                <c:pt idx="3421">
                  <c:v>1.2534500000000001E-2</c:v>
                </c:pt>
                <c:pt idx="3422">
                  <c:v>1.2400899999999999E-2</c:v>
                </c:pt>
                <c:pt idx="3423">
                  <c:v>1.24659E-2</c:v>
                </c:pt>
                <c:pt idx="3424">
                  <c:v>1.24224E-2</c:v>
                </c:pt>
                <c:pt idx="3425">
                  <c:v>1.2333499999999999E-2</c:v>
                </c:pt>
                <c:pt idx="3426">
                  <c:v>1.2582299999999999E-2</c:v>
                </c:pt>
                <c:pt idx="3427">
                  <c:v>1.1967799999999999E-2</c:v>
                </c:pt>
                <c:pt idx="3428">
                  <c:v>1.22655E-2</c:v>
                </c:pt>
                <c:pt idx="3429">
                  <c:v>1.1604000000000001E-2</c:v>
                </c:pt>
                <c:pt idx="3430">
                  <c:v>1.1434999999999999E-2</c:v>
                </c:pt>
                <c:pt idx="3431">
                  <c:v>1.18774E-2</c:v>
                </c:pt>
                <c:pt idx="3432">
                  <c:v>1.1868500000000001E-2</c:v>
                </c:pt>
                <c:pt idx="3433">
                  <c:v>1.18665E-2</c:v>
                </c:pt>
                <c:pt idx="3434">
                  <c:v>1.2131999999999999E-2</c:v>
                </c:pt>
                <c:pt idx="3435">
                  <c:v>1.1701000000000001E-2</c:v>
                </c:pt>
                <c:pt idx="3436">
                  <c:v>1.1334E-2</c:v>
                </c:pt>
                <c:pt idx="3437">
                  <c:v>1.12015E-2</c:v>
                </c:pt>
                <c:pt idx="3438">
                  <c:v>1.1234000000000001E-2</c:v>
                </c:pt>
                <c:pt idx="3439">
                  <c:v>1.1235500000000001E-2</c:v>
                </c:pt>
                <c:pt idx="3440">
                  <c:v>1.1667499999999999E-2</c:v>
                </c:pt>
                <c:pt idx="3441">
                  <c:v>1.1568E-2</c:v>
                </c:pt>
                <c:pt idx="3442">
                  <c:v>1.1701999999999999E-2</c:v>
                </c:pt>
                <c:pt idx="3443">
                  <c:v>1.16685E-2</c:v>
                </c:pt>
                <c:pt idx="3444">
                  <c:v>1.1601500000000001E-2</c:v>
                </c:pt>
                <c:pt idx="3445">
                  <c:v>1.11355E-2</c:v>
                </c:pt>
                <c:pt idx="3446">
                  <c:v>1.1301800000000001E-2</c:v>
                </c:pt>
                <c:pt idx="3447">
                  <c:v>1.14845E-2</c:v>
                </c:pt>
                <c:pt idx="3448">
                  <c:v>1.17343E-2</c:v>
                </c:pt>
                <c:pt idx="3449">
                  <c:v>1.15508E-2</c:v>
                </c:pt>
                <c:pt idx="3450">
                  <c:v>1.1450400000000001E-2</c:v>
                </c:pt>
                <c:pt idx="3451">
                  <c:v>1.1168000000000001E-2</c:v>
                </c:pt>
                <c:pt idx="3452">
                  <c:v>1.1032500000000001E-2</c:v>
                </c:pt>
                <c:pt idx="3453">
                  <c:v>1.1165099999999999E-2</c:v>
                </c:pt>
                <c:pt idx="3454">
                  <c:v>1.1217299999999999E-2</c:v>
                </c:pt>
                <c:pt idx="3455">
                  <c:v>1.0968500000000001E-2</c:v>
                </c:pt>
                <c:pt idx="3456">
                  <c:v>1.0918499999999999E-2</c:v>
                </c:pt>
                <c:pt idx="3457">
                  <c:v>1.1232499999999999E-2</c:v>
                </c:pt>
                <c:pt idx="3458">
                  <c:v>1.0966999999999999E-2</c:v>
                </c:pt>
                <c:pt idx="3459">
                  <c:v>1.0633499999999999E-2</c:v>
                </c:pt>
                <c:pt idx="3460">
                  <c:v>1.05679E-2</c:v>
                </c:pt>
                <c:pt idx="3461">
                  <c:v>1.0468E-2</c:v>
                </c:pt>
                <c:pt idx="3462">
                  <c:v>1.0302E-2</c:v>
                </c:pt>
                <c:pt idx="3463">
                  <c:v>1.06611E-2</c:v>
                </c:pt>
                <c:pt idx="3464">
                  <c:v>1.06675E-2</c:v>
                </c:pt>
                <c:pt idx="3465">
                  <c:v>1.08325E-2</c:v>
                </c:pt>
                <c:pt idx="3466">
                  <c:v>1.0635500000000001E-2</c:v>
                </c:pt>
                <c:pt idx="3467">
                  <c:v>1.0722300000000001E-2</c:v>
                </c:pt>
                <c:pt idx="3468">
                  <c:v>1.06593E-2</c:v>
                </c:pt>
                <c:pt idx="3469">
                  <c:v>1.0571800000000001E-2</c:v>
                </c:pt>
                <c:pt idx="3470">
                  <c:v>1.0617E-2</c:v>
                </c:pt>
                <c:pt idx="3471">
                  <c:v>1.05345E-2</c:v>
                </c:pt>
                <c:pt idx="3472">
                  <c:v>1.07665E-2</c:v>
                </c:pt>
                <c:pt idx="3473">
                  <c:v>1.06888E-2</c:v>
                </c:pt>
                <c:pt idx="3474">
                  <c:v>1.0584999999999999E-2</c:v>
                </c:pt>
                <c:pt idx="3475">
                  <c:v>1.05015E-2</c:v>
                </c:pt>
                <c:pt idx="3476">
                  <c:v>1.0334999999999999E-2</c:v>
                </c:pt>
                <c:pt idx="3477">
                  <c:v>1.02995E-2</c:v>
                </c:pt>
                <c:pt idx="3478">
                  <c:v>1.0301000000000001E-2</c:v>
                </c:pt>
                <c:pt idx="3479">
                  <c:v>1.0333499999999999E-2</c:v>
                </c:pt>
                <c:pt idx="3480">
                  <c:v>1.03175E-2</c:v>
                </c:pt>
                <c:pt idx="3481">
                  <c:v>1.01025E-2</c:v>
                </c:pt>
                <c:pt idx="3482">
                  <c:v>9.8515000000000009E-3</c:v>
                </c:pt>
                <c:pt idx="3483">
                  <c:v>9.7684999999999994E-3</c:v>
                </c:pt>
                <c:pt idx="3484">
                  <c:v>9.9670000000000002E-3</c:v>
                </c:pt>
                <c:pt idx="3485">
                  <c:v>9.5183000000000004E-3</c:v>
                </c:pt>
                <c:pt idx="3486">
                  <c:v>9.7833E-3</c:v>
                </c:pt>
                <c:pt idx="3487">
                  <c:v>9.7833E-3</c:v>
                </c:pt>
                <c:pt idx="3488">
                  <c:v>9.7125000000000006E-3</c:v>
                </c:pt>
                <c:pt idx="3489">
                  <c:v>9.5522999999999997E-3</c:v>
                </c:pt>
                <c:pt idx="3490">
                  <c:v>9.5375000000000008E-3</c:v>
                </c:pt>
                <c:pt idx="3491">
                  <c:v>9.7668000000000008E-3</c:v>
                </c:pt>
                <c:pt idx="3492">
                  <c:v>9.5875000000000005E-3</c:v>
                </c:pt>
                <c:pt idx="3493">
                  <c:v>9.2869000000000007E-3</c:v>
                </c:pt>
                <c:pt idx="3494">
                  <c:v>9.0305999999999997E-3</c:v>
                </c:pt>
                <c:pt idx="3495">
                  <c:v>9.2013000000000008E-3</c:v>
                </c:pt>
                <c:pt idx="3496">
                  <c:v>9.0192999999999992E-3</c:v>
                </c:pt>
                <c:pt idx="3497">
                  <c:v>8.730400000000001E-3</c:v>
                </c:pt>
                <c:pt idx="3498">
                  <c:v>8.8333000000000005E-3</c:v>
                </c:pt>
                <c:pt idx="3499">
                  <c:v>8.7492999999999998E-3</c:v>
                </c:pt>
                <c:pt idx="3500">
                  <c:v>8.6125000000000004E-3</c:v>
                </c:pt>
                <c:pt idx="3501">
                  <c:v>8.9157999999999998E-3</c:v>
                </c:pt>
                <c:pt idx="3502">
                  <c:v>8.6522999999999999E-3</c:v>
                </c:pt>
                <c:pt idx="3503">
                  <c:v>8.1188000000000007E-3</c:v>
                </c:pt>
                <c:pt idx="3504">
                  <c:v>8.0499999999999999E-3</c:v>
                </c:pt>
                <c:pt idx="3505">
                  <c:v>8.0999999999999996E-3</c:v>
                </c:pt>
                <c:pt idx="3506">
                  <c:v>8.0125000000000005E-3</c:v>
                </c:pt>
                <c:pt idx="3507">
                  <c:v>8.116700000000001E-3</c:v>
                </c:pt>
                <c:pt idx="3508">
                  <c:v>8.1183000000000002E-3</c:v>
                </c:pt>
                <c:pt idx="3509">
                  <c:v>7.9337999999999995E-3</c:v>
                </c:pt>
                <c:pt idx="3510">
                  <c:v>7.9488000000000007E-3</c:v>
                </c:pt>
                <c:pt idx="3511">
                  <c:v>7.8828000000000006E-3</c:v>
                </c:pt>
                <c:pt idx="3512">
                  <c:v>7.9147999999999996E-3</c:v>
                </c:pt>
                <c:pt idx="3513">
                  <c:v>7.9833000000000005E-3</c:v>
                </c:pt>
                <c:pt idx="3514">
                  <c:v>8.0750000000000006E-3</c:v>
                </c:pt>
                <c:pt idx="3515">
                  <c:v>8.0999999999999996E-3</c:v>
                </c:pt>
                <c:pt idx="3516">
                  <c:v>8.0003000000000001E-3</c:v>
                </c:pt>
                <c:pt idx="3517">
                  <c:v>7.8510000000000003E-3</c:v>
                </c:pt>
                <c:pt idx="3518">
                  <c:v>8.0502999999999998E-3</c:v>
                </c:pt>
                <c:pt idx="3519">
                  <c:v>8.4157999999999993E-3</c:v>
                </c:pt>
                <c:pt idx="3520">
                  <c:v>8.2167000000000004E-3</c:v>
                </c:pt>
                <c:pt idx="3521">
                  <c:v>8.3875000000000009E-3</c:v>
                </c:pt>
                <c:pt idx="3522">
                  <c:v>8.1899E-3</c:v>
                </c:pt>
                <c:pt idx="3523">
                  <c:v>7.9638999999999995E-3</c:v>
                </c:pt>
                <c:pt idx="3524">
                  <c:v>7.9662999999999991E-3</c:v>
                </c:pt>
                <c:pt idx="3525">
                  <c:v>7.9173000000000004E-3</c:v>
                </c:pt>
                <c:pt idx="3526">
                  <c:v>8.0166999999999999E-3</c:v>
                </c:pt>
                <c:pt idx="3527">
                  <c:v>8.175E-3</c:v>
                </c:pt>
                <c:pt idx="3528">
                  <c:v>8.2500000000000004E-3</c:v>
                </c:pt>
                <c:pt idx="3529">
                  <c:v>8.2500000000000004E-3</c:v>
                </c:pt>
                <c:pt idx="3530">
                  <c:v>8.4875000000000003E-3</c:v>
                </c:pt>
                <c:pt idx="3531">
                  <c:v>8.6166999999999997E-3</c:v>
                </c:pt>
                <c:pt idx="3532">
                  <c:v>8.7500000000000008E-3</c:v>
                </c:pt>
                <c:pt idx="3533">
                  <c:v>8.6822999999999987E-3</c:v>
                </c:pt>
                <c:pt idx="3534">
                  <c:v>8.6125000000000004E-3</c:v>
                </c:pt>
                <c:pt idx="3535">
                  <c:v>8.2678000000000005E-3</c:v>
                </c:pt>
                <c:pt idx="3536">
                  <c:v>8.2162999999999993E-3</c:v>
                </c:pt>
                <c:pt idx="3537">
                  <c:v>8.2375E-3</c:v>
                </c:pt>
                <c:pt idx="3538">
                  <c:v>8.4499999999999992E-3</c:v>
                </c:pt>
                <c:pt idx="3539">
                  <c:v>8.6817999999999999E-3</c:v>
                </c:pt>
                <c:pt idx="3540">
                  <c:v>8.7500000000000008E-3</c:v>
                </c:pt>
                <c:pt idx="3541">
                  <c:v>8.9477999999999988E-3</c:v>
                </c:pt>
                <c:pt idx="3542">
                  <c:v>9.1973000000000003E-3</c:v>
                </c:pt>
                <c:pt idx="3543">
                  <c:v>9.5477999999999986E-3</c:v>
                </c:pt>
                <c:pt idx="3544">
                  <c:v>9.1249999999999994E-3</c:v>
                </c:pt>
                <c:pt idx="3545">
                  <c:v>9.3749999999999997E-3</c:v>
                </c:pt>
                <c:pt idx="3546">
                  <c:v>9.4007999999999991E-3</c:v>
                </c:pt>
                <c:pt idx="3547">
                  <c:v>9.416299999999999E-3</c:v>
                </c:pt>
                <c:pt idx="3548">
                  <c:v>9.451300000000001E-3</c:v>
                </c:pt>
                <c:pt idx="3549">
                  <c:v>9.1342999999999997E-3</c:v>
                </c:pt>
                <c:pt idx="3550">
                  <c:v>8.7168000000000002E-3</c:v>
                </c:pt>
                <c:pt idx="3551">
                  <c:v>8.1173000000000009E-3</c:v>
                </c:pt>
                <c:pt idx="3552">
                  <c:v>8.1813000000000007E-3</c:v>
                </c:pt>
                <c:pt idx="3553">
                  <c:v>8.1483000000000007E-3</c:v>
                </c:pt>
                <c:pt idx="3554">
                  <c:v>7.9337999999999995E-3</c:v>
                </c:pt>
                <c:pt idx="3555">
                  <c:v>8.0818000000000001E-3</c:v>
                </c:pt>
                <c:pt idx="3556">
                  <c:v>8.1148000000000001E-3</c:v>
                </c:pt>
                <c:pt idx="3557">
                  <c:v>8.2153E-3</c:v>
                </c:pt>
                <c:pt idx="3558">
                  <c:v>8.1328000000000008E-3</c:v>
                </c:pt>
                <c:pt idx="3559">
                  <c:v>8.1498000000000004E-3</c:v>
                </c:pt>
                <c:pt idx="3560">
                  <c:v>7.9668000000000013E-3</c:v>
                </c:pt>
                <c:pt idx="3561">
                  <c:v>7.8502999999999993E-3</c:v>
                </c:pt>
                <c:pt idx="3562">
                  <c:v>8.4624999999999995E-3</c:v>
                </c:pt>
                <c:pt idx="3563">
                  <c:v>8.4875000000000003E-3</c:v>
                </c:pt>
                <c:pt idx="3564">
                  <c:v>8.5209999999999991E-3</c:v>
                </c:pt>
                <c:pt idx="3565">
                  <c:v>8.5749999999999993E-3</c:v>
                </c:pt>
                <c:pt idx="3566">
                  <c:v>8.4624999999999995E-3</c:v>
                </c:pt>
                <c:pt idx="3567">
                  <c:v>8.7624999999999995E-3</c:v>
                </c:pt>
                <c:pt idx="3568">
                  <c:v>8.8158000000000004E-3</c:v>
                </c:pt>
                <c:pt idx="3569">
                  <c:v>8.8749999999999992E-3</c:v>
                </c:pt>
                <c:pt idx="3570">
                  <c:v>9.5832999999999995E-3</c:v>
                </c:pt>
                <c:pt idx="3571">
                  <c:v>9.4874999999999994E-3</c:v>
                </c:pt>
                <c:pt idx="3572">
                  <c:v>9.4988E-3</c:v>
                </c:pt>
                <c:pt idx="3573">
                  <c:v>9.8125E-3</c:v>
                </c:pt>
                <c:pt idx="3574">
                  <c:v>9.8375000000000008E-3</c:v>
                </c:pt>
                <c:pt idx="3575">
                  <c:v>9.5343000000000008E-3</c:v>
                </c:pt>
                <c:pt idx="3576">
                  <c:v>9.4374999999999997E-3</c:v>
                </c:pt>
                <c:pt idx="3577">
                  <c:v>9.574899999999999E-3</c:v>
                </c:pt>
                <c:pt idx="3578">
                  <c:v>9.4999999999999998E-3</c:v>
                </c:pt>
                <c:pt idx="3579">
                  <c:v>9.9124999999999994E-3</c:v>
                </c:pt>
                <c:pt idx="3580">
                  <c:v>1.02334E-2</c:v>
                </c:pt>
                <c:pt idx="3581">
                  <c:v>9.9507999999999992E-3</c:v>
                </c:pt>
                <c:pt idx="3582">
                  <c:v>1.0212499999999999E-2</c:v>
                </c:pt>
                <c:pt idx="3583">
                  <c:v>1.0574999999999999E-2</c:v>
                </c:pt>
                <c:pt idx="3584">
                  <c:v>1.09625E-2</c:v>
                </c:pt>
                <c:pt idx="3585">
                  <c:v>1.0699999999999999E-2</c:v>
                </c:pt>
                <c:pt idx="3586">
                  <c:v>1.0675E-2</c:v>
                </c:pt>
                <c:pt idx="3587">
                  <c:v>1.0475E-2</c:v>
                </c:pt>
                <c:pt idx="3588">
                  <c:v>1.0417300000000001E-2</c:v>
                </c:pt>
                <c:pt idx="3589">
                  <c:v>1.0525E-2</c:v>
                </c:pt>
                <c:pt idx="3590">
                  <c:v>1.0512499999999999E-2</c:v>
                </c:pt>
                <c:pt idx="3591">
                  <c:v>1.0167300000000001E-2</c:v>
                </c:pt>
                <c:pt idx="3592">
                  <c:v>1.0337499999999999E-2</c:v>
                </c:pt>
                <c:pt idx="3593">
                  <c:v>1.0500000000000001E-2</c:v>
                </c:pt>
                <c:pt idx="3594">
                  <c:v>1.0603899999999999E-2</c:v>
                </c:pt>
                <c:pt idx="3595">
                  <c:v>1.0682299999999999E-2</c:v>
                </c:pt>
                <c:pt idx="3596">
                  <c:v>1.13478E-2</c:v>
                </c:pt>
                <c:pt idx="3597">
                  <c:v>1.14158E-2</c:v>
                </c:pt>
                <c:pt idx="3598">
                  <c:v>1.07183E-2</c:v>
                </c:pt>
                <c:pt idx="3599">
                  <c:v>1.07828E-2</c:v>
                </c:pt>
                <c:pt idx="3600">
                  <c:v>1.0183299999999999E-2</c:v>
                </c:pt>
                <c:pt idx="3601">
                  <c:v>1.05153E-2</c:v>
                </c:pt>
                <c:pt idx="3602">
                  <c:v>1.03833E-2</c:v>
                </c:pt>
                <c:pt idx="3603">
                  <c:v>1.01843E-2</c:v>
                </c:pt>
                <c:pt idx="3604">
                  <c:v>1.0117300000000001E-2</c:v>
                </c:pt>
                <c:pt idx="3605">
                  <c:v>1.01823E-2</c:v>
                </c:pt>
                <c:pt idx="3606">
                  <c:v>1.01125E-2</c:v>
                </c:pt>
                <c:pt idx="3607">
                  <c:v>9.9173000000000004E-3</c:v>
                </c:pt>
                <c:pt idx="3608">
                  <c:v>9.8375000000000008E-3</c:v>
                </c:pt>
                <c:pt idx="3609">
                  <c:v>9.7625000000000003E-3</c:v>
                </c:pt>
                <c:pt idx="3610">
                  <c:v>9.8832999999999994E-3</c:v>
                </c:pt>
                <c:pt idx="3611">
                  <c:v>9.7835999999999999E-3</c:v>
                </c:pt>
                <c:pt idx="3612">
                  <c:v>9.9749999999999995E-3</c:v>
                </c:pt>
                <c:pt idx="3613">
                  <c:v>1.02498E-2</c:v>
                </c:pt>
                <c:pt idx="3614">
                  <c:v>1.0382299999999999E-2</c:v>
                </c:pt>
                <c:pt idx="3615">
                  <c:v>1.02503E-2</c:v>
                </c:pt>
                <c:pt idx="3616">
                  <c:v>1.02168E-2</c:v>
                </c:pt>
                <c:pt idx="3617">
                  <c:v>1.0580299999999999E-2</c:v>
                </c:pt>
                <c:pt idx="3618">
                  <c:v>1.07148E-2</c:v>
                </c:pt>
                <c:pt idx="3619">
                  <c:v>1.0616800000000001E-2</c:v>
                </c:pt>
                <c:pt idx="3620">
                  <c:v>1.06173E-2</c:v>
                </c:pt>
                <c:pt idx="3621">
                  <c:v>1.05173E-2</c:v>
                </c:pt>
                <c:pt idx="3622">
                  <c:v>1.0533799999999999E-2</c:v>
                </c:pt>
                <c:pt idx="3623">
                  <c:v>1.03848E-2</c:v>
                </c:pt>
                <c:pt idx="3624">
                  <c:v>1.03503E-2</c:v>
                </c:pt>
                <c:pt idx="3625">
                  <c:v>1.02173E-2</c:v>
                </c:pt>
                <c:pt idx="3626">
                  <c:v>1.01668E-2</c:v>
                </c:pt>
                <c:pt idx="3627">
                  <c:v>1.00917E-2</c:v>
                </c:pt>
                <c:pt idx="3628">
                  <c:v>1.0090500000000001E-2</c:v>
                </c:pt>
                <c:pt idx="3629">
                  <c:v>1.0282299999999999E-2</c:v>
                </c:pt>
                <c:pt idx="3630">
                  <c:v>1.0699999999999999E-2</c:v>
                </c:pt>
                <c:pt idx="3631">
                  <c:v>1.0500000000000001E-2</c:v>
                </c:pt>
                <c:pt idx="3632">
                  <c:v>1.0500000000000001E-2</c:v>
                </c:pt>
                <c:pt idx="3633">
                  <c:v>1.1018500000000001E-2</c:v>
                </c:pt>
                <c:pt idx="3634">
                  <c:v>1.15919E-2</c:v>
                </c:pt>
                <c:pt idx="3635">
                  <c:v>1.18371E-2</c:v>
                </c:pt>
                <c:pt idx="3636">
                  <c:v>1.3143500000000001E-2</c:v>
                </c:pt>
                <c:pt idx="3637">
                  <c:v>1.3187600000000001E-2</c:v>
                </c:pt>
                <c:pt idx="3638">
                  <c:v>1.3955699999999998E-2</c:v>
                </c:pt>
                <c:pt idx="3639">
                  <c:v>1.4548800000000001E-2</c:v>
                </c:pt>
                <c:pt idx="3640">
                  <c:v>1.4107900000000001E-2</c:v>
                </c:pt>
                <c:pt idx="3641">
                  <c:v>1.1859999999999999E-2</c:v>
                </c:pt>
                <c:pt idx="3642">
                  <c:v>1.18449E-2</c:v>
                </c:pt>
                <c:pt idx="3643">
                  <c:v>1.08734E-2</c:v>
                </c:pt>
                <c:pt idx="3644">
                  <c:v>1.0865600000000001E-2</c:v>
                </c:pt>
                <c:pt idx="3645">
                  <c:v>1.07711E-2</c:v>
                </c:pt>
                <c:pt idx="3646">
                  <c:v>1.07615E-2</c:v>
                </c:pt>
                <c:pt idx="3647">
                  <c:v>1.0759099999999999E-2</c:v>
                </c:pt>
                <c:pt idx="3648">
                  <c:v>1.0746200000000001E-2</c:v>
                </c:pt>
                <c:pt idx="3649">
                  <c:v>1.0985699999999999E-2</c:v>
                </c:pt>
                <c:pt idx="3650">
                  <c:v>1.1309E-2</c:v>
                </c:pt>
                <c:pt idx="3651">
                  <c:v>1.1492E-2</c:v>
                </c:pt>
                <c:pt idx="3652">
                  <c:v>1.15377E-2</c:v>
                </c:pt>
                <c:pt idx="3653">
                  <c:v>1.18432E-2</c:v>
                </c:pt>
                <c:pt idx="3654">
                  <c:v>1.3386000000000002E-2</c:v>
                </c:pt>
                <c:pt idx="3655">
                  <c:v>1.3479499999999998E-2</c:v>
                </c:pt>
                <c:pt idx="3656">
                  <c:v>1.2888999999999999E-2</c:v>
                </c:pt>
                <c:pt idx="3657">
                  <c:v>1.25124E-2</c:v>
                </c:pt>
                <c:pt idx="3658">
                  <c:v>1.25833E-2</c:v>
                </c:pt>
                <c:pt idx="3659">
                  <c:v>1.2939699999999998E-2</c:v>
                </c:pt>
                <c:pt idx="3660">
                  <c:v>1.30654E-2</c:v>
                </c:pt>
                <c:pt idx="3661">
                  <c:v>1.2962000000000001E-2</c:v>
                </c:pt>
                <c:pt idx="3662">
                  <c:v>1.3482900000000001E-2</c:v>
                </c:pt>
                <c:pt idx="3663">
                  <c:v>1.3244200000000001E-2</c:v>
                </c:pt>
                <c:pt idx="3664">
                  <c:v>1.31436E-2</c:v>
                </c:pt>
                <c:pt idx="3665">
                  <c:v>1.3325700000000001E-2</c:v>
                </c:pt>
                <c:pt idx="3666">
                  <c:v>1.3773799999999999E-2</c:v>
                </c:pt>
                <c:pt idx="3667">
                  <c:v>1.35864E-2</c:v>
                </c:pt>
                <c:pt idx="3668">
                  <c:v>1.33376E-2</c:v>
                </c:pt>
                <c:pt idx="3669">
                  <c:v>1.32856E-2</c:v>
                </c:pt>
                <c:pt idx="3670">
                  <c:v>1.32978E-2</c:v>
                </c:pt>
                <c:pt idx="3671">
                  <c:v>1.3518799999999999E-2</c:v>
                </c:pt>
                <c:pt idx="3672">
                  <c:v>1.3326300000000001E-2</c:v>
                </c:pt>
                <c:pt idx="3673">
                  <c:v>1.3568799999999999E-2</c:v>
                </c:pt>
                <c:pt idx="3674">
                  <c:v>1.3584299999999999E-2</c:v>
                </c:pt>
                <c:pt idx="3675">
                  <c:v>1.25074E-2</c:v>
                </c:pt>
                <c:pt idx="3676">
                  <c:v>1.2709E-2</c:v>
                </c:pt>
                <c:pt idx="3677">
                  <c:v>1.24102E-2</c:v>
                </c:pt>
                <c:pt idx="3678">
                  <c:v>1.2282599999999999E-2</c:v>
                </c:pt>
                <c:pt idx="3679">
                  <c:v>1.2260800000000001E-2</c:v>
                </c:pt>
                <c:pt idx="3680">
                  <c:v>1.2558199999999999E-2</c:v>
                </c:pt>
                <c:pt idx="3681">
                  <c:v>1.2711799999999999E-2</c:v>
                </c:pt>
                <c:pt idx="3682">
                  <c:v>1.23128E-2</c:v>
                </c:pt>
                <c:pt idx="3683">
                  <c:v>1.20339E-2</c:v>
                </c:pt>
                <c:pt idx="3684">
                  <c:v>1.20336E-2</c:v>
                </c:pt>
                <c:pt idx="3685">
                  <c:v>1.20821E-2</c:v>
                </c:pt>
                <c:pt idx="3686">
                  <c:v>1.2032899999999999E-2</c:v>
                </c:pt>
                <c:pt idx="3687">
                  <c:v>1.2222799999999999E-2</c:v>
                </c:pt>
                <c:pt idx="3688">
                  <c:v>1.2168999999999999E-2</c:v>
                </c:pt>
                <c:pt idx="3689">
                  <c:v>1.2305400000000001E-2</c:v>
                </c:pt>
                <c:pt idx="3690">
                  <c:v>1.1818200000000001E-2</c:v>
                </c:pt>
                <c:pt idx="3691">
                  <c:v>1.1527500000000001E-2</c:v>
                </c:pt>
                <c:pt idx="3692">
                  <c:v>1.15263E-2</c:v>
                </c:pt>
                <c:pt idx="3693">
                  <c:v>1.1304999999999999E-2</c:v>
                </c:pt>
                <c:pt idx="3694">
                  <c:v>1.1003000000000001E-2</c:v>
                </c:pt>
                <c:pt idx="3695">
                  <c:v>1.1084500000000001E-2</c:v>
                </c:pt>
                <c:pt idx="3696">
                  <c:v>1.12303E-2</c:v>
                </c:pt>
                <c:pt idx="3697">
                  <c:v>1.16431E-2</c:v>
                </c:pt>
                <c:pt idx="3698">
                  <c:v>1.20588E-2</c:v>
                </c:pt>
                <c:pt idx="3699">
                  <c:v>1.32727E-2</c:v>
                </c:pt>
                <c:pt idx="3700">
                  <c:v>1.42054E-2</c:v>
                </c:pt>
                <c:pt idx="3701">
                  <c:v>1.40394E-2</c:v>
                </c:pt>
                <c:pt idx="3702">
                  <c:v>1.37898E-2</c:v>
                </c:pt>
                <c:pt idx="3703">
                  <c:v>1.4164599999999999E-2</c:v>
                </c:pt>
                <c:pt idx="3704">
                  <c:v>1.4440799999999998E-2</c:v>
                </c:pt>
                <c:pt idx="3705">
                  <c:v>1.4416999999999999E-2</c:v>
                </c:pt>
                <c:pt idx="3706">
                  <c:v>1.40582E-2</c:v>
                </c:pt>
                <c:pt idx="3707">
                  <c:v>1.4335599999999999E-2</c:v>
                </c:pt>
                <c:pt idx="3708">
                  <c:v>1.4067699999999999E-2</c:v>
                </c:pt>
                <c:pt idx="3709">
                  <c:v>1.37959E-2</c:v>
                </c:pt>
                <c:pt idx="3710">
                  <c:v>1.3636199999999999E-2</c:v>
                </c:pt>
                <c:pt idx="3711">
                  <c:v>1.3662700000000002E-2</c:v>
                </c:pt>
                <c:pt idx="3712">
                  <c:v>1.3639500000000001E-2</c:v>
                </c:pt>
                <c:pt idx="3713">
                  <c:v>1.35917E-2</c:v>
                </c:pt>
                <c:pt idx="3714">
                  <c:v>1.3539300000000001E-2</c:v>
                </c:pt>
                <c:pt idx="3715">
                  <c:v>1.3431499999999999E-2</c:v>
                </c:pt>
                <c:pt idx="3716">
                  <c:v>1.31983E-2</c:v>
                </c:pt>
                <c:pt idx="3717">
                  <c:v>1.3266699999999999E-2</c:v>
                </c:pt>
                <c:pt idx="3718">
                  <c:v>1.3219300000000002E-2</c:v>
                </c:pt>
                <c:pt idx="3719">
                  <c:v>1.3049399999999999E-2</c:v>
                </c:pt>
                <c:pt idx="3720">
                  <c:v>1.32167E-2</c:v>
                </c:pt>
                <c:pt idx="3721">
                  <c:v>1.30852E-2</c:v>
                </c:pt>
                <c:pt idx="3722">
                  <c:v>1.3305699999999998E-2</c:v>
                </c:pt>
                <c:pt idx="3723">
                  <c:v>1.3906299999999998E-2</c:v>
                </c:pt>
                <c:pt idx="3724">
                  <c:v>1.41478E-2</c:v>
                </c:pt>
                <c:pt idx="3725">
                  <c:v>1.3851199999999999E-2</c:v>
                </c:pt>
                <c:pt idx="3726">
                  <c:v>1.37357E-2</c:v>
                </c:pt>
                <c:pt idx="3727">
                  <c:v>1.3800899999999998E-2</c:v>
                </c:pt>
                <c:pt idx="3728">
                  <c:v>1.39846E-2</c:v>
                </c:pt>
                <c:pt idx="3729">
                  <c:v>1.3864699999999999E-2</c:v>
                </c:pt>
                <c:pt idx="3730">
                  <c:v>1.3913300000000002E-2</c:v>
                </c:pt>
                <c:pt idx="3731">
                  <c:v>1.3790500000000001E-2</c:v>
                </c:pt>
                <c:pt idx="3732">
                  <c:v>1.3375E-2</c:v>
                </c:pt>
                <c:pt idx="3733">
                  <c:v>1.3416800000000001E-2</c:v>
                </c:pt>
                <c:pt idx="3734">
                  <c:v>1.34156E-2</c:v>
                </c:pt>
                <c:pt idx="3735">
                  <c:v>1.34296E-2</c:v>
                </c:pt>
                <c:pt idx="3736">
                  <c:v>1.35546E-2</c:v>
                </c:pt>
                <c:pt idx="3737">
                  <c:v>1.3534299999999999E-2</c:v>
                </c:pt>
                <c:pt idx="3738">
                  <c:v>1.37679E-2</c:v>
                </c:pt>
                <c:pt idx="3739">
                  <c:v>1.36066E-2</c:v>
                </c:pt>
                <c:pt idx="3740">
                  <c:v>1.33166E-2</c:v>
                </c:pt>
                <c:pt idx="3741">
                  <c:v>1.3244800000000001E-2</c:v>
                </c:pt>
                <c:pt idx="3742">
                  <c:v>1.3360800000000001E-2</c:v>
                </c:pt>
                <c:pt idx="3743">
                  <c:v>1.2885599999999999E-2</c:v>
                </c:pt>
                <c:pt idx="3744">
                  <c:v>1.2990999999999999E-2</c:v>
                </c:pt>
                <c:pt idx="3745">
                  <c:v>1.31206E-2</c:v>
                </c:pt>
                <c:pt idx="3746">
                  <c:v>1.31439E-2</c:v>
                </c:pt>
                <c:pt idx="3747">
                  <c:v>1.30609E-2</c:v>
                </c:pt>
                <c:pt idx="3748">
                  <c:v>1.2986500000000002E-2</c:v>
                </c:pt>
                <c:pt idx="3749">
                  <c:v>1.28702E-2</c:v>
                </c:pt>
                <c:pt idx="3750">
                  <c:v>1.3015799999999999E-2</c:v>
                </c:pt>
                <c:pt idx="3751">
                  <c:v>1.2995400000000001E-2</c:v>
                </c:pt>
                <c:pt idx="3752">
                  <c:v>1.28404E-2</c:v>
                </c:pt>
                <c:pt idx="3753">
                  <c:v>1.2826300000000001E-2</c:v>
                </c:pt>
                <c:pt idx="3754">
                  <c:v>1.28269E-2</c:v>
                </c:pt>
                <c:pt idx="3755">
                  <c:v>1.29786E-2</c:v>
                </c:pt>
                <c:pt idx="3756">
                  <c:v>1.2889699999999999E-2</c:v>
                </c:pt>
                <c:pt idx="3757">
                  <c:v>1.3019900000000001E-2</c:v>
                </c:pt>
                <c:pt idx="3758">
                  <c:v>1.3091999999999999E-2</c:v>
                </c:pt>
                <c:pt idx="3759">
                  <c:v>1.3234000000000001E-2</c:v>
                </c:pt>
                <c:pt idx="3760">
                  <c:v>1.3163999999999999E-2</c:v>
                </c:pt>
                <c:pt idx="3761">
                  <c:v>1.3306899999999998E-2</c:v>
                </c:pt>
                <c:pt idx="3762">
                  <c:v>1.3423500000000001E-2</c:v>
                </c:pt>
                <c:pt idx="3763">
                  <c:v>1.3812999999999999E-2</c:v>
                </c:pt>
                <c:pt idx="3764">
                  <c:v>1.3992699999999999E-2</c:v>
                </c:pt>
                <c:pt idx="3765">
                  <c:v>1.3904699999999999E-2</c:v>
                </c:pt>
                <c:pt idx="3766">
                  <c:v>1.39332E-2</c:v>
                </c:pt>
                <c:pt idx="3767">
                  <c:v>1.36826E-2</c:v>
                </c:pt>
                <c:pt idx="3768">
                  <c:v>1.3505400000000001E-2</c:v>
                </c:pt>
                <c:pt idx="3769">
                  <c:v>1.36814E-2</c:v>
                </c:pt>
                <c:pt idx="3770">
                  <c:v>1.3815199999999998E-2</c:v>
                </c:pt>
                <c:pt idx="3771">
                  <c:v>1.3759800000000001E-2</c:v>
                </c:pt>
                <c:pt idx="3772">
                  <c:v>1.3544499999999999E-2</c:v>
                </c:pt>
                <c:pt idx="3773">
                  <c:v>1.3593899999999999E-2</c:v>
                </c:pt>
                <c:pt idx="3774">
                  <c:v>1.38333E-2</c:v>
                </c:pt>
                <c:pt idx="3775">
                  <c:v>1.36606E-2</c:v>
                </c:pt>
                <c:pt idx="3776">
                  <c:v>1.38111E-2</c:v>
                </c:pt>
                <c:pt idx="3777">
                  <c:v>1.3793799999999998E-2</c:v>
                </c:pt>
                <c:pt idx="3778">
                  <c:v>1.3874299999999999E-2</c:v>
                </c:pt>
                <c:pt idx="3779">
                  <c:v>1.4066399999999998E-2</c:v>
                </c:pt>
                <c:pt idx="3780">
                  <c:v>1.4011600000000001E-2</c:v>
                </c:pt>
                <c:pt idx="3781">
                  <c:v>1.3914900000000001E-2</c:v>
                </c:pt>
                <c:pt idx="3782">
                  <c:v>1.3759299999999999E-2</c:v>
                </c:pt>
                <c:pt idx="3783">
                  <c:v>1.3736000000000002E-2</c:v>
                </c:pt>
                <c:pt idx="3784">
                  <c:v>1.3962100000000002E-2</c:v>
                </c:pt>
                <c:pt idx="3785">
                  <c:v>1.42796E-2</c:v>
                </c:pt>
                <c:pt idx="3786">
                  <c:v>1.4386899999999999E-2</c:v>
                </c:pt>
                <c:pt idx="3787">
                  <c:v>1.4050999999999999E-2</c:v>
                </c:pt>
                <c:pt idx="3788">
                  <c:v>1.3760400000000001E-2</c:v>
                </c:pt>
                <c:pt idx="3789">
                  <c:v>1.35505E-2</c:v>
                </c:pt>
                <c:pt idx="3790">
                  <c:v>1.3547900000000002E-2</c:v>
                </c:pt>
                <c:pt idx="3791">
                  <c:v>1.3799000000000001E-2</c:v>
                </c:pt>
                <c:pt idx="3792">
                  <c:v>1.3677099999999999E-2</c:v>
                </c:pt>
                <c:pt idx="3793">
                  <c:v>1.3648799999999999E-2</c:v>
                </c:pt>
                <c:pt idx="3794">
                  <c:v>1.3736099999999999E-2</c:v>
                </c:pt>
                <c:pt idx="3795">
                  <c:v>1.35738E-2</c:v>
                </c:pt>
                <c:pt idx="3796">
                  <c:v>1.3800100000000001E-2</c:v>
                </c:pt>
                <c:pt idx="3797">
                  <c:v>1.4186600000000001E-2</c:v>
                </c:pt>
                <c:pt idx="3798">
                  <c:v>1.4736900000000001E-2</c:v>
                </c:pt>
                <c:pt idx="3799">
                  <c:v>1.5029799999999999E-2</c:v>
                </c:pt>
                <c:pt idx="3800">
                  <c:v>1.4807300000000001E-2</c:v>
                </c:pt>
                <c:pt idx="3801">
                  <c:v>1.4373599999999999E-2</c:v>
                </c:pt>
                <c:pt idx="3802">
                  <c:v>1.4454499999999999E-2</c:v>
                </c:pt>
                <c:pt idx="3803">
                  <c:v>1.4707E-2</c:v>
                </c:pt>
                <c:pt idx="3804">
                  <c:v>1.4934600000000001E-2</c:v>
                </c:pt>
                <c:pt idx="3805">
                  <c:v>1.4934999999999999E-2</c:v>
                </c:pt>
                <c:pt idx="3806">
                  <c:v>1.4783299999999999E-2</c:v>
                </c:pt>
                <c:pt idx="3807">
                  <c:v>1.4987500000000001E-2</c:v>
                </c:pt>
                <c:pt idx="3808">
                  <c:v>1.50321E-2</c:v>
                </c:pt>
                <c:pt idx="3809">
                  <c:v>1.47552E-2</c:v>
                </c:pt>
                <c:pt idx="3810">
                  <c:v>1.49959E-2</c:v>
                </c:pt>
                <c:pt idx="3811">
                  <c:v>1.5206000000000001E-2</c:v>
                </c:pt>
                <c:pt idx="3812">
                  <c:v>1.5596700000000002E-2</c:v>
                </c:pt>
                <c:pt idx="3813">
                  <c:v>1.56613E-2</c:v>
                </c:pt>
                <c:pt idx="3814">
                  <c:v>1.5669300000000001E-2</c:v>
                </c:pt>
                <c:pt idx="3815">
                  <c:v>1.5963499999999999E-2</c:v>
                </c:pt>
                <c:pt idx="3816">
                  <c:v>1.62927E-2</c:v>
                </c:pt>
                <c:pt idx="3817">
                  <c:v>1.6654099999999998E-2</c:v>
                </c:pt>
                <c:pt idx="3818">
                  <c:v>1.70364E-2</c:v>
                </c:pt>
                <c:pt idx="3819">
                  <c:v>1.8476800000000002E-2</c:v>
                </c:pt>
                <c:pt idx="3820">
                  <c:v>1.8095E-2</c:v>
                </c:pt>
                <c:pt idx="3821">
                  <c:v>1.80739E-2</c:v>
                </c:pt>
                <c:pt idx="3822">
                  <c:v>1.7217799999999998E-2</c:v>
                </c:pt>
                <c:pt idx="3823">
                  <c:v>1.73711E-2</c:v>
                </c:pt>
                <c:pt idx="3824">
                  <c:v>1.7420100000000001E-2</c:v>
                </c:pt>
                <c:pt idx="3825">
                  <c:v>1.7981299999999999E-2</c:v>
                </c:pt>
                <c:pt idx="3826">
                  <c:v>1.78281E-2</c:v>
                </c:pt>
                <c:pt idx="3827">
                  <c:v>1.7406899999999999E-2</c:v>
                </c:pt>
                <c:pt idx="3828">
                  <c:v>1.77731E-2</c:v>
                </c:pt>
                <c:pt idx="3829">
                  <c:v>1.7806499999999999E-2</c:v>
                </c:pt>
                <c:pt idx="3830">
                  <c:v>1.7363800000000002E-2</c:v>
                </c:pt>
                <c:pt idx="3831">
                  <c:v>1.7307699999999999E-2</c:v>
                </c:pt>
                <c:pt idx="3832">
                  <c:v>1.7298400000000002E-2</c:v>
                </c:pt>
                <c:pt idx="3833">
                  <c:v>1.7424600000000002E-2</c:v>
                </c:pt>
                <c:pt idx="3834">
                  <c:v>1.7312299999999999E-2</c:v>
                </c:pt>
                <c:pt idx="3835">
                  <c:v>1.6636099999999997E-2</c:v>
                </c:pt>
                <c:pt idx="3836">
                  <c:v>1.6090799999999999E-2</c:v>
                </c:pt>
                <c:pt idx="3837">
                  <c:v>1.5543899999999999E-2</c:v>
                </c:pt>
                <c:pt idx="3838">
                  <c:v>1.5964599999999999E-2</c:v>
                </c:pt>
                <c:pt idx="3839">
                  <c:v>1.6732400000000001E-2</c:v>
                </c:pt>
                <c:pt idx="3840">
                  <c:v>1.7515199999999998E-2</c:v>
                </c:pt>
                <c:pt idx="3841">
                  <c:v>1.7916700000000001E-2</c:v>
                </c:pt>
                <c:pt idx="3842">
                  <c:v>1.8213800000000002E-2</c:v>
                </c:pt>
                <c:pt idx="3843">
                  <c:v>1.8889E-2</c:v>
                </c:pt>
                <c:pt idx="3844">
                  <c:v>2.0182200000000001E-2</c:v>
                </c:pt>
                <c:pt idx="3845">
                  <c:v>2.0083799999999999E-2</c:v>
                </c:pt>
                <c:pt idx="3846">
                  <c:v>1.9495699999999998E-2</c:v>
                </c:pt>
                <c:pt idx="3847">
                  <c:v>1.9430600000000003E-2</c:v>
                </c:pt>
                <c:pt idx="3848">
                  <c:v>1.9045300000000001E-2</c:v>
                </c:pt>
                <c:pt idx="3849">
                  <c:v>1.8129900000000001E-2</c:v>
                </c:pt>
                <c:pt idx="3850">
                  <c:v>1.7833500000000002E-2</c:v>
                </c:pt>
                <c:pt idx="3851">
                  <c:v>1.8273400000000002E-2</c:v>
                </c:pt>
                <c:pt idx="3852">
                  <c:v>1.74313E-2</c:v>
                </c:pt>
                <c:pt idx="3853">
                  <c:v>1.73513E-2</c:v>
                </c:pt>
                <c:pt idx="3854">
                  <c:v>1.7211199999999999E-2</c:v>
                </c:pt>
                <c:pt idx="3855">
                  <c:v>1.8121499999999999E-2</c:v>
                </c:pt>
                <c:pt idx="3856">
                  <c:v>1.8326200000000001E-2</c:v>
                </c:pt>
                <c:pt idx="3857">
                  <c:v>1.7652000000000001E-2</c:v>
                </c:pt>
                <c:pt idx="3858">
                  <c:v>1.7378600000000001E-2</c:v>
                </c:pt>
                <c:pt idx="3859">
                  <c:v>1.7449700000000002E-2</c:v>
                </c:pt>
                <c:pt idx="3860">
                  <c:v>1.7740300000000001E-2</c:v>
                </c:pt>
                <c:pt idx="3861">
                  <c:v>1.7824299999999998E-2</c:v>
                </c:pt>
                <c:pt idx="3862">
                  <c:v>1.7515199999999998E-2</c:v>
                </c:pt>
                <c:pt idx="3863">
                  <c:v>1.7209600000000002E-2</c:v>
                </c:pt>
                <c:pt idx="3864">
                  <c:v>1.7096E-2</c:v>
                </c:pt>
                <c:pt idx="3865">
                  <c:v>1.7246899999999999E-2</c:v>
                </c:pt>
                <c:pt idx="3866">
                  <c:v>1.71364E-2</c:v>
                </c:pt>
                <c:pt idx="3867">
                  <c:v>1.7336400000000002E-2</c:v>
                </c:pt>
                <c:pt idx="3868">
                  <c:v>1.7330099999999998E-2</c:v>
                </c:pt>
                <c:pt idx="3869">
                  <c:v>1.69809E-2</c:v>
                </c:pt>
                <c:pt idx="3870">
                  <c:v>1.6047599999999999E-2</c:v>
                </c:pt>
                <c:pt idx="3871">
                  <c:v>1.6166800000000002E-2</c:v>
                </c:pt>
                <c:pt idx="3872">
                  <c:v>1.6739299999999999E-2</c:v>
                </c:pt>
                <c:pt idx="3873">
                  <c:v>1.6995900000000001E-2</c:v>
                </c:pt>
                <c:pt idx="3874">
                  <c:v>1.74138E-2</c:v>
                </c:pt>
                <c:pt idx="3875">
                  <c:v>1.7202800000000001E-2</c:v>
                </c:pt>
                <c:pt idx="3876">
                  <c:v>1.7152899999999999E-2</c:v>
                </c:pt>
                <c:pt idx="3877">
                  <c:v>1.7520299999999999E-2</c:v>
                </c:pt>
                <c:pt idx="3878">
                  <c:v>1.7990100000000002E-2</c:v>
                </c:pt>
                <c:pt idx="3879">
                  <c:v>1.77444E-2</c:v>
                </c:pt>
                <c:pt idx="3880">
                  <c:v>1.7841900000000001E-2</c:v>
                </c:pt>
                <c:pt idx="3881">
                  <c:v>1.77392E-2</c:v>
                </c:pt>
                <c:pt idx="3882">
                  <c:v>1.7723099999999999E-2</c:v>
                </c:pt>
                <c:pt idx="3883">
                  <c:v>1.7592E-2</c:v>
                </c:pt>
                <c:pt idx="3884">
                  <c:v>1.77276E-2</c:v>
                </c:pt>
                <c:pt idx="3885">
                  <c:v>1.7732400000000002E-2</c:v>
                </c:pt>
                <c:pt idx="3886">
                  <c:v>1.7886099999999999E-2</c:v>
                </c:pt>
                <c:pt idx="3887">
                  <c:v>1.7918700000000003E-2</c:v>
                </c:pt>
                <c:pt idx="3888">
                  <c:v>1.7937399999999999E-2</c:v>
                </c:pt>
                <c:pt idx="3889">
                  <c:v>1.8066200000000001E-2</c:v>
                </c:pt>
                <c:pt idx="3890">
                  <c:v>1.79133E-2</c:v>
                </c:pt>
                <c:pt idx="3891">
                  <c:v>1.81773E-2</c:v>
                </c:pt>
                <c:pt idx="3892">
                  <c:v>1.8724500000000002E-2</c:v>
                </c:pt>
                <c:pt idx="3893">
                  <c:v>1.87166E-2</c:v>
                </c:pt>
                <c:pt idx="3894">
                  <c:v>1.9179499999999999E-2</c:v>
                </c:pt>
                <c:pt idx="3895">
                  <c:v>1.9332200000000001E-2</c:v>
                </c:pt>
                <c:pt idx="3896">
                  <c:v>1.9214999999999999E-2</c:v>
                </c:pt>
                <c:pt idx="3897">
                  <c:v>1.95894E-2</c:v>
                </c:pt>
                <c:pt idx="3898">
                  <c:v>1.9994999999999999E-2</c:v>
                </c:pt>
                <c:pt idx="3899">
                  <c:v>1.9879000000000001E-2</c:v>
                </c:pt>
                <c:pt idx="3900">
                  <c:v>1.9109399999999999E-2</c:v>
                </c:pt>
                <c:pt idx="3901">
                  <c:v>1.8716699999999999E-2</c:v>
                </c:pt>
                <c:pt idx="3902">
                  <c:v>1.8706399999999998E-2</c:v>
                </c:pt>
                <c:pt idx="3903">
                  <c:v>1.9032400000000001E-2</c:v>
                </c:pt>
                <c:pt idx="3904">
                  <c:v>1.9061999999999999E-2</c:v>
                </c:pt>
                <c:pt idx="3905">
                  <c:v>1.9070799999999999E-2</c:v>
                </c:pt>
                <c:pt idx="3906">
                  <c:v>1.8759499999999998E-2</c:v>
                </c:pt>
                <c:pt idx="3907">
                  <c:v>1.86061E-2</c:v>
                </c:pt>
                <c:pt idx="3908">
                  <c:v>1.8573599999999999E-2</c:v>
                </c:pt>
                <c:pt idx="3909">
                  <c:v>1.8779000000000001E-2</c:v>
                </c:pt>
                <c:pt idx="3910">
                  <c:v>1.86482E-2</c:v>
                </c:pt>
                <c:pt idx="3911">
                  <c:v>1.8666100000000001E-2</c:v>
                </c:pt>
                <c:pt idx="3912">
                  <c:v>1.8765799999999999E-2</c:v>
                </c:pt>
                <c:pt idx="3913">
                  <c:v>1.87663E-2</c:v>
                </c:pt>
                <c:pt idx="3914">
                  <c:v>1.9086099999999998E-2</c:v>
                </c:pt>
                <c:pt idx="3915">
                  <c:v>1.89006E-2</c:v>
                </c:pt>
                <c:pt idx="3916">
                  <c:v>1.9280499999999999E-2</c:v>
                </c:pt>
                <c:pt idx="3917">
                  <c:v>1.9623700000000001E-2</c:v>
                </c:pt>
                <c:pt idx="3918">
                  <c:v>1.9985200000000002E-2</c:v>
                </c:pt>
                <c:pt idx="3919">
                  <c:v>2.0612499999999999E-2</c:v>
                </c:pt>
                <c:pt idx="3920">
                  <c:v>2.0621500000000001E-2</c:v>
                </c:pt>
                <c:pt idx="3921">
                  <c:v>2.10511E-2</c:v>
                </c:pt>
                <c:pt idx="3922">
                  <c:v>2.08682E-2</c:v>
                </c:pt>
                <c:pt idx="3923">
                  <c:v>2.14589E-2</c:v>
                </c:pt>
                <c:pt idx="3924">
                  <c:v>2.2121999999999999E-2</c:v>
                </c:pt>
                <c:pt idx="3925">
                  <c:v>2.1945900000000001E-2</c:v>
                </c:pt>
                <c:pt idx="3926">
                  <c:v>2.24291E-2</c:v>
                </c:pt>
                <c:pt idx="3927">
                  <c:v>2.1962300000000001E-2</c:v>
                </c:pt>
                <c:pt idx="3928">
                  <c:v>2.1298500000000001E-2</c:v>
                </c:pt>
                <c:pt idx="3929">
                  <c:v>2.1996600000000002E-2</c:v>
                </c:pt>
                <c:pt idx="3930">
                  <c:v>2.1591800000000001E-2</c:v>
                </c:pt>
                <c:pt idx="3931">
                  <c:v>2.1512E-2</c:v>
                </c:pt>
                <c:pt idx="3932">
                  <c:v>2.11159E-2</c:v>
                </c:pt>
                <c:pt idx="3933">
                  <c:v>2.1067300000000001E-2</c:v>
                </c:pt>
                <c:pt idx="3934">
                  <c:v>2.1074900000000001E-2</c:v>
                </c:pt>
                <c:pt idx="3935">
                  <c:v>2.1899100000000001E-2</c:v>
                </c:pt>
                <c:pt idx="3936">
                  <c:v>2.1444399999999999E-2</c:v>
                </c:pt>
                <c:pt idx="3937">
                  <c:v>2.0268899999999999E-2</c:v>
                </c:pt>
                <c:pt idx="3938">
                  <c:v>2.0422900000000001E-2</c:v>
                </c:pt>
                <c:pt idx="3939">
                  <c:v>2.14792E-2</c:v>
                </c:pt>
                <c:pt idx="3940">
                  <c:v>2.1883400000000001E-2</c:v>
                </c:pt>
                <c:pt idx="3941">
                  <c:v>2.2230199999999999E-2</c:v>
                </c:pt>
                <c:pt idx="3942">
                  <c:v>2.3055300000000001E-2</c:v>
                </c:pt>
                <c:pt idx="3943">
                  <c:v>2.2563800000000002E-2</c:v>
                </c:pt>
                <c:pt idx="3944">
                  <c:v>2.2454100000000001E-2</c:v>
                </c:pt>
                <c:pt idx="3945">
                  <c:v>2.17363E-2</c:v>
                </c:pt>
                <c:pt idx="3946">
                  <c:v>2.01998E-2</c:v>
                </c:pt>
                <c:pt idx="3947">
                  <c:v>2.0360099999999999E-2</c:v>
                </c:pt>
                <c:pt idx="3948">
                  <c:v>1.9964699999999998E-2</c:v>
                </c:pt>
                <c:pt idx="3949">
                  <c:v>1.9417400000000001E-2</c:v>
                </c:pt>
                <c:pt idx="3950">
                  <c:v>1.9566200000000002E-2</c:v>
                </c:pt>
                <c:pt idx="3951">
                  <c:v>1.94177E-2</c:v>
                </c:pt>
                <c:pt idx="3952">
                  <c:v>1.93878E-2</c:v>
                </c:pt>
                <c:pt idx="3953">
                  <c:v>1.9497900000000002E-2</c:v>
                </c:pt>
                <c:pt idx="3954">
                  <c:v>1.9538099999999999E-2</c:v>
                </c:pt>
                <c:pt idx="3955">
                  <c:v>1.8283799999999999E-2</c:v>
                </c:pt>
                <c:pt idx="3956">
                  <c:v>1.7775800000000001E-2</c:v>
                </c:pt>
                <c:pt idx="3957">
                  <c:v>1.7272800000000001E-2</c:v>
                </c:pt>
                <c:pt idx="3958">
                  <c:v>1.7111899999999999E-2</c:v>
                </c:pt>
                <c:pt idx="3959">
                  <c:v>1.7205699999999997E-2</c:v>
                </c:pt>
                <c:pt idx="3960">
                  <c:v>1.7641399999999998E-2</c:v>
                </c:pt>
                <c:pt idx="3961">
                  <c:v>1.7217E-2</c:v>
                </c:pt>
                <c:pt idx="3962">
                  <c:v>1.7054800000000002E-2</c:v>
                </c:pt>
                <c:pt idx="3963">
                  <c:v>1.62057E-2</c:v>
                </c:pt>
                <c:pt idx="3964">
                  <c:v>1.59867E-2</c:v>
                </c:pt>
                <c:pt idx="3965">
                  <c:v>1.62144E-2</c:v>
                </c:pt>
                <c:pt idx="3966">
                  <c:v>1.56385E-2</c:v>
                </c:pt>
                <c:pt idx="3967">
                  <c:v>1.4466499999999998E-2</c:v>
                </c:pt>
                <c:pt idx="3968">
                  <c:v>1.40561E-2</c:v>
                </c:pt>
                <c:pt idx="3969">
                  <c:v>1.49584E-2</c:v>
                </c:pt>
                <c:pt idx="3970">
                  <c:v>1.55721E-2</c:v>
                </c:pt>
                <c:pt idx="3971">
                  <c:v>1.68717E-2</c:v>
                </c:pt>
                <c:pt idx="3972">
                  <c:v>1.7241099999999999E-2</c:v>
                </c:pt>
                <c:pt idx="3973">
                  <c:v>1.73268E-2</c:v>
                </c:pt>
                <c:pt idx="3974">
                  <c:v>1.6963200000000001E-2</c:v>
                </c:pt>
                <c:pt idx="3975">
                  <c:v>1.6531200000000003E-2</c:v>
                </c:pt>
                <c:pt idx="3976">
                  <c:v>1.5879900000000002E-2</c:v>
                </c:pt>
                <c:pt idx="3977">
                  <c:v>1.6256400000000001E-2</c:v>
                </c:pt>
                <c:pt idx="3978">
                  <c:v>1.6420799999999999E-2</c:v>
                </c:pt>
                <c:pt idx="3979">
                  <c:v>1.7163600000000001E-2</c:v>
                </c:pt>
                <c:pt idx="3980">
                  <c:v>1.81131E-2</c:v>
                </c:pt>
                <c:pt idx="3981">
                  <c:v>1.8024000000000002E-2</c:v>
                </c:pt>
                <c:pt idx="3982">
                  <c:v>1.8699400000000001E-2</c:v>
                </c:pt>
                <c:pt idx="3983">
                  <c:v>1.86587E-2</c:v>
                </c:pt>
                <c:pt idx="3984">
                  <c:v>1.7237100000000002E-2</c:v>
                </c:pt>
                <c:pt idx="3985">
                  <c:v>1.63231E-2</c:v>
                </c:pt>
                <c:pt idx="3986">
                  <c:v>1.5686000000000002E-2</c:v>
                </c:pt>
                <c:pt idx="3987">
                  <c:v>1.5407300000000001E-2</c:v>
                </c:pt>
                <c:pt idx="3988">
                  <c:v>1.5566399999999999E-2</c:v>
                </c:pt>
                <c:pt idx="3989">
                  <c:v>1.5368999999999999E-2</c:v>
                </c:pt>
                <c:pt idx="3990">
                  <c:v>1.4837600000000001E-2</c:v>
                </c:pt>
                <c:pt idx="3991">
                  <c:v>1.4485700000000001E-2</c:v>
                </c:pt>
                <c:pt idx="3992">
                  <c:v>1.5168299999999999E-2</c:v>
                </c:pt>
                <c:pt idx="3993">
                  <c:v>1.51912E-2</c:v>
                </c:pt>
                <c:pt idx="3994">
                  <c:v>1.53703E-2</c:v>
                </c:pt>
                <c:pt idx="3995">
                  <c:v>1.48314E-2</c:v>
                </c:pt>
                <c:pt idx="3996">
                  <c:v>1.4517799999999999E-2</c:v>
                </c:pt>
                <c:pt idx="3997">
                  <c:v>1.4781600000000001E-2</c:v>
                </c:pt>
                <c:pt idx="3998">
                  <c:v>1.5233699999999999E-2</c:v>
                </c:pt>
                <c:pt idx="3999">
                  <c:v>1.51941E-2</c:v>
                </c:pt>
                <c:pt idx="4000">
                  <c:v>1.5993400000000001E-2</c:v>
                </c:pt>
                <c:pt idx="4001">
                  <c:v>1.6114400000000001E-2</c:v>
                </c:pt>
                <c:pt idx="4002">
                  <c:v>1.6114799999999999E-2</c:v>
                </c:pt>
                <c:pt idx="4003">
                  <c:v>1.56268E-2</c:v>
                </c:pt>
                <c:pt idx="4004">
                  <c:v>1.59399E-2</c:v>
                </c:pt>
                <c:pt idx="4005">
                  <c:v>1.56042E-2</c:v>
                </c:pt>
                <c:pt idx="4006">
                  <c:v>1.54971E-2</c:v>
                </c:pt>
                <c:pt idx="4007">
                  <c:v>1.5396999999999999E-2</c:v>
                </c:pt>
                <c:pt idx="4008">
                  <c:v>1.56583E-2</c:v>
                </c:pt>
                <c:pt idx="4009">
                  <c:v>1.5582599999999999E-2</c:v>
                </c:pt>
                <c:pt idx="4010">
                  <c:v>1.5808199999999998E-2</c:v>
                </c:pt>
                <c:pt idx="4011">
                  <c:v>1.6224300000000001E-2</c:v>
                </c:pt>
                <c:pt idx="4012">
                  <c:v>1.6413900000000002E-2</c:v>
                </c:pt>
                <c:pt idx="4013">
                  <c:v>1.6365500000000002E-2</c:v>
                </c:pt>
                <c:pt idx="4014">
                  <c:v>1.68256E-2</c:v>
                </c:pt>
                <c:pt idx="4015">
                  <c:v>1.6773699999999999E-2</c:v>
                </c:pt>
                <c:pt idx="4016">
                  <c:v>1.63669E-2</c:v>
                </c:pt>
                <c:pt idx="4017">
                  <c:v>1.6250299999999999E-2</c:v>
                </c:pt>
                <c:pt idx="4018">
                  <c:v>1.6147399999999999E-2</c:v>
                </c:pt>
                <c:pt idx="4019">
                  <c:v>1.6000200000000003E-2</c:v>
                </c:pt>
                <c:pt idx="4020">
                  <c:v>1.6095999999999999E-2</c:v>
                </c:pt>
                <c:pt idx="4021">
                  <c:v>1.5907899999999999E-2</c:v>
                </c:pt>
                <c:pt idx="4022">
                  <c:v>1.55541E-2</c:v>
                </c:pt>
                <c:pt idx="4023">
                  <c:v>1.5116999999999998E-2</c:v>
                </c:pt>
                <c:pt idx="4024">
                  <c:v>1.4471700000000001E-2</c:v>
                </c:pt>
                <c:pt idx="4025">
                  <c:v>1.4112299999999999E-2</c:v>
                </c:pt>
                <c:pt idx="4026">
                  <c:v>1.3937200000000002E-2</c:v>
                </c:pt>
                <c:pt idx="4027">
                  <c:v>1.44219E-2</c:v>
                </c:pt>
                <c:pt idx="4028">
                  <c:v>1.4679599999999999E-2</c:v>
                </c:pt>
                <c:pt idx="4029">
                  <c:v>1.51244E-2</c:v>
                </c:pt>
                <c:pt idx="4030">
                  <c:v>1.5831399999999999E-2</c:v>
                </c:pt>
                <c:pt idx="4031">
                  <c:v>1.5915000000000002E-2</c:v>
                </c:pt>
                <c:pt idx="4032">
                  <c:v>1.5637600000000001E-2</c:v>
                </c:pt>
                <c:pt idx="4033">
                  <c:v>1.55357E-2</c:v>
                </c:pt>
                <c:pt idx="4034">
                  <c:v>1.49502E-2</c:v>
                </c:pt>
                <c:pt idx="4035">
                  <c:v>1.46249E-2</c:v>
                </c:pt>
                <c:pt idx="4036">
                  <c:v>1.4406899999999999E-2</c:v>
                </c:pt>
                <c:pt idx="4037">
                  <c:v>1.39125E-2</c:v>
                </c:pt>
                <c:pt idx="4038">
                  <c:v>1.60865E-2</c:v>
                </c:pt>
                <c:pt idx="4039">
                  <c:v>1.6537200000000002E-2</c:v>
                </c:pt>
                <c:pt idx="4040">
                  <c:v>1.5735499999999999E-2</c:v>
                </c:pt>
                <c:pt idx="4041">
                  <c:v>1.4321799999999999E-2</c:v>
                </c:pt>
                <c:pt idx="4042">
                  <c:v>1.3871100000000001E-2</c:v>
                </c:pt>
                <c:pt idx="4043">
                  <c:v>1.3478200000000001E-2</c:v>
                </c:pt>
                <c:pt idx="4044">
                  <c:v>1.3343600000000001E-2</c:v>
                </c:pt>
                <c:pt idx="4045">
                  <c:v>1.3762799999999999E-2</c:v>
                </c:pt>
                <c:pt idx="4046">
                  <c:v>1.34812E-2</c:v>
                </c:pt>
                <c:pt idx="4047">
                  <c:v>1.35227E-2</c:v>
                </c:pt>
                <c:pt idx="4048">
                  <c:v>1.27224E-2</c:v>
                </c:pt>
                <c:pt idx="4049">
                  <c:v>1.2603100000000001E-2</c:v>
                </c:pt>
                <c:pt idx="4050">
                  <c:v>1.22033E-2</c:v>
                </c:pt>
                <c:pt idx="4051">
                  <c:v>1.2207299999999999E-2</c:v>
                </c:pt>
                <c:pt idx="4052">
                  <c:v>1.23873E-2</c:v>
                </c:pt>
                <c:pt idx="4053">
                  <c:v>1.27285E-2</c:v>
                </c:pt>
                <c:pt idx="4054">
                  <c:v>1.2831800000000001E-2</c:v>
                </c:pt>
                <c:pt idx="4055">
                  <c:v>1.28208E-2</c:v>
                </c:pt>
                <c:pt idx="4056">
                  <c:v>1.2539100000000001E-2</c:v>
                </c:pt>
                <c:pt idx="4057">
                  <c:v>1.25226E-2</c:v>
                </c:pt>
                <c:pt idx="4058">
                  <c:v>1.24566E-2</c:v>
                </c:pt>
                <c:pt idx="4059">
                  <c:v>1.2600700000000001E-2</c:v>
                </c:pt>
                <c:pt idx="4060">
                  <c:v>1.2861900000000001E-2</c:v>
                </c:pt>
                <c:pt idx="4061">
                  <c:v>1.30286E-2</c:v>
                </c:pt>
                <c:pt idx="4062">
                  <c:v>1.3131E-2</c:v>
                </c:pt>
                <c:pt idx="4063">
                  <c:v>1.2866999999999998E-2</c:v>
                </c:pt>
                <c:pt idx="4064">
                  <c:v>1.2875200000000002E-2</c:v>
                </c:pt>
                <c:pt idx="4065">
                  <c:v>1.2806200000000002E-2</c:v>
                </c:pt>
                <c:pt idx="4066">
                  <c:v>1.24178E-2</c:v>
                </c:pt>
                <c:pt idx="4067">
                  <c:v>1.16014E-2</c:v>
                </c:pt>
                <c:pt idx="4068">
                  <c:v>1.1285E-2</c:v>
                </c:pt>
                <c:pt idx="4069">
                  <c:v>1.0724899999999999E-2</c:v>
                </c:pt>
                <c:pt idx="4070">
                  <c:v>1.0566800000000001E-2</c:v>
                </c:pt>
                <c:pt idx="4071">
                  <c:v>1.0589299999999999E-2</c:v>
                </c:pt>
                <c:pt idx="4072">
                  <c:v>1.0413E-2</c:v>
                </c:pt>
                <c:pt idx="4073">
                  <c:v>1.03748E-2</c:v>
                </c:pt>
                <c:pt idx="4074">
                  <c:v>1.0073499999999999E-2</c:v>
                </c:pt>
                <c:pt idx="4075">
                  <c:v>1.00263E-2</c:v>
                </c:pt>
                <c:pt idx="4076">
                  <c:v>1.0077599999999999E-2</c:v>
                </c:pt>
                <c:pt idx="4077">
                  <c:v>9.8552999999999991E-3</c:v>
                </c:pt>
                <c:pt idx="4078">
                  <c:v>9.9714000000000001E-3</c:v>
                </c:pt>
                <c:pt idx="4079">
                  <c:v>1.01183E-2</c:v>
                </c:pt>
                <c:pt idx="4080">
                  <c:v>1.0038200000000001E-2</c:v>
                </c:pt>
                <c:pt idx="4081">
                  <c:v>1.0147400000000001E-2</c:v>
                </c:pt>
                <c:pt idx="4082">
                  <c:v>1.02834E-2</c:v>
                </c:pt>
                <c:pt idx="4083">
                  <c:v>1.02539E-2</c:v>
                </c:pt>
                <c:pt idx="4084">
                  <c:v>1.00283E-2</c:v>
                </c:pt>
                <c:pt idx="4085">
                  <c:v>1.00597E-2</c:v>
                </c:pt>
                <c:pt idx="4086">
                  <c:v>1.0213E-2</c:v>
                </c:pt>
                <c:pt idx="4087">
                  <c:v>1.0401000000000001E-2</c:v>
                </c:pt>
                <c:pt idx="4088">
                  <c:v>1.0236499999999999E-2</c:v>
                </c:pt>
                <c:pt idx="4089">
                  <c:v>1.0203199999999999E-2</c:v>
                </c:pt>
                <c:pt idx="4090">
                  <c:v>9.9112999999999996E-3</c:v>
                </c:pt>
                <c:pt idx="4091">
                  <c:v>9.5846999999999998E-3</c:v>
                </c:pt>
                <c:pt idx="4092">
                  <c:v>9.6406000000000009E-3</c:v>
                </c:pt>
                <c:pt idx="4093">
                  <c:v>1.02612E-2</c:v>
                </c:pt>
                <c:pt idx="4094">
                  <c:v>1.0112399999999999E-2</c:v>
                </c:pt>
                <c:pt idx="4095">
                  <c:v>1.0829800000000001E-2</c:v>
                </c:pt>
                <c:pt idx="4096">
                  <c:v>1.1143E-2</c:v>
                </c:pt>
                <c:pt idx="4097">
                  <c:v>1.09499E-2</c:v>
                </c:pt>
                <c:pt idx="4098">
                  <c:v>1.11281E-2</c:v>
                </c:pt>
                <c:pt idx="4099">
                  <c:v>1.08252E-2</c:v>
                </c:pt>
                <c:pt idx="4100">
                  <c:v>1.1856999999999999E-2</c:v>
                </c:pt>
                <c:pt idx="4101">
                  <c:v>1.08036E-2</c:v>
                </c:pt>
                <c:pt idx="4102">
                  <c:v>1.02451E-2</c:v>
                </c:pt>
                <c:pt idx="4103">
                  <c:v>1.06111E-2</c:v>
                </c:pt>
                <c:pt idx="4104">
                  <c:v>1.1084699999999999E-2</c:v>
                </c:pt>
                <c:pt idx="4105">
                  <c:v>1.06017E-2</c:v>
                </c:pt>
                <c:pt idx="4106">
                  <c:v>9.5607000000000001E-3</c:v>
                </c:pt>
                <c:pt idx="4107">
                  <c:v>1.0422600000000001E-2</c:v>
                </c:pt>
                <c:pt idx="4108">
                  <c:v>1.0276500000000001E-2</c:v>
                </c:pt>
                <c:pt idx="4109">
                  <c:v>1.00541E-2</c:v>
                </c:pt>
                <c:pt idx="4110">
                  <c:v>1.03753E-2</c:v>
                </c:pt>
                <c:pt idx="4111">
                  <c:v>1.0322400000000001E-2</c:v>
                </c:pt>
                <c:pt idx="4112">
                  <c:v>1.02772E-2</c:v>
                </c:pt>
                <c:pt idx="4113">
                  <c:v>1.0279399999999999E-2</c:v>
                </c:pt>
                <c:pt idx="4114">
                  <c:v>1.02617E-2</c:v>
                </c:pt>
                <c:pt idx="4115">
                  <c:v>1.02924E-2</c:v>
                </c:pt>
                <c:pt idx="4116">
                  <c:v>1.0164899999999999E-2</c:v>
                </c:pt>
                <c:pt idx="4117">
                  <c:v>1.00444E-2</c:v>
                </c:pt>
                <c:pt idx="4118">
                  <c:v>1.02314E-2</c:v>
                </c:pt>
                <c:pt idx="4119">
                  <c:v>1.0334699999999999E-2</c:v>
                </c:pt>
                <c:pt idx="4120">
                  <c:v>1.0175400000000001E-2</c:v>
                </c:pt>
                <c:pt idx="4121">
                  <c:v>9.9379000000000012E-3</c:v>
                </c:pt>
                <c:pt idx="4122">
                  <c:v>9.8315E-3</c:v>
                </c:pt>
                <c:pt idx="4123">
                  <c:v>9.643800000000001E-3</c:v>
                </c:pt>
                <c:pt idx="4124">
                  <c:v>9.5998999999999998E-3</c:v>
                </c:pt>
                <c:pt idx="4125">
                  <c:v>9.7560000000000008E-3</c:v>
                </c:pt>
                <c:pt idx="4126">
                  <c:v>1.0054800000000001E-2</c:v>
                </c:pt>
                <c:pt idx="4127">
                  <c:v>1.02323E-2</c:v>
                </c:pt>
                <c:pt idx="4128">
                  <c:v>1.0426099999999999E-2</c:v>
                </c:pt>
                <c:pt idx="4129">
                  <c:v>1.0349599999999999E-2</c:v>
                </c:pt>
                <c:pt idx="4130">
                  <c:v>1.0522199999999999E-2</c:v>
                </c:pt>
                <c:pt idx="4131">
                  <c:v>1.07917E-2</c:v>
                </c:pt>
                <c:pt idx="4132">
                  <c:v>1.07755E-2</c:v>
                </c:pt>
                <c:pt idx="4133">
                  <c:v>1.0785100000000001E-2</c:v>
                </c:pt>
                <c:pt idx="4134">
                  <c:v>1.0406E-2</c:v>
                </c:pt>
                <c:pt idx="4135">
                  <c:v>1.0343600000000001E-2</c:v>
                </c:pt>
                <c:pt idx="4136">
                  <c:v>1.08766E-2</c:v>
                </c:pt>
                <c:pt idx="4137">
                  <c:v>1.18096E-2</c:v>
                </c:pt>
                <c:pt idx="4138">
                  <c:v>1.1783E-2</c:v>
                </c:pt>
                <c:pt idx="4139">
                  <c:v>1.2612999999999999E-2</c:v>
                </c:pt>
                <c:pt idx="4140">
                  <c:v>1.11114E-2</c:v>
                </c:pt>
                <c:pt idx="4141">
                  <c:v>1.14723E-2</c:v>
                </c:pt>
                <c:pt idx="4142">
                  <c:v>1.20582E-2</c:v>
                </c:pt>
                <c:pt idx="4143">
                  <c:v>1.2428400000000001E-2</c:v>
                </c:pt>
                <c:pt idx="4144">
                  <c:v>1.24358E-2</c:v>
                </c:pt>
                <c:pt idx="4145">
                  <c:v>1.21139E-2</c:v>
                </c:pt>
                <c:pt idx="4146">
                  <c:v>1.22968E-2</c:v>
                </c:pt>
                <c:pt idx="4147">
                  <c:v>1.2354200000000001E-2</c:v>
                </c:pt>
                <c:pt idx="4148">
                  <c:v>1.2362900000000001E-2</c:v>
                </c:pt>
                <c:pt idx="4149">
                  <c:v>1.2128700000000001E-2</c:v>
                </c:pt>
                <c:pt idx="4150">
                  <c:v>1.2004799999999999E-2</c:v>
                </c:pt>
                <c:pt idx="4151">
                  <c:v>1.1887699999999999E-2</c:v>
                </c:pt>
                <c:pt idx="4152">
                  <c:v>1.23559E-2</c:v>
                </c:pt>
                <c:pt idx="4153">
                  <c:v>1.2249899999999999E-2</c:v>
                </c:pt>
                <c:pt idx="4154">
                  <c:v>1.18821E-2</c:v>
                </c:pt>
                <c:pt idx="4155">
                  <c:v>1.1124999999999999E-2</c:v>
                </c:pt>
                <c:pt idx="4156">
                  <c:v>1.0750600000000001E-2</c:v>
                </c:pt>
                <c:pt idx="4157">
                  <c:v>1.0743600000000001E-2</c:v>
                </c:pt>
                <c:pt idx="4158">
                  <c:v>1.07908E-2</c:v>
                </c:pt>
                <c:pt idx="4159">
                  <c:v>1.0628799999999999E-2</c:v>
                </c:pt>
                <c:pt idx="4160">
                  <c:v>1.0614400000000001E-2</c:v>
                </c:pt>
                <c:pt idx="4161">
                  <c:v>1.0787399999999999E-2</c:v>
                </c:pt>
                <c:pt idx="4162">
                  <c:v>1.0830800000000002E-2</c:v>
                </c:pt>
                <c:pt idx="4163">
                  <c:v>1.07572E-2</c:v>
                </c:pt>
                <c:pt idx="4164">
                  <c:v>1.07685E-2</c:v>
                </c:pt>
                <c:pt idx="4165">
                  <c:v>1.07002E-2</c:v>
                </c:pt>
                <c:pt idx="4166">
                  <c:v>1.0719100000000001E-2</c:v>
                </c:pt>
                <c:pt idx="4167">
                  <c:v>1.0877400000000001E-2</c:v>
                </c:pt>
                <c:pt idx="4168">
                  <c:v>1.0906600000000001E-2</c:v>
                </c:pt>
                <c:pt idx="4169">
                  <c:v>1.0862500000000001E-2</c:v>
                </c:pt>
                <c:pt idx="4170">
                  <c:v>1.0840199999999999E-2</c:v>
                </c:pt>
                <c:pt idx="4171">
                  <c:v>1.07481E-2</c:v>
                </c:pt>
                <c:pt idx="4172">
                  <c:v>1.0849899999999999E-2</c:v>
                </c:pt>
                <c:pt idx="4173">
                  <c:v>1.08021E-2</c:v>
                </c:pt>
                <c:pt idx="4174">
                  <c:v>1.07771E-2</c:v>
                </c:pt>
                <c:pt idx="4175">
                  <c:v>1.0865600000000001E-2</c:v>
                </c:pt>
                <c:pt idx="4176">
                  <c:v>1.06231E-2</c:v>
                </c:pt>
                <c:pt idx="4177">
                  <c:v>1.04241E-2</c:v>
                </c:pt>
                <c:pt idx="4178">
                  <c:v>1.05328E-2</c:v>
                </c:pt>
                <c:pt idx="4179">
                  <c:v>1.0692E-2</c:v>
                </c:pt>
                <c:pt idx="4180">
                  <c:v>1.0943600000000001E-2</c:v>
                </c:pt>
                <c:pt idx="4181">
                  <c:v>1.07978E-2</c:v>
                </c:pt>
                <c:pt idx="4182">
                  <c:v>1.0639000000000001E-2</c:v>
                </c:pt>
                <c:pt idx="4183">
                  <c:v>1.04863E-2</c:v>
                </c:pt>
                <c:pt idx="4184">
                  <c:v>1.04221E-2</c:v>
                </c:pt>
                <c:pt idx="4185">
                  <c:v>1.0437699999999999E-2</c:v>
                </c:pt>
                <c:pt idx="4186">
                  <c:v>1.07682E-2</c:v>
                </c:pt>
                <c:pt idx="4187">
                  <c:v>1.0968899999999998E-2</c:v>
                </c:pt>
                <c:pt idx="4188">
                  <c:v>1.07755E-2</c:v>
                </c:pt>
                <c:pt idx="4189">
                  <c:v>1.0656000000000001E-2</c:v>
                </c:pt>
                <c:pt idx="4190">
                  <c:v>1.07391E-2</c:v>
                </c:pt>
                <c:pt idx="4191">
                  <c:v>1.0722300000000001E-2</c:v>
                </c:pt>
                <c:pt idx="4192">
                  <c:v>1.08278E-2</c:v>
                </c:pt>
                <c:pt idx="4193">
                  <c:v>1.07002E-2</c:v>
                </c:pt>
                <c:pt idx="4194">
                  <c:v>1.0939300000000001E-2</c:v>
                </c:pt>
                <c:pt idx="4195">
                  <c:v>1.1044E-2</c:v>
                </c:pt>
                <c:pt idx="4196">
                  <c:v>1.08389E-2</c:v>
                </c:pt>
                <c:pt idx="4197">
                  <c:v>1.0593200000000001E-2</c:v>
                </c:pt>
                <c:pt idx="4198">
                  <c:v>1.02504E-2</c:v>
                </c:pt>
                <c:pt idx="4199">
                  <c:v>1.03549E-2</c:v>
                </c:pt>
                <c:pt idx="4200">
                  <c:v>1.0472199999999999E-2</c:v>
                </c:pt>
                <c:pt idx="4201">
                  <c:v>1.0488800000000001E-2</c:v>
                </c:pt>
                <c:pt idx="4202">
                  <c:v>1.0393600000000001E-2</c:v>
                </c:pt>
                <c:pt idx="4203">
                  <c:v>1.0223099999999999E-2</c:v>
                </c:pt>
                <c:pt idx="4204">
                  <c:v>9.861E-3</c:v>
                </c:pt>
                <c:pt idx="4205">
                  <c:v>9.8689999999999993E-3</c:v>
                </c:pt>
                <c:pt idx="4206">
                  <c:v>1.02687E-2</c:v>
                </c:pt>
                <c:pt idx="4207">
                  <c:v>1.0583199999999999E-2</c:v>
                </c:pt>
                <c:pt idx="4208">
                  <c:v>1.07297E-2</c:v>
                </c:pt>
                <c:pt idx="4209">
                  <c:v>1.07238E-2</c:v>
                </c:pt>
                <c:pt idx="4210">
                  <c:v>1.0351600000000001E-2</c:v>
                </c:pt>
                <c:pt idx="4211">
                  <c:v>1.01668E-2</c:v>
                </c:pt>
                <c:pt idx="4212">
                  <c:v>9.9111000000000008E-3</c:v>
                </c:pt>
                <c:pt idx="4213">
                  <c:v>1.0046599999999999E-2</c:v>
                </c:pt>
                <c:pt idx="4214">
                  <c:v>1.00914E-2</c:v>
                </c:pt>
                <c:pt idx="4215">
                  <c:v>1.02328E-2</c:v>
                </c:pt>
                <c:pt idx="4216">
                  <c:v>9.7899000000000007E-3</c:v>
                </c:pt>
                <c:pt idx="4217">
                  <c:v>1.00187E-2</c:v>
                </c:pt>
                <c:pt idx="4218">
                  <c:v>9.754800000000001E-3</c:v>
                </c:pt>
                <c:pt idx="4219">
                  <c:v>9.6168999999999994E-3</c:v>
                </c:pt>
                <c:pt idx="4220">
                  <c:v>9.6401999999999998E-3</c:v>
                </c:pt>
                <c:pt idx="4221">
                  <c:v>1.0123E-2</c:v>
                </c:pt>
                <c:pt idx="4222">
                  <c:v>1.02258E-2</c:v>
                </c:pt>
                <c:pt idx="4223">
                  <c:v>1.0099500000000001E-2</c:v>
                </c:pt>
                <c:pt idx="4224">
                  <c:v>1.0171100000000001E-2</c:v>
                </c:pt>
                <c:pt idx="4225">
                  <c:v>1.0343699999999999E-2</c:v>
                </c:pt>
                <c:pt idx="4226">
                  <c:v>9.8534E-3</c:v>
                </c:pt>
                <c:pt idx="4227">
                  <c:v>9.7106999999999992E-3</c:v>
                </c:pt>
                <c:pt idx="4228">
                  <c:v>9.6086000000000001E-3</c:v>
                </c:pt>
                <c:pt idx="4229">
                  <c:v>1.0722000000000001E-2</c:v>
                </c:pt>
                <c:pt idx="4230">
                  <c:v>1.0920099999999999E-2</c:v>
                </c:pt>
                <c:pt idx="4231">
                  <c:v>1.0851999999999999E-2</c:v>
                </c:pt>
                <c:pt idx="4232">
                  <c:v>1.0768699999999999E-2</c:v>
                </c:pt>
                <c:pt idx="4233">
                  <c:v>1.05127E-2</c:v>
                </c:pt>
                <c:pt idx="4234">
                  <c:v>1.0560399999999999E-2</c:v>
                </c:pt>
                <c:pt idx="4235">
                  <c:v>1.04051E-2</c:v>
                </c:pt>
                <c:pt idx="4236">
                  <c:v>1.02936E-2</c:v>
                </c:pt>
                <c:pt idx="4237">
                  <c:v>1.01078E-2</c:v>
                </c:pt>
                <c:pt idx="4238">
                  <c:v>1.0214900000000001E-2</c:v>
                </c:pt>
                <c:pt idx="4239">
                  <c:v>1.0093600000000001E-2</c:v>
                </c:pt>
                <c:pt idx="4240">
                  <c:v>1.00891E-2</c:v>
                </c:pt>
                <c:pt idx="4241">
                  <c:v>1.0119299999999999E-2</c:v>
                </c:pt>
                <c:pt idx="4242">
                  <c:v>1.0129300000000001E-2</c:v>
                </c:pt>
                <c:pt idx="4243">
                  <c:v>1.00895E-2</c:v>
                </c:pt>
                <c:pt idx="4244">
                  <c:v>9.9384E-3</c:v>
                </c:pt>
                <c:pt idx="4245">
                  <c:v>1.00474E-2</c:v>
                </c:pt>
                <c:pt idx="4246">
                  <c:v>1.0255800000000001E-2</c:v>
                </c:pt>
                <c:pt idx="4247">
                  <c:v>1.0238500000000001E-2</c:v>
                </c:pt>
                <c:pt idx="4248">
                  <c:v>1.02649E-2</c:v>
                </c:pt>
                <c:pt idx="4249">
                  <c:v>1.0426000000000001E-2</c:v>
                </c:pt>
                <c:pt idx="4250">
                  <c:v>1.0564199999999999E-2</c:v>
                </c:pt>
                <c:pt idx="4251">
                  <c:v>1.06508E-2</c:v>
                </c:pt>
                <c:pt idx="4252">
                  <c:v>1.05524E-2</c:v>
                </c:pt>
                <c:pt idx="4253">
                  <c:v>1.0432200000000001E-2</c:v>
                </c:pt>
                <c:pt idx="4254">
                  <c:v>1.01079E-2</c:v>
                </c:pt>
                <c:pt idx="4255">
                  <c:v>9.7949000000000005E-3</c:v>
                </c:pt>
                <c:pt idx="4256">
                  <c:v>9.9413999999999995E-3</c:v>
                </c:pt>
                <c:pt idx="4257">
                  <c:v>9.8251999999999992E-3</c:v>
                </c:pt>
                <c:pt idx="4258">
                  <c:v>9.7543000000000005E-3</c:v>
                </c:pt>
                <c:pt idx="4259">
                  <c:v>9.7227000000000008E-3</c:v>
                </c:pt>
                <c:pt idx="4260">
                  <c:v>9.6395999999999999E-3</c:v>
                </c:pt>
                <c:pt idx="4261">
                  <c:v>9.6087999999999989E-3</c:v>
                </c:pt>
                <c:pt idx="4262">
                  <c:v>1.00395E-2</c:v>
                </c:pt>
                <c:pt idx="4263">
                  <c:v>9.9346E-3</c:v>
                </c:pt>
                <c:pt idx="4264">
                  <c:v>1.0154099999999999E-2</c:v>
                </c:pt>
                <c:pt idx="4265">
                  <c:v>1.01858E-2</c:v>
                </c:pt>
                <c:pt idx="4266">
                  <c:v>9.9761999999999993E-3</c:v>
                </c:pt>
                <c:pt idx="4267">
                  <c:v>9.9326999999999992E-3</c:v>
                </c:pt>
                <c:pt idx="4268">
                  <c:v>9.9232000000000001E-3</c:v>
                </c:pt>
                <c:pt idx="4269">
                  <c:v>9.7263999999999996E-3</c:v>
                </c:pt>
                <c:pt idx="4270">
                  <c:v>9.5645999999999995E-3</c:v>
                </c:pt>
                <c:pt idx="4271">
                  <c:v>9.9332999999999991E-3</c:v>
                </c:pt>
                <c:pt idx="4272">
                  <c:v>1.00076E-2</c:v>
                </c:pt>
                <c:pt idx="4273">
                  <c:v>9.6367999999999992E-3</c:v>
                </c:pt>
                <c:pt idx="4274">
                  <c:v>9.5072999999999998E-3</c:v>
                </c:pt>
                <c:pt idx="4275">
                  <c:v>9.4119000000000008E-3</c:v>
                </c:pt>
                <c:pt idx="4276">
                  <c:v>9.3699000000000005E-3</c:v>
                </c:pt>
                <c:pt idx="4277">
                  <c:v>9.3655000000000006E-3</c:v>
                </c:pt>
                <c:pt idx="4278">
                  <c:v>9.4094999999999995E-3</c:v>
                </c:pt>
                <c:pt idx="4279">
                  <c:v>9.4063999999999988E-3</c:v>
                </c:pt>
                <c:pt idx="4280">
                  <c:v>9.4313000000000001E-3</c:v>
                </c:pt>
                <c:pt idx="4281">
                  <c:v>9.5480999999999986E-3</c:v>
                </c:pt>
                <c:pt idx="4282">
                  <c:v>9.4663999999999998E-3</c:v>
                </c:pt>
                <c:pt idx="4283">
                  <c:v>9.3010999999999996E-3</c:v>
                </c:pt>
                <c:pt idx="4284">
                  <c:v>9.1234000000000003E-3</c:v>
                </c:pt>
                <c:pt idx="4285">
                  <c:v>9.0462000000000008E-3</c:v>
                </c:pt>
                <c:pt idx="4286">
                  <c:v>8.8787999999999992E-3</c:v>
                </c:pt>
                <c:pt idx="4287">
                  <c:v>8.8766999999999995E-3</c:v>
                </c:pt>
                <c:pt idx="4288">
                  <c:v>8.8439999999999994E-3</c:v>
                </c:pt>
                <c:pt idx="4289">
                  <c:v>8.7060000000000002E-3</c:v>
                </c:pt>
                <c:pt idx="4290">
                  <c:v>8.5563999999999987E-3</c:v>
                </c:pt>
                <c:pt idx="4291">
                  <c:v>8.3337000000000012E-3</c:v>
                </c:pt>
                <c:pt idx="4292">
                  <c:v>8.442100000000001E-3</c:v>
                </c:pt>
                <c:pt idx="4293">
                  <c:v>8.5836999999999997E-3</c:v>
                </c:pt>
                <c:pt idx="4294">
                  <c:v>8.5611999999999997E-3</c:v>
                </c:pt>
                <c:pt idx="4295">
                  <c:v>8.6340999999999987E-3</c:v>
                </c:pt>
                <c:pt idx="4296">
                  <c:v>8.7486000000000005E-3</c:v>
                </c:pt>
                <c:pt idx="4297">
                  <c:v>8.5864999999999986E-3</c:v>
                </c:pt>
                <c:pt idx="4298">
                  <c:v>8.4888000000000012E-3</c:v>
                </c:pt>
                <c:pt idx="4299">
                  <c:v>8.4218999999999995E-3</c:v>
                </c:pt>
                <c:pt idx="4300">
                  <c:v>8.3931000000000006E-3</c:v>
                </c:pt>
                <c:pt idx="4301">
                  <c:v>8.3569999999999998E-3</c:v>
                </c:pt>
                <c:pt idx="4302">
                  <c:v>8.5754000000000004E-3</c:v>
                </c:pt>
                <c:pt idx="4303">
                  <c:v>8.5707999999999999E-3</c:v>
                </c:pt>
                <c:pt idx="4304">
                  <c:v>8.5497999999999998E-3</c:v>
                </c:pt>
                <c:pt idx="4305">
                  <c:v>8.5236999999999986E-3</c:v>
                </c:pt>
                <c:pt idx="4306">
                  <c:v>8.6108999999999995E-3</c:v>
                </c:pt>
                <c:pt idx="4307">
                  <c:v>8.7891999999999987E-3</c:v>
                </c:pt>
                <c:pt idx="4308">
                  <c:v>8.6685000000000009E-3</c:v>
                </c:pt>
                <c:pt idx="4309">
                  <c:v>8.5906999999999997E-3</c:v>
                </c:pt>
                <c:pt idx="4310">
                  <c:v>8.5640000000000004E-3</c:v>
                </c:pt>
                <c:pt idx="4311">
                  <c:v>8.4492000000000005E-3</c:v>
                </c:pt>
                <c:pt idx="4312">
                  <c:v>8.4335999999999994E-3</c:v>
                </c:pt>
                <c:pt idx="4313">
                  <c:v>8.4092000000000004E-3</c:v>
                </c:pt>
                <c:pt idx="4314">
                  <c:v>8.3143000000000002E-3</c:v>
                </c:pt>
                <c:pt idx="4315">
                  <c:v>8.3625000000000001E-3</c:v>
                </c:pt>
                <c:pt idx="4316">
                  <c:v>8.3651000000000003E-3</c:v>
                </c:pt>
                <c:pt idx="4317">
                  <c:v>8.3420000000000005E-3</c:v>
                </c:pt>
                <c:pt idx="4318">
                  <c:v>8.3248000000000003E-3</c:v>
                </c:pt>
                <c:pt idx="4319">
                  <c:v>8.3859999999999994E-3</c:v>
                </c:pt>
                <c:pt idx="4320">
                  <c:v>8.4434999999999996E-3</c:v>
                </c:pt>
                <c:pt idx="4321">
                  <c:v>8.3816999999999989E-3</c:v>
                </c:pt>
                <c:pt idx="4322">
                  <c:v>8.2948999999999991E-3</c:v>
                </c:pt>
                <c:pt idx="4323">
                  <c:v>8.253400000000001E-3</c:v>
                </c:pt>
                <c:pt idx="4324">
                  <c:v>8.0100999999999992E-3</c:v>
                </c:pt>
                <c:pt idx="4325">
                  <c:v>7.8953000000000009E-3</c:v>
                </c:pt>
                <c:pt idx="4326">
                  <c:v>7.6544999999999998E-3</c:v>
                </c:pt>
                <c:pt idx="4327">
                  <c:v>7.6522000000000005E-3</c:v>
                </c:pt>
                <c:pt idx="4328">
                  <c:v>7.6930000000000011E-3</c:v>
                </c:pt>
                <c:pt idx="4329">
                  <c:v>7.4475999999999995E-3</c:v>
                </c:pt>
                <c:pt idx="4330">
                  <c:v>7.4781000000000005E-3</c:v>
                </c:pt>
                <c:pt idx="4331">
                  <c:v>7.6251999999999995E-3</c:v>
                </c:pt>
                <c:pt idx="4332">
                  <c:v>7.7543999999999998E-3</c:v>
                </c:pt>
                <c:pt idx="4333">
                  <c:v>7.7709999999999993E-3</c:v>
                </c:pt>
                <c:pt idx="4334">
                  <c:v>7.7353999999999999E-3</c:v>
                </c:pt>
                <c:pt idx="4335">
                  <c:v>7.6036000000000003E-3</c:v>
                </c:pt>
                <c:pt idx="4336">
                  <c:v>7.613E-3</c:v>
                </c:pt>
                <c:pt idx="4337">
                  <c:v>7.7872000000000002E-3</c:v>
                </c:pt>
                <c:pt idx="4338">
                  <c:v>7.757599999999999E-3</c:v>
                </c:pt>
                <c:pt idx="4339">
                  <c:v>7.7914000000000004E-3</c:v>
                </c:pt>
                <c:pt idx="4340">
                  <c:v>7.7485000000000002E-3</c:v>
                </c:pt>
                <c:pt idx="4341">
                  <c:v>7.7438000000000003E-3</c:v>
                </c:pt>
                <c:pt idx="4342">
                  <c:v>7.7242999999999999E-3</c:v>
                </c:pt>
                <c:pt idx="4343">
                  <c:v>7.6918999999999998E-3</c:v>
                </c:pt>
                <c:pt idx="4344">
                  <c:v>7.6728999999999999E-3</c:v>
                </c:pt>
                <c:pt idx="4345">
                  <c:v>7.6653999999999993E-3</c:v>
                </c:pt>
                <c:pt idx="4346">
                  <c:v>7.5727000000000008E-3</c:v>
                </c:pt>
                <c:pt idx="4347">
                  <c:v>7.4293000000000007E-3</c:v>
                </c:pt>
                <c:pt idx="4348">
                  <c:v>7.3590999999999995E-3</c:v>
                </c:pt>
                <c:pt idx="4349">
                  <c:v>7.2465000000000003E-3</c:v>
                </c:pt>
                <c:pt idx="4350">
                  <c:v>7.2350999999999995E-3</c:v>
                </c:pt>
                <c:pt idx="4351">
                  <c:v>7.1786000000000003E-3</c:v>
                </c:pt>
                <c:pt idx="4352">
                  <c:v>7.0507999999999994E-3</c:v>
                </c:pt>
                <c:pt idx="4353">
                  <c:v>7.0382000000000005E-3</c:v>
                </c:pt>
                <c:pt idx="4354">
                  <c:v>6.9489999999999994E-3</c:v>
                </c:pt>
                <c:pt idx="4355">
                  <c:v>6.970099999999999E-3</c:v>
                </c:pt>
                <c:pt idx="4356">
                  <c:v>6.9311999999999993E-3</c:v>
                </c:pt>
                <c:pt idx="4357">
                  <c:v>6.9826999999999997E-3</c:v>
                </c:pt>
                <c:pt idx="4358">
                  <c:v>6.9346E-3</c:v>
                </c:pt>
                <c:pt idx="4359">
                  <c:v>7.0013999999999996E-3</c:v>
                </c:pt>
                <c:pt idx="4360">
                  <c:v>7.2066000000000005E-3</c:v>
                </c:pt>
                <c:pt idx="4361">
                  <c:v>8.4571999999999998E-3</c:v>
                </c:pt>
                <c:pt idx="4362">
                  <c:v>8.6029999999999995E-3</c:v>
                </c:pt>
                <c:pt idx="4363">
                  <c:v>8.4349000000000004E-3</c:v>
                </c:pt>
                <c:pt idx="4364">
                  <c:v>8.6356000000000002E-3</c:v>
                </c:pt>
                <c:pt idx="4365">
                  <c:v>8.5877000000000002E-3</c:v>
                </c:pt>
                <c:pt idx="4366">
                  <c:v>8.5721999999999986E-3</c:v>
                </c:pt>
                <c:pt idx="4367">
                  <c:v>8.4242999999999992E-3</c:v>
                </c:pt>
                <c:pt idx="4368">
                  <c:v>8.3280000000000003E-3</c:v>
                </c:pt>
                <c:pt idx="4369">
                  <c:v>8.1907999999999998E-3</c:v>
                </c:pt>
                <c:pt idx="4370">
                  <c:v>7.8662000000000003E-3</c:v>
                </c:pt>
                <c:pt idx="4371">
                  <c:v>7.8831999999999999E-3</c:v>
                </c:pt>
                <c:pt idx="4372">
                  <c:v>7.8605999999999988E-3</c:v>
                </c:pt>
                <c:pt idx="4373">
                  <c:v>7.8978E-3</c:v>
                </c:pt>
                <c:pt idx="4374">
                  <c:v>7.907899999999999E-3</c:v>
                </c:pt>
                <c:pt idx="4375">
                  <c:v>8.0605E-3</c:v>
                </c:pt>
                <c:pt idx="4376">
                  <c:v>8.0601000000000006E-3</c:v>
                </c:pt>
                <c:pt idx="4377">
                  <c:v>8.1303E-3</c:v>
                </c:pt>
                <c:pt idx="4378">
                  <c:v>8.0464000000000004E-3</c:v>
                </c:pt>
                <c:pt idx="4379">
                  <c:v>8.0368999999999996E-3</c:v>
                </c:pt>
                <c:pt idx="4380">
                  <c:v>7.9640000000000006E-3</c:v>
                </c:pt>
                <c:pt idx="4381">
                  <c:v>7.8073999999999999E-3</c:v>
                </c:pt>
                <c:pt idx="4382">
                  <c:v>7.7031000000000009E-3</c:v>
                </c:pt>
                <c:pt idx="4383">
                  <c:v>7.6603999999999995E-3</c:v>
                </c:pt>
                <c:pt idx="4384">
                  <c:v>7.6094999999999999E-3</c:v>
                </c:pt>
                <c:pt idx="4385">
                  <c:v>7.6335999999999999E-3</c:v>
                </c:pt>
                <c:pt idx="4386">
                  <c:v>7.6149E-3</c:v>
                </c:pt>
                <c:pt idx="4387">
                  <c:v>7.6066999999999992E-3</c:v>
                </c:pt>
                <c:pt idx="4388">
                  <c:v>7.4861999999999993E-3</c:v>
                </c:pt>
                <c:pt idx="4389">
                  <c:v>7.4031999999999995E-3</c:v>
                </c:pt>
                <c:pt idx="4390">
                  <c:v>7.0951999999999994E-3</c:v>
                </c:pt>
                <c:pt idx="4391">
                  <c:v>7.0992000000000008E-3</c:v>
                </c:pt>
                <c:pt idx="4392">
                  <c:v>7.1111000000000004E-3</c:v>
                </c:pt>
                <c:pt idx="4393">
                  <c:v>7.1917000000000005E-3</c:v>
                </c:pt>
                <c:pt idx="4394">
                  <c:v>7.1468E-3</c:v>
                </c:pt>
                <c:pt idx="4395">
                  <c:v>7.3370000000000006E-3</c:v>
                </c:pt>
                <c:pt idx="4396">
                  <c:v>7.3316999999999992E-3</c:v>
                </c:pt>
                <c:pt idx="4397">
                  <c:v>7.418000000000001E-3</c:v>
                </c:pt>
                <c:pt idx="4398">
                  <c:v>7.4938000000000001E-3</c:v>
                </c:pt>
                <c:pt idx="4399">
                  <c:v>7.4959000000000007E-3</c:v>
                </c:pt>
                <c:pt idx="4400">
                  <c:v>7.5025000000000005E-3</c:v>
                </c:pt>
                <c:pt idx="4401">
                  <c:v>7.6069000000000006E-3</c:v>
                </c:pt>
                <c:pt idx="4402">
                  <c:v>7.4061000000000005E-3</c:v>
                </c:pt>
                <c:pt idx="4403">
                  <c:v>7.2837999999999991E-3</c:v>
                </c:pt>
                <c:pt idx="4404">
                  <c:v>7.2617999999999997E-3</c:v>
                </c:pt>
                <c:pt idx="4405">
                  <c:v>7.2055999999999995E-3</c:v>
                </c:pt>
                <c:pt idx="4406">
                  <c:v>7.1956999999999993E-3</c:v>
                </c:pt>
                <c:pt idx="4407">
                  <c:v>7.1430000000000009E-3</c:v>
                </c:pt>
                <c:pt idx="4408">
                  <c:v>7.0909000000000007E-3</c:v>
                </c:pt>
                <c:pt idx="4409">
                  <c:v>7.0584000000000003E-3</c:v>
                </c:pt>
                <c:pt idx="4410">
                  <c:v>6.9816000000000001E-3</c:v>
                </c:pt>
                <c:pt idx="4411">
                  <c:v>7.0879000000000003E-3</c:v>
                </c:pt>
                <c:pt idx="4412">
                  <c:v>7.1224000000000001E-3</c:v>
                </c:pt>
                <c:pt idx="4413">
                  <c:v>7.1313000000000001E-3</c:v>
                </c:pt>
                <c:pt idx="4414">
                  <c:v>7.0230999999999991E-3</c:v>
                </c:pt>
                <c:pt idx="4415">
                  <c:v>6.9796999999999993E-3</c:v>
                </c:pt>
                <c:pt idx="4416">
                  <c:v>7.1018000000000001E-3</c:v>
                </c:pt>
                <c:pt idx="4417">
                  <c:v>7.1554000000000001E-3</c:v>
                </c:pt>
                <c:pt idx="4418">
                  <c:v>7.1245000000000006E-3</c:v>
                </c:pt>
                <c:pt idx="4419">
                  <c:v>7.1575999999999992E-3</c:v>
                </c:pt>
                <c:pt idx="4420">
                  <c:v>7.1504999999999997E-3</c:v>
                </c:pt>
                <c:pt idx="4421">
                  <c:v>7.033199999999999E-3</c:v>
                </c:pt>
                <c:pt idx="4422">
                  <c:v>7.1741000000000001E-3</c:v>
                </c:pt>
                <c:pt idx="4423">
                  <c:v>7.8250999999999998E-3</c:v>
                </c:pt>
                <c:pt idx="4424">
                  <c:v>7.6509000000000004E-3</c:v>
                </c:pt>
                <c:pt idx="4425">
                  <c:v>7.4388000000000006E-3</c:v>
                </c:pt>
                <c:pt idx="4426">
                  <c:v>7.4061999999999999E-3</c:v>
                </c:pt>
                <c:pt idx="4427">
                  <c:v>7.4250000000000002E-3</c:v>
                </c:pt>
                <c:pt idx="4428">
                  <c:v>7.3995999999999992E-3</c:v>
                </c:pt>
                <c:pt idx="4429">
                  <c:v>7.4073999999999997E-3</c:v>
                </c:pt>
                <c:pt idx="4430">
                  <c:v>7.2647000000000007E-3</c:v>
                </c:pt>
                <c:pt idx="4431">
                  <c:v>7.2662999999999998E-3</c:v>
                </c:pt>
                <c:pt idx="4432">
                  <c:v>7.2361999999999991E-3</c:v>
                </c:pt>
                <c:pt idx="4433">
                  <c:v>7.1960999999999995E-3</c:v>
                </c:pt>
                <c:pt idx="4434">
                  <c:v>7.2290999999999996E-3</c:v>
                </c:pt>
                <c:pt idx="4435">
                  <c:v>7.0964000000000001E-3</c:v>
                </c:pt>
                <c:pt idx="4436">
                  <c:v>6.9200999999999993E-3</c:v>
                </c:pt>
                <c:pt idx="4437">
                  <c:v>6.8305000000000006E-3</c:v>
                </c:pt>
                <c:pt idx="4438">
                  <c:v>6.7956999999999991E-3</c:v>
                </c:pt>
                <c:pt idx="4439">
                  <c:v>6.7227000000000007E-3</c:v>
                </c:pt>
                <c:pt idx="4440">
                  <c:v>6.6552999999999994E-3</c:v>
                </c:pt>
                <c:pt idx="4441">
                  <c:v>6.781699999999999E-3</c:v>
                </c:pt>
                <c:pt idx="4442">
                  <c:v>6.6879999999999995E-3</c:v>
                </c:pt>
                <c:pt idx="4443">
                  <c:v>6.6159000000000009E-3</c:v>
                </c:pt>
                <c:pt idx="4444">
                  <c:v>6.6019000000000008E-3</c:v>
                </c:pt>
                <c:pt idx="4445">
                  <c:v>6.6316000000000005E-3</c:v>
                </c:pt>
                <c:pt idx="4446">
                  <c:v>6.608199999999999E-3</c:v>
                </c:pt>
                <c:pt idx="4447">
                  <c:v>6.5927000000000008E-3</c:v>
                </c:pt>
                <c:pt idx="4448">
                  <c:v>6.6974999999999995E-3</c:v>
                </c:pt>
                <c:pt idx="4449">
                  <c:v>6.6930999999999996E-3</c:v>
                </c:pt>
                <c:pt idx="4450">
                  <c:v>6.7665999999999994E-3</c:v>
                </c:pt>
                <c:pt idx="4451">
                  <c:v>6.7000000000000002E-3</c:v>
                </c:pt>
                <c:pt idx="4452">
                  <c:v>6.6597999999999996E-3</c:v>
                </c:pt>
                <c:pt idx="4453">
                  <c:v>6.6099999999999996E-3</c:v>
                </c:pt>
                <c:pt idx="4454">
                  <c:v>6.6974000000000001E-3</c:v>
                </c:pt>
                <c:pt idx="4455">
                  <c:v>6.7406000000000002E-3</c:v>
                </c:pt>
                <c:pt idx="4456">
                  <c:v>6.5792000000000003E-3</c:v>
                </c:pt>
                <c:pt idx="4457">
                  <c:v>6.5561999999999999E-3</c:v>
                </c:pt>
                <c:pt idx="4458">
                  <c:v>6.7577000000000002E-3</c:v>
                </c:pt>
                <c:pt idx="4459">
                  <c:v>6.8875000000000004E-3</c:v>
                </c:pt>
                <c:pt idx="4460">
                  <c:v>6.8215999999999997E-3</c:v>
                </c:pt>
                <c:pt idx="4461">
                  <c:v>6.9278000000000005E-3</c:v>
                </c:pt>
                <c:pt idx="4462">
                  <c:v>7.6775999999999997E-3</c:v>
                </c:pt>
                <c:pt idx="4463">
                  <c:v>8.3989000000000008E-3</c:v>
                </c:pt>
                <c:pt idx="4464">
                  <c:v>8.0944999999999993E-3</c:v>
                </c:pt>
                <c:pt idx="4465">
                  <c:v>8.3233999999999999E-3</c:v>
                </c:pt>
                <c:pt idx="4466">
                  <c:v>8.0537000000000004E-3</c:v>
                </c:pt>
                <c:pt idx="4467">
                  <c:v>7.6694999999999992E-3</c:v>
                </c:pt>
                <c:pt idx="4468">
                  <c:v>7.4777000000000003E-3</c:v>
                </c:pt>
                <c:pt idx="4469">
                  <c:v>7.3558000000000009E-3</c:v>
                </c:pt>
                <c:pt idx="4470">
                  <c:v>7.4885000000000004E-3</c:v>
                </c:pt>
                <c:pt idx="4471">
                  <c:v>7.5669999999999999E-3</c:v>
                </c:pt>
                <c:pt idx="4472">
                  <c:v>7.4284000000000008E-3</c:v>
                </c:pt>
                <c:pt idx="4473">
                  <c:v>7.3762000000000003E-3</c:v>
                </c:pt>
                <c:pt idx="4474">
                  <c:v>7.2813999999999995E-3</c:v>
                </c:pt>
                <c:pt idx="4475">
                  <c:v>7.4272999999999995E-3</c:v>
                </c:pt>
                <c:pt idx="4476">
                  <c:v>7.5320999999999999E-3</c:v>
                </c:pt>
                <c:pt idx="4477">
                  <c:v>7.7847999999999997E-3</c:v>
                </c:pt>
                <c:pt idx="4478">
                  <c:v>7.7881000000000001E-3</c:v>
                </c:pt>
                <c:pt idx="4479">
                  <c:v>7.5593000000000006E-3</c:v>
                </c:pt>
                <c:pt idx="4480">
                  <c:v>7.4879000000000005E-3</c:v>
                </c:pt>
                <c:pt idx="4481">
                  <c:v>7.5177999999999998E-3</c:v>
                </c:pt>
                <c:pt idx="4482">
                  <c:v>7.5004000000000008E-3</c:v>
                </c:pt>
                <c:pt idx="4483">
                  <c:v>7.1804E-3</c:v>
                </c:pt>
                <c:pt idx="4484">
                  <c:v>7.1114999999999998E-3</c:v>
                </c:pt>
                <c:pt idx="4485">
                  <c:v>7.1117999999999997E-3</c:v>
                </c:pt>
                <c:pt idx="4486">
                  <c:v>7.0564999999999994E-3</c:v>
                </c:pt>
                <c:pt idx="4487">
                  <c:v>7.0647000000000001E-3</c:v>
                </c:pt>
                <c:pt idx="4488">
                  <c:v>7.1272000000000002E-3</c:v>
                </c:pt>
                <c:pt idx="4489">
                  <c:v>7.2760000000000003E-3</c:v>
                </c:pt>
                <c:pt idx="4490">
                  <c:v>8.3394000000000003E-3</c:v>
                </c:pt>
                <c:pt idx="4491">
                  <c:v>8.1182000000000008E-3</c:v>
                </c:pt>
                <c:pt idx="4492">
                  <c:v>8.4431000000000003E-3</c:v>
                </c:pt>
                <c:pt idx="4493">
                  <c:v>8.7132000000000008E-3</c:v>
                </c:pt>
                <c:pt idx="4494">
                  <c:v>8.5085999999999998E-3</c:v>
                </c:pt>
                <c:pt idx="4495">
                  <c:v>8.4866999999999998E-3</c:v>
                </c:pt>
                <c:pt idx="4496">
                  <c:v>8.3654999999999997E-3</c:v>
                </c:pt>
                <c:pt idx="4497">
                  <c:v>8.1677E-3</c:v>
                </c:pt>
                <c:pt idx="4498">
                  <c:v>8.1630999999999995E-3</c:v>
                </c:pt>
                <c:pt idx="4499">
                  <c:v>8.2146000000000007E-3</c:v>
                </c:pt>
                <c:pt idx="4500">
                  <c:v>8.0453E-3</c:v>
                </c:pt>
                <c:pt idx="4501">
                  <c:v>7.9534000000000011E-3</c:v>
                </c:pt>
                <c:pt idx="4502">
                  <c:v>7.7577000000000002E-3</c:v>
                </c:pt>
                <c:pt idx="4503">
                  <c:v>7.7698999999999997E-3</c:v>
                </c:pt>
                <c:pt idx="4504">
                  <c:v>7.6519999999999999E-3</c:v>
                </c:pt>
                <c:pt idx="4505">
                  <c:v>7.4691000000000002E-3</c:v>
                </c:pt>
                <c:pt idx="4506">
                  <c:v>7.4072000000000001E-3</c:v>
                </c:pt>
                <c:pt idx="4507">
                  <c:v>7.2888999999999992E-3</c:v>
                </c:pt>
                <c:pt idx="4508">
                  <c:v>7.2688000000000006E-3</c:v>
                </c:pt>
                <c:pt idx="4509">
                  <c:v>7.2352000000000007E-3</c:v>
                </c:pt>
                <c:pt idx="4510">
                  <c:v>7.1698999999999999E-3</c:v>
                </c:pt>
                <c:pt idx="4511">
                  <c:v>6.945999999999999E-3</c:v>
                </c:pt>
                <c:pt idx="4512">
                  <c:v>7.0272000000000008E-3</c:v>
                </c:pt>
                <c:pt idx="4513">
                  <c:v>7.1522000000000009E-3</c:v>
                </c:pt>
                <c:pt idx="4514">
                  <c:v>7.2173000000000003E-3</c:v>
                </c:pt>
                <c:pt idx="4515">
                  <c:v>7.3641000000000002E-3</c:v>
                </c:pt>
                <c:pt idx="4516">
                  <c:v>7.4782E-3</c:v>
                </c:pt>
                <c:pt idx="4517">
                  <c:v>7.5096999999999994E-3</c:v>
                </c:pt>
                <c:pt idx="4518">
                  <c:v>7.4281000000000008E-3</c:v>
                </c:pt>
                <c:pt idx="4519">
                  <c:v>7.6427000000000005E-3</c:v>
                </c:pt>
                <c:pt idx="4520">
                  <c:v>7.7251000000000004E-3</c:v>
                </c:pt>
                <c:pt idx="4521">
                  <c:v>7.9208000000000004E-3</c:v>
                </c:pt>
                <c:pt idx="4522">
                  <c:v>8.4425999999999998E-3</c:v>
                </c:pt>
                <c:pt idx="4523">
                  <c:v>8.1811999999999996E-3</c:v>
                </c:pt>
                <c:pt idx="4524">
                  <c:v>8.3082E-3</c:v>
                </c:pt>
                <c:pt idx="4525">
                  <c:v>8.6171000000000008E-3</c:v>
                </c:pt>
                <c:pt idx="4526">
                  <c:v>8.5334999999999994E-3</c:v>
                </c:pt>
                <c:pt idx="4527">
                  <c:v>8.0245999999999998E-3</c:v>
                </c:pt>
                <c:pt idx="4528">
                  <c:v>8.0561000000000001E-3</c:v>
                </c:pt>
                <c:pt idx="4529">
                  <c:v>8.2090999999999987E-3</c:v>
                </c:pt>
                <c:pt idx="4530">
                  <c:v>8.3337999999999988E-3</c:v>
                </c:pt>
                <c:pt idx="4531">
                  <c:v>8.3263E-3</c:v>
                </c:pt>
                <c:pt idx="4532">
                  <c:v>8.6399000000000007E-3</c:v>
                </c:pt>
                <c:pt idx="4533">
                  <c:v>8.8831999999999991E-3</c:v>
                </c:pt>
                <c:pt idx="4534">
                  <c:v>8.7682000000000003E-3</c:v>
                </c:pt>
                <c:pt idx="4535">
                  <c:v>8.7221999999999994E-3</c:v>
                </c:pt>
                <c:pt idx="4536">
                  <c:v>8.6732000000000007E-3</c:v>
                </c:pt>
                <c:pt idx="4537">
                  <c:v>8.5778999999999994E-3</c:v>
                </c:pt>
                <c:pt idx="4538">
                  <c:v>8.5944999999999997E-3</c:v>
                </c:pt>
                <c:pt idx="4539">
                  <c:v>8.5745000000000005E-3</c:v>
                </c:pt>
                <c:pt idx="4540">
                  <c:v>9.2616E-3</c:v>
                </c:pt>
                <c:pt idx="4541">
                  <c:v>9.1181000000000005E-3</c:v>
                </c:pt>
                <c:pt idx="4542">
                  <c:v>9.3382000000000014E-3</c:v>
                </c:pt>
                <c:pt idx="4543">
                  <c:v>9.3065000000000005E-3</c:v>
                </c:pt>
                <c:pt idx="4544">
                  <c:v>8.9181E-3</c:v>
                </c:pt>
                <c:pt idx="4545">
                  <c:v>8.9940999999999997E-3</c:v>
                </c:pt>
                <c:pt idx="4546">
                  <c:v>8.8566999999999986E-3</c:v>
                </c:pt>
                <c:pt idx="4547">
                  <c:v>8.9181E-3</c:v>
                </c:pt>
                <c:pt idx="4548">
                  <c:v>8.914E-3</c:v>
                </c:pt>
                <c:pt idx="4549">
                  <c:v>8.9088999999999991E-3</c:v>
                </c:pt>
                <c:pt idx="4550">
                  <c:v>8.9227000000000004E-3</c:v>
                </c:pt>
                <c:pt idx="4551">
                  <c:v>8.8519999999999988E-3</c:v>
                </c:pt>
                <c:pt idx="4552">
                  <c:v>8.9365999999999994E-3</c:v>
                </c:pt>
                <c:pt idx="4553">
                  <c:v>8.8457999999999991E-3</c:v>
                </c:pt>
                <c:pt idx="4554">
                  <c:v>9.0200999999999996E-3</c:v>
                </c:pt>
                <c:pt idx="4555">
                  <c:v>9.1053000000000002E-3</c:v>
                </c:pt>
                <c:pt idx="4556">
                  <c:v>9.0098000000000001E-3</c:v>
                </c:pt>
                <c:pt idx="4557">
                  <c:v>8.9726000000000007E-3</c:v>
                </c:pt>
                <c:pt idx="4558">
                  <c:v>8.8038999999999999E-3</c:v>
                </c:pt>
                <c:pt idx="4559">
                  <c:v>8.8938000000000003E-3</c:v>
                </c:pt>
                <c:pt idx="4560">
                  <c:v>8.6965000000000011E-3</c:v>
                </c:pt>
                <c:pt idx="4561">
                  <c:v>8.8973999999999998E-3</c:v>
                </c:pt>
                <c:pt idx="4562">
                  <c:v>8.8771000000000006E-3</c:v>
                </c:pt>
                <c:pt idx="4563">
                  <c:v>8.9160999999999997E-3</c:v>
                </c:pt>
                <c:pt idx="4564">
                  <c:v>9.0474000000000006E-3</c:v>
                </c:pt>
                <c:pt idx="4565">
                  <c:v>9.0378000000000003E-3</c:v>
                </c:pt>
                <c:pt idx="4566">
                  <c:v>9.0136999999999995E-3</c:v>
                </c:pt>
                <c:pt idx="4567">
                  <c:v>8.9067E-3</c:v>
                </c:pt>
                <c:pt idx="4568">
                  <c:v>8.7299999999999999E-3</c:v>
                </c:pt>
                <c:pt idx="4569">
                  <c:v>8.5370999999999989E-3</c:v>
                </c:pt>
                <c:pt idx="4570">
                  <c:v>8.3865999999999993E-3</c:v>
                </c:pt>
                <c:pt idx="4571">
                  <c:v>8.5532000000000004E-3</c:v>
                </c:pt>
                <c:pt idx="4572">
                  <c:v>8.4352999999999997E-3</c:v>
                </c:pt>
                <c:pt idx="4573">
                  <c:v>8.2535000000000004E-3</c:v>
                </c:pt>
                <c:pt idx="4574">
                  <c:v>8.3277999999999998E-3</c:v>
                </c:pt>
                <c:pt idx="4575">
                  <c:v>8.3718000000000004E-3</c:v>
                </c:pt>
                <c:pt idx="4576">
                  <c:v>8.2715999999999987E-3</c:v>
                </c:pt>
                <c:pt idx="4577">
                  <c:v>8.3198999999999999E-3</c:v>
                </c:pt>
                <c:pt idx="4578">
                  <c:v>8.2585999999999996E-3</c:v>
                </c:pt>
                <c:pt idx="4579">
                  <c:v>8.2249999999999997E-3</c:v>
                </c:pt>
                <c:pt idx="4580">
                  <c:v>8.2328999999999996E-3</c:v>
                </c:pt>
                <c:pt idx="4581">
                  <c:v>7.9917000000000009E-3</c:v>
                </c:pt>
                <c:pt idx="4582">
                  <c:v>7.8299000000000007E-3</c:v>
                </c:pt>
                <c:pt idx="4583">
                  <c:v>7.6998999999999991E-3</c:v>
                </c:pt>
                <c:pt idx="4584">
                  <c:v>7.6968000000000002E-3</c:v>
                </c:pt>
                <c:pt idx="4585">
                  <c:v>7.6418000000000007E-3</c:v>
                </c:pt>
                <c:pt idx="4586">
                  <c:v>7.6928999999999999E-3</c:v>
                </c:pt>
                <c:pt idx="4587">
                  <c:v>7.7031999999999995E-3</c:v>
                </c:pt>
                <c:pt idx="4588">
                  <c:v>7.6349999999999994E-3</c:v>
                </c:pt>
                <c:pt idx="4589">
                  <c:v>7.6487999999999999E-3</c:v>
                </c:pt>
                <c:pt idx="4590">
                  <c:v>7.6462999999999991E-3</c:v>
                </c:pt>
                <c:pt idx="4591">
                  <c:v>7.670999999999999E-3</c:v>
                </c:pt>
                <c:pt idx="4592">
                  <c:v>7.7950000000000007E-3</c:v>
                </c:pt>
                <c:pt idx="4593">
                  <c:v>7.9379999999999989E-3</c:v>
                </c:pt>
                <c:pt idx="4594">
                  <c:v>8.1400999999999991E-3</c:v>
                </c:pt>
                <c:pt idx="4595">
                  <c:v>7.8918000000000009E-3</c:v>
                </c:pt>
                <c:pt idx="4596">
                  <c:v>7.9535000000000005E-3</c:v>
                </c:pt>
                <c:pt idx="4597">
                  <c:v>7.9087999999999988E-3</c:v>
                </c:pt>
                <c:pt idx="4598">
                  <c:v>8.0009E-3</c:v>
                </c:pt>
                <c:pt idx="4599">
                  <c:v>7.9950000000000004E-3</c:v>
                </c:pt>
                <c:pt idx="4600">
                  <c:v>8.0958999999999996E-3</c:v>
                </c:pt>
                <c:pt idx="4601">
                  <c:v>8.0432000000000003E-3</c:v>
                </c:pt>
                <c:pt idx="4602">
                  <c:v>8.116E-3</c:v>
                </c:pt>
                <c:pt idx="4603">
                  <c:v>8.1636999999999994E-3</c:v>
                </c:pt>
                <c:pt idx="4604">
                  <c:v>8.092499999999999E-3</c:v>
                </c:pt>
                <c:pt idx="4605">
                  <c:v>8.0465999999999992E-3</c:v>
                </c:pt>
                <c:pt idx="4606">
                  <c:v>7.9433999999999998E-3</c:v>
                </c:pt>
                <c:pt idx="4607">
                  <c:v>8.2366000000000002E-3</c:v>
                </c:pt>
                <c:pt idx="4608">
                  <c:v>8.257200000000001E-3</c:v>
                </c:pt>
                <c:pt idx="4609">
                  <c:v>8.2649000000000004E-3</c:v>
                </c:pt>
                <c:pt idx="4610">
                  <c:v>8.5065000000000002E-3</c:v>
                </c:pt>
                <c:pt idx="4611">
                  <c:v>8.4700000000000001E-3</c:v>
                </c:pt>
                <c:pt idx="4612">
                  <c:v>8.4403000000000013E-3</c:v>
                </c:pt>
                <c:pt idx="4613">
                  <c:v>8.4437000000000002E-3</c:v>
                </c:pt>
                <c:pt idx="4614">
                  <c:v>8.4960000000000001E-3</c:v>
                </c:pt>
                <c:pt idx="4615">
                  <c:v>8.4608999999999986E-3</c:v>
                </c:pt>
                <c:pt idx="4616">
                  <c:v>8.2597E-3</c:v>
                </c:pt>
                <c:pt idx="4617">
                  <c:v>7.8009000000000004E-3</c:v>
                </c:pt>
                <c:pt idx="4618">
                  <c:v>7.6062999999999999E-3</c:v>
                </c:pt>
                <c:pt idx="4619">
                  <c:v>7.4538E-3</c:v>
                </c:pt>
                <c:pt idx="4620">
                  <c:v>7.4367000000000001E-3</c:v>
                </c:pt>
                <c:pt idx="4621">
                  <c:v>7.3670000000000003E-3</c:v>
                </c:pt>
                <c:pt idx="4622">
                  <c:v>7.8703000000000002E-3</c:v>
                </c:pt>
                <c:pt idx="4623">
                  <c:v>7.6432000000000002E-3</c:v>
                </c:pt>
                <c:pt idx="4624">
                  <c:v>7.6667000000000003E-3</c:v>
                </c:pt>
                <c:pt idx="4625">
                  <c:v>7.6343000000000001E-3</c:v>
                </c:pt>
                <c:pt idx="4626">
                  <c:v>7.5671000000000002E-3</c:v>
                </c:pt>
                <c:pt idx="4627">
                  <c:v>7.3036000000000004E-3</c:v>
                </c:pt>
                <c:pt idx="4628">
                  <c:v>7.3533000000000001E-3</c:v>
                </c:pt>
                <c:pt idx="4629">
                  <c:v>7.3631E-3</c:v>
                </c:pt>
                <c:pt idx="4630">
                  <c:v>7.2638000000000008E-3</c:v>
                </c:pt>
                <c:pt idx="4631">
                  <c:v>7.3105000000000002E-3</c:v>
                </c:pt>
                <c:pt idx="4632">
                  <c:v>7.6918000000000004E-3</c:v>
                </c:pt>
                <c:pt idx="4633">
                  <c:v>7.7739999999999997E-3</c:v>
                </c:pt>
                <c:pt idx="4634">
                  <c:v>7.8645E-3</c:v>
                </c:pt>
                <c:pt idx="4635">
                  <c:v>7.8200000000000006E-3</c:v>
                </c:pt>
                <c:pt idx="4636">
                  <c:v>8.1443999999999996E-3</c:v>
                </c:pt>
                <c:pt idx="4637">
                  <c:v>8.0921000000000014E-3</c:v>
                </c:pt>
                <c:pt idx="4638">
                  <c:v>7.9664000000000002E-3</c:v>
                </c:pt>
                <c:pt idx="4639">
                  <c:v>7.9230999999999989E-3</c:v>
                </c:pt>
                <c:pt idx="4640">
                  <c:v>7.7635999999999998E-3</c:v>
                </c:pt>
                <c:pt idx="4641">
                  <c:v>7.7900000000000009E-3</c:v>
                </c:pt>
                <c:pt idx="4642">
                  <c:v>8.0099000000000004E-3</c:v>
                </c:pt>
                <c:pt idx="4643">
                  <c:v>7.9970000000000006E-3</c:v>
                </c:pt>
                <c:pt idx="4644">
                  <c:v>7.9837999999999992E-3</c:v>
                </c:pt>
                <c:pt idx="4645">
                  <c:v>7.9635000000000001E-3</c:v>
                </c:pt>
                <c:pt idx="4646">
                  <c:v>8.1233999999999994E-3</c:v>
                </c:pt>
                <c:pt idx="4647">
                  <c:v>8.0675E-3</c:v>
                </c:pt>
                <c:pt idx="4648">
                  <c:v>8.1685000000000004E-3</c:v>
                </c:pt>
                <c:pt idx="4649">
                  <c:v>8.3175000000000002E-3</c:v>
                </c:pt>
                <c:pt idx="4650">
                  <c:v>8.2130999999999992E-3</c:v>
                </c:pt>
                <c:pt idx="4651">
                  <c:v>8.2805000000000014E-3</c:v>
                </c:pt>
                <c:pt idx="4652">
                  <c:v>8.2077000000000001E-3</c:v>
                </c:pt>
                <c:pt idx="4653">
                  <c:v>8.0870000000000004E-3</c:v>
                </c:pt>
                <c:pt idx="4654">
                  <c:v>7.9864000000000011E-3</c:v>
                </c:pt>
                <c:pt idx="4655">
                  <c:v>7.9915999999999997E-3</c:v>
                </c:pt>
                <c:pt idx="4656">
                  <c:v>7.8168000000000005E-3</c:v>
                </c:pt>
                <c:pt idx="4657">
                  <c:v>7.953700000000001E-3</c:v>
                </c:pt>
                <c:pt idx="4658">
                  <c:v>7.9727999999999986E-3</c:v>
                </c:pt>
                <c:pt idx="4659">
                  <c:v>8.0123E-3</c:v>
                </c:pt>
                <c:pt idx="4660">
                  <c:v>8.1290000000000008E-3</c:v>
                </c:pt>
                <c:pt idx="4661">
                  <c:v>8.0461999999999999E-3</c:v>
                </c:pt>
                <c:pt idx="4662">
                  <c:v>8.1198999999999993E-3</c:v>
                </c:pt>
                <c:pt idx="4663">
                  <c:v>8.1618999999999997E-3</c:v>
                </c:pt>
                <c:pt idx="4664">
                  <c:v>8.2967000000000006E-3</c:v>
                </c:pt>
                <c:pt idx="4665">
                  <c:v>8.5155000000000005E-3</c:v>
                </c:pt>
                <c:pt idx="4666">
                  <c:v>8.6766000000000013E-3</c:v>
                </c:pt>
                <c:pt idx="4667">
                  <c:v>8.6397000000000002E-3</c:v>
                </c:pt>
                <c:pt idx="4668">
                  <c:v>8.8027000000000001E-3</c:v>
                </c:pt>
                <c:pt idx="4669">
                  <c:v>9.0761999999999995E-3</c:v>
                </c:pt>
                <c:pt idx="4670">
                  <c:v>9.1912999999999995E-3</c:v>
                </c:pt>
                <c:pt idx="4671">
                  <c:v>8.9697000000000006E-3</c:v>
                </c:pt>
                <c:pt idx="4672">
                  <c:v>9.0034999999999994E-3</c:v>
                </c:pt>
                <c:pt idx="4673">
                  <c:v>9.0897000000000009E-3</c:v>
                </c:pt>
                <c:pt idx="4674">
                  <c:v>9.1566999999999985E-3</c:v>
                </c:pt>
                <c:pt idx="4675">
                  <c:v>9.212999999999999E-3</c:v>
                </c:pt>
                <c:pt idx="4676">
                  <c:v>9.2905000000000001E-3</c:v>
                </c:pt>
                <c:pt idx="4677">
                  <c:v>9.3694999999999994E-3</c:v>
                </c:pt>
                <c:pt idx="4678">
                  <c:v>9.3608000000000007E-3</c:v>
                </c:pt>
                <c:pt idx="4679">
                  <c:v>9.3653999999999994E-3</c:v>
                </c:pt>
                <c:pt idx="4680">
                  <c:v>9.3069999999999993E-3</c:v>
                </c:pt>
                <c:pt idx="4681">
                  <c:v>9.0650999999999995E-3</c:v>
                </c:pt>
                <c:pt idx="4682">
                  <c:v>8.7161000000000009E-3</c:v>
                </c:pt>
                <c:pt idx="4683">
                  <c:v>8.6947999999999991E-3</c:v>
                </c:pt>
                <c:pt idx="4684">
                  <c:v>8.6911000000000002E-3</c:v>
                </c:pt>
                <c:pt idx="4685">
                  <c:v>8.8395999999999995E-3</c:v>
                </c:pt>
                <c:pt idx="4686">
                  <c:v>9.0074000000000005E-3</c:v>
                </c:pt>
                <c:pt idx="4687">
                  <c:v>9.1656000000000012E-3</c:v>
                </c:pt>
                <c:pt idx="4688">
                  <c:v>9.2914E-3</c:v>
                </c:pt>
                <c:pt idx="4689">
                  <c:v>9.5608000000000012E-3</c:v>
                </c:pt>
                <c:pt idx="4690">
                  <c:v>9.5455000000000002E-3</c:v>
                </c:pt>
                <c:pt idx="4691">
                  <c:v>9.5362999999999993E-3</c:v>
                </c:pt>
                <c:pt idx="4692">
                  <c:v>9.5458000000000001E-3</c:v>
                </c:pt>
                <c:pt idx="4693">
                  <c:v>9.4597999999999991E-3</c:v>
                </c:pt>
                <c:pt idx="4694">
                  <c:v>9.4274000000000007E-3</c:v>
                </c:pt>
                <c:pt idx="4695">
                  <c:v>9.4293999999999992E-3</c:v>
                </c:pt>
                <c:pt idx="4696">
                  <c:v>9.3962000000000004E-3</c:v>
                </c:pt>
                <c:pt idx="4697">
                  <c:v>9.3487999999999991E-3</c:v>
                </c:pt>
                <c:pt idx="4698">
                  <c:v>9.0311000000000002E-3</c:v>
                </c:pt>
                <c:pt idx="4699">
                  <c:v>8.6365999999999995E-3</c:v>
                </c:pt>
                <c:pt idx="4700">
                  <c:v>8.6300999999999999E-3</c:v>
                </c:pt>
                <c:pt idx="4701">
                  <c:v>8.4852999999999994E-3</c:v>
                </c:pt>
                <c:pt idx="4702">
                  <c:v>8.395399999999999E-3</c:v>
                </c:pt>
                <c:pt idx="4703">
                  <c:v>8.4857000000000005E-3</c:v>
                </c:pt>
                <c:pt idx="4704">
                  <c:v>8.3674999999999999E-3</c:v>
                </c:pt>
                <c:pt idx="4705">
                  <c:v>8.2833000000000004E-3</c:v>
                </c:pt>
                <c:pt idx="4706">
                  <c:v>8.2223000000000001E-3</c:v>
                </c:pt>
                <c:pt idx="4707">
                  <c:v>8.0700000000000008E-3</c:v>
                </c:pt>
                <c:pt idx="4708">
                  <c:v>7.7235000000000003E-3</c:v>
                </c:pt>
                <c:pt idx="4709">
                  <c:v>7.5985000000000002E-3</c:v>
                </c:pt>
                <c:pt idx="4710">
                  <c:v>7.8132999999999987E-3</c:v>
                </c:pt>
                <c:pt idx="4711">
                  <c:v>7.7355000000000002E-3</c:v>
                </c:pt>
                <c:pt idx="4712">
                  <c:v>7.7400000000000004E-3</c:v>
                </c:pt>
                <c:pt idx="4713">
                  <c:v>7.7141000000000006E-3</c:v>
                </c:pt>
                <c:pt idx="4714">
                  <c:v>7.7904999999999997E-3</c:v>
                </c:pt>
                <c:pt idx="4715">
                  <c:v>7.7637000000000001E-3</c:v>
                </c:pt>
                <c:pt idx="4716">
                  <c:v>7.6334000000000003E-3</c:v>
                </c:pt>
                <c:pt idx="4717">
                  <c:v>7.4534000000000006E-3</c:v>
                </c:pt>
                <c:pt idx="4718">
                  <c:v>7.4144999999999992E-3</c:v>
                </c:pt>
                <c:pt idx="4719">
                  <c:v>7.4028000000000002E-3</c:v>
                </c:pt>
                <c:pt idx="4720">
                  <c:v>7.2537000000000009E-3</c:v>
                </c:pt>
                <c:pt idx="4721">
                  <c:v>7.3442999999999998E-3</c:v>
                </c:pt>
                <c:pt idx="4722">
                  <c:v>7.418000000000001E-3</c:v>
                </c:pt>
                <c:pt idx="4723">
                  <c:v>7.5889E-3</c:v>
                </c:pt>
                <c:pt idx="4724">
                  <c:v>7.6644999999999994E-3</c:v>
                </c:pt>
                <c:pt idx="4725">
                  <c:v>7.5471000000000002E-3</c:v>
                </c:pt>
                <c:pt idx="4726">
                  <c:v>7.5223E-3</c:v>
                </c:pt>
                <c:pt idx="4727">
                  <c:v>7.5113000000000003E-3</c:v>
                </c:pt>
                <c:pt idx="4728">
                  <c:v>7.4703E-3</c:v>
                </c:pt>
                <c:pt idx="4729">
                  <c:v>7.4629999999999991E-3</c:v>
                </c:pt>
                <c:pt idx="4730">
                  <c:v>7.4373000000000009E-3</c:v>
                </c:pt>
                <c:pt idx="4731">
                  <c:v>7.4165000000000003E-3</c:v>
                </c:pt>
                <c:pt idx="4732">
                  <c:v>7.3578999999999997E-3</c:v>
                </c:pt>
                <c:pt idx="4733">
                  <c:v>7.3671000000000006E-3</c:v>
                </c:pt>
                <c:pt idx="4734">
                  <c:v>7.1726000000000003E-3</c:v>
                </c:pt>
                <c:pt idx="4735">
                  <c:v>7.0992000000000008E-3</c:v>
                </c:pt>
                <c:pt idx="4736">
                  <c:v>6.9010999999999994E-3</c:v>
                </c:pt>
                <c:pt idx="4737">
                  <c:v>6.9528000000000003E-3</c:v>
                </c:pt>
                <c:pt idx="4738">
                  <c:v>6.9581E-3</c:v>
                </c:pt>
                <c:pt idx="4739">
                  <c:v>6.9641000000000008E-3</c:v>
                </c:pt>
                <c:pt idx="4740">
                  <c:v>6.8177999999999997E-3</c:v>
                </c:pt>
                <c:pt idx="4741">
                  <c:v>6.7850999999999996E-3</c:v>
                </c:pt>
                <c:pt idx="4742">
                  <c:v>6.8455E-3</c:v>
                </c:pt>
                <c:pt idx="4743">
                  <c:v>6.8304000000000004E-3</c:v>
                </c:pt>
                <c:pt idx="4744">
                  <c:v>6.5721E-3</c:v>
                </c:pt>
                <c:pt idx="4745">
                  <c:v>6.5312E-3</c:v>
                </c:pt>
                <c:pt idx="4746">
                  <c:v>6.4965999999999991E-3</c:v>
                </c:pt>
                <c:pt idx="4747">
                  <c:v>6.4954999999999995E-3</c:v>
                </c:pt>
                <c:pt idx="4748">
                  <c:v>6.4443E-3</c:v>
                </c:pt>
                <c:pt idx="4749">
                  <c:v>6.2883000000000001E-3</c:v>
                </c:pt>
                <c:pt idx="4750">
                  <c:v>6.2765E-3</c:v>
                </c:pt>
                <c:pt idx="4751">
                  <c:v>6.8730000000000006E-3</c:v>
                </c:pt>
                <c:pt idx="4752">
                  <c:v>6.8174000000000004E-3</c:v>
                </c:pt>
                <c:pt idx="4753">
                  <c:v>6.9876000000000001E-3</c:v>
                </c:pt>
                <c:pt idx="4754">
                  <c:v>7.0067999999999997E-3</c:v>
                </c:pt>
                <c:pt idx="4755">
                  <c:v>6.8584000000000006E-3</c:v>
                </c:pt>
                <c:pt idx="4756">
                  <c:v>6.9617000000000004E-3</c:v>
                </c:pt>
                <c:pt idx="4757">
                  <c:v>6.8783000000000004E-3</c:v>
                </c:pt>
                <c:pt idx="4758">
                  <c:v>6.7397999999999998E-3</c:v>
                </c:pt>
                <c:pt idx="4759">
                  <c:v>6.4260000000000003E-3</c:v>
                </c:pt>
                <c:pt idx="4760">
                  <c:v>6.3293999999999998E-3</c:v>
                </c:pt>
                <c:pt idx="4761">
                  <c:v>6.0777000000000001E-3</c:v>
                </c:pt>
                <c:pt idx="4762">
                  <c:v>5.9712999999999997E-3</c:v>
                </c:pt>
                <c:pt idx="4763">
                  <c:v>5.9822E-3</c:v>
                </c:pt>
                <c:pt idx="4764">
                  <c:v>5.9331000000000002E-3</c:v>
                </c:pt>
                <c:pt idx="4765">
                  <c:v>5.7979999999999993E-3</c:v>
                </c:pt>
                <c:pt idx="4766">
                  <c:v>5.7692999999999998E-3</c:v>
                </c:pt>
                <c:pt idx="4767">
                  <c:v>5.7698999999999997E-3</c:v>
                </c:pt>
                <c:pt idx="4768">
                  <c:v>5.5877000000000001E-3</c:v>
                </c:pt>
                <c:pt idx="4769">
                  <c:v>5.4532000000000001E-3</c:v>
                </c:pt>
                <c:pt idx="4770">
                  <c:v>5.4067999999999998E-3</c:v>
                </c:pt>
                <c:pt idx="4771">
                  <c:v>5.3962999999999997E-3</c:v>
                </c:pt>
                <c:pt idx="4772">
                  <c:v>5.3686999999999997E-3</c:v>
                </c:pt>
                <c:pt idx="4773">
                  <c:v>5.3693999999999999E-3</c:v>
                </c:pt>
                <c:pt idx="4774">
                  <c:v>5.3907E-3</c:v>
                </c:pt>
                <c:pt idx="4775">
                  <c:v>5.3912999999999999E-3</c:v>
                </c:pt>
                <c:pt idx="4776">
                  <c:v>5.6952000000000001E-3</c:v>
                </c:pt>
                <c:pt idx="4777">
                  <c:v>5.6426999999999996E-3</c:v>
                </c:pt>
                <c:pt idx="4778">
                  <c:v>5.6692000000000001E-3</c:v>
                </c:pt>
                <c:pt idx="4779">
                  <c:v>5.6296000000000002E-3</c:v>
                </c:pt>
                <c:pt idx="4780">
                  <c:v>5.6468000000000004E-3</c:v>
                </c:pt>
                <c:pt idx="4781">
                  <c:v>5.7529E-3</c:v>
                </c:pt>
                <c:pt idx="4782">
                  <c:v>5.8769E-3</c:v>
                </c:pt>
                <c:pt idx="4783">
                  <c:v>5.8415000000000003E-3</c:v>
                </c:pt>
                <c:pt idx="4784">
                  <c:v>5.8918999999999994E-3</c:v>
                </c:pt>
                <c:pt idx="4785">
                  <c:v>6.1567999999999996E-3</c:v>
                </c:pt>
                <c:pt idx="4786">
                  <c:v>6.2107999999999998E-3</c:v>
                </c:pt>
                <c:pt idx="4787">
                  <c:v>6.3701000000000001E-3</c:v>
                </c:pt>
                <c:pt idx="4788">
                  <c:v>6.4469999999999996E-3</c:v>
                </c:pt>
                <c:pt idx="4789">
                  <c:v>6.6547999999999998E-3</c:v>
                </c:pt>
                <c:pt idx="4790">
                  <c:v>6.6030000000000004E-3</c:v>
                </c:pt>
                <c:pt idx="4791">
                  <c:v>6.6563000000000004E-3</c:v>
                </c:pt>
                <c:pt idx="4792">
                  <c:v>6.6486000000000002E-3</c:v>
                </c:pt>
                <c:pt idx="4793">
                  <c:v>6.7040999999999993E-3</c:v>
                </c:pt>
                <c:pt idx="4794">
                  <c:v>6.7070999999999997E-3</c:v>
                </c:pt>
                <c:pt idx="4795">
                  <c:v>6.5991000000000001E-3</c:v>
                </c:pt>
                <c:pt idx="4796">
                  <c:v>6.6782999999999999E-3</c:v>
                </c:pt>
                <c:pt idx="4797">
                  <c:v>6.9947999999999989E-3</c:v>
                </c:pt>
                <c:pt idx="4798">
                  <c:v>6.9052000000000011E-3</c:v>
                </c:pt>
                <c:pt idx="4799">
                  <c:v>6.8980000000000005E-3</c:v>
                </c:pt>
                <c:pt idx="4800">
                  <c:v>6.9480000000000002E-3</c:v>
                </c:pt>
                <c:pt idx="4801">
                  <c:v>6.9448999999999995E-3</c:v>
                </c:pt>
                <c:pt idx="4802">
                  <c:v>6.8755999999999999E-3</c:v>
                </c:pt>
                <c:pt idx="4803">
                  <c:v>7.0444000000000001E-3</c:v>
                </c:pt>
                <c:pt idx="4804">
                  <c:v>7.0298000000000001E-3</c:v>
                </c:pt>
                <c:pt idx="4805">
                  <c:v>6.8853999999999999E-3</c:v>
                </c:pt>
                <c:pt idx="4806">
                  <c:v>6.7873000000000005E-3</c:v>
                </c:pt>
                <c:pt idx="4807">
                  <c:v>6.6736999999999994E-3</c:v>
                </c:pt>
                <c:pt idx="4808">
                  <c:v>6.5557000000000002E-3</c:v>
                </c:pt>
                <c:pt idx="4809">
                  <c:v>6.3749000000000002E-3</c:v>
                </c:pt>
                <c:pt idx="4810">
                  <c:v>6.1206999999999998E-3</c:v>
                </c:pt>
                <c:pt idx="4811">
                  <c:v>6.2281000000000003E-3</c:v>
                </c:pt>
                <c:pt idx="4812">
                  <c:v>6.1732000000000002E-3</c:v>
                </c:pt>
                <c:pt idx="4813">
                  <c:v>6.0417999999999999E-3</c:v>
                </c:pt>
                <c:pt idx="4814">
                  <c:v>6.0249000000000006E-3</c:v>
                </c:pt>
                <c:pt idx="4815">
                  <c:v>5.7875000000000001E-3</c:v>
                </c:pt>
                <c:pt idx="4816">
                  <c:v>5.5988999999999995E-3</c:v>
                </c:pt>
                <c:pt idx="4817">
                  <c:v>5.4895000000000005E-3</c:v>
                </c:pt>
                <c:pt idx="4818">
                  <c:v>5.4359000000000005E-3</c:v>
                </c:pt>
                <c:pt idx="4819">
                  <c:v>5.5648E-3</c:v>
                </c:pt>
                <c:pt idx="4820">
                  <c:v>5.5453000000000004E-3</c:v>
                </c:pt>
                <c:pt idx="4821">
                  <c:v>5.4964000000000002E-3</c:v>
                </c:pt>
                <c:pt idx="4822">
                  <c:v>5.4121000000000004E-3</c:v>
                </c:pt>
                <c:pt idx="4823">
                  <c:v>5.3801000000000005E-3</c:v>
                </c:pt>
                <c:pt idx="4824">
                  <c:v>5.2284000000000002E-3</c:v>
                </c:pt>
                <c:pt idx="4825">
                  <c:v>5.2396999999999999E-3</c:v>
                </c:pt>
                <c:pt idx="4826">
                  <c:v>5.2531000000000001E-3</c:v>
                </c:pt>
                <c:pt idx="4827">
                  <c:v>5.2442999999999995E-3</c:v>
                </c:pt>
                <c:pt idx="4828">
                  <c:v>5.2588999999999995E-3</c:v>
                </c:pt>
                <c:pt idx="4829">
                  <c:v>5.2938000000000004E-3</c:v>
                </c:pt>
                <c:pt idx="4830">
                  <c:v>5.2604999999999996E-3</c:v>
                </c:pt>
                <c:pt idx="4831">
                  <c:v>5.2082999999999999E-3</c:v>
                </c:pt>
                <c:pt idx="4832">
                  <c:v>5.2170000000000003E-3</c:v>
                </c:pt>
                <c:pt idx="4833">
                  <c:v>5.0968999999999997E-3</c:v>
                </c:pt>
                <c:pt idx="4834">
                  <c:v>5.0363999999999999E-3</c:v>
                </c:pt>
                <c:pt idx="4835">
                  <c:v>5.0023000000000003E-3</c:v>
                </c:pt>
                <c:pt idx="4836">
                  <c:v>5.0740000000000004E-3</c:v>
                </c:pt>
                <c:pt idx="4837">
                  <c:v>5.0575000000000004E-3</c:v>
                </c:pt>
                <c:pt idx="4838">
                  <c:v>5.1008E-3</c:v>
                </c:pt>
                <c:pt idx="4839">
                  <c:v>5.0327000000000002E-3</c:v>
                </c:pt>
                <c:pt idx="4840">
                  <c:v>5.0238999999999995E-3</c:v>
                </c:pt>
                <c:pt idx="4841">
                  <c:v>5.0266E-3</c:v>
                </c:pt>
                <c:pt idx="4842">
                  <c:v>4.9712999999999997E-3</c:v>
                </c:pt>
                <c:pt idx="4843">
                  <c:v>5.0337999999999997E-3</c:v>
                </c:pt>
                <c:pt idx="4844">
                  <c:v>4.9191E-3</c:v>
                </c:pt>
                <c:pt idx="4845">
                  <c:v>4.8471E-3</c:v>
                </c:pt>
                <c:pt idx="4846">
                  <c:v>5.0089000000000002E-3</c:v>
                </c:pt>
                <c:pt idx="4847">
                  <c:v>5.0742000000000001E-3</c:v>
                </c:pt>
                <c:pt idx="4848">
                  <c:v>5.1973000000000002E-3</c:v>
                </c:pt>
                <c:pt idx="4849">
                  <c:v>5.5293999999999994E-3</c:v>
                </c:pt>
                <c:pt idx="4850">
                  <c:v>5.6008999999999998E-3</c:v>
                </c:pt>
                <c:pt idx="4851">
                  <c:v>5.5773999999999997E-3</c:v>
                </c:pt>
                <c:pt idx="4852">
                  <c:v>5.3490999999999999E-3</c:v>
                </c:pt>
                <c:pt idx="4853">
                  <c:v>5.4104999999999995E-3</c:v>
                </c:pt>
                <c:pt idx="4854">
                  <c:v>5.6246000000000004E-3</c:v>
                </c:pt>
                <c:pt idx="4855">
                  <c:v>5.5960000000000003E-3</c:v>
                </c:pt>
                <c:pt idx="4856">
                  <c:v>5.6591999999999996E-3</c:v>
                </c:pt>
                <c:pt idx="4857">
                  <c:v>5.5187999999999999E-3</c:v>
                </c:pt>
                <c:pt idx="4858">
                  <c:v>5.2424000000000004E-3</c:v>
                </c:pt>
                <c:pt idx="4859">
                  <c:v>5.1729999999999996E-3</c:v>
                </c:pt>
                <c:pt idx="4860">
                  <c:v>5.1922000000000001E-3</c:v>
                </c:pt>
                <c:pt idx="4861">
                  <c:v>5.0372999999999998E-3</c:v>
                </c:pt>
                <c:pt idx="4862">
                  <c:v>5.0473000000000002E-3</c:v>
                </c:pt>
                <c:pt idx="4863">
                  <c:v>5.1343999999999999E-3</c:v>
                </c:pt>
                <c:pt idx="4864">
                  <c:v>5.1761999999999997E-3</c:v>
                </c:pt>
                <c:pt idx="4865">
                  <c:v>5.1327999999999999E-3</c:v>
                </c:pt>
                <c:pt idx="4866">
                  <c:v>5.1028000000000002E-3</c:v>
                </c:pt>
                <c:pt idx="4867">
                  <c:v>5.0651999999999997E-3</c:v>
                </c:pt>
                <c:pt idx="4868">
                  <c:v>4.9465999999999998E-3</c:v>
                </c:pt>
                <c:pt idx="4869">
                  <c:v>4.9058999999999995E-3</c:v>
                </c:pt>
                <c:pt idx="4870">
                  <c:v>4.8853000000000004E-3</c:v>
                </c:pt>
                <c:pt idx="4871">
                  <c:v>4.7354999999999993E-3</c:v>
                </c:pt>
                <c:pt idx="4872">
                  <c:v>4.5399000000000004E-3</c:v>
                </c:pt>
                <c:pt idx="4873">
                  <c:v>4.5439E-3</c:v>
                </c:pt>
                <c:pt idx="4874">
                  <c:v>4.4935000000000001E-3</c:v>
                </c:pt>
                <c:pt idx="4875">
                  <c:v>4.4819000000000005E-3</c:v>
                </c:pt>
                <c:pt idx="4876">
                  <c:v>4.3791999999999998E-3</c:v>
                </c:pt>
                <c:pt idx="4877">
                  <c:v>4.2119000000000002E-3</c:v>
                </c:pt>
                <c:pt idx="4878">
                  <c:v>4.2919999999999998E-3</c:v>
                </c:pt>
                <c:pt idx="4879">
                  <c:v>4.3549000000000001E-3</c:v>
                </c:pt>
                <c:pt idx="4880">
                  <c:v>4.3425E-3</c:v>
                </c:pt>
                <c:pt idx="4881">
                  <c:v>4.3709999999999999E-3</c:v>
                </c:pt>
                <c:pt idx="4882">
                  <c:v>4.3704E-3</c:v>
                </c:pt>
                <c:pt idx="4883">
                  <c:v>5.0177999999999993E-3</c:v>
                </c:pt>
                <c:pt idx="4884">
                  <c:v>5.0804000000000005E-3</c:v>
                </c:pt>
                <c:pt idx="4885">
                  <c:v>5.2456999999999998E-3</c:v>
                </c:pt>
                <c:pt idx="4886">
                  <c:v>5.2978000000000001E-3</c:v>
                </c:pt>
                <c:pt idx="4887">
                  <c:v>5.3334999999999997E-3</c:v>
                </c:pt>
                <c:pt idx="4888">
                  <c:v>5.4592E-3</c:v>
                </c:pt>
                <c:pt idx="4889">
                  <c:v>5.5014E-3</c:v>
                </c:pt>
                <c:pt idx="4890">
                  <c:v>5.7990000000000003E-3</c:v>
                </c:pt>
                <c:pt idx="4891">
                  <c:v>5.9369999999999996E-3</c:v>
                </c:pt>
                <c:pt idx="4892">
                  <c:v>5.9795999999999998E-3</c:v>
                </c:pt>
                <c:pt idx="4893">
                  <c:v>6.0561999999999994E-3</c:v>
                </c:pt>
                <c:pt idx="4894">
                  <c:v>6.1200999999999998E-3</c:v>
                </c:pt>
                <c:pt idx="4895">
                  <c:v>6.1303E-3</c:v>
                </c:pt>
                <c:pt idx="4896">
                  <c:v>6.11E-3</c:v>
                </c:pt>
                <c:pt idx="4897">
                  <c:v>6.0323999999999994E-3</c:v>
                </c:pt>
                <c:pt idx="4898">
                  <c:v>5.8395000000000001E-3</c:v>
                </c:pt>
                <c:pt idx="4899">
                  <c:v>5.8139999999999997E-3</c:v>
                </c:pt>
                <c:pt idx="4900">
                  <c:v>5.7577000000000001E-3</c:v>
                </c:pt>
                <c:pt idx="4901">
                  <c:v>5.6849999999999999E-3</c:v>
                </c:pt>
                <c:pt idx="4902">
                  <c:v>5.6109999999999997E-3</c:v>
                </c:pt>
                <c:pt idx="4903">
                  <c:v>5.5612999999999999E-3</c:v>
                </c:pt>
                <c:pt idx="4904">
                  <c:v>5.5093E-3</c:v>
                </c:pt>
                <c:pt idx="4905">
                  <c:v>5.4799999999999996E-3</c:v>
                </c:pt>
                <c:pt idx="4906">
                  <c:v>5.4259999999999994E-3</c:v>
                </c:pt>
                <c:pt idx="4907">
                  <c:v>5.3249999999999999E-3</c:v>
                </c:pt>
                <c:pt idx="4908">
                  <c:v>5.1973000000000002E-3</c:v>
                </c:pt>
                <c:pt idx="4909">
                  <c:v>5.1581999999999999E-3</c:v>
                </c:pt>
                <c:pt idx="4910">
                  <c:v>5.0200000000000002E-3</c:v>
                </c:pt>
                <c:pt idx="4911">
                  <c:v>5.0696999999999999E-3</c:v>
                </c:pt>
                <c:pt idx="4912">
                  <c:v>5.2305999999999993E-3</c:v>
                </c:pt>
                <c:pt idx="4913">
                  <c:v>5.0352000000000001E-3</c:v>
                </c:pt>
                <c:pt idx="4914">
                  <c:v>4.8446000000000001E-3</c:v>
                </c:pt>
                <c:pt idx="4915">
                  <c:v>4.8631000000000004E-3</c:v>
                </c:pt>
                <c:pt idx="4916">
                  <c:v>4.8710999999999997E-3</c:v>
                </c:pt>
                <c:pt idx="4917">
                  <c:v>4.7816000000000004E-3</c:v>
                </c:pt>
                <c:pt idx="4918">
                  <c:v>4.7847000000000002E-3</c:v>
                </c:pt>
                <c:pt idx="4919">
                  <c:v>4.8644999999999999E-3</c:v>
                </c:pt>
                <c:pt idx="4920">
                  <c:v>5.1305999999999999E-3</c:v>
                </c:pt>
                <c:pt idx="4921">
                  <c:v>5.2680999999999995E-3</c:v>
                </c:pt>
                <c:pt idx="4922">
                  <c:v>5.3689999999999996E-3</c:v>
                </c:pt>
                <c:pt idx="4923">
                  <c:v>5.3539E-3</c:v>
                </c:pt>
                <c:pt idx="4924">
                  <c:v>5.4022000000000002E-3</c:v>
                </c:pt>
                <c:pt idx="4925">
                  <c:v>5.5924999999999994E-3</c:v>
                </c:pt>
                <c:pt idx="4926">
                  <c:v>5.6914000000000001E-3</c:v>
                </c:pt>
                <c:pt idx="4927">
                  <c:v>5.7187000000000002E-3</c:v>
                </c:pt>
                <c:pt idx="4928">
                  <c:v>5.6642000000000003E-3</c:v>
                </c:pt>
                <c:pt idx="4929">
                  <c:v>5.6162E-3</c:v>
                </c:pt>
                <c:pt idx="4930">
                  <c:v>5.5820000000000002E-3</c:v>
                </c:pt>
                <c:pt idx="4931">
                  <c:v>5.6457E-3</c:v>
                </c:pt>
                <c:pt idx="4932">
                  <c:v>5.6476999999999994E-3</c:v>
                </c:pt>
                <c:pt idx="4933">
                  <c:v>5.6481999999999999E-3</c:v>
                </c:pt>
                <c:pt idx="4934">
                  <c:v>5.5969000000000001E-3</c:v>
                </c:pt>
                <c:pt idx="4935">
                  <c:v>5.6000999999999993E-3</c:v>
                </c:pt>
                <c:pt idx="4936">
                  <c:v>5.4689999999999999E-3</c:v>
                </c:pt>
                <c:pt idx="4937">
                  <c:v>5.3350999999999997E-3</c:v>
                </c:pt>
                <c:pt idx="4938">
                  <c:v>5.2107999999999998E-3</c:v>
                </c:pt>
                <c:pt idx="4939">
                  <c:v>5.0835000000000003E-3</c:v>
                </c:pt>
                <c:pt idx="4940">
                  <c:v>5.0650000000000001E-3</c:v>
                </c:pt>
                <c:pt idx="4941">
                  <c:v>4.8801000000000001E-3</c:v>
                </c:pt>
                <c:pt idx="4942">
                  <c:v>4.7003000000000001E-3</c:v>
                </c:pt>
                <c:pt idx="4943">
                  <c:v>4.5630999999999996E-3</c:v>
                </c:pt>
                <c:pt idx="4944">
                  <c:v>4.4188999999999999E-3</c:v>
                </c:pt>
                <c:pt idx="4945">
                  <c:v>4.3019E-3</c:v>
                </c:pt>
                <c:pt idx="4946">
                  <c:v>4.2231000000000005E-3</c:v>
                </c:pt>
                <c:pt idx="4947">
                  <c:v>4.3331000000000003E-3</c:v>
                </c:pt>
                <c:pt idx="4948">
                  <c:v>4.3303999999999999E-3</c:v>
                </c:pt>
                <c:pt idx="4949">
                  <c:v>4.2591999999999994E-3</c:v>
                </c:pt>
                <c:pt idx="4950">
                  <c:v>4.2674000000000002E-3</c:v>
                </c:pt>
                <c:pt idx="4951">
                  <c:v>4.2686E-3</c:v>
                </c:pt>
                <c:pt idx="4952">
                  <c:v>4.2598999999999996E-3</c:v>
                </c:pt>
                <c:pt idx="4953">
                  <c:v>4.1497999999999995E-3</c:v>
                </c:pt>
                <c:pt idx="4954">
                  <c:v>4.0610000000000004E-3</c:v>
                </c:pt>
                <c:pt idx="4955">
                  <c:v>4.0847999999999995E-3</c:v>
                </c:pt>
                <c:pt idx="4956">
                  <c:v>4.1152999999999997E-3</c:v>
                </c:pt>
                <c:pt idx="4957">
                  <c:v>4.0092000000000001E-3</c:v>
                </c:pt>
                <c:pt idx="4958">
                  <c:v>4.0188999999999997E-3</c:v>
                </c:pt>
                <c:pt idx="4959">
                  <c:v>4.0474999999999999E-3</c:v>
                </c:pt>
                <c:pt idx="4960">
                  <c:v>4.1264000000000006E-3</c:v>
                </c:pt>
                <c:pt idx="4961">
                  <c:v>4.0406999999999995E-3</c:v>
                </c:pt>
                <c:pt idx="4962">
                  <c:v>4.0162999999999996E-3</c:v>
                </c:pt>
                <c:pt idx="4963">
                  <c:v>4.1541E-3</c:v>
                </c:pt>
                <c:pt idx="4964">
                  <c:v>4.2125999999999995E-3</c:v>
                </c:pt>
                <c:pt idx="4965">
                  <c:v>4.2943E-3</c:v>
                </c:pt>
                <c:pt idx="4966">
                  <c:v>4.2878999999999999E-3</c:v>
                </c:pt>
                <c:pt idx="4967">
                  <c:v>4.3033000000000004E-3</c:v>
                </c:pt>
                <c:pt idx="4968">
                  <c:v>4.2682000000000006E-3</c:v>
                </c:pt>
                <c:pt idx="4969">
                  <c:v>4.2755000000000007E-3</c:v>
                </c:pt>
                <c:pt idx="4970">
                  <c:v>4.3338000000000005E-3</c:v>
                </c:pt>
                <c:pt idx="4971">
                  <c:v>4.4612999999999996E-3</c:v>
                </c:pt>
                <c:pt idx="4972">
                  <c:v>4.5358999999999998E-3</c:v>
                </c:pt>
                <c:pt idx="4973">
                  <c:v>4.6220000000000002E-3</c:v>
                </c:pt>
                <c:pt idx="4974">
                  <c:v>4.8758000000000004E-3</c:v>
                </c:pt>
                <c:pt idx="4975">
                  <c:v>4.6036000000000002E-3</c:v>
                </c:pt>
                <c:pt idx="4976">
                  <c:v>4.4067999999999998E-3</c:v>
                </c:pt>
                <c:pt idx="4977">
                  <c:v>4.5069000000000003E-3</c:v>
                </c:pt>
                <c:pt idx="4978">
                  <c:v>4.6557000000000005E-3</c:v>
                </c:pt>
                <c:pt idx="4979">
                  <c:v>4.7532E-3</c:v>
                </c:pt>
                <c:pt idx="4980">
                  <c:v>4.5829E-3</c:v>
                </c:pt>
                <c:pt idx="4981">
                  <c:v>4.3917999999999995E-3</c:v>
                </c:pt>
                <c:pt idx="4982">
                  <c:v>4.3977E-3</c:v>
                </c:pt>
                <c:pt idx="4983">
                  <c:v>4.5012999999999997E-3</c:v>
                </c:pt>
                <c:pt idx="4984">
                  <c:v>4.5345999999999997E-3</c:v>
                </c:pt>
                <c:pt idx="4985">
                  <c:v>4.4686999999999999E-3</c:v>
                </c:pt>
                <c:pt idx="4986">
                  <c:v>4.3686000000000003E-3</c:v>
                </c:pt>
                <c:pt idx="4987">
                  <c:v>4.2887000000000003E-3</c:v>
                </c:pt>
                <c:pt idx="4988">
                  <c:v>4.2478999999999998E-3</c:v>
                </c:pt>
                <c:pt idx="4989">
                  <c:v>4.2368000000000006E-3</c:v>
                </c:pt>
                <c:pt idx="4990">
                  <c:v>4.189E-3</c:v>
                </c:pt>
                <c:pt idx="4991">
                  <c:v>4.1914000000000005E-3</c:v>
                </c:pt>
                <c:pt idx="4992">
                  <c:v>4.1825999999999999E-3</c:v>
                </c:pt>
                <c:pt idx="4993">
                  <c:v>4.1234999999999996E-3</c:v>
                </c:pt>
                <c:pt idx="4994">
                  <c:v>4.3356999999999996E-3</c:v>
                </c:pt>
                <c:pt idx="4995">
                  <c:v>4.6125999999999997E-3</c:v>
                </c:pt>
                <c:pt idx="4996">
                  <c:v>4.7948000000000001E-3</c:v>
                </c:pt>
                <c:pt idx="4997">
                  <c:v>5.3759000000000003E-3</c:v>
                </c:pt>
                <c:pt idx="4998">
                  <c:v>6.3420999999999998E-3</c:v>
                </c:pt>
                <c:pt idx="4999">
                  <c:v>6.5407E-3</c:v>
                </c:pt>
                <c:pt idx="5000">
                  <c:v>6.5843999999999998E-3</c:v>
                </c:pt>
                <c:pt idx="5001">
                  <c:v>6.0409999999999995E-3</c:v>
                </c:pt>
                <c:pt idx="5002">
                  <c:v>6.6840999999999992E-3</c:v>
                </c:pt>
                <c:pt idx="5003">
                  <c:v>7.3561000000000008E-3</c:v>
                </c:pt>
                <c:pt idx="5004">
                  <c:v>1.0055400000000001E-2</c:v>
                </c:pt>
                <c:pt idx="5005">
                  <c:v>9.9828E-3</c:v>
                </c:pt>
                <c:pt idx="5006">
                  <c:v>1.11474E-2</c:v>
                </c:pt>
                <c:pt idx="5007">
                  <c:v>1.2007299999999999E-2</c:v>
                </c:pt>
                <c:pt idx="5008">
                  <c:v>1.0752899999999999E-2</c:v>
                </c:pt>
                <c:pt idx="5009">
                  <c:v>1.26754E-2</c:v>
                </c:pt>
                <c:pt idx="5010">
                  <c:v>1.2273600000000001E-2</c:v>
                </c:pt>
                <c:pt idx="5011">
                  <c:v>1.4805199999999999E-2</c:v>
                </c:pt>
                <c:pt idx="5012">
                  <c:v>1.4814900000000001E-2</c:v>
                </c:pt>
                <c:pt idx="5013">
                  <c:v>1.5328999999999999E-2</c:v>
                </c:pt>
                <c:pt idx="5014">
                  <c:v>1.6006800000000002E-2</c:v>
                </c:pt>
                <c:pt idx="5015">
                  <c:v>1.4421999999999999E-2</c:v>
                </c:pt>
                <c:pt idx="5016">
                  <c:v>1.14486E-2</c:v>
                </c:pt>
                <c:pt idx="5017">
                  <c:v>9.8399999999999998E-3</c:v>
                </c:pt>
                <c:pt idx="5018">
                  <c:v>1.16331E-2</c:v>
                </c:pt>
                <c:pt idx="5019">
                  <c:v>1.2097700000000001E-2</c:v>
                </c:pt>
                <c:pt idx="5020">
                  <c:v>1.19005E-2</c:v>
                </c:pt>
                <c:pt idx="5021">
                  <c:v>1.3397999999999998E-2</c:v>
                </c:pt>
                <c:pt idx="5022">
                  <c:v>1.3572800000000001E-2</c:v>
                </c:pt>
                <c:pt idx="5023">
                  <c:v>1.38321E-2</c:v>
                </c:pt>
                <c:pt idx="5024">
                  <c:v>1.3742300000000001E-2</c:v>
                </c:pt>
                <c:pt idx="5025">
                  <c:v>1.3002199999999998E-2</c:v>
                </c:pt>
                <c:pt idx="5026">
                  <c:v>1.2195999999999999E-2</c:v>
                </c:pt>
                <c:pt idx="5027">
                  <c:v>1.0685999999999999E-2</c:v>
                </c:pt>
                <c:pt idx="5028">
                  <c:v>1.0475100000000001E-2</c:v>
                </c:pt>
                <c:pt idx="5029">
                  <c:v>1.01566E-2</c:v>
                </c:pt>
                <c:pt idx="5030">
                  <c:v>1.01038E-2</c:v>
                </c:pt>
                <c:pt idx="5031">
                  <c:v>1.05275E-2</c:v>
                </c:pt>
                <c:pt idx="5032">
                  <c:v>1.12715E-2</c:v>
                </c:pt>
                <c:pt idx="5033">
                  <c:v>1.1438800000000001E-2</c:v>
                </c:pt>
                <c:pt idx="5034">
                  <c:v>1.14959E-2</c:v>
                </c:pt>
                <c:pt idx="5035">
                  <c:v>1.19775E-2</c:v>
                </c:pt>
                <c:pt idx="5036">
                  <c:v>1.19931E-2</c:v>
                </c:pt>
                <c:pt idx="5037">
                  <c:v>1.1968000000000001E-2</c:v>
                </c:pt>
                <c:pt idx="5038">
                  <c:v>1.2083E-2</c:v>
                </c:pt>
                <c:pt idx="5039">
                  <c:v>1.2153499999999999E-2</c:v>
                </c:pt>
                <c:pt idx="5040">
                  <c:v>1.1764799999999999E-2</c:v>
                </c:pt>
                <c:pt idx="5041">
                  <c:v>1.08854E-2</c:v>
                </c:pt>
                <c:pt idx="5042">
                  <c:v>1.02895E-2</c:v>
                </c:pt>
                <c:pt idx="5043">
                  <c:v>1.0565900000000001E-2</c:v>
                </c:pt>
                <c:pt idx="5044">
                  <c:v>1.08293E-2</c:v>
                </c:pt>
                <c:pt idx="5045">
                  <c:v>1.01566E-2</c:v>
                </c:pt>
                <c:pt idx="5046">
                  <c:v>1.0158799999999999E-2</c:v>
                </c:pt>
                <c:pt idx="5047">
                  <c:v>9.9045000000000001E-3</c:v>
                </c:pt>
                <c:pt idx="5048">
                  <c:v>9.7973999999999995E-3</c:v>
                </c:pt>
                <c:pt idx="5049">
                  <c:v>9.6988999999999999E-3</c:v>
                </c:pt>
                <c:pt idx="5050">
                  <c:v>9.8785999999999995E-3</c:v>
                </c:pt>
                <c:pt idx="5051">
                  <c:v>1.03576E-2</c:v>
                </c:pt>
                <c:pt idx="5052">
                  <c:v>1.07294E-2</c:v>
                </c:pt>
                <c:pt idx="5053">
                  <c:v>1.0954E-2</c:v>
                </c:pt>
                <c:pt idx="5054">
                  <c:v>1.0685E-2</c:v>
                </c:pt>
                <c:pt idx="5055">
                  <c:v>1.0652E-2</c:v>
                </c:pt>
                <c:pt idx="5056">
                  <c:v>9.9771000000000009E-3</c:v>
                </c:pt>
                <c:pt idx="5057">
                  <c:v>9.6236999999999989E-3</c:v>
                </c:pt>
                <c:pt idx="5058">
                  <c:v>9.687900000000001E-3</c:v>
                </c:pt>
                <c:pt idx="5059">
                  <c:v>9.6711999999999996E-3</c:v>
                </c:pt>
                <c:pt idx="5060">
                  <c:v>8.9572000000000002E-3</c:v>
                </c:pt>
                <c:pt idx="5061">
                  <c:v>8.9157000000000004E-3</c:v>
                </c:pt>
                <c:pt idx="5062">
                  <c:v>9.0142E-3</c:v>
                </c:pt>
                <c:pt idx="5063">
                  <c:v>9.1084999999999985E-3</c:v>
                </c:pt>
                <c:pt idx="5064">
                  <c:v>8.9464000000000002E-3</c:v>
                </c:pt>
                <c:pt idx="5065">
                  <c:v>8.2748000000000006E-3</c:v>
                </c:pt>
                <c:pt idx="5066">
                  <c:v>7.6876999999999996E-3</c:v>
                </c:pt>
                <c:pt idx="5067">
                  <c:v>7.6870999999999997E-3</c:v>
                </c:pt>
                <c:pt idx="5068">
                  <c:v>7.2037000000000004E-3</c:v>
                </c:pt>
                <c:pt idx="5069">
                  <c:v>7.1253000000000002E-3</c:v>
                </c:pt>
                <c:pt idx="5070">
                  <c:v>7.4623999999999992E-3</c:v>
                </c:pt>
                <c:pt idx="5071">
                  <c:v>7.6733999999999995E-3</c:v>
                </c:pt>
                <c:pt idx="5072">
                  <c:v>8.7843000000000001E-3</c:v>
                </c:pt>
                <c:pt idx="5073">
                  <c:v>9.1623999999999994E-3</c:v>
                </c:pt>
                <c:pt idx="5074">
                  <c:v>9.1243000000000001E-3</c:v>
                </c:pt>
                <c:pt idx="5075">
                  <c:v>8.8707999999999999E-3</c:v>
                </c:pt>
                <c:pt idx="5076">
                  <c:v>9.0159999999999997E-3</c:v>
                </c:pt>
                <c:pt idx="5077">
                  <c:v>8.8751999999999998E-3</c:v>
                </c:pt>
                <c:pt idx="5078">
                  <c:v>8.8575000000000008E-3</c:v>
                </c:pt>
                <c:pt idx="5079">
                  <c:v>8.8566999999999986E-3</c:v>
                </c:pt>
                <c:pt idx="5080">
                  <c:v>8.6318000000000002E-3</c:v>
                </c:pt>
                <c:pt idx="5081">
                  <c:v>8.9486999999999987E-3</c:v>
                </c:pt>
                <c:pt idx="5082">
                  <c:v>8.9980000000000008E-3</c:v>
                </c:pt>
                <c:pt idx="5083">
                  <c:v>9.2822999999999985E-3</c:v>
                </c:pt>
                <c:pt idx="5084">
                  <c:v>9.4252999999999993E-3</c:v>
                </c:pt>
                <c:pt idx="5085">
                  <c:v>9.1812000000000005E-3</c:v>
                </c:pt>
                <c:pt idx="5086">
                  <c:v>8.8102000000000007E-3</c:v>
                </c:pt>
                <c:pt idx="5087">
                  <c:v>8.1487999999999994E-3</c:v>
                </c:pt>
                <c:pt idx="5088">
                  <c:v>8.0209999999999986E-3</c:v>
                </c:pt>
                <c:pt idx="5089">
                  <c:v>7.8745000000000013E-3</c:v>
                </c:pt>
                <c:pt idx="5090">
                  <c:v>8.0117000000000001E-3</c:v>
                </c:pt>
                <c:pt idx="5091">
                  <c:v>8.1563999999999994E-3</c:v>
                </c:pt>
                <c:pt idx="5092">
                  <c:v>8.2459000000000005E-3</c:v>
                </c:pt>
                <c:pt idx="5093">
                  <c:v>8.3908000000000003E-3</c:v>
                </c:pt>
                <c:pt idx="5094">
                  <c:v>8.4629000000000006E-3</c:v>
                </c:pt>
                <c:pt idx="5095">
                  <c:v>8.5690000000000002E-3</c:v>
                </c:pt>
                <c:pt idx="5096">
                  <c:v>8.5115E-3</c:v>
                </c:pt>
                <c:pt idx="5097">
                  <c:v>8.661799999999999E-3</c:v>
                </c:pt>
                <c:pt idx="5098">
                  <c:v>8.5559E-3</c:v>
                </c:pt>
                <c:pt idx="5099">
                  <c:v>8.2360999999999997E-3</c:v>
                </c:pt>
                <c:pt idx="5100">
                  <c:v>7.7781999999999999E-3</c:v>
                </c:pt>
                <c:pt idx="5101">
                  <c:v>7.4766000000000008E-3</c:v>
                </c:pt>
                <c:pt idx="5102">
                  <c:v>7.6834E-3</c:v>
                </c:pt>
                <c:pt idx="5103">
                  <c:v>7.9065999999999997E-3</c:v>
                </c:pt>
                <c:pt idx="5104">
                  <c:v>7.9083000000000001E-3</c:v>
                </c:pt>
                <c:pt idx="5105">
                  <c:v>7.9629999999999996E-3</c:v>
                </c:pt>
                <c:pt idx="5106">
                  <c:v>7.9909000000000004E-3</c:v>
                </c:pt>
                <c:pt idx="5107">
                  <c:v>8.0309000000000005E-3</c:v>
                </c:pt>
                <c:pt idx="5108">
                  <c:v>7.9870999999999987E-3</c:v>
                </c:pt>
                <c:pt idx="5109">
                  <c:v>7.9635000000000001E-3</c:v>
                </c:pt>
                <c:pt idx="5110">
                  <c:v>8.0529E-3</c:v>
                </c:pt>
                <c:pt idx="5111">
                  <c:v>7.8623000000000009E-3</c:v>
                </c:pt>
                <c:pt idx="5112">
                  <c:v>7.5733999999999992E-3</c:v>
                </c:pt>
                <c:pt idx="5113">
                  <c:v>7.3930000000000003E-3</c:v>
                </c:pt>
                <c:pt idx="5114">
                  <c:v>7.2569999999999996E-3</c:v>
                </c:pt>
                <c:pt idx="5115">
                  <c:v>7.1884000000000002E-3</c:v>
                </c:pt>
                <c:pt idx="5116">
                  <c:v>7.1809999999999999E-3</c:v>
                </c:pt>
                <c:pt idx="5117">
                  <c:v>7.2922999999999998E-3</c:v>
                </c:pt>
                <c:pt idx="5118">
                  <c:v>7.3743999999999997E-3</c:v>
                </c:pt>
                <c:pt idx="5119">
                  <c:v>7.4325999999999993E-3</c:v>
                </c:pt>
                <c:pt idx="5120">
                  <c:v>7.3086000000000002E-3</c:v>
                </c:pt>
                <c:pt idx="5121">
                  <c:v>7.2361000000000005E-3</c:v>
                </c:pt>
                <c:pt idx="5122">
                  <c:v>7.1520999999999998E-3</c:v>
                </c:pt>
                <c:pt idx="5123">
                  <c:v>7.1311000000000005E-3</c:v>
                </c:pt>
                <c:pt idx="5124">
                  <c:v>6.8828000000000005E-3</c:v>
                </c:pt>
                <c:pt idx="5125">
                  <c:v>6.8022999999999998E-3</c:v>
                </c:pt>
                <c:pt idx="5126">
                  <c:v>6.8677999999999994E-3</c:v>
                </c:pt>
                <c:pt idx="5127">
                  <c:v>6.9120999999999991E-3</c:v>
                </c:pt>
                <c:pt idx="5128">
                  <c:v>6.7561999999999995E-3</c:v>
                </c:pt>
                <c:pt idx="5129">
                  <c:v>6.6337000000000002E-3</c:v>
                </c:pt>
                <c:pt idx="5130">
                  <c:v>6.3036999999999998E-3</c:v>
                </c:pt>
                <c:pt idx="5131">
                  <c:v>6.1256999999999995E-3</c:v>
                </c:pt>
                <c:pt idx="5132">
                  <c:v>6.3844000000000001E-3</c:v>
                </c:pt>
                <c:pt idx="5133">
                  <c:v>6.6426000000000002E-3</c:v>
                </c:pt>
                <c:pt idx="5134">
                  <c:v>6.6846000000000006E-3</c:v>
                </c:pt>
                <c:pt idx="5135">
                  <c:v>6.7892999999999998E-3</c:v>
                </c:pt>
                <c:pt idx="5136">
                  <c:v>6.6844999999999995E-3</c:v>
                </c:pt>
                <c:pt idx="5137">
                  <c:v>6.6813999999999997E-3</c:v>
                </c:pt>
                <c:pt idx="5138">
                  <c:v>6.9953000000000003E-3</c:v>
                </c:pt>
                <c:pt idx="5139">
                  <c:v>6.8915999999999995E-3</c:v>
                </c:pt>
                <c:pt idx="5140">
                  <c:v>6.8021000000000002E-3</c:v>
                </c:pt>
                <c:pt idx="5141">
                  <c:v>6.7063999999999995E-3</c:v>
                </c:pt>
                <c:pt idx="5142">
                  <c:v>6.7507000000000001E-3</c:v>
                </c:pt>
                <c:pt idx="5143">
                  <c:v>6.8278000000000002E-3</c:v>
                </c:pt>
                <c:pt idx="5144">
                  <c:v>7.9518000000000002E-3</c:v>
                </c:pt>
                <c:pt idx="5145">
                  <c:v>8.2671999999999989E-3</c:v>
                </c:pt>
                <c:pt idx="5146">
                  <c:v>8.6733999999999995E-3</c:v>
                </c:pt>
                <c:pt idx="5147">
                  <c:v>8.7229000000000004E-3</c:v>
                </c:pt>
                <c:pt idx="5148">
                  <c:v>8.4179000000000007E-3</c:v>
                </c:pt>
                <c:pt idx="5149">
                  <c:v>8.0930000000000012E-3</c:v>
                </c:pt>
                <c:pt idx="5150">
                  <c:v>7.9007999999999995E-3</c:v>
                </c:pt>
                <c:pt idx="5151">
                  <c:v>7.7406999999999997E-3</c:v>
                </c:pt>
                <c:pt idx="5152">
                  <c:v>7.5994000000000001E-3</c:v>
                </c:pt>
                <c:pt idx="5153">
                  <c:v>7.6293000000000003E-3</c:v>
                </c:pt>
                <c:pt idx="5154">
                  <c:v>7.3852000000000006E-3</c:v>
                </c:pt>
                <c:pt idx="5155">
                  <c:v>7.2249999999999997E-3</c:v>
                </c:pt>
                <c:pt idx="5156">
                  <c:v>6.8396000000000004E-3</c:v>
                </c:pt>
                <c:pt idx="5157">
                  <c:v>6.5191999999999993E-3</c:v>
                </c:pt>
                <c:pt idx="5158">
                  <c:v>6.1389000000000001E-3</c:v>
                </c:pt>
                <c:pt idx="5159">
                  <c:v>6.0179000000000005E-3</c:v>
                </c:pt>
                <c:pt idx="5160">
                  <c:v>6.0695000000000002E-3</c:v>
                </c:pt>
                <c:pt idx="5161">
                  <c:v>6.1601E-3</c:v>
                </c:pt>
                <c:pt idx="5162">
                  <c:v>6.1942000000000004E-3</c:v>
                </c:pt>
                <c:pt idx="5163">
                  <c:v>5.8833000000000002E-3</c:v>
                </c:pt>
                <c:pt idx="5164">
                  <c:v>5.9445999999999995E-3</c:v>
                </c:pt>
                <c:pt idx="5165">
                  <c:v>5.9341000000000003E-3</c:v>
                </c:pt>
                <c:pt idx="5166">
                  <c:v>5.9209000000000006E-3</c:v>
                </c:pt>
                <c:pt idx="5167">
                  <c:v>5.9218999999999999E-3</c:v>
                </c:pt>
                <c:pt idx="5168">
                  <c:v>5.8773000000000002E-3</c:v>
                </c:pt>
                <c:pt idx="5169">
                  <c:v>5.9534000000000002E-3</c:v>
                </c:pt>
                <c:pt idx="5170">
                  <c:v>5.7792E-3</c:v>
                </c:pt>
                <c:pt idx="5171">
                  <c:v>5.973E-3</c:v>
                </c:pt>
                <c:pt idx="5172">
                  <c:v>5.9112999999999995E-3</c:v>
                </c:pt>
                <c:pt idx="5173">
                  <c:v>6.0465000000000007E-3</c:v>
                </c:pt>
                <c:pt idx="5174">
                  <c:v>6.0092000000000001E-3</c:v>
                </c:pt>
                <c:pt idx="5175">
                  <c:v>5.9064999999999994E-3</c:v>
                </c:pt>
                <c:pt idx="5176">
                  <c:v>5.6905999999999997E-3</c:v>
                </c:pt>
                <c:pt idx="5177">
                  <c:v>5.6687999999999999E-3</c:v>
                </c:pt>
                <c:pt idx="5178">
                  <c:v>5.7064999999999998E-3</c:v>
                </c:pt>
                <c:pt idx="5179">
                  <c:v>5.3737999999999998E-3</c:v>
                </c:pt>
                <c:pt idx="5180">
                  <c:v>5.9279000000000007E-3</c:v>
                </c:pt>
                <c:pt idx="5181">
                  <c:v>6.0885000000000002E-3</c:v>
                </c:pt>
                <c:pt idx="5182">
                  <c:v>6.5036E-3</c:v>
                </c:pt>
                <c:pt idx="5183">
                  <c:v>6.5760000000000002E-3</c:v>
                </c:pt>
                <c:pt idx="5184">
                  <c:v>6.7546000000000004E-3</c:v>
                </c:pt>
                <c:pt idx="5185">
                  <c:v>6.6249999999999998E-3</c:v>
                </c:pt>
                <c:pt idx="5186">
                  <c:v>6.5421999999999998E-3</c:v>
                </c:pt>
                <c:pt idx="5187">
                  <c:v>6.4932000000000002E-3</c:v>
                </c:pt>
                <c:pt idx="5188">
                  <c:v>6.4067999999999998E-3</c:v>
                </c:pt>
                <c:pt idx="5189">
                  <c:v>6.4264999999999999E-3</c:v>
                </c:pt>
                <c:pt idx="5190">
                  <c:v>6.1947E-3</c:v>
                </c:pt>
                <c:pt idx="5191">
                  <c:v>6.1713000000000002E-3</c:v>
                </c:pt>
                <c:pt idx="5192">
                  <c:v>6.1850999999999998E-3</c:v>
                </c:pt>
                <c:pt idx="5193">
                  <c:v>6.0724999999999998E-3</c:v>
                </c:pt>
                <c:pt idx="5194">
                  <c:v>6.2500999999999998E-3</c:v>
                </c:pt>
                <c:pt idx="5195">
                  <c:v>6.2009999999999999E-3</c:v>
                </c:pt>
                <c:pt idx="5196">
                  <c:v>6.1764999999999997E-3</c:v>
                </c:pt>
                <c:pt idx="5197">
                  <c:v>6.2769000000000002E-3</c:v>
                </c:pt>
                <c:pt idx="5198">
                  <c:v>6.2743E-3</c:v>
                </c:pt>
                <c:pt idx="5199">
                  <c:v>6.3651999999999997E-3</c:v>
                </c:pt>
                <c:pt idx="5200">
                  <c:v>6.3642999999999998E-3</c:v>
                </c:pt>
                <c:pt idx="5201">
                  <c:v>6.4311000000000004E-3</c:v>
                </c:pt>
                <c:pt idx="5202">
                  <c:v>6.3156999999999996E-3</c:v>
                </c:pt>
                <c:pt idx="5203">
                  <c:v>6.3809000000000001E-3</c:v>
                </c:pt>
                <c:pt idx="5204">
                  <c:v>6.3042000000000003E-3</c:v>
                </c:pt>
                <c:pt idx="5205">
                  <c:v>6.1831999999999998E-3</c:v>
                </c:pt>
                <c:pt idx="5206">
                  <c:v>5.9992999999999999E-3</c:v>
                </c:pt>
                <c:pt idx="5207">
                  <c:v>5.8289000000000006E-3</c:v>
                </c:pt>
                <c:pt idx="5208">
                  <c:v>5.8788E-3</c:v>
                </c:pt>
                <c:pt idx="5209">
                  <c:v>5.9761000000000007E-3</c:v>
                </c:pt>
                <c:pt idx="5210">
                  <c:v>5.9750000000000003E-3</c:v>
                </c:pt>
                <c:pt idx="5211">
                  <c:v>5.8717999999999999E-3</c:v>
                </c:pt>
                <c:pt idx="5212">
                  <c:v>5.7555000000000002E-3</c:v>
                </c:pt>
                <c:pt idx="5213">
                  <c:v>5.7552000000000002E-3</c:v>
                </c:pt>
                <c:pt idx="5214">
                  <c:v>5.7128999999999999E-3</c:v>
                </c:pt>
                <c:pt idx="5215">
                  <c:v>5.6886000000000003E-3</c:v>
                </c:pt>
                <c:pt idx="5216">
                  <c:v>5.6676000000000001E-3</c:v>
                </c:pt>
                <c:pt idx="5217">
                  <c:v>5.6467000000000002E-3</c:v>
                </c:pt>
                <c:pt idx="5218">
                  <c:v>5.6327E-3</c:v>
                </c:pt>
                <c:pt idx="5219">
                  <c:v>5.6033999999999997E-3</c:v>
                </c:pt>
                <c:pt idx="5220">
                  <c:v>5.5170000000000002E-3</c:v>
                </c:pt>
                <c:pt idx="5221">
                  <c:v>5.4835999999999999E-3</c:v>
                </c:pt>
                <c:pt idx="5222">
                  <c:v>5.4088999999999995E-3</c:v>
                </c:pt>
                <c:pt idx="5223">
                  <c:v>5.3613000000000003E-3</c:v>
                </c:pt>
                <c:pt idx="5224">
                  <c:v>5.4313E-3</c:v>
                </c:pt>
                <c:pt idx="5225">
                  <c:v>5.7685999999999996E-3</c:v>
                </c:pt>
                <c:pt idx="5226">
                  <c:v>5.8481000000000002E-3</c:v>
                </c:pt>
                <c:pt idx="5227">
                  <c:v>5.8884999999999996E-3</c:v>
                </c:pt>
                <c:pt idx="5228">
                  <c:v>6.1317999999999998E-3</c:v>
                </c:pt>
                <c:pt idx="5229">
                  <c:v>6.1722000000000001E-3</c:v>
                </c:pt>
                <c:pt idx="5230">
                  <c:v>6.0723999999999995E-3</c:v>
                </c:pt>
                <c:pt idx="5231">
                  <c:v>6.0487000000000006E-3</c:v>
                </c:pt>
                <c:pt idx="5232">
                  <c:v>5.9813000000000002E-3</c:v>
                </c:pt>
                <c:pt idx="5233">
                  <c:v>6.0843E-3</c:v>
                </c:pt>
                <c:pt idx="5234">
                  <c:v>6.2315000000000001E-3</c:v>
                </c:pt>
                <c:pt idx="5235">
                  <c:v>6.1877E-3</c:v>
                </c:pt>
                <c:pt idx="5236">
                  <c:v>6.3378000000000002E-3</c:v>
                </c:pt>
                <c:pt idx="5237">
                  <c:v>6.2332999999999998E-3</c:v>
                </c:pt>
                <c:pt idx="5238">
                  <c:v>6.2153E-3</c:v>
                </c:pt>
                <c:pt idx="5239">
                  <c:v>6.1589000000000001E-3</c:v>
                </c:pt>
                <c:pt idx="5240">
                  <c:v>6.0384999999999996E-3</c:v>
                </c:pt>
                <c:pt idx="5241">
                  <c:v>5.8335999999999995E-3</c:v>
                </c:pt>
                <c:pt idx="5242">
                  <c:v>5.7348999999999994E-3</c:v>
                </c:pt>
                <c:pt idx="5243">
                  <c:v>5.5414999999999996E-3</c:v>
                </c:pt>
                <c:pt idx="5244">
                  <c:v>5.5348000000000003E-3</c:v>
                </c:pt>
                <c:pt idx="5245">
                  <c:v>5.7073000000000002E-3</c:v>
                </c:pt>
                <c:pt idx="5246">
                  <c:v>5.6581000000000001E-3</c:v>
                </c:pt>
                <c:pt idx="5247">
                  <c:v>5.6075999999999999E-3</c:v>
                </c:pt>
                <c:pt idx="5248">
                  <c:v>5.5427999999999996E-3</c:v>
                </c:pt>
                <c:pt idx="5249">
                  <c:v>5.5455000000000001E-3</c:v>
                </c:pt>
                <c:pt idx="5250">
                  <c:v>5.5874999999999996E-3</c:v>
                </c:pt>
                <c:pt idx="5251">
                  <c:v>5.6807999999999997E-3</c:v>
                </c:pt>
                <c:pt idx="5252">
                  <c:v>5.7539000000000002E-3</c:v>
                </c:pt>
                <c:pt idx="5253">
                  <c:v>5.7758999999999996E-3</c:v>
                </c:pt>
                <c:pt idx="5254">
                  <c:v>6.1970000000000003E-3</c:v>
                </c:pt>
                <c:pt idx="5255">
                  <c:v>6.1976999999999996E-3</c:v>
                </c:pt>
                <c:pt idx="5256">
                  <c:v>6.0829000000000005E-3</c:v>
                </c:pt>
                <c:pt idx="5257">
                  <c:v>6.5945999999999999E-3</c:v>
                </c:pt>
                <c:pt idx="5258">
                  <c:v>6.9039000000000001E-3</c:v>
                </c:pt>
                <c:pt idx="5259">
                  <c:v>6.6902000000000003E-3</c:v>
                </c:pt>
                <c:pt idx="5260">
                  <c:v>6.8177999999999997E-3</c:v>
                </c:pt>
                <c:pt idx="5261">
                  <c:v>7.0816999999999989E-3</c:v>
                </c:pt>
                <c:pt idx="5262">
                  <c:v>7.5150999999999994E-3</c:v>
                </c:pt>
                <c:pt idx="5263">
                  <c:v>7.6736999999999994E-3</c:v>
                </c:pt>
                <c:pt idx="5264">
                  <c:v>8.188599999999999E-3</c:v>
                </c:pt>
                <c:pt idx="5265">
                  <c:v>7.6736E-3</c:v>
                </c:pt>
                <c:pt idx="5266">
                  <c:v>7.5108000000000006E-3</c:v>
                </c:pt>
                <c:pt idx="5267">
                  <c:v>6.9652000000000004E-3</c:v>
                </c:pt>
                <c:pt idx="5268">
                  <c:v>7.0629999999999998E-3</c:v>
                </c:pt>
                <c:pt idx="5269">
                  <c:v>7.2203000000000007E-3</c:v>
                </c:pt>
                <c:pt idx="5270">
                  <c:v>7.1921999999999993E-3</c:v>
                </c:pt>
                <c:pt idx="5271">
                  <c:v>6.9978999999999996E-3</c:v>
                </c:pt>
                <c:pt idx="5272">
                  <c:v>7.1620999999999994E-3</c:v>
                </c:pt>
                <c:pt idx="5273">
                  <c:v>7.1653000000000003E-3</c:v>
                </c:pt>
                <c:pt idx="5274">
                  <c:v>7.7356999999999999E-3</c:v>
                </c:pt>
                <c:pt idx="5275">
                  <c:v>8.0066999999999985E-3</c:v>
                </c:pt>
                <c:pt idx="5276">
                  <c:v>8.2370000000000013E-3</c:v>
                </c:pt>
                <c:pt idx="5277">
                  <c:v>8.2938999999999999E-3</c:v>
                </c:pt>
                <c:pt idx="5278">
                  <c:v>8.2652000000000003E-3</c:v>
                </c:pt>
                <c:pt idx="5279">
                  <c:v>8.3150999999999989E-3</c:v>
                </c:pt>
                <c:pt idx="5280">
                  <c:v>8.3996000000000001E-3</c:v>
                </c:pt>
                <c:pt idx="5281">
                  <c:v>8.3052999999999998E-3</c:v>
                </c:pt>
                <c:pt idx="5282">
                  <c:v>8.0859999999999994E-3</c:v>
                </c:pt>
                <c:pt idx="5283">
                  <c:v>8.0485000000000001E-3</c:v>
                </c:pt>
                <c:pt idx="5284">
                  <c:v>7.8764999999999998E-3</c:v>
                </c:pt>
                <c:pt idx="5285">
                  <c:v>7.7594999999999999E-3</c:v>
                </c:pt>
                <c:pt idx="5286">
                  <c:v>7.8718E-3</c:v>
                </c:pt>
                <c:pt idx="5287">
                  <c:v>7.8748000000000012E-3</c:v>
                </c:pt>
                <c:pt idx="5288">
                  <c:v>7.7852000000000008E-3</c:v>
                </c:pt>
                <c:pt idx="5289">
                  <c:v>8.2596000000000006E-3</c:v>
                </c:pt>
                <c:pt idx="5290">
                  <c:v>8.2684999999999998E-3</c:v>
                </c:pt>
                <c:pt idx="5291">
                  <c:v>8.0803999999999997E-3</c:v>
                </c:pt>
                <c:pt idx="5292">
                  <c:v>7.8629000000000008E-3</c:v>
                </c:pt>
                <c:pt idx="5293">
                  <c:v>7.6608000000000006E-3</c:v>
                </c:pt>
                <c:pt idx="5294">
                  <c:v>8.5623000000000001E-3</c:v>
                </c:pt>
                <c:pt idx="5295">
                  <c:v>9.1096000000000007E-3</c:v>
                </c:pt>
                <c:pt idx="5296">
                  <c:v>9.3162000000000002E-3</c:v>
                </c:pt>
                <c:pt idx="5297">
                  <c:v>9.5510999999999999E-3</c:v>
                </c:pt>
                <c:pt idx="5298">
                  <c:v>9.3441999999999987E-3</c:v>
                </c:pt>
                <c:pt idx="5299">
                  <c:v>9.5741999999999997E-3</c:v>
                </c:pt>
                <c:pt idx="5300">
                  <c:v>9.8087999999999995E-3</c:v>
                </c:pt>
                <c:pt idx="5301">
                  <c:v>9.7424E-3</c:v>
                </c:pt>
                <c:pt idx="5302">
                  <c:v>9.4314999999999989E-3</c:v>
                </c:pt>
                <c:pt idx="5303">
                  <c:v>9.2736999999999993E-3</c:v>
                </c:pt>
                <c:pt idx="5304">
                  <c:v>9.2900999999999991E-3</c:v>
                </c:pt>
                <c:pt idx="5305">
                  <c:v>9.3699000000000005E-3</c:v>
                </c:pt>
                <c:pt idx="5306">
                  <c:v>9.5300999999999997E-3</c:v>
                </c:pt>
                <c:pt idx="5307">
                  <c:v>9.4284E-3</c:v>
                </c:pt>
                <c:pt idx="5308">
                  <c:v>8.9741000000000005E-3</c:v>
                </c:pt>
                <c:pt idx="5309">
                  <c:v>8.6131000000000003E-3</c:v>
                </c:pt>
                <c:pt idx="5310">
                  <c:v>8.4621999999999996E-3</c:v>
                </c:pt>
                <c:pt idx="5311">
                  <c:v>8.6172999999999996E-3</c:v>
                </c:pt>
                <c:pt idx="5312">
                  <c:v>8.5161999999999998E-3</c:v>
                </c:pt>
                <c:pt idx="5313">
                  <c:v>8.1858999999999994E-3</c:v>
                </c:pt>
                <c:pt idx="5314">
                  <c:v>8.2346999999999993E-3</c:v>
                </c:pt>
                <c:pt idx="5315">
                  <c:v>8.3604999999999999E-3</c:v>
                </c:pt>
                <c:pt idx="5316">
                  <c:v>8.5395999999999996E-3</c:v>
                </c:pt>
                <c:pt idx="5317">
                  <c:v>8.4203000000000004E-3</c:v>
                </c:pt>
                <c:pt idx="5318">
                  <c:v>8.8672999999999998E-3</c:v>
                </c:pt>
                <c:pt idx="5319">
                  <c:v>9.4215000000000011E-3</c:v>
                </c:pt>
                <c:pt idx="5320">
                  <c:v>9.6142999999999992E-3</c:v>
                </c:pt>
                <c:pt idx="5321">
                  <c:v>9.6512000000000004E-3</c:v>
                </c:pt>
                <c:pt idx="5322">
                  <c:v>9.6702000000000003E-3</c:v>
                </c:pt>
                <c:pt idx="5323">
                  <c:v>9.6375000000000002E-3</c:v>
                </c:pt>
                <c:pt idx="5324">
                  <c:v>9.6054E-3</c:v>
                </c:pt>
                <c:pt idx="5325">
                  <c:v>9.3071999999999998E-3</c:v>
                </c:pt>
                <c:pt idx="5326">
                  <c:v>9.0892999999999998E-3</c:v>
                </c:pt>
                <c:pt idx="5327">
                  <c:v>9.1188999999999992E-3</c:v>
                </c:pt>
                <c:pt idx="5328">
                  <c:v>9.0501999999999996E-3</c:v>
                </c:pt>
                <c:pt idx="5329">
                  <c:v>9.9211999999999998E-3</c:v>
                </c:pt>
                <c:pt idx="5330">
                  <c:v>9.6959000000000004E-3</c:v>
                </c:pt>
                <c:pt idx="5331">
                  <c:v>9.2440999999999999E-3</c:v>
                </c:pt>
                <c:pt idx="5332">
                  <c:v>9.2896000000000003E-3</c:v>
                </c:pt>
                <c:pt idx="5333">
                  <c:v>9.1181000000000005E-3</c:v>
                </c:pt>
                <c:pt idx="5334">
                  <c:v>9.221E-3</c:v>
                </c:pt>
                <c:pt idx="5335">
                  <c:v>9.3915000000000005E-3</c:v>
                </c:pt>
                <c:pt idx="5336">
                  <c:v>9.4114000000000003E-3</c:v>
                </c:pt>
                <c:pt idx="5337">
                  <c:v>9.4722000000000001E-3</c:v>
                </c:pt>
                <c:pt idx="5338">
                  <c:v>9.5263999999999991E-3</c:v>
                </c:pt>
                <c:pt idx="5339">
                  <c:v>9.4572000000000007E-3</c:v>
                </c:pt>
                <c:pt idx="5340">
                  <c:v>9.2703000000000004E-3</c:v>
                </c:pt>
                <c:pt idx="5341">
                  <c:v>8.9280000000000002E-3</c:v>
                </c:pt>
                <c:pt idx="5342">
                  <c:v>8.720799999999999E-3</c:v>
                </c:pt>
                <c:pt idx="5343">
                  <c:v>8.6200999999999986E-3</c:v>
                </c:pt>
                <c:pt idx="5344">
                  <c:v>8.4495000000000004E-3</c:v>
                </c:pt>
                <c:pt idx="5345">
                  <c:v>8.2634000000000006E-3</c:v>
                </c:pt>
                <c:pt idx="5346">
                  <c:v>8.2527E-3</c:v>
                </c:pt>
                <c:pt idx="5347">
                  <c:v>8.1948999999999998E-3</c:v>
                </c:pt>
                <c:pt idx="5348">
                  <c:v>8.0965999999999989E-3</c:v>
                </c:pt>
                <c:pt idx="5349">
                  <c:v>8.1037000000000001E-3</c:v>
                </c:pt>
                <c:pt idx="5350">
                  <c:v>8.2037000000000013E-3</c:v>
                </c:pt>
                <c:pt idx="5351">
                  <c:v>8.1823E-3</c:v>
                </c:pt>
                <c:pt idx="5352">
                  <c:v>8.2019999999999992E-3</c:v>
                </c:pt>
                <c:pt idx="5353">
                  <c:v>8.1770000000000002E-3</c:v>
                </c:pt>
                <c:pt idx="5354">
                  <c:v>8.2224000000000012E-3</c:v>
                </c:pt>
                <c:pt idx="5355">
                  <c:v>8.3543000000000003E-3</c:v>
                </c:pt>
                <c:pt idx="5356">
                  <c:v>8.3108999999999995E-3</c:v>
                </c:pt>
                <c:pt idx="5357">
                  <c:v>8.3715999999999999E-3</c:v>
                </c:pt>
                <c:pt idx="5358">
                  <c:v>8.4355000000000003E-3</c:v>
                </c:pt>
                <c:pt idx="5359">
                  <c:v>8.619400000000001E-3</c:v>
                </c:pt>
                <c:pt idx="5360">
                  <c:v>8.5134000000000008E-3</c:v>
                </c:pt>
                <c:pt idx="5361">
                  <c:v>8.3327999999999996E-3</c:v>
                </c:pt>
                <c:pt idx="5362">
                  <c:v>8.3710999999999994E-3</c:v>
                </c:pt>
                <c:pt idx="5363">
                  <c:v>8.3157999999999999E-3</c:v>
                </c:pt>
                <c:pt idx="5364">
                  <c:v>8.3444999999999995E-3</c:v>
                </c:pt>
                <c:pt idx="5365">
                  <c:v>8.4646000000000009E-3</c:v>
                </c:pt>
                <c:pt idx="5366">
                  <c:v>8.8944999999999996E-3</c:v>
                </c:pt>
                <c:pt idx="5367">
                  <c:v>9.3019999999999995E-3</c:v>
                </c:pt>
                <c:pt idx="5368">
                  <c:v>1.01511E-2</c:v>
                </c:pt>
                <c:pt idx="5369">
                  <c:v>9.8647000000000006E-3</c:v>
                </c:pt>
                <c:pt idx="5370">
                  <c:v>9.4435000000000005E-3</c:v>
                </c:pt>
                <c:pt idx="5371">
                  <c:v>9.3489999999999997E-3</c:v>
                </c:pt>
                <c:pt idx="5372">
                  <c:v>9.3372000000000004E-3</c:v>
                </c:pt>
                <c:pt idx="5373">
                  <c:v>9.3617000000000006E-3</c:v>
                </c:pt>
                <c:pt idx="5374">
                  <c:v>9.41E-3</c:v>
                </c:pt>
                <c:pt idx="5375">
                  <c:v>9.6436000000000004E-3</c:v>
                </c:pt>
                <c:pt idx="5376">
                  <c:v>9.7535999999999994E-3</c:v>
                </c:pt>
                <c:pt idx="5377">
                  <c:v>9.5518000000000009E-3</c:v>
                </c:pt>
                <c:pt idx="5378">
                  <c:v>9.2519000000000004E-3</c:v>
                </c:pt>
                <c:pt idx="5379">
                  <c:v>9.0901000000000003E-3</c:v>
                </c:pt>
                <c:pt idx="5380">
                  <c:v>9.1656000000000012E-3</c:v>
                </c:pt>
                <c:pt idx="5381">
                  <c:v>9.1912000000000001E-3</c:v>
                </c:pt>
                <c:pt idx="5382">
                  <c:v>9.197799999999999E-3</c:v>
                </c:pt>
                <c:pt idx="5383">
                  <c:v>9.1789000000000003E-3</c:v>
                </c:pt>
                <c:pt idx="5384">
                  <c:v>9.1605999999999996E-3</c:v>
                </c:pt>
                <c:pt idx="5385">
                  <c:v>9.0597999999999998E-3</c:v>
                </c:pt>
                <c:pt idx="5386">
                  <c:v>8.9373999999999999E-3</c:v>
                </c:pt>
                <c:pt idx="5387">
                  <c:v>8.8678000000000003E-3</c:v>
                </c:pt>
                <c:pt idx="5388">
                  <c:v>8.7773E-3</c:v>
                </c:pt>
                <c:pt idx="5389">
                  <c:v>8.4972999999999993E-3</c:v>
                </c:pt>
                <c:pt idx="5390">
                  <c:v>8.4878000000000002E-3</c:v>
                </c:pt>
                <c:pt idx="5391">
                  <c:v>8.4492000000000005E-3</c:v>
                </c:pt>
                <c:pt idx="5392">
                  <c:v>8.4428999999999997E-3</c:v>
                </c:pt>
                <c:pt idx="5393">
                  <c:v>8.4390000000000003E-3</c:v>
                </c:pt>
                <c:pt idx="5394">
                  <c:v>8.4400000000000013E-3</c:v>
                </c:pt>
                <c:pt idx="5395">
                  <c:v>8.4694999999999996E-3</c:v>
                </c:pt>
                <c:pt idx="5396">
                  <c:v>8.5578999999999985E-3</c:v>
                </c:pt>
                <c:pt idx="5397">
                  <c:v>8.5246999999999996E-3</c:v>
                </c:pt>
                <c:pt idx="5398">
                  <c:v>8.4925999999999995E-3</c:v>
                </c:pt>
                <c:pt idx="5399">
                  <c:v>8.4513999999999995E-3</c:v>
                </c:pt>
                <c:pt idx="5400">
                  <c:v>8.4924000000000006E-3</c:v>
                </c:pt>
                <c:pt idx="5401">
                  <c:v>8.4760000000000009E-3</c:v>
                </c:pt>
                <c:pt idx="5402">
                  <c:v>8.5255000000000001E-3</c:v>
                </c:pt>
                <c:pt idx="5403">
                  <c:v>8.4516000000000001E-3</c:v>
                </c:pt>
                <c:pt idx="5404">
                  <c:v>9.3989999999999994E-3</c:v>
                </c:pt>
                <c:pt idx="5405">
                  <c:v>9.4345999999999996E-3</c:v>
                </c:pt>
                <c:pt idx="5406">
                  <c:v>9.3363000000000005E-3</c:v>
                </c:pt>
                <c:pt idx="5407">
                  <c:v>9.2729000000000006E-3</c:v>
                </c:pt>
                <c:pt idx="5408">
                  <c:v>9.4912E-3</c:v>
                </c:pt>
                <c:pt idx="5409">
                  <c:v>9.6854000000000003E-3</c:v>
                </c:pt>
                <c:pt idx="5410">
                  <c:v>1.00242E-2</c:v>
                </c:pt>
                <c:pt idx="5411">
                  <c:v>1.03372E-2</c:v>
                </c:pt>
                <c:pt idx="5412">
                  <c:v>1.0584399999999999E-2</c:v>
                </c:pt>
                <c:pt idx="5413">
                  <c:v>1.05372E-2</c:v>
                </c:pt>
                <c:pt idx="5414">
                  <c:v>1.05979E-2</c:v>
                </c:pt>
                <c:pt idx="5415">
                  <c:v>1.04291E-2</c:v>
                </c:pt>
                <c:pt idx="5416">
                  <c:v>1.0459699999999999E-2</c:v>
                </c:pt>
                <c:pt idx="5417">
                  <c:v>9.9006000000000007E-3</c:v>
                </c:pt>
                <c:pt idx="5418">
                  <c:v>9.5265000000000002E-3</c:v>
                </c:pt>
                <c:pt idx="5419">
                  <c:v>9.5741999999999997E-3</c:v>
                </c:pt>
                <c:pt idx="5420">
                  <c:v>9.5733999999999993E-3</c:v>
                </c:pt>
                <c:pt idx="5421">
                  <c:v>9.3665999999999992E-3</c:v>
                </c:pt>
                <c:pt idx="5422">
                  <c:v>8.7519E-3</c:v>
                </c:pt>
                <c:pt idx="5423">
                  <c:v>8.6803000000000002E-3</c:v>
                </c:pt>
                <c:pt idx="5424">
                  <c:v>8.8082999999999998E-3</c:v>
                </c:pt>
                <c:pt idx="5425">
                  <c:v>8.6114999999999994E-3</c:v>
                </c:pt>
                <c:pt idx="5426">
                  <c:v>8.5597999999999994E-3</c:v>
                </c:pt>
                <c:pt idx="5427">
                  <c:v>8.5958000000000007E-3</c:v>
                </c:pt>
                <c:pt idx="5428">
                  <c:v>8.6495000000000009E-3</c:v>
                </c:pt>
                <c:pt idx="5429">
                  <c:v>8.5099000000000008E-3</c:v>
                </c:pt>
                <c:pt idx="5430">
                  <c:v>8.5018000000000003E-3</c:v>
                </c:pt>
                <c:pt idx="5431">
                  <c:v>8.6645000000000003E-3</c:v>
                </c:pt>
                <c:pt idx="5432">
                  <c:v>9.1038000000000004E-3</c:v>
                </c:pt>
                <c:pt idx="5433">
                  <c:v>9.4269000000000002E-3</c:v>
                </c:pt>
                <c:pt idx="5434">
                  <c:v>9.4656000000000011E-3</c:v>
                </c:pt>
                <c:pt idx="5435">
                  <c:v>9.3773999999999993E-3</c:v>
                </c:pt>
                <c:pt idx="5436">
                  <c:v>9.2396000000000006E-3</c:v>
                </c:pt>
                <c:pt idx="5437">
                  <c:v>9.0822000000000003E-3</c:v>
                </c:pt>
                <c:pt idx="5438">
                  <c:v>9.009399999999999E-3</c:v>
                </c:pt>
                <c:pt idx="5439">
                  <c:v>8.9090000000000003E-3</c:v>
                </c:pt>
                <c:pt idx="5440">
                  <c:v>8.7876000000000013E-3</c:v>
                </c:pt>
                <c:pt idx="5441">
                  <c:v>8.9984000000000001E-3</c:v>
                </c:pt>
                <c:pt idx="5442">
                  <c:v>9.0767999999999995E-3</c:v>
                </c:pt>
                <c:pt idx="5443">
                  <c:v>8.9785000000000004E-3</c:v>
                </c:pt>
                <c:pt idx="5444">
                  <c:v>8.8801000000000001E-3</c:v>
                </c:pt>
                <c:pt idx="5445">
                  <c:v>8.879999999999999E-3</c:v>
                </c:pt>
                <c:pt idx="5446">
                  <c:v>8.9619000000000001E-3</c:v>
                </c:pt>
                <c:pt idx="5447">
                  <c:v>8.9181999999999994E-3</c:v>
                </c:pt>
                <c:pt idx="5448">
                  <c:v>8.9361000000000006E-3</c:v>
                </c:pt>
                <c:pt idx="5449">
                  <c:v>9.0001999999999999E-3</c:v>
                </c:pt>
                <c:pt idx="5450">
                  <c:v>9.2122999999999997E-3</c:v>
                </c:pt>
                <c:pt idx="5451">
                  <c:v>9.386799999999999E-3</c:v>
                </c:pt>
                <c:pt idx="5452">
                  <c:v>9.3424000000000007E-3</c:v>
                </c:pt>
                <c:pt idx="5453">
                  <c:v>1.02551E-2</c:v>
                </c:pt>
                <c:pt idx="5454">
                  <c:v>1.0326E-2</c:v>
                </c:pt>
                <c:pt idx="5455">
                  <c:v>1.02804E-2</c:v>
                </c:pt>
                <c:pt idx="5456">
                  <c:v>1.0089600000000001E-2</c:v>
                </c:pt>
                <c:pt idx="5457">
                  <c:v>9.7613000000000005E-3</c:v>
                </c:pt>
                <c:pt idx="5458">
                  <c:v>9.6873000000000011E-3</c:v>
                </c:pt>
                <c:pt idx="5459">
                  <c:v>9.5415000000000014E-3</c:v>
                </c:pt>
                <c:pt idx="5460">
                  <c:v>9.2034999999999999E-3</c:v>
                </c:pt>
                <c:pt idx="5461">
                  <c:v>8.9108999999999994E-3</c:v>
                </c:pt>
                <c:pt idx="5462">
                  <c:v>9.0397999999999989E-3</c:v>
                </c:pt>
                <c:pt idx="5463">
                  <c:v>9.0846999999999994E-3</c:v>
                </c:pt>
                <c:pt idx="5464">
                  <c:v>9.0049999999999991E-3</c:v>
                </c:pt>
                <c:pt idx="5465">
                  <c:v>8.9461000000000002E-3</c:v>
                </c:pt>
                <c:pt idx="5466">
                  <c:v>8.8485999999999999E-3</c:v>
                </c:pt>
                <c:pt idx="5467">
                  <c:v>8.7353999999999991E-3</c:v>
                </c:pt>
                <c:pt idx="5468">
                  <c:v>8.6934000000000004E-3</c:v>
                </c:pt>
                <c:pt idx="5469">
                  <c:v>8.6899000000000004E-3</c:v>
                </c:pt>
                <c:pt idx="5470">
                  <c:v>8.5415000000000005E-3</c:v>
                </c:pt>
                <c:pt idx="5471">
                  <c:v>8.4260000000000012E-3</c:v>
                </c:pt>
                <c:pt idx="5472">
                  <c:v>8.1621999999999997E-3</c:v>
                </c:pt>
                <c:pt idx="5473">
                  <c:v>8.077599999999999E-3</c:v>
                </c:pt>
                <c:pt idx="5474">
                  <c:v>8.0409999999999995E-3</c:v>
                </c:pt>
                <c:pt idx="5475">
                  <c:v>7.9127999999999993E-3</c:v>
                </c:pt>
                <c:pt idx="5476">
                  <c:v>7.7058999999999999E-3</c:v>
                </c:pt>
                <c:pt idx="5477">
                  <c:v>7.5503000000000002E-3</c:v>
                </c:pt>
                <c:pt idx="5478">
                  <c:v>7.5780000000000005E-3</c:v>
                </c:pt>
                <c:pt idx="5479">
                  <c:v>7.4144999999999992E-3</c:v>
                </c:pt>
                <c:pt idx="5480">
                  <c:v>7.6409000000000008E-3</c:v>
                </c:pt>
                <c:pt idx="5481">
                  <c:v>7.9202999999999999E-3</c:v>
                </c:pt>
                <c:pt idx="5482">
                  <c:v>7.9468000000000004E-3</c:v>
                </c:pt>
                <c:pt idx="5483">
                  <c:v>7.8897999999999989E-3</c:v>
                </c:pt>
                <c:pt idx="5484">
                  <c:v>7.9177000000000015E-3</c:v>
                </c:pt>
                <c:pt idx="5485">
                  <c:v>7.8724999999999993E-3</c:v>
                </c:pt>
                <c:pt idx="5486">
                  <c:v>7.8665999999999996E-3</c:v>
                </c:pt>
                <c:pt idx="5487">
                  <c:v>7.9674999999999989E-3</c:v>
                </c:pt>
                <c:pt idx="5488">
                  <c:v>8.0111999999999996E-3</c:v>
                </c:pt>
                <c:pt idx="5489">
                  <c:v>8.1201999999999993E-3</c:v>
                </c:pt>
                <c:pt idx="5490">
                  <c:v>8.116700000000001E-3</c:v>
                </c:pt>
                <c:pt idx="5491">
                  <c:v>7.9858000000000012E-3</c:v>
                </c:pt>
                <c:pt idx="5492">
                  <c:v>7.9245999999999987E-3</c:v>
                </c:pt>
                <c:pt idx="5493">
                  <c:v>8.0558000000000001E-3</c:v>
                </c:pt>
                <c:pt idx="5494">
                  <c:v>8.1296000000000007E-3</c:v>
                </c:pt>
                <c:pt idx="5495">
                  <c:v>8.1656999999999997E-3</c:v>
                </c:pt>
                <c:pt idx="5496">
                  <c:v>8.2503000000000003E-3</c:v>
                </c:pt>
                <c:pt idx="5497">
                  <c:v>8.3432000000000003E-3</c:v>
                </c:pt>
                <c:pt idx="5498">
                  <c:v>8.3552000000000001E-3</c:v>
                </c:pt>
                <c:pt idx="5499">
                  <c:v>8.3023999999999997E-3</c:v>
                </c:pt>
                <c:pt idx="5500">
                  <c:v>8.6727000000000002E-3</c:v>
                </c:pt>
                <c:pt idx="5501">
                  <c:v>8.6116999999999999E-3</c:v>
                </c:pt>
                <c:pt idx="5502">
                  <c:v>8.7387000000000003E-3</c:v>
                </c:pt>
                <c:pt idx="5503">
                  <c:v>8.8897000000000004E-3</c:v>
                </c:pt>
                <c:pt idx="5504">
                  <c:v>8.9797000000000002E-3</c:v>
                </c:pt>
                <c:pt idx="5505">
                  <c:v>9.0133000000000001E-3</c:v>
                </c:pt>
                <c:pt idx="5506">
                  <c:v>8.9025000000000007E-3</c:v>
                </c:pt>
                <c:pt idx="5507">
                  <c:v>9.0565999999999997E-3</c:v>
                </c:pt>
                <c:pt idx="5508">
                  <c:v>9.2995999999999999E-3</c:v>
                </c:pt>
                <c:pt idx="5509">
                  <c:v>9.2682000000000007E-3</c:v>
                </c:pt>
                <c:pt idx="5510">
                  <c:v>9.0676000000000003E-3</c:v>
                </c:pt>
                <c:pt idx="5511">
                  <c:v>8.8815999999999999E-3</c:v>
                </c:pt>
                <c:pt idx="5512">
                  <c:v>8.9794000000000002E-3</c:v>
                </c:pt>
                <c:pt idx="5513">
                  <c:v>9.1652000000000001E-3</c:v>
                </c:pt>
                <c:pt idx="5514">
                  <c:v>9.2213999999999994E-3</c:v>
                </c:pt>
                <c:pt idx="5515">
                  <c:v>9.2090999999999996E-3</c:v>
                </c:pt>
                <c:pt idx="5516">
                  <c:v>9.3460000000000001E-3</c:v>
                </c:pt>
                <c:pt idx="5517">
                  <c:v>9.2831000000000007E-3</c:v>
                </c:pt>
                <c:pt idx="5518">
                  <c:v>9.0605000000000008E-3</c:v>
                </c:pt>
                <c:pt idx="5519">
                  <c:v>9.1780999999999998E-3</c:v>
                </c:pt>
                <c:pt idx="5520">
                  <c:v>9.2505999999999994E-3</c:v>
                </c:pt>
                <c:pt idx="5521">
                  <c:v>9.2244000000000007E-3</c:v>
                </c:pt>
                <c:pt idx="5522">
                  <c:v>9.1081999999999986E-3</c:v>
                </c:pt>
                <c:pt idx="5523">
                  <c:v>9.3705999999999998E-3</c:v>
                </c:pt>
                <c:pt idx="5524">
                  <c:v>9.6007999999999996E-3</c:v>
                </c:pt>
                <c:pt idx="5525">
                  <c:v>9.4980999999999989E-3</c:v>
                </c:pt>
                <c:pt idx="5526">
                  <c:v>8.9224999999999999E-3</c:v>
                </c:pt>
                <c:pt idx="5527">
                  <c:v>8.8311999999999991E-3</c:v>
                </c:pt>
                <c:pt idx="5528">
                  <c:v>8.7919000000000001E-3</c:v>
                </c:pt>
                <c:pt idx="5529">
                  <c:v>8.7775000000000006E-3</c:v>
                </c:pt>
                <c:pt idx="5530">
                  <c:v>8.5272999999999998E-3</c:v>
                </c:pt>
                <c:pt idx="5531">
                  <c:v>7.9556999999999996E-3</c:v>
                </c:pt>
                <c:pt idx="5532">
                  <c:v>7.6283000000000002E-3</c:v>
                </c:pt>
                <c:pt idx="5533">
                  <c:v>7.4587000000000004E-3</c:v>
                </c:pt>
                <c:pt idx="5534">
                  <c:v>8.1362999999999991E-3</c:v>
                </c:pt>
                <c:pt idx="5535">
                  <c:v>8.0470000000000003E-3</c:v>
                </c:pt>
                <c:pt idx="5536">
                  <c:v>8.3316999999999992E-3</c:v>
                </c:pt>
                <c:pt idx="5537">
                  <c:v>8.1745000000000012E-3</c:v>
                </c:pt>
                <c:pt idx="5538">
                  <c:v>8.0879000000000003E-3</c:v>
                </c:pt>
                <c:pt idx="5539">
                  <c:v>7.9891000000000007E-3</c:v>
                </c:pt>
                <c:pt idx="5540">
                  <c:v>7.6882999999999995E-3</c:v>
                </c:pt>
                <c:pt idx="5541">
                  <c:v>7.5706999999999997E-3</c:v>
                </c:pt>
                <c:pt idx="5542">
                  <c:v>7.7393000000000002E-3</c:v>
                </c:pt>
                <c:pt idx="5543">
                  <c:v>7.8031000000000003E-3</c:v>
                </c:pt>
                <c:pt idx="5544">
                  <c:v>7.5635999999999993E-3</c:v>
                </c:pt>
                <c:pt idx="5545">
                  <c:v>7.9874999999999998E-3</c:v>
                </c:pt>
                <c:pt idx="5546">
                  <c:v>8.5849000000000012E-3</c:v>
                </c:pt>
                <c:pt idx="5547">
                  <c:v>8.9290999999999988E-3</c:v>
                </c:pt>
                <c:pt idx="5548">
                  <c:v>9.3007000000000003E-3</c:v>
                </c:pt>
                <c:pt idx="5549">
                  <c:v>9.5834000000000006E-3</c:v>
                </c:pt>
                <c:pt idx="5550">
                  <c:v>9.7132999999999994E-3</c:v>
                </c:pt>
                <c:pt idx="5551">
                  <c:v>9.6003000000000008E-3</c:v>
                </c:pt>
                <c:pt idx="5552">
                  <c:v>9.8110999999999997E-3</c:v>
                </c:pt>
                <c:pt idx="5553">
                  <c:v>9.8770000000000004E-3</c:v>
                </c:pt>
                <c:pt idx="5554">
                  <c:v>1.0026500000000001E-2</c:v>
                </c:pt>
                <c:pt idx="5555">
                  <c:v>1.00626E-2</c:v>
                </c:pt>
                <c:pt idx="5556">
                  <c:v>9.9959999999999997E-3</c:v>
                </c:pt>
                <c:pt idx="5557">
                  <c:v>1.02667E-2</c:v>
                </c:pt>
                <c:pt idx="5558">
                  <c:v>1.0637600000000001E-2</c:v>
                </c:pt>
                <c:pt idx="5559">
                  <c:v>1.06108E-2</c:v>
                </c:pt>
                <c:pt idx="5560">
                  <c:v>1.07635E-2</c:v>
                </c:pt>
                <c:pt idx="5561">
                  <c:v>1.0732800000000001E-2</c:v>
                </c:pt>
                <c:pt idx="5562">
                  <c:v>1.06097E-2</c:v>
                </c:pt>
                <c:pt idx="5563">
                  <c:v>1.12806E-2</c:v>
                </c:pt>
                <c:pt idx="5564">
                  <c:v>1.17926E-2</c:v>
                </c:pt>
                <c:pt idx="5565">
                  <c:v>1.19507E-2</c:v>
                </c:pt>
                <c:pt idx="5566">
                  <c:v>1.1476099999999999E-2</c:v>
                </c:pt>
                <c:pt idx="5567">
                  <c:v>1.1568800000000001E-2</c:v>
                </c:pt>
                <c:pt idx="5568">
                  <c:v>1.20211E-2</c:v>
                </c:pt>
                <c:pt idx="5569">
                  <c:v>1.26233E-2</c:v>
                </c:pt>
                <c:pt idx="5570">
                  <c:v>1.25729E-2</c:v>
                </c:pt>
                <c:pt idx="5571">
                  <c:v>1.23856E-2</c:v>
                </c:pt>
                <c:pt idx="5572">
                  <c:v>1.24841E-2</c:v>
                </c:pt>
                <c:pt idx="5573">
                  <c:v>1.22486E-2</c:v>
                </c:pt>
                <c:pt idx="5574">
                  <c:v>1.21613E-2</c:v>
                </c:pt>
                <c:pt idx="5575">
                  <c:v>1.1964000000000001E-2</c:v>
                </c:pt>
                <c:pt idx="5576">
                  <c:v>1.2454399999999999E-2</c:v>
                </c:pt>
                <c:pt idx="5577">
                  <c:v>1.26055E-2</c:v>
                </c:pt>
                <c:pt idx="5578">
                  <c:v>1.2604000000000001E-2</c:v>
                </c:pt>
                <c:pt idx="5579">
                  <c:v>1.22738E-2</c:v>
                </c:pt>
                <c:pt idx="5580">
                  <c:v>1.2074700000000001E-2</c:v>
                </c:pt>
                <c:pt idx="5581">
                  <c:v>1.1534600000000001E-2</c:v>
                </c:pt>
                <c:pt idx="5582">
                  <c:v>1.0985E-2</c:v>
                </c:pt>
                <c:pt idx="5583">
                  <c:v>1.06637E-2</c:v>
                </c:pt>
                <c:pt idx="5584">
                  <c:v>1.05405E-2</c:v>
                </c:pt>
                <c:pt idx="5585">
                  <c:v>1.05962E-2</c:v>
                </c:pt>
                <c:pt idx="5586">
                  <c:v>1.0497299999999999E-2</c:v>
                </c:pt>
                <c:pt idx="5587">
                  <c:v>1.0356499999999999E-2</c:v>
                </c:pt>
                <c:pt idx="5588">
                  <c:v>1.0342199999999999E-2</c:v>
                </c:pt>
                <c:pt idx="5589">
                  <c:v>1.00704E-2</c:v>
                </c:pt>
                <c:pt idx="5590">
                  <c:v>9.9736000000000009E-3</c:v>
                </c:pt>
                <c:pt idx="5591">
                  <c:v>1.00462E-2</c:v>
                </c:pt>
                <c:pt idx="5592">
                  <c:v>1.0359500000000001E-2</c:v>
                </c:pt>
                <c:pt idx="5593">
                  <c:v>1.06783E-2</c:v>
                </c:pt>
                <c:pt idx="5594">
                  <c:v>1.1635299999999999E-2</c:v>
                </c:pt>
                <c:pt idx="5595">
                  <c:v>1.2005699999999999E-2</c:v>
                </c:pt>
                <c:pt idx="5596">
                  <c:v>1.14985E-2</c:v>
                </c:pt>
                <c:pt idx="5597">
                  <c:v>1.1906100000000001E-2</c:v>
                </c:pt>
                <c:pt idx="5598">
                  <c:v>1.19493E-2</c:v>
                </c:pt>
                <c:pt idx="5599">
                  <c:v>1.1900900000000001E-2</c:v>
                </c:pt>
                <c:pt idx="5600">
                  <c:v>1.1600600000000001E-2</c:v>
                </c:pt>
                <c:pt idx="5601">
                  <c:v>1.17111E-2</c:v>
                </c:pt>
                <c:pt idx="5602">
                  <c:v>1.19468E-2</c:v>
                </c:pt>
                <c:pt idx="5603">
                  <c:v>1.18514E-2</c:v>
                </c:pt>
                <c:pt idx="5604">
                  <c:v>1.18307E-2</c:v>
                </c:pt>
                <c:pt idx="5605">
                  <c:v>1.2293399999999999E-2</c:v>
                </c:pt>
                <c:pt idx="5606">
                  <c:v>1.2266299999999999E-2</c:v>
                </c:pt>
                <c:pt idx="5607">
                  <c:v>1.22594E-2</c:v>
                </c:pt>
                <c:pt idx="5608">
                  <c:v>1.2391800000000001E-2</c:v>
                </c:pt>
                <c:pt idx="5609">
                  <c:v>1.2391800000000001E-2</c:v>
                </c:pt>
                <c:pt idx="5610">
                  <c:v>1.2780100000000001E-2</c:v>
                </c:pt>
                <c:pt idx="5611">
                  <c:v>1.2910900000000001E-2</c:v>
                </c:pt>
                <c:pt idx="5612">
                  <c:v>1.2583199999999999E-2</c:v>
                </c:pt>
                <c:pt idx="5613">
                  <c:v>1.2606000000000001E-2</c:v>
                </c:pt>
                <c:pt idx="5614">
                  <c:v>1.3066399999999999E-2</c:v>
                </c:pt>
                <c:pt idx="5615">
                  <c:v>1.3941200000000001E-2</c:v>
                </c:pt>
                <c:pt idx="5616">
                  <c:v>1.4798500000000001E-2</c:v>
                </c:pt>
                <c:pt idx="5617">
                  <c:v>1.5603499999999999E-2</c:v>
                </c:pt>
                <c:pt idx="5618">
                  <c:v>1.54804E-2</c:v>
                </c:pt>
                <c:pt idx="5619">
                  <c:v>1.53779E-2</c:v>
                </c:pt>
                <c:pt idx="5620">
                  <c:v>1.4854400000000002E-2</c:v>
                </c:pt>
                <c:pt idx="5621">
                  <c:v>1.4185700000000001E-2</c:v>
                </c:pt>
                <c:pt idx="5622">
                  <c:v>1.4144800000000001E-2</c:v>
                </c:pt>
                <c:pt idx="5623">
                  <c:v>1.4299000000000001E-2</c:v>
                </c:pt>
                <c:pt idx="5624">
                  <c:v>1.4210800000000001E-2</c:v>
                </c:pt>
                <c:pt idx="5625">
                  <c:v>1.46357E-2</c:v>
                </c:pt>
                <c:pt idx="5626">
                  <c:v>1.4044399999999999E-2</c:v>
                </c:pt>
                <c:pt idx="5627">
                  <c:v>1.3465199999999998E-2</c:v>
                </c:pt>
                <c:pt idx="5628">
                  <c:v>1.28778E-2</c:v>
                </c:pt>
                <c:pt idx="5629">
                  <c:v>1.2860300000000002E-2</c:v>
                </c:pt>
                <c:pt idx="5630">
                  <c:v>1.3180099999999998E-2</c:v>
                </c:pt>
                <c:pt idx="5631">
                  <c:v>1.3016E-2</c:v>
                </c:pt>
                <c:pt idx="5632">
                  <c:v>1.26219E-2</c:v>
                </c:pt>
                <c:pt idx="5633">
                  <c:v>1.24495E-2</c:v>
                </c:pt>
                <c:pt idx="5634">
                  <c:v>1.19685E-2</c:v>
                </c:pt>
                <c:pt idx="5635">
                  <c:v>1.20269E-2</c:v>
                </c:pt>
                <c:pt idx="5636">
                  <c:v>1.1083299999999999E-2</c:v>
                </c:pt>
                <c:pt idx="5637">
                  <c:v>1.07738E-2</c:v>
                </c:pt>
                <c:pt idx="5638">
                  <c:v>1.04178E-2</c:v>
                </c:pt>
                <c:pt idx="5639">
                  <c:v>1.0374400000000001E-2</c:v>
                </c:pt>
                <c:pt idx="5640">
                  <c:v>1.09535E-2</c:v>
                </c:pt>
                <c:pt idx="5641">
                  <c:v>1.14664E-2</c:v>
                </c:pt>
                <c:pt idx="5642">
                  <c:v>1.15266E-2</c:v>
                </c:pt>
                <c:pt idx="5643">
                  <c:v>1.2506699999999999E-2</c:v>
                </c:pt>
                <c:pt idx="5644">
                  <c:v>1.28839E-2</c:v>
                </c:pt>
                <c:pt idx="5645">
                  <c:v>1.22953E-2</c:v>
                </c:pt>
                <c:pt idx="5646">
                  <c:v>1.1690900000000001E-2</c:v>
                </c:pt>
                <c:pt idx="5647">
                  <c:v>1.1443500000000001E-2</c:v>
                </c:pt>
                <c:pt idx="5648">
                  <c:v>1.1861700000000001E-2</c:v>
                </c:pt>
                <c:pt idx="5649">
                  <c:v>1.2082899999999999E-2</c:v>
                </c:pt>
                <c:pt idx="5650">
                  <c:v>1.23985E-2</c:v>
                </c:pt>
                <c:pt idx="5651">
                  <c:v>1.2690699999999999E-2</c:v>
                </c:pt>
                <c:pt idx="5652">
                  <c:v>1.26117E-2</c:v>
                </c:pt>
                <c:pt idx="5653">
                  <c:v>1.2134300000000001E-2</c:v>
                </c:pt>
                <c:pt idx="5654">
                  <c:v>1.21298E-2</c:v>
                </c:pt>
                <c:pt idx="5655">
                  <c:v>1.20053E-2</c:v>
                </c:pt>
                <c:pt idx="5656">
                  <c:v>1.16626E-2</c:v>
                </c:pt>
                <c:pt idx="5657">
                  <c:v>1.11532E-2</c:v>
                </c:pt>
                <c:pt idx="5658">
                  <c:v>1.07989E-2</c:v>
                </c:pt>
                <c:pt idx="5659">
                  <c:v>1.0458199999999999E-2</c:v>
                </c:pt>
                <c:pt idx="5660">
                  <c:v>1.1347899999999999E-2</c:v>
                </c:pt>
                <c:pt idx="5661">
                  <c:v>1.17121E-2</c:v>
                </c:pt>
                <c:pt idx="5662">
                  <c:v>1.20953E-2</c:v>
                </c:pt>
                <c:pt idx="5663">
                  <c:v>1.24572E-2</c:v>
                </c:pt>
                <c:pt idx="5664">
                  <c:v>1.2352E-2</c:v>
                </c:pt>
                <c:pt idx="5665">
                  <c:v>1.3736699999999999E-2</c:v>
                </c:pt>
                <c:pt idx="5666">
                  <c:v>1.3885900000000001E-2</c:v>
                </c:pt>
                <c:pt idx="5667">
                  <c:v>1.4223099999999999E-2</c:v>
                </c:pt>
                <c:pt idx="5668">
                  <c:v>1.5075100000000001E-2</c:v>
                </c:pt>
                <c:pt idx="5669">
                  <c:v>1.5800700000000001E-2</c:v>
                </c:pt>
                <c:pt idx="5670">
                  <c:v>1.6571300000000001E-2</c:v>
                </c:pt>
                <c:pt idx="5671">
                  <c:v>1.62541E-2</c:v>
                </c:pt>
                <c:pt idx="5672">
                  <c:v>1.6607199999999999E-2</c:v>
                </c:pt>
                <c:pt idx="5673">
                  <c:v>1.6983099999999998E-2</c:v>
                </c:pt>
                <c:pt idx="5674">
                  <c:v>1.6324100000000001E-2</c:v>
                </c:pt>
                <c:pt idx="5675">
                  <c:v>1.5262299999999999E-2</c:v>
                </c:pt>
                <c:pt idx="5676">
                  <c:v>1.5543399999999999E-2</c:v>
                </c:pt>
                <c:pt idx="5677">
                  <c:v>1.5415100000000001E-2</c:v>
                </c:pt>
                <c:pt idx="5678">
                  <c:v>1.62477E-2</c:v>
                </c:pt>
                <c:pt idx="5679">
                  <c:v>1.6705899999999999E-2</c:v>
                </c:pt>
                <c:pt idx="5680">
                  <c:v>1.65825E-2</c:v>
                </c:pt>
                <c:pt idx="5681">
                  <c:v>1.6850399999999998E-2</c:v>
                </c:pt>
                <c:pt idx="5682">
                  <c:v>1.6924100000000001E-2</c:v>
                </c:pt>
                <c:pt idx="5683">
                  <c:v>1.7564199999999999E-2</c:v>
                </c:pt>
                <c:pt idx="5684">
                  <c:v>1.7329199999999999E-2</c:v>
                </c:pt>
                <c:pt idx="5685">
                  <c:v>1.6850200000000003E-2</c:v>
                </c:pt>
                <c:pt idx="5686">
                  <c:v>1.7109899999999997E-2</c:v>
                </c:pt>
                <c:pt idx="5687">
                  <c:v>1.7336600000000001E-2</c:v>
                </c:pt>
                <c:pt idx="5688">
                  <c:v>1.7038499999999998E-2</c:v>
                </c:pt>
                <c:pt idx="5689">
                  <c:v>1.68431E-2</c:v>
                </c:pt>
                <c:pt idx="5690">
                  <c:v>1.6526900000000001E-2</c:v>
                </c:pt>
                <c:pt idx="5691">
                  <c:v>1.63454E-2</c:v>
                </c:pt>
                <c:pt idx="5692">
                  <c:v>1.5820299999999999E-2</c:v>
                </c:pt>
                <c:pt idx="5693">
                  <c:v>1.52686E-2</c:v>
                </c:pt>
                <c:pt idx="5694">
                  <c:v>1.5447399999999998E-2</c:v>
                </c:pt>
                <c:pt idx="5695">
                  <c:v>1.53321E-2</c:v>
                </c:pt>
                <c:pt idx="5696">
                  <c:v>1.55341E-2</c:v>
                </c:pt>
                <c:pt idx="5697">
                  <c:v>1.5868899999999998E-2</c:v>
                </c:pt>
                <c:pt idx="5698">
                  <c:v>1.5392400000000001E-2</c:v>
                </c:pt>
                <c:pt idx="5699">
                  <c:v>1.4400399999999999E-2</c:v>
                </c:pt>
                <c:pt idx="5700">
                  <c:v>1.3618999999999999E-2</c:v>
                </c:pt>
                <c:pt idx="5701">
                  <c:v>1.38399E-2</c:v>
                </c:pt>
                <c:pt idx="5702">
                  <c:v>1.2531499999999999E-2</c:v>
                </c:pt>
                <c:pt idx="5703">
                  <c:v>1.19493E-2</c:v>
                </c:pt>
                <c:pt idx="5704">
                  <c:v>1.18085E-2</c:v>
                </c:pt>
                <c:pt idx="5705">
                  <c:v>1.16621E-2</c:v>
                </c:pt>
                <c:pt idx="5706">
                  <c:v>1.1902100000000001E-2</c:v>
                </c:pt>
                <c:pt idx="5707">
                  <c:v>1.21011E-2</c:v>
                </c:pt>
                <c:pt idx="5708">
                  <c:v>1.21478E-2</c:v>
                </c:pt>
                <c:pt idx="5709">
                  <c:v>1.21049E-2</c:v>
                </c:pt>
                <c:pt idx="5710">
                  <c:v>1.1756600000000001E-2</c:v>
                </c:pt>
                <c:pt idx="5711">
                  <c:v>1.1424399999999999E-2</c:v>
                </c:pt>
                <c:pt idx="5712">
                  <c:v>1.1326600000000001E-2</c:v>
                </c:pt>
                <c:pt idx="5713">
                  <c:v>1.13574E-2</c:v>
                </c:pt>
                <c:pt idx="5714">
                  <c:v>1.1732599999999999E-2</c:v>
                </c:pt>
                <c:pt idx="5715">
                  <c:v>1.17111E-2</c:v>
                </c:pt>
                <c:pt idx="5716">
                  <c:v>1.1303000000000001E-2</c:v>
                </c:pt>
                <c:pt idx="5717">
                  <c:v>1.09122E-2</c:v>
                </c:pt>
                <c:pt idx="5718">
                  <c:v>1.0843800000000001E-2</c:v>
                </c:pt>
                <c:pt idx="5719">
                  <c:v>1.1076300000000001E-2</c:v>
                </c:pt>
                <c:pt idx="5720">
                  <c:v>1.1384699999999999E-2</c:v>
                </c:pt>
                <c:pt idx="5721">
                  <c:v>1.16875E-2</c:v>
                </c:pt>
                <c:pt idx="5722">
                  <c:v>1.1184399999999999E-2</c:v>
                </c:pt>
                <c:pt idx="5723">
                  <c:v>1.0948600000000001E-2</c:v>
                </c:pt>
                <c:pt idx="5724">
                  <c:v>1.1025100000000001E-2</c:v>
                </c:pt>
                <c:pt idx="5725">
                  <c:v>1.0942E-2</c:v>
                </c:pt>
                <c:pt idx="5726">
                  <c:v>1.13962E-2</c:v>
                </c:pt>
                <c:pt idx="5727">
                  <c:v>1.21282E-2</c:v>
                </c:pt>
                <c:pt idx="5728">
                  <c:v>1.2893399999999999E-2</c:v>
                </c:pt>
                <c:pt idx="5729">
                  <c:v>1.2948699999999999E-2</c:v>
                </c:pt>
                <c:pt idx="5730">
                  <c:v>1.26683E-2</c:v>
                </c:pt>
                <c:pt idx="5731">
                  <c:v>1.2112300000000001E-2</c:v>
                </c:pt>
                <c:pt idx="5732">
                  <c:v>1.22092E-2</c:v>
                </c:pt>
                <c:pt idx="5733">
                  <c:v>1.2293699999999999E-2</c:v>
                </c:pt>
                <c:pt idx="5734">
                  <c:v>1.2205500000000001E-2</c:v>
                </c:pt>
                <c:pt idx="5735">
                  <c:v>1.22078E-2</c:v>
                </c:pt>
                <c:pt idx="5736">
                  <c:v>1.2148000000000001E-2</c:v>
                </c:pt>
                <c:pt idx="5737">
                  <c:v>1.2079300000000001E-2</c:v>
                </c:pt>
                <c:pt idx="5738">
                  <c:v>1.2058599999999999E-2</c:v>
                </c:pt>
                <c:pt idx="5739">
                  <c:v>1.20587E-2</c:v>
                </c:pt>
                <c:pt idx="5740">
                  <c:v>1.18914E-2</c:v>
                </c:pt>
                <c:pt idx="5741">
                  <c:v>1.17579E-2</c:v>
                </c:pt>
                <c:pt idx="5742">
                  <c:v>1.20506E-2</c:v>
                </c:pt>
                <c:pt idx="5743">
                  <c:v>1.19189E-2</c:v>
                </c:pt>
                <c:pt idx="5744">
                  <c:v>1.16691E-2</c:v>
                </c:pt>
                <c:pt idx="5745">
                  <c:v>1.1883700000000001E-2</c:v>
                </c:pt>
                <c:pt idx="5746">
                  <c:v>1.18339E-2</c:v>
                </c:pt>
                <c:pt idx="5747">
                  <c:v>1.17103E-2</c:v>
                </c:pt>
                <c:pt idx="5748">
                  <c:v>1.16662E-2</c:v>
                </c:pt>
                <c:pt idx="5749">
                  <c:v>1.17086E-2</c:v>
                </c:pt>
                <c:pt idx="5750">
                  <c:v>1.2029999999999999E-2</c:v>
                </c:pt>
                <c:pt idx="5751">
                  <c:v>1.2248200000000001E-2</c:v>
                </c:pt>
                <c:pt idx="5752">
                  <c:v>1.2686299999999999E-2</c:v>
                </c:pt>
                <c:pt idx="5753">
                  <c:v>1.25624E-2</c:v>
                </c:pt>
                <c:pt idx="5754">
                  <c:v>1.2385200000000001E-2</c:v>
                </c:pt>
                <c:pt idx="5755">
                  <c:v>1.21733E-2</c:v>
                </c:pt>
                <c:pt idx="5756">
                  <c:v>1.2149999999999999E-2</c:v>
                </c:pt>
                <c:pt idx="5757">
                  <c:v>1.20351E-2</c:v>
                </c:pt>
                <c:pt idx="5758">
                  <c:v>1.1726500000000001E-2</c:v>
                </c:pt>
                <c:pt idx="5759">
                  <c:v>1.19116E-2</c:v>
                </c:pt>
                <c:pt idx="5760">
                  <c:v>1.1791299999999999E-2</c:v>
                </c:pt>
                <c:pt idx="5761">
                  <c:v>1.1432299999999999E-2</c:v>
                </c:pt>
                <c:pt idx="5762">
                  <c:v>1.10262E-2</c:v>
                </c:pt>
                <c:pt idx="5763">
                  <c:v>1.12497E-2</c:v>
                </c:pt>
                <c:pt idx="5764">
                  <c:v>1.16153E-2</c:v>
                </c:pt>
                <c:pt idx="5765">
                  <c:v>1.14587E-2</c:v>
                </c:pt>
                <c:pt idx="5766">
                  <c:v>1.16065E-2</c:v>
                </c:pt>
                <c:pt idx="5767">
                  <c:v>1.1863E-2</c:v>
                </c:pt>
                <c:pt idx="5768">
                  <c:v>1.1913099999999999E-2</c:v>
                </c:pt>
                <c:pt idx="5769">
                  <c:v>1.18131E-2</c:v>
                </c:pt>
                <c:pt idx="5770">
                  <c:v>1.13651E-2</c:v>
                </c:pt>
                <c:pt idx="5771">
                  <c:v>1.11687E-2</c:v>
                </c:pt>
                <c:pt idx="5772">
                  <c:v>1.0987800000000001E-2</c:v>
                </c:pt>
                <c:pt idx="5773">
                  <c:v>1.11672E-2</c:v>
                </c:pt>
                <c:pt idx="5774">
                  <c:v>1.1102599999999999E-2</c:v>
                </c:pt>
                <c:pt idx="5775">
                  <c:v>1.1516500000000001E-2</c:v>
                </c:pt>
                <c:pt idx="5776">
                  <c:v>1.12718E-2</c:v>
                </c:pt>
                <c:pt idx="5777">
                  <c:v>1.0865099999999999E-2</c:v>
                </c:pt>
                <c:pt idx="5778">
                  <c:v>1.0978400000000001E-2</c:v>
                </c:pt>
                <c:pt idx="5779">
                  <c:v>1.09953E-2</c:v>
                </c:pt>
                <c:pt idx="5780">
                  <c:v>1.09601E-2</c:v>
                </c:pt>
                <c:pt idx="5781">
                  <c:v>1.0827E-2</c:v>
                </c:pt>
                <c:pt idx="5782">
                  <c:v>1.0761700000000001E-2</c:v>
                </c:pt>
                <c:pt idx="5783">
                  <c:v>1.0250499999999999E-2</c:v>
                </c:pt>
                <c:pt idx="5784">
                  <c:v>9.9223000000000002E-3</c:v>
                </c:pt>
                <c:pt idx="5785">
                  <c:v>1.025E-2</c:v>
                </c:pt>
                <c:pt idx="5786">
                  <c:v>1.0315000000000001E-2</c:v>
                </c:pt>
                <c:pt idx="5787">
                  <c:v>1.0301300000000001E-2</c:v>
                </c:pt>
                <c:pt idx="5788">
                  <c:v>1.0537399999999999E-2</c:v>
                </c:pt>
                <c:pt idx="5789">
                  <c:v>1.13144E-2</c:v>
                </c:pt>
                <c:pt idx="5790">
                  <c:v>1.1342400000000001E-2</c:v>
                </c:pt>
                <c:pt idx="5791">
                  <c:v>1.1890900000000001E-2</c:v>
                </c:pt>
                <c:pt idx="5792">
                  <c:v>1.1612600000000001E-2</c:v>
                </c:pt>
                <c:pt idx="5793">
                  <c:v>1.2016800000000001E-2</c:v>
                </c:pt>
                <c:pt idx="5794">
                  <c:v>1.3171199999999999E-2</c:v>
                </c:pt>
                <c:pt idx="5795">
                  <c:v>1.26006E-2</c:v>
                </c:pt>
                <c:pt idx="5796">
                  <c:v>1.25118E-2</c:v>
                </c:pt>
                <c:pt idx="5797">
                  <c:v>1.2763200000000001E-2</c:v>
                </c:pt>
                <c:pt idx="5798">
                  <c:v>1.26093E-2</c:v>
                </c:pt>
                <c:pt idx="5799">
                  <c:v>1.2161100000000001E-2</c:v>
                </c:pt>
                <c:pt idx="5800">
                  <c:v>1.2036400000000001E-2</c:v>
                </c:pt>
                <c:pt idx="5801">
                  <c:v>1.1587800000000001E-2</c:v>
                </c:pt>
                <c:pt idx="5802">
                  <c:v>1.1180299999999999E-2</c:v>
                </c:pt>
                <c:pt idx="5803">
                  <c:v>1.08652E-2</c:v>
                </c:pt>
                <c:pt idx="5804">
                  <c:v>1.04206E-2</c:v>
                </c:pt>
                <c:pt idx="5805">
                  <c:v>1.05979E-2</c:v>
                </c:pt>
                <c:pt idx="5806">
                  <c:v>1.0996200000000001E-2</c:v>
                </c:pt>
                <c:pt idx="5807">
                  <c:v>1.1067799999999999E-2</c:v>
                </c:pt>
                <c:pt idx="5808">
                  <c:v>1.11237E-2</c:v>
                </c:pt>
                <c:pt idx="5809">
                  <c:v>1.11124E-2</c:v>
                </c:pt>
                <c:pt idx="5810">
                  <c:v>1.08574E-2</c:v>
                </c:pt>
                <c:pt idx="5811">
                  <c:v>1.06009E-2</c:v>
                </c:pt>
                <c:pt idx="5812">
                  <c:v>1.0348E-2</c:v>
                </c:pt>
                <c:pt idx="5813">
                  <c:v>1.03261E-2</c:v>
                </c:pt>
                <c:pt idx="5814">
                  <c:v>1.0331699999999999E-2</c:v>
                </c:pt>
                <c:pt idx="5815">
                  <c:v>1.0329300000000001E-2</c:v>
                </c:pt>
                <c:pt idx="5816">
                  <c:v>1.0361199999999999E-2</c:v>
                </c:pt>
                <c:pt idx="5817">
                  <c:v>1.04794E-2</c:v>
                </c:pt>
                <c:pt idx="5818">
                  <c:v>1.04995E-2</c:v>
                </c:pt>
                <c:pt idx="5819">
                  <c:v>1.04256E-2</c:v>
                </c:pt>
                <c:pt idx="5820">
                  <c:v>1.0493000000000001E-2</c:v>
                </c:pt>
                <c:pt idx="5821">
                  <c:v>1.0563100000000001E-2</c:v>
                </c:pt>
                <c:pt idx="5822">
                  <c:v>1.04171E-2</c:v>
                </c:pt>
                <c:pt idx="5823">
                  <c:v>1.01802E-2</c:v>
                </c:pt>
                <c:pt idx="5824">
                  <c:v>9.6534999999999989E-3</c:v>
                </c:pt>
                <c:pt idx="5825">
                  <c:v>9.7126999999999995E-3</c:v>
                </c:pt>
                <c:pt idx="5826">
                  <c:v>9.9578999999999987E-3</c:v>
                </c:pt>
                <c:pt idx="5827">
                  <c:v>1.0315699999999999E-2</c:v>
                </c:pt>
                <c:pt idx="5828">
                  <c:v>1.0174500000000001E-2</c:v>
                </c:pt>
                <c:pt idx="5829">
                  <c:v>1.0228600000000001E-2</c:v>
                </c:pt>
                <c:pt idx="5830">
                  <c:v>1.0320900000000001E-2</c:v>
                </c:pt>
                <c:pt idx="5831">
                  <c:v>1.02194E-2</c:v>
                </c:pt>
                <c:pt idx="5832">
                  <c:v>1.0195699999999999E-2</c:v>
                </c:pt>
                <c:pt idx="5833">
                  <c:v>1.01022E-2</c:v>
                </c:pt>
                <c:pt idx="5834">
                  <c:v>1.01479E-2</c:v>
                </c:pt>
                <c:pt idx="5835">
                  <c:v>1.0152599999999999E-2</c:v>
                </c:pt>
                <c:pt idx="5836">
                  <c:v>9.7090000000000006E-3</c:v>
                </c:pt>
                <c:pt idx="5837">
                  <c:v>9.344400000000001E-3</c:v>
                </c:pt>
                <c:pt idx="5838">
                  <c:v>9.357299999999999E-3</c:v>
                </c:pt>
                <c:pt idx="5839">
                  <c:v>9.3997000000000004E-3</c:v>
                </c:pt>
                <c:pt idx="5840">
                  <c:v>9.4420000000000007E-3</c:v>
                </c:pt>
                <c:pt idx="5841">
                  <c:v>9.6105999999999987E-3</c:v>
                </c:pt>
                <c:pt idx="5842">
                  <c:v>9.6062000000000005E-3</c:v>
                </c:pt>
                <c:pt idx="5843">
                  <c:v>9.3787000000000002E-3</c:v>
                </c:pt>
                <c:pt idx="5844">
                  <c:v>9.3284000000000006E-3</c:v>
                </c:pt>
                <c:pt idx="5845">
                  <c:v>9.3989E-3</c:v>
                </c:pt>
                <c:pt idx="5846">
                  <c:v>9.5157999999999996E-3</c:v>
                </c:pt>
                <c:pt idx="5847">
                  <c:v>9.3754000000000007E-3</c:v>
                </c:pt>
                <c:pt idx="5848">
                  <c:v>9.1021000000000001E-3</c:v>
                </c:pt>
                <c:pt idx="5849">
                  <c:v>8.9685000000000008E-3</c:v>
                </c:pt>
                <c:pt idx="5850">
                  <c:v>8.9325999999999989E-3</c:v>
                </c:pt>
                <c:pt idx="5851">
                  <c:v>8.8263000000000005E-3</c:v>
                </c:pt>
                <c:pt idx="5852">
                  <c:v>8.7495999999999997E-3</c:v>
                </c:pt>
                <c:pt idx="5853">
                  <c:v>8.6278999999999991E-3</c:v>
                </c:pt>
                <c:pt idx="5854">
                  <c:v>8.5171999999999991E-3</c:v>
                </c:pt>
                <c:pt idx="5855">
                  <c:v>8.2793999999999993E-3</c:v>
                </c:pt>
                <c:pt idx="5856">
                  <c:v>8.3032999999999996E-3</c:v>
                </c:pt>
                <c:pt idx="5857">
                  <c:v>8.2795000000000004E-3</c:v>
                </c:pt>
                <c:pt idx="5858">
                  <c:v>8.1989000000000003E-3</c:v>
                </c:pt>
                <c:pt idx="5859">
                  <c:v>8.1554000000000001E-3</c:v>
                </c:pt>
                <c:pt idx="5860">
                  <c:v>8.1376999999999994E-3</c:v>
                </c:pt>
                <c:pt idx="5861">
                  <c:v>8.0423999999999999E-3</c:v>
                </c:pt>
                <c:pt idx="5862">
                  <c:v>7.9413000000000001E-3</c:v>
                </c:pt>
                <c:pt idx="5863">
                  <c:v>7.9162999999999994E-3</c:v>
                </c:pt>
                <c:pt idx="5864">
                  <c:v>7.9769000000000003E-3</c:v>
                </c:pt>
                <c:pt idx="5865">
                  <c:v>7.939100000000001E-3</c:v>
                </c:pt>
                <c:pt idx="5866">
                  <c:v>7.8331000000000008E-3</c:v>
                </c:pt>
                <c:pt idx="5867">
                  <c:v>7.8599999999999989E-3</c:v>
                </c:pt>
                <c:pt idx="5868">
                  <c:v>7.6745999999999993E-3</c:v>
                </c:pt>
                <c:pt idx="5869">
                  <c:v>7.6633999999999999E-3</c:v>
                </c:pt>
                <c:pt idx="5870">
                  <c:v>7.6641999999999995E-3</c:v>
                </c:pt>
                <c:pt idx="5871">
                  <c:v>7.6666E-3</c:v>
                </c:pt>
                <c:pt idx="5872">
                  <c:v>7.8126999999999988E-3</c:v>
                </c:pt>
                <c:pt idx="5873">
                  <c:v>7.8370000000000002E-3</c:v>
                </c:pt>
                <c:pt idx="5874">
                  <c:v>7.9376000000000013E-3</c:v>
                </c:pt>
                <c:pt idx="5875">
                  <c:v>7.8875000000000004E-3</c:v>
                </c:pt>
                <c:pt idx="5876">
                  <c:v>7.7251000000000004E-3</c:v>
                </c:pt>
                <c:pt idx="5877">
                  <c:v>7.5043000000000002E-3</c:v>
                </c:pt>
                <c:pt idx="5878">
                  <c:v>7.5123999999999998E-3</c:v>
                </c:pt>
                <c:pt idx="5879">
                  <c:v>7.6623999999999998E-3</c:v>
                </c:pt>
                <c:pt idx="5880">
                  <c:v>7.7037000000000008E-3</c:v>
                </c:pt>
                <c:pt idx="5881">
                  <c:v>8.0272E-3</c:v>
                </c:pt>
                <c:pt idx="5882">
                  <c:v>8.3003E-3</c:v>
                </c:pt>
                <c:pt idx="5883">
                  <c:v>8.2465000000000004E-3</c:v>
                </c:pt>
                <c:pt idx="5884">
                  <c:v>8.1614000000000009E-3</c:v>
                </c:pt>
                <c:pt idx="5885">
                  <c:v>7.9331999999999996E-3</c:v>
                </c:pt>
                <c:pt idx="5886">
                  <c:v>7.8055000000000008E-3</c:v>
                </c:pt>
                <c:pt idx="5887">
                  <c:v>7.6062999999999999E-3</c:v>
                </c:pt>
                <c:pt idx="5888">
                  <c:v>7.3590000000000001E-3</c:v>
                </c:pt>
                <c:pt idx="5889">
                  <c:v>7.2144000000000002E-3</c:v>
                </c:pt>
                <c:pt idx="5890">
                  <c:v>7.2480999999999995E-3</c:v>
                </c:pt>
                <c:pt idx="5891">
                  <c:v>7.4957999999999995E-3</c:v>
                </c:pt>
                <c:pt idx="5892">
                  <c:v>7.5434999999999999E-3</c:v>
                </c:pt>
                <c:pt idx="5893">
                  <c:v>7.4758999999999997E-3</c:v>
                </c:pt>
                <c:pt idx="5894">
                  <c:v>7.3897999999999993E-3</c:v>
                </c:pt>
                <c:pt idx="5895">
                  <c:v>7.3947999999999991E-3</c:v>
                </c:pt>
                <c:pt idx="5896">
                  <c:v>7.4586000000000001E-3</c:v>
                </c:pt>
                <c:pt idx="5897">
                  <c:v>7.3523E-3</c:v>
                </c:pt>
                <c:pt idx="5898">
                  <c:v>7.2734999999999996E-3</c:v>
                </c:pt>
                <c:pt idx="5899">
                  <c:v>7.509E-3</c:v>
                </c:pt>
                <c:pt idx="5900">
                  <c:v>7.9851000000000002E-3</c:v>
                </c:pt>
                <c:pt idx="5901">
                  <c:v>8.1602000000000011E-3</c:v>
                </c:pt>
                <c:pt idx="5902">
                  <c:v>8.2778000000000001E-3</c:v>
                </c:pt>
                <c:pt idx="5903">
                  <c:v>8.4337000000000006E-3</c:v>
                </c:pt>
                <c:pt idx="5904">
                  <c:v>8.5480999999999994E-3</c:v>
                </c:pt>
                <c:pt idx="5905">
                  <c:v>8.4437999999999996E-3</c:v>
                </c:pt>
                <c:pt idx="5906">
                  <c:v>8.0271000000000006E-3</c:v>
                </c:pt>
                <c:pt idx="5907">
                  <c:v>8.0400000000000003E-3</c:v>
                </c:pt>
                <c:pt idx="5908">
                  <c:v>7.8984999999999993E-3</c:v>
                </c:pt>
                <c:pt idx="5909">
                  <c:v>7.6260000000000008E-3</c:v>
                </c:pt>
                <c:pt idx="5910">
                  <c:v>7.4082999999999996E-3</c:v>
                </c:pt>
                <c:pt idx="5911">
                  <c:v>7.2287999999999996E-3</c:v>
                </c:pt>
                <c:pt idx="5912">
                  <c:v>7.2971999999999993E-3</c:v>
                </c:pt>
                <c:pt idx="5913">
                  <c:v>7.1828000000000005E-3</c:v>
                </c:pt>
                <c:pt idx="5914">
                  <c:v>7.0028000000000009E-3</c:v>
                </c:pt>
                <c:pt idx="5915">
                  <c:v>7.1663999999999999E-3</c:v>
                </c:pt>
                <c:pt idx="5916">
                  <c:v>7.2953999999999996E-3</c:v>
                </c:pt>
                <c:pt idx="5917">
                  <c:v>7.3061000000000011E-3</c:v>
                </c:pt>
                <c:pt idx="5918">
                  <c:v>7.2813000000000001E-3</c:v>
                </c:pt>
                <c:pt idx="5919">
                  <c:v>7.3084000000000005E-3</c:v>
                </c:pt>
                <c:pt idx="5920">
                  <c:v>7.3894000000000008E-3</c:v>
                </c:pt>
                <c:pt idx="5921">
                  <c:v>7.3438000000000002E-3</c:v>
                </c:pt>
                <c:pt idx="5922">
                  <c:v>7.0908000000000004E-3</c:v>
                </c:pt>
                <c:pt idx="5923">
                  <c:v>7.1178999999999999E-3</c:v>
                </c:pt>
                <c:pt idx="5924">
                  <c:v>7.1918999999999993E-3</c:v>
                </c:pt>
                <c:pt idx="5925">
                  <c:v>7.1004000000000006E-3</c:v>
                </c:pt>
                <c:pt idx="5926">
                  <c:v>7.9851000000000002E-3</c:v>
                </c:pt>
                <c:pt idx="5927">
                  <c:v>8.2748000000000006E-3</c:v>
                </c:pt>
                <c:pt idx="5928">
                  <c:v>8.1773000000000002E-3</c:v>
                </c:pt>
                <c:pt idx="5929">
                  <c:v>8.2421000000000005E-3</c:v>
                </c:pt>
                <c:pt idx="5930">
                  <c:v>8.3144000000000013E-3</c:v>
                </c:pt>
                <c:pt idx="5931">
                  <c:v>8.6131999999999997E-3</c:v>
                </c:pt>
                <c:pt idx="5932">
                  <c:v>8.5713999999999999E-3</c:v>
                </c:pt>
                <c:pt idx="5933">
                  <c:v>8.6149E-3</c:v>
                </c:pt>
                <c:pt idx="5934">
                  <c:v>8.9051000000000009E-3</c:v>
                </c:pt>
                <c:pt idx="5935">
                  <c:v>9.5215999999999999E-3</c:v>
                </c:pt>
                <c:pt idx="5936">
                  <c:v>9.6141000000000004E-3</c:v>
                </c:pt>
                <c:pt idx="5937">
                  <c:v>9.6854000000000003E-3</c:v>
                </c:pt>
                <c:pt idx="5938">
                  <c:v>9.5875000000000005E-3</c:v>
                </c:pt>
                <c:pt idx="5939">
                  <c:v>9.5322999999999988E-3</c:v>
                </c:pt>
                <c:pt idx="5940">
                  <c:v>9.137000000000001E-3</c:v>
                </c:pt>
                <c:pt idx="5941">
                  <c:v>8.9361000000000006E-3</c:v>
                </c:pt>
                <c:pt idx="5942">
                  <c:v>9.2175999999999994E-3</c:v>
                </c:pt>
                <c:pt idx="5943">
                  <c:v>9.5370999999999997E-3</c:v>
                </c:pt>
                <c:pt idx="5944">
                  <c:v>9.4400999999999999E-3</c:v>
                </c:pt>
                <c:pt idx="5945">
                  <c:v>9.5054000000000007E-3</c:v>
                </c:pt>
                <c:pt idx="5946">
                  <c:v>9.7700999999999986E-3</c:v>
                </c:pt>
                <c:pt idx="5947">
                  <c:v>1.0081999999999999E-2</c:v>
                </c:pt>
                <c:pt idx="5948">
                  <c:v>1.0243E-2</c:v>
                </c:pt>
                <c:pt idx="5949">
                  <c:v>1.01011E-2</c:v>
                </c:pt>
                <c:pt idx="5950">
                  <c:v>9.9357999999999998E-3</c:v>
                </c:pt>
                <c:pt idx="5951">
                  <c:v>9.9871999999999999E-3</c:v>
                </c:pt>
                <c:pt idx="5952">
                  <c:v>1.03249E-2</c:v>
                </c:pt>
                <c:pt idx="5953">
                  <c:v>1.03745E-2</c:v>
                </c:pt>
                <c:pt idx="5954">
                  <c:v>1.0260399999999999E-2</c:v>
                </c:pt>
                <c:pt idx="5955">
                  <c:v>1.00386E-2</c:v>
                </c:pt>
                <c:pt idx="5956">
                  <c:v>9.6287000000000005E-3</c:v>
                </c:pt>
                <c:pt idx="5957">
                  <c:v>8.9551000000000006E-3</c:v>
                </c:pt>
                <c:pt idx="5958">
                  <c:v>8.3447999999999994E-3</c:v>
                </c:pt>
                <c:pt idx="5959">
                  <c:v>8.4633999999999994E-3</c:v>
                </c:pt>
                <c:pt idx="5960">
                  <c:v>8.5296E-3</c:v>
                </c:pt>
                <c:pt idx="5961">
                  <c:v>8.4561000000000011E-3</c:v>
                </c:pt>
                <c:pt idx="5962">
                  <c:v>8.6222E-3</c:v>
                </c:pt>
                <c:pt idx="5963">
                  <c:v>8.5147999999999995E-3</c:v>
                </c:pt>
                <c:pt idx="5964">
                  <c:v>8.4787000000000005E-3</c:v>
                </c:pt>
                <c:pt idx="5965">
                  <c:v>8.1866000000000005E-3</c:v>
                </c:pt>
                <c:pt idx="5966">
                  <c:v>8.0111999999999996E-3</c:v>
                </c:pt>
                <c:pt idx="5967">
                  <c:v>7.9102000000000009E-3</c:v>
                </c:pt>
                <c:pt idx="5968">
                  <c:v>7.8757000000000011E-3</c:v>
                </c:pt>
                <c:pt idx="5969">
                  <c:v>7.7073999999999997E-3</c:v>
                </c:pt>
                <c:pt idx="5970">
                  <c:v>7.6382000000000004E-3</c:v>
                </c:pt>
                <c:pt idx="5971">
                  <c:v>7.741500000000001E-3</c:v>
                </c:pt>
                <c:pt idx="5972">
                  <c:v>7.7376000000000007E-3</c:v>
                </c:pt>
                <c:pt idx="5973">
                  <c:v>7.5992999999999998E-3</c:v>
                </c:pt>
                <c:pt idx="5974">
                  <c:v>7.5998000000000003E-3</c:v>
                </c:pt>
                <c:pt idx="5975">
                  <c:v>7.5347999999999995E-3</c:v>
                </c:pt>
                <c:pt idx="5976">
                  <c:v>7.3081999999999991E-3</c:v>
                </c:pt>
                <c:pt idx="5977">
                  <c:v>7.3344999999999999E-3</c:v>
                </c:pt>
                <c:pt idx="5978">
                  <c:v>7.3433999999999999E-3</c:v>
                </c:pt>
                <c:pt idx="5979">
                  <c:v>7.1334000000000007E-3</c:v>
                </c:pt>
                <c:pt idx="5980">
                  <c:v>7.2025000000000006E-3</c:v>
                </c:pt>
                <c:pt idx="5981">
                  <c:v>7.4514999999999998E-3</c:v>
                </c:pt>
                <c:pt idx="5982">
                  <c:v>7.6242999999999997E-3</c:v>
                </c:pt>
                <c:pt idx="5983">
                  <c:v>7.6277000000000003E-3</c:v>
                </c:pt>
                <c:pt idx="5984">
                  <c:v>7.5829999999999995E-3</c:v>
                </c:pt>
                <c:pt idx="5985">
                  <c:v>7.62E-3</c:v>
                </c:pt>
                <c:pt idx="5986">
                  <c:v>7.3650999999999994E-3</c:v>
                </c:pt>
                <c:pt idx="5987">
                  <c:v>7.056999999999999E-3</c:v>
                </c:pt>
                <c:pt idx="5988">
                  <c:v>7.1306E-3</c:v>
                </c:pt>
                <c:pt idx="5989">
                  <c:v>7.2912000000000003E-3</c:v>
                </c:pt>
                <c:pt idx="5990">
                  <c:v>7.3112999999999997E-3</c:v>
                </c:pt>
                <c:pt idx="5991">
                  <c:v>7.3028000000000008E-3</c:v>
                </c:pt>
                <c:pt idx="5992">
                  <c:v>7.1471999999999994E-3</c:v>
                </c:pt>
                <c:pt idx="5993">
                  <c:v>7.0768000000000003E-3</c:v>
                </c:pt>
                <c:pt idx="5994">
                  <c:v>7.0460999999999996E-3</c:v>
                </c:pt>
                <c:pt idx="5995">
                  <c:v>7.1073999999999998E-3</c:v>
                </c:pt>
                <c:pt idx="5996">
                  <c:v>7.0992999999999994E-3</c:v>
                </c:pt>
                <c:pt idx="5997">
                  <c:v>7.0087000000000005E-3</c:v>
                </c:pt>
                <c:pt idx="5998">
                  <c:v>6.9793000000000008E-3</c:v>
                </c:pt>
                <c:pt idx="5999">
                  <c:v>7.0052000000000005E-3</c:v>
                </c:pt>
                <c:pt idx="6000">
                  <c:v>7.3990999999999996E-3</c:v>
                </c:pt>
                <c:pt idx="6001">
                  <c:v>7.6495999999999995E-3</c:v>
                </c:pt>
                <c:pt idx="6002">
                  <c:v>7.7837000000000002E-3</c:v>
                </c:pt>
                <c:pt idx="6003">
                  <c:v>7.8236E-3</c:v>
                </c:pt>
                <c:pt idx="6004">
                  <c:v>7.726900000000001E-3</c:v>
                </c:pt>
                <c:pt idx="6005">
                  <c:v>7.6011999999999998E-3</c:v>
                </c:pt>
                <c:pt idx="6006">
                  <c:v>7.3964E-3</c:v>
                </c:pt>
                <c:pt idx="6007">
                  <c:v>7.2177000000000005E-3</c:v>
                </c:pt>
                <c:pt idx="6008">
                  <c:v>7.1123999999999996E-3</c:v>
                </c:pt>
                <c:pt idx="6009">
                  <c:v>7.0617999999999992E-3</c:v>
                </c:pt>
                <c:pt idx="6010">
                  <c:v>7.0423000000000005E-3</c:v>
                </c:pt>
                <c:pt idx="6011">
                  <c:v>7.1054000000000004E-3</c:v>
                </c:pt>
                <c:pt idx="6012">
                  <c:v>7.0415000000000009E-3</c:v>
                </c:pt>
                <c:pt idx="6013">
                  <c:v>7.016800000000001E-3</c:v>
                </c:pt>
                <c:pt idx="6014">
                  <c:v>7.0155E-3</c:v>
                </c:pt>
                <c:pt idx="6015">
                  <c:v>7.1346000000000005E-3</c:v>
                </c:pt>
                <c:pt idx="6016">
                  <c:v>7.1858999999999994E-3</c:v>
                </c:pt>
                <c:pt idx="6017">
                  <c:v>7.0620000000000006E-3</c:v>
                </c:pt>
                <c:pt idx="6018">
                  <c:v>6.9269000000000006E-3</c:v>
                </c:pt>
                <c:pt idx="6019">
                  <c:v>6.8709000000000001E-3</c:v>
                </c:pt>
                <c:pt idx="6020">
                  <c:v>6.7403999999999997E-3</c:v>
                </c:pt>
                <c:pt idx="6021">
                  <c:v>6.9343999999999994E-3</c:v>
                </c:pt>
                <c:pt idx="6022">
                  <c:v>6.8212000000000004E-3</c:v>
                </c:pt>
                <c:pt idx="6023">
                  <c:v>6.7301000000000001E-3</c:v>
                </c:pt>
                <c:pt idx="6024">
                  <c:v>6.7742000000000002E-3</c:v>
                </c:pt>
                <c:pt idx="6025">
                  <c:v>6.8640000000000003E-3</c:v>
                </c:pt>
                <c:pt idx="6026">
                  <c:v>6.7885000000000003E-3</c:v>
                </c:pt>
                <c:pt idx="6027">
                  <c:v>6.8721000000000008E-3</c:v>
                </c:pt>
                <c:pt idx="6028">
                  <c:v>6.9379999999999997E-3</c:v>
                </c:pt>
                <c:pt idx="6029">
                  <c:v>6.970399999999999E-3</c:v>
                </c:pt>
                <c:pt idx="6030">
                  <c:v>7.0289000000000003E-3</c:v>
                </c:pt>
                <c:pt idx="6031">
                  <c:v>6.9882999999999994E-3</c:v>
                </c:pt>
                <c:pt idx="6032">
                  <c:v>6.8208000000000001E-3</c:v>
                </c:pt>
                <c:pt idx="6033">
                  <c:v>6.7691999999999995E-3</c:v>
                </c:pt>
                <c:pt idx="6034">
                  <c:v>6.7543999999999998E-3</c:v>
                </c:pt>
                <c:pt idx="6035">
                  <c:v>6.9837999999999992E-3</c:v>
                </c:pt>
                <c:pt idx="6036">
                  <c:v>6.8947999999999995E-3</c:v>
                </c:pt>
                <c:pt idx="6037">
                  <c:v>6.5678999999999998E-3</c:v>
                </c:pt>
                <c:pt idx="6038">
                  <c:v>6.2515999999999995E-3</c:v>
                </c:pt>
                <c:pt idx="6039">
                  <c:v>6.2112000000000001E-3</c:v>
                </c:pt>
                <c:pt idx="6040">
                  <c:v>6.3726999999999994E-3</c:v>
                </c:pt>
                <c:pt idx="6041">
                  <c:v>6.3776000000000006E-3</c:v>
                </c:pt>
                <c:pt idx="6042">
                  <c:v>6.169E-3</c:v>
                </c:pt>
                <c:pt idx="6043">
                  <c:v>6.0064000000000003E-3</c:v>
                </c:pt>
                <c:pt idx="6044">
                  <c:v>5.9664999999999996E-3</c:v>
                </c:pt>
                <c:pt idx="6045">
                  <c:v>6.1552999999999998E-3</c:v>
                </c:pt>
                <c:pt idx="6046">
                  <c:v>6.2304000000000005E-3</c:v>
                </c:pt>
                <c:pt idx="6047">
                  <c:v>6.3039000000000003E-3</c:v>
                </c:pt>
                <c:pt idx="6048">
                  <c:v>6.3341999999999999E-3</c:v>
                </c:pt>
                <c:pt idx="6049">
                  <c:v>6.2613E-3</c:v>
                </c:pt>
                <c:pt idx="6050">
                  <c:v>6.0584000000000002E-3</c:v>
                </c:pt>
                <c:pt idx="6051">
                  <c:v>5.9310999999999999E-3</c:v>
                </c:pt>
                <c:pt idx="6052">
                  <c:v>5.9947000000000004E-3</c:v>
                </c:pt>
                <c:pt idx="6053">
                  <c:v>6.2309000000000002E-3</c:v>
                </c:pt>
                <c:pt idx="6054">
                  <c:v>6.1752000000000005E-3</c:v>
                </c:pt>
                <c:pt idx="6055">
                  <c:v>6.1473999999999999E-3</c:v>
                </c:pt>
                <c:pt idx="6056">
                  <c:v>6.6366000000000003E-3</c:v>
                </c:pt>
                <c:pt idx="6057">
                  <c:v>6.3119999999999999E-3</c:v>
                </c:pt>
                <c:pt idx="6058">
                  <c:v>6.4275999999999995E-3</c:v>
                </c:pt>
                <c:pt idx="6059">
                  <c:v>6.4821000000000002E-3</c:v>
                </c:pt>
                <c:pt idx="6060">
                  <c:v>6.6063999999999993E-3</c:v>
                </c:pt>
                <c:pt idx="6061">
                  <c:v>6.6392999999999999E-3</c:v>
                </c:pt>
                <c:pt idx="6062">
                  <c:v>6.6043000000000004E-3</c:v>
                </c:pt>
                <c:pt idx="6063">
                  <c:v>6.6072999999999991E-3</c:v>
                </c:pt>
                <c:pt idx="6064">
                  <c:v>6.6831E-3</c:v>
                </c:pt>
                <c:pt idx="6065">
                  <c:v>6.9308000000000008E-3</c:v>
                </c:pt>
                <c:pt idx="6066">
                  <c:v>7.0075999999999992E-3</c:v>
                </c:pt>
                <c:pt idx="6067">
                  <c:v>7.1248999999999991E-3</c:v>
                </c:pt>
                <c:pt idx="6068">
                  <c:v>7.1522000000000009E-3</c:v>
                </c:pt>
                <c:pt idx="6069">
                  <c:v>6.9891999999999992E-3</c:v>
                </c:pt>
                <c:pt idx="6070">
                  <c:v>6.9071000000000002E-3</c:v>
                </c:pt>
                <c:pt idx="6071">
                  <c:v>7.1849999999999995E-3</c:v>
                </c:pt>
                <c:pt idx="6072">
                  <c:v>7.5002999999999997E-3</c:v>
                </c:pt>
                <c:pt idx="6073">
                  <c:v>7.9510999999999991E-3</c:v>
                </c:pt>
                <c:pt idx="6074">
                  <c:v>8.1957999999999996E-3</c:v>
                </c:pt>
                <c:pt idx="6075">
                  <c:v>8.4328000000000007E-3</c:v>
                </c:pt>
                <c:pt idx="6076">
                  <c:v>8.4688000000000003E-3</c:v>
                </c:pt>
                <c:pt idx="6077">
                  <c:v>8.4913999999999996E-3</c:v>
                </c:pt>
                <c:pt idx="6078">
                  <c:v>8.5516000000000012E-3</c:v>
                </c:pt>
                <c:pt idx="6079">
                  <c:v>8.3921000000000013E-3</c:v>
                </c:pt>
                <c:pt idx="6080">
                  <c:v>8.1346999999999999E-3</c:v>
                </c:pt>
                <c:pt idx="6081">
                  <c:v>8.0929000000000001E-3</c:v>
                </c:pt>
                <c:pt idx="6082">
                  <c:v>8.2620999999999997E-3</c:v>
                </c:pt>
                <c:pt idx="6083">
                  <c:v>8.2345999999999999E-3</c:v>
                </c:pt>
                <c:pt idx="6084">
                  <c:v>8.1039000000000007E-3</c:v>
                </c:pt>
                <c:pt idx="6085">
                  <c:v>8.3023000000000003E-3</c:v>
                </c:pt>
                <c:pt idx="6086">
                  <c:v>8.2406000000000007E-3</c:v>
                </c:pt>
                <c:pt idx="6087">
                  <c:v>7.9825E-3</c:v>
                </c:pt>
                <c:pt idx="6088">
                  <c:v>7.6578000000000002E-3</c:v>
                </c:pt>
                <c:pt idx="6089">
                  <c:v>7.4019000000000003E-3</c:v>
                </c:pt>
                <c:pt idx="6090">
                  <c:v>7.2781000000000009E-3</c:v>
                </c:pt>
                <c:pt idx="6091">
                  <c:v>7.2965999999999994E-3</c:v>
                </c:pt>
                <c:pt idx="6092">
                  <c:v>7.1900000000000002E-3</c:v>
                </c:pt>
                <c:pt idx="6093">
                  <c:v>7.0584000000000003E-3</c:v>
                </c:pt>
                <c:pt idx="6094">
                  <c:v>6.9099999999999995E-3</c:v>
                </c:pt>
                <c:pt idx="6095">
                  <c:v>6.8617999999999995E-3</c:v>
                </c:pt>
                <c:pt idx="6096">
                  <c:v>6.5271000000000001E-3</c:v>
                </c:pt>
                <c:pt idx="6097">
                  <c:v>6.4501000000000003E-3</c:v>
                </c:pt>
                <c:pt idx="6098">
                  <c:v>6.5989000000000004E-3</c:v>
                </c:pt>
                <c:pt idx="6099">
                  <c:v>6.6528000000000004E-3</c:v>
                </c:pt>
                <c:pt idx="6100">
                  <c:v>6.7739000000000002E-3</c:v>
                </c:pt>
                <c:pt idx="6101">
                  <c:v>7.0117000000000001E-3</c:v>
                </c:pt>
                <c:pt idx="6102">
                  <c:v>7.371599999999999E-3</c:v>
                </c:pt>
                <c:pt idx="6103">
                  <c:v>7.419499999999999E-3</c:v>
                </c:pt>
                <c:pt idx="6104">
                  <c:v>7.4408E-3</c:v>
                </c:pt>
                <c:pt idx="6105">
                  <c:v>7.3768000000000002E-3</c:v>
                </c:pt>
                <c:pt idx="6106">
                  <c:v>7.3950000000000005E-3</c:v>
                </c:pt>
                <c:pt idx="6107">
                  <c:v>7.3962000000000003E-3</c:v>
                </c:pt>
                <c:pt idx="6108">
                  <c:v>7.3447E-3</c:v>
                </c:pt>
                <c:pt idx="6109">
                  <c:v>7.3322000000000005E-3</c:v>
                </c:pt>
                <c:pt idx="6110">
                  <c:v>7.3852999999999992E-3</c:v>
                </c:pt>
                <c:pt idx="6111">
                  <c:v>7.2436000000000011E-3</c:v>
                </c:pt>
                <c:pt idx="6112">
                  <c:v>7.2516000000000004E-3</c:v>
                </c:pt>
                <c:pt idx="6113">
                  <c:v>7.1726000000000003E-3</c:v>
                </c:pt>
                <c:pt idx="6114">
                  <c:v>7.1727000000000006E-3</c:v>
                </c:pt>
                <c:pt idx="6115">
                  <c:v>7.2486999999999994E-3</c:v>
                </c:pt>
                <c:pt idx="6116">
                  <c:v>7.3188999999999997E-3</c:v>
                </c:pt>
                <c:pt idx="6117">
                  <c:v>7.3606999999999995E-3</c:v>
                </c:pt>
                <c:pt idx="6118">
                  <c:v>7.4834000000000003E-3</c:v>
                </c:pt>
                <c:pt idx="6119">
                  <c:v>7.5849000000000003E-3</c:v>
                </c:pt>
                <c:pt idx="6120">
                  <c:v>7.4116E-3</c:v>
                </c:pt>
                <c:pt idx="6121">
                  <c:v>7.3313999999999992E-3</c:v>
                </c:pt>
                <c:pt idx="6122">
                  <c:v>7.4467999999999999E-3</c:v>
                </c:pt>
                <c:pt idx="6123">
                  <c:v>7.5223E-3</c:v>
                </c:pt>
                <c:pt idx="6124">
                  <c:v>7.4614999999999994E-3</c:v>
                </c:pt>
                <c:pt idx="6125">
                  <c:v>7.4114000000000003E-3</c:v>
                </c:pt>
                <c:pt idx="6126">
                  <c:v>7.5266999999999999E-3</c:v>
                </c:pt>
                <c:pt idx="6127">
                  <c:v>7.6715000000000004E-3</c:v>
                </c:pt>
                <c:pt idx="6128">
                  <c:v>7.7197999999999998E-3</c:v>
                </c:pt>
                <c:pt idx="6129">
                  <c:v>7.6123000000000007E-3</c:v>
                </c:pt>
                <c:pt idx="6130">
                  <c:v>7.632299999999999E-3</c:v>
                </c:pt>
                <c:pt idx="6131">
                  <c:v>7.4852999999999994E-3</c:v>
                </c:pt>
                <c:pt idx="6132">
                  <c:v>7.4548000000000001E-3</c:v>
                </c:pt>
                <c:pt idx="6133">
                  <c:v>7.3131000000000003E-3</c:v>
                </c:pt>
                <c:pt idx="6134">
                  <c:v>7.1608999999999996E-3</c:v>
                </c:pt>
                <c:pt idx="6135">
                  <c:v>7.3397000000000002E-3</c:v>
                </c:pt>
                <c:pt idx="6136">
                  <c:v>7.1996999999999998E-3</c:v>
                </c:pt>
                <c:pt idx="6137">
                  <c:v>7.1840000000000003E-3</c:v>
                </c:pt>
                <c:pt idx="6138">
                  <c:v>7.0055999999999998E-3</c:v>
                </c:pt>
                <c:pt idx="6139">
                  <c:v>6.9556000000000002E-3</c:v>
                </c:pt>
                <c:pt idx="6140">
                  <c:v>6.927E-3</c:v>
                </c:pt>
                <c:pt idx="6141">
                  <c:v>7.0641000000000002E-3</c:v>
                </c:pt>
                <c:pt idx="6142">
                  <c:v>7.3774000000000001E-3</c:v>
                </c:pt>
                <c:pt idx="6143">
                  <c:v>7.6007000000000002E-3</c:v>
                </c:pt>
                <c:pt idx="6144">
                  <c:v>7.4221999999999995E-3</c:v>
                </c:pt>
                <c:pt idx="6145">
                  <c:v>7.4251000000000004E-3</c:v>
                </c:pt>
                <c:pt idx="6146">
                  <c:v>7.7114999999999996E-3</c:v>
                </c:pt>
                <c:pt idx="6147">
                  <c:v>7.6695999999999995E-3</c:v>
                </c:pt>
                <c:pt idx="6148">
                  <c:v>7.5203999999999991E-3</c:v>
                </c:pt>
                <c:pt idx="6149">
                  <c:v>7.5516000000000003E-3</c:v>
                </c:pt>
                <c:pt idx="6150">
                  <c:v>7.6343000000000001E-3</c:v>
                </c:pt>
                <c:pt idx="6151">
                  <c:v>7.5295000000000006E-3</c:v>
                </c:pt>
                <c:pt idx="6152">
                  <c:v>7.7964000000000002E-3</c:v>
                </c:pt>
                <c:pt idx="6153">
                  <c:v>8.3010000000000011E-3</c:v>
                </c:pt>
                <c:pt idx="6154">
                  <c:v>8.6125999999999998E-3</c:v>
                </c:pt>
                <c:pt idx="6155">
                  <c:v>8.6162000000000009E-3</c:v>
                </c:pt>
                <c:pt idx="6156">
                  <c:v>8.5650000000000014E-3</c:v>
                </c:pt>
                <c:pt idx="6157">
                  <c:v>8.3204999999999998E-3</c:v>
                </c:pt>
                <c:pt idx="6158">
                  <c:v>8.267E-3</c:v>
                </c:pt>
                <c:pt idx="6159">
                  <c:v>8.3797999999999997E-3</c:v>
                </c:pt>
                <c:pt idx="6160">
                  <c:v>8.3295000000000001E-3</c:v>
                </c:pt>
                <c:pt idx="6161">
                  <c:v>8.2373000000000012E-3</c:v>
                </c:pt>
                <c:pt idx="6162">
                  <c:v>8.0190000000000001E-3</c:v>
                </c:pt>
                <c:pt idx="6163">
                  <c:v>7.7221999999999994E-3</c:v>
                </c:pt>
                <c:pt idx="6164">
                  <c:v>7.3787999999999996E-3</c:v>
                </c:pt>
                <c:pt idx="6165">
                  <c:v>7.4614000000000008E-3</c:v>
                </c:pt>
                <c:pt idx="6166">
                  <c:v>7.4415000000000002E-3</c:v>
                </c:pt>
                <c:pt idx="6167">
                  <c:v>7.4977999999999998E-3</c:v>
                </c:pt>
                <c:pt idx="6168">
                  <c:v>7.2852999999999998E-3</c:v>
                </c:pt>
                <c:pt idx="6169">
                  <c:v>7.1819999999999991E-3</c:v>
                </c:pt>
                <c:pt idx="6170">
                  <c:v>7.1345000000000002E-3</c:v>
                </c:pt>
                <c:pt idx="6171">
                  <c:v>7.2162000000000007E-3</c:v>
                </c:pt>
                <c:pt idx="6172">
                  <c:v>7.1802000000000003E-3</c:v>
                </c:pt>
                <c:pt idx="6173">
                  <c:v>7.1839E-3</c:v>
                </c:pt>
                <c:pt idx="6174">
                  <c:v>7.2050999999999999E-3</c:v>
                </c:pt>
                <c:pt idx="6175">
                  <c:v>7.490300000000001E-3</c:v>
                </c:pt>
                <c:pt idx="6176">
                  <c:v>7.6689999999999996E-3</c:v>
                </c:pt>
                <c:pt idx="6177">
                  <c:v>7.7355000000000002E-3</c:v>
                </c:pt>
                <c:pt idx="6178">
                  <c:v>8.0800000000000004E-3</c:v>
                </c:pt>
                <c:pt idx="6179">
                  <c:v>8.1005999999999995E-3</c:v>
                </c:pt>
                <c:pt idx="6180">
                  <c:v>8.5106000000000001E-3</c:v>
                </c:pt>
                <c:pt idx="6181">
                  <c:v>8.4984999999999991E-3</c:v>
                </c:pt>
                <c:pt idx="6182">
                  <c:v>8.2988999999999997E-3</c:v>
                </c:pt>
                <c:pt idx="6183">
                  <c:v>8.1530999999999999E-3</c:v>
                </c:pt>
                <c:pt idx="6184">
                  <c:v>8.0778000000000013E-3</c:v>
                </c:pt>
                <c:pt idx="6185">
                  <c:v>7.8621999999999997E-3</c:v>
                </c:pt>
                <c:pt idx="6186">
                  <c:v>7.5100999999999996E-3</c:v>
                </c:pt>
                <c:pt idx="6187">
                  <c:v>6.9370000000000005E-3</c:v>
                </c:pt>
                <c:pt idx="6188">
                  <c:v>7.9059000000000004E-3</c:v>
                </c:pt>
                <c:pt idx="6189">
                  <c:v>8.0651000000000004E-3</c:v>
                </c:pt>
                <c:pt idx="6190">
                  <c:v>7.8726000000000004E-3</c:v>
                </c:pt>
                <c:pt idx="6191">
                  <c:v>8.0207999999999998E-3</c:v>
                </c:pt>
                <c:pt idx="6192">
                  <c:v>7.8084999999999995E-3</c:v>
                </c:pt>
                <c:pt idx="6193">
                  <c:v>7.6989999999999992E-3</c:v>
                </c:pt>
                <c:pt idx="6194">
                  <c:v>7.6111999999999994E-3</c:v>
                </c:pt>
                <c:pt idx="6195">
                  <c:v>7.5578999999999993E-3</c:v>
                </c:pt>
                <c:pt idx="6196">
                  <c:v>7.3850999999999995E-3</c:v>
                </c:pt>
                <c:pt idx="6197">
                  <c:v>7.4394000000000005E-3</c:v>
                </c:pt>
                <c:pt idx="6198">
                  <c:v>7.3936999999999996E-3</c:v>
                </c:pt>
                <c:pt idx="6199">
                  <c:v>7.391E-3</c:v>
                </c:pt>
                <c:pt idx="6200">
                  <c:v>7.3435000000000002E-3</c:v>
                </c:pt>
                <c:pt idx="6201">
                  <c:v>7.4510000000000002E-3</c:v>
                </c:pt>
                <c:pt idx="6202">
                  <c:v>7.6923E-3</c:v>
                </c:pt>
                <c:pt idx="6203">
                  <c:v>7.6151999999999999E-3</c:v>
                </c:pt>
                <c:pt idx="6204">
                  <c:v>7.7638000000000004E-3</c:v>
                </c:pt>
                <c:pt idx="6205">
                  <c:v>7.7933000000000004E-3</c:v>
                </c:pt>
                <c:pt idx="6206">
                  <c:v>7.7968999999999998E-3</c:v>
                </c:pt>
                <c:pt idx="6207">
                  <c:v>7.9062999999999998E-3</c:v>
                </c:pt>
                <c:pt idx="6208">
                  <c:v>7.8878000000000004E-3</c:v>
                </c:pt>
                <c:pt idx="6209">
                  <c:v>8.0225999999999995E-3</c:v>
                </c:pt>
                <c:pt idx="6210">
                  <c:v>8.0629000000000013E-3</c:v>
                </c:pt>
                <c:pt idx="6211">
                  <c:v>7.9997999999999996E-3</c:v>
                </c:pt>
                <c:pt idx="6212">
                  <c:v>7.8954999999999997E-3</c:v>
                </c:pt>
                <c:pt idx="6213">
                  <c:v>7.9232E-3</c:v>
                </c:pt>
                <c:pt idx="6214">
                  <c:v>7.8589000000000003E-3</c:v>
                </c:pt>
                <c:pt idx="6215">
                  <c:v>7.831900000000001E-3</c:v>
                </c:pt>
                <c:pt idx="6216">
                  <c:v>7.9115999999999995E-3</c:v>
                </c:pt>
                <c:pt idx="6217">
                  <c:v>8.0242000000000004E-3</c:v>
                </c:pt>
                <c:pt idx="6218">
                  <c:v>8.1455E-3</c:v>
                </c:pt>
                <c:pt idx="6219">
                  <c:v>8.3735000000000007E-3</c:v>
                </c:pt>
                <c:pt idx="6220">
                  <c:v>8.2497999999999998E-3</c:v>
                </c:pt>
                <c:pt idx="6221">
                  <c:v>7.9388999999999987E-3</c:v>
                </c:pt>
                <c:pt idx="6222">
                  <c:v>7.7635999999999998E-3</c:v>
                </c:pt>
                <c:pt idx="6223">
                  <c:v>7.8195999999999995E-3</c:v>
                </c:pt>
                <c:pt idx="6224">
                  <c:v>7.6248999999999996E-3</c:v>
                </c:pt>
                <c:pt idx="6225">
                  <c:v>7.8668000000000002E-3</c:v>
                </c:pt>
                <c:pt idx="6226">
                  <c:v>7.9270999999999994E-3</c:v>
                </c:pt>
                <c:pt idx="6227">
                  <c:v>8.0061000000000004E-3</c:v>
                </c:pt>
                <c:pt idx="6228">
                  <c:v>8.1017999999999993E-3</c:v>
                </c:pt>
                <c:pt idx="6229">
                  <c:v>8.268300000000001E-3</c:v>
                </c:pt>
                <c:pt idx="6230">
                  <c:v>8.0575999999999998E-3</c:v>
                </c:pt>
                <c:pt idx="6231">
                  <c:v>7.9652999999999998E-3</c:v>
                </c:pt>
                <c:pt idx="6232">
                  <c:v>7.8863000000000006E-3</c:v>
                </c:pt>
                <c:pt idx="6233">
                  <c:v>7.9599000000000007E-3</c:v>
                </c:pt>
                <c:pt idx="6234">
                  <c:v>7.8019000000000005E-3</c:v>
                </c:pt>
                <c:pt idx="6235">
                  <c:v>7.8028000000000004E-3</c:v>
                </c:pt>
                <c:pt idx="6236">
                  <c:v>7.8673000000000007E-3</c:v>
                </c:pt>
                <c:pt idx="6237">
                  <c:v>7.8720000000000005E-3</c:v>
                </c:pt>
                <c:pt idx="6238">
                  <c:v>7.7743999999999999E-3</c:v>
                </c:pt>
                <c:pt idx="6239">
                  <c:v>7.8100999999999995E-3</c:v>
                </c:pt>
                <c:pt idx="6240">
                  <c:v>7.8207999999999993E-3</c:v>
                </c:pt>
                <c:pt idx="6241">
                  <c:v>7.7542000000000002E-3</c:v>
                </c:pt>
                <c:pt idx="6242">
                  <c:v>7.6343999999999995E-3</c:v>
                </c:pt>
                <c:pt idx="6243">
                  <c:v>7.591800000000001E-3</c:v>
                </c:pt>
                <c:pt idx="6244">
                  <c:v>7.6303999999999999E-3</c:v>
                </c:pt>
                <c:pt idx="6245">
                  <c:v>7.630200000000001E-3</c:v>
                </c:pt>
                <c:pt idx="6246">
                  <c:v>7.5240999999999997E-3</c:v>
                </c:pt>
                <c:pt idx="6247">
                  <c:v>7.5516999999999997E-3</c:v>
                </c:pt>
                <c:pt idx="6248">
                  <c:v>7.6245000000000002E-3</c:v>
                </c:pt>
                <c:pt idx="6249">
                  <c:v>7.7867999999999991E-3</c:v>
                </c:pt>
                <c:pt idx="6250">
                  <c:v>7.8370000000000002E-3</c:v>
                </c:pt>
                <c:pt idx="6251">
                  <c:v>8.1823E-3</c:v>
                </c:pt>
                <c:pt idx="6252">
                  <c:v>8.1855999999999995E-3</c:v>
                </c:pt>
                <c:pt idx="6253">
                  <c:v>8.0651999999999998E-3</c:v>
                </c:pt>
                <c:pt idx="6254">
                  <c:v>8.1499999999999993E-3</c:v>
                </c:pt>
                <c:pt idx="6255">
                  <c:v>8.2100000000000003E-3</c:v>
                </c:pt>
                <c:pt idx="6256">
                  <c:v>8.2133999999999992E-3</c:v>
                </c:pt>
                <c:pt idx="6257">
                  <c:v>8.299599999999999E-3</c:v>
                </c:pt>
                <c:pt idx="6258">
                  <c:v>8.4154999999999994E-3</c:v>
                </c:pt>
                <c:pt idx="6259">
                  <c:v>8.5898999999999993E-3</c:v>
                </c:pt>
                <c:pt idx="6260">
                  <c:v>8.5311999999999992E-3</c:v>
                </c:pt>
                <c:pt idx="6261">
                  <c:v>8.7299999999999999E-3</c:v>
                </c:pt>
                <c:pt idx="6262">
                  <c:v>8.5260000000000006E-3</c:v>
                </c:pt>
                <c:pt idx="6263">
                  <c:v>8.4338E-3</c:v>
                </c:pt>
                <c:pt idx="6264">
                  <c:v>8.4195999999999993E-3</c:v>
                </c:pt>
                <c:pt idx="6265">
                  <c:v>8.4319000000000009E-3</c:v>
                </c:pt>
                <c:pt idx="6266">
                  <c:v>8.6545000000000007E-3</c:v>
                </c:pt>
                <c:pt idx="6267">
                  <c:v>8.6554000000000006E-3</c:v>
                </c:pt>
                <c:pt idx="6268">
                  <c:v>8.8354999999999996E-3</c:v>
                </c:pt>
                <c:pt idx="6269">
                  <c:v>8.5612999999999991E-3</c:v>
                </c:pt>
                <c:pt idx="6270">
                  <c:v>8.4849999999999995E-3</c:v>
                </c:pt>
                <c:pt idx="6271">
                  <c:v>8.3784000000000011E-3</c:v>
                </c:pt>
                <c:pt idx="6272">
                  <c:v>8.3707E-3</c:v>
                </c:pt>
                <c:pt idx="6273">
                  <c:v>8.3501000000000009E-3</c:v>
                </c:pt>
                <c:pt idx="6274">
                  <c:v>8.2924000000000001E-3</c:v>
                </c:pt>
                <c:pt idx="6275">
                  <c:v>8.1828000000000005E-3</c:v>
                </c:pt>
                <c:pt idx="6276">
                  <c:v>8.0697999999999985E-3</c:v>
                </c:pt>
                <c:pt idx="6277">
                  <c:v>8.0365999999999996E-3</c:v>
                </c:pt>
                <c:pt idx="6278">
                  <c:v>8.0221000000000008E-3</c:v>
                </c:pt>
                <c:pt idx="6279">
                  <c:v>8.1092999999999998E-3</c:v>
                </c:pt>
                <c:pt idx="6280">
                  <c:v>8.1446999999999995E-3</c:v>
                </c:pt>
                <c:pt idx="6281">
                  <c:v>8.1884000000000002E-3</c:v>
                </c:pt>
                <c:pt idx="6282">
                  <c:v>8.2284000000000003E-3</c:v>
                </c:pt>
                <c:pt idx="6283">
                  <c:v>8.3175999999999996E-3</c:v>
                </c:pt>
                <c:pt idx="6284">
                  <c:v>8.3730999999999996E-3</c:v>
                </c:pt>
                <c:pt idx="6285">
                  <c:v>8.3194999999999988E-3</c:v>
                </c:pt>
                <c:pt idx="6286">
                  <c:v>8.4703000000000001E-3</c:v>
                </c:pt>
                <c:pt idx="6287">
                  <c:v>8.4649000000000009E-3</c:v>
                </c:pt>
                <c:pt idx="6288">
                  <c:v>8.4180000000000001E-3</c:v>
                </c:pt>
                <c:pt idx="6289">
                  <c:v>8.2343E-3</c:v>
                </c:pt>
                <c:pt idx="6290">
                  <c:v>7.9740999999999996E-3</c:v>
                </c:pt>
                <c:pt idx="6291">
                  <c:v>7.9096999999999987E-3</c:v>
                </c:pt>
                <c:pt idx="6292">
                  <c:v>7.7938E-3</c:v>
                </c:pt>
                <c:pt idx="6293">
                  <c:v>7.8171999999999998E-3</c:v>
                </c:pt>
                <c:pt idx="6294">
                  <c:v>7.7660999999999997E-3</c:v>
                </c:pt>
                <c:pt idx="6295">
                  <c:v>7.7643E-3</c:v>
                </c:pt>
                <c:pt idx="6296">
                  <c:v>7.7617999999999993E-3</c:v>
                </c:pt>
                <c:pt idx="6297">
                  <c:v>7.7959000000000006E-3</c:v>
                </c:pt>
                <c:pt idx="6298">
                  <c:v>8.0163999999999999E-3</c:v>
                </c:pt>
                <c:pt idx="6299">
                  <c:v>8.1037000000000001E-3</c:v>
                </c:pt>
                <c:pt idx="6300">
                  <c:v>8.0778000000000013E-3</c:v>
                </c:pt>
                <c:pt idx="6301">
                  <c:v>8.0190000000000001E-3</c:v>
                </c:pt>
                <c:pt idx="6302">
                  <c:v>8.1288999999999997E-3</c:v>
                </c:pt>
                <c:pt idx="6303">
                  <c:v>8.1595000000000001E-3</c:v>
                </c:pt>
                <c:pt idx="6304">
                  <c:v>8.2050999999999999E-3</c:v>
                </c:pt>
                <c:pt idx="6305">
                  <c:v>8.131600000000001E-3</c:v>
                </c:pt>
                <c:pt idx="6306">
                  <c:v>8.1726999999999998E-3</c:v>
                </c:pt>
                <c:pt idx="6307">
                  <c:v>8.2619000000000008E-3</c:v>
                </c:pt>
                <c:pt idx="6308">
                  <c:v>8.2693000000000003E-3</c:v>
                </c:pt>
                <c:pt idx="6309">
                  <c:v>8.4379999999999993E-3</c:v>
                </c:pt>
                <c:pt idx="6310">
                  <c:v>8.4086000000000004E-3</c:v>
                </c:pt>
                <c:pt idx="6311">
                  <c:v>8.3654999999999997E-3</c:v>
                </c:pt>
                <c:pt idx="6312">
                  <c:v>8.6663E-3</c:v>
                </c:pt>
                <c:pt idx="6313">
                  <c:v>8.6137000000000002E-3</c:v>
                </c:pt>
                <c:pt idx="6314">
                  <c:v>8.5004999999999994E-3</c:v>
                </c:pt>
                <c:pt idx="6315">
                  <c:v>8.5376000000000011E-3</c:v>
                </c:pt>
                <c:pt idx="6316">
                  <c:v>8.4016000000000004E-3</c:v>
                </c:pt>
                <c:pt idx="6317">
                  <c:v>9.1561000000000003E-3</c:v>
                </c:pt>
                <c:pt idx="6318">
                  <c:v>9.3763000000000006E-3</c:v>
                </c:pt>
                <c:pt idx="6319">
                  <c:v>8.8343999999999992E-3</c:v>
                </c:pt>
                <c:pt idx="6320">
                  <c:v>8.8087000000000009E-3</c:v>
                </c:pt>
                <c:pt idx="6321">
                  <c:v>8.8061000000000007E-3</c:v>
                </c:pt>
                <c:pt idx="6322">
                  <c:v>8.7913000000000002E-3</c:v>
                </c:pt>
                <c:pt idx="6323">
                  <c:v>8.8858999999999987E-3</c:v>
                </c:pt>
                <c:pt idx="6324">
                  <c:v>8.8721000000000008E-3</c:v>
                </c:pt>
                <c:pt idx="6325">
                  <c:v>8.7641000000000004E-3</c:v>
                </c:pt>
                <c:pt idx="6326">
                  <c:v>8.7781999999999999E-3</c:v>
                </c:pt>
                <c:pt idx="6327">
                  <c:v>9.1237000000000002E-3</c:v>
                </c:pt>
                <c:pt idx="6328">
                  <c:v>1.0294299999999999E-2</c:v>
                </c:pt>
                <c:pt idx="6329">
                  <c:v>1.10045E-2</c:v>
                </c:pt>
                <c:pt idx="6330">
                  <c:v>1.1626900000000001E-2</c:v>
                </c:pt>
                <c:pt idx="6331">
                  <c:v>9.8415000000000013E-3</c:v>
                </c:pt>
                <c:pt idx="6332">
                  <c:v>1.10857E-2</c:v>
                </c:pt>
                <c:pt idx="6333">
                  <c:v>1.1106899999999999E-2</c:v>
                </c:pt>
                <c:pt idx="6334">
                  <c:v>1.0744099999999999E-2</c:v>
                </c:pt>
                <c:pt idx="6335">
                  <c:v>1.0836400000000001E-2</c:v>
                </c:pt>
                <c:pt idx="6336">
                  <c:v>1.1177400000000001E-2</c:v>
                </c:pt>
                <c:pt idx="6337">
                  <c:v>1.11498E-2</c:v>
                </c:pt>
                <c:pt idx="6338">
                  <c:v>1.1036799999999999E-2</c:v>
                </c:pt>
                <c:pt idx="6339">
                  <c:v>1.12526E-2</c:v>
                </c:pt>
                <c:pt idx="6340">
                  <c:v>1.12604E-2</c:v>
                </c:pt>
                <c:pt idx="6341">
                  <c:v>1.0917400000000001E-2</c:v>
                </c:pt>
                <c:pt idx="6342">
                  <c:v>1.0335299999999999E-2</c:v>
                </c:pt>
                <c:pt idx="6343">
                  <c:v>1.0148799999999999E-2</c:v>
                </c:pt>
                <c:pt idx="6344">
                  <c:v>1.0097700000000001E-2</c:v>
                </c:pt>
                <c:pt idx="6345">
                  <c:v>9.9136999999999992E-3</c:v>
                </c:pt>
                <c:pt idx="6346">
                  <c:v>1.0060599999999999E-2</c:v>
                </c:pt>
                <c:pt idx="6347">
                  <c:v>1.0306600000000001E-2</c:v>
                </c:pt>
                <c:pt idx="6348">
                  <c:v>1.0195099999999999E-2</c:v>
                </c:pt>
                <c:pt idx="6349">
                  <c:v>1.02399E-2</c:v>
                </c:pt>
                <c:pt idx="6350">
                  <c:v>1.0080800000000001E-2</c:v>
                </c:pt>
                <c:pt idx="6351">
                  <c:v>1.00809E-2</c:v>
                </c:pt>
                <c:pt idx="6352">
                  <c:v>9.9717E-3</c:v>
                </c:pt>
                <c:pt idx="6353">
                  <c:v>9.9566999999999989E-3</c:v>
                </c:pt>
                <c:pt idx="6354">
                  <c:v>8.8526000000000004E-3</c:v>
                </c:pt>
                <c:pt idx="6355">
                  <c:v>8.5234999999999998E-3</c:v>
                </c:pt>
                <c:pt idx="6356">
                  <c:v>8.7658000000000007E-3</c:v>
                </c:pt>
                <c:pt idx="6357">
                  <c:v>8.7826999999999992E-3</c:v>
                </c:pt>
                <c:pt idx="6358">
                  <c:v>8.8745999999999998E-3</c:v>
                </c:pt>
                <c:pt idx="6359">
                  <c:v>8.7305999999999998E-3</c:v>
                </c:pt>
                <c:pt idx="6360">
                  <c:v>8.6800999999999996E-3</c:v>
                </c:pt>
                <c:pt idx="6361">
                  <c:v>8.7621999999999995E-3</c:v>
                </c:pt>
                <c:pt idx="6362">
                  <c:v>8.7593999999999988E-3</c:v>
                </c:pt>
                <c:pt idx="6363">
                  <c:v>8.8403000000000006E-3</c:v>
                </c:pt>
                <c:pt idx="6364">
                  <c:v>8.9353999999999996E-3</c:v>
                </c:pt>
                <c:pt idx="6365">
                  <c:v>8.8281000000000002E-3</c:v>
                </c:pt>
                <c:pt idx="6366">
                  <c:v>8.7796000000000003E-3</c:v>
                </c:pt>
                <c:pt idx="6367">
                  <c:v>8.7335999999999993E-3</c:v>
                </c:pt>
                <c:pt idx="6368">
                  <c:v>8.6439999999999989E-3</c:v>
                </c:pt>
                <c:pt idx="6369">
                  <c:v>8.3888000000000001E-3</c:v>
                </c:pt>
                <c:pt idx="6370">
                  <c:v>8.2581999999999985E-3</c:v>
                </c:pt>
                <c:pt idx="6371">
                  <c:v>8.2781E-3</c:v>
                </c:pt>
                <c:pt idx="6372">
                  <c:v>8.4460999999999998E-3</c:v>
                </c:pt>
                <c:pt idx="6373">
                  <c:v>8.3722999999999992E-3</c:v>
                </c:pt>
                <c:pt idx="6374">
                  <c:v>8.0251000000000003E-3</c:v>
                </c:pt>
                <c:pt idx="6375">
                  <c:v>7.9895999999999995E-3</c:v>
                </c:pt>
                <c:pt idx="6376">
                  <c:v>7.9307000000000006E-3</c:v>
                </c:pt>
                <c:pt idx="6377">
                  <c:v>7.943200000000001E-3</c:v>
                </c:pt>
                <c:pt idx="6378">
                  <c:v>8.0280999999999998E-3</c:v>
                </c:pt>
                <c:pt idx="6379">
                  <c:v>7.8147000000000008E-3</c:v>
                </c:pt>
                <c:pt idx="6380">
                  <c:v>7.8875999999999998E-3</c:v>
                </c:pt>
                <c:pt idx="6381">
                  <c:v>8.0435000000000003E-3</c:v>
                </c:pt>
                <c:pt idx="6382">
                  <c:v>8.0093000000000004E-3</c:v>
                </c:pt>
                <c:pt idx="6383">
                  <c:v>8.0424999999999993E-3</c:v>
                </c:pt>
                <c:pt idx="6384">
                  <c:v>8.0625999999999996E-3</c:v>
                </c:pt>
                <c:pt idx="6385">
                  <c:v>7.9217999999999997E-3</c:v>
                </c:pt>
                <c:pt idx="6386">
                  <c:v>8.1703999999999995E-3</c:v>
                </c:pt>
                <c:pt idx="6387">
                  <c:v>8.3020999999999998E-3</c:v>
                </c:pt>
                <c:pt idx="6388">
                  <c:v>8.3257999999999995E-3</c:v>
                </c:pt>
                <c:pt idx="6389">
                  <c:v>8.0884000000000008E-3</c:v>
                </c:pt>
                <c:pt idx="6390">
                  <c:v>7.9105000000000009E-3</c:v>
                </c:pt>
                <c:pt idx="6391">
                  <c:v>7.7567999999999995E-3</c:v>
                </c:pt>
                <c:pt idx="6392">
                  <c:v>7.6144000000000003E-3</c:v>
                </c:pt>
                <c:pt idx="6393">
                  <c:v>7.4800999999999999E-3</c:v>
                </c:pt>
                <c:pt idx="6394">
                  <c:v>7.77E-3</c:v>
                </c:pt>
                <c:pt idx="6395">
                  <c:v>7.7635999999999998E-3</c:v>
                </c:pt>
                <c:pt idx="6396">
                  <c:v>7.6483000000000002E-3</c:v>
                </c:pt>
                <c:pt idx="6397">
                  <c:v>7.5944999999999997E-3</c:v>
                </c:pt>
                <c:pt idx="6398">
                  <c:v>7.7364E-3</c:v>
                </c:pt>
                <c:pt idx="6399">
                  <c:v>7.6998999999999991E-3</c:v>
                </c:pt>
                <c:pt idx="6400">
                  <c:v>7.6061000000000011E-3</c:v>
                </c:pt>
                <c:pt idx="6401">
                  <c:v>7.6730000000000001E-3</c:v>
                </c:pt>
                <c:pt idx="6402">
                  <c:v>7.5903000000000003E-3</c:v>
                </c:pt>
                <c:pt idx="6403">
                  <c:v>7.6062999999999999E-3</c:v>
                </c:pt>
                <c:pt idx="6404">
                  <c:v>7.5298000000000006E-3</c:v>
                </c:pt>
                <c:pt idx="6405">
                  <c:v>7.6138000000000004E-3</c:v>
                </c:pt>
                <c:pt idx="6406">
                  <c:v>7.5212000000000005E-3</c:v>
                </c:pt>
                <c:pt idx="6407">
                  <c:v>7.4965000000000006E-3</c:v>
                </c:pt>
                <c:pt idx="6408">
                  <c:v>7.5162000000000007E-3</c:v>
                </c:pt>
                <c:pt idx="6409">
                  <c:v>7.5461E-3</c:v>
                </c:pt>
                <c:pt idx="6410">
                  <c:v>7.5418000000000004E-3</c:v>
                </c:pt>
                <c:pt idx="6411">
                  <c:v>7.6243999999999999E-3</c:v>
                </c:pt>
                <c:pt idx="6412">
                  <c:v>7.6751999999999992E-3</c:v>
                </c:pt>
                <c:pt idx="6413">
                  <c:v>7.8183000000000002E-3</c:v>
                </c:pt>
                <c:pt idx="6414">
                  <c:v>7.8443000000000002E-3</c:v>
                </c:pt>
                <c:pt idx="6415">
                  <c:v>7.7418000000000009E-3</c:v>
                </c:pt>
                <c:pt idx="6416">
                  <c:v>7.6986000000000008E-3</c:v>
                </c:pt>
                <c:pt idx="6417">
                  <c:v>7.5438999999999992E-3</c:v>
                </c:pt>
                <c:pt idx="6418">
                  <c:v>7.5306000000000001E-3</c:v>
                </c:pt>
                <c:pt idx="6419">
                  <c:v>7.4527000000000005E-3</c:v>
                </c:pt>
                <c:pt idx="6420">
                  <c:v>7.1822000000000006E-3</c:v>
                </c:pt>
                <c:pt idx="6421">
                  <c:v>7.0752999999999996E-3</c:v>
                </c:pt>
                <c:pt idx="6422">
                  <c:v>7.0962000000000004E-3</c:v>
                </c:pt>
                <c:pt idx="6423">
                  <c:v>7.1086999999999999E-3</c:v>
                </c:pt>
                <c:pt idx="6424">
                  <c:v>7.0981999999999998E-3</c:v>
                </c:pt>
                <c:pt idx="6425">
                  <c:v>6.8265000000000001E-3</c:v>
                </c:pt>
                <c:pt idx="6426">
                  <c:v>6.9036000000000002E-3</c:v>
                </c:pt>
                <c:pt idx="6427">
                  <c:v>7.0025999999999994E-3</c:v>
                </c:pt>
                <c:pt idx="6428">
                  <c:v>6.8715999999999994E-3</c:v>
                </c:pt>
                <c:pt idx="6429">
                  <c:v>6.842700000000001E-3</c:v>
                </c:pt>
                <c:pt idx="6430">
                  <c:v>6.9572000000000002E-3</c:v>
                </c:pt>
                <c:pt idx="6431">
                  <c:v>7.1471E-3</c:v>
                </c:pt>
                <c:pt idx="6432">
                  <c:v>7.1693E-3</c:v>
                </c:pt>
                <c:pt idx="6433">
                  <c:v>7.2224999999999998E-3</c:v>
                </c:pt>
                <c:pt idx="6434">
                  <c:v>7.221899999999999E-3</c:v>
                </c:pt>
                <c:pt idx="6435">
                  <c:v>7.3495999999999995E-3</c:v>
                </c:pt>
                <c:pt idx="6436">
                  <c:v>7.2873999999999994E-3</c:v>
                </c:pt>
                <c:pt idx="6437">
                  <c:v>7.0109999999999999E-3</c:v>
                </c:pt>
                <c:pt idx="6438">
                  <c:v>6.8885000000000005E-3</c:v>
                </c:pt>
                <c:pt idx="6439">
                  <c:v>6.8612999999999999E-3</c:v>
                </c:pt>
                <c:pt idx="6440">
                  <c:v>6.7409999999999996E-3</c:v>
                </c:pt>
                <c:pt idx="6441">
                  <c:v>6.7572999999999991E-3</c:v>
                </c:pt>
                <c:pt idx="6442">
                  <c:v>6.6826999999999998E-3</c:v>
                </c:pt>
                <c:pt idx="6443">
                  <c:v>6.7787999999999998E-3</c:v>
                </c:pt>
                <c:pt idx="6444">
                  <c:v>6.7447000000000002E-3</c:v>
                </c:pt>
                <c:pt idx="6445">
                  <c:v>6.7504000000000002E-3</c:v>
                </c:pt>
                <c:pt idx="6446">
                  <c:v>6.7447999999999996E-3</c:v>
                </c:pt>
                <c:pt idx="6447">
                  <c:v>6.7215E-3</c:v>
                </c:pt>
                <c:pt idx="6448">
                  <c:v>6.7314999999999996E-3</c:v>
                </c:pt>
                <c:pt idx="6449">
                  <c:v>7.2959000000000001E-3</c:v>
                </c:pt>
                <c:pt idx="6450">
                  <c:v>7.2248000000000008E-3</c:v>
                </c:pt>
                <c:pt idx="6451">
                  <c:v>7.1796000000000004E-3</c:v>
                </c:pt>
                <c:pt idx="6452">
                  <c:v>7.2468999999999997E-3</c:v>
                </c:pt>
                <c:pt idx="6453">
                  <c:v>7.1602000000000002E-3</c:v>
                </c:pt>
                <c:pt idx="6454">
                  <c:v>7.0751000000000008E-3</c:v>
                </c:pt>
                <c:pt idx="6455">
                  <c:v>7.0218999999999993E-3</c:v>
                </c:pt>
                <c:pt idx="6456">
                  <c:v>6.9984999999999995E-3</c:v>
                </c:pt>
                <c:pt idx="6457">
                  <c:v>6.9195999999999997E-3</c:v>
                </c:pt>
                <c:pt idx="6458">
                  <c:v>6.8299000000000007E-3</c:v>
                </c:pt>
                <c:pt idx="6459">
                  <c:v>6.7822000000000004E-3</c:v>
                </c:pt>
                <c:pt idx="6460">
                  <c:v>6.7933999999999998E-3</c:v>
                </c:pt>
                <c:pt idx="6461">
                  <c:v>6.7733999999999997E-3</c:v>
                </c:pt>
                <c:pt idx="6462">
                  <c:v>6.9324E-3</c:v>
                </c:pt>
                <c:pt idx="6463">
                  <c:v>7.3751000000000008E-3</c:v>
                </c:pt>
                <c:pt idx="6464">
                  <c:v>7.4236000000000007E-3</c:v>
                </c:pt>
                <c:pt idx="6465">
                  <c:v>7.2090999999999995E-3</c:v>
                </c:pt>
                <c:pt idx="6466">
                  <c:v>6.9543999999999995E-3</c:v>
                </c:pt>
                <c:pt idx="6467">
                  <c:v>7.2004999999999994E-3</c:v>
                </c:pt>
                <c:pt idx="6468">
                  <c:v>7.1003000000000004E-3</c:v>
                </c:pt>
                <c:pt idx="6469">
                  <c:v>6.8177999999999997E-3</c:v>
                </c:pt>
                <c:pt idx="6470">
                  <c:v>6.7069999999999994E-3</c:v>
                </c:pt>
                <c:pt idx="6471">
                  <c:v>6.8364000000000003E-3</c:v>
                </c:pt>
                <c:pt idx="6472">
                  <c:v>6.7522999999999993E-3</c:v>
                </c:pt>
                <c:pt idx="6473">
                  <c:v>6.4497000000000001E-3</c:v>
                </c:pt>
                <c:pt idx="6474">
                  <c:v>6.2158999999999999E-3</c:v>
                </c:pt>
                <c:pt idx="6475">
                  <c:v>6.3064999999999996E-3</c:v>
                </c:pt>
                <c:pt idx="6476">
                  <c:v>6.4746999999999999E-3</c:v>
                </c:pt>
                <c:pt idx="6477">
                  <c:v>6.5497000000000003E-3</c:v>
                </c:pt>
                <c:pt idx="6478">
                  <c:v>6.4824000000000001E-3</c:v>
                </c:pt>
                <c:pt idx="6479">
                  <c:v>6.5322999999999996E-3</c:v>
                </c:pt>
                <c:pt idx="6480">
                  <c:v>6.6389999999999999E-3</c:v>
                </c:pt>
                <c:pt idx="6481">
                  <c:v>6.6446999999999999E-3</c:v>
                </c:pt>
                <c:pt idx="6482">
                  <c:v>6.8386999999999996E-3</c:v>
                </c:pt>
                <c:pt idx="6483">
                  <c:v>6.915300000000001E-3</c:v>
                </c:pt>
                <c:pt idx="6484">
                  <c:v>6.7138999999999992E-3</c:v>
                </c:pt>
                <c:pt idx="6485">
                  <c:v>6.6477999999999997E-3</c:v>
                </c:pt>
                <c:pt idx="6486">
                  <c:v>6.7420000000000006E-3</c:v>
                </c:pt>
                <c:pt idx="6487">
                  <c:v>6.8272000000000003E-3</c:v>
                </c:pt>
                <c:pt idx="6488">
                  <c:v>7.0388999999999998E-3</c:v>
                </c:pt>
                <c:pt idx="6489">
                  <c:v>7.2220000000000001E-3</c:v>
                </c:pt>
                <c:pt idx="6490">
                  <c:v>7.2893000000000003E-3</c:v>
                </c:pt>
                <c:pt idx="6491">
                  <c:v>7.2677000000000011E-3</c:v>
                </c:pt>
                <c:pt idx="6492">
                  <c:v>7.352E-3</c:v>
                </c:pt>
                <c:pt idx="6493">
                  <c:v>7.3313999999999992E-3</c:v>
                </c:pt>
                <c:pt idx="6494">
                  <c:v>7.1936000000000005E-3</c:v>
                </c:pt>
                <c:pt idx="6495">
                  <c:v>7.0530000000000002E-3</c:v>
                </c:pt>
                <c:pt idx="6496">
                  <c:v>6.9277000000000002E-3</c:v>
                </c:pt>
                <c:pt idx="6497">
                  <c:v>6.9611000000000004E-3</c:v>
                </c:pt>
                <c:pt idx="6498">
                  <c:v>6.8683999999999993E-3</c:v>
                </c:pt>
                <c:pt idx="6499">
                  <c:v>6.6718000000000003E-3</c:v>
                </c:pt>
                <c:pt idx="6500">
                  <c:v>6.6620000000000004E-3</c:v>
                </c:pt>
                <c:pt idx="6501">
                  <c:v>6.465900000000001E-3</c:v>
                </c:pt>
                <c:pt idx="6502">
                  <c:v>6.6728999999999998E-3</c:v>
                </c:pt>
                <c:pt idx="6503">
                  <c:v>6.5971999999999992E-3</c:v>
                </c:pt>
                <c:pt idx="6504">
                  <c:v>6.6510000000000007E-3</c:v>
                </c:pt>
                <c:pt idx="6505">
                  <c:v>6.6858999999999998E-3</c:v>
                </c:pt>
                <c:pt idx="6506">
                  <c:v>6.4263000000000002E-3</c:v>
                </c:pt>
                <c:pt idx="6507">
                  <c:v>6.3369999999999998E-3</c:v>
                </c:pt>
                <c:pt idx="6508">
                  <c:v>6.2155999999999999E-3</c:v>
                </c:pt>
                <c:pt idx="6509">
                  <c:v>6.3386000000000007E-3</c:v>
                </c:pt>
                <c:pt idx="6510">
                  <c:v>6.3574E-3</c:v>
                </c:pt>
                <c:pt idx="6511">
                  <c:v>6.3194999999999996E-3</c:v>
                </c:pt>
                <c:pt idx="6512">
                  <c:v>6.2231999999999999E-3</c:v>
                </c:pt>
                <c:pt idx="6513">
                  <c:v>6.5166E-3</c:v>
                </c:pt>
                <c:pt idx="6514">
                  <c:v>6.4409000000000003E-3</c:v>
                </c:pt>
                <c:pt idx="6515">
                  <c:v>6.5170000000000002E-3</c:v>
                </c:pt>
                <c:pt idx="6516">
                  <c:v>6.5427000000000003E-3</c:v>
                </c:pt>
                <c:pt idx="6517">
                  <c:v>6.5927000000000008E-3</c:v>
                </c:pt>
                <c:pt idx="6518">
                  <c:v>6.7281999999999993E-3</c:v>
                </c:pt>
                <c:pt idx="6519">
                  <c:v>6.9171000000000007E-3</c:v>
                </c:pt>
                <c:pt idx="6520">
                  <c:v>7.0591999999999998E-3</c:v>
                </c:pt>
                <c:pt idx="6521">
                  <c:v>7.0272000000000008E-3</c:v>
                </c:pt>
                <c:pt idx="6522">
                  <c:v>6.7732000000000001E-3</c:v>
                </c:pt>
                <c:pt idx="6523">
                  <c:v>6.866800000000001E-3</c:v>
                </c:pt>
                <c:pt idx="6524">
                  <c:v>6.7897000000000009E-3</c:v>
                </c:pt>
                <c:pt idx="6525">
                  <c:v>6.6296999999999997E-3</c:v>
                </c:pt>
                <c:pt idx="6526">
                  <c:v>6.5982000000000002E-3</c:v>
                </c:pt>
                <c:pt idx="6527">
                  <c:v>6.5664E-3</c:v>
                </c:pt>
                <c:pt idx="6528">
                  <c:v>6.5319000000000002E-3</c:v>
                </c:pt>
                <c:pt idx="6529">
                  <c:v>6.4525999999999993E-3</c:v>
                </c:pt>
                <c:pt idx="6530">
                  <c:v>6.4748999999999996E-3</c:v>
                </c:pt>
                <c:pt idx="6531">
                  <c:v>6.4385999999999992E-3</c:v>
                </c:pt>
                <c:pt idx="6532">
                  <c:v>6.2957000000000004E-3</c:v>
                </c:pt>
                <c:pt idx="6533">
                  <c:v>6.3211999999999999E-3</c:v>
                </c:pt>
                <c:pt idx="6534">
                  <c:v>6.3215000000000007E-3</c:v>
                </c:pt>
                <c:pt idx="6535">
                  <c:v>6.3359999999999996E-3</c:v>
                </c:pt>
                <c:pt idx="6536">
                  <c:v>6.1963999999999995E-3</c:v>
                </c:pt>
                <c:pt idx="6537">
                  <c:v>6.1752999999999999E-3</c:v>
                </c:pt>
                <c:pt idx="6538">
                  <c:v>6.1649000000000001E-3</c:v>
                </c:pt>
                <c:pt idx="6539">
                  <c:v>6.1168999999999998E-3</c:v>
                </c:pt>
                <c:pt idx="6540">
                  <c:v>6.0939999999999996E-3</c:v>
                </c:pt>
                <c:pt idx="6541">
                  <c:v>6.0111000000000001E-3</c:v>
                </c:pt>
                <c:pt idx="6542">
                  <c:v>6.1304000000000003E-3</c:v>
                </c:pt>
                <c:pt idx="6543">
                  <c:v>6.1508999999999999E-3</c:v>
                </c:pt>
                <c:pt idx="6544">
                  <c:v>6.0875999999999994E-3</c:v>
                </c:pt>
                <c:pt idx="6545">
                  <c:v>6.2950000000000002E-3</c:v>
                </c:pt>
                <c:pt idx="6546">
                  <c:v>6.3941000000000007E-3</c:v>
                </c:pt>
                <c:pt idx="6547">
                  <c:v>6.5403000000000006E-3</c:v>
                </c:pt>
                <c:pt idx="6548">
                  <c:v>6.3844000000000001E-3</c:v>
                </c:pt>
                <c:pt idx="6549">
                  <c:v>6.3737000000000004E-3</c:v>
                </c:pt>
                <c:pt idx="6550">
                  <c:v>6.5191999999999993E-3</c:v>
                </c:pt>
                <c:pt idx="6551">
                  <c:v>6.4885999999999997E-3</c:v>
                </c:pt>
                <c:pt idx="6552">
                  <c:v>6.5407E-3</c:v>
                </c:pt>
                <c:pt idx="6553">
                  <c:v>6.6528999999999998E-3</c:v>
                </c:pt>
                <c:pt idx="6554">
                  <c:v>6.5842000000000001E-3</c:v>
                </c:pt>
                <c:pt idx="6555">
                  <c:v>6.6742999999999993E-3</c:v>
                </c:pt>
                <c:pt idx="6556">
                  <c:v>6.7936999999999997E-3</c:v>
                </c:pt>
                <c:pt idx="6557">
                  <c:v>6.8094999999999996E-3</c:v>
                </c:pt>
                <c:pt idx="6558">
                  <c:v>6.7233999999999992E-3</c:v>
                </c:pt>
                <c:pt idx="6559">
                  <c:v>6.7171999999999996E-3</c:v>
                </c:pt>
                <c:pt idx="6560">
                  <c:v>6.7513000000000009E-3</c:v>
                </c:pt>
                <c:pt idx="6561">
                  <c:v>6.6958E-3</c:v>
                </c:pt>
                <c:pt idx="6562">
                  <c:v>6.7698999999999997E-3</c:v>
                </c:pt>
                <c:pt idx="6563">
                  <c:v>6.9341999999999997E-3</c:v>
                </c:pt>
                <c:pt idx="6564">
                  <c:v>6.9416E-3</c:v>
                </c:pt>
                <c:pt idx="6565">
                  <c:v>6.9689999999999995E-3</c:v>
                </c:pt>
                <c:pt idx="6566">
                  <c:v>6.9572000000000002E-3</c:v>
                </c:pt>
                <c:pt idx="6567">
                  <c:v>7.1173E-3</c:v>
                </c:pt>
                <c:pt idx="6568">
                  <c:v>7.3931999999999999E-3</c:v>
                </c:pt>
                <c:pt idx="6569">
                  <c:v>7.4589000000000001E-3</c:v>
                </c:pt>
                <c:pt idx="6570">
                  <c:v>7.1778999999999992E-3</c:v>
                </c:pt>
                <c:pt idx="6571">
                  <c:v>7.2424999999999998E-3</c:v>
                </c:pt>
                <c:pt idx="6572">
                  <c:v>7.4697000000000001E-3</c:v>
                </c:pt>
                <c:pt idx="6573">
                  <c:v>7.7379000000000007E-3</c:v>
                </c:pt>
                <c:pt idx="6574">
                  <c:v>7.5975999999999995E-3</c:v>
                </c:pt>
                <c:pt idx="6575">
                  <c:v>7.3813000000000004E-3</c:v>
                </c:pt>
                <c:pt idx="6576">
                  <c:v>7.4570999999999995E-3</c:v>
                </c:pt>
                <c:pt idx="6577">
                  <c:v>7.3498999999999995E-3</c:v>
                </c:pt>
                <c:pt idx="6578">
                  <c:v>8.0891000000000001E-3</c:v>
                </c:pt>
                <c:pt idx="6579">
                  <c:v>7.8403000000000014E-3</c:v>
                </c:pt>
                <c:pt idx="6580">
                  <c:v>7.9337999999999995E-3</c:v>
                </c:pt>
                <c:pt idx="6581">
                  <c:v>7.8539000000000005E-3</c:v>
                </c:pt>
                <c:pt idx="6582">
                  <c:v>8.2997000000000001E-3</c:v>
                </c:pt>
                <c:pt idx="6583">
                  <c:v>8.6268000000000004E-3</c:v>
                </c:pt>
                <c:pt idx="6584">
                  <c:v>8.6893999999999999E-3</c:v>
                </c:pt>
                <c:pt idx="6585">
                  <c:v>8.6227000000000005E-3</c:v>
                </c:pt>
                <c:pt idx="6586">
                  <c:v>8.5170000000000003E-3</c:v>
                </c:pt>
                <c:pt idx="6587">
                  <c:v>8.5296999999999994E-3</c:v>
                </c:pt>
                <c:pt idx="6588">
                  <c:v>8.5473000000000007E-3</c:v>
                </c:pt>
                <c:pt idx="6589">
                  <c:v>8.5131000000000009E-3</c:v>
                </c:pt>
                <c:pt idx="6590">
                  <c:v>8.4233999999999993E-3</c:v>
                </c:pt>
                <c:pt idx="6591">
                  <c:v>7.3474999999999999E-3</c:v>
                </c:pt>
                <c:pt idx="6592">
                  <c:v>7.3560000000000006E-3</c:v>
                </c:pt>
                <c:pt idx="6593">
                  <c:v>7.3588999999999998E-3</c:v>
                </c:pt>
                <c:pt idx="6594">
                  <c:v>6.6857000000000001E-3</c:v>
                </c:pt>
                <c:pt idx="6595">
                  <c:v>7.1639E-3</c:v>
                </c:pt>
                <c:pt idx="6596">
                  <c:v>6.9090000000000002E-3</c:v>
                </c:pt>
                <c:pt idx="6597">
                  <c:v>7.2315000000000001E-3</c:v>
                </c:pt>
                <c:pt idx="6598">
                  <c:v>7.5208000000000002E-3</c:v>
                </c:pt>
                <c:pt idx="6599">
                  <c:v>7.5802999999999999E-3</c:v>
                </c:pt>
                <c:pt idx="6600">
                  <c:v>7.2962999999999995E-3</c:v>
                </c:pt>
                <c:pt idx="6601">
                  <c:v>7.3938999999999993E-3</c:v>
                </c:pt>
                <c:pt idx="6602">
                  <c:v>7.5277E-3</c:v>
                </c:pt>
                <c:pt idx="6603">
                  <c:v>7.719199999999999E-3</c:v>
                </c:pt>
                <c:pt idx="6604">
                  <c:v>7.4000000000000003E-3</c:v>
                </c:pt>
                <c:pt idx="6605">
                  <c:v>7.7879000000000004E-3</c:v>
                </c:pt>
                <c:pt idx="6606">
                  <c:v>7.6944999999999991E-3</c:v>
                </c:pt>
                <c:pt idx="6607">
                  <c:v>7.0524000000000003E-3</c:v>
                </c:pt>
                <c:pt idx="6608">
                  <c:v>7.4064999999999999E-3</c:v>
                </c:pt>
                <c:pt idx="6609">
                  <c:v>7.482299999999999E-3</c:v>
                </c:pt>
                <c:pt idx="6610">
                  <c:v>7.4136999999999996E-3</c:v>
                </c:pt>
                <c:pt idx="6611">
                  <c:v>6.7946999999999999E-3</c:v>
                </c:pt>
                <c:pt idx="6612">
                  <c:v>6.8918000000000009E-3</c:v>
                </c:pt>
                <c:pt idx="6613">
                  <c:v>7.395699999999999E-3</c:v>
                </c:pt>
                <c:pt idx="6614">
                  <c:v>7.4671999999999994E-3</c:v>
                </c:pt>
                <c:pt idx="6615">
                  <c:v>7.081399999999999E-3</c:v>
                </c:pt>
                <c:pt idx="6616">
                  <c:v>7.4677000000000007E-3</c:v>
                </c:pt>
                <c:pt idx="6617">
                  <c:v>7.4129000000000009E-3</c:v>
                </c:pt>
                <c:pt idx="6618">
                  <c:v>7.4760999999999994E-3</c:v>
                </c:pt>
                <c:pt idx="6619">
                  <c:v>7.4957999999999995E-3</c:v>
                </c:pt>
                <c:pt idx="6620">
                  <c:v>7.1677999999999993E-3</c:v>
                </c:pt>
                <c:pt idx="6621">
                  <c:v>6.9122000000000003E-3</c:v>
                </c:pt>
                <c:pt idx="6622">
                  <c:v>6.803E-3</c:v>
                </c:pt>
                <c:pt idx="6623">
                  <c:v>7.3100999999999999E-3</c:v>
                </c:pt>
                <c:pt idx="6624">
                  <c:v>7.4245999999999991E-3</c:v>
                </c:pt>
                <c:pt idx="6625">
                  <c:v>6.7051000000000003E-3</c:v>
                </c:pt>
                <c:pt idx="6626">
                  <c:v>6.7469999999999995E-3</c:v>
                </c:pt>
                <c:pt idx="6627">
                  <c:v>6.6682E-3</c:v>
                </c:pt>
                <c:pt idx="6628">
                  <c:v>6.5209000000000005E-3</c:v>
                </c:pt>
                <c:pt idx="6629">
                  <c:v>6.4058000000000006E-3</c:v>
                </c:pt>
                <c:pt idx="6630">
                  <c:v>6.3447E-3</c:v>
                </c:pt>
                <c:pt idx="6631">
                  <c:v>6.4584000000000004E-3</c:v>
                </c:pt>
                <c:pt idx="6632">
                  <c:v>6.4959000000000006E-3</c:v>
                </c:pt>
                <c:pt idx="6633">
                  <c:v>6.765600000000001E-3</c:v>
                </c:pt>
                <c:pt idx="6634">
                  <c:v>6.6933999999999995E-3</c:v>
                </c:pt>
                <c:pt idx="6635">
                  <c:v>6.3844000000000001E-3</c:v>
                </c:pt>
                <c:pt idx="6636">
                  <c:v>6.3959000000000004E-3</c:v>
                </c:pt>
                <c:pt idx="6637">
                  <c:v>5.7190000000000001E-3</c:v>
                </c:pt>
                <c:pt idx="6638">
                  <c:v>5.6360999999999998E-3</c:v>
                </c:pt>
                <c:pt idx="6639">
                  <c:v>5.4628000000000003E-3</c:v>
                </c:pt>
                <c:pt idx="6640">
                  <c:v>5.5840999999999998E-3</c:v>
                </c:pt>
                <c:pt idx="6641">
                  <c:v>5.8452E-3</c:v>
                </c:pt>
                <c:pt idx="6642">
                  <c:v>6.1719000000000001E-3</c:v>
                </c:pt>
                <c:pt idx="6643">
                  <c:v>6.1963000000000001E-3</c:v>
                </c:pt>
                <c:pt idx="6644">
                  <c:v>5.8969999999999995E-3</c:v>
                </c:pt>
                <c:pt idx="6645">
                  <c:v>6.0575000000000004E-3</c:v>
                </c:pt>
                <c:pt idx="6646">
                  <c:v>6.1572000000000007E-3</c:v>
                </c:pt>
                <c:pt idx="6647">
                  <c:v>6.2929000000000006E-3</c:v>
                </c:pt>
                <c:pt idx="6648">
                  <c:v>6.3429000000000003E-3</c:v>
                </c:pt>
                <c:pt idx="6649">
                  <c:v>6.3435999999999996E-3</c:v>
                </c:pt>
                <c:pt idx="6650">
                  <c:v>6.4025999999999996E-3</c:v>
                </c:pt>
                <c:pt idx="6651">
                  <c:v>6.2566000000000002E-3</c:v>
                </c:pt>
                <c:pt idx="6652">
                  <c:v>6.2186000000000003E-3</c:v>
                </c:pt>
                <c:pt idx="6653">
                  <c:v>6.4209999999999996E-3</c:v>
                </c:pt>
                <c:pt idx="6654">
                  <c:v>6.3779000000000006E-3</c:v>
                </c:pt>
                <c:pt idx="6655">
                  <c:v>6.3439000000000004E-3</c:v>
                </c:pt>
                <c:pt idx="6656">
                  <c:v>6.2145000000000004E-3</c:v>
                </c:pt>
                <c:pt idx="6657">
                  <c:v>6.2277000000000001E-3</c:v>
                </c:pt>
                <c:pt idx="6658">
                  <c:v>6.1900000000000002E-3</c:v>
                </c:pt>
                <c:pt idx="6659">
                  <c:v>6.0978999999999998E-3</c:v>
                </c:pt>
                <c:pt idx="6660">
                  <c:v>6.0455999999999999E-3</c:v>
                </c:pt>
                <c:pt idx="6661">
                  <c:v>5.9576000000000004E-3</c:v>
                </c:pt>
                <c:pt idx="6662">
                  <c:v>6.1220999999999992E-3</c:v>
                </c:pt>
                <c:pt idx="6663">
                  <c:v>6.3498000000000001E-3</c:v>
                </c:pt>
                <c:pt idx="6664">
                  <c:v>6.2661000000000001E-3</c:v>
                </c:pt>
                <c:pt idx="6665">
                  <c:v>6.2240000000000004E-3</c:v>
                </c:pt>
                <c:pt idx="6666">
                  <c:v>6.2082999999999999E-3</c:v>
                </c:pt>
                <c:pt idx="6667">
                  <c:v>6.5930000000000008E-3</c:v>
                </c:pt>
                <c:pt idx="6668">
                  <c:v>6.465900000000001E-3</c:v>
                </c:pt>
                <c:pt idx="6669">
                  <c:v>6.3939000000000001E-3</c:v>
                </c:pt>
                <c:pt idx="6670">
                  <c:v>6.3078000000000006E-3</c:v>
                </c:pt>
                <c:pt idx="6671">
                  <c:v>6.4906000000000009E-3</c:v>
                </c:pt>
                <c:pt idx="6672">
                  <c:v>6.2496000000000001E-3</c:v>
                </c:pt>
                <c:pt idx="6673">
                  <c:v>6.2856000000000006E-3</c:v>
                </c:pt>
                <c:pt idx="6674">
                  <c:v>6.1889000000000007E-3</c:v>
                </c:pt>
                <c:pt idx="6675">
                  <c:v>6.1139000000000002E-3</c:v>
                </c:pt>
                <c:pt idx="6676">
                  <c:v>6.1228999999999997E-3</c:v>
                </c:pt>
                <c:pt idx="6677">
                  <c:v>6.1552999999999998E-3</c:v>
                </c:pt>
                <c:pt idx="6678">
                  <c:v>6.1006999999999997E-3</c:v>
                </c:pt>
                <c:pt idx="6679">
                  <c:v>6.1049999999999993E-3</c:v>
                </c:pt>
                <c:pt idx="6680">
                  <c:v>6.0037999999999992E-3</c:v>
                </c:pt>
                <c:pt idx="6681">
                  <c:v>5.9060000000000007E-3</c:v>
                </c:pt>
                <c:pt idx="6682">
                  <c:v>5.6993E-3</c:v>
                </c:pt>
                <c:pt idx="6683">
                  <c:v>5.6747999999999998E-3</c:v>
                </c:pt>
                <c:pt idx="6684">
                  <c:v>5.7575999999999999E-3</c:v>
                </c:pt>
                <c:pt idx="6685">
                  <c:v>5.9753999999999996E-3</c:v>
                </c:pt>
                <c:pt idx="6686">
                  <c:v>5.9433999999999997E-3</c:v>
                </c:pt>
                <c:pt idx="6687">
                  <c:v>6.0435999999999997E-3</c:v>
                </c:pt>
                <c:pt idx="6688">
                  <c:v>5.9865000000000005E-3</c:v>
                </c:pt>
                <c:pt idx="6689">
                  <c:v>5.9402999999999999E-3</c:v>
                </c:pt>
                <c:pt idx="6690">
                  <c:v>5.8621000000000003E-3</c:v>
                </c:pt>
                <c:pt idx="6691">
                  <c:v>5.8676000000000006E-3</c:v>
                </c:pt>
                <c:pt idx="6692">
                  <c:v>5.7429999999999998E-3</c:v>
                </c:pt>
                <c:pt idx="6693">
                  <c:v>5.7732E-3</c:v>
                </c:pt>
                <c:pt idx="6694">
                  <c:v>5.7558000000000002E-3</c:v>
                </c:pt>
                <c:pt idx="6695">
                  <c:v>5.7936999999999997E-3</c:v>
                </c:pt>
                <c:pt idx="6696">
                  <c:v>5.8247000000000004E-3</c:v>
                </c:pt>
                <c:pt idx="6697">
                  <c:v>5.7962000000000005E-3</c:v>
                </c:pt>
                <c:pt idx="6698">
                  <c:v>5.8332999999999996E-3</c:v>
                </c:pt>
                <c:pt idx="6699">
                  <c:v>5.8415999999999997E-3</c:v>
                </c:pt>
                <c:pt idx="6700">
                  <c:v>5.8719000000000002E-3</c:v>
                </c:pt>
                <c:pt idx="6701">
                  <c:v>5.9797000000000001E-3</c:v>
                </c:pt>
                <c:pt idx="6702">
                  <c:v>6.0130000000000001E-3</c:v>
                </c:pt>
                <c:pt idx="6703">
                  <c:v>6.0328999999999999E-3</c:v>
                </c:pt>
                <c:pt idx="6704">
                  <c:v>6.1777000000000004E-3</c:v>
                </c:pt>
                <c:pt idx="6705">
                  <c:v>6.2252000000000002E-3</c:v>
                </c:pt>
                <c:pt idx="6706">
                  <c:v>6.2271000000000002E-3</c:v>
                </c:pt>
                <c:pt idx="6707">
                  <c:v>6.1146000000000004E-3</c:v>
                </c:pt>
                <c:pt idx="6708">
                  <c:v>6.1801E-3</c:v>
                </c:pt>
                <c:pt idx="6709">
                  <c:v>6.4930000000000005E-3</c:v>
                </c:pt>
                <c:pt idx="6710">
                  <c:v>6.4507999999999996E-3</c:v>
                </c:pt>
                <c:pt idx="6711">
                  <c:v>6.5927000000000008E-3</c:v>
                </c:pt>
                <c:pt idx="6712">
                  <c:v>6.6128000000000003E-3</c:v>
                </c:pt>
                <c:pt idx="6713">
                  <c:v>6.7313E-3</c:v>
                </c:pt>
                <c:pt idx="6714">
                  <c:v>6.7932000000000001E-3</c:v>
                </c:pt>
                <c:pt idx="6715">
                  <c:v>6.8296000000000008E-3</c:v>
                </c:pt>
                <c:pt idx="6716">
                  <c:v>6.8957999999999997E-3</c:v>
                </c:pt>
                <c:pt idx="6717">
                  <c:v>7.0311999999999996E-3</c:v>
                </c:pt>
                <c:pt idx="6718">
                  <c:v>7.0308999999999996E-3</c:v>
                </c:pt>
                <c:pt idx="6719">
                  <c:v>6.8099000000000007E-3</c:v>
                </c:pt>
                <c:pt idx="6720">
                  <c:v>6.6915000000000004E-3</c:v>
                </c:pt>
                <c:pt idx="6721">
                  <c:v>6.9903000000000005E-3</c:v>
                </c:pt>
                <c:pt idx="6722">
                  <c:v>6.9471000000000003E-3</c:v>
                </c:pt>
                <c:pt idx="6723">
                  <c:v>6.5864999999999995E-3</c:v>
                </c:pt>
                <c:pt idx="6724">
                  <c:v>6.7064999999999998E-3</c:v>
                </c:pt>
                <c:pt idx="6725">
                  <c:v>6.7115999999999999E-3</c:v>
                </c:pt>
                <c:pt idx="6726">
                  <c:v>6.8571999999999999E-3</c:v>
                </c:pt>
                <c:pt idx="6727">
                  <c:v>6.8299000000000007E-3</c:v>
                </c:pt>
                <c:pt idx="6728">
                  <c:v>6.8775999999999993E-3</c:v>
                </c:pt>
                <c:pt idx="6729">
                  <c:v>6.6796000000000008E-3</c:v>
                </c:pt>
                <c:pt idx="6730">
                  <c:v>6.6962999999999996E-3</c:v>
                </c:pt>
              </c:numCache>
            </c:numRef>
          </c:val>
          <c:smooth val="0"/>
          <c:extLst>
            <c:ext xmlns:c16="http://schemas.microsoft.com/office/drawing/2014/chart" uri="{C3380CC4-5D6E-409C-BE32-E72D297353CC}">
              <c16:uniqueId val="{00000000-E73A-4117-BC58-4A6B7AF4ADB5}"/>
            </c:ext>
          </c:extLst>
        </c:ser>
        <c:ser>
          <c:idx val="1"/>
          <c:order val="1"/>
          <c:tx>
            <c:strRef>
              <c:f>Spread_Calc!$X$6</c:f>
              <c:strCache>
                <c:ptCount val="1"/>
                <c:pt idx="0">
                  <c:v>CO CDS 5y</c:v>
                </c:pt>
              </c:strCache>
              <c:extLst xmlns:c15="http://schemas.microsoft.com/office/drawing/2012/chart"/>
            </c:strRef>
          </c:tx>
          <c:spPr>
            <a:ln w="12700">
              <a:solidFill>
                <a:schemeClr val="accent1"/>
              </a:solidFill>
            </a:ln>
          </c:spPr>
          <c:marker>
            <c:symbol val="none"/>
          </c:marker>
          <c:cat>
            <c:numRef>
              <c:f>Spread_Calc!$B$7:$B$7000</c:f>
              <c:numCache>
                <c:formatCode>m/d/yyyy</c:formatCode>
                <c:ptCount val="6994"/>
                <c:pt idx="0">
                  <c:v>36893</c:v>
                </c:pt>
                <c:pt idx="1">
                  <c:v>36894</c:v>
                </c:pt>
                <c:pt idx="2">
                  <c:v>36895</c:v>
                </c:pt>
                <c:pt idx="3">
                  <c:v>36896</c:v>
                </c:pt>
                <c:pt idx="4">
                  <c:v>36899</c:v>
                </c:pt>
                <c:pt idx="5">
                  <c:v>36900</c:v>
                </c:pt>
                <c:pt idx="6">
                  <c:v>36901</c:v>
                </c:pt>
                <c:pt idx="7">
                  <c:v>36902</c:v>
                </c:pt>
                <c:pt idx="8">
                  <c:v>36903</c:v>
                </c:pt>
                <c:pt idx="9">
                  <c:v>36906</c:v>
                </c:pt>
                <c:pt idx="10">
                  <c:v>36907</c:v>
                </c:pt>
                <c:pt idx="11">
                  <c:v>36908</c:v>
                </c:pt>
                <c:pt idx="12">
                  <c:v>36909</c:v>
                </c:pt>
                <c:pt idx="13">
                  <c:v>36910</c:v>
                </c:pt>
                <c:pt idx="14">
                  <c:v>36913</c:v>
                </c:pt>
                <c:pt idx="15">
                  <c:v>36914</c:v>
                </c:pt>
                <c:pt idx="16">
                  <c:v>36915</c:v>
                </c:pt>
                <c:pt idx="17">
                  <c:v>36916</c:v>
                </c:pt>
                <c:pt idx="18">
                  <c:v>36917</c:v>
                </c:pt>
                <c:pt idx="19">
                  <c:v>36920</c:v>
                </c:pt>
                <c:pt idx="20">
                  <c:v>36921</c:v>
                </c:pt>
                <c:pt idx="21">
                  <c:v>36922</c:v>
                </c:pt>
                <c:pt idx="22">
                  <c:v>36923</c:v>
                </c:pt>
                <c:pt idx="23">
                  <c:v>36924</c:v>
                </c:pt>
                <c:pt idx="24">
                  <c:v>36927</c:v>
                </c:pt>
                <c:pt idx="25">
                  <c:v>36928</c:v>
                </c:pt>
                <c:pt idx="26">
                  <c:v>36929</c:v>
                </c:pt>
                <c:pt idx="27">
                  <c:v>36930</c:v>
                </c:pt>
                <c:pt idx="28">
                  <c:v>36931</c:v>
                </c:pt>
                <c:pt idx="29">
                  <c:v>36934</c:v>
                </c:pt>
                <c:pt idx="30">
                  <c:v>36935</c:v>
                </c:pt>
                <c:pt idx="31">
                  <c:v>36936</c:v>
                </c:pt>
                <c:pt idx="32">
                  <c:v>36937</c:v>
                </c:pt>
                <c:pt idx="33">
                  <c:v>36938</c:v>
                </c:pt>
                <c:pt idx="34">
                  <c:v>36941</c:v>
                </c:pt>
                <c:pt idx="35">
                  <c:v>36942</c:v>
                </c:pt>
                <c:pt idx="36">
                  <c:v>36943</c:v>
                </c:pt>
                <c:pt idx="37">
                  <c:v>36944</c:v>
                </c:pt>
                <c:pt idx="38">
                  <c:v>36945</c:v>
                </c:pt>
                <c:pt idx="39">
                  <c:v>36948</c:v>
                </c:pt>
                <c:pt idx="40">
                  <c:v>36949</c:v>
                </c:pt>
                <c:pt idx="41">
                  <c:v>36950</c:v>
                </c:pt>
                <c:pt idx="42">
                  <c:v>36951</c:v>
                </c:pt>
                <c:pt idx="43">
                  <c:v>36952</c:v>
                </c:pt>
                <c:pt idx="44">
                  <c:v>36955</c:v>
                </c:pt>
                <c:pt idx="45">
                  <c:v>36956</c:v>
                </c:pt>
                <c:pt idx="46">
                  <c:v>36957</c:v>
                </c:pt>
                <c:pt idx="47">
                  <c:v>36958</c:v>
                </c:pt>
                <c:pt idx="48">
                  <c:v>36959</c:v>
                </c:pt>
                <c:pt idx="49">
                  <c:v>36962</c:v>
                </c:pt>
                <c:pt idx="50">
                  <c:v>36963</c:v>
                </c:pt>
                <c:pt idx="51">
                  <c:v>36964</c:v>
                </c:pt>
                <c:pt idx="52">
                  <c:v>36965</c:v>
                </c:pt>
                <c:pt idx="53">
                  <c:v>36966</c:v>
                </c:pt>
                <c:pt idx="54">
                  <c:v>36969</c:v>
                </c:pt>
                <c:pt idx="55">
                  <c:v>36970</c:v>
                </c:pt>
                <c:pt idx="56">
                  <c:v>36971</c:v>
                </c:pt>
                <c:pt idx="57">
                  <c:v>36972</c:v>
                </c:pt>
                <c:pt idx="58">
                  <c:v>36973</c:v>
                </c:pt>
                <c:pt idx="59">
                  <c:v>36976</c:v>
                </c:pt>
                <c:pt idx="60">
                  <c:v>36977</c:v>
                </c:pt>
                <c:pt idx="61">
                  <c:v>36978</c:v>
                </c:pt>
                <c:pt idx="62">
                  <c:v>36979</c:v>
                </c:pt>
                <c:pt idx="63">
                  <c:v>36980</c:v>
                </c:pt>
                <c:pt idx="64">
                  <c:v>36983</c:v>
                </c:pt>
                <c:pt idx="65">
                  <c:v>36984</c:v>
                </c:pt>
                <c:pt idx="66">
                  <c:v>36985</c:v>
                </c:pt>
                <c:pt idx="67">
                  <c:v>36986</c:v>
                </c:pt>
                <c:pt idx="68">
                  <c:v>36987</c:v>
                </c:pt>
                <c:pt idx="69">
                  <c:v>36990</c:v>
                </c:pt>
                <c:pt idx="70">
                  <c:v>36991</c:v>
                </c:pt>
                <c:pt idx="71">
                  <c:v>36992</c:v>
                </c:pt>
                <c:pt idx="72">
                  <c:v>36993</c:v>
                </c:pt>
                <c:pt idx="73">
                  <c:v>36994</c:v>
                </c:pt>
                <c:pt idx="74">
                  <c:v>36997</c:v>
                </c:pt>
                <c:pt idx="75">
                  <c:v>36998</c:v>
                </c:pt>
                <c:pt idx="76">
                  <c:v>36999</c:v>
                </c:pt>
                <c:pt idx="77">
                  <c:v>37000</c:v>
                </c:pt>
                <c:pt idx="78">
                  <c:v>37001</c:v>
                </c:pt>
                <c:pt idx="79">
                  <c:v>37004</c:v>
                </c:pt>
                <c:pt idx="80">
                  <c:v>37005</c:v>
                </c:pt>
                <c:pt idx="81">
                  <c:v>37006</c:v>
                </c:pt>
                <c:pt idx="82">
                  <c:v>37007</c:v>
                </c:pt>
                <c:pt idx="83">
                  <c:v>37008</c:v>
                </c:pt>
                <c:pt idx="84">
                  <c:v>37011</c:v>
                </c:pt>
                <c:pt idx="85">
                  <c:v>37012</c:v>
                </c:pt>
                <c:pt idx="86">
                  <c:v>37013</c:v>
                </c:pt>
                <c:pt idx="87">
                  <c:v>37014</c:v>
                </c:pt>
                <c:pt idx="88">
                  <c:v>37015</c:v>
                </c:pt>
                <c:pt idx="89">
                  <c:v>37018</c:v>
                </c:pt>
                <c:pt idx="90">
                  <c:v>37019</c:v>
                </c:pt>
                <c:pt idx="91">
                  <c:v>37020</c:v>
                </c:pt>
                <c:pt idx="92">
                  <c:v>37021</c:v>
                </c:pt>
                <c:pt idx="93">
                  <c:v>37022</c:v>
                </c:pt>
                <c:pt idx="94">
                  <c:v>37025</c:v>
                </c:pt>
                <c:pt idx="95">
                  <c:v>37026</c:v>
                </c:pt>
                <c:pt idx="96">
                  <c:v>37027</c:v>
                </c:pt>
                <c:pt idx="97">
                  <c:v>37028</c:v>
                </c:pt>
                <c:pt idx="98">
                  <c:v>37029</c:v>
                </c:pt>
                <c:pt idx="99">
                  <c:v>37032</c:v>
                </c:pt>
                <c:pt idx="100">
                  <c:v>37033</c:v>
                </c:pt>
                <c:pt idx="101">
                  <c:v>37034</c:v>
                </c:pt>
                <c:pt idx="102">
                  <c:v>37035</c:v>
                </c:pt>
                <c:pt idx="103">
                  <c:v>37036</c:v>
                </c:pt>
                <c:pt idx="104">
                  <c:v>37039</c:v>
                </c:pt>
                <c:pt idx="105">
                  <c:v>37040</c:v>
                </c:pt>
                <c:pt idx="106">
                  <c:v>37041</c:v>
                </c:pt>
                <c:pt idx="107">
                  <c:v>37042</c:v>
                </c:pt>
                <c:pt idx="108">
                  <c:v>37043</c:v>
                </c:pt>
                <c:pt idx="109">
                  <c:v>37046</c:v>
                </c:pt>
                <c:pt idx="110">
                  <c:v>37047</c:v>
                </c:pt>
                <c:pt idx="111">
                  <c:v>37048</c:v>
                </c:pt>
                <c:pt idx="112">
                  <c:v>37049</c:v>
                </c:pt>
                <c:pt idx="113">
                  <c:v>37050</c:v>
                </c:pt>
                <c:pt idx="114">
                  <c:v>37053</c:v>
                </c:pt>
                <c:pt idx="115">
                  <c:v>37054</c:v>
                </c:pt>
                <c:pt idx="116">
                  <c:v>37055</c:v>
                </c:pt>
                <c:pt idx="117">
                  <c:v>37056</c:v>
                </c:pt>
                <c:pt idx="118">
                  <c:v>37057</c:v>
                </c:pt>
                <c:pt idx="119">
                  <c:v>37060</c:v>
                </c:pt>
                <c:pt idx="120">
                  <c:v>37061</c:v>
                </c:pt>
                <c:pt idx="121">
                  <c:v>37062</c:v>
                </c:pt>
                <c:pt idx="122">
                  <c:v>37063</c:v>
                </c:pt>
                <c:pt idx="123">
                  <c:v>37064</c:v>
                </c:pt>
                <c:pt idx="124">
                  <c:v>37067</c:v>
                </c:pt>
                <c:pt idx="125">
                  <c:v>37068</c:v>
                </c:pt>
                <c:pt idx="126">
                  <c:v>37069</c:v>
                </c:pt>
                <c:pt idx="127">
                  <c:v>37070</c:v>
                </c:pt>
                <c:pt idx="128">
                  <c:v>37071</c:v>
                </c:pt>
                <c:pt idx="129">
                  <c:v>37074</c:v>
                </c:pt>
                <c:pt idx="130">
                  <c:v>37075</c:v>
                </c:pt>
                <c:pt idx="131">
                  <c:v>37076</c:v>
                </c:pt>
                <c:pt idx="132">
                  <c:v>37077</c:v>
                </c:pt>
                <c:pt idx="133">
                  <c:v>37078</c:v>
                </c:pt>
                <c:pt idx="134">
                  <c:v>37081</c:v>
                </c:pt>
                <c:pt idx="135">
                  <c:v>37082</c:v>
                </c:pt>
                <c:pt idx="136">
                  <c:v>37083</c:v>
                </c:pt>
                <c:pt idx="137">
                  <c:v>37084</c:v>
                </c:pt>
                <c:pt idx="138">
                  <c:v>37085</c:v>
                </c:pt>
                <c:pt idx="139">
                  <c:v>37088</c:v>
                </c:pt>
                <c:pt idx="140">
                  <c:v>37089</c:v>
                </c:pt>
                <c:pt idx="141">
                  <c:v>37090</c:v>
                </c:pt>
                <c:pt idx="142">
                  <c:v>37091</c:v>
                </c:pt>
                <c:pt idx="143">
                  <c:v>37092</c:v>
                </c:pt>
                <c:pt idx="144">
                  <c:v>37095</c:v>
                </c:pt>
                <c:pt idx="145">
                  <c:v>37096</c:v>
                </c:pt>
                <c:pt idx="146">
                  <c:v>37097</c:v>
                </c:pt>
                <c:pt idx="147">
                  <c:v>37098</c:v>
                </c:pt>
                <c:pt idx="148">
                  <c:v>37099</c:v>
                </c:pt>
                <c:pt idx="149">
                  <c:v>37102</c:v>
                </c:pt>
                <c:pt idx="150">
                  <c:v>37103</c:v>
                </c:pt>
                <c:pt idx="151">
                  <c:v>37104</c:v>
                </c:pt>
                <c:pt idx="152">
                  <c:v>37105</c:v>
                </c:pt>
                <c:pt idx="153">
                  <c:v>37106</c:v>
                </c:pt>
                <c:pt idx="154">
                  <c:v>37109</c:v>
                </c:pt>
                <c:pt idx="155">
                  <c:v>37110</c:v>
                </c:pt>
                <c:pt idx="156">
                  <c:v>37111</c:v>
                </c:pt>
                <c:pt idx="157">
                  <c:v>37112</c:v>
                </c:pt>
                <c:pt idx="158">
                  <c:v>37113</c:v>
                </c:pt>
                <c:pt idx="159">
                  <c:v>37116</c:v>
                </c:pt>
                <c:pt idx="160">
                  <c:v>37117</c:v>
                </c:pt>
                <c:pt idx="161">
                  <c:v>37118</c:v>
                </c:pt>
                <c:pt idx="162">
                  <c:v>37119</c:v>
                </c:pt>
                <c:pt idx="163">
                  <c:v>37120</c:v>
                </c:pt>
                <c:pt idx="164">
                  <c:v>37123</c:v>
                </c:pt>
                <c:pt idx="165">
                  <c:v>37124</c:v>
                </c:pt>
                <c:pt idx="166">
                  <c:v>37125</c:v>
                </c:pt>
                <c:pt idx="167">
                  <c:v>37126</c:v>
                </c:pt>
                <c:pt idx="168">
                  <c:v>37127</c:v>
                </c:pt>
                <c:pt idx="169">
                  <c:v>37130</c:v>
                </c:pt>
                <c:pt idx="170">
                  <c:v>37131</c:v>
                </c:pt>
                <c:pt idx="171">
                  <c:v>37132</c:v>
                </c:pt>
                <c:pt idx="172">
                  <c:v>37133</c:v>
                </c:pt>
                <c:pt idx="173">
                  <c:v>37134</c:v>
                </c:pt>
                <c:pt idx="174">
                  <c:v>37137</c:v>
                </c:pt>
                <c:pt idx="175">
                  <c:v>37138</c:v>
                </c:pt>
                <c:pt idx="176">
                  <c:v>37139</c:v>
                </c:pt>
                <c:pt idx="177">
                  <c:v>37140</c:v>
                </c:pt>
                <c:pt idx="178">
                  <c:v>37141</c:v>
                </c:pt>
                <c:pt idx="179">
                  <c:v>37144</c:v>
                </c:pt>
                <c:pt idx="180">
                  <c:v>37145</c:v>
                </c:pt>
                <c:pt idx="181">
                  <c:v>37146</c:v>
                </c:pt>
                <c:pt idx="182">
                  <c:v>37147</c:v>
                </c:pt>
                <c:pt idx="183">
                  <c:v>37148</c:v>
                </c:pt>
                <c:pt idx="184">
                  <c:v>37151</c:v>
                </c:pt>
                <c:pt idx="185">
                  <c:v>37152</c:v>
                </c:pt>
                <c:pt idx="186">
                  <c:v>37153</c:v>
                </c:pt>
                <c:pt idx="187">
                  <c:v>37154</c:v>
                </c:pt>
                <c:pt idx="188">
                  <c:v>37155</c:v>
                </c:pt>
                <c:pt idx="189">
                  <c:v>37158</c:v>
                </c:pt>
                <c:pt idx="190">
                  <c:v>37159</c:v>
                </c:pt>
                <c:pt idx="191">
                  <c:v>37160</c:v>
                </c:pt>
                <c:pt idx="192">
                  <c:v>37161</c:v>
                </c:pt>
                <c:pt idx="193">
                  <c:v>37162</c:v>
                </c:pt>
                <c:pt idx="194">
                  <c:v>37165</c:v>
                </c:pt>
                <c:pt idx="195">
                  <c:v>37166</c:v>
                </c:pt>
                <c:pt idx="196">
                  <c:v>37167</c:v>
                </c:pt>
                <c:pt idx="197">
                  <c:v>37168</c:v>
                </c:pt>
                <c:pt idx="198">
                  <c:v>37169</c:v>
                </c:pt>
                <c:pt idx="199">
                  <c:v>37172</c:v>
                </c:pt>
                <c:pt idx="200">
                  <c:v>37173</c:v>
                </c:pt>
                <c:pt idx="201">
                  <c:v>37174</c:v>
                </c:pt>
                <c:pt idx="202">
                  <c:v>37175</c:v>
                </c:pt>
                <c:pt idx="203">
                  <c:v>37176</c:v>
                </c:pt>
                <c:pt idx="204">
                  <c:v>37179</c:v>
                </c:pt>
                <c:pt idx="205">
                  <c:v>37180</c:v>
                </c:pt>
                <c:pt idx="206">
                  <c:v>37181</c:v>
                </c:pt>
                <c:pt idx="207">
                  <c:v>37182</c:v>
                </c:pt>
                <c:pt idx="208">
                  <c:v>37183</c:v>
                </c:pt>
                <c:pt idx="209">
                  <c:v>37186</c:v>
                </c:pt>
                <c:pt idx="210">
                  <c:v>37187</c:v>
                </c:pt>
                <c:pt idx="211">
                  <c:v>37188</c:v>
                </c:pt>
                <c:pt idx="212">
                  <c:v>37189</c:v>
                </c:pt>
                <c:pt idx="213">
                  <c:v>37190</c:v>
                </c:pt>
                <c:pt idx="214">
                  <c:v>37193</c:v>
                </c:pt>
                <c:pt idx="215">
                  <c:v>37194</c:v>
                </c:pt>
                <c:pt idx="216">
                  <c:v>37195</c:v>
                </c:pt>
                <c:pt idx="217">
                  <c:v>37196</c:v>
                </c:pt>
                <c:pt idx="218">
                  <c:v>37197</c:v>
                </c:pt>
                <c:pt idx="219">
                  <c:v>37200</c:v>
                </c:pt>
                <c:pt idx="220">
                  <c:v>37201</c:v>
                </c:pt>
                <c:pt idx="221">
                  <c:v>37202</c:v>
                </c:pt>
                <c:pt idx="222">
                  <c:v>37203</c:v>
                </c:pt>
                <c:pt idx="223">
                  <c:v>37204</c:v>
                </c:pt>
                <c:pt idx="224">
                  <c:v>37207</c:v>
                </c:pt>
                <c:pt idx="225">
                  <c:v>37208</c:v>
                </c:pt>
                <c:pt idx="226">
                  <c:v>37209</c:v>
                </c:pt>
                <c:pt idx="227">
                  <c:v>37210</c:v>
                </c:pt>
                <c:pt idx="228">
                  <c:v>37211</c:v>
                </c:pt>
                <c:pt idx="229">
                  <c:v>37214</c:v>
                </c:pt>
                <c:pt idx="230">
                  <c:v>37215</c:v>
                </c:pt>
                <c:pt idx="231">
                  <c:v>37216</c:v>
                </c:pt>
                <c:pt idx="232">
                  <c:v>37217</c:v>
                </c:pt>
                <c:pt idx="233">
                  <c:v>37218</c:v>
                </c:pt>
                <c:pt idx="234">
                  <c:v>37221</c:v>
                </c:pt>
                <c:pt idx="235">
                  <c:v>37222</c:v>
                </c:pt>
                <c:pt idx="236">
                  <c:v>37223</c:v>
                </c:pt>
                <c:pt idx="237">
                  <c:v>37224</c:v>
                </c:pt>
                <c:pt idx="238">
                  <c:v>37225</c:v>
                </c:pt>
                <c:pt idx="239">
                  <c:v>37228</c:v>
                </c:pt>
                <c:pt idx="240">
                  <c:v>37229</c:v>
                </c:pt>
                <c:pt idx="241">
                  <c:v>37230</c:v>
                </c:pt>
                <c:pt idx="242">
                  <c:v>37231</c:v>
                </c:pt>
                <c:pt idx="243">
                  <c:v>37232</c:v>
                </c:pt>
                <c:pt idx="244">
                  <c:v>37235</c:v>
                </c:pt>
                <c:pt idx="245">
                  <c:v>37236</c:v>
                </c:pt>
                <c:pt idx="246">
                  <c:v>37237</c:v>
                </c:pt>
                <c:pt idx="247">
                  <c:v>37238</c:v>
                </c:pt>
                <c:pt idx="248">
                  <c:v>37239</c:v>
                </c:pt>
                <c:pt idx="249">
                  <c:v>37242</c:v>
                </c:pt>
                <c:pt idx="250">
                  <c:v>37243</c:v>
                </c:pt>
                <c:pt idx="251">
                  <c:v>37244</c:v>
                </c:pt>
                <c:pt idx="252">
                  <c:v>37245</c:v>
                </c:pt>
                <c:pt idx="253">
                  <c:v>37246</c:v>
                </c:pt>
                <c:pt idx="254">
                  <c:v>37249</c:v>
                </c:pt>
                <c:pt idx="255">
                  <c:v>37250</c:v>
                </c:pt>
                <c:pt idx="256">
                  <c:v>37251</c:v>
                </c:pt>
                <c:pt idx="257">
                  <c:v>37252</c:v>
                </c:pt>
                <c:pt idx="258">
                  <c:v>37253</c:v>
                </c:pt>
                <c:pt idx="259">
                  <c:v>37256</c:v>
                </c:pt>
                <c:pt idx="260">
                  <c:v>37257</c:v>
                </c:pt>
                <c:pt idx="261">
                  <c:v>37258</c:v>
                </c:pt>
                <c:pt idx="262">
                  <c:v>37259</c:v>
                </c:pt>
                <c:pt idx="263">
                  <c:v>37260</c:v>
                </c:pt>
                <c:pt idx="264">
                  <c:v>37263</c:v>
                </c:pt>
                <c:pt idx="265">
                  <c:v>37264</c:v>
                </c:pt>
                <c:pt idx="266">
                  <c:v>37265</c:v>
                </c:pt>
                <c:pt idx="267">
                  <c:v>37266</c:v>
                </c:pt>
                <c:pt idx="268">
                  <c:v>37267</c:v>
                </c:pt>
                <c:pt idx="269">
                  <c:v>37270</c:v>
                </c:pt>
                <c:pt idx="270">
                  <c:v>37271</c:v>
                </c:pt>
                <c:pt idx="271">
                  <c:v>37272</c:v>
                </c:pt>
                <c:pt idx="272">
                  <c:v>37273</c:v>
                </c:pt>
                <c:pt idx="273">
                  <c:v>37274</c:v>
                </c:pt>
                <c:pt idx="274">
                  <c:v>37277</c:v>
                </c:pt>
                <c:pt idx="275">
                  <c:v>37278</c:v>
                </c:pt>
                <c:pt idx="276">
                  <c:v>37279</c:v>
                </c:pt>
                <c:pt idx="277">
                  <c:v>37280</c:v>
                </c:pt>
                <c:pt idx="278">
                  <c:v>37281</c:v>
                </c:pt>
                <c:pt idx="279">
                  <c:v>37284</c:v>
                </c:pt>
                <c:pt idx="280">
                  <c:v>37285</c:v>
                </c:pt>
                <c:pt idx="281">
                  <c:v>37286</c:v>
                </c:pt>
                <c:pt idx="282">
                  <c:v>37287</c:v>
                </c:pt>
                <c:pt idx="283">
                  <c:v>37288</c:v>
                </c:pt>
                <c:pt idx="284">
                  <c:v>37291</c:v>
                </c:pt>
                <c:pt idx="285">
                  <c:v>37292</c:v>
                </c:pt>
                <c:pt idx="286">
                  <c:v>37293</c:v>
                </c:pt>
                <c:pt idx="287">
                  <c:v>37294</c:v>
                </c:pt>
                <c:pt idx="288">
                  <c:v>37295</c:v>
                </c:pt>
                <c:pt idx="289">
                  <c:v>37298</c:v>
                </c:pt>
                <c:pt idx="290">
                  <c:v>37299</c:v>
                </c:pt>
                <c:pt idx="291">
                  <c:v>37300</c:v>
                </c:pt>
                <c:pt idx="292">
                  <c:v>37301</c:v>
                </c:pt>
                <c:pt idx="293">
                  <c:v>37302</c:v>
                </c:pt>
                <c:pt idx="294">
                  <c:v>37305</c:v>
                </c:pt>
                <c:pt idx="295">
                  <c:v>37306</c:v>
                </c:pt>
                <c:pt idx="296">
                  <c:v>37307</c:v>
                </c:pt>
                <c:pt idx="297">
                  <c:v>37308</c:v>
                </c:pt>
                <c:pt idx="298">
                  <c:v>37309</c:v>
                </c:pt>
                <c:pt idx="299">
                  <c:v>37312</c:v>
                </c:pt>
                <c:pt idx="300">
                  <c:v>37313</c:v>
                </c:pt>
                <c:pt idx="301">
                  <c:v>37314</c:v>
                </c:pt>
                <c:pt idx="302">
                  <c:v>37315</c:v>
                </c:pt>
                <c:pt idx="303">
                  <c:v>37316</c:v>
                </c:pt>
                <c:pt idx="304">
                  <c:v>37319</c:v>
                </c:pt>
                <c:pt idx="305">
                  <c:v>37320</c:v>
                </c:pt>
                <c:pt idx="306">
                  <c:v>37321</c:v>
                </c:pt>
                <c:pt idx="307">
                  <c:v>37322</c:v>
                </c:pt>
                <c:pt idx="308">
                  <c:v>37323</c:v>
                </c:pt>
                <c:pt idx="309">
                  <c:v>37326</c:v>
                </c:pt>
                <c:pt idx="310">
                  <c:v>37327</c:v>
                </c:pt>
                <c:pt idx="311">
                  <c:v>37328</c:v>
                </c:pt>
                <c:pt idx="312">
                  <c:v>37329</c:v>
                </c:pt>
                <c:pt idx="313">
                  <c:v>37330</c:v>
                </c:pt>
                <c:pt idx="314">
                  <c:v>37333</c:v>
                </c:pt>
                <c:pt idx="315">
                  <c:v>37334</c:v>
                </c:pt>
                <c:pt idx="316">
                  <c:v>37335</c:v>
                </c:pt>
                <c:pt idx="317">
                  <c:v>37336</c:v>
                </c:pt>
                <c:pt idx="318">
                  <c:v>37337</c:v>
                </c:pt>
                <c:pt idx="319">
                  <c:v>37340</c:v>
                </c:pt>
                <c:pt idx="320">
                  <c:v>37341</c:v>
                </c:pt>
                <c:pt idx="321">
                  <c:v>37342</c:v>
                </c:pt>
                <c:pt idx="322">
                  <c:v>37343</c:v>
                </c:pt>
                <c:pt idx="323">
                  <c:v>37344</c:v>
                </c:pt>
                <c:pt idx="324">
                  <c:v>37347</c:v>
                </c:pt>
                <c:pt idx="325">
                  <c:v>37348</c:v>
                </c:pt>
                <c:pt idx="326">
                  <c:v>37349</c:v>
                </c:pt>
                <c:pt idx="327">
                  <c:v>37350</c:v>
                </c:pt>
                <c:pt idx="328">
                  <c:v>37351</c:v>
                </c:pt>
                <c:pt idx="329">
                  <c:v>37354</c:v>
                </c:pt>
                <c:pt idx="330">
                  <c:v>37355</c:v>
                </c:pt>
                <c:pt idx="331">
                  <c:v>37356</c:v>
                </c:pt>
                <c:pt idx="332">
                  <c:v>37357</c:v>
                </c:pt>
                <c:pt idx="333">
                  <c:v>37358</c:v>
                </c:pt>
                <c:pt idx="334">
                  <c:v>37361</c:v>
                </c:pt>
                <c:pt idx="335">
                  <c:v>37362</c:v>
                </c:pt>
                <c:pt idx="336">
                  <c:v>37363</c:v>
                </c:pt>
                <c:pt idx="337">
                  <c:v>37364</c:v>
                </c:pt>
                <c:pt idx="338">
                  <c:v>37365</c:v>
                </c:pt>
                <c:pt idx="339">
                  <c:v>37368</c:v>
                </c:pt>
                <c:pt idx="340">
                  <c:v>37369</c:v>
                </c:pt>
                <c:pt idx="341">
                  <c:v>37370</c:v>
                </c:pt>
                <c:pt idx="342">
                  <c:v>37371</c:v>
                </c:pt>
                <c:pt idx="343">
                  <c:v>37372</c:v>
                </c:pt>
                <c:pt idx="344">
                  <c:v>37375</c:v>
                </c:pt>
                <c:pt idx="345">
                  <c:v>37376</c:v>
                </c:pt>
                <c:pt idx="346">
                  <c:v>37377</c:v>
                </c:pt>
                <c:pt idx="347">
                  <c:v>37378</c:v>
                </c:pt>
                <c:pt idx="348">
                  <c:v>37379</c:v>
                </c:pt>
                <c:pt idx="349">
                  <c:v>37382</c:v>
                </c:pt>
                <c:pt idx="350">
                  <c:v>37383</c:v>
                </c:pt>
                <c:pt idx="351">
                  <c:v>37384</c:v>
                </c:pt>
                <c:pt idx="352">
                  <c:v>37385</c:v>
                </c:pt>
                <c:pt idx="353">
                  <c:v>37386</c:v>
                </c:pt>
                <c:pt idx="354">
                  <c:v>37389</c:v>
                </c:pt>
                <c:pt idx="355">
                  <c:v>37390</c:v>
                </c:pt>
                <c:pt idx="356">
                  <c:v>37391</c:v>
                </c:pt>
                <c:pt idx="357">
                  <c:v>37392</c:v>
                </c:pt>
                <c:pt idx="358">
                  <c:v>37393</c:v>
                </c:pt>
                <c:pt idx="359">
                  <c:v>37396</c:v>
                </c:pt>
                <c:pt idx="360">
                  <c:v>37397</c:v>
                </c:pt>
                <c:pt idx="361">
                  <c:v>37398</c:v>
                </c:pt>
                <c:pt idx="362">
                  <c:v>37399</c:v>
                </c:pt>
                <c:pt idx="363">
                  <c:v>37400</c:v>
                </c:pt>
                <c:pt idx="364">
                  <c:v>37403</c:v>
                </c:pt>
                <c:pt idx="365">
                  <c:v>37404</c:v>
                </c:pt>
                <c:pt idx="366">
                  <c:v>37405</c:v>
                </c:pt>
                <c:pt idx="367">
                  <c:v>37406</c:v>
                </c:pt>
                <c:pt idx="368">
                  <c:v>37407</c:v>
                </c:pt>
                <c:pt idx="369">
                  <c:v>37410</c:v>
                </c:pt>
                <c:pt idx="370">
                  <c:v>37411</c:v>
                </c:pt>
                <c:pt idx="371">
                  <c:v>37412</c:v>
                </c:pt>
                <c:pt idx="372">
                  <c:v>37413</c:v>
                </c:pt>
                <c:pt idx="373">
                  <c:v>37414</c:v>
                </c:pt>
                <c:pt idx="374">
                  <c:v>37417</c:v>
                </c:pt>
                <c:pt idx="375">
                  <c:v>37418</c:v>
                </c:pt>
                <c:pt idx="376">
                  <c:v>37419</c:v>
                </c:pt>
                <c:pt idx="377">
                  <c:v>37420</c:v>
                </c:pt>
                <c:pt idx="378">
                  <c:v>37421</c:v>
                </c:pt>
                <c:pt idx="379">
                  <c:v>37424</c:v>
                </c:pt>
                <c:pt idx="380">
                  <c:v>37425</c:v>
                </c:pt>
                <c:pt idx="381">
                  <c:v>37426</c:v>
                </c:pt>
                <c:pt idx="382">
                  <c:v>37427</c:v>
                </c:pt>
                <c:pt idx="383">
                  <c:v>37428</c:v>
                </c:pt>
                <c:pt idx="384">
                  <c:v>37431</c:v>
                </c:pt>
                <c:pt idx="385">
                  <c:v>37432</c:v>
                </c:pt>
                <c:pt idx="386">
                  <c:v>37433</c:v>
                </c:pt>
                <c:pt idx="387">
                  <c:v>37434</c:v>
                </c:pt>
                <c:pt idx="388">
                  <c:v>37435</c:v>
                </c:pt>
                <c:pt idx="389">
                  <c:v>37438</c:v>
                </c:pt>
                <c:pt idx="390">
                  <c:v>37439</c:v>
                </c:pt>
                <c:pt idx="391">
                  <c:v>37440</c:v>
                </c:pt>
                <c:pt idx="392">
                  <c:v>37441</c:v>
                </c:pt>
                <c:pt idx="393">
                  <c:v>37442</c:v>
                </c:pt>
                <c:pt idx="394">
                  <c:v>37445</c:v>
                </c:pt>
                <c:pt idx="395">
                  <c:v>37446</c:v>
                </c:pt>
                <c:pt idx="396">
                  <c:v>37447</c:v>
                </c:pt>
                <c:pt idx="397">
                  <c:v>37448</c:v>
                </c:pt>
                <c:pt idx="398">
                  <c:v>37449</c:v>
                </c:pt>
                <c:pt idx="399">
                  <c:v>37452</c:v>
                </c:pt>
                <c:pt idx="400">
                  <c:v>37453</c:v>
                </c:pt>
                <c:pt idx="401">
                  <c:v>37454</c:v>
                </c:pt>
                <c:pt idx="402">
                  <c:v>37455</c:v>
                </c:pt>
                <c:pt idx="403">
                  <c:v>37456</c:v>
                </c:pt>
                <c:pt idx="404">
                  <c:v>37459</c:v>
                </c:pt>
                <c:pt idx="405">
                  <c:v>37460</c:v>
                </c:pt>
                <c:pt idx="406">
                  <c:v>37461</c:v>
                </c:pt>
                <c:pt idx="407">
                  <c:v>37462</c:v>
                </c:pt>
                <c:pt idx="408">
                  <c:v>37463</c:v>
                </c:pt>
                <c:pt idx="409">
                  <c:v>37466</c:v>
                </c:pt>
                <c:pt idx="410">
                  <c:v>37467</c:v>
                </c:pt>
                <c:pt idx="411">
                  <c:v>37468</c:v>
                </c:pt>
                <c:pt idx="412">
                  <c:v>37469</c:v>
                </c:pt>
                <c:pt idx="413">
                  <c:v>37470</c:v>
                </c:pt>
                <c:pt idx="414">
                  <c:v>37473</c:v>
                </c:pt>
                <c:pt idx="415">
                  <c:v>37474</c:v>
                </c:pt>
                <c:pt idx="416">
                  <c:v>37475</c:v>
                </c:pt>
                <c:pt idx="417">
                  <c:v>37476</c:v>
                </c:pt>
                <c:pt idx="418">
                  <c:v>37477</c:v>
                </c:pt>
                <c:pt idx="419">
                  <c:v>37480</c:v>
                </c:pt>
                <c:pt idx="420">
                  <c:v>37481</c:v>
                </c:pt>
                <c:pt idx="421">
                  <c:v>37482</c:v>
                </c:pt>
                <c:pt idx="422">
                  <c:v>37483</c:v>
                </c:pt>
                <c:pt idx="423">
                  <c:v>37484</c:v>
                </c:pt>
                <c:pt idx="424">
                  <c:v>37487</c:v>
                </c:pt>
                <c:pt idx="425">
                  <c:v>37488</c:v>
                </c:pt>
                <c:pt idx="426">
                  <c:v>37489</c:v>
                </c:pt>
                <c:pt idx="427">
                  <c:v>37490</c:v>
                </c:pt>
                <c:pt idx="428">
                  <c:v>37491</c:v>
                </c:pt>
                <c:pt idx="429">
                  <c:v>37494</c:v>
                </c:pt>
                <c:pt idx="430">
                  <c:v>37495</c:v>
                </c:pt>
                <c:pt idx="431">
                  <c:v>37496</c:v>
                </c:pt>
                <c:pt idx="432">
                  <c:v>37497</c:v>
                </c:pt>
                <c:pt idx="433">
                  <c:v>37498</c:v>
                </c:pt>
                <c:pt idx="434">
                  <c:v>37501</c:v>
                </c:pt>
                <c:pt idx="435">
                  <c:v>37502</c:v>
                </c:pt>
                <c:pt idx="436">
                  <c:v>37503</c:v>
                </c:pt>
                <c:pt idx="437">
                  <c:v>37504</c:v>
                </c:pt>
                <c:pt idx="438">
                  <c:v>37505</c:v>
                </c:pt>
                <c:pt idx="439">
                  <c:v>37508</c:v>
                </c:pt>
                <c:pt idx="440">
                  <c:v>37509</c:v>
                </c:pt>
                <c:pt idx="441">
                  <c:v>37510</c:v>
                </c:pt>
                <c:pt idx="442">
                  <c:v>37511</c:v>
                </c:pt>
                <c:pt idx="443">
                  <c:v>37512</c:v>
                </c:pt>
                <c:pt idx="444">
                  <c:v>37515</c:v>
                </c:pt>
                <c:pt idx="445">
                  <c:v>37516</c:v>
                </c:pt>
                <c:pt idx="446">
                  <c:v>37517</c:v>
                </c:pt>
                <c:pt idx="447">
                  <c:v>37518</c:v>
                </c:pt>
                <c:pt idx="448">
                  <c:v>37519</c:v>
                </c:pt>
                <c:pt idx="449">
                  <c:v>37522</c:v>
                </c:pt>
                <c:pt idx="450">
                  <c:v>37523</c:v>
                </c:pt>
                <c:pt idx="451">
                  <c:v>37524</c:v>
                </c:pt>
                <c:pt idx="452">
                  <c:v>37525</c:v>
                </c:pt>
                <c:pt idx="453">
                  <c:v>37526</c:v>
                </c:pt>
                <c:pt idx="454">
                  <c:v>37529</c:v>
                </c:pt>
                <c:pt idx="455">
                  <c:v>37530</c:v>
                </c:pt>
                <c:pt idx="456">
                  <c:v>37531</c:v>
                </c:pt>
                <c:pt idx="457">
                  <c:v>37532</c:v>
                </c:pt>
                <c:pt idx="458">
                  <c:v>37533</c:v>
                </c:pt>
                <c:pt idx="459">
                  <c:v>37536</c:v>
                </c:pt>
                <c:pt idx="460">
                  <c:v>37537</c:v>
                </c:pt>
                <c:pt idx="461">
                  <c:v>37538</c:v>
                </c:pt>
                <c:pt idx="462">
                  <c:v>37539</c:v>
                </c:pt>
                <c:pt idx="463">
                  <c:v>37540</c:v>
                </c:pt>
                <c:pt idx="464">
                  <c:v>37543</c:v>
                </c:pt>
                <c:pt idx="465">
                  <c:v>37544</c:v>
                </c:pt>
                <c:pt idx="466">
                  <c:v>37545</c:v>
                </c:pt>
                <c:pt idx="467">
                  <c:v>37546</c:v>
                </c:pt>
                <c:pt idx="468">
                  <c:v>37547</c:v>
                </c:pt>
                <c:pt idx="469">
                  <c:v>37550</c:v>
                </c:pt>
                <c:pt idx="470">
                  <c:v>37551</c:v>
                </c:pt>
                <c:pt idx="471">
                  <c:v>37552</c:v>
                </c:pt>
                <c:pt idx="472">
                  <c:v>37553</c:v>
                </c:pt>
                <c:pt idx="473">
                  <c:v>37554</c:v>
                </c:pt>
                <c:pt idx="474">
                  <c:v>37557</c:v>
                </c:pt>
                <c:pt idx="475">
                  <c:v>37558</c:v>
                </c:pt>
                <c:pt idx="476">
                  <c:v>37559</c:v>
                </c:pt>
                <c:pt idx="477">
                  <c:v>37560</c:v>
                </c:pt>
                <c:pt idx="478">
                  <c:v>37561</c:v>
                </c:pt>
                <c:pt idx="479">
                  <c:v>37564</c:v>
                </c:pt>
                <c:pt idx="480">
                  <c:v>37565</c:v>
                </c:pt>
                <c:pt idx="481">
                  <c:v>37566</c:v>
                </c:pt>
                <c:pt idx="482">
                  <c:v>37567</c:v>
                </c:pt>
                <c:pt idx="483">
                  <c:v>37568</c:v>
                </c:pt>
                <c:pt idx="484">
                  <c:v>37571</c:v>
                </c:pt>
                <c:pt idx="485">
                  <c:v>37572</c:v>
                </c:pt>
                <c:pt idx="486">
                  <c:v>37573</c:v>
                </c:pt>
                <c:pt idx="487">
                  <c:v>37574</c:v>
                </c:pt>
                <c:pt idx="488">
                  <c:v>37575</c:v>
                </c:pt>
                <c:pt idx="489">
                  <c:v>37578</c:v>
                </c:pt>
                <c:pt idx="490">
                  <c:v>37579</c:v>
                </c:pt>
                <c:pt idx="491">
                  <c:v>37580</c:v>
                </c:pt>
                <c:pt idx="492">
                  <c:v>37581</c:v>
                </c:pt>
                <c:pt idx="493">
                  <c:v>37582</c:v>
                </c:pt>
                <c:pt idx="494">
                  <c:v>37585</c:v>
                </c:pt>
                <c:pt idx="495">
                  <c:v>37586</c:v>
                </c:pt>
                <c:pt idx="496">
                  <c:v>37587</c:v>
                </c:pt>
                <c:pt idx="497">
                  <c:v>37588</c:v>
                </c:pt>
                <c:pt idx="498">
                  <c:v>37589</c:v>
                </c:pt>
                <c:pt idx="499">
                  <c:v>37592</c:v>
                </c:pt>
                <c:pt idx="500">
                  <c:v>37593</c:v>
                </c:pt>
                <c:pt idx="501">
                  <c:v>37594</c:v>
                </c:pt>
                <c:pt idx="502">
                  <c:v>37595</c:v>
                </c:pt>
                <c:pt idx="503">
                  <c:v>37596</c:v>
                </c:pt>
                <c:pt idx="504">
                  <c:v>37599</c:v>
                </c:pt>
                <c:pt idx="505">
                  <c:v>37600</c:v>
                </c:pt>
                <c:pt idx="506">
                  <c:v>37601</c:v>
                </c:pt>
                <c:pt idx="507">
                  <c:v>37602</c:v>
                </c:pt>
                <c:pt idx="508">
                  <c:v>37603</c:v>
                </c:pt>
                <c:pt idx="509">
                  <c:v>37606</c:v>
                </c:pt>
                <c:pt idx="510">
                  <c:v>37607</c:v>
                </c:pt>
                <c:pt idx="511">
                  <c:v>37608</c:v>
                </c:pt>
                <c:pt idx="512">
                  <c:v>37609</c:v>
                </c:pt>
                <c:pt idx="513">
                  <c:v>37610</c:v>
                </c:pt>
                <c:pt idx="514">
                  <c:v>37613</c:v>
                </c:pt>
                <c:pt idx="515">
                  <c:v>37614</c:v>
                </c:pt>
                <c:pt idx="516">
                  <c:v>37615</c:v>
                </c:pt>
                <c:pt idx="517">
                  <c:v>37616</c:v>
                </c:pt>
                <c:pt idx="518">
                  <c:v>37617</c:v>
                </c:pt>
                <c:pt idx="519">
                  <c:v>37620</c:v>
                </c:pt>
                <c:pt idx="520">
                  <c:v>37621</c:v>
                </c:pt>
                <c:pt idx="521">
                  <c:v>37622</c:v>
                </c:pt>
                <c:pt idx="522">
                  <c:v>37623</c:v>
                </c:pt>
                <c:pt idx="523">
                  <c:v>37624</c:v>
                </c:pt>
                <c:pt idx="524">
                  <c:v>37627</c:v>
                </c:pt>
                <c:pt idx="525">
                  <c:v>37628</c:v>
                </c:pt>
                <c:pt idx="526">
                  <c:v>37629</c:v>
                </c:pt>
                <c:pt idx="527">
                  <c:v>37630</c:v>
                </c:pt>
                <c:pt idx="528">
                  <c:v>37631</c:v>
                </c:pt>
                <c:pt idx="529">
                  <c:v>37634</c:v>
                </c:pt>
                <c:pt idx="530">
                  <c:v>37635</c:v>
                </c:pt>
                <c:pt idx="531">
                  <c:v>37636</c:v>
                </c:pt>
                <c:pt idx="532">
                  <c:v>37637</c:v>
                </c:pt>
                <c:pt idx="533">
                  <c:v>37638</c:v>
                </c:pt>
                <c:pt idx="534">
                  <c:v>37641</c:v>
                </c:pt>
                <c:pt idx="535">
                  <c:v>37642</c:v>
                </c:pt>
                <c:pt idx="536">
                  <c:v>37643</c:v>
                </c:pt>
                <c:pt idx="537">
                  <c:v>37644</c:v>
                </c:pt>
                <c:pt idx="538">
                  <c:v>37645</c:v>
                </c:pt>
                <c:pt idx="539">
                  <c:v>37648</c:v>
                </c:pt>
                <c:pt idx="540">
                  <c:v>37649</c:v>
                </c:pt>
                <c:pt idx="541">
                  <c:v>37650</c:v>
                </c:pt>
                <c:pt idx="542">
                  <c:v>37651</c:v>
                </c:pt>
                <c:pt idx="543">
                  <c:v>37652</c:v>
                </c:pt>
                <c:pt idx="544">
                  <c:v>37655</c:v>
                </c:pt>
                <c:pt idx="545">
                  <c:v>37656</c:v>
                </c:pt>
                <c:pt idx="546">
                  <c:v>37657</c:v>
                </c:pt>
                <c:pt idx="547">
                  <c:v>37658</c:v>
                </c:pt>
                <c:pt idx="548">
                  <c:v>37659</c:v>
                </c:pt>
                <c:pt idx="549">
                  <c:v>37662</c:v>
                </c:pt>
                <c:pt idx="550">
                  <c:v>37663</c:v>
                </c:pt>
                <c:pt idx="551">
                  <c:v>37664</c:v>
                </c:pt>
                <c:pt idx="552">
                  <c:v>37665</c:v>
                </c:pt>
                <c:pt idx="553">
                  <c:v>37666</c:v>
                </c:pt>
                <c:pt idx="554">
                  <c:v>37669</c:v>
                </c:pt>
                <c:pt idx="555">
                  <c:v>37670</c:v>
                </c:pt>
                <c:pt idx="556">
                  <c:v>37671</c:v>
                </c:pt>
                <c:pt idx="557">
                  <c:v>37672</c:v>
                </c:pt>
                <c:pt idx="558">
                  <c:v>37673</c:v>
                </c:pt>
                <c:pt idx="559">
                  <c:v>37676</c:v>
                </c:pt>
                <c:pt idx="560">
                  <c:v>37677</c:v>
                </c:pt>
                <c:pt idx="561">
                  <c:v>37678</c:v>
                </c:pt>
                <c:pt idx="562">
                  <c:v>37679</c:v>
                </c:pt>
                <c:pt idx="563">
                  <c:v>37680</c:v>
                </c:pt>
                <c:pt idx="564">
                  <c:v>37683</c:v>
                </c:pt>
                <c:pt idx="565">
                  <c:v>37684</c:v>
                </c:pt>
                <c:pt idx="566">
                  <c:v>37685</c:v>
                </c:pt>
                <c:pt idx="567">
                  <c:v>37686</c:v>
                </c:pt>
                <c:pt idx="568">
                  <c:v>37687</c:v>
                </c:pt>
                <c:pt idx="569">
                  <c:v>37690</c:v>
                </c:pt>
                <c:pt idx="570">
                  <c:v>37691</c:v>
                </c:pt>
                <c:pt idx="571">
                  <c:v>37692</c:v>
                </c:pt>
                <c:pt idx="572">
                  <c:v>37693</c:v>
                </c:pt>
                <c:pt idx="573">
                  <c:v>37694</c:v>
                </c:pt>
                <c:pt idx="574">
                  <c:v>37697</c:v>
                </c:pt>
                <c:pt idx="575">
                  <c:v>37698</c:v>
                </c:pt>
                <c:pt idx="576">
                  <c:v>37699</c:v>
                </c:pt>
                <c:pt idx="577">
                  <c:v>37700</c:v>
                </c:pt>
                <c:pt idx="578">
                  <c:v>37701</c:v>
                </c:pt>
                <c:pt idx="579">
                  <c:v>37704</c:v>
                </c:pt>
                <c:pt idx="580">
                  <c:v>37705</c:v>
                </c:pt>
                <c:pt idx="581">
                  <c:v>37706</c:v>
                </c:pt>
                <c:pt idx="582">
                  <c:v>37707</c:v>
                </c:pt>
                <c:pt idx="583">
                  <c:v>37708</c:v>
                </c:pt>
                <c:pt idx="584">
                  <c:v>37711</c:v>
                </c:pt>
                <c:pt idx="585">
                  <c:v>37712</c:v>
                </c:pt>
                <c:pt idx="586">
                  <c:v>37713</c:v>
                </c:pt>
                <c:pt idx="587">
                  <c:v>37714</c:v>
                </c:pt>
                <c:pt idx="588">
                  <c:v>37715</c:v>
                </c:pt>
                <c:pt idx="589">
                  <c:v>37718</c:v>
                </c:pt>
                <c:pt idx="590">
                  <c:v>37719</c:v>
                </c:pt>
                <c:pt idx="591">
                  <c:v>37720</c:v>
                </c:pt>
                <c:pt idx="592">
                  <c:v>37721</c:v>
                </c:pt>
                <c:pt idx="593">
                  <c:v>37722</c:v>
                </c:pt>
                <c:pt idx="594">
                  <c:v>37725</c:v>
                </c:pt>
                <c:pt idx="595">
                  <c:v>37726</c:v>
                </c:pt>
                <c:pt idx="596">
                  <c:v>37727</c:v>
                </c:pt>
                <c:pt idx="597">
                  <c:v>37728</c:v>
                </c:pt>
                <c:pt idx="598">
                  <c:v>37729</c:v>
                </c:pt>
                <c:pt idx="599">
                  <c:v>37732</c:v>
                </c:pt>
                <c:pt idx="600">
                  <c:v>37733</c:v>
                </c:pt>
                <c:pt idx="601">
                  <c:v>37734</c:v>
                </c:pt>
                <c:pt idx="602">
                  <c:v>37735</c:v>
                </c:pt>
                <c:pt idx="603">
                  <c:v>37736</c:v>
                </c:pt>
                <c:pt idx="604">
                  <c:v>37739</c:v>
                </c:pt>
                <c:pt idx="605">
                  <c:v>37740</c:v>
                </c:pt>
                <c:pt idx="606">
                  <c:v>37741</c:v>
                </c:pt>
                <c:pt idx="607">
                  <c:v>37742</c:v>
                </c:pt>
                <c:pt idx="608">
                  <c:v>37743</c:v>
                </c:pt>
                <c:pt idx="609">
                  <c:v>37746</c:v>
                </c:pt>
                <c:pt idx="610">
                  <c:v>37747</c:v>
                </c:pt>
                <c:pt idx="611">
                  <c:v>37748</c:v>
                </c:pt>
                <c:pt idx="612">
                  <c:v>37749</c:v>
                </c:pt>
                <c:pt idx="613">
                  <c:v>37750</c:v>
                </c:pt>
                <c:pt idx="614">
                  <c:v>37753</c:v>
                </c:pt>
                <c:pt idx="615">
                  <c:v>37754</c:v>
                </c:pt>
                <c:pt idx="616">
                  <c:v>37755</c:v>
                </c:pt>
                <c:pt idx="617">
                  <c:v>37756</c:v>
                </c:pt>
                <c:pt idx="618">
                  <c:v>37757</c:v>
                </c:pt>
                <c:pt idx="619">
                  <c:v>37760</c:v>
                </c:pt>
                <c:pt idx="620">
                  <c:v>37761</c:v>
                </c:pt>
                <c:pt idx="621">
                  <c:v>37762</c:v>
                </c:pt>
                <c:pt idx="622">
                  <c:v>37763</c:v>
                </c:pt>
                <c:pt idx="623">
                  <c:v>37764</c:v>
                </c:pt>
                <c:pt idx="624">
                  <c:v>37767</c:v>
                </c:pt>
                <c:pt idx="625">
                  <c:v>37768</c:v>
                </c:pt>
                <c:pt idx="626">
                  <c:v>37769</c:v>
                </c:pt>
                <c:pt idx="627">
                  <c:v>37770</c:v>
                </c:pt>
                <c:pt idx="628">
                  <c:v>37771</c:v>
                </c:pt>
                <c:pt idx="629">
                  <c:v>37774</c:v>
                </c:pt>
                <c:pt idx="630">
                  <c:v>37775</c:v>
                </c:pt>
                <c:pt idx="631">
                  <c:v>37776</c:v>
                </c:pt>
                <c:pt idx="632">
                  <c:v>37777</c:v>
                </c:pt>
                <c:pt idx="633">
                  <c:v>37778</c:v>
                </c:pt>
                <c:pt idx="634">
                  <c:v>37781</c:v>
                </c:pt>
                <c:pt idx="635">
                  <c:v>37782</c:v>
                </c:pt>
                <c:pt idx="636">
                  <c:v>37783</c:v>
                </c:pt>
                <c:pt idx="637">
                  <c:v>37784</c:v>
                </c:pt>
                <c:pt idx="638">
                  <c:v>37785</c:v>
                </c:pt>
                <c:pt idx="639">
                  <c:v>37788</c:v>
                </c:pt>
                <c:pt idx="640">
                  <c:v>37789</c:v>
                </c:pt>
                <c:pt idx="641">
                  <c:v>37790</c:v>
                </c:pt>
                <c:pt idx="642">
                  <c:v>37791</c:v>
                </c:pt>
                <c:pt idx="643">
                  <c:v>37792</c:v>
                </c:pt>
                <c:pt idx="644">
                  <c:v>37795</c:v>
                </c:pt>
                <c:pt idx="645">
                  <c:v>37796</c:v>
                </c:pt>
                <c:pt idx="646">
                  <c:v>37797</c:v>
                </c:pt>
                <c:pt idx="647">
                  <c:v>37798</c:v>
                </c:pt>
                <c:pt idx="648">
                  <c:v>37799</c:v>
                </c:pt>
                <c:pt idx="649">
                  <c:v>37802</c:v>
                </c:pt>
                <c:pt idx="650">
                  <c:v>37803</c:v>
                </c:pt>
                <c:pt idx="651">
                  <c:v>37804</c:v>
                </c:pt>
                <c:pt idx="652">
                  <c:v>37805</c:v>
                </c:pt>
                <c:pt idx="653">
                  <c:v>37806</c:v>
                </c:pt>
                <c:pt idx="654">
                  <c:v>37809</c:v>
                </c:pt>
                <c:pt idx="655">
                  <c:v>37810</c:v>
                </c:pt>
                <c:pt idx="656">
                  <c:v>37811</c:v>
                </c:pt>
                <c:pt idx="657">
                  <c:v>37812</c:v>
                </c:pt>
                <c:pt idx="658">
                  <c:v>37813</c:v>
                </c:pt>
                <c:pt idx="659">
                  <c:v>37816</c:v>
                </c:pt>
                <c:pt idx="660">
                  <c:v>37817</c:v>
                </c:pt>
                <c:pt idx="661">
                  <c:v>37818</c:v>
                </c:pt>
                <c:pt idx="662">
                  <c:v>37819</c:v>
                </c:pt>
                <c:pt idx="663">
                  <c:v>37820</c:v>
                </c:pt>
                <c:pt idx="664">
                  <c:v>37823</c:v>
                </c:pt>
                <c:pt idx="665">
                  <c:v>37824</c:v>
                </c:pt>
                <c:pt idx="666">
                  <c:v>37825</c:v>
                </c:pt>
                <c:pt idx="667">
                  <c:v>37826</c:v>
                </c:pt>
                <c:pt idx="668">
                  <c:v>37827</c:v>
                </c:pt>
                <c:pt idx="669">
                  <c:v>37830</c:v>
                </c:pt>
                <c:pt idx="670">
                  <c:v>37831</c:v>
                </c:pt>
                <c:pt idx="671">
                  <c:v>37832</c:v>
                </c:pt>
                <c:pt idx="672">
                  <c:v>37833</c:v>
                </c:pt>
                <c:pt idx="673">
                  <c:v>37834</c:v>
                </c:pt>
                <c:pt idx="674">
                  <c:v>37837</c:v>
                </c:pt>
                <c:pt idx="675">
                  <c:v>37838</c:v>
                </c:pt>
                <c:pt idx="676">
                  <c:v>37839</c:v>
                </c:pt>
                <c:pt idx="677">
                  <c:v>37840</c:v>
                </c:pt>
                <c:pt idx="678">
                  <c:v>37841</c:v>
                </c:pt>
                <c:pt idx="679">
                  <c:v>37844</c:v>
                </c:pt>
                <c:pt idx="680">
                  <c:v>37845</c:v>
                </c:pt>
                <c:pt idx="681">
                  <c:v>37846</c:v>
                </c:pt>
                <c:pt idx="682">
                  <c:v>37847</c:v>
                </c:pt>
                <c:pt idx="683">
                  <c:v>37848</c:v>
                </c:pt>
                <c:pt idx="684">
                  <c:v>37851</c:v>
                </c:pt>
                <c:pt idx="685">
                  <c:v>37852</c:v>
                </c:pt>
                <c:pt idx="686">
                  <c:v>37853</c:v>
                </c:pt>
                <c:pt idx="687">
                  <c:v>37854</c:v>
                </c:pt>
                <c:pt idx="688">
                  <c:v>37855</c:v>
                </c:pt>
                <c:pt idx="689">
                  <c:v>37858</c:v>
                </c:pt>
                <c:pt idx="690">
                  <c:v>37859</c:v>
                </c:pt>
                <c:pt idx="691">
                  <c:v>37860</c:v>
                </c:pt>
                <c:pt idx="692">
                  <c:v>37861</c:v>
                </c:pt>
                <c:pt idx="693">
                  <c:v>37862</c:v>
                </c:pt>
                <c:pt idx="694">
                  <c:v>37865</c:v>
                </c:pt>
                <c:pt idx="695">
                  <c:v>37866</c:v>
                </c:pt>
                <c:pt idx="696">
                  <c:v>37867</c:v>
                </c:pt>
                <c:pt idx="697">
                  <c:v>37868</c:v>
                </c:pt>
                <c:pt idx="698">
                  <c:v>37869</c:v>
                </c:pt>
                <c:pt idx="699">
                  <c:v>37872</c:v>
                </c:pt>
                <c:pt idx="700">
                  <c:v>37873</c:v>
                </c:pt>
                <c:pt idx="701">
                  <c:v>37874</c:v>
                </c:pt>
                <c:pt idx="702">
                  <c:v>37875</c:v>
                </c:pt>
                <c:pt idx="703">
                  <c:v>37876</c:v>
                </c:pt>
                <c:pt idx="704">
                  <c:v>37879</c:v>
                </c:pt>
                <c:pt idx="705">
                  <c:v>37880</c:v>
                </c:pt>
                <c:pt idx="706">
                  <c:v>37881</c:v>
                </c:pt>
                <c:pt idx="707">
                  <c:v>37882</c:v>
                </c:pt>
                <c:pt idx="708">
                  <c:v>37883</c:v>
                </c:pt>
                <c:pt idx="709">
                  <c:v>37886</c:v>
                </c:pt>
                <c:pt idx="710">
                  <c:v>37887</c:v>
                </c:pt>
                <c:pt idx="711">
                  <c:v>37888</c:v>
                </c:pt>
                <c:pt idx="712">
                  <c:v>37889</c:v>
                </c:pt>
                <c:pt idx="713">
                  <c:v>37890</c:v>
                </c:pt>
                <c:pt idx="714">
                  <c:v>37893</c:v>
                </c:pt>
                <c:pt idx="715">
                  <c:v>37894</c:v>
                </c:pt>
                <c:pt idx="716">
                  <c:v>37895</c:v>
                </c:pt>
                <c:pt idx="717">
                  <c:v>37896</c:v>
                </c:pt>
                <c:pt idx="718">
                  <c:v>37897</c:v>
                </c:pt>
                <c:pt idx="719">
                  <c:v>37900</c:v>
                </c:pt>
                <c:pt idx="720">
                  <c:v>37901</c:v>
                </c:pt>
                <c:pt idx="721">
                  <c:v>37902</c:v>
                </c:pt>
                <c:pt idx="722">
                  <c:v>37903</c:v>
                </c:pt>
                <c:pt idx="723">
                  <c:v>37904</c:v>
                </c:pt>
                <c:pt idx="724">
                  <c:v>37907</c:v>
                </c:pt>
                <c:pt idx="725">
                  <c:v>37908</c:v>
                </c:pt>
                <c:pt idx="726">
                  <c:v>37909</c:v>
                </c:pt>
                <c:pt idx="727">
                  <c:v>37910</c:v>
                </c:pt>
                <c:pt idx="728">
                  <c:v>37911</c:v>
                </c:pt>
                <c:pt idx="729">
                  <c:v>37914</c:v>
                </c:pt>
                <c:pt idx="730">
                  <c:v>37915</c:v>
                </c:pt>
                <c:pt idx="731">
                  <c:v>37916</c:v>
                </c:pt>
                <c:pt idx="732">
                  <c:v>37917</c:v>
                </c:pt>
                <c:pt idx="733">
                  <c:v>37918</c:v>
                </c:pt>
                <c:pt idx="734">
                  <c:v>37921</c:v>
                </c:pt>
                <c:pt idx="735">
                  <c:v>37922</c:v>
                </c:pt>
                <c:pt idx="736">
                  <c:v>37923</c:v>
                </c:pt>
                <c:pt idx="737">
                  <c:v>37924</c:v>
                </c:pt>
                <c:pt idx="738">
                  <c:v>37925</c:v>
                </c:pt>
                <c:pt idx="739">
                  <c:v>37928</c:v>
                </c:pt>
                <c:pt idx="740">
                  <c:v>37929</c:v>
                </c:pt>
                <c:pt idx="741">
                  <c:v>37930</c:v>
                </c:pt>
                <c:pt idx="742">
                  <c:v>37931</c:v>
                </c:pt>
                <c:pt idx="743">
                  <c:v>37932</c:v>
                </c:pt>
                <c:pt idx="744">
                  <c:v>37935</c:v>
                </c:pt>
                <c:pt idx="745">
                  <c:v>37936</c:v>
                </c:pt>
                <c:pt idx="746">
                  <c:v>37937</c:v>
                </c:pt>
                <c:pt idx="747">
                  <c:v>37938</c:v>
                </c:pt>
                <c:pt idx="748">
                  <c:v>37939</c:v>
                </c:pt>
                <c:pt idx="749">
                  <c:v>37942</c:v>
                </c:pt>
                <c:pt idx="750">
                  <c:v>37943</c:v>
                </c:pt>
                <c:pt idx="751">
                  <c:v>37944</c:v>
                </c:pt>
                <c:pt idx="752">
                  <c:v>37945</c:v>
                </c:pt>
                <c:pt idx="753">
                  <c:v>37946</c:v>
                </c:pt>
                <c:pt idx="754">
                  <c:v>37949</c:v>
                </c:pt>
                <c:pt idx="755">
                  <c:v>37950</c:v>
                </c:pt>
                <c:pt idx="756">
                  <c:v>37951</c:v>
                </c:pt>
                <c:pt idx="757">
                  <c:v>37952</c:v>
                </c:pt>
                <c:pt idx="758">
                  <c:v>37953</c:v>
                </c:pt>
                <c:pt idx="759">
                  <c:v>37956</c:v>
                </c:pt>
                <c:pt idx="760">
                  <c:v>37957</c:v>
                </c:pt>
                <c:pt idx="761">
                  <c:v>37958</c:v>
                </c:pt>
                <c:pt idx="762">
                  <c:v>37959</c:v>
                </c:pt>
                <c:pt idx="763">
                  <c:v>37960</c:v>
                </c:pt>
                <c:pt idx="764">
                  <c:v>37963</c:v>
                </c:pt>
                <c:pt idx="765">
                  <c:v>37964</c:v>
                </c:pt>
                <c:pt idx="766">
                  <c:v>37965</c:v>
                </c:pt>
                <c:pt idx="767">
                  <c:v>37966</c:v>
                </c:pt>
                <c:pt idx="768">
                  <c:v>37967</c:v>
                </c:pt>
                <c:pt idx="769">
                  <c:v>37970</c:v>
                </c:pt>
                <c:pt idx="770">
                  <c:v>37971</c:v>
                </c:pt>
                <c:pt idx="771">
                  <c:v>37972</c:v>
                </c:pt>
                <c:pt idx="772">
                  <c:v>37973</c:v>
                </c:pt>
                <c:pt idx="773">
                  <c:v>37974</c:v>
                </c:pt>
                <c:pt idx="774">
                  <c:v>37977</c:v>
                </c:pt>
                <c:pt idx="775">
                  <c:v>37978</c:v>
                </c:pt>
                <c:pt idx="776">
                  <c:v>37979</c:v>
                </c:pt>
                <c:pt idx="777">
                  <c:v>37980</c:v>
                </c:pt>
                <c:pt idx="778">
                  <c:v>37981</c:v>
                </c:pt>
                <c:pt idx="779">
                  <c:v>37984</c:v>
                </c:pt>
                <c:pt idx="780">
                  <c:v>37985</c:v>
                </c:pt>
                <c:pt idx="781">
                  <c:v>37986</c:v>
                </c:pt>
                <c:pt idx="782">
                  <c:v>37987</c:v>
                </c:pt>
                <c:pt idx="783">
                  <c:v>37988</c:v>
                </c:pt>
                <c:pt idx="784">
                  <c:v>37991</c:v>
                </c:pt>
                <c:pt idx="785">
                  <c:v>37992</c:v>
                </c:pt>
                <c:pt idx="786">
                  <c:v>37993</c:v>
                </c:pt>
                <c:pt idx="787">
                  <c:v>37994</c:v>
                </c:pt>
                <c:pt idx="788">
                  <c:v>37995</c:v>
                </c:pt>
                <c:pt idx="789">
                  <c:v>37998</c:v>
                </c:pt>
                <c:pt idx="790">
                  <c:v>37999</c:v>
                </c:pt>
                <c:pt idx="791">
                  <c:v>38000</c:v>
                </c:pt>
                <c:pt idx="792">
                  <c:v>38001</c:v>
                </c:pt>
                <c:pt idx="793">
                  <c:v>38002</c:v>
                </c:pt>
                <c:pt idx="794">
                  <c:v>38005</c:v>
                </c:pt>
                <c:pt idx="795">
                  <c:v>38006</c:v>
                </c:pt>
                <c:pt idx="796">
                  <c:v>38007</c:v>
                </c:pt>
                <c:pt idx="797">
                  <c:v>38008</c:v>
                </c:pt>
                <c:pt idx="798">
                  <c:v>38009</c:v>
                </c:pt>
                <c:pt idx="799">
                  <c:v>38012</c:v>
                </c:pt>
                <c:pt idx="800">
                  <c:v>38013</c:v>
                </c:pt>
                <c:pt idx="801">
                  <c:v>38014</c:v>
                </c:pt>
                <c:pt idx="802">
                  <c:v>38015</c:v>
                </c:pt>
                <c:pt idx="803">
                  <c:v>38016</c:v>
                </c:pt>
                <c:pt idx="804">
                  <c:v>38019</c:v>
                </c:pt>
                <c:pt idx="805">
                  <c:v>38020</c:v>
                </c:pt>
                <c:pt idx="806">
                  <c:v>38021</c:v>
                </c:pt>
                <c:pt idx="807">
                  <c:v>38022</c:v>
                </c:pt>
                <c:pt idx="808">
                  <c:v>38023</c:v>
                </c:pt>
                <c:pt idx="809">
                  <c:v>38026</c:v>
                </c:pt>
                <c:pt idx="810">
                  <c:v>38027</c:v>
                </c:pt>
                <c:pt idx="811">
                  <c:v>38028</c:v>
                </c:pt>
                <c:pt idx="812">
                  <c:v>38029</c:v>
                </c:pt>
                <c:pt idx="813">
                  <c:v>38030</c:v>
                </c:pt>
                <c:pt idx="814">
                  <c:v>38033</c:v>
                </c:pt>
                <c:pt idx="815">
                  <c:v>38034</c:v>
                </c:pt>
                <c:pt idx="816">
                  <c:v>38035</c:v>
                </c:pt>
                <c:pt idx="817">
                  <c:v>38036</c:v>
                </c:pt>
                <c:pt idx="818">
                  <c:v>38037</c:v>
                </c:pt>
                <c:pt idx="819">
                  <c:v>38040</c:v>
                </c:pt>
                <c:pt idx="820">
                  <c:v>38041</c:v>
                </c:pt>
                <c:pt idx="821">
                  <c:v>38042</c:v>
                </c:pt>
                <c:pt idx="822">
                  <c:v>38043</c:v>
                </c:pt>
                <c:pt idx="823">
                  <c:v>38044</c:v>
                </c:pt>
                <c:pt idx="824">
                  <c:v>38047</c:v>
                </c:pt>
                <c:pt idx="825">
                  <c:v>38048</c:v>
                </c:pt>
                <c:pt idx="826">
                  <c:v>38049</c:v>
                </c:pt>
                <c:pt idx="827">
                  <c:v>38050</c:v>
                </c:pt>
                <c:pt idx="828">
                  <c:v>38051</c:v>
                </c:pt>
                <c:pt idx="829">
                  <c:v>38054</c:v>
                </c:pt>
                <c:pt idx="830">
                  <c:v>38055</c:v>
                </c:pt>
                <c:pt idx="831">
                  <c:v>38056</c:v>
                </c:pt>
                <c:pt idx="832">
                  <c:v>38057</c:v>
                </c:pt>
                <c:pt idx="833">
                  <c:v>38058</c:v>
                </c:pt>
                <c:pt idx="834">
                  <c:v>38061</c:v>
                </c:pt>
                <c:pt idx="835">
                  <c:v>38062</c:v>
                </c:pt>
                <c:pt idx="836">
                  <c:v>38063</c:v>
                </c:pt>
                <c:pt idx="837">
                  <c:v>38064</c:v>
                </c:pt>
                <c:pt idx="838">
                  <c:v>38065</c:v>
                </c:pt>
                <c:pt idx="839">
                  <c:v>38068</c:v>
                </c:pt>
                <c:pt idx="840">
                  <c:v>38069</c:v>
                </c:pt>
                <c:pt idx="841">
                  <c:v>38070</c:v>
                </c:pt>
                <c:pt idx="842">
                  <c:v>38071</c:v>
                </c:pt>
                <c:pt idx="843">
                  <c:v>38072</c:v>
                </c:pt>
                <c:pt idx="844">
                  <c:v>38075</c:v>
                </c:pt>
                <c:pt idx="845">
                  <c:v>38076</c:v>
                </c:pt>
                <c:pt idx="846">
                  <c:v>38077</c:v>
                </c:pt>
                <c:pt idx="847">
                  <c:v>38078</c:v>
                </c:pt>
                <c:pt idx="848">
                  <c:v>38079</c:v>
                </c:pt>
                <c:pt idx="849">
                  <c:v>38082</c:v>
                </c:pt>
                <c:pt idx="850">
                  <c:v>38083</c:v>
                </c:pt>
                <c:pt idx="851">
                  <c:v>38084</c:v>
                </c:pt>
                <c:pt idx="852">
                  <c:v>38085</c:v>
                </c:pt>
                <c:pt idx="853">
                  <c:v>38086</c:v>
                </c:pt>
                <c:pt idx="854">
                  <c:v>38089</c:v>
                </c:pt>
                <c:pt idx="855">
                  <c:v>38090</c:v>
                </c:pt>
                <c:pt idx="856">
                  <c:v>38091</c:v>
                </c:pt>
                <c:pt idx="857">
                  <c:v>38092</c:v>
                </c:pt>
                <c:pt idx="858">
                  <c:v>38093</c:v>
                </c:pt>
                <c:pt idx="859">
                  <c:v>38096</c:v>
                </c:pt>
                <c:pt idx="860">
                  <c:v>38097</c:v>
                </c:pt>
                <c:pt idx="861">
                  <c:v>38098</c:v>
                </c:pt>
                <c:pt idx="862">
                  <c:v>38099</c:v>
                </c:pt>
                <c:pt idx="863">
                  <c:v>38100</c:v>
                </c:pt>
                <c:pt idx="864">
                  <c:v>38103</c:v>
                </c:pt>
                <c:pt idx="865">
                  <c:v>38104</c:v>
                </c:pt>
                <c:pt idx="866">
                  <c:v>38105</c:v>
                </c:pt>
                <c:pt idx="867">
                  <c:v>38106</c:v>
                </c:pt>
                <c:pt idx="868">
                  <c:v>38107</c:v>
                </c:pt>
                <c:pt idx="869">
                  <c:v>38110</c:v>
                </c:pt>
                <c:pt idx="870">
                  <c:v>38111</c:v>
                </c:pt>
                <c:pt idx="871">
                  <c:v>38112</c:v>
                </c:pt>
                <c:pt idx="872">
                  <c:v>38113</c:v>
                </c:pt>
                <c:pt idx="873">
                  <c:v>38114</c:v>
                </c:pt>
                <c:pt idx="874">
                  <c:v>38117</c:v>
                </c:pt>
                <c:pt idx="875">
                  <c:v>38118</c:v>
                </c:pt>
                <c:pt idx="876">
                  <c:v>38119</c:v>
                </c:pt>
                <c:pt idx="877">
                  <c:v>38120</c:v>
                </c:pt>
                <c:pt idx="878">
                  <c:v>38121</c:v>
                </c:pt>
                <c:pt idx="879">
                  <c:v>38124</c:v>
                </c:pt>
                <c:pt idx="880">
                  <c:v>38125</c:v>
                </c:pt>
                <c:pt idx="881">
                  <c:v>38126</c:v>
                </c:pt>
                <c:pt idx="882">
                  <c:v>38127</c:v>
                </c:pt>
                <c:pt idx="883">
                  <c:v>38128</c:v>
                </c:pt>
                <c:pt idx="884">
                  <c:v>38131</c:v>
                </c:pt>
                <c:pt idx="885">
                  <c:v>38132</c:v>
                </c:pt>
                <c:pt idx="886">
                  <c:v>38133</c:v>
                </c:pt>
                <c:pt idx="887">
                  <c:v>38134</c:v>
                </c:pt>
                <c:pt idx="888">
                  <c:v>38135</c:v>
                </c:pt>
                <c:pt idx="889">
                  <c:v>38138</c:v>
                </c:pt>
                <c:pt idx="890">
                  <c:v>38139</c:v>
                </c:pt>
                <c:pt idx="891">
                  <c:v>38140</c:v>
                </c:pt>
                <c:pt idx="892">
                  <c:v>38141</c:v>
                </c:pt>
                <c:pt idx="893">
                  <c:v>38142</c:v>
                </c:pt>
                <c:pt idx="894">
                  <c:v>38145</c:v>
                </c:pt>
                <c:pt idx="895">
                  <c:v>38146</c:v>
                </c:pt>
                <c:pt idx="896">
                  <c:v>38147</c:v>
                </c:pt>
                <c:pt idx="897">
                  <c:v>38148</c:v>
                </c:pt>
                <c:pt idx="898">
                  <c:v>38149</c:v>
                </c:pt>
                <c:pt idx="899">
                  <c:v>38152</c:v>
                </c:pt>
                <c:pt idx="900">
                  <c:v>38153</c:v>
                </c:pt>
                <c:pt idx="901">
                  <c:v>38154</c:v>
                </c:pt>
                <c:pt idx="902">
                  <c:v>38155</c:v>
                </c:pt>
                <c:pt idx="903">
                  <c:v>38156</c:v>
                </c:pt>
                <c:pt idx="904">
                  <c:v>38159</c:v>
                </c:pt>
                <c:pt idx="905">
                  <c:v>38160</c:v>
                </c:pt>
                <c:pt idx="906">
                  <c:v>38161</c:v>
                </c:pt>
                <c:pt idx="907">
                  <c:v>38162</c:v>
                </c:pt>
                <c:pt idx="908">
                  <c:v>38163</c:v>
                </c:pt>
                <c:pt idx="909">
                  <c:v>38166</c:v>
                </c:pt>
                <c:pt idx="910">
                  <c:v>38167</c:v>
                </c:pt>
                <c:pt idx="911">
                  <c:v>38168</c:v>
                </c:pt>
                <c:pt idx="912">
                  <c:v>38169</c:v>
                </c:pt>
                <c:pt idx="913">
                  <c:v>38170</c:v>
                </c:pt>
                <c:pt idx="914">
                  <c:v>38173</c:v>
                </c:pt>
                <c:pt idx="915">
                  <c:v>38174</c:v>
                </c:pt>
                <c:pt idx="916">
                  <c:v>38175</c:v>
                </c:pt>
                <c:pt idx="917">
                  <c:v>38176</c:v>
                </c:pt>
                <c:pt idx="918">
                  <c:v>38177</c:v>
                </c:pt>
                <c:pt idx="919">
                  <c:v>38180</c:v>
                </c:pt>
                <c:pt idx="920">
                  <c:v>38181</c:v>
                </c:pt>
                <c:pt idx="921">
                  <c:v>38182</c:v>
                </c:pt>
                <c:pt idx="922">
                  <c:v>38183</c:v>
                </c:pt>
                <c:pt idx="923">
                  <c:v>38184</c:v>
                </c:pt>
                <c:pt idx="924">
                  <c:v>38187</c:v>
                </c:pt>
                <c:pt idx="925">
                  <c:v>38188</c:v>
                </c:pt>
                <c:pt idx="926">
                  <c:v>38189</c:v>
                </c:pt>
                <c:pt idx="927">
                  <c:v>38190</c:v>
                </c:pt>
                <c:pt idx="928">
                  <c:v>38191</c:v>
                </c:pt>
                <c:pt idx="929">
                  <c:v>38194</c:v>
                </c:pt>
                <c:pt idx="930">
                  <c:v>38195</c:v>
                </c:pt>
                <c:pt idx="931">
                  <c:v>38196</c:v>
                </c:pt>
                <c:pt idx="932">
                  <c:v>38197</c:v>
                </c:pt>
                <c:pt idx="933">
                  <c:v>38198</c:v>
                </c:pt>
                <c:pt idx="934">
                  <c:v>38201</c:v>
                </c:pt>
                <c:pt idx="935">
                  <c:v>38202</c:v>
                </c:pt>
                <c:pt idx="936">
                  <c:v>38203</c:v>
                </c:pt>
                <c:pt idx="937">
                  <c:v>38204</c:v>
                </c:pt>
                <c:pt idx="938">
                  <c:v>38205</c:v>
                </c:pt>
                <c:pt idx="939">
                  <c:v>38208</c:v>
                </c:pt>
                <c:pt idx="940">
                  <c:v>38209</c:v>
                </c:pt>
                <c:pt idx="941">
                  <c:v>38210</c:v>
                </c:pt>
                <c:pt idx="942">
                  <c:v>38211</c:v>
                </c:pt>
                <c:pt idx="943">
                  <c:v>38212</c:v>
                </c:pt>
                <c:pt idx="944">
                  <c:v>38215</c:v>
                </c:pt>
                <c:pt idx="945">
                  <c:v>38216</c:v>
                </c:pt>
                <c:pt idx="946">
                  <c:v>38217</c:v>
                </c:pt>
                <c:pt idx="947">
                  <c:v>38218</c:v>
                </c:pt>
                <c:pt idx="948">
                  <c:v>38219</c:v>
                </c:pt>
                <c:pt idx="949">
                  <c:v>38222</c:v>
                </c:pt>
                <c:pt idx="950">
                  <c:v>38223</c:v>
                </c:pt>
                <c:pt idx="951">
                  <c:v>38224</c:v>
                </c:pt>
                <c:pt idx="952">
                  <c:v>38225</c:v>
                </c:pt>
                <c:pt idx="953">
                  <c:v>38226</c:v>
                </c:pt>
                <c:pt idx="954">
                  <c:v>38229</c:v>
                </c:pt>
                <c:pt idx="955">
                  <c:v>38230</c:v>
                </c:pt>
                <c:pt idx="956">
                  <c:v>38231</c:v>
                </c:pt>
                <c:pt idx="957">
                  <c:v>38232</c:v>
                </c:pt>
                <c:pt idx="958">
                  <c:v>38233</c:v>
                </c:pt>
                <c:pt idx="959">
                  <c:v>38236</c:v>
                </c:pt>
                <c:pt idx="960">
                  <c:v>38237</c:v>
                </c:pt>
                <c:pt idx="961">
                  <c:v>38238</c:v>
                </c:pt>
                <c:pt idx="962">
                  <c:v>38239</c:v>
                </c:pt>
                <c:pt idx="963">
                  <c:v>38240</c:v>
                </c:pt>
                <c:pt idx="964">
                  <c:v>38243</c:v>
                </c:pt>
                <c:pt idx="965">
                  <c:v>38244</c:v>
                </c:pt>
                <c:pt idx="966">
                  <c:v>38245</c:v>
                </c:pt>
                <c:pt idx="967">
                  <c:v>38246</c:v>
                </c:pt>
                <c:pt idx="968">
                  <c:v>38247</c:v>
                </c:pt>
                <c:pt idx="969">
                  <c:v>38250</c:v>
                </c:pt>
                <c:pt idx="970">
                  <c:v>38251</c:v>
                </c:pt>
                <c:pt idx="971">
                  <c:v>38252</c:v>
                </c:pt>
                <c:pt idx="972">
                  <c:v>38253</c:v>
                </c:pt>
                <c:pt idx="973">
                  <c:v>38254</c:v>
                </c:pt>
                <c:pt idx="974">
                  <c:v>38257</c:v>
                </c:pt>
                <c:pt idx="975">
                  <c:v>38258</c:v>
                </c:pt>
                <c:pt idx="976">
                  <c:v>38259</c:v>
                </c:pt>
                <c:pt idx="977">
                  <c:v>38260</c:v>
                </c:pt>
                <c:pt idx="978">
                  <c:v>38261</c:v>
                </c:pt>
                <c:pt idx="979">
                  <c:v>38264</c:v>
                </c:pt>
                <c:pt idx="980">
                  <c:v>38265</c:v>
                </c:pt>
                <c:pt idx="981">
                  <c:v>38266</c:v>
                </c:pt>
                <c:pt idx="982">
                  <c:v>38267</c:v>
                </c:pt>
                <c:pt idx="983">
                  <c:v>38268</c:v>
                </c:pt>
                <c:pt idx="984">
                  <c:v>38271</c:v>
                </c:pt>
                <c:pt idx="985">
                  <c:v>38272</c:v>
                </c:pt>
                <c:pt idx="986">
                  <c:v>38273</c:v>
                </c:pt>
                <c:pt idx="987">
                  <c:v>38274</c:v>
                </c:pt>
                <c:pt idx="988">
                  <c:v>38275</c:v>
                </c:pt>
                <c:pt idx="989">
                  <c:v>38278</c:v>
                </c:pt>
                <c:pt idx="990">
                  <c:v>38279</c:v>
                </c:pt>
                <c:pt idx="991">
                  <c:v>38280</c:v>
                </c:pt>
                <c:pt idx="992">
                  <c:v>38281</c:v>
                </c:pt>
                <c:pt idx="993">
                  <c:v>38282</c:v>
                </c:pt>
                <c:pt idx="994">
                  <c:v>38285</c:v>
                </c:pt>
                <c:pt idx="995">
                  <c:v>38286</c:v>
                </c:pt>
                <c:pt idx="996">
                  <c:v>38287</c:v>
                </c:pt>
                <c:pt idx="997">
                  <c:v>38288</c:v>
                </c:pt>
                <c:pt idx="998">
                  <c:v>38289</c:v>
                </c:pt>
                <c:pt idx="999">
                  <c:v>38292</c:v>
                </c:pt>
                <c:pt idx="1000">
                  <c:v>38293</c:v>
                </c:pt>
                <c:pt idx="1001">
                  <c:v>38294</c:v>
                </c:pt>
                <c:pt idx="1002">
                  <c:v>38295</c:v>
                </c:pt>
                <c:pt idx="1003">
                  <c:v>38296</c:v>
                </c:pt>
                <c:pt idx="1004">
                  <c:v>38299</c:v>
                </c:pt>
                <c:pt idx="1005">
                  <c:v>38300</c:v>
                </c:pt>
                <c:pt idx="1006">
                  <c:v>38301</c:v>
                </c:pt>
                <c:pt idx="1007">
                  <c:v>38302</c:v>
                </c:pt>
                <c:pt idx="1008">
                  <c:v>38303</c:v>
                </c:pt>
                <c:pt idx="1009">
                  <c:v>38306</c:v>
                </c:pt>
                <c:pt idx="1010">
                  <c:v>38307</c:v>
                </c:pt>
                <c:pt idx="1011">
                  <c:v>38308</c:v>
                </c:pt>
                <c:pt idx="1012">
                  <c:v>38309</c:v>
                </c:pt>
                <c:pt idx="1013">
                  <c:v>38310</c:v>
                </c:pt>
                <c:pt idx="1014">
                  <c:v>38313</c:v>
                </c:pt>
                <c:pt idx="1015">
                  <c:v>38314</c:v>
                </c:pt>
                <c:pt idx="1016">
                  <c:v>38315</c:v>
                </c:pt>
                <c:pt idx="1017">
                  <c:v>38316</c:v>
                </c:pt>
                <c:pt idx="1018">
                  <c:v>38317</c:v>
                </c:pt>
                <c:pt idx="1019">
                  <c:v>38320</c:v>
                </c:pt>
                <c:pt idx="1020">
                  <c:v>38321</c:v>
                </c:pt>
                <c:pt idx="1021">
                  <c:v>38322</c:v>
                </c:pt>
                <c:pt idx="1022">
                  <c:v>38323</c:v>
                </c:pt>
                <c:pt idx="1023">
                  <c:v>38324</c:v>
                </c:pt>
                <c:pt idx="1024">
                  <c:v>38327</c:v>
                </c:pt>
                <c:pt idx="1025">
                  <c:v>38328</c:v>
                </c:pt>
                <c:pt idx="1026">
                  <c:v>38329</c:v>
                </c:pt>
                <c:pt idx="1027">
                  <c:v>38330</c:v>
                </c:pt>
                <c:pt idx="1028">
                  <c:v>38331</c:v>
                </c:pt>
                <c:pt idx="1029">
                  <c:v>38334</c:v>
                </c:pt>
                <c:pt idx="1030">
                  <c:v>38335</c:v>
                </c:pt>
                <c:pt idx="1031">
                  <c:v>38336</c:v>
                </c:pt>
                <c:pt idx="1032">
                  <c:v>38337</c:v>
                </c:pt>
                <c:pt idx="1033">
                  <c:v>38338</c:v>
                </c:pt>
                <c:pt idx="1034">
                  <c:v>38341</c:v>
                </c:pt>
                <c:pt idx="1035">
                  <c:v>38342</c:v>
                </c:pt>
                <c:pt idx="1036">
                  <c:v>38343</c:v>
                </c:pt>
                <c:pt idx="1037">
                  <c:v>38344</c:v>
                </c:pt>
                <c:pt idx="1038">
                  <c:v>38345</c:v>
                </c:pt>
                <c:pt idx="1039">
                  <c:v>38348</c:v>
                </c:pt>
                <c:pt idx="1040">
                  <c:v>38349</c:v>
                </c:pt>
                <c:pt idx="1041">
                  <c:v>38350</c:v>
                </c:pt>
                <c:pt idx="1042">
                  <c:v>38351</c:v>
                </c:pt>
                <c:pt idx="1043">
                  <c:v>38352</c:v>
                </c:pt>
                <c:pt idx="1044">
                  <c:v>38355</c:v>
                </c:pt>
                <c:pt idx="1045">
                  <c:v>38356</c:v>
                </c:pt>
                <c:pt idx="1046">
                  <c:v>38357</c:v>
                </c:pt>
                <c:pt idx="1047">
                  <c:v>38358</c:v>
                </c:pt>
                <c:pt idx="1048">
                  <c:v>38359</c:v>
                </c:pt>
                <c:pt idx="1049">
                  <c:v>38362</c:v>
                </c:pt>
                <c:pt idx="1050">
                  <c:v>38363</c:v>
                </c:pt>
                <c:pt idx="1051">
                  <c:v>38364</c:v>
                </c:pt>
                <c:pt idx="1052">
                  <c:v>38365</c:v>
                </c:pt>
                <c:pt idx="1053">
                  <c:v>38366</c:v>
                </c:pt>
                <c:pt idx="1054">
                  <c:v>38369</c:v>
                </c:pt>
                <c:pt idx="1055">
                  <c:v>38370</c:v>
                </c:pt>
                <c:pt idx="1056">
                  <c:v>38371</c:v>
                </c:pt>
                <c:pt idx="1057">
                  <c:v>38372</c:v>
                </c:pt>
                <c:pt idx="1058">
                  <c:v>38373</c:v>
                </c:pt>
                <c:pt idx="1059">
                  <c:v>38376</c:v>
                </c:pt>
                <c:pt idx="1060">
                  <c:v>38377</c:v>
                </c:pt>
                <c:pt idx="1061">
                  <c:v>38378</c:v>
                </c:pt>
                <c:pt idx="1062">
                  <c:v>38379</c:v>
                </c:pt>
                <c:pt idx="1063">
                  <c:v>38380</c:v>
                </c:pt>
                <c:pt idx="1064">
                  <c:v>38383</c:v>
                </c:pt>
                <c:pt idx="1065">
                  <c:v>38384</c:v>
                </c:pt>
                <c:pt idx="1066">
                  <c:v>38385</c:v>
                </c:pt>
                <c:pt idx="1067">
                  <c:v>38386</c:v>
                </c:pt>
                <c:pt idx="1068">
                  <c:v>38387</c:v>
                </c:pt>
                <c:pt idx="1069">
                  <c:v>38390</c:v>
                </c:pt>
                <c:pt idx="1070">
                  <c:v>38391</c:v>
                </c:pt>
                <c:pt idx="1071">
                  <c:v>38392</c:v>
                </c:pt>
                <c:pt idx="1072">
                  <c:v>38393</c:v>
                </c:pt>
                <c:pt idx="1073">
                  <c:v>38394</c:v>
                </c:pt>
                <c:pt idx="1074">
                  <c:v>38397</c:v>
                </c:pt>
                <c:pt idx="1075">
                  <c:v>38398</c:v>
                </c:pt>
                <c:pt idx="1076">
                  <c:v>38399</c:v>
                </c:pt>
                <c:pt idx="1077">
                  <c:v>38400</c:v>
                </c:pt>
                <c:pt idx="1078">
                  <c:v>38401</c:v>
                </c:pt>
                <c:pt idx="1079">
                  <c:v>38404</c:v>
                </c:pt>
                <c:pt idx="1080">
                  <c:v>38405</c:v>
                </c:pt>
                <c:pt idx="1081">
                  <c:v>38406</c:v>
                </c:pt>
                <c:pt idx="1082">
                  <c:v>38407</c:v>
                </c:pt>
                <c:pt idx="1083">
                  <c:v>38408</c:v>
                </c:pt>
                <c:pt idx="1084">
                  <c:v>38411</c:v>
                </c:pt>
                <c:pt idx="1085">
                  <c:v>38412</c:v>
                </c:pt>
                <c:pt idx="1086">
                  <c:v>38413</c:v>
                </c:pt>
                <c:pt idx="1087">
                  <c:v>38414</c:v>
                </c:pt>
                <c:pt idx="1088">
                  <c:v>38415</c:v>
                </c:pt>
                <c:pt idx="1089">
                  <c:v>38418</c:v>
                </c:pt>
                <c:pt idx="1090">
                  <c:v>38419</c:v>
                </c:pt>
                <c:pt idx="1091">
                  <c:v>38420</c:v>
                </c:pt>
                <c:pt idx="1092">
                  <c:v>38421</c:v>
                </c:pt>
                <c:pt idx="1093">
                  <c:v>38422</c:v>
                </c:pt>
                <c:pt idx="1094">
                  <c:v>38425</c:v>
                </c:pt>
                <c:pt idx="1095">
                  <c:v>38426</c:v>
                </c:pt>
                <c:pt idx="1096">
                  <c:v>38427</c:v>
                </c:pt>
                <c:pt idx="1097">
                  <c:v>38428</c:v>
                </c:pt>
                <c:pt idx="1098">
                  <c:v>38429</c:v>
                </c:pt>
                <c:pt idx="1099">
                  <c:v>38432</c:v>
                </c:pt>
                <c:pt idx="1100">
                  <c:v>38433</c:v>
                </c:pt>
                <c:pt idx="1101">
                  <c:v>38434</c:v>
                </c:pt>
                <c:pt idx="1102">
                  <c:v>38435</c:v>
                </c:pt>
                <c:pt idx="1103">
                  <c:v>38436</c:v>
                </c:pt>
                <c:pt idx="1104">
                  <c:v>38439</c:v>
                </c:pt>
                <c:pt idx="1105">
                  <c:v>38440</c:v>
                </c:pt>
                <c:pt idx="1106">
                  <c:v>38441</c:v>
                </c:pt>
                <c:pt idx="1107">
                  <c:v>38442</c:v>
                </c:pt>
                <c:pt idx="1108">
                  <c:v>38443</c:v>
                </c:pt>
                <c:pt idx="1109">
                  <c:v>38446</c:v>
                </c:pt>
                <c:pt idx="1110">
                  <c:v>38447</c:v>
                </c:pt>
                <c:pt idx="1111">
                  <c:v>38448</c:v>
                </c:pt>
                <c:pt idx="1112">
                  <c:v>38449</c:v>
                </c:pt>
                <c:pt idx="1113">
                  <c:v>38450</c:v>
                </c:pt>
                <c:pt idx="1114">
                  <c:v>38453</c:v>
                </c:pt>
                <c:pt idx="1115">
                  <c:v>38454</c:v>
                </c:pt>
                <c:pt idx="1116">
                  <c:v>38455</c:v>
                </c:pt>
                <c:pt idx="1117">
                  <c:v>38456</c:v>
                </c:pt>
                <c:pt idx="1118">
                  <c:v>38457</c:v>
                </c:pt>
                <c:pt idx="1119">
                  <c:v>38460</c:v>
                </c:pt>
                <c:pt idx="1120">
                  <c:v>38461</c:v>
                </c:pt>
                <c:pt idx="1121">
                  <c:v>38462</c:v>
                </c:pt>
                <c:pt idx="1122">
                  <c:v>38463</c:v>
                </c:pt>
                <c:pt idx="1123">
                  <c:v>38464</c:v>
                </c:pt>
                <c:pt idx="1124">
                  <c:v>38467</c:v>
                </c:pt>
                <c:pt idx="1125">
                  <c:v>38468</c:v>
                </c:pt>
                <c:pt idx="1126">
                  <c:v>38469</c:v>
                </c:pt>
                <c:pt idx="1127">
                  <c:v>38470</c:v>
                </c:pt>
                <c:pt idx="1128">
                  <c:v>38471</c:v>
                </c:pt>
                <c:pt idx="1129">
                  <c:v>38474</c:v>
                </c:pt>
                <c:pt idx="1130">
                  <c:v>38475</c:v>
                </c:pt>
                <c:pt idx="1131">
                  <c:v>38476</c:v>
                </c:pt>
                <c:pt idx="1132">
                  <c:v>38477</c:v>
                </c:pt>
                <c:pt idx="1133">
                  <c:v>38478</c:v>
                </c:pt>
                <c:pt idx="1134">
                  <c:v>38481</c:v>
                </c:pt>
                <c:pt idx="1135">
                  <c:v>38482</c:v>
                </c:pt>
                <c:pt idx="1136">
                  <c:v>38483</c:v>
                </c:pt>
                <c:pt idx="1137">
                  <c:v>38484</c:v>
                </c:pt>
                <c:pt idx="1138">
                  <c:v>38485</c:v>
                </c:pt>
                <c:pt idx="1139">
                  <c:v>38488</c:v>
                </c:pt>
                <c:pt idx="1140">
                  <c:v>38489</c:v>
                </c:pt>
                <c:pt idx="1141">
                  <c:v>38490</c:v>
                </c:pt>
                <c:pt idx="1142">
                  <c:v>38491</c:v>
                </c:pt>
                <c:pt idx="1143">
                  <c:v>38492</c:v>
                </c:pt>
                <c:pt idx="1144">
                  <c:v>38495</c:v>
                </c:pt>
                <c:pt idx="1145">
                  <c:v>38496</c:v>
                </c:pt>
                <c:pt idx="1146">
                  <c:v>38497</c:v>
                </c:pt>
                <c:pt idx="1147">
                  <c:v>38498</c:v>
                </c:pt>
                <c:pt idx="1148">
                  <c:v>38499</c:v>
                </c:pt>
                <c:pt idx="1149">
                  <c:v>38502</c:v>
                </c:pt>
                <c:pt idx="1150">
                  <c:v>38503</c:v>
                </c:pt>
                <c:pt idx="1151">
                  <c:v>38504</c:v>
                </c:pt>
                <c:pt idx="1152">
                  <c:v>38505</c:v>
                </c:pt>
                <c:pt idx="1153">
                  <c:v>38506</c:v>
                </c:pt>
                <c:pt idx="1154">
                  <c:v>38509</c:v>
                </c:pt>
                <c:pt idx="1155">
                  <c:v>38510</c:v>
                </c:pt>
                <c:pt idx="1156">
                  <c:v>38511</c:v>
                </c:pt>
                <c:pt idx="1157">
                  <c:v>38512</c:v>
                </c:pt>
                <c:pt idx="1158">
                  <c:v>38513</c:v>
                </c:pt>
                <c:pt idx="1159">
                  <c:v>38516</c:v>
                </c:pt>
                <c:pt idx="1160">
                  <c:v>38517</c:v>
                </c:pt>
                <c:pt idx="1161">
                  <c:v>38518</c:v>
                </c:pt>
                <c:pt idx="1162">
                  <c:v>38519</c:v>
                </c:pt>
                <c:pt idx="1163">
                  <c:v>38520</c:v>
                </c:pt>
                <c:pt idx="1164">
                  <c:v>38523</c:v>
                </c:pt>
                <c:pt idx="1165">
                  <c:v>38524</c:v>
                </c:pt>
                <c:pt idx="1166">
                  <c:v>38525</c:v>
                </c:pt>
                <c:pt idx="1167">
                  <c:v>38526</c:v>
                </c:pt>
                <c:pt idx="1168">
                  <c:v>38527</c:v>
                </c:pt>
                <c:pt idx="1169">
                  <c:v>38530</c:v>
                </c:pt>
                <c:pt idx="1170">
                  <c:v>38531</c:v>
                </c:pt>
                <c:pt idx="1171">
                  <c:v>38532</c:v>
                </c:pt>
                <c:pt idx="1172">
                  <c:v>38533</c:v>
                </c:pt>
                <c:pt idx="1173">
                  <c:v>38534</c:v>
                </c:pt>
                <c:pt idx="1174">
                  <c:v>38537</c:v>
                </c:pt>
                <c:pt idx="1175">
                  <c:v>38538</c:v>
                </c:pt>
                <c:pt idx="1176">
                  <c:v>38539</c:v>
                </c:pt>
                <c:pt idx="1177">
                  <c:v>38540</c:v>
                </c:pt>
                <c:pt idx="1178">
                  <c:v>38541</c:v>
                </c:pt>
                <c:pt idx="1179">
                  <c:v>38544</c:v>
                </c:pt>
                <c:pt idx="1180">
                  <c:v>38545</c:v>
                </c:pt>
                <c:pt idx="1181">
                  <c:v>38546</c:v>
                </c:pt>
                <c:pt idx="1182">
                  <c:v>38547</c:v>
                </c:pt>
                <c:pt idx="1183">
                  <c:v>38548</c:v>
                </c:pt>
                <c:pt idx="1184">
                  <c:v>38551</c:v>
                </c:pt>
                <c:pt idx="1185">
                  <c:v>38552</c:v>
                </c:pt>
                <c:pt idx="1186">
                  <c:v>38553</c:v>
                </c:pt>
                <c:pt idx="1187">
                  <c:v>38554</c:v>
                </c:pt>
                <c:pt idx="1188">
                  <c:v>38555</c:v>
                </c:pt>
                <c:pt idx="1189">
                  <c:v>38558</c:v>
                </c:pt>
                <c:pt idx="1190">
                  <c:v>38559</c:v>
                </c:pt>
                <c:pt idx="1191">
                  <c:v>38560</c:v>
                </c:pt>
                <c:pt idx="1192">
                  <c:v>38561</c:v>
                </c:pt>
                <c:pt idx="1193">
                  <c:v>38562</c:v>
                </c:pt>
                <c:pt idx="1194">
                  <c:v>38565</c:v>
                </c:pt>
                <c:pt idx="1195">
                  <c:v>38566</c:v>
                </c:pt>
                <c:pt idx="1196">
                  <c:v>38567</c:v>
                </c:pt>
                <c:pt idx="1197">
                  <c:v>38568</c:v>
                </c:pt>
                <c:pt idx="1198">
                  <c:v>38569</c:v>
                </c:pt>
                <c:pt idx="1199">
                  <c:v>38572</c:v>
                </c:pt>
                <c:pt idx="1200">
                  <c:v>38573</c:v>
                </c:pt>
                <c:pt idx="1201">
                  <c:v>38574</c:v>
                </c:pt>
                <c:pt idx="1202">
                  <c:v>38575</c:v>
                </c:pt>
                <c:pt idx="1203">
                  <c:v>38576</c:v>
                </c:pt>
                <c:pt idx="1204">
                  <c:v>38579</c:v>
                </c:pt>
                <c:pt idx="1205">
                  <c:v>38580</c:v>
                </c:pt>
                <c:pt idx="1206">
                  <c:v>38581</c:v>
                </c:pt>
                <c:pt idx="1207">
                  <c:v>38582</c:v>
                </c:pt>
                <c:pt idx="1208">
                  <c:v>38583</c:v>
                </c:pt>
                <c:pt idx="1209">
                  <c:v>38586</c:v>
                </c:pt>
                <c:pt idx="1210">
                  <c:v>38587</c:v>
                </c:pt>
                <c:pt idx="1211">
                  <c:v>38588</c:v>
                </c:pt>
                <c:pt idx="1212">
                  <c:v>38589</c:v>
                </c:pt>
                <c:pt idx="1213">
                  <c:v>38590</c:v>
                </c:pt>
                <c:pt idx="1214">
                  <c:v>38593</c:v>
                </c:pt>
                <c:pt idx="1215">
                  <c:v>38594</c:v>
                </c:pt>
                <c:pt idx="1216">
                  <c:v>38595</c:v>
                </c:pt>
                <c:pt idx="1217">
                  <c:v>38596</c:v>
                </c:pt>
                <c:pt idx="1218">
                  <c:v>38597</c:v>
                </c:pt>
                <c:pt idx="1219">
                  <c:v>38600</c:v>
                </c:pt>
                <c:pt idx="1220">
                  <c:v>38601</c:v>
                </c:pt>
                <c:pt idx="1221">
                  <c:v>38602</c:v>
                </c:pt>
                <c:pt idx="1222">
                  <c:v>38603</c:v>
                </c:pt>
                <c:pt idx="1223">
                  <c:v>38604</c:v>
                </c:pt>
                <c:pt idx="1224">
                  <c:v>38607</c:v>
                </c:pt>
                <c:pt idx="1225">
                  <c:v>38608</c:v>
                </c:pt>
                <c:pt idx="1226">
                  <c:v>38609</c:v>
                </c:pt>
                <c:pt idx="1227">
                  <c:v>38610</c:v>
                </c:pt>
                <c:pt idx="1228">
                  <c:v>38611</c:v>
                </c:pt>
                <c:pt idx="1229">
                  <c:v>38614</c:v>
                </c:pt>
                <c:pt idx="1230">
                  <c:v>38615</c:v>
                </c:pt>
                <c:pt idx="1231">
                  <c:v>38616</c:v>
                </c:pt>
                <c:pt idx="1232">
                  <c:v>38617</c:v>
                </c:pt>
                <c:pt idx="1233">
                  <c:v>38618</c:v>
                </c:pt>
                <c:pt idx="1234">
                  <c:v>38621</c:v>
                </c:pt>
                <c:pt idx="1235">
                  <c:v>38622</c:v>
                </c:pt>
                <c:pt idx="1236">
                  <c:v>38623</c:v>
                </c:pt>
                <c:pt idx="1237">
                  <c:v>38624</c:v>
                </c:pt>
                <c:pt idx="1238">
                  <c:v>38625</c:v>
                </c:pt>
                <c:pt idx="1239">
                  <c:v>38628</c:v>
                </c:pt>
                <c:pt idx="1240">
                  <c:v>38629</c:v>
                </c:pt>
                <c:pt idx="1241">
                  <c:v>38630</c:v>
                </c:pt>
                <c:pt idx="1242">
                  <c:v>38631</c:v>
                </c:pt>
                <c:pt idx="1243">
                  <c:v>38632</c:v>
                </c:pt>
                <c:pt idx="1244">
                  <c:v>38635</c:v>
                </c:pt>
                <c:pt idx="1245">
                  <c:v>38636</c:v>
                </c:pt>
                <c:pt idx="1246">
                  <c:v>38637</c:v>
                </c:pt>
                <c:pt idx="1247">
                  <c:v>38638</c:v>
                </c:pt>
                <c:pt idx="1248">
                  <c:v>38639</c:v>
                </c:pt>
                <c:pt idx="1249">
                  <c:v>38642</c:v>
                </c:pt>
                <c:pt idx="1250">
                  <c:v>38643</c:v>
                </c:pt>
                <c:pt idx="1251">
                  <c:v>38644</c:v>
                </c:pt>
                <c:pt idx="1252">
                  <c:v>38645</c:v>
                </c:pt>
                <c:pt idx="1253">
                  <c:v>38646</c:v>
                </c:pt>
                <c:pt idx="1254">
                  <c:v>38649</c:v>
                </c:pt>
                <c:pt idx="1255">
                  <c:v>38650</c:v>
                </c:pt>
                <c:pt idx="1256">
                  <c:v>38651</c:v>
                </c:pt>
                <c:pt idx="1257">
                  <c:v>38652</c:v>
                </c:pt>
                <c:pt idx="1258">
                  <c:v>38653</c:v>
                </c:pt>
                <c:pt idx="1259">
                  <c:v>38656</c:v>
                </c:pt>
                <c:pt idx="1260">
                  <c:v>38657</c:v>
                </c:pt>
                <c:pt idx="1261">
                  <c:v>38658</c:v>
                </c:pt>
                <c:pt idx="1262">
                  <c:v>38659</c:v>
                </c:pt>
                <c:pt idx="1263">
                  <c:v>38660</c:v>
                </c:pt>
                <c:pt idx="1264">
                  <c:v>38663</c:v>
                </c:pt>
                <c:pt idx="1265">
                  <c:v>38664</c:v>
                </c:pt>
                <c:pt idx="1266">
                  <c:v>38665</c:v>
                </c:pt>
                <c:pt idx="1267">
                  <c:v>38666</c:v>
                </c:pt>
                <c:pt idx="1268">
                  <c:v>38667</c:v>
                </c:pt>
                <c:pt idx="1269">
                  <c:v>38670</c:v>
                </c:pt>
                <c:pt idx="1270">
                  <c:v>38671</c:v>
                </c:pt>
                <c:pt idx="1271">
                  <c:v>38672</c:v>
                </c:pt>
                <c:pt idx="1272">
                  <c:v>38673</c:v>
                </c:pt>
                <c:pt idx="1273">
                  <c:v>38674</c:v>
                </c:pt>
                <c:pt idx="1274">
                  <c:v>38677</c:v>
                </c:pt>
                <c:pt idx="1275">
                  <c:v>38678</c:v>
                </c:pt>
                <c:pt idx="1276">
                  <c:v>38679</c:v>
                </c:pt>
                <c:pt idx="1277">
                  <c:v>38680</c:v>
                </c:pt>
                <c:pt idx="1278">
                  <c:v>38681</c:v>
                </c:pt>
                <c:pt idx="1279">
                  <c:v>38684</c:v>
                </c:pt>
                <c:pt idx="1280">
                  <c:v>38685</c:v>
                </c:pt>
                <c:pt idx="1281">
                  <c:v>38686</c:v>
                </c:pt>
                <c:pt idx="1282">
                  <c:v>38687</c:v>
                </c:pt>
                <c:pt idx="1283">
                  <c:v>38688</c:v>
                </c:pt>
                <c:pt idx="1284">
                  <c:v>38691</c:v>
                </c:pt>
                <c:pt idx="1285">
                  <c:v>38692</c:v>
                </c:pt>
                <c:pt idx="1286">
                  <c:v>38693</c:v>
                </c:pt>
                <c:pt idx="1287">
                  <c:v>38694</c:v>
                </c:pt>
                <c:pt idx="1288">
                  <c:v>38695</c:v>
                </c:pt>
                <c:pt idx="1289">
                  <c:v>38698</c:v>
                </c:pt>
                <c:pt idx="1290">
                  <c:v>38699</c:v>
                </c:pt>
                <c:pt idx="1291">
                  <c:v>38700</c:v>
                </c:pt>
                <c:pt idx="1292">
                  <c:v>38701</c:v>
                </c:pt>
                <c:pt idx="1293">
                  <c:v>38702</c:v>
                </c:pt>
                <c:pt idx="1294">
                  <c:v>38705</c:v>
                </c:pt>
                <c:pt idx="1295">
                  <c:v>38706</c:v>
                </c:pt>
                <c:pt idx="1296">
                  <c:v>38707</c:v>
                </c:pt>
                <c:pt idx="1297">
                  <c:v>38708</c:v>
                </c:pt>
                <c:pt idx="1298">
                  <c:v>38709</c:v>
                </c:pt>
                <c:pt idx="1299">
                  <c:v>38712</c:v>
                </c:pt>
                <c:pt idx="1300">
                  <c:v>38713</c:v>
                </c:pt>
                <c:pt idx="1301">
                  <c:v>38714</c:v>
                </c:pt>
                <c:pt idx="1302">
                  <c:v>38715</c:v>
                </c:pt>
                <c:pt idx="1303">
                  <c:v>38716</c:v>
                </c:pt>
                <c:pt idx="1304">
                  <c:v>38719</c:v>
                </c:pt>
                <c:pt idx="1305">
                  <c:v>38720</c:v>
                </c:pt>
                <c:pt idx="1306">
                  <c:v>38721</c:v>
                </c:pt>
                <c:pt idx="1307">
                  <c:v>38722</c:v>
                </c:pt>
                <c:pt idx="1308">
                  <c:v>38723</c:v>
                </c:pt>
                <c:pt idx="1309">
                  <c:v>38726</c:v>
                </c:pt>
                <c:pt idx="1310">
                  <c:v>38727</c:v>
                </c:pt>
                <c:pt idx="1311">
                  <c:v>38728</c:v>
                </c:pt>
                <c:pt idx="1312">
                  <c:v>38729</c:v>
                </c:pt>
                <c:pt idx="1313">
                  <c:v>38730</c:v>
                </c:pt>
                <c:pt idx="1314">
                  <c:v>38733</c:v>
                </c:pt>
                <c:pt idx="1315">
                  <c:v>38734</c:v>
                </c:pt>
                <c:pt idx="1316">
                  <c:v>38735</c:v>
                </c:pt>
                <c:pt idx="1317">
                  <c:v>38736</c:v>
                </c:pt>
                <c:pt idx="1318">
                  <c:v>38737</c:v>
                </c:pt>
                <c:pt idx="1319">
                  <c:v>38740</c:v>
                </c:pt>
                <c:pt idx="1320">
                  <c:v>38741</c:v>
                </c:pt>
                <c:pt idx="1321">
                  <c:v>38742</c:v>
                </c:pt>
                <c:pt idx="1322">
                  <c:v>38743</c:v>
                </c:pt>
                <c:pt idx="1323">
                  <c:v>38744</c:v>
                </c:pt>
                <c:pt idx="1324">
                  <c:v>38747</c:v>
                </c:pt>
                <c:pt idx="1325">
                  <c:v>38748</c:v>
                </c:pt>
                <c:pt idx="1326">
                  <c:v>38749</c:v>
                </c:pt>
                <c:pt idx="1327">
                  <c:v>38750</c:v>
                </c:pt>
                <c:pt idx="1328">
                  <c:v>38751</c:v>
                </c:pt>
                <c:pt idx="1329">
                  <c:v>38754</c:v>
                </c:pt>
                <c:pt idx="1330">
                  <c:v>38755</c:v>
                </c:pt>
                <c:pt idx="1331">
                  <c:v>38756</c:v>
                </c:pt>
                <c:pt idx="1332">
                  <c:v>38757</c:v>
                </c:pt>
                <c:pt idx="1333">
                  <c:v>38758</c:v>
                </c:pt>
                <c:pt idx="1334">
                  <c:v>38761</c:v>
                </c:pt>
                <c:pt idx="1335">
                  <c:v>38762</c:v>
                </c:pt>
                <c:pt idx="1336">
                  <c:v>38763</c:v>
                </c:pt>
                <c:pt idx="1337">
                  <c:v>38764</c:v>
                </c:pt>
                <c:pt idx="1338">
                  <c:v>38765</c:v>
                </c:pt>
                <c:pt idx="1339">
                  <c:v>38768</c:v>
                </c:pt>
                <c:pt idx="1340">
                  <c:v>38769</c:v>
                </c:pt>
                <c:pt idx="1341">
                  <c:v>38770</c:v>
                </c:pt>
                <c:pt idx="1342">
                  <c:v>38771</c:v>
                </c:pt>
                <c:pt idx="1343">
                  <c:v>38772</c:v>
                </c:pt>
                <c:pt idx="1344">
                  <c:v>38775</c:v>
                </c:pt>
                <c:pt idx="1345">
                  <c:v>38776</c:v>
                </c:pt>
                <c:pt idx="1346">
                  <c:v>38777</c:v>
                </c:pt>
                <c:pt idx="1347">
                  <c:v>38778</c:v>
                </c:pt>
                <c:pt idx="1348">
                  <c:v>38779</c:v>
                </c:pt>
                <c:pt idx="1349">
                  <c:v>38782</c:v>
                </c:pt>
                <c:pt idx="1350">
                  <c:v>38783</c:v>
                </c:pt>
                <c:pt idx="1351">
                  <c:v>38784</c:v>
                </c:pt>
                <c:pt idx="1352">
                  <c:v>38785</c:v>
                </c:pt>
                <c:pt idx="1353">
                  <c:v>38786</c:v>
                </c:pt>
                <c:pt idx="1354">
                  <c:v>38789</c:v>
                </c:pt>
                <c:pt idx="1355">
                  <c:v>38790</c:v>
                </c:pt>
                <c:pt idx="1356">
                  <c:v>38791</c:v>
                </c:pt>
                <c:pt idx="1357">
                  <c:v>38792</c:v>
                </c:pt>
                <c:pt idx="1358">
                  <c:v>38793</c:v>
                </c:pt>
                <c:pt idx="1359">
                  <c:v>38796</c:v>
                </c:pt>
                <c:pt idx="1360">
                  <c:v>38797</c:v>
                </c:pt>
                <c:pt idx="1361">
                  <c:v>38798</c:v>
                </c:pt>
                <c:pt idx="1362">
                  <c:v>38799</c:v>
                </c:pt>
                <c:pt idx="1363">
                  <c:v>38800</c:v>
                </c:pt>
                <c:pt idx="1364">
                  <c:v>38803</c:v>
                </c:pt>
                <c:pt idx="1365">
                  <c:v>38804</c:v>
                </c:pt>
                <c:pt idx="1366">
                  <c:v>38805</c:v>
                </c:pt>
                <c:pt idx="1367">
                  <c:v>38806</c:v>
                </c:pt>
                <c:pt idx="1368">
                  <c:v>38807</c:v>
                </c:pt>
                <c:pt idx="1369">
                  <c:v>38810</c:v>
                </c:pt>
                <c:pt idx="1370">
                  <c:v>38811</c:v>
                </c:pt>
                <c:pt idx="1371">
                  <c:v>38812</c:v>
                </c:pt>
                <c:pt idx="1372">
                  <c:v>38813</c:v>
                </c:pt>
                <c:pt idx="1373">
                  <c:v>38814</c:v>
                </c:pt>
                <c:pt idx="1374">
                  <c:v>38817</c:v>
                </c:pt>
                <c:pt idx="1375">
                  <c:v>38818</c:v>
                </c:pt>
                <c:pt idx="1376">
                  <c:v>38819</c:v>
                </c:pt>
                <c:pt idx="1377">
                  <c:v>38820</c:v>
                </c:pt>
                <c:pt idx="1378">
                  <c:v>38821</c:v>
                </c:pt>
                <c:pt idx="1379">
                  <c:v>38824</c:v>
                </c:pt>
                <c:pt idx="1380">
                  <c:v>38825</c:v>
                </c:pt>
                <c:pt idx="1381">
                  <c:v>38826</c:v>
                </c:pt>
                <c:pt idx="1382">
                  <c:v>38827</c:v>
                </c:pt>
                <c:pt idx="1383">
                  <c:v>38828</c:v>
                </c:pt>
                <c:pt idx="1384">
                  <c:v>38831</c:v>
                </c:pt>
                <c:pt idx="1385">
                  <c:v>38832</c:v>
                </c:pt>
                <c:pt idx="1386">
                  <c:v>38833</c:v>
                </c:pt>
                <c:pt idx="1387">
                  <c:v>38834</c:v>
                </c:pt>
                <c:pt idx="1388">
                  <c:v>38835</c:v>
                </c:pt>
                <c:pt idx="1389">
                  <c:v>38838</c:v>
                </c:pt>
                <c:pt idx="1390">
                  <c:v>38839</c:v>
                </c:pt>
                <c:pt idx="1391">
                  <c:v>38840</c:v>
                </c:pt>
                <c:pt idx="1392">
                  <c:v>38841</c:v>
                </c:pt>
                <c:pt idx="1393">
                  <c:v>38842</c:v>
                </c:pt>
                <c:pt idx="1394">
                  <c:v>38845</c:v>
                </c:pt>
                <c:pt idx="1395">
                  <c:v>38846</c:v>
                </c:pt>
                <c:pt idx="1396">
                  <c:v>38847</c:v>
                </c:pt>
                <c:pt idx="1397">
                  <c:v>38848</c:v>
                </c:pt>
                <c:pt idx="1398">
                  <c:v>38849</c:v>
                </c:pt>
                <c:pt idx="1399">
                  <c:v>38852</c:v>
                </c:pt>
                <c:pt idx="1400">
                  <c:v>38853</c:v>
                </c:pt>
                <c:pt idx="1401">
                  <c:v>38854</c:v>
                </c:pt>
                <c:pt idx="1402">
                  <c:v>38855</c:v>
                </c:pt>
                <c:pt idx="1403">
                  <c:v>38856</c:v>
                </c:pt>
                <c:pt idx="1404">
                  <c:v>38859</c:v>
                </c:pt>
                <c:pt idx="1405">
                  <c:v>38860</c:v>
                </c:pt>
                <c:pt idx="1406">
                  <c:v>38861</c:v>
                </c:pt>
                <c:pt idx="1407">
                  <c:v>38862</c:v>
                </c:pt>
                <c:pt idx="1408">
                  <c:v>38863</c:v>
                </c:pt>
                <c:pt idx="1409">
                  <c:v>38866</c:v>
                </c:pt>
                <c:pt idx="1410">
                  <c:v>38867</c:v>
                </c:pt>
                <c:pt idx="1411">
                  <c:v>38868</c:v>
                </c:pt>
                <c:pt idx="1412">
                  <c:v>38869</c:v>
                </c:pt>
                <c:pt idx="1413">
                  <c:v>38870</c:v>
                </c:pt>
                <c:pt idx="1414">
                  <c:v>38873</c:v>
                </c:pt>
                <c:pt idx="1415">
                  <c:v>38874</c:v>
                </c:pt>
                <c:pt idx="1416">
                  <c:v>38875</c:v>
                </c:pt>
                <c:pt idx="1417">
                  <c:v>38876</c:v>
                </c:pt>
                <c:pt idx="1418">
                  <c:v>38877</c:v>
                </c:pt>
                <c:pt idx="1419">
                  <c:v>38880</c:v>
                </c:pt>
                <c:pt idx="1420">
                  <c:v>38881</c:v>
                </c:pt>
                <c:pt idx="1421">
                  <c:v>38882</c:v>
                </c:pt>
                <c:pt idx="1422">
                  <c:v>38883</c:v>
                </c:pt>
                <c:pt idx="1423">
                  <c:v>38884</c:v>
                </c:pt>
                <c:pt idx="1424">
                  <c:v>38887</c:v>
                </c:pt>
                <c:pt idx="1425">
                  <c:v>38888</c:v>
                </c:pt>
                <c:pt idx="1426">
                  <c:v>38889</c:v>
                </c:pt>
                <c:pt idx="1427">
                  <c:v>38890</c:v>
                </c:pt>
                <c:pt idx="1428">
                  <c:v>38891</c:v>
                </c:pt>
                <c:pt idx="1429">
                  <c:v>38894</c:v>
                </c:pt>
                <c:pt idx="1430">
                  <c:v>38895</c:v>
                </c:pt>
                <c:pt idx="1431">
                  <c:v>38896</c:v>
                </c:pt>
                <c:pt idx="1432">
                  <c:v>38897</c:v>
                </c:pt>
                <c:pt idx="1433">
                  <c:v>38898</c:v>
                </c:pt>
                <c:pt idx="1434">
                  <c:v>38901</c:v>
                </c:pt>
                <c:pt idx="1435">
                  <c:v>38902</c:v>
                </c:pt>
                <c:pt idx="1436">
                  <c:v>38903</c:v>
                </c:pt>
                <c:pt idx="1437">
                  <c:v>38904</c:v>
                </c:pt>
                <c:pt idx="1438">
                  <c:v>38905</c:v>
                </c:pt>
                <c:pt idx="1439">
                  <c:v>38908</c:v>
                </c:pt>
                <c:pt idx="1440">
                  <c:v>38909</c:v>
                </c:pt>
                <c:pt idx="1441">
                  <c:v>38910</c:v>
                </c:pt>
                <c:pt idx="1442">
                  <c:v>38911</c:v>
                </c:pt>
                <c:pt idx="1443">
                  <c:v>38912</c:v>
                </c:pt>
                <c:pt idx="1444">
                  <c:v>38915</c:v>
                </c:pt>
                <c:pt idx="1445">
                  <c:v>38916</c:v>
                </c:pt>
                <c:pt idx="1446">
                  <c:v>38917</c:v>
                </c:pt>
                <c:pt idx="1447">
                  <c:v>38918</c:v>
                </c:pt>
                <c:pt idx="1448">
                  <c:v>38919</c:v>
                </c:pt>
                <c:pt idx="1449">
                  <c:v>38922</c:v>
                </c:pt>
                <c:pt idx="1450">
                  <c:v>38923</c:v>
                </c:pt>
                <c:pt idx="1451">
                  <c:v>38924</c:v>
                </c:pt>
                <c:pt idx="1452">
                  <c:v>38925</c:v>
                </c:pt>
                <c:pt idx="1453">
                  <c:v>38926</c:v>
                </c:pt>
                <c:pt idx="1454">
                  <c:v>38929</c:v>
                </c:pt>
                <c:pt idx="1455">
                  <c:v>38930</c:v>
                </c:pt>
                <c:pt idx="1456">
                  <c:v>38931</c:v>
                </c:pt>
                <c:pt idx="1457">
                  <c:v>38932</c:v>
                </c:pt>
                <c:pt idx="1458">
                  <c:v>38933</c:v>
                </c:pt>
                <c:pt idx="1459">
                  <c:v>38936</c:v>
                </c:pt>
                <c:pt idx="1460">
                  <c:v>38937</c:v>
                </c:pt>
                <c:pt idx="1461">
                  <c:v>38938</c:v>
                </c:pt>
                <c:pt idx="1462">
                  <c:v>38939</c:v>
                </c:pt>
                <c:pt idx="1463">
                  <c:v>38940</c:v>
                </c:pt>
                <c:pt idx="1464">
                  <c:v>38943</c:v>
                </c:pt>
                <c:pt idx="1465">
                  <c:v>38944</c:v>
                </c:pt>
                <c:pt idx="1466">
                  <c:v>38945</c:v>
                </c:pt>
                <c:pt idx="1467">
                  <c:v>38946</c:v>
                </c:pt>
                <c:pt idx="1468">
                  <c:v>38947</c:v>
                </c:pt>
                <c:pt idx="1469">
                  <c:v>38950</c:v>
                </c:pt>
                <c:pt idx="1470">
                  <c:v>38951</c:v>
                </c:pt>
                <c:pt idx="1471">
                  <c:v>38952</c:v>
                </c:pt>
                <c:pt idx="1472">
                  <c:v>38953</c:v>
                </c:pt>
                <c:pt idx="1473">
                  <c:v>38954</c:v>
                </c:pt>
                <c:pt idx="1474">
                  <c:v>38957</c:v>
                </c:pt>
                <c:pt idx="1475">
                  <c:v>38958</c:v>
                </c:pt>
                <c:pt idx="1476">
                  <c:v>38959</c:v>
                </c:pt>
                <c:pt idx="1477">
                  <c:v>38960</c:v>
                </c:pt>
                <c:pt idx="1478">
                  <c:v>38961</c:v>
                </c:pt>
                <c:pt idx="1479">
                  <c:v>38964</c:v>
                </c:pt>
                <c:pt idx="1480">
                  <c:v>38965</c:v>
                </c:pt>
                <c:pt idx="1481">
                  <c:v>38966</c:v>
                </c:pt>
                <c:pt idx="1482">
                  <c:v>38967</c:v>
                </c:pt>
                <c:pt idx="1483">
                  <c:v>38968</c:v>
                </c:pt>
                <c:pt idx="1484">
                  <c:v>38971</c:v>
                </c:pt>
                <c:pt idx="1485">
                  <c:v>38972</c:v>
                </c:pt>
                <c:pt idx="1486">
                  <c:v>38973</c:v>
                </c:pt>
                <c:pt idx="1487">
                  <c:v>38974</c:v>
                </c:pt>
                <c:pt idx="1488">
                  <c:v>38975</c:v>
                </c:pt>
                <c:pt idx="1489">
                  <c:v>38978</c:v>
                </c:pt>
                <c:pt idx="1490">
                  <c:v>38979</c:v>
                </c:pt>
                <c:pt idx="1491">
                  <c:v>38980</c:v>
                </c:pt>
                <c:pt idx="1492">
                  <c:v>38981</c:v>
                </c:pt>
                <c:pt idx="1493">
                  <c:v>38982</c:v>
                </c:pt>
                <c:pt idx="1494">
                  <c:v>38985</c:v>
                </c:pt>
                <c:pt idx="1495">
                  <c:v>38986</c:v>
                </c:pt>
                <c:pt idx="1496">
                  <c:v>38987</c:v>
                </c:pt>
                <c:pt idx="1497">
                  <c:v>38988</c:v>
                </c:pt>
                <c:pt idx="1498">
                  <c:v>38989</c:v>
                </c:pt>
                <c:pt idx="1499">
                  <c:v>38992</c:v>
                </c:pt>
                <c:pt idx="1500">
                  <c:v>38993</c:v>
                </c:pt>
                <c:pt idx="1501">
                  <c:v>38994</c:v>
                </c:pt>
                <c:pt idx="1502">
                  <c:v>38995</c:v>
                </c:pt>
                <c:pt idx="1503">
                  <c:v>38996</c:v>
                </c:pt>
                <c:pt idx="1504">
                  <c:v>38999</c:v>
                </c:pt>
                <c:pt idx="1505">
                  <c:v>39000</c:v>
                </c:pt>
                <c:pt idx="1506">
                  <c:v>39001</c:v>
                </c:pt>
                <c:pt idx="1507">
                  <c:v>39002</c:v>
                </c:pt>
                <c:pt idx="1508">
                  <c:v>39003</c:v>
                </c:pt>
                <c:pt idx="1509">
                  <c:v>39006</c:v>
                </c:pt>
                <c:pt idx="1510">
                  <c:v>39007</c:v>
                </c:pt>
                <c:pt idx="1511">
                  <c:v>39008</c:v>
                </c:pt>
                <c:pt idx="1512">
                  <c:v>39009</c:v>
                </c:pt>
                <c:pt idx="1513">
                  <c:v>39010</c:v>
                </c:pt>
                <c:pt idx="1514">
                  <c:v>39013</c:v>
                </c:pt>
                <c:pt idx="1515">
                  <c:v>39014</c:v>
                </c:pt>
                <c:pt idx="1516">
                  <c:v>39015</c:v>
                </c:pt>
                <c:pt idx="1517">
                  <c:v>39016</c:v>
                </c:pt>
                <c:pt idx="1518">
                  <c:v>39017</c:v>
                </c:pt>
                <c:pt idx="1519">
                  <c:v>39020</c:v>
                </c:pt>
                <c:pt idx="1520">
                  <c:v>39021</c:v>
                </c:pt>
                <c:pt idx="1521">
                  <c:v>39022</c:v>
                </c:pt>
                <c:pt idx="1522">
                  <c:v>39023</c:v>
                </c:pt>
                <c:pt idx="1523">
                  <c:v>39024</c:v>
                </c:pt>
                <c:pt idx="1524">
                  <c:v>39027</c:v>
                </c:pt>
                <c:pt idx="1525">
                  <c:v>39028</c:v>
                </c:pt>
                <c:pt idx="1526">
                  <c:v>39029</c:v>
                </c:pt>
                <c:pt idx="1527">
                  <c:v>39030</c:v>
                </c:pt>
                <c:pt idx="1528">
                  <c:v>39031</c:v>
                </c:pt>
                <c:pt idx="1529">
                  <c:v>39034</c:v>
                </c:pt>
                <c:pt idx="1530">
                  <c:v>39035</c:v>
                </c:pt>
                <c:pt idx="1531">
                  <c:v>39036</c:v>
                </c:pt>
                <c:pt idx="1532">
                  <c:v>39037</c:v>
                </c:pt>
                <c:pt idx="1533">
                  <c:v>39038</c:v>
                </c:pt>
                <c:pt idx="1534">
                  <c:v>39041</c:v>
                </c:pt>
                <c:pt idx="1535">
                  <c:v>39042</c:v>
                </c:pt>
                <c:pt idx="1536">
                  <c:v>39043</c:v>
                </c:pt>
                <c:pt idx="1537">
                  <c:v>39044</c:v>
                </c:pt>
                <c:pt idx="1538">
                  <c:v>39045</c:v>
                </c:pt>
                <c:pt idx="1539">
                  <c:v>39048</c:v>
                </c:pt>
                <c:pt idx="1540">
                  <c:v>39049</c:v>
                </c:pt>
                <c:pt idx="1541">
                  <c:v>39050</c:v>
                </c:pt>
                <c:pt idx="1542">
                  <c:v>39051</c:v>
                </c:pt>
                <c:pt idx="1543">
                  <c:v>39052</c:v>
                </c:pt>
                <c:pt idx="1544">
                  <c:v>39055</c:v>
                </c:pt>
                <c:pt idx="1545">
                  <c:v>39056</c:v>
                </c:pt>
                <c:pt idx="1546">
                  <c:v>39057</c:v>
                </c:pt>
                <c:pt idx="1547">
                  <c:v>39058</c:v>
                </c:pt>
                <c:pt idx="1548">
                  <c:v>39059</c:v>
                </c:pt>
                <c:pt idx="1549">
                  <c:v>39062</c:v>
                </c:pt>
                <c:pt idx="1550">
                  <c:v>39063</c:v>
                </c:pt>
                <c:pt idx="1551">
                  <c:v>39064</c:v>
                </c:pt>
                <c:pt idx="1552">
                  <c:v>39065</c:v>
                </c:pt>
                <c:pt idx="1553">
                  <c:v>39066</c:v>
                </c:pt>
                <c:pt idx="1554">
                  <c:v>39069</c:v>
                </c:pt>
                <c:pt idx="1555">
                  <c:v>39070</c:v>
                </c:pt>
                <c:pt idx="1556">
                  <c:v>39071</c:v>
                </c:pt>
                <c:pt idx="1557">
                  <c:v>39072</c:v>
                </c:pt>
                <c:pt idx="1558">
                  <c:v>39073</c:v>
                </c:pt>
                <c:pt idx="1559">
                  <c:v>39076</c:v>
                </c:pt>
                <c:pt idx="1560">
                  <c:v>39077</c:v>
                </c:pt>
                <c:pt idx="1561">
                  <c:v>39078</c:v>
                </c:pt>
                <c:pt idx="1562">
                  <c:v>39079</c:v>
                </c:pt>
                <c:pt idx="1563">
                  <c:v>39080</c:v>
                </c:pt>
                <c:pt idx="1564">
                  <c:v>39083</c:v>
                </c:pt>
                <c:pt idx="1565">
                  <c:v>39084</c:v>
                </c:pt>
                <c:pt idx="1566">
                  <c:v>39085</c:v>
                </c:pt>
                <c:pt idx="1567">
                  <c:v>39086</c:v>
                </c:pt>
                <c:pt idx="1568">
                  <c:v>39087</c:v>
                </c:pt>
                <c:pt idx="1569">
                  <c:v>39090</c:v>
                </c:pt>
                <c:pt idx="1570">
                  <c:v>39091</c:v>
                </c:pt>
                <c:pt idx="1571">
                  <c:v>39092</c:v>
                </c:pt>
                <c:pt idx="1572">
                  <c:v>39093</c:v>
                </c:pt>
                <c:pt idx="1573">
                  <c:v>39094</c:v>
                </c:pt>
                <c:pt idx="1574">
                  <c:v>39097</c:v>
                </c:pt>
                <c:pt idx="1575">
                  <c:v>39098</c:v>
                </c:pt>
                <c:pt idx="1576">
                  <c:v>39099</c:v>
                </c:pt>
                <c:pt idx="1577">
                  <c:v>39100</c:v>
                </c:pt>
                <c:pt idx="1578">
                  <c:v>39101</c:v>
                </c:pt>
                <c:pt idx="1579">
                  <c:v>39104</c:v>
                </c:pt>
                <c:pt idx="1580">
                  <c:v>39105</c:v>
                </c:pt>
                <c:pt idx="1581">
                  <c:v>39106</c:v>
                </c:pt>
                <c:pt idx="1582">
                  <c:v>39107</c:v>
                </c:pt>
                <c:pt idx="1583">
                  <c:v>39108</c:v>
                </c:pt>
                <c:pt idx="1584">
                  <c:v>39111</c:v>
                </c:pt>
                <c:pt idx="1585">
                  <c:v>39112</c:v>
                </c:pt>
                <c:pt idx="1586">
                  <c:v>39113</c:v>
                </c:pt>
                <c:pt idx="1587">
                  <c:v>39114</c:v>
                </c:pt>
                <c:pt idx="1588">
                  <c:v>39115</c:v>
                </c:pt>
                <c:pt idx="1589">
                  <c:v>39118</c:v>
                </c:pt>
                <c:pt idx="1590">
                  <c:v>39119</c:v>
                </c:pt>
                <c:pt idx="1591">
                  <c:v>39120</c:v>
                </c:pt>
                <c:pt idx="1592">
                  <c:v>39121</c:v>
                </c:pt>
                <c:pt idx="1593">
                  <c:v>39122</c:v>
                </c:pt>
                <c:pt idx="1594">
                  <c:v>39125</c:v>
                </c:pt>
                <c:pt idx="1595">
                  <c:v>39126</c:v>
                </c:pt>
                <c:pt idx="1596">
                  <c:v>39127</c:v>
                </c:pt>
                <c:pt idx="1597">
                  <c:v>39128</c:v>
                </c:pt>
                <c:pt idx="1598">
                  <c:v>39129</c:v>
                </c:pt>
                <c:pt idx="1599">
                  <c:v>39132</c:v>
                </c:pt>
                <c:pt idx="1600">
                  <c:v>39133</c:v>
                </c:pt>
                <c:pt idx="1601">
                  <c:v>39134</c:v>
                </c:pt>
                <c:pt idx="1602">
                  <c:v>39135</c:v>
                </c:pt>
                <c:pt idx="1603">
                  <c:v>39136</c:v>
                </c:pt>
                <c:pt idx="1604">
                  <c:v>39139</c:v>
                </c:pt>
                <c:pt idx="1605">
                  <c:v>39140</c:v>
                </c:pt>
                <c:pt idx="1606">
                  <c:v>39141</c:v>
                </c:pt>
                <c:pt idx="1607">
                  <c:v>39142</c:v>
                </c:pt>
                <c:pt idx="1608">
                  <c:v>39143</c:v>
                </c:pt>
                <c:pt idx="1609">
                  <c:v>39146</c:v>
                </c:pt>
                <c:pt idx="1610">
                  <c:v>39147</c:v>
                </c:pt>
                <c:pt idx="1611">
                  <c:v>39148</c:v>
                </c:pt>
                <c:pt idx="1612">
                  <c:v>39149</c:v>
                </c:pt>
                <c:pt idx="1613">
                  <c:v>39150</c:v>
                </c:pt>
                <c:pt idx="1614">
                  <c:v>39153</c:v>
                </c:pt>
                <c:pt idx="1615">
                  <c:v>39154</c:v>
                </c:pt>
                <c:pt idx="1616">
                  <c:v>39155</c:v>
                </c:pt>
                <c:pt idx="1617">
                  <c:v>39156</c:v>
                </c:pt>
                <c:pt idx="1618">
                  <c:v>39157</c:v>
                </c:pt>
                <c:pt idx="1619">
                  <c:v>39160</c:v>
                </c:pt>
                <c:pt idx="1620">
                  <c:v>39161</c:v>
                </c:pt>
                <c:pt idx="1621">
                  <c:v>39162</c:v>
                </c:pt>
                <c:pt idx="1622">
                  <c:v>39163</c:v>
                </c:pt>
                <c:pt idx="1623">
                  <c:v>39164</c:v>
                </c:pt>
                <c:pt idx="1624">
                  <c:v>39167</c:v>
                </c:pt>
                <c:pt idx="1625">
                  <c:v>39168</c:v>
                </c:pt>
                <c:pt idx="1626">
                  <c:v>39169</c:v>
                </c:pt>
                <c:pt idx="1627">
                  <c:v>39170</c:v>
                </c:pt>
                <c:pt idx="1628">
                  <c:v>39171</c:v>
                </c:pt>
                <c:pt idx="1629">
                  <c:v>39174</c:v>
                </c:pt>
                <c:pt idx="1630">
                  <c:v>39175</c:v>
                </c:pt>
                <c:pt idx="1631">
                  <c:v>39176</c:v>
                </c:pt>
                <c:pt idx="1632">
                  <c:v>39177</c:v>
                </c:pt>
                <c:pt idx="1633">
                  <c:v>39178</c:v>
                </c:pt>
                <c:pt idx="1634">
                  <c:v>39181</c:v>
                </c:pt>
                <c:pt idx="1635">
                  <c:v>39182</c:v>
                </c:pt>
                <c:pt idx="1636">
                  <c:v>39183</c:v>
                </c:pt>
                <c:pt idx="1637">
                  <c:v>39184</c:v>
                </c:pt>
                <c:pt idx="1638">
                  <c:v>39185</c:v>
                </c:pt>
                <c:pt idx="1639">
                  <c:v>39188</c:v>
                </c:pt>
                <c:pt idx="1640">
                  <c:v>39189</c:v>
                </c:pt>
                <c:pt idx="1641">
                  <c:v>39190</c:v>
                </c:pt>
                <c:pt idx="1642">
                  <c:v>39191</c:v>
                </c:pt>
                <c:pt idx="1643">
                  <c:v>39192</c:v>
                </c:pt>
                <c:pt idx="1644">
                  <c:v>39195</c:v>
                </c:pt>
                <c:pt idx="1645">
                  <c:v>39196</c:v>
                </c:pt>
                <c:pt idx="1646">
                  <c:v>39197</c:v>
                </c:pt>
                <c:pt idx="1647">
                  <c:v>39198</c:v>
                </c:pt>
                <c:pt idx="1648">
                  <c:v>39199</c:v>
                </c:pt>
                <c:pt idx="1649">
                  <c:v>39202</c:v>
                </c:pt>
                <c:pt idx="1650">
                  <c:v>39203</c:v>
                </c:pt>
                <c:pt idx="1651">
                  <c:v>39204</c:v>
                </c:pt>
                <c:pt idx="1652">
                  <c:v>39205</c:v>
                </c:pt>
                <c:pt idx="1653">
                  <c:v>39206</c:v>
                </c:pt>
                <c:pt idx="1654">
                  <c:v>39209</c:v>
                </c:pt>
                <c:pt idx="1655">
                  <c:v>39210</c:v>
                </c:pt>
                <c:pt idx="1656">
                  <c:v>39211</c:v>
                </c:pt>
                <c:pt idx="1657">
                  <c:v>39212</c:v>
                </c:pt>
                <c:pt idx="1658">
                  <c:v>39213</c:v>
                </c:pt>
                <c:pt idx="1659">
                  <c:v>39216</c:v>
                </c:pt>
                <c:pt idx="1660">
                  <c:v>39217</c:v>
                </c:pt>
                <c:pt idx="1661">
                  <c:v>39218</c:v>
                </c:pt>
                <c:pt idx="1662">
                  <c:v>39219</c:v>
                </c:pt>
                <c:pt idx="1663">
                  <c:v>39220</c:v>
                </c:pt>
                <c:pt idx="1664">
                  <c:v>39223</c:v>
                </c:pt>
                <c:pt idx="1665">
                  <c:v>39224</c:v>
                </c:pt>
                <c:pt idx="1666">
                  <c:v>39225</c:v>
                </c:pt>
                <c:pt idx="1667">
                  <c:v>39226</c:v>
                </c:pt>
                <c:pt idx="1668">
                  <c:v>39227</c:v>
                </c:pt>
                <c:pt idx="1669">
                  <c:v>39230</c:v>
                </c:pt>
                <c:pt idx="1670">
                  <c:v>39231</c:v>
                </c:pt>
                <c:pt idx="1671">
                  <c:v>39232</c:v>
                </c:pt>
                <c:pt idx="1672">
                  <c:v>39233</c:v>
                </c:pt>
                <c:pt idx="1673">
                  <c:v>39234</c:v>
                </c:pt>
                <c:pt idx="1674">
                  <c:v>39237</c:v>
                </c:pt>
                <c:pt idx="1675">
                  <c:v>39238</c:v>
                </c:pt>
                <c:pt idx="1676">
                  <c:v>39239</c:v>
                </c:pt>
                <c:pt idx="1677">
                  <c:v>39240</c:v>
                </c:pt>
                <c:pt idx="1678">
                  <c:v>39241</c:v>
                </c:pt>
                <c:pt idx="1679">
                  <c:v>39244</c:v>
                </c:pt>
                <c:pt idx="1680">
                  <c:v>39245</c:v>
                </c:pt>
                <c:pt idx="1681">
                  <c:v>39246</c:v>
                </c:pt>
                <c:pt idx="1682">
                  <c:v>39247</c:v>
                </c:pt>
                <c:pt idx="1683">
                  <c:v>39248</c:v>
                </c:pt>
                <c:pt idx="1684">
                  <c:v>39251</c:v>
                </c:pt>
                <c:pt idx="1685">
                  <c:v>39252</c:v>
                </c:pt>
                <c:pt idx="1686">
                  <c:v>39253</c:v>
                </c:pt>
                <c:pt idx="1687">
                  <c:v>39254</c:v>
                </c:pt>
                <c:pt idx="1688">
                  <c:v>39255</c:v>
                </c:pt>
                <c:pt idx="1689">
                  <c:v>39258</c:v>
                </c:pt>
                <c:pt idx="1690">
                  <c:v>39259</c:v>
                </c:pt>
                <c:pt idx="1691">
                  <c:v>39260</c:v>
                </c:pt>
                <c:pt idx="1692">
                  <c:v>39261</c:v>
                </c:pt>
                <c:pt idx="1693">
                  <c:v>39262</c:v>
                </c:pt>
                <c:pt idx="1694">
                  <c:v>39265</c:v>
                </c:pt>
                <c:pt idx="1695">
                  <c:v>39266</c:v>
                </c:pt>
                <c:pt idx="1696">
                  <c:v>39267</c:v>
                </c:pt>
                <c:pt idx="1697">
                  <c:v>39268</c:v>
                </c:pt>
                <c:pt idx="1698">
                  <c:v>39269</c:v>
                </c:pt>
                <c:pt idx="1699">
                  <c:v>39272</c:v>
                </c:pt>
                <c:pt idx="1700">
                  <c:v>39273</c:v>
                </c:pt>
                <c:pt idx="1701">
                  <c:v>39274</c:v>
                </c:pt>
                <c:pt idx="1702">
                  <c:v>39275</c:v>
                </c:pt>
                <c:pt idx="1703">
                  <c:v>39276</c:v>
                </c:pt>
                <c:pt idx="1704">
                  <c:v>39279</c:v>
                </c:pt>
                <c:pt idx="1705">
                  <c:v>39280</c:v>
                </c:pt>
                <c:pt idx="1706">
                  <c:v>39281</c:v>
                </c:pt>
                <c:pt idx="1707">
                  <c:v>39282</c:v>
                </c:pt>
                <c:pt idx="1708">
                  <c:v>39283</c:v>
                </c:pt>
                <c:pt idx="1709">
                  <c:v>39286</c:v>
                </c:pt>
                <c:pt idx="1710">
                  <c:v>39287</c:v>
                </c:pt>
                <c:pt idx="1711">
                  <c:v>39288</c:v>
                </c:pt>
                <c:pt idx="1712">
                  <c:v>39289</c:v>
                </c:pt>
                <c:pt idx="1713">
                  <c:v>39290</c:v>
                </c:pt>
                <c:pt idx="1714">
                  <c:v>39293</c:v>
                </c:pt>
                <c:pt idx="1715">
                  <c:v>39294</c:v>
                </c:pt>
                <c:pt idx="1716">
                  <c:v>39295</c:v>
                </c:pt>
                <c:pt idx="1717">
                  <c:v>39296</c:v>
                </c:pt>
                <c:pt idx="1718">
                  <c:v>39297</c:v>
                </c:pt>
                <c:pt idx="1719">
                  <c:v>39300</c:v>
                </c:pt>
                <c:pt idx="1720">
                  <c:v>39301</c:v>
                </c:pt>
                <c:pt idx="1721">
                  <c:v>39302</c:v>
                </c:pt>
                <c:pt idx="1722">
                  <c:v>39303</c:v>
                </c:pt>
                <c:pt idx="1723">
                  <c:v>39304</c:v>
                </c:pt>
                <c:pt idx="1724">
                  <c:v>39307</c:v>
                </c:pt>
                <c:pt idx="1725">
                  <c:v>39308</c:v>
                </c:pt>
                <c:pt idx="1726">
                  <c:v>39309</c:v>
                </c:pt>
                <c:pt idx="1727">
                  <c:v>39310</c:v>
                </c:pt>
                <c:pt idx="1728">
                  <c:v>39311</c:v>
                </c:pt>
                <c:pt idx="1729">
                  <c:v>39314</c:v>
                </c:pt>
                <c:pt idx="1730">
                  <c:v>39315</c:v>
                </c:pt>
                <c:pt idx="1731">
                  <c:v>39316</c:v>
                </c:pt>
                <c:pt idx="1732">
                  <c:v>39317</c:v>
                </c:pt>
                <c:pt idx="1733">
                  <c:v>39318</c:v>
                </c:pt>
                <c:pt idx="1734">
                  <c:v>39321</c:v>
                </c:pt>
                <c:pt idx="1735">
                  <c:v>39322</c:v>
                </c:pt>
                <c:pt idx="1736">
                  <c:v>39323</c:v>
                </c:pt>
                <c:pt idx="1737">
                  <c:v>39324</c:v>
                </c:pt>
                <c:pt idx="1738">
                  <c:v>39325</c:v>
                </c:pt>
                <c:pt idx="1739">
                  <c:v>39328</c:v>
                </c:pt>
                <c:pt idx="1740">
                  <c:v>39329</c:v>
                </c:pt>
                <c:pt idx="1741">
                  <c:v>39330</c:v>
                </c:pt>
                <c:pt idx="1742">
                  <c:v>39331</c:v>
                </c:pt>
                <c:pt idx="1743">
                  <c:v>39332</c:v>
                </c:pt>
                <c:pt idx="1744">
                  <c:v>39335</c:v>
                </c:pt>
                <c:pt idx="1745">
                  <c:v>39336</c:v>
                </c:pt>
                <c:pt idx="1746">
                  <c:v>39337</c:v>
                </c:pt>
                <c:pt idx="1747">
                  <c:v>39338</c:v>
                </c:pt>
                <c:pt idx="1748">
                  <c:v>39339</c:v>
                </c:pt>
                <c:pt idx="1749">
                  <c:v>39342</c:v>
                </c:pt>
                <c:pt idx="1750">
                  <c:v>39343</c:v>
                </c:pt>
                <c:pt idx="1751">
                  <c:v>39344</c:v>
                </c:pt>
                <c:pt idx="1752">
                  <c:v>39345</c:v>
                </c:pt>
                <c:pt idx="1753">
                  <c:v>39346</c:v>
                </c:pt>
                <c:pt idx="1754">
                  <c:v>39349</c:v>
                </c:pt>
                <c:pt idx="1755">
                  <c:v>39350</c:v>
                </c:pt>
                <c:pt idx="1756">
                  <c:v>39351</c:v>
                </c:pt>
                <c:pt idx="1757">
                  <c:v>39352</c:v>
                </c:pt>
                <c:pt idx="1758">
                  <c:v>39353</c:v>
                </c:pt>
                <c:pt idx="1759">
                  <c:v>39356</c:v>
                </c:pt>
                <c:pt idx="1760">
                  <c:v>39357</c:v>
                </c:pt>
                <c:pt idx="1761">
                  <c:v>39358</c:v>
                </c:pt>
                <c:pt idx="1762">
                  <c:v>39359</c:v>
                </c:pt>
                <c:pt idx="1763">
                  <c:v>39360</c:v>
                </c:pt>
                <c:pt idx="1764">
                  <c:v>39363</c:v>
                </c:pt>
                <c:pt idx="1765">
                  <c:v>39364</c:v>
                </c:pt>
                <c:pt idx="1766">
                  <c:v>39365</c:v>
                </c:pt>
                <c:pt idx="1767">
                  <c:v>39366</c:v>
                </c:pt>
                <c:pt idx="1768">
                  <c:v>39367</c:v>
                </c:pt>
                <c:pt idx="1769">
                  <c:v>39370</c:v>
                </c:pt>
                <c:pt idx="1770">
                  <c:v>39371</c:v>
                </c:pt>
                <c:pt idx="1771">
                  <c:v>39372</c:v>
                </c:pt>
                <c:pt idx="1772">
                  <c:v>39373</c:v>
                </c:pt>
                <c:pt idx="1773">
                  <c:v>39374</c:v>
                </c:pt>
                <c:pt idx="1774">
                  <c:v>39377</c:v>
                </c:pt>
                <c:pt idx="1775">
                  <c:v>39378</c:v>
                </c:pt>
                <c:pt idx="1776">
                  <c:v>39379</c:v>
                </c:pt>
                <c:pt idx="1777">
                  <c:v>39380</c:v>
                </c:pt>
                <c:pt idx="1778">
                  <c:v>39381</c:v>
                </c:pt>
                <c:pt idx="1779">
                  <c:v>39384</c:v>
                </c:pt>
                <c:pt idx="1780">
                  <c:v>39385</c:v>
                </c:pt>
                <c:pt idx="1781">
                  <c:v>39386</c:v>
                </c:pt>
                <c:pt idx="1782">
                  <c:v>39387</c:v>
                </c:pt>
                <c:pt idx="1783">
                  <c:v>39388</c:v>
                </c:pt>
                <c:pt idx="1784">
                  <c:v>39391</c:v>
                </c:pt>
                <c:pt idx="1785">
                  <c:v>39392</c:v>
                </c:pt>
                <c:pt idx="1786">
                  <c:v>39393</c:v>
                </c:pt>
                <c:pt idx="1787">
                  <c:v>39394</c:v>
                </c:pt>
                <c:pt idx="1788">
                  <c:v>39395</c:v>
                </c:pt>
                <c:pt idx="1789">
                  <c:v>39398</c:v>
                </c:pt>
                <c:pt idx="1790">
                  <c:v>39399</c:v>
                </c:pt>
                <c:pt idx="1791">
                  <c:v>39400</c:v>
                </c:pt>
                <c:pt idx="1792">
                  <c:v>39401</c:v>
                </c:pt>
                <c:pt idx="1793">
                  <c:v>39402</c:v>
                </c:pt>
                <c:pt idx="1794">
                  <c:v>39405</c:v>
                </c:pt>
                <c:pt idx="1795">
                  <c:v>39406</c:v>
                </c:pt>
                <c:pt idx="1796">
                  <c:v>39407</c:v>
                </c:pt>
                <c:pt idx="1797">
                  <c:v>39408</c:v>
                </c:pt>
                <c:pt idx="1798">
                  <c:v>39409</c:v>
                </c:pt>
                <c:pt idx="1799">
                  <c:v>39412</c:v>
                </c:pt>
                <c:pt idx="1800">
                  <c:v>39413</c:v>
                </c:pt>
                <c:pt idx="1801">
                  <c:v>39414</c:v>
                </c:pt>
                <c:pt idx="1802">
                  <c:v>39415</c:v>
                </c:pt>
                <c:pt idx="1803">
                  <c:v>39416</c:v>
                </c:pt>
                <c:pt idx="1804">
                  <c:v>39419</c:v>
                </c:pt>
                <c:pt idx="1805">
                  <c:v>39420</c:v>
                </c:pt>
                <c:pt idx="1806">
                  <c:v>39421</c:v>
                </c:pt>
                <c:pt idx="1807">
                  <c:v>39422</c:v>
                </c:pt>
                <c:pt idx="1808">
                  <c:v>39423</c:v>
                </c:pt>
                <c:pt idx="1809">
                  <c:v>39426</c:v>
                </c:pt>
                <c:pt idx="1810">
                  <c:v>39427</c:v>
                </c:pt>
                <c:pt idx="1811">
                  <c:v>39428</c:v>
                </c:pt>
                <c:pt idx="1812">
                  <c:v>39429</c:v>
                </c:pt>
                <c:pt idx="1813">
                  <c:v>39430</c:v>
                </c:pt>
                <c:pt idx="1814">
                  <c:v>39433</c:v>
                </c:pt>
                <c:pt idx="1815">
                  <c:v>39434</c:v>
                </c:pt>
                <c:pt idx="1816">
                  <c:v>39435</c:v>
                </c:pt>
                <c:pt idx="1817">
                  <c:v>39436</c:v>
                </c:pt>
                <c:pt idx="1818">
                  <c:v>39437</c:v>
                </c:pt>
                <c:pt idx="1819">
                  <c:v>39440</c:v>
                </c:pt>
                <c:pt idx="1820">
                  <c:v>39441</c:v>
                </c:pt>
                <c:pt idx="1821">
                  <c:v>39442</c:v>
                </c:pt>
                <c:pt idx="1822">
                  <c:v>39443</c:v>
                </c:pt>
                <c:pt idx="1823">
                  <c:v>39444</c:v>
                </c:pt>
                <c:pt idx="1824">
                  <c:v>39447</c:v>
                </c:pt>
                <c:pt idx="1825">
                  <c:v>39448</c:v>
                </c:pt>
                <c:pt idx="1826">
                  <c:v>39449</c:v>
                </c:pt>
                <c:pt idx="1827">
                  <c:v>39450</c:v>
                </c:pt>
                <c:pt idx="1828">
                  <c:v>39451</c:v>
                </c:pt>
                <c:pt idx="1829">
                  <c:v>39454</c:v>
                </c:pt>
                <c:pt idx="1830">
                  <c:v>39455</c:v>
                </c:pt>
                <c:pt idx="1831">
                  <c:v>39456</c:v>
                </c:pt>
                <c:pt idx="1832">
                  <c:v>39457</c:v>
                </c:pt>
                <c:pt idx="1833">
                  <c:v>39458</c:v>
                </c:pt>
                <c:pt idx="1834">
                  <c:v>39461</c:v>
                </c:pt>
                <c:pt idx="1835">
                  <c:v>39462</c:v>
                </c:pt>
                <c:pt idx="1836">
                  <c:v>39463</c:v>
                </c:pt>
                <c:pt idx="1837">
                  <c:v>39464</c:v>
                </c:pt>
                <c:pt idx="1838">
                  <c:v>39465</c:v>
                </c:pt>
                <c:pt idx="1839">
                  <c:v>39468</c:v>
                </c:pt>
                <c:pt idx="1840">
                  <c:v>39469</c:v>
                </c:pt>
                <c:pt idx="1841">
                  <c:v>39470</c:v>
                </c:pt>
                <c:pt idx="1842">
                  <c:v>39471</c:v>
                </c:pt>
                <c:pt idx="1843">
                  <c:v>39472</c:v>
                </c:pt>
                <c:pt idx="1844">
                  <c:v>39475</c:v>
                </c:pt>
                <c:pt idx="1845">
                  <c:v>39476</c:v>
                </c:pt>
                <c:pt idx="1846">
                  <c:v>39477</c:v>
                </c:pt>
                <c:pt idx="1847">
                  <c:v>39478</c:v>
                </c:pt>
                <c:pt idx="1848">
                  <c:v>39479</c:v>
                </c:pt>
                <c:pt idx="1849">
                  <c:v>39482</c:v>
                </c:pt>
                <c:pt idx="1850">
                  <c:v>39483</c:v>
                </c:pt>
                <c:pt idx="1851">
                  <c:v>39484</c:v>
                </c:pt>
                <c:pt idx="1852">
                  <c:v>39485</c:v>
                </c:pt>
                <c:pt idx="1853">
                  <c:v>39486</c:v>
                </c:pt>
                <c:pt idx="1854">
                  <c:v>39489</c:v>
                </c:pt>
                <c:pt idx="1855">
                  <c:v>39490</c:v>
                </c:pt>
                <c:pt idx="1856">
                  <c:v>39491</c:v>
                </c:pt>
                <c:pt idx="1857">
                  <c:v>39492</c:v>
                </c:pt>
                <c:pt idx="1858">
                  <c:v>39493</c:v>
                </c:pt>
                <c:pt idx="1859">
                  <c:v>39496</c:v>
                </c:pt>
                <c:pt idx="1860">
                  <c:v>39497</c:v>
                </c:pt>
                <c:pt idx="1861">
                  <c:v>39498</c:v>
                </c:pt>
                <c:pt idx="1862">
                  <c:v>39499</c:v>
                </c:pt>
                <c:pt idx="1863">
                  <c:v>39500</c:v>
                </c:pt>
                <c:pt idx="1864">
                  <c:v>39503</c:v>
                </c:pt>
                <c:pt idx="1865">
                  <c:v>39504</c:v>
                </c:pt>
                <c:pt idx="1866">
                  <c:v>39505</c:v>
                </c:pt>
                <c:pt idx="1867">
                  <c:v>39506</c:v>
                </c:pt>
                <c:pt idx="1868">
                  <c:v>39507</c:v>
                </c:pt>
                <c:pt idx="1869">
                  <c:v>39510</c:v>
                </c:pt>
                <c:pt idx="1870">
                  <c:v>39511</c:v>
                </c:pt>
                <c:pt idx="1871">
                  <c:v>39512</c:v>
                </c:pt>
                <c:pt idx="1872">
                  <c:v>39513</c:v>
                </c:pt>
                <c:pt idx="1873">
                  <c:v>39514</c:v>
                </c:pt>
                <c:pt idx="1874">
                  <c:v>39517</c:v>
                </c:pt>
                <c:pt idx="1875">
                  <c:v>39518</c:v>
                </c:pt>
                <c:pt idx="1876">
                  <c:v>39519</c:v>
                </c:pt>
                <c:pt idx="1877">
                  <c:v>39520</c:v>
                </c:pt>
                <c:pt idx="1878">
                  <c:v>39521</c:v>
                </c:pt>
                <c:pt idx="1879">
                  <c:v>39524</c:v>
                </c:pt>
                <c:pt idx="1880">
                  <c:v>39525</c:v>
                </c:pt>
                <c:pt idx="1881">
                  <c:v>39526</c:v>
                </c:pt>
                <c:pt idx="1882">
                  <c:v>39527</c:v>
                </c:pt>
                <c:pt idx="1883">
                  <c:v>39528</c:v>
                </c:pt>
                <c:pt idx="1884">
                  <c:v>39531</c:v>
                </c:pt>
                <c:pt idx="1885">
                  <c:v>39532</c:v>
                </c:pt>
                <c:pt idx="1886">
                  <c:v>39533</c:v>
                </c:pt>
                <c:pt idx="1887">
                  <c:v>39534</c:v>
                </c:pt>
                <c:pt idx="1888">
                  <c:v>39535</c:v>
                </c:pt>
                <c:pt idx="1889">
                  <c:v>39538</c:v>
                </c:pt>
                <c:pt idx="1890">
                  <c:v>39539</c:v>
                </c:pt>
                <c:pt idx="1891">
                  <c:v>39540</c:v>
                </c:pt>
                <c:pt idx="1892">
                  <c:v>39541</c:v>
                </c:pt>
                <c:pt idx="1893">
                  <c:v>39542</c:v>
                </c:pt>
                <c:pt idx="1894">
                  <c:v>39545</c:v>
                </c:pt>
                <c:pt idx="1895">
                  <c:v>39546</c:v>
                </c:pt>
                <c:pt idx="1896">
                  <c:v>39547</c:v>
                </c:pt>
                <c:pt idx="1897">
                  <c:v>39548</c:v>
                </c:pt>
                <c:pt idx="1898">
                  <c:v>39549</c:v>
                </c:pt>
                <c:pt idx="1899">
                  <c:v>39552</c:v>
                </c:pt>
                <c:pt idx="1900">
                  <c:v>39553</c:v>
                </c:pt>
                <c:pt idx="1901">
                  <c:v>39554</c:v>
                </c:pt>
                <c:pt idx="1902">
                  <c:v>39555</c:v>
                </c:pt>
                <c:pt idx="1903">
                  <c:v>39556</c:v>
                </c:pt>
                <c:pt idx="1904">
                  <c:v>39559</c:v>
                </c:pt>
                <c:pt idx="1905">
                  <c:v>39560</c:v>
                </c:pt>
                <c:pt idx="1906">
                  <c:v>39561</c:v>
                </c:pt>
                <c:pt idx="1907">
                  <c:v>39562</c:v>
                </c:pt>
                <c:pt idx="1908">
                  <c:v>39563</c:v>
                </c:pt>
                <c:pt idx="1909">
                  <c:v>39566</c:v>
                </c:pt>
                <c:pt idx="1910">
                  <c:v>39567</c:v>
                </c:pt>
                <c:pt idx="1911">
                  <c:v>39568</c:v>
                </c:pt>
                <c:pt idx="1912">
                  <c:v>39569</c:v>
                </c:pt>
                <c:pt idx="1913">
                  <c:v>39570</c:v>
                </c:pt>
                <c:pt idx="1914">
                  <c:v>39573</c:v>
                </c:pt>
                <c:pt idx="1915">
                  <c:v>39574</c:v>
                </c:pt>
                <c:pt idx="1916">
                  <c:v>39575</c:v>
                </c:pt>
                <c:pt idx="1917">
                  <c:v>39576</c:v>
                </c:pt>
                <c:pt idx="1918">
                  <c:v>39577</c:v>
                </c:pt>
                <c:pt idx="1919">
                  <c:v>39580</c:v>
                </c:pt>
                <c:pt idx="1920">
                  <c:v>39581</c:v>
                </c:pt>
                <c:pt idx="1921">
                  <c:v>39582</c:v>
                </c:pt>
                <c:pt idx="1922">
                  <c:v>39583</c:v>
                </c:pt>
                <c:pt idx="1923">
                  <c:v>39584</c:v>
                </c:pt>
                <c:pt idx="1924">
                  <c:v>39587</c:v>
                </c:pt>
                <c:pt idx="1925">
                  <c:v>39588</c:v>
                </c:pt>
                <c:pt idx="1926">
                  <c:v>39589</c:v>
                </c:pt>
                <c:pt idx="1927">
                  <c:v>39590</c:v>
                </c:pt>
                <c:pt idx="1928">
                  <c:v>39591</c:v>
                </c:pt>
                <c:pt idx="1929">
                  <c:v>39594</c:v>
                </c:pt>
                <c:pt idx="1930">
                  <c:v>39595</c:v>
                </c:pt>
                <c:pt idx="1931">
                  <c:v>39596</c:v>
                </c:pt>
                <c:pt idx="1932">
                  <c:v>39597</c:v>
                </c:pt>
                <c:pt idx="1933">
                  <c:v>39598</c:v>
                </c:pt>
                <c:pt idx="1934">
                  <c:v>39601</c:v>
                </c:pt>
                <c:pt idx="1935">
                  <c:v>39602</c:v>
                </c:pt>
                <c:pt idx="1936">
                  <c:v>39603</c:v>
                </c:pt>
                <c:pt idx="1937">
                  <c:v>39604</c:v>
                </c:pt>
                <c:pt idx="1938">
                  <c:v>39605</c:v>
                </c:pt>
                <c:pt idx="1939">
                  <c:v>39608</c:v>
                </c:pt>
                <c:pt idx="1940">
                  <c:v>39609</c:v>
                </c:pt>
                <c:pt idx="1941">
                  <c:v>39610</c:v>
                </c:pt>
                <c:pt idx="1942">
                  <c:v>39611</c:v>
                </c:pt>
                <c:pt idx="1943">
                  <c:v>39612</c:v>
                </c:pt>
                <c:pt idx="1944">
                  <c:v>39615</c:v>
                </c:pt>
                <c:pt idx="1945">
                  <c:v>39616</c:v>
                </c:pt>
                <c:pt idx="1946">
                  <c:v>39617</c:v>
                </c:pt>
                <c:pt idx="1947">
                  <c:v>39618</c:v>
                </c:pt>
                <c:pt idx="1948">
                  <c:v>39619</c:v>
                </c:pt>
                <c:pt idx="1949">
                  <c:v>39622</c:v>
                </c:pt>
                <c:pt idx="1950">
                  <c:v>39623</c:v>
                </c:pt>
                <c:pt idx="1951">
                  <c:v>39624</c:v>
                </c:pt>
                <c:pt idx="1952">
                  <c:v>39625</c:v>
                </c:pt>
                <c:pt idx="1953">
                  <c:v>39626</c:v>
                </c:pt>
                <c:pt idx="1954">
                  <c:v>39629</c:v>
                </c:pt>
                <c:pt idx="1955">
                  <c:v>39630</c:v>
                </c:pt>
                <c:pt idx="1956">
                  <c:v>39631</c:v>
                </c:pt>
                <c:pt idx="1957">
                  <c:v>39632</c:v>
                </c:pt>
                <c:pt idx="1958">
                  <c:v>39633</c:v>
                </c:pt>
                <c:pt idx="1959">
                  <c:v>39636</c:v>
                </c:pt>
                <c:pt idx="1960">
                  <c:v>39637</c:v>
                </c:pt>
                <c:pt idx="1961">
                  <c:v>39638</c:v>
                </c:pt>
                <c:pt idx="1962">
                  <c:v>39639</c:v>
                </c:pt>
                <c:pt idx="1963">
                  <c:v>39640</c:v>
                </c:pt>
                <c:pt idx="1964">
                  <c:v>39643</c:v>
                </c:pt>
                <c:pt idx="1965">
                  <c:v>39644</c:v>
                </c:pt>
                <c:pt idx="1966">
                  <c:v>39645</c:v>
                </c:pt>
                <c:pt idx="1967">
                  <c:v>39646</c:v>
                </c:pt>
                <c:pt idx="1968">
                  <c:v>39647</c:v>
                </c:pt>
                <c:pt idx="1969">
                  <c:v>39650</c:v>
                </c:pt>
                <c:pt idx="1970">
                  <c:v>39651</c:v>
                </c:pt>
                <c:pt idx="1971">
                  <c:v>39652</c:v>
                </c:pt>
                <c:pt idx="1972">
                  <c:v>39653</c:v>
                </c:pt>
                <c:pt idx="1973">
                  <c:v>39654</c:v>
                </c:pt>
                <c:pt idx="1974">
                  <c:v>39657</c:v>
                </c:pt>
                <c:pt idx="1975">
                  <c:v>39658</c:v>
                </c:pt>
                <c:pt idx="1976">
                  <c:v>39659</c:v>
                </c:pt>
                <c:pt idx="1977">
                  <c:v>39660</c:v>
                </c:pt>
                <c:pt idx="1978">
                  <c:v>39661</c:v>
                </c:pt>
                <c:pt idx="1979">
                  <c:v>39664</c:v>
                </c:pt>
                <c:pt idx="1980">
                  <c:v>39665</c:v>
                </c:pt>
                <c:pt idx="1981">
                  <c:v>39666</c:v>
                </c:pt>
                <c:pt idx="1982">
                  <c:v>39667</c:v>
                </c:pt>
                <c:pt idx="1983">
                  <c:v>39668</c:v>
                </c:pt>
                <c:pt idx="1984">
                  <c:v>39671</c:v>
                </c:pt>
                <c:pt idx="1985">
                  <c:v>39672</c:v>
                </c:pt>
                <c:pt idx="1986">
                  <c:v>39673</c:v>
                </c:pt>
                <c:pt idx="1987">
                  <c:v>39674</c:v>
                </c:pt>
                <c:pt idx="1988">
                  <c:v>39675</c:v>
                </c:pt>
                <c:pt idx="1989">
                  <c:v>39678</c:v>
                </c:pt>
                <c:pt idx="1990">
                  <c:v>39679</c:v>
                </c:pt>
                <c:pt idx="1991">
                  <c:v>39680</c:v>
                </c:pt>
                <c:pt idx="1992">
                  <c:v>39681</c:v>
                </c:pt>
                <c:pt idx="1993">
                  <c:v>39682</c:v>
                </c:pt>
                <c:pt idx="1994">
                  <c:v>39685</c:v>
                </c:pt>
                <c:pt idx="1995">
                  <c:v>39686</c:v>
                </c:pt>
                <c:pt idx="1996">
                  <c:v>39687</c:v>
                </c:pt>
                <c:pt idx="1997">
                  <c:v>39688</c:v>
                </c:pt>
                <c:pt idx="1998">
                  <c:v>39689</c:v>
                </c:pt>
                <c:pt idx="1999">
                  <c:v>39692</c:v>
                </c:pt>
                <c:pt idx="2000">
                  <c:v>39693</c:v>
                </c:pt>
                <c:pt idx="2001">
                  <c:v>39694</c:v>
                </c:pt>
                <c:pt idx="2002">
                  <c:v>39695</c:v>
                </c:pt>
                <c:pt idx="2003">
                  <c:v>39696</c:v>
                </c:pt>
                <c:pt idx="2004">
                  <c:v>39699</c:v>
                </c:pt>
                <c:pt idx="2005">
                  <c:v>39700</c:v>
                </c:pt>
                <c:pt idx="2006">
                  <c:v>39701</c:v>
                </c:pt>
                <c:pt idx="2007">
                  <c:v>39702</c:v>
                </c:pt>
                <c:pt idx="2008">
                  <c:v>39703</c:v>
                </c:pt>
                <c:pt idx="2009">
                  <c:v>39706</c:v>
                </c:pt>
                <c:pt idx="2010">
                  <c:v>39707</c:v>
                </c:pt>
                <c:pt idx="2011">
                  <c:v>39708</c:v>
                </c:pt>
                <c:pt idx="2012">
                  <c:v>39709</c:v>
                </c:pt>
                <c:pt idx="2013">
                  <c:v>39710</c:v>
                </c:pt>
                <c:pt idx="2014">
                  <c:v>39713</c:v>
                </c:pt>
                <c:pt idx="2015">
                  <c:v>39714</c:v>
                </c:pt>
                <c:pt idx="2016">
                  <c:v>39715</c:v>
                </c:pt>
                <c:pt idx="2017">
                  <c:v>39716</c:v>
                </c:pt>
                <c:pt idx="2018">
                  <c:v>39717</c:v>
                </c:pt>
                <c:pt idx="2019">
                  <c:v>39720</c:v>
                </c:pt>
                <c:pt idx="2020">
                  <c:v>39721</c:v>
                </c:pt>
                <c:pt idx="2021">
                  <c:v>39722</c:v>
                </c:pt>
                <c:pt idx="2022">
                  <c:v>39723</c:v>
                </c:pt>
                <c:pt idx="2023">
                  <c:v>39724</c:v>
                </c:pt>
                <c:pt idx="2024">
                  <c:v>39727</c:v>
                </c:pt>
                <c:pt idx="2025">
                  <c:v>39728</c:v>
                </c:pt>
                <c:pt idx="2026">
                  <c:v>39729</c:v>
                </c:pt>
                <c:pt idx="2027">
                  <c:v>39730</c:v>
                </c:pt>
                <c:pt idx="2028">
                  <c:v>39731</c:v>
                </c:pt>
                <c:pt idx="2029">
                  <c:v>39734</c:v>
                </c:pt>
                <c:pt idx="2030">
                  <c:v>39735</c:v>
                </c:pt>
                <c:pt idx="2031">
                  <c:v>39736</c:v>
                </c:pt>
                <c:pt idx="2032">
                  <c:v>39737</c:v>
                </c:pt>
                <c:pt idx="2033">
                  <c:v>39738</c:v>
                </c:pt>
                <c:pt idx="2034">
                  <c:v>39741</c:v>
                </c:pt>
                <c:pt idx="2035">
                  <c:v>39742</c:v>
                </c:pt>
                <c:pt idx="2036">
                  <c:v>39743</c:v>
                </c:pt>
                <c:pt idx="2037">
                  <c:v>39744</c:v>
                </c:pt>
                <c:pt idx="2038">
                  <c:v>39745</c:v>
                </c:pt>
                <c:pt idx="2039">
                  <c:v>39748</c:v>
                </c:pt>
                <c:pt idx="2040">
                  <c:v>39749</c:v>
                </c:pt>
                <c:pt idx="2041">
                  <c:v>39750</c:v>
                </c:pt>
                <c:pt idx="2042">
                  <c:v>39751</c:v>
                </c:pt>
                <c:pt idx="2043">
                  <c:v>39752</c:v>
                </c:pt>
                <c:pt idx="2044">
                  <c:v>39755</c:v>
                </c:pt>
                <c:pt idx="2045">
                  <c:v>39756</c:v>
                </c:pt>
                <c:pt idx="2046">
                  <c:v>39757</c:v>
                </c:pt>
                <c:pt idx="2047">
                  <c:v>39758</c:v>
                </c:pt>
                <c:pt idx="2048">
                  <c:v>39759</c:v>
                </c:pt>
                <c:pt idx="2049">
                  <c:v>39762</c:v>
                </c:pt>
                <c:pt idx="2050">
                  <c:v>39763</c:v>
                </c:pt>
                <c:pt idx="2051">
                  <c:v>39764</c:v>
                </c:pt>
                <c:pt idx="2052">
                  <c:v>39765</c:v>
                </c:pt>
                <c:pt idx="2053">
                  <c:v>39766</c:v>
                </c:pt>
                <c:pt idx="2054">
                  <c:v>39769</c:v>
                </c:pt>
                <c:pt idx="2055">
                  <c:v>39770</c:v>
                </c:pt>
                <c:pt idx="2056">
                  <c:v>39771</c:v>
                </c:pt>
                <c:pt idx="2057">
                  <c:v>39772</c:v>
                </c:pt>
                <c:pt idx="2058">
                  <c:v>39773</c:v>
                </c:pt>
                <c:pt idx="2059">
                  <c:v>39776</c:v>
                </c:pt>
                <c:pt idx="2060">
                  <c:v>39777</c:v>
                </c:pt>
                <c:pt idx="2061">
                  <c:v>39778</c:v>
                </c:pt>
                <c:pt idx="2062">
                  <c:v>39779</c:v>
                </c:pt>
                <c:pt idx="2063">
                  <c:v>39780</c:v>
                </c:pt>
                <c:pt idx="2064">
                  <c:v>39783</c:v>
                </c:pt>
                <c:pt idx="2065">
                  <c:v>39784</c:v>
                </c:pt>
                <c:pt idx="2066">
                  <c:v>39785</c:v>
                </c:pt>
                <c:pt idx="2067">
                  <c:v>39786</c:v>
                </c:pt>
                <c:pt idx="2068">
                  <c:v>39787</c:v>
                </c:pt>
                <c:pt idx="2069">
                  <c:v>39790</c:v>
                </c:pt>
                <c:pt idx="2070">
                  <c:v>39791</c:v>
                </c:pt>
                <c:pt idx="2071">
                  <c:v>39792</c:v>
                </c:pt>
                <c:pt idx="2072">
                  <c:v>39793</c:v>
                </c:pt>
                <c:pt idx="2073">
                  <c:v>39794</c:v>
                </c:pt>
                <c:pt idx="2074">
                  <c:v>39797</c:v>
                </c:pt>
                <c:pt idx="2075">
                  <c:v>39798</c:v>
                </c:pt>
                <c:pt idx="2076">
                  <c:v>39799</c:v>
                </c:pt>
                <c:pt idx="2077">
                  <c:v>39800</c:v>
                </c:pt>
                <c:pt idx="2078">
                  <c:v>39801</c:v>
                </c:pt>
                <c:pt idx="2079">
                  <c:v>39804</c:v>
                </c:pt>
                <c:pt idx="2080">
                  <c:v>39805</c:v>
                </c:pt>
                <c:pt idx="2081">
                  <c:v>39806</c:v>
                </c:pt>
                <c:pt idx="2082">
                  <c:v>39807</c:v>
                </c:pt>
                <c:pt idx="2083">
                  <c:v>39808</c:v>
                </c:pt>
                <c:pt idx="2084">
                  <c:v>39811</c:v>
                </c:pt>
                <c:pt idx="2085">
                  <c:v>39812</c:v>
                </c:pt>
                <c:pt idx="2086">
                  <c:v>39813</c:v>
                </c:pt>
                <c:pt idx="2087">
                  <c:v>39814</c:v>
                </c:pt>
                <c:pt idx="2088">
                  <c:v>39815</c:v>
                </c:pt>
                <c:pt idx="2089">
                  <c:v>39818</c:v>
                </c:pt>
                <c:pt idx="2090">
                  <c:v>39819</c:v>
                </c:pt>
                <c:pt idx="2091">
                  <c:v>39820</c:v>
                </c:pt>
                <c:pt idx="2092">
                  <c:v>39821</c:v>
                </c:pt>
                <c:pt idx="2093">
                  <c:v>39822</c:v>
                </c:pt>
                <c:pt idx="2094">
                  <c:v>39825</c:v>
                </c:pt>
                <c:pt idx="2095">
                  <c:v>39826</c:v>
                </c:pt>
                <c:pt idx="2096">
                  <c:v>39827</c:v>
                </c:pt>
                <c:pt idx="2097">
                  <c:v>39828</c:v>
                </c:pt>
                <c:pt idx="2098">
                  <c:v>39829</c:v>
                </c:pt>
                <c:pt idx="2099">
                  <c:v>39832</c:v>
                </c:pt>
                <c:pt idx="2100">
                  <c:v>39833</c:v>
                </c:pt>
                <c:pt idx="2101">
                  <c:v>39834</c:v>
                </c:pt>
                <c:pt idx="2102">
                  <c:v>39835</c:v>
                </c:pt>
                <c:pt idx="2103">
                  <c:v>39836</c:v>
                </c:pt>
                <c:pt idx="2104">
                  <c:v>39839</c:v>
                </c:pt>
                <c:pt idx="2105">
                  <c:v>39840</c:v>
                </c:pt>
                <c:pt idx="2106">
                  <c:v>39841</c:v>
                </c:pt>
                <c:pt idx="2107">
                  <c:v>39842</c:v>
                </c:pt>
                <c:pt idx="2108">
                  <c:v>39843</c:v>
                </c:pt>
                <c:pt idx="2109">
                  <c:v>39846</c:v>
                </c:pt>
                <c:pt idx="2110">
                  <c:v>39847</c:v>
                </c:pt>
                <c:pt idx="2111">
                  <c:v>39848</c:v>
                </c:pt>
                <c:pt idx="2112">
                  <c:v>39849</c:v>
                </c:pt>
                <c:pt idx="2113">
                  <c:v>39850</c:v>
                </c:pt>
                <c:pt idx="2114">
                  <c:v>39853</c:v>
                </c:pt>
                <c:pt idx="2115">
                  <c:v>39854</c:v>
                </c:pt>
                <c:pt idx="2116">
                  <c:v>39855</c:v>
                </c:pt>
                <c:pt idx="2117">
                  <c:v>39856</c:v>
                </c:pt>
                <c:pt idx="2118">
                  <c:v>39857</c:v>
                </c:pt>
                <c:pt idx="2119">
                  <c:v>39860</c:v>
                </c:pt>
                <c:pt idx="2120">
                  <c:v>39861</c:v>
                </c:pt>
                <c:pt idx="2121">
                  <c:v>39862</c:v>
                </c:pt>
                <c:pt idx="2122">
                  <c:v>39863</c:v>
                </c:pt>
                <c:pt idx="2123">
                  <c:v>39864</c:v>
                </c:pt>
                <c:pt idx="2124">
                  <c:v>39867</c:v>
                </c:pt>
                <c:pt idx="2125">
                  <c:v>39868</c:v>
                </c:pt>
                <c:pt idx="2126">
                  <c:v>39869</c:v>
                </c:pt>
                <c:pt idx="2127">
                  <c:v>39870</c:v>
                </c:pt>
                <c:pt idx="2128">
                  <c:v>39871</c:v>
                </c:pt>
                <c:pt idx="2129">
                  <c:v>39874</c:v>
                </c:pt>
                <c:pt idx="2130">
                  <c:v>39875</c:v>
                </c:pt>
                <c:pt idx="2131">
                  <c:v>39876</c:v>
                </c:pt>
                <c:pt idx="2132">
                  <c:v>39877</c:v>
                </c:pt>
                <c:pt idx="2133">
                  <c:v>39878</c:v>
                </c:pt>
                <c:pt idx="2134">
                  <c:v>39881</c:v>
                </c:pt>
                <c:pt idx="2135">
                  <c:v>39882</c:v>
                </c:pt>
                <c:pt idx="2136">
                  <c:v>39883</c:v>
                </c:pt>
                <c:pt idx="2137">
                  <c:v>39884</c:v>
                </c:pt>
                <c:pt idx="2138">
                  <c:v>39885</c:v>
                </c:pt>
                <c:pt idx="2139">
                  <c:v>39888</c:v>
                </c:pt>
                <c:pt idx="2140">
                  <c:v>39889</c:v>
                </c:pt>
                <c:pt idx="2141">
                  <c:v>39890</c:v>
                </c:pt>
                <c:pt idx="2142">
                  <c:v>39891</c:v>
                </c:pt>
                <c:pt idx="2143">
                  <c:v>39892</c:v>
                </c:pt>
                <c:pt idx="2144">
                  <c:v>39895</c:v>
                </c:pt>
                <c:pt idx="2145">
                  <c:v>39896</c:v>
                </c:pt>
                <c:pt idx="2146">
                  <c:v>39897</c:v>
                </c:pt>
                <c:pt idx="2147">
                  <c:v>39898</c:v>
                </c:pt>
                <c:pt idx="2148">
                  <c:v>39899</c:v>
                </c:pt>
                <c:pt idx="2149">
                  <c:v>39902</c:v>
                </c:pt>
                <c:pt idx="2150">
                  <c:v>39903</c:v>
                </c:pt>
                <c:pt idx="2151">
                  <c:v>39904</c:v>
                </c:pt>
                <c:pt idx="2152">
                  <c:v>39905</c:v>
                </c:pt>
                <c:pt idx="2153">
                  <c:v>39906</c:v>
                </c:pt>
                <c:pt idx="2154">
                  <c:v>39909</c:v>
                </c:pt>
                <c:pt idx="2155">
                  <c:v>39910</c:v>
                </c:pt>
                <c:pt idx="2156">
                  <c:v>39911</c:v>
                </c:pt>
                <c:pt idx="2157">
                  <c:v>39912</c:v>
                </c:pt>
                <c:pt idx="2158">
                  <c:v>39913</c:v>
                </c:pt>
                <c:pt idx="2159">
                  <c:v>39916</c:v>
                </c:pt>
                <c:pt idx="2160">
                  <c:v>39917</c:v>
                </c:pt>
                <c:pt idx="2161">
                  <c:v>39918</c:v>
                </c:pt>
                <c:pt idx="2162">
                  <c:v>39919</c:v>
                </c:pt>
                <c:pt idx="2163">
                  <c:v>39920</c:v>
                </c:pt>
                <c:pt idx="2164">
                  <c:v>39923</c:v>
                </c:pt>
                <c:pt idx="2165">
                  <c:v>39924</c:v>
                </c:pt>
                <c:pt idx="2166">
                  <c:v>39925</c:v>
                </c:pt>
                <c:pt idx="2167">
                  <c:v>39926</c:v>
                </c:pt>
                <c:pt idx="2168">
                  <c:v>39927</c:v>
                </c:pt>
                <c:pt idx="2169">
                  <c:v>39930</c:v>
                </c:pt>
                <c:pt idx="2170">
                  <c:v>39931</c:v>
                </c:pt>
                <c:pt idx="2171">
                  <c:v>39932</c:v>
                </c:pt>
                <c:pt idx="2172">
                  <c:v>39933</c:v>
                </c:pt>
                <c:pt idx="2173">
                  <c:v>39934</c:v>
                </c:pt>
                <c:pt idx="2174">
                  <c:v>39937</c:v>
                </c:pt>
                <c:pt idx="2175">
                  <c:v>39938</c:v>
                </c:pt>
                <c:pt idx="2176">
                  <c:v>39939</c:v>
                </c:pt>
                <c:pt idx="2177">
                  <c:v>39940</c:v>
                </c:pt>
                <c:pt idx="2178">
                  <c:v>39941</c:v>
                </c:pt>
                <c:pt idx="2179">
                  <c:v>39944</c:v>
                </c:pt>
                <c:pt idx="2180">
                  <c:v>39945</c:v>
                </c:pt>
                <c:pt idx="2181">
                  <c:v>39946</c:v>
                </c:pt>
                <c:pt idx="2182">
                  <c:v>39947</c:v>
                </c:pt>
                <c:pt idx="2183">
                  <c:v>39948</c:v>
                </c:pt>
                <c:pt idx="2184">
                  <c:v>39951</c:v>
                </c:pt>
                <c:pt idx="2185">
                  <c:v>39952</c:v>
                </c:pt>
                <c:pt idx="2186">
                  <c:v>39953</c:v>
                </c:pt>
                <c:pt idx="2187">
                  <c:v>39954</c:v>
                </c:pt>
                <c:pt idx="2188">
                  <c:v>39955</c:v>
                </c:pt>
                <c:pt idx="2189">
                  <c:v>39958</c:v>
                </c:pt>
                <c:pt idx="2190">
                  <c:v>39959</c:v>
                </c:pt>
                <c:pt idx="2191">
                  <c:v>39960</c:v>
                </c:pt>
                <c:pt idx="2192">
                  <c:v>39961</c:v>
                </c:pt>
                <c:pt idx="2193">
                  <c:v>39962</c:v>
                </c:pt>
                <c:pt idx="2194">
                  <c:v>39965</c:v>
                </c:pt>
                <c:pt idx="2195">
                  <c:v>39966</c:v>
                </c:pt>
                <c:pt idx="2196">
                  <c:v>39967</c:v>
                </c:pt>
                <c:pt idx="2197">
                  <c:v>39968</c:v>
                </c:pt>
                <c:pt idx="2198">
                  <c:v>39969</c:v>
                </c:pt>
                <c:pt idx="2199">
                  <c:v>39972</c:v>
                </c:pt>
                <c:pt idx="2200">
                  <c:v>39973</c:v>
                </c:pt>
                <c:pt idx="2201">
                  <c:v>39974</c:v>
                </c:pt>
                <c:pt idx="2202">
                  <c:v>39975</c:v>
                </c:pt>
                <c:pt idx="2203">
                  <c:v>39976</c:v>
                </c:pt>
                <c:pt idx="2204">
                  <c:v>39979</c:v>
                </c:pt>
                <c:pt idx="2205">
                  <c:v>39980</c:v>
                </c:pt>
                <c:pt idx="2206">
                  <c:v>39981</c:v>
                </c:pt>
                <c:pt idx="2207">
                  <c:v>39982</c:v>
                </c:pt>
                <c:pt idx="2208">
                  <c:v>39983</c:v>
                </c:pt>
                <c:pt idx="2209">
                  <c:v>39986</c:v>
                </c:pt>
                <c:pt idx="2210">
                  <c:v>39987</c:v>
                </c:pt>
                <c:pt idx="2211">
                  <c:v>39988</c:v>
                </c:pt>
                <c:pt idx="2212">
                  <c:v>39989</c:v>
                </c:pt>
                <c:pt idx="2213">
                  <c:v>39990</c:v>
                </c:pt>
                <c:pt idx="2214">
                  <c:v>39993</c:v>
                </c:pt>
                <c:pt idx="2215">
                  <c:v>39994</c:v>
                </c:pt>
                <c:pt idx="2216">
                  <c:v>39995</c:v>
                </c:pt>
                <c:pt idx="2217">
                  <c:v>39996</c:v>
                </c:pt>
                <c:pt idx="2218">
                  <c:v>39997</c:v>
                </c:pt>
                <c:pt idx="2219">
                  <c:v>40000</c:v>
                </c:pt>
                <c:pt idx="2220">
                  <c:v>40001</c:v>
                </c:pt>
                <c:pt idx="2221">
                  <c:v>40002</c:v>
                </c:pt>
                <c:pt idx="2222">
                  <c:v>40003</c:v>
                </c:pt>
                <c:pt idx="2223">
                  <c:v>40004</c:v>
                </c:pt>
                <c:pt idx="2224">
                  <c:v>40007</c:v>
                </c:pt>
                <c:pt idx="2225">
                  <c:v>40008</c:v>
                </c:pt>
                <c:pt idx="2226">
                  <c:v>40009</c:v>
                </c:pt>
                <c:pt idx="2227">
                  <c:v>40010</c:v>
                </c:pt>
                <c:pt idx="2228">
                  <c:v>40011</c:v>
                </c:pt>
                <c:pt idx="2229">
                  <c:v>40014</c:v>
                </c:pt>
                <c:pt idx="2230">
                  <c:v>40015</c:v>
                </c:pt>
                <c:pt idx="2231">
                  <c:v>40016</c:v>
                </c:pt>
                <c:pt idx="2232">
                  <c:v>40017</c:v>
                </c:pt>
                <c:pt idx="2233">
                  <c:v>40018</c:v>
                </c:pt>
                <c:pt idx="2234">
                  <c:v>40021</c:v>
                </c:pt>
                <c:pt idx="2235">
                  <c:v>40022</c:v>
                </c:pt>
                <c:pt idx="2236">
                  <c:v>40023</c:v>
                </c:pt>
                <c:pt idx="2237">
                  <c:v>40024</c:v>
                </c:pt>
                <c:pt idx="2238">
                  <c:v>40025</c:v>
                </c:pt>
                <c:pt idx="2239">
                  <c:v>40028</c:v>
                </c:pt>
                <c:pt idx="2240">
                  <c:v>40029</c:v>
                </c:pt>
                <c:pt idx="2241">
                  <c:v>40030</c:v>
                </c:pt>
                <c:pt idx="2242">
                  <c:v>40031</c:v>
                </c:pt>
                <c:pt idx="2243">
                  <c:v>40032</c:v>
                </c:pt>
                <c:pt idx="2244">
                  <c:v>40035</c:v>
                </c:pt>
                <c:pt idx="2245">
                  <c:v>40036</c:v>
                </c:pt>
                <c:pt idx="2246">
                  <c:v>40037</c:v>
                </c:pt>
                <c:pt idx="2247">
                  <c:v>40038</c:v>
                </c:pt>
                <c:pt idx="2248">
                  <c:v>40039</c:v>
                </c:pt>
                <c:pt idx="2249">
                  <c:v>40042</c:v>
                </c:pt>
                <c:pt idx="2250">
                  <c:v>40043</c:v>
                </c:pt>
                <c:pt idx="2251">
                  <c:v>40044</c:v>
                </c:pt>
                <c:pt idx="2252">
                  <c:v>40045</c:v>
                </c:pt>
                <c:pt idx="2253">
                  <c:v>40046</c:v>
                </c:pt>
                <c:pt idx="2254">
                  <c:v>40049</c:v>
                </c:pt>
                <c:pt idx="2255">
                  <c:v>40050</c:v>
                </c:pt>
                <c:pt idx="2256">
                  <c:v>40051</c:v>
                </c:pt>
                <c:pt idx="2257">
                  <c:v>40052</c:v>
                </c:pt>
                <c:pt idx="2258">
                  <c:v>40053</c:v>
                </c:pt>
                <c:pt idx="2259">
                  <c:v>40056</c:v>
                </c:pt>
                <c:pt idx="2260">
                  <c:v>40057</c:v>
                </c:pt>
                <c:pt idx="2261">
                  <c:v>40058</c:v>
                </c:pt>
                <c:pt idx="2262">
                  <c:v>40059</c:v>
                </c:pt>
                <c:pt idx="2263">
                  <c:v>40060</c:v>
                </c:pt>
                <c:pt idx="2264">
                  <c:v>40063</c:v>
                </c:pt>
                <c:pt idx="2265">
                  <c:v>40064</c:v>
                </c:pt>
                <c:pt idx="2266">
                  <c:v>40065</c:v>
                </c:pt>
                <c:pt idx="2267">
                  <c:v>40066</c:v>
                </c:pt>
                <c:pt idx="2268">
                  <c:v>40067</c:v>
                </c:pt>
                <c:pt idx="2269">
                  <c:v>40070</c:v>
                </c:pt>
                <c:pt idx="2270">
                  <c:v>40071</c:v>
                </c:pt>
                <c:pt idx="2271">
                  <c:v>40072</c:v>
                </c:pt>
                <c:pt idx="2272">
                  <c:v>40073</c:v>
                </c:pt>
                <c:pt idx="2273">
                  <c:v>40074</c:v>
                </c:pt>
                <c:pt idx="2274">
                  <c:v>40077</c:v>
                </c:pt>
                <c:pt idx="2275">
                  <c:v>40078</c:v>
                </c:pt>
                <c:pt idx="2276">
                  <c:v>40079</c:v>
                </c:pt>
                <c:pt idx="2277">
                  <c:v>40080</c:v>
                </c:pt>
                <c:pt idx="2278">
                  <c:v>40081</c:v>
                </c:pt>
                <c:pt idx="2279">
                  <c:v>40084</c:v>
                </c:pt>
                <c:pt idx="2280">
                  <c:v>40085</c:v>
                </c:pt>
                <c:pt idx="2281">
                  <c:v>40086</c:v>
                </c:pt>
                <c:pt idx="2282">
                  <c:v>40087</c:v>
                </c:pt>
                <c:pt idx="2283">
                  <c:v>40088</c:v>
                </c:pt>
                <c:pt idx="2284">
                  <c:v>40091</c:v>
                </c:pt>
                <c:pt idx="2285">
                  <c:v>40092</c:v>
                </c:pt>
                <c:pt idx="2286">
                  <c:v>40093</c:v>
                </c:pt>
                <c:pt idx="2287">
                  <c:v>40094</c:v>
                </c:pt>
                <c:pt idx="2288">
                  <c:v>40095</c:v>
                </c:pt>
                <c:pt idx="2289">
                  <c:v>40098</c:v>
                </c:pt>
                <c:pt idx="2290">
                  <c:v>40099</c:v>
                </c:pt>
                <c:pt idx="2291">
                  <c:v>40100</c:v>
                </c:pt>
                <c:pt idx="2292">
                  <c:v>40101</c:v>
                </c:pt>
                <c:pt idx="2293">
                  <c:v>40102</c:v>
                </c:pt>
                <c:pt idx="2294">
                  <c:v>40105</c:v>
                </c:pt>
                <c:pt idx="2295">
                  <c:v>40106</c:v>
                </c:pt>
                <c:pt idx="2296">
                  <c:v>40107</c:v>
                </c:pt>
                <c:pt idx="2297">
                  <c:v>40108</c:v>
                </c:pt>
                <c:pt idx="2298">
                  <c:v>40109</c:v>
                </c:pt>
                <c:pt idx="2299">
                  <c:v>40112</c:v>
                </c:pt>
                <c:pt idx="2300">
                  <c:v>40113</c:v>
                </c:pt>
                <c:pt idx="2301">
                  <c:v>40114</c:v>
                </c:pt>
                <c:pt idx="2302">
                  <c:v>40115</c:v>
                </c:pt>
                <c:pt idx="2303">
                  <c:v>40116</c:v>
                </c:pt>
                <c:pt idx="2304">
                  <c:v>40119</c:v>
                </c:pt>
                <c:pt idx="2305">
                  <c:v>40120</c:v>
                </c:pt>
                <c:pt idx="2306">
                  <c:v>40121</c:v>
                </c:pt>
                <c:pt idx="2307">
                  <c:v>40122</c:v>
                </c:pt>
                <c:pt idx="2308">
                  <c:v>40123</c:v>
                </c:pt>
                <c:pt idx="2309">
                  <c:v>40126</c:v>
                </c:pt>
                <c:pt idx="2310">
                  <c:v>40127</c:v>
                </c:pt>
                <c:pt idx="2311">
                  <c:v>40128</c:v>
                </c:pt>
                <c:pt idx="2312">
                  <c:v>40129</c:v>
                </c:pt>
                <c:pt idx="2313">
                  <c:v>40130</c:v>
                </c:pt>
                <c:pt idx="2314">
                  <c:v>40133</c:v>
                </c:pt>
                <c:pt idx="2315">
                  <c:v>40134</c:v>
                </c:pt>
                <c:pt idx="2316">
                  <c:v>40135</c:v>
                </c:pt>
                <c:pt idx="2317">
                  <c:v>40136</c:v>
                </c:pt>
                <c:pt idx="2318">
                  <c:v>40137</c:v>
                </c:pt>
                <c:pt idx="2319">
                  <c:v>40140</c:v>
                </c:pt>
                <c:pt idx="2320">
                  <c:v>40141</c:v>
                </c:pt>
                <c:pt idx="2321">
                  <c:v>40142</c:v>
                </c:pt>
                <c:pt idx="2322">
                  <c:v>40143</c:v>
                </c:pt>
                <c:pt idx="2323">
                  <c:v>40144</c:v>
                </c:pt>
                <c:pt idx="2324">
                  <c:v>40147</c:v>
                </c:pt>
                <c:pt idx="2325">
                  <c:v>40148</c:v>
                </c:pt>
                <c:pt idx="2326">
                  <c:v>40149</c:v>
                </c:pt>
                <c:pt idx="2327">
                  <c:v>40150</c:v>
                </c:pt>
                <c:pt idx="2328">
                  <c:v>40151</c:v>
                </c:pt>
                <c:pt idx="2329">
                  <c:v>40154</c:v>
                </c:pt>
                <c:pt idx="2330">
                  <c:v>40155</c:v>
                </c:pt>
                <c:pt idx="2331">
                  <c:v>40156</c:v>
                </c:pt>
                <c:pt idx="2332">
                  <c:v>40157</c:v>
                </c:pt>
                <c:pt idx="2333">
                  <c:v>40158</c:v>
                </c:pt>
                <c:pt idx="2334">
                  <c:v>40161</c:v>
                </c:pt>
                <c:pt idx="2335">
                  <c:v>40162</c:v>
                </c:pt>
                <c:pt idx="2336">
                  <c:v>40163</c:v>
                </c:pt>
                <c:pt idx="2337">
                  <c:v>40164</c:v>
                </c:pt>
                <c:pt idx="2338">
                  <c:v>40165</c:v>
                </c:pt>
                <c:pt idx="2339">
                  <c:v>40168</c:v>
                </c:pt>
                <c:pt idx="2340">
                  <c:v>40169</c:v>
                </c:pt>
                <c:pt idx="2341">
                  <c:v>40170</c:v>
                </c:pt>
                <c:pt idx="2342">
                  <c:v>40171</c:v>
                </c:pt>
                <c:pt idx="2343">
                  <c:v>40172</c:v>
                </c:pt>
                <c:pt idx="2344">
                  <c:v>40175</c:v>
                </c:pt>
                <c:pt idx="2345">
                  <c:v>40176</c:v>
                </c:pt>
                <c:pt idx="2346">
                  <c:v>40177</c:v>
                </c:pt>
                <c:pt idx="2347">
                  <c:v>40178</c:v>
                </c:pt>
                <c:pt idx="2348">
                  <c:v>40179</c:v>
                </c:pt>
                <c:pt idx="2349">
                  <c:v>40182</c:v>
                </c:pt>
                <c:pt idx="2350">
                  <c:v>40183</c:v>
                </c:pt>
                <c:pt idx="2351">
                  <c:v>40184</c:v>
                </c:pt>
                <c:pt idx="2352">
                  <c:v>40185</c:v>
                </c:pt>
                <c:pt idx="2353">
                  <c:v>40186</c:v>
                </c:pt>
                <c:pt idx="2354">
                  <c:v>40189</c:v>
                </c:pt>
                <c:pt idx="2355">
                  <c:v>40190</c:v>
                </c:pt>
                <c:pt idx="2356">
                  <c:v>40191</c:v>
                </c:pt>
                <c:pt idx="2357">
                  <c:v>40192</c:v>
                </c:pt>
                <c:pt idx="2358">
                  <c:v>40193</c:v>
                </c:pt>
                <c:pt idx="2359">
                  <c:v>40196</c:v>
                </c:pt>
                <c:pt idx="2360">
                  <c:v>40197</c:v>
                </c:pt>
                <c:pt idx="2361">
                  <c:v>40198</c:v>
                </c:pt>
                <c:pt idx="2362">
                  <c:v>40199</c:v>
                </c:pt>
                <c:pt idx="2363">
                  <c:v>40200</c:v>
                </c:pt>
                <c:pt idx="2364">
                  <c:v>40203</c:v>
                </c:pt>
                <c:pt idx="2365">
                  <c:v>40204</c:v>
                </c:pt>
                <c:pt idx="2366">
                  <c:v>40205</c:v>
                </c:pt>
                <c:pt idx="2367">
                  <c:v>40206</c:v>
                </c:pt>
                <c:pt idx="2368">
                  <c:v>40207</c:v>
                </c:pt>
                <c:pt idx="2369">
                  <c:v>40210</c:v>
                </c:pt>
                <c:pt idx="2370">
                  <c:v>40211</c:v>
                </c:pt>
                <c:pt idx="2371">
                  <c:v>40212</c:v>
                </c:pt>
                <c:pt idx="2372">
                  <c:v>40213</c:v>
                </c:pt>
                <c:pt idx="2373">
                  <c:v>40214</c:v>
                </c:pt>
                <c:pt idx="2374">
                  <c:v>40217</c:v>
                </c:pt>
                <c:pt idx="2375">
                  <c:v>40218</c:v>
                </c:pt>
                <c:pt idx="2376">
                  <c:v>40219</c:v>
                </c:pt>
                <c:pt idx="2377">
                  <c:v>40220</c:v>
                </c:pt>
                <c:pt idx="2378">
                  <c:v>40221</c:v>
                </c:pt>
                <c:pt idx="2379">
                  <c:v>40224</c:v>
                </c:pt>
                <c:pt idx="2380">
                  <c:v>40225</c:v>
                </c:pt>
                <c:pt idx="2381">
                  <c:v>40226</c:v>
                </c:pt>
                <c:pt idx="2382">
                  <c:v>40227</c:v>
                </c:pt>
                <c:pt idx="2383">
                  <c:v>40228</c:v>
                </c:pt>
                <c:pt idx="2384">
                  <c:v>40231</c:v>
                </c:pt>
                <c:pt idx="2385">
                  <c:v>40232</c:v>
                </c:pt>
                <c:pt idx="2386">
                  <c:v>40233</c:v>
                </c:pt>
                <c:pt idx="2387">
                  <c:v>40234</c:v>
                </c:pt>
                <c:pt idx="2388">
                  <c:v>40235</c:v>
                </c:pt>
                <c:pt idx="2389">
                  <c:v>40238</c:v>
                </c:pt>
                <c:pt idx="2390">
                  <c:v>40239</c:v>
                </c:pt>
                <c:pt idx="2391">
                  <c:v>40240</c:v>
                </c:pt>
                <c:pt idx="2392">
                  <c:v>40241</c:v>
                </c:pt>
                <c:pt idx="2393">
                  <c:v>40242</c:v>
                </c:pt>
                <c:pt idx="2394">
                  <c:v>40245</c:v>
                </c:pt>
                <c:pt idx="2395">
                  <c:v>40246</c:v>
                </c:pt>
                <c:pt idx="2396">
                  <c:v>40247</c:v>
                </c:pt>
                <c:pt idx="2397">
                  <c:v>40248</c:v>
                </c:pt>
                <c:pt idx="2398">
                  <c:v>40249</c:v>
                </c:pt>
                <c:pt idx="2399">
                  <c:v>40252</c:v>
                </c:pt>
                <c:pt idx="2400">
                  <c:v>40253</c:v>
                </c:pt>
                <c:pt idx="2401">
                  <c:v>40254</c:v>
                </c:pt>
                <c:pt idx="2402">
                  <c:v>40255</c:v>
                </c:pt>
                <c:pt idx="2403">
                  <c:v>40256</c:v>
                </c:pt>
                <c:pt idx="2404">
                  <c:v>40259</c:v>
                </c:pt>
                <c:pt idx="2405">
                  <c:v>40260</c:v>
                </c:pt>
                <c:pt idx="2406">
                  <c:v>40261</c:v>
                </c:pt>
                <c:pt idx="2407">
                  <c:v>40262</c:v>
                </c:pt>
                <c:pt idx="2408">
                  <c:v>40263</c:v>
                </c:pt>
                <c:pt idx="2409">
                  <c:v>40266</c:v>
                </c:pt>
                <c:pt idx="2410">
                  <c:v>40267</c:v>
                </c:pt>
                <c:pt idx="2411">
                  <c:v>40268</c:v>
                </c:pt>
                <c:pt idx="2412">
                  <c:v>40269</c:v>
                </c:pt>
                <c:pt idx="2413">
                  <c:v>40270</c:v>
                </c:pt>
                <c:pt idx="2414">
                  <c:v>40273</c:v>
                </c:pt>
                <c:pt idx="2415">
                  <c:v>40274</c:v>
                </c:pt>
                <c:pt idx="2416">
                  <c:v>40275</c:v>
                </c:pt>
                <c:pt idx="2417">
                  <c:v>40276</c:v>
                </c:pt>
                <c:pt idx="2418">
                  <c:v>40277</c:v>
                </c:pt>
                <c:pt idx="2419">
                  <c:v>40280</c:v>
                </c:pt>
                <c:pt idx="2420">
                  <c:v>40281</c:v>
                </c:pt>
                <c:pt idx="2421">
                  <c:v>40282</c:v>
                </c:pt>
                <c:pt idx="2422">
                  <c:v>40283</c:v>
                </c:pt>
                <c:pt idx="2423">
                  <c:v>40284</c:v>
                </c:pt>
                <c:pt idx="2424">
                  <c:v>40287</c:v>
                </c:pt>
                <c:pt idx="2425">
                  <c:v>40288</c:v>
                </c:pt>
                <c:pt idx="2426">
                  <c:v>40289</c:v>
                </c:pt>
                <c:pt idx="2427">
                  <c:v>40290</c:v>
                </c:pt>
                <c:pt idx="2428">
                  <c:v>40291</c:v>
                </c:pt>
                <c:pt idx="2429">
                  <c:v>40294</c:v>
                </c:pt>
                <c:pt idx="2430">
                  <c:v>40295</c:v>
                </c:pt>
                <c:pt idx="2431">
                  <c:v>40296</c:v>
                </c:pt>
                <c:pt idx="2432">
                  <c:v>40297</c:v>
                </c:pt>
                <c:pt idx="2433">
                  <c:v>40298</c:v>
                </c:pt>
                <c:pt idx="2434">
                  <c:v>40301</c:v>
                </c:pt>
                <c:pt idx="2435">
                  <c:v>40302</c:v>
                </c:pt>
                <c:pt idx="2436">
                  <c:v>40303</c:v>
                </c:pt>
                <c:pt idx="2437">
                  <c:v>40304</c:v>
                </c:pt>
                <c:pt idx="2438">
                  <c:v>40305</c:v>
                </c:pt>
                <c:pt idx="2439">
                  <c:v>40308</c:v>
                </c:pt>
                <c:pt idx="2440">
                  <c:v>40309</c:v>
                </c:pt>
                <c:pt idx="2441">
                  <c:v>40310</c:v>
                </c:pt>
                <c:pt idx="2442">
                  <c:v>40311</c:v>
                </c:pt>
                <c:pt idx="2443">
                  <c:v>40312</c:v>
                </c:pt>
                <c:pt idx="2444">
                  <c:v>40315</c:v>
                </c:pt>
                <c:pt idx="2445">
                  <c:v>40316</c:v>
                </c:pt>
                <c:pt idx="2446">
                  <c:v>40317</c:v>
                </c:pt>
                <c:pt idx="2447">
                  <c:v>40318</c:v>
                </c:pt>
                <c:pt idx="2448">
                  <c:v>40319</c:v>
                </c:pt>
                <c:pt idx="2449">
                  <c:v>40322</c:v>
                </c:pt>
                <c:pt idx="2450">
                  <c:v>40323</c:v>
                </c:pt>
                <c:pt idx="2451">
                  <c:v>40324</c:v>
                </c:pt>
                <c:pt idx="2452">
                  <c:v>40325</c:v>
                </c:pt>
                <c:pt idx="2453">
                  <c:v>40326</c:v>
                </c:pt>
                <c:pt idx="2454">
                  <c:v>40329</c:v>
                </c:pt>
                <c:pt idx="2455">
                  <c:v>40330</c:v>
                </c:pt>
                <c:pt idx="2456">
                  <c:v>40331</c:v>
                </c:pt>
                <c:pt idx="2457">
                  <c:v>40332</c:v>
                </c:pt>
                <c:pt idx="2458">
                  <c:v>40333</c:v>
                </c:pt>
                <c:pt idx="2459">
                  <c:v>40336</c:v>
                </c:pt>
                <c:pt idx="2460">
                  <c:v>40337</c:v>
                </c:pt>
                <c:pt idx="2461">
                  <c:v>40338</c:v>
                </c:pt>
                <c:pt idx="2462">
                  <c:v>40339</c:v>
                </c:pt>
                <c:pt idx="2463">
                  <c:v>40340</c:v>
                </c:pt>
                <c:pt idx="2464">
                  <c:v>40343</c:v>
                </c:pt>
                <c:pt idx="2465">
                  <c:v>40344</c:v>
                </c:pt>
                <c:pt idx="2466">
                  <c:v>40345</c:v>
                </c:pt>
                <c:pt idx="2467">
                  <c:v>40346</c:v>
                </c:pt>
                <c:pt idx="2468">
                  <c:v>40347</c:v>
                </c:pt>
                <c:pt idx="2469">
                  <c:v>40350</c:v>
                </c:pt>
                <c:pt idx="2470">
                  <c:v>40351</c:v>
                </c:pt>
                <c:pt idx="2471">
                  <c:v>40352</c:v>
                </c:pt>
                <c:pt idx="2472">
                  <c:v>40353</c:v>
                </c:pt>
                <c:pt idx="2473">
                  <c:v>40354</c:v>
                </c:pt>
                <c:pt idx="2474">
                  <c:v>40357</c:v>
                </c:pt>
                <c:pt idx="2475">
                  <c:v>40358</c:v>
                </c:pt>
                <c:pt idx="2476">
                  <c:v>40359</c:v>
                </c:pt>
                <c:pt idx="2477">
                  <c:v>40360</c:v>
                </c:pt>
                <c:pt idx="2478">
                  <c:v>40361</c:v>
                </c:pt>
                <c:pt idx="2479">
                  <c:v>40364</c:v>
                </c:pt>
                <c:pt idx="2480">
                  <c:v>40365</c:v>
                </c:pt>
                <c:pt idx="2481">
                  <c:v>40366</c:v>
                </c:pt>
                <c:pt idx="2482">
                  <c:v>40367</c:v>
                </c:pt>
                <c:pt idx="2483">
                  <c:v>40368</c:v>
                </c:pt>
                <c:pt idx="2484">
                  <c:v>40371</c:v>
                </c:pt>
                <c:pt idx="2485">
                  <c:v>40372</c:v>
                </c:pt>
                <c:pt idx="2486">
                  <c:v>40373</c:v>
                </c:pt>
                <c:pt idx="2487">
                  <c:v>40374</c:v>
                </c:pt>
                <c:pt idx="2488">
                  <c:v>40375</c:v>
                </c:pt>
                <c:pt idx="2489">
                  <c:v>40378</c:v>
                </c:pt>
                <c:pt idx="2490">
                  <c:v>40379</c:v>
                </c:pt>
                <c:pt idx="2491">
                  <c:v>40380</c:v>
                </c:pt>
                <c:pt idx="2492">
                  <c:v>40381</c:v>
                </c:pt>
                <c:pt idx="2493">
                  <c:v>40382</c:v>
                </c:pt>
                <c:pt idx="2494">
                  <c:v>40385</c:v>
                </c:pt>
                <c:pt idx="2495">
                  <c:v>40386</c:v>
                </c:pt>
                <c:pt idx="2496">
                  <c:v>40387</c:v>
                </c:pt>
                <c:pt idx="2497">
                  <c:v>40388</c:v>
                </c:pt>
                <c:pt idx="2498">
                  <c:v>40389</c:v>
                </c:pt>
                <c:pt idx="2499">
                  <c:v>40392</c:v>
                </c:pt>
                <c:pt idx="2500">
                  <c:v>40393</c:v>
                </c:pt>
                <c:pt idx="2501">
                  <c:v>40394</c:v>
                </c:pt>
                <c:pt idx="2502">
                  <c:v>40395</c:v>
                </c:pt>
                <c:pt idx="2503">
                  <c:v>40396</c:v>
                </c:pt>
                <c:pt idx="2504">
                  <c:v>40399</c:v>
                </c:pt>
                <c:pt idx="2505">
                  <c:v>40400</c:v>
                </c:pt>
                <c:pt idx="2506">
                  <c:v>40401</c:v>
                </c:pt>
                <c:pt idx="2507">
                  <c:v>40402</c:v>
                </c:pt>
                <c:pt idx="2508">
                  <c:v>40403</c:v>
                </c:pt>
                <c:pt idx="2509">
                  <c:v>40406</c:v>
                </c:pt>
                <c:pt idx="2510">
                  <c:v>40407</c:v>
                </c:pt>
                <c:pt idx="2511">
                  <c:v>40408</c:v>
                </c:pt>
                <c:pt idx="2512">
                  <c:v>40409</c:v>
                </c:pt>
                <c:pt idx="2513">
                  <c:v>40410</c:v>
                </c:pt>
                <c:pt idx="2514">
                  <c:v>40413</c:v>
                </c:pt>
                <c:pt idx="2515">
                  <c:v>40414</c:v>
                </c:pt>
                <c:pt idx="2516">
                  <c:v>40415</c:v>
                </c:pt>
                <c:pt idx="2517">
                  <c:v>40416</c:v>
                </c:pt>
                <c:pt idx="2518">
                  <c:v>40417</c:v>
                </c:pt>
                <c:pt idx="2519">
                  <c:v>40420</c:v>
                </c:pt>
                <c:pt idx="2520">
                  <c:v>40421</c:v>
                </c:pt>
                <c:pt idx="2521">
                  <c:v>40422</c:v>
                </c:pt>
                <c:pt idx="2522">
                  <c:v>40423</c:v>
                </c:pt>
                <c:pt idx="2523">
                  <c:v>40424</c:v>
                </c:pt>
                <c:pt idx="2524">
                  <c:v>40427</c:v>
                </c:pt>
                <c:pt idx="2525">
                  <c:v>40428</c:v>
                </c:pt>
                <c:pt idx="2526">
                  <c:v>40429</c:v>
                </c:pt>
                <c:pt idx="2527">
                  <c:v>40430</c:v>
                </c:pt>
                <c:pt idx="2528">
                  <c:v>40431</c:v>
                </c:pt>
                <c:pt idx="2529">
                  <c:v>40434</c:v>
                </c:pt>
                <c:pt idx="2530">
                  <c:v>40435</c:v>
                </c:pt>
                <c:pt idx="2531">
                  <c:v>40436</c:v>
                </c:pt>
                <c:pt idx="2532">
                  <c:v>40437</c:v>
                </c:pt>
                <c:pt idx="2533">
                  <c:v>40438</c:v>
                </c:pt>
                <c:pt idx="2534">
                  <c:v>40441</c:v>
                </c:pt>
                <c:pt idx="2535">
                  <c:v>40442</c:v>
                </c:pt>
                <c:pt idx="2536">
                  <c:v>40443</c:v>
                </c:pt>
                <c:pt idx="2537">
                  <c:v>40444</c:v>
                </c:pt>
                <c:pt idx="2538">
                  <c:v>40445</c:v>
                </c:pt>
                <c:pt idx="2539">
                  <c:v>40448</c:v>
                </c:pt>
                <c:pt idx="2540">
                  <c:v>40449</c:v>
                </c:pt>
                <c:pt idx="2541">
                  <c:v>40450</c:v>
                </c:pt>
                <c:pt idx="2542">
                  <c:v>40451</c:v>
                </c:pt>
                <c:pt idx="2543">
                  <c:v>40452</c:v>
                </c:pt>
                <c:pt idx="2544">
                  <c:v>40455</c:v>
                </c:pt>
                <c:pt idx="2545">
                  <c:v>40456</c:v>
                </c:pt>
                <c:pt idx="2546">
                  <c:v>40457</c:v>
                </c:pt>
                <c:pt idx="2547">
                  <c:v>40458</c:v>
                </c:pt>
                <c:pt idx="2548">
                  <c:v>40459</c:v>
                </c:pt>
                <c:pt idx="2549">
                  <c:v>40462</c:v>
                </c:pt>
                <c:pt idx="2550">
                  <c:v>40463</c:v>
                </c:pt>
                <c:pt idx="2551">
                  <c:v>40464</c:v>
                </c:pt>
                <c:pt idx="2552">
                  <c:v>40465</c:v>
                </c:pt>
                <c:pt idx="2553">
                  <c:v>40466</c:v>
                </c:pt>
                <c:pt idx="2554">
                  <c:v>40469</c:v>
                </c:pt>
                <c:pt idx="2555">
                  <c:v>40470</c:v>
                </c:pt>
                <c:pt idx="2556">
                  <c:v>40471</c:v>
                </c:pt>
                <c:pt idx="2557">
                  <c:v>40472</c:v>
                </c:pt>
                <c:pt idx="2558">
                  <c:v>40473</c:v>
                </c:pt>
                <c:pt idx="2559">
                  <c:v>40476</c:v>
                </c:pt>
                <c:pt idx="2560">
                  <c:v>40477</c:v>
                </c:pt>
                <c:pt idx="2561">
                  <c:v>40478</c:v>
                </c:pt>
                <c:pt idx="2562">
                  <c:v>40479</c:v>
                </c:pt>
                <c:pt idx="2563">
                  <c:v>40480</c:v>
                </c:pt>
                <c:pt idx="2564">
                  <c:v>40483</c:v>
                </c:pt>
                <c:pt idx="2565">
                  <c:v>40484</c:v>
                </c:pt>
                <c:pt idx="2566">
                  <c:v>40485</c:v>
                </c:pt>
                <c:pt idx="2567">
                  <c:v>40486</c:v>
                </c:pt>
                <c:pt idx="2568">
                  <c:v>40487</c:v>
                </c:pt>
                <c:pt idx="2569">
                  <c:v>40490</c:v>
                </c:pt>
                <c:pt idx="2570">
                  <c:v>40491</c:v>
                </c:pt>
                <c:pt idx="2571">
                  <c:v>40492</c:v>
                </c:pt>
                <c:pt idx="2572">
                  <c:v>40493</c:v>
                </c:pt>
                <c:pt idx="2573">
                  <c:v>40494</c:v>
                </c:pt>
                <c:pt idx="2574">
                  <c:v>40497</c:v>
                </c:pt>
                <c:pt idx="2575">
                  <c:v>40498</c:v>
                </c:pt>
                <c:pt idx="2576">
                  <c:v>40499</c:v>
                </c:pt>
                <c:pt idx="2577">
                  <c:v>40500</c:v>
                </c:pt>
                <c:pt idx="2578">
                  <c:v>40501</c:v>
                </c:pt>
                <c:pt idx="2579">
                  <c:v>40504</c:v>
                </c:pt>
                <c:pt idx="2580">
                  <c:v>40505</c:v>
                </c:pt>
                <c:pt idx="2581">
                  <c:v>40506</c:v>
                </c:pt>
                <c:pt idx="2582">
                  <c:v>40507</c:v>
                </c:pt>
                <c:pt idx="2583">
                  <c:v>40508</c:v>
                </c:pt>
                <c:pt idx="2584">
                  <c:v>40511</c:v>
                </c:pt>
                <c:pt idx="2585">
                  <c:v>40512</c:v>
                </c:pt>
                <c:pt idx="2586">
                  <c:v>40513</c:v>
                </c:pt>
                <c:pt idx="2587">
                  <c:v>40514</c:v>
                </c:pt>
                <c:pt idx="2588">
                  <c:v>40515</c:v>
                </c:pt>
                <c:pt idx="2589">
                  <c:v>40518</c:v>
                </c:pt>
                <c:pt idx="2590">
                  <c:v>40519</c:v>
                </c:pt>
                <c:pt idx="2591">
                  <c:v>40520</c:v>
                </c:pt>
                <c:pt idx="2592">
                  <c:v>40521</c:v>
                </c:pt>
                <c:pt idx="2593">
                  <c:v>40522</c:v>
                </c:pt>
                <c:pt idx="2594">
                  <c:v>40525</c:v>
                </c:pt>
                <c:pt idx="2595">
                  <c:v>40526</c:v>
                </c:pt>
                <c:pt idx="2596">
                  <c:v>40527</c:v>
                </c:pt>
                <c:pt idx="2597">
                  <c:v>40528</c:v>
                </c:pt>
                <c:pt idx="2598">
                  <c:v>40529</c:v>
                </c:pt>
                <c:pt idx="2599">
                  <c:v>40532</c:v>
                </c:pt>
                <c:pt idx="2600">
                  <c:v>40533</c:v>
                </c:pt>
                <c:pt idx="2601">
                  <c:v>40534</c:v>
                </c:pt>
                <c:pt idx="2602">
                  <c:v>40535</c:v>
                </c:pt>
                <c:pt idx="2603">
                  <c:v>40536</c:v>
                </c:pt>
                <c:pt idx="2604">
                  <c:v>40539</c:v>
                </c:pt>
                <c:pt idx="2605">
                  <c:v>40540</c:v>
                </c:pt>
                <c:pt idx="2606">
                  <c:v>40541</c:v>
                </c:pt>
                <c:pt idx="2607">
                  <c:v>40542</c:v>
                </c:pt>
                <c:pt idx="2608">
                  <c:v>40543</c:v>
                </c:pt>
                <c:pt idx="2609">
                  <c:v>40546</c:v>
                </c:pt>
                <c:pt idx="2610">
                  <c:v>40547</c:v>
                </c:pt>
                <c:pt idx="2611">
                  <c:v>40548</c:v>
                </c:pt>
                <c:pt idx="2612">
                  <c:v>40549</c:v>
                </c:pt>
                <c:pt idx="2613">
                  <c:v>40550</c:v>
                </c:pt>
                <c:pt idx="2614">
                  <c:v>40553</c:v>
                </c:pt>
                <c:pt idx="2615">
                  <c:v>40554</c:v>
                </c:pt>
                <c:pt idx="2616">
                  <c:v>40555</c:v>
                </c:pt>
                <c:pt idx="2617">
                  <c:v>40556</c:v>
                </c:pt>
                <c:pt idx="2618">
                  <c:v>40557</c:v>
                </c:pt>
                <c:pt idx="2619">
                  <c:v>40560</c:v>
                </c:pt>
                <c:pt idx="2620">
                  <c:v>40561</c:v>
                </c:pt>
                <c:pt idx="2621">
                  <c:v>40562</c:v>
                </c:pt>
                <c:pt idx="2622">
                  <c:v>40563</c:v>
                </c:pt>
                <c:pt idx="2623">
                  <c:v>40564</c:v>
                </c:pt>
                <c:pt idx="2624">
                  <c:v>40567</c:v>
                </c:pt>
                <c:pt idx="2625">
                  <c:v>40568</c:v>
                </c:pt>
                <c:pt idx="2626">
                  <c:v>40569</c:v>
                </c:pt>
                <c:pt idx="2627">
                  <c:v>40570</c:v>
                </c:pt>
                <c:pt idx="2628">
                  <c:v>40571</c:v>
                </c:pt>
                <c:pt idx="2629">
                  <c:v>40574</c:v>
                </c:pt>
                <c:pt idx="2630">
                  <c:v>40575</c:v>
                </c:pt>
                <c:pt idx="2631">
                  <c:v>40576</c:v>
                </c:pt>
                <c:pt idx="2632">
                  <c:v>40577</c:v>
                </c:pt>
                <c:pt idx="2633">
                  <c:v>40578</c:v>
                </c:pt>
                <c:pt idx="2634">
                  <c:v>40581</c:v>
                </c:pt>
                <c:pt idx="2635">
                  <c:v>40582</c:v>
                </c:pt>
                <c:pt idx="2636">
                  <c:v>40583</c:v>
                </c:pt>
                <c:pt idx="2637">
                  <c:v>40584</c:v>
                </c:pt>
                <c:pt idx="2638">
                  <c:v>40585</c:v>
                </c:pt>
                <c:pt idx="2639">
                  <c:v>40588</c:v>
                </c:pt>
                <c:pt idx="2640">
                  <c:v>40589</c:v>
                </c:pt>
                <c:pt idx="2641">
                  <c:v>40590</c:v>
                </c:pt>
                <c:pt idx="2642">
                  <c:v>40591</c:v>
                </c:pt>
                <c:pt idx="2643">
                  <c:v>40592</c:v>
                </c:pt>
                <c:pt idx="2644">
                  <c:v>40595</c:v>
                </c:pt>
                <c:pt idx="2645">
                  <c:v>40596</c:v>
                </c:pt>
                <c:pt idx="2646">
                  <c:v>40597</c:v>
                </c:pt>
                <c:pt idx="2647">
                  <c:v>40598</c:v>
                </c:pt>
                <c:pt idx="2648">
                  <c:v>40599</c:v>
                </c:pt>
                <c:pt idx="2649">
                  <c:v>40602</c:v>
                </c:pt>
                <c:pt idx="2650">
                  <c:v>40603</c:v>
                </c:pt>
                <c:pt idx="2651">
                  <c:v>40604</c:v>
                </c:pt>
                <c:pt idx="2652">
                  <c:v>40605</c:v>
                </c:pt>
                <c:pt idx="2653">
                  <c:v>40606</c:v>
                </c:pt>
                <c:pt idx="2654">
                  <c:v>40609</c:v>
                </c:pt>
                <c:pt idx="2655">
                  <c:v>40610</c:v>
                </c:pt>
                <c:pt idx="2656">
                  <c:v>40611</c:v>
                </c:pt>
                <c:pt idx="2657">
                  <c:v>40612</c:v>
                </c:pt>
                <c:pt idx="2658">
                  <c:v>40613</c:v>
                </c:pt>
                <c:pt idx="2659">
                  <c:v>40616</c:v>
                </c:pt>
                <c:pt idx="2660">
                  <c:v>40617</c:v>
                </c:pt>
                <c:pt idx="2661">
                  <c:v>40618</c:v>
                </c:pt>
                <c:pt idx="2662">
                  <c:v>40619</c:v>
                </c:pt>
                <c:pt idx="2663">
                  <c:v>40620</c:v>
                </c:pt>
                <c:pt idx="2664">
                  <c:v>40623</c:v>
                </c:pt>
                <c:pt idx="2665">
                  <c:v>40624</c:v>
                </c:pt>
                <c:pt idx="2666">
                  <c:v>40625</c:v>
                </c:pt>
                <c:pt idx="2667">
                  <c:v>40626</c:v>
                </c:pt>
                <c:pt idx="2668">
                  <c:v>40627</c:v>
                </c:pt>
                <c:pt idx="2669">
                  <c:v>40630</c:v>
                </c:pt>
                <c:pt idx="2670">
                  <c:v>40631</c:v>
                </c:pt>
                <c:pt idx="2671">
                  <c:v>40632</c:v>
                </c:pt>
                <c:pt idx="2672">
                  <c:v>40633</c:v>
                </c:pt>
                <c:pt idx="2673">
                  <c:v>40634</c:v>
                </c:pt>
                <c:pt idx="2674">
                  <c:v>40637</c:v>
                </c:pt>
                <c:pt idx="2675">
                  <c:v>40638</c:v>
                </c:pt>
                <c:pt idx="2676">
                  <c:v>40639</c:v>
                </c:pt>
                <c:pt idx="2677">
                  <c:v>40640</c:v>
                </c:pt>
                <c:pt idx="2678">
                  <c:v>40641</c:v>
                </c:pt>
                <c:pt idx="2679">
                  <c:v>40644</c:v>
                </c:pt>
                <c:pt idx="2680">
                  <c:v>40645</c:v>
                </c:pt>
                <c:pt idx="2681">
                  <c:v>40646</c:v>
                </c:pt>
                <c:pt idx="2682">
                  <c:v>40647</c:v>
                </c:pt>
                <c:pt idx="2683">
                  <c:v>40648</c:v>
                </c:pt>
                <c:pt idx="2684">
                  <c:v>40651</c:v>
                </c:pt>
                <c:pt idx="2685">
                  <c:v>40652</c:v>
                </c:pt>
                <c:pt idx="2686">
                  <c:v>40653</c:v>
                </c:pt>
                <c:pt idx="2687">
                  <c:v>40654</c:v>
                </c:pt>
                <c:pt idx="2688">
                  <c:v>40655</c:v>
                </c:pt>
                <c:pt idx="2689">
                  <c:v>40658</c:v>
                </c:pt>
                <c:pt idx="2690">
                  <c:v>40659</c:v>
                </c:pt>
                <c:pt idx="2691">
                  <c:v>40660</c:v>
                </c:pt>
                <c:pt idx="2692">
                  <c:v>40661</c:v>
                </c:pt>
                <c:pt idx="2693">
                  <c:v>40662</c:v>
                </c:pt>
                <c:pt idx="2694">
                  <c:v>40665</c:v>
                </c:pt>
                <c:pt idx="2695">
                  <c:v>40666</c:v>
                </c:pt>
                <c:pt idx="2696">
                  <c:v>40667</c:v>
                </c:pt>
                <c:pt idx="2697">
                  <c:v>40668</c:v>
                </c:pt>
                <c:pt idx="2698">
                  <c:v>40669</c:v>
                </c:pt>
                <c:pt idx="2699">
                  <c:v>40672</c:v>
                </c:pt>
                <c:pt idx="2700">
                  <c:v>40673</c:v>
                </c:pt>
                <c:pt idx="2701">
                  <c:v>40674</c:v>
                </c:pt>
                <c:pt idx="2702">
                  <c:v>40675</c:v>
                </c:pt>
                <c:pt idx="2703">
                  <c:v>40676</c:v>
                </c:pt>
                <c:pt idx="2704">
                  <c:v>40679</c:v>
                </c:pt>
                <c:pt idx="2705">
                  <c:v>40680</c:v>
                </c:pt>
                <c:pt idx="2706">
                  <c:v>40681</c:v>
                </c:pt>
                <c:pt idx="2707">
                  <c:v>40682</c:v>
                </c:pt>
                <c:pt idx="2708">
                  <c:v>40683</c:v>
                </c:pt>
                <c:pt idx="2709">
                  <c:v>40686</c:v>
                </c:pt>
                <c:pt idx="2710">
                  <c:v>40687</c:v>
                </c:pt>
                <c:pt idx="2711">
                  <c:v>40688</c:v>
                </c:pt>
                <c:pt idx="2712">
                  <c:v>40689</c:v>
                </c:pt>
                <c:pt idx="2713">
                  <c:v>40690</c:v>
                </c:pt>
                <c:pt idx="2714">
                  <c:v>40693</c:v>
                </c:pt>
                <c:pt idx="2715">
                  <c:v>40694</c:v>
                </c:pt>
                <c:pt idx="2716">
                  <c:v>40695</c:v>
                </c:pt>
                <c:pt idx="2717">
                  <c:v>40696</c:v>
                </c:pt>
                <c:pt idx="2718">
                  <c:v>40697</c:v>
                </c:pt>
                <c:pt idx="2719">
                  <c:v>40700</c:v>
                </c:pt>
                <c:pt idx="2720">
                  <c:v>40701</c:v>
                </c:pt>
                <c:pt idx="2721">
                  <c:v>40702</c:v>
                </c:pt>
                <c:pt idx="2722">
                  <c:v>40703</c:v>
                </c:pt>
                <c:pt idx="2723">
                  <c:v>40704</c:v>
                </c:pt>
                <c:pt idx="2724">
                  <c:v>40707</c:v>
                </c:pt>
                <c:pt idx="2725">
                  <c:v>40708</c:v>
                </c:pt>
                <c:pt idx="2726">
                  <c:v>40709</c:v>
                </c:pt>
                <c:pt idx="2727">
                  <c:v>40710</c:v>
                </c:pt>
                <c:pt idx="2728">
                  <c:v>40711</c:v>
                </c:pt>
                <c:pt idx="2729">
                  <c:v>40714</c:v>
                </c:pt>
                <c:pt idx="2730">
                  <c:v>40715</c:v>
                </c:pt>
                <c:pt idx="2731">
                  <c:v>40716</c:v>
                </c:pt>
                <c:pt idx="2732">
                  <c:v>40717</c:v>
                </c:pt>
                <c:pt idx="2733">
                  <c:v>40718</c:v>
                </c:pt>
                <c:pt idx="2734">
                  <c:v>40721</c:v>
                </c:pt>
                <c:pt idx="2735">
                  <c:v>40722</c:v>
                </c:pt>
                <c:pt idx="2736">
                  <c:v>40723</c:v>
                </c:pt>
                <c:pt idx="2737">
                  <c:v>40724</c:v>
                </c:pt>
                <c:pt idx="2738">
                  <c:v>40725</c:v>
                </c:pt>
                <c:pt idx="2739">
                  <c:v>40728</c:v>
                </c:pt>
                <c:pt idx="2740">
                  <c:v>40729</c:v>
                </c:pt>
                <c:pt idx="2741">
                  <c:v>40730</c:v>
                </c:pt>
                <c:pt idx="2742">
                  <c:v>40731</c:v>
                </c:pt>
                <c:pt idx="2743">
                  <c:v>40732</c:v>
                </c:pt>
                <c:pt idx="2744">
                  <c:v>40735</c:v>
                </c:pt>
                <c:pt idx="2745">
                  <c:v>40736</c:v>
                </c:pt>
                <c:pt idx="2746">
                  <c:v>40737</c:v>
                </c:pt>
                <c:pt idx="2747">
                  <c:v>40738</c:v>
                </c:pt>
                <c:pt idx="2748">
                  <c:v>40739</c:v>
                </c:pt>
                <c:pt idx="2749">
                  <c:v>40742</c:v>
                </c:pt>
                <c:pt idx="2750">
                  <c:v>40743</c:v>
                </c:pt>
                <c:pt idx="2751">
                  <c:v>40744</c:v>
                </c:pt>
                <c:pt idx="2752">
                  <c:v>40745</c:v>
                </c:pt>
                <c:pt idx="2753">
                  <c:v>40746</c:v>
                </c:pt>
                <c:pt idx="2754">
                  <c:v>40749</c:v>
                </c:pt>
                <c:pt idx="2755">
                  <c:v>40750</c:v>
                </c:pt>
                <c:pt idx="2756">
                  <c:v>40751</c:v>
                </c:pt>
                <c:pt idx="2757">
                  <c:v>40752</c:v>
                </c:pt>
                <c:pt idx="2758">
                  <c:v>40753</c:v>
                </c:pt>
                <c:pt idx="2759">
                  <c:v>40756</c:v>
                </c:pt>
                <c:pt idx="2760">
                  <c:v>40757</c:v>
                </c:pt>
                <c:pt idx="2761">
                  <c:v>40758</c:v>
                </c:pt>
                <c:pt idx="2762">
                  <c:v>40759</c:v>
                </c:pt>
                <c:pt idx="2763">
                  <c:v>40760</c:v>
                </c:pt>
                <c:pt idx="2764">
                  <c:v>40763</c:v>
                </c:pt>
                <c:pt idx="2765">
                  <c:v>40764</c:v>
                </c:pt>
                <c:pt idx="2766">
                  <c:v>40765</c:v>
                </c:pt>
                <c:pt idx="2767">
                  <c:v>40766</c:v>
                </c:pt>
                <c:pt idx="2768">
                  <c:v>40767</c:v>
                </c:pt>
                <c:pt idx="2769">
                  <c:v>40770</c:v>
                </c:pt>
                <c:pt idx="2770">
                  <c:v>40771</c:v>
                </c:pt>
                <c:pt idx="2771">
                  <c:v>40772</c:v>
                </c:pt>
                <c:pt idx="2772">
                  <c:v>40773</c:v>
                </c:pt>
                <c:pt idx="2773">
                  <c:v>40774</c:v>
                </c:pt>
                <c:pt idx="2774">
                  <c:v>40777</c:v>
                </c:pt>
                <c:pt idx="2775">
                  <c:v>40778</c:v>
                </c:pt>
                <c:pt idx="2776">
                  <c:v>40779</c:v>
                </c:pt>
                <c:pt idx="2777">
                  <c:v>40780</c:v>
                </c:pt>
                <c:pt idx="2778">
                  <c:v>40781</c:v>
                </c:pt>
                <c:pt idx="2779">
                  <c:v>40784</c:v>
                </c:pt>
                <c:pt idx="2780">
                  <c:v>40785</c:v>
                </c:pt>
                <c:pt idx="2781">
                  <c:v>40786</c:v>
                </c:pt>
                <c:pt idx="2782">
                  <c:v>40787</c:v>
                </c:pt>
                <c:pt idx="2783">
                  <c:v>40788</c:v>
                </c:pt>
                <c:pt idx="2784">
                  <c:v>40791</c:v>
                </c:pt>
                <c:pt idx="2785">
                  <c:v>40792</c:v>
                </c:pt>
                <c:pt idx="2786">
                  <c:v>40793</c:v>
                </c:pt>
                <c:pt idx="2787">
                  <c:v>40794</c:v>
                </c:pt>
                <c:pt idx="2788">
                  <c:v>40795</c:v>
                </c:pt>
                <c:pt idx="2789">
                  <c:v>40798</c:v>
                </c:pt>
                <c:pt idx="2790">
                  <c:v>40799</c:v>
                </c:pt>
                <c:pt idx="2791">
                  <c:v>40800</c:v>
                </c:pt>
                <c:pt idx="2792">
                  <c:v>40801</c:v>
                </c:pt>
                <c:pt idx="2793">
                  <c:v>40802</c:v>
                </c:pt>
                <c:pt idx="2794">
                  <c:v>40805</c:v>
                </c:pt>
                <c:pt idx="2795">
                  <c:v>40806</c:v>
                </c:pt>
                <c:pt idx="2796">
                  <c:v>40807</c:v>
                </c:pt>
                <c:pt idx="2797">
                  <c:v>40808</c:v>
                </c:pt>
                <c:pt idx="2798">
                  <c:v>40809</c:v>
                </c:pt>
                <c:pt idx="2799">
                  <c:v>40812</c:v>
                </c:pt>
                <c:pt idx="2800">
                  <c:v>40813</c:v>
                </c:pt>
                <c:pt idx="2801">
                  <c:v>40814</c:v>
                </c:pt>
                <c:pt idx="2802">
                  <c:v>40815</c:v>
                </c:pt>
                <c:pt idx="2803">
                  <c:v>40816</c:v>
                </c:pt>
                <c:pt idx="2804">
                  <c:v>40819</c:v>
                </c:pt>
                <c:pt idx="2805">
                  <c:v>40820</c:v>
                </c:pt>
                <c:pt idx="2806">
                  <c:v>40821</c:v>
                </c:pt>
                <c:pt idx="2807">
                  <c:v>40822</c:v>
                </c:pt>
                <c:pt idx="2808">
                  <c:v>40823</c:v>
                </c:pt>
                <c:pt idx="2809">
                  <c:v>40826</c:v>
                </c:pt>
                <c:pt idx="2810">
                  <c:v>40827</c:v>
                </c:pt>
                <c:pt idx="2811">
                  <c:v>40828</c:v>
                </c:pt>
                <c:pt idx="2812">
                  <c:v>40829</c:v>
                </c:pt>
                <c:pt idx="2813">
                  <c:v>40830</c:v>
                </c:pt>
                <c:pt idx="2814">
                  <c:v>40833</c:v>
                </c:pt>
                <c:pt idx="2815">
                  <c:v>40834</c:v>
                </c:pt>
                <c:pt idx="2816">
                  <c:v>40835</c:v>
                </c:pt>
                <c:pt idx="2817">
                  <c:v>40836</c:v>
                </c:pt>
                <c:pt idx="2818">
                  <c:v>40837</c:v>
                </c:pt>
                <c:pt idx="2819">
                  <c:v>40840</c:v>
                </c:pt>
                <c:pt idx="2820">
                  <c:v>40841</c:v>
                </c:pt>
                <c:pt idx="2821">
                  <c:v>40842</c:v>
                </c:pt>
                <c:pt idx="2822">
                  <c:v>40843</c:v>
                </c:pt>
                <c:pt idx="2823">
                  <c:v>40844</c:v>
                </c:pt>
                <c:pt idx="2824">
                  <c:v>40847</c:v>
                </c:pt>
                <c:pt idx="2825">
                  <c:v>40848</c:v>
                </c:pt>
                <c:pt idx="2826">
                  <c:v>40849</c:v>
                </c:pt>
                <c:pt idx="2827">
                  <c:v>40850</c:v>
                </c:pt>
                <c:pt idx="2828">
                  <c:v>40851</c:v>
                </c:pt>
                <c:pt idx="2829">
                  <c:v>40854</c:v>
                </c:pt>
                <c:pt idx="2830">
                  <c:v>40855</c:v>
                </c:pt>
                <c:pt idx="2831">
                  <c:v>40856</c:v>
                </c:pt>
                <c:pt idx="2832">
                  <c:v>40857</c:v>
                </c:pt>
                <c:pt idx="2833">
                  <c:v>40858</c:v>
                </c:pt>
                <c:pt idx="2834">
                  <c:v>40861</c:v>
                </c:pt>
                <c:pt idx="2835">
                  <c:v>40862</c:v>
                </c:pt>
                <c:pt idx="2836">
                  <c:v>40863</c:v>
                </c:pt>
                <c:pt idx="2837">
                  <c:v>40864</c:v>
                </c:pt>
                <c:pt idx="2838">
                  <c:v>40865</c:v>
                </c:pt>
                <c:pt idx="2839">
                  <c:v>40868</c:v>
                </c:pt>
                <c:pt idx="2840">
                  <c:v>40869</c:v>
                </c:pt>
                <c:pt idx="2841">
                  <c:v>40870</c:v>
                </c:pt>
                <c:pt idx="2842">
                  <c:v>40871</c:v>
                </c:pt>
                <c:pt idx="2843">
                  <c:v>40872</c:v>
                </c:pt>
                <c:pt idx="2844">
                  <c:v>40875</c:v>
                </c:pt>
                <c:pt idx="2845">
                  <c:v>40876</c:v>
                </c:pt>
                <c:pt idx="2846">
                  <c:v>40877</c:v>
                </c:pt>
                <c:pt idx="2847">
                  <c:v>40878</c:v>
                </c:pt>
                <c:pt idx="2848">
                  <c:v>40879</c:v>
                </c:pt>
                <c:pt idx="2849">
                  <c:v>40882</c:v>
                </c:pt>
                <c:pt idx="2850">
                  <c:v>40883</c:v>
                </c:pt>
                <c:pt idx="2851">
                  <c:v>40884</c:v>
                </c:pt>
                <c:pt idx="2852">
                  <c:v>40885</c:v>
                </c:pt>
                <c:pt idx="2853">
                  <c:v>40886</c:v>
                </c:pt>
                <c:pt idx="2854">
                  <c:v>40889</c:v>
                </c:pt>
                <c:pt idx="2855">
                  <c:v>40890</c:v>
                </c:pt>
                <c:pt idx="2856">
                  <c:v>40891</c:v>
                </c:pt>
                <c:pt idx="2857">
                  <c:v>40892</c:v>
                </c:pt>
                <c:pt idx="2858">
                  <c:v>40893</c:v>
                </c:pt>
                <c:pt idx="2859">
                  <c:v>40896</c:v>
                </c:pt>
                <c:pt idx="2860">
                  <c:v>40897</c:v>
                </c:pt>
                <c:pt idx="2861">
                  <c:v>40898</c:v>
                </c:pt>
                <c:pt idx="2862">
                  <c:v>40899</c:v>
                </c:pt>
                <c:pt idx="2863">
                  <c:v>40900</c:v>
                </c:pt>
                <c:pt idx="2864">
                  <c:v>40903</c:v>
                </c:pt>
                <c:pt idx="2865">
                  <c:v>40904</c:v>
                </c:pt>
                <c:pt idx="2866">
                  <c:v>40905</c:v>
                </c:pt>
                <c:pt idx="2867">
                  <c:v>40906</c:v>
                </c:pt>
                <c:pt idx="2868">
                  <c:v>40907</c:v>
                </c:pt>
                <c:pt idx="2869">
                  <c:v>40910</c:v>
                </c:pt>
                <c:pt idx="2870">
                  <c:v>40911</c:v>
                </c:pt>
                <c:pt idx="2871">
                  <c:v>40912</c:v>
                </c:pt>
                <c:pt idx="2872">
                  <c:v>40913</c:v>
                </c:pt>
                <c:pt idx="2873">
                  <c:v>40914</c:v>
                </c:pt>
                <c:pt idx="2874">
                  <c:v>40917</c:v>
                </c:pt>
                <c:pt idx="2875">
                  <c:v>40918</c:v>
                </c:pt>
                <c:pt idx="2876">
                  <c:v>40919</c:v>
                </c:pt>
                <c:pt idx="2877">
                  <c:v>40920</c:v>
                </c:pt>
                <c:pt idx="2878">
                  <c:v>40921</c:v>
                </c:pt>
                <c:pt idx="2879">
                  <c:v>40924</c:v>
                </c:pt>
                <c:pt idx="2880">
                  <c:v>40925</c:v>
                </c:pt>
                <c:pt idx="2881">
                  <c:v>40926</c:v>
                </c:pt>
                <c:pt idx="2882">
                  <c:v>40927</c:v>
                </c:pt>
                <c:pt idx="2883">
                  <c:v>40928</c:v>
                </c:pt>
                <c:pt idx="2884">
                  <c:v>40931</c:v>
                </c:pt>
                <c:pt idx="2885">
                  <c:v>40932</c:v>
                </c:pt>
                <c:pt idx="2886">
                  <c:v>40933</c:v>
                </c:pt>
                <c:pt idx="2887">
                  <c:v>40934</c:v>
                </c:pt>
                <c:pt idx="2888">
                  <c:v>40935</c:v>
                </c:pt>
                <c:pt idx="2889">
                  <c:v>40938</c:v>
                </c:pt>
                <c:pt idx="2890">
                  <c:v>40939</c:v>
                </c:pt>
                <c:pt idx="2891">
                  <c:v>40940</c:v>
                </c:pt>
                <c:pt idx="2892">
                  <c:v>40941</c:v>
                </c:pt>
                <c:pt idx="2893">
                  <c:v>40942</c:v>
                </c:pt>
                <c:pt idx="2894">
                  <c:v>40945</c:v>
                </c:pt>
                <c:pt idx="2895">
                  <c:v>40946</c:v>
                </c:pt>
                <c:pt idx="2896">
                  <c:v>40947</c:v>
                </c:pt>
                <c:pt idx="2897">
                  <c:v>40948</c:v>
                </c:pt>
                <c:pt idx="2898">
                  <c:v>40949</c:v>
                </c:pt>
                <c:pt idx="2899">
                  <c:v>40952</c:v>
                </c:pt>
                <c:pt idx="2900">
                  <c:v>40953</c:v>
                </c:pt>
                <c:pt idx="2901">
                  <c:v>40954</c:v>
                </c:pt>
                <c:pt idx="2902">
                  <c:v>40955</c:v>
                </c:pt>
                <c:pt idx="2903">
                  <c:v>40956</c:v>
                </c:pt>
                <c:pt idx="2904">
                  <c:v>40959</c:v>
                </c:pt>
                <c:pt idx="2905">
                  <c:v>40960</c:v>
                </c:pt>
                <c:pt idx="2906">
                  <c:v>40961</c:v>
                </c:pt>
                <c:pt idx="2907">
                  <c:v>40962</c:v>
                </c:pt>
                <c:pt idx="2908">
                  <c:v>40963</c:v>
                </c:pt>
                <c:pt idx="2909">
                  <c:v>40966</c:v>
                </c:pt>
                <c:pt idx="2910">
                  <c:v>40967</c:v>
                </c:pt>
                <c:pt idx="2911">
                  <c:v>40968</c:v>
                </c:pt>
                <c:pt idx="2912">
                  <c:v>40969</c:v>
                </c:pt>
                <c:pt idx="2913">
                  <c:v>40970</c:v>
                </c:pt>
                <c:pt idx="2914">
                  <c:v>40973</c:v>
                </c:pt>
                <c:pt idx="2915">
                  <c:v>40974</c:v>
                </c:pt>
                <c:pt idx="2916">
                  <c:v>40975</c:v>
                </c:pt>
                <c:pt idx="2917">
                  <c:v>40976</c:v>
                </c:pt>
                <c:pt idx="2918">
                  <c:v>40977</c:v>
                </c:pt>
                <c:pt idx="2919">
                  <c:v>40980</c:v>
                </c:pt>
                <c:pt idx="2920">
                  <c:v>40981</c:v>
                </c:pt>
                <c:pt idx="2921">
                  <c:v>40982</c:v>
                </c:pt>
                <c:pt idx="2922">
                  <c:v>40983</c:v>
                </c:pt>
                <c:pt idx="2923">
                  <c:v>40984</c:v>
                </c:pt>
                <c:pt idx="2924">
                  <c:v>40987</c:v>
                </c:pt>
                <c:pt idx="2925">
                  <c:v>40988</c:v>
                </c:pt>
                <c:pt idx="2926">
                  <c:v>40989</c:v>
                </c:pt>
                <c:pt idx="2927">
                  <c:v>40990</c:v>
                </c:pt>
                <c:pt idx="2928">
                  <c:v>40991</c:v>
                </c:pt>
                <c:pt idx="2929">
                  <c:v>40994</c:v>
                </c:pt>
                <c:pt idx="2930">
                  <c:v>40995</c:v>
                </c:pt>
                <c:pt idx="2931">
                  <c:v>40996</c:v>
                </c:pt>
                <c:pt idx="2932">
                  <c:v>40997</c:v>
                </c:pt>
                <c:pt idx="2933">
                  <c:v>40998</c:v>
                </c:pt>
                <c:pt idx="2934">
                  <c:v>41001</c:v>
                </c:pt>
                <c:pt idx="2935">
                  <c:v>41002</c:v>
                </c:pt>
                <c:pt idx="2936">
                  <c:v>41003</c:v>
                </c:pt>
                <c:pt idx="2937">
                  <c:v>41004</c:v>
                </c:pt>
                <c:pt idx="2938">
                  <c:v>41005</c:v>
                </c:pt>
                <c:pt idx="2939">
                  <c:v>41008</c:v>
                </c:pt>
                <c:pt idx="2940">
                  <c:v>41009</c:v>
                </c:pt>
                <c:pt idx="2941">
                  <c:v>41010</c:v>
                </c:pt>
                <c:pt idx="2942">
                  <c:v>41011</c:v>
                </c:pt>
                <c:pt idx="2943">
                  <c:v>41012</c:v>
                </c:pt>
                <c:pt idx="2944">
                  <c:v>41015</c:v>
                </c:pt>
                <c:pt idx="2945">
                  <c:v>41016</c:v>
                </c:pt>
                <c:pt idx="2946">
                  <c:v>41017</c:v>
                </c:pt>
                <c:pt idx="2947">
                  <c:v>41018</c:v>
                </c:pt>
                <c:pt idx="2948">
                  <c:v>41019</c:v>
                </c:pt>
                <c:pt idx="2949">
                  <c:v>41022</c:v>
                </c:pt>
                <c:pt idx="2950">
                  <c:v>41023</c:v>
                </c:pt>
                <c:pt idx="2951">
                  <c:v>41024</c:v>
                </c:pt>
                <c:pt idx="2952">
                  <c:v>41025</c:v>
                </c:pt>
                <c:pt idx="2953">
                  <c:v>41026</c:v>
                </c:pt>
                <c:pt idx="2954">
                  <c:v>41029</c:v>
                </c:pt>
                <c:pt idx="2955">
                  <c:v>41030</c:v>
                </c:pt>
                <c:pt idx="2956">
                  <c:v>41031</c:v>
                </c:pt>
                <c:pt idx="2957">
                  <c:v>41032</c:v>
                </c:pt>
                <c:pt idx="2958">
                  <c:v>41033</c:v>
                </c:pt>
                <c:pt idx="2959">
                  <c:v>41036</c:v>
                </c:pt>
                <c:pt idx="2960">
                  <c:v>41037</c:v>
                </c:pt>
                <c:pt idx="2961">
                  <c:v>41038</c:v>
                </c:pt>
                <c:pt idx="2962">
                  <c:v>41039</c:v>
                </c:pt>
                <c:pt idx="2963">
                  <c:v>41040</c:v>
                </c:pt>
                <c:pt idx="2964">
                  <c:v>41043</c:v>
                </c:pt>
                <c:pt idx="2965">
                  <c:v>41044</c:v>
                </c:pt>
                <c:pt idx="2966">
                  <c:v>41045</c:v>
                </c:pt>
                <c:pt idx="2967">
                  <c:v>41046</c:v>
                </c:pt>
                <c:pt idx="2968">
                  <c:v>41047</c:v>
                </c:pt>
                <c:pt idx="2969">
                  <c:v>41050</c:v>
                </c:pt>
                <c:pt idx="2970">
                  <c:v>41051</c:v>
                </c:pt>
                <c:pt idx="2971">
                  <c:v>41052</c:v>
                </c:pt>
                <c:pt idx="2972">
                  <c:v>41053</c:v>
                </c:pt>
                <c:pt idx="2973">
                  <c:v>41054</c:v>
                </c:pt>
                <c:pt idx="2974">
                  <c:v>41057</c:v>
                </c:pt>
                <c:pt idx="2975">
                  <c:v>41058</c:v>
                </c:pt>
                <c:pt idx="2976">
                  <c:v>41059</c:v>
                </c:pt>
                <c:pt idx="2977">
                  <c:v>41060</c:v>
                </c:pt>
                <c:pt idx="2978">
                  <c:v>41061</c:v>
                </c:pt>
                <c:pt idx="2979">
                  <c:v>41064</c:v>
                </c:pt>
                <c:pt idx="2980">
                  <c:v>41065</c:v>
                </c:pt>
                <c:pt idx="2981">
                  <c:v>41066</c:v>
                </c:pt>
                <c:pt idx="2982">
                  <c:v>41067</c:v>
                </c:pt>
                <c:pt idx="2983">
                  <c:v>41068</c:v>
                </c:pt>
                <c:pt idx="2984">
                  <c:v>41071</c:v>
                </c:pt>
                <c:pt idx="2985">
                  <c:v>41072</c:v>
                </c:pt>
                <c:pt idx="2986">
                  <c:v>41073</c:v>
                </c:pt>
                <c:pt idx="2987">
                  <c:v>41074</c:v>
                </c:pt>
                <c:pt idx="2988">
                  <c:v>41075</c:v>
                </c:pt>
                <c:pt idx="2989">
                  <c:v>41078</c:v>
                </c:pt>
                <c:pt idx="2990">
                  <c:v>41079</c:v>
                </c:pt>
                <c:pt idx="2991">
                  <c:v>41080</c:v>
                </c:pt>
                <c:pt idx="2992">
                  <c:v>41081</c:v>
                </c:pt>
                <c:pt idx="2993">
                  <c:v>41082</c:v>
                </c:pt>
                <c:pt idx="2994">
                  <c:v>41085</c:v>
                </c:pt>
                <c:pt idx="2995">
                  <c:v>41086</c:v>
                </c:pt>
                <c:pt idx="2996">
                  <c:v>41087</c:v>
                </c:pt>
                <c:pt idx="2997">
                  <c:v>41088</c:v>
                </c:pt>
                <c:pt idx="2998">
                  <c:v>41089</c:v>
                </c:pt>
                <c:pt idx="2999">
                  <c:v>41092</c:v>
                </c:pt>
                <c:pt idx="3000">
                  <c:v>41093</c:v>
                </c:pt>
                <c:pt idx="3001">
                  <c:v>41094</c:v>
                </c:pt>
                <c:pt idx="3002">
                  <c:v>41095</c:v>
                </c:pt>
                <c:pt idx="3003">
                  <c:v>41096</c:v>
                </c:pt>
                <c:pt idx="3004">
                  <c:v>41099</c:v>
                </c:pt>
                <c:pt idx="3005">
                  <c:v>41100</c:v>
                </c:pt>
                <c:pt idx="3006">
                  <c:v>41101</c:v>
                </c:pt>
                <c:pt idx="3007">
                  <c:v>41102</c:v>
                </c:pt>
                <c:pt idx="3008">
                  <c:v>41103</c:v>
                </c:pt>
                <c:pt idx="3009">
                  <c:v>41106</c:v>
                </c:pt>
                <c:pt idx="3010">
                  <c:v>41107</c:v>
                </c:pt>
                <c:pt idx="3011">
                  <c:v>41108</c:v>
                </c:pt>
                <c:pt idx="3012">
                  <c:v>41109</c:v>
                </c:pt>
                <c:pt idx="3013">
                  <c:v>41110</c:v>
                </c:pt>
                <c:pt idx="3014">
                  <c:v>41113</c:v>
                </c:pt>
                <c:pt idx="3015">
                  <c:v>41114</c:v>
                </c:pt>
                <c:pt idx="3016">
                  <c:v>41115</c:v>
                </c:pt>
                <c:pt idx="3017">
                  <c:v>41116</c:v>
                </c:pt>
                <c:pt idx="3018">
                  <c:v>41117</c:v>
                </c:pt>
                <c:pt idx="3019">
                  <c:v>41120</c:v>
                </c:pt>
                <c:pt idx="3020">
                  <c:v>41121</c:v>
                </c:pt>
                <c:pt idx="3021">
                  <c:v>41122</c:v>
                </c:pt>
                <c:pt idx="3022">
                  <c:v>41123</c:v>
                </c:pt>
                <c:pt idx="3023">
                  <c:v>41124</c:v>
                </c:pt>
                <c:pt idx="3024">
                  <c:v>41127</c:v>
                </c:pt>
                <c:pt idx="3025">
                  <c:v>41128</c:v>
                </c:pt>
                <c:pt idx="3026">
                  <c:v>41129</c:v>
                </c:pt>
                <c:pt idx="3027">
                  <c:v>41130</c:v>
                </c:pt>
                <c:pt idx="3028">
                  <c:v>41131</c:v>
                </c:pt>
                <c:pt idx="3029">
                  <c:v>41134</c:v>
                </c:pt>
                <c:pt idx="3030">
                  <c:v>41135</c:v>
                </c:pt>
                <c:pt idx="3031">
                  <c:v>41136</c:v>
                </c:pt>
                <c:pt idx="3032">
                  <c:v>41137</c:v>
                </c:pt>
                <c:pt idx="3033">
                  <c:v>41138</c:v>
                </c:pt>
                <c:pt idx="3034">
                  <c:v>41141</c:v>
                </c:pt>
                <c:pt idx="3035">
                  <c:v>41142</c:v>
                </c:pt>
                <c:pt idx="3036">
                  <c:v>41143</c:v>
                </c:pt>
                <c:pt idx="3037">
                  <c:v>41144</c:v>
                </c:pt>
                <c:pt idx="3038">
                  <c:v>41145</c:v>
                </c:pt>
                <c:pt idx="3039">
                  <c:v>41148</c:v>
                </c:pt>
                <c:pt idx="3040">
                  <c:v>41149</c:v>
                </c:pt>
                <c:pt idx="3041">
                  <c:v>41150</c:v>
                </c:pt>
                <c:pt idx="3042">
                  <c:v>41151</c:v>
                </c:pt>
                <c:pt idx="3043">
                  <c:v>41152</c:v>
                </c:pt>
                <c:pt idx="3044">
                  <c:v>41155</c:v>
                </c:pt>
                <c:pt idx="3045">
                  <c:v>41156</c:v>
                </c:pt>
                <c:pt idx="3046">
                  <c:v>41157</c:v>
                </c:pt>
                <c:pt idx="3047">
                  <c:v>41158</c:v>
                </c:pt>
                <c:pt idx="3048">
                  <c:v>41159</c:v>
                </c:pt>
                <c:pt idx="3049">
                  <c:v>41162</c:v>
                </c:pt>
                <c:pt idx="3050">
                  <c:v>41163</c:v>
                </c:pt>
                <c:pt idx="3051">
                  <c:v>41164</c:v>
                </c:pt>
                <c:pt idx="3052">
                  <c:v>41165</c:v>
                </c:pt>
                <c:pt idx="3053">
                  <c:v>41166</c:v>
                </c:pt>
                <c:pt idx="3054">
                  <c:v>41169</c:v>
                </c:pt>
                <c:pt idx="3055">
                  <c:v>41170</c:v>
                </c:pt>
                <c:pt idx="3056">
                  <c:v>41171</c:v>
                </c:pt>
                <c:pt idx="3057">
                  <c:v>41172</c:v>
                </c:pt>
                <c:pt idx="3058">
                  <c:v>41173</c:v>
                </c:pt>
                <c:pt idx="3059">
                  <c:v>41176</c:v>
                </c:pt>
                <c:pt idx="3060">
                  <c:v>41177</c:v>
                </c:pt>
                <c:pt idx="3061">
                  <c:v>41178</c:v>
                </c:pt>
                <c:pt idx="3062">
                  <c:v>41179</c:v>
                </c:pt>
                <c:pt idx="3063">
                  <c:v>41180</c:v>
                </c:pt>
                <c:pt idx="3064">
                  <c:v>41183</c:v>
                </c:pt>
                <c:pt idx="3065">
                  <c:v>41184</c:v>
                </c:pt>
                <c:pt idx="3066">
                  <c:v>41185</c:v>
                </c:pt>
                <c:pt idx="3067">
                  <c:v>41186</c:v>
                </c:pt>
                <c:pt idx="3068">
                  <c:v>41187</c:v>
                </c:pt>
                <c:pt idx="3069">
                  <c:v>41190</c:v>
                </c:pt>
                <c:pt idx="3070">
                  <c:v>41191</c:v>
                </c:pt>
                <c:pt idx="3071">
                  <c:v>41192</c:v>
                </c:pt>
                <c:pt idx="3072">
                  <c:v>41193</c:v>
                </c:pt>
                <c:pt idx="3073">
                  <c:v>41194</c:v>
                </c:pt>
                <c:pt idx="3074">
                  <c:v>41197</c:v>
                </c:pt>
                <c:pt idx="3075">
                  <c:v>41198</c:v>
                </c:pt>
                <c:pt idx="3076">
                  <c:v>41199</c:v>
                </c:pt>
                <c:pt idx="3077">
                  <c:v>41200</c:v>
                </c:pt>
                <c:pt idx="3078">
                  <c:v>41201</c:v>
                </c:pt>
                <c:pt idx="3079">
                  <c:v>41204</c:v>
                </c:pt>
                <c:pt idx="3080">
                  <c:v>41205</c:v>
                </c:pt>
                <c:pt idx="3081">
                  <c:v>41206</c:v>
                </c:pt>
                <c:pt idx="3082">
                  <c:v>41207</c:v>
                </c:pt>
                <c:pt idx="3083">
                  <c:v>41208</c:v>
                </c:pt>
                <c:pt idx="3084">
                  <c:v>41211</c:v>
                </c:pt>
                <c:pt idx="3085">
                  <c:v>41212</c:v>
                </c:pt>
                <c:pt idx="3086">
                  <c:v>41213</c:v>
                </c:pt>
                <c:pt idx="3087">
                  <c:v>41214</c:v>
                </c:pt>
                <c:pt idx="3088">
                  <c:v>41215</c:v>
                </c:pt>
                <c:pt idx="3089">
                  <c:v>41218</c:v>
                </c:pt>
                <c:pt idx="3090">
                  <c:v>41219</c:v>
                </c:pt>
                <c:pt idx="3091">
                  <c:v>41220</c:v>
                </c:pt>
                <c:pt idx="3092">
                  <c:v>41221</c:v>
                </c:pt>
                <c:pt idx="3093">
                  <c:v>41222</c:v>
                </c:pt>
                <c:pt idx="3094">
                  <c:v>41225</c:v>
                </c:pt>
                <c:pt idx="3095">
                  <c:v>41226</c:v>
                </c:pt>
                <c:pt idx="3096">
                  <c:v>41227</c:v>
                </c:pt>
                <c:pt idx="3097">
                  <c:v>41228</c:v>
                </c:pt>
                <c:pt idx="3098">
                  <c:v>41229</c:v>
                </c:pt>
                <c:pt idx="3099">
                  <c:v>41232</c:v>
                </c:pt>
                <c:pt idx="3100">
                  <c:v>41233</c:v>
                </c:pt>
                <c:pt idx="3101">
                  <c:v>41234</c:v>
                </c:pt>
                <c:pt idx="3102">
                  <c:v>41235</c:v>
                </c:pt>
                <c:pt idx="3103">
                  <c:v>41236</c:v>
                </c:pt>
                <c:pt idx="3104">
                  <c:v>41239</c:v>
                </c:pt>
                <c:pt idx="3105">
                  <c:v>41240</c:v>
                </c:pt>
                <c:pt idx="3106">
                  <c:v>41241</c:v>
                </c:pt>
                <c:pt idx="3107">
                  <c:v>41242</c:v>
                </c:pt>
                <c:pt idx="3108">
                  <c:v>41243</c:v>
                </c:pt>
                <c:pt idx="3109">
                  <c:v>41246</c:v>
                </c:pt>
                <c:pt idx="3110">
                  <c:v>41247</c:v>
                </c:pt>
                <c:pt idx="3111">
                  <c:v>41248</c:v>
                </c:pt>
                <c:pt idx="3112">
                  <c:v>41249</c:v>
                </c:pt>
                <c:pt idx="3113">
                  <c:v>41250</c:v>
                </c:pt>
                <c:pt idx="3114">
                  <c:v>41253</c:v>
                </c:pt>
                <c:pt idx="3115">
                  <c:v>41254</c:v>
                </c:pt>
                <c:pt idx="3116">
                  <c:v>41255</c:v>
                </c:pt>
                <c:pt idx="3117">
                  <c:v>41256</c:v>
                </c:pt>
                <c:pt idx="3118">
                  <c:v>41257</c:v>
                </c:pt>
                <c:pt idx="3119">
                  <c:v>41260</c:v>
                </c:pt>
                <c:pt idx="3120">
                  <c:v>41261</c:v>
                </c:pt>
                <c:pt idx="3121">
                  <c:v>41262</c:v>
                </c:pt>
                <c:pt idx="3122">
                  <c:v>41263</c:v>
                </c:pt>
                <c:pt idx="3123">
                  <c:v>41264</c:v>
                </c:pt>
                <c:pt idx="3124">
                  <c:v>41267</c:v>
                </c:pt>
                <c:pt idx="3125">
                  <c:v>41268</c:v>
                </c:pt>
                <c:pt idx="3126">
                  <c:v>41269</c:v>
                </c:pt>
                <c:pt idx="3127">
                  <c:v>41270</c:v>
                </c:pt>
                <c:pt idx="3128">
                  <c:v>41271</c:v>
                </c:pt>
                <c:pt idx="3129">
                  <c:v>41274</c:v>
                </c:pt>
                <c:pt idx="3130">
                  <c:v>41275</c:v>
                </c:pt>
                <c:pt idx="3131">
                  <c:v>41276</c:v>
                </c:pt>
                <c:pt idx="3132">
                  <c:v>41277</c:v>
                </c:pt>
                <c:pt idx="3133">
                  <c:v>41278</c:v>
                </c:pt>
                <c:pt idx="3134">
                  <c:v>41281</c:v>
                </c:pt>
                <c:pt idx="3135">
                  <c:v>41282</c:v>
                </c:pt>
                <c:pt idx="3136">
                  <c:v>41283</c:v>
                </c:pt>
                <c:pt idx="3137">
                  <c:v>41284</c:v>
                </c:pt>
                <c:pt idx="3138">
                  <c:v>41285</c:v>
                </c:pt>
                <c:pt idx="3139">
                  <c:v>41288</c:v>
                </c:pt>
                <c:pt idx="3140">
                  <c:v>41289</c:v>
                </c:pt>
                <c:pt idx="3141">
                  <c:v>41290</c:v>
                </c:pt>
                <c:pt idx="3142">
                  <c:v>41291</c:v>
                </c:pt>
                <c:pt idx="3143">
                  <c:v>41292</c:v>
                </c:pt>
                <c:pt idx="3144">
                  <c:v>41295</c:v>
                </c:pt>
                <c:pt idx="3145">
                  <c:v>41296</c:v>
                </c:pt>
                <c:pt idx="3146">
                  <c:v>41297</c:v>
                </c:pt>
                <c:pt idx="3147">
                  <c:v>41298</c:v>
                </c:pt>
                <c:pt idx="3148">
                  <c:v>41299</c:v>
                </c:pt>
                <c:pt idx="3149">
                  <c:v>41302</c:v>
                </c:pt>
                <c:pt idx="3150">
                  <c:v>41303</c:v>
                </c:pt>
                <c:pt idx="3151">
                  <c:v>41304</c:v>
                </c:pt>
                <c:pt idx="3152">
                  <c:v>41305</c:v>
                </c:pt>
                <c:pt idx="3153">
                  <c:v>41306</c:v>
                </c:pt>
                <c:pt idx="3154">
                  <c:v>41309</c:v>
                </c:pt>
                <c:pt idx="3155">
                  <c:v>41310</c:v>
                </c:pt>
                <c:pt idx="3156">
                  <c:v>41311</c:v>
                </c:pt>
                <c:pt idx="3157">
                  <c:v>41312</c:v>
                </c:pt>
                <c:pt idx="3158">
                  <c:v>41313</c:v>
                </c:pt>
                <c:pt idx="3159">
                  <c:v>41316</c:v>
                </c:pt>
                <c:pt idx="3160">
                  <c:v>41317</c:v>
                </c:pt>
                <c:pt idx="3161">
                  <c:v>41318</c:v>
                </c:pt>
                <c:pt idx="3162">
                  <c:v>41319</c:v>
                </c:pt>
                <c:pt idx="3163">
                  <c:v>41320</c:v>
                </c:pt>
                <c:pt idx="3164">
                  <c:v>41323</c:v>
                </c:pt>
                <c:pt idx="3165">
                  <c:v>41324</c:v>
                </c:pt>
                <c:pt idx="3166">
                  <c:v>41325</c:v>
                </c:pt>
                <c:pt idx="3167">
                  <c:v>41326</c:v>
                </c:pt>
                <c:pt idx="3168">
                  <c:v>41327</c:v>
                </c:pt>
                <c:pt idx="3169">
                  <c:v>41330</c:v>
                </c:pt>
                <c:pt idx="3170">
                  <c:v>41331</c:v>
                </c:pt>
                <c:pt idx="3171">
                  <c:v>41332</c:v>
                </c:pt>
                <c:pt idx="3172">
                  <c:v>41333</c:v>
                </c:pt>
                <c:pt idx="3173">
                  <c:v>41334</c:v>
                </c:pt>
                <c:pt idx="3174">
                  <c:v>41337</c:v>
                </c:pt>
                <c:pt idx="3175">
                  <c:v>41338</c:v>
                </c:pt>
                <c:pt idx="3176">
                  <c:v>41339</c:v>
                </c:pt>
                <c:pt idx="3177">
                  <c:v>41340</c:v>
                </c:pt>
                <c:pt idx="3178">
                  <c:v>41341</c:v>
                </c:pt>
                <c:pt idx="3179">
                  <c:v>41344</c:v>
                </c:pt>
                <c:pt idx="3180">
                  <c:v>41345</c:v>
                </c:pt>
                <c:pt idx="3181">
                  <c:v>41346</c:v>
                </c:pt>
                <c:pt idx="3182">
                  <c:v>41347</c:v>
                </c:pt>
                <c:pt idx="3183">
                  <c:v>41348</c:v>
                </c:pt>
                <c:pt idx="3184">
                  <c:v>41351</c:v>
                </c:pt>
                <c:pt idx="3185">
                  <c:v>41352</c:v>
                </c:pt>
                <c:pt idx="3186">
                  <c:v>41353</c:v>
                </c:pt>
                <c:pt idx="3187">
                  <c:v>41354</c:v>
                </c:pt>
                <c:pt idx="3188">
                  <c:v>41355</c:v>
                </c:pt>
                <c:pt idx="3189">
                  <c:v>41358</c:v>
                </c:pt>
                <c:pt idx="3190">
                  <c:v>41359</c:v>
                </c:pt>
                <c:pt idx="3191">
                  <c:v>41360</c:v>
                </c:pt>
                <c:pt idx="3192">
                  <c:v>41361</c:v>
                </c:pt>
                <c:pt idx="3193">
                  <c:v>41362</c:v>
                </c:pt>
                <c:pt idx="3194">
                  <c:v>41365</c:v>
                </c:pt>
                <c:pt idx="3195">
                  <c:v>41366</c:v>
                </c:pt>
                <c:pt idx="3196">
                  <c:v>41367</c:v>
                </c:pt>
                <c:pt idx="3197">
                  <c:v>41368</c:v>
                </c:pt>
                <c:pt idx="3198">
                  <c:v>41369</c:v>
                </c:pt>
                <c:pt idx="3199">
                  <c:v>41372</c:v>
                </c:pt>
                <c:pt idx="3200">
                  <c:v>41373</c:v>
                </c:pt>
                <c:pt idx="3201">
                  <c:v>41374</c:v>
                </c:pt>
                <c:pt idx="3202">
                  <c:v>41375</c:v>
                </c:pt>
                <c:pt idx="3203">
                  <c:v>41376</c:v>
                </c:pt>
                <c:pt idx="3204">
                  <c:v>41379</c:v>
                </c:pt>
                <c:pt idx="3205">
                  <c:v>41380</c:v>
                </c:pt>
                <c:pt idx="3206">
                  <c:v>41381</c:v>
                </c:pt>
                <c:pt idx="3207">
                  <c:v>41382</c:v>
                </c:pt>
                <c:pt idx="3208">
                  <c:v>41383</c:v>
                </c:pt>
                <c:pt idx="3209">
                  <c:v>41386</c:v>
                </c:pt>
                <c:pt idx="3210">
                  <c:v>41387</c:v>
                </c:pt>
                <c:pt idx="3211">
                  <c:v>41388</c:v>
                </c:pt>
                <c:pt idx="3212">
                  <c:v>41389</c:v>
                </c:pt>
                <c:pt idx="3213">
                  <c:v>41390</c:v>
                </c:pt>
                <c:pt idx="3214">
                  <c:v>41393</c:v>
                </c:pt>
                <c:pt idx="3215">
                  <c:v>41394</c:v>
                </c:pt>
                <c:pt idx="3216">
                  <c:v>41395</c:v>
                </c:pt>
                <c:pt idx="3217">
                  <c:v>41396</c:v>
                </c:pt>
                <c:pt idx="3218">
                  <c:v>41397</c:v>
                </c:pt>
                <c:pt idx="3219">
                  <c:v>41400</c:v>
                </c:pt>
                <c:pt idx="3220">
                  <c:v>41401</c:v>
                </c:pt>
                <c:pt idx="3221">
                  <c:v>41402</c:v>
                </c:pt>
                <c:pt idx="3222">
                  <c:v>41403</c:v>
                </c:pt>
                <c:pt idx="3223">
                  <c:v>41404</c:v>
                </c:pt>
                <c:pt idx="3224">
                  <c:v>41407</c:v>
                </c:pt>
                <c:pt idx="3225">
                  <c:v>41408</c:v>
                </c:pt>
                <c:pt idx="3226">
                  <c:v>41409</c:v>
                </c:pt>
                <c:pt idx="3227">
                  <c:v>41410</c:v>
                </c:pt>
                <c:pt idx="3228">
                  <c:v>41411</c:v>
                </c:pt>
                <c:pt idx="3229">
                  <c:v>41414</c:v>
                </c:pt>
                <c:pt idx="3230">
                  <c:v>41415</c:v>
                </c:pt>
                <c:pt idx="3231">
                  <c:v>41416</c:v>
                </c:pt>
                <c:pt idx="3232">
                  <c:v>41417</c:v>
                </c:pt>
                <c:pt idx="3233">
                  <c:v>41418</c:v>
                </c:pt>
                <c:pt idx="3234">
                  <c:v>41421</c:v>
                </c:pt>
                <c:pt idx="3235">
                  <c:v>41422</c:v>
                </c:pt>
                <c:pt idx="3236">
                  <c:v>41423</c:v>
                </c:pt>
                <c:pt idx="3237">
                  <c:v>41424</c:v>
                </c:pt>
                <c:pt idx="3238">
                  <c:v>41425</c:v>
                </c:pt>
                <c:pt idx="3239">
                  <c:v>41428</c:v>
                </c:pt>
                <c:pt idx="3240">
                  <c:v>41429</c:v>
                </c:pt>
                <c:pt idx="3241">
                  <c:v>41430</c:v>
                </c:pt>
                <c:pt idx="3242">
                  <c:v>41431</c:v>
                </c:pt>
                <c:pt idx="3243">
                  <c:v>41432</c:v>
                </c:pt>
                <c:pt idx="3244">
                  <c:v>41435</c:v>
                </c:pt>
                <c:pt idx="3245">
                  <c:v>41436</c:v>
                </c:pt>
                <c:pt idx="3246">
                  <c:v>41437</c:v>
                </c:pt>
                <c:pt idx="3247">
                  <c:v>41438</c:v>
                </c:pt>
                <c:pt idx="3248">
                  <c:v>41439</c:v>
                </c:pt>
                <c:pt idx="3249">
                  <c:v>41442</c:v>
                </c:pt>
                <c:pt idx="3250">
                  <c:v>41443</c:v>
                </c:pt>
                <c:pt idx="3251">
                  <c:v>41444</c:v>
                </c:pt>
                <c:pt idx="3252">
                  <c:v>41445</c:v>
                </c:pt>
                <c:pt idx="3253">
                  <c:v>41446</c:v>
                </c:pt>
                <c:pt idx="3254">
                  <c:v>41449</c:v>
                </c:pt>
                <c:pt idx="3255">
                  <c:v>41450</c:v>
                </c:pt>
                <c:pt idx="3256">
                  <c:v>41451</c:v>
                </c:pt>
                <c:pt idx="3257">
                  <c:v>41452</c:v>
                </c:pt>
                <c:pt idx="3258">
                  <c:v>41453</c:v>
                </c:pt>
                <c:pt idx="3259">
                  <c:v>41456</c:v>
                </c:pt>
                <c:pt idx="3260">
                  <c:v>41457</c:v>
                </c:pt>
                <c:pt idx="3261">
                  <c:v>41458</c:v>
                </c:pt>
                <c:pt idx="3262">
                  <c:v>41459</c:v>
                </c:pt>
                <c:pt idx="3263">
                  <c:v>41460</c:v>
                </c:pt>
                <c:pt idx="3264">
                  <c:v>41463</c:v>
                </c:pt>
                <c:pt idx="3265">
                  <c:v>41464</c:v>
                </c:pt>
                <c:pt idx="3266">
                  <c:v>41465</c:v>
                </c:pt>
                <c:pt idx="3267">
                  <c:v>41466</c:v>
                </c:pt>
                <c:pt idx="3268">
                  <c:v>41467</c:v>
                </c:pt>
                <c:pt idx="3269">
                  <c:v>41470</c:v>
                </c:pt>
                <c:pt idx="3270">
                  <c:v>41471</c:v>
                </c:pt>
                <c:pt idx="3271">
                  <c:v>41472</c:v>
                </c:pt>
                <c:pt idx="3272">
                  <c:v>41473</c:v>
                </c:pt>
                <c:pt idx="3273">
                  <c:v>41474</c:v>
                </c:pt>
                <c:pt idx="3274">
                  <c:v>41477</c:v>
                </c:pt>
                <c:pt idx="3275">
                  <c:v>41478</c:v>
                </c:pt>
                <c:pt idx="3276">
                  <c:v>41479</c:v>
                </c:pt>
                <c:pt idx="3277">
                  <c:v>41480</c:v>
                </c:pt>
                <c:pt idx="3278">
                  <c:v>41481</c:v>
                </c:pt>
                <c:pt idx="3279">
                  <c:v>41484</c:v>
                </c:pt>
                <c:pt idx="3280">
                  <c:v>41485</c:v>
                </c:pt>
                <c:pt idx="3281">
                  <c:v>41486</c:v>
                </c:pt>
                <c:pt idx="3282">
                  <c:v>41487</c:v>
                </c:pt>
                <c:pt idx="3283">
                  <c:v>41488</c:v>
                </c:pt>
                <c:pt idx="3284">
                  <c:v>41491</c:v>
                </c:pt>
                <c:pt idx="3285">
                  <c:v>41492</c:v>
                </c:pt>
                <c:pt idx="3286">
                  <c:v>41493</c:v>
                </c:pt>
                <c:pt idx="3287">
                  <c:v>41494</c:v>
                </c:pt>
                <c:pt idx="3288">
                  <c:v>41495</c:v>
                </c:pt>
                <c:pt idx="3289">
                  <c:v>41498</c:v>
                </c:pt>
                <c:pt idx="3290">
                  <c:v>41499</c:v>
                </c:pt>
                <c:pt idx="3291">
                  <c:v>41500</c:v>
                </c:pt>
                <c:pt idx="3292">
                  <c:v>41501</c:v>
                </c:pt>
                <c:pt idx="3293">
                  <c:v>41502</c:v>
                </c:pt>
                <c:pt idx="3294">
                  <c:v>41505</c:v>
                </c:pt>
                <c:pt idx="3295">
                  <c:v>41506</c:v>
                </c:pt>
                <c:pt idx="3296">
                  <c:v>41507</c:v>
                </c:pt>
                <c:pt idx="3297">
                  <c:v>41508</c:v>
                </c:pt>
                <c:pt idx="3298">
                  <c:v>41509</c:v>
                </c:pt>
                <c:pt idx="3299">
                  <c:v>41512</c:v>
                </c:pt>
                <c:pt idx="3300">
                  <c:v>41513</c:v>
                </c:pt>
                <c:pt idx="3301">
                  <c:v>41514</c:v>
                </c:pt>
                <c:pt idx="3302">
                  <c:v>41515</c:v>
                </c:pt>
                <c:pt idx="3303">
                  <c:v>41516</c:v>
                </c:pt>
                <c:pt idx="3304">
                  <c:v>41519</c:v>
                </c:pt>
                <c:pt idx="3305">
                  <c:v>41520</c:v>
                </c:pt>
                <c:pt idx="3306">
                  <c:v>41521</c:v>
                </c:pt>
                <c:pt idx="3307">
                  <c:v>41522</c:v>
                </c:pt>
                <c:pt idx="3308">
                  <c:v>41523</c:v>
                </c:pt>
                <c:pt idx="3309">
                  <c:v>41526</c:v>
                </c:pt>
                <c:pt idx="3310">
                  <c:v>41527</c:v>
                </c:pt>
                <c:pt idx="3311">
                  <c:v>41528</c:v>
                </c:pt>
                <c:pt idx="3312">
                  <c:v>41529</c:v>
                </c:pt>
                <c:pt idx="3313">
                  <c:v>41530</c:v>
                </c:pt>
                <c:pt idx="3314">
                  <c:v>41533</c:v>
                </c:pt>
                <c:pt idx="3315">
                  <c:v>41534</c:v>
                </c:pt>
                <c:pt idx="3316">
                  <c:v>41535</c:v>
                </c:pt>
                <c:pt idx="3317">
                  <c:v>41536</c:v>
                </c:pt>
                <c:pt idx="3318">
                  <c:v>41537</c:v>
                </c:pt>
                <c:pt idx="3319">
                  <c:v>41540</c:v>
                </c:pt>
                <c:pt idx="3320">
                  <c:v>41541</c:v>
                </c:pt>
                <c:pt idx="3321">
                  <c:v>41542</c:v>
                </c:pt>
                <c:pt idx="3322">
                  <c:v>41543</c:v>
                </c:pt>
                <c:pt idx="3323">
                  <c:v>41544</c:v>
                </c:pt>
                <c:pt idx="3324">
                  <c:v>41547</c:v>
                </c:pt>
                <c:pt idx="3325">
                  <c:v>41548</c:v>
                </c:pt>
                <c:pt idx="3326">
                  <c:v>41549</c:v>
                </c:pt>
                <c:pt idx="3327">
                  <c:v>41550</c:v>
                </c:pt>
                <c:pt idx="3328">
                  <c:v>41551</c:v>
                </c:pt>
                <c:pt idx="3329">
                  <c:v>41554</c:v>
                </c:pt>
                <c:pt idx="3330">
                  <c:v>41555</c:v>
                </c:pt>
                <c:pt idx="3331">
                  <c:v>41556</c:v>
                </c:pt>
                <c:pt idx="3332">
                  <c:v>41557</c:v>
                </c:pt>
                <c:pt idx="3333">
                  <c:v>41558</c:v>
                </c:pt>
                <c:pt idx="3334">
                  <c:v>41561</c:v>
                </c:pt>
                <c:pt idx="3335">
                  <c:v>41562</c:v>
                </c:pt>
                <c:pt idx="3336">
                  <c:v>41563</c:v>
                </c:pt>
                <c:pt idx="3337">
                  <c:v>41564</c:v>
                </c:pt>
                <c:pt idx="3338">
                  <c:v>41565</c:v>
                </c:pt>
                <c:pt idx="3339">
                  <c:v>41568</c:v>
                </c:pt>
                <c:pt idx="3340">
                  <c:v>41569</c:v>
                </c:pt>
                <c:pt idx="3341">
                  <c:v>41570</c:v>
                </c:pt>
                <c:pt idx="3342">
                  <c:v>41571</c:v>
                </c:pt>
                <c:pt idx="3343">
                  <c:v>41572</c:v>
                </c:pt>
                <c:pt idx="3344">
                  <c:v>41575</c:v>
                </c:pt>
                <c:pt idx="3345">
                  <c:v>41576</c:v>
                </c:pt>
                <c:pt idx="3346">
                  <c:v>41577</c:v>
                </c:pt>
                <c:pt idx="3347">
                  <c:v>41578</c:v>
                </c:pt>
                <c:pt idx="3348">
                  <c:v>41579</c:v>
                </c:pt>
                <c:pt idx="3349">
                  <c:v>41582</c:v>
                </c:pt>
                <c:pt idx="3350">
                  <c:v>41583</c:v>
                </c:pt>
                <c:pt idx="3351">
                  <c:v>41584</c:v>
                </c:pt>
                <c:pt idx="3352">
                  <c:v>41585</c:v>
                </c:pt>
                <c:pt idx="3353">
                  <c:v>41586</c:v>
                </c:pt>
                <c:pt idx="3354">
                  <c:v>41589</c:v>
                </c:pt>
                <c:pt idx="3355">
                  <c:v>41590</c:v>
                </c:pt>
                <c:pt idx="3356">
                  <c:v>41591</c:v>
                </c:pt>
                <c:pt idx="3357">
                  <c:v>41592</c:v>
                </c:pt>
                <c:pt idx="3358">
                  <c:v>41593</c:v>
                </c:pt>
                <c:pt idx="3359">
                  <c:v>41596</c:v>
                </c:pt>
                <c:pt idx="3360">
                  <c:v>41597</c:v>
                </c:pt>
                <c:pt idx="3361">
                  <c:v>41598</c:v>
                </c:pt>
                <c:pt idx="3362">
                  <c:v>41599</c:v>
                </c:pt>
                <c:pt idx="3363">
                  <c:v>41600</c:v>
                </c:pt>
                <c:pt idx="3364">
                  <c:v>41603</c:v>
                </c:pt>
                <c:pt idx="3365">
                  <c:v>41604</c:v>
                </c:pt>
                <c:pt idx="3366">
                  <c:v>41605</c:v>
                </c:pt>
                <c:pt idx="3367">
                  <c:v>41606</c:v>
                </c:pt>
                <c:pt idx="3368">
                  <c:v>41607</c:v>
                </c:pt>
                <c:pt idx="3369">
                  <c:v>41610</c:v>
                </c:pt>
                <c:pt idx="3370">
                  <c:v>41611</c:v>
                </c:pt>
                <c:pt idx="3371">
                  <c:v>41612</c:v>
                </c:pt>
                <c:pt idx="3372">
                  <c:v>41613</c:v>
                </c:pt>
                <c:pt idx="3373">
                  <c:v>41614</c:v>
                </c:pt>
                <c:pt idx="3374">
                  <c:v>41617</c:v>
                </c:pt>
                <c:pt idx="3375">
                  <c:v>41618</c:v>
                </c:pt>
                <c:pt idx="3376">
                  <c:v>41619</c:v>
                </c:pt>
                <c:pt idx="3377">
                  <c:v>41620</c:v>
                </c:pt>
                <c:pt idx="3378">
                  <c:v>41621</c:v>
                </c:pt>
                <c:pt idx="3379">
                  <c:v>41624</c:v>
                </c:pt>
                <c:pt idx="3380">
                  <c:v>41625</c:v>
                </c:pt>
                <c:pt idx="3381">
                  <c:v>41626</c:v>
                </c:pt>
                <c:pt idx="3382">
                  <c:v>41627</c:v>
                </c:pt>
                <c:pt idx="3383">
                  <c:v>41628</c:v>
                </c:pt>
                <c:pt idx="3384">
                  <c:v>41631</c:v>
                </c:pt>
                <c:pt idx="3385">
                  <c:v>41632</c:v>
                </c:pt>
                <c:pt idx="3386">
                  <c:v>41633</c:v>
                </c:pt>
                <c:pt idx="3387">
                  <c:v>41634</c:v>
                </c:pt>
                <c:pt idx="3388">
                  <c:v>41635</c:v>
                </c:pt>
                <c:pt idx="3389">
                  <c:v>41638</c:v>
                </c:pt>
                <c:pt idx="3390">
                  <c:v>41639</c:v>
                </c:pt>
                <c:pt idx="3391">
                  <c:v>41640</c:v>
                </c:pt>
                <c:pt idx="3392">
                  <c:v>41641</c:v>
                </c:pt>
                <c:pt idx="3393">
                  <c:v>41642</c:v>
                </c:pt>
                <c:pt idx="3394">
                  <c:v>41645</c:v>
                </c:pt>
                <c:pt idx="3395">
                  <c:v>41646</c:v>
                </c:pt>
                <c:pt idx="3396">
                  <c:v>41647</c:v>
                </c:pt>
                <c:pt idx="3397">
                  <c:v>41648</c:v>
                </c:pt>
                <c:pt idx="3398">
                  <c:v>41649</c:v>
                </c:pt>
                <c:pt idx="3399">
                  <c:v>41652</c:v>
                </c:pt>
                <c:pt idx="3400">
                  <c:v>41653</c:v>
                </c:pt>
                <c:pt idx="3401">
                  <c:v>41654</c:v>
                </c:pt>
                <c:pt idx="3402">
                  <c:v>41655</c:v>
                </c:pt>
                <c:pt idx="3403">
                  <c:v>41656</c:v>
                </c:pt>
                <c:pt idx="3404">
                  <c:v>41659</c:v>
                </c:pt>
                <c:pt idx="3405">
                  <c:v>41660</c:v>
                </c:pt>
                <c:pt idx="3406">
                  <c:v>41661</c:v>
                </c:pt>
                <c:pt idx="3407">
                  <c:v>41662</c:v>
                </c:pt>
                <c:pt idx="3408">
                  <c:v>41663</c:v>
                </c:pt>
                <c:pt idx="3409">
                  <c:v>41666</c:v>
                </c:pt>
                <c:pt idx="3410">
                  <c:v>41667</c:v>
                </c:pt>
                <c:pt idx="3411">
                  <c:v>41668</c:v>
                </c:pt>
                <c:pt idx="3412">
                  <c:v>41669</c:v>
                </c:pt>
                <c:pt idx="3413">
                  <c:v>41670</c:v>
                </c:pt>
                <c:pt idx="3414">
                  <c:v>41673</c:v>
                </c:pt>
                <c:pt idx="3415">
                  <c:v>41674</c:v>
                </c:pt>
                <c:pt idx="3416">
                  <c:v>41675</c:v>
                </c:pt>
                <c:pt idx="3417">
                  <c:v>41676</c:v>
                </c:pt>
                <c:pt idx="3418">
                  <c:v>41677</c:v>
                </c:pt>
                <c:pt idx="3419">
                  <c:v>41680</c:v>
                </c:pt>
                <c:pt idx="3420">
                  <c:v>41681</c:v>
                </c:pt>
                <c:pt idx="3421">
                  <c:v>41682</c:v>
                </c:pt>
                <c:pt idx="3422">
                  <c:v>41683</c:v>
                </c:pt>
                <c:pt idx="3423">
                  <c:v>41684</c:v>
                </c:pt>
                <c:pt idx="3424">
                  <c:v>41687</c:v>
                </c:pt>
                <c:pt idx="3425">
                  <c:v>41688</c:v>
                </c:pt>
                <c:pt idx="3426">
                  <c:v>41689</c:v>
                </c:pt>
                <c:pt idx="3427">
                  <c:v>41690</c:v>
                </c:pt>
                <c:pt idx="3428">
                  <c:v>41691</c:v>
                </c:pt>
                <c:pt idx="3429">
                  <c:v>41694</c:v>
                </c:pt>
                <c:pt idx="3430">
                  <c:v>41695</c:v>
                </c:pt>
                <c:pt idx="3431">
                  <c:v>41696</c:v>
                </c:pt>
                <c:pt idx="3432">
                  <c:v>41697</c:v>
                </c:pt>
                <c:pt idx="3433">
                  <c:v>41698</c:v>
                </c:pt>
                <c:pt idx="3434">
                  <c:v>41701</c:v>
                </c:pt>
                <c:pt idx="3435">
                  <c:v>41702</c:v>
                </c:pt>
                <c:pt idx="3436">
                  <c:v>41703</c:v>
                </c:pt>
                <c:pt idx="3437">
                  <c:v>41704</c:v>
                </c:pt>
                <c:pt idx="3438">
                  <c:v>41705</c:v>
                </c:pt>
                <c:pt idx="3439">
                  <c:v>41708</c:v>
                </c:pt>
                <c:pt idx="3440">
                  <c:v>41709</c:v>
                </c:pt>
                <c:pt idx="3441">
                  <c:v>41710</c:v>
                </c:pt>
                <c:pt idx="3442">
                  <c:v>41711</c:v>
                </c:pt>
                <c:pt idx="3443">
                  <c:v>41712</c:v>
                </c:pt>
                <c:pt idx="3444">
                  <c:v>41715</c:v>
                </c:pt>
                <c:pt idx="3445">
                  <c:v>41716</c:v>
                </c:pt>
                <c:pt idx="3446">
                  <c:v>41717</c:v>
                </c:pt>
                <c:pt idx="3447">
                  <c:v>41718</c:v>
                </c:pt>
                <c:pt idx="3448">
                  <c:v>41719</c:v>
                </c:pt>
                <c:pt idx="3449">
                  <c:v>41722</c:v>
                </c:pt>
                <c:pt idx="3450">
                  <c:v>41723</c:v>
                </c:pt>
                <c:pt idx="3451">
                  <c:v>41724</c:v>
                </c:pt>
                <c:pt idx="3452">
                  <c:v>41725</c:v>
                </c:pt>
                <c:pt idx="3453">
                  <c:v>41726</c:v>
                </c:pt>
                <c:pt idx="3454">
                  <c:v>41729</c:v>
                </c:pt>
                <c:pt idx="3455">
                  <c:v>41730</c:v>
                </c:pt>
                <c:pt idx="3456">
                  <c:v>41731</c:v>
                </c:pt>
                <c:pt idx="3457">
                  <c:v>41732</c:v>
                </c:pt>
                <c:pt idx="3458">
                  <c:v>41733</c:v>
                </c:pt>
                <c:pt idx="3459">
                  <c:v>41736</c:v>
                </c:pt>
                <c:pt idx="3460">
                  <c:v>41737</c:v>
                </c:pt>
                <c:pt idx="3461">
                  <c:v>41738</c:v>
                </c:pt>
                <c:pt idx="3462">
                  <c:v>41739</c:v>
                </c:pt>
                <c:pt idx="3463">
                  <c:v>41740</c:v>
                </c:pt>
                <c:pt idx="3464">
                  <c:v>41743</c:v>
                </c:pt>
                <c:pt idx="3465">
                  <c:v>41744</c:v>
                </c:pt>
                <c:pt idx="3466">
                  <c:v>41745</c:v>
                </c:pt>
                <c:pt idx="3467">
                  <c:v>41746</c:v>
                </c:pt>
                <c:pt idx="3468">
                  <c:v>41747</c:v>
                </c:pt>
                <c:pt idx="3469">
                  <c:v>41750</c:v>
                </c:pt>
                <c:pt idx="3470">
                  <c:v>41751</c:v>
                </c:pt>
                <c:pt idx="3471">
                  <c:v>41752</c:v>
                </c:pt>
                <c:pt idx="3472">
                  <c:v>41753</c:v>
                </c:pt>
                <c:pt idx="3473">
                  <c:v>41754</c:v>
                </c:pt>
                <c:pt idx="3474">
                  <c:v>41757</c:v>
                </c:pt>
                <c:pt idx="3475">
                  <c:v>41758</c:v>
                </c:pt>
                <c:pt idx="3476">
                  <c:v>41759</c:v>
                </c:pt>
                <c:pt idx="3477">
                  <c:v>41760</c:v>
                </c:pt>
                <c:pt idx="3478">
                  <c:v>41761</c:v>
                </c:pt>
                <c:pt idx="3479">
                  <c:v>41764</c:v>
                </c:pt>
                <c:pt idx="3480">
                  <c:v>41765</c:v>
                </c:pt>
                <c:pt idx="3481">
                  <c:v>41766</c:v>
                </c:pt>
                <c:pt idx="3482">
                  <c:v>41767</c:v>
                </c:pt>
                <c:pt idx="3483">
                  <c:v>41768</c:v>
                </c:pt>
                <c:pt idx="3484">
                  <c:v>41771</c:v>
                </c:pt>
                <c:pt idx="3485">
                  <c:v>41772</c:v>
                </c:pt>
                <c:pt idx="3486">
                  <c:v>41773</c:v>
                </c:pt>
                <c:pt idx="3487">
                  <c:v>41774</c:v>
                </c:pt>
                <c:pt idx="3488">
                  <c:v>41775</c:v>
                </c:pt>
                <c:pt idx="3489">
                  <c:v>41778</c:v>
                </c:pt>
                <c:pt idx="3490">
                  <c:v>41779</c:v>
                </c:pt>
                <c:pt idx="3491">
                  <c:v>41780</c:v>
                </c:pt>
                <c:pt idx="3492">
                  <c:v>41781</c:v>
                </c:pt>
                <c:pt idx="3493">
                  <c:v>41782</c:v>
                </c:pt>
                <c:pt idx="3494">
                  <c:v>41785</c:v>
                </c:pt>
                <c:pt idx="3495">
                  <c:v>41786</c:v>
                </c:pt>
                <c:pt idx="3496">
                  <c:v>41787</c:v>
                </c:pt>
                <c:pt idx="3497">
                  <c:v>41788</c:v>
                </c:pt>
                <c:pt idx="3498">
                  <c:v>41789</c:v>
                </c:pt>
                <c:pt idx="3499">
                  <c:v>41792</c:v>
                </c:pt>
                <c:pt idx="3500">
                  <c:v>41793</c:v>
                </c:pt>
                <c:pt idx="3501">
                  <c:v>41794</c:v>
                </c:pt>
                <c:pt idx="3502">
                  <c:v>41795</c:v>
                </c:pt>
                <c:pt idx="3503">
                  <c:v>41796</c:v>
                </c:pt>
                <c:pt idx="3504">
                  <c:v>41799</c:v>
                </c:pt>
                <c:pt idx="3505">
                  <c:v>41800</c:v>
                </c:pt>
                <c:pt idx="3506">
                  <c:v>41801</c:v>
                </c:pt>
                <c:pt idx="3507">
                  <c:v>41802</c:v>
                </c:pt>
                <c:pt idx="3508">
                  <c:v>41803</c:v>
                </c:pt>
                <c:pt idx="3509">
                  <c:v>41806</c:v>
                </c:pt>
                <c:pt idx="3510">
                  <c:v>41807</c:v>
                </c:pt>
                <c:pt idx="3511">
                  <c:v>41808</c:v>
                </c:pt>
                <c:pt idx="3512">
                  <c:v>41809</c:v>
                </c:pt>
                <c:pt idx="3513">
                  <c:v>41810</c:v>
                </c:pt>
                <c:pt idx="3514">
                  <c:v>41813</c:v>
                </c:pt>
                <c:pt idx="3515">
                  <c:v>41814</c:v>
                </c:pt>
                <c:pt idx="3516">
                  <c:v>41815</c:v>
                </c:pt>
                <c:pt idx="3517">
                  <c:v>41816</c:v>
                </c:pt>
                <c:pt idx="3518">
                  <c:v>41817</c:v>
                </c:pt>
                <c:pt idx="3519">
                  <c:v>41820</c:v>
                </c:pt>
                <c:pt idx="3520">
                  <c:v>41821</c:v>
                </c:pt>
                <c:pt idx="3521">
                  <c:v>41822</c:v>
                </c:pt>
                <c:pt idx="3522">
                  <c:v>41823</c:v>
                </c:pt>
                <c:pt idx="3523">
                  <c:v>41824</c:v>
                </c:pt>
                <c:pt idx="3524">
                  <c:v>41827</c:v>
                </c:pt>
                <c:pt idx="3525">
                  <c:v>41828</c:v>
                </c:pt>
                <c:pt idx="3526">
                  <c:v>41829</c:v>
                </c:pt>
                <c:pt idx="3527">
                  <c:v>41830</c:v>
                </c:pt>
                <c:pt idx="3528">
                  <c:v>41831</c:v>
                </c:pt>
                <c:pt idx="3529">
                  <c:v>41834</c:v>
                </c:pt>
                <c:pt idx="3530">
                  <c:v>41835</c:v>
                </c:pt>
                <c:pt idx="3531">
                  <c:v>41836</c:v>
                </c:pt>
                <c:pt idx="3532">
                  <c:v>41837</c:v>
                </c:pt>
                <c:pt idx="3533">
                  <c:v>41838</c:v>
                </c:pt>
                <c:pt idx="3534">
                  <c:v>41841</c:v>
                </c:pt>
                <c:pt idx="3535">
                  <c:v>41842</c:v>
                </c:pt>
                <c:pt idx="3536">
                  <c:v>41843</c:v>
                </c:pt>
                <c:pt idx="3537">
                  <c:v>41844</c:v>
                </c:pt>
                <c:pt idx="3538">
                  <c:v>41845</c:v>
                </c:pt>
                <c:pt idx="3539">
                  <c:v>41848</c:v>
                </c:pt>
                <c:pt idx="3540">
                  <c:v>41849</c:v>
                </c:pt>
                <c:pt idx="3541">
                  <c:v>41850</c:v>
                </c:pt>
                <c:pt idx="3542">
                  <c:v>41851</c:v>
                </c:pt>
                <c:pt idx="3543">
                  <c:v>41852</c:v>
                </c:pt>
                <c:pt idx="3544">
                  <c:v>41855</c:v>
                </c:pt>
                <c:pt idx="3545">
                  <c:v>41856</c:v>
                </c:pt>
                <c:pt idx="3546">
                  <c:v>41857</c:v>
                </c:pt>
                <c:pt idx="3547">
                  <c:v>41858</c:v>
                </c:pt>
                <c:pt idx="3548">
                  <c:v>41859</c:v>
                </c:pt>
                <c:pt idx="3549">
                  <c:v>41862</c:v>
                </c:pt>
                <c:pt idx="3550">
                  <c:v>41863</c:v>
                </c:pt>
                <c:pt idx="3551">
                  <c:v>41864</c:v>
                </c:pt>
                <c:pt idx="3552">
                  <c:v>41865</c:v>
                </c:pt>
                <c:pt idx="3553">
                  <c:v>41866</c:v>
                </c:pt>
                <c:pt idx="3554">
                  <c:v>41869</c:v>
                </c:pt>
                <c:pt idx="3555">
                  <c:v>41870</c:v>
                </c:pt>
                <c:pt idx="3556">
                  <c:v>41871</c:v>
                </c:pt>
                <c:pt idx="3557">
                  <c:v>41872</c:v>
                </c:pt>
                <c:pt idx="3558">
                  <c:v>41873</c:v>
                </c:pt>
                <c:pt idx="3559">
                  <c:v>41876</c:v>
                </c:pt>
                <c:pt idx="3560">
                  <c:v>41877</c:v>
                </c:pt>
                <c:pt idx="3561">
                  <c:v>41878</c:v>
                </c:pt>
                <c:pt idx="3562">
                  <c:v>41879</c:v>
                </c:pt>
                <c:pt idx="3563">
                  <c:v>41880</c:v>
                </c:pt>
                <c:pt idx="3564">
                  <c:v>41883</c:v>
                </c:pt>
                <c:pt idx="3565">
                  <c:v>41884</c:v>
                </c:pt>
                <c:pt idx="3566">
                  <c:v>41885</c:v>
                </c:pt>
                <c:pt idx="3567">
                  <c:v>41886</c:v>
                </c:pt>
                <c:pt idx="3568">
                  <c:v>41887</c:v>
                </c:pt>
                <c:pt idx="3569">
                  <c:v>41890</c:v>
                </c:pt>
                <c:pt idx="3570">
                  <c:v>41891</c:v>
                </c:pt>
                <c:pt idx="3571">
                  <c:v>41892</c:v>
                </c:pt>
                <c:pt idx="3572">
                  <c:v>41893</c:v>
                </c:pt>
                <c:pt idx="3573">
                  <c:v>41894</c:v>
                </c:pt>
                <c:pt idx="3574">
                  <c:v>41897</c:v>
                </c:pt>
                <c:pt idx="3575">
                  <c:v>41898</c:v>
                </c:pt>
                <c:pt idx="3576">
                  <c:v>41899</c:v>
                </c:pt>
                <c:pt idx="3577">
                  <c:v>41900</c:v>
                </c:pt>
                <c:pt idx="3578">
                  <c:v>41901</c:v>
                </c:pt>
                <c:pt idx="3579">
                  <c:v>41904</c:v>
                </c:pt>
                <c:pt idx="3580">
                  <c:v>41905</c:v>
                </c:pt>
                <c:pt idx="3581">
                  <c:v>41906</c:v>
                </c:pt>
                <c:pt idx="3582">
                  <c:v>41907</c:v>
                </c:pt>
                <c:pt idx="3583">
                  <c:v>41908</c:v>
                </c:pt>
                <c:pt idx="3584">
                  <c:v>41911</c:v>
                </c:pt>
                <c:pt idx="3585">
                  <c:v>41912</c:v>
                </c:pt>
                <c:pt idx="3586">
                  <c:v>41913</c:v>
                </c:pt>
                <c:pt idx="3587">
                  <c:v>41914</c:v>
                </c:pt>
                <c:pt idx="3588">
                  <c:v>41915</c:v>
                </c:pt>
                <c:pt idx="3589">
                  <c:v>41918</c:v>
                </c:pt>
                <c:pt idx="3590">
                  <c:v>41919</c:v>
                </c:pt>
                <c:pt idx="3591">
                  <c:v>41920</c:v>
                </c:pt>
                <c:pt idx="3592">
                  <c:v>41921</c:v>
                </c:pt>
                <c:pt idx="3593">
                  <c:v>41922</c:v>
                </c:pt>
                <c:pt idx="3594">
                  <c:v>41925</c:v>
                </c:pt>
                <c:pt idx="3595">
                  <c:v>41926</c:v>
                </c:pt>
                <c:pt idx="3596">
                  <c:v>41927</c:v>
                </c:pt>
                <c:pt idx="3597">
                  <c:v>41928</c:v>
                </c:pt>
                <c:pt idx="3598">
                  <c:v>41929</c:v>
                </c:pt>
                <c:pt idx="3599">
                  <c:v>41932</c:v>
                </c:pt>
                <c:pt idx="3600">
                  <c:v>41933</c:v>
                </c:pt>
                <c:pt idx="3601">
                  <c:v>41934</c:v>
                </c:pt>
                <c:pt idx="3602">
                  <c:v>41935</c:v>
                </c:pt>
                <c:pt idx="3603">
                  <c:v>41936</c:v>
                </c:pt>
                <c:pt idx="3604">
                  <c:v>41939</c:v>
                </c:pt>
                <c:pt idx="3605">
                  <c:v>41940</c:v>
                </c:pt>
                <c:pt idx="3606">
                  <c:v>41941</c:v>
                </c:pt>
                <c:pt idx="3607">
                  <c:v>41942</c:v>
                </c:pt>
                <c:pt idx="3608">
                  <c:v>41943</c:v>
                </c:pt>
                <c:pt idx="3609">
                  <c:v>41946</c:v>
                </c:pt>
                <c:pt idx="3610">
                  <c:v>41947</c:v>
                </c:pt>
                <c:pt idx="3611">
                  <c:v>41948</c:v>
                </c:pt>
                <c:pt idx="3612">
                  <c:v>41949</c:v>
                </c:pt>
                <c:pt idx="3613">
                  <c:v>41950</c:v>
                </c:pt>
                <c:pt idx="3614">
                  <c:v>41953</c:v>
                </c:pt>
                <c:pt idx="3615">
                  <c:v>41954</c:v>
                </c:pt>
                <c:pt idx="3616">
                  <c:v>41955</c:v>
                </c:pt>
                <c:pt idx="3617">
                  <c:v>41956</c:v>
                </c:pt>
                <c:pt idx="3618">
                  <c:v>41957</c:v>
                </c:pt>
                <c:pt idx="3619">
                  <c:v>41960</c:v>
                </c:pt>
                <c:pt idx="3620">
                  <c:v>41961</c:v>
                </c:pt>
                <c:pt idx="3621">
                  <c:v>41962</c:v>
                </c:pt>
                <c:pt idx="3622">
                  <c:v>41963</c:v>
                </c:pt>
                <c:pt idx="3623">
                  <c:v>41964</c:v>
                </c:pt>
                <c:pt idx="3624">
                  <c:v>41967</c:v>
                </c:pt>
                <c:pt idx="3625">
                  <c:v>41968</c:v>
                </c:pt>
                <c:pt idx="3626">
                  <c:v>41969</c:v>
                </c:pt>
                <c:pt idx="3627">
                  <c:v>41970</c:v>
                </c:pt>
                <c:pt idx="3628">
                  <c:v>41971</c:v>
                </c:pt>
                <c:pt idx="3629">
                  <c:v>41974</c:v>
                </c:pt>
                <c:pt idx="3630">
                  <c:v>41975</c:v>
                </c:pt>
                <c:pt idx="3631">
                  <c:v>41976</c:v>
                </c:pt>
                <c:pt idx="3632">
                  <c:v>41977</c:v>
                </c:pt>
                <c:pt idx="3633">
                  <c:v>41978</c:v>
                </c:pt>
                <c:pt idx="3634">
                  <c:v>41981</c:v>
                </c:pt>
                <c:pt idx="3635">
                  <c:v>41982</c:v>
                </c:pt>
                <c:pt idx="3636">
                  <c:v>41983</c:v>
                </c:pt>
                <c:pt idx="3637">
                  <c:v>41984</c:v>
                </c:pt>
                <c:pt idx="3638">
                  <c:v>41985</c:v>
                </c:pt>
                <c:pt idx="3639">
                  <c:v>41988</c:v>
                </c:pt>
                <c:pt idx="3640">
                  <c:v>41989</c:v>
                </c:pt>
                <c:pt idx="3641">
                  <c:v>41990</c:v>
                </c:pt>
                <c:pt idx="3642">
                  <c:v>41991</c:v>
                </c:pt>
                <c:pt idx="3643">
                  <c:v>41992</c:v>
                </c:pt>
                <c:pt idx="3644">
                  <c:v>41995</c:v>
                </c:pt>
                <c:pt idx="3645">
                  <c:v>41996</c:v>
                </c:pt>
                <c:pt idx="3646">
                  <c:v>41997</c:v>
                </c:pt>
                <c:pt idx="3647">
                  <c:v>41998</c:v>
                </c:pt>
                <c:pt idx="3648">
                  <c:v>41999</c:v>
                </c:pt>
                <c:pt idx="3649">
                  <c:v>42002</c:v>
                </c:pt>
                <c:pt idx="3650">
                  <c:v>42003</c:v>
                </c:pt>
                <c:pt idx="3651">
                  <c:v>42004</c:v>
                </c:pt>
                <c:pt idx="3652">
                  <c:v>42005</c:v>
                </c:pt>
                <c:pt idx="3653">
                  <c:v>42006</c:v>
                </c:pt>
                <c:pt idx="3654">
                  <c:v>42009</c:v>
                </c:pt>
                <c:pt idx="3655">
                  <c:v>42010</c:v>
                </c:pt>
                <c:pt idx="3656">
                  <c:v>42011</c:v>
                </c:pt>
                <c:pt idx="3657">
                  <c:v>42012</c:v>
                </c:pt>
                <c:pt idx="3658">
                  <c:v>42013</c:v>
                </c:pt>
                <c:pt idx="3659">
                  <c:v>42016</c:v>
                </c:pt>
                <c:pt idx="3660">
                  <c:v>42017</c:v>
                </c:pt>
                <c:pt idx="3661">
                  <c:v>42018</c:v>
                </c:pt>
                <c:pt idx="3662">
                  <c:v>42019</c:v>
                </c:pt>
                <c:pt idx="3663">
                  <c:v>42020</c:v>
                </c:pt>
                <c:pt idx="3664">
                  <c:v>42023</c:v>
                </c:pt>
                <c:pt idx="3665">
                  <c:v>42024</c:v>
                </c:pt>
                <c:pt idx="3666">
                  <c:v>42025</c:v>
                </c:pt>
                <c:pt idx="3667">
                  <c:v>42026</c:v>
                </c:pt>
                <c:pt idx="3668">
                  <c:v>42027</c:v>
                </c:pt>
                <c:pt idx="3669">
                  <c:v>42030</c:v>
                </c:pt>
                <c:pt idx="3670">
                  <c:v>42031</c:v>
                </c:pt>
                <c:pt idx="3671">
                  <c:v>42032</c:v>
                </c:pt>
                <c:pt idx="3672">
                  <c:v>42033</c:v>
                </c:pt>
                <c:pt idx="3673">
                  <c:v>42034</c:v>
                </c:pt>
                <c:pt idx="3674">
                  <c:v>42037</c:v>
                </c:pt>
                <c:pt idx="3675">
                  <c:v>42038</c:v>
                </c:pt>
                <c:pt idx="3676">
                  <c:v>42039</c:v>
                </c:pt>
                <c:pt idx="3677">
                  <c:v>42040</c:v>
                </c:pt>
                <c:pt idx="3678">
                  <c:v>42041</c:v>
                </c:pt>
                <c:pt idx="3679">
                  <c:v>42044</c:v>
                </c:pt>
                <c:pt idx="3680">
                  <c:v>42045</c:v>
                </c:pt>
                <c:pt idx="3681">
                  <c:v>42046</c:v>
                </c:pt>
                <c:pt idx="3682">
                  <c:v>42047</c:v>
                </c:pt>
                <c:pt idx="3683">
                  <c:v>42048</c:v>
                </c:pt>
                <c:pt idx="3684">
                  <c:v>42051</c:v>
                </c:pt>
                <c:pt idx="3685">
                  <c:v>42052</c:v>
                </c:pt>
                <c:pt idx="3686">
                  <c:v>42053</c:v>
                </c:pt>
                <c:pt idx="3687">
                  <c:v>42054</c:v>
                </c:pt>
                <c:pt idx="3688">
                  <c:v>42055</c:v>
                </c:pt>
                <c:pt idx="3689">
                  <c:v>42058</c:v>
                </c:pt>
                <c:pt idx="3690">
                  <c:v>42059</c:v>
                </c:pt>
                <c:pt idx="3691">
                  <c:v>42060</c:v>
                </c:pt>
                <c:pt idx="3692">
                  <c:v>42061</c:v>
                </c:pt>
                <c:pt idx="3693">
                  <c:v>42062</c:v>
                </c:pt>
                <c:pt idx="3694">
                  <c:v>42065</c:v>
                </c:pt>
                <c:pt idx="3695">
                  <c:v>42066</c:v>
                </c:pt>
                <c:pt idx="3696">
                  <c:v>42067</c:v>
                </c:pt>
                <c:pt idx="3697">
                  <c:v>42068</c:v>
                </c:pt>
                <c:pt idx="3698">
                  <c:v>42069</c:v>
                </c:pt>
                <c:pt idx="3699">
                  <c:v>42072</c:v>
                </c:pt>
                <c:pt idx="3700">
                  <c:v>42073</c:v>
                </c:pt>
                <c:pt idx="3701">
                  <c:v>42074</c:v>
                </c:pt>
                <c:pt idx="3702">
                  <c:v>42075</c:v>
                </c:pt>
                <c:pt idx="3703">
                  <c:v>42076</c:v>
                </c:pt>
                <c:pt idx="3704">
                  <c:v>42079</c:v>
                </c:pt>
                <c:pt idx="3705">
                  <c:v>42080</c:v>
                </c:pt>
                <c:pt idx="3706">
                  <c:v>42081</c:v>
                </c:pt>
                <c:pt idx="3707">
                  <c:v>42082</c:v>
                </c:pt>
                <c:pt idx="3708">
                  <c:v>42083</c:v>
                </c:pt>
                <c:pt idx="3709">
                  <c:v>42086</c:v>
                </c:pt>
                <c:pt idx="3710">
                  <c:v>42087</c:v>
                </c:pt>
                <c:pt idx="3711">
                  <c:v>42088</c:v>
                </c:pt>
                <c:pt idx="3712">
                  <c:v>42089</c:v>
                </c:pt>
                <c:pt idx="3713">
                  <c:v>42090</c:v>
                </c:pt>
                <c:pt idx="3714">
                  <c:v>42093</c:v>
                </c:pt>
                <c:pt idx="3715">
                  <c:v>42094</c:v>
                </c:pt>
                <c:pt idx="3716">
                  <c:v>42095</c:v>
                </c:pt>
                <c:pt idx="3717">
                  <c:v>42096</c:v>
                </c:pt>
                <c:pt idx="3718">
                  <c:v>42097</c:v>
                </c:pt>
                <c:pt idx="3719">
                  <c:v>42100</c:v>
                </c:pt>
                <c:pt idx="3720">
                  <c:v>42101</c:v>
                </c:pt>
                <c:pt idx="3721">
                  <c:v>42102</c:v>
                </c:pt>
                <c:pt idx="3722">
                  <c:v>42103</c:v>
                </c:pt>
                <c:pt idx="3723">
                  <c:v>42104</c:v>
                </c:pt>
                <c:pt idx="3724">
                  <c:v>42107</c:v>
                </c:pt>
                <c:pt idx="3725">
                  <c:v>42108</c:v>
                </c:pt>
                <c:pt idx="3726">
                  <c:v>42109</c:v>
                </c:pt>
                <c:pt idx="3727">
                  <c:v>42110</c:v>
                </c:pt>
                <c:pt idx="3728">
                  <c:v>42111</c:v>
                </c:pt>
                <c:pt idx="3729">
                  <c:v>42114</c:v>
                </c:pt>
                <c:pt idx="3730">
                  <c:v>42115</c:v>
                </c:pt>
                <c:pt idx="3731">
                  <c:v>42116</c:v>
                </c:pt>
                <c:pt idx="3732">
                  <c:v>42117</c:v>
                </c:pt>
                <c:pt idx="3733">
                  <c:v>42118</c:v>
                </c:pt>
                <c:pt idx="3734">
                  <c:v>42121</c:v>
                </c:pt>
                <c:pt idx="3735">
                  <c:v>42122</c:v>
                </c:pt>
                <c:pt idx="3736">
                  <c:v>42123</c:v>
                </c:pt>
                <c:pt idx="3737">
                  <c:v>42124</c:v>
                </c:pt>
                <c:pt idx="3738">
                  <c:v>42125</c:v>
                </c:pt>
                <c:pt idx="3739">
                  <c:v>42128</c:v>
                </c:pt>
                <c:pt idx="3740">
                  <c:v>42129</c:v>
                </c:pt>
                <c:pt idx="3741">
                  <c:v>42130</c:v>
                </c:pt>
                <c:pt idx="3742">
                  <c:v>42131</c:v>
                </c:pt>
                <c:pt idx="3743">
                  <c:v>42132</c:v>
                </c:pt>
                <c:pt idx="3744">
                  <c:v>42135</c:v>
                </c:pt>
                <c:pt idx="3745">
                  <c:v>42136</c:v>
                </c:pt>
                <c:pt idx="3746">
                  <c:v>42137</c:v>
                </c:pt>
                <c:pt idx="3747">
                  <c:v>42138</c:v>
                </c:pt>
                <c:pt idx="3748">
                  <c:v>42139</c:v>
                </c:pt>
                <c:pt idx="3749">
                  <c:v>42142</c:v>
                </c:pt>
                <c:pt idx="3750">
                  <c:v>42143</c:v>
                </c:pt>
                <c:pt idx="3751">
                  <c:v>42144</c:v>
                </c:pt>
                <c:pt idx="3752">
                  <c:v>42145</c:v>
                </c:pt>
                <c:pt idx="3753">
                  <c:v>42146</c:v>
                </c:pt>
                <c:pt idx="3754">
                  <c:v>42149</c:v>
                </c:pt>
                <c:pt idx="3755">
                  <c:v>42150</c:v>
                </c:pt>
                <c:pt idx="3756">
                  <c:v>42151</c:v>
                </c:pt>
                <c:pt idx="3757">
                  <c:v>42152</c:v>
                </c:pt>
                <c:pt idx="3758">
                  <c:v>42153</c:v>
                </c:pt>
                <c:pt idx="3759">
                  <c:v>42156</c:v>
                </c:pt>
                <c:pt idx="3760">
                  <c:v>42157</c:v>
                </c:pt>
                <c:pt idx="3761">
                  <c:v>42158</c:v>
                </c:pt>
                <c:pt idx="3762">
                  <c:v>42159</c:v>
                </c:pt>
                <c:pt idx="3763">
                  <c:v>42160</c:v>
                </c:pt>
                <c:pt idx="3764">
                  <c:v>42163</c:v>
                </c:pt>
                <c:pt idx="3765">
                  <c:v>42164</c:v>
                </c:pt>
                <c:pt idx="3766">
                  <c:v>42165</c:v>
                </c:pt>
                <c:pt idx="3767">
                  <c:v>42166</c:v>
                </c:pt>
                <c:pt idx="3768">
                  <c:v>42167</c:v>
                </c:pt>
                <c:pt idx="3769">
                  <c:v>42170</c:v>
                </c:pt>
                <c:pt idx="3770">
                  <c:v>42171</c:v>
                </c:pt>
                <c:pt idx="3771">
                  <c:v>42172</c:v>
                </c:pt>
                <c:pt idx="3772">
                  <c:v>42173</c:v>
                </c:pt>
                <c:pt idx="3773">
                  <c:v>42174</c:v>
                </c:pt>
                <c:pt idx="3774">
                  <c:v>42177</c:v>
                </c:pt>
                <c:pt idx="3775">
                  <c:v>42178</c:v>
                </c:pt>
                <c:pt idx="3776">
                  <c:v>42179</c:v>
                </c:pt>
                <c:pt idx="3777">
                  <c:v>42180</c:v>
                </c:pt>
                <c:pt idx="3778">
                  <c:v>42181</c:v>
                </c:pt>
                <c:pt idx="3779">
                  <c:v>42184</c:v>
                </c:pt>
                <c:pt idx="3780">
                  <c:v>42185</c:v>
                </c:pt>
                <c:pt idx="3781">
                  <c:v>42186</c:v>
                </c:pt>
                <c:pt idx="3782">
                  <c:v>42187</c:v>
                </c:pt>
                <c:pt idx="3783">
                  <c:v>42188</c:v>
                </c:pt>
                <c:pt idx="3784">
                  <c:v>42191</c:v>
                </c:pt>
                <c:pt idx="3785">
                  <c:v>42192</c:v>
                </c:pt>
                <c:pt idx="3786">
                  <c:v>42193</c:v>
                </c:pt>
                <c:pt idx="3787">
                  <c:v>42194</c:v>
                </c:pt>
                <c:pt idx="3788">
                  <c:v>42195</c:v>
                </c:pt>
                <c:pt idx="3789">
                  <c:v>42198</c:v>
                </c:pt>
                <c:pt idx="3790">
                  <c:v>42199</c:v>
                </c:pt>
                <c:pt idx="3791">
                  <c:v>42200</c:v>
                </c:pt>
                <c:pt idx="3792">
                  <c:v>42201</c:v>
                </c:pt>
                <c:pt idx="3793">
                  <c:v>42202</c:v>
                </c:pt>
                <c:pt idx="3794">
                  <c:v>42205</c:v>
                </c:pt>
                <c:pt idx="3795">
                  <c:v>42206</c:v>
                </c:pt>
                <c:pt idx="3796">
                  <c:v>42207</c:v>
                </c:pt>
                <c:pt idx="3797">
                  <c:v>42208</c:v>
                </c:pt>
                <c:pt idx="3798">
                  <c:v>42209</c:v>
                </c:pt>
                <c:pt idx="3799">
                  <c:v>42212</c:v>
                </c:pt>
                <c:pt idx="3800">
                  <c:v>42213</c:v>
                </c:pt>
                <c:pt idx="3801">
                  <c:v>42214</c:v>
                </c:pt>
                <c:pt idx="3802">
                  <c:v>42215</c:v>
                </c:pt>
                <c:pt idx="3803">
                  <c:v>42216</c:v>
                </c:pt>
                <c:pt idx="3804">
                  <c:v>42219</c:v>
                </c:pt>
                <c:pt idx="3805">
                  <c:v>42220</c:v>
                </c:pt>
                <c:pt idx="3806">
                  <c:v>42221</c:v>
                </c:pt>
                <c:pt idx="3807">
                  <c:v>42222</c:v>
                </c:pt>
                <c:pt idx="3808">
                  <c:v>42223</c:v>
                </c:pt>
                <c:pt idx="3809">
                  <c:v>42226</c:v>
                </c:pt>
                <c:pt idx="3810">
                  <c:v>42227</c:v>
                </c:pt>
                <c:pt idx="3811">
                  <c:v>42228</c:v>
                </c:pt>
                <c:pt idx="3812">
                  <c:v>42229</c:v>
                </c:pt>
                <c:pt idx="3813">
                  <c:v>42230</c:v>
                </c:pt>
                <c:pt idx="3814">
                  <c:v>42233</c:v>
                </c:pt>
                <c:pt idx="3815">
                  <c:v>42234</c:v>
                </c:pt>
                <c:pt idx="3816">
                  <c:v>42235</c:v>
                </c:pt>
                <c:pt idx="3817">
                  <c:v>42236</c:v>
                </c:pt>
                <c:pt idx="3818">
                  <c:v>42237</c:v>
                </c:pt>
                <c:pt idx="3819">
                  <c:v>42240</c:v>
                </c:pt>
                <c:pt idx="3820">
                  <c:v>42241</c:v>
                </c:pt>
                <c:pt idx="3821">
                  <c:v>42242</c:v>
                </c:pt>
                <c:pt idx="3822">
                  <c:v>42243</c:v>
                </c:pt>
                <c:pt idx="3823">
                  <c:v>42244</c:v>
                </c:pt>
                <c:pt idx="3824">
                  <c:v>42247</c:v>
                </c:pt>
                <c:pt idx="3825">
                  <c:v>42248</c:v>
                </c:pt>
                <c:pt idx="3826">
                  <c:v>42249</c:v>
                </c:pt>
                <c:pt idx="3827">
                  <c:v>42250</c:v>
                </c:pt>
                <c:pt idx="3828">
                  <c:v>42251</c:v>
                </c:pt>
                <c:pt idx="3829">
                  <c:v>42254</c:v>
                </c:pt>
                <c:pt idx="3830">
                  <c:v>42255</c:v>
                </c:pt>
                <c:pt idx="3831">
                  <c:v>42256</c:v>
                </c:pt>
                <c:pt idx="3832">
                  <c:v>42257</c:v>
                </c:pt>
                <c:pt idx="3833">
                  <c:v>42258</c:v>
                </c:pt>
                <c:pt idx="3834">
                  <c:v>42261</c:v>
                </c:pt>
                <c:pt idx="3835">
                  <c:v>42262</c:v>
                </c:pt>
                <c:pt idx="3836">
                  <c:v>42263</c:v>
                </c:pt>
                <c:pt idx="3837">
                  <c:v>42264</c:v>
                </c:pt>
                <c:pt idx="3838">
                  <c:v>42265</c:v>
                </c:pt>
                <c:pt idx="3839">
                  <c:v>42268</c:v>
                </c:pt>
                <c:pt idx="3840">
                  <c:v>42269</c:v>
                </c:pt>
                <c:pt idx="3841">
                  <c:v>42270</c:v>
                </c:pt>
                <c:pt idx="3842">
                  <c:v>42271</c:v>
                </c:pt>
                <c:pt idx="3843">
                  <c:v>42272</c:v>
                </c:pt>
                <c:pt idx="3844">
                  <c:v>42275</c:v>
                </c:pt>
                <c:pt idx="3845">
                  <c:v>42276</c:v>
                </c:pt>
                <c:pt idx="3846">
                  <c:v>42277</c:v>
                </c:pt>
                <c:pt idx="3847">
                  <c:v>42278</c:v>
                </c:pt>
                <c:pt idx="3848">
                  <c:v>42279</c:v>
                </c:pt>
                <c:pt idx="3849">
                  <c:v>42282</c:v>
                </c:pt>
                <c:pt idx="3850">
                  <c:v>42283</c:v>
                </c:pt>
                <c:pt idx="3851">
                  <c:v>42284</c:v>
                </c:pt>
                <c:pt idx="3852">
                  <c:v>42285</c:v>
                </c:pt>
                <c:pt idx="3853">
                  <c:v>42286</c:v>
                </c:pt>
                <c:pt idx="3854">
                  <c:v>42289</c:v>
                </c:pt>
                <c:pt idx="3855">
                  <c:v>42290</c:v>
                </c:pt>
                <c:pt idx="3856">
                  <c:v>42291</c:v>
                </c:pt>
                <c:pt idx="3857">
                  <c:v>42292</c:v>
                </c:pt>
                <c:pt idx="3858">
                  <c:v>42293</c:v>
                </c:pt>
                <c:pt idx="3859">
                  <c:v>42296</c:v>
                </c:pt>
                <c:pt idx="3860">
                  <c:v>42297</c:v>
                </c:pt>
                <c:pt idx="3861">
                  <c:v>42298</c:v>
                </c:pt>
                <c:pt idx="3862">
                  <c:v>42299</c:v>
                </c:pt>
                <c:pt idx="3863">
                  <c:v>42300</c:v>
                </c:pt>
                <c:pt idx="3864">
                  <c:v>42303</c:v>
                </c:pt>
                <c:pt idx="3865">
                  <c:v>42304</c:v>
                </c:pt>
                <c:pt idx="3866">
                  <c:v>42305</c:v>
                </c:pt>
                <c:pt idx="3867">
                  <c:v>42306</c:v>
                </c:pt>
                <c:pt idx="3868">
                  <c:v>42307</c:v>
                </c:pt>
                <c:pt idx="3869">
                  <c:v>42310</c:v>
                </c:pt>
                <c:pt idx="3870">
                  <c:v>42311</c:v>
                </c:pt>
                <c:pt idx="3871">
                  <c:v>42312</c:v>
                </c:pt>
                <c:pt idx="3872">
                  <c:v>42313</c:v>
                </c:pt>
                <c:pt idx="3873">
                  <c:v>42314</c:v>
                </c:pt>
                <c:pt idx="3874">
                  <c:v>42317</c:v>
                </c:pt>
                <c:pt idx="3875">
                  <c:v>42318</c:v>
                </c:pt>
                <c:pt idx="3876">
                  <c:v>42319</c:v>
                </c:pt>
                <c:pt idx="3877">
                  <c:v>42320</c:v>
                </c:pt>
                <c:pt idx="3878">
                  <c:v>42321</c:v>
                </c:pt>
                <c:pt idx="3879">
                  <c:v>42324</c:v>
                </c:pt>
                <c:pt idx="3880">
                  <c:v>42325</c:v>
                </c:pt>
                <c:pt idx="3881">
                  <c:v>42326</c:v>
                </c:pt>
                <c:pt idx="3882">
                  <c:v>42327</c:v>
                </c:pt>
                <c:pt idx="3883">
                  <c:v>42328</c:v>
                </c:pt>
                <c:pt idx="3884">
                  <c:v>42331</c:v>
                </c:pt>
                <c:pt idx="3885">
                  <c:v>42332</c:v>
                </c:pt>
                <c:pt idx="3886">
                  <c:v>42333</c:v>
                </c:pt>
                <c:pt idx="3887">
                  <c:v>42334</c:v>
                </c:pt>
                <c:pt idx="3888">
                  <c:v>42335</c:v>
                </c:pt>
                <c:pt idx="3889">
                  <c:v>42338</c:v>
                </c:pt>
                <c:pt idx="3890">
                  <c:v>42339</c:v>
                </c:pt>
                <c:pt idx="3891">
                  <c:v>42340</c:v>
                </c:pt>
                <c:pt idx="3892">
                  <c:v>42341</c:v>
                </c:pt>
                <c:pt idx="3893">
                  <c:v>42342</c:v>
                </c:pt>
                <c:pt idx="3894">
                  <c:v>42345</c:v>
                </c:pt>
                <c:pt idx="3895">
                  <c:v>42346</c:v>
                </c:pt>
                <c:pt idx="3896">
                  <c:v>42347</c:v>
                </c:pt>
                <c:pt idx="3897">
                  <c:v>42348</c:v>
                </c:pt>
                <c:pt idx="3898">
                  <c:v>42349</c:v>
                </c:pt>
                <c:pt idx="3899">
                  <c:v>42352</c:v>
                </c:pt>
                <c:pt idx="3900">
                  <c:v>42353</c:v>
                </c:pt>
                <c:pt idx="3901">
                  <c:v>42354</c:v>
                </c:pt>
                <c:pt idx="3902">
                  <c:v>42355</c:v>
                </c:pt>
                <c:pt idx="3903">
                  <c:v>42356</c:v>
                </c:pt>
                <c:pt idx="3904">
                  <c:v>42359</c:v>
                </c:pt>
                <c:pt idx="3905">
                  <c:v>42360</c:v>
                </c:pt>
                <c:pt idx="3906">
                  <c:v>42361</c:v>
                </c:pt>
                <c:pt idx="3907">
                  <c:v>42362</c:v>
                </c:pt>
                <c:pt idx="3908">
                  <c:v>42363</c:v>
                </c:pt>
                <c:pt idx="3909">
                  <c:v>42366</c:v>
                </c:pt>
                <c:pt idx="3910">
                  <c:v>42367</c:v>
                </c:pt>
                <c:pt idx="3911">
                  <c:v>42368</c:v>
                </c:pt>
                <c:pt idx="3912">
                  <c:v>42369</c:v>
                </c:pt>
                <c:pt idx="3913">
                  <c:v>42370</c:v>
                </c:pt>
                <c:pt idx="3914">
                  <c:v>42373</c:v>
                </c:pt>
                <c:pt idx="3915">
                  <c:v>42374</c:v>
                </c:pt>
                <c:pt idx="3916">
                  <c:v>42375</c:v>
                </c:pt>
                <c:pt idx="3917">
                  <c:v>42376</c:v>
                </c:pt>
                <c:pt idx="3918">
                  <c:v>42377</c:v>
                </c:pt>
                <c:pt idx="3919">
                  <c:v>42380</c:v>
                </c:pt>
                <c:pt idx="3920">
                  <c:v>42381</c:v>
                </c:pt>
                <c:pt idx="3921">
                  <c:v>42382</c:v>
                </c:pt>
                <c:pt idx="3922">
                  <c:v>42383</c:v>
                </c:pt>
                <c:pt idx="3923">
                  <c:v>42384</c:v>
                </c:pt>
                <c:pt idx="3924">
                  <c:v>42387</c:v>
                </c:pt>
                <c:pt idx="3925">
                  <c:v>42388</c:v>
                </c:pt>
                <c:pt idx="3926">
                  <c:v>42389</c:v>
                </c:pt>
                <c:pt idx="3927">
                  <c:v>42390</c:v>
                </c:pt>
                <c:pt idx="3928">
                  <c:v>42391</c:v>
                </c:pt>
                <c:pt idx="3929">
                  <c:v>42394</c:v>
                </c:pt>
                <c:pt idx="3930">
                  <c:v>42395</c:v>
                </c:pt>
                <c:pt idx="3931">
                  <c:v>42396</c:v>
                </c:pt>
                <c:pt idx="3932">
                  <c:v>42397</c:v>
                </c:pt>
                <c:pt idx="3933">
                  <c:v>42398</c:v>
                </c:pt>
                <c:pt idx="3934">
                  <c:v>42401</c:v>
                </c:pt>
                <c:pt idx="3935">
                  <c:v>42402</c:v>
                </c:pt>
                <c:pt idx="3936">
                  <c:v>42403</c:v>
                </c:pt>
                <c:pt idx="3937">
                  <c:v>42404</c:v>
                </c:pt>
                <c:pt idx="3938">
                  <c:v>42405</c:v>
                </c:pt>
                <c:pt idx="3939">
                  <c:v>42408</c:v>
                </c:pt>
                <c:pt idx="3940">
                  <c:v>42409</c:v>
                </c:pt>
                <c:pt idx="3941">
                  <c:v>42410</c:v>
                </c:pt>
                <c:pt idx="3942">
                  <c:v>42411</c:v>
                </c:pt>
                <c:pt idx="3943">
                  <c:v>42412</c:v>
                </c:pt>
                <c:pt idx="3944">
                  <c:v>42415</c:v>
                </c:pt>
                <c:pt idx="3945">
                  <c:v>42416</c:v>
                </c:pt>
                <c:pt idx="3946">
                  <c:v>42417</c:v>
                </c:pt>
                <c:pt idx="3947">
                  <c:v>42418</c:v>
                </c:pt>
                <c:pt idx="3948">
                  <c:v>42419</c:v>
                </c:pt>
                <c:pt idx="3949">
                  <c:v>42422</c:v>
                </c:pt>
                <c:pt idx="3950">
                  <c:v>42423</c:v>
                </c:pt>
                <c:pt idx="3951">
                  <c:v>42424</c:v>
                </c:pt>
                <c:pt idx="3952">
                  <c:v>42425</c:v>
                </c:pt>
                <c:pt idx="3953">
                  <c:v>42426</c:v>
                </c:pt>
                <c:pt idx="3954">
                  <c:v>42429</c:v>
                </c:pt>
                <c:pt idx="3955">
                  <c:v>42430</c:v>
                </c:pt>
                <c:pt idx="3956">
                  <c:v>42431</c:v>
                </c:pt>
                <c:pt idx="3957">
                  <c:v>42432</c:v>
                </c:pt>
                <c:pt idx="3958">
                  <c:v>42433</c:v>
                </c:pt>
                <c:pt idx="3959">
                  <c:v>42436</c:v>
                </c:pt>
                <c:pt idx="3960">
                  <c:v>42437</c:v>
                </c:pt>
                <c:pt idx="3961">
                  <c:v>42438</c:v>
                </c:pt>
                <c:pt idx="3962">
                  <c:v>42439</c:v>
                </c:pt>
                <c:pt idx="3963">
                  <c:v>42440</c:v>
                </c:pt>
                <c:pt idx="3964">
                  <c:v>42443</c:v>
                </c:pt>
                <c:pt idx="3965">
                  <c:v>42444</c:v>
                </c:pt>
                <c:pt idx="3966">
                  <c:v>42445</c:v>
                </c:pt>
                <c:pt idx="3967">
                  <c:v>42446</c:v>
                </c:pt>
                <c:pt idx="3968">
                  <c:v>42447</c:v>
                </c:pt>
                <c:pt idx="3969">
                  <c:v>42450</c:v>
                </c:pt>
                <c:pt idx="3970">
                  <c:v>42451</c:v>
                </c:pt>
                <c:pt idx="3971">
                  <c:v>42452</c:v>
                </c:pt>
                <c:pt idx="3972">
                  <c:v>42453</c:v>
                </c:pt>
                <c:pt idx="3973">
                  <c:v>42454</c:v>
                </c:pt>
                <c:pt idx="3974">
                  <c:v>42457</c:v>
                </c:pt>
                <c:pt idx="3975">
                  <c:v>42458</c:v>
                </c:pt>
                <c:pt idx="3976">
                  <c:v>42459</c:v>
                </c:pt>
                <c:pt idx="3977">
                  <c:v>42460</c:v>
                </c:pt>
                <c:pt idx="3978">
                  <c:v>42461</c:v>
                </c:pt>
                <c:pt idx="3979">
                  <c:v>42464</c:v>
                </c:pt>
                <c:pt idx="3980">
                  <c:v>42465</c:v>
                </c:pt>
                <c:pt idx="3981">
                  <c:v>42466</c:v>
                </c:pt>
                <c:pt idx="3982">
                  <c:v>42467</c:v>
                </c:pt>
                <c:pt idx="3983">
                  <c:v>42468</c:v>
                </c:pt>
                <c:pt idx="3984">
                  <c:v>42471</c:v>
                </c:pt>
                <c:pt idx="3985">
                  <c:v>42472</c:v>
                </c:pt>
                <c:pt idx="3986">
                  <c:v>42473</c:v>
                </c:pt>
                <c:pt idx="3987">
                  <c:v>42474</c:v>
                </c:pt>
                <c:pt idx="3988">
                  <c:v>42475</c:v>
                </c:pt>
                <c:pt idx="3989">
                  <c:v>42478</c:v>
                </c:pt>
                <c:pt idx="3990">
                  <c:v>42479</c:v>
                </c:pt>
                <c:pt idx="3991">
                  <c:v>42480</c:v>
                </c:pt>
                <c:pt idx="3992">
                  <c:v>42481</c:v>
                </c:pt>
                <c:pt idx="3993">
                  <c:v>42482</c:v>
                </c:pt>
                <c:pt idx="3994">
                  <c:v>42485</c:v>
                </c:pt>
                <c:pt idx="3995">
                  <c:v>42486</c:v>
                </c:pt>
                <c:pt idx="3996">
                  <c:v>42487</c:v>
                </c:pt>
                <c:pt idx="3997">
                  <c:v>42488</c:v>
                </c:pt>
                <c:pt idx="3998">
                  <c:v>42489</c:v>
                </c:pt>
                <c:pt idx="3999">
                  <c:v>42492</c:v>
                </c:pt>
                <c:pt idx="4000">
                  <c:v>42493</c:v>
                </c:pt>
                <c:pt idx="4001">
                  <c:v>42494</c:v>
                </c:pt>
                <c:pt idx="4002">
                  <c:v>42495</c:v>
                </c:pt>
                <c:pt idx="4003">
                  <c:v>42496</c:v>
                </c:pt>
                <c:pt idx="4004">
                  <c:v>42499</c:v>
                </c:pt>
                <c:pt idx="4005">
                  <c:v>42500</c:v>
                </c:pt>
                <c:pt idx="4006">
                  <c:v>42501</c:v>
                </c:pt>
                <c:pt idx="4007">
                  <c:v>42502</c:v>
                </c:pt>
                <c:pt idx="4008">
                  <c:v>42503</c:v>
                </c:pt>
                <c:pt idx="4009">
                  <c:v>42506</c:v>
                </c:pt>
                <c:pt idx="4010">
                  <c:v>42507</c:v>
                </c:pt>
                <c:pt idx="4011">
                  <c:v>42508</c:v>
                </c:pt>
                <c:pt idx="4012">
                  <c:v>42509</c:v>
                </c:pt>
                <c:pt idx="4013">
                  <c:v>42510</c:v>
                </c:pt>
                <c:pt idx="4014">
                  <c:v>42513</c:v>
                </c:pt>
                <c:pt idx="4015">
                  <c:v>42514</c:v>
                </c:pt>
                <c:pt idx="4016">
                  <c:v>42515</c:v>
                </c:pt>
                <c:pt idx="4017">
                  <c:v>42516</c:v>
                </c:pt>
                <c:pt idx="4018">
                  <c:v>42517</c:v>
                </c:pt>
                <c:pt idx="4019">
                  <c:v>42520</c:v>
                </c:pt>
                <c:pt idx="4020">
                  <c:v>42521</c:v>
                </c:pt>
                <c:pt idx="4021">
                  <c:v>42522</c:v>
                </c:pt>
                <c:pt idx="4022">
                  <c:v>42523</c:v>
                </c:pt>
                <c:pt idx="4023">
                  <c:v>42524</c:v>
                </c:pt>
                <c:pt idx="4024">
                  <c:v>42527</c:v>
                </c:pt>
                <c:pt idx="4025">
                  <c:v>42528</c:v>
                </c:pt>
                <c:pt idx="4026">
                  <c:v>42529</c:v>
                </c:pt>
                <c:pt idx="4027">
                  <c:v>42530</c:v>
                </c:pt>
                <c:pt idx="4028">
                  <c:v>42531</c:v>
                </c:pt>
                <c:pt idx="4029">
                  <c:v>42534</c:v>
                </c:pt>
                <c:pt idx="4030">
                  <c:v>42535</c:v>
                </c:pt>
                <c:pt idx="4031">
                  <c:v>42536</c:v>
                </c:pt>
                <c:pt idx="4032">
                  <c:v>42537</c:v>
                </c:pt>
                <c:pt idx="4033">
                  <c:v>42538</c:v>
                </c:pt>
                <c:pt idx="4034">
                  <c:v>42541</c:v>
                </c:pt>
                <c:pt idx="4035">
                  <c:v>42542</c:v>
                </c:pt>
                <c:pt idx="4036">
                  <c:v>42543</c:v>
                </c:pt>
                <c:pt idx="4037">
                  <c:v>42544</c:v>
                </c:pt>
                <c:pt idx="4038">
                  <c:v>42545</c:v>
                </c:pt>
                <c:pt idx="4039">
                  <c:v>42548</c:v>
                </c:pt>
                <c:pt idx="4040">
                  <c:v>42549</c:v>
                </c:pt>
                <c:pt idx="4041">
                  <c:v>42550</c:v>
                </c:pt>
                <c:pt idx="4042">
                  <c:v>42551</c:v>
                </c:pt>
                <c:pt idx="4043">
                  <c:v>42552</c:v>
                </c:pt>
                <c:pt idx="4044">
                  <c:v>42555</c:v>
                </c:pt>
                <c:pt idx="4045">
                  <c:v>42556</c:v>
                </c:pt>
                <c:pt idx="4046">
                  <c:v>42557</c:v>
                </c:pt>
                <c:pt idx="4047">
                  <c:v>42558</c:v>
                </c:pt>
                <c:pt idx="4048">
                  <c:v>42559</c:v>
                </c:pt>
                <c:pt idx="4049">
                  <c:v>42562</c:v>
                </c:pt>
                <c:pt idx="4050">
                  <c:v>42563</c:v>
                </c:pt>
                <c:pt idx="4051">
                  <c:v>42564</c:v>
                </c:pt>
                <c:pt idx="4052">
                  <c:v>42565</c:v>
                </c:pt>
                <c:pt idx="4053">
                  <c:v>42566</c:v>
                </c:pt>
                <c:pt idx="4054">
                  <c:v>42569</c:v>
                </c:pt>
                <c:pt idx="4055">
                  <c:v>42570</c:v>
                </c:pt>
                <c:pt idx="4056">
                  <c:v>42571</c:v>
                </c:pt>
                <c:pt idx="4057">
                  <c:v>42572</c:v>
                </c:pt>
                <c:pt idx="4058">
                  <c:v>42573</c:v>
                </c:pt>
                <c:pt idx="4059">
                  <c:v>42576</c:v>
                </c:pt>
                <c:pt idx="4060">
                  <c:v>42577</c:v>
                </c:pt>
                <c:pt idx="4061">
                  <c:v>42578</c:v>
                </c:pt>
                <c:pt idx="4062">
                  <c:v>42579</c:v>
                </c:pt>
                <c:pt idx="4063">
                  <c:v>42580</c:v>
                </c:pt>
                <c:pt idx="4064">
                  <c:v>42583</c:v>
                </c:pt>
                <c:pt idx="4065">
                  <c:v>42584</c:v>
                </c:pt>
                <c:pt idx="4066">
                  <c:v>42585</c:v>
                </c:pt>
                <c:pt idx="4067">
                  <c:v>42586</c:v>
                </c:pt>
                <c:pt idx="4068">
                  <c:v>42587</c:v>
                </c:pt>
                <c:pt idx="4069">
                  <c:v>42590</c:v>
                </c:pt>
                <c:pt idx="4070">
                  <c:v>42591</c:v>
                </c:pt>
                <c:pt idx="4071">
                  <c:v>42592</c:v>
                </c:pt>
                <c:pt idx="4072">
                  <c:v>42593</c:v>
                </c:pt>
                <c:pt idx="4073">
                  <c:v>42594</c:v>
                </c:pt>
                <c:pt idx="4074">
                  <c:v>42597</c:v>
                </c:pt>
                <c:pt idx="4075">
                  <c:v>42598</c:v>
                </c:pt>
                <c:pt idx="4076">
                  <c:v>42599</c:v>
                </c:pt>
                <c:pt idx="4077">
                  <c:v>42600</c:v>
                </c:pt>
                <c:pt idx="4078">
                  <c:v>42601</c:v>
                </c:pt>
                <c:pt idx="4079">
                  <c:v>42604</c:v>
                </c:pt>
                <c:pt idx="4080">
                  <c:v>42605</c:v>
                </c:pt>
                <c:pt idx="4081">
                  <c:v>42606</c:v>
                </c:pt>
                <c:pt idx="4082">
                  <c:v>42607</c:v>
                </c:pt>
                <c:pt idx="4083">
                  <c:v>42608</c:v>
                </c:pt>
                <c:pt idx="4084">
                  <c:v>42611</c:v>
                </c:pt>
                <c:pt idx="4085">
                  <c:v>42612</c:v>
                </c:pt>
                <c:pt idx="4086">
                  <c:v>42613</c:v>
                </c:pt>
                <c:pt idx="4087">
                  <c:v>42614</c:v>
                </c:pt>
                <c:pt idx="4088">
                  <c:v>42615</c:v>
                </c:pt>
                <c:pt idx="4089">
                  <c:v>42618</c:v>
                </c:pt>
                <c:pt idx="4090">
                  <c:v>42619</c:v>
                </c:pt>
                <c:pt idx="4091">
                  <c:v>42620</c:v>
                </c:pt>
                <c:pt idx="4092">
                  <c:v>42621</c:v>
                </c:pt>
                <c:pt idx="4093">
                  <c:v>42622</c:v>
                </c:pt>
                <c:pt idx="4094">
                  <c:v>42625</c:v>
                </c:pt>
                <c:pt idx="4095">
                  <c:v>42626</c:v>
                </c:pt>
                <c:pt idx="4096">
                  <c:v>42627</c:v>
                </c:pt>
                <c:pt idx="4097">
                  <c:v>42628</c:v>
                </c:pt>
                <c:pt idx="4098">
                  <c:v>42629</c:v>
                </c:pt>
                <c:pt idx="4099">
                  <c:v>42632</c:v>
                </c:pt>
                <c:pt idx="4100">
                  <c:v>42633</c:v>
                </c:pt>
                <c:pt idx="4101">
                  <c:v>42634</c:v>
                </c:pt>
                <c:pt idx="4102">
                  <c:v>42635</c:v>
                </c:pt>
                <c:pt idx="4103">
                  <c:v>42636</c:v>
                </c:pt>
                <c:pt idx="4104">
                  <c:v>42639</c:v>
                </c:pt>
                <c:pt idx="4105">
                  <c:v>42640</c:v>
                </c:pt>
                <c:pt idx="4106">
                  <c:v>42641</c:v>
                </c:pt>
                <c:pt idx="4107">
                  <c:v>42642</c:v>
                </c:pt>
                <c:pt idx="4108">
                  <c:v>42643</c:v>
                </c:pt>
                <c:pt idx="4109">
                  <c:v>42646</c:v>
                </c:pt>
                <c:pt idx="4110">
                  <c:v>42647</c:v>
                </c:pt>
                <c:pt idx="4111">
                  <c:v>42648</c:v>
                </c:pt>
                <c:pt idx="4112">
                  <c:v>42649</c:v>
                </c:pt>
                <c:pt idx="4113">
                  <c:v>42650</c:v>
                </c:pt>
                <c:pt idx="4114">
                  <c:v>42653</c:v>
                </c:pt>
                <c:pt idx="4115">
                  <c:v>42654</c:v>
                </c:pt>
                <c:pt idx="4116">
                  <c:v>42655</c:v>
                </c:pt>
                <c:pt idx="4117">
                  <c:v>42656</c:v>
                </c:pt>
                <c:pt idx="4118">
                  <c:v>42657</c:v>
                </c:pt>
                <c:pt idx="4119">
                  <c:v>42660</c:v>
                </c:pt>
                <c:pt idx="4120">
                  <c:v>42661</c:v>
                </c:pt>
                <c:pt idx="4121">
                  <c:v>42662</c:v>
                </c:pt>
                <c:pt idx="4122">
                  <c:v>42663</c:v>
                </c:pt>
                <c:pt idx="4123">
                  <c:v>42664</c:v>
                </c:pt>
                <c:pt idx="4124">
                  <c:v>42667</c:v>
                </c:pt>
                <c:pt idx="4125">
                  <c:v>42668</c:v>
                </c:pt>
                <c:pt idx="4126">
                  <c:v>42669</c:v>
                </c:pt>
                <c:pt idx="4127">
                  <c:v>42670</c:v>
                </c:pt>
                <c:pt idx="4128">
                  <c:v>42671</c:v>
                </c:pt>
                <c:pt idx="4129">
                  <c:v>42674</c:v>
                </c:pt>
                <c:pt idx="4130">
                  <c:v>42675</c:v>
                </c:pt>
                <c:pt idx="4131">
                  <c:v>42676</c:v>
                </c:pt>
                <c:pt idx="4132">
                  <c:v>42677</c:v>
                </c:pt>
                <c:pt idx="4133">
                  <c:v>42678</c:v>
                </c:pt>
                <c:pt idx="4134">
                  <c:v>42681</c:v>
                </c:pt>
                <c:pt idx="4135">
                  <c:v>42682</c:v>
                </c:pt>
                <c:pt idx="4136">
                  <c:v>42683</c:v>
                </c:pt>
                <c:pt idx="4137">
                  <c:v>42684</c:v>
                </c:pt>
                <c:pt idx="4138">
                  <c:v>42685</c:v>
                </c:pt>
                <c:pt idx="4139">
                  <c:v>42688</c:v>
                </c:pt>
                <c:pt idx="4140">
                  <c:v>42689</c:v>
                </c:pt>
                <c:pt idx="4141">
                  <c:v>42690</c:v>
                </c:pt>
                <c:pt idx="4142">
                  <c:v>42691</c:v>
                </c:pt>
                <c:pt idx="4143">
                  <c:v>42692</c:v>
                </c:pt>
                <c:pt idx="4144">
                  <c:v>42695</c:v>
                </c:pt>
                <c:pt idx="4145">
                  <c:v>42696</c:v>
                </c:pt>
                <c:pt idx="4146">
                  <c:v>42697</c:v>
                </c:pt>
                <c:pt idx="4147">
                  <c:v>42698</c:v>
                </c:pt>
                <c:pt idx="4148">
                  <c:v>42699</c:v>
                </c:pt>
                <c:pt idx="4149">
                  <c:v>42702</c:v>
                </c:pt>
                <c:pt idx="4150">
                  <c:v>42703</c:v>
                </c:pt>
                <c:pt idx="4151">
                  <c:v>42704</c:v>
                </c:pt>
                <c:pt idx="4152">
                  <c:v>42705</c:v>
                </c:pt>
                <c:pt idx="4153">
                  <c:v>42706</c:v>
                </c:pt>
                <c:pt idx="4154">
                  <c:v>42709</c:v>
                </c:pt>
                <c:pt idx="4155">
                  <c:v>42710</c:v>
                </c:pt>
                <c:pt idx="4156">
                  <c:v>42711</c:v>
                </c:pt>
                <c:pt idx="4157">
                  <c:v>42712</c:v>
                </c:pt>
                <c:pt idx="4158">
                  <c:v>42713</c:v>
                </c:pt>
                <c:pt idx="4159">
                  <c:v>42716</c:v>
                </c:pt>
                <c:pt idx="4160">
                  <c:v>42717</c:v>
                </c:pt>
                <c:pt idx="4161">
                  <c:v>42718</c:v>
                </c:pt>
                <c:pt idx="4162">
                  <c:v>42719</c:v>
                </c:pt>
                <c:pt idx="4163">
                  <c:v>42720</c:v>
                </c:pt>
                <c:pt idx="4164">
                  <c:v>42723</c:v>
                </c:pt>
                <c:pt idx="4165">
                  <c:v>42724</c:v>
                </c:pt>
                <c:pt idx="4166">
                  <c:v>42725</c:v>
                </c:pt>
                <c:pt idx="4167">
                  <c:v>42726</c:v>
                </c:pt>
                <c:pt idx="4168">
                  <c:v>42727</c:v>
                </c:pt>
                <c:pt idx="4169">
                  <c:v>42730</c:v>
                </c:pt>
                <c:pt idx="4170">
                  <c:v>42731</c:v>
                </c:pt>
                <c:pt idx="4171">
                  <c:v>42732</c:v>
                </c:pt>
                <c:pt idx="4172">
                  <c:v>42733</c:v>
                </c:pt>
                <c:pt idx="4173">
                  <c:v>42734</c:v>
                </c:pt>
                <c:pt idx="4174">
                  <c:v>42737</c:v>
                </c:pt>
                <c:pt idx="4175">
                  <c:v>42738</c:v>
                </c:pt>
                <c:pt idx="4176">
                  <c:v>42739</c:v>
                </c:pt>
                <c:pt idx="4177">
                  <c:v>42740</c:v>
                </c:pt>
                <c:pt idx="4178">
                  <c:v>42741</c:v>
                </c:pt>
                <c:pt idx="4179">
                  <c:v>42744</c:v>
                </c:pt>
                <c:pt idx="4180">
                  <c:v>42745</c:v>
                </c:pt>
                <c:pt idx="4181">
                  <c:v>42746</c:v>
                </c:pt>
                <c:pt idx="4182">
                  <c:v>42747</c:v>
                </c:pt>
                <c:pt idx="4183">
                  <c:v>42748</c:v>
                </c:pt>
                <c:pt idx="4184">
                  <c:v>42751</c:v>
                </c:pt>
                <c:pt idx="4185">
                  <c:v>42752</c:v>
                </c:pt>
                <c:pt idx="4186">
                  <c:v>42753</c:v>
                </c:pt>
                <c:pt idx="4187">
                  <c:v>42754</c:v>
                </c:pt>
                <c:pt idx="4188">
                  <c:v>42755</c:v>
                </c:pt>
                <c:pt idx="4189">
                  <c:v>42758</c:v>
                </c:pt>
                <c:pt idx="4190">
                  <c:v>42759</c:v>
                </c:pt>
                <c:pt idx="4191">
                  <c:v>42760</c:v>
                </c:pt>
                <c:pt idx="4192">
                  <c:v>42761</c:v>
                </c:pt>
                <c:pt idx="4193">
                  <c:v>42762</c:v>
                </c:pt>
                <c:pt idx="4194">
                  <c:v>42765</c:v>
                </c:pt>
                <c:pt idx="4195">
                  <c:v>42766</c:v>
                </c:pt>
                <c:pt idx="4196">
                  <c:v>42767</c:v>
                </c:pt>
                <c:pt idx="4197">
                  <c:v>42768</c:v>
                </c:pt>
                <c:pt idx="4198">
                  <c:v>42769</c:v>
                </c:pt>
                <c:pt idx="4199">
                  <c:v>42772</c:v>
                </c:pt>
                <c:pt idx="4200">
                  <c:v>42773</c:v>
                </c:pt>
                <c:pt idx="4201">
                  <c:v>42774</c:v>
                </c:pt>
                <c:pt idx="4202">
                  <c:v>42775</c:v>
                </c:pt>
                <c:pt idx="4203">
                  <c:v>42776</c:v>
                </c:pt>
                <c:pt idx="4204">
                  <c:v>42779</c:v>
                </c:pt>
                <c:pt idx="4205">
                  <c:v>42780</c:v>
                </c:pt>
                <c:pt idx="4206">
                  <c:v>42781</c:v>
                </c:pt>
                <c:pt idx="4207">
                  <c:v>42782</c:v>
                </c:pt>
                <c:pt idx="4208">
                  <c:v>42783</c:v>
                </c:pt>
                <c:pt idx="4209">
                  <c:v>42786</c:v>
                </c:pt>
                <c:pt idx="4210">
                  <c:v>42787</c:v>
                </c:pt>
                <c:pt idx="4211">
                  <c:v>42788</c:v>
                </c:pt>
                <c:pt idx="4212">
                  <c:v>42789</c:v>
                </c:pt>
                <c:pt idx="4213">
                  <c:v>42790</c:v>
                </c:pt>
                <c:pt idx="4214">
                  <c:v>42793</c:v>
                </c:pt>
                <c:pt idx="4215">
                  <c:v>42794</c:v>
                </c:pt>
                <c:pt idx="4216">
                  <c:v>42795</c:v>
                </c:pt>
                <c:pt idx="4217">
                  <c:v>42796</c:v>
                </c:pt>
                <c:pt idx="4218">
                  <c:v>42797</c:v>
                </c:pt>
                <c:pt idx="4219">
                  <c:v>42800</c:v>
                </c:pt>
                <c:pt idx="4220">
                  <c:v>42801</c:v>
                </c:pt>
                <c:pt idx="4221">
                  <c:v>42802</c:v>
                </c:pt>
                <c:pt idx="4222">
                  <c:v>42803</c:v>
                </c:pt>
                <c:pt idx="4223">
                  <c:v>42804</c:v>
                </c:pt>
                <c:pt idx="4224">
                  <c:v>42807</c:v>
                </c:pt>
                <c:pt idx="4225">
                  <c:v>42808</c:v>
                </c:pt>
                <c:pt idx="4226">
                  <c:v>42809</c:v>
                </c:pt>
                <c:pt idx="4227">
                  <c:v>42810</c:v>
                </c:pt>
                <c:pt idx="4228">
                  <c:v>42811</c:v>
                </c:pt>
                <c:pt idx="4229">
                  <c:v>42814</c:v>
                </c:pt>
                <c:pt idx="4230">
                  <c:v>42815</c:v>
                </c:pt>
                <c:pt idx="4231">
                  <c:v>42816</c:v>
                </c:pt>
                <c:pt idx="4232">
                  <c:v>42817</c:v>
                </c:pt>
                <c:pt idx="4233">
                  <c:v>42818</c:v>
                </c:pt>
                <c:pt idx="4234">
                  <c:v>42821</c:v>
                </c:pt>
                <c:pt idx="4235">
                  <c:v>42822</c:v>
                </c:pt>
                <c:pt idx="4236">
                  <c:v>42823</c:v>
                </c:pt>
                <c:pt idx="4237">
                  <c:v>42824</c:v>
                </c:pt>
                <c:pt idx="4238">
                  <c:v>42825</c:v>
                </c:pt>
                <c:pt idx="4239">
                  <c:v>42828</c:v>
                </c:pt>
                <c:pt idx="4240">
                  <c:v>42829</c:v>
                </c:pt>
                <c:pt idx="4241">
                  <c:v>42830</c:v>
                </c:pt>
                <c:pt idx="4242">
                  <c:v>42831</c:v>
                </c:pt>
                <c:pt idx="4243">
                  <c:v>42832</c:v>
                </c:pt>
                <c:pt idx="4244">
                  <c:v>42835</c:v>
                </c:pt>
                <c:pt idx="4245">
                  <c:v>42836</c:v>
                </c:pt>
                <c:pt idx="4246">
                  <c:v>42837</c:v>
                </c:pt>
                <c:pt idx="4247">
                  <c:v>42838</c:v>
                </c:pt>
                <c:pt idx="4248">
                  <c:v>42839</c:v>
                </c:pt>
                <c:pt idx="4249">
                  <c:v>42842</c:v>
                </c:pt>
                <c:pt idx="4250">
                  <c:v>42843</c:v>
                </c:pt>
                <c:pt idx="4251">
                  <c:v>42844</c:v>
                </c:pt>
                <c:pt idx="4252">
                  <c:v>42845</c:v>
                </c:pt>
                <c:pt idx="4253">
                  <c:v>42846</c:v>
                </c:pt>
                <c:pt idx="4254">
                  <c:v>42849</c:v>
                </c:pt>
                <c:pt idx="4255">
                  <c:v>42850</c:v>
                </c:pt>
                <c:pt idx="4256">
                  <c:v>42851</c:v>
                </c:pt>
                <c:pt idx="4257">
                  <c:v>42852</c:v>
                </c:pt>
                <c:pt idx="4258">
                  <c:v>42853</c:v>
                </c:pt>
                <c:pt idx="4259">
                  <c:v>42856</c:v>
                </c:pt>
                <c:pt idx="4260">
                  <c:v>42857</c:v>
                </c:pt>
                <c:pt idx="4261">
                  <c:v>42858</c:v>
                </c:pt>
                <c:pt idx="4262">
                  <c:v>42859</c:v>
                </c:pt>
                <c:pt idx="4263">
                  <c:v>42860</c:v>
                </c:pt>
                <c:pt idx="4264">
                  <c:v>42863</c:v>
                </c:pt>
                <c:pt idx="4265">
                  <c:v>42864</c:v>
                </c:pt>
                <c:pt idx="4266">
                  <c:v>42865</c:v>
                </c:pt>
                <c:pt idx="4267">
                  <c:v>42866</c:v>
                </c:pt>
                <c:pt idx="4268">
                  <c:v>42867</c:v>
                </c:pt>
                <c:pt idx="4269">
                  <c:v>42870</c:v>
                </c:pt>
                <c:pt idx="4270">
                  <c:v>42871</c:v>
                </c:pt>
                <c:pt idx="4271">
                  <c:v>42872</c:v>
                </c:pt>
                <c:pt idx="4272">
                  <c:v>42873</c:v>
                </c:pt>
                <c:pt idx="4273">
                  <c:v>42874</c:v>
                </c:pt>
                <c:pt idx="4274">
                  <c:v>42877</c:v>
                </c:pt>
                <c:pt idx="4275">
                  <c:v>42878</c:v>
                </c:pt>
                <c:pt idx="4276">
                  <c:v>42879</c:v>
                </c:pt>
                <c:pt idx="4277">
                  <c:v>42880</c:v>
                </c:pt>
                <c:pt idx="4278">
                  <c:v>42881</c:v>
                </c:pt>
                <c:pt idx="4279">
                  <c:v>42884</c:v>
                </c:pt>
                <c:pt idx="4280">
                  <c:v>42885</c:v>
                </c:pt>
                <c:pt idx="4281">
                  <c:v>42886</c:v>
                </c:pt>
                <c:pt idx="4282">
                  <c:v>42887</c:v>
                </c:pt>
                <c:pt idx="4283">
                  <c:v>42888</c:v>
                </c:pt>
                <c:pt idx="4284">
                  <c:v>42891</c:v>
                </c:pt>
                <c:pt idx="4285">
                  <c:v>42892</c:v>
                </c:pt>
                <c:pt idx="4286">
                  <c:v>42893</c:v>
                </c:pt>
                <c:pt idx="4287">
                  <c:v>42894</c:v>
                </c:pt>
                <c:pt idx="4288">
                  <c:v>42895</c:v>
                </c:pt>
                <c:pt idx="4289">
                  <c:v>42898</c:v>
                </c:pt>
                <c:pt idx="4290">
                  <c:v>42899</c:v>
                </c:pt>
                <c:pt idx="4291">
                  <c:v>42900</c:v>
                </c:pt>
                <c:pt idx="4292">
                  <c:v>42901</c:v>
                </c:pt>
                <c:pt idx="4293">
                  <c:v>42902</c:v>
                </c:pt>
                <c:pt idx="4294">
                  <c:v>42905</c:v>
                </c:pt>
                <c:pt idx="4295">
                  <c:v>42906</c:v>
                </c:pt>
                <c:pt idx="4296">
                  <c:v>42907</c:v>
                </c:pt>
                <c:pt idx="4297">
                  <c:v>42908</c:v>
                </c:pt>
                <c:pt idx="4298">
                  <c:v>42909</c:v>
                </c:pt>
                <c:pt idx="4299">
                  <c:v>42912</c:v>
                </c:pt>
                <c:pt idx="4300">
                  <c:v>42913</c:v>
                </c:pt>
                <c:pt idx="4301">
                  <c:v>42914</c:v>
                </c:pt>
                <c:pt idx="4302">
                  <c:v>42915</c:v>
                </c:pt>
                <c:pt idx="4303">
                  <c:v>42916</c:v>
                </c:pt>
                <c:pt idx="4304">
                  <c:v>42919</c:v>
                </c:pt>
                <c:pt idx="4305">
                  <c:v>42920</c:v>
                </c:pt>
                <c:pt idx="4306">
                  <c:v>42921</c:v>
                </c:pt>
                <c:pt idx="4307">
                  <c:v>42922</c:v>
                </c:pt>
                <c:pt idx="4308">
                  <c:v>42923</c:v>
                </c:pt>
                <c:pt idx="4309">
                  <c:v>42926</c:v>
                </c:pt>
                <c:pt idx="4310">
                  <c:v>42927</c:v>
                </c:pt>
                <c:pt idx="4311">
                  <c:v>42928</c:v>
                </c:pt>
                <c:pt idx="4312">
                  <c:v>42929</c:v>
                </c:pt>
                <c:pt idx="4313">
                  <c:v>42930</c:v>
                </c:pt>
                <c:pt idx="4314">
                  <c:v>42933</c:v>
                </c:pt>
                <c:pt idx="4315">
                  <c:v>42934</c:v>
                </c:pt>
                <c:pt idx="4316">
                  <c:v>42935</c:v>
                </c:pt>
                <c:pt idx="4317">
                  <c:v>42936</c:v>
                </c:pt>
                <c:pt idx="4318">
                  <c:v>42937</c:v>
                </c:pt>
                <c:pt idx="4319">
                  <c:v>42940</c:v>
                </c:pt>
                <c:pt idx="4320">
                  <c:v>42941</c:v>
                </c:pt>
                <c:pt idx="4321">
                  <c:v>42942</c:v>
                </c:pt>
                <c:pt idx="4322">
                  <c:v>42943</c:v>
                </c:pt>
                <c:pt idx="4323">
                  <c:v>42944</c:v>
                </c:pt>
                <c:pt idx="4324">
                  <c:v>42947</c:v>
                </c:pt>
                <c:pt idx="4325">
                  <c:v>42948</c:v>
                </c:pt>
                <c:pt idx="4326">
                  <c:v>42949</c:v>
                </c:pt>
                <c:pt idx="4327">
                  <c:v>42950</c:v>
                </c:pt>
                <c:pt idx="4328">
                  <c:v>42951</c:v>
                </c:pt>
                <c:pt idx="4329">
                  <c:v>42954</c:v>
                </c:pt>
                <c:pt idx="4330">
                  <c:v>42955</c:v>
                </c:pt>
                <c:pt idx="4331">
                  <c:v>42956</c:v>
                </c:pt>
                <c:pt idx="4332">
                  <c:v>42957</c:v>
                </c:pt>
                <c:pt idx="4333">
                  <c:v>42958</c:v>
                </c:pt>
                <c:pt idx="4334">
                  <c:v>42961</c:v>
                </c:pt>
                <c:pt idx="4335">
                  <c:v>42962</c:v>
                </c:pt>
                <c:pt idx="4336">
                  <c:v>42963</c:v>
                </c:pt>
                <c:pt idx="4337">
                  <c:v>42964</c:v>
                </c:pt>
                <c:pt idx="4338">
                  <c:v>42965</c:v>
                </c:pt>
                <c:pt idx="4339">
                  <c:v>42968</c:v>
                </c:pt>
                <c:pt idx="4340">
                  <c:v>42969</c:v>
                </c:pt>
                <c:pt idx="4341">
                  <c:v>42970</c:v>
                </c:pt>
                <c:pt idx="4342">
                  <c:v>42971</c:v>
                </c:pt>
                <c:pt idx="4343">
                  <c:v>42972</c:v>
                </c:pt>
                <c:pt idx="4344">
                  <c:v>42975</c:v>
                </c:pt>
                <c:pt idx="4345">
                  <c:v>42976</c:v>
                </c:pt>
                <c:pt idx="4346">
                  <c:v>42977</c:v>
                </c:pt>
                <c:pt idx="4347">
                  <c:v>42978</c:v>
                </c:pt>
                <c:pt idx="4348">
                  <c:v>42979</c:v>
                </c:pt>
                <c:pt idx="4349">
                  <c:v>42982</c:v>
                </c:pt>
                <c:pt idx="4350">
                  <c:v>42983</c:v>
                </c:pt>
                <c:pt idx="4351">
                  <c:v>42984</c:v>
                </c:pt>
                <c:pt idx="4352">
                  <c:v>42985</c:v>
                </c:pt>
                <c:pt idx="4353">
                  <c:v>42986</c:v>
                </c:pt>
                <c:pt idx="4354">
                  <c:v>42989</c:v>
                </c:pt>
                <c:pt idx="4355">
                  <c:v>42990</c:v>
                </c:pt>
                <c:pt idx="4356">
                  <c:v>42991</c:v>
                </c:pt>
                <c:pt idx="4357">
                  <c:v>42992</c:v>
                </c:pt>
                <c:pt idx="4358">
                  <c:v>42993</c:v>
                </c:pt>
                <c:pt idx="4359">
                  <c:v>42996</c:v>
                </c:pt>
                <c:pt idx="4360">
                  <c:v>42997</c:v>
                </c:pt>
                <c:pt idx="4361">
                  <c:v>42998</c:v>
                </c:pt>
                <c:pt idx="4362">
                  <c:v>42999</c:v>
                </c:pt>
                <c:pt idx="4363">
                  <c:v>43000</c:v>
                </c:pt>
                <c:pt idx="4364">
                  <c:v>43003</c:v>
                </c:pt>
                <c:pt idx="4365">
                  <c:v>43004</c:v>
                </c:pt>
                <c:pt idx="4366">
                  <c:v>43005</c:v>
                </c:pt>
                <c:pt idx="4367">
                  <c:v>43006</c:v>
                </c:pt>
                <c:pt idx="4368">
                  <c:v>43007</c:v>
                </c:pt>
                <c:pt idx="4369">
                  <c:v>43010</c:v>
                </c:pt>
                <c:pt idx="4370">
                  <c:v>43011</c:v>
                </c:pt>
                <c:pt idx="4371">
                  <c:v>43012</c:v>
                </c:pt>
                <c:pt idx="4372">
                  <c:v>43013</c:v>
                </c:pt>
                <c:pt idx="4373">
                  <c:v>43014</c:v>
                </c:pt>
                <c:pt idx="4374">
                  <c:v>43017</c:v>
                </c:pt>
                <c:pt idx="4375">
                  <c:v>43018</c:v>
                </c:pt>
                <c:pt idx="4376">
                  <c:v>43019</c:v>
                </c:pt>
                <c:pt idx="4377">
                  <c:v>43020</c:v>
                </c:pt>
                <c:pt idx="4378">
                  <c:v>43021</c:v>
                </c:pt>
                <c:pt idx="4379">
                  <c:v>43024</c:v>
                </c:pt>
                <c:pt idx="4380">
                  <c:v>43025</c:v>
                </c:pt>
                <c:pt idx="4381">
                  <c:v>43026</c:v>
                </c:pt>
                <c:pt idx="4382">
                  <c:v>43027</c:v>
                </c:pt>
                <c:pt idx="4383">
                  <c:v>43028</c:v>
                </c:pt>
                <c:pt idx="4384">
                  <c:v>43031</c:v>
                </c:pt>
                <c:pt idx="4385">
                  <c:v>43032</c:v>
                </c:pt>
                <c:pt idx="4386">
                  <c:v>43033</c:v>
                </c:pt>
                <c:pt idx="4387">
                  <c:v>43034</c:v>
                </c:pt>
                <c:pt idx="4388">
                  <c:v>43035</c:v>
                </c:pt>
                <c:pt idx="4389">
                  <c:v>43038</c:v>
                </c:pt>
                <c:pt idx="4390">
                  <c:v>43039</c:v>
                </c:pt>
                <c:pt idx="4391">
                  <c:v>43040</c:v>
                </c:pt>
                <c:pt idx="4392">
                  <c:v>43041</c:v>
                </c:pt>
                <c:pt idx="4393">
                  <c:v>43042</c:v>
                </c:pt>
                <c:pt idx="4394">
                  <c:v>43045</c:v>
                </c:pt>
                <c:pt idx="4395">
                  <c:v>43046</c:v>
                </c:pt>
                <c:pt idx="4396">
                  <c:v>43047</c:v>
                </c:pt>
                <c:pt idx="4397">
                  <c:v>43048</c:v>
                </c:pt>
                <c:pt idx="4398">
                  <c:v>43049</c:v>
                </c:pt>
                <c:pt idx="4399">
                  <c:v>43052</c:v>
                </c:pt>
                <c:pt idx="4400">
                  <c:v>43053</c:v>
                </c:pt>
                <c:pt idx="4401">
                  <c:v>43054</c:v>
                </c:pt>
                <c:pt idx="4402">
                  <c:v>43055</c:v>
                </c:pt>
                <c:pt idx="4403">
                  <c:v>43056</c:v>
                </c:pt>
                <c:pt idx="4404">
                  <c:v>43059</c:v>
                </c:pt>
                <c:pt idx="4405">
                  <c:v>43060</c:v>
                </c:pt>
                <c:pt idx="4406">
                  <c:v>43061</c:v>
                </c:pt>
                <c:pt idx="4407">
                  <c:v>43062</c:v>
                </c:pt>
                <c:pt idx="4408">
                  <c:v>43063</c:v>
                </c:pt>
                <c:pt idx="4409">
                  <c:v>43066</c:v>
                </c:pt>
                <c:pt idx="4410">
                  <c:v>43067</c:v>
                </c:pt>
                <c:pt idx="4411">
                  <c:v>43068</c:v>
                </c:pt>
                <c:pt idx="4412">
                  <c:v>43069</c:v>
                </c:pt>
                <c:pt idx="4413">
                  <c:v>43070</c:v>
                </c:pt>
                <c:pt idx="4414">
                  <c:v>43073</c:v>
                </c:pt>
                <c:pt idx="4415">
                  <c:v>43074</c:v>
                </c:pt>
                <c:pt idx="4416">
                  <c:v>43075</c:v>
                </c:pt>
                <c:pt idx="4417">
                  <c:v>43076</c:v>
                </c:pt>
                <c:pt idx="4418">
                  <c:v>43077</c:v>
                </c:pt>
                <c:pt idx="4419">
                  <c:v>43080</c:v>
                </c:pt>
                <c:pt idx="4420">
                  <c:v>43081</c:v>
                </c:pt>
                <c:pt idx="4421">
                  <c:v>43082</c:v>
                </c:pt>
                <c:pt idx="4422">
                  <c:v>43083</c:v>
                </c:pt>
                <c:pt idx="4423">
                  <c:v>43084</c:v>
                </c:pt>
                <c:pt idx="4424">
                  <c:v>43087</c:v>
                </c:pt>
                <c:pt idx="4425">
                  <c:v>43088</c:v>
                </c:pt>
                <c:pt idx="4426">
                  <c:v>43089</c:v>
                </c:pt>
                <c:pt idx="4427">
                  <c:v>43090</c:v>
                </c:pt>
                <c:pt idx="4428">
                  <c:v>43091</c:v>
                </c:pt>
                <c:pt idx="4429">
                  <c:v>43094</c:v>
                </c:pt>
                <c:pt idx="4430">
                  <c:v>43095</c:v>
                </c:pt>
                <c:pt idx="4431">
                  <c:v>43096</c:v>
                </c:pt>
                <c:pt idx="4432">
                  <c:v>43097</c:v>
                </c:pt>
                <c:pt idx="4433">
                  <c:v>43098</c:v>
                </c:pt>
                <c:pt idx="4434">
                  <c:v>43101</c:v>
                </c:pt>
                <c:pt idx="4435">
                  <c:v>43102</c:v>
                </c:pt>
                <c:pt idx="4436">
                  <c:v>43103</c:v>
                </c:pt>
                <c:pt idx="4437">
                  <c:v>43104</c:v>
                </c:pt>
                <c:pt idx="4438">
                  <c:v>43105</c:v>
                </c:pt>
                <c:pt idx="4439">
                  <c:v>43108</c:v>
                </c:pt>
                <c:pt idx="4440">
                  <c:v>43109</c:v>
                </c:pt>
                <c:pt idx="4441">
                  <c:v>43110</c:v>
                </c:pt>
                <c:pt idx="4442">
                  <c:v>43111</c:v>
                </c:pt>
                <c:pt idx="4443">
                  <c:v>43112</c:v>
                </c:pt>
                <c:pt idx="4444">
                  <c:v>43115</c:v>
                </c:pt>
                <c:pt idx="4445">
                  <c:v>43116</c:v>
                </c:pt>
                <c:pt idx="4446">
                  <c:v>43117</c:v>
                </c:pt>
                <c:pt idx="4447">
                  <c:v>43118</c:v>
                </c:pt>
                <c:pt idx="4448">
                  <c:v>43119</c:v>
                </c:pt>
                <c:pt idx="4449">
                  <c:v>43122</c:v>
                </c:pt>
                <c:pt idx="4450">
                  <c:v>43123</c:v>
                </c:pt>
                <c:pt idx="4451">
                  <c:v>43124</c:v>
                </c:pt>
                <c:pt idx="4452">
                  <c:v>43125</c:v>
                </c:pt>
                <c:pt idx="4453">
                  <c:v>43126</c:v>
                </c:pt>
                <c:pt idx="4454">
                  <c:v>43129</c:v>
                </c:pt>
                <c:pt idx="4455">
                  <c:v>43130</c:v>
                </c:pt>
                <c:pt idx="4456">
                  <c:v>43131</c:v>
                </c:pt>
                <c:pt idx="4457">
                  <c:v>43132</c:v>
                </c:pt>
                <c:pt idx="4458">
                  <c:v>43133</c:v>
                </c:pt>
                <c:pt idx="4459">
                  <c:v>43136</c:v>
                </c:pt>
                <c:pt idx="4460">
                  <c:v>43137</c:v>
                </c:pt>
                <c:pt idx="4461">
                  <c:v>43138</c:v>
                </c:pt>
                <c:pt idx="4462">
                  <c:v>43139</c:v>
                </c:pt>
                <c:pt idx="4463">
                  <c:v>43140</c:v>
                </c:pt>
                <c:pt idx="4464">
                  <c:v>43143</c:v>
                </c:pt>
                <c:pt idx="4465">
                  <c:v>43144</c:v>
                </c:pt>
                <c:pt idx="4466">
                  <c:v>43145</c:v>
                </c:pt>
                <c:pt idx="4467">
                  <c:v>43146</c:v>
                </c:pt>
                <c:pt idx="4468">
                  <c:v>43147</c:v>
                </c:pt>
                <c:pt idx="4469">
                  <c:v>43150</c:v>
                </c:pt>
                <c:pt idx="4470">
                  <c:v>43151</c:v>
                </c:pt>
                <c:pt idx="4471">
                  <c:v>43152</c:v>
                </c:pt>
                <c:pt idx="4472">
                  <c:v>43153</c:v>
                </c:pt>
                <c:pt idx="4473">
                  <c:v>43154</c:v>
                </c:pt>
                <c:pt idx="4474">
                  <c:v>43157</c:v>
                </c:pt>
                <c:pt idx="4475">
                  <c:v>43158</c:v>
                </c:pt>
                <c:pt idx="4476">
                  <c:v>43159</c:v>
                </c:pt>
                <c:pt idx="4477">
                  <c:v>43160</c:v>
                </c:pt>
                <c:pt idx="4478">
                  <c:v>43161</c:v>
                </c:pt>
                <c:pt idx="4479">
                  <c:v>43164</c:v>
                </c:pt>
                <c:pt idx="4480">
                  <c:v>43165</c:v>
                </c:pt>
                <c:pt idx="4481">
                  <c:v>43166</c:v>
                </c:pt>
                <c:pt idx="4482">
                  <c:v>43167</c:v>
                </c:pt>
                <c:pt idx="4483">
                  <c:v>43168</c:v>
                </c:pt>
                <c:pt idx="4484">
                  <c:v>43171</c:v>
                </c:pt>
                <c:pt idx="4485">
                  <c:v>43172</c:v>
                </c:pt>
                <c:pt idx="4486">
                  <c:v>43173</c:v>
                </c:pt>
                <c:pt idx="4487">
                  <c:v>43174</c:v>
                </c:pt>
                <c:pt idx="4488">
                  <c:v>43175</c:v>
                </c:pt>
                <c:pt idx="4489">
                  <c:v>43178</c:v>
                </c:pt>
                <c:pt idx="4490">
                  <c:v>43179</c:v>
                </c:pt>
                <c:pt idx="4491">
                  <c:v>43180</c:v>
                </c:pt>
                <c:pt idx="4492">
                  <c:v>43181</c:v>
                </c:pt>
                <c:pt idx="4493">
                  <c:v>43182</c:v>
                </c:pt>
                <c:pt idx="4494">
                  <c:v>43185</c:v>
                </c:pt>
                <c:pt idx="4495">
                  <c:v>43186</c:v>
                </c:pt>
                <c:pt idx="4496">
                  <c:v>43187</c:v>
                </c:pt>
                <c:pt idx="4497">
                  <c:v>43188</c:v>
                </c:pt>
                <c:pt idx="4498">
                  <c:v>43189</c:v>
                </c:pt>
                <c:pt idx="4499">
                  <c:v>43192</c:v>
                </c:pt>
                <c:pt idx="4500">
                  <c:v>43193</c:v>
                </c:pt>
                <c:pt idx="4501">
                  <c:v>43194</c:v>
                </c:pt>
                <c:pt idx="4502">
                  <c:v>43195</c:v>
                </c:pt>
                <c:pt idx="4503">
                  <c:v>43196</c:v>
                </c:pt>
                <c:pt idx="4504">
                  <c:v>43199</c:v>
                </c:pt>
                <c:pt idx="4505">
                  <c:v>43200</c:v>
                </c:pt>
                <c:pt idx="4506">
                  <c:v>43201</c:v>
                </c:pt>
                <c:pt idx="4507">
                  <c:v>43202</c:v>
                </c:pt>
                <c:pt idx="4508">
                  <c:v>43203</c:v>
                </c:pt>
                <c:pt idx="4509">
                  <c:v>43206</c:v>
                </c:pt>
                <c:pt idx="4510">
                  <c:v>43207</c:v>
                </c:pt>
                <c:pt idx="4511">
                  <c:v>43208</c:v>
                </c:pt>
                <c:pt idx="4512">
                  <c:v>43209</c:v>
                </c:pt>
                <c:pt idx="4513">
                  <c:v>43210</c:v>
                </c:pt>
                <c:pt idx="4514">
                  <c:v>43213</c:v>
                </c:pt>
                <c:pt idx="4515">
                  <c:v>43214</c:v>
                </c:pt>
                <c:pt idx="4516">
                  <c:v>43215</c:v>
                </c:pt>
                <c:pt idx="4517">
                  <c:v>43216</c:v>
                </c:pt>
                <c:pt idx="4518">
                  <c:v>43217</c:v>
                </c:pt>
                <c:pt idx="4519">
                  <c:v>43220</c:v>
                </c:pt>
                <c:pt idx="4520">
                  <c:v>43221</c:v>
                </c:pt>
                <c:pt idx="4521">
                  <c:v>43222</c:v>
                </c:pt>
                <c:pt idx="4522">
                  <c:v>43223</c:v>
                </c:pt>
                <c:pt idx="4523">
                  <c:v>43224</c:v>
                </c:pt>
                <c:pt idx="4524">
                  <c:v>43227</c:v>
                </c:pt>
                <c:pt idx="4525">
                  <c:v>43228</c:v>
                </c:pt>
                <c:pt idx="4526">
                  <c:v>43229</c:v>
                </c:pt>
                <c:pt idx="4527">
                  <c:v>43230</c:v>
                </c:pt>
                <c:pt idx="4528">
                  <c:v>43231</c:v>
                </c:pt>
                <c:pt idx="4529">
                  <c:v>43234</c:v>
                </c:pt>
                <c:pt idx="4530">
                  <c:v>43235</c:v>
                </c:pt>
                <c:pt idx="4531">
                  <c:v>43236</c:v>
                </c:pt>
                <c:pt idx="4532">
                  <c:v>43237</c:v>
                </c:pt>
                <c:pt idx="4533">
                  <c:v>43238</c:v>
                </c:pt>
                <c:pt idx="4534">
                  <c:v>43241</c:v>
                </c:pt>
                <c:pt idx="4535">
                  <c:v>43242</c:v>
                </c:pt>
                <c:pt idx="4536">
                  <c:v>43243</c:v>
                </c:pt>
                <c:pt idx="4537">
                  <c:v>43244</c:v>
                </c:pt>
                <c:pt idx="4538">
                  <c:v>43245</c:v>
                </c:pt>
                <c:pt idx="4539">
                  <c:v>43248</c:v>
                </c:pt>
                <c:pt idx="4540">
                  <c:v>43249</c:v>
                </c:pt>
                <c:pt idx="4541">
                  <c:v>43250</c:v>
                </c:pt>
                <c:pt idx="4542">
                  <c:v>43251</c:v>
                </c:pt>
                <c:pt idx="4543">
                  <c:v>43252</c:v>
                </c:pt>
                <c:pt idx="4544">
                  <c:v>43255</c:v>
                </c:pt>
                <c:pt idx="4545">
                  <c:v>43256</c:v>
                </c:pt>
                <c:pt idx="4546">
                  <c:v>43257</c:v>
                </c:pt>
                <c:pt idx="4547">
                  <c:v>43258</c:v>
                </c:pt>
                <c:pt idx="4548">
                  <c:v>43259</c:v>
                </c:pt>
                <c:pt idx="4549">
                  <c:v>43262</c:v>
                </c:pt>
                <c:pt idx="4550">
                  <c:v>43263</c:v>
                </c:pt>
                <c:pt idx="4551">
                  <c:v>43264</c:v>
                </c:pt>
                <c:pt idx="4552">
                  <c:v>43265</c:v>
                </c:pt>
                <c:pt idx="4553">
                  <c:v>43266</c:v>
                </c:pt>
                <c:pt idx="4554">
                  <c:v>43269</c:v>
                </c:pt>
                <c:pt idx="4555">
                  <c:v>43270</c:v>
                </c:pt>
                <c:pt idx="4556">
                  <c:v>43271</c:v>
                </c:pt>
                <c:pt idx="4557">
                  <c:v>43272</c:v>
                </c:pt>
                <c:pt idx="4558">
                  <c:v>43273</c:v>
                </c:pt>
                <c:pt idx="4559">
                  <c:v>43276</c:v>
                </c:pt>
                <c:pt idx="4560">
                  <c:v>43277</c:v>
                </c:pt>
                <c:pt idx="4561">
                  <c:v>43278</c:v>
                </c:pt>
                <c:pt idx="4562">
                  <c:v>43279</c:v>
                </c:pt>
                <c:pt idx="4563">
                  <c:v>43280</c:v>
                </c:pt>
                <c:pt idx="4564">
                  <c:v>43283</c:v>
                </c:pt>
                <c:pt idx="4565">
                  <c:v>43284</c:v>
                </c:pt>
                <c:pt idx="4566">
                  <c:v>43285</c:v>
                </c:pt>
                <c:pt idx="4567">
                  <c:v>43286</c:v>
                </c:pt>
                <c:pt idx="4568">
                  <c:v>43287</c:v>
                </c:pt>
                <c:pt idx="4569">
                  <c:v>43290</c:v>
                </c:pt>
                <c:pt idx="4570">
                  <c:v>43291</c:v>
                </c:pt>
                <c:pt idx="4571">
                  <c:v>43292</c:v>
                </c:pt>
                <c:pt idx="4572">
                  <c:v>43293</c:v>
                </c:pt>
                <c:pt idx="4573">
                  <c:v>43294</c:v>
                </c:pt>
                <c:pt idx="4574">
                  <c:v>43297</c:v>
                </c:pt>
                <c:pt idx="4575">
                  <c:v>43298</c:v>
                </c:pt>
                <c:pt idx="4576">
                  <c:v>43299</c:v>
                </c:pt>
                <c:pt idx="4577">
                  <c:v>43300</c:v>
                </c:pt>
                <c:pt idx="4578">
                  <c:v>43301</c:v>
                </c:pt>
                <c:pt idx="4579">
                  <c:v>43304</c:v>
                </c:pt>
                <c:pt idx="4580">
                  <c:v>43305</c:v>
                </c:pt>
                <c:pt idx="4581">
                  <c:v>43306</c:v>
                </c:pt>
                <c:pt idx="4582">
                  <c:v>43307</c:v>
                </c:pt>
                <c:pt idx="4583">
                  <c:v>43308</c:v>
                </c:pt>
                <c:pt idx="4584">
                  <c:v>43311</c:v>
                </c:pt>
                <c:pt idx="4585">
                  <c:v>43312</c:v>
                </c:pt>
                <c:pt idx="4586">
                  <c:v>43313</c:v>
                </c:pt>
                <c:pt idx="4587">
                  <c:v>43314</c:v>
                </c:pt>
                <c:pt idx="4588">
                  <c:v>43315</c:v>
                </c:pt>
                <c:pt idx="4589">
                  <c:v>43318</c:v>
                </c:pt>
                <c:pt idx="4590">
                  <c:v>43319</c:v>
                </c:pt>
                <c:pt idx="4591">
                  <c:v>43320</c:v>
                </c:pt>
                <c:pt idx="4592">
                  <c:v>43321</c:v>
                </c:pt>
                <c:pt idx="4593">
                  <c:v>43322</c:v>
                </c:pt>
                <c:pt idx="4594">
                  <c:v>43325</c:v>
                </c:pt>
                <c:pt idx="4595">
                  <c:v>43326</c:v>
                </c:pt>
                <c:pt idx="4596">
                  <c:v>43327</c:v>
                </c:pt>
                <c:pt idx="4597">
                  <c:v>43328</c:v>
                </c:pt>
                <c:pt idx="4598">
                  <c:v>43329</c:v>
                </c:pt>
                <c:pt idx="4599">
                  <c:v>43332</c:v>
                </c:pt>
                <c:pt idx="4600">
                  <c:v>43333</c:v>
                </c:pt>
                <c:pt idx="4601">
                  <c:v>43334</c:v>
                </c:pt>
                <c:pt idx="4602">
                  <c:v>43335</c:v>
                </c:pt>
                <c:pt idx="4603">
                  <c:v>43336</c:v>
                </c:pt>
                <c:pt idx="4604">
                  <c:v>43339</c:v>
                </c:pt>
                <c:pt idx="4605">
                  <c:v>43340</c:v>
                </c:pt>
                <c:pt idx="4606">
                  <c:v>43341</c:v>
                </c:pt>
                <c:pt idx="4607">
                  <c:v>43342</c:v>
                </c:pt>
                <c:pt idx="4608">
                  <c:v>43343</c:v>
                </c:pt>
                <c:pt idx="4609">
                  <c:v>43346</c:v>
                </c:pt>
                <c:pt idx="4610">
                  <c:v>43347</c:v>
                </c:pt>
                <c:pt idx="4611">
                  <c:v>43348</c:v>
                </c:pt>
                <c:pt idx="4612">
                  <c:v>43349</c:v>
                </c:pt>
                <c:pt idx="4613">
                  <c:v>43350</c:v>
                </c:pt>
                <c:pt idx="4614">
                  <c:v>43353</c:v>
                </c:pt>
                <c:pt idx="4615">
                  <c:v>43354</c:v>
                </c:pt>
                <c:pt idx="4616">
                  <c:v>43355</c:v>
                </c:pt>
                <c:pt idx="4617">
                  <c:v>43356</c:v>
                </c:pt>
                <c:pt idx="4618">
                  <c:v>43357</c:v>
                </c:pt>
                <c:pt idx="4619">
                  <c:v>43360</c:v>
                </c:pt>
                <c:pt idx="4620">
                  <c:v>43361</c:v>
                </c:pt>
                <c:pt idx="4621">
                  <c:v>43362</c:v>
                </c:pt>
                <c:pt idx="4622">
                  <c:v>43363</c:v>
                </c:pt>
                <c:pt idx="4623">
                  <c:v>43364</c:v>
                </c:pt>
                <c:pt idx="4624">
                  <c:v>43367</c:v>
                </c:pt>
                <c:pt idx="4625">
                  <c:v>43368</c:v>
                </c:pt>
                <c:pt idx="4626">
                  <c:v>43369</c:v>
                </c:pt>
                <c:pt idx="4627">
                  <c:v>43370</c:v>
                </c:pt>
                <c:pt idx="4628">
                  <c:v>43371</c:v>
                </c:pt>
                <c:pt idx="4629">
                  <c:v>43374</c:v>
                </c:pt>
                <c:pt idx="4630">
                  <c:v>43375</c:v>
                </c:pt>
                <c:pt idx="4631">
                  <c:v>43376</c:v>
                </c:pt>
                <c:pt idx="4632">
                  <c:v>43377</c:v>
                </c:pt>
                <c:pt idx="4633">
                  <c:v>43378</c:v>
                </c:pt>
                <c:pt idx="4634">
                  <c:v>43381</c:v>
                </c:pt>
                <c:pt idx="4635">
                  <c:v>43382</c:v>
                </c:pt>
                <c:pt idx="4636">
                  <c:v>43383</c:v>
                </c:pt>
                <c:pt idx="4637">
                  <c:v>43384</c:v>
                </c:pt>
                <c:pt idx="4638">
                  <c:v>43385</c:v>
                </c:pt>
                <c:pt idx="4639">
                  <c:v>43388</c:v>
                </c:pt>
                <c:pt idx="4640">
                  <c:v>43389</c:v>
                </c:pt>
                <c:pt idx="4641">
                  <c:v>43390</c:v>
                </c:pt>
                <c:pt idx="4642">
                  <c:v>43391</c:v>
                </c:pt>
                <c:pt idx="4643">
                  <c:v>43392</c:v>
                </c:pt>
                <c:pt idx="4644">
                  <c:v>43395</c:v>
                </c:pt>
                <c:pt idx="4645">
                  <c:v>43396</c:v>
                </c:pt>
                <c:pt idx="4646">
                  <c:v>43397</c:v>
                </c:pt>
                <c:pt idx="4647">
                  <c:v>43398</c:v>
                </c:pt>
                <c:pt idx="4648">
                  <c:v>43399</c:v>
                </c:pt>
                <c:pt idx="4649">
                  <c:v>43402</c:v>
                </c:pt>
                <c:pt idx="4650">
                  <c:v>43403</c:v>
                </c:pt>
                <c:pt idx="4651">
                  <c:v>43404</c:v>
                </c:pt>
                <c:pt idx="4652">
                  <c:v>43405</c:v>
                </c:pt>
                <c:pt idx="4653">
                  <c:v>43406</c:v>
                </c:pt>
                <c:pt idx="4654">
                  <c:v>43409</c:v>
                </c:pt>
                <c:pt idx="4655">
                  <c:v>43410</c:v>
                </c:pt>
                <c:pt idx="4656">
                  <c:v>43411</c:v>
                </c:pt>
                <c:pt idx="4657">
                  <c:v>43412</c:v>
                </c:pt>
                <c:pt idx="4658">
                  <c:v>43413</c:v>
                </c:pt>
                <c:pt idx="4659">
                  <c:v>43416</c:v>
                </c:pt>
                <c:pt idx="4660">
                  <c:v>43417</c:v>
                </c:pt>
                <c:pt idx="4661">
                  <c:v>43418</c:v>
                </c:pt>
                <c:pt idx="4662">
                  <c:v>43419</c:v>
                </c:pt>
                <c:pt idx="4663">
                  <c:v>43420</c:v>
                </c:pt>
                <c:pt idx="4664">
                  <c:v>43423</c:v>
                </c:pt>
                <c:pt idx="4665">
                  <c:v>43424</c:v>
                </c:pt>
                <c:pt idx="4666">
                  <c:v>43425</c:v>
                </c:pt>
                <c:pt idx="4667">
                  <c:v>43426</c:v>
                </c:pt>
                <c:pt idx="4668">
                  <c:v>43427</c:v>
                </c:pt>
                <c:pt idx="4669">
                  <c:v>43430</c:v>
                </c:pt>
                <c:pt idx="4670">
                  <c:v>43431</c:v>
                </c:pt>
                <c:pt idx="4671">
                  <c:v>43432</c:v>
                </c:pt>
                <c:pt idx="4672">
                  <c:v>43433</c:v>
                </c:pt>
                <c:pt idx="4673">
                  <c:v>43434</c:v>
                </c:pt>
                <c:pt idx="4674">
                  <c:v>43437</c:v>
                </c:pt>
                <c:pt idx="4675">
                  <c:v>43438</c:v>
                </c:pt>
                <c:pt idx="4676">
                  <c:v>43439</c:v>
                </c:pt>
                <c:pt idx="4677">
                  <c:v>43440</c:v>
                </c:pt>
                <c:pt idx="4678">
                  <c:v>43441</c:v>
                </c:pt>
                <c:pt idx="4679">
                  <c:v>43444</c:v>
                </c:pt>
                <c:pt idx="4680">
                  <c:v>43445</c:v>
                </c:pt>
                <c:pt idx="4681">
                  <c:v>43446</c:v>
                </c:pt>
                <c:pt idx="4682">
                  <c:v>43447</c:v>
                </c:pt>
                <c:pt idx="4683">
                  <c:v>43448</c:v>
                </c:pt>
                <c:pt idx="4684">
                  <c:v>43451</c:v>
                </c:pt>
                <c:pt idx="4685">
                  <c:v>43452</c:v>
                </c:pt>
                <c:pt idx="4686">
                  <c:v>43453</c:v>
                </c:pt>
                <c:pt idx="4687">
                  <c:v>43454</c:v>
                </c:pt>
                <c:pt idx="4688">
                  <c:v>43455</c:v>
                </c:pt>
                <c:pt idx="4689">
                  <c:v>43458</c:v>
                </c:pt>
                <c:pt idx="4690">
                  <c:v>43459</c:v>
                </c:pt>
                <c:pt idx="4691">
                  <c:v>43460</c:v>
                </c:pt>
                <c:pt idx="4692">
                  <c:v>43461</c:v>
                </c:pt>
                <c:pt idx="4693">
                  <c:v>43462</c:v>
                </c:pt>
                <c:pt idx="4694">
                  <c:v>43465</c:v>
                </c:pt>
                <c:pt idx="4695">
                  <c:v>43466</c:v>
                </c:pt>
                <c:pt idx="4696">
                  <c:v>43467</c:v>
                </c:pt>
                <c:pt idx="4697">
                  <c:v>43468</c:v>
                </c:pt>
                <c:pt idx="4698">
                  <c:v>43469</c:v>
                </c:pt>
                <c:pt idx="4699">
                  <c:v>43472</c:v>
                </c:pt>
                <c:pt idx="4700">
                  <c:v>43473</c:v>
                </c:pt>
                <c:pt idx="4701">
                  <c:v>43474</c:v>
                </c:pt>
                <c:pt idx="4702">
                  <c:v>43475</c:v>
                </c:pt>
                <c:pt idx="4703">
                  <c:v>43476</c:v>
                </c:pt>
                <c:pt idx="4704">
                  <c:v>43479</c:v>
                </c:pt>
                <c:pt idx="4705">
                  <c:v>43480</c:v>
                </c:pt>
                <c:pt idx="4706">
                  <c:v>43481</c:v>
                </c:pt>
                <c:pt idx="4707">
                  <c:v>43482</c:v>
                </c:pt>
                <c:pt idx="4708">
                  <c:v>43483</c:v>
                </c:pt>
                <c:pt idx="4709">
                  <c:v>43486</c:v>
                </c:pt>
                <c:pt idx="4710">
                  <c:v>43487</c:v>
                </c:pt>
                <c:pt idx="4711">
                  <c:v>43488</c:v>
                </c:pt>
                <c:pt idx="4712">
                  <c:v>43489</c:v>
                </c:pt>
                <c:pt idx="4713">
                  <c:v>43490</c:v>
                </c:pt>
                <c:pt idx="4714">
                  <c:v>43493</c:v>
                </c:pt>
                <c:pt idx="4715">
                  <c:v>43494</c:v>
                </c:pt>
                <c:pt idx="4716">
                  <c:v>43495</c:v>
                </c:pt>
                <c:pt idx="4717">
                  <c:v>43496</c:v>
                </c:pt>
                <c:pt idx="4718">
                  <c:v>43497</c:v>
                </c:pt>
                <c:pt idx="4719">
                  <c:v>43500</c:v>
                </c:pt>
                <c:pt idx="4720">
                  <c:v>43501</c:v>
                </c:pt>
                <c:pt idx="4721">
                  <c:v>43502</c:v>
                </c:pt>
                <c:pt idx="4722">
                  <c:v>43503</c:v>
                </c:pt>
                <c:pt idx="4723">
                  <c:v>43504</c:v>
                </c:pt>
                <c:pt idx="4724">
                  <c:v>43507</c:v>
                </c:pt>
                <c:pt idx="4725">
                  <c:v>43508</c:v>
                </c:pt>
                <c:pt idx="4726">
                  <c:v>43509</c:v>
                </c:pt>
                <c:pt idx="4727">
                  <c:v>43510</c:v>
                </c:pt>
                <c:pt idx="4728">
                  <c:v>43511</c:v>
                </c:pt>
                <c:pt idx="4729">
                  <c:v>43514</c:v>
                </c:pt>
                <c:pt idx="4730">
                  <c:v>43515</c:v>
                </c:pt>
                <c:pt idx="4731">
                  <c:v>43516</c:v>
                </c:pt>
                <c:pt idx="4732">
                  <c:v>43517</c:v>
                </c:pt>
                <c:pt idx="4733">
                  <c:v>43518</c:v>
                </c:pt>
                <c:pt idx="4734">
                  <c:v>43521</c:v>
                </c:pt>
                <c:pt idx="4735">
                  <c:v>43522</c:v>
                </c:pt>
                <c:pt idx="4736">
                  <c:v>43523</c:v>
                </c:pt>
                <c:pt idx="4737">
                  <c:v>43524</c:v>
                </c:pt>
                <c:pt idx="4738">
                  <c:v>43525</c:v>
                </c:pt>
                <c:pt idx="4739">
                  <c:v>43528</c:v>
                </c:pt>
                <c:pt idx="4740">
                  <c:v>43529</c:v>
                </c:pt>
                <c:pt idx="4741">
                  <c:v>43530</c:v>
                </c:pt>
                <c:pt idx="4742">
                  <c:v>43531</c:v>
                </c:pt>
                <c:pt idx="4743">
                  <c:v>43532</c:v>
                </c:pt>
                <c:pt idx="4744">
                  <c:v>43535</c:v>
                </c:pt>
                <c:pt idx="4745">
                  <c:v>43536</c:v>
                </c:pt>
                <c:pt idx="4746">
                  <c:v>43537</c:v>
                </c:pt>
                <c:pt idx="4747">
                  <c:v>43538</c:v>
                </c:pt>
                <c:pt idx="4748">
                  <c:v>43539</c:v>
                </c:pt>
                <c:pt idx="4749">
                  <c:v>43542</c:v>
                </c:pt>
                <c:pt idx="4750">
                  <c:v>43543</c:v>
                </c:pt>
                <c:pt idx="4751">
                  <c:v>43544</c:v>
                </c:pt>
                <c:pt idx="4752">
                  <c:v>43545</c:v>
                </c:pt>
                <c:pt idx="4753">
                  <c:v>43546</c:v>
                </c:pt>
                <c:pt idx="4754">
                  <c:v>43549</c:v>
                </c:pt>
                <c:pt idx="4755">
                  <c:v>43550</c:v>
                </c:pt>
                <c:pt idx="4756">
                  <c:v>43551</c:v>
                </c:pt>
                <c:pt idx="4757">
                  <c:v>43552</c:v>
                </c:pt>
                <c:pt idx="4758">
                  <c:v>43553</c:v>
                </c:pt>
                <c:pt idx="4759">
                  <c:v>43556</c:v>
                </c:pt>
                <c:pt idx="4760">
                  <c:v>43557</c:v>
                </c:pt>
                <c:pt idx="4761">
                  <c:v>43558</c:v>
                </c:pt>
                <c:pt idx="4762">
                  <c:v>43559</c:v>
                </c:pt>
                <c:pt idx="4763">
                  <c:v>43560</c:v>
                </c:pt>
                <c:pt idx="4764">
                  <c:v>43563</c:v>
                </c:pt>
                <c:pt idx="4765">
                  <c:v>43564</c:v>
                </c:pt>
                <c:pt idx="4766">
                  <c:v>43565</c:v>
                </c:pt>
                <c:pt idx="4767">
                  <c:v>43566</c:v>
                </c:pt>
                <c:pt idx="4768">
                  <c:v>43567</c:v>
                </c:pt>
                <c:pt idx="4769">
                  <c:v>43570</c:v>
                </c:pt>
                <c:pt idx="4770">
                  <c:v>43571</c:v>
                </c:pt>
                <c:pt idx="4771">
                  <c:v>43572</c:v>
                </c:pt>
                <c:pt idx="4772">
                  <c:v>43573</c:v>
                </c:pt>
                <c:pt idx="4773">
                  <c:v>43574</c:v>
                </c:pt>
                <c:pt idx="4774">
                  <c:v>43577</c:v>
                </c:pt>
                <c:pt idx="4775">
                  <c:v>43578</c:v>
                </c:pt>
                <c:pt idx="4776">
                  <c:v>43579</c:v>
                </c:pt>
                <c:pt idx="4777">
                  <c:v>43580</c:v>
                </c:pt>
                <c:pt idx="4778">
                  <c:v>43581</c:v>
                </c:pt>
                <c:pt idx="4779">
                  <c:v>43584</c:v>
                </c:pt>
                <c:pt idx="4780">
                  <c:v>43585</c:v>
                </c:pt>
                <c:pt idx="4781">
                  <c:v>43586</c:v>
                </c:pt>
                <c:pt idx="4782">
                  <c:v>43587</c:v>
                </c:pt>
                <c:pt idx="4783">
                  <c:v>43588</c:v>
                </c:pt>
                <c:pt idx="4784">
                  <c:v>43591</c:v>
                </c:pt>
                <c:pt idx="4785">
                  <c:v>43592</c:v>
                </c:pt>
                <c:pt idx="4786">
                  <c:v>43593</c:v>
                </c:pt>
                <c:pt idx="4787">
                  <c:v>43594</c:v>
                </c:pt>
                <c:pt idx="4788">
                  <c:v>43595</c:v>
                </c:pt>
                <c:pt idx="4789">
                  <c:v>43598</c:v>
                </c:pt>
                <c:pt idx="4790">
                  <c:v>43599</c:v>
                </c:pt>
                <c:pt idx="4791">
                  <c:v>43600</c:v>
                </c:pt>
                <c:pt idx="4792">
                  <c:v>43601</c:v>
                </c:pt>
                <c:pt idx="4793">
                  <c:v>43602</c:v>
                </c:pt>
                <c:pt idx="4794">
                  <c:v>43605</c:v>
                </c:pt>
                <c:pt idx="4795">
                  <c:v>43606</c:v>
                </c:pt>
                <c:pt idx="4796">
                  <c:v>43607</c:v>
                </c:pt>
                <c:pt idx="4797">
                  <c:v>43608</c:v>
                </c:pt>
                <c:pt idx="4798">
                  <c:v>43609</c:v>
                </c:pt>
                <c:pt idx="4799">
                  <c:v>43612</c:v>
                </c:pt>
                <c:pt idx="4800">
                  <c:v>43613</c:v>
                </c:pt>
                <c:pt idx="4801">
                  <c:v>43614</c:v>
                </c:pt>
                <c:pt idx="4802">
                  <c:v>43615</c:v>
                </c:pt>
                <c:pt idx="4803">
                  <c:v>43616</c:v>
                </c:pt>
                <c:pt idx="4804">
                  <c:v>43619</c:v>
                </c:pt>
                <c:pt idx="4805">
                  <c:v>43620</c:v>
                </c:pt>
                <c:pt idx="4806">
                  <c:v>43621</c:v>
                </c:pt>
                <c:pt idx="4807">
                  <c:v>43622</c:v>
                </c:pt>
                <c:pt idx="4808">
                  <c:v>43623</c:v>
                </c:pt>
                <c:pt idx="4809">
                  <c:v>43626</c:v>
                </c:pt>
                <c:pt idx="4810">
                  <c:v>43627</c:v>
                </c:pt>
                <c:pt idx="4811">
                  <c:v>43628</c:v>
                </c:pt>
                <c:pt idx="4812">
                  <c:v>43629</c:v>
                </c:pt>
                <c:pt idx="4813">
                  <c:v>43630</c:v>
                </c:pt>
                <c:pt idx="4814">
                  <c:v>43633</c:v>
                </c:pt>
                <c:pt idx="4815">
                  <c:v>43634</c:v>
                </c:pt>
                <c:pt idx="4816">
                  <c:v>43635</c:v>
                </c:pt>
                <c:pt idx="4817">
                  <c:v>43636</c:v>
                </c:pt>
                <c:pt idx="4818">
                  <c:v>43637</c:v>
                </c:pt>
                <c:pt idx="4819">
                  <c:v>43640</c:v>
                </c:pt>
                <c:pt idx="4820">
                  <c:v>43641</c:v>
                </c:pt>
                <c:pt idx="4821">
                  <c:v>43642</c:v>
                </c:pt>
                <c:pt idx="4822">
                  <c:v>43643</c:v>
                </c:pt>
                <c:pt idx="4823">
                  <c:v>43644</c:v>
                </c:pt>
                <c:pt idx="4824">
                  <c:v>43647</c:v>
                </c:pt>
                <c:pt idx="4825">
                  <c:v>43648</c:v>
                </c:pt>
                <c:pt idx="4826">
                  <c:v>43649</c:v>
                </c:pt>
                <c:pt idx="4827">
                  <c:v>43650</c:v>
                </c:pt>
                <c:pt idx="4828">
                  <c:v>43651</c:v>
                </c:pt>
                <c:pt idx="4829">
                  <c:v>43654</c:v>
                </c:pt>
                <c:pt idx="4830">
                  <c:v>43655</c:v>
                </c:pt>
                <c:pt idx="4831">
                  <c:v>43656</c:v>
                </c:pt>
                <c:pt idx="4832">
                  <c:v>43657</c:v>
                </c:pt>
                <c:pt idx="4833">
                  <c:v>43658</c:v>
                </c:pt>
                <c:pt idx="4834">
                  <c:v>43661</c:v>
                </c:pt>
                <c:pt idx="4835">
                  <c:v>43662</c:v>
                </c:pt>
                <c:pt idx="4836">
                  <c:v>43663</c:v>
                </c:pt>
                <c:pt idx="4837">
                  <c:v>43664</c:v>
                </c:pt>
                <c:pt idx="4838">
                  <c:v>43665</c:v>
                </c:pt>
                <c:pt idx="4839">
                  <c:v>43668</c:v>
                </c:pt>
                <c:pt idx="4840">
                  <c:v>43669</c:v>
                </c:pt>
                <c:pt idx="4841">
                  <c:v>43670</c:v>
                </c:pt>
                <c:pt idx="4842">
                  <c:v>43671</c:v>
                </c:pt>
                <c:pt idx="4843">
                  <c:v>43672</c:v>
                </c:pt>
                <c:pt idx="4844">
                  <c:v>43675</c:v>
                </c:pt>
                <c:pt idx="4845">
                  <c:v>43676</c:v>
                </c:pt>
                <c:pt idx="4846">
                  <c:v>43677</c:v>
                </c:pt>
                <c:pt idx="4847">
                  <c:v>43678</c:v>
                </c:pt>
                <c:pt idx="4848">
                  <c:v>43679</c:v>
                </c:pt>
                <c:pt idx="4849">
                  <c:v>43682</c:v>
                </c:pt>
                <c:pt idx="4850">
                  <c:v>43683</c:v>
                </c:pt>
                <c:pt idx="4851">
                  <c:v>43684</c:v>
                </c:pt>
                <c:pt idx="4852">
                  <c:v>43685</c:v>
                </c:pt>
                <c:pt idx="4853">
                  <c:v>43686</c:v>
                </c:pt>
                <c:pt idx="4854">
                  <c:v>43689</c:v>
                </c:pt>
                <c:pt idx="4855">
                  <c:v>43690</c:v>
                </c:pt>
                <c:pt idx="4856">
                  <c:v>43691</c:v>
                </c:pt>
                <c:pt idx="4857">
                  <c:v>43692</c:v>
                </c:pt>
                <c:pt idx="4858">
                  <c:v>43693</c:v>
                </c:pt>
                <c:pt idx="4859">
                  <c:v>43696</c:v>
                </c:pt>
                <c:pt idx="4860">
                  <c:v>43697</c:v>
                </c:pt>
                <c:pt idx="4861">
                  <c:v>43698</c:v>
                </c:pt>
                <c:pt idx="4862">
                  <c:v>43699</c:v>
                </c:pt>
                <c:pt idx="4863">
                  <c:v>43700</c:v>
                </c:pt>
                <c:pt idx="4864">
                  <c:v>43703</c:v>
                </c:pt>
                <c:pt idx="4865">
                  <c:v>43704</c:v>
                </c:pt>
                <c:pt idx="4866">
                  <c:v>43705</c:v>
                </c:pt>
                <c:pt idx="4867">
                  <c:v>43706</c:v>
                </c:pt>
                <c:pt idx="4868">
                  <c:v>43707</c:v>
                </c:pt>
                <c:pt idx="4869">
                  <c:v>43710</c:v>
                </c:pt>
                <c:pt idx="4870">
                  <c:v>43711</c:v>
                </c:pt>
                <c:pt idx="4871">
                  <c:v>43712</c:v>
                </c:pt>
                <c:pt idx="4872">
                  <c:v>43713</c:v>
                </c:pt>
                <c:pt idx="4873">
                  <c:v>43714</c:v>
                </c:pt>
                <c:pt idx="4874">
                  <c:v>43717</c:v>
                </c:pt>
                <c:pt idx="4875">
                  <c:v>43718</c:v>
                </c:pt>
                <c:pt idx="4876">
                  <c:v>43719</c:v>
                </c:pt>
                <c:pt idx="4877">
                  <c:v>43720</c:v>
                </c:pt>
                <c:pt idx="4878">
                  <c:v>43721</c:v>
                </c:pt>
                <c:pt idx="4879">
                  <c:v>43724</c:v>
                </c:pt>
                <c:pt idx="4880">
                  <c:v>43725</c:v>
                </c:pt>
                <c:pt idx="4881">
                  <c:v>43726</c:v>
                </c:pt>
                <c:pt idx="4882">
                  <c:v>43727</c:v>
                </c:pt>
                <c:pt idx="4883">
                  <c:v>43728</c:v>
                </c:pt>
                <c:pt idx="4884">
                  <c:v>43731</c:v>
                </c:pt>
                <c:pt idx="4885">
                  <c:v>43732</c:v>
                </c:pt>
                <c:pt idx="4886">
                  <c:v>43733</c:v>
                </c:pt>
                <c:pt idx="4887">
                  <c:v>43734</c:v>
                </c:pt>
                <c:pt idx="4888">
                  <c:v>43735</c:v>
                </c:pt>
                <c:pt idx="4889">
                  <c:v>43738</c:v>
                </c:pt>
                <c:pt idx="4890">
                  <c:v>43739</c:v>
                </c:pt>
                <c:pt idx="4891">
                  <c:v>43740</c:v>
                </c:pt>
                <c:pt idx="4892">
                  <c:v>43741</c:v>
                </c:pt>
                <c:pt idx="4893">
                  <c:v>43742</c:v>
                </c:pt>
                <c:pt idx="4894">
                  <c:v>43745</c:v>
                </c:pt>
                <c:pt idx="4895">
                  <c:v>43746</c:v>
                </c:pt>
                <c:pt idx="4896">
                  <c:v>43747</c:v>
                </c:pt>
                <c:pt idx="4897">
                  <c:v>43748</c:v>
                </c:pt>
                <c:pt idx="4898">
                  <c:v>43749</c:v>
                </c:pt>
                <c:pt idx="4899">
                  <c:v>43752</c:v>
                </c:pt>
                <c:pt idx="4900">
                  <c:v>43753</c:v>
                </c:pt>
                <c:pt idx="4901">
                  <c:v>43754</c:v>
                </c:pt>
                <c:pt idx="4902">
                  <c:v>43755</c:v>
                </c:pt>
                <c:pt idx="4903">
                  <c:v>43756</c:v>
                </c:pt>
                <c:pt idx="4904">
                  <c:v>43759</c:v>
                </c:pt>
                <c:pt idx="4905">
                  <c:v>43760</c:v>
                </c:pt>
                <c:pt idx="4906">
                  <c:v>43761</c:v>
                </c:pt>
                <c:pt idx="4907">
                  <c:v>43762</c:v>
                </c:pt>
                <c:pt idx="4908">
                  <c:v>43763</c:v>
                </c:pt>
                <c:pt idx="4909">
                  <c:v>43766</c:v>
                </c:pt>
                <c:pt idx="4910">
                  <c:v>43767</c:v>
                </c:pt>
                <c:pt idx="4911">
                  <c:v>43768</c:v>
                </c:pt>
                <c:pt idx="4912">
                  <c:v>43769</c:v>
                </c:pt>
                <c:pt idx="4913">
                  <c:v>43770</c:v>
                </c:pt>
                <c:pt idx="4914">
                  <c:v>43773</c:v>
                </c:pt>
                <c:pt idx="4915">
                  <c:v>43774</c:v>
                </c:pt>
                <c:pt idx="4916">
                  <c:v>43775</c:v>
                </c:pt>
                <c:pt idx="4917">
                  <c:v>43776</c:v>
                </c:pt>
                <c:pt idx="4918">
                  <c:v>43777</c:v>
                </c:pt>
                <c:pt idx="4919">
                  <c:v>43780</c:v>
                </c:pt>
                <c:pt idx="4920">
                  <c:v>43781</c:v>
                </c:pt>
                <c:pt idx="4921">
                  <c:v>43782</c:v>
                </c:pt>
                <c:pt idx="4922">
                  <c:v>43783</c:v>
                </c:pt>
                <c:pt idx="4923">
                  <c:v>43784</c:v>
                </c:pt>
                <c:pt idx="4924">
                  <c:v>43787</c:v>
                </c:pt>
                <c:pt idx="4925">
                  <c:v>43788</c:v>
                </c:pt>
                <c:pt idx="4926">
                  <c:v>43789</c:v>
                </c:pt>
                <c:pt idx="4927">
                  <c:v>43790</c:v>
                </c:pt>
                <c:pt idx="4928">
                  <c:v>43791</c:v>
                </c:pt>
                <c:pt idx="4929">
                  <c:v>43794</c:v>
                </c:pt>
                <c:pt idx="4930">
                  <c:v>43795</c:v>
                </c:pt>
                <c:pt idx="4931">
                  <c:v>43796</c:v>
                </c:pt>
                <c:pt idx="4932">
                  <c:v>43797</c:v>
                </c:pt>
                <c:pt idx="4933">
                  <c:v>43798</c:v>
                </c:pt>
                <c:pt idx="4934">
                  <c:v>43801</c:v>
                </c:pt>
                <c:pt idx="4935">
                  <c:v>43802</c:v>
                </c:pt>
                <c:pt idx="4936">
                  <c:v>43803</c:v>
                </c:pt>
                <c:pt idx="4937">
                  <c:v>43804</c:v>
                </c:pt>
                <c:pt idx="4938">
                  <c:v>43805</c:v>
                </c:pt>
                <c:pt idx="4939">
                  <c:v>43808</c:v>
                </c:pt>
                <c:pt idx="4940">
                  <c:v>43809</c:v>
                </c:pt>
                <c:pt idx="4941">
                  <c:v>43810</c:v>
                </c:pt>
                <c:pt idx="4942">
                  <c:v>43811</c:v>
                </c:pt>
                <c:pt idx="4943">
                  <c:v>43812</c:v>
                </c:pt>
                <c:pt idx="4944">
                  <c:v>43815</c:v>
                </c:pt>
                <c:pt idx="4945">
                  <c:v>43816</c:v>
                </c:pt>
                <c:pt idx="4946">
                  <c:v>43817</c:v>
                </c:pt>
                <c:pt idx="4947">
                  <c:v>43818</c:v>
                </c:pt>
                <c:pt idx="4948">
                  <c:v>43819</c:v>
                </c:pt>
                <c:pt idx="4949">
                  <c:v>43822</c:v>
                </c:pt>
                <c:pt idx="4950">
                  <c:v>43823</c:v>
                </c:pt>
                <c:pt idx="4951">
                  <c:v>43824</c:v>
                </c:pt>
                <c:pt idx="4952">
                  <c:v>43825</c:v>
                </c:pt>
                <c:pt idx="4953">
                  <c:v>43826</c:v>
                </c:pt>
                <c:pt idx="4954">
                  <c:v>43829</c:v>
                </c:pt>
                <c:pt idx="4955">
                  <c:v>43830</c:v>
                </c:pt>
                <c:pt idx="4956">
                  <c:v>43831</c:v>
                </c:pt>
                <c:pt idx="4957">
                  <c:v>43832</c:v>
                </c:pt>
                <c:pt idx="4958">
                  <c:v>43833</c:v>
                </c:pt>
                <c:pt idx="4959">
                  <c:v>43836</c:v>
                </c:pt>
                <c:pt idx="4960">
                  <c:v>43837</c:v>
                </c:pt>
                <c:pt idx="4961">
                  <c:v>43838</c:v>
                </c:pt>
                <c:pt idx="4962">
                  <c:v>43839</c:v>
                </c:pt>
                <c:pt idx="4963">
                  <c:v>43840</c:v>
                </c:pt>
                <c:pt idx="4964">
                  <c:v>43843</c:v>
                </c:pt>
                <c:pt idx="4965">
                  <c:v>43844</c:v>
                </c:pt>
                <c:pt idx="4966">
                  <c:v>43845</c:v>
                </c:pt>
                <c:pt idx="4967">
                  <c:v>43846</c:v>
                </c:pt>
                <c:pt idx="4968">
                  <c:v>43847</c:v>
                </c:pt>
                <c:pt idx="4969">
                  <c:v>43850</c:v>
                </c:pt>
                <c:pt idx="4970">
                  <c:v>43851</c:v>
                </c:pt>
                <c:pt idx="4971">
                  <c:v>43852</c:v>
                </c:pt>
                <c:pt idx="4972">
                  <c:v>43853</c:v>
                </c:pt>
                <c:pt idx="4973">
                  <c:v>43854</c:v>
                </c:pt>
                <c:pt idx="4974">
                  <c:v>43857</c:v>
                </c:pt>
                <c:pt idx="4975">
                  <c:v>43858</c:v>
                </c:pt>
                <c:pt idx="4976">
                  <c:v>43859</c:v>
                </c:pt>
                <c:pt idx="4977">
                  <c:v>43860</c:v>
                </c:pt>
                <c:pt idx="4978">
                  <c:v>43861</c:v>
                </c:pt>
                <c:pt idx="4979">
                  <c:v>43864</c:v>
                </c:pt>
                <c:pt idx="4980">
                  <c:v>43865</c:v>
                </c:pt>
                <c:pt idx="4981">
                  <c:v>43866</c:v>
                </c:pt>
                <c:pt idx="4982">
                  <c:v>43867</c:v>
                </c:pt>
                <c:pt idx="4983">
                  <c:v>43868</c:v>
                </c:pt>
                <c:pt idx="4984">
                  <c:v>43871</c:v>
                </c:pt>
                <c:pt idx="4985">
                  <c:v>43872</c:v>
                </c:pt>
                <c:pt idx="4986">
                  <c:v>43873</c:v>
                </c:pt>
                <c:pt idx="4987">
                  <c:v>43874</c:v>
                </c:pt>
                <c:pt idx="4988">
                  <c:v>43875</c:v>
                </c:pt>
                <c:pt idx="4989">
                  <c:v>43878</c:v>
                </c:pt>
                <c:pt idx="4990">
                  <c:v>43879</c:v>
                </c:pt>
                <c:pt idx="4991">
                  <c:v>43880</c:v>
                </c:pt>
                <c:pt idx="4992">
                  <c:v>43881</c:v>
                </c:pt>
                <c:pt idx="4993">
                  <c:v>43882</c:v>
                </c:pt>
                <c:pt idx="4994">
                  <c:v>43885</c:v>
                </c:pt>
                <c:pt idx="4995">
                  <c:v>43886</c:v>
                </c:pt>
                <c:pt idx="4996">
                  <c:v>43887</c:v>
                </c:pt>
                <c:pt idx="4997">
                  <c:v>43888</c:v>
                </c:pt>
                <c:pt idx="4998">
                  <c:v>43889</c:v>
                </c:pt>
                <c:pt idx="4999">
                  <c:v>43892</c:v>
                </c:pt>
                <c:pt idx="5000">
                  <c:v>43893</c:v>
                </c:pt>
                <c:pt idx="5001">
                  <c:v>43894</c:v>
                </c:pt>
                <c:pt idx="5002">
                  <c:v>43895</c:v>
                </c:pt>
                <c:pt idx="5003">
                  <c:v>43896</c:v>
                </c:pt>
                <c:pt idx="5004">
                  <c:v>43899</c:v>
                </c:pt>
                <c:pt idx="5005">
                  <c:v>43900</c:v>
                </c:pt>
                <c:pt idx="5006">
                  <c:v>43901</c:v>
                </c:pt>
                <c:pt idx="5007">
                  <c:v>43902</c:v>
                </c:pt>
                <c:pt idx="5008">
                  <c:v>43903</c:v>
                </c:pt>
                <c:pt idx="5009">
                  <c:v>43906</c:v>
                </c:pt>
                <c:pt idx="5010">
                  <c:v>43907</c:v>
                </c:pt>
                <c:pt idx="5011">
                  <c:v>43908</c:v>
                </c:pt>
                <c:pt idx="5012">
                  <c:v>43909</c:v>
                </c:pt>
                <c:pt idx="5013">
                  <c:v>43910</c:v>
                </c:pt>
                <c:pt idx="5014">
                  <c:v>43913</c:v>
                </c:pt>
                <c:pt idx="5015">
                  <c:v>43914</c:v>
                </c:pt>
                <c:pt idx="5016">
                  <c:v>43915</c:v>
                </c:pt>
                <c:pt idx="5017">
                  <c:v>43916</c:v>
                </c:pt>
                <c:pt idx="5018">
                  <c:v>43917</c:v>
                </c:pt>
                <c:pt idx="5019">
                  <c:v>43920</c:v>
                </c:pt>
                <c:pt idx="5020">
                  <c:v>43921</c:v>
                </c:pt>
                <c:pt idx="5021">
                  <c:v>43922</c:v>
                </c:pt>
                <c:pt idx="5022">
                  <c:v>43923</c:v>
                </c:pt>
                <c:pt idx="5023">
                  <c:v>43924</c:v>
                </c:pt>
                <c:pt idx="5024">
                  <c:v>43927</c:v>
                </c:pt>
                <c:pt idx="5025">
                  <c:v>43928</c:v>
                </c:pt>
                <c:pt idx="5026">
                  <c:v>43929</c:v>
                </c:pt>
                <c:pt idx="5027">
                  <c:v>43930</c:v>
                </c:pt>
                <c:pt idx="5028">
                  <c:v>43931</c:v>
                </c:pt>
                <c:pt idx="5029">
                  <c:v>43934</c:v>
                </c:pt>
                <c:pt idx="5030">
                  <c:v>43935</c:v>
                </c:pt>
                <c:pt idx="5031">
                  <c:v>43936</c:v>
                </c:pt>
                <c:pt idx="5032">
                  <c:v>43937</c:v>
                </c:pt>
                <c:pt idx="5033">
                  <c:v>43938</c:v>
                </c:pt>
                <c:pt idx="5034">
                  <c:v>43941</c:v>
                </c:pt>
                <c:pt idx="5035">
                  <c:v>43942</c:v>
                </c:pt>
                <c:pt idx="5036">
                  <c:v>43943</c:v>
                </c:pt>
                <c:pt idx="5037">
                  <c:v>43944</c:v>
                </c:pt>
                <c:pt idx="5038">
                  <c:v>43945</c:v>
                </c:pt>
                <c:pt idx="5039">
                  <c:v>43948</c:v>
                </c:pt>
                <c:pt idx="5040">
                  <c:v>43949</c:v>
                </c:pt>
                <c:pt idx="5041">
                  <c:v>43950</c:v>
                </c:pt>
                <c:pt idx="5042">
                  <c:v>43951</c:v>
                </c:pt>
                <c:pt idx="5043">
                  <c:v>43952</c:v>
                </c:pt>
                <c:pt idx="5044">
                  <c:v>43955</c:v>
                </c:pt>
                <c:pt idx="5045">
                  <c:v>43956</c:v>
                </c:pt>
                <c:pt idx="5046">
                  <c:v>43957</c:v>
                </c:pt>
                <c:pt idx="5047">
                  <c:v>43958</c:v>
                </c:pt>
                <c:pt idx="5048">
                  <c:v>43959</c:v>
                </c:pt>
                <c:pt idx="5049">
                  <c:v>43962</c:v>
                </c:pt>
                <c:pt idx="5050">
                  <c:v>43963</c:v>
                </c:pt>
                <c:pt idx="5051">
                  <c:v>43964</c:v>
                </c:pt>
                <c:pt idx="5052">
                  <c:v>43965</c:v>
                </c:pt>
                <c:pt idx="5053">
                  <c:v>43966</c:v>
                </c:pt>
                <c:pt idx="5054">
                  <c:v>43969</c:v>
                </c:pt>
                <c:pt idx="5055">
                  <c:v>43970</c:v>
                </c:pt>
                <c:pt idx="5056">
                  <c:v>43971</c:v>
                </c:pt>
                <c:pt idx="5057">
                  <c:v>43972</c:v>
                </c:pt>
                <c:pt idx="5058">
                  <c:v>43973</c:v>
                </c:pt>
                <c:pt idx="5059">
                  <c:v>43976</c:v>
                </c:pt>
                <c:pt idx="5060">
                  <c:v>43977</c:v>
                </c:pt>
                <c:pt idx="5061">
                  <c:v>43978</c:v>
                </c:pt>
                <c:pt idx="5062">
                  <c:v>43979</c:v>
                </c:pt>
                <c:pt idx="5063">
                  <c:v>43980</c:v>
                </c:pt>
                <c:pt idx="5064">
                  <c:v>43983</c:v>
                </c:pt>
                <c:pt idx="5065">
                  <c:v>43984</c:v>
                </c:pt>
                <c:pt idx="5066">
                  <c:v>43985</c:v>
                </c:pt>
                <c:pt idx="5067">
                  <c:v>43986</c:v>
                </c:pt>
                <c:pt idx="5068">
                  <c:v>43987</c:v>
                </c:pt>
                <c:pt idx="5069">
                  <c:v>43990</c:v>
                </c:pt>
                <c:pt idx="5070">
                  <c:v>43991</c:v>
                </c:pt>
                <c:pt idx="5071">
                  <c:v>43992</c:v>
                </c:pt>
                <c:pt idx="5072">
                  <c:v>43993</c:v>
                </c:pt>
                <c:pt idx="5073">
                  <c:v>43994</c:v>
                </c:pt>
                <c:pt idx="5074">
                  <c:v>43997</c:v>
                </c:pt>
                <c:pt idx="5075">
                  <c:v>43998</c:v>
                </c:pt>
                <c:pt idx="5076">
                  <c:v>43999</c:v>
                </c:pt>
                <c:pt idx="5077">
                  <c:v>44000</c:v>
                </c:pt>
                <c:pt idx="5078">
                  <c:v>44001</c:v>
                </c:pt>
                <c:pt idx="5079">
                  <c:v>44004</c:v>
                </c:pt>
                <c:pt idx="5080">
                  <c:v>44005</c:v>
                </c:pt>
                <c:pt idx="5081">
                  <c:v>44006</c:v>
                </c:pt>
                <c:pt idx="5082">
                  <c:v>44007</c:v>
                </c:pt>
                <c:pt idx="5083">
                  <c:v>44008</c:v>
                </c:pt>
                <c:pt idx="5084">
                  <c:v>44011</c:v>
                </c:pt>
                <c:pt idx="5085">
                  <c:v>44012</c:v>
                </c:pt>
                <c:pt idx="5086">
                  <c:v>44013</c:v>
                </c:pt>
                <c:pt idx="5087">
                  <c:v>44014</c:v>
                </c:pt>
                <c:pt idx="5088">
                  <c:v>44015</c:v>
                </c:pt>
                <c:pt idx="5089">
                  <c:v>44018</c:v>
                </c:pt>
                <c:pt idx="5090">
                  <c:v>44019</c:v>
                </c:pt>
                <c:pt idx="5091">
                  <c:v>44020</c:v>
                </c:pt>
                <c:pt idx="5092">
                  <c:v>44021</c:v>
                </c:pt>
                <c:pt idx="5093">
                  <c:v>44022</c:v>
                </c:pt>
                <c:pt idx="5094">
                  <c:v>44025</c:v>
                </c:pt>
                <c:pt idx="5095">
                  <c:v>44026</c:v>
                </c:pt>
                <c:pt idx="5096">
                  <c:v>44027</c:v>
                </c:pt>
                <c:pt idx="5097">
                  <c:v>44028</c:v>
                </c:pt>
                <c:pt idx="5098">
                  <c:v>44029</c:v>
                </c:pt>
                <c:pt idx="5099">
                  <c:v>44032</c:v>
                </c:pt>
                <c:pt idx="5100">
                  <c:v>44033</c:v>
                </c:pt>
                <c:pt idx="5101">
                  <c:v>44034</c:v>
                </c:pt>
                <c:pt idx="5102">
                  <c:v>44035</c:v>
                </c:pt>
                <c:pt idx="5103">
                  <c:v>44036</c:v>
                </c:pt>
                <c:pt idx="5104">
                  <c:v>44039</c:v>
                </c:pt>
                <c:pt idx="5105">
                  <c:v>44040</c:v>
                </c:pt>
                <c:pt idx="5106">
                  <c:v>44041</c:v>
                </c:pt>
                <c:pt idx="5107">
                  <c:v>44042</c:v>
                </c:pt>
                <c:pt idx="5108">
                  <c:v>44043</c:v>
                </c:pt>
                <c:pt idx="5109">
                  <c:v>44046</c:v>
                </c:pt>
                <c:pt idx="5110">
                  <c:v>44047</c:v>
                </c:pt>
                <c:pt idx="5111">
                  <c:v>44048</c:v>
                </c:pt>
                <c:pt idx="5112">
                  <c:v>44049</c:v>
                </c:pt>
                <c:pt idx="5113">
                  <c:v>44050</c:v>
                </c:pt>
                <c:pt idx="5114">
                  <c:v>44053</c:v>
                </c:pt>
                <c:pt idx="5115">
                  <c:v>44054</c:v>
                </c:pt>
                <c:pt idx="5116">
                  <c:v>44055</c:v>
                </c:pt>
                <c:pt idx="5117">
                  <c:v>44056</c:v>
                </c:pt>
                <c:pt idx="5118">
                  <c:v>44057</c:v>
                </c:pt>
                <c:pt idx="5119">
                  <c:v>44060</c:v>
                </c:pt>
                <c:pt idx="5120">
                  <c:v>44061</c:v>
                </c:pt>
                <c:pt idx="5121">
                  <c:v>44062</c:v>
                </c:pt>
                <c:pt idx="5122">
                  <c:v>44063</c:v>
                </c:pt>
                <c:pt idx="5123">
                  <c:v>44064</c:v>
                </c:pt>
                <c:pt idx="5124">
                  <c:v>44067</c:v>
                </c:pt>
                <c:pt idx="5125">
                  <c:v>44068</c:v>
                </c:pt>
                <c:pt idx="5126">
                  <c:v>44069</c:v>
                </c:pt>
                <c:pt idx="5127">
                  <c:v>44070</c:v>
                </c:pt>
                <c:pt idx="5128">
                  <c:v>44071</c:v>
                </c:pt>
                <c:pt idx="5129">
                  <c:v>44074</c:v>
                </c:pt>
                <c:pt idx="5130">
                  <c:v>44075</c:v>
                </c:pt>
                <c:pt idx="5131">
                  <c:v>44076</c:v>
                </c:pt>
                <c:pt idx="5132">
                  <c:v>44077</c:v>
                </c:pt>
                <c:pt idx="5133">
                  <c:v>44078</c:v>
                </c:pt>
                <c:pt idx="5134">
                  <c:v>44081</c:v>
                </c:pt>
                <c:pt idx="5135">
                  <c:v>44082</c:v>
                </c:pt>
                <c:pt idx="5136">
                  <c:v>44083</c:v>
                </c:pt>
                <c:pt idx="5137">
                  <c:v>44084</c:v>
                </c:pt>
                <c:pt idx="5138">
                  <c:v>44085</c:v>
                </c:pt>
                <c:pt idx="5139">
                  <c:v>44088</c:v>
                </c:pt>
                <c:pt idx="5140">
                  <c:v>44089</c:v>
                </c:pt>
                <c:pt idx="5141">
                  <c:v>44090</c:v>
                </c:pt>
                <c:pt idx="5142">
                  <c:v>44091</c:v>
                </c:pt>
                <c:pt idx="5143">
                  <c:v>44092</c:v>
                </c:pt>
                <c:pt idx="5144">
                  <c:v>44095</c:v>
                </c:pt>
                <c:pt idx="5145">
                  <c:v>44096</c:v>
                </c:pt>
                <c:pt idx="5146">
                  <c:v>44097</c:v>
                </c:pt>
                <c:pt idx="5147">
                  <c:v>44098</c:v>
                </c:pt>
                <c:pt idx="5148">
                  <c:v>44099</c:v>
                </c:pt>
                <c:pt idx="5149">
                  <c:v>44102</c:v>
                </c:pt>
                <c:pt idx="5150">
                  <c:v>44103</c:v>
                </c:pt>
                <c:pt idx="5151">
                  <c:v>44104</c:v>
                </c:pt>
                <c:pt idx="5152">
                  <c:v>44105</c:v>
                </c:pt>
                <c:pt idx="5153">
                  <c:v>44106</c:v>
                </c:pt>
                <c:pt idx="5154">
                  <c:v>44109</c:v>
                </c:pt>
                <c:pt idx="5155">
                  <c:v>44110</c:v>
                </c:pt>
                <c:pt idx="5156">
                  <c:v>44111</c:v>
                </c:pt>
                <c:pt idx="5157">
                  <c:v>44112</c:v>
                </c:pt>
                <c:pt idx="5158">
                  <c:v>44113</c:v>
                </c:pt>
                <c:pt idx="5159">
                  <c:v>44116</c:v>
                </c:pt>
                <c:pt idx="5160">
                  <c:v>44117</c:v>
                </c:pt>
                <c:pt idx="5161">
                  <c:v>44118</c:v>
                </c:pt>
                <c:pt idx="5162">
                  <c:v>44119</c:v>
                </c:pt>
                <c:pt idx="5163">
                  <c:v>44120</c:v>
                </c:pt>
                <c:pt idx="5164">
                  <c:v>44123</c:v>
                </c:pt>
                <c:pt idx="5165">
                  <c:v>44124</c:v>
                </c:pt>
                <c:pt idx="5166">
                  <c:v>44125</c:v>
                </c:pt>
                <c:pt idx="5167">
                  <c:v>44126</c:v>
                </c:pt>
                <c:pt idx="5168">
                  <c:v>44127</c:v>
                </c:pt>
                <c:pt idx="5169">
                  <c:v>44130</c:v>
                </c:pt>
                <c:pt idx="5170">
                  <c:v>44131</c:v>
                </c:pt>
                <c:pt idx="5171">
                  <c:v>44132</c:v>
                </c:pt>
                <c:pt idx="5172">
                  <c:v>44133</c:v>
                </c:pt>
                <c:pt idx="5173">
                  <c:v>44134</c:v>
                </c:pt>
                <c:pt idx="5174">
                  <c:v>44137</c:v>
                </c:pt>
                <c:pt idx="5175">
                  <c:v>44138</c:v>
                </c:pt>
                <c:pt idx="5176">
                  <c:v>44139</c:v>
                </c:pt>
                <c:pt idx="5177">
                  <c:v>44140</c:v>
                </c:pt>
                <c:pt idx="5178">
                  <c:v>44141</c:v>
                </c:pt>
                <c:pt idx="5179">
                  <c:v>44144</c:v>
                </c:pt>
                <c:pt idx="5180">
                  <c:v>44145</c:v>
                </c:pt>
                <c:pt idx="5181">
                  <c:v>44146</c:v>
                </c:pt>
                <c:pt idx="5182">
                  <c:v>44147</c:v>
                </c:pt>
                <c:pt idx="5183">
                  <c:v>44148</c:v>
                </c:pt>
                <c:pt idx="5184">
                  <c:v>44151</c:v>
                </c:pt>
                <c:pt idx="5185">
                  <c:v>44152</c:v>
                </c:pt>
                <c:pt idx="5186">
                  <c:v>44153</c:v>
                </c:pt>
                <c:pt idx="5187">
                  <c:v>44154</c:v>
                </c:pt>
                <c:pt idx="5188">
                  <c:v>44155</c:v>
                </c:pt>
                <c:pt idx="5189">
                  <c:v>44158</c:v>
                </c:pt>
                <c:pt idx="5190">
                  <c:v>44159</c:v>
                </c:pt>
                <c:pt idx="5191">
                  <c:v>44160</c:v>
                </c:pt>
                <c:pt idx="5192">
                  <c:v>44161</c:v>
                </c:pt>
                <c:pt idx="5193">
                  <c:v>44162</c:v>
                </c:pt>
                <c:pt idx="5194">
                  <c:v>44165</c:v>
                </c:pt>
                <c:pt idx="5195">
                  <c:v>44166</c:v>
                </c:pt>
                <c:pt idx="5196">
                  <c:v>44167</c:v>
                </c:pt>
                <c:pt idx="5197">
                  <c:v>44168</c:v>
                </c:pt>
                <c:pt idx="5198">
                  <c:v>44169</c:v>
                </c:pt>
                <c:pt idx="5199">
                  <c:v>44172</c:v>
                </c:pt>
                <c:pt idx="5200">
                  <c:v>44173</c:v>
                </c:pt>
                <c:pt idx="5201">
                  <c:v>44174</c:v>
                </c:pt>
                <c:pt idx="5202">
                  <c:v>44175</c:v>
                </c:pt>
                <c:pt idx="5203">
                  <c:v>44176</c:v>
                </c:pt>
                <c:pt idx="5204">
                  <c:v>44179</c:v>
                </c:pt>
                <c:pt idx="5205">
                  <c:v>44180</c:v>
                </c:pt>
                <c:pt idx="5206">
                  <c:v>44181</c:v>
                </c:pt>
                <c:pt idx="5207">
                  <c:v>44182</c:v>
                </c:pt>
                <c:pt idx="5208">
                  <c:v>44183</c:v>
                </c:pt>
                <c:pt idx="5209">
                  <c:v>44186</c:v>
                </c:pt>
                <c:pt idx="5210">
                  <c:v>44187</c:v>
                </c:pt>
                <c:pt idx="5211">
                  <c:v>44188</c:v>
                </c:pt>
                <c:pt idx="5212">
                  <c:v>44189</c:v>
                </c:pt>
                <c:pt idx="5213">
                  <c:v>44190</c:v>
                </c:pt>
                <c:pt idx="5214">
                  <c:v>44193</c:v>
                </c:pt>
                <c:pt idx="5215">
                  <c:v>44194</c:v>
                </c:pt>
                <c:pt idx="5216">
                  <c:v>44195</c:v>
                </c:pt>
                <c:pt idx="5217">
                  <c:v>44196</c:v>
                </c:pt>
                <c:pt idx="5218">
                  <c:v>44197</c:v>
                </c:pt>
                <c:pt idx="5219">
                  <c:v>44200</c:v>
                </c:pt>
                <c:pt idx="5220">
                  <c:v>44201</c:v>
                </c:pt>
                <c:pt idx="5221">
                  <c:v>44202</c:v>
                </c:pt>
                <c:pt idx="5222">
                  <c:v>44203</c:v>
                </c:pt>
                <c:pt idx="5223">
                  <c:v>44204</c:v>
                </c:pt>
                <c:pt idx="5224">
                  <c:v>44207</c:v>
                </c:pt>
                <c:pt idx="5225">
                  <c:v>44208</c:v>
                </c:pt>
                <c:pt idx="5226">
                  <c:v>44209</c:v>
                </c:pt>
                <c:pt idx="5227">
                  <c:v>44210</c:v>
                </c:pt>
                <c:pt idx="5228">
                  <c:v>44211</c:v>
                </c:pt>
                <c:pt idx="5229">
                  <c:v>44214</c:v>
                </c:pt>
                <c:pt idx="5230">
                  <c:v>44215</c:v>
                </c:pt>
                <c:pt idx="5231">
                  <c:v>44216</c:v>
                </c:pt>
                <c:pt idx="5232">
                  <c:v>44217</c:v>
                </c:pt>
                <c:pt idx="5233">
                  <c:v>44218</c:v>
                </c:pt>
                <c:pt idx="5234">
                  <c:v>44221</c:v>
                </c:pt>
                <c:pt idx="5235">
                  <c:v>44222</c:v>
                </c:pt>
                <c:pt idx="5236">
                  <c:v>44223</c:v>
                </c:pt>
                <c:pt idx="5237">
                  <c:v>44224</c:v>
                </c:pt>
                <c:pt idx="5238">
                  <c:v>44225</c:v>
                </c:pt>
                <c:pt idx="5239">
                  <c:v>44228</c:v>
                </c:pt>
                <c:pt idx="5240">
                  <c:v>44229</c:v>
                </c:pt>
                <c:pt idx="5241">
                  <c:v>44230</c:v>
                </c:pt>
                <c:pt idx="5242">
                  <c:v>44231</c:v>
                </c:pt>
                <c:pt idx="5243">
                  <c:v>44232</c:v>
                </c:pt>
                <c:pt idx="5244">
                  <c:v>44235</c:v>
                </c:pt>
                <c:pt idx="5245">
                  <c:v>44236</c:v>
                </c:pt>
                <c:pt idx="5246">
                  <c:v>44237</c:v>
                </c:pt>
                <c:pt idx="5247">
                  <c:v>44238</c:v>
                </c:pt>
                <c:pt idx="5248">
                  <c:v>44239</c:v>
                </c:pt>
                <c:pt idx="5249">
                  <c:v>44242</c:v>
                </c:pt>
                <c:pt idx="5250">
                  <c:v>44243</c:v>
                </c:pt>
                <c:pt idx="5251">
                  <c:v>44244</c:v>
                </c:pt>
                <c:pt idx="5252">
                  <c:v>44245</c:v>
                </c:pt>
                <c:pt idx="5253">
                  <c:v>44246</c:v>
                </c:pt>
                <c:pt idx="5254">
                  <c:v>44249</c:v>
                </c:pt>
                <c:pt idx="5255">
                  <c:v>44250</c:v>
                </c:pt>
                <c:pt idx="5256">
                  <c:v>44251</c:v>
                </c:pt>
                <c:pt idx="5257">
                  <c:v>44252</c:v>
                </c:pt>
                <c:pt idx="5258">
                  <c:v>44253</c:v>
                </c:pt>
                <c:pt idx="5259">
                  <c:v>44256</c:v>
                </c:pt>
                <c:pt idx="5260">
                  <c:v>44257</c:v>
                </c:pt>
                <c:pt idx="5261">
                  <c:v>44258</c:v>
                </c:pt>
                <c:pt idx="5262">
                  <c:v>44259</c:v>
                </c:pt>
                <c:pt idx="5263">
                  <c:v>44260</c:v>
                </c:pt>
                <c:pt idx="5264">
                  <c:v>44263</c:v>
                </c:pt>
                <c:pt idx="5265">
                  <c:v>44264</c:v>
                </c:pt>
                <c:pt idx="5266">
                  <c:v>44265</c:v>
                </c:pt>
                <c:pt idx="5267">
                  <c:v>44266</c:v>
                </c:pt>
                <c:pt idx="5268">
                  <c:v>44267</c:v>
                </c:pt>
                <c:pt idx="5269">
                  <c:v>44270</c:v>
                </c:pt>
                <c:pt idx="5270">
                  <c:v>44271</c:v>
                </c:pt>
                <c:pt idx="5271">
                  <c:v>44272</c:v>
                </c:pt>
                <c:pt idx="5272">
                  <c:v>44273</c:v>
                </c:pt>
                <c:pt idx="5273">
                  <c:v>44274</c:v>
                </c:pt>
                <c:pt idx="5274">
                  <c:v>44277</c:v>
                </c:pt>
                <c:pt idx="5275">
                  <c:v>44278</c:v>
                </c:pt>
                <c:pt idx="5276">
                  <c:v>44279</c:v>
                </c:pt>
                <c:pt idx="5277">
                  <c:v>44280</c:v>
                </c:pt>
                <c:pt idx="5278">
                  <c:v>44281</c:v>
                </c:pt>
                <c:pt idx="5279">
                  <c:v>44284</c:v>
                </c:pt>
                <c:pt idx="5280">
                  <c:v>44285</c:v>
                </c:pt>
                <c:pt idx="5281">
                  <c:v>44286</c:v>
                </c:pt>
                <c:pt idx="5282">
                  <c:v>44287</c:v>
                </c:pt>
                <c:pt idx="5283">
                  <c:v>44288</c:v>
                </c:pt>
                <c:pt idx="5284">
                  <c:v>44291</c:v>
                </c:pt>
                <c:pt idx="5285">
                  <c:v>44292</c:v>
                </c:pt>
                <c:pt idx="5286">
                  <c:v>44293</c:v>
                </c:pt>
                <c:pt idx="5287">
                  <c:v>44294</c:v>
                </c:pt>
                <c:pt idx="5288">
                  <c:v>44295</c:v>
                </c:pt>
                <c:pt idx="5289">
                  <c:v>44298</c:v>
                </c:pt>
                <c:pt idx="5290">
                  <c:v>44299</c:v>
                </c:pt>
                <c:pt idx="5291">
                  <c:v>44300</c:v>
                </c:pt>
                <c:pt idx="5292">
                  <c:v>44301</c:v>
                </c:pt>
                <c:pt idx="5293">
                  <c:v>44302</c:v>
                </c:pt>
                <c:pt idx="5294">
                  <c:v>44305</c:v>
                </c:pt>
                <c:pt idx="5295">
                  <c:v>44306</c:v>
                </c:pt>
                <c:pt idx="5296">
                  <c:v>44307</c:v>
                </c:pt>
                <c:pt idx="5297">
                  <c:v>44308</c:v>
                </c:pt>
                <c:pt idx="5298">
                  <c:v>44309</c:v>
                </c:pt>
                <c:pt idx="5299">
                  <c:v>44312</c:v>
                </c:pt>
                <c:pt idx="5300">
                  <c:v>44313</c:v>
                </c:pt>
                <c:pt idx="5301">
                  <c:v>44314</c:v>
                </c:pt>
                <c:pt idx="5302">
                  <c:v>44315</c:v>
                </c:pt>
                <c:pt idx="5303">
                  <c:v>44316</c:v>
                </c:pt>
                <c:pt idx="5304">
                  <c:v>44319</c:v>
                </c:pt>
                <c:pt idx="5305">
                  <c:v>44320</c:v>
                </c:pt>
                <c:pt idx="5306">
                  <c:v>44321</c:v>
                </c:pt>
                <c:pt idx="5307">
                  <c:v>44322</c:v>
                </c:pt>
                <c:pt idx="5308">
                  <c:v>44323</c:v>
                </c:pt>
                <c:pt idx="5309">
                  <c:v>44326</c:v>
                </c:pt>
                <c:pt idx="5310">
                  <c:v>44327</c:v>
                </c:pt>
                <c:pt idx="5311">
                  <c:v>44328</c:v>
                </c:pt>
                <c:pt idx="5312">
                  <c:v>44329</c:v>
                </c:pt>
                <c:pt idx="5313">
                  <c:v>44330</c:v>
                </c:pt>
                <c:pt idx="5314">
                  <c:v>44333</c:v>
                </c:pt>
                <c:pt idx="5315">
                  <c:v>44334</c:v>
                </c:pt>
                <c:pt idx="5316">
                  <c:v>44335</c:v>
                </c:pt>
                <c:pt idx="5317">
                  <c:v>44336</c:v>
                </c:pt>
                <c:pt idx="5318">
                  <c:v>44337</c:v>
                </c:pt>
                <c:pt idx="5319">
                  <c:v>44340</c:v>
                </c:pt>
                <c:pt idx="5320">
                  <c:v>44341</c:v>
                </c:pt>
                <c:pt idx="5321">
                  <c:v>44342</c:v>
                </c:pt>
                <c:pt idx="5322">
                  <c:v>44343</c:v>
                </c:pt>
                <c:pt idx="5323">
                  <c:v>44344</c:v>
                </c:pt>
                <c:pt idx="5324">
                  <c:v>44347</c:v>
                </c:pt>
                <c:pt idx="5325">
                  <c:v>44348</c:v>
                </c:pt>
                <c:pt idx="5326">
                  <c:v>44349</c:v>
                </c:pt>
                <c:pt idx="5327">
                  <c:v>44350</c:v>
                </c:pt>
                <c:pt idx="5328">
                  <c:v>44351</c:v>
                </c:pt>
                <c:pt idx="5329">
                  <c:v>44354</c:v>
                </c:pt>
                <c:pt idx="5330">
                  <c:v>44355</c:v>
                </c:pt>
                <c:pt idx="5331">
                  <c:v>44356</c:v>
                </c:pt>
                <c:pt idx="5332">
                  <c:v>44357</c:v>
                </c:pt>
                <c:pt idx="5333">
                  <c:v>44358</c:v>
                </c:pt>
                <c:pt idx="5334">
                  <c:v>44361</c:v>
                </c:pt>
                <c:pt idx="5335">
                  <c:v>44362</c:v>
                </c:pt>
                <c:pt idx="5336">
                  <c:v>44363</c:v>
                </c:pt>
                <c:pt idx="5337">
                  <c:v>44364</c:v>
                </c:pt>
                <c:pt idx="5338">
                  <c:v>44365</c:v>
                </c:pt>
                <c:pt idx="5339">
                  <c:v>44368</c:v>
                </c:pt>
                <c:pt idx="5340">
                  <c:v>44369</c:v>
                </c:pt>
                <c:pt idx="5341">
                  <c:v>44370</c:v>
                </c:pt>
                <c:pt idx="5342">
                  <c:v>44371</c:v>
                </c:pt>
                <c:pt idx="5343">
                  <c:v>44372</c:v>
                </c:pt>
                <c:pt idx="5344">
                  <c:v>44375</c:v>
                </c:pt>
                <c:pt idx="5345">
                  <c:v>44376</c:v>
                </c:pt>
                <c:pt idx="5346">
                  <c:v>44377</c:v>
                </c:pt>
                <c:pt idx="5347">
                  <c:v>44378</c:v>
                </c:pt>
                <c:pt idx="5348">
                  <c:v>44379</c:v>
                </c:pt>
                <c:pt idx="5349">
                  <c:v>44382</c:v>
                </c:pt>
                <c:pt idx="5350">
                  <c:v>44383</c:v>
                </c:pt>
                <c:pt idx="5351">
                  <c:v>44384</c:v>
                </c:pt>
                <c:pt idx="5352">
                  <c:v>44385</c:v>
                </c:pt>
                <c:pt idx="5353">
                  <c:v>44386</c:v>
                </c:pt>
                <c:pt idx="5354">
                  <c:v>44389</c:v>
                </c:pt>
                <c:pt idx="5355">
                  <c:v>44390</c:v>
                </c:pt>
                <c:pt idx="5356">
                  <c:v>44391</c:v>
                </c:pt>
                <c:pt idx="5357">
                  <c:v>44392</c:v>
                </c:pt>
                <c:pt idx="5358">
                  <c:v>44393</c:v>
                </c:pt>
                <c:pt idx="5359">
                  <c:v>44396</c:v>
                </c:pt>
                <c:pt idx="5360">
                  <c:v>44397</c:v>
                </c:pt>
                <c:pt idx="5361">
                  <c:v>44398</c:v>
                </c:pt>
                <c:pt idx="5362">
                  <c:v>44399</c:v>
                </c:pt>
                <c:pt idx="5363">
                  <c:v>44400</c:v>
                </c:pt>
                <c:pt idx="5364">
                  <c:v>44403</c:v>
                </c:pt>
                <c:pt idx="5365">
                  <c:v>44404</c:v>
                </c:pt>
                <c:pt idx="5366">
                  <c:v>44405</c:v>
                </c:pt>
                <c:pt idx="5367">
                  <c:v>44406</c:v>
                </c:pt>
                <c:pt idx="5368">
                  <c:v>44407</c:v>
                </c:pt>
                <c:pt idx="5369">
                  <c:v>44410</c:v>
                </c:pt>
                <c:pt idx="5370">
                  <c:v>44411</c:v>
                </c:pt>
                <c:pt idx="5371">
                  <c:v>44412</c:v>
                </c:pt>
                <c:pt idx="5372">
                  <c:v>44413</c:v>
                </c:pt>
                <c:pt idx="5373">
                  <c:v>44414</c:v>
                </c:pt>
                <c:pt idx="5374">
                  <c:v>44417</c:v>
                </c:pt>
                <c:pt idx="5375">
                  <c:v>44418</c:v>
                </c:pt>
                <c:pt idx="5376">
                  <c:v>44419</c:v>
                </c:pt>
                <c:pt idx="5377">
                  <c:v>44420</c:v>
                </c:pt>
                <c:pt idx="5378">
                  <c:v>44421</c:v>
                </c:pt>
                <c:pt idx="5379">
                  <c:v>44424</c:v>
                </c:pt>
                <c:pt idx="5380">
                  <c:v>44425</c:v>
                </c:pt>
                <c:pt idx="5381">
                  <c:v>44426</c:v>
                </c:pt>
                <c:pt idx="5382">
                  <c:v>44427</c:v>
                </c:pt>
                <c:pt idx="5383">
                  <c:v>44428</c:v>
                </c:pt>
                <c:pt idx="5384">
                  <c:v>44431</c:v>
                </c:pt>
                <c:pt idx="5385">
                  <c:v>44432</c:v>
                </c:pt>
                <c:pt idx="5386">
                  <c:v>44433</c:v>
                </c:pt>
                <c:pt idx="5387">
                  <c:v>44434</c:v>
                </c:pt>
                <c:pt idx="5388">
                  <c:v>44435</c:v>
                </c:pt>
                <c:pt idx="5389">
                  <c:v>44438</c:v>
                </c:pt>
                <c:pt idx="5390">
                  <c:v>44439</c:v>
                </c:pt>
                <c:pt idx="5391">
                  <c:v>44440</c:v>
                </c:pt>
                <c:pt idx="5392">
                  <c:v>44441</c:v>
                </c:pt>
                <c:pt idx="5393">
                  <c:v>44442</c:v>
                </c:pt>
                <c:pt idx="5394">
                  <c:v>44445</c:v>
                </c:pt>
                <c:pt idx="5395">
                  <c:v>44446</c:v>
                </c:pt>
                <c:pt idx="5396">
                  <c:v>44447</c:v>
                </c:pt>
                <c:pt idx="5397">
                  <c:v>44448</c:v>
                </c:pt>
                <c:pt idx="5398">
                  <c:v>44449</c:v>
                </c:pt>
                <c:pt idx="5399">
                  <c:v>44452</c:v>
                </c:pt>
                <c:pt idx="5400">
                  <c:v>44453</c:v>
                </c:pt>
                <c:pt idx="5401">
                  <c:v>44454</c:v>
                </c:pt>
                <c:pt idx="5402">
                  <c:v>44455</c:v>
                </c:pt>
                <c:pt idx="5403">
                  <c:v>44456</c:v>
                </c:pt>
                <c:pt idx="5404">
                  <c:v>44459</c:v>
                </c:pt>
                <c:pt idx="5405">
                  <c:v>44460</c:v>
                </c:pt>
                <c:pt idx="5406">
                  <c:v>44461</c:v>
                </c:pt>
                <c:pt idx="5407">
                  <c:v>44462</c:v>
                </c:pt>
                <c:pt idx="5408">
                  <c:v>44463</c:v>
                </c:pt>
                <c:pt idx="5409">
                  <c:v>44466</c:v>
                </c:pt>
                <c:pt idx="5410">
                  <c:v>44467</c:v>
                </c:pt>
                <c:pt idx="5411">
                  <c:v>44468</c:v>
                </c:pt>
                <c:pt idx="5412">
                  <c:v>44469</c:v>
                </c:pt>
                <c:pt idx="5413">
                  <c:v>44470</c:v>
                </c:pt>
                <c:pt idx="5414">
                  <c:v>44473</c:v>
                </c:pt>
                <c:pt idx="5415">
                  <c:v>44474</c:v>
                </c:pt>
                <c:pt idx="5416">
                  <c:v>44475</c:v>
                </c:pt>
                <c:pt idx="5417">
                  <c:v>44476</c:v>
                </c:pt>
                <c:pt idx="5418">
                  <c:v>44477</c:v>
                </c:pt>
                <c:pt idx="5419">
                  <c:v>44480</c:v>
                </c:pt>
                <c:pt idx="5420">
                  <c:v>44481</c:v>
                </c:pt>
                <c:pt idx="5421">
                  <c:v>44482</c:v>
                </c:pt>
                <c:pt idx="5422">
                  <c:v>44483</c:v>
                </c:pt>
                <c:pt idx="5423">
                  <c:v>44484</c:v>
                </c:pt>
                <c:pt idx="5424">
                  <c:v>44487</c:v>
                </c:pt>
                <c:pt idx="5425">
                  <c:v>44488</c:v>
                </c:pt>
                <c:pt idx="5426">
                  <c:v>44489</c:v>
                </c:pt>
                <c:pt idx="5427">
                  <c:v>44490</c:v>
                </c:pt>
                <c:pt idx="5428">
                  <c:v>44491</c:v>
                </c:pt>
                <c:pt idx="5429">
                  <c:v>44494</c:v>
                </c:pt>
                <c:pt idx="5430">
                  <c:v>44495</c:v>
                </c:pt>
                <c:pt idx="5431">
                  <c:v>44496</c:v>
                </c:pt>
                <c:pt idx="5432">
                  <c:v>44497</c:v>
                </c:pt>
                <c:pt idx="5433">
                  <c:v>44498</c:v>
                </c:pt>
                <c:pt idx="5434">
                  <c:v>44501</c:v>
                </c:pt>
                <c:pt idx="5435">
                  <c:v>44502</c:v>
                </c:pt>
                <c:pt idx="5436">
                  <c:v>44503</c:v>
                </c:pt>
                <c:pt idx="5437">
                  <c:v>44504</c:v>
                </c:pt>
                <c:pt idx="5438">
                  <c:v>44505</c:v>
                </c:pt>
                <c:pt idx="5439">
                  <c:v>44508</c:v>
                </c:pt>
                <c:pt idx="5440">
                  <c:v>44509</c:v>
                </c:pt>
                <c:pt idx="5441">
                  <c:v>44510</c:v>
                </c:pt>
                <c:pt idx="5442">
                  <c:v>44511</c:v>
                </c:pt>
                <c:pt idx="5443">
                  <c:v>44512</c:v>
                </c:pt>
                <c:pt idx="5444">
                  <c:v>44515</c:v>
                </c:pt>
                <c:pt idx="5445">
                  <c:v>44516</c:v>
                </c:pt>
                <c:pt idx="5446">
                  <c:v>44517</c:v>
                </c:pt>
                <c:pt idx="5447">
                  <c:v>44518</c:v>
                </c:pt>
                <c:pt idx="5448">
                  <c:v>44519</c:v>
                </c:pt>
                <c:pt idx="5449">
                  <c:v>44522</c:v>
                </c:pt>
                <c:pt idx="5450">
                  <c:v>44523</c:v>
                </c:pt>
                <c:pt idx="5451">
                  <c:v>44524</c:v>
                </c:pt>
                <c:pt idx="5452">
                  <c:v>44525</c:v>
                </c:pt>
                <c:pt idx="5453">
                  <c:v>44526</c:v>
                </c:pt>
                <c:pt idx="5454">
                  <c:v>44529</c:v>
                </c:pt>
                <c:pt idx="5455">
                  <c:v>44530</c:v>
                </c:pt>
                <c:pt idx="5456">
                  <c:v>44531</c:v>
                </c:pt>
                <c:pt idx="5457">
                  <c:v>44532</c:v>
                </c:pt>
                <c:pt idx="5458">
                  <c:v>44533</c:v>
                </c:pt>
                <c:pt idx="5459">
                  <c:v>44536</c:v>
                </c:pt>
                <c:pt idx="5460">
                  <c:v>44537</c:v>
                </c:pt>
                <c:pt idx="5461">
                  <c:v>44538</c:v>
                </c:pt>
                <c:pt idx="5462">
                  <c:v>44539</c:v>
                </c:pt>
                <c:pt idx="5463">
                  <c:v>44540</c:v>
                </c:pt>
                <c:pt idx="5464">
                  <c:v>44543</c:v>
                </c:pt>
                <c:pt idx="5465">
                  <c:v>44544</c:v>
                </c:pt>
                <c:pt idx="5466">
                  <c:v>44545</c:v>
                </c:pt>
                <c:pt idx="5467">
                  <c:v>44546</c:v>
                </c:pt>
                <c:pt idx="5468">
                  <c:v>44547</c:v>
                </c:pt>
                <c:pt idx="5469">
                  <c:v>44550</c:v>
                </c:pt>
                <c:pt idx="5470">
                  <c:v>44551</c:v>
                </c:pt>
                <c:pt idx="5471">
                  <c:v>44552</c:v>
                </c:pt>
                <c:pt idx="5472">
                  <c:v>44553</c:v>
                </c:pt>
                <c:pt idx="5473">
                  <c:v>44554</c:v>
                </c:pt>
                <c:pt idx="5474">
                  <c:v>44557</c:v>
                </c:pt>
                <c:pt idx="5475">
                  <c:v>44558</c:v>
                </c:pt>
                <c:pt idx="5476">
                  <c:v>44559</c:v>
                </c:pt>
                <c:pt idx="5477">
                  <c:v>44560</c:v>
                </c:pt>
                <c:pt idx="5478">
                  <c:v>44561</c:v>
                </c:pt>
                <c:pt idx="5479">
                  <c:v>44564</c:v>
                </c:pt>
                <c:pt idx="5480">
                  <c:v>44565</c:v>
                </c:pt>
                <c:pt idx="5481">
                  <c:v>44566</c:v>
                </c:pt>
                <c:pt idx="5482">
                  <c:v>44567</c:v>
                </c:pt>
                <c:pt idx="5483">
                  <c:v>44568</c:v>
                </c:pt>
                <c:pt idx="5484">
                  <c:v>44571</c:v>
                </c:pt>
                <c:pt idx="5485">
                  <c:v>44572</c:v>
                </c:pt>
                <c:pt idx="5486">
                  <c:v>44573</c:v>
                </c:pt>
                <c:pt idx="5487">
                  <c:v>44574</c:v>
                </c:pt>
                <c:pt idx="5488">
                  <c:v>44575</c:v>
                </c:pt>
                <c:pt idx="5489">
                  <c:v>44578</c:v>
                </c:pt>
                <c:pt idx="5490">
                  <c:v>44579</c:v>
                </c:pt>
                <c:pt idx="5491">
                  <c:v>44580</c:v>
                </c:pt>
                <c:pt idx="5492">
                  <c:v>44581</c:v>
                </c:pt>
                <c:pt idx="5493">
                  <c:v>44582</c:v>
                </c:pt>
                <c:pt idx="5494">
                  <c:v>44585</c:v>
                </c:pt>
                <c:pt idx="5495">
                  <c:v>44586</c:v>
                </c:pt>
                <c:pt idx="5496">
                  <c:v>44587</c:v>
                </c:pt>
                <c:pt idx="5497">
                  <c:v>44588</c:v>
                </c:pt>
                <c:pt idx="5498">
                  <c:v>44589</c:v>
                </c:pt>
                <c:pt idx="5499">
                  <c:v>44592</c:v>
                </c:pt>
                <c:pt idx="5500">
                  <c:v>44593</c:v>
                </c:pt>
                <c:pt idx="5501">
                  <c:v>44594</c:v>
                </c:pt>
                <c:pt idx="5502">
                  <c:v>44595</c:v>
                </c:pt>
                <c:pt idx="5503">
                  <c:v>44596</c:v>
                </c:pt>
                <c:pt idx="5504">
                  <c:v>44599</c:v>
                </c:pt>
                <c:pt idx="5505">
                  <c:v>44600</c:v>
                </c:pt>
                <c:pt idx="5506">
                  <c:v>44601</c:v>
                </c:pt>
                <c:pt idx="5507">
                  <c:v>44602</c:v>
                </c:pt>
                <c:pt idx="5508">
                  <c:v>44603</c:v>
                </c:pt>
                <c:pt idx="5509">
                  <c:v>44606</c:v>
                </c:pt>
                <c:pt idx="5510">
                  <c:v>44607</c:v>
                </c:pt>
                <c:pt idx="5511">
                  <c:v>44608</c:v>
                </c:pt>
                <c:pt idx="5512">
                  <c:v>44609</c:v>
                </c:pt>
                <c:pt idx="5513">
                  <c:v>44610</c:v>
                </c:pt>
                <c:pt idx="5514">
                  <c:v>44613</c:v>
                </c:pt>
                <c:pt idx="5515">
                  <c:v>44614</c:v>
                </c:pt>
                <c:pt idx="5516">
                  <c:v>44615</c:v>
                </c:pt>
                <c:pt idx="5517">
                  <c:v>44616</c:v>
                </c:pt>
                <c:pt idx="5518">
                  <c:v>44617</c:v>
                </c:pt>
                <c:pt idx="5519">
                  <c:v>44620</c:v>
                </c:pt>
                <c:pt idx="5520">
                  <c:v>44621</c:v>
                </c:pt>
                <c:pt idx="5521">
                  <c:v>44622</c:v>
                </c:pt>
                <c:pt idx="5522">
                  <c:v>44623</c:v>
                </c:pt>
                <c:pt idx="5523">
                  <c:v>44624</c:v>
                </c:pt>
                <c:pt idx="5524">
                  <c:v>44627</c:v>
                </c:pt>
                <c:pt idx="5525">
                  <c:v>44628</c:v>
                </c:pt>
                <c:pt idx="5526">
                  <c:v>44629</c:v>
                </c:pt>
                <c:pt idx="5527">
                  <c:v>44630</c:v>
                </c:pt>
                <c:pt idx="5528">
                  <c:v>44631</c:v>
                </c:pt>
                <c:pt idx="5529">
                  <c:v>44634</c:v>
                </c:pt>
                <c:pt idx="5530">
                  <c:v>44635</c:v>
                </c:pt>
                <c:pt idx="5531">
                  <c:v>44636</c:v>
                </c:pt>
                <c:pt idx="5532">
                  <c:v>44637</c:v>
                </c:pt>
                <c:pt idx="5533">
                  <c:v>44638</c:v>
                </c:pt>
                <c:pt idx="5534">
                  <c:v>44641</c:v>
                </c:pt>
                <c:pt idx="5535">
                  <c:v>44642</c:v>
                </c:pt>
                <c:pt idx="5536">
                  <c:v>44643</c:v>
                </c:pt>
                <c:pt idx="5537">
                  <c:v>44644</c:v>
                </c:pt>
                <c:pt idx="5538">
                  <c:v>44645</c:v>
                </c:pt>
                <c:pt idx="5539">
                  <c:v>44648</c:v>
                </c:pt>
                <c:pt idx="5540">
                  <c:v>44649</c:v>
                </c:pt>
                <c:pt idx="5541">
                  <c:v>44650</c:v>
                </c:pt>
                <c:pt idx="5542">
                  <c:v>44651</c:v>
                </c:pt>
                <c:pt idx="5543">
                  <c:v>44652</c:v>
                </c:pt>
                <c:pt idx="5544">
                  <c:v>44655</c:v>
                </c:pt>
                <c:pt idx="5545">
                  <c:v>44656</c:v>
                </c:pt>
                <c:pt idx="5546">
                  <c:v>44657</c:v>
                </c:pt>
                <c:pt idx="5547">
                  <c:v>44658</c:v>
                </c:pt>
                <c:pt idx="5548">
                  <c:v>44659</c:v>
                </c:pt>
                <c:pt idx="5549">
                  <c:v>44662</c:v>
                </c:pt>
                <c:pt idx="5550">
                  <c:v>44663</c:v>
                </c:pt>
                <c:pt idx="5551">
                  <c:v>44664</c:v>
                </c:pt>
                <c:pt idx="5552">
                  <c:v>44665</c:v>
                </c:pt>
                <c:pt idx="5553">
                  <c:v>44666</c:v>
                </c:pt>
                <c:pt idx="5554">
                  <c:v>44669</c:v>
                </c:pt>
                <c:pt idx="5555">
                  <c:v>44670</c:v>
                </c:pt>
                <c:pt idx="5556">
                  <c:v>44671</c:v>
                </c:pt>
                <c:pt idx="5557">
                  <c:v>44672</c:v>
                </c:pt>
                <c:pt idx="5558">
                  <c:v>44673</c:v>
                </c:pt>
                <c:pt idx="5559">
                  <c:v>44676</c:v>
                </c:pt>
                <c:pt idx="5560">
                  <c:v>44677</c:v>
                </c:pt>
                <c:pt idx="5561">
                  <c:v>44678</c:v>
                </c:pt>
                <c:pt idx="5562">
                  <c:v>44679</c:v>
                </c:pt>
                <c:pt idx="5563">
                  <c:v>44680</c:v>
                </c:pt>
                <c:pt idx="5564">
                  <c:v>44683</c:v>
                </c:pt>
                <c:pt idx="5565">
                  <c:v>44684</c:v>
                </c:pt>
                <c:pt idx="5566">
                  <c:v>44685</c:v>
                </c:pt>
                <c:pt idx="5567">
                  <c:v>44686</c:v>
                </c:pt>
                <c:pt idx="5568">
                  <c:v>44687</c:v>
                </c:pt>
                <c:pt idx="5569">
                  <c:v>44690</c:v>
                </c:pt>
                <c:pt idx="5570">
                  <c:v>44691</c:v>
                </c:pt>
                <c:pt idx="5571">
                  <c:v>44692</c:v>
                </c:pt>
                <c:pt idx="5572">
                  <c:v>44693</c:v>
                </c:pt>
                <c:pt idx="5573">
                  <c:v>44694</c:v>
                </c:pt>
                <c:pt idx="5574">
                  <c:v>44697</c:v>
                </c:pt>
                <c:pt idx="5575">
                  <c:v>44698</c:v>
                </c:pt>
                <c:pt idx="5576">
                  <c:v>44699</c:v>
                </c:pt>
                <c:pt idx="5577">
                  <c:v>44700</c:v>
                </c:pt>
                <c:pt idx="5578">
                  <c:v>44701</c:v>
                </c:pt>
                <c:pt idx="5579">
                  <c:v>44704</c:v>
                </c:pt>
                <c:pt idx="5580">
                  <c:v>44705</c:v>
                </c:pt>
                <c:pt idx="5581">
                  <c:v>44706</c:v>
                </c:pt>
                <c:pt idx="5582">
                  <c:v>44707</c:v>
                </c:pt>
                <c:pt idx="5583">
                  <c:v>44708</c:v>
                </c:pt>
                <c:pt idx="5584">
                  <c:v>44711</c:v>
                </c:pt>
                <c:pt idx="5585">
                  <c:v>44712</c:v>
                </c:pt>
                <c:pt idx="5586">
                  <c:v>44713</c:v>
                </c:pt>
                <c:pt idx="5587">
                  <c:v>44714</c:v>
                </c:pt>
                <c:pt idx="5588">
                  <c:v>44715</c:v>
                </c:pt>
                <c:pt idx="5589">
                  <c:v>44718</c:v>
                </c:pt>
                <c:pt idx="5590">
                  <c:v>44719</c:v>
                </c:pt>
                <c:pt idx="5591">
                  <c:v>44720</c:v>
                </c:pt>
                <c:pt idx="5592">
                  <c:v>44721</c:v>
                </c:pt>
                <c:pt idx="5593">
                  <c:v>44722</c:v>
                </c:pt>
                <c:pt idx="5594">
                  <c:v>44725</c:v>
                </c:pt>
                <c:pt idx="5595">
                  <c:v>44726</c:v>
                </c:pt>
                <c:pt idx="5596">
                  <c:v>44727</c:v>
                </c:pt>
                <c:pt idx="5597">
                  <c:v>44728</c:v>
                </c:pt>
                <c:pt idx="5598">
                  <c:v>44729</c:v>
                </c:pt>
                <c:pt idx="5599">
                  <c:v>44732</c:v>
                </c:pt>
                <c:pt idx="5600">
                  <c:v>44733</c:v>
                </c:pt>
                <c:pt idx="5601">
                  <c:v>44734</c:v>
                </c:pt>
                <c:pt idx="5602">
                  <c:v>44735</c:v>
                </c:pt>
                <c:pt idx="5603">
                  <c:v>44736</c:v>
                </c:pt>
                <c:pt idx="5604">
                  <c:v>44739</c:v>
                </c:pt>
                <c:pt idx="5605">
                  <c:v>44740</c:v>
                </c:pt>
                <c:pt idx="5606">
                  <c:v>44741</c:v>
                </c:pt>
                <c:pt idx="5607">
                  <c:v>44742</c:v>
                </c:pt>
                <c:pt idx="5608">
                  <c:v>44743</c:v>
                </c:pt>
                <c:pt idx="5609">
                  <c:v>44746</c:v>
                </c:pt>
                <c:pt idx="5610">
                  <c:v>44747</c:v>
                </c:pt>
                <c:pt idx="5611">
                  <c:v>44748</c:v>
                </c:pt>
                <c:pt idx="5612">
                  <c:v>44749</c:v>
                </c:pt>
                <c:pt idx="5613">
                  <c:v>44750</c:v>
                </c:pt>
                <c:pt idx="5614">
                  <c:v>44753</c:v>
                </c:pt>
                <c:pt idx="5615">
                  <c:v>44754</c:v>
                </c:pt>
                <c:pt idx="5616">
                  <c:v>44755</c:v>
                </c:pt>
                <c:pt idx="5617">
                  <c:v>44756</c:v>
                </c:pt>
                <c:pt idx="5618">
                  <c:v>44757</c:v>
                </c:pt>
                <c:pt idx="5619">
                  <c:v>44760</c:v>
                </c:pt>
                <c:pt idx="5620">
                  <c:v>44761</c:v>
                </c:pt>
                <c:pt idx="5621">
                  <c:v>44762</c:v>
                </c:pt>
                <c:pt idx="5622">
                  <c:v>44763</c:v>
                </c:pt>
                <c:pt idx="5623">
                  <c:v>44764</c:v>
                </c:pt>
                <c:pt idx="5624">
                  <c:v>44767</c:v>
                </c:pt>
                <c:pt idx="5625">
                  <c:v>44768</c:v>
                </c:pt>
                <c:pt idx="5626">
                  <c:v>44769</c:v>
                </c:pt>
                <c:pt idx="5627">
                  <c:v>44770</c:v>
                </c:pt>
                <c:pt idx="5628">
                  <c:v>44771</c:v>
                </c:pt>
                <c:pt idx="5629">
                  <c:v>44774</c:v>
                </c:pt>
                <c:pt idx="5630">
                  <c:v>44775</c:v>
                </c:pt>
                <c:pt idx="5631">
                  <c:v>44776</c:v>
                </c:pt>
                <c:pt idx="5632">
                  <c:v>44777</c:v>
                </c:pt>
                <c:pt idx="5633">
                  <c:v>44778</c:v>
                </c:pt>
                <c:pt idx="5634">
                  <c:v>44781</c:v>
                </c:pt>
                <c:pt idx="5635">
                  <c:v>44782</c:v>
                </c:pt>
                <c:pt idx="5636">
                  <c:v>44783</c:v>
                </c:pt>
                <c:pt idx="5637">
                  <c:v>44784</c:v>
                </c:pt>
                <c:pt idx="5638">
                  <c:v>44785</c:v>
                </c:pt>
                <c:pt idx="5639">
                  <c:v>44788</c:v>
                </c:pt>
                <c:pt idx="5640">
                  <c:v>44789</c:v>
                </c:pt>
                <c:pt idx="5641">
                  <c:v>44790</c:v>
                </c:pt>
                <c:pt idx="5642">
                  <c:v>44791</c:v>
                </c:pt>
                <c:pt idx="5643">
                  <c:v>44792</c:v>
                </c:pt>
                <c:pt idx="5644">
                  <c:v>44795</c:v>
                </c:pt>
                <c:pt idx="5645">
                  <c:v>44796</c:v>
                </c:pt>
                <c:pt idx="5646">
                  <c:v>44797</c:v>
                </c:pt>
                <c:pt idx="5647">
                  <c:v>44798</c:v>
                </c:pt>
                <c:pt idx="5648">
                  <c:v>44799</c:v>
                </c:pt>
                <c:pt idx="5649">
                  <c:v>44802</c:v>
                </c:pt>
                <c:pt idx="5650">
                  <c:v>44803</c:v>
                </c:pt>
                <c:pt idx="5651">
                  <c:v>44804</c:v>
                </c:pt>
                <c:pt idx="5652">
                  <c:v>44805</c:v>
                </c:pt>
                <c:pt idx="5653">
                  <c:v>44806</c:v>
                </c:pt>
                <c:pt idx="5654">
                  <c:v>44809</c:v>
                </c:pt>
                <c:pt idx="5655">
                  <c:v>44810</c:v>
                </c:pt>
                <c:pt idx="5656">
                  <c:v>44811</c:v>
                </c:pt>
                <c:pt idx="5657">
                  <c:v>44812</c:v>
                </c:pt>
                <c:pt idx="5658">
                  <c:v>44813</c:v>
                </c:pt>
                <c:pt idx="5659">
                  <c:v>44816</c:v>
                </c:pt>
                <c:pt idx="5660">
                  <c:v>44817</c:v>
                </c:pt>
                <c:pt idx="5661">
                  <c:v>44818</c:v>
                </c:pt>
                <c:pt idx="5662">
                  <c:v>44819</c:v>
                </c:pt>
                <c:pt idx="5663">
                  <c:v>44820</c:v>
                </c:pt>
                <c:pt idx="5664">
                  <c:v>44823</c:v>
                </c:pt>
                <c:pt idx="5665">
                  <c:v>44824</c:v>
                </c:pt>
                <c:pt idx="5666">
                  <c:v>44825</c:v>
                </c:pt>
                <c:pt idx="5667">
                  <c:v>44826</c:v>
                </c:pt>
                <c:pt idx="5668">
                  <c:v>44827</c:v>
                </c:pt>
                <c:pt idx="5669">
                  <c:v>44830</c:v>
                </c:pt>
                <c:pt idx="5670">
                  <c:v>44831</c:v>
                </c:pt>
                <c:pt idx="5671">
                  <c:v>44832</c:v>
                </c:pt>
                <c:pt idx="5672">
                  <c:v>44833</c:v>
                </c:pt>
                <c:pt idx="5673">
                  <c:v>44834</c:v>
                </c:pt>
                <c:pt idx="5674">
                  <c:v>44837</c:v>
                </c:pt>
                <c:pt idx="5675">
                  <c:v>44838</c:v>
                </c:pt>
                <c:pt idx="5676">
                  <c:v>44839</c:v>
                </c:pt>
                <c:pt idx="5677">
                  <c:v>44840</c:v>
                </c:pt>
                <c:pt idx="5678">
                  <c:v>44841</c:v>
                </c:pt>
                <c:pt idx="5679">
                  <c:v>44844</c:v>
                </c:pt>
                <c:pt idx="5680">
                  <c:v>44845</c:v>
                </c:pt>
                <c:pt idx="5681">
                  <c:v>44846</c:v>
                </c:pt>
                <c:pt idx="5682">
                  <c:v>44847</c:v>
                </c:pt>
                <c:pt idx="5683">
                  <c:v>44848</c:v>
                </c:pt>
                <c:pt idx="5684">
                  <c:v>44851</c:v>
                </c:pt>
                <c:pt idx="5685">
                  <c:v>44852</c:v>
                </c:pt>
                <c:pt idx="5686">
                  <c:v>44853</c:v>
                </c:pt>
                <c:pt idx="5687">
                  <c:v>44854</c:v>
                </c:pt>
                <c:pt idx="5688">
                  <c:v>44855</c:v>
                </c:pt>
                <c:pt idx="5689">
                  <c:v>44858</c:v>
                </c:pt>
                <c:pt idx="5690">
                  <c:v>44859</c:v>
                </c:pt>
                <c:pt idx="5691">
                  <c:v>44860</c:v>
                </c:pt>
                <c:pt idx="5692">
                  <c:v>44861</c:v>
                </c:pt>
                <c:pt idx="5693">
                  <c:v>44862</c:v>
                </c:pt>
                <c:pt idx="5694">
                  <c:v>44865</c:v>
                </c:pt>
                <c:pt idx="5695">
                  <c:v>44866</c:v>
                </c:pt>
                <c:pt idx="5696">
                  <c:v>44867</c:v>
                </c:pt>
                <c:pt idx="5697">
                  <c:v>44868</c:v>
                </c:pt>
                <c:pt idx="5698">
                  <c:v>44869</c:v>
                </c:pt>
                <c:pt idx="5699">
                  <c:v>44872</c:v>
                </c:pt>
                <c:pt idx="5700">
                  <c:v>44873</c:v>
                </c:pt>
                <c:pt idx="5701">
                  <c:v>44874</c:v>
                </c:pt>
                <c:pt idx="5702">
                  <c:v>44875</c:v>
                </c:pt>
                <c:pt idx="5703">
                  <c:v>44876</c:v>
                </c:pt>
                <c:pt idx="5704">
                  <c:v>44879</c:v>
                </c:pt>
                <c:pt idx="5705">
                  <c:v>44880</c:v>
                </c:pt>
                <c:pt idx="5706">
                  <c:v>44881</c:v>
                </c:pt>
                <c:pt idx="5707">
                  <c:v>44882</c:v>
                </c:pt>
                <c:pt idx="5708">
                  <c:v>44883</c:v>
                </c:pt>
                <c:pt idx="5709">
                  <c:v>44886</c:v>
                </c:pt>
                <c:pt idx="5710">
                  <c:v>44887</c:v>
                </c:pt>
                <c:pt idx="5711">
                  <c:v>44888</c:v>
                </c:pt>
                <c:pt idx="5712">
                  <c:v>44889</c:v>
                </c:pt>
                <c:pt idx="5713">
                  <c:v>44890</c:v>
                </c:pt>
                <c:pt idx="5714">
                  <c:v>44893</c:v>
                </c:pt>
                <c:pt idx="5715">
                  <c:v>44894</c:v>
                </c:pt>
                <c:pt idx="5716">
                  <c:v>44895</c:v>
                </c:pt>
                <c:pt idx="5717">
                  <c:v>44896</c:v>
                </c:pt>
                <c:pt idx="5718">
                  <c:v>44897</c:v>
                </c:pt>
                <c:pt idx="5719">
                  <c:v>44900</c:v>
                </c:pt>
                <c:pt idx="5720">
                  <c:v>44901</c:v>
                </c:pt>
                <c:pt idx="5721">
                  <c:v>44902</c:v>
                </c:pt>
                <c:pt idx="5722">
                  <c:v>44903</c:v>
                </c:pt>
                <c:pt idx="5723">
                  <c:v>44904</c:v>
                </c:pt>
                <c:pt idx="5724">
                  <c:v>44907</c:v>
                </c:pt>
                <c:pt idx="5725">
                  <c:v>44908</c:v>
                </c:pt>
                <c:pt idx="5726">
                  <c:v>44909</c:v>
                </c:pt>
                <c:pt idx="5727">
                  <c:v>44910</c:v>
                </c:pt>
                <c:pt idx="5728">
                  <c:v>44911</c:v>
                </c:pt>
                <c:pt idx="5729">
                  <c:v>44914</c:v>
                </c:pt>
                <c:pt idx="5730">
                  <c:v>44915</c:v>
                </c:pt>
                <c:pt idx="5731">
                  <c:v>44916</c:v>
                </c:pt>
                <c:pt idx="5732">
                  <c:v>44917</c:v>
                </c:pt>
                <c:pt idx="5733">
                  <c:v>44918</c:v>
                </c:pt>
                <c:pt idx="5734">
                  <c:v>44921</c:v>
                </c:pt>
                <c:pt idx="5735">
                  <c:v>44922</c:v>
                </c:pt>
                <c:pt idx="5736">
                  <c:v>44923</c:v>
                </c:pt>
                <c:pt idx="5737">
                  <c:v>44924</c:v>
                </c:pt>
                <c:pt idx="5738">
                  <c:v>44925</c:v>
                </c:pt>
                <c:pt idx="5739">
                  <c:v>44928</c:v>
                </c:pt>
                <c:pt idx="5740">
                  <c:v>44929</c:v>
                </c:pt>
                <c:pt idx="5741">
                  <c:v>44930</c:v>
                </c:pt>
                <c:pt idx="5742">
                  <c:v>44931</c:v>
                </c:pt>
                <c:pt idx="5743">
                  <c:v>44932</c:v>
                </c:pt>
                <c:pt idx="5744">
                  <c:v>44935</c:v>
                </c:pt>
                <c:pt idx="5745">
                  <c:v>44936</c:v>
                </c:pt>
                <c:pt idx="5746">
                  <c:v>44937</c:v>
                </c:pt>
                <c:pt idx="5747">
                  <c:v>44938</c:v>
                </c:pt>
                <c:pt idx="5748">
                  <c:v>44939</c:v>
                </c:pt>
                <c:pt idx="5749">
                  <c:v>44942</c:v>
                </c:pt>
                <c:pt idx="5750">
                  <c:v>44943</c:v>
                </c:pt>
                <c:pt idx="5751">
                  <c:v>44944</c:v>
                </c:pt>
                <c:pt idx="5752">
                  <c:v>44945</c:v>
                </c:pt>
                <c:pt idx="5753">
                  <c:v>44946</c:v>
                </c:pt>
                <c:pt idx="5754">
                  <c:v>44949</c:v>
                </c:pt>
                <c:pt idx="5755">
                  <c:v>44950</c:v>
                </c:pt>
                <c:pt idx="5756">
                  <c:v>44951</c:v>
                </c:pt>
                <c:pt idx="5757">
                  <c:v>44952</c:v>
                </c:pt>
                <c:pt idx="5758">
                  <c:v>44953</c:v>
                </c:pt>
                <c:pt idx="5759">
                  <c:v>44956</c:v>
                </c:pt>
                <c:pt idx="5760">
                  <c:v>44957</c:v>
                </c:pt>
                <c:pt idx="5761">
                  <c:v>44958</c:v>
                </c:pt>
                <c:pt idx="5762">
                  <c:v>44959</c:v>
                </c:pt>
                <c:pt idx="5763">
                  <c:v>44960</c:v>
                </c:pt>
                <c:pt idx="5764">
                  <c:v>44963</c:v>
                </c:pt>
                <c:pt idx="5765">
                  <c:v>44964</c:v>
                </c:pt>
                <c:pt idx="5766">
                  <c:v>44965</c:v>
                </c:pt>
                <c:pt idx="5767">
                  <c:v>44966</c:v>
                </c:pt>
                <c:pt idx="5768">
                  <c:v>44967</c:v>
                </c:pt>
                <c:pt idx="5769">
                  <c:v>44970</c:v>
                </c:pt>
                <c:pt idx="5770">
                  <c:v>44971</c:v>
                </c:pt>
                <c:pt idx="5771">
                  <c:v>44972</c:v>
                </c:pt>
                <c:pt idx="5772">
                  <c:v>44973</c:v>
                </c:pt>
                <c:pt idx="5773">
                  <c:v>44974</c:v>
                </c:pt>
                <c:pt idx="5774">
                  <c:v>44977</c:v>
                </c:pt>
                <c:pt idx="5775">
                  <c:v>44978</c:v>
                </c:pt>
                <c:pt idx="5776">
                  <c:v>44979</c:v>
                </c:pt>
                <c:pt idx="5777">
                  <c:v>44980</c:v>
                </c:pt>
                <c:pt idx="5778">
                  <c:v>44981</c:v>
                </c:pt>
                <c:pt idx="5779">
                  <c:v>44984</c:v>
                </c:pt>
                <c:pt idx="5780">
                  <c:v>44985</c:v>
                </c:pt>
                <c:pt idx="5781">
                  <c:v>44986</c:v>
                </c:pt>
                <c:pt idx="5782">
                  <c:v>44987</c:v>
                </c:pt>
                <c:pt idx="5783">
                  <c:v>44988</c:v>
                </c:pt>
                <c:pt idx="5784">
                  <c:v>44991</c:v>
                </c:pt>
                <c:pt idx="5785">
                  <c:v>44992</c:v>
                </c:pt>
                <c:pt idx="5786">
                  <c:v>44993</c:v>
                </c:pt>
                <c:pt idx="5787">
                  <c:v>44994</c:v>
                </c:pt>
                <c:pt idx="5788">
                  <c:v>44995</c:v>
                </c:pt>
                <c:pt idx="5789">
                  <c:v>44998</c:v>
                </c:pt>
                <c:pt idx="5790">
                  <c:v>44999</c:v>
                </c:pt>
                <c:pt idx="5791">
                  <c:v>45000</c:v>
                </c:pt>
                <c:pt idx="5792">
                  <c:v>45001</c:v>
                </c:pt>
                <c:pt idx="5793">
                  <c:v>45002</c:v>
                </c:pt>
                <c:pt idx="5794">
                  <c:v>45005</c:v>
                </c:pt>
                <c:pt idx="5795">
                  <c:v>45006</c:v>
                </c:pt>
                <c:pt idx="5796">
                  <c:v>45007</c:v>
                </c:pt>
                <c:pt idx="5797">
                  <c:v>45008</c:v>
                </c:pt>
                <c:pt idx="5798">
                  <c:v>45009</c:v>
                </c:pt>
                <c:pt idx="5799">
                  <c:v>45012</c:v>
                </c:pt>
                <c:pt idx="5800">
                  <c:v>45013</c:v>
                </c:pt>
                <c:pt idx="5801">
                  <c:v>45014</c:v>
                </c:pt>
                <c:pt idx="5802">
                  <c:v>45015</c:v>
                </c:pt>
                <c:pt idx="5803">
                  <c:v>45016</c:v>
                </c:pt>
                <c:pt idx="5804">
                  <c:v>45019</c:v>
                </c:pt>
                <c:pt idx="5805">
                  <c:v>45020</c:v>
                </c:pt>
                <c:pt idx="5806">
                  <c:v>45021</c:v>
                </c:pt>
                <c:pt idx="5807">
                  <c:v>45022</c:v>
                </c:pt>
                <c:pt idx="5808">
                  <c:v>45023</c:v>
                </c:pt>
                <c:pt idx="5809">
                  <c:v>45026</c:v>
                </c:pt>
                <c:pt idx="5810">
                  <c:v>45027</c:v>
                </c:pt>
                <c:pt idx="5811">
                  <c:v>45028</c:v>
                </c:pt>
                <c:pt idx="5812">
                  <c:v>45029</c:v>
                </c:pt>
                <c:pt idx="5813">
                  <c:v>45030</c:v>
                </c:pt>
                <c:pt idx="5814">
                  <c:v>45033</c:v>
                </c:pt>
                <c:pt idx="5815">
                  <c:v>45034</c:v>
                </c:pt>
                <c:pt idx="5816">
                  <c:v>45035</c:v>
                </c:pt>
                <c:pt idx="5817">
                  <c:v>45036</c:v>
                </c:pt>
                <c:pt idx="5818">
                  <c:v>45037</c:v>
                </c:pt>
                <c:pt idx="5819">
                  <c:v>45040</c:v>
                </c:pt>
                <c:pt idx="5820">
                  <c:v>45041</c:v>
                </c:pt>
                <c:pt idx="5821">
                  <c:v>45042</c:v>
                </c:pt>
                <c:pt idx="5822">
                  <c:v>45043</c:v>
                </c:pt>
                <c:pt idx="5823">
                  <c:v>45044</c:v>
                </c:pt>
                <c:pt idx="5824">
                  <c:v>45047</c:v>
                </c:pt>
                <c:pt idx="5825">
                  <c:v>45048</c:v>
                </c:pt>
                <c:pt idx="5826">
                  <c:v>45049</c:v>
                </c:pt>
                <c:pt idx="5827">
                  <c:v>45050</c:v>
                </c:pt>
                <c:pt idx="5828">
                  <c:v>45051</c:v>
                </c:pt>
                <c:pt idx="5829">
                  <c:v>45054</c:v>
                </c:pt>
                <c:pt idx="5830">
                  <c:v>45055</c:v>
                </c:pt>
                <c:pt idx="5831">
                  <c:v>45056</c:v>
                </c:pt>
                <c:pt idx="5832">
                  <c:v>45057</c:v>
                </c:pt>
                <c:pt idx="5833">
                  <c:v>45058</c:v>
                </c:pt>
                <c:pt idx="5834">
                  <c:v>45061</c:v>
                </c:pt>
                <c:pt idx="5835">
                  <c:v>45062</c:v>
                </c:pt>
                <c:pt idx="5836">
                  <c:v>45063</c:v>
                </c:pt>
                <c:pt idx="5837">
                  <c:v>45064</c:v>
                </c:pt>
                <c:pt idx="5838">
                  <c:v>45065</c:v>
                </c:pt>
                <c:pt idx="5839">
                  <c:v>45068</c:v>
                </c:pt>
                <c:pt idx="5840">
                  <c:v>45069</c:v>
                </c:pt>
                <c:pt idx="5841">
                  <c:v>45070</c:v>
                </c:pt>
                <c:pt idx="5842">
                  <c:v>45071</c:v>
                </c:pt>
                <c:pt idx="5843">
                  <c:v>45072</c:v>
                </c:pt>
                <c:pt idx="5844">
                  <c:v>45075</c:v>
                </c:pt>
                <c:pt idx="5845">
                  <c:v>45076</c:v>
                </c:pt>
                <c:pt idx="5846">
                  <c:v>45077</c:v>
                </c:pt>
                <c:pt idx="5847">
                  <c:v>45078</c:v>
                </c:pt>
                <c:pt idx="5848">
                  <c:v>45079</c:v>
                </c:pt>
                <c:pt idx="5849">
                  <c:v>45082</c:v>
                </c:pt>
                <c:pt idx="5850">
                  <c:v>45083</c:v>
                </c:pt>
                <c:pt idx="5851">
                  <c:v>45084</c:v>
                </c:pt>
                <c:pt idx="5852">
                  <c:v>45085</c:v>
                </c:pt>
                <c:pt idx="5853">
                  <c:v>45086</c:v>
                </c:pt>
                <c:pt idx="5854">
                  <c:v>45089</c:v>
                </c:pt>
                <c:pt idx="5855">
                  <c:v>45090</c:v>
                </c:pt>
                <c:pt idx="5856">
                  <c:v>45091</c:v>
                </c:pt>
                <c:pt idx="5857">
                  <c:v>45092</c:v>
                </c:pt>
                <c:pt idx="5858">
                  <c:v>45093</c:v>
                </c:pt>
                <c:pt idx="5859">
                  <c:v>45096</c:v>
                </c:pt>
                <c:pt idx="5860">
                  <c:v>45097</c:v>
                </c:pt>
                <c:pt idx="5861">
                  <c:v>45098</c:v>
                </c:pt>
                <c:pt idx="5862">
                  <c:v>45099</c:v>
                </c:pt>
                <c:pt idx="5863">
                  <c:v>45100</c:v>
                </c:pt>
                <c:pt idx="5864">
                  <c:v>45103</c:v>
                </c:pt>
                <c:pt idx="5865">
                  <c:v>45104</c:v>
                </c:pt>
                <c:pt idx="5866">
                  <c:v>45105</c:v>
                </c:pt>
                <c:pt idx="5867">
                  <c:v>45106</c:v>
                </c:pt>
                <c:pt idx="5868">
                  <c:v>45107</c:v>
                </c:pt>
                <c:pt idx="5869">
                  <c:v>45110</c:v>
                </c:pt>
                <c:pt idx="5870">
                  <c:v>45111</c:v>
                </c:pt>
                <c:pt idx="5871">
                  <c:v>45112</c:v>
                </c:pt>
                <c:pt idx="5872">
                  <c:v>45113</c:v>
                </c:pt>
                <c:pt idx="5873">
                  <c:v>45114</c:v>
                </c:pt>
                <c:pt idx="5874">
                  <c:v>45117</c:v>
                </c:pt>
                <c:pt idx="5875">
                  <c:v>45118</c:v>
                </c:pt>
                <c:pt idx="5876">
                  <c:v>45119</c:v>
                </c:pt>
                <c:pt idx="5877">
                  <c:v>45120</c:v>
                </c:pt>
                <c:pt idx="5878">
                  <c:v>45121</c:v>
                </c:pt>
                <c:pt idx="5879">
                  <c:v>45124</c:v>
                </c:pt>
                <c:pt idx="5880">
                  <c:v>45125</c:v>
                </c:pt>
                <c:pt idx="5881">
                  <c:v>45126</c:v>
                </c:pt>
                <c:pt idx="5882">
                  <c:v>45127</c:v>
                </c:pt>
                <c:pt idx="5883">
                  <c:v>45128</c:v>
                </c:pt>
                <c:pt idx="5884">
                  <c:v>45131</c:v>
                </c:pt>
                <c:pt idx="5885">
                  <c:v>45132</c:v>
                </c:pt>
                <c:pt idx="5886">
                  <c:v>45133</c:v>
                </c:pt>
                <c:pt idx="5887">
                  <c:v>45134</c:v>
                </c:pt>
                <c:pt idx="5888">
                  <c:v>45135</c:v>
                </c:pt>
                <c:pt idx="5889">
                  <c:v>45138</c:v>
                </c:pt>
                <c:pt idx="5890">
                  <c:v>45139</c:v>
                </c:pt>
                <c:pt idx="5891">
                  <c:v>45140</c:v>
                </c:pt>
                <c:pt idx="5892">
                  <c:v>45141</c:v>
                </c:pt>
                <c:pt idx="5893">
                  <c:v>45142</c:v>
                </c:pt>
                <c:pt idx="5894">
                  <c:v>45145</c:v>
                </c:pt>
                <c:pt idx="5895">
                  <c:v>45146</c:v>
                </c:pt>
                <c:pt idx="5896">
                  <c:v>45147</c:v>
                </c:pt>
                <c:pt idx="5897">
                  <c:v>45148</c:v>
                </c:pt>
                <c:pt idx="5898">
                  <c:v>45149</c:v>
                </c:pt>
                <c:pt idx="5899">
                  <c:v>45152</c:v>
                </c:pt>
                <c:pt idx="5900">
                  <c:v>45153</c:v>
                </c:pt>
                <c:pt idx="5901">
                  <c:v>45154</c:v>
                </c:pt>
                <c:pt idx="5902">
                  <c:v>45155</c:v>
                </c:pt>
                <c:pt idx="5903">
                  <c:v>45156</c:v>
                </c:pt>
                <c:pt idx="5904">
                  <c:v>45159</c:v>
                </c:pt>
                <c:pt idx="5905">
                  <c:v>45160</c:v>
                </c:pt>
                <c:pt idx="5906">
                  <c:v>45161</c:v>
                </c:pt>
                <c:pt idx="5907">
                  <c:v>45162</c:v>
                </c:pt>
                <c:pt idx="5908">
                  <c:v>45163</c:v>
                </c:pt>
                <c:pt idx="5909">
                  <c:v>45166</c:v>
                </c:pt>
                <c:pt idx="5910">
                  <c:v>45167</c:v>
                </c:pt>
                <c:pt idx="5911">
                  <c:v>45168</c:v>
                </c:pt>
                <c:pt idx="5912">
                  <c:v>45169</c:v>
                </c:pt>
                <c:pt idx="5913">
                  <c:v>45170</c:v>
                </c:pt>
                <c:pt idx="5914">
                  <c:v>45173</c:v>
                </c:pt>
                <c:pt idx="5915">
                  <c:v>45174</c:v>
                </c:pt>
                <c:pt idx="5916">
                  <c:v>45175</c:v>
                </c:pt>
                <c:pt idx="5917">
                  <c:v>45176</c:v>
                </c:pt>
                <c:pt idx="5918">
                  <c:v>45177</c:v>
                </c:pt>
                <c:pt idx="5919">
                  <c:v>45180</c:v>
                </c:pt>
                <c:pt idx="5920">
                  <c:v>45181</c:v>
                </c:pt>
                <c:pt idx="5921">
                  <c:v>45182</c:v>
                </c:pt>
                <c:pt idx="5922">
                  <c:v>45183</c:v>
                </c:pt>
                <c:pt idx="5923">
                  <c:v>45184</c:v>
                </c:pt>
                <c:pt idx="5924">
                  <c:v>45187</c:v>
                </c:pt>
                <c:pt idx="5925">
                  <c:v>45188</c:v>
                </c:pt>
                <c:pt idx="5926">
                  <c:v>45189</c:v>
                </c:pt>
                <c:pt idx="5927">
                  <c:v>45190</c:v>
                </c:pt>
                <c:pt idx="5928">
                  <c:v>45191</c:v>
                </c:pt>
                <c:pt idx="5929">
                  <c:v>45194</c:v>
                </c:pt>
                <c:pt idx="5930">
                  <c:v>45195</c:v>
                </c:pt>
                <c:pt idx="5931">
                  <c:v>45196</c:v>
                </c:pt>
                <c:pt idx="5932">
                  <c:v>45197</c:v>
                </c:pt>
                <c:pt idx="5933">
                  <c:v>45198</c:v>
                </c:pt>
                <c:pt idx="5934">
                  <c:v>45201</c:v>
                </c:pt>
                <c:pt idx="5935">
                  <c:v>45202</c:v>
                </c:pt>
                <c:pt idx="5936">
                  <c:v>45203</c:v>
                </c:pt>
                <c:pt idx="5937">
                  <c:v>45204</c:v>
                </c:pt>
                <c:pt idx="5938">
                  <c:v>45205</c:v>
                </c:pt>
                <c:pt idx="5939">
                  <c:v>45208</c:v>
                </c:pt>
                <c:pt idx="5940">
                  <c:v>45209</c:v>
                </c:pt>
                <c:pt idx="5941">
                  <c:v>45210</c:v>
                </c:pt>
                <c:pt idx="5942">
                  <c:v>45211</c:v>
                </c:pt>
                <c:pt idx="5943">
                  <c:v>45212</c:v>
                </c:pt>
                <c:pt idx="5944">
                  <c:v>45215</c:v>
                </c:pt>
                <c:pt idx="5945">
                  <c:v>45216</c:v>
                </c:pt>
                <c:pt idx="5946">
                  <c:v>45217</c:v>
                </c:pt>
                <c:pt idx="5947">
                  <c:v>45218</c:v>
                </c:pt>
                <c:pt idx="5948">
                  <c:v>45219</c:v>
                </c:pt>
                <c:pt idx="5949">
                  <c:v>45222</c:v>
                </c:pt>
                <c:pt idx="5950">
                  <c:v>45223</c:v>
                </c:pt>
                <c:pt idx="5951">
                  <c:v>45224</c:v>
                </c:pt>
                <c:pt idx="5952">
                  <c:v>45225</c:v>
                </c:pt>
                <c:pt idx="5953">
                  <c:v>45226</c:v>
                </c:pt>
                <c:pt idx="5954">
                  <c:v>45229</c:v>
                </c:pt>
                <c:pt idx="5955">
                  <c:v>45230</c:v>
                </c:pt>
                <c:pt idx="5956">
                  <c:v>45231</c:v>
                </c:pt>
                <c:pt idx="5957">
                  <c:v>45232</c:v>
                </c:pt>
                <c:pt idx="5958">
                  <c:v>45233</c:v>
                </c:pt>
                <c:pt idx="5959">
                  <c:v>45236</c:v>
                </c:pt>
                <c:pt idx="5960">
                  <c:v>45237</c:v>
                </c:pt>
                <c:pt idx="5961">
                  <c:v>45238</c:v>
                </c:pt>
                <c:pt idx="5962">
                  <c:v>45239</c:v>
                </c:pt>
                <c:pt idx="5963">
                  <c:v>45240</c:v>
                </c:pt>
                <c:pt idx="5964">
                  <c:v>45243</c:v>
                </c:pt>
                <c:pt idx="5965">
                  <c:v>45244</c:v>
                </c:pt>
                <c:pt idx="5966">
                  <c:v>45245</c:v>
                </c:pt>
                <c:pt idx="5967">
                  <c:v>45246</c:v>
                </c:pt>
                <c:pt idx="5968">
                  <c:v>45247</c:v>
                </c:pt>
                <c:pt idx="5969">
                  <c:v>45250</c:v>
                </c:pt>
                <c:pt idx="5970">
                  <c:v>45251</c:v>
                </c:pt>
                <c:pt idx="5971">
                  <c:v>45252</c:v>
                </c:pt>
                <c:pt idx="5972">
                  <c:v>45253</c:v>
                </c:pt>
                <c:pt idx="5973">
                  <c:v>45254</c:v>
                </c:pt>
                <c:pt idx="5974">
                  <c:v>45257</c:v>
                </c:pt>
                <c:pt idx="5975">
                  <c:v>45258</c:v>
                </c:pt>
                <c:pt idx="5976">
                  <c:v>45259</c:v>
                </c:pt>
                <c:pt idx="5977">
                  <c:v>45260</c:v>
                </c:pt>
                <c:pt idx="5978">
                  <c:v>45261</c:v>
                </c:pt>
                <c:pt idx="5979">
                  <c:v>45264</c:v>
                </c:pt>
                <c:pt idx="5980">
                  <c:v>45265</c:v>
                </c:pt>
                <c:pt idx="5981">
                  <c:v>45266</c:v>
                </c:pt>
                <c:pt idx="5982">
                  <c:v>45267</c:v>
                </c:pt>
                <c:pt idx="5983">
                  <c:v>45268</c:v>
                </c:pt>
                <c:pt idx="5984">
                  <c:v>45271</c:v>
                </c:pt>
                <c:pt idx="5985">
                  <c:v>45272</c:v>
                </c:pt>
                <c:pt idx="5986">
                  <c:v>45273</c:v>
                </c:pt>
                <c:pt idx="5987">
                  <c:v>45274</c:v>
                </c:pt>
                <c:pt idx="5988">
                  <c:v>45275</c:v>
                </c:pt>
                <c:pt idx="5989">
                  <c:v>45278</c:v>
                </c:pt>
                <c:pt idx="5990">
                  <c:v>45279</c:v>
                </c:pt>
                <c:pt idx="5991">
                  <c:v>45280</c:v>
                </c:pt>
                <c:pt idx="5992">
                  <c:v>45281</c:v>
                </c:pt>
                <c:pt idx="5993">
                  <c:v>45282</c:v>
                </c:pt>
                <c:pt idx="5994">
                  <c:v>45285</c:v>
                </c:pt>
                <c:pt idx="5995">
                  <c:v>45286</c:v>
                </c:pt>
                <c:pt idx="5996">
                  <c:v>45287</c:v>
                </c:pt>
                <c:pt idx="5997">
                  <c:v>45288</c:v>
                </c:pt>
                <c:pt idx="5998">
                  <c:v>45289</c:v>
                </c:pt>
                <c:pt idx="5999">
                  <c:v>45292</c:v>
                </c:pt>
                <c:pt idx="6000">
                  <c:v>45293</c:v>
                </c:pt>
                <c:pt idx="6001">
                  <c:v>45294</c:v>
                </c:pt>
                <c:pt idx="6002">
                  <c:v>45295</c:v>
                </c:pt>
                <c:pt idx="6003">
                  <c:v>45296</c:v>
                </c:pt>
                <c:pt idx="6004">
                  <c:v>45299</c:v>
                </c:pt>
                <c:pt idx="6005">
                  <c:v>45300</c:v>
                </c:pt>
                <c:pt idx="6006">
                  <c:v>45301</c:v>
                </c:pt>
                <c:pt idx="6007">
                  <c:v>45302</c:v>
                </c:pt>
                <c:pt idx="6008">
                  <c:v>45303</c:v>
                </c:pt>
                <c:pt idx="6009">
                  <c:v>45306</c:v>
                </c:pt>
                <c:pt idx="6010">
                  <c:v>45307</c:v>
                </c:pt>
                <c:pt idx="6011">
                  <c:v>45308</c:v>
                </c:pt>
                <c:pt idx="6012">
                  <c:v>45309</c:v>
                </c:pt>
                <c:pt idx="6013">
                  <c:v>45310</c:v>
                </c:pt>
                <c:pt idx="6014">
                  <c:v>45313</c:v>
                </c:pt>
                <c:pt idx="6015">
                  <c:v>45314</c:v>
                </c:pt>
                <c:pt idx="6016">
                  <c:v>45315</c:v>
                </c:pt>
                <c:pt idx="6017">
                  <c:v>45316</c:v>
                </c:pt>
                <c:pt idx="6018">
                  <c:v>45317</c:v>
                </c:pt>
                <c:pt idx="6019">
                  <c:v>45320</c:v>
                </c:pt>
                <c:pt idx="6020">
                  <c:v>45321</c:v>
                </c:pt>
                <c:pt idx="6021">
                  <c:v>45322</c:v>
                </c:pt>
                <c:pt idx="6022">
                  <c:v>45323</c:v>
                </c:pt>
                <c:pt idx="6023">
                  <c:v>45324</c:v>
                </c:pt>
                <c:pt idx="6024">
                  <c:v>45327</c:v>
                </c:pt>
                <c:pt idx="6025">
                  <c:v>45328</c:v>
                </c:pt>
                <c:pt idx="6026">
                  <c:v>45329</c:v>
                </c:pt>
                <c:pt idx="6027">
                  <c:v>45330</c:v>
                </c:pt>
                <c:pt idx="6028">
                  <c:v>45331</c:v>
                </c:pt>
                <c:pt idx="6029">
                  <c:v>45334</c:v>
                </c:pt>
                <c:pt idx="6030">
                  <c:v>45335</c:v>
                </c:pt>
                <c:pt idx="6031">
                  <c:v>45336</c:v>
                </c:pt>
                <c:pt idx="6032">
                  <c:v>45337</c:v>
                </c:pt>
                <c:pt idx="6033">
                  <c:v>45338</c:v>
                </c:pt>
                <c:pt idx="6034">
                  <c:v>45341</c:v>
                </c:pt>
                <c:pt idx="6035">
                  <c:v>45342</c:v>
                </c:pt>
                <c:pt idx="6036">
                  <c:v>45343</c:v>
                </c:pt>
                <c:pt idx="6037">
                  <c:v>45344</c:v>
                </c:pt>
                <c:pt idx="6038">
                  <c:v>45345</c:v>
                </c:pt>
                <c:pt idx="6039">
                  <c:v>45348</c:v>
                </c:pt>
                <c:pt idx="6040">
                  <c:v>45349</c:v>
                </c:pt>
                <c:pt idx="6041">
                  <c:v>45350</c:v>
                </c:pt>
                <c:pt idx="6042">
                  <c:v>45351</c:v>
                </c:pt>
                <c:pt idx="6043">
                  <c:v>45352</c:v>
                </c:pt>
                <c:pt idx="6044">
                  <c:v>45355</c:v>
                </c:pt>
                <c:pt idx="6045">
                  <c:v>45356</c:v>
                </c:pt>
                <c:pt idx="6046">
                  <c:v>45357</c:v>
                </c:pt>
                <c:pt idx="6047">
                  <c:v>45358</c:v>
                </c:pt>
                <c:pt idx="6048">
                  <c:v>45359</c:v>
                </c:pt>
                <c:pt idx="6049">
                  <c:v>45362</c:v>
                </c:pt>
                <c:pt idx="6050">
                  <c:v>45363</c:v>
                </c:pt>
                <c:pt idx="6051">
                  <c:v>45364</c:v>
                </c:pt>
                <c:pt idx="6052">
                  <c:v>45365</c:v>
                </c:pt>
                <c:pt idx="6053">
                  <c:v>45366</c:v>
                </c:pt>
                <c:pt idx="6054">
                  <c:v>45369</c:v>
                </c:pt>
                <c:pt idx="6055">
                  <c:v>45370</c:v>
                </c:pt>
                <c:pt idx="6056">
                  <c:v>45371</c:v>
                </c:pt>
                <c:pt idx="6057">
                  <c:v>45372</c:v>
                </c:pt>
                <c:pt idx="6058">
                  <c:v>45373</c:v>
                </c:pt>
                <c:pt idx="6059">
                  <c:v>45376</c:v>
                </c:pt>
                <c:pt idx="6060">
                  <c:v>45377</c:v>
                </c:pt>
                <c:pt idx="6061">
                  <c:v>45378</c:v>
                </c:pt>
                <c:pt idx="6062">
                  <c:v>45379</c:v>
                </c:pt>
                <c:pt idx="6063">
                  <c:v>45380</c:v>
                </c:pt>
                <c:pt idx="6064">
                  <c:v>45383</c:v>
                </c:pt>
                <c:pt idx="6065">
                  <c:v>45384</c:v>
                </c:pt>
                <c:pt idx="6066">
                  <c:v>45385</c:v>
                </c:pt>
                <c:pt idx="6067">
                  <c:v>45386</c:v>
                </c:pt>
                <c:pt idx="6068">
                  <c:v>45387</c:v>
                </c:pt>
                <c:pt idx="6069">
                  <c:v>45390</c:v>
                </c:pt>
                <c:pt idx="6070">
                  <c:v>45391</c:v>
                </c:pt>
                <c:pt idx="6071">
                  <c:v>45392</c:v>
                </c:pt>
                <c:pt idx="6072">
                  <c:v>45393</c:v>
                </c:pt>
                <c:pt idx="6073">
                  <c:v>45394</c:v>
                </c:pt>
                <c:pt idx="6074">
                  <c:v>45397</c:v>
                </c:pt>
                <c:pt idx="6075">
                  <c:v>45398</c:v>
                </c:pt>
                <c:pt idx="6076">
                  <c:v>45399</c:v>
                </c:pt>
                <c:pt idx="6077">
                  <c:v>45400</c:v>
                </c:pt>
                <c:pt idx="6078">
                  <c:v>45401</c:v>
                </c:pt>
                <c:pt idx="6079">
                  <c:v>45404</c:v>
                </c:pt>
                <c:pt idx="6080">
                  <c:v>45405</c:v>
                </c:pt>
                <c:pt idx="6081">
                  <c:v>45406</c:v>
                </c:pt>
                <c:pt idx="6082">
                  <c:v>45407</c:v>
                </c:pt>
                <c:pt idx="6083">
                  <c:v>45408</c:v>
                </c:pt>
                <c:pt idx="6084">
                  <c:v>45411</c:v>
                </c:pt>
                <c:pt idx="6085">
                  <c:v>45412</c:v>
                </c:pt>
                <c:pt idx="6086">
                  <c:v>45413</c:v>
                </c:pt>
                <c:pt idx="6087">
                  <c:v>45414</c:v>
                </c:pt>
                <c:pt idx="6088">
                  <c:v>45415</c:v>
                </c:pt>
                <c:pt idx="6089">
                  <c:v>45418</c:v>
                </c:pt>
                <c:pt idx="6090">
                  <c:v>45419</c:v>
                </c:pt>
                <c:pt idx="6091">
                  <c:v>45420</c:v>
                </c:pt>
                <c:pt idx="6092">
                  <c:v>45421</c:v>
                </c:pt>
                <c:pt idx="6093">
                  <c:v>45422</c:v>
                </c:pt>
                <c:pt idx="6094">
                  <c:v>45425</c:v>
                </c:pt>
                <c:pt idx="6095">
                  <c:v>45426</c:v>
                </c:pt>
                <c:pt idx="6096">
                  <c:v>45427</c:v>
                </c:pt>
                <c:pt idx="6097">
                  <c:v>45428</c:v>
                </c:pt>
                <c:pt idx="6098">
                  <c:v>45429</c:v>
                </c:pt>
                <c:pt idx="6099">
                  <c:v>45432</c:v>
                </c:pt>
                <c:pt idx="6100">
                  <c:v>45433</c:v>
                </c:pt>
                <c:pt idx="6101">
                  <c:v>45434</c:v>
                </c:pt>
                <c:pt idx="6102">
                  <c:v>45435</c:v>
                </c:pt>
                <c:pt idx="6103">
                  <c:v>45436</c:v>
                </c:pt>
                <c:pt idx="6104">
                  <c:v>45439</c:v>
                </c:pt>
                <c:pt idx="6105">
                  <c:v>45440</c:v>
                </c:pt>
                <c:pt idx="6106">
                  <c:v>45441</c:v>
                </c:pt>
                <c:pt idx="6107">
                  <c:v>45442</c:v>
                </c:pt>
                <c:pt idx="6108">
                  <c:v>45443</c:v>
                </c:pt>
                <c:pt idx="6109">
                  <c:v>45446</c:v>
                </c:pt>
                <c:pt idx="6110">
                  <c:v>45447</c:v>
                </c:pt>
                <c:pt idx="6111">
                  <c:v>45448</c:v>
                </c:pt>
                <c:pt idx="6112">
                  <c:v>45449</c:v>
                </c:pt>
                <c:pt idx="6113">
                  <c:v>45450</c:v>
                </c:pt>
                <c:pt idx="6114">
                  <c:v>45453</c:v>
                </c:pt>
                <c:pt idx="6115">
                  <c:v>45454</c:v>
                </c:pt>
                <c:pt idx="6116">
                  <c:v>45455</c:v>
                </c:pt>
                <c:pt idx="6117">
                  <c:v>45456</c:v>
                </c:pt>
                <c:pt idx="6118">
                  <c:v>45457</c:v>
                </c:pt>
                <c:pt idx="6119">
                  <c:v>45460</c:v>
                </c:pt>
                <c:pt idx="6120">
                  <c:v>45461</c:v>
                </c:pt>
                <c:pt idx="6121">
                  <c:v>45462</c:v>
                </c:pt>
                <c:pt idx="6122">
                  <c:v>45463</c:v>
                </c:pt>
                <c:pt idx="6123">
                  <c:v>45464</c:v>
                </c:pt>
                <c:pt idx="6124">
                  <c:v>45467</c:v>
                </c:pt>
                <c:pt idx="6125">
                  <c:v>45468</c:v>
                </c:pt>
                <c:pt idx="6126">
                  <c:v>45469</c:v>
                </c:pt>
                <c:pt idx="6127">
                  <c:v>45470</c:v>
                </c:pt>
                <c:pt idx="6128">
                  <c:v>45471</c:v>
                </c:pt>
                <c:pt idx="6129">
                  <c:v>45474</c:v>
                </c:pt>
                <c:pt idx="6130">
                  <c:v>45475</c:v>
                </c:pt>
                <c:pt idx="6131">
                  <c:v>45476</c:v>
                </c:pt>
                <c:pt idx="6132">
                  <c:v>45477</c:v>
                </c:pt>
                <c:pt idx="6133">
                  <c:v>45478</c:v>
                </c:pt>
                <c:pt idx="6134">
                  <c:v>45481</c:v>
                </c:pt>
                <c:pt idx="6135">
                  <c:v>45482</c:v>
                </c:pt>
                <c:pt idx="6136">
                  <c:v>45483</c:v>
                </c:pt>
                <c:pt idx="6137">
                  <c:v>45484</c:v>
                </c:pt>
                <c:pt idx="6138">
                  <c:v>45485</c:v>
                </c:pt>
                <c:pt idx="6139">
                  <c:v>45488</c:v>
                </c:pt>
                <c:pt idx="6140">
                  <c:v>45489</c:v>
                </c:pt>
                <c:pt idx="6141">
                  <c:v>45490</c:v>
                </c:pt>
                <c:pt idx="6142">
                  <c:v>45491</c:v>
                </c:pt>
                <c:pt idx="6143">
                  <c:v>45492</c:v>
                </c:pt>
                <c:pt idx="6144">
                  <c:v>45495</c:v>
                </c:pt>
                <c:pt idx="6145">
                  <c:v>45496</c:v>
                </c:pt>
                <c:pt idx="6146">
                  <c:v>45497</c:v>
                </c:pt>
                <c:pt idx="6147">
                  <c:v>45498</c:v>
                </c:pt>
                <c:pt idx="6148">
                  <c:v>45499</c:v>
                </c:pt>
                <c:pt idx="6149">
                  <c:v>45502</c:v>
                </c:pt>
                <c:pt idx="6150">
                  <c:v>45503</c:v>
                </c:pt>
                <c:pt idx="6151">
                  <c:v>45504</c:v>
                </c:pt>
                <c:pt idx="6152">
                  <c:v>45505</c:v>
                </c:pt>
                <c:pt idx="6153">
                  <c:v>45506</c:v>
                </c:pt>
                <c:pt idx="6154">
                  <c:v>45509</c:v>
                </c:pt>
                <c:pt idx="6155">
                  <c:v>45510</c:v>
                </c:pt>
                <c:pt idx="6156">
                  <c:v>45511</c:v>
                </c:pt>
                <c:pt idx="6157">
                  <c:v>45512</c:v>
                </c:pt>
                <c:pt idx="6158">
                  <c:v>45513</c:v>
                </c:pt>
                <c:pt idx="6159">
                  <c:v>45516</c:v>
                </c:pt>
                <c:pt idx="6160">
                  <c:v>45517</c:v>
                </c:pt>
                <c:pt idx="6161">
                  <c:v>45518</c:v>
                </c:pt>
                <c:pt idx="6162">
                  <c:v>45519</c:v>
                </c:pt>
                <c:pt idx="6163">
                  <c:v>45520</c:v>
                </c:pt>
                <c:pt idx="6164">
                  <c:v>45523</c:v>
                </c:pt>
                <c:pt idx="6165">
                  <c:v>45524</c:v>
                </c:pt>
                <c:pt idx="6166">
                  <c:v>45525</c:v>
                </c:pt>
                <c:pt idx="6167">
                  <c:v>45526</c:v>
                </c:pt>
                <c:pt idx="6168">
                  <c:v>45527</c:v>
                </c:pt>
                <c:pt idx="6169">
                  <c:v>45530</c:v>
                </c:pt>
                <c:pt idx="6170">
                  <c:v>45531</c:v>
                </c:pt>
                <c:pt idx="6171">
                  <c:v>45532</c:v>
                </c:pt>
                <c:pt idx="6172">
                  <c:v>45533</c:v>
                </c:pt>
                <c:pt idx="6173">
                  <c:v>45534</c:v>
                </c:pt>
                <c:pt idx="6174">
                  <c:v>45537</c:v>
                </c:pt>
                <c:pt idx="6175">
                  <c:v>45538</c:v>
                </c:pt>
                <c:pt idx="6176">
                  <c:v>45539</c:v>
                </c:pt>
                <c:pt idx="6177">
                  <c:v>45540</c:v>
                </c:pt>
                <c:pt idx="6178">
                  <c:v>45541</c:v>
                </c:pt>
                <c:pt idx="6179">
                  <c:v>45544</c:v>
                </c:pt>
                <c:pt idx="6180">
                  <c:v>45545</c:v>
                </c:pt>
                <c:pt idx="6181">
                  <c:v>45546</c:v>
                </c:pt>
                <c:pt idx="6182">
                  <c:v>45547</c:v>
                </c:pt>
                <c:pt idx="6183">
                  <c:v>45548</c:v>
                </c:pt>
                <c:pt idx="6184">
                  <c:v>45551</c:v>
                </c:pt>
                <c:pt idx="6185">
                  <c:v>45552</c:v>
                </c:pt>
                <c:pt idx="6186">
                  <c:v>45553</c:v>
                </c:pt>
                <c:pt idx="6187">
                  <c:v>45554</c:v>
                </c:pt>
                <c:pt idx="6188">
                  <c:v>45555</c:v>
                </c:pt>
                <c:pt idx="6189">
                  <c:v>45558</c:v>
                </c:pt>
                <c:pt idx="6190">
                  <c:v>45559</c:v>
                </c:pt>
                <c:pt idx="6191">
                  <c:v>45560</c:v>
                </c:pt>
                <c:pt idx="6192">
                  <c:v>45561</c:v>
                </c:pt>
                <c:pt idx="6193">
                  <c:v>45562</c:v>
                </c:pt>
                <c:pt idx="6194">
                  <c:v>45565</c:v>
                </c:pt>
                <c:pt idx="6195">
                  <c:v>45566</c:v>
                </c:pt>
                <c:pt idx="6196">
                  <c:v>45567</c:v>
                </c:pt>
                <c:pt idx="6197">
                  <c:v>45568</c:v>
                </c:pt>
                <c:pt idx="6198">
                  <c:v>45569</c:v>
                </c:pt>
                <c:pt idx="6199">
                  <c:v>45572</c:v>
                </c:pt>
                <c:pt idx="6200">
                  <c:v>45573</c:v>
                </c:pt>
                <c:pt idx="6201">
                  <c:v>45574</c:v>
                </c:pt>
                <c:pt idx="6202">
                  <c:v>45575</c:v>
                </c:pt>
                <c:pt idx="6203">
                  <c:v>45576</c:v>
                </c:pt>
                <c:pt idx="6204">
                  <c:v>45579</c:v>
                </c:pt>
                <c:pt idx="6205">
                  <c:v>45580</c:v>
                </c:pt>
                <c:pt idx="6206">
                  <c:v>45581</c:v>
                </c:pt>
                <c:pt idx="6207">
                  <c:v>45582</c:v>
                </c:pt>
                <c:pt idx="6208">
                  <c:v>45583</c:v>
                </c:pt>
                <c:pt idx="6209">
                  <c:v>45586</c:v>
                </c:pt>
                <c:pt idx="6210">
                  <c:v>45587</c:v>
                </c:pt>
                <c:pt idx="6211">
                  <c:v>45588</c:v>
                </c:pt>
                <c:pt idx="6212">
                  <c:v>45589</c:v>
                </c:pt>
                <c:pt idx="6213">
                  <c:v>45590</c:v>
                </c:pt>
                <c:pt idx="6214">
                  <c:v>45593</c:v>
                </c:pt>
                <c:pt idx="6215">
                  <c:v>45594</c:v>
                </c:pt>
                <c:pt idx="6216">
                  <c:v>45595</c:v>
                </c:pt>
                <c:pt idx="6217">
                  <c:v>45596</c:v>
                </c:pt>
                <c:pt idx="6218">
                  <c:v>45597</c:v>
                </c:pt>
                <c:pt idx="6219">
                  <c:v>45600</c:v>
                </c:pt>
                <c:pt idx="6220">
                  <c:v>45601</c:v>
                </c:pt>
                <c:pt idx="6221">
                  <c:v>45602</c:v>
                </c:pt>
                <c:pt idx="6222">
                  <c:v>45603</c:v>
                </c:pt>
                <c:pt idx="6223">
                  <c:v>45604</c:v>
                </c:pt>
                <c:pt idx="6224">
                  <c:v>45607</c:v>
                </c:pt>
                <c:pt idx="6225">
                  <c:v>45608</c:v>
                </c:pt>
                <c:pt idx="6226">
                  <c:v>45609</c:v>
                </c:pt>
                <c:pt idx="6227">
                  <c:v>45610</c:v>
                </c:pt>
                <c:pt idx="6228">
                  <c:v>45611</c:v>
                </c:pt>
                <c:pt idx="6229">
                  <c:v>45614</c:v>
                </c:pt>
                <c:pt idx="6230">
                  <c:v>45615</c:v>
                </c:pt>
                <c:pt idx="6231">
                  <c:v>45616</c:v>
                </c:pt>
                <c:pt idx="6232">
                  <c:v>45617</c:v>
                </c:pt>
                <c:pt idx="6233">
                  <c:v>45618</c:v>
                </c:pt>
                <c:pt idx="6234">
                  <c:v>45621</c:v>
                </c:pt>
                <c:pt idx="6235">
                  <c:v>45622</c:v>
                </c:pt>
                <c:pt idx="6236">
                  <c:v>45623</c:v>
                </c:pt>
                <c:pt idx="6237">
                  <c:v>45624</c:v>
                </c:pt>
                <c:pt idx="6238">
                  <c:v>45625</c:v>
                </c:pt>
                <c:pt idx="6239">
                  <c:v>45628</c:v>
                </c:pt>
                <c:pt idx="6240">
                  <c:v>45629</c:v>
                </c:pt>
                <c:pt idx="6241">
                  <c:v>45630</c:v>
                </c:pt>
                <c:pt idx="6242">
                  <c:v>45631</c:v>
                </c:pt>
                <c:pt idx="6243">
                  <c:v>45632</c:v>
                </c:pt>
                <c:pt idx="6244">
                  <c:v>45635</c:v>
                </c:pt>
                <c:pt idx="6245">
                  <c:v>45636</c:v>
                </c:pt>
                <c:pt idx="6246">
                  <c:v>45637</c:v>
                </c:pt>
                <c:pt idx="6247">
                  <c:v>45638</c:v>
                </c:pt>
                <c:pt idx="6248">
                  <c:v>45639</c:v>
                </c:pt>
                <c:pt idx="6249">
                  <c:v>45642</c:v>
                </c:pt>
                <c:pt idx="6250">
                  <c:v>45643</c:v>
                </c:pt>
                <c:pt idx="6251">
                  <c:v>45644</c:v>
                </c:pt>
                <c:pt idx="6252">
                  <c:v>45645</c:v>
                </c:pt>
                <c:pt idx="6253">
                  <c:v>45646</c:v>
                </c:pt>
                <c:pt idx="6254">
                  <c:v>45649</c:v>
                </c:pt>
                <c:pt idx="6255">
                  <c:v>45650</c:v>
                </c:pt>
                <c:pt idx="6256">
                  <c:v>45651</c:v>
                </c:pt>
                <c:pt idx="6257">
                  <c:v>45652</c:v>
                </c:pt>
                <c:pt idx="6258">
                  <c:v>45653</c:v>
                </c:pt>
                <c:pt idx="6259">
                  <c:v>45656</c:v>
                </c:pt>
                <c:pt idx="6260">
                  <c:v>45657</c:v>
                </c:pt>
                <c:pt idx="6261">
                  <c:v>45658</c:v>
                </c:pt>
                <c:pt idx="6262">
                  <c:v>45659</c:v>
                </c:pt>
                <c:pt idx="6263">
                  <c:v>45660</c:v>
                </c:pt>
                <c:pt idx="6264">
                  <c:v>45663</c:v>
                </c:pt>
                <c:pt idx="6265">
                  <c:v>45664</c:v>
                </c:pt>
                <c:pt idx="6266">
                  <c:v>45665</c:v>
                </c:pt>
                <c:pt idx="6267">
                  <c:v>45666</c:v>
                </c:pt>
                <c:pt idx="6268">
                  <c:v>45667</c:v>
                </c:pt>
                <c:pt idx="6269">
                  <c:v>45670</c:v>
                </c:pt>
                <c:pt idx="6270">
                  <c:v>45671</c:v>
                </c:pt>
                <c:pt idx="6271">
                  <c:v>45672</c:v>
                </c:pt>
                <c:pt idx="6272">
                  <c:v>45673</c:v>
                </c:pt>
                <c:pt idx="6273">
                  <c:v>45674</c:v>
                </c:pt>
                <c:pt idx="6274">
                  <c:v>45677</c:v>
                </c:pt>
                <c:pt idx="6275">
                  <c:v>45678</c:v>
                </c:pt>
                <c:pt idx="6276">
                  <c:v>45679</c:v>
                </c:pt>
                <c:pt idx="6277">
                  <c:v>45680</c:v>
                </c:pt>
                <c:pt idx="6278">
                  <c:v>45681</c:v>
                </c:pt>
                <c:pt idx="6279">
                  <c:v>45684</c:v>
                </c:pt>
                <c:pt idx="6280">
                  <c:v>45685</c:v>
                </c:pt>
                <c:pt idx="6281">
                  <c:v>45686</c:v>
                </c:pt>
                <c:pt idx="6282">
                  <c:v>45687</c:v>
                </c:pt>
                <c:pt idx="6283">
                  <c:v>45688</c:v>
                </c:pt>
                <c:pt idx="6284">
                  <c:v>45691</c:v>
                </c:pt>
                <c:pt idx="6285">
                  <c:v>45692</c:v>
                </c:pt>
                <c:pt idx="6286">
                  <c:v>45693</c:v>
                </c:pt>
                <c:pt idx="6287">
                  <c:v>45694</c:v>
                </c:pt>
                <c:pt idx="6288">
                  <c:v>45695</c:v>
                </c:pt>
                <c:pt idx="6289">
                  <c:v>45698</c:v>
                </c:pt>
                <c:pt idx="6290">
                  <c:v>45699</c:v>
                </c:pt>
                <c:pt idx="6291">
                  <c:v>45700</c:v>
                </c:pt>
                <c:pt idx="6292">
                  <c:v>45701</c:v>
                </c:pt>
                <c:pt idx="6293">
                  <c:v>45702</c:v>
                </c:pt>
                <c:pt idx="6294">
                  <c:v>45705</c:v>
                </c:pt>
                <c:pt idx="6295">
                  <c:v>45706</c:v>
                </c:pt>
                <c:pt idx="6296">
                  <c:v>45707</c:v>
                </c:pt>
                <c:pt idx="6297">
                  <c:v>45708</c:v>
                </c:pt>
                <c:pt idx="6298">
                  <c:v>45709</c:v>
                </c:pt>
                <c:pt idx="6299">
                  <c:v>45712</c:v>
                </c:pt>
                <c:pt idx="6300">
                  <c:v>45713</c:v>
                </c:pt>
                <c:pt idx="6301">
                  <c:v>45714</c:v>
                </c:pt>
                <c:pt idx="6302">
                  <c:v>45715</c:v>
                </c:pt>
                <c:pt idx="6303">
                  <c:v>45716</c:v>
                </c:pt>
                <c:pt idx="6304">
                  <c:v>45719</c:v>
                </c:pt>
                <c:pt idx="6305">
                  <c:v>45720</c:v>
                </c:pt>
                <c:pt idx="6306">
                  <c:v>45721</c:v>
                </c:pt>
                <c:pt idx="6307">
                  <c:v>45722</c:v>
                </c:pt>
                <c:pt idx="6308">
                  <c:v>45723</c:v>
                </c:pt>
                <c:pt idx="6309">
                  <c:v>45726</c:v>
                </c:pt>
                <c:pt idx="6310">
                  <c:v>45727</c:v>
                </c:pt>
                <c:pt idx="6311">
                  <c:v>45728</c:v>
                </c:pt>
                <c:pt idx="6312">
                  <c:v>45729</c:v>
                </c:pt>
                <c:pt idx="6313">
                  <c:v>45730</c:v>
                </c:pt>
                <c:pt idx="6314">
                  <c:v>45733</c:v>
                </c:pt>
                <c:pt idx="6315">
                  <c:v>45734</c:v>
                </c:pt>
                <c:pt idx="6316">
                  <c:v>45735</c:v>
                </c:pt>
                <c:pt idx="6317">
                  <c:v>45736</c:v>
                </c:pt>
                <c:pt idx="6318">
                  <c:v>45737</c:v>
                </c:pt>
                <c:pt idx="6319">
                  <c:v>45740</c:v>
                </c:pt>
                <c:pt idx="6320">
                  <c:v>45741</c:v>
                </c:pt>
                <c:pt idx="6321">
                  <c:v>45742</c:v>
                </c:pt>
                <c:pt idx="6322">
                  <c:v>45743</c:v>
                </c:pt>
                <c:pt idx="6323">
                  <c:v>45744</c:v>
                </c:pt>
                <c:pt idx="6324">
                  <c:v>45747</c:v>
                </c:pt>
                <c:pt idx="6325">
                  <c:v>45748</c:v>
                </c:pt>
                <c:pt idx="6326">
                  <c:v>45749</c:v>
                </c:pt>
                <c:pt idx="6327">
                  <c:v>45750</c:v>
                </c:pt>
                <c:pt idx="6328">
                  <c:v>45751</c:v>
                </c:pt>
                <c:pt idx="6329">
                  <c:v>45754</c:v>
                </c:pt>
                <c:pt idx="6330">
                  <c:v>45755</c:v>
                </c:pt>
                <c:pt idx="6331">
                  <c:v>45756</c:v>
                </c:pt>
                <c:pt idx="6332">
                  <c:v>45757</c:v>
                </c:pt>
                <c:pt idx="6333">
                  <c:v>45758</c:v>
                </c:pt>
                <c:pt idx="6334">
                  <c:v>45761</c:v>
                </c:pt>
                <c:pt idx="6335">
                  <c:v>45762</c:v>
                </c:pt>
                <c:pt idx="6336">
                  <c:v>45763</c:v>
                </c:pt>
                <c:pt idx="6337">
                  <c:v>45764</c:v>
                </c:pt>
                <c:pt idx="6338">
                  <c:v>45765</c:v>
                </c:pt>
                <c:pt idx="6339">
                  <c:v>45768</c:v>
                </c:pt>
                <c:pt idx="6340">
                  <c:v>45769</c:v>
                </c:pt>
                <c:pt idx="6341">
                  <c:v>45770</c:v>
                </c:pt>
                <c:pt idx="6342">
                  <c:v>45771</c:v>
                </c:pt>
                <c:pt idx="6343">
                  <c:v>45772</c:v>
                </c:pt>
                <c:pt idx="6344">
                  <c:v>45775</c:v>
                </c:pt>
                <c:pt idx="6345">
                  <c:v>45776</c:v>
                </c:pt>
                <c:pt idx="6346">
                  <c:v>45777</c:v>
                </c:pt>
                <c:pt idx="6347">
                  <c:v>45778</c:v>
                </c:pt>
                <c:pt idx="6348">
                  <c:v>45779</c:v>
                </c:pt>
                <c:pt idx="6349">
                  <c:v>45782</c:v>
                </c:pt>
                <c:pt idx="6350">
                  <c:v>45783</c:v>
                </c:pt>
                <c:pt idx="6351">
                  <c:v>45784</c:v>
                </c:pt>
                <c:pt idx="6352">
                  <c:v>45785</c:v>
                </c:pt>
                <c:pt idx="6353">
                  <c:v>45786</c:v>
                </c:pt>
                <c:pt idx="6354">
                  <c:v>45789</c:v>
                </c:pt>
                <c:pt idx="6355">
                  <c:v>45790</c:v>
                </c:pt>
                <c:pt idx="6356">
                  <c:v>45791</c:v>
                </c:pt>
                <c:pt idx="6357">
                  <c:v>45792</c:v>
                </c:pt>
                <c:pt idx="6358">
                  <c:v>45793</c:v>
                </c:pt>
                <c:pt idx="6359">
                  <c:v>45796</c:v>
                </c:pt>
                <c:pt idx="6360">
                  <c:v>45797</c:v>
                </c:pt>
                <c:pt idx="6361">
                  <c:v>45798</c:v>
                </c:pt>
                <c:pt idx="6362">
                  <c:v>45799</c:v>
                </c:pt>
                <c:pt idx="6363">
                  <c:v>45800</c:v>
                </c:pt>
                <c:pt idx="6364">
                  <c:v>45803</c:v>
                </c:pt>
                <c:pt idx="6365">
                  <c:v>45804</c:v>
                </c:pt>
                <c:pt idx="6366">
                  <c:v>45805</c:v>
                </c:pt>
                <c:pt idx="6367">
                  <c:v>45806</c:v>
                </c:pt>
                <c:pt idx="6368">
                  <c:v>45807</c:v>
                </c:pt>
                <c:pt idx="6369">
                  <c:v>45810</c:v>
                </c:pt>
                <c:pt idx="6370">
                  <c:v>45811</c:v>
                </c:pt>
                <c:pt idx="6371">
                  <c:v>45812</c:v>
                </c:pt>
                <c:pt idx="6372">
                  <c:v>45813</c:v>
                </c:pt>
                <c:pt idx="6373">
                  <c:v>45814</c:v>
                </c:pt>
                <c:pt idx="6374">
                  <c:v>45817</c:v>
                </c:pt>
                <c:pt idx="6375">
                  <c:v>45818</c:v>
                </c:pt>
                <c:pt idx="6376">
                  <c:v>45819</c:v>
                </c:pt>
                <c:pt idx="6377">
                  <c:v>45820</c:v>
                </c:pt>
                <c:pt idx="6378">
                  <c:v>45821</c:v>
                </c:pt>
                <c:pt idx="6379">
                  <c:v>45824</c:v>
                </c:pt>
                <c:pt idx="6380">
                  <c:v>45825</c:v>
                </c:pt>
                <c:pt idx="6381">
                  <c:v>45826</c:v>
                </c:pt>
                <c:pt idx="6382">
                  <c:v>45827</c:v>
                </c:pt>
                <c:pt idx="6383">
                  <c:v>45828</c:v>
                </c:pt>
                <c:pt idx="6384">
                  <c:v>45831</c:v>
                </c:pt>
                <c:pt idx="6385">
                  <c:v>45832</c:v>
                </c:pt>
                <c:pt idx="6386">
                  <c:v>45833</c:v>
                </c:pt>
                <c:pt idx="6387">
                  <c:v>45834</c:v>
                </c:pt>
                <c:pt idx="6388">
                  <c:v>45835</c:v>
                </c:pt>
                <c:pt idx="6389">
                  <c:v>45838</c:v>
                </c:pt>
                <c:pt idx="6390">
                  <c:v>45839</c:v>
                </c:pt>
                <c:pt idx="6391">
                  <c:v>45840</c:v>
                </c:pt>
                <c:pt idx="6392">
                  <c:v>45841</c:v>
                </c:pt>
                <c:pt idx="6393">
                  <c:v>45842</c:v>
                </c:pt>
                <c:pt idx="6394">
                  <c:v>45845</c:v>
                </c:pt>
                <c:pt idx="6395">
                  <c:v>45846</c:v>
                </c:pt>
                <c:pt idx="6396">
                  <c:v>45847</c:v>
                </c:pt>
                <c:pt idx="6397">
                  <c:v>45848</c:v>
                </c:pt>
                <c:pt idx="6398">
                  <c:v>45849</c:v>
                </c:pt>
                <c:pt idx="6399">
                  <c:v>45852</c:v>
                </c:pt>
                <c:pt idx="6400">
                  <c:v>45853</c:v>
                </c:pt>
                <c:pt idx="6401">
                  <c:v>45854</c:v>
                </c:pt>
                <c:pt idx="6402">
                  <c:v>45855</c:v>
                </c:pt>
                <c:pt idx="6403">
                  <c:v>45856</c:v>
                </c:pt>
                <c:pt idx="6404">
                  <c:v>45859</c:v>
                </c:pt>
                <c:pt idx="6405">
                  <c:v>45860</c:v>
                </c:pt>
                <c:pt idx="6406">
                  <c:v>45861</c:v>
                </c:pt>
                <c:pt idx="6407">
                  <c:v>45862</c:v>
                </c:pt>
                <c:pt idx="6408">
                  <c:v>45863</c:v>
                </c:pt>
                <c:pt idx="6409">
                  <c:v>45866</c:v>
                </c:pt>
                <c:pt idx="6410">
                  <c:v>45867</c:v>
                </c:pt>
                <c:pt idx="6411">
                  <c:v>45868</c:v>
                </c:pt>
                <c:pt idx="6412">
                  <c:v>45869</c:v>
                </c:pt>
                <c:pt idx="6413">
                  <c:v>45870</c:v>
                </c:pt>
                <c:pt idx="6414">
                  <c:v>45873</c:v>
                </c:pt>
                <c:pt idx="6415">
                  <c:v>45874</c:v>
                </c:pt>
                <c:pt idx="6416">
                  <c:v>45875</c:v>
                </c:pt>
                <c:pt idx="6417">
                  <c:v>45876</c:v>
                </c:pt>
                <c:pt idx="6418">
                  <c:v>45877</c:v>
                </c:pt>
                <c:pt idx="6419">
                  <c:v>45880</c:v>
                </c:pt>
                <c:pt idx="6420">
                  <c:v>45881</c:v>
                </c:pt>
                <c:pt idx="6421">
                  <c:v>45882</c:v>
                </c:pt>
                <c:pt idx="6422">
                  <c:v>45883</c:v>
                </c:pt>
                <c:pt idx="6423">
                  <c:v>45884</c:v>
                </c:pt>
                <c:pt idx="6424">
                  <c:v>45887</c:v>
                </c:pt>
                <c:pt idx="6425">
                  <c:v>45888</c:v>
                </c:pt>
                <c:pt idx="6426">
                  <c:v>45889</c:v>
                </c:pt>
                <c:pt idx="6427">
                  <c:v>45890</c:v>
                </c:pt>
                <c:pt idx="6428">
                  <c:v>45891</c:v>
                </c:pt>
                <c:pt idx="6429">
                  <c:v>45894</c:v>
                </c:pt>
                <c:pt idx="6430">
                  <c:v>45895</c:v>
                </c:pt>
                <c:pt idx="6431">
                  <c:v>45896</c:v>
                </c:pt>
                <c:pt idx="6432">
                  <c:v>45897</c:v>
                </c:pt>
                <c:pt idx="6433">
                  <c:v>45898</c:v>
                </c:pt>
                <c:pt idx="6434">
                  <c:v>45901</c:v>
                </c:pt>
                <c:pt idx="6435">
                  <c:v>45902</c:v>
                </c:pt>
                <c:pt idx="6436">
                  <c:v>45903</c:v>
                </c:pt>
                <c:pt idx="6437">
                  <c:v>45904</c:v>
                </c:pt>
                <c:pt idx="6438">
                  <c:v>45905</c:v>
                </c:pt>
                <c:pt idx="6439">
                  <c:v>45908</c:v>
                </c:pt>
                <c:pt idx="6440">
                  <c:v>45909</c:v>
                </c:pt>
                <c:pt idx="6441">
                  <c:v>45910</c:v>
                </c:pt>
                <c:pt idx="6442">
                  <c:v>45911</c:v>
                </c:pt>
                <c:pt idx="6443">
                  <c:v>45912</c:v>
                </c:pt>
                <c:pt idx="6444">
                  <c:v>45915</c:v>
                </c:pt>
                <c:pt idx="6445">
                  <c:v>45916</c:v>
                </c:pt>
                <c:pt idx="6446">
                  <c:v>45917</c:v>
                </c:pt>
                <c:pt idx="6447">
                  <c:v>45918</c:v>
                </c:pt>
                <c:pt idx="6448">
                  <c:v>45919</c:v>
                </c:pt>
                <c:pt idx="6449">
                  <c:v>45922</c:v>
                </c:pt>
                <c:pt idx="6450">
                  <c:v>45923</c:v>
                </c:pt>
                <c:pt idx="6451">
                  <c:v>45924</c:v>
                </c:pt>
                <c:pt idx="6452">
                  <c:v>45925</c:v>
                </c:pt>
                <c:pt idx="6453">
                  <c:v>45926</c:v>
                </c:pt>
                <c:pt idx="6454">
                  <c:v>45929</c:v>
                </c:pt>
                <c:pt idx="6455">
                  <c:v>45930</c:v>
                </c:pt>
                <c:pt idx="6456">
                  <c:v>45931</c:v>
                </c:pt>
                <c:pt idx="6457">
                  <c:v>45932</c:v>
                </c:pt>
                <c:pt idx="6458">
                  <c:v>45933</c:v>
                </c:pt>
                <c:pt idx="6459">
                  <c:v>45936</c:v>
                </c:pt>
                <c:pt idx="6460">
                  <c:v>45937</c:v>
                </c:pt>
                <c:pt idx="6461">
                  <c:v>45938</c:v>
                </c:pt>
                <c:pt idx="6462">
                  <c:v>45939</c:v>
                </c:pt>
                <c:pt idx="6463">
                  <c:v>45940</c:v>
                </c:pt>
                <c:pt idx="6464">
                  <c:v>45943</c:v>
                </c:pt>
                <c:pt idx="6465">
                  <c:v>45944</c:v>
                </c:pt>
                <c:pt idx="6466">
                  <c:v>45945</c:v>
                </c:pt>
                <c:pt idx="6467">
                  <c:v>45946</c:v>
                </c:pt>
                <c:pt idx="6468">
                  <c:v>45947</c:v>
                </c:pt>
                <c:pt idx="6469">
                  <c:v>45950</c:v>
                </c:pt>
                <c:pt idx="6470">
                  <c:v>45951</c:v>
                </c:pt>
                <c:pt idx="6471">
                  <c:v>45952</c:v>
                </c:pt>
                <c:pt idx="6472">
                  <c:v>45953</c:v>
                </c:pt>
                <c:pt idx="6473">
                  <c:v>45954</c:v>
                </c:pt>
                <c:pt idx="6474">
                  <c:v>45957</c:v>
                </c:pt>
                <c:pt idx="6475">
                  <c:v>45958</c:v>
                </c:pt>
                <c:pt idx="6476">
                  <c:v>45959</c:v>
                </c:pt>
                <c:pt idx="6477">
                  <c:v>45960</c:v>
                </c:pt>
                <c:pt idx="6478">
                  <c:v>45961</c:v>
                </c:pt>
                <c:pt idx="6479">
                  <c:v>45964</c:v>
                </c:pt>
                <c:pt idx="6480">
                  <c:v>45965</c:v>
                </c:pt>
                <c:pt idx="6481">
                  <c:v>45966</c:v>
                </c:pt>
                <c:pt idx="6482">
                  <c:v>45967</c:v>
                </c:pt>
                <c:pt idx="6483">
                  <c:v>45968</c:v>
                </c:pt>
                <c:pt idx="6484">
                  <c:v>45971</c:v>
                </c:pt>
                <c:pt idx="6485">
                  <c:v>45972</c:v>
                </c:pt>
                <c:pt idx="6486">
                  <c:v>45973</c:v>
                </c:pt>
                <c:pt idx="6487">
                  <c:v>45974</c:v>
                </c:pt>
                <c:pt idx="6488">
                  <c:v>45975</c:v>
                </c:pt>
                <c:pt idx="6489">
                  <c:v>45978</c:v>
                </c:pt>
                <c:pt idx="6490">
                  <c:v>45979</c:v>
                </c:pt>
                <c:pt idx="6491">
                  <c:v>45980</c:v>
                </c:pt>
                <c:pt idx="6492">
                  <c:v>45981</c:v>
                </c:pt>
                <c:pt idx="6493">
                  <c:v>45982</c:v>
                </c:pt>
                <c:pt idx="6494">
                  <c:v>45985</c:v>
                </c:pt>
                <c:pt idx="6495">
                  <c:v>45986</c:v>
                </c:pt>
                <c:pt idx="6496">
                  <c:v>45987</c:v>
                </c:pt>
                <c:pt idx="6497">
                  <c:v>45988</c:v>
                </c:pt>
                <c:pt idx="6498">
                  <c:v>45989</c:v>
                </c:pt>
                <c:pt idx="6499">
                  <c:v>45992</c:v>
                </c:pt>
                <c:pt idx="6500">
                  <c:v>45993</c:v>
                </c:pt>
                <c:pt idx="6501">
                  <c:v>45994</c:v>
                </c:pt>
                <c:pt idx="6502">
                  <c:v>45995</c:v>
                </c:pt>
                <c:pt idx="6503">
                  <c:v>45996</c:v>
                </c:pt>
                <c:pt idx="6504">
                  <c:v>45999</c:v>
                </c:pt>
                <c:pt idx="6505">
                  <c:v>46000</c:v>
                </c:pt>
                <c:pt idx="6506">
                  <c:v>46001</c:v>
                </c:pt>
                <c:pt idx="6507">
                  <c:v>46002</c:v>
                </c:pt>
                <c:pt idx="6508">
                  <c:v>46003</c:v>
                </c:pt>
                <c:pt idx="6509">
                  <c:v>46006</c:v>
                </c:pt>
                <c:pt idx="6510">
                  <c:v>46007</c:v>
                </c:pt>
                <c:pt idx="6511">
                  <c:v>46008</c:v>
                </c:pt>
                <c:pt idx="6512">
                  <c:v>46009</c:v>
                </c:pt>
                <c:pt idx="6513">
                  <c:v>46010</c:v>
                </c:pt>
                <c:pt idx="6514">
                  <c:v>46013</c:v>
                </c:pt>
                <c:pt idx="6515">
                  <c:v>46014</c:v>
                </c:pt>
                <c:pt idx="6516">
                  <c:v>46015</c:v>
                </c:pt>
                <c:pt idx="6517">
                  <c:v>46016</c:v>
                </c:pt>
                <c:pt idx="6518">
                  <c:v>46017</c:v>
                </c:pt>
                <c:pt idx="6519">
                  <c:v>46020</c:v>
                </c:pt>
                <c:pt idx="6520">
                  <c:v>46021</c:v>
                </c:pt>
                <c:pt idx="6521">
                  <c:v>46022</c:v>
                </c:pt>
                <c:pt idx="6522">
                  <c:v>46023</c:v>
                </c:pt>
                <c:pt idx="6523">
                  <c:v>46024</c:v>
                </c:pt>
                <c:pt idx="6524">
                  <c:v>46027</c:v>
                </c:pt>
                <c:pt idx="6525">
                  <c:v>46028</c:v>
                </c:pt>
                <c:pt idx="6526">
                  <c:v>46029</c:v>
                </c:pt>
                <c:pt idx="6527">
                  <c:v>46030</c:v>
                </c:pt>
                <c:pt idx="6528">
                  <c:v>46031</c:v>
                </c:pt>
                <c:pt idx="6529">
                  <c:v>46034</c:v>
                </c:pt>
                <c:pt idx="6530">
                  <c:v>46035</c:v>
                </c:pt>
                <c:pt idx="6531">
                  <c:v>46036</c:v>
                </c:pt>
                <c:pt idx="6532">
                  <c:v>46037</c:v>
                </c:pt>
                <c:pt idx="6533">
                  <c:v>46038</c:v>
                </c:pt>
                <c:pt idx="6534">
                  <c:v>46041</c:v>
                </c:pt>
                <c:pt idx="6535">
                  <c:v>46042</c:v>
                </c:pt>
                <c:pt idx="6536">
                  <c:v>46043</c:v>
                </c:pt>
                <c:pt idx="6537">
                  <c:v>46044</c:v>
                </c:pt>
                <c:pt idx="6538">
                  <c:v>46045</c:v>
                </c:pt>
                <c:pt idx="6539">
                  <c:v>46048</c:v>
                </c:pt>
                <c:pt idx="6540">
                  <c:v>46049</c:v>
                </c:pt>
                <c:pt idx="6541">
                  <c:v>46050</c:v>
                </c:pt>
                <c:pt idx="6542">
                  <c:v>46051</c:v>
                </c:pt>
                <c:pt idx="6543">
                  <c:v>46052</c:v>
                </c:pt>
                <c:pt idx="6544">
                  <c:v>46055</c:v>
                </c:pt>
                <c:pt idx="6545">
                  <c:v>46056</c:v>
                </c:pt>
                <c:pt idx="6546">
                  <c:v>46057</c:v>
                </c:pt>
                <c:pt idx="6547">
                  <c:v>46058</c:v>
                </c:pt>
                <c:pt idx="6548">
                  <c:v>46059</c:v>
                </c:pt>
                <c:pt idx="6549">
                  <c:v>46062</c:v>
                </c:pt>
                <c:pt idx="6550">
                  <c:v>46063</c:v>
                </c:pt>
                <c:pt idx="6551">
                  <c:v>46064</c:v>
                </c:pt>
                <c:pt idx="6552">
                  <c:v>46065</c:v>
                </c:pt>
                <c:pt idx="6553">
                  <c:v>46066</c:v>
                </c:pt>
                <c:pt idx="6554">
                  <c:v>46069</c:v>
                </c:pt>
                <c:pt idx="6555">
                  <c:v>46070</c:v>
                </c:pt>
                <c:pt idx="6556">
                  <c:v>46071</c:v>
                </c:pt>
                <c:pt idx="6557">
                  <c:v>46072</c:v>
                </c:pt>
                <c:pt idx="6558">
                  <c:v>46073</c:v>
                </c:pt>
                <c:pt idx="6559">
                  <c:v>46076</c:v>
                </c:pt>
                <c:pt idx="6560">
                  <c:v>46077</c:v>
                </c:pt>
                <c:pt idx="6561">
                  <c:v>46078</c:v>
                </c:pt>
                <c:pt idx="6562">
                  <c:v>46079</c:v>
                </c:pt>
                <c:pt idx="6563">
                  <c:v>46080</c:v>
                </c:pt>
                <c:pt idx="6564">
                  <c:v>46083</c:v>
                </c:pt>
                <c:pt idx="6565">
                  <c:v>46084</c:v>
                </c:pt>
                <c:pt idx="6566">
                  <c:v>46085</c:v>
                </c:pt>
                <c:pt idx="6567">
                  <c:v>46086</c:v>
                </c:pt>
                <c:pt idx="6568">
                  <c:v>46087</c:v>
                </c:pt>
                <c:pt idx="6569">
                  <c:v>46090</c:v>
                </c:pt>
                <c:pt idx="6570">
                  <c:v>46091</c:v>
                </c:pt>
                <c:pt idx="6571">
                  <c:v>46092</c:v>
                </c:pt>
                <c:pt idx="6572">
                  <c:v>46093</c:v>
                </c:pt>
                <c:pt idx="6573">
                  <c:v>46094</c:v>
                </c:pt>
                <c:pt idx="6574">
                  <c:v>46097</c:v>
                </c:pt>
                <c:pt idx="6575">
                  <c:v>46098</c:v>
                </c:pt>
                <c:pt idx="6576">
                  <c:v>46099</c:v>
                </c:pt>
                <c:pt idx="6577">
                  <c:v>46100</c:v>
                </c:pt>
                <c:pt idx="6578">
                  <c:v>46101</c:v>
                </c:pt>
                <c:pt idx="6579">
                  <c:v>46104</c:v>
                </c:pt>
                <c:pt idx="6580">
                  <c:v>46105</c:v>
                </c:pt>
                <c:pt idx="6581">
                  <c:v>46106</c:v>
                </c:pt>
                <c:pt idx="6582">
                  <c:v>46107</c:v>
                </c:pt>
                <c:pt idx="6583">
                  <c:v>46108</c:v>
                </c:pt>
                <c:pt idx="6584">
                  <c:v>46111</c:v>
                </c:pt>
                <c:pt idx="6585">
                  <c:v>46112</c:v>
                </c:pt>
                <c:pt idx="6586">
                  <c:v>46113</c:v>
                </c:pt>
                <c:pt idx="6587">
                  <c:v>46114</c:v>
                </c:pt>
                <c:pt idx="6588">
                  <c:v>46115</c:v>
                </c:pt>
                <c:pt idx="6589">
                  <c:v>46118</c:v>
                </c:pt>
                <c:pt idx="6590">
                  <c:v>46119</c:v>
                </c:pt>
                <c:pt idx="6591">
                  <c:v>46120</c:v>
                </c:pt>
                <c:pt idx="6592">
                  <c:v>46121</c:v>
                </c:pt>
                <c:pt idx="6593">
                  <c:v>46122</c:v>
                </c:pt>
                <c:pt idx="6594">
                  <c:v>46125</c:v>
                </c:pt>
                <c:pt idx="6595">
                  <c:v>46126</c:v>
                </c:pt>
                <c:pt idx="6596">
                  <c:v>46127</c:v>
                </c:pt>
                <c:pt idx="6597">
                  <c:v>46128</c:v>
                </c:pt>
                <c:pt idx="6598">
                  <c:v>46129</c:v>
                </c:pt>
                <c:pt idx="6599">
                  <c:v>46132</c:v>
                </c:pt>
                <c:pt idx="6600">
                  <c:v>46133</c:v>
                </c:pt>
                <c:pt idx="6601">
                  <c:v>46134</c:v>
                </c:pt>
                <c:pt idx="6602">
                  <c:v>46135</c:v>
                </c:pt>
                <c:pt idx="6603">
                  <c:v>46136</c:v>
                </c:pt>
                <c:pt idx="6604">
                  <c:v>46139</c:v>
                </c:pt>
                <c:pt idx="6605">
                  <c:v>46140</c:v>
                </c:pt>
                <c:pt idx="6606">
                  <c:v>46141</c:v>
                </c:pt>
                <c:pt idx="6607">
                  <c:v>46142</c:v>
                </c:pt>
                <c:pt idx="6608">
                  <c:v>46143</c:v>
                </c:pt>
                <c:pt idx="6609">
                  <c:v>46146</c:v>
                </c:pt>
                <c:pt idx="6610">
                  <c:v>46147</c:v>
                </c:pt>
                <c:pt idx="6611">
                  <c:v>46148</c:v>
                </c:pt>
                <c:pt idx="6612">
                  <c:v>46149</c:v>
                </c:pt>
                <c:pt idx="6613">
                  <c:v>46150</c:v>
                </c:pt>
                <c:pt idx="6614">
                  <c:v>46153</c:v>
                </c:pt>
                <c:pt idx="6615">
                  <c:v>46154</c:v>
                </c:pt>
                <c:pt idx="6616">
                  <c:v>46155</c:v>
                </c:pt>
                <c:pt idx="6617">
                  <c:v>46156</c:v>
                </c:pt>
                <c:pt idx="6618">
                  <c:v>46157</c:v>
                </c:pt>
                <c:pt idx="6619">
                  <c:v>46160</c:v>
                </c:pt>
                <c:pt idx="6620">
                  <c:v>46161</c:v>
                </c:pt>
                <c:pt idx="6621">
                  <c:v>46162</c:v>
                </c:pt>
                <c:pt idx="6622">
                  <c:v>46163</c:v>
                </c:pt>
                <c:pt idx="6623">
                  <c:v>46164</c:v>
                </c:pt>
                <c:pt idx="6624">
                  <c:v>46167</c:v>
                </c:pt>
                <c:pt idx="6625">
                  <c:v>46168</c:v>
                </c:pt>
                <c:pt idx="6626">
                  <c:v>46169</c:v>
                </c:pt>
                <c:pt idx="6627">
                  <c:v>46170</c:v>
                </c:pt>
                <c:pt idx="6628">
                  <c:v>46171</c:v>
                </c:pt>
                <c:pt idx="6629">
                  <c:v>46174</c:v>
                </c:pt>
                <c:pt idx="6630">
                  <c:v>46175</c:v>
                </c:pt>
                <c:pt idx="6631">
                  <c:v>46176</c:v>
                </c:pt>
                <c:pt idx="6632">
                  <c:v>46177</c:v>
                </c:pt>
                <c:pt idx="6633">
                  <c:v>46178</c:v>
                </c:pt>
                <c:pt idx="6634">
                  <c:v>46181</c:v>
                </c:pt>
                <c:pt idx="6635">
                  <c:v>46182</c:v>
                </c:pt>
                <c:pt idx="6636">
                  <c:v>46183</c:v>
                </c:pt>
                <c:pt idx="6637">
                  <c:v>46184</c:v>
                </c:pt>
                <c:pt idx="6638">
                  <c:v>46185</c:v>
                </c:pt>
                <c:pt idx="6639">
                  <c:v>46188</c:v>
                </c:pt>
                <c:pt idx="6640">
                  <c:v>46189</c:v>
                </c:pt>
                <c:pt idx="6641">
                  <c:v>46190</c:v>
                </c:pt>
                <c:pt idx="6642">
                  <c:v>46191</c:v>
                </c:pt>
                <c:pt idx="6643">
                  <c:v>46192</c:v>
                </c:pt>
                <c:pt idx="6644">
                  <c:v>46195</c:v>
                </c:pt>
                <c:pt idx="6645">
                  <c:v>46196</c:v>
                </c:pt>
                <c:pt idx="6646">
                  <c:v>46197</c:v>
                </c:pt>
                <c:pt idx="6647">
                  <c:v>46198</c:v>
                </c:pt>
                <c:pt idx="6648">
                  <c:v>46199</c:v>
                </c:pt>
                <c:pt idx="6649">
                  <c:v>46202</c:v>
                </c:pt>
                <c:pt idx="6650">
                  <c:v>46203</c:v>
                </c:pt>
                <c:pt idx="6651">
                  <c:v>46204</c:v>
                </c:pt>
                <c:pt idx="6652">
                  <c:v>46205</c:v>
                </c:pt>
                <c:pt idx="6653">
                  <c:v>46206</c:v>
                </c:pt>
                <c:pt idx="6654">
                  <c:v>46209</c:v>
                </c:pt>
                <c:pt idx="6655">
                  <c:v>46210</c:v>
                </c:pt>
                <c:pt idx="6656">
                  <c:v>46211</c:v>
                </c:pt>
                <c:pt idx="6657">
                  <c:v>46212</c:v>
                </c:pt>
                <c:pt idx="6658">
                  <c:v>46213</c:v>
                </c:pt>
                <c:pt idx="6659">
                  <c:v>46216</c:v>
                </c:pt>
                <c:pt idx="6660">
                  <c:v>46217</c:v>
                </c:pt>
                <c:pt idx="6661">
                  <c:v>46218</c:v>
                </c:pt>
                <c:pt idx="6662">
                  <c:v>46219</c:v>
                </c:pt>
                <c:pt idx="6663">
                  <c:v>46220</c:v>
                </c:pt>
                <c:pt idx="6664">
                  <c:v>46223</c:v>
                </c:pt>
                <c:pt idx="6665">
                  <c:v>46224</c:v>
                </c:pt>
                <c:pt idx="6666">
                  <c:v>46225</c:v>
                </c:pt>
                <c:pt idx="6667">
                  <c:v>46226</c:v>
                </c:pt>
                <c:pt idx="6668">
                  <c:v>46227</c:v>
                </c:pt>
                <c:pt idx="6669">
                  <c:v>46230</c:v>
                </c:pt>
                <c:pt idx="6670">
                  <c:v>46231</c:v>
                </c:pt>
                <c:pt idx="6671">
                  <c:v>46232</c:v>
                </c:pt>
                <c:pt idx="6672">
                  <c:v>46233</c:v>
                </c:pt>
                <c:pt idx="6673">
                  <c:v>46234</c:v>
                </c:pt>
                <c:pt idx="6674">
                  <c:v>46237</c:v>
                </c:pt>
                <c:pt idx="6675">
                  <c:v>46238</c:v>
                </c:pt>
                <c:pt idx="6676">
                  <c:v>46239</c:v>
                </c:pt>
                <c:pt idx="6677">
                  <c:v>46240</c:v>
                </c:pt>
                <c:pt idx="6678">
                  <c:v>46241</c:v>
                </c:pt>
                <c:pt idx="6679">
                  <c:v>46244</c:v>
                </c:pt>
                <c:pt idx="6680">
                  <c:v>46245</c:v>
                </c:pt>
                <c:pt idx="6681">
                  <c:v>46246</c:v>
                </c:pt>
                <c:pt idx="6682">
                  <c:v>46247</c:v>
                </c:pt>
                <c:pt idx="6683">
                  <c:v>46248</c:v>
                </c:pt>
                <c:pt idx="6684">
                  <c:v>46251</c:v>
                </c:pt>
                <c:pt idx="6685">
                  <c:v>46252</c:v>
                </c:pt>
                <c:pt idx="6686">
                  <c:v>46253</c:v>
                </c:pt>
                <c:pt idx="6687">
                  <c:v>46254</c:v>
                </c:pt>
                <c:pt idx="6688">
                  <c:v>46255</c:v>
                </c:pt>
                <c:pt idx="6689">
                  <c:v>46258</c:v>
                </c:pt>
                <c:pt idx="6690">
                  <c:v>46259</c:v>
                </c:pt>
                <c:pt idx="6691">
                  <c:v>46260</c:v>
                </c:pt>
                <c:pt idx="6692">
                  <c:v>46261</c:v>
                </c:pt>
                <c:pt idx="6693">
                  <c:v>46262</c:v>
                </c:pt>
                <c:pt idx="6694">
                  <c:v>46265</c:v>
                </c:pt>
                <c:pt idx="6695">
                  <c:v>46266</c:v>
                </c:pt>
                <c:pt idx="6696">
                  <c:v>46267</c:v>
                </c:pt>
                <c:pt idx="6697">
                  <c:v>46268</c:v>
                </c:pt>
                <c:pt idx="6698">
                  <c:v>46269</c:v>
                </c:pt>
                <c:pt idx="6699">
                  <c:v>46272</c:v>
                </c:pt>
                <c:pt idx="6700">
                  <c:v>46273</c:v>
                </c:pt>
                <c:pt idx="6701">
                  <c:v>46274</c:v>
                </c:pt>
                <c:pt idx="6702">
                  <c:v>46275</c:v>
                </c:pt>
                <c:pt idx="6703">
                  <c:v>46276</c:v>
                </c:pt>
                <c:pt idx="6704">
                  <c:v>46279</c:v>
                </c:pt>
                <c:pt idx="6705">
                  <c:v>46280</c:v>
                </c:pt>
                <c:pt idx="6706">
                  <c:v>46281</c:v>
                </c:pt>
                <c:pt idx="6707">
                  <c:v>46282</c:v>
                </c:pt>
                <c:pt idx="6708">
                  <c:v>46283</c:v>
                </c:pt>
                <c:pt idx="6709">
                  <c:v>46286</c:v>
                </c:pt>
                <c:pt idx="6710">
                  <c:v>46287</c:v>
                </c:pt>
                <c:pt idx="6711">
                  <c:v>46288</c:v>
                </c:pt>
                <c:pt idx="6712">
                  <c:v>46289</c:v>
                </c:pt>
                <c:pt idx="6713">
                  <c:v>46290</c:v>
                </c:pt>
                <c:pt idx="6714">
                  <c:v>46293</c:v>
                </c:pt>
                <c:pt idx="6715">
                  <c:v>46294</c:v>
                </c:pt>
                <c:pt idx="6716">
                  <c:v>46295</c:v>
                </c:pt>
                <c:pt idx="6717">
                  <c:v>46296</c:v>
                </c:pt>
                <c:pt idx="6718">
                  <c:v>46297</c:v>
                </c:pt>
                <c:pt idx="6719">
                  <c:v>46300</c:v>
                </c:pt>
                <c:pt idx="6720">
                  <c:v>46301</c:v>
                </c:pt>
                <c:pt idx="6721">
                  <c:v>46302</c:v>
                </c:pt>
                <c:pt idx="6722">
                  <c:v>46303</c:v>
                </c:pt>
                <c:pt idx="6723">
                  <c:v>46304</c:v>
                </c:pt>
                <c:pt idx="6724">
                  <c:v>46307</c:v>
                </c:pt>
                <c:pt idx="6725">
                  <c:v>46308</c:v>
                </c:pt>
                <c:pt idx="6726">
                  <c:v>46309</c:v>
                </c:pt>
                <c:pt idx="6727">
                  <c:v>46310</c:v>
                </c:pt>
                <c:pt idx="6728">
                  <c:v>46311</c:v>
                </c:pt>
                <c:pt idx="6729">
                  <c:v>46314</c:v>
                </c:pt>
                <c:pt idx="6730">
                  <c:v>46315</c:v>
                </c:pt>
              </c:numCache>
            </c:numRef>
          </c:cat>
          <c:val>
            <c:numRef>
              <c:f>Spread_Calc!$X$7:$X$7000</c:f>
              <c:numCache>
                <c:formatCode>_(#,##0.00%_);\(#,##0.00%\);_("–"_)_%;_(@_)_%</c:formatCode>
                <c:ptCount val="6994"/>
                <c:pt idx="0">
                  <c:v>#N/A</c:v>
                </c:pt>
                <c:pt idx="1">
                  <c:v>#N/A</c:v>
                </c:pt>
                <c:pt idx="2">
                  <c:v>#N/A</c:v>
                </c:pt>
                <c:pt idx="3">
                  <c:v>#N/A</c:v>
                </c:pt>
                <c:pt idx="4">
                  <c:v>#N/A</c:v>
                </c:pt>
                <c:pt idx="5">
                  <c:v>#N/A</c:v>
                </c:pt>
                <c:pt idx="6">
                  <c:v>#N/A</c:v>
                </c:pt>
                <c:pt idx="7">
                  <c:v>#N/A</c:v>
                </c:pt>
                <c:pt idx="8">
                  <c:v>#N/A</c:v>
                </c:pt>
                <c:pt idx="9">
                  <c:v>#N/A</c:v>
                </c:pt>
                <c:pt idx="10">
                  <c:v>#N/A</c:v>
                </c:pt>
                <c:pt idx="11">
                  <c:v>#N/A</c:v>
                </c:pt>
                <c:pt idx="12">
                  <c:v>#N/A</c:v>
                </c:pt>
                <c:pt idx="13">
                  <c:v>#N/A</c:v>
                </c:pt>
                <c:pt idx="14">
                  <c:v>#N/A</c:v>
                </c:pt>
                <c:pt idx="15">
                  <c:v>#N/A</c:v>
                </c:pt>
                <c:pt idx="16">
                  <c:v>#N/A</c:v>
                </c:pt>
                <c:pt idx="17">
                  <c:v>#N/A</c:v>
                </c:pt>
                <c:pt idx="18">
                  <c:v>#N/A</c:v>
                </c:pt>
                <c:pt idx="19">
                  <c:v>#N/A</c:v>
                </c:pt>
                <c:pt idx="20">
                  <c:v>#N/A</c:v>
                </c:pt>
                <c:pt idx="21">
                  <c:v>#N/A</c:v>
                </c:pt>
                <c:pt idx="22">
                  <c:v>#N/A</c:v>
                </c:pt>
                <c:pt idx="23">
                  <c:v>#N/A</c:v>
                </c:pt>
                <c:pt idx="24">
                  <c:v>#N/A</c:v>
                </c:pt>
                <c:pt idx="25">
                  <c:v>#N/A</c:v>
                </c:pt>
                <c:pt idx="26">
                  <c:v>#N/A</c:v>
                </c:pt>
                <c:pt idx="27">
                  <c:v>#N/A</c:v>
                </c:pt>
                <c:pt idx="28">
                  <c:v>#N/A</c:v>
                </c:pt>
                <c:pt idx="29">
                  <c:v>#N/A</c:v>
                </c:pt>
                <c:pt idx="30">
                  <c:v>#N/A</c:v>
                </c:pt>
                <c:pt idx="31">
                  <c:v>#N/A</c:v>
                </c:pt>
                <c:pt idx="32">
                  <c:v>#N/A</c:v>
                </c:pt>
                <c:pt idx="33">
                  <c:v>#N/A</c:v>
                </c:pt>
                <c:pt idx="34">
                  <c:v>#N/A</c:v>
                </c:pt>
                <c:pt idx="35">
                  <c:v>#N/A</c:v>
                </c:pt>
                <c:pt idx="36">
                  <c:v>#N/A</c:v>
                </c:pt>
                <c:pt idx="37">
                  <c:v>#N/A</c:v>
                </c:pt>
                <c:pt idx="38">
                  <c:v>#N/A</c:v>
                </c:pt>
                <c:pt idx="39">
                  <c:v>#N/A</c:v>
                </c:pt>
                <c:pt idx="40">
                  <c:v>#N/A</c:v>
                </c:pt>
                <c:pt idx="41">
                  <c:v>#N/A</c:v>
                </c:pt>
                <c:pt idx="42">
                  <c:v>#N/A</c:v>
                </c:pt>
                <c:pt idx="43">
                  <c:v>#N/A</c:v>
                </c:pt>
                <c:pt idx="44">
                  <c:v>#N/A</c:v>
                </c:pt>
                <c:pt idx="45">
                  <c:v>#N/A</c:v>
                </c:pt>
                <c:pt idx="46">
                  <c:v>#N/A</c:v>
                </c:pt>
                <c:pt idx="47">
                  <c:v>#N/A</c:v>
                </c:pt>
                <c:pt idx="48">
                  <c:v>#N/A</c:v>
                </c:pt>
                <c:pt idx="49">
                  <c:v>#N/A</c:v>
                </c:pt>
                <c:pt idx="50">
                  <c:v>#N/A</c:v>
                </c:pt>
                <c:pt idx="51">
                  <c:v>#N/A</c:v>
                </c:pt>
                <c:pt idx="52">
                  <c:v>#N/A</c:v>
                </c:pt>
                <c:pt idx="53">
                  <c:v>#N/A</c:v>
                </c:pt>
                <c:pt idx="54">
                  <c:v>#N/A</c:v>
                </c:pt>
                <c:pt idx="55">
                  <c:v>#N/A</c:v>
                </c:pt>
                <c:pt idx="56">
                  <c:v>#N/A</c:v>
                </c:pt>
                <c:pt idx="57">
                  <c:v>#N/A</c:v>
                </c:pt>
                <c:pt idx="58">
                  <c:v>#N/A</c:v>
                </c:pt>
                <c:pt idx="59">
                  <c:v>#N/A</c:v>
                </c:pt>
                <c:pt idx="60">
                  <c:v>#N/A</c:v>
                </c:pt>
                <c:pt idx="61">
                  <c:v>#N/A</c:v>
                </c:pt>
                <c:pt idx="62">
                  <c:v>#N/A</c:v>
                </c:pt>
                <c:pt idx="63">
                  <c:v>#N/A</c:v>
                </c:pt>
                <c:pt idx="64">
                  <c:v>#N/A</c:v>
                </c:pt>
                <c:pt idx="65">
                  <c:v>#N/A</c:v>
                </c:pt>
                <c:pt idx="66">
                  <c:v>#N/A</c:v>
                </c:pt>
                <c:pt idx="67">
                  <c:v>#N/A</c:v>
                </c:pt>
                <c:pt idx="68">
                  <c:v>#N/A</c:v>
                </c:pt>
                <c:pt idx="69">
                  <c:v>#N/A</c:v>
                </c:pt>
                <c:pt idx="70">
                  <c:v>#N/A</c:v>
                </c:pt>
                <c:pt idx="71">
                  <c:v>#N/A</c:v>
                </c:pt>
                <c:pt idx="72">
                  <c:v>#N/A</c:v>
                </c:pt>
                <c:pt idx="73">
                  <c:v>#N/A</c:v>
                </c:pt>
                <c:pt idx="74">
                  <c:v>#N/A</c:v>
                </c:pt>
                <c:pt idx="75">
                  <c:v>#N/A</c:v>
                </c:pt>
                <c:pt idx="76">
                  <c:v>#N/A</c:v>
                </c:pt>
                <c:pt idx="77">
                  <c:v>#N/A</c:v>
                </c:pt>
                <c:pt idx="78">
                  <c:v>#N/A</c:v>
                </c:pt>
                <c:pt idx="79">
                  <c:v>#N/A</c:v>
                </c:pt>
                <c:pt idx="80">
                  <c:v>#N/A</c:v>
                </c:pt>
                <c:pt idx="81">
                  <c:v>#N/A</c:v>
                </c:pt>
                <c:pt idx="82">
                  <c:v>#N/A</c:v>
                </c:pt>
                <c:pt idx="83">
                  <c:v>#N/A</c:v>
                </c:pt>
                <c:pt idx="84">
                  <c:v>#N/A</c:v>
                </c:pt>
                <c:pt idx="85">
                  <c:v>#N/A</c:v>
                </c:pt>
                <c:pt idx="86">
                  <c:v>#N/A</c:v>
                </c:pt>
                <c:pt idx="87">
                  <c:v>#N/A</c:v>
                </c:pt>
                <c:pt idx="88">
                  <c:v>#N/A</c:v>
                </c:pt>
                <c:pt idx="89">
                  <c:v>#N/A</c:v>
                </c:pt>
                <c:pt idx="90">
                  <c:v>#N/A</c:v>
                </c:pt>
                <c:pt idx="91">
                  <c:v>#N/A</c:v>
                </c:pt>
                <c:pt idx="92">
                  <c:v>#N/A</c:v>
                </c:pt>
                <c:pt idx="93">
                  <c:v>#N/A</c:v>
                </c:pt>
                <c:pt idx="94">
                  <c:v>#N/A</c:v>
                </c:pt>
                <c:pt idx="95">
                  <c:v>#N/A</c:v>
                </c:pt>
                <c:pt idx="96">
                  <c:v>#N/A</c:v>
                </c:pt>
                <c:pt idx="97">
                  <c:v>#N/A</c:v>
                </c:pt>
                <c:pt idx="98">
                  <c:v>#N/A</c:v>
                </c:pt>
                <c:pt idx="99">
                  <c:v>#N/A</c:v>
                </c:pt>
                <c:pt idx="100">
                  <c:v>#N/A</c:v>
                </c:pt>
                <c:pt idx="101">
                  <c:v>#N/A</c:v>
                </c:pt>
                <c:pt idx="102">
                  <c:v>#N/A</c:v>
                </c:pt>
                <c:pt idx="103">
                  <c:v>#N/A</c:v>
                </c:pt>
                <c:pt idx="104">
                  <c:v>#N/A</c:v>
                </c:pt>
                <c:pt idx="105">
                  <c:v>#N/A</c:v>
                </c:pt>
                <c:pt idx="106">
                  <c:v>#N/A</c:v>
                </c:pt>
                <c:pt idx="107">
                  <c:v>#N/A</c:v>
                </c:pt>
                <c:pt idx="108">
                  <c:v>#N/A</c:v>
                </c:pt>
                <c:pt idx="109">
                  <c:v>#N/A</c:v>
                </c:pt>
                <c:pt idx="110">
                  <c:v>#N/A</c:v>
                </c:pt>
                <c:pt idx="111">
                  <c:v>#N/A</c:v>
                </c:pt>
                <c:pt idx="112">
                  <c:v>#N/A</c:v>
                </c:pt>
                <c:pt idx="113">
                  <c:v>#N/A</c:v>
                </c:pt>
                <c:pt idx="114">
                  <c:v>#N/A</c:v>
                </c:pt>
                <c:pt idx="115">
                  <c:v>#N/A</c:v>
                </c:pt>
                <c:pt idx="116">
                  <c:v>#N/A</c:v>
                </c:pt>
                <c:pt idx="117">
                  <c:v>#N/A</c:v>
                </c:pt>
                <c:pt idx="118">
                  <c:v>#N/A</c:v>
                </c:pt>
                <c:pt idx="119">
                  <c:v>#N/A</c:v>
                </c:pt>
                <c:pt idx="120">
                  <c:v>#N/A</c:v>
                </c:pt>
                <c:pt idx="121">
                  <c:v>#N/A</c:v>
                </c:pt>
                <c:pt idx="122">
                  <c:v>#N/A</c:v>
                </c:pt>
                <c:pt idx="123">
                  <c:v>#N/A</c:v>
                </c:pt>
                <c:pt idx="124">
                  <c:v>#N/A</c:v>
                </c:pt>
                <c:pt idx="125">
                  <c:v>#N/A</c:v>
                </c:pt>
                <c:pt idx="126">
                  <c:v>#N/A</c:v>
                </c:pt>
                <c:pt idx="127">
                  <c:v>#N/A</c:v>
                </c:pt>
                <c:pt idx="128">
                  <c:v>#N/A</c:v>
                </c:pt>
                <c:pt idx="129">
                  <c:v>#N/A</c:v>
                </c:pt>
                <c:pt idx="130">
                  <c:v>#N/A</c:v>
                </c:pt>
                <c:pt idx="131">
                  <c:v>#N/A</c:v>
                </c:pt>
                <c:pt idx="132">
                  <c:v>#N/A</c:v>
                </c:pt>
                <c:pt idx="133">
                  <c:v>#N/A</c:v>
                </c:pt>
                <c:pt idx="134">
                  <c:v>#N/A</c:v>
                </c:pt>
                <c:pt idx="135">
                  <c:v>#N/A</c:v>
                </c:pt>
                <c:pt idx="136">
                  <c:v>#N/A</c:v>
                </c:pt>
                <c:pt idx="137">
                  <c:v>#N/A</c:v>
                </c:pt>
                <c:pt idx="138">
                  <c:v>#N/A</c:v>
                </c:pt>
                <c:pt idx="139">
                  <c:v>#N/A</c:v>
                </c:pt>
                <c:pt idx="140">
                  <c:v>#N/A</c:v>
                </c:pt>
                <c:pt idx="141">
                  <c:v>#N/A</c:v>
                </c:pt>
                <c:pt idx="142">
                  <c:v>#N/A</c:v>
                </c:pt>
                <c:pt idx="143">
                  <c:v>#N/A</c:v>
                </c:pt>
                <c:pt idx="144">
                  <c:v>#N/A</c:v>
                </c:pt>
                <c:pt idx="145">
                  <c:v>#N/A</c:v>
                </c:pt>
                <c:pt idx="146">
                  <c:v>#N/A</c:v>
                </c:pt>
                <c:pt idx="147">
                  <c:v>#N/A</c:v>
                </c:pt>
                <c:pt idx="148">
                  <c:v>#N/A</c:v>
                </c:pt>
                <c:pt idx="149">
                  <c:v>#N/A</c:v>
                </c:pt>
                <c:pt idx="150">
                  <c:v>#N/A</c:v>
                </c:pt>
                <c:pt idx="151">
                  <c:v>#N/A</c:v>
                </c:pt>
                <c:pt idx="152">
                  <c:v>#N/A</c:v>
                </c:pt>
                <c:pt idx="153">
                  <c:v>#N/A</c:v>
                </c:pt>
                <c:pt idx="154">
                  <c:v>#N/A</c:v>
                </c:pt>
                <c:pt idx="155">
                  <c:v>#N/A</c:v>
                </c:pt>
                <c:pt idx="156">
                  <c:v>#N/A</c:v>
                </c:pt>
                <c:pt idx="157">
                  <c:v>#N/A</c:v>
                </c:pt>
                <c:pt idx="158">
                  <c:v>#N/A</c:v>
                </c:pt>
                <c:pt idx="159">
                  <c:v>#N/A</c:v>
                </c:pt>
                <c:pt idx="160">
                  <c:v>#N/A</c:v>
                </c:pt>
                <c:pt idx="161">
                  <c:v>#N/A</c:v>
                </c:pt>
                <c:pt idx="162">
                  <c:v>#N/A</c:v>
                </c:pt>
                <c:pt idx="163">
                  <c:v>#N/A</c:v>
                </c:pt>
                <c:pt idx="164">
                  <c:v>#N/A</c:v>
                </c:pt>
                <c:pt idx="165">
                  <c:v>#N/A</c:v>
                </c:pt>
                <c:pt idx="166">
                  <c:v>#N/A</c:v>
                </c:pt>
                <c:pt idx="167">
                  <c:v>#N/A</c:v>
                </c:pt>
                <c:pt idx="168">
                  <c:v>#N/A</c:v>
                </c:pt>
                <c:pt idx="169">
                  <c:v>#N/A</c:v>
                </c:pt>
                <c:pt idx="170">
                  <c:v>#N/A</c:v>
                </c:pt>
                <c:pt idx="171">
                  <c:v>#N/A</c:v>
                </c:pt>
                <c:pt idx="172">
                  <c:v>#N/A</c:v>
                </c:pt>
                <c:pt idx="173">
                  <c:v>#N/A</c:v>
                </c:pt>
                <c:pt idx="174">
                  <c:v>#N/A</c:v>
                </c:pt>
                <c:pt idx="175">
                  <c:v>#N/A</c:v>
                </c:pt>
                <c:pt idx="176">
                  <c:v>#N/A</c:v>
                </c:pt>
                <c:pt idx="177">
                  <c:v>#N/A</c:v>
                </c:pt>
                <c:pt idx="178">
                  <c:v>#N/A</c:v>
                </c:pt>
                <c:pt idx="179">
                  <c:v>#N/A</c:v>
                </c:pt>
                <c:pt idx="180">
                  <c:v>#N/A</c:v>
                </c:pt>
                <c:pt idx="181">
                  <c:v>#N/A</c:v>
                </c:pt>
                <c:pt idx="182">
                  <c:v>#N/A</c:v>
                </c:pt>
                <c:pt idx="183">
                  <c:v>#N/A</c:v>
                </c:pt>
                <c:pt idx="184">
                  <c:v>#N/A</c:v>
                </c:pt>
                <c:pt idx="185">
                  <c:v>#N/A</c:v>
                </c:pt>
                <c:pt idx="186">
                  <c:v>#N/A</c:v>
                </c:pt>
                <c:pt idx="187">
                  <c:v>#N/A</c:v>
                </c:pt>
                <c:pt idx="188">
                  <c:v>#N/A</c:v>
                </c:pt>
                <c:pt idx="189">
                  <c:v>#N/A</c:v>
                </c:pt>
                <c:pt idx="190">
                  <c:v>#N/A</c:v>
                </c:pt>
                <c:pt idx="191">
                  <c:v>#N/A</c:v>
                </c:pt>
                <c:pt idx="192">
                  <c:v>#N/A</c:v>
                </c:pt>
                <c:pt idx="193">
                  <c:v>#N/A</c:v>
                </c:pt>
                <c:pt idx="194">
                  <c:v>#N/A</c:v>
                </c:pt>
                <c:pt idx="195">
                  <c:v>#N/A</c:v>
                </c:pt>
                <c:pt idx="196">
                  <c:v>#N/A</c:v>
                </c:pt>
                <c:pt idx="197">
                  <c:v>#N/A</c:v>
                </c:pt>
                <c:pt idx="198">
                  <c:v>#N/A</c:v>
                </c:pt>
                <c:pt idx="199">
                  <c:v>#N/A</c:v>
                </c:pt>
                <c:pt idx="200">
                  <c:v>#N/A</c:v>
                </c:pt>
                <c:pt idx="201">
                  <c:v>#N/A</c:v>
                </c:pt>
                <c:pt idx="202">
                  <c:v>#N/A</c:v>
                </c:pt>
                <c:pt idx="203">
                  <c:v>#N/A</c:v>
                </c:pt>
                <c:pt idx="204">
                  <c:v>#N/A</c:v>
                </c:pt>
                <c:pt idx="205">
                  <c:v>#N/A</c:v>
                </c:pt>
                <c:pt idx="206">
                  <c:v>#N/A</c:v>
                </c:pt>
                <c:pt idx="207">
                  <c:v>#N/A</c:v>
                </c:pt>
                <c:pt idx="208">
                  <c:v>#N/A</c:v>
                </c:pt>
                <c:pt idx="209">
                  <c:v>#N/A</c:v>
                </c:pt>
                <c:pt idx="210">
                  <c:v>#N/A</c:v>
                </c:pt>
                <c:pt idx="211">
                  <c:v>#N/A</c:v>
                </c:pt>
                <c:pt idx="212">
                  <c:v>#N/A</c:v>
                </c:pt>
                <c:pt idx="213">
                  <c:v>#N/A</c:v>
                </c:pt>
                <c:pt idx="214">
                  <c:v>#N/A</c:v>
                </c:pt>
                <c:pt idx="215">
                  <c:v>#N/A</c:v>
                </c:pt>
                <c:pt idx="216">
                  <c:v>#N/A</c:v>
                </c:pt>
                <c:pt idx="217">
                  <c:v>#N/A</c:v>
                </c:pt>
                <c:pt idx="218">
                  <c:v>#N/A</c:v>
                </c:pt>
                <c:pt idx="219">
                  <c:v>#N/A</c:v>
                </c:pt>
                <c:pt idx="220">
                  <c:v>#N/A</c:v>
                </c:pt>
                <c:pt idx="221">
                  <c:v>#N/A</c:v>
                </c:pt>
                <c:pt idx="222">
                  <c:v>#N/A</c:v>
                </c:pt>
                <c:pt idx="223">
                  <c:v>#N/A</c:v>
                </c:pt>
                <c:pt idx="224">
                  <c:v>#N/A</c:v>
                </c:pt>
                <c:pt idx="225">
                  <c:v>#N/A</c:v>
                </c:pt>
                <c:pt idx="226">
                  <c:v>#N/A</c:v>
                </c:pt>
                <c:pt idx="227">
                  <c:v>#N/A</c:v>
                </c:pt>
                <c:pt idx="228">
                  <c:v>#N/A</c:v>
                </c:pt>
                <c:pt idx="229">
                  <c:v>#N/A</c:v>
                </c:pt>
                <c:pt idx="230">
                  <c:v>#N/A</c:v>
                </c:pt>
                <c:pt idx="231">
                  <c:v>#N/A</c:v>
                </c:pt>
                <c:pt idx="232">
                  <c:v>#N/A</c:v>
                </c:pt>
                <c:pt idx="233">
                  <c:v>#N/A</c:v>
                </c:pt>
                <c:pt idx="234">
                  <c:v>#N/A</c:v>
                </c:pt>
                <c:pt idx="235">
                  <c:v>#N/A</c:v>
                </c:pt>
                <c:pt idx="236">
                  <c:v>#N/A</c:v>
                </c:pt>
                <c:pt idx="237">
                  <c:v>#N/A</c:v>
                </c:pt>
                <c:pt idx="238">
                  <c:v>#N/A</c:v>
                </c:pt>
                <c:pt idx="239">
                  <c:v>#N/A</c:v>
                </c:pt>
                <c:pt idx="240">
                  <c:v>#N/A</c:v>
                </c:pt>
                <c:pt idx="241">
                  <c:v>#N/A</c:v>
                </c:pt>
                <c:pt idx="242">
                  <c:v>#N/A</c:v>
                </c:pt>
                <c:pt idx="243">
                  <c:v>#N/A</c:v>
                </c:pt>
                <c:pt idx="244">
                  <c:v>#N/A</c:v>
                </c:pt>
                <c:pt idx="245">
                  <c:v>#N/A</c:v>
                </c:pt>
                <c:pt idx="246">
                  <c:v>#N/A</c:v>
                </c:pt>
                <c:pt idx="247">
                  <c:v>#N/A</c:v>
                </c:pt>
                <c:pt idx="248">
                  <c:v>#N/A</c:v>
                </c:pt>
                <c:pt idx="249">
                  <c:v>#N/A</c:v>
                </c:pt>
                <c:pt idx="250">
                  <c:v>#N/A</c:v>
                </c:pt>
                <c:pt idx="251">
                  <c:v>#N/A</c:v>
                </c:pt>
                <c:pt idx="252">
                  <c:v>#N/A</c:v>
                </c:pt>
                <c:pt idx="253">
                  <c:v>#N/A</c:v>
                </c:pt>
                <c:pt idx="254">
                  <c:v>#N/A</c:v>
                </c:pt>
                <c:pt idx="255">
                  <c:v>#N/A</c:v>
                </c:pt>
                <c:pt idx="256">
                  <c:v>#N/A</c:v>
                </c:pt>
                <c:pt idx="257">
                  <c:v>#N/A</c:v>
                </c:pt>
                <c:pt idx="258">
                  <c:v>#N/A</c:v>
                </c:pt>
                <c:pt idx="259">
                  <c:v>#N/A</c:v>
                </c:pt>
                <c:pt idx="260">
                  <c:v>#N/A</c:v>
                </c:pt>
                <c:pt idx="261">
                  <c:v>#N/A</c:v>
                </c:pt>
                <c:pt idx="262">
                  <c:v>#N/A</c:v>
                </c:pt>
                <c:pt idx="263">
                  <c:v>#N/A</c:v>
                </c:pt>
                <c:pt idx="264">
                  <c:v>#N/A</c:v>
                </c:pt>
                <c:pt idx="265">
                  <c:v>#N/A</c:v>
                </c:pt>
                <c:pt idx="266">
                  <c:v>#N/A</c:v>
                </c:pt>
                <c:pt idx="267">
                  <c:v>#N/A</c:v>
                </c:pt>
                <c:pt idx="268">
                  <c:v>#N/A</c:v>
                </c:pt>
                <c:pt idx="269">
                  <c:v>#N/A</c:v>
                </c:pt>
                <c:pt idx="270">
                  <c:v>#N/A</c:v>
                </c:pt>
                <c:pt idx="271">
                  <c:v>#N/A</c:v>
                </c:pt>
                <c:pt idx="272">
                  <c:v>#N/A</c:v>
                </c:pt>
                <c:pt idx="273">
                  <c:v>#N/A</c:v>
                </c:pt>
                <c:pt idx="274">
                  <c:v>#N/A</c:v>
                </c:pt>
                <c:pt idx="275">
                  <c:v>#N/A</c:v>
                </c:pt>
                <c:pt idx="276">
                  <c:v>#N/A</c:v>
                </c:pt>
                <c:pt idx="277">
                  <c:v>#N/A</c:v>
                </c:pt>
                <c:pt idx="278">
                  <c:v>#N/A</c:v>
                </c:pt>
                <c:pt idx="279">
                  <c:v>#N/A</c:v>
                </c:pt>
                <c:pt idx="280">
                  <c:v>#N/A</c:v>
                </c:pt>
                <c:pt idx="281">
                  <c:v>#N/A</c:v>
                </c:pt>
                <c:pt idx="282">
                  <c:v>#N/A</c:v>
                </c:pt>
                <c:pt idx="283">
                  <c:v>#N/A</c:v>
                </c:pt>
                <c:pt idx="284">
                  <c:v>#N/A</c:v>
                </c:pt>
                <c:pt idx="285">
                  <c:v>#N/A</c:v>
                </c:pt>
                <c:pt idx="286">
                  <c:v>#N/A</c:v>
                </c:pt>
                <c:pt idx="287">
                  <c:v>#N/A</c:v>
                </c:pt>
                <c:pt idx="288">
                  <c:v>#N/A</c:v>
                </c:pt>
                <c:pt idx="289">
                  <c:v>#N/A</c:v>
                </c:pt>
                <c:pt idx="290">
                  <c:v>#N/A</c:v>
                </c:pt>
                <c:pt idx="291">
                  <c:v>#N/A</c:v>
                </c:pt>
                <c:pt idx="292">
                  <c:v>#N/A</c:v>
                </c:pt>
                <c:pt idx="293">
                  <c:v>#N/A</c:v>
                </c:pt>
                <c:pt idx="294">
                  <c:v>#N/A</c:v>
                </c:pt>
                <c:pt idx="295">
                  <c:v>#N/A</c:v>
                </c:pt>
                <c:pt idx="296">
                  <c:v>#N/A</c:v>
                </c:pt>
                <c:pt idx="297">
                  <c:v>#N/A</c:v>
                </c:pt>
                <c:pt idx="298">
                  <c:v>#N/A</c:v>
                </c:pt>
                <c:pt idx="299">
                  <c:v>#N/A</c:v>
                </c:pt>
                <c:pt idx="300">
                  <c:v>#N/A</c:v>
                </c:pt>
                <c:pt idx="301">
                  <c:v>#N/A</c:v>
                </c:pt>
                <c:pt idx="302">
                  <c:v>#N/A</c:v>
                </c:pt>
                <c:pt idx="303">
                  <c:v>#N/A</c:v>
                </c:pt>
                <c:pt idx="304">
                  <c:v>#N/A</c:v>
                </c:pt>
                <c:pt idx="305">
                  <c:v>#N/A</c:v>
                </c:pt>
                <c:pt idx="306">
                  <c:v>#N/A</c:v>
                </c:pt>
                <c:pt idx="307">
                  <c:v>#N/A</c:v>
                </c:pt>
                <c:pt idx="308">
                  <c:v>#N/A</c:v>
                </c:pt>
                <c:pt idx="309">
                  <c:v>#N/A</c:v>
                </c:pt>
                <c:pt idx="310">
                  <c:v>#N/A</c:v>
                </c:pt>
                <c:pt idx="311">
                  <c:v>#N/A</c:v>
                </c:pt>
                <c:pt idx="312">
                  <c:v>#N/A</c:v>
                </c:pt>
                <c:pt idx="313">
                  <c:v>#N/A</c:v>
                </c:pt>
                <c:pt idx="314">
                  <c:v>#N/A</c:v>
                </c:pt>
                <c:pt idx="315">
                  <c:v>#N/A</c:v>
                </c:pt>
                <c:pt idx="316">
                  <c:v>#N/A</c:v>
                </c:pt>
                <c:pt idx="317">
                  <c:v>#N/A</c:v>
                </c:pt>
                <c:pt idx="318">
                  <c:v>#N/A</c:v>
                </c:pt>
                <c:pt idx="319">
                  <c:v>#N/A</c:v>
                </c:pt>
                <c:pt idx="320">
                  <c:v>#N/A</c:v>
                </c:pt>
                <c:pt idx="321">
                  <c:v>#N/A</c:v>
                </c:pt>
                <c:pt idx="322">
                  <c:v>#N/A</c:v>
                </c:pt>
                <c:pt idx="323">
                  <c:v>#N/A</c:v>
                </c:pt>
                <c:pt idx="324">
                  <c:v>#N/A</c:v>
                </c:pt>
                <c:pt idx="325">
                  <c:v>#N/A</c:v>
                </c:pt>
                <c:pt idx="326">
                  <c:v>#N/A</c:v>
                </c:pt>
                <c:pt idx="327">
                  <c:v>#N/A</c:v>
                </c:pt>
                <c:pt idx="328">
                  <c:v>#N/A</c:v>
                </c:pt>
                <c:pt idx="329">
                  <c:v>#N/A</c:v>
                </c:pt>
                <c:pt idx="330">
                  <c:v>#N/A</c:v>
                </c:pt>
                <c:pt idx="331">
                  <c:v>#N/A</c:v>
                </c:pt>
                <c:pt idx="332">
                  <c:v>#N/A</c:v>
                </c:pt>
                <c:pt idx="333">
                  <c:v>#N/A</c:v>
                </c:pt>
                <c:pt idx="334">
                  <c:v>#N/A</c:v>
                </c:pt>
                <c:pt idx="335">
                  <c:v>#N/A</c:v>
                </c:pt>
                <c:pt idx="336">
                  <c:v>#N/A</c:v>
                </c:pt>
                <c:pt idx="337">
                  <c:v>#N/A</c:v>
                </c:pt>
                <c:pt idx="338">
                  <c:v>#N/A</c:v>
                </c:pt>
                <c:pt idx="339">
                  <c:v>#N/A</c:v>
                </c:pt>
                <c:pt idx="340">
                  <c:v>#N/A</c:v>
                </c:pt>
                <c:pt idx="341">
                  <c:v>#N/A</c:v>
                </c:pt>
                <c:pt idx="342">
                  <c:v>#N/A</c:v>
                </c:pt>
                <c:pt idx="343">
                  <c:v>#N/A</c:v>
                </c:pt>
                <c:pt idx="344">
                  <c:v>#N/A</c:v>
                </c:pt>
                <c:pt idx="345">
                  <c:v>#N/A</c:v>
                </c:pt>
                <c:pt idx="346">
                  <c:v>#N/A</c:v>
                </c:pt>
                <c:pt idx="347">
                  <c:v>#N/A</c:v>
                </c:pt>
                <c:pt idx="348">
                  <c:v>#N/A</c:v>
                </c:pt>
                <c:pt idx="349">
                  <c:v>#N/A</c:v>
                </c:pt>
                <c:pt idx="350">
                  <c:v>#N/A</c:v>
                </c:pt>
                <c:pt idx="351">
                  <c:v>#N/A</c:v>
                </c:pt>
                <c:pt idx="352">
                  <c:v>#N/A</c:v>
                </c:pt>
                <c:pt idx="353">
                  <c:v>#N/A</c:v>
                </c:pt>
                <c:pt idx="354">
                  <c:v>#N/A</c:v>
                </c:pt>
                <c:pt idx="355">
                  <c:v>#N/A</c:v>
                </c:pt>
                <c:pt idx="356">
                  <c:v>#N/A</c:v>
                </c:pt>
                <c:pt idx="357">
                  <c:v>#N/A</c:v>
                </c:pt>
                <c:pt idx="358">
                  <c:v>#N/A</c:v>
                </c:pt>
                <c:pt idx="359">
                  <c:v>#N/A</c:v>
                </c:pt>
                <c:pt idx="360">
                  <c:v>#N/A</c:v>
                </c:pt>
                <c:pt idx="361">
                  <c:v>#N/A</c:v>
                </c:pt>
                <c:pt idx="362">
                  <c:v>#N/A</c:v>
                </c:pt>
                <c:pt idx="363">
                  <c:v>#N/A</c:v>
                </c:pt>
                <c:pt idx="364">
                  <c:v>#N/A</c:v>
                </c:pt>
                <c:pt idx="365">
                  <c:v>#N/A</c:v>
                </c:pt>
                <c:pt idx="366">
                  <c:v>#N/A</c:v>
                </c:pt>
                <c:pt idx="367">
                  <c:v>#N/A</c:v>
                </c:pt>
                <c:pt idx="368">
                  <c:v>#N/A</c:v>
                </c:pt>
                <c:pt idx="369">
                  <c:v>#N/A</c:v>
                </c:pt>
                <c:pt idx="370">
                  <c:v>#N/A</c:v>
                </c:pt>
                <c:pt idx="371">
                  <c:v>#N/A</c:v>
                </c:pt>
                <c:pt idx="372">
                  <c:v>#N/A</c:v>
                </c:pt>
                <c:pt idx="373">
                  <c:v>#N/A</c:v>
                </c:pt>
                <c:pt idx="374">
                  <c:v>#N/A</c:v>
                </c:pt>
                <c:pt idx="375">
                  <c:v>#N/A</c:v>
                </c:pt>
                <c:pt idx="376">
                  <c:v>#N/A</c:v>
                </c:pt>
                <c:pt idx="377">
                  <c:v>#N/A</c:v>
                </c:pt>
                <c:pt idx="378">
                  <c:v>#N/A</c:v>
                </c:pt>
                <c:pt idx="379">
                  <c:v>#N/A</c:v>
                </c:pt>
                <c:pt idx="380">
                  <c:v>#N/A</c:v>
                </c:pt>
                <c:pt idx="381">
                  <c:v>#N/A</c:v>
                </c:pt>
                <c:pt idx="382">
                  <c:v>#N/A</c:v>
                </c:pt>
                <c:pt idx="383">
                  <c:v>#N/A</c:v>
                </c:pt>
                <c:pt idx="384">
                  <c:v>#N/A</c:v>
                </c:pt>
                <c:pt idx="385">
                  <c:v>#N/A</c:v>
                </c:pt>
                <c:pt idx="386">
                  <c:v>#N/A</c:v>
                </c:pt>
                <c:pt idx="387">
                  <c:v>#N/A</c:v>
                </c:pt>
                <c:pt idx="388">
                  <c:v>#N/A</c:v>
                </c:pt>
                <c:pt idx="389">
                  <c:v>#N/A</c:v>
                </c:pt>
                <c:pt idx="390">
                  <c:v>#N/A</c:v>
                </c:pt>
                <c:pt idx="391">
                  <c:v>#N/A</c:v>
                </c:pt>
                <c:pt idx="392">
                  <c:v>#N/A</c:v>
                </c:pt>
                <c:pt idx="393">
                  <c:v>#N/A</c:v>
                </c:pt>
                <c:pt idx="394">
                  <c:v>#N/A</c:v>
                </c:pt>
                <c:pt idx="395">
                  <c:v>#N/A</c:v>
                </c:pt>
                <c:pt idx="396">
                  <c:v>#N/A</c:v>
                </c:pt>
                <c:pt idx="397">
                  <c:v>#N/A</c:v>
                </c:pt>
                <c:pt idx="398">
                  <c:v>#N/A</c:v>
                </c:pt>
                <c:pt idx="399">
                  <c:v>#N/A</c:v>
                </c:pt>
                <c:pt idx="400">
                  <c:v>#N/A</c:v>
                </c:pt>
                <c:pt idx="401">
                  <c:v>#N/A</c:v>
                </c:pt>
                <c:pt idx="402">
                  <c:v>#N/A</c:v>
                </c:pt>
                <c:pt idx="403">
                  <c:v>#N/A</c:v>
                </c:pt>
                <c:pt idx="404">
                  <c:v>#N/A</c:v>
                </c:pt>
                <c:pt idx="405">
                  <c:v>#N/A</c:v>
                </c:pt>
                <c:pt idx="406">
                  <c:v>#N/A</c:v>
                </c:pt>
                <c:pt idx="407">
                  <c:v>#N/A</c:v>
                </c:pt>
                <c:pt idx="408">
                  <c:v>#N/A</c:v>
                </c:pt>
                <c:pt idx="409">
                  <c:v>#N/A</c:v>
                </c:pt>
                <c:pt idx="410">
                  <c:v>#N/A</c:v>
                </c:pt>
                <c:pt idx="411">
                  <c:v>#N/A</c:v>
                </c:pt>
                <c:pt idx="412">
                  <c:v>#N/A</c:v>
                </c:pt>
                <c:pt idx="413">
                  <c:v>#N/A</c:v>
                </c:pt>
                <c:pt idx="414">
                  <c:v>#N/A</c:v>
                </c:pt>
                <c:pt idx="415">
                  <c:v>#N/A</c:v>
                </c:pt>
                <c:pt idx="416">
                  <c:v>#N/A</c:v>
                </c:pt>
                <c:pt idx="417">
                  <c:v>#N/A</c:v>
                </c:pt>
                <c:pt idx="418">
                  <c:v>#N/A</c:v>
                </c:pt>
                <c:pt idx="419">
                  <c:v>#N/A</c:v>
                </c:pt>
                <c:pt idx="420">
                  <c:v>#N/A</c:v>
                </c:pt>
                <c:pt idx="421">
                  <c:v>#N/A</c:v>
                </c:pt>
                <c:pt idx="422">
                  <c:v>#N/A</c:v>
                </c:pt>
                <c:pt idx="423">
                  <c:v>#N/A</c:v>
                </c:pt>
                <c:pt idx="424">
                  <c:v>#N/A</c:v>
                </c:pt>
                <c:pt idx="425">
                  <c:v>#N/A</c:v>
                </c:pt>
                <c:pt idx="426">
                  <c:v>#N/A</c:v>
                </c:pt>
                <c:pt idx="427">
                  <c:v>#N/A</c:v>
                </c:pt>
                <c:pt idx="428">
                  <c:v>#N/A</c:v>
                </c:pt>
                <c:pt idx="429">
                  <c:v>#N/A</c:v>
                </c:pt>
                <c:pt idx="430">
                  <c:v>#N/A</c:v>
                </c:pt>
                <c:pt idx="431">
                  <c:v>#N/A</c:v>
                </c:pt>
                <c:pt idx="432">
                  <c:v>#N/A</c:v>
                </c:pt>
                <c:pt idx="433">
                  <c:v>#N/A</c:v>
                </c:pt>
                <c:pt idx="434">
                  <c:v>#N/A</c:v>
                </c:pt>
                <c:pt idx="435">
                  <c:v>#N/A</c:v>
                </c:pt>
                <c:pt idx="436">
                  <c:v>#N/A</c:v>
                </c:pt>
                <c:pt idx="437">
                  <c:v>#N/A</c:v>
                </c:pt>
                <c:pt idx="438">
                  <c:v>#N/A</c:v>
                </c:pt>
                <c:pt idx="439">
                  <c:v>#N/A</c:v>
                </c:pt>
                <c:pt idx="440">
                  <c:v>#N/A</c:v>
                </c:pt>
                <c:pt idx="441">
                  <c:v>#N/A</c:v>
                </c:pt>
                <c:pt idx="442">
                  <c:v>#N/A</c:v>
                </c:pt>
                <c:pt idx="443">
                  <c:v>#N/A</c:v>
                </c:pt>
                <c:pt idx="444">
                  <c:v>#N/A</c:v>
                </c:pt>
                <c:pt idx="445">
                  <c:v>#N/A</c:v>
                </c:pt>
                <c:pt idx="446">
                  <c:v>#N/A</c:v>
                </c:pt>
                <c:pt idx="447">
                  <c:v>#N/A</c:v>
                </c:pt>
                <c:pt idx="448">
                  <c:v>#N/A</c:v>
                </c:pt>
                <c:pt idx="449">
                  <c:v>#N/A</c:v>
                </c:pt>
                <c:pt idx="450">
                  <c:v>#N/A</c:v>
                </c:pt>
                <c:pt idx="451">
                  <c:v>#N/A</c:v>
                </c:pt>
                <c:pt idx="452">
                  <c:v>#N/A</c:v>
                </c:pt>
                <c:pt idx="453">
                  <c:v>#N/A</c:v>
                </c:pt>
                <c:pt idx="454">
                  <c:v>#N/A</c:v>
                </c:pt>
                <c:pt idx="455">
                  <c:v>#N/A</c:v>
                </c:pt>
                <c:pt idx="456">
                  <c:v>#N/A</c:v>
                </c:pt>
                <c:pt idx="457">
                  <c:v>#N/A</c:v>
                </c:pt>
                <c:pt idx="458">
                  <c:v>#N/A</c:v>
                </c:pt>
                <c:pt idx="459">
                  <c:v>#N/A</c:v>
                </c:pt>
                <c:pt idx="460">
                  <c:v>#N/A</c:v>
                </c:pt>
                <c:pt idx="461">
                  <c:v>#N/A</c:v>
                </c:pt>
                <c:pt idx="462">
                  <c:v>#N/A</c:v>
                </c:pt>
                <c:pt idx="463">
                  <c:v>#N/A</c:v>
                </c:pt>
                <c:pt idx="464">
                  <c:v>#N/A</c:v>
                </c:pt>
                <c:pt idx="465">
                  <c:v>#N/A</c:v>
                </c:pt>
                <c:pt idx="466">
                  <c:v>#N/A</c:v>
                </c:pt>
                <c:pt idx="467">
                  <c:v>#N/A</c:v>
                </c:pt>
                <c:pt idx="468">
                  <c:v>#N/A</c:v>
                </c:pt>
                <c:pt idx="469">
                  <c:v>#N/A</c:v>
                </c:pt>
                <c:pt idx="470">
                  <c:v>#N/A</c:v>
                </c:pt>
                <c:pt idx="471">
                  <c:v>#N/A</c:v>
                </c:pt>
                <c:pt idx="472">
                  <c:v>#N/A</c:v>
                </c:pt>
                <c:pt idx="473">
                  <c:v>#N/A</c:v>
                </c:pt>
                <c:pt idx="474">
                  <c:v>#N/A</c:v>
                </c:pt>
                <c:pt idx="475">
                  <c:v>#N/A</c:v>
                </c:pt>
                <c:pt idx="476">
                  <c:v>#N/A</c:v>
                </c:pt>
                <c:pt idx="477">
                  <c:v>#N/A</c:v>
                </c:pt>
                <c:pt idx="478">
                  <c:v>#N/A</c:v>
                </c:pt>
                <c:pt idx="479">
                  <c:v>#N/A</c:v>
                </c:pt>
                <c:pt idx="480">
                  <c:v>#N/A</c:v>
                </c:pt>
                <c:pt idx="481">
                  <c:v>#N/A</c:v>
                </c:pt>
                <c:pt idx="482">
                  <c:v>#N/A</c:v>
                </c:pt>
                <c:pt idx="483">
                  <c:v>#N/A</c:v>
                </c:pt>
                <c:pt idx="484">
                  <c:v>#N/A</c:v>
                </c:pt>
                <c:pt idx="485">
                  <c:v>#N/A</c:v>
                </c:pt>
                <c:pt idx="486">
                  <c:v>#N/A</c:v>
                </c:pt>
                <c:pt idx="487">
                  <c:v>#N/A</c:v>
                </c:pt>
                <c:pt idx="488">
                  <c:v>#N/A</c:v>
                </c:pt>
                <c:pt idx="489">
                  <c:v>#N/A</c:v>
                </c:pt>
                <c:pt idx="490">
                  <c:v>#N/A</c:v>
                </c:pt>
                <c:pt idx="491">
                  <c:v>#N/A</c:v>
                </c:pt>
                <c:pt idx="492">
                  <c:v>#N/A</c:v>
                </c:pt>
                <c:pt idx="493">
                  <c:v>#N/A</c:v>
                </c:pt>
                <c:pt idx="494">
                  <c:v>#N/A</c:v>
                </c:pt>
                <c:pt idx="495">
                  <c:v>#N/A</c:v>
                </c:pt>
                <c:pt idx="496">
                  <c:v>#N/A</c:v>
                </c:pt>
                <c:pt idx="497">
                  <c:v>#N/A</c:v>
                </c:pt>
                <c:pt idx="498">
                  <c:v>#N/A</c:v>
                </c:pt>
                <c:pt idx="499">
                  <c:v>#N/A</c:v>
                </c:pt>
                <c:pt idx="500">
                  <c:v>#N/A</c:v>
                </c:pt>
                <c:pt idx="501">
                  <c:v>#N/A</c:v>
                </c:pt>
                <c:pt idx="502">
                  <c:v>#N/A</c:v>
                </c:pt>
                <c:pt idx="503">
                  <c:v>#N/A</c:v>
                </c:pt>
                <c:pt idx="504">
                  <c:v>#N/A</c:v>
                </c:pt>
                <c:pt idx="505">
                  <c:v>#N/A</c:v>
                </c:pt>
                <c:pt idx="506">
                  <c:v>#N/A</c:v>
                </c:pt>
                <c:pt idx="507">
                  <c:v>#N/A</c:v>
                </c:pt>
                <c:pt idx="508">
                  <c:v>#N/A</c:v>
                </c:pt>
                <c:pt idx="509">
                  <c:v>#N/A</c:v>
                </c:pt>
                <c:pt idx="510">
                  <c:v>#N/A</c:v>
                </c:pt>
                <c:pt idx="511">
                  <c:v>#N/A</c:v>
                </c:pt>
                <c:pt idx="512">
                  <c:v>#N/A</c:v>
                </c:pt>
                <c:pt idx="513">
                  <c:v>#N/A</c:v>
                </c:pt>
                <c:pt idx="514">
                  <c:v>#N/A</c:v>
                </c:pt>
                <c:pt idx="515">
                  <c:v>#N/A</c:v>
                </c:pt>
                <c:pt idx="516">
                  <c:v>#N/A</c:v>
                </c:pt>
                <c:pt idx="517">
                  <c:v>#N/A</c:v>
                </c:pt>
                <c:pt idx="518">
                  <c:v>#N/A</c:v>
                </c:pt>
                <c:pt idx="519">
                  <c:v>#N/A</c:v>
                </c:pt>
                <c:pt idx="520">
                  <c:v>#N/A</c:v>
                </c:pt>
                <c:pt idx="521">
                  <c:v>#N/A</c:v>
                </c:pt>
                <c:pt idx="522">
                  <c:v>#N/A</c:v>
                </c:pt>
                <c:pt idx="523">
                  <c:v>#N/A</c:v>
                </c:pt>
                <c:pt idx="524">
                  <c:v>#N/A</c:v>
                </c:pt>
                <c:pt idx="525">
                  <c:v>#N/A</c:v>
                </c:pt>
                <c:pt idx="526">
                  <c:v>#N/A</c:v>
                </c:pt>
                <c:pt idx="527">
                  <c:v>#N/A</c:v>
                </c:pt>
                <c:pt idx="528">
                  <c:v>#N/A</c:v>
                </c:pt>
                <c:pt idx="529">
                  <c:v>#N/A</c:v>
                </c:pt>
                <c:pt idx="530">
                  <c:v>#N/A</c:v>
                </c:pt>
                <c:pt idx="531">
                  <c:v>#N/A</c:v>
                </c:pt>
                <c:pt idx="532">
                  <c:v>#N/A</c:v>
                </c:pt>
                <c:pt idx="533">
                  <c:v>#N/A</c:v>
                </c:pt>
                <c:pt idx="534">
                  <c:v>#N/A</c:v>
                </c:pt>
                <c:pt idx="535">
                  <c:v>#N/A</c:v>
                </c:pt>
                <c:pt idx="536">
                  <c:v>#N/A</c:v>
                </c:pt>
                <c:pt idx="537">
                  <c:v>#N/A</c:v>
                </c:pt>
                <c:pt idx="538">
                  <c:v>7.9250000000000001E-2</c:v>
                </c:pt>
                <c:pt idx="539">
                  <c:v>7.9875000000000002E-2</c:v>
                </c:pt>
                <c:pt idx="540">
                  <c:v>7.85E-2</c:v>
                </c:pt>
                <c:pt idx="541">
                  <c:v>8.0125000000000002E-2</c:v>
                </c:pt>
                <c:pt idx="542">
                  <c:v>8.2250000000000004E-2</c:v>
                </c:pt>
                <c:pt idx="543">
                  <c:v>8.0500000000000002E-2</c:v>
                </c:pt>
                <c:pt idx="544">
                  <c:v>8.0750000000000002E-2</c:v>
                </c:pt>
                <c:pt idx="545">
                  <c:v>8.5000000000000006E-2</c:v>
                </c:pt>
                <c:pt idx="546">
                  <c:v>8.3500000000000005E-2</c:v>
                </c:pt>
                <c:pt idx="547">
                  <c:v>8.3750000000000005E-2</c:v>
                </c:pt>
                <c:pt idx="548">
                  <c:v>8.3875000000000005E-2</c:v>
                </c:pt>
                <c:pt idx="549">
                  <c:v>8.4875000000000006E-2</c:v>
                </c:pt>
                <c:pt idx="550">
                  <c:v>8.3000000000000004E-2</c:v>
                </c:pt>
                <c:pt idx="551">
                  <c:v>8.3750000000000005E-2</c:v>
                </c:pt>
                <c:pt idx="552">
                  <c:v>8.4625000000000006E-2</c:v>
                </c:pt>
                <c:pt idx="553">
                  <c:v>8.4500000000000006E-2</c:v>
                </c:pt>
                <c:pt idx="554">
                  <c:v>8.4500000000000006E-2</c:v>
                </c:pt>
                <c:pt idx="555">
                  <c:v>8.3250000000000005E-2</c:v>
                </c:pt>
                <c:pt idx="556">
                  <c:v>8.3250000000000005E-2</c:v>
                </c:pt>
                <c:pt idx="557">
                  <c:v>8.2750000000000004E-2</c:v>
                </c:pt>
                <c:pt idx="558">
                  <c:v>8.2000000000000003E-2</c:v>
                </c:pt>
                <c:pt idx="559">
                  <c:v>8.0250000000000002E-2</c:v>
                </c:pt>
                <c:pt idx="560">
                  <c:v>8.0250000000000002E-2</c:v>
                </c:pt>
                <c:pt idx="561">
                  <c:v>7.9000000000000001E-2</c:v>
                </c:pt>
                <c:pt idx="562">
                  <c:v>7.9000000000000001E-2</c:v>
                </c:pt>
                <c:pt idx="563">
                  <c:v>7.8750000000000001E-2</c:v>
                </c:pt>
                <c:pt idx="564">
                  <c:v>7.825E-2</c:v>
                </c:pt>
                <c:pt idx="565">
                  <c:v>7.825E-2</c:v>
                </c:pt>
                <c:pt idx="566">
                  <c:v>7.775E-2</c:v>
                </c:pt>
                <c:pt idx="567">
                  <c:v>7.6850000000000002E-2</c:v>
                </c:pt>
                <c:pt idx="568">
                  <c:v>7.6850000000000002E-2</c:v>
                </c:pt>
                <c:pt idx="569">
                  <c:v>7.6749999999999999E-2</c:v>
                </c:pt>
                <c:pt idx="570">
                  <c:v>7.7249999999999999E-2</c:v>
                </c:pt>
                <c:pt idx="571">
                  <c:v>7.9250000000000001E-2</c:v>
                </c:pt>
                <c:pt idx="572">
                  <c:v>7.7249999999999999E-2</c:v>
                </c:pt>
                <c:pt idx="573">
                  <c:v>7.6499999999999999E-2</c:v>
                </c:pt>
                <c:pt idx="574">
                  <c:v>7.6499999999999999E-2</c:v>
                </c:pt>
                <c:pt idx="575">
                  <c:v>7.5999999999999998E-2</c:v>
                </c:pt>
                <c:pt idx="576">
                  <c:v>7.5249999999999997E-2</c:v>
                </c:pt>
                <c:pt idx="577">
                  <c:v>7.5499999999999998E-2</c:v>
                </c:pt>
                <c:pt idx="578">
                  <c:v>7.5499999999999998E-2</c:v>
                </c:pt>
                <c:pt idx="579">
                  <c:v>7.5499999999999998E-2</c:v>
                </c:pt>
                <c:pt idx="580">
                  <c:v>7.4249999999999997E-2</c:v>
                </c:pt>
                <c:pt idx="581">
                  <c:v>7.3499999999999996E-2</c:v>
                </c:pt>
                <c:pt idx="582">
                  <c:v>7.2999999999999995E-2</c:v>
                </c:pt>
                <c:pt idx="583">
                  <c:v>7.2999999999999995E-2</c:v>
                </c:pt>
                <c:pt idx="584">
                  <c:v>7.0999999999999994E-2</c:v>
                </c:pt>
                <c:pt idx="585">
                  <c:v>7.0749999999999993E-2</c:v>
                </c:pt>
                <c:pt idx="586">
                  <c:v>6.8250000000000005E-2</c:v>
                </c:pt>
                <c:pt idx="587">
                  <c:v>6.7250000000000004E-2</c:v>
                </c:pt>
                <c:pt idx="588">
                  <c:v>6.5250000000000002E-2</c:v>
                </c:pt>
                <c:pt idx="589">
                  <c:v>6.0999999999999999E-2</c:v>
                </c:pt>
                <c:pt idx="590">
                  <c:v>6.1749999999999999E-2</c:v>
                </c:pt>
                <c:pt idx="591">
                  <c:v>6.3750000000000001E-2</c:v>
                </c:pt>
                <c:pt idx="592">
                  <c:v>6.3750000000000001E-2</c:v>
                </c:pt>
                <c:pt idx="593">
                  <c:v>6.4750000000000002E-2</c:v>
                </c:pt>
                <c:pt idx="594">
                  <c:v>6.3500000000000001E-2</c:v>
                </c:pt>
                <c:pt idx="595">
                  <c:v>6.275E-2</c:v>
                </c:pt>
                <c:pt idx="596">
                  <c:v>6.225E-2</c:v>
                </c:pt>
                <c:pt idx="597">
                  <c:v>6.275E-2</c:v>
                </c:pt>
                <c:pt idx="598">
                  <c:v>6.275E-2</c:v>
                </c:pt>
                <c:pt idx="599">
                  <c:v>6.275E-2</c:v>
                </c:pt>
                <c:pt idx="600">
                  <c:v>6.275E-2</c:v>
                </c:pt>
                <c:pt idx="601">
                  <c:v>6.275E-2</c:v>
                </c:pt>
                <c:pt idx="602">
                  <c:v>0.06</c:v>
                </c:pt>
                <c:pt idx="603">
                  <c:v>0.06</c:v>
                </c:pt>
                <c:pt idx="604">
                  <c:v>5.6000000000000001E-2</c:v>
                </c:pt>
                <c:pt idx="605">
                  <c:v>5.3749999999999999E-2</c:v>
                </c:pt>
                <c:pt idx="606">
                  <c:v>5.1499999999999997E-2</c:v>
                </c:pt>
                <c:pt idx="607">
                  <c:v>5.1499999999999997E-2</c:v>
                </c:pt>
                <c:pt idx="608">
                  <c:v>5.0250000000000003E-2</c:v>
                </c:pt>
                <c:pt idx="609">
                  <c:v>4.9750000000000003E-2</c:v>
                </c:pt>
                <c:pt idx="610">
                  <c:v>5.0250000000000003E-2</c:v>
                </c:pt>
                <c:pt idx="611">
                  <c:v>4.9500000000000002E-2</c:v>
                </c:pt>
                <c:pt idx="612">
                  <c:v>4.9349999999999998E-2</c:v>
                </c:pt>
                <c:pt idx="613">
                  <c:v>4.9000000000000002E-2</c:v>
                </c:pt>
                <c:pt idx="614">
                  <c:v>4.8750000000000002E-2</c:v>
                </c:pt>
                <c:pt idx="615">
                  <c:v>4.7750000000000001E-2</c:v>
                </c:pt>
                <c:pt idx="616">
                  <c:v>4.8250000000000001E-2</c:v>
                </c:pt>
                <c:pt idx="617">
                  <c:v>5.0999999999999997E-2</c:v>
                </c:pt>
                <c:pt idx="618">
                  <c:v>5.5500000000000001E-2</c:v>
                </c:pt>
                <c:pt idx="619">
                  <c:v>5.8749999999999997E-2</c:v>
                </c:pt>
                <c:pt idx="620">
                  <c:v>6.4500000000000002E-2</c:v>
                </c:pt>
                <c:pt idx="621">
                  <c:v>6.1249999999999999E-2</c:v>
                </c:pt>
                <c:pt idx="622">
                  <c:v>5.8250000000000003E-2</c:v>
                </c:pt>
                <c:pt idx="623">
                  <c:v>5.6000000000000001E-2</c:v>
                </c:pt>
                <c:pt idx="624">
                  <c:v>5.6000000000000001E-2</c:v>
                </c:pt>
                <c:pt idx="625">
                  <c:v>5.6250000000000001E-2</c:v>
                </c:pt>
                <c:pt idx="626">
                  <c:v>5.3999999999999999E-2</c:v>
                </c:pt>
                <c:pt idx="627">
                  <c:v>5.45E-2</c:v>
                </c:pt>
                <c:pt idx="628">
                  <c:v>5.45E-2</c:v>
                </c:pt>
                <c:pt idx="629">
                  <c:v>5.3999999999999999E-2</c:v>
                </c:pt>
                <c:pt idx="630">
                  <c:v>5.45E-2</c:v>
                </c:pt>
                <c:pt idx="631">
                  <c:v>5.2999999999999999E-2</c:v>
                </c:pt>
                <c:pt idx="632">
                  <c:v>5.1749999999999997E-2</c:v>
                </c:pt>
                <c:pt idx="633">
                  <c:v>5.1749999999999997E-2</c:v>
                </c:pt>
                <c:pt idx="634">
                  <c:v>5.0999999999999997E-2</c:v>
                </c:pt>
                <c:pt idx="635">
                  <c:v>5.2249999999999998E-2</c:v>
                </c:pt>
                <c:pt idx="636">
                  <c:v>5.1749999999999997E-2</c:v>
                </c:pt>
                <c:pt idx="637">
                  <c:v>5.1499999999999997E-2</c:v>
                </c:pt>
                <c:pt idx="638">
                  <c:v>5.0999999999999997E-2</c:v>
                </c:pt>
                <c:pt idx="639">
                  <c:v>4.9750000000000003E-2</c:v>
                </c:pt>
                <c:pt idx="640">
                  <c:v>0.05</c:v>
                </c:pt>
                <c:pt idx="641">
                  <c:v>0.05</c:v>
                </c:pt>
                <c:pt idx="642">
                  <c:v>5.2749999999999998E-2</c:v>
                </c:pt>
                <c:pt idx="643">
                  <c:v>5.2999999999999999E-2</c:v>
                </c:pt>
                <c:pt idx="644">
                  <c:v>5.2499999999999998E-2</c:v>
                </c:pt>
                <c:pt idx="645">
                  <c:v>4.9500000000000002E-2</c:v>
                </c:pt>
                <c:pt idx="646">
                  <c:v>4.9750000000000003E-2</c:v>
                </c:pt>
                <c:pt idx="647">
                  <c:v>5.0500000000000003E-2</c:v>
                </c:pt>
                <c:pt idx="648">
                  <c:v>5.0999999999999997E-2</c:v>
                </c:pt>
                <c:pt idx="649">
                  <c:v>5.0250000000000003E-2</c:v>
                </c:pt>
                <c:pt idx="650">
                  <c:v>4.9000000000000002E-2</c:v>
                </c:pt>
                <c:pt idx="651">
                  <c:v>0.05</c:v>
                </c:pt>
                <c:pt idx="652">
                  <c:v>5.1499999999999997E-2</c:v>
                </c:pt>
                <c:pt idx="653">
                  <c:v>5.1499999999999997E-2</c:v>
                </c:pt>
                <c:pt idx="654">
                  <c:v>5.1499999999999997E-2</c:v>
                </c:pt>
                <c:pt idx="655">
                  <c:v>5.3249999999999999E-2</c:v>
                </c:pt>
                <c:pt idx="656">
                  <c:v>5.2749999999999998E-2</c:v>
                </c:pt>
                <c:pt idx="657">
                  <c:v>5.0999999999999997E-2</c:v>
                </c:pt>
                <c:pt idx="658">
                  <c:v>5.1749999999999997E-2</c:v>
                </c:pt>
                <c:pt idx="659">
                  <c:v>5.1749999999999997E-2</c:v>
                </c:pt>
                <c:pt idx="660">
                  <c:v>5.1499999999999997E-2</c:v>
                </c:pt>
                <c:pt idx="661">
                  <c:v>5.1749999999999997E-2</c:v>
                </c:pt>
                <c:pt idx="662">
                  <c:v>5.0750000000000003E-2</c:v>
                </c:pt>
                <c:pt idx="663">
                  <c:v>5.0750000000000003E-2</c:v>
                </c:pt>
                <c:pt idx="664">
                  <c:v>5.0250000000000003E-2</c:v>
                </c:pt>
                <c:pt idx="665">
                  <c:v>5.0500000000000003E-2</c:v>
                </c:pt>
                <c:pt idx="666">
                  <c:v>5.0250000000000003E-2</c:v>
                </c:pt>
                <c:pt idx="667">
                  <c:v>4.9500000000000002E-2</c:v>
                </c:pt>
                <c:pt idx="668">
                  <c:v>4.9000000000000002E-2</c:v>
                </c:pt>
                <c:pt idx="669">
                  <c:v>4.8500000000000001E-2</c:v>
                </c:pt>
                <c:pt idx="670">
                  <c:v>4.8750000000000002E-2</c:v>
                </c:pt>
                <c:pt idx="671">
                  <c:v>4.9250000000000002E-2</c:v>
                </c:pt>
                <c:pt idx="672">
                  <c:v>4.9250000000000002E-2</c:v>
                </c:pt>
                <c:pt idx="673">
                  <c:v>5.2249999999999998E-2</c:v>
                </c:pt>
                <c:pt idx="674">
                  <c:v>5.475E-2</c:v>
                </c:pt>
                <c:pt idx="675">
                  <c:v>5.475E-2</c:v>
                </c:pt>
                <c:pt idx="676">
                  <c:v>5.7500000000000002E-2</c:v>
                </c:pt>
                <c:pt idx="677">
                  <c:v>5.6250000000000001E-2</c:v>
                </c:pt>
                <c:pt idx="678">
                  <c:v>5.5E-2</c:v>
                </c:pt>
                <c:pt idx="679">
                  <c:v>5.3999999999999999E-2</c:v>
                </c:pt>
                <c:pt idx="680">
                  <c:v>5.2749999999999998E-2</c:v>
                </c:pt>
                <c:pt idx="681">
                  <c:v>5.2749999999999998E-2</c:v>
                </c:pt>
                <c:pt idx="682">
                  <c:v>5.2900000000000003E-2</c:v>
                </c:pt>
                <c:pt idx="683">
                  <c:v>5.2900000000000003E-2</c:v>
                </c:pt>
                <c:pt idx="684">
                  <c:v>5.2400000000000002E-2</c:v>
                </c:pt>
                <c:pt idx="685">
                  <c:v>5.1816300000000003E-2</c:v>
                </c:pt>
                <c:pt idx="686">
                  <c:v>5.1565899999999998E-2</c:v>
                </c:pt>
                <c:pt idx="687">
                  <c:v>4.81672E-2</c:v>
                </c:pt>
                <c:pt idx="688">
                  <c:v>4.6171799999999999E-2</c:v>
                </c:pt>
                <c:pt idx="689">
                  <c:v>4.6171799999999999E-2</c:v>
                </c:pt>
                <c:pt idx="690">
                  <c:v>4.6920299999999998E-2</c:v>
                </c:pt>
                <c:pt idx="691">
                  <c:v>4.64194E-2</c:v>
                </c:pt>
                <c:pt idx="692">
                  <c:v>4.74194E-2</c:v>
                </c:pt>
                <c:pt idx="693">
                  <c:v>4.7418700000000001E-2</c:v>
                </c:pt>
                <c:pt idx="694">
                  <c:v>4.7418700000000001E-2</c:v>
                </c:pt>
                <c:pt idx="695">
                  <c:v>4.8413900000000003E-2</c:v>
                </c:pt>
                <c:pt idx="696">
                  <c:v>4.7416399999999997E-2</c:v>
                </c:pt>
                <c:pt idx="697">
                  <c:v>4.7418799999999997E-2</c:v>
                </c:pt>
                <c:pt idx="698">
                  <c:v>4.7423899999999998E-2</c:v>
                </c:pt>
                <c:pt idx="699">
                  <c:v>4.81725E-2</c:v>
                </c:pt>
                <c:pt idx="700">
                  <c:v>4.8073600000000001E-2</c:v>
                </c:pt>
                <c:pt idx="701">
                  <c:v>4.7827000000000001E-2</c:v>
                </c:pt>
                <c:pt idx="702">
                  <c:v>4.6925299999999996E-2</c:v>
                </c:pt>
                <c:pt idx="703">
                  <c:v>4.76771E-2</c:v>
                </c:pt>
                <c:pt idx="704">
                  <c:v>4.7678100000000001E-2</c:v>
                </c:pt>
                <c:pt idx="705">
                  <c:v>4.79283E-2</c:v>
                </c:pt>
                <c:pt idx="706">
                  <c:v>4.81795E-2</c:v>
                </c:pt>
                <c:pt idx="707">
                  <c:v>4.76795E-2</c:v>
                </c:pt>
                <c:pt idx="708">
                  <c:v>4.7278199999999999E-2</c:v>
                </c:pt>
                <c:pt idx="709">
                  <c:v>4.7427499999999997E-2</c:v>
                </c:pt>
                <c:pt idx="710">
                  <c:v>4.8177999999999999E-2</c:v>
                </c:pt>
                <c:pt idx="711">
                  <c:v>4.84295E-2</c:v>
                </c:pt>
                <c:pt idx="712">
                  <c:v>4.8429800000000002E-2</c:v>
                </c:pt>
                <c:pt idx="713">
                  <c:v>4.8929800000000002E-2</c:v>
                </c:pt>
                <c:pt idx="714">
                  <c:v>4.9430500000000002E-2</c:v>
                </c:pt>
                <c:pt idx="715">
                  <c:v>5.1928700000000001E-2</c:v>
                </c:pt>
                <c:pt idx="716">
                  <c:v>5.2927700000000001E-2</c:v>
                </c:pt>
                <c:pt idx="717">
                  <c:v>5.2926199999999993E-2</c:v>
                </c:pt>
                <c:pt idx="718">
                  <c:v>5.1422900000000007E-2</c:v>
                </c:pt>
                <c:pt idx="719">
                  <c:v>4.9676400000000002E-2</c:v>
                </c:pt>
                <c:pt idx="720">
                  <c:v>4.81754E-2</c:v>
                </c:pt>
                <c:pt idx="721">
                  <c:v>4.5929700000000004E-2</c:v>
                </c:pt>
                <c:pt idx="722">
                  <c:v>4.5928500000000004E-2</c:v>
                </c:pt>
                <c:pt idx="723">
                  <c:v>4.5680800000000001E-2</c:v>
                </c:pt>
                <c:pt idx="724">
                  <c:v>4.5680800000000001E-2</c:v>
                </c:pt>
                <c:pt idx="725">
                  <c:v>4.5180100000000001E-2</c:v>
                </c:pt>
                <c:pt idx="726">
                  <c:v>4.2432400000000002E-2</c:v>
                </c:pt>
                <c:pt idx="727">
                  <c:v>4.2929500000000002E-2</c:v>
                </c:pt>
                <c:pt idx="728">
                  <c:v>4.2930900000000001E-2</c:v>
                </c:pt>
                <c:pt idx="729">
                  <c:v>4.2929500000000002E-2</c:v>
                </c:pt>
                <c:pt idx="730">
                  <c:v>4.3978400000000001E-2</c:v>
                </c:pt>
                <c:pt idx="731">
                  <c:v>4.5928199999999995E-2</c:v>
                </c:pt>
                <c:pt idx="732">
                  <c:v>4.5677800000000005E-2</c:v>
                </c:pt>
                <c:pt idx="733">
                  <c:v>4.56798E-2</c:v>
                </c:pt>
                <c:pt idx="734">
                  <c:v>4.8674700000000001E-2</c:v>
                </c:pt>
                <c:pt idx="735">
                  <c:v>4.86761E-2</c:v>
                </c:pt>
                <c:pt idx="736">
                  <c:v>4.7676700000000002E-2</c:v>
                </c:pt>
                <c:pt idx="737">
                  <c:v>4.7923500000000001E-2</c:v>
                </c:pt>
                <c:pt idx="738">
                  <c:v>4.7924500000000002E-2</c:v>
                </c:pt>
                <c:pt idx="739">
                  <c:v>4.84232E-2</c:v>
                </c:pt>
                <c:pt idx="740">
                  <c:v>4.7674400000000006E-2</c:v>
                </c:pt>
                <c:pt idx="741">
                  <c:v>4.7422699999999998E-2</c:v>
                </c:pt>
                <c:pt idx="742">
                  <c:v>4.76701E-2</c:v>
                </c:pt>
                <c:pt idx="743">
                  <c:v>4.7669200000000002E-2</c:v>
                </c:pt>
                <c:pt idx="744">
                  <c:v>4.7668799999999997E-2</c:v>
                </c:pt>
                <c:pt idx="745">
                  <c:v>4.7668799999999997E-2</c:v>
                </c:pt>
                <c:pt idx="746">
                  <c:v>4.7919900000000001E-2</c:v>
                </c:pt>
                <c:pt idx="747">
                  <c:v>4.7923399999999998E-2</c:v>
                </c:pt>
                <c:pt idx="748">
                  <c:v>4.8424799999999997E-2</c:v>
                </c:pt>
                <c:pt idx="749">
                  <c:v>4.8175900000000001E-2</c:v>
                </c:pt>
                <c:pt idx="750">
                  <c:v>4.8450699999999999E-2</c:v>
                </c:pt>
                <c:pt idx="751">
                  <c:v>4.8615800000000001E-2</c:v>
                </c:pt>
                <c:pt idx="752">
                  <c:v>4.8450500000000001E-2</c:v>
                </c:pt>
                <c:pt idx="753">
                  <c:v>4.7950400000000004E-2</c:v>
                </c:pt>
                <c:pt idx="754">
                  <c:v>4.74498E-2</c:v>
                </c:pt>
                <c:pt idx="755">
                  <c:v>4.7450599999999996E-2</c:v>
                </c:pt>
                <c:pt idx="756">
                  <c:v>4.7450099999999995E-2</c:v>
                </c:pt>
                <c:pt idx="757">
                  <c:v>4.7450099999999995E-2</c:v>
                </c:pt>
                <c:pt idx="758">
                  <c:v>4.7672699999999998E-2</c:v>
                </c:pt>
                <c:pt idx="759">
                  <c:v>4.7672699999999998E-2</c:v>
                </c:pt>
                <c:pt idx="760">
                  <c:v>4.7672699999999998E-2</c:v>
                </c:pt>
                <c:pt idx="761">
                  <c:v>4.5948500000000003E-2</c:v>
                </c:pt>
                <c:pt idx="762">
                  <c:v>4.4677599999999998E-2</c:v>
                </c:pt>
                <c:pt idx="763">
                  <c:v>4.51212E-2</c:v>
                </c:pt>
                <c:pt idx="764">
                  <c:v>4.2455900000000005E-2</c:v>
                </c:pt>
                <c:pt idx="765">
                  <c:v>4.1622100000000002E-2</c:v>
                </c:pt>
                <c:pt idx="766">
                  <c:v>4.1955599999999996E-2</c:v>
                </c:pt>
                <c:pt idx="767">
                  <c:v>4.3682900000000004E-2</c:v>
                </c:pt>
                <c:pt idx="768">
                  <c:v>4.3929700000000002E-2</c:v>
                </c:pt>
                <c:pt idx="769">
                  <c:v>4.5119300000000001E-2</c:v>
                </c:pt>
                <c:pt idx="770">
                  <c:v>4.5119799999999995E-2</c:v>
                </c:pt>
                <c:pt idx="771">
                  <c:v>4.4620100000000003E-2</c:v>
                </c:pt>
                <c:pt idx="772">
                  <c:v>4.462E-2</c:v>
                </c:pt>
                <c:pt idx="773">
                  <c:v>4.4930100000000001E-2</c:v>
                </c:pt>
                <c:pt idx="774">
                  <c:v>4.4930100000000001E-2</c:v>
                </c:pt>
                <c:pt idx="775">
                  <c:v>4.4429299999999998E-2</c:v>
                </c:pt>
                <c:pt idx="776">
                  <c:v>4.4429299999999998E-2</c:v>
                </c:pt>
                <c:pt idx="777">
                  <c:v>4.4429299999999998E-2</c:v>
                </c:pt>
                <c:pt idx="778">
                  <c:v>4.4429400000000001E-2</c:v>
                </c:pt>
                <c:pt idx="779">
                  <c:v>4.4119600000000002E-2</c:v>
                </c:pt>
                <c:pt idx="780">
                  <c:v>4.4119600000000002E-2</c:v>
                </c:pt>
                <c:pt idx="781">
                  <c:v>4.4119600000000002E-2</c:v>
                </c:pt>
                <c:pt idx="782">
                  <c:v>4.4119600000000002E-2</c:v>
                </c:pt>
                <c:pt idx="783">
                  <c:v>4.4427100000000004E-2</c:v>
                </c:pt>
                <c:pt idx="784">
                  <c:v>4.0684500000000005E-2</c:v>
                </c:pt>
                <c:pt idx="785">
                  <c:v>3.84368E-2</c:v>
                </c:pt>
                <c:pt idx="786">
                  <c:v>3.5692300000000003E-2</c:v>
                </c:pt>
                <c:pt idx="787">
                  <c:v>3.3196799999999999E-2</c:v>
                </c:pt>
                <c:pt idx="788">
                  <c:v>3.3200099999999996E-2</c:v>
                </c:pt>
                <c:pt idx="789">
                  <c:v>3.3200099999999996E-2</c:v>
                </c:pt>
                <c:pt idx="790">
                  <c:v>3.3450799999999996E-2</c:v>
                </c:pt>
                <c:pt idx="791">
                  <c:v>3.6447E-2</c:v>
                </c:pt>
                <c:pt idx="792">
                  <c:v>3.6447E-2</c:v>
                </c:pt>
                <c:pt idx="793">
                  <c:v>3.6797199999999995E-2</c:v>
                </c:pt>
                <c:pt idx="794">
                  <c:v>3.6797199999999995E-2</c:v>
                </c:pt>
                <c:pt idx="795">
                  <c:v>3.7442799999999998E-2</c:v>
                </c:pt>
                <c:pt idx="796">
                  <c:v>3.7692700000000003E-2</c:v>
                </c:pt>
                <c:pt idx="797">
                  <c:v>3.8196399999999998E-2</c:v>
                </c:pt>
                <c:pt idx="798">
                  <c:v>3.8463299999999999E-2</c:v>
                </c:pt>
                <c:pt idx="799">
                  <c:v>3.8943599999999995E-2</c:v>
                </c:pt>
                <c:pt idx="800">
                  <c:v>3.9194E-2</c:v>
                </c:pt>
                <c:pt idx="801">
                  <c:v>4.01882E-2</c:v>
                </c:pt>
                <c:pt idx="802">
                  <c:v>4.5180999999999999E-2</c:v>
                </c:pt>
                <c:pt idx="803">
                  <c:v>4.5180999999999999E-2</c:v>
                </c:pt>
                <c:pt idx="804">
                  <c:v>4.7181899999999999E-2</c:v>
                </c:pt>
                <c:pt idx="805">
                  <c:v>4.6184099999999999E-2</c:v>
                </c:pt>
                <c:pt idx="806">
                  <c:v>4.5932799999999996E-2</c:v>
                </c:pt>
                <c:pt idx="807">
                  <c:v>4.8925000000000003E-2</c:v>
                </c:pt>
                <c:pt idx="808">
                  <c:v>5.0618099999999999E-2</c:v>
                </c:pt>
                <c:pt idx="809">
                  <c:v>5.0177899999999998E-2</c:v>
                </c:pt>
                <c:pt idx="810">
                  <c:v>5.04258E-2</c:v>
                </c:pt>
                <c:pt idx="811">
                  <c:v>5.0928300000000003E-2</c:v>
                </c:pt>
                <c:pt idx="812">
                  <c:v>5.0927999999999994E-2</c:v>
                </c:pt>
                <c:pt idx="813">
                  <c:v>5.0928899999999999E-2</c:v>
                </c:pt>
                <c:pt idx="814">
                  <c:v>5.0928899999999999E-2</c:v>
                </c:pt>
                <c:pt idx="815">
                  <c:v>5.0928899999999999E-2</c:v>
                </c:pt>
                <c:pt idx="816">
                  <c:v>5.1177999999999994E-2</c:v>
                </c:pt>
                <c:pt idx="817">
                  <c:v>5.1427700000000007E-2</c:v>
                </c:pt>
                <c:pt idx="818">
                  <c:v>5.1427700000000007E-2</c:v>
                </c:pt>
                <c:pt idx="819">
                  <c:v>5.0679300000000004E-2</c:v>
                </c:pt>
                <c:pt idx="820">
                  <c:v>4.8932499999999997E-2</c:v>
                </c:pt>
                <c:pt idx="821">
                  <c:v>4.7433099999999999E-2</c:v>
                </c:pt>
                <c:pt idx="822">
                  <c:v>4.7682499999999996E-2</c:v>
                </c:pt>
                <c:pt idx="823">
                  <c:v>4.7683400000000001E-2</c:v>
                </c:pt>
                <c:pt idx="824">
                  <c:v>4.6789999999999998E-2</c:v>
                </c:pt>
                <c:pt idx="825">
                  <c:v>4.6683800000000004E-2</c:v>
                </c:pt>
                <c:pt idx="826">
                  <c:v>4.5934200000000001E-2</c:v>
                </c:pt>
                <c:pt idx="827">
                  <c:v>4.52918E-2</c:v>
                </c:pt>
                <c:pt idx="828">
                  <c:v>4.4441599999999998E-2</c:v>
                </c:pt>
                <c:pt idx="829">
                  <c:v>4.31939E-2</c:v>
                </c:pt>
                <c:pt idx="830">
                  <c:v>4.3129899999999999E-2</c:v>
                </c:pt>
                <c:pt idx="831">
                  <c:v>4.3194700000000003E-2</c:v>
                </c:pt>
                <c:pt idx="832">
                  <c:v>4.34458E-2</c:v>
                </c:pt>
                <c:pt idx="833">
                  <c:v>4.3944299999999999E-2</c:v>
                </c:pt>
                <c:pt idx="834">
                  <c:v>4.2944400000000001E-2</c:v>
                </c:pt>
                <c:pt idx="835">
                  <c:v>4.2695999999999998E-2</c:v>
                </c:pt>
                <c:pt idx="836">
                  <c:v>4.2446600000000001E-2</c:v>
                </c:pt>
                <c:pt idx="837">
                  <c:v>4.1797000000000001E-2</c:v>
                </c:pt>
                <c:pt idx="838">
                  <c:v>4.1463799999999995E-2</c:v>
                </c:pt>
                <c:pt idx="839">
                  <c:v>4.1464999999999995E-2</c:v>
                </c:pt>
                <c:pt idx="840">
                  <c:v>4.09659E-2</c:v>
                </c:pt>
                <c:pt idx="841">
                  <c:v>4.09659E-2</c:v>
                </c:pt>
                <c:pt idx="842">
                  <c:v>4.0599500000000004E-2</c:v>
                </c:pt>
                <c:pt idx="843">
                  <c:v>4.0098500000000002E-2</c:v>
                </c:pt>
                <c:pt idx="844">
                  <c:v>4.0098399999999999E-2</c:v>
                </c:pt>
                <c:pt idx="845">
                  <c:v>3.8973300000000002E-2</c:v>
                </c:pt>
                <c:pt idx="846">
                  <c:v>3.8466E-2</c:v>
                </c:pt>
                <c:pt idx="847">
                  <c:v>3.6466899999999997E-2</c:v>
                </c:pt>
                <c:pt idx="848">
                  <c:v>3.6222799999999999E-2</c:v>
                </c:pt>
                <c:pt idx="849">
                  <c:v>3.6847299999999999E-2</c:v>
                </c:pt>
                <c:pt idx="850">
                  <c:v>3.6473200000000004E-2</c:v>
                </c:pt>
                <c:pt idx="851">
                  <c:v>3.6223100000000001E-2</c:v>
                </c:pt>
                <c:pt idx="852">
                  <c:v>3.6130799999999998E-2</c:v>
                </c:pt>
                <c:pt idx="853">
                  <c:v>3.6130799999999998E-2</c:v>
                </c:pt>
                <c:pt idx="854">
                  <c:v>3.5946100000000002E-2</c:v>
                </c:pt>
                <c:pt idx="855">
                  <c:v>3.5446499999999999E-2</c:v>
                </c:pt>
                <c:pt idx="856">
                  <c:v>3.6627E-2</c:v>
                </c:pt>
                <c:pt idx="857">
                  <c:v>4.0455999999999999E-2</c:v>
                </c:pt>
                <c:pt idx="858">
                  <c:v>4.1092000000000004E-2</c:v>
                </c:pt>
                <c:pt idx="859">
                  <c:v>4.0842299999999998E-2</c:v>
                </c:pt>
                <c:pt idx="860">
                  <c:v>4.1289100000000002E-2</c:v>
                </c:pt>
                <c:pt idx="861">
                  <c:v>4.3214100000000005E-2</c:v>
                </c:pt>
                <c:pt idx="862">
                  <c:v>4.3714499999999996E-2</c:v>
                </c:pt>
                <c:pt idx="863">
                  <c:v>4.3284699999999995E-2</c:v>
                </c:pt>
                <c:pt idx="864">
                  <c:v>4.2951200000000002E-2</c:v>
                </c:pt>
                <c:pt idx="865">
                  <c:v>4.3962899999999999E-2</c:v>
                </c:pt>
                <c:pt idx="866">
                  <c:v>4.6710399999999999E-2</c:v>
                </c:pt>
                <c:pt idx="867">
                  <c:v>4.7613000000000003E-2</c:v>
                </c:pt>
                <c:pt idx="868">
                  <c:v>4.9083300000000003E-2</c:v>
                </c:pt>
                <c:pt idx="869">
                  <c:v>5.0107499999999999E-2</c:v>
                </c:pt>
                <c:pt idx="870">
                  <c:v>5.0705099999999996E-2</c:v>
                </c:pt>
                <c:pt idx="871">
                  <c:v>5.0829700000000005E-2</c:v>
                </c:pt>
                <c:pt idx="872">
                  <c:v>5.6933900000000003E-2</c:v>
                </c:pt>
                <c:pt idx="873">
                  <c:v>6.0694200000000004E-2</c:v>
                </c:pt>
                <c:pt idx="874">
                  <c:v>6.425320000000001E-2</c:v>
                </c:pt>
                <c:pt idx="875">
                  <c:v>6.2943100000000002E-2</c:v>
                </c:pt>
                <c:pt idx="876">
                  <c:v>6.0924100000000002E-2</c:v>
                </c:pt>
                <c:pt idx="877">
                  <c:v>6.1422699999999997E-2</c:v>
                </c:pt>
                <c:pt idx="878">
                  <c:v>5.8695799999999999E-2</c:v>
                </c:pt>
                <c:pt idx="879">
                  <c:v>5.6598900000000001E-2</c:v>
                </c:pt>
                <c:pt idx="880">
                  <c:v>5.4765800000000003E-2</c:v>
                </c:pt>
                <c:pt idx="881">
                  <c:v>5.6073000000000005E-2</c:v>
                </c:pt>
                <c:pt idx="882">
                  <c:v>5.7098400000000001E-2</c:v>
                </c:pt>
                <c:pt idx="883">
                  <c:v>5.9761199999999993E-2</c:v>
                </c:pt>
                <c:pt idx="884">
                  <c:v>5.8392499999999993E-2</c:v>
                </c:pt>
                <c:pt idx="885">
                  <c:v>5.6263500000000001E-2</c:v>
                </c:pt>
                <c:pt idx="886">
                  <c:v>5.6822799999999993E-2</c:v>
                </c:pt>
                <c:pt idx="887">
                  <c:v>5.5931799999999997E-2</c:v>
                </c:pt>
                <c:pt idx="888">
                  <c:v>5.5199300000000007E-2</c:v>
                </c:pt>
                <c:pt idx="889">
                  <c:v>5.5199300000000007E-2</c:v>
                </c:pt>
                <c:pt idx="890">
                  <c:v>5.5764099999999997E-2</c:v>
                </c:pt>
                <c:pt idx="891">
                  <c:v>5.3150199999999995E-2</c:v>
                </c:pt>
                <c:pt idx="892">
                  <c:v>5.3900800000000006E-2</c:v>
                </c:pt>
                <c:pt idx="893">
                  <c:v>5.2150800000000004E-2</c:v>
                </c:pt>
                <c:pt idx="894">
                  <c:v>4.9770999999999996E-2</c:v>
                </c:pt>
                <c:pt idx="895">
                  <c:v>5.0104099999999999E-2</c:v>
                </c:pt>
                <c:pt idx="896">
                  <c:v>5.0602999999999995E-2</c:v>
                </c:pt>
                <c:pt idx="897">
                  <c:v>5.0602300000000003E-2</c:v>
                </c:pt>
                <c:pt idx="898">
                  <c:v>5.0602300000000003E-2</c:v>
                </c:pt>
                <c:pt idx="899">
                  <c:v>5.2099300000000008E-2</c:v>
                </c:pt>
                <c:pt idx="900">
                  <c:v>5.0870600000000002E-2</c:v>
                </c:pt>
                <c:pt idx="901">
                  <c:v>5.0103099999999998E-2</c:v>
                </c:pt>
                <c:pt idx="902">
                  <c:v>4.9437700000000001E-2</c:v>
                </c:pt>
                <c:pt idx="903">
                  <c:v>4.9271099999999998E-2</c:v>
                </c:pt>
                <c:pt idx="904">
                  <c:v>4.7939900000000001E-2</c:v>
                </c:pt>
                <c:pt idx="905">
                  <c:v>4.7606999999999997E-2</c:v>
                </c:pt>
                <c:pt idx="906">
                  <c:v>4.7607099999999999E-2</c:v>
                </c:pt>
                <c:pt idx="907">
                  <c:v>4.7440400000000001E-2</c:v>
                </c:pt>
                <c:pt idx="908">
                  <c:v>4.8772099999999999E-2</c:v>
                </c:pt>
                <c:pt idx="909">
                  <c:v>4.9768400000000004E-2</c:v>
                </c:pt>
                <c:pt idx="910">
                  <c:v>4.9937099999999998E-2</c:v>
                </c:pt>
                <c:pt idx="911">
                  <c:v>4.9439499999999997E-2</c:v>
                </c:pt>
                <c:pt idx="912">
                  <c:v>4.9273600000000001E-2</c:v>
                </c:pt>
                <c:pt idx="913">
                  <c:v>4.8110700000000006E-2</c:v>
                </c:pt>
                <c:pt idx="914">
                  <c:v>4.8110700000000006E-2</c:v>
                </c:pt>
                <c:pt idx="915">
                  <c:v>4.7943699999999999E-2</c:v>
                </c:pt>
                <c:pt idx="916">
                  <c:v>4.8110300000000002E-2</c:v>
                </c:pt>
                <c:pt idx="917">
                  <c:v>4.8443800000000002E-2</c:v>
                </c:pt>
                <c:pt idx="918">
                  <c:v>4.7166600000000003E-2</c:v>
                </c:pt>
                <c:pt idx="919">
                  <c:v>4.7166899999999998E-2</c:v>
                </c:pt>
                <c:pt idx="920">
                  <c:v>4.7444600000000003E-2</c:v>
                </c:pt>
                <c:pt idx="921">
                  <c:v>4.7277600000000003E-2</c:v>
                </c:pt>
                <c:pt idx="922">
                  <c:v>4.6944E-2</c:v>
                </c:pt>
                <c:pt idx="923">
                  <c:v>4.5948599999999999E-2</c:v>
                </c:pt>
                <c:pt idx="924">
                  <c:v>4.5781799999999997E-2</c:v>
                </c:pt>
                <c:pt idx="925">
                  <c:v>4.5780300000000003E-2</c:v>
                </c:pt>
                <c:pt idx="926">
                  <c:v>4.6777899999999997E-2</c:v>
                </c:pt>
                <c:pt idx="927">
                  <c:v>4.6334E-2</c:v>
                </c:pt>
                <c:pt idx="928">
                  <c:v>4.6778899999999998E-2</c:v>
                </c:pt>
                <c:pt idx="929">
                  <c:v>4.6957799999999994E-2</c:v>
                </c:pt>
                <c:pt idx="930">
                  <c:v>4.6442200000000003E-2</c:v>
                </c:pt>
                <c:pt idx="931">
                  <c:v>4.7109899999999996E-2</c:v>
                </c:pt>
                <c:pt idx="932">
                  <c:v>4.6555399999999997E-2</c:v>
                </c:pt>
                <c:pt idx="933">
                  <c:v>4.60845E-2</c:v>
                </c:pt>
                <c:pt idx="934">
                  <c:v>4.6139699999999999E-2</c:v>
                </c:pt>
                <c:pt idx="935">
                  <c:v>4.5710800000000003E-2</c:v>
                </c:pt>
                <c:pt idx="936">
                  <c:v>4.53362E-2</c:v>
                </c:pt>
                <c:pt idx="937">
                  <c:v>4.5961200000000001E-2</c:v>
                </c:pt>
                <c:pt idx="938">
                  <c:v>4.5338999999999997E-2</c:v>
                </c:pt>
                <c:pt idx="939">
                  <c:v>4.5451499999999999E-2</c:v>
                </c:pt>
                <c:pt idx="940">
                  <c:v>4.4464400000000001E-2</c:v>
                </c:pt>
                <c:pt idx="941">
                  <c:v>4.3642300000000002E-2</c:v>
                </c:pt>
                <c:pt idx="942">
                  <c:v>4.5462500000000003E-2</c:v>
                </c:pt>
                <c:pt idx="943">
                  <c:v>4.5213400000000001E-2</c:v>
                </c:pt>
                <c:pt idx="944">
                  <c:v>4.5617499999999998E-2</c:v>
                </c:pt>
                <c:pt idx="945">
                  <c:v>4.4839299999999999E-2</c:v>
                </c:pt>
                <c:pt idx="946">
                  <c:v>4.5118700000000005E-2</c:v>
                </c:pt>
                <c:pt idx="947">
                  <c:v>4.48E-2</c:v>
                </c:pt>
                <c:pt idx="948">
                  <c:v>4.3799999999999999E-2</c:v>
                </c:pt>
                <c:pt idx="949">
                  <c:v>4.3725E-2</c:v>
                </c:pt>
                <c:pt idx="950">
                  <c:v>4.2966699999999997E-2</c:v>
                </c:pt>
                <c:pt idx="951">
                  <c:v>4.2599999999999999E-2</c:v>
                </c:pt>
                <c:pt idx="952">
                  <c:v>4.3999999999999997E-2</c:v>
                </c:pt>
                <c:pt idx="953">
                  <c:v>4.2662499999999999E-2</c:v>
                </c:pt>
                <c:pt idx="954">
                  <c:v>4.3249999999999997E-2</c:v>
                </c:pt>
                <c:pt idx="955">
                  <c:v>4.4749999999999998E-2</c:v>
                </c:pt>
                <c:pt idx="956">
                  <c:v>4.2687500000000003E-2</c:v>
                </c:pt>
                <c:pt idx="957">
                  <c:v>4.3249999999999997E-2</c:v>
                </c:pt>
                <c:pt idx="958">
                  <c:v>4.0066699999999997E-2</c:v>
                </c:pt>
                <c:pt idx="959">
                  <c:v>4.4874999999999998E-2</c:v>
                </c:pt>
                <c:pt idx="960">
                  <c:v>4.1466699999999995E-2</c:v>
                </c:pt>
                <c:pt idx="961">
                  <c:v>4.0724999999999997E-2</c:v>
                </c:pt>
                <c:pt idx="962">
                  <c:v>4.0625000000000001E-2</c:v>
                </c:pt>
                <c:pt idx="963">
                  <c:v>3.78E-2</c:v>
                </c:pt>
                <c:pt idx="964">
                  <c:v>4.2466699999999996E-2</c:v>
                </c:pt>
                <c:pt idx="965">
                  <c:v>4.1349999999999998E-2</c:v>
                </c:pt>
                <c:pt idx="966">
                  <c:v>4.0724999999999997E-2</c:v>
                </c:pt>
                <c:pt idx="967">
                  <c:v>3.7566699999999995E-2</c:v>
                </c:pt>
                <c:pt idx="968">
                  <c:v>3.9725000000000003E-2</c:v>
                </c:pt>
                <c:pt idx="969">
                  <c:v>4.0633300000000004E-2</c:v>
                </c:pt>
                <c:pt idx="970">
                  <c:v>3.6900000000000002E-2</c:v>
                </c:pt>
                <c:pt idx="971">
                  <c:v>3.6816699999999994E-2</c:v>
                </c:pt>
                <c:pt idx="972">
                  <c:v>4.0599999999999997E-2</c:v>
                </c:pt>
                <c:pt idx="973">
                  <c:v>4.0849999999999997E-2</c:v>
                </c:pt>
                <c:pt idx="974">
                  <c:v>3.8733300000000005E-2</c:v>
                </c:pt>
                <c:pt idx="975">
                  <c:v>3.9666699999999999E-2</c:v>
                </c:pt>
                <c:pt idx="976">
                  <c:v>4.1099999999999998E-2</c:v>
                </c:pt>
                <c:pt idx="977">
                  <c:v>4.2633300000000006E-2</c:v>
                </c:pt>
                <c:pt idx="978">
                  <c:v>3.9350000000000003E-2</c:v>
                </c:pt>
                <c:pt idx="979">
                  <c:v>3.8133300000000002E-2</c:v>
                </c:pt>
                <c:pt idx="980">
                  <c:v>3.7199999999999997E-2</c:v>
                </c:pt>
                <c:pt idx="981">
                  <c:v>3.6799999999999999E-2</c:v>
                </c:pt>
                <c:pt idx="982">
                  <c:v>3.635E-2</c:v>
                </c:pt>
                <c:pt idx="983">
                  <c:v>3.5533300000000004E-2</c:v>
                </c:pt>
                <c:pt idx="984">
                  <c:v>4.1849999999999998E-2</c:v>
                </c:pt>
                <c:pt idx="985">
                  <c:v>3.6115599999999998E-2</c:v>
                </c:pt>
                <c:pt idx="986">
                  <c:v>4.0466699999999994E-2</c:v>
                </c:pt>
                <c:pt idx="987">
                  <c:v>4.1633300000000005E-2</c:v>
                </c:pt>
                <c:pt idx="988">
                  <c:v>4.0724999999999997E-2</c:v>
                </c:pt>
                <c:pt idx="989">
                  <c:v>4.0349999999999997E-2</c:v>
                </c:pt>
                <c:pt idx="990">
                  <c:v>4.1966699999999996E-2</c:v>
                </c:pt>
                <c:pt idx="991">
                  <c:v>4.0537499999999997E-2</c:v>
                </c:pt>
                <c:pt idx="992">
                  <c:v>3.90531E-2</c:v>
                </c:pt>
                <c:pt idx="993">
                  <c:v>3.9300000000000002E-2</c:v>
                </c:pt>
                <c:pt idx="994">
                  <c:v>4.0583300000000003E-2</c:v>
                </c:pt>
                <c:pt idx="995">
                  <c:v>3.9833300000000002E-2</c:v>
                </c:pt>
                <c:pt idx="996">
                  <c:v>4.24E-2</c:v>
                </c:pt>
                <c:pt idx="997">
                  <c:v>4.2233300000000001E-2</c:v>
                </c:pt>
                <c:pt idx="998">
                  <c:v>3.9066699999999996E-2</c:v>
                </c:pt>
                <c:pt idx="999">
                  <c:v>4.1362500000000003E-2</c:v>
                </c:pt>
                <c:pt idx="1000">
                  <c:v>4.0862500000000003E-2</c:v>
                </c:pt>
                <c:pt idx="1001">
                  <c:v>4.0612500000000003E-2</c:v>
                </c:pt>
                <c:pt idx="1002">
                  <c:v>4.0633300000000004E-2</c:v>
                </c:pt>
                <c:pt idx="1003">
                  <c:v>3.6549999999999999E-2</c:v>
                </c:pt>
                <c:pt idx="1004">
                  <c:v>4.0133300000000004E-2</c:v>
                </c:pt>
                <c:pt idx="1005">
                  <c:v>4.0037499999999997E-2</c:v>
                </c:pt>
                <c:pt idx="1006">
                  <c:v>3.9100000000000003E-2</c:v>
                </c:pt>
                <c:pt idx="1007">
                  <c:v>4.2200000000000001E-2</c:v>
                </c:pt>
                <c:pt idx="1008">
                  <c:v>3.8850000000000003E-2</c:v>
                </c:pt>
                <c:pt idx="1009">
                  <c:v>3.8600000000000002E-2</c:v>
                </c:pt>
                <c:pt idx="1010">
                  <c:v>3.4799999999999998E-2</c:v>
                </c:pt>
                <c:pt idx="1011">
                  <c:v>3.7600000000000001E-2</c:v>
                </c:pt>
                <c:pt idx="1012">
                  <c:v>3.2300000000000002E-2</c:v>
                </c:pt>
                <c:pt idx="1013">
                  <c:v>3.3466699999999995E-2</c:v>
                </c:pt>
                <c:pt idx="1014">
                  <c:v>3.2199999999999999E-2</c:v>
                </c:pt>
                <c:pt idx="1015">
                  <c:v>3.2133300000000004E-2</c:v>
                </c:pt>
                <c:pt idx="1016">
                  <c:v>3.1633300000000003E-2</c:v>
                </c:pt>
                <c:pt idx="1017">
                  <c:v>3.73E-2</c:v>
                </c:pt>
                <c:pt idx="1018">
                  <c:v>3.5349999999999999E-2</c:v>
                </c:pt>
                <c:pt idx="1019">
                  <c:v>3.585E-2</c:v>
                </c:pt>
                <c:pt idx="1020">
                  <c:v>3.1875000000000001E-2</c:v>
                </c:pt>
                <c:pt idx="1021">
                  <c:v>3.2000000000000001E-2</c:v>
                </c:pt>
                <c:pt idx="1022">
                  <c:v>3.2000000000000001E-2</c:v>
                </c:pt>
                <c:pt idx="1023">
                  <c:v>3.5749999999999997E-2</c:v>
                </c:pt>
                <c:pt idx="1024">
                  <c:v>3.1837499999999998E-2</c:v>
                </c:pt>
                <c:pt idx="1025">
                  <c:v>3.5224999999999999E-2</c:v>
                </c:pt>
                <c:pt idx="1026">
                  <c:v>3.585E-2</c:v>
                </c:pt>
                <c:pt idx="1027">
                  <c:v>3.6225E-2</c:v>
                </c:pt>
                <c:pt idx="1028">
                  <c:v>3.2033300000000001E-2</c:v>
                </c:pt>
                <c:pt idx="1029">
                  <c:v>3.5775000000000001E-2</c:v>
                </c:pt>
                <c:pt idx="1030">
                  <c:v>3.5475E-2</c:v>
                </c:pt>
                <c:pt idx="1031">
                  <c:v>3.0700000000000002E-2</c:v>
                </c:pt>
                <c:pt idx="1032">
                  <c:v>3.075E-2</c:v>
                </c:pt>
                <c:pt idx="1033">
                  <c:v>3.4674999999999997E-2</c:v>
                </c:pt>
                <c:pt idx="1034">
                  <c:v>3.4799999999999998E-2</c:v>
                </c:pt>
                <c:pt idx="1035">
                  <c:v>3.4549999999999997E-2</c:v>
                </c:pt>
                <c:pt idx="1036">
                  <c:v>3.4549999999999997E-2</c:v>
                </c:pt>
                <c:pt idx="1037">
                  <c:v>3.4299999999999997E-2</c:v>
                </c:pt>
                <c:pt idx="1038">
                  <c:v>3.60667E-2</c:v>
                </c:pt>
                <c:pt idx="1039">
                  <c:v>2.9283300000000002E-2</c:v>
                </c:pt>
                <c:pt idx="1040">
                  <c:v>2.9225000000000001E-2</c:v>
                </c:pt>
                <c:pt idx="1041">
                  <c:v>2.9950000000000001E-2</c:v>
                </c:pt>
                <c:pt idx="1042">
                  <c:v>2.9712499999999999E-2</c:v>
                </c:pt>
                <c:pt idx="1043">
                  <c:v>3.4099999999999998E-2</c:v>
                </c:pt>
                <c:pt idx="1044">
                  <c:v>2.9950000000000001E-2</c:v>
                </c:pt>
                <c:pt idx="1045">
                  <c:v>2.9437499999999998E-2</c:v>
                </c:pt>
                <c:pt idx="1046">
                  <c:v>3.0724999999999999E-2</c:v>
                </c:pt>
                <c:pt idx="1047">
                  <c:v>3.1166699999999999E-2</c:v>
                </c:pt>
                <c:pt idx="1048">
                  <c:v>3.1383300000000003E-2</c:v>
                </c:pt>
                <c:pt idx="1049">
                  <c:v>3.1725000000000003E-2</c:v>
                </c:pt>
                <c:pt idx="1050">
                  <c:v>3.2849999999999997E-2</c:v>
                </c:pt>
                <c:pt idx="1051">
                  <c:v>3.2133300000000004E-2</c:v>
                </c:pt>
                <c:pt idx="1052">
                  <c:v>3.1975000000000003E-2</c:v>
                </c:pt>
                <c:pt idx="1053">
                  <c:v>3.2333300000000002E-2</c:v>
                </c:pt>
                <c:pt idx="1054">
                  <c:v>3.2899999999999999E-2</c:v>
                </c:pt>
                <c:pt idx="1055">
                  <c:v>3.3050000000000003E-2</c:v>
                </c:pt>
                <c:pt idx="1056">
                  <c:v>3.3399999999999999E-2</c:v>
                </c:pt>
                <c:pt idx="1057">
                  <c:v>3.3599999999999998E-2</c:v>
                </c:pt>
                <c:pt idx="1058">
                  <c:v>3.4412499999999999E-2</c:v>
                </c:pt>
                <c:pt idx="1059">
                  <c:v>3.3162499999999998E-2</c:v>
                </c:pt>
                <c:pt idx="1060">
                  <c:v>3.2683300000000005E-2</c:v>
                </c:pt>
                <c:pt idx="1061">
                  <c:v>3.2412499999999997E-2</c:v>
                </c:pt>
                <c:pt idx="1062">
                  <c:v>3.3112500000000003E-2</c:v>
                </c:pt>
                <c:pt idx="1063">
                  <c:v>3.3425000000000003E-2</c:v>
                </c:pt>
                <c:pt idx="1064">
                  <c:v>3.2987500000000003E-2</c:v>
                </c:pt>
                <c:pt idx="1065">
                  <c:v>3.2833300000000003E-2</c:v>
                </c:pt>
                <c:pt idx="1066">
                  <c:v>3.3533300000000002E-2</c:v>
                </c:pt>
                <c:pt idx="1067">
                  <c:v>3.32E-2</c:v>
                </c:pt>
                <c:pt idx="1068">
                  <c:v>3.2566699999999997E-2</c:v>
                </c:pt>
                <c:pt idx="1069">
                  <c:v>3.2216699999999994E-2</c:v>
                </c:pt>
                <c:pt idx="1070">
                  <c:v>3.2116699999999998E-2</c:v>
                </c:pt>
                <c:pt idx="1071">
                  <c:v>3.1933300000000005E-2</c:v>
                </c:pt>
                <c:pt idx="1072">
                  <c:v>3.1733300000000006E-2</c:v>
                </c:pt>
                <c:pt idx="1073">
                  <c:v>3.1512499999999999E-2</c:v>
                </c:pt>
                <c:pt idx="1074">
                  <c:v>3.1037499999999999E-2</c:v>
                </c:pt>
                <c:pt idx="1075">
                  <c:v>3.1216699999999997E-2</c:v>
                </c:pt>
                <c:pt idx="1076">
                  <c:v>3.1150000000000001E-2</c:v>
                </c:pt>
                <c:pt idx="1077">
                  <c:v>3.0412499999999999E-2</c:v>
                </c:pt>
                <c:pt idx="1078">
                  <c:v>3.015E-2</c:v>
                </c:pt>
                <c:pt idx="1079">
                  <c:v>3.0550000000000001E-2</c:v>
                </c:pt>
                <c:pt idx="1080">
                  <c:v>3.1333300000000001E-2</c:v>
                </c:pt>
                <c:pt idx="1081">
                  <c:v>3.14667E-2</c:v>
                </c:pt>
                <c:pt idx="1082">
                  <c:v>3.1116699999999997E-2</c:v>
                </c:pt>
                <c:pt idx="1083">
                  <c:v>3.1012499999999998E-2</c:v>
                </c:pt>
                <c:pt idx="1084">
                  <c:v>3.0933300000000004E-2</c:v>
                </c:pt>
                <c:pt idx="1085">
                  <c:v>3.1180000000000003E-2</c:v>
                </c:pt>
                <c:pt idx="1086">
                  <c:v>3.0833300000000001E-2</c:v>
                </c:pt>
                <c:pt idx="1087">
                  <c:v>3.0599999999999999E-2</c:v>
                </c:pt>
                <c:pt idx="1088">
                  <c:v>3.0349999999999999E-2</c:v>
                </c:pt>
                <c:pt idx="1089">
                  <c:v>2.9149999999999999E-2</c:v>
                </c:pt>
                <c:pt idx="1090">
                  <c:v>2.8912500000000001E-2</c:v>
                </c:pt>
                <c:pt idx="1091">
                  <c:v>2.99625E-2</c:v>
                </c:pt>
                <c:pt idx="1092">
                  <c:v>3.0425000000000001E-2</c:v>
                </c:pt>
                <c:pt idx="1093">
                  <c:v>3.1439999999999996E-2</c:v>
                </c:pt>
                <c:pt idx="1094">
                  <c:v>3.3300000000000003E-2</c:v>
                </c:pt>
                <c:pt idx="1095">
                  <c:v>3.41833E-2</c:v>
                </c:pt>
                <c:pt idx="1096">
                  <c:v>3.6049999999999999E-2</c:v>
                </c:pt>
                <c:pt idx="1097">
                  <c:v>3.6812499999999998E-2</c:v>
                </c:pt>
                <c:pt idx="1098">
                  <c:v>3.6237499999999999E-2</c:v>
                </c:pt>
                <c:pt idx="1099">
                  <c:v>3.7416699999999997E-2</c:v>
                </c:pt>
                <c:pt idx="1100">
                  <c:v>3.8124999999999999E-2</c:v>
                </c:pt>
                <c:pt idx="1101">
                  <c:v>3.9960000000000002E-2</c:v>
                </c:pt>
                <c:pt idx="1102">
                  <c:v>4.4083300000000006E-2</c:v>
                </c:pt>
                <c:pt idx="1103">
                  <c:v>4.4316700000000001E-2</c:v>
                </c:pt>
                <c:pt idx="1104">
                  <c:v>4.5324999999999997E-2</c:v>
                </c:pt>
                <c:pt idx="1105">
                  <c:v>4.4383300000000001E-2</c:v>
                </c:pt>
                <c:pt idx="1106">
                  <c:v>4.2700000000000002E-2</c:v>
                </c:pt>
                <c:pt idx="1107">
                  <c:v>4.1212499999999999E-2</c:v>
                </c:pt>
                <c:pt idx="1108">
                  <c:v>4.1116699999999999E-2</c:v>
                </c:pt>
                <c:pt idx="1109">
                  <c:v>4.2133300000000005E-2</c:v>
                </c:pt>
                <c:pt idx="1110">
                  <c:v>4.1833300000000004E-2</c:v>
                </c:pt>
                <c:pt idx="1111">
                  <c:v>4.0974999999999998E-2</c:v>
                </c:pt>
                <c:pt idx="1112">
                  <c:v>4.0149999999999998E-2</c:v>
                </c:pt>
                <c:pt idx="1113">
                  <c:v>3.9899999999999998E-2</c:v>
                </c:pt>
                <c:pt idx="1114">
                  <c:v>3.9712499999999998E-2</c:v>
                </c:pt>
                <c:pt idx="1115">
                  <c:v>3.9583300000000002E-2</c:v>
                </c:pt>
                <c:pt idx="1116">
                  <c:v>3.9675000000000002E-2</c:v>
                </c:pt>
                <c:pt idx="1117">
                  <c:v>4.1250000000000002E-2</c:v>
                </c:pt>
                <c:pt idx="1118">
                  <c:v>4.26167E-2</c:v>
                </c:pt>
                <c:pt idx="1119">
                  <c:v>4.2716699999999996E-2</c:v>
                </c:pt>
                <c:pt idx="1120">
                  <c:v>4.1799999999999997E-2</c:v>
                </c:pt>
                <c:pt idx="1121">
                  <c:v>4.165E-2</c:v>
                </c:pt>
                <c:pt idx="1122">
                  <c:v>4.0325E-2</c:v>
                </c:pt>
                <c:pt idx="1123">
                  <c:v>3.9824999999999999E-2</c:v>
                </c:pt>
                <c:pt idx="1124">
                  <c:v>0.04</c:v>
                </c:pt>
                <c:pt idx="1125">
                  <c:v>3.92167E-2</c:v>
                </c:pt>
                <c:pt idx="1126">
                  <c:v>3.9550000000000002E-2</c:v>
                </c:pt>
                <c:pt idx="1127">
                  <c:v>3.9883300000000003E-2</c:v>
                </c:pt>
                <c:pt idx="1128">
                  <c:v>4.0212499999999998E-2</c:v>
                </c:pt>
                <c:pt idx="1129">
                  <c:v>4.0149999999999998E-2</c:v>
                </c:pt>
                <c:pt idx="1130">
                  <c:v>3.9350000000000003E-2</c:v>
                </c:pt>
                <c:pt idx="1131">
                  <c:v>3.8012499999999998E-2</c:v>
                </c:pt>
                <c:pt idx="1132">
                  <c:v>3.7225000000000001E-2</c:v>
                </c:pt>
                <c:pt idx="1133">
                  <c:v>3.6337500000000002E-2</c:v>
                </c:pt>
                <c:pt idx="1134">
                  <c:v>3.61625E-2</c:v>
                </c:pt>
                <c:pt idx="1135">
                  <c:v>3.5383299999999999E-2</c:v>
                </c:pt>
                <c:pt idx="1136">
                  <c:v>3.7537500000000001E-2</c:v>
                </c:pt>
                <c:pt idx="1137">
                  <c:v>3.6049999999999999E-2</c:v>
                </c:pt>
                <c:pt idx="1138">
                  <c:v>3.5950000000000003E-2</c:v>
                </c:pt>
                <c:pt idx="1139">
                  <c:v>3.62875E-2</c:v>
                </c:pt>
                <c:pt idx="1140">
                  <c:v>3.6909600000000001E-2</c:v>
                </c:pt>
                <c:pt idx="1141">
                  <c:v>3.6756200000000003E-2</c:v>
                </c:pt>
                <c:pt idx="1142">
                  <c:v>3.6442599999999999E-2</c:v>
                </c:pt>
                <c:pt idx="1143">
                  <c:v>3.5866699999999994E-2</c:v>
                </c:pt>
                <c:pt idx="1144">
                  <c:v>3.57214E-2</c:v>
                </c:pt>
                <c:pt idx="1145">
                  <c:v>3.5496199999999999E-2</c:v>
                </c:pt>
                <c:pt idx="1146">
                  <c:v>3.3754600000000003E-2</c:v>
                </c:pt>
                <c:pt idx="1147">
                  <c:v>3.1481099999999998E-2</c:v>
                </c:pt>
                <c:pt idx="1148">
                  <c:v>3.26199E-2</c:v>
                </c:pt>
                <c:pt idx="1149">
                  <c:v>3.26199E-2</c:v>
                </c:pt>
                <c:pt idx="1150">
                  <c:v>3.1023599999999998E-2</c:v>
                </c:pt>
                <c:pt idx="1151">
                  <c:v>3.12137E-2</c:v>
                </c:pt>
                <c:pt idx="1152">
                  <c:v>3.0632400000000001E-2</c:v>
                </c:pt>
                <c:pt idx="1153">
                  <c:v>3.0873200000000003E-2</c:v>
                </c:pt>
                <c:pt idx="1154">
                  <c:v>3.2184299999999999E-2</c:v>
                </c:pt>
                <c:pt idx="1155">
                  <c:v>3.2273700000000002E-2</c:v>
                </c:pt>
                <c:pt idx="1156">
                  <c:v>3.1448799999999999E-2</c:v>
                </c:pt>
                <c:pt idx="1157">
                  <c:v>3.1499800000000001E-2</c:v>
                </c:pt>
                <c:pt idx="1158">
                  <c:v>3.0338400000000001E-2</c:v>
                </c:pt>
                <c:pt idx="1159">
                  <c:v>3.0434300000000001E-2</c:v>
                </c:pt>
                <c:pt idx="1160">
                  <c:v>2.9691100000000002E-2</c:v>
                </c:pt>
                <c:pt idx="1161">
                  <c:v>2.9623300000000002E-2</c:v>
                </c:pt>
                <c:pt idx="1162">
                  <c:v>2.9744200000000002E-2</c:v>
                </c:pt>
                <c:pt idx="1163">
                  <c:v>2.9982999999999999E-2</c:v>
                </c:pt>
                <c:pt idx="1164">
                  <c:v>2.94688E-2</c:v>
                </c:pt>
                <c:pt idx="1165">
                  <c:v>2.9317700000000002E-2</c:v>
                </c:pt>
                <c:pt idx="1166">
                  <c:v>2.9968499999999999E-2</c:v>
                </c:pt>
                <c:pt idx="1167">
                  <c:v>2.98187E-2</c:v>
                </c:pt>
                <c:pt idx="1168">
                  <c:v>2.9857799999999997E-2</c:v>
                </c:pt>
                <c:pt idx="1169">
                  <c:v>2.9888799999999997E-2</c:v>
                </c:pt>
                <c:pt idx="1170">
                  <c:v>2.9462499999999999E-2</c:v>
                </c:pt>
                <c:pt idx="1171">
                  <c:v>2.9261900000000004E-2</c:v>
                </c:pt>
                <c:pt idx="1172">
                  <c:v>2.9145800000000003E-2</c:v>
                </c:pt>
                <c:pt idx="1173">
                  <c:v>2.92923E-2</c:v>
                </c:pt>
                <c:pt idx="1174">
                  <c:v>2.9499999999999998E-2</c:v>
                </c:pt>
                <c:pt idx="1175">
                  <c:v>3.0056599999999996E-2</c:v>
                </c:pt>
                <c:pt idx="1176">
                  <c:v>2.9980200000000002E-2</c:v>
                </c:pt>
                <c:pt idx="1177">
                  <c:v>2.9691100000000002E-2</c:v>
                </c:pt>
                <c:pt idx="1178">
                  <c:v>2.9962599999999999E-2</c:v>
                </c:pt>
                <c:pt idx="1179">
                  <c:v>2.89238E-2</c:v>
                </c:pt>
                <c:pt idx="1180">
                  <c:v>2.8745600000000003E-2</c:v>
                </c:pt>
                <c:pt idx="1181">
                  <c:v>2.8249799999999999E-2</c:v>
                </c:pt>
                <c:pt idx="1182">
                  <c:v>2.82197E-2</c:v>
                </c:pt>
                <c:pt idx="1183">
                  <c:v>2.8440400000000001E-2</c:v>
                </c:pt>
                <c:pt idx="1184">
                  <c:v>2.8584500000000002E-2</c:v>
                </c:pt>
                <c:pt idx="1185">
                  <c:v>2.90032E-2</c:v>
                </c:pt>
                <c:pt idx="1186">
                  <c:v>2.9042700000000001E-2</c:v>
                </c:pt>
                <c:pt idx="1187">
                  <c:v>2.8855099999999998E-2</c:v>
                </c:pt>
                <c:pt idx="1188">
                  <c:v>2.9175200000000002E-2</c:v>
                </c:pt>
                <c:pt idx="1189">
                  <c:v>2.9534100000000001E-2</c:v>
                </c:pt>
                <c:pt idx="1190">
                  <c:v>2.9768900000000001E-2</c:v>
                </c:pt>
                <c:pt idx="1191">
                  <c:v>2.8575900000000001E-2</c:v>
                </c:pt>
                <c:pt idx="1192">
                  <c:v>2.69E-2</c:v>
                </c:pt>
                <c:pt idx="1193">
                  <c:v>2.7227899999999999E-2</c:v>
                </c:pt>
                <c:pt idx="1194">
                  <c:v>2.73317E-2</c:v>
                </c:pt>
                <c:pt idx="1195">
                  <c:v>2.6825599999999998E-2</c:v>
                </c:pt>
                <c:pt idx="1196">
                  <c:v>2.6687499999999999E-2</c:v>
                </c:pt>
                <c:pt idx="1197">
                  <c:v>2.6624999999999999E-2</c:v>
                </c:pt>
                <c:pt idx="1198">
                  <c:v>2.5973399999999997E-2</c:v>
                </c:pt>
                <c:pt idx="1199">
                  <c:v>2.6649700000000002E-2</c:v>
                </c:pt>
                <c:pt idx="1200">
                  <c:v>2.6789400000000001E-2</c:v>
                </c:pt>
                <c:pt idx="1201">
                  <c:v>2.6402200000000001E-2</c:v>
                </c:pt>
                <c:pt idx="1202">
                  <c:v>2.7116699999999997E-2</c:v>
                </c:pt>
                <c:pt idx="1203">
                  <c:v>2.6884300000000003E-2</c:v>
                </c:pt>
                <c:pt idx="1204">
                  <c:v>2.6451699999999998E-2</c:v>
                </c:pt>
                <c:pt idx="1205">
                  <c:v>2.6426400000000003E-2</c:v>
                </c:pt>
                <c:pt idx="1206">
                  <c:v>2.6312499999999999E-2</c:v>
                </c:pt>
                <c:pt idx="1207">
                  <c:v>2.6074900000000002E-2</c:v>
                </c:pt>
                <c:pt idx="1208">
                  <c:v>2.5952800000000002E-2</c:v>
                </c:pt>
                <c:pt idx="1209">
                  <c:v>2.5855200000000002E-2</c:v>
                </c:pt>
                <c:pt idx="1210">
                  <c:v>2.5861000000000002E-2</c:v>
                </c:pt>
                <c:pt idx="1211">
                  <c:v>2.6335399999999998E-2</c:v>
                </c:pt>
                <c:pt idx="1212">
                  <c:v>2.6240800000000002E-2</c:v>
                </c:pt>
                <c:pt idx="1213">
                  <c:v>2.5970699999999999E-2</c:v>
                </c:pt>
                <c:pt idx="1214">
                  <c:v>2.5727199999999999E-2</c:v>
                </c:pt>
                <c:pt idx="1215">
                  <c:v>2.5797500000000001E-2</c:v>
                </c:pt>
                <c:pt idx="1216">
                  <c:v>2.55617E-2</c:v>
                </c:pt>
                <c:pt idx="1217">
                  <c:v>2.5312500000000002E-2</c:v>
                </c:pt>
                <c:pt idx="1218">
                  <c:v>2.53887E-2</c:v>
                </c:pt>
                <c:pt idx="1219">
                  <c:v>2.5075E-2</c:v>
                </c:pt>
                <c:pt idx="1220">
                  <c:v>2.47087E-2</c:v>
                </c:pt>
                <c:pt idx="1221">
                  <c:v>2.3722E-2</c:v>
                </c:pt>
                <c:pt idx="1222">
                  <c:v>2.3640399999999999E-2</c:v>
                </c:pt>
                <c:pt idx="1223">
                  <c:v>2.3657000000000001E-2</c:v>
                </c:pt>
                <c:pt idx="1224">
                  <c:v>2.3555300000000001E-2</c:v>
                </c:pt>
                <c:pt idx="1225">
                  <c:v>2.37437E-2</c:v>
                </c:pt>
                <c:pt idx="1226">
                  <c:v>2.3337E-2</c:v>
                </c:pt>
                <c:pt idx="1227">
                  <c:v>2.2772500000000001E-2</c:v>
                </c:pt>
                <c:pt idx="1228">
                  <c:v>2.2550000000000001E-2</c:v>
                </c:pt>
                <c:pt idx="1229">
                  <c:v>2.08554E-2</c:v>
                </c:pt>
                <c:pt idx="1230">
                  <c:v>2.0988E-2</c:v>
                </c:pt>
                <c:pt idx="1231">
                  <c:v>2.0538300000000002E-2</c:v>
                </c:pt>
                <c:pt idx="1232">
                  <c:v>2.1003999999999998E-2</c:v>
                </c:pt>
                <c:pt idx="1233">
                  <c:v>2.068E-2</c:v>
                </c:pt>
                <c:pt idx="1234">
                  <c:v>2.0323500000000001E-2</c:v>
                </c:pt>
                <c:pt idx="1235">
                  <c:v>2.0517400000000002E-2</c:v>
                </c:pt>
                <c:pt idx="1236">
                  <c:v>2.0216600000000001E-2</c:v>
                </c:pt>
                <c:pt idx="1237">
                  <c:v>1.93318E-2</c:v>
                </c:pt>
                <c:pt idx="1238">
                  <c:v>1.89479E-2</c:v>
                </c:pt>
                <c:pt idx="1239">
                  <c:v>1.8675899999999999E-2</c:v>
                </c:pt>
                <c:pt idx="1240">
                  <c:v>1.9421399999999998E-2</c:v>
                </c:pt>
                <c:pt idx="1241">
                  <c:v>2.0742199999999999E-2</c:v>
                </c:pt>
                <c:pt idx="1242">
                  <c:v>2.4695099999999998E-2</c:v>
                </c:pt>
                <c:pt idx="1243">
                  <c:v>2.3525000000000001E-2</c:v>
                </c:pt>
                <c:pt idx="1244">
                  <c:v>2.3483299999999999E-2</c:v>
                </c:pt>
                <c:pt idx="1245">
                  <c:v>2.40702E-2</c:v>
                </c:pt>
                <c:pt idx="1246">
                  <c:v>2.7023899999999997E-2</c:v>
                </c:pt>
                <c:pt idx="1247">
                  <c:v>2.85591E-2</c:v>
                </c:pt>
                <c:pt idx="1248">
                  <c:v>2.8281900000000002E-2</c:v>
                </c:pt>
                <c:pt idx="1249">
                  <c:v>2.7027100000000002E-2</c:v>
                </c:pt>
                <c:pt idx="1250">
                  <c:v>2.632E-2</c:v>
                </c:pt>
                <c:pt idx="1251">
                  <c:v>2.6233199999999998E-2</c:v>
                </c:pt>
                <c:pt idx="1252">
                  <c:v>2.5335699999999999E-2</c:v>
                </c:pt>
                <c:pt idx="1253">
                  <c:v>2.5816699999999998E-2</c:v>
                </c:pt>
                <c:pt idx="1254">
                  <c:v>2.4985400000000001E-2</c:v>
                </c:pt>
                <c:pt idx="1255">
                  <c:v>2.4197900000000001E-2</c:v>
                </c:pt>
                <c:pt idx="1256">
                  <c:v>2.4147599999999998E-2</c:v>
                </c:pt>
                <c:pt idx="1257">
                  <c:v>2.44698E-2</c:v>
                </c:pt>
                <c:pt idx="1258">
                  <c:v>2.3381100000000002E-2</c:v>
                </c:pt>
                <c:pt idx="1259">
                  <c:v>2.2336600000000002E-2</c:v>
                </c:pt>
                <c:pt idx="1260">
                  <c:v>2.1817699999999999E-2</c:v>
                </c:pt>
                <c:pt idx="1261">
                  <c:v>2.1359200000000002E-2</c:v>
                </c:pt>
                <c:pt idx="1262">
                  <c:v>2.1337499999999999E-2</c:v>
                </c:pt>
                <c:pt idx="1263">
                  <c:v>2.1606399999999998E-2</c:v>
                </c:pt>
                <c:pt idx="1264">
                  <c:v>2.1328699999999999E-2</c:v>
                </c:pt>
                <c:pt idx="1265">
                  <c:v>2.03343E-2</c:v>
                </c:pt>
                <c:pt idx="1266">
                  <c:v>2.0027E-2</c:v>
                </c:pt>
                <c:pt idx="1267">
                  <c:v>2.0179099999999998E-2</c:v>
                </c:pt>
                <c:pt idx="1268">
                  <c:v>2.0179099999999998E-2</c:v>
                </c:pt>
                <c:pt idx="1269">
                  <c:v>2.0054599999999999E-2</c:v>
                </c:pt>
                <c:pt idx="1270">
                  <c:v>1.9513300000000001E-2</c:v>
                </c:pt>
                <c:pt idx="1271">
                  <c:v>1.93218E-2</c:v>
                </c:pt>
                <c:pt idx="1272">
                  <c:v>1.8979900000000001E-2</c:v>
                </c:pt>
                <c:pt idx="1273">
                  <c:v>1.8627000000000001E-2</c:v>
                </c:pt>
                <c:pt idx="1274">
                  <c:v>1.82194E-2</c:v>
                </c:pt>
                <c:pt idx="1275">
                  <c:v>1.8018199999999998E-2</c:v>
                </c:pt>
                <c:pt idx="1276">
                  <c:v>1.78625E-2</c:v>
                </c:pt>
                <c:pt idx="1277">
                  <c:v>1.78625E-2</c:v>
                </c:pt>
                <c:pt idx="1278">
                  <c:v>1.7812499999999998E-2</c:v>
                </c:pt>
                <c:pt idx="1279">
                  <c:v>1.75224E-2</c:v>
                </c:pt>
                <c:pt idx="1280">
                  <c:v>1.7807400000000001E-2</c:v>
                </c:pt>
                <c:pt idx="1281">
                  <c:v>1.7891799999999999E-2</c:v>
                </c:pt>
                <c:pt idx="1282">
                  <c:v>1.7377199999999999E-2</c:v>
                </c:pt>
                <c:pt idx="1283">
                  <c:v>1.7054900000000001E-2</c:v>
                </c:pt>
                <c:pt idx="1284">
                  <c:v>1.6968799999999999E-2</c:v>
                </c:pt>
                <c:pt idx="1285">
                  <c:v>1.69465E-2</c:v>
                </c:pt>
                <c:pt idx="1286">
                  <c:v>1.69325E-2</c:v>
                </c:pt>
                <c:pt idx="1287">
                  <c:v>1.73426E-2</c:v>
                </c:pt>
                <c:pt idx="1288">
                  <c:v>1.7327800000000001E-2</c:v>
                </c:pt>
                <c:pt idx="1289">
                  <c:v>1.7393700000000002E-2</c:v>
                </c:pt>
                <c:pt idx="1290">
                  <c:v>1.69921E-2</c:v>
                </c:pt>
                <c:pt idx="1291">
                  <c:v>1.66432E-2</c:v>
                </c:pt>
                <c:pt idx="1292">
                  <c:v>1.6941100000000001E-2</c:v>
                </c:pt>
                <c:pt idx="1293">
                  <c:v>1.7147900000000001E-2</c:v>
                </c:pt>
                <c:pt idx="1294">
                  <c:v>1.7031399999999999E-2</c:v>
                </c:pt>
                <c:pt idx="1295">
                  <c:v>1.70335E-2</c:v>
                </c:pt>
                <c:pt idx="1296">
                  <c:v>1.6978999999999998E-2</c:v>
                </c:pt>
                <c:pt idx="1297">
                  <c:v>1.68419E-2</c:v>
                </c:pt>
                <c:pt idx="1298">
                  <c:v>1.67735E-2</c:v>
                </c:pt>
                <c:pt idx="1299">
                  <c:v>1.685E-2</c:v>
                </c:pt>
                <c:pt idx="1300">
                  <c:v>1.6799999999999999E-2</c:v>
                </c:pt>
                <c:pt idx="1301">
                  <c:v>1.6835300000000001E-2</c:v>
                </c:pt>
                <c:pt idx="1302">
                  <c:v>1.67438E-2</c:v>
                </c:pt>
                <c:pt idx="1303">
                  <c:v>1.67E-2</c:v>
                </c:pt>
                <c:pt idx="1304">
                  <c:v>1.685E-2</c:v>
                </c:pt>
                <c:pt idx="1305">
                  <c:v>1.6907499999999999E-2</c:v>
                </c:pt>
                <c:pt idx="1306">
                  <c:v>1.65404E-2</c:v>
                </c:pt>
                <c:pt idx="1307">
                  <c:v>1.6520799999999999E-2</c:v>
                </c:pt>
                <c:pt idx="1308">
                  <c:v>1.6341700000000001E-2</c:v>
                </c:pt>
                <c:pt idx="1309">
                  <c:v>1.60159E-2</c:v>
                </c:pt>
                <c:pt idx="1310">
                  <c:v>1.57237E-2</c:v>
                </c:pt>
                <c:pt idx="1311">
                  <c:v>1.5621000000000001E-2</c:v>
                </c:pt>
                <c:pt idx="1312">
                  <c:v>1.5669300000000001E-2</c:v>
                </c:pt>
                <c:pt idx="1313">
                  <c:v>1.5679200000000001E-2</c:v>
                </c:pt>
                <c:pt idx="1314">
                  <c:v>1.5679200000000001E-2</c:v>
                </c:pt>
                <c:pt idx="1315">
                  <c:v>1.5990299999999999E-2</c:v>
                </c:pt>
                <c:pt idx="1316">
                  <c:v>1.5752600000000002E-2</c:v>
                </c:pt>
                <c:pt idx="1317">
                  <c:v>1.52123E-2</c:v>
                </c:pt>
                <c:pt idx="1318">
                  <c:v>1.5208299999999999E-2</c:v>
                </c:pt>
                <c:pt idx="1319">
                  <c:v>1.5030199999999999E-2</c:v>
                </c:pt>
                <c:pt idx="1320">
                  <c:v>1.489E-2</c:v>
                </c:pt>
                <c:pt idx="1321">
                  <c:v>1.4705899999999999E-2</c:v>
                </c:pt>
                <c:pt idx="1322">
                  <c:v>1.44006E-2</c:v>
                </c:pt>
                <c:pt idx="1323">
                  <c:v>1.42071E-2</c:v>
                </c:pt>
                <c:pt idx="1324">
                  <c:v>1.44145E-2</c:v>
                </c:pt>
                <c:pt idx="1325">
                  <c:v>1.4781000000000001E-2</c:v>
                </c:pt>
                <c:pt idx="1326">
                  <c:v>1.4224799999999999E-2</c:v>
                </c:pt>
                <c:pt idx="1327">
                  <c:v>1.37231E-2</c:v>
                </c:pt>
                <c:pt idx="1328">
                  <c:v>1.3226699999999999E-2</c:v>
                </c:pt>
                <c:pt idx="1329">
                  <c:v>1.2323499999999999E-2</c:v>
                </c:pt>
                <c:pt idx="1330">
                  <c:v>1.2552299999999999E-2</c:v>
                </c:pt>
                <c:pt idx="1331">
                  <c:v>1.2740099999999999E-2</c:v>
                </c:pt>
                <c:pt idx="1332">
                  <c:v>1.2250499999999999E-2</c:v>
                </c:pt>
                <c:pt idx="1333">
                  <c:v>1.1369499999999999E-2</c:v>
                </c:pt>
                <c:pt idx="1334">
                  <c:v>1.1546899999999999E-2</c:v>
                </c:pt>
                <c:pt idx="1335">
                  <c:v>1.1610200000000001E-2</c:v>
                </c:pt>
                <c:pt idx="1336">
                  <c:v>1.1713700000000001E-2</c:v>
                </c:pt>
                <c:pt idx="1337">
                  <c:v>1.13326E-2</c:v>
                </c:pt>
                <c:pt idx="1338">
                  <c:v>1.11599E-2</c:v>
                </c:pt>
                <c:pt idx="1339">
                  <c:v>1.1650000000000001E-2</c:v>
                </c:pt>
                <c:pt idx="1340">
                  <c:v>1.12154E-2</c:v>
                </c:pt>
                <c:pt idx="1341">
                  <c:v>1.0905700000000001E-2</c:v>
                </c:pt>
                <c:pt idx="1342">
                  <c:v>1.0320000000000001E-2</c:v>
                </c:pt>
                <c:pt idx="1343">
                  <c:v>1.0258199999999999E-2</c:v>
                </c:pt>
                <c:pt idx="1344">
                  <c:v>9.3346999999999996E-3</c:v>
                </c:pt>
                <c:pt idx="1345">
                  <c:v>9.7165999999999988E-3</c:v>
                </c:pt>
                <c:pt idx="1346">
                  <c:v>9.3659999999999993E-3</c:v>
                </c:pt>
                <c:pt idx="1347">
                  <c:v>9.8928999999999996E-3</c:v>
                </c:pt>
                <c:pt idx="1348">
                  <c:v>1.0451500000000001E-2</c:v>
                </c:pt>
                <c:pt idx="1349">
                  <c:v>1.1636799999999999E-2</c:v>
                </c:pt>
                <c:pt idx="1350">
                  <c:v>1.25909E-2</c:v>
                </c:pt>
                <c:pt idx="1351">
                  <c:v>1.31118E-2</c:v>
                </c:pt>
                <c:pt idx="1352">
                  <c:v>1.31433E-2</c:v>
                </c:pt>
                <c:pt idx="1353">
                  <c:v>1.28725E-2</c:v>
                </c:pt>
                <c:pt idx="1354">
                  <c:v>1.2843700000000001E-2</c:v>
                </c:pt>
                <c:pt idx="1355">
                  <c:v>1.2833099999999998E-2</c:v>
                </c:pt>
                <c:pt idx="1356">
                  <c:v>1.22083E-2</c:v>
                </c:pt>
                <c:pt idx="1357">
                  <c:v>1.19486E-2</c:v>
                </c:pt>
                <c:pt idx="1358">
                  <c:v>1.2029999999999999E-2</c:v>
                </c:pt>
                <c:pt idx="1359">
                  <c:v>1.20654E-2</c:v>
                </c:pt>
                <c:pt idx="1360">
                  <c:v>1.3208699999999999E-2</c:v>
                </c:pt>
                <c:pt idx="1361">
                  <c:v>1.3250800000000002E-2</c:v>
                </c:pt>
                <c:pt idx="1362">
                  <c:v>1.34357E-2</c:v>
                </c:pt>
                <c:pt idx="1363">
                  <c:v>1.3534200000000001E-2</c:v>
                </c:pt>
                <c:pt idx="1364">
                  <c:v>1.3875299999999998E-2</c:v>
                </c:pt>
                <c:pt idx="1365">
                  <c:v>1.40786E-2</c:v>
                </c:pt>
                <c:pt idx="1366">
                  <c:v>1.3798300000000001E-2</c:v>
                </c:pt>
                <c:pt idx="1367">
                  <c:v>1.379E-2</c:v>
                </c:pt>
                <c:pt idx="1368">
                  <c:v>1.3696199999999999E-2</c:v>
                </c:pt>
                <c:pt idx="1369">
                  <c:v>1.3459499999999999E-2</c:v>
                </c:pt>
                <c:pt idx="1370">
                  <c:v>1.32964E-2</c:v>
                </c:pt>
                <c:pt idx="1371">
                  <c:v>1.3565000000000001E-2</c:v>
                </c:pt>
                <c:pt idx="1372">
                  <c:v>1.3892599999999998E-2</c:v>
                </c:pt>
                <c:pt idx="1373">
                  <c:v>1.4475999999999999E-2</c:v>
                </c:pt>
                <c:pt idx="1374">
                  <c:v>1.461E-2</c:v>
                </c:pt>
                <c:pt idx="1375">
                  <c:v>1.4573500000000001E-2</c:v>
                </c:pt>
                <c:pt idx="1376">
                  <c:v>1.4620500000000002E-2</c:v>
                </c:pt>
                <c:pt idx="1377">
                  <c:v>1.4807400000000002E-2</c:v>
                </c:pt>
                <c:pt idx="1378">
                  <c:v>1.4807400000000002E-2</c:v>
                </c:pt>
                <c:pt idx="1379">
                  <c:v>1.4992500000000001E-2</c:v>
                </c:pt>
                <c:pt idx="1380">
                  <c:v>1.36569E-2</c:v>
                </c:pt>
                <c:pt idx="1381">
                  <c:v>1.25571E-2</c:v>
                </c:pt>
                <c:pt idx="1382">
                  <c:v>1.2745000000000001E-2</c:v>
                </c:pt>
                <c:pt idx="1383">
                  <c:v>1.2473699999999999E-2</c:v>
                </c:pt>
                <c:pt idx="1384">
                  <c:v>1.2532099999999999E-2</c:v>
                </c:pt>
                <c:pt idx="1385">
                  <c:v>1.2849100000000002E-2</c:v>
                </c:pt>
                <c:pt idx="1386">
                  <c:v>1.2284E-2</c:v>
                </c:pt>
                <c:pt idx="1387">
                  <c:v>1.2343300000000001E-2</c:v>
                </c:pt>
                <c:pt idx="1388">
                  <c:v>1.25994E-2</c:v>
                </c:pt>
                <c:pt idx="1389">
                  <c:v>1.2525E-2</c:v>
                </c:pt>
                <c:pt idx="1390">
                  <c:v>1.2137500000000001E-2</c:v>
                </c:pt>
                <c:pt idx="1391">
                  <c:v>1.23427E-2</c:v>
                </c:pt>
                <c:pt idx="1392">
                  <c:v>1.2571200000000001E-2</c:v>
                </c:pt>
                <c:pt idx="1393">
                  <c:v>1.25737E-2</c:v>
                </c:pt>
                <c:pt idx="1394">
                  <c:v>1.25056E-2</c:v>
                </c:pt>
                <c:pt idx="1395">
                  <c:v>1.26292E-2</c:v>
                </c:pt>
                <c:pt idx="1396">
                  <c:v>1.2583799999999999E-2</c:v>
                </c:pt>
                <c:pt idx="1397">
                  <c:v>1.3174999999999999E-2</c:v>
                </c:pt>
                <c:pt idx="1398">
                  <c:v>1.414E-2</c:v>
                </c:pt>
                <c:pt idx="1399">
                  <c:v>1.5763300000000001E-2</c:v>
                </c:pt>
                <c:pt idx="1400">
                  <c:v>1.5222300000000001E-2</c:v>
                </c:pt>
                <c:pt idx="1401">
                  <c:v>1.64691E-2</c:v>
                </c:pt>
                <c:pt idx="1402">
                  <c:v>1.7079199999999999E-2</c:v>
                </c:pt>
                <c:pt idx="1403">
                  <c:v>1.72444E-2</c:v>
                </c:pt>
                <c:pt idx="1404">
                  <c:v>1.86921E-2</c:v>
                </c:pt>
                <c:pt idx="1405">
                  <c:v>1.9277799999999998E-2</c:v>
                </c:pt>
                <c:pt idx="1406">
                  <c:v>1.9395300000000001E-2</c:v>
                </c:pt>
                <c:pt idx="1407">
                  <c:v>1.7217300000000001E-2</c:v>
                </c:pt>
                <c:pt idx="1408">
                  <c:v>1.63949E-2</c:v>
                </c:pt>
                <c:pt idx="1409">
                  <c:v>1.7749999999999998E-2</c:v>
                </c:pt>
                <c:pt idx="1410">
                  <c:v>1.79204E-2</c:v>
                </c:pt>
                <c:pt idx="1411">
                  <c:v>1.7769200000000002E-2</c:v>
                </c:pt>
                <c:pt idx="1412">
                  <c:v>1.65247E-2</c:v>
                </c:pt>
                <c:pt idx="1413">
                  <c:v>1.7407800000000001E-2</c:v>
                </c:pt>
                <c:pt idx="1414">
                  <c:v>1.7053100000000002E-2</c:v>
                </c:pt>
                <c:pt idx="1415">
                  <c:v>1.7266900000000002E-2</c:v>
                </c:pt>
                <c:pt idx="1416">
                  <c:v>1.72474E-2</c:v>
                </c:pt>
                <c:pt idx="1417">
                  <c:v>1.77007E-2</c:v>
                </c:pt>
                <c:pt idx="1418">
                  <c:v>1.74583E-2</c:v>
                </c:pt>
                <c:pt idx="1419">
                  <c:v>1.8469300000000001E-2</c:v>
                </c:pt>
                <c:pt idx="1420">
                  <c:v>1.93253E-2</c:v>
                </c:pt>
                <c:pt idx="1421">
                  <c:v>1.8862799999999999E-2</c:v>
                </c:pt>
                <c:pt idx="1422">
                  <c:v>1.7903700000000002E-2</c:v>
                </c:pt>
                <c:pt idx="1423">
                  <c:v>1.8085400000000001E-2</c:v>
                </c:pt>
                <c:pt idx="1424">
                  <c:v>1.78917E-2</c:v>
                </c:pt>
                <c:pt idx="1425">
                  <c:v>1.823E-2</c:v>
                </c:pt>
                <c:pt idx="1426">
                  <c:v>1.8291700000000001E-2</c:v>
                </c:pt>
                <c:pt idx="1427">
                  <c:v>1.89E-2</c:v>
                </c:pt>
                <c:pt idx="1428">
                  <c:v>2.0042899999999999E-2</c:v>
                </c:pt>
                <c:pt idx="1429">
                  <c:v>2.09786E-2</c:v>
                </c:pt>
                <c:pt idx="1430">
                  <c:v>2.1533500000000001E-2</c:v>
                </c:pt>
                <c:pt idx="1431">
                  <c:v>2.0881399999999998E-2</c:v>
                </c:pt>
                <c:pt idx="1432">
                  <c:v>1.90011E-2</c:v>
                </c:pt>
                <c:pt idx="1433">
                  <c:v>1.75721E-2</c:v>
                </c:pt>
                <c:pt idx="1434">
                  <c:v>1.6825299999999998E-2</c:v>
                </c:pt>
                <c:pt idx="1435">
                  <c:v>1.6750000000000001E-2</c:v>
                </c:pt>
                <c:pt idx="1436">
                  <c:v>1.78093E-2</c:v>
                </c:pt>
                <c:pt idx="1437">
                  <c:v>1.7172399999999997E-2</c:v>
                </c:pt>
                <c:pt idx="1438">
                  <c:v>1.7218999999999998E-2</c:v>
                </c:pt>
                <c:pt idx="1439">
                  <c:v>1.6557699999999998E-2</c:v>
                </c:pt>
                <c:pt idx="1440">
                  <c:v>1.64405E-2</c:v>
                </c:pt>
                <c:pt idx="1441">
                  <c:v>1.7009899999999998E-2</c:v>
                </c:pt>
                <c:pt idx="1442">
                  <c:v>1.85033E-2</c:v>
                </c:pt>
                <c:pt idx="1443">
                  <c:v>1.8491999999999998E-2</c:v>
                </c:pt>
                <c:pt idx="1444">
                  <c:v>1.8407099999999999E-2</c:v>
                </c:pt>
                <c:pt idx="1445">
                  <c:v>1.746E-2</c:v>
                </c:pt>
                <c:pt idx="1446">
                  <c:v>1.65083E-2</c:v>
                </c:pt>
                <c:pt idx="1447">
                  <c:v>1.63833E-2</c:v>
                </c:pt>
                <c:pt idx="1448">
                  <c:v>1.64242E-2</c:v>
                </c:pt>
                <c:pt idx="1449">
                  <c:v>1.57436E-2</c:v>
                </c:pt>
                <c:pt idx="1450">
                  <c:v>1.5502999999999999E-2</c:v>
                </c:pt>
                <c:pt idx="1451">
                  <c:v>1.49733E-2</c:v>
                </c:pt>
                <c:pt idx="1452">
                  <c:v>1.4079400000000001E-2</c:v>
                </c:pt>
                <c:pt idx="1453">
                  <c:v>1.4126400000000001E-2</c:v>
                </c:pt>
                <c:pt idx="1454">
                  <c:v>1.42855E-2</c:v>
                </c:pt>
                <c:pt idx="1455">
                  <c:v>1.4617400000000001E-2</c:v>
                </c:pt>
                <c:pt idx="1456">
                  <c:v>1.40816E-2</c:v>
                </c:pt>
                <c:pt idx="1457">
                  <c:v>1.40006E-2</c:v>
                </c:pt>
                <c:pt idx="1458">
                  <c:v>1.3489699999999999E-2</c:v>
                </c:pt>
                <c:pt idx="1459">
                  <c:v>1.34094E-2</c:v>
                </c:pt>
                <c:pt idx="1460">
                  <c:v>1.31226E-2</c:v>
                </c:pt>
                <c:pt idx="1461">
                  <c:v>1.2454699999999999E-2</c:v>
                </c:pt>
                <c:pt idx="1462">
                  <c:v>1.2764600000000001E-2</c:v>
                </c:pt>
                <c:pt idx="1463">
                  <c:v>1.30119E-2</c:v>
                </c:pt>
                <c:pt idx="1464">
                  <c:v>1.3200999999999999E-2</c:v>
                </c:pt>
                <c:pt idx="1465">
                  <c:v>1.2985499999999999E-2</c:v>
                </c:pt>
                <c:pt idx="1466">
                  <c:v>1.2497400000000001E-2</c:v>
                </c:pt>
                <c:pt idx="1467">
                  <c:v>1.23316E-2</c:v>
                </c:pt>
                <c:pt idx="1468">
                  <c:v>1.2467499999999999E-2</c:v>
                </c:pt>
                <c:pt idx="1469">
                  <c:v>1.2693000000000001E-2</c:v>
                </c:pt>
                <c:pt idx="1470">
                  <c:v>1.2875800000000001E-2</c:v>
                </c:pt>
                <c:pt idx="1471">
                  <c:v>1.3403700000000001E-2</c:v>
                </c:pt>
                <c:pt idx="1472">
                  <c:v>1.40676E-2</c:v>
                </c:pt>
                <c:pt idx="1473">
                  <c:v>1.4127299999999999E-2</c:v>
                </c:pt>
                <c:pt idx="1474">
                  <c:v>1.4066499999999999E-2</c:v>
                </c:pt>
                <c:pt idx="1475">
                  <c:v>1.4058299999999999E-2</c:v>
                </c:pt>
                <c:pt idx="1476">
                  <c:v>1.3650000000000001E-2</c:v>
                </c:pt>
                <c:pt idx="1477">
                  <c:v>1.2975E-2</c:v>
                </c:pt>
                <c:pt idx="1478">
                  <c:v>1.2959999999999999E-2</c:v>
                </c:pt>
                <c:pt idx="1479">
                  <c:v>1.29E-2</c:v>
                </c:pt>
                <c:pt idx="1480">
                  <c:v>1.2533300000000001E-2</c:v>
                </c:pt>
                <c:pt idx="1481">
                  <c:v>1.2830000000000001E-2</c:v>
                </c:pt>
                <c:pt idx="1482">
                  <c:v>1.34E-2</c:v>
                </c:pt>
                <c:pt idx="1483">
                  <c:v>1.3225000000000001E-2</c:v>
                </c:pt>
                <c:pt idx="1484">
                  <c:v>1.3925E-2</c:v>
                </c:pt>
                <c:pt idx="1485">
                  <c:v>1.3990000000000001E-2</c:v>
                </c:pt>
                <c:pt idx="1486">
                  <c:v>1.4109999999999999E-2</c:v>
                </c:pt>
                <c:pt idx="1487">
                  <c:v>1.405E-2</c:v>
                </c:pt>
                <c:pt idx="1488">
                  <c:v>1.3491700000000001E-2</c:v>
                </c:pt>
                <c:pt idx="1489">
                  <c:v>1.35E-2</c:v>
                </c:pt>
                <c:pt idx="1490">
                  <c:v>1.3741700000000001E-2</c:v>
                </c:pt>
                <c:pt idx="1491">
                  <c:v>1.43929E-2</c:v>
                </c:pt>
                <c:pt idx="1492">
                  <c:v>1.5737500000000001E-2</c:v>
                </c:pt>
                <c:pt idx="1493">
                  <c:v>1.6233299999999999E-2</c:v>
                </c:pt>
                <c:pt idx="1494">
                  <c:v>1.61E-2</c:v>
                </c:pt>
                <c:pt idx="1495">
                  <c:v>1.52E-2</c:v>
                </c:pt>
                <c:pt idx="1496">
                  <c:v>1.47583E-2</c:v>
                </c:pt>
                <c:pt idx="1497">
                  <c:v>1.4357099999999999E-2</c:v>
                </c:pt>
                <c:pt idx="1498">
                  <c:v>1.4506299999999998E-2</c:v>
                </c:pt>
                <c:pt idx="1499">
                  <c:v>1.4218799999999998E-2</c:v>
                </c:pt>
                <c:pt idx="1500">
                  <c:v>1.49071E-2</c:v>
                </c:pt>
                <c:pt idx="1501">
                  <c:v>1.465E-2</c:v>
                </c:pt>
                <c:pt idx="1502">
                  <c:v>1.3899999999999999E-2</c:v>
                </c:pt>
                <c:pt idx="1503">
                  <c:v>1.35417E-2</c:v>
                </c:pt>
                <c:pt idx="1504">
                  <c:v>1.355E-2</c:v>
                </c:pt>
                <c:pt idx="1505">
                  <c:v>1.265E-2</c:v>
                </c:pt>
                <c:pt idx="1506">
                  <c:v>1.25875E-2</c:v>
                </c:pt>
                <c:pt idx="1507">
                  <c:v>1.2209999999999999E-2</c:v>
                </c:pt>
                <c:pt idx="1508">
                  <c:v>1.21E-2</c:v>
                </c:pt>
                <c:pt idx="1509">
                  <c:v>1.1757099999999999E-2</c:v>
                </c:pt>
                <c:pt idx="1510">
                  <c:v>1.2228600000000001E-2</c:v>
                </c:pt>
                <c:pt idx="1511">
                  <c:v>1.21917E-2</c:v>
                </c:pt>
                <c:pt idx="1512">
                  <c:v>1.2058299999999999E-2</c:v>
                </c:pt>
                <c:pt idx="1513">
                  <c:v>1.22583E-2</c:v>
                </c:pt>
                <c:pt idx="1514">
                  <c:v>1.2699999999999999E-2</c:v>
                </c:pt>
                <c:pt idx="1515">
                  <c:v>1.2659999999999999E-2</c:v>
                </c:pt>
                <c:pt idx="1516">
                  <c:v>1.21583E-2</c:v>
                </c:pt>
                <c:pt idx="1517">
                  <c:v>1.18786E-2</c:v>
                </c:pt>
                <c:pt idx="1518">
                  <c:v>1.2290000000000001E-2</c:v>
                </c:pt>
                <c:pt idx="1519">
                  <c:v>1.27484E-2</c:v>
                </c:pt>
                <c:pt idx="1520">
                  <c:v>1.26698E-2</c:v>
                </c:pt>
                <c:pt idx="1521">
                  <c:v>1.2625000000000001E-2</c:v>
                </c:pt>
                <c:pt idx="1522">
                  <c:v>1.2671399999999999E-2</c:v>
                </c:pt>
                <c:pt idx="1523">
                  <c:v>1.205E-2</c:v>
                </c:pt>
                <c:pt idx="1524">
                  <c:v>1.1677099999999999E-2</c:v>
                </c:pt>
                <c:pt idx="1525">
                  <c:v>1.17714E-2</c:v>
                </c:pt>
                <c:pt idx="1526">
                  <c:v>1.1781E-2</c:v>
                </c:pt>
                <c:pt idx="1527">
                  <c:v>1.16983E-2</c:v>
                </c:pt>
                <c:pt idx="1528">
                  <c:v>1.1950000000000001E-2</c:v>
                </c:pt>
                <c:pt idx="1529">
                  <c:v>1.1909999999999999E-2</c:v>
                </c:pt>
                <c:pt idx="1530">
                  <c:v>1.184E-2</c:v>
                </c:pt>
                <c:pt idx="1531">
                  <c:v>1.1395799999999999E-2</c:v>
                </c:pt>
                <c:pt idx="1532">
                  <c:v>1.1285E-2</c:v>
                </c:pt>
                <c:pt idx="1533">
                  <c:v>1.17051E-2</c:v>
                </c:pt>
                <c:pt idx="1534">
                  <c:v>1.18458E-2</c:v>
                </c:pt>
                <c:pt idx="1535">
                  <c:v>1.1657499999999999E-2</c:v>
                </c:pt>
                <c:pt idx="1536">
                  <c:v>1.1633299999999999E-2</c:v>
                </c:pt>
                <c:pt idx="1537">
                  <c:v>1.1583E-2</c:v>
                </c:pt>
                <c:pt idx="1538">
                  <c:v>1.1796899999999999E-2</c:v>
                </c:pt>
                <c:pt idx="1539">
                  <c:v>1.2670000000000001E-2</c:v>
                </c:pt>
                <c:pt idx="1540">
                  <c:v>1.2869999999999999E-2</c:v>
                </c:pt>
                <c:pt idx="1541">
                  <c:v>1.22833E-2</c:v>
                </c:pt>
                <c:pt idx="1542">
                  <c:v>1.25033E-2</c:v>
                </c:pt>
                <c:pt idx="1543">
                  <c:v>1.2841E-2</c:v>
                </c:pt>
                <c:pt idx="1544">
                  <c:v>1.25842E-2</c:v>
                </c:pt>
                <c:pt idx="1545">
                  <c:v>1.2185E-2</c:v>
                </c:pt>
                <c:pt idx="1546">
                  <c:v>1.22338E-2</c:v>
                </c:pt>
                <c:pt idx="1547">
                  <c:v>1.23917E-2</c:v>
                </c:pt>
                <c:pt idx="1548">
                  <c:v>1.21809E-2</c:v>
                </c:pt>
                <c:pt idx="1549">
                  <c:v>1.18616E-2</c:v>
                </c:pt>
                <c:pt idx="1550">
                  <c:v>1.20444E-2</c:v>
                </c:pt>
                <c:pt idx="1551">
                  <c:v>1.1780000000000001E-2</c:v>
                </c:pt>
                <c:pt idx="1552">
                  <c:v>1.16875E-2</c:v>
                </c:pt>
                <c:pt idx="1553">
                  <c:v>1.1669199999999999E-2</c:v>
                </c:pt>
                <c:pt idx="1554">
                  <c:v>1.1635400000000001E-2</c:v>
                </c:pt>
                <c:pt idx="1555">
                  <c:v>1.16367E-2</c:v>
                </c:pt>
                <c:pt idx="1556">
                  <c:v>1.1518899999999999E-2</c:v>
                </c:pt>
                <c:pt idx="1557">
                  <c:v>1.14594E-2</c:v>
                </c:pt>
                <c:pt idx="1558">
                  <c:v>1.15438E-2</c:v>
                </c:pt>
                <c:pt idx="1559">
                  <c:v>1.15438E-2</c:v>
                </c:pt>
                <c:pt idx="1560">
                  <c:v>1.155E-2</c:v>
                </c:pt>
                <c:pt idx="1561">
                  <c:v>1.145E-2</c:v>
                </c:pt>
                <c:pt idx="1562">
                  <c:v>1.1362499999999999E-2</c:v>
                </c:pt>
                <c:pt idx="1563">
                  <c:v>1.142E-2</c:v>
                </c:pt>
                <c:pt idx="1564">
                  <c:v>1.14E-2</c:v>
                </c:pt>
                <c:pt idx="1565">
                  <c:v>1.14045E-2</c:v>
                </c:pt>
                <c:pt idx="1566">
                  <c:v>1.095E-2</c:v>
                </c:pt>
                <c:pt idx="1567">
                  <c:v>1.12896E-2</c:v>
                </c:pt>
                <c:pt idx="1568">
                  <c:v>1.149E-2</c:v>
                </c:pt>
                <c:pt idx="1569">
                  <c:v>1.157E-2</c:v>
                </c:pt>
                <c:pt idx="1570">
                  <c:v>1.19875E-2</c:v>
                </c:pt>
                <c:pt idx="1571">
                  <c:v>1.2078100000000001E-2</c:v>
                </c:pt>
                <c:pt idx="1572">
                  <c:v>1.16458E-2</c:v>
                </c:pt>
                <c:pt idx="1573">
                  <c:v>1.13226E-2</c:v>
                </c:pt>
                <c:pt idx="1574">
                  <c:v>1.14E-2</c:v>
                </c:pt>
                <c:pt idx="1575">
                  <c:v>1.10761E-2</c:v>
                </c:pt>
                <c:pt idx="1576">
                  <c:v>1.07983E-2</c:v>
                </c:pt>
                <c:pt idx="1577">
                  <c:v>1.08355E-2</c:v>
                </c:pt>
                <c:pt idx="1578">
                  <c:v>1.0699999999999999E-2</c:v>
                </c:pt>
                <c:pt idx="1579">
                  <c:v>1.0790000000000001E-2</c:v>
                </c:pt>
                <c:pt idx="1580">
                  <c:v>1.0829999999999999E-2</c:v>
                </c:pt>
                <c:pt idx="1581">
                  <c:v>1.08194E-2</c:v>
                </c:pt>
                <c:pt idx="1582">
                  <c:v>1.1013800000000001E-2</c:v>
                </c:pt>
                <c:pt idx="1583">
                  <c:v>1.1316700000000001E-2</c:v>
                </c:pt>
                <c:pt idx="1584">
                  <c:v>1.1541800000000001E-2</c:v>
                </c:pt>
                <c:pt idx="1585">
                  <c:v>1.15146E-2</c:v>
                </c:pt>
                <c:pt idx="1586">
                  <c:v>1.1379999999999999E-2</c:v>
                </c:pt>
                <c:pt idx="1587">
                  <c:v>1.0862500000000001E-2</c:v>
                </c:pt>
                <c:pt idx="1588">
                  <c:v>1.0752899999999999E-2</c:v>
                </c:pt>
                <c:pt idx="1589">
                  <c:v>1.0665000000000001E-2</c:v>
                </c:pt>
                <c:pt idx="1590">
                  <c:v>1.05364E-2</c:v>
                </c:pt>
                <c:pt idx="1591">
                  <c:v>1.0595E-2</c:v>
                </c:pt>
                <c:pt idx="1592">
                  <c:v>1.0673800000000001E-2</c:v>
                </c:pt>
                <c:pt idx="1593">
                  <c:v>1.06876E-2</c:v>
                </c:pt>
                <c:pt idx="1594">
                  <c:v>1.0711199999999999E-2</c:v>
                </c:pt>
                <c:pt idx="1595">
                  <c:v>1.023E-2</c:v>
                </c:pt>
                <c:pt idx="1596">
                  <c:v>1.0023300000000001E-2</c:v>
                </c:pt>
                <c:pt idx="1597">
                  <c:v>9.9733000000000009E-3</c:v>
                </c:pt>
                <c:pt idx="1598">
                  <c:v>9.9900000000000006E-3</c:v>
                </c:pt>
                <c:pt idx="1599">
                  <c:v>0.01</c:v>
                </c:pt>
                <c:pt idx="1600">
                  <c:v>1.0172199999999999E-2</c:v>
                </c:pt>
                <c:pt idx="1601">
                  <c:v>1.0225E-2</c:v>
                </c:pt>
                <c:pt idx="1602">
                  <c:v>9.9793999999999994E-3</c:v>
                </c:pt>
                <c:pt idx="1603">
                  <c:v>1.0118800000000001E-2</c:v>
                </c:pt>
                <c:pt idx="1604">
                  <c:v>1.03167E-2</c:v>
                </c:pt>
                <c:pt idx="1605">
                  <c:v>1.1482299999999999E-2</c:v>
                </c:pt>
                <c:pt idx="1606">
                  <c:v>1.1225000000000001E-2</c:v>
                </c:pt>
                <c:pt idx="1607">
                  <c:v>1.1478E-2</c:v>
                </c:pt>
                <c:pt idx="1608">
                  <c:v>1.19825E-2</c:v>
                </c:pt>
                <c:pt idx="1609">
                  <c:v>1.2629000000000001E-2</c:v>
                </c:pt>
                <c:pt idx="1610">
                  <c:v>1.1567900000000001E-2</c:v>
                </c:pt>
                <c:pt idx="1611">
                  <c:v>1.1455E-2</c:v>
                </c:pt>
                <c:pt idx="1612">
                  <c:v>1.09695E-2</c:v>
                </c:pt>
                <c:pt idx="1613">
                  <c:v>1.06549E-2</c:v>
                </c:pt>
                <c:pt idx="1614">
                  <c:v>1.065E-2</c:v>
                </c:pt>
                <c:pt idx="1615">
                  <c:v>1.1345900000000001E-2</c:v>
                </c:pt>
                <c:pt idx="1616">
                  <c:v>1.11328E-2</c:v>
                </c:pt>
                <c:pt idx="1617">
                  <c:v>1.10525E-2</c:v>
                </c:pt>
                <c:pt idx="1618">
                  <c:v>1.10656E-2</c:v>
                </c:pt>
                <c:pt idx="1619">
                  <c:v>1.04733E-2</c:v>
                </c:pt>
                <c:pt idx="1620">
                  <c:v>1.06733E-2</c:v>
                </c:pt>
                <c:pt idx="1621">
                  <c:v>1.01125E-2</c:v>
                </c:pt>
                <c:pt idx="1622">
                  <c:v>9.7675000000000001E-3</c:v>
                </c:pt>
                <c:pt idx="1623">
                  <c:v>9.7657000000000004E-3</c:v>
                </c:pt>
                <c:pt idx="1624">
                  <c:v>9.7199999999999995E-3</c:v>
                </c:pt>
                <c:pt idx="1625">
                  <c:v>9.7750000000000007E-3</c:v>
                </c:pt>
                <c:pt idx="1626">
                  <c:v>9.9641999999999994E-3</c:v>
                </c:pt>
                <c:pt idx="1627">
                  <c:v>9.7675000000000001E-3</c:v>
                </c:pt>
                <c:pt idx="1628">
                  <c:v>9.5677000000000002E-3</c:v>
                </c:pt>
                <c:pt idx="1629">
                  <c:v>9.5700000000000004E-3</c:v>
                </c:pt>
                <c:pt idx="1630">
                  <c:v>9.3703999999999992E-3</c:v>
                </c:pt>
                <c:pt idx="1631">
                  <c:v>9.3849999999999992E-3</c:v>
                </c:pt>
                <c:pt idx="1632">
                  <c:v>9.3343999999999996E-3</c:v>
                </c:pt>
                <c:pt idx="1633">
                  <c:v>9.3124000000000002E-3</c:v>
                </c:pt>
                <c:pt idx="1634">
                  <c:v>9.1050000000000002E-3</c:v>
                </c:pt>
                <c:pt idx="1635">
                  <c:v>9.1438000000000005E-3</c:v>
                </c:pt>
                <c:pt idx="1636">
                  <c:v>9.0988000000000006E-3</c:v>
                </c:pt>
                <c:pt idx="1637">
                  <c:v>9.1799999999999989E-3</c:v>
                </c:pt>
                <c:pt idx="1638">
                  <c:v>9.0369999999999999E-3</c:v>
                </c:pt>
                <c:pt idx="1639">
                  <c:v>8.6560000000000005E-3</c:v>
                </c:pt>
                <c:pt idx="1640">
                  <c:v>8.1934E-3</c:v>
                </c:pt>
                <c:pt idx="1641">
                  <c:v>8.2299999999999995E-3</c:v>
                </c:pt>
                <c:pt idx="1642">
                  <c:v>7.9833999999999999E-3</c:v>
                </c:pt>
                <c:pt idx="1643">
                  <c:v>7.7453999999999995E-3</c:v>
                </c:pt>
                <c:pt idx="1644">
                  <c:v>7.9676E-3</c:v>
                </c:pt>
                <c:pt idx="1645">
                  <c:v>8.1481999999999995E-3</c:v>
                </c:pt>
                <c:pt idx="1646">
                  <c:v>8.1019999999999998E-3</c:v>
                </c:pt>
                <c:pt idx="1647">
                  <c:v>8.3750000000000005E-3</c:v>
                </c:pt>
                <c:pt idx="1648">
                  <c:v>8.490000000000001E-3</c:v>
                </c:pt>
                <c:pt idx="1649">
                  <c:v>8.6459999999999992E-3</c:v>
                </c:pt>
                <c:pt idx="1650">
                  <c:v>8.5188E-3</c:v>
                </c:pt>
                <c:pt idx="1651">
                  <c:v>8.5450000000000005E-3</c:v>
                </c:pt>
                <c:pt idx="1652">
                  <c:v>8.5950000000000002E-3</c:v>
                </c:pt>
                <c:pt idx="1653">
                  <c:v>8.7025000000000002E-3</c:v>
                </c:pt>
                <c:pt idx="1654">
                  <c:v>8.6999999999999994E-3</c:v>
                </c:pt>
                <c:pt idx="1655">
                  <c:v>8.6931999999999999E-3</c:v>
                </c:pt>
                <c:pt idx="1656">
                  <c:v>8.652E-3</c:v>
                </c:pt>
                <c:pt idx="1657">
                  <c:v>8.7500000000000008E-3</c:v>
                </c:pt>
                <c:pt idx="1658">
                  <c:v>8.8613000000000008E-3</c:v>
                </c:pt>
                <c:pt idx="1659">
                  <c:v>8.9060000000000007E-3</c:v>
                </c:pt>
                <c:pt idx="1660">
                  <c:v>8.8019999999999991E-3</c:v>
                </c:pt>
                <c:pt idx="1661">
                  <c:v>8.4162999999999998E-3</c:v>
                </c:pt>
                <c:pt idx="1662">
                  <c:v>8.0850000000000002E-3</c:v>
                </c:pt>
                <c:pt idx="1663">
                  <c:v>7.8063000000000004E-3</c:v>
                </c:pt>
                <c:pt idx="1664">
                  <c:v>7.7000000000000002E-3</c:v>
                </c:pt>
                <c:pt idx="1665">
                  <c:v>7.8279999999999999E-3</c:v>
                </c:pt>
                <c:pt idx="1666">
                  <c:v>7.7580000000000001E-3</c:v>
                </c:pt>
                <c:pt idx="1667">
                  <c:v>8.1549999999999991E-3</c:v>
                </c:pt>
                <c:pt idx="1668">
                  <c:v>7.9950000000000004E-3</c:v>
                </c:pt>
                <c:pt idx="1669">
                  <c:v>7.9730999999999986E-3</c:v>
                </c:pt>
                <c:pt idx="1670">
                  <c:v>7.9674999999999989E-3</c:v>
                </c:pt>
                <c:pt idx="1671">
                  <c:v>8.0809999999999996E-3</c:v>
                </c:pt>
                <c:pt idx="1672">
                  <c:v>7.7400000000000004E-3</c:v>
                </c:pt>
                <c:pt idx="1673">
                  <c:v>7.3249999999999999E-3</c:v>
                </c:pt>
                <c:pt idx="1674">
                  <c:v>7.3799999999999994E-3</c:v>
                </c:pt>
                <c:pt idx="1675">
                  <c:v>7.6449999999999999E-3</c:v>
                </c:pt>
                <c:pt idx="1676">
                  <c:v>7.8250000000000004E-3</c:v>
                </c:pt>
                <c:pt idx="1677">
                  <c:v>8.3700000000000007E-3</c:v>
                </c:pt>
                <c:pt idx="1678">
                  <c:v>8.2462999999999998E-3</c:v>
                </c:pt>
                <c:pt idx="1679">
                  <c:v>8.3663000000000001E-3</c:v>
                </c:pt>
                <c:pt idx="1680">
                  <c:v>7.9912999999999998E-3</c:v>
                </c:pt>
                <c:pt idx="1681">
                  <c:v>7.7499999999999999E-3</c:v>
                </c:pt>
                <c:pt idx="1682">
                  <c:v>7.1174999999999997E-3</c:v>
                </c:pt>
                <c:pt idx="1683">
                  <c:v>6.7813000000000005E-3</c:v>
                </c:pt>
                <c:pt idx="1684">
                  <c:v>6.5400000000000007E-3</c:v>
                </c:pt>
                <c:pt idx="1685">
                  <c:v>6.4700000000000001E-3</c:v>
                </c:pt>
                <c:pt idx="1686">
                  <c:v>6.796299999999999E-3</c:v>
                </c:pt>
                <c:pt idx="1687">
                  <c:v>7.0825000000000003E-3</c:v>
                </c:pt>
                <c:pt idx="1688">
                  <c:v>7.2549999999999993E-3</c:v>
                </c:pt>
                <c:pt idx="1689">
                  <c:v>7.7900000000000009E-3</c:v>
                </c:pt>
                <c:pt idx="1690">
                  <c:v>8.0274999999999999E-3</c:v>
                </c:pt>
                <c:pt idx="1691">
                  <c:v>8.3125000000000004E-3</c:v>
                </c:pt>
                <c:pt idx="1692">
                  <c:v>8.0200000000000011E-3</c:v>
                </c:pt>
                <c:pt idx="1693">
                  <c:v>8.3712999999999999E-3</c:v>
                </c:pt>
                <c:pt idx="1694">
                  <c:v>8.0563000000000006E-3</c:v>
                </c:pt>
                <c:pt idx="1695">
                  <c:v>8.0075000000000007E-3</c:v>
                </c:pt>
                <c:pt idx="1696">
                  <c:v>7.9500000000000005E-3</c:v>
                </c:pt>
                <c:pt idx="1697">
                  <c:v>7.9763000000000004E-3</c:v>
                </c:pt>
                <c:pt idx="1698">
                  <c:v>7.8563000000000001E-3</c:v>
                </c:pt>
                <c:pt idx="1699">
                  <c:v>7.772499999999999E-3</c:v>
                </c:pt>
                <c:pt idx="1700">
                  <c:v>8.517499999999999E-3</c:v>
                </c:pt>
                <c:pt idx="1701">
                  <c:v>8.5625000000000007E-3</c:v>
                </c:pt>
                <c:pt idx="1702">
                  <c:v>8.158799999999999E-3</c:v>
                </c:pt>
                <c:pt idx="1703">
                  <c:v>8.2199999999999999E-3</c:v>
                </c:pt>
                <c:pt idx="1704">
                  <c:v>8.3587999999999996E-3</c:v>
                </c:pt>
                <c:pt idx="1705">
                  <c:v>8.4700000000000001E-3</c:v>
                </c:pt>
                <c:pt idx="1706">
                  <c:v>8.709999999999999E-3</c:v>
                </c:pt>
                <c:pt idx="1707">
                  <c:v>8.682500000000001E-3</c:v>
                </c:pt>
                <c:pt idx="1708">
                  <c:v>9.3849999999999992E-3</c:v>
                </c:pt>
                <c:pt idx="1709">
                  <c:v>9.7999999999999997E-3</c:v>
                </c:pt>
                <c:pt idx="1710">
                  <c:v>1.1242499999999999E-2</c:v>
                </c:pt>
                <c:pt idx="1711">
                  <c:v>1.13925E-2</c:v>
                </c:pt>
                <c:pt idx="1712">
                  <c:v>1.6701300000000002E-2</c:v>
                </c:pt>
                <c:pt idx="1713">
                  <c:v>1.7399999999999999E-2</c:v>
                </c:pt>
                <c:pt idx="1714">
                  <c:v>1.643E-2</c:v>
                </c:pt>
                <c:pt idx="1715">
                  <c:v>1.5771299999999999E-2</c:v>
                </c:pt>
                <c:pt idx="1716">
                  <c:v>1.4509999999999999E-2</c:v>
                </c:pt>
                <c:pt idx="1717">
                  <c:v>1.36575E-2</c:v>
                </c:pt>
                <c:pt idx="1718">
                  <c:v>1.3728000000000001E-2</c:v>
                </c:pt>
                <c:pt idx="1719">
                  <c:v>1.47475E-2</c:v>
                </c:pt>
                <c:pt idx="1720">
                  <c:v>1.3543799999999998E-2</c:v>
                </c:pt>
                <c:pt idx="1721">
                  <c:v>1.174E-2</c:v>
                </c:pt>
                <c:pt idx="1722">
                  <c:v>1.3066700000000001E-2</c:v>
                </c:pt>
                <c:pt idx="1723">
                  <c:v>1.35584E-2</c:v>
                </c:pt>
                <c:pt idx="1724">
                  <c:v>1.3586000000000001E-2</c:v>
                </c:pt>
                <c:pt idx="1725">
                  <c:v>1.45404E-2</c:v>
                </c:pt>
                <c:pt idx="1726">
                  <c:v>1.6166699999999999E-2</c:v>
                </c:pt>
                <c:pt idx="1727">
                  <c:v>1.7433299999999999E-2</c:v>
                </c:pt>
                <c:pt idx="1728">
                  <c:v>1.6497000000000001E-2</c:v>
                </c:pt>
                <c:pt idx="1729">
                  <c:v>1.6737499999999999E-2</c:v>
                </c:pt>
                <c:pt idx="1730">
                  <c:v>1.6716700000000001E-2</c:v>
                </c:pt>
                <c:pt idx="1731">
                  <c:v>1.52333E-2</c:v>
                </c:pt>
                <c:pt idx="1732">
                  <c:v>1.47E-2</c:v>
                </c:pt>
                <c:pt idx="1733">
                  <c:v>1.3689400000000001E-2</c:v>
                </c:pt>
                <c:pt idx="1734">
                  <c:v>1.3100000000000001E-2</c:v>
                </c:pt>
                <c:pt idx="1735">
                  <c:v>1.42916E-2</c:v>
                </c:pt>
                <c:pt idx="1736">
                  <c:v>1.3983300000000001E-2</c:v>
                </c:pt>
                <c:pt idx="1737">
                  <c:v>1.46175E-2</c:v>
                </c:pt>
                <c:pt idx="1738">
                  <c:v>1.4273599999999999E-2</c:v>
                </c:pt>
                <c:pt idx="1739">
                  <c:v>1.4449999999999999E-2</c:v>
                </c:pt>
                <c:pt idx="1740">
                  <c:v>1.4353299999999999E-2</c:v>
                </c:pt>
                <c:pt idx="1741">
                  <c:v>1.49833E-2</c:v>
                </c:pt>
                <c:pt idx="1742">
                  <c:v>1.4889599999999999E-2</c:v>
                </c:pt>
                <c:pt idx="1743">
                  <c:v>1.5616E-2</c:v>
                </c:pt>
                <c:pt idx="1744">
                  <c:v>1.5733299999999999E-2</c:v>
                </c:pt>
                <c:pt idx="1745">
                  <c:v>1.51167E-2</c:v>
                </c:pt>
                <c:pt idx="1746">
                  <c:v>1.48167E-2</c:v>
                </c:pt>
                <c:pt idx="1747">
                  <c:v>1.3883299999999999E-2</c:v>
                </c:pt>
                <c:pt idx="1748">
                  <c:v>1.3616700000000001E-2</c:v>
                </c:pt>
                <c:pt idx="1749">
                  <c:v>1.3683300000000001E-2</c:v>
                </c:pt>
                <c:pt idx="1750">
                  <c:v>1.25617E-2</c:v>
                </c:pt>
                <c:pt idx="1751">
                  <c:v>1.1294199999999999E-2</c:v>
                </c:pt>
                <c:pt idx="1752">
                  <c:v>1.1634E-2</c:v>
                </c:pt>
                <c:pt idx="1753">
                  <c:v>1.07592E-2</c:v>
                </c:pt>
                <c:pt idx="1754">
                  <c:v>1.0657099999999999E-2</c:v>
                </c:pt>
                <c:pt idx="1755">
                  <c:v>1.10122E-2</c:v>
                </c:pt>
                <c:pt idx="1756">
                  <c:v>1.09269E-2</c:v>
                </c:pt>
                <c:pt idx="1757">
                  <c:v>1.1133499999999999E-2</c:v>
                </c:pt>
                <c:pt idx="1758">
                  <c:v>1.1709900000000001E-2</c:v>
                </c:pt>
                <c:pt idx="1759">
                  <c:v>1.13566E-2</c:v>
                </c:pt>
                <c:pt idx="1760">
                  <c:v>1.1333299999999999E-2</c:v>
                </c:pt>
                <c:pt idx="1761">
                  <c:v>1.15236E-2</c:v>
                </c:pt>
                <c:pt idx="1762">
                  <c:v>1.15234E-2</c:v>
                </c:pt>
                <c:pt idx="1763">
                  <c:v>1.0916500000000001E-2</c:v>
                </c:pt>
                <c:pt idx="1764">
                  <c:v>1.0970300000000001E-2</c:v>
                </c:pt>
                <c:pt idx="1765">
                  <c:v>1.0617E-2</c:v>
                </c:pt>
                <c:pt idx="1766">
                  <c:v>1.0579999999999999E-2</c:v>
                </c:pt>
                <c:pt idx="1767">
                  <c:v>1.0431000000000001E-2</c:v>
                </c:pt>
                <c:pt idx="1768">
                  <c:v>1.0289899999999999E-2</c:v>
                </c:pt>
                <c:pt idx="1769">
                  <c:v>1.0690399999999999E-2</c:v>
                </c:pt>
                <c:pt idx="1770">
                  <c:v>1.0809900000000001E-2</c:v>
                </c:pt>
                <c:pt idx="1771">
                  <c:v>1.1257399999999999E-2</c:v>
                </c:pt>
                <c:pt idx="1772">
                  <c:v>1.1583E-2</c:v>
                </c:pt>
                <c:pt idx="1773">
                  <c:v>1.2627899999999999E-2</c:v>
                </c:pt>
                <c:pt idx="1774">
                  <c:v>1.2699800000000001E-2</c:v>
                </c:pt>
                <c:pt idx="1775">
                  <c:v>1.24429E-2</c:v>
                </c:pt>
                <c:pt idx="1776">
                  <c:v>1.2713200000000001E-2</c:v>
                </c:pt>
                <c:pt idx="1777">
                  <c:v>1.26163E-2</c:v>
                </c:pt>
                <c:pt idx="1778">
                  <c:v>1.2076699999999999E-2</c:v>
                </c:pt>
                <c:pt idx="1779">
                  <c:v>1.17739E-2</c:v>
                </c:pt>
                <c:pt idx="1780">
                  <c:v>1.2066500000000001E-2</c:v>
                </c:pt>
                <c:pt idx="1781">
                  <c:v>1.1673099999999999E-2</c:v>
                </c:pt>
                <c:pt idx="1782">
                  <c:v>1.2474599999999999E-2</c:v>
                </c:pt>
                <c:pt idx="1783">
                  <c:v>1.3063499999999999E-2</c:v>
                </c:pt>
                <c:pt idx="1784">
                  <c:v>1.34635E-2</c:v>
                </c:pt>
                <c:pt idx="1785">
                  <c:v>1.32269E-2</c:v>
                </c:pt>
                <c:pt idx="1786">
                  <c:v>1.3910400000000002E-2</c:v>
                </c:pt>
                <c:pt idx="1787">
                  <c:v>1.4166300000000001E-2</c:v>
                </c:pt>
                <c:pt idx="1788">
                  <c:v>1.4560400000000001E-2</c:v>
                </c:pt>
                <c:pt idx="1789">
                  <c:v>1.4775399999999999E-2</c:v>
                </c:pt>
                <c:pt idx="1790">
                  <c:v>1.43226E-2</c:v>
                </c:pt>
                <c:pt idx="1791">
                  <c:v>1.3944900000000001E-2</c:v>
                </c:pt>
                <c:pt idx="1792">
                  <c:v>1.4674100000000001E-2</c:v>
                </c:pt>
                <c:pt idx="1793">
                  <c:v>1.5231999999999999E-2</c:v>
                </c:pt>
                <c:pt idx="1794">
                  <c:v>1.6290600000000002E-2</c:v>
                </c:pt>
                <c:pt idx="1795">
                  <c:v>1.6243399999999998E-2</c:v>
                </c:pt>
                <c:pt idx="1796">
                  <c:v>1.7202800000000001E-2</c:v>
                </c:pt>
                <c:pt idx="1797">
                  <c:v>1.7206599999999999E-2</c:v>
                </c:pt>
                <c:pt idx="1798">
                  <c:v>1.7227699999999999E-2</c:v>
                </c:pt>
                <c:pt idx="1799">
                  <c:v>1.76061E-2</c:v>
                </c:pt>
                <c:pt idx="1800">
                  <c:v>1.6949499999999999E-2</c:v>
                </c:pt>
                <c:pt idx="1801">
                  <c:v>1.5053800000000001E-2</c:v>
                </c:pt>
                <c:pt idx="1802">
                  <c:v>1.48767E-2</c:v>
                </c:pt>
                <c:pt idx="1803">
                  <c:v>1.35505E-2</c:v>
                </c:pt>
                <c:pt idx="1804">
                  <c:v>1.3665999999999999E-2</c:v>
                </c:pt>
                <c:pt idx="1805">
                  <c:v>1.38429E-2</c:v>
                </c:pt>
                <c:pt idx="1806">
                  <c:v>1.3276699999999999E-2</c:v>
                </c:pt>
                <c:pt idx="1807">
                  <c:v>1.23E-2</c:v>
                </c:pt>
                <c:pt idx="1808">
                  <c:v>1.2223399999999999E-2</c:v>
                </c:pt>
                <c:pt idx="1809">
                  <c:v>1.1833E-2</c:v>
                </c:pt>
                <c:pt idx="1810">
                  <c:v>1.2618000000000001E-2</c:v>
                </c:pt>
                <c:pt idx="1811">
                  <c:v>1.2173099999999999E-2</c:v>
                </c:pt>
                <c:pt idx="1812">
                  <c:v>1.2266500000000001E-2</c:v>
                </c:pt>
                <c:pt idx="1813">
                  <c:v>1.2473399999999999E-2</c:v>
                </c:pt>
                <c:pt idx="1814">
                  <c:v>1.2893700000000001E-2</c:v>
                </c:pt>
                <c:pt idx="1815">
                  <c:v>1.2823300000000001E-2</c:v>
                </c:pt>
                <c:pt idx="1816">
                  <c:v>1.2866999999999998E-2</c:v>
                </c:pt>
                <c:pt idx="1817">
                  <c:v>1.2990399999999999E-2</c:v>
                </c:pt>
                <c:pt idx="1818">
                  <c:v>1.2873599999999999E-2</c:v>
                </c:pt>
                <c:pt idx="1819">
                  <c:v>1.27396E-2</c:v>
                </c:pt>
                <c:pt idx="1820">
                  <c:v>1.28837E-2</c:v>
                </c:pt>
                <c:pt idx="1821">
                  <c:v>1.26759E-2</c:v>
                </c:pt>
                <c:pt idx="1822">
                  <c:v>1.27835E-2</c:v>
                </c:pt>
                <c:pt idx="1823">
                  <c:v>1.28165E-2</c:v>
                </c:pt>
                <c:pt idx="1824">
                  <c:v>1.2999999999999999E-2</c:v>
                </c:pt>
                <c:pt idx="1825">
                  <c:v>1.2742100000000001E-2</c:v>
                </c:pt>
                <c:pt idx="1826">
                  <c:v>1.32779E-2</c:v>
                </c:pt>
                <c:pt idx="1827">
                  <c:v>1.38625E-2</c:v>
                </c:pt>
                <c:pt idx="1828">
                  <c:v>1.51614E-2</c:v>
                </c:pt>
                <c:pt idx="1829">
                  <c:v>1.55543E-2</c:v>
                </c:pt>
                <c:pt idx="1830">
                  <c:v>1.6097500000000001E-2</c:v>
                </c:pt>
                <c:pt idx="1831">
                  <c:v>1.7125000000000001E-2</c:v>
                </c:pt>
                <c:pt idx="1832">
                  <c:v>1.6431999999999999E-2</c:v>
                </c:pt>
                <c:pt idx="1833">
                  <c:v>1.6565199999999999E-2</c:v>
                </c:pt>
                <c:pt idx="1834">
                  <c:v>1.6350299999999998E-2</c:v>
                </c:pt>
                <c:pt idx="1835">
                  <c:v>1.7149999999999999E-2</c:v>
                </c:pt>
                <c:pt idx="1836">
                  <c:v>1.74764E-2</c:v>
                </c:pt>
                <c:pt idx="1837">
                  <c:v>1.9E-2</c:v>
                </c:pt>
                <c:pt idx="1838">
                  <c:v>1.93609E-2</c:v>
                </c:pt>
                <c:pt idx="1839">
                  <c:v>1.93574E-2</c:v>
                </c:pt>
                <c:pt idx="1840">
                  <c:v>2.0750000000000001E-2</c:v>
                </c:pt>
                <c:pt idx="1841">
                  <c:v>2.0332300000000001E-2</c:v>
                </c:pt>
                <c:pt idx="1842">
                  <c:v>1.8517500000000003E-2</c:v>
                </c:pt>
                <c:pt idx="1843">
                  <c:v>1.8290600000000001E-2</c:v>
                </c:pt>
                <c:pt idx="1844">
                  <c:v>1.8056100000000002E-2</c:v>
                </c:pt>
                <c:pt idx="1845">
                  <c:v>1.79373E-2</c:v>
                </c:pt>
                <c:pt idx="1846">
                  <c:v>1.7659399999999999E-2</c:v>
                </c:pt>
                <c:pt idx="1847">
                  <c:v>1.8165999999999998E-2</c:v>
                </c:pt>
                <c:pt idx="1848">
                  <c:v>1.8010200000000001E-2</c:v>
                </c:pt>
                <c:pt idx="1849">
                  <c:v>1.8060699999999999E-2</c:v>
                </c:pt>
                <c:pt idx="1850">
                  <c:v>1.9276400000000003E-2</c:v>
                </c:pt>
                <c:pt idx="1851">
                  <c:v>1.9380000000000001E-2</c:v>
                </c:pt>
                <c:pt idx="1852">
                  <c:v>2.0089599999999999E-2</c:v>
                </c:pt>
                <c:pt idx="1853">
                  <c:v>2.1649500000000002E-2</c:v>
                </c:pt>
                <c:pt idx="1854">
                  <c:v>2.1332499999999997E-2</c:v>
                </c:pt>
                <c:pt idx="1855">
                  <c:v>2.0650000000000002E-2</c:v>
                </c:pt>
                <c:pt idx="1856">
                  <c:v>1.9843400000000001E-2</c:v>
                </c:pt>
                <c:pt idx="1857">
                  <c:v>1.9523599999999999E-2</c:v>
                </c:pt>
                <c:pt idx="1858">
                  <c:v>2.0076400000000001E-2</c:v>
                </c:pt>
                <c:pt idx="1859">
                  <c:v>2.0139599999999997E-2</c:v>
                </c:pt>
                <c:pt idx="1860">
                  <c:v>1.98061E-2</c:v>
                </c:pt>
                <c:pt idx="1861">
                  <c:v>2.0042500000000001E-2</c:v>
                </c:pt>
                <c:pt idx="1862">
                  <c:v>1.9650499999999998E-2</c:v>
                </c:pt>
                <c:pt idx="1863">
                  <c:v>1.93137E-2</c:v>
                </c:pt>
                <c:pt idx="1864">
                  <c:v>1.84911E-2</c:v>
                </c:pt>
                <c:pt idx="1865">
                  <c:v>1.7546700000000002E-2</c:v>
                </c:pt>
                <c:pt idx="1866">
                  <c:v>1.7772900000000001E-2</c:v>
                </c:pt>
                <c:pt idx="1867">
                  <c:v>1.82965E-2</c:v>
                </c:pt>
                <c:pt idx="1868">
                  <c:v>1.9407499999999998E-2</c:v>
                </c:pt>
                <c:pt idx="1869">
                  <c:v>2.103E-2</c:v>
                </c:pt>
                <c:pt idx="1870">
                  <c:v>2.1625399999999999E-2</c:v>
                </c:pt>
                <c:pt idx="1871">
                  <c:v>2.09231E-2</c:v>
                </c:pt>
                <c:pt idx="1872">
                  <c:v>2.1770299999999999E-2</c:v>
                </c:pt>
                <c:pt idx="1873">
                  <c:v>2.23749E-2</c:v>
                </c:pt>
                <c:pt idx="1874">
                  <c:v>2.29467E-2</c:v>
                </c:pt>
                <c:pt idx="1875">
                  <c:v>2.2055000000000002E-2</c:v>
                </c:pt>
                <c:pt idx="1876">
                  <c:v>2.22288E-2</c:v>
                </c:pt>
                <c:pt idx="1877">
                  <c:v>2.29988E-2</c:v>
                </c:pt>
                <c:pt idx="1878">
                  <c:v>2.3770300000000001E-2</c:v>
                </c:pt>
                <c:pt idx="1879">
                  <c:v>2.4568799999999998E-2</c:v>
                </c:pt>
                <c:pt idx="1880">
                  <c:v>2.19396E-2</c:v>
                </c:pt>
                <c:pt idx="1881">
                  <c:v>2.1365199999999997E-2</c:v>
                </c:pt>
                <c:pt idx="1882">
                  <c:v>2.1709700000000002E-2</c:v>
                </c:pt>
                <c:pt idx="1883">
                  <c:v>2.16528E-2</c:v>
                </c:pt>
                <c:pt idx="1884">
                  <c:v>2.0387300000000001E-2</c:v>
                </c:pt>
                <c:pt idx="1885">
                  <c:v>1.99335E-2</c:v>
                </c:pt>
                <c:pt idx="1886">
                  <c:v>2.0542899999999999E-2</c:v>
                </c:pt>
                <c:pt idx="1887">
                  <c:v>2.0423400000000001E-2</c:v>
                </c:pt>
                <c:pt idx="1888">
                  <c:v>2.0774899999999999E-2</c:v>
                </c:pt>
                <c:pt idx="1889">
                  <c:v>2.17731E-2</c:v>
                </c:pt>
                <c:pt idx="1890">
                  <c:v>2.0546200000000001E-2</c:v>
                </c:pt>
                <c:pt idx="1891">
                  <c:v>1.9632799999999999E-2</c:v>
                </c:pt>
                <c:pt idx="1892">
                  <c:v>1.9155600000000002E-2</c:v>
                </c:pt>
                <c:pt idx="1893">
                  <c:v>1.8670099999999999E-2</c:v>
                </c:pt>
                <c:pt idx="1894">
                  <c:v>1.8093399999999999E-2</c:v>
                </c:pt>
                <c:pt idx="1895">
                  <c:v>1.8225000000000002E-2</c:v>
                </c:pt>
                <c:pt idx="1896">
                  <c:v>1.8536299999999999E-2</c:v>
                </c:pt>
                <c:pt idx="1897">
                  <c:v>1.8209400000000001E-2</c:v>
                </c:pt>
                <c:pt idx="1898">
                  <c:v>1.8657099999999999E-2</c:v>
                </c:pt>
                <c:pt idx="1899">
                  <c:v>1.8449799999999999E-2</c:v>
                </c:pt>
                <c:pt idx="1900">
                  <c:v>1.78E-2</c:v>
                </c:pt>
                <c:pt idx="1901">
                  <c:v>1.6492699999999999E-2</c:v>
                </c:pt>
                <c:pt idx="1902">
                  <c:v>1.61922E-2</c:v>
                </c:pt>
                <c:pt idx="1903">
                  <c:v>1.5070099999999999E-2</c:v>
                </c:pt>
                <c:pt idx="1904">
                  <c:v>1.5667E-2</c:v>
                </c:pt>
                <c:pt idx="1905">
                  <c:v>1.5813499999999998E-2</c:v>
                </c:pt>
                <c:pt idx="1906">
                  <c:v>1.55178E-2</c:v>
                </c:pt>
                <c:pt idx="1907">
                  <c:v>1.5080000000000001E-2</c:v>
                </c:pt>
                <c:pt idx="1908">
                  <c:v>1.52333E-2</c:v>
                </c:pt>
                <c:pt idx="1909">
                  <c:v>1.5400299999999999E-2</c:v>
                </c:pt>
                <c:pt idx="1910">
                  <c:v>1.5793399999999999E-2</c:v>
                </c:pt>
                <c:pt idx="1911">
                  <c:v>1.5373099999999999E-2</c:v>
                </c:pt>
                <c:pt idx="1912">
                  <c:v>1.45262E-2</c:v>
                </c:pt>
                <c:pt idx="1913">
                  <c:v>1.3990600000000001E-2</c:v>
                </c:pt>
                <c:pt idx="1914">
                  <c:v>1.4006399999999999E-2</c:v>
                </c:pt>
                <c:pt idx="1915">
                  <c:v>1.3323400000000001E-2</c:v>
                </c:pt>
                <c:pt idx="1916">
                  <c:v>1.38213E-2</c:v>
                </c:pt>
                <c:pt idx="1917">
                  <c:v>1.4103600000000001E-2</c:v>
                </c:pt>
                <c:pt idx="1918">
                  <c:v>1.4612700000000001E-2</c:v>
                </c:pt>
                <c:pt idx="1919">
                  <c:v>1.45833E-2</c:v>
                </c:pt>
                <c:pt idx="1920">
                  <c:v>1.41064E-2</c:v>
                </c:pt>
                <c:pt idx="1921">
                  <c:v>1.3950000000000001E-2</c:v>
                </c:pt>
                <c:pt idx="1922">
                  <c:v>1.3587500000000001E-2</c:v>
                </c:pt>
                <c:pt idx="1923">
                  <c:v>1.30101E-2</c:v>
                </c:pt>
                <c:pt idx="1924">
                  <c:v>1.26508E-2</c:v>
                </c:pt>
                <c:pt idx="1925">
                  <c:v>1.30375E-2</c:v>
                </c:pt>
                <c:pt idx="1926">
                  <c:v>1.2943199999999998E-2</c:v>
                </c:pt>
                <c:pt idx="1927">
                  <c:v>1.2850299999999999E-2</c:v>
                </c:pt>
                <c:pt idx="1928">
                  <c:v>1.30338E-2</c:v>
                </c:pt>
                <c:pt idx="1929">
                  <c:v>1.2955600000000001E-2</c:v>
                </c:pt>
                <c:pt idx="1930">
                  <c:v>1.2846999999999999E-2</c:v>
                </c:pt>
                <c:pt idx="1931">
                  <c:v>1.25465E-2</c:v>
                </c:pt>
                <c:pt idx="1932">
                  <c:v>1.1927999999999999E-2</c:v>
                </c:pt>
                <c:pt idx="1933">
                  <c:v>1.1543899999999999E-2</c:v>
                </c:pt>
                <c:pt idx="1934">
                  <c:v>1.19566E-2</c:v>
                </c:pt>
                <c:pt idx="1935">
                  <c:v>1.1900000000000001E-2</c:v>
                </c:pt>
                <c:pt idx="1936">
                  <c:v>1.205E-2</c:v>
                </c:pt>
                <c:pt idx="1937">
                  <c:v>1.2006600000000001E-2</c:v>
                </c:pt>
                <c:pt idx="1938">
                  <c:v>1.17714E-2</c:v>
                </c:pt>
                <c:pt idx="1939">
                  <c:v>1.26038E-2</c:v>
                </c:pt>
                <c:pt idx="1940">
                  <c:v>1.2943399999999999E-2</c:v>
                </c:pt>
                <c:pt idx="1941">
                  <c:v>1.3190100000000001E-2</c:v>
                </c:pt>
                <c:pt idx="1942">
                  <c:v>1.3023099999999999E-2</c:v>
                </c:pt>
                <c:pt idx="1943">
                  <c:v>1.2983000000000001E-2</c:v>
                </c:pt>
                <c:pt idx="1944">
                  <c:v>1.3009399999999999E-2</c:v>
                </c:pt>
                <c:pt idx="1945">
                  <c:v>1.29462E-2</c:v>
                </c:pt>
                <c:pt idx="1946">
                  <c:v>1.3193399999999999E-2</c:v>
                </c:pt>
                <c:pt idx="1947">
                  <c:v>1.2925899999999999E-2</c:v>
                </c:pt>
                <c:pt idx="1948">
                  <c:v>1.3710400000000001E-2</c:v>
                </c:pt>
                <c:pt idx="1949">
                  <c:v>1.3573599999999998E-2</c:v>
                </c:pt>
                <c:pt idx="1950">
                  <c:v>1.42066E-2</c:v>
                </c:pt>
                <c:pt idx="1951">
                  <c:v>1.3950499999999999E-2</c:v>
                </c:pt>
                <c:pt idx="1952">
                  <c:v>1.5039599999999998E-2</c:v>
                </c:pt>
                <c:pt idx="1953">
                  <c:v>1.6049500000000001E-2</c:v>
                </c:pt>
                <c:pt idx="1954">
                  <c:v>1.6189599999999998E-2</c:v>
                </c:pt>
                <c:pt idx="1955">
                  <c:v>1.70627E-2</c:v>
                </c:pt>
                <c:pt idx="1956">
                  <c:v>1.74401E-2</c:v>
                </c:pt>
                <c:pt idx="1957">
                  <c:v>1.6993399999999999E-2</c:v>
                </c:pt>
                <c:pt idx="1958">
                  <c:v>1.6928599999999999E-2</c:v>
                </c:pt>
                <c:pt idx="1959">
                  <c:v>1.6799500000000002E-2</c:v>
                </c:pt>
                <c:pt idx="1960">
                  <c:v>1.6605600000000002E-2</c:v>
                </c:pt>
                <c:pt idx="1961">
                  <c:v>1.6511399999999999E-2</c:v>
                </c:pt>
                <c:pt idx="1962">
                  <c:v>1.6740600000000001E-2</c:v>
                </c:pt>
                <c:pt idx="1963">
                  <c:v>1.70505E-2</c:v>
                </c:pt>
                <c:pt idx="1964">
                  <c:v>1.71434E-2</c:v>
                </c:pt>
                <c:pt idx="1965">
                  <c:v>1.70825E-2</c:v>
                </c:pt>
                <c:pt idx="1966">
                  <c:v>1.61269E-2</c:v>
                </c:pt>
                <c:pt idx="1967">
                  <c:v>1.5692899999999999E-2</c:v>
                </c:pt>
                <c:pt idx="1968">
                  <c:v>1.50995E-2</c:v>
                </c:pt>
                <c:pt idx="1969">
                  <c:v>1.4883500000000001E-2</c:v>
                </c:pt>
                <c:pt idx="1970">
                  <c:v>1.3939099999999999E-2</c:v>
                </c:pt>
                <c:pt idx="1971">
                  <c:v>1.3934E-2</c:v>
                </c:pt>
                <c:pt idx="1972">
                  <c:v>1.4626400000000001E-2</c:v>
                </c:pt>
                <c:pt idx="1973">
                  <c:v>1.44335E-2</c:v>
                </c:pt>
                <c:pt idx="1974">
                  <c:v>1.4666499999999999E-2</c:v>
                </c:pt>
                <c:pt idx="1975">
                  <c:v>1.4353299999999999E-2</c:v>
                </c:pt>
                <c:pt idx="1976">
                  <c:v>1.4393399999999999E-2</c:v>
                </c:pt>
                <c:pt idx="1977">
                  <c:v>1.4556599999999999E-2</c:v>
                </c:pt>
                <c:pt idx="1978">
                  <c:v>1.48165E-2</c:v>
                </c:pt>
                <c:pt idx="1979">
                  <c:v>1.53264E-2</c:v>
                </c:pt>
                <c:pt idx="1980">
                  <c:v>1.51066E-2</c:v>
                </c:pt>
                <c:pt idx="1981">
                  <c:v>1.5076900000000001E-2</c:v>
                </c:pt>
                <c:pt idx="1982">
                  <c:v>1.56071E-2</c:v>
                </c:pt>
                <c:pt idx="1983">
                  <c:v>1.59995E-2</c:v>
                </c:pt>
                <c:pt idx="1984">
                  <c:v>1.57132E-2</c:v>
                </c:pt>
                <c:pt idx="1985">
                  <c:v>1.5866499999999999E-2</c:v>
                </c:pt>
                <c:pt idx="1986">
                  <c:v>1.56863E-2</c:v>
                </c:pt>
                <c:pt idx="1987">
                  <c:v>1.5634000000000002E-2</c:v>
                </c:pt>
                <c:pt idx="1988">
                  <c:v>1.60071E-2</c:v>
                </c:pt>
                <c:pt idx="1989">
                  <c:v>1.6270799999999998E-2</c:v>
                </c:pt>
                <c:pt idx="1990">
                  <c:v>1.6429699999999998E-2</c:v>
                </c:pt>
                <c:pt idx="1991">
                  <c:v>1.64797E-2</c:v>
                </c:pt>
                <c:pt idx="1992">
                  <c:v>1.6515999999999999E-2</c:v>
                </c:pt>
                <c:pt idx="1993">
                  <c:v>1.62594E-2</c:v>
                </c:pt>
                <c:pt idx="1994">
                  <c:v>1.6456100000000001E-2</c:v>
                </c:pt>
                <c:pt idx="1995">
                  <c:v>1.64231E-2</c:v>
                </c:pt>
                <c:pt idx="1996">
                  <c:v>1.6353800000000002E-2</c:v>
                </c:pt>
                <c:pt idx="1997">
                  <c:v>1.5975899999999998E-2</c:v>
                </c:pt>
                <c:pt idx="1998">
                  <c:v>1.5993400000000001E-2</c:v>
                </c:pt>
                <c:pt idx="1999">
                  <c:v>1.6003299999999998E-2</c:v>
                </c:pt>
                <c:pt idx="2000">
                  <c:v>1.6297200000000001E-2</c:v>
                </c:pt>
                <c:pt idx="2001">
                  <c:v>1.6706100000000002E-2</c:v>
                </c:pt>
                <c:pt idx="2002">
                  <c:v>1.7889599999999999E-2</c:v>
                </c:pt>
                <c:pt idx="2003">
                  <c:v>1.8423099999999998E-2</c:v>
                </c:pt>
                <c:pt idx="2004">
                  <c:v>1.7843399999999999E-2</c:v>
                </c:pt>
                <c:pt idx="2005">
                  <c:v>1.91132E-2</c:v>
                </c:pt>
                <c:pt idx="2006">
                  <c:v>1.9023599999999998E-2</c:v>
                </c:pt>
                <c:pt idx="2007">
                  <c:v>1.9321600000000001E-2</c:v>
                </c:pt>
                <c:pt idx="2008">
                  <c:v>1.9046199999999999E-2</c:v>
                </c:pt>
                <c:pt idx="2009">
                  <c:v>2.19851E-2</c:v>
                </c:pt>
                <c:pt idx="2010">
                  <c:v>2.72406E-2</c:v>
                </c:pt>
                <c:pt idx="2011">
                  <c:v>2.8548700000000003E-2</c:v>
                </c:pt>
                <c:pt idx="2012">
                  <c:v>2.6263999999999999E-2</c:v>
                </c:pt>
                <c:pt idx="2013">
                  <c:v>1.9427400000000001E-2</c:v>
                </c:pt>
                <c:pt idx="2014">
                  <c:v>1.8843600000000002E-2</c:v>
                </c:pt>
                <c:pt idx="2015">
                  <c:v>1.91863E-2</c:v>
                </c:pt>
                <c:pt idx="2016">
                  <c:v>1.9107599999999999E-2</c:v>
                </c:pt>
                <c:pt idx="2017">
                  <c:v>1.8543399999999998E-2</c:v>
                </c:pt>
                <c:pt idx="2018">
                  <c:v>1.9317500000000001E-2</c:v>
                </c:pt>
                <c:pt idx="2019">
                  <c:v>2.2025099999999999E-2</c:v>
                </c:pt>
                <c:pt idx="2020">
                  <c:v>2.00749E-2</c:v>
                </c:pt>
                <c:pt idx="2021">
                  <c:v>2.02086E-2</c:v>
                </c:pt>
                <c:pt idx="2022">
                  <c:v>2.1697999999999999E-2</c:v>
                </c:pt>
                <c:pt idx="2023">
                  <c:v>2.1175599999999999E-2</c:v>
                </c:pt>
                <c:pt idx="2024">
                  <c:v>2.6667700000000003E-2</c:v>
                </c:pt>
                <c:pt idx="2025">
                  <c:v>2.7280900000000004E-2</c:v>
                </c:pt>
                <c:pt idx="2026">
                  <c:v>3.2667099999999998E-2</c:v>
                </c:pt>
                <c:pt idx="2027">
                  <c:v>3.3047600000000003E-2</c:v>
                </c:pt>
                <c:pt idx="2028">
                  <c:v>4.0681999999999996E-2</c:v>
                </c:pt>
                <c:pt idx="2029">
                  <c:v>4.0648500000000004E-2</c:v>
                </c:pt>
                <c:pt idx="2030">
                  <c:v>2.7996400000000001E-2</c:v>
                </c:pt>
                <c:pt idx="2031">
                  <c:v>3.1809900000000002E-2</c:v>
                </c:pt>
                <c:pt idx="2032">
                  <c:v>3.3082500000000001E-2</c:v>
                </c:pt>
                <c:pt idx="2033">
                  <c:v>3.2830399999999996E-2</c:v>
                </c:pt>
                <c:pt idx="2034">
                  <c:v>3.3082500000000001E-2</c:v>
                </c:pt>
                <c:pt idx="2035">
                  <c:v>3.6974900000000005E-2</c:v>
                </c:pt>
                <c:pt idx="2036">
                  <c:v>5.5033500000000006E-2</c:v>
                </c:pt>
                <c:pt idx="2037">
                  <c:v>5.9865999999999996E-2</c:v>
                </c:pt>
                <c:pt idx="2038">
                  <c:v>5.93669E-2</c:v>
                </c:pt>
                <c:pt idx="2039">
                  <c:v>5.5020699999999999E-2</c:v>
                </c:pt>
                <c:pt idx="2040">
                  <c:v>4.74551E-2</c:v>
                </c:pt>
                <c:pt idx="2041">
                  <c:v>3.9868099999999997E-2</c:v>
                </c:pt>
                <c:pt idx="2042">
                  <c:v>3.56444E-2</c:v>
                </c:pt>
                <c:pt idx="2043">
                  <c:v>3.1997500000000005E-2</c:v>
                </c:pt>
                <c:pt idx="2044">
                  <c:v>3.0819299999999997E-2</c:v>
                </c:pt>
                <c:pt idx="2045">
                  <c:v>2.7882999999999998E-2</c:v>
                </c:pt>
                <c:pt idx="2046">
                  <c:v>3.1162200000000001E-2</c:v>
                </c:pt>
                <c:pt idx="2047">
                  <c:v>3.3906599999999995E-2</c:v>
                </c:pt>
                <c:pt idx="2048">
                  <c:v>3.1783100000000002E-2</c:v>
                </c:pt>
                <c:pt idx="2049">
                  <c:v>3.0477899999999999E-2</c:v>
                </c:pt>
                <c:pt idx="2050">
                  <c:v>3.0551999999999999E-2</c:v>
                </c:pt>
                <c:pt idx="2051">
                  <c:v>3.5765499999999999E-2</c:v>
                </c:pt>
                <c:pt idx="2052">
                  <c:v>3.6028500000000005E-2</c:v>
                </c:pt>
                <c:pt idx="2053">
                  <c:v>3.6197199999999999E-2</c:v>
                </c:pt>
                <c:pt idx="2054">
                  <c:v>3.5789399999999999E-2</c:v>
                </c:pt>
                <c:pt idx="2055">
                  <c:v>3.7306099999999995E-2</c:v>
                </c:pt>
                <c:pt idx="2056">
                  <c:v>4.16505E-2</c:v>
                </c:pt>
                <c:pt idx="2057">
                  <c:v>4.53E-2</c:v>
                </c:pt>
                <c:pt idx="2058">
                  <c:v>4.3772600000000002E-2</c:v>
                </c:pt>
                <c:pt idx="2059">
                  <c:v>3.80741E-2</c:v>
                </c:pt>
                <c:pt idx="2060">
                  <c:v>3.4628399999999997E-2</c:v>
                </c:pt>
                <c:pt idx="2061">
                  <c:v>3.4239100000000001E-2</c:v>
                </c:pt>
                <c:pt idx="2062">
                  <c:v>3.4397000000000004E-2</c:v>
                </c:pt>
                <c:pt idx="2063">
                  <c:v>3.3049000000000002E-2</c:v>
                </c:pt>
                <c:pt idx="2064">
                  <c:v>3.6397699999999998E-2</c:v>
                </c:pt>
                <c:pt idx="2065">
                  <c:v>3.5602300000000003E-2</c:v>
                </c:pt>
                <c:pt idx="2066">
                  <c:v>3.7343400000000006E-2</c:v>
                </c:pt>
                <c:pt idx="2067">
                  <c:v>4.0320100000000005E-2</c:v>
                </c:pt>
                <c:pt idx="2068">
                  <c:v>4.1807900000000002E-2</c:v>
                </c:pt>
                <c:pt idx="2069">
                  <c:v>3.7996700000000001E-2</c:v>
                </c:pt>
                <c:pt idx="2070">
                  <c:v>3.9049E-2</c:v>
                </c:pt>
                <c:pt idx="2071">
                  <c:v>3.8129700000000002E-2</c:v>
                </c:pt>
                <c:pt idx="2072">
                  <c:v>3.7689100000000003E-2</c:v>
                </c:pt>
                <c:pt idx="2073">
                  <c:v>3.9317600000000001E-2</c:v>
                </c:pt>
                <c:pt idx="2074">
                  <c:v>4.0739299999999999E-2</c:v>
                </c:pt>
                <c:pt idx="2075">
                  <c:v>3.77638E-2</c:v>
                </c:pt>
                <c:pt idx="2076">
                  <c:v>3.3530499999999998E-2</c:v>
                </c:pt>
                <c:pt idx="2077">
                  <c:v>3.2414199999999997E-2</c:v>
                </c:pt>
                <c:pt idx="2078">
                  <c:v>3.1340699999999999E-2</c:v>
                </c:pt>
                <c:pt idx="2079">
                  <c:v>3.1322900000000001E-2</c:v>
                </c:pt>
                <c:pt idx="2080">
                  <c:v>3.1559699999999996E-2</c:v>
                </c:pt>
                <c:pt idx="2081">
                  <c:v>3.1559699999999996E-2</c:v>
                </c:pt>
                <c:pt idx="2082">
                  <c:v>3.1559699999999996E-2</c:v>
                </c:pt>
                <c:pt idx="2083">
                  <c:v>3.1559699999999996E-2</c:v>
                </c:pt>
                <c:pt idx="2084">
                  <c:v>3.1082499999999999E-2</c:v>
                </c:pt>
                <c:pt idx="2085">
                  <c:v>3.1039600000000001E-2</c:v>
                </c:pt>
                <c:pt idx="2086">
                  <c:v>3.0917500000000001E-2</c:v>
                </c:pt>
                <c:pt idx="2087">
                  <c:v>3.0917500000000001E-2</c:v>
                </c:pt>
                <c:pt idx="2088">
                  <c:v>3.0917500000000001E-2</c:v>
                </c:pt>
                <c:pt idx="2089">
                  <c:v>3.0154300000000002E-2</c:v>
                </c:pt>
                <c:pt idx="2090">
                  <c:v>2.98462E-2</c:v>
                </c:pt>
                <c:pt idx="2091">
                  <c:v>3.0871800000000001E-2</c:v>
                </c:pt>
                <c:pt idx="2092">
                  <c:v>3.21853E-2</c:v>
                </c:pt>
                <c:pt idx="2093">
                  <c:v>3.1759900000000001E-2</c:v>
                </c:pt>
                <c:pt idx="2094">
                  <c:v>3.3058400000000002E-2</c:v>
                </c:pt>
                <c:pt idx="2095">
                  <c:v>3.3600499999999998E-2</c:v>
                </c:pt>
                <c:pt idx="2096">
                  <c:v>3.5479700000000003E-2</c:v>
                </c:pt>
                <c:pt idx="2097">
                  <c:v>3.5792399999999995E-2</c:v>
                </c:pt>
                <c:pt idx="2098">
                  <c:v>3.3706099999999996E-2</c:v>
                </c:pt>
                <c:pt idx="2099">
                  <c:v>3.3217500000000004E-2</c:v>
                </c:pt>
                <c:pt idx="2100">
                  <c:v>3.6381299999999998E-2</c:v>
                </c:pt>
                <c:pt idx="2101">
                  <c:v>3.6999499999999998E-2</c:v>
                </c:pt>
                <c:pt idx="2102">
                  <c:v>3.68425E-2</c:v>
                </c:pt>
                <c:pt idx="2103">
                  <c:v>3.5905099999999995E-2</c:v>
                </c:pt>
                <c:pt idx="2104">
                  <c:v>3.45952E-2</c:v>
                </c:pt>
                <c:pt idx="2105">
                  <c:v>3.5499999999999997E-2</c:v>
                </c:pt>
                <c:pt idx="2106">
                  <c:v>3.4036799999999999E-2</c:v>
                </c:pt>
                <c:pt idx="2107">
                  <c:v>3.5799999999999998E-2</c:v>
                </c:pt>
                <c:pt idx="2108">
                  <c:v>3.6985000000000004E-2</c:v>
                </c:pt>
                <c:pt idx="2109">
                  <c:v>3.7966699999999999E-2</c:v>
                </c:pt>
                <c:pt idx="2110">
                  <c:v>3.8251E-2</c:v>
                </c:pt>
                <c:pt idx="2111">
                  <c:v>4.0866699999999999E-2</c:v>
                </c:pt>
                <c:pt idx="2112">
                  <c:v>4.1126200000000002E-2</c:v>
                </c:pt>
                <c:pt idx="2113">
                  <c:v>3.8294999999999996E-2</c:v>
                </c:pt>
                <c:pt idx="2114">
                  <c:v>3.7666699999999997E-2</c:v>
                </c:pt>
                <c:pt idx="2115">
                  <c:v>4.1000000000000002E-2</c:v>
                </c:pt>
                <c:pt idx="2116">
                  <c:v>4.1986000000000002E-2</c:v>
                </c:pt>
                <c:pt idx="2117">
                  <c:v>4.4363E-2</c:v>
                </c:pt>
                <c:pt idx="2118">
                  <c:v>4.3264799999999999E-2</c:v>
                </c:pt>
                <c:pt idx="2119">
                  <c:v>4.4006499999999997E-2</c:v>
                </c:pt>
                <c:pt idx="2120">
                  <c:v>4.6231000000000001E-2</c:v>
                </c:pt>
                <c:pt idx="2121">
                  <c:v>4.4699999999999997E-2</c:v>
                </c:pt>
                <c:pt idx="2122">
                  <c:v>4.51195E-2</c:v>
                </c:pt>
                <c:pt idx="2123">
                  <c:v>4.7134800000000004E-2</c:v>
                </c:pt>
                <c:pt idx="2124">
                  <c:v>4.8433300000000006E-2</c:v>
                </c:pt>
                <c:pt idx="2125">
                  <c:v>4.6100000000000002E-2</c:v>
                </c:pt>
                <c:pt idx="2126">
                  <c:v>4.63224E-2</c:v>
                </c:pt>
                <c:pt idx="2127">
                  <c:v>4.64667E-2</c:v>
                </c:pt>
                <c:pt idx="2128">
                  <c:v>4.7322000000000003E-2</c:v>
                </c:pt>
                <c:pt idx="2129">
                  <c:v>4.9399999999999999E-2</c:v>
                </c:pt>
                <c:pt idx="2130">
                  <c:v>4.8717799999999999E-2</c:v>
                </c:pt>
                <c:pt idx="2131">
                  <c:v>4.7399999999999998E-2</c:v>
                </c:pt>
                <c:pt idx="2132">
                  <c:v>4.9233300000000001E-2</c:v>
                </c:pt>
                <c:pt idx="2133">
                  <c:v>4.9199199999999998E-2</c:v>
                </c:pt>
                <c:pt idx="2134">
                  <c:v>4.9801499999999999E-2</c:v>
                </c:pt>
                <c:pt idx="2135">
                  <c:v>4.7015499999999995E-2</c:v>
                </c:pt>
                <c:pt idx="2136">
                  <c:v>4.6399999999999997E-2</c:v>
                </c:pt>
                <c:pt idx="2137">
                  <c:v>4.4839999999999998E-2</c:v>
                </c:pt>
                <c:pt idx="2138">
                  <c:v>4.3656899999999998E-2</c:v>
                </c:pt>
                <c:pt idx="2139">
                  <c:v>4.2182699999999997E-2</c:v>
                </c:pt>
                <c:pt idx="2140">
                  <c:v>4.2430700000000002E-2</c:v>
                </c:pt>
                <c:pt idx="2141">
                  <c:v>4.18667E-2</c:v>
                </c:pt>
                <c:pt idx="2142">
                  <c:v>4.1512500000000001E-2</c:v>
                </c:pt>
                <c:pt idx="2143">
                  <c:v>4.2291099999999998E-2</c:v>
                </c:pt>
                <c:pt idx="2144">
                  <c:v>4.0087400000000002E-2</c:v>
                </c:pt>
                <c:pt idx="2145">
                  <c:v>4.1366300000000002E-2</c:v>
                </c:pt>
                <c:pt idx="2146">
                  <c:v>4.0179399999999997E-2</c:v>
                </c:pt>
                <c:pt idx="2147">
                  <c:v>3.8266700000000001E-2</c:v>
                </c:pt>
                <c:pt idx="2148">
                  <c:v>3.88955E-2</c:v>
                </c:pt>
                <c:pt idx="2149">
                  <c:v>4.1333300000000003E-2</c:v>
                </c:pt>
                <c:pt idx="2150">
                  <c:v>4.0044099999999999E-2</c:v>
                </c:pt>
                <c:pt idx="2151">
                  <c:v>3.9291899999999998E-2</c:v>
                </c:pt>
                <c:pt idx="2152">
                  <c:v>3.6897000000000006E-2</c:v>
                </c:pt>
                <c:pt idx="2153">
                  <c:v>3.4666000000000002E-2</c:v>
                </c:pt>
                <c:pt idx="2154">
                  <c:v>3.4977100000000004E-2</c:v>
                </c:pt>
                <c:pt idx="2155">
                  <c:v>3.5374999999999997E-2</c:v>
                </c:pt>
                <c:pt idx="2156">
                  <c:v>3.38667E-2</c:v>
                </c:pt>
                <c:pt idx="2157">
                  <c:v>3.2390800000000004E-2</c:v>
                </c:pt>
                <c:pt idx="2158">
                  <c:v>3.2557599999999999E-2</c:v>
                </c:pt>
                <c:pt idx="2159">
                  <c:v>3.27934E-2</c:v>
                </c:pt>
                <c:pt idx="2160">
                  <c:v>3.1919000000000003E-2</c:v>
                </c:pt>
                <c:pt idx="2161">
                  <c:v>3.19469E-2</c:v>
                </c:pt>
                <c:pt idx="2162">
                  <c:v>3.1233300000000002E-2</c:v>
                </c:pt>
                <c:pt idx="2163">
                  <c:v>3.1343099999999999E-2</c:v>
                </c:pt>
                <c:pt idx="2164">
                  <c:v>3.3266699999999996E-2</c:v>
                </c:pt>
                <c:pt idx="2165">
                  <c:v>3.22063E-2</c:v>
                </c:pt>
                <c:pt idx="2166">
                  <c:v>3.2714299999999995E-2</c:v>
                </c:pt>
                <c:pt idx="2167">
                  <c:v>3.2179700000000006E-2</c:v>
                </c:pt>
                <c:pt idx="2168">
                  <c:v>3.1209699999999996E-2</c:v>
                </c:pt>
                <c:pt idx="2169">
                  <c:v>3.2530900000000001E-2</c:v>
                </c:pt>
                <c:pt idx="2170">
                  <c:v>3.2022800000000004E-2</c:v>
                </c:pt>
                <c:pt idx="2171">
                  <c:v>3.0292099999999999E-2</c:v>
                </c:pt>
                <c:pt idx="2172">
                  <c:v>3.0345100000000003E-2</c:v>
                </c:pt>
                <c:pt idx="2173">
                  <c:v>3.0320800000000002E-2</c:v>
                </c:pt>
                <c:pt idx="2174">
                  <c:v>2.8994200000000001E-2</c:v>
                </c:pt>
                <c:pt idx="2175">
                  <c:v>2.7055399999999997E-2</c:v>
                </c:pt>
                <c:pt idx="2176">
                  <c:v>2.4799999999999999E-2</c:v>
                </c:pt>
                <c:pt idx="2177">
                  <c:v>2.3800000000000002E-2</c:v>
                </c:pt>
                <c:pt idx="2178">
                  <c:v>2.40906E-2</c:v>
                </c:pt>
                <c:pt idx="2179">
                  <c:v>2.5289800000000001E-2</c:v>
                </c:pt>
                <c:pt idx="2180">
                  <c:v>2.5366699999999999E-2</c:v>
                </c:pt>
                <c:pt idx="2181">
                  <c:v>2.6200000000000001E-2</c:v>
                </c:pt>
                <c:pt idx="2182">
                  <c:v>2.5600000000000001E-2</c:v>
                </c:pt>
                <c:pt idx="2183">
                  <c:v>2.5557799999999999E-2</c:v>
                </c:pt>
                <c:pt idx="2184">
                  <c:v>2.4400000000000002E-2</c:v>
                </c:pt>
                <c:pt idx="2185">
                  <c:v>2.3290999999999999E-2</c:v>
                </c:pt>
                <c:pt idx="2186">
                  <c:v>2.2578399999999998E-2</c:v>
                </c:pt>
                <c:pt idx="2187">
                  <c:v>2.3566699999999999E-2</c:v>
                </c:pt>
                <c:pt idx="2188">
                  <c:v>2.3735200000000001E-2</c:v>
                </c:pt>
                <c:pt idx="2189">
                  <c:v>2.3621299999999998E-2</c:v>
                </c:pt>
                <c:pt idx="2190">
                  <c:v>2.2833300000000001E-2</c:v>
                </c:pt>
                <c:pt idx="2191">
                  <c:v>2.3037999999999999E-2</c:v>
                </c:pt>
                <c:pt idx="2192">
                  <c:v>2.2776299999999999E-2</c:v>
                </c:pt>
                <c:pt idx="2193">
                  <c:v>2.2106000000000001E-2</c:v>
                </c:pt>
                <c:pt idx="2194">
                  <c:v>2.0841800000000001E-2</c:v>
                </c:pt>
                <c:pt idx="2195">
                  <c:v>2.07934E-2</c:v>
                </c:pt>
                <c:pt idx="2196">
                  <c:v>2.1453E-2</c:v>
                </c:pt>
                <c:pt idx="2197">
                  <c:v>2.0982300000000002E-2</c:v>
                </c:pt>
                <c:pt idx="2198">
                  <c:v>2.0408600000000002E-2</c:v>
                </c:pt>
                <c:pt idx="2199">
                  <c:v>2.0875700000000001E-2</c:v>
                </c:pt>
                <c:pt idx="2200">
                  <c:v>2.0359499999999999E-2</c:v>
                </c:pt>
                <c:pt idx="2201">
                  <c:v>2.0703599999999999E-2</c:v>
                </c:pt>
                <c:pt idx="2202">
                  <c:v>2.0742099999999999E-2</c:v>
                </c:pt>
                <c:pt idx="2203">
                  <c:v>2.0779099999999998E-2</c:v>
                </c:pt>
                <c:pt idx="2204">
                  <c:v>2.1305500000000002E-2</c:v>
                </c:pt>
                <c:pt idx="2205">
                  <c:v>2.2141300000000003E-2</c:v>
                </c:pt>
                <c:pt idx="2206">
                  <c:v>2.2889300000000001E-2</c:v>
                </c:pt>
                <c:pt idx="2207">
                  <c:v>2.2488299999999999E-2</c:v>
                </c:pt>
                <c:pt idx="2208">
                  <c:v>2.2531499999999999E-2</c:v>
                </c:pt>
                <c:pt idx="2209">
                  <c:v>2.4205899999999999E-2</c:v>
                </c:pt>
                <c:pt idx="2210">
                  <c:v>2.37898E-2</c:v>
                </c:pt>
                <c:pt idx="2211">
                  <c:v>2.2371199999999997E-2</c:v>
                </c:pt>
                <c:pt idx="2212">
                  <c:v>2.1920800000000001E-2</c:v>
                </c:pt>
                <c:pt idx="2213">
                  <c:v>2.13759E-2</c:v>
                </c:pt>
                <c:pt idx="2214">
                  <c:v>2.0577099999999997E-2</c:v>
                </c:pt>
                <c:pt idx="2215">
                  <c:v>2.03699E-2</c:v>
                </c:pt>
                <c:pt idx="2216">
                  <c:v>2.00713E-2</c:v>
                </c:pt>
                <c:pt idx="2217">
                  <c:v>2.0644599999999999E-2</c:v>
                </c:pt>
                <c:pt idx="2218">
                  <c:v>2.0598500000000002E-2</c:v>
                </c:pt>
                <c:pt idx="2219">
                  <c:v>2.07992E-2</c:v>
                </c:pt>
                <c:pt idx="2220">
                  <c:v>2.1816700000000001E-2</c:v>
                </c:pt>
                <c:pt idx="2221">
                  <c:v>2.2698199999999998E-2</c:v>
                </c:pt>
                <c:pt idx="2222">
                  <c:v>2.23E-2</c:v>
                </c:pt>
                <c:pt idx="2223">
                  <c:v>2.2631499999999999E-2</c:v>
                </c:pt>
                <c:pt idx="2224">
                  <c:v>2.2368300000000001E-2</c:v>
                </c:pt>
                <c:pt idx="2225">
                  <c:v>2.2289900000000001E-2</c:v>
                </c:pt>
                <c:pt idx="2226">
                  <c:v>2.1631000000000001E-2</c:v>
                </c:pt>
                <c:pt idx="2227">
                  <c:v>2.12415E-2</c:v>
                </c:pt>
                <c:pt idx="2228">
                  <c:v>2.0755300000000001E-2</c:v>
                </c:pt>
                <c:pt idx="2229">
                  <c:v>2.02846E-2</c:v>
                </c:pt>
                <c:pt idx="2230">
                  <c:v>1.93498E-2</c:v>
                </c:pt>
                <c:pt idx="2231">
                  <c:v>1.96221E-2</c:v>
                </c:pt>
                <c:pt idx="2232">
                  <c:v>1.7806900000000001E-2</c:v>
                </c:pt>
                <c:pt idx="2233">
                  <c:v>1.8049799999999998E-2</c:v>
                </c:pt>
                <c:pt idx="2234">
                  <c:v>1.71824E-2</c:v>
                </c:pt>
                <c:pt idx="2235">
                  <c:v>1.7199300000000001E-2</c:v>
                </c:pt>
                <c:pt idx="2236">
                  <c:v>1.80705E-2</c:v>
                </c:pt>
                <c:pt idx="2237">
                  <c:v>1.7482299999999999E-2</c:v>
                </c:pt>
                <c:pt idx="2238">
                  <c:v>1.7177500000000002E-2</c:v>
                </c:pt>
                <c:pt idx="2239">
                  <c:v>1.5177299999999999E-2</c:v>
                </c:pt>
                <c:pt idx="2240">
                  <c:v>1.5211799999999999E-2</c:v>
                </c:pt>
                <c:pt idx="2241">
                  <c:v>1.5020799999999999E-2</c:v>
                </c:pt>
                <c:pt idx="2242">
                  <c:v>1.55981E-2</c:v>
                </c:pt>
                <c:pt idx="2243">
                  <c:v>1.4500000000000001E-2</c:v>
                </c:pt>
                <c:pt idx="2244">
                  <c:v>1.4922100000000001E-2</c:v>
                </c:pt>
                <c:pt idx="2245">
                  <c:v>1.6036600000000002E-2</c:v>
                </c:pt>
                <c:pt idx="2246">
                  <c:v>1.6019100000000001E-2</c:v>
                </c:pt>
                <c:pt idx="2247">
                  <c:v>1.59335E-2</c:v>
                </c:pt>
                <c:pt idx="2248">
                  <c:v>1.6367E-2</c:v>
                </c:pt>
                <c:pt idx="2249">
                  <c:v>1.69424E-2</c:v>
                </c:pt>
                <c:pt idx="2250">
                  <c:v>1.6237499999999998E-2</c:v>
                </c:pt>
                <c:pt idx="2251">
                  <c:v>1.6674399999999999E-2</c:v>
                </c:pt>
                <c:pt idx="2252">
                  <c:v>1.63196E-2</c:v>
                </c:pt>
                <c:pt idx="2253">
                  <c:v>1.5785499999999997E-2</c:v>
                </c:pt>
                <c:pt idx="2254">
                  <c:v>1.5507099999999999E-2</c:v>
                </c:pt>
                <c:pt idx="2255">
                  <c:v>1.5597399999999999E-2</c:v>
                </c:pt>
                <c:pt idx="2256">
                  <c:v>1.62284E-2</c:v>
                </c:pt>
                <c:pt idx="2257">
                  <c:v>1.6324999999999999E-2</c:v>
                </c:pt>
                <c:pt idx="2258">
                  <c:v>1.64084E-2</c:v>
                </c:pt>
                <c:pt idx="2259">
                  <c:v>1.70207E-2</c:v>
                </c:pt>
                <c:pt idx="2260">
                  <c:v>1.78444E-2</c:v>
                </c:pt>
                <c:pt idx="2261">
                  <c:v>1.7562000000000001E-2</c:v>
                </c:pt>
                <c:pt idx="2262">
                  <c:v>1.6654200000000001E-2</c:v>
                </c:pt>
                <c:pt idx="2263">
                  <c:v>1.6216000000000001E-2</c:v>
                </c:pt>
                <c:pt idx="2264">
                  <c:v>1.6277400000000001E-2</c:v>
                </c:pt>
                <c:pt idx="2265">
                  <c:v>1.54834E-2</c:v>
                </c:pt>
                <c:pt idx="2266">
                  <c:v>1.5562000000000001E-2</c:v>
                </c:pt>
                <c:pt idx="2267">
                  <c:v>1.5247E-2</c:v>
                </c:pt>
                <c:pt idx="2268">
                  <c:v>1.5442099999999999E-2</c:v>
                </c:pt>
                <c:pt idx="2269">
                  <c:v>1.49511E-2</c:v>
                </c:pt>
                <c:pt idx="2270">
                  <c:v>1.46578E-2</c:v>
                </c:pt>
                <c:pt idx="2271">
                  <c:v>1.36875E-2</c:v>
                </c:pt>
                <c:pt idx="2272">
                  <c:v>1.3980099999999999E-2</c:v>
                </c:pt>
                <c:pt idx="2273">
                  <c:v>1.4431399999999999E-2</c:v>
                </c:pt>
                <c:pt idx="2274">
                  <c:v>1.5028E-2</c:v>
                </c:pt>
                <c:pt idx="2275">
                  <c:v>1.46102E-2</c:v>
                </c:pt>
                <c:pt idx="2276">
                  <c:v>1.50095E-2</c:v>
                </c:pt>
                <c:pt idx="2277">
                  <c:v>1.57214E-2</c:v>
                </c:pt>
                <c:pt idx="2278">
                  <c:v>1.60714E-2</c:v>
                </c:pt>
                <c:pt idx="2279">
                  <c:v>1.5913099999999999E-2</c:v>
                </c:pt>
                <c:pt idx="2280">
                  <c:v>1.5754900000000002E-2</c:v>
                </c:pt>
                <c:pt idx="2281">
                  <c:v>1.5416800000000001E-2</c:v>
                </c:pt>
                <c:pt idx="2282">
                  <c:v>1.63711E-2</c:v>
                </c:pt>
                <c:pt idx="2283">
                  <c:v>1.6211E-2</c:v>
                </c:pt>
                <c:pt idx="2284">
                  <c:v>1.52119E-2</c:v>
                </c:pt>
                <c:pt idx="2285">
                  <c:v>1.4472800000000001E-2</c:v>
                </c:pt>
                <c:pt idx="2286">
                  <c:v>1.50031E-2</c:v>
                </c:pt>
                <c:pt idx="2287">
                  <c:v>1.45918E-2</c:v>
                </c:pt>
                <c:pt idx="2288">
                  <c:v>1.4166100000000001E-2</c:v>
                </c:pt>
                <c:pt idx="2289">
                  <c:v>1.43655E-2</c:v>
                </c:pt>
                <c:pt idx="2290">
                  <c:v>1.4488999999999998E-2</c:v>
                </c:pt>
                <c:pt idx="2291">
                  <c:v>1.4117300000000001E-2</c:v>
                </c:pt>
                <c:pt idx="2292">
                  <c:v>1.4466700000000001E-2</c:v>
                </c:pt>
                <c:pt idx="2293">
                  <c:v>1.4695E-2</c:v>
                </c:pt>
                <c:pt idx="2294">
                  <c:v>1.4553100000000001E-2</c:v>
                </c:pt>
                <c:pt idx="2295">
                  <c:v>1.5045300000000001E-2</c:v>
                </c:pt>
                <c:pt idx="2296">
                  <c:v>1.6056000000000001E-2</c:v>
                </c:pt>
                <c:pt idx="2297">
                  <c:v>1.5738499999999999E-2</c:v>
                </c:pt>
                <c:pt idx="2298">
                  <c:v>1.5981800000000001E-2</c:v>
                </c:pt>
                <c:pt idx="2299">
                  <c:v>1.71509E-2</c:v>
                </c:pt>
                <c:pt idx="2300">
                  <c:v>1.73811E-2</c:v>
                </c:pt>
                <c:pt idx="2301">
                  <c:v>1.7884899999999999E-2</c:v>
                </c:pt>
                <c:pt idx="2302">
                  <c:v>1.6302000000000001E-2</c:v>
                </c:pt>
                <c:pt idx="2303">
                  <c:v>1.6779200000000001E-2</c:v>
                </c:pt>
                <c:pt idx="2304">
                  <c:v>1.67203E-2</c:v>
                </c:pt>
                <c:pt idx="2305">
                  <c:v>1.7036799999999998E-2</c:v>
                </c:pt>
                <c:pt idx="2306">
                  <c:v>1.6321799999999997E-2</c:v>
                </c:pt>
                <c:pt idx="2307">
                  <c:v>1.6075899999999997E-2</c:v>
                </c:pt>
                <c:pt idx="2308">
                  <c:v>1.5704300000000001E-2</c:v>
                </c:pt>
                <c:pt idx="2309">
                  <c:v>1.4438100000000001E-2</c:v>
                </c:pt>
                <c:pt idx="2310">
                  <c:v>1.4590100000000002E-2</c:v>
                </c:pt>
                <c:pt idx="2311">
                  <c:v>1.45168E-2</c:v>
                </c:pt>
                <c:pt idx="2312">
                  <c:v>1.5016499999999999E-2</c:v>
                </c:pt>
                <c:pt idx="2313">
                  <c:v>1.49219E-2</c:v>
                </c:pt>
                <c:pt idx="2314">
                  <c:v>1.4461600000000002E-2</c:v>
                </c:pt>
                <c:pt idx="2315">
                  <c:v>1.46333E-2</c:v>
                </c:pt>
                <c:pt idx="2316">
                  <c:v>1.45363E-2</c:v>
                </c:pt>
                <c:pt idx="2317">
                  <c:v>1.4899500000000001E-2</c:v>
                </c:pt>
                <c:pt idx="2318">
                  <c:v>1.49496E-2</c:v>
                </c:pt>
                <c:pt idx="2319">
                  <c:v>1.48352E-2</c:v>
                </c:pt>
                <c:pt idx="2320">
                  <c:v>1.48483E-2</c:v>
                </c:pt>
                <c:pt idx="2321">
                  <c:v>1.4386099999999999E-2</c:v>
                </c:pt>
                <c:pt idx="2322">
                  <c:v>1.4416999999999999E-2</c:v>
                </c:pt>
                <c:pt idx="2323">
                  <c:v>1.53083E-2</c:v>
                </c:pt>
                <c:pt idx="2324">
                  <c:v>1.5381800000000001E-2</c:v>
                </c:pt>
                <c:pt idx="2325">
                  <c:v>1.4445299999999999E-2</c:v>
                </c:pt>
                <c:pt idx="2326">
                  <c:v>1.4483299999999999E-2</c:v>
                </c:pt>
                <c:pt idx="2327">
                  <c:v>1.4924399999999999E-2</c:v>
                </c:pt>
                <c:pt idx="2328">
                  <c:v>1.45118E-2</c:v>
                </c:pt>
                <c:pt idx="2329">
                  <c:v>1.4496100000000001E-2</c:v>
                </c:pt>
                <c:pt idx="2330">
                  <c:v>1.48541E-2</c:v>
                </c:pt>
                <c:pt idx="2331">
                  <c:v>1.5189599999999999E-2</c:v>
                </c:pt>
                <c:pt idx="2332">
                  <c:v>1.5020199999999999E-2</c:v>
                </c:pt>
                <c:pt idx="2333">
                  <c:v>1.4903E-2</c:v>
                </c:pt>
                <c:pt idx="2334">
                  <c:v>1.4618700000000002E-2</c:v>
                </c:pt>
                <c:pt idx="2335">
                  <c:v>1.43698E-2</c:v>
                </c:pt>
                <c:pt idx="2336">
                  <c:v>1.46032E-2</c:v>
                </c:pt>
                <c:pt idx="2337">
                  <c:v>1.5089099999999999E-2</c:v>
                </c:pt>
                <c:pt idx="2338">
                  <c:v>1.47662E-2</c:v>
                </c:pt>
                <c:pt idx="2339">
                  <c:v>1.4578800000000001E-2</c:v>
                </c:pt>
                <c:pt idx="2340">
                  <c:v>1.4160499999999999E-2</c:v>
                </c:pt>
                <c:pt idx="2341">
                  <c:v>1.4314199999999999E-2</c:v>
                </c:pt>
                <c:pt idx="2342">
                  <c:v>1.4324000000000002E-2</c:v>
                </c:pt>
                <c:pt idx="2343">
                  <c:v>1.4206700000000001E-2</c:v>
                </c:pt>
                <c:pt idx="2344">
                  <c:v>1.4260200000000001E-2</c:v>
                </c:pt>
                <c:pt idx="2345">
                  <c:v>1.4279400000000001E-2</c:v>
                </c:pt>
                <c:pt idx="2346">
                  <c:v>1.4239099999999999E-2</c:v>
                </c:pt>
                <c:pt idx="2347">
                  <c:v>1.42942E-2</c:v>
                </c:pt>
                <c:pt idx="2348">
                  <c:v>1.43269E-2</c:v>
                </c:pt>
                <c:pt idx="2349">
                  <c:v>1.3459200000000001E-2</c:v>
                </c:pt>
                <c:pt idx="2350">
                  <c:v>1.34702E-2</c:v>
                </c:pt>
                <c:pt idx="2351">
                  <c:v>1.3349700000000001E-2</c:v>
                </c:pt>
                <c:pt idx="2352">
                  <c:v>1.3278399999999999E-2</c:v>
                </c:pt>
                <c:pt idx="2353">
                  <c:v>1.3186400000000001E-2</c:v>
                </c:pt>
                <c:pt idx="2354">
                  <c:v>1.3192500000000001E-2</c:v>
                </c:pt>
                <c:pt idx="2355">
                  <c:v>1.3514699999999999E-2</c:v>
                </c:pt>
                <c:pt idx="2356">
                  <c:v>1.3417699999999999E-2</c:v>
                </c:pt>
                <c:pt idx="2357">
                  <c:v>1.3913499999999999E-2</c:v>
                </c:pt>
                <c:pt idx="2358">
                  <c:v>1.4472800000000001E-2</c:v>
                </c:pt>
                <c:pt idx="2359">
                  <c:v>1.45416E-2</c:v>
                </c:pt>
                <c:pt idx="2360">
                  <c:v>1.4185E-2</c:v>
                </c:pt>
                <c:pt idx="2361">
                  <c:v>1.4492500000000002E-2</c:v>
                </c:pt>
                <c:pt idx="2362">
                  <c:v>1.5462500000000001E-2</c:v>
                </c:pt>
                <c:pt idx="2363">
                  <c:v>1.5877799999999997E-2</c:v>
                </c:pt>
                <c:pt idx="2364">
                  <c:v>1.5143E-2</c:v>
                </c:pt>
                <c:pt idx="2365">
                  <c:v>1.5891499999999999E-2</c:v>
                </c:pt>
                <c:pt idx="2366">
                  <c:v>1.62968E-2</c:v>
                </c:pt>
                <c:pt idx="2367">
                  <c:v>1.6730999999999999E-2</c:v>
                </c:pt>
                <c:pt idx="2368">
                  <c:v>1.68168E-2</c:v>
                </c:pt>
                <c:pt idx="2369">
                  <c:v>1.6490600000000001E-2</c:v>
                </c:pt>
                <c:pt idx="2370">
                  <c:v>1.6327299999999999E-2</c:v>
                </c:pt>
                <c:pt idx="2371">
                  <c:v>1.6553399999999999E-2</c:v>
                </c:pt>
                <c:pt idx="2372">
                  <c:v>1.7804E-2</c:v>
                </c:pt>
                <c:pt idx="2373">
                  <c:v>1.77006E-2</c:v>
                </c:pt>
                <c:pt idx="2374">
                  <c:v>1.8263999999999999E-2</c:v>
                </c:pt>
                <c:pt idx="2375">
                  <c:v>1.7329499999999998E-2</c:v>
                </c:pt>
                <c:pt idx="2376">
                  <c:v>1.68723E-2</c:v>
                </c:pt>
                <c:pt idx="2377">
                  <c:v>1.6332599999999999E-2</c:v>
                </c:pt>
                <c:pt idx="2378">
                  <c:v>1.6709999999999999E-2</c:v>
                </c:pt>
                <c:pt idx="2379">
                  <c:v>1.6710699999999998E-2</c:v>
                </c:pt>
                <c:pt idx="2380">
                  <c:v>1.62811E-2</c:v>
                </c:pt>
                <c:pt idx="2381">
                  <c:v>1.6364500000000001E-2</c:v>
                </c:pt>
                <c:pt idx="2382">
                  <c:v>1.62735E-2</c:v>
                </c:pt>
                <c:pt idx="2383">
                  <c:v>1.5923300000000001E-2</c:v>
                </c:pt>
                <c:pt idx="2384">
                  <c:v>1.5669200000000001E-2</c:v>
                </c:pt>
                <c:pt idx="2385">
                  <c:v>1.6120599999999999E-2</c:v>
                </c:pt>
                <c:pt idx="2386">
                  <c:v>1.5989400000000001E-2</c:v>
                </c:pt>
                <c:pt idx="2387">
                  <c:v>1.58633E-2</c:v>
                </c:pt>
                <c:pt idx="2388">
                  <c:v>1.56992E-2</c:v>
                </c:pt>
                <c:pt idx="2389">
                  <c:v>1.5354900000000001E-2</c:v>
                </c:pt>
                <c:pt idx="2390">
                  <c:v>1.52739E-2</c:v>
                </c:pt>
                <c:pt idx="2391">
                  <c:v>1.5302199999999998E-2</c:v>
                </c:pt>
                <c:pt idx="2392">
                  <c:v>1.5115E-2</c:v>
                </c:pt>
                <c:pt idx="2393">
                  <c:v>1.46178E-2</c:v>
                </c:pt>
                <c:pt idx="2394">
                  <c:v>1.4175100000000001E-2</c:v>
                </c:pt>
                <c:pt idx="2395">
                  <c:v>1.40102E-2</c:v>
                </c:pt>
                <c:pt idx="2396">
                  <c:v>1.4041399999999999E-2</c:v>
                </c:pt>
                <c:pt idx="2397">
                  <c:v>1.3775899999999999E-2</c:v>
                </c:pt>
                <c:pt idx="2398">
                  <c:v>1.3795699999999999E-2</c:v>
                </c:pt>
                <c:pt idx="2399">
                  <c:v>1.4035499999999999E-2</c:v>
                </c:pt>
                <c:pt idx="2400">
                  <c:v>1.3901499999999999E-2</c:v>
                </c:pt>
                <c:pt idx="2401">
                  <c:v>1.3641800000000001E-2</c:v>
                </c:pt>
                <c:pt idx="2402">
                  <c:v>1.3611400000000001E-2</c:v>
                </c:pt>
                <c:pt idx="2403">
                  <c:v>1.39469E-2</c:v>
                </c:pt>
                <c:pt idx="2404">
                  <c:v>1.43984E-2</c:v>
                </c:pt>
                <c:pt idx="2405">
                  <c:v>1.4425E-2</c:v>
                </c:pt>
                <c:pt idx="2406">
                  <c:v>1.4756700000000001E-2</c:v>
                </c:pt>
                <c:pt idx="2407">
                  <c:v>1.4843299999999999E-2</c:v>
                </c:pt>
                <c:pt idx="2408">
                  <c:v>1.5237100000000002E-2</c:v>
                </c:pt>
                <c:pt idx="2409">
                  <c:v>1.5233600000000002E-2</c:v>
                </c:pt>
                <c:pt idx="2410">
                  <c:v>1.4953200000000002E-2</c:v>
                </c:pt>
                <c:pt idx="2411">
                  <c:v>1.50096E-2</c:v>
                </c:pt>
                <c:pt idx="2412">
                  <c:v>1.4648900000000001E-2</c:v>
                </c:pt>
                <c:pt idx="2413">
                  <c:v>1.4543899999999998E-2</c:v>
                </c:pt>
                <c:pt idx="2414">
                  <c:v>1.3965399999999999E-2</c:v>
                </c:pt>
                <c:pt idx="2415">
                  <c:v>1.4090299999999998E-2</c:v>
                </c:pt>
                <c:pt idx="2416">
                  <c:v>1.4279499999999999E-2</c:v>
                </c:pt>
                <c:pt idx="2417">
                  <c:v>1.4218600000000001E-2</c:v>
                </c:pt>
                <c:pt idx="2418">
                  <c:v>1.40333E-2</c:v>
                </c:pt>
                <c:pt idx="2419">
                  <c:v>1.36464E-2</c:v>
                </c:pt>
                <c:pt idx="2420">
                  <c:v>1.3457499999999999E-2</c:v>
                </c:pt>
                <c:pt idx="2421">
                  <c:v>1.3133300000000001E-2</c:v>
                </c:pt>
                <c:pt idx="2422">
                  <c:v>1.2461700000000001E-2</c:v>
                </c:pt>
                <c:pt idx="2423">
                  <c:v>1.3047700000000001E-2</c:v>
                </c:pt>
                <c:pt idx="2424">
                  <c:v>1.3033699999999999E-2</c:v>
                </c:pt>
                <c:pt idx="2425">
                  <c:v>1.27625E-2</c:v>
                </c:pt>
                <c:pt idx="2426">
                  <c:v>1.2912399999999999E-2</c:v>
                </c:pt>
                <c:pt idx="2427">
                  <c:v>1.32891E-2</c:v>
                </c:pt>
                <c:pt idx="2428">
                  <c:v>1.3329599999999999E-2</c:v>
                </c:pt>
                <c:pt idx="2429">
                  <c:v>1.3636000000000001E-2</c:v>
                </c:pt>
                <c:pt idx="2430">
                  <c:v>1.4870099999999999E-2</c:v>
                </c:pt>
                <c:pt idx="2431">
                  <c:v>1.4551499999999998E-2</c:v>
                </c:pt>
                <c:pt idx="2432">
                  <c:v>1.4175E-2</c:v>
                </c:pt>
                <c:pt idx="2433">
                  <c:v>1.4615000000000001E-2</c:v>
                </c:pt>
                <c:pt idx="2434">
                  <c:v>1.4181000000000001E-2</c:v>
                </c:pt>
                <c:pt idx="2435">
                  <c:v>1.5422900000000002E-2</c:v>
                </c:pt>
                <c:pt idx="2436">
                  <c:v>1.62233E-2</c:v>
                </c:pt>
                <c:pt idx="2437">
                  <c:v>1.8271199999999998E-2</c:v>
                </c:pt>
                <c:pt idx="2438">
                  <c:v>1.8228299999999999E-2</c:v>
                </c:pt>
                <c:pt idx="2439">
                  <c:v>1.55245E-2</c:v>
                </c:pt>
                <c:pt idx="2440">
                  <c:v>1.5380099999999999E-2</c:v>
                </c:pt>
                <c:pt idx="2441">
                  <c:v>1.42013E-2</c:v>
                </c:pt>
                <c:pt idx="2442">
                  <c:v>1.4603100000000001E-2</c:v>
                </c:pt>
                <c:pt idx="2443">
                  <c:v>1.5712500000000001E-2</c:v>
                </c:pt>
                <c:pt idx="2444">
                  <c:v>1.58196E-2</c:v>
                </c:pt>
                <c:pt idx="2445">
                  <c:v>1.69879E-2</c:v>
                </c:pt>
                <c:pt idx="2446">
                  <c:v>1.7083299999999999E-2</c:v>
                </c:pt>
                <c:pt idx="2447">
                  <c:v>1.8615700000000002E-2</c:v>
                </c:pt>
                <c:pt idx="2448">
                  <c:v>1.79647E-2</c:v>
                </c:pt>
                <c:pt idx="2449">
                  <c:v>1.79331E-2</c:v>
                </c:pt>
                <c:pt idx="2450">
                  <c:v>1.83263E-2</c:v>
                </c:pt>
                <c:pt idx="2451">
                  <c:v>1.73379E-2</c:v>
                </c:pt>
                <c:pt idx="2452">
                  <c:v>1.6286399999999999E-2</c:v>
                </c:pt>
                <c:pt idx="2453">
                  <c:v>1.6273300000000001E-2</c:v>
                </c:pt>
                <c:pt idx="2454">
                  <c:v>1.6343E-2</c:v>
                </c:pt>
                <c:pt idx="2455">
                  <c:v>1.6262499999999999E-2</c:v>
                </c:pt>
                <c:pt idx="2456">
                  <c:v>1.5887499999999999E-2</c:v>
                </c:pt>
                <c:pt idx="2457">
                  <c:v>1.5858500000000001E-2</c:v>
                </c:pt>
                <c:pt idx="2458">
                  <c:v>1.69301E-2</c:v>
                </c:pt>
                <c:pt idx="2459">
                  <c:v>1.7181100000000001E-2</c:v>
                </c:pt>
                <c:pt idx="2460">
                  <c:v>1.7266500000000001E-2</c:v>
                </c:pt>
                <c:pt idx="2461">
                  <c:v>1.6665199999999998E-2</c:v>
                </c:pt>
                <c:pt idx="2462">
                  <c:v>1.62121E-2</c:v>
                </c:pt>
                <c:pt idx="2463">
                  <c:v>1.6309800000000003E-2</c:v>
                </c:pt>
                <c:pt idx="2464">
                  <c:v>1.5772000000000001E-2</c:v>
                </c:pt>
                <c:pt idx="2465">
                  <c:v>1.5513999999999998E-2</c:v>
                </c:pt>
                <c:pt idx="2466">
                  <c:v>1.5614699999999999E-2</c:v>
                </c:pt>
                <c:pt idx="2467">
                  <c:v>1.5229499999999998E-2</c:v>
                </c:pt>
                <c:pt idx="2468">
                  <c:v>1.4744200000000001E-2</c:v>
                </c:pt>
                <c:pt idx="2469">
                  <c:v>1.45703E-2</c:v>
                </c:pt>
                <c:pt idx="2470">
                  <c:v>1.49952E-2</c:v>
                </c:pt>
                <c:pt idx="2471">
                  <c:v>1.4929400000000001E-2</c:v>
                </c:pt>
                <c:pt idx="2472">
                  <c:v>1.5277000000000001E-2</c:v>
                </c:pt>
                <c:pt idx="2473">
                  <c:v>1.48833E-2</c:v>
                </c:pt>
                <c:pt idx="2474">
                  <c:v>1.4600100000000001E-2</c:v>
                </c:pt>
                <c:pt idx="2475">
                  <c:v>1.5310900000000001E-2</c:v>
                </c:pt>
                <c:pt idx="2476">
                  <c:v>1.52978E-2</c:v>
                </c:pt>
                <c:pt idx="2477">
                  <c:v>1.5305299999999999E-2</c:v>
                </c:pt>
                <c:pt idx="2478">
                  <c:v>1.5334499999999999E-2</c:v>
                </c:pt>
                <c:pt idx="2479">
                  <c:v>1.5365799999999999E-2</c:v>
                </c:pt>
                <c:pt idx="2480">
                  <c:v>1.4935400000000001E-2</c:v>
                </c:pt>
                <c:pt idx="2481">
                  <c:v>1.44785E-2</c:v>
                </c:pt>
                <c:pt idx="2482">
                  <c:v>1.4139599999999999E-2</c:v>
                </c:pt>
                <c:pt idx="2483">
                  <c:v>1.3985300000000001E-2</c:v>
                </c:pt>
                <c:pt idx="2484">
                  <c:v>1.3624899999999999E-2</c:v>
                </c:pt>
                <c:pt idx="2485">
                  <c:v>1.3128299999999999E-2</c:v>
                </c:pt>
                <c:pt idx="2486">
                  <c:v>1.3246000000000001E-2</c:v>
                </c:pt>
                <c:pt idx="2487">
                  <c:v>1.33113E-2</c:v>
                </c:pt>
                <c:pt idx="2488">
                  <c:v>1.35984E-2</c:v>
                </c:pt>
                <c:pt idx="2489">
                  <c:v>1.3612600000000001E-2</c:v>
                </c:pt>
                <c:pt idx="2490">
                  <c:v>1.3211000000000001E-2</c:v>
                </c:pt>
                <c:pt idx="2491">
                  <c:v>1.3233600000000002E-2</c:v>
                </c:pt>
                <c:pt idx="2492">
                  <c:v>1.2815500000000001E-2</c:v>
                </c:pt>
                <c:pt idx="2493">
                  <c:v>1.27332E-2</c:v>
                </c:pt>
                <c:pt idx="2494">
                  <c:v>1.23631E-2</c:v>
                </c:pt>
                <c:pt idx="2495">
                  <c:v>1.2440300000000001E-2</c:v>
                </c:pt>
                <c:pt idx="2496">
                  <c:v>1.2647E-2</c:v>
                </c:pt>
                <c:pt idx="2497">
                  <c:v>1.2368800000000001E-2</c:v>
                </c:pt>
                <c:pt idx="2498">
                  <c:v>1.23751E-2</c:v>
                </c:pt>
                <c:pt idx="2499">
                  <c:v>1.1885399999999999E-2</c:v>
                </c:pt>
                <c:pt idx="2500">
                  <c:v>1.2001699999999999E-2</c:v>
                </c:pt>
                <c:pt idx="2501">
                  <c:v>1.2049299999999999E-2</c:v>
                </c:pt>
                <c:pt idx="2502">
                  <c:v>1.2021800000000001E-2</c:v>
                </c:pt>
                <c:pt idx="2503">
                  <c:v>1.1967199999999999E-2</c:v>
                </c:pt>
                <c:pt idx="2504">
                  <c:v>1.1728199999999999E-2</c:v>
                </c:pt>
                <c:pt idx="2505">
                  <c:v>1.19098E-2</c:v>
                </c:pt>
                <c:pt idx="2506">
                  <c:v>1.18449E-2</c:v>
                </c:pt>
                <c:pt idx="2507">
                  <c:v>1.19612E-2</c:v>
                </c:pt>
                <c:pt idx="2508">
                  <c:v>1.22197E-2</c:v>
                </c:pt>
                <c:pt idx="2509">
                  <c:v>1.22302E-2</c:v>
                </c:pt>
                <c:pt idx="2510">
                  <c:v>1.18847E-2</c:v>
                </c:pt>
                <c:pt idx="2511">
                  <c:v>1.18301E-2</c:v>
                </c:pt>
                <c:pt idx="2512">
                  <c:v>1.20053E-2</c:v>
                </c:pt>
                <c:pt idx="2513">
                  <c:v>1.2249400000000001E-2</c:v>
                </c:pt>
                <c:pt idx="2514">
                  <c:v>1.2015000000000001E-2</c:v>
                </c:pt>
                <c:pt idx="2515">
                  <c:v>1.26693E-2</c:v>
                </c:pt>
                <c:pt idx="2516">
                  <c:v>1.27797E-2</c:v>
                </c:pt>
                <c:pt idx="2517">
                  <c:v>1.3388800000000001E-2</c:v>
                </c:pt>
                <c:pt idx="2518">
                  <c:v>1.3253399999999999E-2</c:v>
                </c:pt>
                <c:pt idx="2519">
                  <c:v>1.3557099999999999E-2</c:v>
                </c:pt>
                <c:pt idx="2520">
                  <c:v>1.3781999999999999E-2</c:v>
                </c:pt>
                <c:pt idx="2521">
                  <c:v>1.2931800000000002E-2</c:v>
                </c:pt>
                <c:pt idx="2522">
                  <c:v>1.2614100000000001E-2</c:v>
                </c:pt>
                <c:pt idx="2523">
                  <c:v>1.2337300000000001E-2</c:v>
                </c:pt>
                <c:pt idx="2524">
                  <c:v>1.23508E-2</c:v>
                </c:pt>
                <c:pt idx="2525">
                  <c:v>1.27674E-2</c:v>
                </c:pt>
                <c:pt idx="2526">
                  <c:v>1.32639E-2</c:v>
                </c:pt>
                <c:pt idx="2527">
                  <c:v>1.3099600000000001E-2</c:v>
                </c:pt>
                <c:pt idx="2528">
                  <c:v>1.3022800000000001E-2</c:v>
                </c:pt>
                <c:pt idx="2529">
                  <c:v>1.2392799999999999E-2</c:v>
                </c:pt>
                <c:pt idx="2530">
                  <c:v>1.2385699999999999E-2</c:v>
                </c:pt>
                <c:pt idx="2531">
                  <c:v>1.22851E-2</c:v>
                </c:pt>
                <c:pt idx="2532">
                  <c:v>1.20733E-2</c:v>
                </c:pt>
                <c:pt idx="2533">
                  <c:v>1.26217E-2</c:v>
                </c:pt>
                <c:pt idx="2534">
                  <c:v>1.27002E-2</c:v>
                </c:pt>
                <c:pt idx="2535">
                  <c:v>1.2600100000000001E-2</c:v>
                </c:pt>
                <c:pt idx="2536">
                  <c:v>1.24698E-2</c:v>
                </c:pt>
                <c:pt idx="2537">
                  <c:v>1.2759099999999999E-2</c:v>
                </c:pt>
                <c:pt idx="2538">
                  <c:v>1.23187E-2</c:v>
                </c:pt>
                <c:pt idx="2539">
                  <c:v>1.205E-2</c:v>
                </c:pt>
                <c:pt idx="2540">
                  <c:v>1.16843E-2</c:v>
                </c:pt>
                <c:pt idx="2541">
                  <c:v>1.1757399999999999E-2</c:v>
                </c:pt>
                <c:pt idx="2542">
                  <c:v>1.17833E-2</c:v>
                </c:pt>
                <c:pt idx="2543">
                  <c:v>1.1468300000000001E-2</c:v>
                </c:pt>
                <c:pt idx="2544">
                  <c:v>1.14497E-2</c:v>
                </c:pt>
                <c:pt idx="2545">
                  <c:v>1.0885500000000001E-2</c:v>
                </c:pt>
                <c:pt idx="2546">
                  <c:v>1.055E-2</c:v>
                </c:pt>
                <c:pt idx="2547">
                  <c:v>1.04443E-2</c:v>
                </c:pt>
                <c:pt idx="2548">
                  <c:v>1.0067899999999999E-2</c:v>
                </c:pt>
                <c:pt idx="2549">
                  <c:v>1.00094E-2</c:v>
                </c:pt>
                <c:pt idx="2550">
                  <c:v>9.4563000000000008E-3</c:v>
                </c:pt>
                <c:pt idx="2551">
                  <c:v>9.0705000000000004E-3</c:v>
                </c:pt>
                <c:pt idx="2552">
                  <c:v>9.4376000000000008E-3</c:v>
                </c:pt>
                <c:pt idx="2553">
                  <c:v>9.9194000000000001E-3</c:v>
                </c:pt>
                <c:pt idx="2554">
                  <c:v>1.02229E-2</c:v>
                </c:pt>
                <c:pt idx="2555">
                  <c:v>1.04913E-2</c:v>
                </c:pt>
                <c:pt idx="2556">
                  <c:v>1.0232E-2</c:v>
                </c:pt>
                <c:pt idx="2557">
                  <c:v>1.02066E-2</c:v>
                </c:pt>
                <c:pt idx="2558">
                  <c:v>1.0144E-2</c:v>
                </c:pt>
                <c:pt idx="2559">
                  <c:v>9.8004000000000008E-3</c:v>
                </c:pt>
                <c:pt idx="2560">
                  <c:v>9.9100999999999998E-3</c:v>
                </c:pt>
                <c:pt idx="2561">
                  <c:v>1.01154E-2</c:v>
                </c:pt>
                <c:pt idx="2562">
                  <c:v>1.00654E-2</c:v>
                </c:pt>
                <c:pt idx="2563">
                  <c:v>1.0211E-2</c:v>
                </c:pt>
                <c:pt idx="2564">
                  <c:v>1.00696E-2</c:v>
                </c:pt>
                <c:pt idx="2565">
                  <c:v>9.7552000000000003E-3</c:v>
                </c:pt>
                <c:pt idx="2566">
                  <c:v>9.6189999999999991E-3</c:v>
                </c:pt>
                <c:pt idx="2567">
                  <c:v>9.1567999999999997E-3</c:v>
                </c:pt>
                <c:pt idx="2568">
                  <c:v>9.4629999999999992E-3</c:v>
                </c:pt>
                <c:pt idx="2569">
                  <c:v>9.8274E-3</c:v>
                </c:pt>
                <c:pt idx="2570">
                  <c:v>9.9363999999999997E-3</c:v>
                </c:pt>
                <c:pt idx="2571">
                  <c:v>1.02335E-2</c:v>
                </c:pt>
                <c:pt idx="2572">
                  <c:v>1.0203E-2</c:v>
                </c:pt>
                <c:pt idx="2573">
                  <c:v>1.0455900000000001E-2</c:v>
                </c:pt>
                <c:pt idx="2574">
                  <c:v>1.03756E-2</c:v>
                </c:pt>
                <c:pt idx="2575">
                  <c:v>1.11349E-2</c:v>
                </c:pt>
                <c:pt idx="2576">
                  <c:v>1.11488E-2</c:v>
                </c:pt>
                <c:pt idx="2577">
                  <c:v>1.0883E-2</c:v>
                </c:pt>
                <c:pt idx="2578">
                  <c:v>1.08784E-2</c:v>
                </c:pt>
                <c:pt idx="2579">
                  <c:v>1.10014E-2</c:v>
                </c:pt>
                <c:pt idx="2580">
                  <c:v>1.1765399999999999E-2</c:v>
                </c:pt>
                <c:pt idx="2581">
                  <c:v>1.1406299999999999E-2</c:v>
                </c:pt>
                <c:pt idx="2582">
                  <c:v>1.15018E-2</c:v>
                </c:pt>
                <c:pt idx="2583">
                  <c:v>1.15262E-2</c:v>
                </c:pt>
                <c:pt idx="2584">
                  <c:v>1.19589E-2</c:v>
                </c:pt>
                <c:pt idx="2585">
                  <c:v>1.2580200000000001E-2</c:v>
                </c:pt>
                <c:pt idx="2586">
                  <c:v>1.1778100000000001E-2</c:v>
                </c:pt>
                <c:pt idx="2587">
                  <c:v>1.1173199999999999E-2</c:v>
                </c:pt>
                <c:pt idx="2588">
                  <c:v>1.0647199999999999E-2</c:v>
                </c:pt>
                <c:pt idx="2589">
                  <c:v>1.08238E-2</c:v>
                </c:pt>
                <c:pt idx="2590">
                  <c:v>1.0823399999999999E-2</c:v>
                </c:pt>
                <c:pt idx="2591">
                  <c:v>1.10116E-2</c:v>
                </c:pt>
                <c:pt idx="2592">
                  <c:v>1.12324E-2</c:v>
                </c:pt>
                <c:pt idx="2593">
                  <c:v>1.1262699999999999E-2</c:v>
                </c:pt>
                <c:pt idx="2594">
                  <c:v>1.1295699999999999E-2</c:v>
                </c:pt>
                <c:pt idx="2595">
                  <c:v>1.1184900000000001E-2</c:v>
                </c:pt>
                <c:pt idx="2596">
                  <c:v>1.1623699999999999E-2</c:v>
                </c:pt>
                <c:pt idx="2597">
                  <c:v>1.1693200000000001E-2</c:v>
                </c:pt>
                <c:pt idx="2598">
                  <c:v>1.1541299999999999E-2</c:v>
                </c:pt>
                <c:pt idx="2599">
                  <c:v>1.17888E-2</c:v>
                </c:pt>
                <c:pt idx="2600">
                  <c:v>1.16607E-2</c:v>
                </c:pt>
                <c:pt idx="2601">
                  <c:v>1.1541299999999999E-2</c:v>
                </c:pt>
                <c:pt idx="2602">
                  <c:v>1.16267E-2</c:v>
                </c:pt>
                <c:pt idx="2603">
                  <c:v>1.16165E-2</c:v>
                </c:pt>
                <c:pt idx="2604">
                  <c:v>1.16165E-2</c:v>
                </c:pt>
                <c:pt idx="2605">
                  <c:v>1.1650000000000001E-2</c:v>
                </c:pt>
                <c:pt idx="2606">
                  <c:v>1.1361100000000001E-2</c:v>
                </c:pt>
                <c:pt idx="2607">
                  <c:v>1.13267E-2</c:v>
                </c:pt>
                <c:pt idx="2608">
                  <c:v>1.12672E-2</c:v>
                </c:pt>
                <c:pt idx="2609">
                  <c:v>1.08731E-2</c:v>
                </c:pt>
                <c:pt idx="2610">
                  <c:v>1.05241E-2</c:v>
                </c:pt>
                <c:pt idx="2611">
                  <c:v>1.05997E-2</c:v>
                </c:pt>
                <c:pt idx="2612">
                  <c:v>1.07793E-2</c:v>
                </c:pt>
                <c:pt idx="2613">
                  <c:v>1.1265799999999999E-2</c:v>
                </c:pt>
                <c:pt idx="2614">
                  <c:v>1.1325E-2</c:v>
                </c:pt>
                <c:pt idx="2615">
                  <c:v>1.1064900000000001E-2</c:v>
                </c:pt>
                <c:pt idx="2616">
                  <c:v>1.0680800000000001E-2</c:v>
                </c:pt>
                <c:pt idx="2617">
                  <c:v>1.0826300000000001E-2</c:v>
                </c:pt>
                <c:pt idx="2618">
                  <c:v>1.07869E-2</c:v>
                </c:pt>
                <c:pt idx="2619">
                  <c:v>1.0939600000000001E-2</c:v>
                </c:pt>
                <c:pt idx="2620">
                  <c:v>1.07644E-2</c:v>
                </c:pt>
                <c:pt idx="2621">
                  <c:v>1.09952E-2</c:v>
                </c:pt>
                <c:pt idx="2622">
                  <c:v>1.11599E-2</c:v>
                </c:pt>
                <c:pt idx="2623">
                  <c:v>1.1031000000000001E-2</c:v>
                </c:pt>
                <c:pt idx="2624">
                  <c:v>1.09333E-2</c:v>
                </c:pt>
                <c:pt idx="2625">
                  <c:v>1.1164E-2</c:v>
                </c:pt>
                <c:pt idx="2626">
                  <c:v>1.1099299999999999E-2</c:v>
                </c:pt>
                <c:pt idx="2627">
                  <c:v>1.15099E-2</c:v>
                </c:pt>
                <c:pt idx="2628">
                  <c:v>1.22764E-2</c:v>
                </c:pt>
                <c:pt idx="2629">
                  <c:v>1.19998E-2</c:v>
                </c:pt>
                <c:pt idx="2630">
                  <c:v>1.1609399999999999E-2</c:v>
                </c:pt>
                <c:pt idx="2631">
                  <c:v>1.16563E-2</c:v>
                </c:pt>
                <c:pt idx="2632">
                  <c:v>1.1504E-2</c:v>
                </c:pt>
                <c:pt idx="2633">
                  <c:v>1.14682E-2</c:v>
                </c:pt>
                <c:pt idx="2634">
                  <c:v>1.1604699999999999E-2</c:v>
                </c:pt>
                <c:pt idx="2635">
                  <c:v>1.1642700000000001E-2</c:v>
                </c:pt>
                <c:pt idx="2636">
                  <c:v>1.20673E-2</c:v>
                </c:pt>
                <c:pt idx="2637">
                  <c:v>1.22947E-2</c:v>
                </c:pt>
                <c:pt idx="2638">
                  <c:v>1.2429900000000001E-2</c:v>
                </c:pt>
                <c:pt idx="2639">
                  <c:v>1.22752E-2</c:v>
                </c:pt>
                <c:pt idx="2640">
                  <c:v>1.2139499999999999E-2</c:v>
                </c:pt>
                <c:pt idx="2641">
                  <c:v>1.19211E-2</c:v>
                </c:pt>
                <c:pt idx="2642">
                  <c:v>1.17053E-2</c:v>
                </c:pt>
                <c:pt idx="2643">
                  <c:v>1.1733E-2</c:v>
                </c:pt>
                <c:pt idx="2644">
                  <c:v>1.1794900000000001E-2</c:v>
                </c:pt>
                <c:pt idx="2645">
                  <c:v>1.2314799999999999E-2</c:v>
                </c:pt>
                <c:pt idx="2646">
                  <c:v>1.2360400000000001E-2</c:v>
                </c:pt>
                <c:pt idx="2647">
                  <c:v>1.22737E-2</c:v>
                </c:pt>
                <c:pt idx="2648">
                  <c:v>1.1987300000000001E-2</c:v>
                </c:pt>
                <c:pt idx="2649">
                  <c:v>1.1991099999999999E-2</c:v>
                </c:pt>
                <c:pt idx="2650">
                  <c:v>1.2167000000000001E-2</c:v>
                </c:pt>
                <c:pt idx="2651">
                  <c:v>1.21791E-2</c:v>
                </c:pt>
                <c:pt idx="2652">
                  <c:v>1.1650499999999999E-2</c:v>
                </c:pt>
                <c:pt idx="2653">
                  <c:v>1.15572E-2</c:v>
                </c:pt>
                <c:pt idx="2654">
                  <c:v>1.14685E-2</c:v>
                </c:pt>
                <c:pt idx="2655">
                  <c:v>1.11953E-2</c:v>
                </c:pt>
                <c:pt idx="2656">
                  <c:v>1.1132E-2</c:v>
                </c:pt>
                <c:pt idx="2657">
                  <c:v>1.15254E-2</c:v>
                </c:pt>
                <c:pt idx="2658">
                  <c:v>1.1480600000000001E-2</c:v>
                </c:pt>
                <c:pt idx="2659">
                  <c:v>1.15178E-2</c:v>
                </c:pt>
                <c:pt idx="2660">
                  <c:v>1.1694100000000001E-2</c:v>
                </c:pt>
                <c:pt idx="2661">
                  <c:v>1.20041E-2</c:v>
                </c:pt>
                <c:pt idx="2662">
                  <c:v>1.18513E-2</c:v>
                </c:pt>
                <c:pt idx="2663">
                  <c:v>1.1734699999999999E-2</c:v>
                </c:pt>
                <c:pt idx="2664">
                  <c:v>1.1545699999999999E-2</c:v>
                </c:pt>
                <c:pt idx="2665">
                  <c:v>1.1608799999999999E-2</c:v>
                </c:pt>
                <c:pt idx="2666">
                  <c:v>1.1618699999999999E-2</c:v>
                </c:pt>
                <c:pt idx="2667">
                  <c:v>1.14599E-2</c:v>
                </c:pt>
                <c:pt idx="2668">
                  <c:v>1.1390000000000001E-2</c:v>
                </c:pt>
                <c:pt idx="2669">
                  <c:v>1.15345E-2</c:v>
                </c:pt>
                <c:pt idx="2670">
                  <c:v>1.1268E-2</c:v>
                </c:pt>
                <c:pt idx="2671">
                  <c:v>1.1187799999999999E-2</c:v>
                </c:pt>
                <c:pt idx="2672">
                  <c:v>1.0918800000000001E-2</c:v>
                </c:pt>
                <c:pt idx="2673">
                  <c:v>1.07838E-2</c:v>
                </c:pt>
                <c:pt idx="2674">
                  <c:v>1.0583799999999999E-2</c:v>
                </c:pt>
                <c:pt idx="2675">
                  <c:v>1.05781E-2</c:v>
                </c:pt>
                <c:pt idx="2676">
                  <c:v>1.0497100000000001E-2</c:v>
                </c:pt>
                <c:pt idx="2677">
                  <c:v>1.0358599999999999E-2</c:v>
                </c:pt>
                <c:pt idx="2678">
                  <c:v>1.01837E-2</c:v>
                </c:pt>
                <c:pt idx="2679">
                  <c:v>1.00883E-2</c:v>
                </c:pt>
                <c:pt idx="2680">
                  <c:v>1.01762E-2</c:v>
                </c:pt>
                <c:pt idx="2681">
                  <c:v>9.9755999999999994E-3</c:v>
                </c:pt>
                <c:pt idx="2682">
                  <c:v>1.0051000000000001E-2</c:v>
                </c:pt>
                <c:pt idx="2683">
                  <c:v>9.9687999999999999E-3</c:v>
                </c:pt>
                <c:pt idx="2684">
                  <c:v>1.0233299999999999E-2</c:v>
                </c:pt>
                <c:pt idx="2685">
                  <c:v>1.0196500000000001E-2</c:v>
                </c:pt>
                <c:pt idx="2686">
                  <c:v>1.01616E-2</c:v>
                </c:pt>
                <c:pt idx="2687">
                  <c:v>1.01624E-2</c:v>
                </c:pt>
                <c:pt idx="2688">
                  <c:v>1.0133700000000001E-2</c:v>
                </c:pt>
                <c:pt idx="2689">
                  <c:v>1.0081399999999999E-2</c:v>
                </c:pt>
                <c:pt idx="2690">
                  <c:v>1.005E-2</c:v>
                </c:pt>
                <c:pt idx="2691">
                  <c:v>1.01333E-2</c:v>
                </c:pt>
                <c:pt idx="2692">
                  <c:v>1.0193600000000001E-2</c:v>
                </c:pt>
                <c:pt idx="2693">
                  <c:v>1.0017700000000001E-2</c:v>
                </c:pt>
                <c:pt idx="2694">
                  <c:v>9.9139999999999992E-3</c:v>
                </c:pt>
                <c:pt idx="2695">
                  <c:v>9.8916000000000004E-3</c:v>
                </c:pt>
                <c:pt idx="2696">
                  <c:v>9.9124E-3</c:v>
                </c:pt>
                <c:pt idx="2697">
                  <c:v>1.00333E-2</c:v>
                </c:pt>
                <c:pt idx="2698">
                  <c:v>9.9810000000000003E-3</c:v>
                </c:pt>
                <c:pt idx="2699">
                  <c:v>1.00613E-2</c:v>
                </c:pt>
                <c:pt idx="2700">
                  <c:v>1.0052800000000001E-2</c:v>
                </c:pt>
                <c:pt idx="2701">
                  <c:v>1.00651E-2</c:v>
                </c:pt>
                <c:pt idx="2702">
                  <c:v>1.0154999999999999E-2</c:v>
                </c:pt>
                <c:pt idx="2703">
                  <c:v>1.01335E-2</c:v>
                </c:pt>
                <c:pt idx="2704">
                  <c:v>1.01286E-2</c:v>
                </c:pt>
                <c:pt idx="2705">
                  <c:v>1.009E-2</c:v>
                </c:pt>
                <c:pt idx="2706">
                  <c:v>9.7833E-3</c:v>
                </c:pt>
                <c:pt idx="2707">
                  <c:v>9.8406000000000014E-3</c:v>
                </c:pt>
                <c:pt idx="2708">
                  <c:v>9.9918000000000003E-3</c:v>
                </c:pt>
                <c:pt idx="2709">
                  <c:v>1.01358E-2</c:v>
                </c:pt>
                <c:pt idx="2710">
                  <c:v>1.0184799999999999E-2</c:v>
                </c:pt>
                <c:pt idx="2711">
                  <c:v>1.0217400000000001E-2</c:v>
                </c:pt>
                <c:pt idx="2712">
                  <c:v>1.0559900000000001E-2</c:v>
                </c:pt>
                <c:pt idx="2713">
                  <c:v>1.0508799999999999E-2</c:v>
                </c:pt>
                <c:pt idx="2714">
                  <c:v>1.04758E-2</c:v>
                </c:pt>
                <c:pt idx="2715">
                  <c:v>1.0084099999999999E-2</c:v>
                </c:pt>
                <c:pt idx="2716">
                  <c:v>1.0041899999999999E-2</c:v>
                </c:pt>
                <c:pt idx="2717">
                  <c:v>1.01192E-2</c:v>
                </c:pt>
                <c:pt idx="2718">
                  <c:v>1.025E-2</c:v>
                </c:pt>
                <c:pt idx="2719">
                  <c:v>1.0330600000000001E-2</c:v>
                </c:pt>
                <c:pt idx="2720">
                  <c:v>1.03395E-2</c:v>
                </c:pt>
                <c:pt idx="2721">
                  <c:v>1.03874E-2</c:v>
                </c:pt>
                <c:pt idx="2722">
                  <c:v>1.0386100000000001E-2</c:v>
                </c:pt>
                <c:pt idx="2723">
                  <c:v>1.0642199999999999E-2</c:v>
                </c:pt>
                <c:pt idx="2724">
                  <c:v>1.08057E-2</c:v>
                </c:pt>
                <c:pt idx="2725">
                  <c:v>1.04875E-2</c:v>
                </c:pt>
                <c:pt idx="2726">
                  <c:v>1.0584699999999999E-2</c:v>
                </c:pt>
                <c:pt idx="2727">
                  <c:v>1.1029199999999999E-2</c:v>
                </c:pt>
                <c:pt idx="2728">
                  <c:v>1.1067499999999999E-2</c:v>
                </c:pt>
                <c:pt idx="2729">
                  <c:v>1.12233E-2</c:v>
                </c:pt>
                <c:pt idx="2730">
                  <c:v>1.10312E-2</c:v>
                </c:pt>
                <c:pt idx="2731">
                  <c:v>1.10183E-2</c:v>
                </c:pt>
                <c:pt idx="2732">
                  <c:v>1.1425599999999999E-2</c:v>
                </c:pt>
                <c:pt idx="2733">
                  <c:v>1.14886E-2</c:v>
                </c:pt>
                <c:pt idx="2734">
                  <c:v>1.1524299999999999E-2</c:v>
                </c:pt>
                <c:pt idx="2735">
                  <c:v>1.1362499999999999E-2</c:v>
                </c:pt>
                <c:pt idx="2736">
                  <c:v>1.1187799999999999E-2</c:v>
                </c:pt>
                <c:pt idx="2737">
                  <c:v>1.0814300000000001E-2</c:v>
                </c:pt>
                <c:pt idx="2738">
                  <c:v>1.0736799999999999E-2</c:v>
                </c:pt>
                <c:pt idx="2739">
                  <c:v>1.07335E-2</c:v>
                </c:pt>
                <c:pt idx="2740">
                  <c:v>1.0703499999999999E-2</c:v>
                </c:pt>
                <c:pt idx="2741">
                  <c:v>1.06911E-2</c:v>
                </c:pt>
                <c:pt idx="2742">
                  <c:v>1.0533300000000001E-2</c:v>
                </c:pt>
                <c:pt idx="2743">
                  <c:v>1.05997E-2</c:v>
                </c:pt>
                <c:pt idx="2744">
                  <c:v>1.1188999999999999E-2</c:v>
                </c:pt>
                <c:pt idx="2745">
                  <c:v>1.13478E-2</c:v>
                </c:pt>
                <c:pt idx="2746">
                  <c:v>1.1289199999999999E-2</c:v>
                </c:pt>
                <c:pt idx="2747">
                  <c:v>1.1388599999999999E-2</c:v>
                </c:pt>
                <c:pt idx="2748">
                  <c:v>1.1473000000000001E-2</c:v>
                </c:pt>
                <c:pt idx="2749">
                  <c:v>1.1726200000000001E-2</c:v>
                </c:pt>
                <c:pt idx="2750">
                  <c:v>1.1706300000000001E-2</c:v>
                </c:pt>
                <c:pt idx="2751">
                  <c:v>1.13942E-2</c:v>
                </c:pt>
                <c:pt idx="2752">
                  <c:v>1.0980999999999999E-2</c:v>
                </c:pt>
                <c:pt idx="2753">
                  <c:v>1.0996200000000001E-2</c:v>
                </c:pt>
                <c:pt idx="2754">
                  <c:v>1.1248300000000001E-2</c:v>
                </c:pt>
                <c:pt idx="2755">
                  <c:v>1.1170300000000001E-2</c:v>
                </c:pt>
                <c:pt idx="2756">
                  <c:v>1.12783E-2</c:v>
                </c:pt>
                <c:pt idx="2757">
                  <c:v>1.11223E-2</c:v>
                </c:pt>
                <c:pt idx="2758">
                  <c:v>1.1177100000000001E-2</c:v>
                </c:pt>
                <c:pt idx="2759">
                  <c:v>1.0999999999999999E-2</c:v>
                </c:pt>
                <c:pt idx="2760">
                  <c:v>1.1118300000000001E-2</c:v>
                </c:pt>
                <c:pt idx="2761">
                  <c:v>1.1285699999999999E-2</c:v>
                </c:pt>
                <c:pt idx="2762">
                  <c:v>1.25255E-2</c:v>
                </c:pt>
                <c:pt idx="2763">
                  <c:v>1.27665E-2</c:v>
                </c:pt>
                <c:pt idx="2764">
                  <c:v>1.5788099999999999E-2</c:v>
                </c:pt>
                <c:pt idx="2765">
                  <c:v>1.5003399999999998E-2</c:v>
                </c:pt>
                <c:pt idx="2766">
                  <c:v>1.6107E-2</c:v>
                </c:pt>
                <c:pt idx="2767">
                  <c:v>1.6083199999999999E-2</c:v>
                </c:pt>
                <c:pt idx="2768">
                  <c:v>1.54333E-2</c:v>
                </c:pt>
                <c:pt idx="2769">
                  <c:v>1.37567E-2</c:v>
                </c:pt>
                <c:pt idx="2770">
                  <c:v>1.38096E-2</c:v>
                </c:pt>
                <c:pt idx="2771">
                  <c:v>1.3490700000000001E-2</c:v>
                </c:pt>
                <c:pt idx="2772">
                  <c:v>1.4232099999999999E-2</c:v>
                </c:pt>
                <c:pt idx="2773">
                  <c:v>1.4375399999999998E-2</c:v>
                </c:pt>
                <c:pt idx="2774">
                  <c:v>1.50317E-2</c:v>
                </c:pt>
                <c:pt idx="2775">
                  <c:v>1.54831E-2</c:v>
                </c:pt>
                <c:pt idx="2776">
                  <c:v>1.6074500000000002E-2</c:v>
                </c:pt>
                <c:pt idx="2777">
                  <c:v>1.6076300000000002E-2</c:v>
                </c:pt>
                <c:pt idx="2778">
                  <c:v>1.6227600000000002E-2</c:v>
                </c:pt>
                <c:pt idx="2779">
                  <c:v>1.5850299999999998E-2</c:v>
                </c:pt>
                <c:pt idx="2780">
                  <c:v>1.5248699999999999E-2</c:v>
                </c:pt>
                <c:pt idx="2781">
                  <c:v>1.3906E-2</c:v>
                </c:pt>
                <c:pt idx="2782">
                  <c:v>1.42375E-2</c:v>
                </c:pt>
                <c:pt idx="2783">
                  <c:v>1.49233E-2</c:v>
                </c:pt>
                <c:pt idx="2784">
                  <c:v>1.5313900000000002E-2</c:v>
                </c:pt>
                <c:pt idx="2785">
                  <c:v>1.59306E-2</c:v>
                </c:pt>
                <c:pt idx="2786">
                  <c:v>1.5133300000000001E-2</c:v>
                </c:pt>
                <c:pt idx="2787">
                  <c:v>1.5614400000000001E-2</c:v>
                </c:pt>
                <c:pt idx="2788">
                  <c:v>1.6830999999999999E-2</c:v>
                </c:pt>
                <c:pt idx="2789">
                  <c:v>1.7316499999999999E-2</c:v>
                </c:pt>
                <c:pt idx="2790">
                  <c:v>1.7100000000000001E-2</c:v>
                </c:pt>
                <c:pt idx="2791">
                  <c:v>1.71556E-2</c:v>
                </c:pt>
                <c:pt idx="2792">
                  <c:v>1.6383399999999999E-2</c:v>
                </c:pt>
                <c:pt idx="2793">
                  <c:v>1.60333E-2</c:v>
                </c:pt>
                <c:pt idx="2794">
                  <c:v>1.6649799999999999E-2</c:v>
                </c:pt>
                <c:pt idx="2795">
                  <c:v>1.7498099999999999E-2</c:v>
                </c:pt>
                <c:pt idx="2796">
                  <c:v>1.95595E-2</c:v>
                </c:pt>
                <c:pt idx="2797">
                  <c:v>2.15645E-2</c:v>
                </c:pt>
                <c:pt idx="2798">
                  <c:v>2.1243600000000001E-2</c:v>
                </c:pt>
                <c:pt idx="2799">
                  <c:v>1.9318999999999999E-2</c:v>
                </c:pt>
                <c:pt idx="2800">
                  <c:v>1.80885E-2</c:v>
                </c:pt>
                <c:pt idx="2801">
                  <c:v>1.8735400000000003E-2</c:v>
                </c:pt>
                <c:pt idx="2802">
                  <c:v>1.8836699999999998E-2</c:v>
                </c:pt>
                <c:pt idx="2803">
                  <c:v>2.0149299999999998E-2</c:v>
                </c:pt>
                <c:pt idx="2804">
                  <c:v>2.1536799999999998E-2</c:v>
                </c:pt>
                <c:pt idx="2805">
                  <c:v>2.1591800000000001E-2</c:v>
                </c:pt>
                <c:pt idx="2806">
                  <c:v>2.03068E-2</c:v>
                </c:pt>
                <c:pt idx="2807">
                  <c:v>1.9055199999999998E-2</c:v>
                </c:pt>
                <c:pt idx="2808">
                  <c:v>1.87552E-2</c:v>
                </c:pt>
                <c:pt idx="2809">
                  <c:v>1.84566E-2</c:v>
                </c:pt>
                <c:pt idx="2810">
                  <c:v>1.76405E-2</c:v>
                </c:pt>
                <c:pt idx="2811">
                  <c:v>1.49672E-2</c:v>
                </c:pt>
                <c:pt idx="2812">
                  <c:v>1.6028999999999998E-2</c:v>
                </c:pt>
                <c:pt idx="2813">
                  <c:v>1.5628899999999998E-2</c:v>
                </c:pt>
                <c:pt idx="2814">
                  <c:v>1.6162899999999997E-2</c:v>
                </c:pt>
                <c:pt idx="2815">
                  <c:v>1.55941E-2</c:v>
                </c:pt>
                <c:pt idx="2816">
                  <c:v>1.56156E-2</c:v>
                </c:pt>
                <c:pt idx="2817">
                  <c:v>1.6696600000000002E-2</c:v>
                </c:pt>
                <c:pt idx="2818">
                  <c:v>1.6179300000000001E-2</c:v>
                </c:pt>
                <c:pt idx="2819">
                  <c:v>1.5952500000000001E-2</c:v>
                </c:pt>
                <c:pt idx="2820">
                  <c:v>1.5880999999999999E-2</c:v>
                </c:pt>
                <c:pt idx="2821">
                  <c:v>1.5313E-2</c:v>
                </c:pt>
                <c:pt idx="2822">
                  <c:v>1.3152699999999998E-2</c:v>
                </c:pt>
                <c:pt idx="2823">
                  <c:v>1.3771100000000001E-2</c:v>
                </c:pt>
                <c:pt idx="2824">
                  <c:v>1.40275E-2</c:v>
                </c:pt>
                <c:pt idx="2825">
                  <c:v>1.58295E-2</c:v>
                </c:pt>
                <c:pt idx="2826">
                  <c:v>1.5102099999999999E-2</c:v>
                </c:pt>
                <c:pt idx="2827">
                  <c:v>1.3891800000000001E-2</c:v>
                </c:pt>
                <c:pt idx="2828">
                  <c:v>1.42591E-2</c:v>
                </c:pt>
                <c:pt idx="2829">
                  <c:v>1.4656299999999999E-2</c:v>
                </c:pt>
                <c:pt idx="2830">
                  <c:v>1.45612E-2</c:v>
                </c:pt>
                <c:pt idx="2831">
                  <c:v>1.6628800000000003E-2</c:v>
                </c:pt>
                <c:pt idx="2832">
                  <c:v>1.6030000000000003E-2</c:v>
                </c:pt>
                <c:pt idx="2833">
                  <c:v>1.6035300000000002E-2</c:v>
                </c:pt>
                <c:pt idx="2834">
                  <c:v>1.5648599999999999E-2</c:v>
                </c:pt>
                <c:pt idx="2835">
                  <c:v>1.6549000000000001E-2</c:v>
                </c:pt>
                <c:pt idx="2836">
                  <c:v>1.6985199999999999E-2</c:v>
                </c:pt>
                <c:pt idx="2837">
                  <c:v>1.77222E-2</c:v>
                </c:pt>
                <c:pt idx="2838">
                  <c:v>1.7506299999999999E-2</c:v>
                </c:pt>
                <c:pt idx="2839">
                  <c:v>1.82458E-2</c:v>
                </c:pt>
                <c:pt idx="2840">
                  <c:v>1.8237E-2</c:v>
                </c:pt>
                <c:pt idx="2841">
                  <c:v>1.8546899999999998E-2</c:v>
                </c:pt>
                <c:pt idx="2842">
                  <c:v>1.87691E-2</c:v>
                </c:pt>
                <c:pt idx="2843">
                  <c:v>1.9358299999999998E-2</c:v>
                </c:pt>
                <c:pt idx="2844">
                  <c:v>1.8174799999999998E-2</c:v>
                </c:pt>
                <c:pt idx="2845">
                  <c:v>1.7746999999999999E-2</c:v>
                </c:pt>
                <c:pt idx="2846">
                  <c:v>1.6403299999999999E-2</c:v>
                </c:pt>
                <c:pt idx="2847">
                  <c:v>1.60999E-2</c:v>
                </c:pt>
                <c:pt idx="2848">
                  <c:v>1.5526099999999999E-2</c:v>
                </c:pt>
                <c:pt idx="2849">
                  <c:v>1.4403899999999999E-2</c:v>
                </c:pt>
                <c:pt idx="2850">
                  <c:v>1.4265999999999999E-2</c:v>
                </c:pt>
                <c:pt idx="2851">
                  <c:v>1.42781E-2</c:v>
                </c:pt>
                <c:pt idx="2852">
                  <c:v>1.50609E-2</c:v>
                </c:pt>
                <c:pt idx="2853">
                  <c:v>1.46333E-2</c:v>
                </c:pt>
                <c:pt idx="2854">
                  <c:v>1.48918E-2</c:v>
                </c:pt>
                <c:pt idx="2855">
                  <c:v>1.4479599999999999E-2</c:v>
                </c:pt>
                <c:pt idx="2856">
                  <c:v>1.5567699999999999E-2</c:v>
                </c:pt>
                <c:pt idx="2857">
                  <c:v>1.5687100000000002E-2</c:v>
                </c:pt>
                <c:pt idx="2858">
                  <c:v>1.5736E-2</c:v>
                </c:pt>
                <c:pt idx="2859">
                  <c:v>1.5964099999999998E-2</c:v>
                </c:pt>
                <c:pt idx="2860">
                  <c:v>1.5538100000000001E-2</c:v>
                </c:pt>
                <c:pt idx="2861">
                  <c:v>1.55535E-2</c:v>
                </c:pt>
                <c:pt idx="2862">
                  <c:v>1.56131E-2</c:v>
                </c:pt>
                <c:pt idx="2863">
                  <c:v>1.5292400000000001E-2</c:v>
                </c:pt>
                <c:pt idx="2864">
                  <c:v>1.55135E-2</c:v>
                </c:pt>
                <c:pt idx="2865">
                  <c:v>1.5633299999999999E-2</c:v>
                </c:pt>
                <c:pt idx="2866">
                  <c:v>1.55858E-2</c:v>
                </c:pt>
                <c:pt idx="2867">
                  <c:v>1.5528700000000001E-2</c:v>
                </c:pt>
                <c:pt idx="2868">
                  <c:v>1.56089E-2</c:v>
                </c:pt>
                <c:pt idx="2869">
                  <c:v>1.54945E-2</c:v>
                </c:pt>
                <c:pt idx="2870">
                  <c:v>1.5150499999999999E-2</c:v>
                </c:pt>
                <c:pt idx="2871">
                  <c:v>1.5135900000000001E-2</c:v>
                </c:pt>
                <c:pt idx="2872">
                  <c:v>1.55952E-2</c:v>
                </c:pt>
                <c:pt idx="2873">
                  <c:v>1.53667E-2</c:v>
                </c:pt>
                <c:pt idx="2874">
                  <c:v>1.5368799999999998E-2</c:v>
                </c:pt>
                <c:pt idx="2875">
                  <c:v>1.4947E-2</c:v>
                </c:pt>
                <c:pt idx="2876">
                  <c:v>1.5292599999999998E-2</c:v>
                </c:pt>
                <c:pt idx="2877">
                  <c:v>1.5299999999999999E-2</c:v>
                </c:pt>
                <c:pt idx="2878">
                  <c:v>1.55023E-2</c:v>
                </c:pt>
                <c:pt idx="2879">
                  <c:v>1.5709000000000001E-2</c:v>
                </c:pt>
                <c:pt idx="2880">
                  <c:v>1.54577E-2</c:v>
                </c:pt>
                <c:pt idx="2881">
                  <c:v>1.50232E-2</c:v>
                </c:pt>
                <c:pt idx="2882">
                  <c:v>1.4700200000000002E-2</c:v>
                </c:pt>
                <c:pt idx="2883">
                  <c:v>1.4484800000000001E-2</c:v>
                </c:pt>
                <c:pt idx="2884">
                  <c:v>1.43667E-2</c:v>
                </c:pt>
                <c:pt idx="2885">
                  <c:v>1.4479400000000002E-2</c:v>
                </c:pt>
                <c:pt idx="2886">
                  <c:v>1.43E-2</c:v>
                </c:pt>
                <c:pt idx="2887">
                  <c:v>1.40029E-2</c:v>
                </c:pt>
                <c:pt idx="2888">
                  <c:v>1.3816999999999999E-2</c:v>
                </c:pt>
                <c:pt idx="2889">
                  <c:v>1.3802000000000002E-2</c:v>
                </c:pt>
                <c:pt idx="2890">
                  <c:v>1.38E-2</c:v>
                </c:pt>
                <c:pt idx="2891">
                  <c:v>1.3399299999999999E-2</c:v>
                </c:pt>
                <c:pt idx="2892">
                  <c:v>1.3442500000000001E-2</c:v>
                </c:pt>
                <c:pt idx="2893">
                  <c:v>1.3103999999999999E-2</c:v>
                </c:pt>
                <c:pt idx="2894">
                  <c:v>1.29757E-2</c:v>
                </c:pt>
                <c:pt idx="2895">
                  <c:v>1.2912399999999999E-2</c:v>
                </c:pt>
                <c:pt idx="2896">
                  <c:v>1.28314E-2</c:v>
                </c:pt>
                <c:pt idx="2897">
                  <c:v>1.2904800000000001E-2</c:v>
                </c:pt>
                <c:pt idx="2898">
                  <c:v>1.3126400000000002E-2</c:v>
                </c:pt>
                <c:pt idx="2899">
                  <c:v>1.30289E-2</c:v>
                </c:pt>
                <c:pt idx="2900">
                  <c:v>1.2967099999999999E-2</c:v>
                </c:pt>
                <c:pt idx="2901">
                  <c:v>1.3133099999999998E-2</c:v>
                </c:pt>
                <c:pt idx="2902">
                  <c:v>1.2973200000000001E-2</c:v>
                </c:pt>
                <c:pt idx="2903">
                  <c:v>1.2837899999999999E-2</c:v>
                </c:pt>
                <c:pt idx="2904">
                  <c:v>1.27531E-2</c:v>
                </c:pt>
                <c:pt idx="2905">
                  <c:v>1.2783299999999999E-2</c:v>
                </c:pt>
                <c:pt idx="2906">
                  <c:v>1.2801699999999999E-2</c:v>
                </c:pt>
                <c:pt idx="2907">
                  <c:v>1.2749999999999999E-2</c:v>
                </c:pt>
                <c:pt idx="2908">
                  <c:v>1.265E-2</c:v>
                </c:pt>
                <c:pt idx="2909">
                  <c:v>1.27659E-2</c:v>
                </c:pt>
                <c:pt idx="2910">
                  <c:v>1.27805E-2</c:v>
                </c:pt>
                <c:pt idx="2911">
                  <c:v>1.3054E-2</c:v>
                </c:pt>
                <c:pt idx="2912">
                  <c:v>1.2501099999999999E-2</c:v>
                </c:pt>
                <c:pt idx="2913">
                  <c:v>1.21335E-2</c:v>
                </c:pt>
                <c:pt idx="2914">
                  <c:v>1.21213E-2</c:v>
                </c:pt>
                <c:pt idx="2915">
                  <c:v>1.27638E-2</c:v>
                </c:pt>
                <c:pt idx="2916">
                  <c:v>1.2428E-2</c:v>
                </c:pt>
                <c:pt idx="2917">
                  <c:v>1.18823E-2</c:v>
                </c:pt>
                <c:pt idx="2918">
                  <c:v>1.16592E-2</c:v>
                </c:pt>
                <c:pt idx="2919">
                  <c:v>1.1461000000000001E-2</c:v>
                </c:pt>
                <c:pt idx="2920">
                  <c:v>1.13378E-2</c:v>
                </c:pt>
                <c:pt idx="2921">
                  <c:v>1.11444E-2</c:v>
                </c:pt>
                <c:pt idx="2922">
                  <c:v>1.1115999999999999E-2</c:v>
                </c:pt>
                <c:pt idx="2923">
                  <c:v>1.07747E-2</c:v>
                </c:pt>
                <c:pt idx="2924">
                  <c:v>1.00678E-2</c:v>
                </c:pt>
                <c:pt idx="2925">
                  <c:v>1.02729E-2</c:v>
                </c:pt>
                <c:pt idx="2926">
                  <c:v>1.0620900000000001E-2</c:v>
                </c:pt>
                <c:pt idx="2927">
                  <c:v>1.0716E-2</c:v>
                </c:pt>
                <c:pt idx="2928">
                  <c:v>1.0883499999999999E-2</c:v>
                </c:pt>
                <c:pt idx="2929">
                  <c:v>1.0548399999999999E-2</c:v>
                </c:pt>
                <c:pt idx="2930">
                  <c:v>1.0793000000000001E-2</c:v>
                </c:pt>
                <c:pt idx="2931">
                  <c:v>1.09683E-2</c:v>
                </c:pt>
                <c:pt idx="2932">
                  <c:v>1.0997E-2</c:v>
                </c:pt>
                <c:pt idx="2933">
                  <c:v>1.0999399999999999E-2</c:v>
                </c:pt>
                <c:pt idx="2934">
                  <c:v>1.08343E-2</c:v>
                </c:pt>
                <c:pt idx="2935">
                  <c:v>1.08281E-2</c:v>
                </c:pt>
                <c:pt idx="2936">
                  <c:v>1.1106899999999999E-2</c:v>
                </c:pt>
                <c:pt idx="2937">
                  <c:v>1.13633E-2</c:v>
                </c:pt>
                <c:pt idx="2938">
                  <c:v>1.15446E-2</c:v>
                </c:pt>
                <c:pt idx="2939">
                  <c:v>1.1792E-2</c:v>
                </c:pt>
                <c:pt idx="2940">
                  <c:v>1.22723E-2</c:v>
                </c:pt>
                <c:pt idx="2941">
                  <c:v>1.19498E-2</c:v>
                </c:pt>
                <c:pt idx="2942">
                  <c:v>1.17339E-2</c:v>
                </c:pt>
                <c:pt idx="2943">
                  <c:v>1.1833499999999999E-2</c:v>
                </c:pt>
                <c:pt idx="2944">
                  <c:v>1.1993800000000001E-2</c:v>
                </c:pt>
                <c:pt idx="2945">
                  <c:v>1.1843000000000001E-2</c:v>
                </c:pt>
                <c:pt idx="2946">
                  <c:v>1.1916599999999999E-2</c:v>
                </c:pt>
                <c:pt idx="2947">
                  <c:v>1.18519E-2</c:v>
                </c:pt>
                <c:pt idx="2948">
                  <c:v>1.15221E-2</c:v>
                </c:pt>
                <c:pt idx="2949">
                  <c:v>1.16306E-2</c:v>
                </c:pt>
                <c:pt idx="2950">
                  <c:v>1.16133E-2</c:v>
                </c:pt>
                <c:pt idx="2951">
                  <c:v>1.1430899999999999E-2</c:v>
                </c:pt>
                <c:pt idx="2952">
                  <c:v>1.12508E-2</c:v>
                </c:pt>
                <c:pt idx="2953">
                  <c:v>1.10183E-2</c:v>
                </c:pt>
                <c:pt idx="2954">
                  <c:v>1.11485E-2</c:v>
                </c:pt>
                <c:pt idx="2955">
                  <c:v>1.10673E-2</c:v>
                </c:pt>
                <c:pt idx="2956">
                  <c:v>1.1015E-2</c:v>
                </c:pt>
                <c:pt idx="2957">
                  <c:v>1.10835E-2</c:v>
                </c:pt>
                <c:pt idx="2958">
                  <c:v>1.1107800000000001E-2</c:v>
                </c:pt>
                <c:pt idx="2959">
                  <c:v>1.1177100000000001E-2</c:v>
                </c:pt>
                <c:pt idx="2960">
                  <c:v>1.14755E-2</c:v>
                </c:pt>
                <c:pt idx="2961">
                  <c:v>1.20082E-2</c:v>
                </c:pt>
                <c:pt idx="2962">
                  <c:v>1.1847400000000001E-2</c:v>
                </c:pt>
                <c:pt idx="2963">
                  <c:v>1.21186E-2</c:v>
                </c:pt>
                <c:pt idx="2964">
                  <c:v>1.2749999999999999E-2</c:v>
                </c:pt>
                <c:pt idx="2965">
                  <c:v>1.3766999999999998E-2</c:v>
                </c:pt>
                <c:pt idx="2966">
                  <c:v>1.4000800000000001E-2</c:v>
                </c:pt>
                <c:pt idx="2967">
                  <c:v>1.4622300000000001E-2</c:v>
                </c:pt>
                <c:pt idx="2968">
                  <c:v>1.4534E-2</c:v>
                </c:pt>
                <c:pt idx="2969">
                  <c:v>1.40251E-2</c:v>
                </c:pt>
                <c:pt idx="2970">
                  <c:v>1.4482499999999999E-2</c:v>
                </c:pt>
                <c:pt idx="2971">
                  <c:v>1.4591100000000001E-2</c:v>
                </c:pt>
                <c:pt idx="2972">
                  <c:v>1.4855199999999999E-2</c:v>
                </c:pt>
                <c:pt idx="2973">
                  <c:v>1.5166499999999999E-2</c:v>
                </c:pt>
                <c:pt idx="2974">
                  <c:v>1.5139599999999998E-2</c:v>
                </c:pt>
                <c:pt idx="2975">
                  <c:v>1.5068000000000002E-2</c:v>
                </c:pt>
                <c:pt idx="2976">
                  <c:v>1.5532400000000002E-2</c:v>
                </c:pt>
                <c:pt idx="2977">
                  <c:v>1.6144499999999999E-2</c:v>
                </c:pt>
                <c:pt idx="2978">
                  <c:v>1.65323E-2</c:v>
                </c:pt>
                <c:pt idx="2979">
                  <c:v>1.6220099999999998E-2</c:v>
                </c:pt>
                <c:pt idx="2980">
                  <c:v>1.60678E-2</c:v>
                </c:pt>
                <c:pt idx="2981">
                  <c:v>1.4991800000000001E-2</c:v>
                </c:pt>
                <c:pt idx="2982">
                  <c:v>1.5225499999999999E-2</c:v>
                </c:pt>
                <c:pt idx="2983">
                  <c:v>1.5085599999999999E-2</c:v>
                </c:pt>
                <c:pt idx="2984">
                  <c:v>1.5246299999999999E-2</c:v>
                </c:pt>
                <c:pt idx="2985">
                  <c:v>1.47096E-2</c:v>
                </c:pt>
                <c:pt idx="2986">
                  <c:v>1.46833E-2</c:v>
                </c:pt>
                <c:pt idx="2987">
                  <c:v>1.3987600000000001E-2</c:v>
                </c:pt>
                <c:pt idx="2988">
                  <c:v>1.4013100000000001E-2</c:v>
                </c:pt>
                <c:pt idx="2989">
                  <c:v>1.40421E-2</c:v>
                </c:pt>
                <c:pt idx="2990">
                  <c:v>1.3501499999999998E-2</c:v>
                </c:pt>
                <c:pt idx="2991">
                  <c:v>1.3395900000000001E-2</c:v>
                </c:pt>
                <c:pt idx="2992">
                  <c:v>1.3966300000000001E-2</c:v>
                </c:pt>
                <c:pt idx="2993">
                  <c:v>1.4129599999999999E-2</c:v>
                </c:pt>
                <c:pt idx="2994">
                  <c:v>1.4680799999999999E-2</c:v>
                </c:pt>
                <c:pt idx="2995">
                  <c:v>1.4725499999999999E-2</c:v>
                </c:pt>
                <c:pt idx="2996">
                  <c:v>1.47668E-2</c:v>
                </c:pt>
                <c:pt idx="2997">
                  <c:v>1.4945099999999999E-2</c:v>
                </c:pt>
                <c:pt idx="2998">
                  <c:v>1.4370300000000001E-2</c:v>
                </c:pt>
                <c:pt idx="2999">
                  <c:v>1.35151E-2</c:v>
                </c:pt>
                <c:pt idx="3000">
                  <c:v>1.30315E-2</c:v>
                </c:pt>
                <c:pt idx="3001">
                  <c:v>1.3051800000000001E-2</c:v>
                </c:pt>
                <c:pt idx="3002">
                  <c:v>1.3271700000000001E-2</c:v>
                </c:pt>
                <c:pt idx="3003">
                  <c:v>1.3796000000000001E-2</c:v>
                </c:pt>
                <c:pt idx="3004">
                  <c:v>1.3899100000000001E-2</c:v>
                </c:pt>
                <c:pt idx="3005">
                  <c:v>1.36683E-2</c:v>
                </c:pt>
                <c:pt idx="3006">
                  <c:v>1.3492500000000001E-2</c:v>
                </c:pt>
                <c:pt idx="3007">
                  <c:v>1.3050800000000001E-2</c:v>
                </c:pt>
                <c:pt idx="3008">
                  <c:v>1.26848E-2</c:v>
                </c:pt>
                <c:pt idx="3009">
                  <c:v>1.2550799999999999E-2</c:v>
                </c:pt>
                <c:pt idx="3010">
                  <c:v>1.2458499999999999E-2</c:v>
                </c:pt>
                <c:pt idx="3011">
                  <c:v>1.2583799999999999E-2</c:v>
                </c:pt>
                <c:pt idx="3012">
                  <c:v>1.2351300000000001E-2</c:v>
                </c:pt>
                <c:pt idx="3013">
                  <c:v>1.26886E-2</c:v>
                </c:pt>
                <c:pt idx="3014">
                  <c:v>1.3175999999999998E-2</c:v>
                </c:pt>
                <c:pt idx="3015">
                  <c:v>1.34328E-2</c:v>
                </c:pt>
                <c:pt idx="3016">
                  <c:v>1.36328E-2</c:v>
                </c:pt>
                <c:pt idx="3017">
                  <c:v>1.3000800000000002E-2</c:v>
                </c:pt>
                <c:pt idx="3018">
                  <c:v>1.24028E-2</c:v>
                </c:pt>
                <c:pt idx="3019">
                  <c:v>1.18992E-2</c:v>
                </c:pt>
                <c:pt idx="3020">
                  <c:v>1.21663E-2</c:v>
                </c:pt>
                <c:pt idx="3021">
                  <c:v>1.1932E-2</c:v>
                </c:pt>
                <c:pt idx="3022">
                  <c:v>1.2108799999999999E-2</c:v>
                </c:pt>
                <c:pt idx="3023">
                  <c:v>1.16726E-2</c:v>
                </c:pt>
                <c:pt idx="3024">
                  <c:v>1.1350300000000001E-2</c:v>
                </c:pt>
                <c:pt idx="3025">
                  <c:v>1.1234300000000001E-2</c:v>
                </c:pt>
                <c:pt idx="3026">
                  <c:v>1.12503E-2</c:v>
                </c:pt>
                <c:pt idx="3027">
                  <c:v>1.14316E-2</c:v>
                </c:pt>
                <c:pt idx="3028">
                  <c:v>1.16483E-2</c:v>
                </c:pt>
                <c:pt idx="3029">
                  <c:v>1.1484900000000001E-2</c:v>
                </c:pt>
                <c:pt idx="3030">
                  <c:v>1.14663E-2</c:v>
                </c:pt>
                <c:pt idx="3031">
                  <c:v>1.14272E-2</c:v>
                </c:pt>
                <c:pt idx="3032">
                  <c:v>1.14223E-2</c:v>
                </c:pt>
                <c:pt idx="3033">
                  <c:v>1.14833E-2</c:v>
                </c:pt>
                <c:pt idx="3034">
                  <c:v>1.1367799999999999E-2</c:v>
                </c:pt>
                <c:pt idx="3035">
                  <c:v>1.12348E-2</c:v>
                </c:pt>
                <c:pt idx="3036">
                  <c:v>1.11421E-2</c:v>
                </c:pt>
                <c:pt idx="3037">
                  <c:v>1.13493E-2</c:v>
                </c:pt>
                <c:pt idx="3038">
                  <c:v>1.1516500000000001E-2</c:v>
                </c:pt>
                <c:pt idx="3039">
                  <c:v>1.12274E-2</c:v>
                </c:pt>
                <c:pt idx="3040">
                  <c:v>1.13817E-2</c:v>
                </c:pt>
                <c:pt idx="3041">
                  <c:v>1.1483799999999999E-2</c:v>
                </c:pt>
                <c:pt idx="3042">
                  <c:v>1.15663E-2</c:v>
                </c:pt>
                <c:pt idx="3043">
                  <c:v>1.14865E-2</c:v>
                </c:pt>
                <c:pt idx="3044">
                  <c:v>1.1466500000000001E-2</c:v>
                </c:pt>
                <c:pt idx="3045">
                  <c:v>1.11758E-2</c:v>
                </c:pt>
                <c:pt idx="3046">
                  <c:v>1.1005800000000001E-2</c:v>
                </c:pt>
                <c:pt idx="3047">
                  <c:v>1.08953E-2</c:v>
                </c:pt>
                <c:pt idx="3048">
                  <c:v>1.05063E-2</c:v>
                </c:pt>
                <c:pt idx="3049">
                  <c:v>1.0530100000000001E-2</c:v>
                </c:pt>
                <c:pt idx="3050">
                  <c:v>1.03114E-2</c:v>
                </c:pt>
                <c:pt idx="3051">
                  <c:v>9.9839999999999998E-3</c:v>
                </c:pt>
                <c:pt idx="3052">
                  <c:v>9.8750000000000001E-3</c:v>
                </c:pt>
                <c:pt idx="3053">
                  <c:v>8.9549999999999994E-3</c:v>
                </c:pt>
                <c:pt idx="3054">
                  <c:v>9.038899999999999E-3</c:v>
                </c:pt>
                <c:pt idx="3055">
                  <c:v>9.1833000000000001E-3</c:v>
                </c:pt>
                <c:pt idx="3056">
                  <c:v>9.2828000000000008E-3</c:v>
                </c:pt>
                <c:pt idx="3057">
                  <c:v>9.4498000000000013E-3</c:v>
                </c:pt>
                <c:pt idx="3058">
                  <c:v>9.6007999999999996E-3</c:v>
                </c:pt>
                <c:pt idx="3059">
                  <c:v>9.8075999999999997E-3</c:v>
                </c:pt>
                <c:pt idx="3060">
                  <c:v>1.03363E-2</c:v>
                </c:pt>
                <c:pt idx="3061">
                  <c:v>1.04089E-2</c:v>
                </c:pt>
                <c:pt idx="3062">
                  <c:v>1.03938E-2</c:v>
                </c:pt>
                <c:pt idx="3063">
                  <c:v>1.03985E-2</c:v>
                </c:pt>
                <c:pt idx="3064">
                  <c:v>1.04785E-2</c:v>
                </c:pt>
                <c:pt idx="3065">
                  <c:v>1.0545300000000001E-2</c:v>
                </c:pt>
                <c:pt idx="3066">
                  <c:v>1.04782E-2</c:v>
                </c:pt>
                <c:pt idx="3067">
                  <c:v>1.0383799999999999E-2</c:v>
                </c:pt>
                <c:pt idx="3068">
                  <c:v>1.02428E-2</c:v>
                </c:pt>
                <c:pt idx="3069">
                  <c:v>1.0009799999999999E-2</c:v>
                </c:pt>
                <c:pt idx="3070">
                  <c:v>1.04653E-2</c:v>
                </c:pt>
                <c:pt idx="3071">
                  <c:v>1.06163E-2</c:v>
                </c:pt>
                <c:pt idx="3072">
                  <c:v>1.0566299999999999E-2</c:v>
                </c:pt>
                <c:pt idx="3073">
                  <c:v>1.0367299999999999E-2</c:v>
                </c:pt>
                <c:pt idx="3074">
                  <c:v>1.03125E-2</c:v>
                </c:pt>
                <c:pt idx="3075">
                  <c:v>1.01668E-2</c:v>
                </c:pt>
                <c:pt idx="3076">
                  <c:v>1.0083499999999999E-2</c:v>
                </c:pt>
                <c:pt idx="3077">
                  <c:v>9.9337999999999996E-3</c:v>
                </c:pt>
                <c:pt idx="3078">
                  <c:v>1.0217E-2</c:v>
                </c:pt>
                <c:pt idx="3079">
                  <c:v>1.0149999999999999E-2</c:v>
                </c:pt>
                <c:pt idx="3080">
                  <c:v>1.02624E-2</c:v>
                </c:pt>
                <c:pt idx="3081">
                  <c:v>1.0194700000000001E-2</c:v>
                </c:pt>
                <c:pt idx="3082">
                  <c:v>9.9674999999999989E-3</c:v>
                </c:pt>
                <c:pt idx="3083">
                  <c:v>1.0049500000000001E-2</c:v>
                </c:pt>
                <c:pt idx="3084">
                  <c:v>1.01876E-2</c:v>
                </c:pt>
                <c:pt idx="3085">
                  <c:v>1.02109E-2</c:v>
                </c:pt>
                <c:pt idx="3086">
                  <c:v>1.03163E-2</c:v>
                </c:pt>
                <c:pt idx="3087">
                  <c:v>1.0127299999999999E-2</c:v>
                </c:pt>
                <c:pt idx="3088">
                  <c:v>1.00111E-2</c:v>
                </c:pt>
                <c:pt idx="3089">
                  <c:v>1.0000799999999999E-2</c:v>
                </c:pt>
                <c:pt idx="3090">
                  <c:v>9.7847999999999997E-3</c:v>
                </c:pt>
                <c:pt idx="3091">
                  <c:v>9.8685999999999999E-3</c:v>
                </c:pt>
                <c:pt idx="3092">
                  <c:v>9.9162999999999994E-3</c:v>
                </c:pt>
                <c:pt idx="3093">
                  <c:v>9.8832999999999994E-3</c:v>
                </c:pt>
                <c:pt idx="3094">
                  <c:v>9.9632999999999996E-3</c:v>
                </c:pt>
                <c:pt idx="3095">
                  <c:v>9.9921000000000003E-3</c:v>
                </c:pt>
                <c:pt idx="3096">
                  <c:v>1.0166700000000001E-2</c:v>
                </c:pt>
                <c:pt idx="3097">
                  <c:v>1.04273E-2</c:v>
                </c:pt>
                <c:pt idx="3098">
                  <c:v>1.05173E-2</c:v>
                </c:pt>
                <c:pt idx="3099">
                  <c:v>1.0175E-2</c:v>
                </c:pt>
                <c:pt idx="3100">
                  <c:v>0.01</c:v>
                </c:pt>
                <c:pt idx="3101">
                  <c:v>1.01333E-2</c:v>
                </c:pt>
                <c:pt idx="3102">
                  <c:v>1.0083799999999999E-2</c:v>
                </c:pt>
                <c:pt idx="3103">
                  <c:v>1.00169E-2</c:v>
                </c:pt>
                <c:pt idx="3104">
                  <c:v>1.01998E-2</c:v>
                </c:pt>
                <c:pt idx="3105">
                  <c:v>1.02673E-2</c:v>
                </c:pt>
                <c:pt idx="3106">
                  <c:v>1.0167000000000001E-2</c:v>
                </c:pt>
                <c:pt idx="3107">
                  <c:v>9.9842999999999998E-3</c:v>
                </c:pt>
                <c:pt idx="3108">
                  <c:v>1.01075E-2</c:v>
                </c:pt>
                <c:pt idx="3109">
                  <c:v>9.9833000000000005E-3</c:v>
                </c:pt>
                <c:pt idx="3110">
                  <c:v>9.9249999999999998E-3</c:v>
                </c:pt>
                <c:pt idx="3111">
                  <c:v>9.7513000000000009E-3</c:v>
                </c:pt>
                <c:pt idx="3112">
                  <c:v>9.7172999999999999E-3</c:v>
                </c:pt>
                <c:pt idx="3113">
                  <c:v>9.9874999999999999E-3</c:v>
                </c:pt>
                <c:pt idx="3114">
                  <c:v>9.9124999999999994E-3</c:v>
                </c:pt>
                <c:pt idx="3115">
                  <c:v>9.6080000000000002E-3</c:v>
                </c:pt>
                <c:pt idx="3116">
                  <c:v>9.4906000000000001E-3</c:v>
                </c:pt>
                <c:pt idx="3117">
                  <c:v>9.4745000000000003E-3</c:v>
                </c:pt>
                <c:pt idx="3118">
                  <c:v>9.5125000000000001E-3</c:v>
                </c:pt>
                <c:pt idx="3119">
                  <c:v>9.4893000000000009E-3</c:v>
                </c:pt>
                <c:pt idx="3120">
                  <c:v>9.0837999999999995E-3</c:v>
                </c:pt>
                <c:pt idx="3121">
                  <c:v>8.8177999999999989E-3</c:v>
                </c:pt>
                <c:pt idx="3122">
                  <c:v>9.1763000000000001E-3</c:v>
                </c:pt>
                <c:pt idx="3123">
                  <c:v>9.5662999999999998E-3</c:v>
                </c:pt>
                <c:pt idx="3124">
                  <c:v>9.643800000000001E-3</c:v>
                </c:pt>
                <c:pt idx="3125">
                  <c:v>9.6491000000000007E-3</c:v>
                </c:pt>
                <c:pt idx="3126">
                  <c:v>9.6460999999999995E-3</c:v>
                </c:pt>
                <c:pt idx="3127">
                  <c:v>9.6600999999999996E-3</c:v>
                </c:pt>
                <c:pt idx="3128">
                  <c:v>9.715399999999999E-3</c:v>
                </c:pt>
                <c:pt idx="3129">
                  <c:v>9.6209999999999993E-3</c:v>
                </c:pt>
                <c:pt idx="3130">
                  <c:v>9.5888999999999992E-3</c:v>
                </c:pt>
                <c:pt idx="3131">
                  <c:v>9.1249999999999994E-3</c:v>
                </c:pt>
                <c:pt idx="3132">
                  <c:v>9.0503000000000007E-3</c:v>
                </c:pt>
                <c:pt idx="3133">
                  <c:v>9.0334999999999999E-3</c:v>
                </c:pt>
                <c:pt idx="3134">
                  <c:v>9.2132000000000012E-3</c:v>
                </c:pt>
                <c:pt idx="3135">
                  <c:v>9.4653000000000011E-3</c:v>
                </c:pt>
                <c:pt idx="3136">
                  <c:v>9.4078999999999986E-3</c:v>
                </c:pt>
                <c:pt idx="3137">
                  <c:v>9.6003000000000008E-3</c:v>
                </c:pt>
                <c:pt idx="3138">
                  <c:v>9.6329999999999992E-3</c:v>
                </c:pt>
                <c:pt idx="3139">
                  <c:v>9.4999999999999998E-3</c:v>
                </c:pt>
                <c:pt idx="3140">
                  <c:v>9.6749999999999996E-3</c:v>
                </c:pt>
                <c:pt idx="3141">
                  <c:v>9.5172999999999994E-3</c:v>
                </c:pt>
                <c:pt idx="3142">
                  <c:v>9.3624999999999993E-3</c:v>
                </c:pt>
                <c:pt idx="3143">
                  <c:v>9.2843999999999999E-3</c:v>
                </c:pt>
                <c:pt idx="3144">
                  <c:v>9.2543999999999994E-3</c:v>
                </c:pt>
                <c:pt idx="3145">
                  <c:v>9.2165000000000007E-3</c:v>
                </c:pt>
                <c:pt idx="3146">
                  <c:v>9.1999999999999998E-3</c:v>
                </c:pt>
                <c:pt idx="3147">
                  <c:v>9.1561999999999998E-3</c:v>
                </c:pt>
                <c:pt idx="3148">
                  <c:v>9.0111000000000011E-3</c:v>
                </c:pt>
                <c:pt idx="3149">
                  <c:v>9.2393000000000006E-3</c:v>
                </c:pt>
                <c:pt idx="3150">
                  <c:v>9.2617999999999989E-3</c:v>
                </c:pt>
                <c:pt idx="3151">
                  <c:v>9.6833000000000006E-3</c:v>
                </c:pt>
                <c:pt idx="3152">
                  <c:v>9.5844999999999993E-3</c:v>
                </c:pt>
                <c:pt idx="3153">
                  <c:v>9.7096000000000005E-3</c:v>
                </c:pt>
                <c:pt idx="3154">
                  <c:v>9.7927999999999991E-3</c:v>
                </c:pt>
                <c:pt idx="3155">
                  <c:v>9.8375000000000008E-3</c:v>
                </c:pt>
                <c:pt idx="3156">
                  <c:v>9.8008000000000001E-3</c:v>
                </c:pt>
                <c:pt idx="3157">
                  <c:v>9.7421999999999995E-3</c:v>
                </c:pt>
                <c:pt idx="3158">
                  <c:v>9.7403999999999998E-3</c:v>
                </c:pt>
                <c:pt idx="3159">
                  <c:v>9.8989999999999998E-3</c:v>
                </c:pt>
                <c:pt idx="3160">
                  <c:v>9.7498000000000012E-3</c:v>
                </c:pt>
                <c:pt idx="3161">
                  <c:v>9.8005000000000002E-3</c:v>
                </c:pt>
                <c:pt idx="3162">
                  <c:v>9.7665000000000009E-3</c:v>
                </c:pt>
                <c:pt idx="3163">
                  <c:v>9.8067999999999992E-3</c:v>
                </c:pt>
                <c:pt idx="3164">
                  <c:v>9.8462000000000011E-3</c:v>
                </c:pt>
                <c:pt idx="3165">
                  <c:v>9.6432000000000011E-3</c:v>
                </c:pt>
                <c:pt idx="3166">
                  <c:v>9.9422999999999994E-3</c:v>
                </c:pt>
                <c:pt idx="3167">
                  <c:v>1.0049800000000001E-2</c:v>
                </c:pt>
                <c:pt idx="3168">
                  <c:v>1.0008700000000001E-2</c:v>
                </c:pt>
                <c:pt idx="3169">
                  <c:v>1.0059E-2</c:v>
                </c:pt>
                <c:pt idx="3170">
                  <c:v>1.0266500000000001E-2</c:v>
                </c:pt>
                <c:pt idx="3171">
                  <c:v>9.9053000000000006E-3</c:v>
                </c:pt>
                <c:pt idx="3172">
                  <c:v>9.8847999999999991E-3</c:v>
                </c:pt>
                <c:pt idx="3173">
                  <c:v>1.0033499999999999E-2</c:v>
                </c:pt>
                <c:pt idx="3174">
                  <c:v>9.8674999999999995E-3</c:v>
                </c:pt>
                <c:pt idx="3175">
                  <c:v>9.7513000000000009E-3</c:v>
                </c:pt>
                <c:pt idx="3176">
                  <c:v>9.667499999999999E-3</c:v>
                </c:pt>
                <c:pt idx="3177">
                  <c:v>9.554E-3</c:v>
                </c:pt>
                <c:pt idx="3178">
                  <c:v>9.4155000000000003E-3</c:v>
                </c:pt>
                <c:pt idx="3179">
                  <c:v>9.026300000000001E-3</c:v>
                </c:pt>
                <c:pt idx="3180">
                  <c:v>8.9999999999999993E-3</c:v>
                </c:pt>
                <c:pt idx="3181">
                  <c:v>8.9257999999999994E-3</c:v>
                </c:pt>
                <c:pt idx="3182">
                  <c:v>9.0010000000000003E-3</c:v>
                </c:pt>
                <c:pt idx="3183">
                  <c:v>9.0618000000000001E-3</c:v>
                </c:pt>
                <c:pt idx="3184">
                  <c:v>9.1669999999999998E-3</c:v>
                </c:pt>
                <c:pt idx="3185">
                  <c:v>9.0518000000000005E-3</c:v>
                </c:pt>
                <c:pt idx="3186">
                  <c:v>9.2668000000000004E-3</c:v>
                </c:pt>
                <c:pt idx="3187">
                  <c:v>9.1751000000000003E-3</c:v>
                </c:pt>
                <c:pt idx="3188">
                  <c:v>9.5578E-3</c:v>
                </c:pt>
                <c:pt idx="3189">
                  <c:v>9.5375000000000008E-3</c:v>
                </c:pt>
                <c:pt idx="3190">
                  <c:v>9.6500000000000006E-3</c:v>
                </c:pt>
                <c:pt idx="3191">
                  <c:v>1.00251E-2</c:v>
                </c:pt>
                <c:pt idx="3192">
                  <c:v>9.8854000000000008E-3</c:v>
                </c:pt>
                <c:pt idx="3193">
                  <c:v>9.8329999999999997E-3</c:v>
                </c:pt>
                <c:pt idx="3194">
                  <c:v>9.9465999999999999E-3</c:v>
                </c:pt>
                <c:pt idx="3195">
                  <c:v>1.0146500000000001E-2</c:v>
                </c:pt>
                <c:pt idx="3196">
                  <c:v>9.9223999999999996E-3</c:v>
                </c:pt>
                <c:pt idx="3197">
                  <c:v>9.8665000000000003E-3</c:v>
                </c:pt>
                <c:pt idx="3198">
                  <c:v>9.9979999999999999E-3</c:v>
                </c:pt>
                <c:pt idx="3199">
                  <c:v>9.6624999999999992E-3</c:v>
                </c:pt>
                <c:pt idx="3200">
                  <c:v>9.3565000000000002E-3</c:v>
                </c:pt>
                <c:pt idx="3201">
                  <c:v>8.8173000000000001E-3</c:v>
                </c:pt>
                <c:pt idx="3202">
                  <c:v>8.5000000000000006E-3</c:v>
                </c:pt>
                <c:pt idx="3203">
                  <c:v>8.5124999999999992E-3</c:v>
                </c:pt>
                <c:pt idx="3204">
                  <c:v>8.7188000000000005E-3</c:v>
                </c:pt>
                <c:pt idx="3205">
                  <c:v>8.8543000000000007E-3</c:v>
                </c:pt>
                <c:pt idx="3206">
                  <c:v>8.8374999999999999E-3</c:v>
                </c:pt>
                <c:pt idx="3207">
                  <c:v>9.2548000000000005E-3</c:v>
                </c:pt>
                <c:pt idx="3208">
                  <c:v>9.2107999999999999E-3</c:v>
                </c:pt>
                <c:pt idx="3209">
                  <c:v>8.9843000000000006E-3</c:v>
                </c:pt>
                <c:pt idx="3210">
                  <c:v>8.8513000000000012E-3</c:v>
                </c:pt>
                <c:pt idx="3211">
                  <c:v>8.8177999999999989E-3</c:v>
                </c:pt>
                <c:pt idx="3212">
                  <c:v>8.6665000000000006E-3</c:v>
                </c:pt>
                <c:pt idx="3213">
                  <c:v>8.5833000000000003E-3</c:v>
                </c:pt>
                <c:pt idx="3214">
                  <c:v>8.4749999999999999E-3</c:v>
                </c:pt>
                <c:pt idx="3215">
                  <c:v>8.1677999999999994E-3</c:v>
                </c:pt>
                <c:pt idx="3216">
                  <c:v>8.1343000000000006E-3</c:v>
                </c:pt>
                <c:pt idx="3217">
                  <c:v>7.868E-3</c:v>
                </c:pt>
                <c:pt idx="3218">
                  <c:v>7.7894000000000001E-3</c:v>
                </c:pt>
                <c:pt idx="3219">
                  <c:v>7.6828E-3</c:v>
                </c:pt>
                <c:pt idx="3220">
                  <c:v>7.6249999999999998E-3</c:v>
                </c:pt>
                <c:pt idx="3221">
                  <c:v>7.5624999999999998E-3</c:v>
                </c:pt>
                <c:pt idx="3222">
                  <c:v>7.5500000000000003E-3</c:v>
                </c:pt>
                <c:pt idx="3223">
                  <c:v>7.5825000000000007E-3</c:v>
                </c:pt>
                <c:pt idx="3224">
                  <c:v>7.5697000000000004E-3</c:v>
                </c:pt>
                <c:pt idx="3225">
                  <c:v>7.7769999999999992E-3</c:v>
                </c:pt>
                <c:pt idx="3226">
                  <c:v>7.9027000000000003E-3</c:v>
                </c:pt>
                <c:pt idx="3227">
                  <c:v>8.1775000000000007E-3</c:v>
                </c:pt>
                <c:pt idx="3228">
                  <c:v>8.4328000000000007E-3</c:v>
                </c:pt>
                <c:pt idx="3229">
                  <c:v>8.7817999999999993E-3</c:v>
                </c:pt>
                <c:pt idx="3230">
                  <c:v>8.7492999999999998E-3</c:v>
                </c:pt>
                <c:pt idx="3231">
                  <c:v>8.8662999999999988E-3</c:v>
                </c:pt>
                <c:pt idx="3232">
                  <c:v>9.1989999999999988E-3</c:v>
                </c:pt>
                <c:pt idx="3233">
                  <c:v>9.3524000000000003E-3</c:v>
                </c:pt>
                <c:pt idx="3234">
                  <c:v>9.4546000000000005E-3</c:v>
                </c:pt>
                <c:pt idx="3235">
                  <c:v>9.6438999999999987E-3</c:v>
                </c:pt>
                <c:pt idx="3236">
                  <c:v>1.0141299999999999E-2</c:v>
                </c:pt>
                <c:pt idx="3237">
                  <c:v>1.01995E-2</c:v>
                </c:pt>
                <c:pt idx="3238">
                  <c:v>1.06473E-2</c:v>
                </c:pt>
                <c:pt idx="3239">
                  <c:v>1.05951E-2</c:v>
                </c:pt>
                <c:pt idx="3240">
                  <c:v>1.10346E-2</c:v>
                </c:pt>
                <c:pt idx="3241">
                  <c:v>1.17806E-2</c:v>
                </c:pt>
                <c:pt idx="3242">
                  <c:v>1.2281799999999999E-2</c:v>
                </c:pt>
                <c:pt idx="3243">
                  <c:v>1.2475E-2</c:v>
                </c:pt>
                <c:pt idx="3244">
                  <c:v>1.32125E-2</c:v>
                </c:pt>
                <c:pt idx="3245">
                  <c:v>1.4091900000000001E-2</c:v>
                </c:pt>
                <c:pt idx="3246">
                  <c:v>1.40041E-2</c:v>
                </c:pt>
                <c:pt idx="3247">
                  <c:v>1.2153000000000001E-2</c:v>
                </c:pt>
                <c:pt idx="3248">
                  <c:v>1.2047E-2</c:v>
                </c:pt>
                <c:pt idx="3249">
                  <c:v>1.30125E-2</c:v>
                </c:pt>
                <c:pt idx="3250">
                  <c:v>1.3147300000000001E-2</c:v>
                </c:pt>
                <c:pt idx="3251">
                  <c:v>1.4223900000000001E-2</c:v>
                </c:pt>
                <c:pt idx="3252">
                  <c:v>1.6871500000000001E-2</c:v>
                </c:pt>
                <c:pt idx="3253">
                  <c:v>1.6938599999999998E-2</c:v>
                </c:pt>
                <c:pt idx="3254">
                  <c:v>1.64365E-2</c:v>
                </c:pt>
                <c:pt idx="3255">
                  <c:v>1.5668500000000002E-2</c:v>
                </c:pt>
                <c:pt idx="3256">
                  <c:v>1.4898500000000002E-2</c:v>
                </c:pt>
                <c:pt idx="3257">
                  <c:v>1.4083500000000001E-2</c:v>
                </c:pt>
                <c:pt idx="3258">
                  <c:v>1.4099500000000001E-2</c:v>
                </c:pt>
                <c:pt idx="3259">
                  <c:v>1.4086099999999999E-2</c:v>
                </c:pt>
                <c:pt idx="3260">
                  <c:v>1.4199000000000002E-2</c:v>
                </c:pt>
                <c:pt idx="3261">
                  <c:v>1.48708E-2</c:v>
                </c:pt>
                <c:pt idx="3262">
                  <c:v>1.5173599999999999E-2</c:v>
                </c:pt>
                <c:pt idx="3263">
                  <c:v>1.5525399999999998E-2</c:v>
                </c:pt>
                <c:pt idx="3264">
                  <c:v>1.5560300000000001E-2</c:v>
                </c:pt>
                <c:pt idx="3265">
                  <c:v>1.48588E-2</c:v>
                </c:pt>
                <c:pt idx="3266">
                  <c:v>1.4668E-2</c:v>
                </c:pt>
                <c:pt idx="3267">
                  <c:v>1.39417E-2</c:v>
                </c:pt>
                <c:pt idx="3268">
                  <c:v>1.35832E-2</c:v>
                </c:pt>
                <c:pt idx="3269">
                  <c:v>1.2485E-2</c:v>
                </c:pt>
                <c:pt idx="3270">
                  <c:v>1.25261E-2</c:v>
                </c:pt>
                <c:pt idx="3271">
                  <c:v>1.22121E-2</c:v>
                </c:pt>
                <c:pt idx="3272">
                  <c:v>1.1736100000000001E-2</c:v>
                </c:pt>
                <c:pt idx="3273">
                  <c:v>1.1921299999999999E-2</c:v>
                </c:pt>
                <c:pt idx="3274">
                  <c:v>1.1766500000000001E-2</c:v>
                </c:pt>
                <c:pt idx="3275">
                  <c:v>1.1875E-2</c:v>
                </c:pt>
                <c:pt idx="3276">
                  <c:v>1.24143E-2</c:v>
                </c:pt>
                <c:pt idx="3277">
                  <c:v>1.2634000000000001E-2</c:v>
                </c:pt>
                <c:pt idx="3278">
                  <c:v>1.27837E-2</c:v>
                </c:pt>
                <c:pt idx="3279">
                  <c:v>1.3340299999999999E-2</c:v>
                </c:pt>
                <c:pt idx="3280">
                  <c:v>1.34206E-2</c:v>
                </c:pt>
                <c:pt idx="3281">
                  <c:v>1.3249500000000001E-2</c:v>
                </c:pt>
                <c:pt idx="3282">
                  <c:v>1.30375E-2</c:v>
                </c:pt>
                <c:pt idx="3283">
                  <c:v>1.26675E-2</c:v>
                </c:pt>
                <c:pt idx="3284">
                  <c:v>1.2566500000000001E-2</c:v>
                </c:pt>
                <c:pt idx="3285">
                  <c:v>1.2699500000000001E-2</c:v>
                </c:pt>
                <c:pt idx="3286">
                  <c:v>1.3015000000000001E-2</c:v>
                </c:pt>
                <c:pt idx="3287">
                  <c:v>1.3066999999999999E-2</c:v>
                </c:pt>
                <c:pt idx="3288">
                  <c:v>1.2672899999999999E-2</c:v>
                </c:pt>
                <c:pt idx="3289">
                  <c:v>1.24E-2</c:v>
                </c:pt>
                <c:pt idx="3290">
                  <c:v>1.17675E-2</c:v>
                </c:pt>
                <c:pt idx="3291">
                  <c:v>1.2134000000000001E-2</c:v>
                </c:pt>
                <c:pt idx="3292">
                  <c:v>1.2800000000000001E-2</c:v>
                </c:pt>
                <c:pt idx="3293">
                  <c:v>1.3044200000000001E-2</c:v>
                </c:pt>
                <c:pt idx="3294">
                  <c:v>1.3784000000000001E-2</c:v>
                </c:pt>
                <c:pt idx="3295">
                  <c:v>1.38E-2</c:v>
                </c:pt>
                <c:pt idx="3296">
                  <c:v>1.4448500000000001E-2</c:v>
                </c:pt>
                <c:pt idx="3297">
                  <c:v>1.4182800000000001E-2</c:v>
                </c:pt>
                <c:pt idx="3298">
                  <c:v>1.3062499999999999E-2</c:v>
                </c:pt>
                <c:pt idx="3299">
                  <c:v>1.3112499999999999E-2</c:v>
                </c:pt>
                <c:pt idx="3300">
                  <c:v>1.3633299999999999E-2</c:v>
                </c:pt>
                <c:pt idx="3301">
                  <c:v>1.34375E-2</c:v>
                </c:pt>
                <c:pt idx="3302">
                  <c:v>1.3598500000000001E-2</c:v>
                </c:pt>
                <c:pt idx="3303">
                  <c:v>1.3865499999999999E-2</c:v>
                </c:pt>
                <c:pt idx="3304">
                  <c:v>1.3461000000000001E-2</c:v>
                </c:pt>
                <c:pt idx="3305">
                  <c:v>1.3975E-2</c:v>
                </c:pt>
                <c:pt idx="3306">
                  <c:v>1.41374E-2</c:v>
                </c:pt>
                <c:pt idx="3307">
                  <c:v>1.3934E-2</c:v>
                </c:pt>
                <c:pt idx="3308">
                  <c:v>1.3433500000000001E-2</c:v>
                </c:pt>
                <c:pt idx="3309">
                  <c:v>1.29655E-2</c:v>
                </c:pt>
                <c:pt idx="3310">
                  <c:v>1.2682500000000001E-2</c:v>
                </c:pt>
                <c:pt idx="3311">
                  <c:v>1.23003E-2</c:v>
                </c:pt>
                <c:pt idx="3312">
                  <c:v>1.21659E-2</c:v>
                </c:pt>
                <c:pt idx="3313">
                  <c:v>1.21114E-2</c:v>
                </c:pt>
                <c:pt idx="3314">
                  <c:v>1.18624E-2</c:v>
                </c:pt>
                <c:pt idx="3315">
                  <c:v>1.1299399999999999E-2</c:v>
                </c:pt>
                <c:pt idx="3316">
                  <c:v>1.0449699999999999E-2</c:v>
                </c:pt>
                <c:pt idx="3317">
                  <c:v>1.0737500000000001E-2</c:v>
                </c:pt>
                <c:pt idx="3318">
                  <c:v>1.1310200000000001E-2</c:v>
                </c:pt>
                <c:pt idx="3319">
                  <c:v>1.1733E-2</c:v>
                </c:pt>
                <c:pt idx="3320">
                  <c:v>1.1867000000000001E-2</c:v>
                </c:pt>
                <c:pt idx="3321">
                  <c:v>1.21168E-2</c:v>
                </c:pt>
                <c:pt idx="3322">
                  <c:v>1.27305E-2</c:v>
                </c:pt>
                <c:pt idx="3323">
                  <c:v>1.32304E-2</c:v>
                </c:pt>
                <c:pt idx="3324">
                  <c:v>1.3375E-2</c:v>
                </c:pt>
                <c:pt idx="3325">
                  <c:v>1.32505E-2</c:v>
                </c:pt>
                <c:pt idx="3326">
                  <c:v>1.32655E-2</c:v>
                </c:pt>
                <c:pt idx="3327">
                  <c:v>1.31673E-2</c:v>
                </c:pt>
                <c:pt idx="3328">
                  <c:v>1.2917500000000002E-2</c:v>
                </c:pt>
                <c:pt idx="3329">
                  <c:v>1.2685E-2</c:v>
                </c:pt>
                <c:pt idx="3330">
                  <c:v>1.2625000000000001E-2</c:v>
                </c:pt>
                <c:pt idx="3331">
                  <c:v>1.2847999999999998E-2</c:v>
                </c:pt>
                <c:pt idx="3332">
                  <c:v>1.2266500000000001E-2</c:v>
                </c:pt>
                <c:pt idx="3333">
                  <c:v>1.2135999999999999E-2</c:v>
                </c:pt>
                <c:pt idx="3334">
                  <c:v>1.2026500000000001E-2</c:v>
                </c:pt>
                <c:pt idx="3335">
                  <c:v>1.20625E-2</c:v>
                </c:pt>
                <c:pt idx="3336">
                  <c:v>1.1931799999999999E-2</c:v>
                </c:pt>
                <c:pt idx="3337">
                  <c:v>1.19154E-2</c:v>
                </c:pt>
                <c:pt idx="3338">
                  <c:v>1.18998E-2</c:v>
                </c:pt>
                <c:pt idx="3339">
                  <c:v>1.23508E-2</c:v>
                </c:pt>
                <c:pt idx="3340">
                  <c:v>1.2050499999999999E-2</c:v>
                </c:pt>
                <c:pt idx="3341">
                  <c:v>1.23483E-2</c:v>
                </c:pt>
                <c:pt idx="3342">
                  <c:v>1.2531499999999999E-2</c:v>
                </c:pt>
                <c:pt idx="3343">
                  <c:v>1.2449999999999999E-2</c:v>
                </c:pt>
                <c:pt idx="3344">
                  <c:v>1.2449E-2</c:v>
                </c:pt>
                <c:pt idx="3345">
                  <c:v>1.2265999999999999E-2</c:v>
                </c:pt>
                <c:pt idx="3346">
                  <c:v>1.23505E-2</c:v>
                </c:pt>
                <c:pt idx="3347">
                  <c:v>1.22335E-2</c:v>
                </c:pt>
                <c:pt idx="3348">
                  <c:v>1.27248E-2</c:v>
                </c:pt>
                <c:pt idx="3349">
                  <c:v>1.25746E-2</c:v>
                </c:pt>
                <c:pt idx="3350">
                  <c:v>1.2915799999999998E-2</c:v>
                </c:pt>
                <c:pt idx="3351">
                  <c:v>1.28173E-2</c:v>
                </c:pt>
                <c:pt idx="3352">
                  <c:v>1.2815500000000001E-2</c:v>
                </c:pt>
                <c:pt idx="3353">
                  <c:v>1.3147200000000001E-2</c:v>
                </c:pt>
                <c:pt idx="3354">
                  <c:v>1.32584E-2</c:v>
                </c:pt>
                <c:pt idx="3355">
                  <c:v>1.3465000000000001E-2</c:v>
                </c:pt>
                <c:pt idx="3356">
                  <c:v>1.3258500000000001E-2</c:v>
                </c:pt>
                <c:pt idx="3357">
                  <c:v>1.2949E-2</c:v>
                </c:pt>
                <c:pt idx="3358">
                  <c:v>1.24394E-2</c:v>
                </c:pt>
                <c:pt idx="3359">
                  <c:v>1.1997799999999999E-2</c:v>
                </c:pt>
                <c:pt idx="3360">
                  <c:v>1.2465800000000001E-2</c:v>
                </c:pt>
                <c:pt idx="3361">
                  <c:v>1.2933400000000001E-2</c:v>
                </c:pt>
                <c:pt idx="3362">
                  <c:v>1.29643E-2</c:v>
                </c:pt>
                <c:pt idx="3363">
                  <c:v>1.26333E-2</c:v>
                </c:pt>
                <c:pt idx="3364">
                  <c:v>1.2527399999999999E-2</c:v>
                </c:pt>
                <c:pt idx="3365">
                  <c:v>1.26508E-2</c:v>
                </c:pt>
                <c:pt idx="3366">
                  <c:v>1.2821899999999999E-2</c:v>
                </c:pt>
                <c:pt idx="3367">
                  <c:v>1.2832699999999999E-2</c:v>
                </c:pt>
                <c:pt idx="3368">
                  <c:v>1.2832699999999999E-2</c:v>
                </c:pt>
                <c:pt idx="3369">
                  <c:v>1.29505E-2</c:v>
                </c:pt>
                <c:pt idx="3370">
                  <c:v>1.3134E-2</c:v>
                </c:pt>
                <c:pt idx="3371">
                  <c:v>1.3193799999999999E-2</c:v>
                </c:pt>
                <c:pt idx="3372">
                  <c:v>1.2865799999999998E-2</c:v>
                </c:pt>
                <c:pt idx="3373">
                  <c:v>1.2216299999999999E-2</c:v>
                </c:pt>
                <c:pt idx="3374">
                  <c:v>1.1968000000000001E-2</c:v>
                </c:pt>
                <c:pt idx="3375">
                  <c:v>1.19168E-2</c:v>
                </c:pt>
                <c:pt idx="3376">
                  <c:v>1.20514E-2</c:v>
                </c:pt>
                <c:pt idx="3377">
                  <c:v>1.2102E-2</c:v>
                </c:pt>
                <c:pt idx="3378">
                  <c:v>1.17006E-2</c:v>
                </c:pt>
                <c:pt idx="3379">
                  <c:v>1.1617499999999999E-2</c:v>
                </c:pt>
                <c:pt idx="3380">
                  <c:v>1.1798999999999999E-2</c:v>
                </c:pt>
                <c:pt idx="3381">
                  <c:v>1.1399899999999999E-2</c:v>
                </c:pt>
                <c:pt idx="3382">
                  <c:v>1.1333899999999999E-2</c:v>
                </c:pt>
                <c:pt idx="3383">
                  <c:v>1.22256E-2</c:v>
                </c:pt>
                <c:pt idx="3384">
                  <c:v>1.18532E-2</c:v>
                </c:pt>
                <c:pt idx="3385">
                  <c:v>1.1850299999999999E-2</c:v>
                </c:pt>
                <c:pt idx="3386">
                  <c:v>1.1712500000000001E-2</c:v>
                </c:pt>
                <c:pt idx="3387">
                  <c:v>1.18294E-2</c:v>
                </c:pt>
                <c:pt idx="3388">
                  <c:v>1.21855E-2</c:v>
                </c:pt>
                <c:pt idx="3389">
                  <c:v>1.2033E-2</c:v>
                </c:pt>
                <c:pt idx="3390">
                  <c:v>1.1865799999999999E-2</c:v>
                </c:pt>
                <c:pt idx="3391">
                  <c:v>1.1732899999999999E-2</c:v>
                </c:pt>
                <c:pt idx="3392">
                  <c:v>1.21694E-2</c:v>
                </c:pt>
                <c:pt idx="3393">
                  <c:v>1.1906E-2</c:v>
                </c:pt>
                <c:pt idx="3394">
                  <c:v>1.21183E-2</c:v>
                </c:pt>
                <c:pt idx="3395">
                  <c:v>1.22597E-2</c:v>
                </c:pt>
                <c:pt idx="3396">
                  <c:v>1.25173E-2</c:v>
                </c:pt>
                <c:pt idx="3397">
                  <c:v>1.24498E-2</c:v>
                </c:pt>
                <c:pt idx="3398">
                  <c:v>1.2449E-2</c:v>
                </c:pt>
                <c:pt idx="3399">
                  <c:v>1.2384300000000001E-2</c:v>
                </c:pt>
                <c:pt idx="3400">
                  <c:v>1.23085E-2</c:v>
                </c:pt>
                <c:pt idx="3401">
                  <c:v>1.20257E-2</c:v>
                </c:pt>
                <c:pt idx="3402">
                  <c:v>1.19005E-2</c:v>
                </c:pt>
                <c:pt idx="3403">
                  <c:v>1.18669E-2</c:v>
                </c:pt>
                <c:pt idx="3404">
                  <c:v>1.19509E-2</c:v>
                </c:pt>
                <c:pt idx="3405">
                  <c:v>1.1784300000000001E-2</c:v>
                </c:pt>
                <c:pt idx="3406">
                  <c:v>1.2349500000000001E-2</c:v>
                </c:pt>
                <c:pt idx="3407">
                  <c:v>1.29827E-2</c:v>
                </c:pt>
                <c:pt idx="3408">
                  <c:v>1.3615299999999999E-2</c:v>
                </c:pt>
                <c:pt idx="3409">
                  <c:v>1.3117699999999999E-2</c:v>
                </c:pt>
                <c:pt idx="3410">
                  <c:v>1.24508E-2</c:v>
                </c:pt>
                <c:pt idx="3411">
                  <c:v>1.3282800000000001E-2</c:v>
                </c:pt>
                <c:pt idx="3412">
                  <c:v>1.32493E-2</c:v>
                </c:pt>
                <c:pt idx="3413">
                  <c:v>1.3084E-2</c:v>
                </c:pt>
                <c:pt idx="3414">
                  <c:v>1.3251799999999999E-2</c:v>
                </c:pt>
                <c:pt idx="3415">
                  <c:v>1.2982200000000001E-2</c:v>
                </c:pt>
                <c:pt idx="3416">
                  <c:v>1.27146E-2</c:v>
                </c:pt>
                <c:pt idx="3417">
                  <c:v>1.22098E-2</c:v>
                </c:pt>
                <c:pt idx="3418">
                  <c:v>1.21481E-2</c:v>
                </c:pt>
                <c:pt idx="3419">
                  <c:v>1.2333999999999999E-2</c:v>
                </c:pt>
                <c:pt idx="3420">
                  <c:v>1.21823E-2</c:v>
                </c:pt>
                <c:pt idx="3421">
                  <c:v>1.2035299999999999E-2</c:v>
                </c:pt>
                <c:pt idx="3422">
                  <c:v>1.2084300000000001E-2</c:v>
                </c:pt>
                <c:pt idx="3423">
                  <c:v>1.21823E-2</c:v>
                </c:pt>
                <c:pt idx="3424">
                  <c:v>1.19636E-2</c:v>
                </c:pt>
                <c:pt idx="3425">
                  <c:v>1.2033E-2</c:v>
                </c:pt>
                <c:pt idx="3426">
                  <c:v>1.21823E-2</c:v>
                </c:pt>
                <c:pt idx="3427">
                  <c:v>1.16498E-2</c:v>
                </c:pt>
                <c:pt idx="3428">
                  <c:v>1.19483E-2</c:v>
                </c:pt>
                <c:pt idx="3429">
                  <c:v>1.1152800000000001E-2</c:v>
                </c:pt>
                <c:pt idx="3430">
                  <c:v>1.0901000000000001E-2</c:v>
                </c:pt>
                <c:pt idx="3431">
                  <c:v>1.1449800000000001E-2</c:v>
                </c:pt>
                <c:pt idx="3432">
                  <c:v>1.1367799999999999E-2</c:v>
                </c:pt>
                <c:pt idx="3433">
                  <c:v>1.1431999999999999E-2</c:v>
                </c:pt>
                <c:pt idx="3434">
                  <c:v>1.16975E-2</c:v>
                </c:pt>
                <c:pt idx="3435">
                  <c:v>1.1202E-2</c:v>
                </c:pt>
                <c:pt idx="3436">
                  <c:v>1.10995E-2</c:v>
                </c:pt>
                <c:pt idx="3437">
                  <c:v>1.0883799999999999E-2</c:v>
                </c:pt>
                <c:pt idx="3438">
                  <c:v>1.0865999999999999E-2</c:v>
                </c:pt>
                <c:pt idx="3439">
                  <c:v>1.09178E-2</c:v>
                </c:pt>
                <c:pt idx="3440">
                  <c:v>1.1216500000000001E-2</c:v>
                </c:pt>
                <c:pt idx="3441">
                  <c:v>1.12503E-2</c:v>
                </c:pt>
                <c:pt idx="3442">
                  <c:v>1.1401E-2</c:v>
                </c:pt>
                <c:pt idx="3443">
                  <c:v>1.1417800000000001E-2</c:v>
                </c:pt>
                <c:pt idx="3444">
                  <c:v>1.1367499999999999E-2</c:v>
                </c:pt>
                <c:pt idx="3445">
                  <c:v>1.09029E-2</c:v>
                </c:pt>
                <c:pt idx="3446">
                  <c:v>1.09342E-2</c:v>
                </c:pt>
                <c:pt idx="3447">
                  <c:v>1.0999999999999999E-2</c:v>
                </c:pt>
                <c:pt idx="3448">
                  <c:v>1.1266E-2</c:v>
                </c:pt>
                <c:pt idx="3449">
                  <c:v>1.11E-2</c:v>
                </c:pt>
                <c:pt idx="3450">
                  <c:v>1.0966E-2</c:v>
                </c:pt>
                <c:pt idx="3451">
                  <c:v>1.0634000000000001E-2</c:v>
                </c:pt>
                <c:pt idx="3452">
                  <c:v>1.0582299999999999E-2</c:v>
                </c:pt>
                <c:pt idx="3453">
                  <c:v>1.06648E-2</c:v>
                </c:pt>
                <c:pt idx="3454">
                  <c:v>1.08325E-2</c:v>
                </c:pt>
                <c:pt idx="3455">
                  <c:v>1.05345E-2</c:v>
                </c:pt>
                <c:pt idx="3456">
                  <c:v>1.03845E-2</c:v>
                </c:pt>
                <c:pt idx="3457">
                  <c:v>1.06655E-2</c:v>
                </c:pt>
                <c:pt idx="3458">
                  <c:v>1.03505E-2</c:v>
                </c:pt>
                <c:pt idx="3459">
                  <c:v>1.0033E-2</c:v>
                </c:pt>
                <c:pt idx="3460">
                  <c:v>9.9668000000000014E-3</c:v>
                </c:pt>
                <c:pt idx="3461">
                  <c:v>9.9687999999999999E-3</c:v>
                </c:pt>
                <c:pt idx="3462">
                  <c:v>9.7683000000000006E-3</c:v>
                </c:pt>
                <c:pt idx="3463">
                  <c:v>1.0068000000000001E-2</c:v>
                </c:pt>
                <c:pt idx="3464">
                  <c:v>1.0034300000000001E-2</c:v>
                </c:pt>
                <c:pt idx="3465">
                  <c:v>1.02988E-2</c:v>
                </c:pt>
                <c:pt idx="3466">
                  <c:v>9.985299999999999E-3</c:v>
                </c:pt>
                <c:pt idx="3467">
                  <c:v>1.0027899999999999E-2</c:v>
                </c:pt>
                <c:pt idx="3468">
                  <c:v>9.9970000000000007E-3</c:v>
                </c:pt>
                <c:pt idx="3469">
                  <c:v>9.8477000000000009E-3</c:v>
                </c:pt>
                <c:pt idx="3470">
                  <c:v>9.8998000000000003E-3</c:v>
                </c:pt>
                <c:pt idx="3471">
                  <c:v>9.9677999999999989E-3</c:v>
                </c:pt>
                <c:pt idx="3472">
                  <c:v>1.00333E-2</c:v>
                </c:pt>
                <c:pt idx="3473">
                  <c:v>1.01444E-2</c:v>
                </c:pt>
                <c:pt idx="3474">
                  <c:v>1.01178E-2</c:v>
                </c:pt>
                <c:pt idx="3475">
                  <c:v>9.9352999999999993E-3</c:v>
                </c:pt>
                <c:pt idx="3476">
                  <c:v>9.7013000000000012E-3</c:v>
                </c:pt>
                <c:pt idx="3477">
                  <c:v>9.6328000000000004E-3</c:v>
                </c:pt>
                <c:pt idx="3478">
                  <c:v>9.6003000000000008E-3</c:v>
                </c:pt>
                <c:pt idx="3479">
                  <c:v>9.5826000000000001E-3</c:v>
                </c:pt>
                <c:pt idx="3480">
                  <c:v>9.5166000000000001E-3</c:v>
                </c:pt>
                <c:pt idx="3481">
                  <c:v>9.3016000000000001E-3</c:v>
                </c:pt>
                <c:pt idx="3482">
                  <c:v>9.200100000000001E-3</c:v>
                </c:pt>
                <c:pt idx="3483">
                  <c:v>8.9511E-3</c:v>
                </c:pt>
                <c:pt idx="3484">
                  <c:v>9.1825999999999991E-3</c:v>
                </c:pt>
                <c:pt idx="3485">
                  <c:v>8.8348000000000003E-3</c:v>
                </c:pt>
                <c:pt idx="3486">
                  <c:v>9.1992999999999988E-3</c:v>
                </c:pt>
                <c:pt idx="3487">
                  <c:v>9.1503000000000001E-3</c:v>
                </c:pt>
                <c:pt idx="3488">
                  <c:v>9.1252999999999994E-3</c:v>
                </c:pt>
                <c:pt idx="3489">
                  <c:v>8.8687999999999996E-3</c:v>
                </c:pt>
                <c:pt idx="3490">
                  <c:v>9.0002999999999993E-3</c:v>
                </c:pt>
                <c:pt idx="3491">
                  <c:v>8.9328000000000012E-3</c:v>
                </c:pt>
                <c:pt idx="3492">
                  <c:v>8.8503000000000002E-3</c:v>
                </c:pt>
                <c:pt idx="3493">
                  <c:v>8.6007999999999987E-3</c:v>
                </c:pt>
                <c:pt idx="3494">
                  <c:v>8.5600999999999993E-3</c:v>
                </c:pt>
                <c:pt idx="3495">
                  <c:v>8.6168000000000008E-3</c:v>
                </c:pt>
                <c:pt idx="3496">
                  <c:v>8.5012999999999998E-3</c:v>
                </c:pt>
                <c:pt idx="3497">
                  <c:v>8.3878000000000008E-3</c:v>
                </c:pt>
                <c:pt idx="3498">
                  <c:v>8.2998000000000013E-3</c:v>
                </c:pt>
                <c:pt idx="3499">
                  <c:v>8.2658000000000002E-3</c:v>
                </c:pt>
                <c:pt idx="3500">
                  <c:v>8.2378E-3</c:v>
                </c:pt>
                <c:pt idx="3501">
                  <c:v>8.5322999999999996E-3</c:v>
                </c:pt>
                <c:pt idx="3502">
                  <c:v>8.2012999999999999E-3</c:v>
                </c:pt>
                <c:pt idx="3503">
                  <c:v>7.6677999999999998E-3</c:v>
                </c:pt>
                <c:pt idx="3504">
                  <c:v>7.7003000000000002E-3</c:v>
                </c:pt>
                <c:pt idx="3505">
                  <c:v>7.8878000000000004E-3</c:v>
                </c:pt>
                <c:pt idx="3506">
                  <c:v>7.7169999999999999E-3</c:v>
                </c:pt>
                <c:pt idx="3507">
                  <c:v>7.8502999999999993E-3</c:v>
                </c:pt>
                <c:pt idx="3508">
                  <c:v>7.7678000000000001E-3</c:v>
                </c:pt>
                <c:pt idx="3509">
                  <c:v>7.7822999999999989E-3</c:v>
                </c:pt>
                <c:pt idx="3510">
                  <c:v>7.7322999999999992E-3</c:v>
                </c:pt>
                <c:pt idx="3511">
                  <c:v>7.5658000000000001E-3</c:v>
                </c:pt>
                <c:pt idx="3512">
                  <c:v>7.5977999999999992E-3</c:v>
                </c:pt>
                <c:pt idx="3513">
                  <c:v>7.6337000000000002E-3</c:v>
                </c:pt>
                <c:pt idx="3514">
                  <c:v>7.8128E-3</c:v>
                </c:pt>
                <c:pt idx="3515">
                  <c:v>7.8250000000000004E-3</c:v>
                </c:pt>
                <c:pt idx="3516">
                  <c:v>7.7654999999999998E-3</c:v>
                </c:pt>
                <c:pt idx="3517">
                  <c:v>7.5507999999999999E-3</c:v>
                </c:pt>
                <c:pt idx="3518">
                  <c:v>7.8002999999999996E-3</c:v>
                </c:pt>
                <c:pt idx="3519">
                  <c:v>8.1478000000000002E-3</c:v>
                </c:pt>
                <c:pt idx="3520">
                  <c:v>7.8670000000000007E-3</c:v>
                </c:pt>
                <c:pt idx="3521">
                  <c:v>8.0377999999999995E-3</c:v>
                </c:pt>
                <c:pt idx="3522">
                  <c:v>8.1447999999999989E-3</c:v>
                </c:pt>
                <c:pt idx="3523">
                  <c:v>8.1512000000000008E-3</c:v>
                </c:pt>
                <c:pt idx="3524">
                  <c:v>8.2156E-3</c:v>
                </c:pt>
                <c:pt idx="3525">
                  <c:v>8.1281000000000009E-3</c:v>
                </c:pt>
                <c:pt idx="3526">
                  <c:v>8.0169999999999998E-3</c:v>
                </c:pt>
                <c:pt idx="3527">
                  <c:v>8.1627999999999996E-3</c:v>
                </c:pt>
                <c:pt idx="3528">
                  <c:v>8.2503000000000003E-3</c:v>
                </c:pt>
                <c:pt idx="3529">
                  <c:v>8.2877999999999997E-3</c:v>
                </c:pt>
                <c:pt idx="3530">
                  <c:v>8.4878000000000002E-3</c:v>
                </c:pt>
                <c:pt idx="3531">
                  <c:v>8.6668000000000005E-3</c:v>
                </c:pt>
                <c:pt idx="3532">
                  <c:v>8.9377999999999992E-3</c:v>
                </c:pt>
                <c:pt idx="3533">
                  <c:v>8.8495999999999991E-3</c:v>
                </c:pt>
                <c:pt idx="3534">
                  <c:v>8.7127999999999997E-3</c:v>
                </c:pt>
                <c:pt idx="3535">
                  <c:v>8.2345999999999999E-3</c:v>
                </c:pt>
                <c:pt idx="3536">
                  <c:v>8.2491000000000005E-3</c:v>
                </c:pt>
                <c:pt idx="3537">
                  <c:v>8.2877999999999997E-3</c:v>
                </c:pt>
                <c:pt idx="3538">
                  <c:v>8.4878000000000002E-3</c:v>
                </c:pt>
                <c:pt idx="3539">
                  <c:v>8.7326000000000001E-3</c:v>
                </c:pt>
                <c:pt idx="3540">
                  <c:v>8.7878000000000001E-3</c:v>
                </c:pt>
                <c:pt idx="3541">
                  <c:v>9.1150999999999992E-3</c:v>
                </c:pt>
                <c:pt idx="3542">
                  <c:v>9.4146000000000004E-3</c:v>
                </c:pt>
                <c:pt idx="3543">
                  <c:v>9.481100000000001E-3</c:v>
                </c:pt>
                <c:pt idx="3544">
                  <c:v>9.0503000000000007E-3</c:v>
                </c:pt>
                <c:pt idx="3545">
                  <c:v>9.3002999999999992E-3</c:v>
                </c:pt>
                <c:pt idx="3546">
                  <c:v>9.3180999999999993E-3</c:v>
                </c:pt>
                <c:pt idx="3547">
                  <c:v>9.5156000000000008E-3</c:v>
                </c:pt>
                <c:pt idx="3548">
                  <c:v>9.3845999999999999E-3</c:v>
                </c:pt>
                <c:pt idx="3549">
                  <c:v>8.9511E-3</c:v>
                </c:pt>
                <c:pt idx="3550">
                  <c:v>8.6175999999999996E-3</c:v>
                </c:pt>
                <c:pt idx="3551">
                  <c:v>8.1846000000000002E-3</c:v>
                </c:pt>
                <c:pt idx="3552">
                  <c:v>7.9510999999999991E-3</c:v>
                </c:pt>
                <c:pt idx="3553">
                  <c:v>7.9836000000000004E-3</c:v>
                </c:pt>
                <c:pt idx="3554">
                  <c:v>7.9661000000000003E-3</c:v>
                </c:pt>
                <c:pt idx="3555">
                  <c:v>7.6840999999999993E-3</c:v>
                </c:pt>
                <c:pt idx="3556">
                  <c:v>7.8820999999999995E-3</c:v>
                </c:pt>
                <c:pt idx="3557">
                  <c:v>7.7505999999999999E-3</c:v>
                </c:pt>
                <c:pt idx="3558">
                  <c:v>7.8171000000000004E-3</c:v>
                </c:pt>
                <c:pt idx="3559">
                  <c:v>7.8176000000000009E-3</c:v>
                </c:pt>
                <c:pt idx="3560">
                  <c:v>7.7995999999999994E-3</c:v>
                </c:pt>
                <c:pt idx="3561">
                  <c:v>7.6501000000000008E-3</c:v>
                </c:pt>
                <c:pt idx="3562">
                  <c:v>7.8627999999999997E-3</c:v>
                </c:pt>
                <c:pt idx="3563">
                  <c:v>7.8128E-3</c:v>
                </c:pt>
                <c:pt idx="3564">
                  <c:v>7.8379000000000001E-3</c:v>
                </c:pt>
                <c:pt idx="3565">
                  <c:v>7.8128E-3</c:v>
                </c:pt>
                <c:pt idx="3566">
                  <c:v>7.7502999999999999E-3</c:v>
                </c:pt>
                <c:pt idx="3567">
                  <c:v>8.1127999999999999E-3</c:v>
                </c:pt>
                <c:pt idx="3568">
                  <c:v>8.0996000000000002E-3</c:v>
                </c:pt>
                <c:pt idx="3569">
                  <c:v>8.2752999999999993E-3</c:v>
                </c:pt>
                <c:pt idx="3570">
                  <c:v>8.9356999999999995E-3</c:v>
                </c:pt>
                <c:pt idx="3571">
                  <c:v>8.8752999999999992E-3</c:v>
                </c:pt>
                <c:pt idx="3572">
                  <c:v>8.7825999999999998E-3</c:v>
                </c:pt>
                <c:pt idx="3573">
                  <c:v>9.4106999999999993E-3</c:v>
                </c:pt>
                <c:pt idx="3574">
                  <c:v>9.2627999999999999E-3</c:v>
                </c:pt>
                <c:pt idx="3575">
                  <c:v>9.0171000000000001E-3</c:v>
                </c:pt>
                <c:pt idx="3576">
                  <c:v>8.8503000000000002E-3</c:v>
                </c:pt>
                <c:pt idx="3577">
                  <c:v>8.7670000000000005E-3</c:v>
                </c:pt>
                <c:pt idx="3578">
                  <c:v>8.7002999999999994E-3</c:v>
                </c:pt>
                <c:pt idx="3579">
                  <c:v>9.4932000000000002E-3</c:v>
                </c:pt>
                <c:pt idx="3580">
                  <c:v>9.2169999999999995E-3</c:v>
                </c:pt>
                <c:pt idx="3581">
                  <c:v>9.0351000000000008E-3</c:v>
                </c:pt>
                <c:pt idx="3582">
                  <c:v>9.4252999999999993E-3</c:v>
                </c:pt>
                <c:pt idx="3583">
                  <c:v>9.5878000000000005E-3</c:v>
                </c:pt>
                <c:pt idx="3584">
                  <c:v>1.0212799999999999E-2</c:v>
                </c:pt>
                <c:pt idx="3585">
                  <c:v>1.00378E-2</c:v>
                </c:pt>
                <c:pt idx="3586">
                  <c:v>1.0087799999999999E-2</c:v>
                </c:pt>
                <c:pt idx="3587">
                  <c:v>9.9127999999999994E-3</c:v>
                </c:pt>
                <c:pt idx="3588">
                  <c:v>1.01831E-2</c:v>
                </c:pt>
                <c:pt idx="3589">
                  <c:v>9.7628000000000003E-3</c:v>
                </c:pt>
                <c:pt idx="3590">
                  <c:v>9.8002999999999996E-3</c:v>
                </c:pt>
                <c:pt idx="3591">
                  <c:v>9.7321000000000005E-3</c:v>
                </c:pt>
                <c:pt idx="3592">
                  <c:v>9.8002999999999996E-3</c:v>
                </c:pt>
                <c:pt idx="3593">
                  <c:v>9.9003000000000008E-3</c:v>
                </c:pt>
                <c:pt idx="3594">
                  <c:v>9.9658999999999998E-3</c:v>
                </c:pt>
                <c:pt idx="3595">
                  <c:v>9.9177999999999992E-3</c:v>
                </c:pt>
                <c:pt idx="3596">
                  <c:v>1.0613800000000001E-2</c:v>
                </c:pt>
                <c:pt idx="3597">
                  <c:v>1.08153E-2</c:v>
                </c:pt>
                <c:pt idx="3598">
                  <c:v>9.9687999999999999E-3</c:v>
                </c:pt>
                <c:pt idx="3599">
                  <c:v>9.9498E-3</c:v>
                </c:pt>
                <c:pt idx="3600">
                  <c:v>9.5157999999999996E-3</c:v>
                </c:pt>
                <c:pt idx="3601">
                  <c:v>9.5828000000000007E-3</c:v>
                </c:pt>
                <c:pt idx="3602">
                  <c:v>9.3182999999999998E-3</c:v>
                </c:pt>
                <c:pt idx="3603">
                  <c:v>9.3182999999999998E-3</c:v>
                </c:pt>
                <c:pt idx="3604">
                  <c:v>9.3173000000000006E-3</c:v>
                </c:pt>
                <c:pt idx="3605">
                  <c:v>9.0182999999999999E-3</c:v>
                </c:pt>
                <c:pt idx="3606">
                  <c:v>9.0375000000000004E-3</c:v>
                </c:pt>
                <c:pt idx="3607">
                  <c:v>8.9172999999999995E-3</c:v>
                </c:pt>
                <c:pt idx="3608">
                  <c:v>8.8249999999999995E-3</c:v>
                </c:pt>
                <c:pt idx="3609">
                  <c:v>8.9374999999999993E-3</c:v>
                </c:pt>
                <c:pt idx="3610">
                  <c:v>9.1988E-3</c:v>
                </c:pt>
                <c:pt idx="3611">
                  <c:v>9.0489000000000003E-3</c:v>
                </c:pt>
                <c:pt idx="3612">
                  <c:v>9.5250000000000005E-3</c:v>
                </c:pt>
                <c:pt idx="3613">
                  <c:v>9.6680000000000012E-3</c:v>
                </c:pt>
                <c:pt idx="3614">
                  <c:v>9.7492999999999989E-3</c:v>
                </c:pt>
                <c:pt idx="3615">
                  <c:v>9.6168E-3</c:v>
                </c:pt>
                <c:pt idx="3616">
                  <c:v>9.7833E-3</c:v>
                </c:pt>
                <c:pt idx="3617">
                  <c:v>1.02148E-2</c:v>
                </c:pt>
                <c:pt idx="3618">
                  <c:v>1.04163E-2</c:v>
                </c:pt>
                <c:pt idx="3619">
                  <c:v>1.0715799999999999E-2</c:v>
                </c:pt>
                <c:pt idx="3620">
                  <c:v>1.0682299999999999E-2</c:v>
                </c:pt>
                <c:pt idx="3621">
                  <c:v>1.04508E-2</c:v>
                </c:pt>
                <c:pt idx="3622">
                  <c:v>1.0649299999999999E-2</c:v>
                </c:pt>
                <c:pt idx="3623">
                  <c:v>1.04828E-2</c:v>
                </c:pt>
                <c:pt idx="3624">
                  <c:v>1.0283799999999999E-2</c:v>
                </c:pt>
                <c:pt idx="3625">
                  <c:v>1.0117300000000001E-2</c:v>
                </c:pt>
                <c:pt idx="3626">
                  <c:v>1.00173E-2</c:v>
                </c:pt>
                <c:pt idx="3627">
                  <c:v>9.9168999999999993E-3</c:v>
                </c:pt>
                <c:pt idx="3628">
                  <c:v>9.9165999999999994E-3</c:v>
                </c:pt>
                <c:pt idx="3629">
                  <c:v>1.0248800000000001E-2</c:v>
                </c:pt>
                <c:pt idx="3630">
                  <c:v>1.0825E-2</c:v>
                </c:pt>
                <c:pt idx="3631">
                  <c:v>1.0800000000000001E-2</c:v>
                </c:pt>
                <c:pt idx="3632">
                  <c:v>1.0999999999999999E-2</c:v>
                </c:pt>
                <c:pt idx="3633">
                  <c:v>1.14868E-2</c:v>
                </c:pt>
                <c:pt idx="3634">
                  <c:v>1.25652E-2</c:v>
                </c:pt>
                <c:pt idx="3635">
                  <c:v>1.28422E-2</c:v>
                </c:pt>
                <c:pt idx="3636">
                  <c:v>1.47332E-2</c:v>
                </c:pt>
                <c:pt idx="3637">
                  <c:v>1.4917400000000001E-2</c:v>
                </c:pt>
                <c:pt idx="3638">
                  <c:v>1.65182E-2</c:v>
                </c:pt>
                <c:pt idx="3639">
                  <c:v>1.8449199999999999E-2</c:v>
                </c:pt>
                <c:pt idx="3640">
                  <c:v>1.8743900000000001E-2</c:v>
                </c:pt>
                <c:pt idx="3641">
                  <c:v>1.4919999999999999E-2</c:v>
                </c:pt>
                <c:pt idx="3642">
                  <c:v>1.4701599999999999E-2</c:v>
                </c:pt>
                <c:pt idx="3643">
                  <c:v>1.25688E-2</c:v>
                </c:pt>
                <c:pt idx="3644">
                  <c:v>1.24853E-2</c:v>
                </c:pt>
                <c:pt idx="3645">
                  <c:v>1.28808E-2</c:v>
                </c:pt>
                <c:pt idx="3646">
                  <c:v>1.3050800000000001E-2</c:v>
                </c:pt>
                <c:pt idx="3647">
                  <c:v>1.3026300000000001E-2</c:v>
                </c:pt>
                <c:pt idx="3648">
                  <c:v>1.3000200000000002E-2</c:v>
                </c:pt>
                <c:pt idx="3649">
                  <c:v>1.3209100000000001E-2</c:v>
                </c:pt>
                <c:pt idx="3650">
                  <c:v>1.3678999999999998E-2</c:v>
                </c:pt>
                <c:pt idx="3651">
                  <c:v>1.40965E-2</c:v>
                </c:pt>
                <c:pt idx="3652">
                  <c:v>1.4046400000000001E-2</c:v>
                </c:pt>
                <c:pt idx="3653">
                  <c:v>1.44213E-2</c:v>
                </c:pt>
                <c:pt idx="3654">
                  <c:v>1.6770199999999999E-2</c:v>
                </c:pt>
                <c:pt idx="3655">
                  <c:v>1.75616E-2</c:v>
                </c:pt>
                <c:pt idx="3656">
                  <c:v>1.6848399999999999E-2</c:v>
                </c:pt>
                <c:pt idx="3657">
                  <c:v>1.6107400000000001E-2</c:v>
                </c:pt>
                <c:pt idx="3658">
                  <c:v>1.6441499999999998E-2</c:v>
                </c:pt>
                <c:pt idx="3659">
                  <c:v>1.72584E-2</c:v>
                </c:pt>
                <c:pt idx="3660">
                  <c:v>1.7775299999999997E-2</c:v>
                </c:pt>
                <c:pt idx="3661">
                  <c:v>1.67583E-2</c:v>
                </c:pt>
                <c:pt idx="3662">
                  <c:v>1.7382400000000003E-2</c:v>
                </c:pt>
                <c:pt idx="3663">
                  <c:v>1.7199600000000002E-2</c:v>
                </c:pt>
                <c:pt idx="3664">
                  <c:v>1.7166900000000002E-2</c:v>
                </c:pt>
                <c:pt idx="3665">
                  <c:v>1.72129E-2</c:v>
                </c:pt>
                <c:pt idx="3666">
                  <c:v>1.7646600000000002E-2</c:v>
                </c:pt>
                <c:pt idx="3667">
                  <c:v>1.7209499999999999E-2</c:v>
                </c:pt>
                <c:pt idx="3668">
                  <c:v>1.6949000000000002E-2</c:v>
                </c:pt>
                <c:pt idx="3669">
                  <c:v>1.6837600000000001E-2</c:v>
                </c:pt>
                <c:pt idx="3670">
                  <c:v>1.6779499999999999E-2</c:v>
                </c:pt>
                <c:pt idx="3671">
                  <c:v>1.7010000000000001E-2</c:v>
                </c:pt>
                <c:pt idx="3672">
                  <c:v>1.6580999999999999E-2</c:v>
                </c:pt>
                <c:pt idx="3673">
                  <c:v>1.6779499999999999E-2</c:v>
                </c:pt>
                <c:pt idx="3674">
                  <c:v>1.64499E-2</c:v>
                </c:pt>
                <c:pt idx="3675">
                  <c:v>1.4366E-2</c:v>
                </c:pt>
                <c:pt idx="3676">
                  <c:v>1.48153E-2</c:v>
                </c:pt>
                <c:pt idx="3677">
                  <c:v>1.4569300000000002E-2</c:v>
                </c:pt>
                <c:pt idx="3678">
                  <c:v>1.4458199999999999E-2</c:v>
                </c:pt>
                <c:pt idx="3679">
                  <c:v>1.4373599999999999E-2</c:v>
                </c:pt>
                <c:pt idx="3680">
                  <c:v>1.4941900000000001E-2</c:v>
                </c:pt>
                <c:pt idx="3681">
                  <c:v>1.52797E-2</c:v>
                </c:pt>
                <c:pt idx="3682">
                  <c:v>1.4797300000000001E-2</c:v>
                </c:pt>
                <c:pt idx="3683">
                  <c:v>1.43012E-2</c:v>
                </c:pt>
                <c:pt idx="3684">
                  <c:v>1.42869E-2</c:v>
                </c:pt>
                <c:pt idx="3685">
                  <c:v>1.4162200000000002E-2</c:v>
                </c:pt>
                <c:pt idx="3686">
                  <c:v>1.3894200000000001E-2</c:v>
                </c:pt>
                <c:pt idx="3687">
                  <c:v>1.42886E-2</c:v>
                </c:pt>
                <c:pt idx="3688">
                  <c:v>1.4295799999999999E-2</c:v>
                </c:pt>
                <c:pt idx="3689">
                  <c:v>1.4405899999999999E-2</c:v>
                </c:pt>
                <c:pt idx="3690">
                  <c:v>1.3956399999999999E-2</c:v>
                </c:pt>
                <c:pt idx="3691">
                  <c:v>1.36072E-2</c:v>
                </c:pt>
                <c:pt idx="3692">
                  <c:v>1.3603200000000001E-2</c:v>
                </c:pt>
                <c:pt idx="3693">
                  <c:v>1.3465100000000001E-2</c:v>
                </c:pt>
                <c:pt idx="3694">
                  <c:v>1.32774E-2</c:v>
                </c:pt>
                <c:pt idx="3695">
                  <c:v>1.3500999999999999E-2</c:v>
                </c:pt>
                <c:pt idx="3696">
                  <c:v>1.39626E-2</c:v>
                </c:pt>
                <c:pt idx="3697">
                  <c:v>1.4481299999999999E-2</c:v>
                </c:pt>
                <c:pt idx="3698">
                  <c:v>1.5107599999999999E-2</c:v>
                </c:pt>
                <c:pt idx="3699">
                  <c:v>1.62063E-2</c:v>
                </c:pt>
                <c:pt idx="3700">
                  <c:v>1.73495E-2</c:v>
                </c:pt>
                <c:pt idx="3701">
                  <c:v>1.7177699999999997E-2</c:v>
                </c:pt>
                <c:pt idx="3702">
                  <c:v>1.6792899999999999E-2</c:v>
                </c:pt>
                <c:pt idx="3703">
                  <c:v>1.7136999999999999E-2</c:v>
                </c:pt>
                <c:pt idx="3704">
                  <c:v>1.7194399999999999E-2</c:v>
                </c:pt>
                <c:pt idx="3705">
                  <c:v>1.69657E-2</c:v>
                </c:pt>
                <c:pt idx="3706">
                  <c:v>1.65399E-2</c:v>
                </c:pt>
                <c:pt idx="3707">
                  <c:v>1.66555E-2</c:v>
                </c:pt>
                <c:pt idx="3708">
                  <c:v>1.6190199999999998E-2</c:v>
                </c:pt>
                <c:pt idx="3709">
                  <c:v>1.5929200000000001E-2</c:v>
                </c:pt>
                <c:pt idx="3710">
                  <c:v>1.5779400000000002E-2</c:v>
                </c:pt>
                <c:pt idx="3711">
                  <c:v>1.5929200000000001E-2</c:v>
                </c:pt>
                <c:pt idx="3712">
                  <c:v>1.5916399999999997E-2</c:v>
                </c:pt>
                <c:pt idx="3713">
                  <c:v>1.5880099999999998E-2</c:v>
                </c:pt>
                <c:pt idx="3714">
                  <c:v>1.5788300000000002E-2</c:v>
                </c:pt>
                <c:pt idx="3715">
                  <c:v>1.5946000000000002E-2</c:v>
                </c:pt>
                <c:pt idx="3716">
                  <c:v>1.5681899999999999E-2</c:v>
                </c:pt>
                <c:pt idx="3717">
                  <c:v>1.55335E-2</c:v>
                </c:pt>
                <c:pt idx="3718">
                  <c:v>1.5495800000000001E-2</c:v>
                </c:pt>
                <c:pt idx="3719">
                  <c:v>1.5111000000000001E-2</c:v>
                </c:pt>
                <c:pt idx="3720">
                  <c:v>1.4974600000000001E-2</c:v>
                </c:pt>
                <c:pt idx="3721">
                  <c:v>1.4545199999999999E-2</c:v>
                </c:pt>
                <c:pt idx="3722">
                  <c:v>1.4593999999999999E-2</c:v>
                </c:pt>
                <c:pt idx="3723">
                  <c:v>1.5128399999999998E-2</c:v>
                </c:pt>
                <c:pt idx="3724">
                  <c:v>1.50758E-2</c:v>
                </c:pt>
                <c:pt idx="3725">
                  <c:v>1.4649899999999999E-2</c:v>
                </c:pt>
                <c:pt idx="3726">
                  <c:v>1.4079499999999998E-2</c:v>
                </c:pt>
                <c:pt idx="3727">
                  <c:v>1.4197399999999999E-2</c:v>
                </c:pt>
                <c:pt idx="3728">
                  <c:v>1.44923E-2</c:v>
                </c:pt>
                <c:pt idx="3729">
                  <c:v>1.4319900000000002E-2</c:v>
                </c:pt>
                <c:pt idx="3730">
                  <c:v>1.4363599999999999E-2</c:v>
                </c:pt>
                <c:pt idx="3731">
                  <c:v>1.4300700000000001E-2</c:v>
                </c:pt>
                <c:pt idx="3732">
                  <c:v>1.3779599999999999E-2</c:v>
                </c:pt>
                <c:pt idx="3733">
                  <c:v>1.3851499999999999E-2</c:v>
                </c:pt>
                <c:pt idx="3734">
                  <c:v>1.3835900000000002E-2</c:v>
                </c:pt>
                <c:pt idx="3735">
                  <c:v>1.39644E-2</c:v>
                </c:pt>
                <c:pt idx="3736">
                  <c:v>1.4181000000000001E-2</c:v>
                </c:pt>
                <c:pt idx="3737">
                  <c:v>1.43549E-2</c:v>
                </c:pt>
                <c:pt idx="3738">
                  <c:v>1.4750299999999999E-2</c:v>
                </c:pt>
                <c:pt idx="3739">
                  <c:v>1.4700399999999999E-2</c:v>
                </c:pt>
                <c:pt idx="3740">
                  <c:v>1.4326800000000001E-2</c:v>
                </c:pt>
                <c:pt idx="3741">
                  <c:v>1.4234899999999998E-2</c:v>
                </c:pt>
                <c:pt idx="3742">
                  <c:v>1.4455600000000001E-2</c:v>
                </c:pt>
                <c:pt idx="3743">
                  <c:v>1.3965799999999999E-2</c:v>
                </c:pt>
                <c:pt idx="3744">
                  <c:v>1.40257E-2</c:v>
                </c:pt>
                <c:pt idx="3745">
                  <c:v>1.4190299999999999E-2</c:v>
                </c:pt>
                <c:pt idx="3746">
                  <c:v>1.4269200000000001E-2</c:v>
                </c:pt>
                <c:pt idx="3747">
                  <c:v>1.4160800000000001E-2</c:v>
                </c:pt>
                <c:pt idx="3748">
                  <c:v>1.4096299999999999E-2</c:v>
                </c:pt>
                <c:pt idx="3749">
                  <c:v>1.3930000000000001E-2</c:v>
                </c:pt>
                <c:pt idx="3750">
                  <c:v>1.44417E-2</c:v>
                </c:pt>
                <c:pt idx="3751">
                  <c:v>1.44785E-2</c:v>
                </c:pt>
                <c:pt idx="3752">
                  <c:v>1.4309299999999999E-2</c:v>
                </c:pt>
                <c:pt idx="3753">
                  <c:v>1.4296700000000001E-2</c:v>
                </c:pt>
                <c:pt idx="3754">
                  <c:v>1.4355699999999999E-2</c:v>
                </c:pt>
                <c:pt idx="3755">
                  <c:v>1.4589099999999999E-2</c:v>
                </c:pt>
                <c:pt idx="3756">
                  <c:v>1.4604199999999999E-2</c:v>
                </c:pt>
                <c:pt idx="3757">
                  <c:v>1.47464E-2</c:v>
                </c:pt>
                <c:pt idx="3758">
                  <c:v>1.4711699999999999E-2</c:v>
                </c:pt>
                <c:pt idx="3759">
                  <c:v>1.4905099999999999E-2</c:v>
                </c:pt>
                <c:pt idx="3760">
                  <c:v>1.4786199999999999E-2</c:v>
                </c:pt>
                <c:pt idx="3761">
                  <c:v>1.5188399999999999E-2</c:v>
                </c:pt>
                <c:pt idx="3762">
                  <c:v>1.5722999999999997E-2</c:v>
                </c:pt>
                <c:pt idx="3763">
                  <c:v>1.66322E-2</c:v>
                </c:pt>
                <c:pt idx="3764">
                  <c:v>1.6752699999999999E-2</c:v>
                </c:pt>
                <c:pt idx="3765">
                  <c:v>1.6573299999999999E-2</c:v>
                </c:pt>
                <c:pt idx="3766">
                  <c:v>1.6444E-2</c:v>
                </c:pt>
                <c:pt idx="3767">
                  <c:v>1.6142E-2</c:v>
                </c:pt>
                <c:pt idx="3768">
                  <c:v>1.6000299999999999E-2</c:v>
                </c:pt>
                <c:pt idx="3769">
                  <c:v>1.6217699999999998E-2</c:v>
                </c:pt>
                <c:pt idx="3770">
                  <c:v>1.6391200000000002E-2</c:v>
                </c:pt>
                <c:pt idx="3771">
                  <c:v>1.6173799999999999E-2</c:v>
                </c:pt>
                <c:pt idx="3772">
                  <c:v>1.5844500000000001E-2</c:v>
                </c:pt>
                <c:pt idx="3773">
                  <c:v>1.58891E-2</c:v>
                </c:pt>
                <c:pt idx="3774">
                  <c:v>1.6227800000000001E-2</c:v>
                </c:pt>
                <c:pt idx="3775">
                  <c:v>1.61052E-2</c:v>
                </c:pt>
                <c:pt idx="3776">
                  <c:v>1.65043E-2</c:v>
                </c:pt>
                <c:pt idx="3777">
                  <c:v>1.6508600000000002E-2</c:v>
                </c:pt>
                <c:pt idx="3778">
                  <c:v>1.66147E-2</c:v>
                </c:pt>
                <c:pt idx="3779">
                  <c:v>1.7052999999999999E-2</c:v>
                </c:pt>
                <c:pt idx="3780">
                  <c:v>1.6926300000000002E-2</c:v>
                </c:pt>
                <c:pt idx="3781">
                  <c:v>1.6993399999999999E-2</c:v>
                </c:pt>
                <c:pt idx="3782">
                  <c:v>1.6733899999999999E-2</c:v>
                </c:pt>
                <c:pt idx="3783">
                  <c:v>1.67209E-2</c:v>
                </c:pt>
                <c:pt idx="3784">
                  <c:v>1.7274100000000001E-2</c:v>
                </c:pt>
                <c:pt idx="3785">
                  <c:v>1.7881000000000001E-2</c:v>
                </c:pt>
                <c:pt idx="3786">
                  <c:v>1.8031200000000001E-2</c:v>
                </c:pt>
                <c:pt idx="3787">
                  <c:v>1.7655000000000001E-2</c:v>
                </c:pt>
                <c:pt idx="3788">
                  <c:v>1.7175100000000002E-2</c:v>
                </c:pt>
                <c:pt idx="3789">
                  <c:v>1.6945599999999998E-2</c:v>
                </c:pt>
                <c:pt idx="3790">
                  <c:v>1.6891800000000002E-2</c:v>
                </c:pt>
                <c:pt idx="3791">
                  <c:v>1.73016E-2</c:v>
                </c:pt>
                <c:pt idx="3792">
                  <c:v>1.70621E-2</c:v>
                </c:pt>
                <c:pt idx="3793">
                  <c:v>1.69623E-2</c:v>
                </c:pt>
                <c:pt idx="3794">
                  <c:v>1.7139500000000002E-2</c:v>
                </c:pt>
                <c:pt idx="3795">
                  <c:v>1.69272E-2</c:v>
                </c:pt>
                <c:pt idx="3796">
                  <c:v>1.7193E-2</c:v>
                </c:pt>
                <c:pt idx="3797">
                  <c:v>1.76674E-2</c:v>
                </c:pt>
                <c:pt idx="3798">
                  <c:v>1.8185900000000001E-2</c:v>
                </c:pt>
                <c:pt idx="3799">
                  <c:v>1.8529199999999999E-2</c:v>
                </c:pt>
                <c:pt idx="3800">
                  <c:v>1.82387E-2</c:v>
                </c:pt>
                <c:pt idx="3801">
                  <c:v>1.7752199999999999E-2</c:v>
                </c:pt>
                <c:pt idx="3802">
                  <c:v>1.7926499999999998E-2</c:v>
                </c:pt>
                <c:pt idx="3803">
                  <c:v>1.8271600000000002E-2</c:v>
                </c:pt>
                <c:pt idx="3804">
                  <c:v>1.86459E-2</c:v>
                </c:pt>
                <c:pt idx="3805">
                  <c:v>1.8900500000000001E-2</c:v>
                </c:pt>
                <c:pt idx="3806">
                  <c:v>1.8870400000000002E-2</c:v>
                </c:pt>
                <c:pt idx="3807">
                  <c:v>1.9453100000000001E-2</c:v>
                </c:pt>
                <c:pt idx="3808">
                  <c:v>1.9579800000000001E-2</c:v>
                </c:pt>
                <c:pt idx="3809">
                  <c:v>1.9220599999999997E-2</c:v>
                </c:pt>
                <c:pt idx="3810">
                  <c:v>1.9409899999999997E-2</c:v>
                </c:pt>
                <c:pt idx="3811">
                  <c:v>1.9579599999999999E-2</c:v>
                </c:pt>
                <c:pt idx="3812">
                  <c:v>2.0009299999999997E-2</c:v>
                </c:pt>
                <c:pt idx="3813">
                  <c:v>1.9992799999999998E-2</c:v>
                </c:pt>
                <c:pt idx="3814">
                  <c:v>2.0065799999999998E-2</c:v>
                </c:pt>
                <c:pt idx="3815">
                  <c:v>2.0454900000000002E-2</c:v>
                </c:pt>
                <c:pt idx="3816">
                  <c:v>2.0764399999999999E-2</c:v>
                </c:pt>
                <c:pt idx="3817">
                  <c:v>2.1227199999999998E-2</c:v>
                </c:pt>
                <c:pt idx="3818">
                  <c:v>2.1608600000000002E-2</c:v>
                </c:pt>
                <c:pt idx="3819">
                  <c:v>2.3468199999999998E-2</c:v>
                </c:pt>
                <c:pt idx="3820">
                  <c:v>2.3223799999999999E-2</c:v>
                </c:pt>
                <c:pt idx="3821">
                  <c:v>2.2470299999999999E-2</c:v>
                </c:pt>
                <c:pt idx="3822">
                  <c:v>2.1823200000000001E-2</c:v>
                </c:pt>
                <c:pt idx="3823">
                  <c:v>2.1672900000000002E-2</c:v>
                </c:pt>
                <c:pt idx="3824">
                  <c:v>2.1771499999999999E-2</c:v>
                </c:pt>
                <c:pt idx="3825">
                  <c:v>2.30764E-2</c:v>
                </c:pt>
                <c:pt idx="3826">
                  <c:v>2.3068000000000002E-2</c:v>
                </c:pt>
                <c:pt idx="3827">
                  <c:v>2.232E-2</c:v>
                </c:pt>
                <c:pt idx="3828">
                  <c:v>2.2759600000000001E-2</c:v>
                </c:pt>
                <c:pt idx="3829">
                  <c:v>2.25693E-2</c:v>
                </c:pt>
                <c:pt idx="3830">
                  <c:v>2.20325E-2</c:v>
                </c:pt>
                <c:pt idx="3831">
                  <c:v>2.1886799999999998E-2</c:v>
                </c:pt>
                <c:pt idx="3832">
                  <c:v>2.17503E-2</c:v>
                </c:pt>
                <c:pt idx="3833">
                  <c:v>2.18081E-2</c:v>
                </c:pt>
                <c:pt idx="3834">
                  <c:v>2.1697000000000001E-2</c:v>
                </c:pt>
                <c:pt idx="3835">
                  <c:v>2.1188100000000001E-2</c:v>
                </c:pt>
                <c:pt idx="3836">
                  <c:v>1.9902199999999998E-2</c:v>
                </c:pt>
                <c:pt idx="3837">
                  <c:v>1.9514699999999999E-2</c:v>
                </c:pt>
                <c:pt idx="3838">
                  <c:v>2.0064099999999998E-2</c:v>
                </c:pt>
                <c:pt idx="3839">
                  <c:v>2.09191E-2</c:v>
                </c:pt>
                <c:pt idx="3840">
                  <c:v>2.26909E-2</c:v>
                </c:pt>
                <c:pt idx="3841">
                  <c:v>2.3294800000000001E-2</c:v>
                </c:pt>
                <c:pt idx="3842">
                  <c:v>2.3591000000000001E-2</c:v>
                </c:pt>
                <c:pt idx="3843">
                  <c:v>2.4210099999999998E-2</c:v>
                </c:pt>
                <c:pt idx="3844">
                  <c:v>2.5962200000000001E-2</c:v>
                </c:pt>
                <c:pt idx="3845">
                  <c:v>2.5658800000000002E-2</c:v>
                </c:pt>
                <c:pt idx="3846">
                  <c:v>2.4917700000000001E-2</c:v>
                </c:pt>
                <c:pt idx="3847">
                  <c:v>2.47631E-2</c:v>
                </c:pt>
                <c:pt idx="3848">
                  <c:v>2.4312500000000001E-2</c:v>
                </c:pt>
                <c:pt idx="3849">
                  <c:v>2.2924100000000003E-2</c:v>
                </c:pt>
                <c:pt idx="3850">
                  <c:v>2.2546E-2</c:v>
                </c:pt>
                <c:pt idx="3851">
                  <c:v>2.2972300000000001E-2</c:v>
                </c:pt>
                <c:pt idx="3852">
                  <c:v>2.2167300000000001E-2</c:v>
                </c:pt>
                <c:pt idx="3853">
                  <c:v>2.1583000000000001E-2</c:v>
                </c:pt>
                <c:pt idx="3854">
                  <c:v>2.1488500000000001E-2</c:v>
                </c:pt>
                <c:pt idx="3855">
                  <c:v>2.2872699999999999E-2</c:v>
                </c:pt>
                <c:pt idx="3856">
                  <c:v>2.3073400000000001E-2</c:v>
                </c:pt>
                <c:pt idx="3857">
                  <c:v>2.2176400000000002E-2</c:v>
                </c:pt>
                <c:pt idx="3858">
                  <c:v>2.1879599999999999E-2</c:v>
                </c:pt>
                <c:pt idx="3859">
                  <c:v>2.19933E-2</c:v>
                </c:pt>
                <c:pt idx="3860">
                  <c:v>2.2257699999999998E-2</c:v>
                </c:pt>
                <c:pt idx="3861">
                  <c:v>2.2127299999999999E-2</c:v>
                </c:pt>
                <c:pt idx="3862">
                  <c:v>2.1816599999999998E-2</c:v>
                </c:pt>
                <c:pt idx="3863">
                  <c:v>2.1127899999999998E-2</c:v>
                </c:pt>
                <c:pt idx="3864">
                  <c:v>2.08798E-2</c:v>
                </c:pt>
                <c:pt idx="3865">
                  <c:v>2.1145600000000001E-2</c:v>
                </c:pt>
                <c:pt idx="3866">
                  <c:v>2.0896500000000002E-2</c:v>
                </c:pt>
                <c:pt idx="3867">
                  <c:v>2.1171300000000001E-2</c:v>
                </c:pt>
                <c:pt idx="3868">
                  <c:v>2.10172E-2</c:v>
                </c:pt>
                <c:pt idx="3869">
                  <c:v>2.0545400000000002E-2</c:v>
                </c:pt>
                <c:pt idx="3870">
                  <c:v>1.9244399999999998E-2</c:v>
                </c:pt>
                <c:pt idx="3871">
                  <c:v>1.9583400000000001E-2</c:v>
                </c:pt>
                <c:pt idx="3872">
                  <c:v>2.0149400000000001E-2</c:v>
                </c:pt>
                <c:pt idx="3873">
                  <c:v>2.05352E-2</c:v>
                </c:pt>
                <c:pt idx="3874">
                  <c:v>2.1022900000000001E-2</c:v>
                </c:pt>
                <c:pt idx="3875">
                  <c:v>2.0874899999999998E-2</c:v>
                </c:pt>
                <c:pt idx="3876">
                  <c:v>2.0716499999999999E-2</c:v>
                </c:pt>
                <c:pt idx="3877">
                  <c:v>2.1290700000000003E-2</c:v>
                </c:pt>
                <c:pt idx="3878">
                  <c:v>2.1965199999999997E-2</c:v>
                </c:pt>
                <c:pt idx="3879">
                  <c:v>2.1757499999999999E-2</c:v>
                </c:pt>
                <c:pt idx="3880">
                  <c:v>2.1792099999999998E-2</c:v>
                </c:pt>
                <c:pt idx="3881">
                  <c:v>2.1564699999999999E-2</c:v>
                </c:pt>
                <c:pt idx="3882">
                  <c:v>2.1498900000000001E-2</c:v>
                </c:pt>
                <c:pt idx="3883">
                  <c:v>2.1422800000000002E-2</c:v>
                </c:pt>
                <c:pt idx="3884">
                  <c:v>2.1651199999999999E-2</c:v>
                </c:pt>
                <c:pt idx="3885">
                  <c:v>2.1676899999999999E-2</c:v>
                </c:pt>
                <c:pt idx="3886">
                  <c:v>2.1875499999999999E-2</c:v>
                </c:pt>
                <c:pt idx="3887">
                  <c:v>2.1928099999999999E-2</c:v>
                </c:pt>
                <c:pt idx="3888">
                  <c:v>2.1957900000000002E-2</c:v>
                </c:pt>
                <c:pt idx="3889">
                  <c:v>2.2193999999999998E-2</c:v>
                </c:pt>
                <c:pt idx="3890">
                  <c:v>2.20745E-2</c:v>
                </c:pt>
                <c:pt idx="3891">
                  <c:v>2.23381E-2</c:v>
                </c:pt>
                <c:pt idx="3892">
                  <c:v>2.3242200000000001E-2</c:v>
                </c:pt>
                <c:pt idx="3893">
                  <c:v>2.3156400000000001E-2</c:v>
                </c:pt>
                <c:pt idx="3894">
                  <c:v>2.3908600000000002E-2</c:v>
                </c:pt>
                <c:pt idx="3895">
                  <c:v>2.4238800000000001E-2</c:v>
                </c:pt>
                <c:pt idx="3896">
                  <c:v>2.4332400000000001E-2</c:v>
                </c:pt>
                <c:pt idx="3897">
                  <c:v>2.4807900000000001E-2</c:v>
                </c:pt>
                <c:pt idx="3898">
                  <c:v>2.56142E-2</c:v>
                </c:pt>
                <c:pt idx="3899">
                  <c:v>2.5626400000000001E-2</c:v>
                </c:pt>
                <c:pt idx="3900">
                  <c:v>2.4635900000000002E-2</c:v>
                </c:pt>
                <c:pt idx="3901">
                  <c:v>2.4195400000000002E-2</c:v>
                </c:pt>
                <c:pt idx="3902">
                  <c:v>2.41871E-2</c:v>
                </c:pt>
                <c:pt idx="3903">
                  <c:v>2.45089E-2</c:v>
                </c:pt>
                <c:pt idx="3904">
                  <c:v>2.4726700000000001E-2</c:v>
                </c:pt>
                <c:pt idx="3905">
                  <c:v>2.4704199999999999E-2</c:v>
                </c:pt>
                <c:pt idx="3906">
                  <c:v>2.4294200000000002E-2</c:v>
                </c:pt>
                <c:pt idx="3907">
                  <c:v>2.41E-2</c:v>
                </c:pt>
                <c:pt idx="3908">
                  <c:v>2.4073299999999999E-2</c:v>
                </c:pt>
                <c:pt idx="3909">
                  <c:v>2.3986799999999999E-2</c:v>
                </c:pt>
                <c:pt idx="3910">
                  <c:v>2.3826799999999999E-2</c:v>
                </c:pt>
                <c:pt idx="3911">
                  <c:v>2.4144499999999999E-2</c:v>
                </c:pt>
                <c:pt idx="3912">
                  <c:v>2.4253899999999998E-2</c:v>
                </c:pt>
                <c:pt idx="3913">
                  <c:v>2.4282100000000001E-2</c:v>
                </c:pt>
                <c:pt idx="3914">
                  <c:v>2.46334E-2</c:v>
                </c:pt>
                <c:pt idx="3915">
                  <c:v>2.4437999999999998E-2</c:v>
                </c:pt>
                <c:pt idx="3916">
                  <c:v>2.52672E-2</c:v>
                </c:pt>
                <c:pt idx="3917">
                  <c:v>2.5845900000000002E-2</c:v>
                </c:pt>
                <c:pt idx="3918">
                  <c:v>2.6486799999999998E-2</c:v>
                </c:pt>
                <c:pt idx="3919">
                  <c:v>2.7272300000000003E-2</c:v>
                </c:pt>
                <c:pt idx="3920">
                  <c:v>2.7407499999999998E-2</c:v>
                </c:pt>
                <c:pt idx="3921">
                  <c:v>2.7913500000000001E-2</c:v>
                </c:pt>
                <c:pt idx="3922">
                  <c:v>2.7617099999999999E-2</c:v>
                </c:pt>
                <c:pt idx="3923">
                  <c:v>2.8795299999999996E-2</c:v>
                </c:pt>
                <c:pt idx="3924">
                  <c:v>2.9598300000000001E-2</c:v>
                </c:pt>
                <c:pt idx="3925">
                  <c:v>2.9763999999999999E-2</c:v>
                </c:pt>
                <c:pt idx="3926">
                  <c:v>3.0484300000000002E-2</c:v>
                </c:pt>
                <c:pt idx="3927">
                  <c:v>2.9922199999999999E-2</c:v>
                </c:pt>
                <c:pt idx="3928">
                  <c:v>2.8911099999999999E-2</c:v>
                </c:pt>
                <c:pt idx="3929">
                  <c:v>2.9733699999999998E-2</c:v>
                </c:pt>
                <c:pt idx="3930">
                  <c:v>2.9001999999999997E-2</c:v>
                </c:pt>
                <c:pt idx="3931">
                  <c:v>2.8897899999999997E-2</c:v>
                </c:pt>
                <c:pt idx="3932">
                  <c:v>2.8129599999999998E-2</c:v>
                </c:pt>
                <c:pt idx="3933">
                  <c:v>2.83389E-2</c:v>
                </c:pt>
                <c:pt idx="3934">
                  <c:v>2.8351400000000002E-2</c:v>
                </c:pt>
                <c:pt idx="3935">
                  <c:v>2.9695600000000003E-2</c:v>
                </c:pt>
                <c:pt idx="3936">
                  <c:v>2.9217399999999998E-2</c:v>
                </c:pt>
                <c:pt idx="3937">
                  <c:v>2.87573E-2</c:v>
                </c:pt>
                <c:pt idx="3938">
                  <c:v>2.8853199999999999E-2</c:v>
                </c:pt>
                <c:pt idx="3939">
                  <c:v>3.01295E-2</c:v>
                </c:pt>
                <c:pt idx="3940">
                  <c:v>3.0858E-2</c:v>
                </c:pt>
                <c:pt idx="3941">
                  <c:v>3.1432100000000004E-2</c:v>
                </c:pt>
                <c:pt idx="3942">
                  <c:v>3.2624800000000002E-2</c:v>
                </c:pt>
                <c:pt idx="3943">
                  <c:v>3.1947400000000001E-2</c:v>
                </c:pt>
                <c:pt idx="3944">
                  <c:v>3.17367E-2</c:v>
                </c:pt>
                <c:pt idx="3945">
                  <c:v>3.1323799999999999E-2</c:v>
                </c:pt>
                <c:pt idx="3946">
                  <c:v>2.9715100000000001E-2</c:v>
                </c:pt>
                <c:pt idx="3947">
                  <c:v>2.9450299999999999E-2</c:v>
                </c:pt>
                <c:pt idx="3948">
                  <c:v>2.90411E-2</c:v>
                </c:pt>
                <c:pt idx="3949">
                  <c:v>2.7498100000000001E-2</c:v>
                </c:pt>
                <c:pt idx="3950">
                  <c:v>2.7879199999999996E-2</c:v>
                </c:pt>
                <c:pt idx="3951">
                  <c:v>2.7098200000000003E-2</c:v>
                </c:pt>
                <c:pt idx="3952">
                  <c:v>2.6876400000000002E-2</c:v>
                </c:pt>
                <c:pt idx="3953">
                  <c:v>2.7174900000000002E-2</c:v>
                </c:pt>
                <c:pt idx="3954">
                  <c:v>2.742E-2</c:v>
                </c:pt>
                <c:pt idx="3955">
                  <c:v>2.6471499999999999E-2</c:v>
                </c:pt>
                <c:pt idx="3956">
                  <c:v>2.6039499999999997E-2</c:v>
                </c:pt>
                <c:pt idx="3957">
                  <c:v>2.5518300000000001E-2</c:v>
                </c:pt>
                <c:pt idx="3958">
                  <c:v>2.50003E-2</c:v>
                </c:pt>
                <c:pt idx="3959">
                  <c:v>2.4646999999999999E-2</c:v>
                </c:pt>
                <c:pt idx="3960">
                  <c:v>2.4753299999999999E-2</c:v>
                </c:pt>
                <c:pt idx="3961">
                  <c:v>2.4244399999999999E-2</c:v>
                </c:pt>
                <c:pt idx="3962">
                  <c:v>2.3956600000000002E-2</c:v>
                </c:pt>
                <c:pt idx="3963">
                  <c:v>2.3202899999999999E-2</c:v>
                </c:pt>
                <c:pt idx="3964">
                  <c:v>2.2954800000000001E-2</c:v>
                </c:pt>
                <c:pt idx="3965">
                  <c:v>2.35175E-2</c:v>
                </c:pt>
                <c:pt idx="3966">
                  <c:v>2.2460900000000002E-2</c:v>
                </c:pt>
                <c:pt idx="3967">
                  <c:v>2.0450599999999999E-2</c:v>
                </c:pt>
                <c:pt idx="3968">
                  <c:v>1.9897499999999999E-2</c:v>
                </c:pt>
                <c:pt idx="3969">
                  <c:v>2.0873599999999999E-2</c:v>
                </c:pt>
                <c:pt idx="3970">
                  <c:v>2.0622600000000001E-2</c:v>
                </c:pt>
                <c:pt idx="3971">
                  <c:v>2.1526699999999999E-2</c:v>
                </c:pt>
                <c:pt idx="3972">
                  <c:v>2.2192E-2</c:v>
                </c:pt>
                <c:pt idx="3973">
                  <c:v>2.23438E-2</c:v>
                </c:pt>
                <c:pt idx="3974">
                  <c:v>2.2034100000000001E-2</c:v>
                </c:pt>
                <c:pt idx="3975">
                  <c:v>2.1816200000000001E-2</c:v>
                </c:pt>
                <c:pt idx="3976">
                  <c:v>2.1271700000000001E-2</c:v>
                </c:pt>
                <c:pt idx="3977">
                  <c:v>2.1565899999999999E-2</c:v>
                </c:pt>
                <c:pt idx="3978">
                  <c:v>2.1928299999999998E-2</c:v>
                </c:pt>
                <c:pt idx="3979">
                  <c:v>2.2782199999999999E-2</c:v>
                </c:pt>
                <c:pt idx="3980">
                  <c:v>2.36654E-2</c:v>
                </c:pt>
                <c:pt idx="3981">
                  <c:v>2.3344699999999999E-2</c:v>
                </c:pt>
                <c:pt idx="3982">
                  <c:v>2.4056299999999999E-2</c:v>
                </c:pt>
                <c:pt idx="3983">
                  <c:v>2.3985900000000001E-2</c:v>
                </c:pt>
                <c:pt idx="3984">
                  <c:v>2.3598299999999999E-2</c:v>
                </c:pt>
                <c:pt idx="3985">
                  <c:v>2.2516100000000001E-2</c:v>
                </c:pt>
                <c:pt idx="3986">
                  <c:v>2.17422E-2</c:v>
                </c:pt>
                <c:pt idx="3987">
                  <c:v>2.1343000000000001E-2</c:v>
                </c:pt>
                <c:pt idx="3988">
                  <c:v>2.17713E-2</c:v>
                </c:pt>
                <c:pt idx="3989">
                  <c:v>2.14892E-2</c:v>
                </c:pt>
                <c:pt idx="3990">
                  <c:v>2.0656899999999999E-2</c:v>
                </c:pt>
                <c:pt idx="3991">
                  <c:v>2.0400100000000001E-2</c:v>
                </c:pt>
                <c:pt idx="3992">
                  <c:v>2.1393100000000002E-2</c:v>
                </c:pt>
                <c:pt idx="3993">
                  <c:v>2.1607700000000001E-2</c:v>
                </c:pt>
                <c:pt idx="3994">
                  <c:v>2.1842400000000001E-2</c:v>
                </c:pt>
                <c:pt idx="3995">
                  <c:v>2.1425299999999998E-2</c:v>
                </c:pt>
                <c:pt idx="3996">
                  <c:v>2.0874E-2</c:v>
                </c:pt>
                <c:pt idx="3997">
                  <c:v>2.1346799999999999E-2</c:v>
                </c:pt>
                <c:pt idx="3998">
                  <c:v>2.1897900000000001E-2</c:v>
                </c:pt>
                <c:pt idx="3999">
                  <c:v>2.18806E-2</c:v>
                </c:pt>
                <c:pt idx="4000">
                  <c:v>2.2656200000000001E-2</c:v>
                </c:pt>
                <c:pt idx="4001">
                  <c:v>2.2999499999999999E-2</c:v>
                </c:pt>
                <c:pt idx="4002">
                  <c:v>2.31776E-2</c:v>
                </c:pt>
                <c:pt idx="4003">
                  <c:v>2.2756999999999999E-2</c:v>
                </c:pt>
                <c:pt idx="4004">
                  <c:v>2.30858E-2</c:v>
                </c:pt>
                <c:pt idx="4005">
                  <c:v>2.28457E-2</c:v>
                </c:pt>
                <c:pt idx="4006">
                  <c:v>2.264E-2</c:v>
                </c:pt>
                <c:pt idx="4007">
                  <c:v>2.2348199999999999E-2</c:v>
                </c:pt>
                <c:pt idx="4008">
                  <c:v>2.26581E-2</c:v>
                </c:pt>
                <c:pt idx="4009">
                  <c:v>2.2493199999999998E-2</c:v>
                </c:pt>
                <c:pt idx="4010">
                  <c:v>2.2679599999999998E-2</c:v>
                </c:pt>
                <c:pt idx="4011">
                  <c:v>2.3350200000000002E-2</c:v>
                </c:pt>
                <c:pt idx="4012">
                  <c:v>2.3460700000000001E-2</c:v>
                </c:pt>
                <c:pt idx="4013">
                  <c:v>2.34212E-2</c:v>
                </c:pt>
                <c:pt idx="4014">
                  <c:v>2.39534E-2</c:v>
                </c:pt>
                <c:pt idx="4015">
                  <c:v>2.3892E-2</c:v>
                </c:pt>
                <c:pt idx="4016">
                  <c:v>2.3389199999999999E-2</c:v>
                </c:pt>
                <c:pt idx="4017">
                  <c:v>2.33008E-2</c:v>
                </c:pt>
                <c:pt idx="4018">
                  <c:v>2.3184200000000002E-2</c:v>
                </c:pt>
                <c:pt idx="4019">
                  <c:v>2.30689E-2</c:v>
                </c:pt>
                <c:pt idx="4020">
                  <c:v>2.3406299999999998E-2</c:v>
                </c:pt>
                <c:pt idx="4021">
                  <c:v>2.3157499999999998E-2</c:v>
                </c:pt>
                <c:pt idx="4022">
                  <c:v>2.2913599999999999E-2</c:v>
                </c:pt>
                <c:pt idx="4023">
                  <c:v>2.2618799999999998E-2</c:v>
                </c:pt>
                <c:pt idx="4024">
                  <c:v>2.16078E-2</c:v>
                </c:pt>
                <c:pt idx="4025">
                  <c:v>2.11375E-2</c:v>
                </c:pt>
                <c:pt idx="4026">
                  <c:v>2.085E-2</c:v>
                </c:pt>
                <c:pt idx="4027">
                  <c:v>2.1249500000000001E-2</c:v>
                </c:pt>
                <c:pt idx="4028">
                  <c:v>2.1854700000000001E-2</c:v>
                </c:pt>
                <c:pt idx="4029">
                  <c:v>2.2643199999999999E-2</c:v>
                </c:pt>
                <c:pt idx="4030">
                  <c:v>2.33873E-2</c:v>
                </c:pt>
                <c:pt idx="4031">
                  <c:v>2.3500500000000001E-2</c:v>
                </c:pt>
                <c:pt idx="4032">
                  <c:v>2.3668600000000001E-2</c:v>
                </c:pt>
                <c:pt idx="4033">
                  <c:v>2.3424899999999999E-2</c:v>
                </c:pt>
                <c:pt idx="4034">
                  <c:v>2.26511E-2</c:v>
                </c:pt>
                <c:pt idx="4035">
                  <c:v>2.2361900000000001E-2</c:v>
                </c:pt>
                <c:pt idx="4036">
                  <c:v>2.2048700000000001E-2</c:v>
                </c:pt>
                <c:pt idx="4037">
                  <c:v>2.11872E-2</c:v>
                </c:pt>
                <c:pt idx="4038">
                  <c:v>2.2955799999999998E-2</c:v>
                </c:pt>
                <c:pt idx="4039">
                  <c:v>2.3742599999999999E-2</c:v>
                </c:pt>
                <c:pt idx="4040">
                  <c:v>2.2834299999999998E-2</c:v>
                </c:pt>
                <c:pt idx="4041">
                  <c:v>2.1082900000000002E-2</c:v>
                </c:pt>
                <c:pt idx="4042">
                  <c:v>2.0557300000000001E-2</c:v>
                </c:pt>
                <c:pt idx="4043">
                  <c:v>2.0306899999999999E-2</c:v>
                </c:pt>
                <c:pt idx="4044">
                  <c:v>2.0101299999999999E-2</c:v>
                </c:pt>
                <c:pt idx="4045">
                  <c:v>2.0633800000000001E-2</c:v>
                </c:pt>
                <c:pt idx="4046">
                  <c:v>2.0395099999999999E-2</c:v>
                </c:pt>
                <c:pt idx="4047">
                  <c:v>2.0683799999999999E-2</c:v>
                </c:pt>
                <c:pt idx="4048">
                  <c:v>1.9662599999999999E-2</c:v>
                </c:pt>
                <c:pt idx="4049">
                  <c:v>1.9249700000000002E-2</c:v>
                </c:pt>
                <c:pt idx="4050">
                  <c:v>1.8356000000000001E-2</c:v>
                </c:pt>
                <c:pt idx="4051">
                  <c:v>1.8313800000000002E-2</c:v>
                </c:pt>
                <c:pt idx="4052">
                  <c:v>1.8506000000000002E-2</c:v>
                </c:pt>
                <c:pt idx="4053">
                  <c:v>1.87844E-2</c:v>
                </c:pt>
                <c:pt idx="4054">
                  <c:v>1.8659700000000001E-2</c:v>
                </c:pt>
                <c:pt idx="4055">
                  <c:v>1.85027E-2</c:v>
                </c:pt>
                <c:pt idx="4056">
                  <c:v>1.8165500000000001E-2</c:v>
                </c:pt>
                <c:pt idx="4057">
                  <c:v>1.8183299999999999E-2</c:v>
                </c:pt>
                <c:pt idx="4058">
                  <c:v>1.8003999999999999E-2</c:v>
                </c:pt>
                <c:pt idx="4059">
                  <c:v>1.8584299999999998E-2</c:v>
                </c:pt>
                <c:pt idx="4060">
                  <c:v>1.9151400000000002E-2</c:v>
                </c:pt>
                <c:pt idx="4061">
                  <c:v>1.9396E-2</c:v>
                </c:pt>
                <c:pt idx="4062">
                  <c:v>1.9840400000000001E-2</c:v>
                </c:pt>
                <c:pt idx="4063">
                  <c:v>1.9697800000000001E-2</c:v>
                </c:pt>
                <c:pt idx="4064">
                  <c:v>1.99504E-2</c:v>
                </c:pt>
                <c:pt idx="4065">
                  <c:v>2.0073199999999999E-2</c:v>
                </c:pt>
                <c:pt idx="4066">
                  <c:v>1.9642099999999999E-2</c:v>
                </c:pt>
                <c:pt idx="4067">
                  <c:v>1.9034100000000002E-2</c:v>
                </c:pt>
                <c:pt idx="4068">
                  <c:v>1.8488399999999999E-2</c:v>
                </c:pt>
                <c:pt idx="4069">
                  <c:v>1.7758300000000001E-2</c:v>
                </c:pt>
                <c:pt idx="4070">
                  <c:v>1.74611E-2</c:v>
                </c:pt>
                <c:pt idx="4071">
                  <c:v>1.7616699999999999E-2</c:v>
                </c:pt>
                <c:pt idx="4072">
                  <c:v>1.73501E-2</c:v>
                </c:pt>
                <c:pt idx="4073">
                  <c:v>1.7406399999999999E-2</c:v>
                </c:pt>
                <c:pt idx="4074">
                  <c:v>1.69436E-2</c:v>
                </c:pt>
                <c:pt idx="4075">
                  <c:v>1.6898300000000002E-2</c:v>
                </c:pt>
                <c:pt idx="4076">
                  <c:v>1.6833400000000002E-2</c:v>
                </c:pt>
                <c:pt idx="4077">
                  <c:v>1.6532599999999998E-2</c:v>
                </c:pt>
                <c:pt idx="4078">
                  <c:v>1.6556700000000001E-2</c:v>
                </c:pt>
                <c:pt idx="4079">
                  <c:v>1.6732499999999997E-2</c:v>
                </c:pt>
                <c:pt idx="4080">
                  <c:v>1.66737E-2</c:v>
                </c:pt>
                <c:pt idx="4081">
                  <c:v>1.7035400000000003E-2</c:v>
                </c:pt>
                <c:pt idx="4082">
                  <c:v>1.7187999999999998E-2</c:v>
                </c:pt>
                <c:pt idx="4083">
                  <c:v>1.7118100000000001E-2</c:v>
                </c:pt>
                <c:pt idx="4084">
                  <c:v>1.67016E-2</c:v>
                </c:pt>
                <c:pt idx="4085">
                  <c:v>1.6800899999999997E-2</c:v>
                </c:pt>
                <c:pt idx="4086">
                  <c:v>1.7016699999999999E-2</c:v>
                </c:pt>
                <c:pt idx="4087">
                  <c:v>1.7200500000000001E-2</c:v>
                </c:pt>
                <c:pt idx="4088">
                  <c:v>1.6785700000000001E-2</c:v>
                </c:pt>
                <c:pt idx="4089">
                  <c:v>1.6743399999999999E-2</c:v>
                </c:pt>
                <c:pt idx="4090">
                  <c:v>1.6373599999999999E-2</c:v>
                </c:pt>
                <c:pt idx="4091">
                  <c:v>1.57547E-2</c:v>
                </c:pt>
                <c:pt idx="4092">
                  <c:v>1.5627600000000002E-2</c:v>
                </c:pt>
                <c:pt idx="4093">
                  <c:v>1.60754E-2</c:v>
                </c:pt>
                <c:pt idx="4094">
                  <c:v>1.5986899999999998E-2</c:v>
                </c:pt>
                <c:pt idx="4095">
                  <c:v>1.6793799999999998E-2</c:v>
                </c:pt>
                <c:pt idx="4096">
                  <c:v>1.7330399999999999E-2</c:v>
                </c:pt>
                <c:pt idx="4097">
                  <c:v>1.7186099999999999E-2</c:v>
                </c:pt>
                <c:pt idx="4098">
                  <c:v>1.7544000000000001E-2</c:v>
                </c:pt>
                <c:pt idx="4099">
                  <c:v>1.7237700000000002E-2</c:v>
                </c:pt>
                <c:pt idx="4100">
                  <c:v>1.8235299999999999E-2</c:v>
                </c:pt>
                <c:pt idx="4101">
                  <c:v>1.7033699999999999E-2</c:v>
                </c:pt>
                <c:pt idx="4102">
                  <c:v>1.68401E-2</c:v>
                </c:pt>
                <c:pt idx="4103">
                  <c:v>1.7421900000000001E-2</c:v>
                </c:pt>
                <c:pt idx="4104">
                  <c:v>1.7914699999999999E-2</c:v>
                </c:pt>
                <c:pt idx="4105">
                  <c:v>1.7502E-2</c:v>
                </c:pt>
                <c:pt idx="4106">
                  <c:v>1.6531999999999998E-2</c:v>
                </c:pt>
                <c:pt idx="4107">
                  <c:v>1.7228E-2</c:v>
                </c:pt>
                <c:pt idx="4108">
                  <c:v>1.70026E-2</c:v>
                </c:pt>
                <c:pt idx="4109">
                  <c:v>1.7127400000000001E-2</c:v>
                </c:pt>
                <c:pt idx="4110">
                  <c:v>1.79226E-2</c:v>
                </c:pt>
                <c:pt idx="4111">
                  <c:v>1.7775200000000001E-2</c:v>
                </c:pt>
                <c:pt idx="4112">
                  <c:v>1.7877299999999999E-2</c:v>
                </c:pt>
                <c:pt idx="4113">
                  <c:v>1.78088E-2</c:v>
                </c:pt>
                <c:pt idx="4114">
                  <c:v>1.7773600000000001E-2</c:v>
                </c:pt>
                <c:pt idx="4115">
                  <c:v>1.8049700000000002E-2</c:v>
                </c:pt>
                <c:pt idx="4116">
                  <c:v>1.7707000000000001E-2</c:v>
                </c:pt>
                <c:pt idx="4117">
                  <c:v>1.7583399999999999E-2</c:v>
                </c:pt>
                <c:pt idx="4118">
                  <c:v>1.7850499999999998E-2</c:v>
                </c:pt>
                <c:pt idx="4119">
                  <c:v>1.8068000000000001E-2</c:v>
                </c:pt>
                <c:pt idx="4120">
                  <c:v>1.7890400000000001E-2</c:v>
                </c:pt>
                <c:pt idx="4121">
                  <c:v>1.7444999999999999E-2</c:v>
                </c:pt>
                <c:pt idx="4122">
                  <c:v>1.68519E-2</c:v>
                </c:pt>
                <c:pt idx="4123">
                  <c:v>1.6612100000000001E-2</c:v>
                </c:pt>
                <c:pt idx="4124">
                  <c:v>1.6544999999999997E-2</c:v>
                </c:pt>
                <c:pt idx="4125">
                  <c:v>1.66929E-2</c:v>
                </c:pt>
                <c:pt idx="4126">
                  <c:v>1.704E-2</c:v>
                </c:pt>
                <c:pt idx="4127">
                  <c:v>1.72111E-2</c:v>
                </c:pt>
                <c:pt idx="4128">
                  <c:v>1.74092E-2</c:v>
                </c:pt>
                <c:pt idx="4129">
                  <c:v>1.7622100000000002E-2</c:v>
                </c:pt>
                <c:pt idx="4130">
                  <c:v>1.8000100000000002E-2</c:v>
                </c:pt>
                <c:pt idx="4131">
                  <c:v>1.8603499999999999E-2</c:v>
                </c:pt>
                <c:pt idx="4132">
                  <c:v>1.8715100000000002E-2</c:v>
                </c:pt>
                <c:pt idx="4133">
                  <c:v>1.8754099999999999E-2</c:v>
                </c:pt>
                <c:pt idx="4134">
                  <c:v>1.7850700000000001E-2</c:v>
                </c:pt>
                <c:pt idx="4135">
                  <c:v>1.7338099999999999E-2</c:v>
                </c:pt>
                <c:pt idx="4136">
                  <c:v>1.7990799999999998E-2</c:v>
                </c:pt>
                <c:pt idx="4137">
                  <c:v>1.99376E-2</c:v>
                </c:pt>
                <c:pt idx="4138">
                  <c:v>1.95707E-2</c:v>
                </c:pt>
                <c:pt idx="4139">
                  <c:v>2.1082300000000002E-2</c:v>
                </c:pt>
                <c:pt idx="4140">
                  <c:v>1.9462799999999999E-2</c:v>
                </c:pt>
                <c:pt idx="4141">
                  <c:v>1.9780099999999998E-2</c:v>
                </c:pt>
                <c:pt idx="4142">
                  <c:v>2.02477E-2</c:v>
                </c:pt>
                <c:pt idx="4143">
                  <c:v>2.0565700000000003E-2</c:v>
                </c:pt>
                <c:pt idx="4144">
                  <c:v>2.0433699999999999E-2</c:v>
                </c:pt>
                <c:pt idx="4145">
                  <c:v>1.99679E-2</c:v>
                </c:pt>
                <c:pt idx="4146">
                  <c:v>2.0060700000000001E-2</c:v>
                </c:pt>
                <c:pt idx="4147">
                  <c:v>2.0013900000000001E-2</c:v>
                </c:pt>
                <c:pt idx="4148">
                  <c:v>2.0048099999999999E-2</c:v>
                </c:pt>
                <c:pt idx="4149">
                  <c:v>1.9672700000000001E-2</c:v>
                </c:pt>
                <c:pt idx="4150">
                  <c:v>1.9665199999999997E-2</c:v>
                </c:pt>
                <c:pt idx="4151">
                  <c:v>1.90566E-2</c:v>
                </c:pt>
                <c:pt idx="4152">
                  <c:v>1.9399799999999998E-2</c:v>
                </c:pt>
                <c:pt idx="4153">
                  <c:v>1.9329200000000001E-2</c:v>
                </c:pt>
                <c:pt idx="4154">
                  <c:v>1.88679E-2</c:v>
                </c:pt>
                <c:pt idx="4155">
                  <c:v>1.78269E-2</c:v>
                </c:pt>
                <c:pt idx="4156">
                  <c:v>1.70247E-2</c:v>
                </c:pt>
                <c:pt idx="4157">
                  <c:v>1.7018100000000001E-2</c:v>
                </c:pt>
                <c:pt idx="4158">
                  <c:v>1.70609E-2</c:v>
                </c:pt>
                <c:pt idx="4159">
                  <c:v>1.6815099999999999E-2</c:v>
                </c:pt>
                <c:pt idx="4160">
                  <c:v>1.66216E-2</c:v>
                </c:pt>
                <c:pt idx="4161">
                  <c:v>1.6731299999999998E-2</c:v>
                </c:pt>
                <c:pt idx="4162">
                  <c:v>1.6593500000000001E-2</c:v>
                </c:pt>
                <c:pt idx="4163">
                  <c:v>1.6357400000000001E-2</c:v>
                </c:pt>
                <c:pt idx="4164">
                  <c:v>1.6425200000000001E-2</c:v>
                </c:pt>
                <c:pt idx="4165">
                  <c:v>1.6275399999999999E-2</c:v>
                </c:pt>
                <c:pt idx="4166">
                  <c:v>1.6294099999999999E-2</c:v>
                </c:pt>
                <c:pt idx="4167">
                  <c:v>1.6488800000000001E-2</c:v>
                </c:pt>
                <c:pt idx="4168">
                  <c:v>1.6508800000000001E-2</c:v>
                </c:pt>
                <c:pt idx="4169">
                  <c:v>1.6489500000000001E-2</c:v>
                </c:pt>
                <c:pt idx="4170">
                  <c:v>1.6478E-2</c:v>
                </c:pt>
                <c:pt idx="4171">
                  <c:v>1.6407499999999998E-2</c:v>
                </c:pt>
                <c:pt idx="4172">
                  <c:v>1.64587E-2</c:v>
                </c:pt>
                <c:pt idx="4173">
                  <c:v>1.6422300000000001E-2</c:v>
                </c:pt>
                <c:pt idx="4174">
                  <c:v>1.6394700000000002E-2</c:v>
                </c:pt>
                <c:pt idx="4175">
                  <c:v>1.6416200000000002E-2</c:v>
                </c:pt>
                <c:pt idx="4176">
                  <c:v>1.5949899999999999E-2</c:v>
                </c:pt>
                <c:pt idx="4177">
                  <c:v>1.5468100000000002E-2</c:v>
                </c:pt>
                <c:pt idx="4178">
                  <c:v>1.5501499999999998E-2</c:v>
                </c:pt>
                <c:pt idx="4179">
                  <c:v>1.5581399999999999E-2</c:v>
                </c:pt>
                <c:pt idx="4180">
                  <c:v>1.5838700000000001E-2</c:v>
                </c:pt>
                <c:pt idx="4181">
                  <c:v>1.5470500000000002E-2</c:v>
                </c:pt>
                <c:pt idx="4182">
                  <c:v>1.53148E-2</c:v>
                </c:pt>
                <c:pt idx="4183">
                  <c:v>1.51238E-2</c:v>
                </c:pt>
                <c:pt idx="4184">
                  <c:v>1.50899E-2</c:v>
                </c:pt>
                <c:pt idx="4185">
                  <c:v>1.49958E-2</c:v>
                </c:pt>
                <c:pt idx="4186">
                  <c:v>1.5266300000000002E-2</c:v>
                </c:pt>
                <c:pt idx="4187">
                  <c:v>1.5372900000000002E-2</c:v>
                </c:pt>
                <c:pt idx="4188">
                  <c:v>1.5261600000000002E-2</c:v>
                </c:pt>
                <c:pt idx="4189">
                  <c:v>1.5147800000000001E-2</c:v>
                </c:pt>
                <c:pt idx="4190">
                  <c:v>1.5231200000000002E-2</c:v>
                </c:pt>
                <c:pt idx="4191">
                  <c:v>1.5113300000000001E-2</c:v>
                </c:pt>
                <c:pt idx="4192">
                  <c:v>1.52731E-2</c:v>
                </c:pt>
                <c:pt idx="4193">
                  <c:v>1.5131100000000001E-2</c:v>
                </c:pt>
                <c:pt idx="4194">
                  <c:v>1.5363300000000002E-2</c:v>
                </c:pt>
                <c:pt idx="4195">
                  <c:v>1.53814E-2</c:v>
                </c:pt>
                <c:pt idx="4196">
                  <c:v>1.5138999999999998E-2</c:v>
                </c:pt>
                <c:pt idx="4197">
                  <c:v>1.4789099999999999E-2</c:v>
                </c:pt>
                <c:pt idx="4198">
                  <c:v>1.4472800000000001E-2</c:v>
                </c:pt>
                <c:pt idx="4199">
                  <c:v>1.44387E-2</c:v>
                </c:pt>
                <c:pt idx="4200">
                  <c:v>1.4537399999999999E-2</c:v>
                </c:pt>
                <c:pt idx="4201">
                  <c:v>1.47823E-2</c:v>
                </c:pt>
                <c:pt idx="4202">
                  <c:v>1.46535E-2</c:v>
                </c:pt>
                <c:pt idx="4203">
                  <c:v>1.43578E-2</c:v>
                </c:pt>
                <c:pt idx="4204">
                  <c:v>1.3787499999999999E-2</c:v>
                </c:pt>
                <c:pt idx="4205">
                  <c:v>1.3796700000000002E-2</c:v>
                </c:pt>
                <c:pt idx="4206">
                  <c:v>1.41619E-2</c:v>
                </c:pt>
                <c:pt idx="4207">
                  <c:v>1.44113E-2</c:v>
                </c:pt>
                <c:pt idx="4208">
                  <c:v>1.45389E-2</c:v>
                </c:pt>
                <c:pt idx="4209">
                  <c:v>1.4559200000000001E-2</c:v>
                </c:pt>
                <c:pt idx="4210">
                  <c:v>1.4061600000000002E-2</c:v>
                </c:pt>
                <c:pt idx="4211">
                  <c:v>1.37868E-2</c:v>
                </c:pt>
                <c:pt idx="4212">
                  <c:v>1.3565000000000001E-2</c:v>
                </c:pt>
                <c:pt idx="4213">
                  <c:v>1.3761000000000001E-2</c:v>
                </c:pt>
                <c:pt idx="4214">
                  <c:v>1.3840999999999999E-2</c:v>
                </c:pt>
                <c:pt idx="4215">
                  <c:v>1.4043799999999999E-2</c:v>
                </c:pt>
                <c:pt idx="4216">
                  <c:v>1.34629E-2</c:v>
                </c:pt>
                <c:pt idx="4217">
                  <c:v>1.3668600000000001E-2</c:v>
                </c:pt>
                <c:pt idx="4218">
                  <c:v>1.3265199999999998E-2</c:v>
                </c:pt>
                <c:pt idx="4219">
                  <c:v>1.3034499999999999E-2</c:v>
                </c:pt>
                <c:pt idx="4220">
                  <c:v>1.3140700000000002E-2</c:v>
                </c:pt>
                <c:pt idx="4221">
                  <c:v>1.3765899999999999E-2</c:v>
                </c:pt>
                <c:pt idx="4222">
                  <c:v>1.40047E-2</c:v>
                </c:pt>
                <c:pt idx="4223">
                  <c:v>1.3756600000000001E-2</c:v>
                </c:pt>
                <c:pt idx="4224">
                  <c:v>1.37713E-2</c:v>
                </c:pt>
                <c:pt idx="4225">
                  <c:v>1.4060499999999998E-2</c:v>
                </c:pt>
                <c:pt idx="4226">
                  <c:v>1.32278E-2</c:v>
                </c:pt>
                <c:pt idx="4227">
                  <c:v>1.3171100000000002E-2</c:v>
                </c:pt>
                <c:pt idx="4228">
                  <c:v>1.2892300000000001E-2</c:v>
                </c:pt>
                <c:pt idx="4229">
                  <c:v>1.4066399999999998E-2</c:v>
                </c:pt>
                <c:pt idx="4230">
                  <c:v>1.4607400000000001E-2</c:v>
                </c:pt>
                <c:pt idx="4231">
                  <c:v>1.4562E-2</c:v>
                </c:pt>
                <c:pt idx="4232">
                  <c:v>1.4259899999999999E-2</c:v>
                </c:pt>
                <c:pt idx="4233">
                  <c:v>1.3802000000000002E-2</c:v>
                </c:pt>
                <c:pt idx="4234">
                  <c:v>1.3789500000000001E-2</c:v>
                </c:pt>
                <c:pt idx="4235">
                  <c:v>1.35145E-2</c:v>
                </c:pt>
                <c:pt idx="4236">
                  <c:v>1.33583E-2</c:v>
                </c:pt>
                <c:pt idx="4237">
                  <c:v>1.3306100000000001E-2</c:v>
                </c:pt>
                <c:pt idx="4238">
                  <c:v>1.3399100000000001E-2</c:v>
                </c:pt>
                <c:pt idx="4239">
                  <c:v>1.34185E-2</c:v>
                </c:pt>
                <c:pt idx="4240">
                  <c:v>1.3432100000000001E-2</c:v>
                </c:pt>
                <c:pt idx="4241">
                  <c:v>1.3463999999999999E-2</c:v>
                </c:pt>
                <c:pt idx="4242">
                  <c:v>1.34477E-2</c:v>
                </c:pt>
                <c:pt idx="4243">
                  <c:v>1.3309700000000001E-2</c:v>
                </c:pt>
                <c:pt idx="4244">
                  <c:v>1.3101400000000001E-2</c:v>
                </c:pt>
                <c:pt idx="4245">
                  <c:v>1.3216200000000001E-2</c:v>
                </c:pt>
                <c:pt idx="4246">
                  <c:v>1.3538399999999999E-2</c:v>
                </c:pt>
                <c:pt idx="4247">
                  <c:v>1.3440700000000002E-2</c:v>
                </c:pt>
                <c:pt idx="4248">
                  <c:v>1.34255E-2</c:v>
                </c:pt>
                <c:pt idx="4249">
                  <c:v>1.35114E-2</c:v>
                </c:pt>
                <c:pt idx="4250">
                  <c:v>1.3683500000000001E-2</c:v>
                </c:pt>
                <c:pt idx="4251">
                  <c:v>1.3733600000000002E-2</c:v>
                </c:pt>
                <c:pt idx="4252">
                  <c:v>1.3615100000000002E-2</c:v>
                </c:pt>
                <c:pt idx="4253">
                  <c:v>1.3441300000000002E-2</c:v>
                </c:pt>
                <c:pt idx="4254">
                  <c:v>1.3015100000000002E-2</c:v>
                </c:pt>
                <c:pt idx="4255">
                  <c:v>1.2741200000000001E-2</c:v>
                </c:pt>
                <c:pt idx="4256">
                  <c:v>1.30448E-2</c:v>
                </c:pt>
                <c:pt idx="4257">
                  <c:v>1.2864799999999999E-2</c:v>
                </c:pt>
                <c:pt idx="4258">
                  <c:v>1.26418E-2</c:v>
                </c:pt>
                <c:pt idx="4259">
                  <c:v>1.25697E-2</c:v>
                </c:pt>
                <c:pt idx="4260">
                  <c:v>1.23905E-2</c:v>
                </c:pt>
                <c:pt idx="4261">
                  <c:v>1.2314400000000001E-2</c:v>
                </c:pt>
                <c:pt idx="4262">
                  <c:v>1.2905000000000002E-2</c:v>
                </c:pt>
                <c:pt idx="4263">
                  <c:v>1.29119E-2</c:v>
                </c:pt>
                <c:pt idx="4264">
                  <c:v>1.31731E-2</c:v>
                </c:pt>
                <c:pt idx="4265">
                  <c:v>1.3304699999999999E-2</c:v>
                </c:pt>
                <c:pt idx="4266">
                  <c:v>1.3013200000000001E-2</c:v>
                </c:pt>
                <c:pt idx="4267">
                  <c:v>1.2996500000000001E-2</c:v>
                </c:pt>
                <c:pt idx="4268">
                  <c:v>1.2973599999999998E-2</c:v>
                </c:pt>
                <c:pt idx="4269">
                  <c:v>1.2774200000000001E-2</c:v>
                </c:pt>
                <c:pt idx="4270">
                  <c:v>1.26208E-2</c:v>
                </c:pt>
                <c:pt idx="4271">
                  <c:v>1.3172300000000001E-2</c:v>
                </c:pt>
                <c:pt idx="4272">
                  <c:v>1.3280799999999999E-2</c:v>
                </c:pt>
                <c:pt idx="4273">
                  <c:v>1.27177E-2</c:v>
                </c:pt>
                <c:pt idx="4274">
                  <c:v>1.2649500000000001E-2</c:v>
                </c:pt>
                <c:pt idx="4275">
                  <c:v>1.24437E-2</c:v>
                </c:pt>
                <c:pt idx="4276">
                  <c:v>1.22764E-2</c:v>
                </c:pt>
                <c:pt idx="4277">
                  <c:v>1.239E-2</c:v>
                </c:pt>
                <c:pt idx="4278">
                  <c:v>1.24501E-2</c:v>
                </c:pt>
                <c:pt idx="4279">
                  <c:v>1.24408E-2</c:v>
                </c:pt>
                <c:pt idx="4280">
                  <c:v>1.2551099999999999E-2</c:v>
                </c:pt>
                <c:pt idx="4281">
                  <c:v>1.2761E-2</c:v>
                </c:pt>
                <c:pt idx="4282">
                  <c:v>1.2745300000000001E-2</c:v>
                </c:pt>
                <c:pt idx="4283">
                  <c:v>1.2674299999999999E-2</c:v>
                </c:pt>
                <c:pt idx="4284">
                  <c:v>1.2540600000000001E-2</c:v>
                </c:pt>
                <c:pt idx="4285">
                  <c:v>1.24739E-2</c:v>
                </c:pt>
                <c:pt idx="4286">
                  <c:v>1.2662900000000001E-2</c:v>
                </c:pt>
                <c:pt idx="4287">
                  <c:v>1.26666E-2</c:v>
                </c:pt>
                <c:pt idx="4288">
                  <c:v>1.2688700000000001E-2</c:v>
                </c:pt>
                <c:pt idx="4289">
                  <c:v>1.25781E-2</c:v>
                </c:pt>
                <c:pt idx="4290">
                  <c:v>1.22603E-2</c:v>
                </c:pt>
                <c:pt idx="4291">
                  <c:v>1.2049599999999999E-2</c:v>
                </c:pt>
                <c:pt idx="4292">
                  <c:v>1.23949E-2</c:v>
                </c:pt>
                <c:pt idx="4293">
                  <c:v>1.2840700000000002E-2</c:v>
                </c:pt>
                <c:pt idx="4294">
                  <c:v>1.30262E-2</c:v>
                </c:pt>
                <c:pt idx="4295">
                  <c:v>1.3500399999999999E-2</c:v>
                </c:pt>
                <c:pt idx="4296">
                  <c:v>1.39013E-2</c:v>
                </c:pt>
                <c:pt idx="4297">
                  <c:v>1.35525E-2</c:v>
                </c:pt>
                <c:pt idx="4298">
                  <c:v>1.3367599999999999E-2</c:v>
                </c:pt>
                <c:pt idx="4299">
                  <c:v>1.3114099999999998E-2</c:v>
                </c:pt>
                <c:pt idx="4300">
                  <c:v>1.31436E-2</c:v>
                </c:pt>
                <c:pt idx="4301">
                  <c:v>1.3175600000000001E-2</c:v>
                </c:pt>
                <c:pt idx="4302">
                  <c:v>1.36001E-2</c:v>
                </c:pt>
                <c:pt idx="4303">
                  <c:v>1.3613699999999999E-2</c:v>
                </c:pt>
                <c:pt idx="4304">
                  <c:v>1.35529E-2</c:v>
                </c:pt>
                <c:pt idx="4305">
                  <c:v>1.34929E-2</c:v>
                </c:pt>
                <c:pt idx="4306">
                  <c:v>1.39916E-2</c:v>
                </c:pt>
                <c:pt idx="4307">
                  <c:v>1.4264300000000001E-2</c:v>
                </c:pt>
                <c:pt idx="4308">
                  <c:v>1.4248200000000001E-2</c:v>
                </c:pt>
                <c:pt idx="4309">
                  <c:v>1.41006E-2</c:v>
                </c:pt>
                <c:pt idx="4310">
                  <c:v>1.41441E-2</c:v>
                </c:pt>
                <c:pt idx="4311">
                  <c:v>1.3783199999999999E-2</c:v>
                </c:pt>
                <c:pt idx="4312">
                  <c:v>1.3702799999999999E-2</c:v>
                </c:pt>
                <c:pt idx="4313">
                  <c:v>1.353E-2</c:v>
                </c:pt>
                <c:pt idx="4314">
                  <c:v>1.3491900000000001E-2</c:v>
                </c:pt>
                <c:pt idx="4315">
                  <c:v>1.3410900000000002E-2</c:v>
                </c:pt>
                <c:pt idx="4316">
                  <c:v>1.3273200000000001E-2</c:v>
                </c:pt>
                <c:pt idx="4317">
                  <c:v>1.31448E-2</c:v>
                </c:pt>
                <c:pt idx="4318">
                  <c:v>1.31349E-2</c:v>
                </c:pt>
                <c:pt idx="4319">
                  <c:v>1.3284000000000001E-2</c:v>
                </c:pt>
                <c:pt idx="4320">
                  <c:v>1.3444999999999999E-2</c:v>
                </c:pt>
                <c:pt idx="4321">
                  <c:v>1.3138800000000001E-2</c:v>
                </c:pt>
                <c:pt idx="4322">
                  <c:v>1.3055000000000001E-2</c:v>
                </c:pt>
                <c:pt idx="4323">
                  <c:v>1.2875399999999999E-2</c:v>
                </c:pt>
                <c:pt idx="4324">
                  <c:v>1.2524200000000001E-2</c:v>
                </c:pt>
                <c:pt idx="4325">
                  <c:v>1.23351E-2</c:v>
                </c:pt>
                <c:pt idx="4326">
                  <c:v>1.22649E-2</c:v>
                </c:pt>
                <c:pt idx="4327">
                  <c:v>1.2336100000000001E-2</c:v>
                </c:pt>
                <c:pt idx="4328">
                  <c:v>1.24218E-2</c:v>
                </c:pt>
                <c:pt idx="4329">
                  <c:v>1.2259300000000001E-2</c:v>
                </c:pt>
                <c:pt idx="4330">
                  <c:v>1.2388400000000001E-2</c:v>
                </c:pt>
                <c:pt idx="4331">
                  <c:v>1.2581999999999999E-2</c:v>
                </c:pt>
                <c:pt idx="4332">
                  <c:v>1.2938300000000002E-2</c:v>
                </c:pt>
                <c:pt idx="4333">
                  <c:v>1.2931700000000001E-2</c:v>
                </c:pt>
                <c:pt idx="4334">
                  <c:v>1.27492E-2</c:v>
                </c:pt>
                <c:pt idx="4335">
                  <c:v>1.2796099999999999E-2</c:v>
                </c:pt>
                <c:pt idx="4336">
                  <c:v>1.2933699999999999E-2</c:v>
                </c:pt>
                <c:pt idx="4337">
                  <c:v>1.3333099999999999E-2</c:v>
                </c:pt>
                <c:pt idx="4338">
                  <c:v>1.3052899999999999E-2</c:v>
                </c:pt>
                <c:pt idx="4339">
                  <c:v>1.3046799999999999E-2</c:v>
                </c:pt>
                <c:pt idx="4340">
                  <c:v>1.2891900000000001E-2</c:v>
                </c:pt>
                <c:pt idx="4341">
                  <c:v>1.2844E-2</c:v>
                </c:pt>
                <c:pt idx="4342">
                  <c:v>1.2777699999999999E-2</c:v>
                </c:pt>
                <c:pt idx="4343">
                  <c:v>1.26806E-2</c:v>
                </c:pt>
                <c:pt idx="4344">
                  <c:v>1.2787399999999999E-2</c:v>
                </c:pt>
                <c:pt idx="4345">
                  <c:v>1.2765E-2</c:v>
                </c:pt>
                <c:pt idx="4346">
                  <c:v>1.25235E-2</c:v>
                </c:pt>
                <c:pt idx="4347">
                  <c:v>1.2303E-2</c:v>
                </c:pt>
                <c:pt idx="4348">
                  <c:v>1.2107999999999999E-2</c:v>
                </c:pt>
                <c:pt idx="4349">
                  <c:v>1.2053400000000001E-2</c:v>
                </c:pt>
                <c:pt idx="4350">
                  <c:v>1.18347E-2</c:v>
                </c:pt>
                <c:pt idx="4351">
                  <c:v>1.1616899999999999E-2</c:v>
                </c:pt>
                <c:pt idx="4352">
                  <c:v>1.14111E-2</c:v>
                </c:pt>
                <c:pt idx="4353">
                  <c:v>1.14593E-2</c:v>
                </c:pt>
                <c:pt idx="4354">
                  <c:v>1.1353400000000001E-2</c:v>
                </c:pt>
                <c:pt idx="4355">
                  <c:v>1.14304E-2</c:v>
                </c:pt>
                <c:pt idx="4356">
                  <c:v>1.1346500000000001E-2</c:v>
                </c:pt>
                <c:pt idx="4357">
                  <c:v>1.13828E-2</c:v>
                </c:pt>
                <c:pt idx="4358">
                  <c:v>1.11801E-2</c:v>
                </c:pt>
                <c:pt idx="4359">
                  <c:v>1.1063699999999999E-2</c:v>
                </c:pt>
                <c:pt idx="4360">
                  <c:v>1.12668E-2</c:v>
                </c:pt>
                <c:pt idx="4361">
                  <c:v>1.2857200000000001E-2</c:v>
                </c:pt>
                <c:pt idx="4362">
                  <c:v>1.29125E-2</c:v>
                </c:pt>
                <c:pt idx="4363">
                  <c:v>1.27437E-2</c:v>
                </c:pt>
                <c:pt idx="4364">
                  <c:v>1.2963300000000001E-2</c:v>
                </c:pt>
                <c:pt idx="4365">
                  <c:v>1.2831100000000002E-2</c:v>
                </c:pt>
                <c:pt idx="4366">
                  <c:v>1.2700700000000001E-2</c:v>
                </c:pt>
                <c:pt idx="4367">
                  <c:v>1.2405899999999999E-2</c:v>
                </c:pt>
                <c:pt idx="4368">
                  <c:v>1.2224200000000001E-2</c:v>
                </c:pt>
                <c:pt idx="4369">
                  <c:v>1.18485E-2</c:v>
                </c:pt>
                <c:pt idx="4370">
                  <c:v>1.13347E-2</c:v>
                </c:pt>
                <c:pt idx="4371">
                  <c:v>1.13504E-2</c:v>
                </c:pt>
                <c:pt idx="4372">
                  <c:v>1.1332E-2</c:v>
                </c:pt>
                <c:pt idx="4373">
                  <c:v>1.1462699999999999E-2</c:v>
                </c:pt>
                <c:pt idx="4374">
                  <c:v>1.14754E-2</c:v>
                </c:pt>
                <c:pt idx="4375">
                  <c:v>1.16866E-2</c:v>
                </c:pt>
                <c:pt idx="4376">
                  <c:v>1.1665E-2</c:v>
                </c:pt>
                <c:pt idx="4377">
                  <c:v>1.1731800000000001E-2</c:v>
                </c:pt>
                <c:pt idx="4378">
                  <c:v>1.17804E-2</c:v>
                </c:pt>
                <c:pt idx="4379">
                  <c:v>1.1861E-2</c:v>
                </c:pt>
                <c:pt idx="4380">
                  <c:v>1.1575499999999999E-2</c:v>
                </c:pt>
                <c:pt idx="4381">
                  <c:v>1.13315E-2</c:v>
                </c:pt>
                <c:pt idx="4382">
                  <c:v>1.1239799999999999E-2</c:v>
                </c:pt>
                <c:pt idx="4383">
                  <c:v>1.1169399999999999E-2</c:v>
                </c:pt>
                <c:pt idx="4384">
                  <c:v>1.12094E-2</c:v>
                </c:pt>
                <c:pt idx="4385">
                  <c:v>1.12259E-2</c:v>
                </c:pt>
                <c:pt idx="4386">
                  <c:v>1.1305800000000001E-2</c:v>
                </c:pt>
                <c:pt idx="4387">
                  <c:v>1.14976E-2</c:v>
                </c:pt>
                <c:pt idx="4388">
                  <c:v>1.11678E-2</c:v>
                </c:pt>
                <c:pt idx="4389">
                  <c:v>1.1091500000000001E-2</c:v>
                </c:pt>
                <c:pt idx="4390">
                  <c:v>1.1026099999999999E-2</c:v>
                </c:pt>
                <c:pt idx="4391">
                  <c:v>1.14246E-2</c:v>
                </c:pt>
                <c:pt idx="4392">
                  <c:v>1.1526900000000001E-2</c:v>
                </c:pt>
                <c:pt idx="4393">
                  <c:v>1.1672199999999999E-2</c:v>
                </c:pt>
                <c:pt idx="4394">
                  <c:v>1.1586300000000001E-2</c:v>
                </c:pt>
                <c:pt idx="4395">
                  <c:v>1.19291E-2</c:v>
                </c:pt>
                <c:pt idx="4396">
                  <c:v>1.20123E-2</c:v>
                </c:pt>
                <c:pt idx="4397">
                  <c:v>1.22326E-2</c:v>
                </c:pt>
                <c:pt idx="4398">
                  <c:v>1.2334699999999999E-2</c:v>
                </c:pt>
                <c:pt idx="4399">
                  <c:v>1.23012E-2</c:v>
                </c:pt>
                <c:pt idx="4400">
                  <c:v>1.2409999999999999E-2</c:v>
                </c:pt>
                <c:pt idx="4401">
                  <c:v>1.2561900000000001E-2</c:v>
                </c:pt>
                <c:pt idx="4402">
                  <c:v>1.21797E-2</c:v>
                </c:pt>
                <c:pt idx="4403">
                  <c:v>1.1915500000000001E-2</c:v>
                </c:pt>
                <c:pt idx="4404">
                  <c:v>1.1818500000000001E-2</c:v>
                </c:pt>
                <c:pt idx="4405">
                  <c:v>1.15838E-2</c:v>
                </c:pt>
                <c:pt idx="4406">
                  <c:v>1.1504500000000001E-2</c:v>
                </c:pt>
                <c:pt idx="4407">
                  <c:v>1.1332699999999999E-2</c:v>
                </c:pt>
                <c:pt idx="4408">
                  <c:v>1.12946E-2</c:v>
                </c:pt>
                <c:pt idx="4409">
                  <c:v>1.0911499999999999E-2</c:v>
                </c:pt>
                <c:pt idx="4410">
                  <c:v>1.0998300000000001E-2</c:v>
                </c:pt>
                <c:pt idx="4411">
                  <c:v>1.11588E-2</c:v>
                </c:pt>
                <c:pt idx="4412">
                  <c:v>1.1253600000000001E-2</c:v>
                </c:pt>
                <c:pt idx="4413">
                  <c:v>1.12643E-2</c:v>
                </c:pt>
                <c:pt idx="4414">
                  <c:v>1.0952099999999999E-2</c:v>
                </c:pt>
                <c:pt idx="4415">
                  <c:v>1.07571E-2</c:v>
                </c:pt>
                <c:pt idx="4416">
                  <c:v>1.0995900000000001E-2</c:v>
                </c:pt>
                <c:pt idx="4417">
                  <c:v>1.10907E-2</c:v>
                </c:pt>
                <c:pt idx="4418">
                  <c:v>1.1045399999999999E-2</c:v>
                </c:pt>
                <c:pt idx="4419">
                  <c:v>1.1017000000000001E-2</c:v>
                </c:pt>
                <c:pt idx="4420">
                  <c:v>1.12079E-2</c:v>
                </c:pt>
                <c:pt idx="4421">
                  <c:v>1.1093800000000001E-2</c:v>
                </c:pt>
                <c:pt idx="4422">
                  <c:v>1.1117799999999999E-2</c:v>
                </c:pt>
                <c:pt idx="4423">
                  <c:v>1.10253E-2</c:v>
                </c:pt>
                <c:pt idx="4424">
                  <c:v>1.08976E-2</c:v>
                </c:pt>
                <c:pt idx="4425">
                  <c:v>1.07449E-2</c:v>
                </c:pt>
                <c:pt idx="4426">
                  <c:v>1.06599E-2</c:v>
                </c:pt>
                <c:pt idx="4427">
                  <c:v>1.0604300000000001E-2</c:v>
                </c:pt>
                <c:pt idx="4428">
                  <c:v>1.05801E-2</c:v>
                </c:pt>
                <c:pt idx="4429">
                  <c:v>1.0572700000000001E-2</c:v>
                </c:pt>
                <c:pt idx="4430">
                  <c:v>1.05392E-2</c:v>
                </c:pt>
                <c:pt idx="4431">
                  <c:v>1.0526799999999999E-2</c:v>
                </c:pt>
                <c:pt idx="4432">
                  <c:v>1.05126E-2</c:v>
                </c:pt>
                <c:pt idx="4433">
                  <c:v>1.04706E-2</c:v>
                </c:pt>
                <c:pt idx="4434">
                  <c:v>1.05101E-2</c:v>
                </c:pt>
                <c:pt idx="4435">
                  <c:v>1.0237900000000001E-2</c:v>
                </c:pt>
                <c:pt idx="4436">
                  <c:v>9.9824000000000006E-3</c:v>
                </c:pt>
                <c:pt idx="4437">
                  <c:v>9.7955999999999998E-3</c:v>
                </c:pt>
                <c:pt idx="4438">
                  <c:v>9.7003999999999996E-3</c:v>
                </c:pt>
                <c:pt idx="4439">
                  <c:v>9.6040000000000014E-3</c:v>
                </c:pt>
                <c:pt idx="4440">
                  <c:v>9.3930000000000003E-3</c:v>
                </c:pt>
                <c:pt idx="4441">
                  <c:v>9.4692999999999999E-3</c:v>
                </c:pt>
                <c:pt idx="4442">
                  <c:v>9.3752999999999996E-3</c:v>
                </c:pt>
                <c:pt idx="4443">
                  <c:v>9.2122999999999997E-3</c:v>
                </c:pt>
                <c:pt idx="4444">
                  <c:v>9.2420000000000002E-3</c:v>
                </c:pt>
                <c:pt idx="4445">
                  <c:v>9.1462000000000002E-3</c:v>
                </c:pt>
                <c:pt idx="4446">
                  <c:v>9.1062999999999995E-3</c:v>
                </c:pt>
                <c:pt idx="4447">
                  <c:v>9.0644999999999996E-3</c:v>
                </c:pt>
                <c:pt idx="4448">
                  <c:v>9.1249999999999994E-3</c:v>
                </c:pt>
                <c:pt idx="4449">
                  <c:v>9.0621999999999994E-3</c:v>
                </c:pt>
                <c:pt idx="4450">
                  <c:v>9.1777000000000004E-3</c:v>
                </c:pt>
                <c:pt idx="4451">
                  <c:v>9.0801000000000007E-3</c:v>
                </c:pt>
                <c:pt idx="4452">
                  <c:v>8.9712999999999998E-3</c:v>
                </c:pt>
                <c:pt idx="4453">
                  <c:v>8.9493000000000003E-3</c:v>
                </c:pt>
                <c:pt idx="4454">
                  <c:v>9.1227999999999986E-3</c:v>
                </c:pt>
                <c:pt idx="4455">
                  <c:v>9.1355999999999989E-3</c:v>
                </c:pt>
                <c:pt idx="4456">
                  <c:v>8.9903000000000014E-3</c:v>
                </c:pt>
                <c:pt idx="4457">
                  <c:v>8.9772999999999988E-3</c:v>
                </c:pt>
                <c:pt idx="4458">
                  <c:v>9.2692E-3</c:v>
                </c:pt>
                <c:pt idx="4459">
                  <c:v>9.5477999999999986E-3</c:v>
                </c:pt>
                <c:pt idx="4460">
                  <c:v>9.4564999999999996E-3</c:v>
                </c:pt>
                <c:pt idx="4461">
                  <c:v>9.4514000000000004E-3</c:v>
                </c:pt>
                <c:pt idx="4462">
                  <c:v>1.0224299999999999E-2</c:v>
                </c:pt>
                <c:pt idx="4463">
                  <c:v>1.1102500000000001E-2</c:v>
                </c:pt>
                <c:pt idx="4464">
                  <c:v>1.0725499999999999E-2</c:v>
                </c:pt>
                <c:pt idx="4465">
                  <c:v>1.1009699999999999E-2</c:v>
                </c:pt>
                <c:pt idx="4466">
                  <c:v>1.0717000000000001E-2</c:v>
                </c:pt>
                <c:pt idx="4467">
                  <c:v>1.0266200000000001E-2</c:v>
                </c:pt>
                <c:pt idx="4468">
                  <c:v>9.9388000000000011E-3</c:v>
                </c:pt>
                <c:pt idx="4469">
                  <c:v>9.7461000000000006E-3</c:v>
                </c:pt>
                <c:pt idx="4470">
                  <c:v>9.9655000000000004E-3</c:v>
                </c:pt>
                <c:pt idx="4471">
                  <c:v>1.01913E-2</c:v>
                </c:pt>
                <c:pt idx="4472">
                  <c:v>1.0217700000000001E-2</c:v>
                </c:pt>
                <c:pt idx="4473">
                  <c:v>1.01032E-2</c:v>
                </c:pt>
                <c:pt idx="4474">
                  <c:v>9.7707999999999996E-3</c:v>
                </c:pt>
                <c:pt idx="4475">
                  <c:v>9.9920000000000009E-3</c:v>
                </c:pt>
                <c:pt idx="4476">
                  <c:v>1.0201E-2</c:v>
                </c:pt>
                <c:pt idx="4477">
                  <c:v>1.05495E-2</c:v>
                </c:pt>
                <c:pt idx="4478">
                  <c:v>1.05428E-2</c:v>
                </c:pt>
                <c:pt idx="4479">
                  <c:v>1.0249599999999999E-2</c:v>
                </c:pt>
                <c:pt idx="4480">
                  <c:v>1.01347E-2</c:v>
                </c:pt>
                <c:pt idx="4481">
                  <c:v>1.0263400000000001E-2</c:v>
                </c:pt>
                <c:pt idx="4482">
                  <c:v>1.02126E-2</c:v>
                </c:pt>
                <c:pt idx="4483">
                  <c:v>9.8987999999999993E-3</c:v>
                </c:pt>
                <c:pt idx="4484">
                  <c:v>9.6830000000000006E-3</c:v>
                </c:pt>
                <c:pt idx="4485">
                  <c:v>9.5157999999999996E-3</c:v>
                </c:pt>
                <c:pt idx="4486">
                  <c:v>9.5331000000000009E-3</c:v>
                </c:pt>
                <c:pt idx="4487">
                  <c:v>9.5484000000000003E-3</c:v>
                </c:pt>
                <c:pt idx="4488">
                  <c:v>9.545699999999999E-3</c:v>
                </c:pt>
                <c:pt idx="4489">
                  <c:v>9.8554000000000003E-3</c:v>
                </c:pt>
                <c:pt idx="4490">
                  <c:v>1.0929099999999999E-2</c:v>
                </c:pt>
                <c:pt idx="4491">
                  <c:v>1.06366E-2</c:v>
                </c:pt>
                <c:pt idx="4492">
                  <c:v>1.0979000000000001E-2</c:v>
                </c:pt>
                <c:pt idx="4493">
                  <c:v>1.1395799999999999E-2</c:v>
                </c:pt>
                <c:pt idx="4494">
                  <c:v>1.1132E-2</c:v>
                </c:pt>
                <c:pt idx="4495">
                  <c:v>1.1103E-2</c:v>
                </c:pt>
                <c:pt idx="4496">
                  <c:v>1.0980999999999999E-2</c:v>
                </c:pt>
                <c:pt idx="4497">
                  <c:v>1.0731600000000001E-2</c:v>
                </c:pt>
                <c:pt idx="4498">
                  <c:v>1.0671399999999999E-2</c:v>
                </c:pt>
                <c:pt idx="4499">
                  <c:v>1.07539E-2</c:v>
                </c:pt>
                <c:pt idx="4500">
                  <c:v>1.0572400000000001E-2</c:v>
                </c:pt>
                <c:pt idx="4501">
                  <c:v>1.0351600000000001E-2</c:v>
                </c:pt>
                <c:pt idx="4502">
                  <c:v>1.0176900000000001E-2</c:v>
                </c:pt>
                <c:pt idx="4503">
                  <c:v>1.0256599999999999E-2</c:v>
                </c:pt>
                <c:pt idx="4504">
                  <c:v>1.0280200000000001E-2</c:v>
                </c:pt>
                <c:pt idx="4505">
                  <c:v>1.0090099999999999E-2</c:v>
                </c:pt>
                <c:pt idx="4506">
                  <c:v>9.9664000000000003E-3</c:v>
                </c:pt>
                <c:pt idx="4507">
                  <c:v>9.8785999999999995E-3</c:v>
                </c:pt>
                <c:pt idx="4508">
                  <c:v>9.9549000000000009E-3</c:v>
                </c:pt>
                <c:pt idx="4509">
                  <c:v>9.9550999999999997E-3</c:v>
                </c:pt>
                <c:pt idx="4510">
                  <c:v>9.9471999999999998E-3</c:v>
                </c:pt>
                <c:pt idx="4511">
                  <c:v>9.8019999999999999E-3</c:v>
                </c:pt>
                <c:pt idx="4512">
                  <c:v>9.8569999999999994E-3</c:v>
                </c:pt>
                <c:pt idx="4513">
                  <c:v>1.00584E-2</c:v>
                </c:pt>
                <c:pt idx="4514">
                  <c:v>1.02381E-2</c:v>
                </c:pt>
                <c:pt idx="4515">
                  <c:v>1.0360899999999999E-2</c:v>
                </c:pt>
                <c:pt idx="4516">
                  <c:v>1.05924E-2</c:v>
                </c:pt>
                <c:pt idx="4517">
                  <c:v>1.05837E-2</c:v>
                </c:pt>
                <c:pt idx="4518">
                  <c:v>1.05103E-2</c:v>
                </c:pt>
                <c:pt idx="4519">
                  <c:v>1.0662300000000001E-2</c:v>
                </c:pt>
                <c:pt idx="4520">
                  <c:v>1.0736799999999999E-2</c:v>
                </c:pt>
                <c:pt idx="4521">
                  <c:v>1.0854600000000001E-2</c:v>
                </c:pt>
                <c:pt idx="4522">
                  <c:v>1.1365200000000001E-2</c:v>
                </c:pt>
                <c:pt idx="4523">
                  <c:v>1.1007400000000001E-2</c:v>
                </c:pt>
                <c:pt idx="4524">
                  <c:v>1.1112500000000001E-2</c:v>
                </c:pt>
                <c:pt idx="4525">
                  <c:v>1.15462E-2</c:v>
                </c:pt>
                <c:pt idx="4526">
                  <c:v>1.13527E-2</c:v>
                </c:pt>
                <c:pt idx="4527">
                  <c:v>1.0741300000000001E-2</c:v>
                </c:pt>
                <c:pt idx="4528">
                  <c:v>1.0736300000000001E-2</c:v>
                </c:pt>
                <c:pt idx="4529">
                  <c:v>1.07975E-2</c:v>
                </c:pt>
                <c:pt idx="4530">
                  <c:v>1.09024E-2</c:v>
                </c:pt>
                <c:pt idx="4531">
                  <c:v>1.08424E-2</c:v>
                </c:pt>
                <c:pt idx="4532">
                  <c:v>1.1232599999999999E-2</c:v>
                </c:pt>
                <c:pt idx="4533">
                  <c:v>1.15622E-2</c:v>
                </c:pt>
                <c:pt idx="4534">
                  <c:v>1.1330100000000001E-2</c:v>
                </c:pt>
                <c:pt idx="4535">
                  <c:v>1.1171599999999999E-2</c:v>
                </c:pt>
                <c:pt idx="4536">
                  <c:v>1.0935200000000001E-2</c:v>
                </c:pt>
                <c:pt idx="4537">
                  <c:v>1.09882E-2</c:v>
                </c:pt>
                <c:pt idx="4538">
                  <c:v>1.12026E-2</c:v>
                </c:pt>
                <c:pt idx="4539">
                  <c:v>1.1284499999999999E-2</c:v>
                </c:pt>
                <c:pt idx="4540">
                  <c:v>1.1934E-2</c:v>
                </c:pt>
                <c:pt idx="4541">
                  <c:v>1.20971E-2</c:v>
                </c:pt>
                <c:pt idx="4542">
                  <c:v>1.2443300000000001E-2</c:v>
                </c:pt>
                <c:pt idx="4543">
                  <c:v>1.22603E-2</c:v>
                </c:pt>
                <c:pt idx="4544">
                  <c:v>1.1800400000000001E-2</c:v>
                </c:pt>
                <c:pt idx="4545">
                  <c:v>1.19662E-2</c:v>
                </c:pt>
                <c:pt idx="4546">
                  <c:v>1.17576E-2</c:v>
                </c:pt>
                <c:pt idx="4547">
                  <c:v>1.19659E-2</c:v>
                </c:pt>
                <c:pt idx="4548">
                  <c:v>1.21791E-2</c:v>
                </c:pt>
                <c:pt idx="4549">
                  <c:v>1.24081E-2</c:v>
                </c:pt>
                <c:pt idx="4550">
                  <c:v>1.24823E-2</c:v>
                </c:pt>
                <c:pt idx="4551">
                  <c:v>1.23503E-2</c:v>
                </c:pt>
                <c:pt idx="4552">
                  <c:v>1.2650400000000001E-2</c:v>
                </c:pt>
                <c:pt idx="4553">
                  <c:v>1.2625600000000001E-2</c:v>
                </c:pt>
                <c:pt idx="4554">
                  <c:v>1.28387E-2</c:v>
                </c:pt>
                <c:pt idx="4555">
                  <c:v>1.29458E-2</c:v>
                </c:pt>
                <c:pt idx="4556">
                  <c:v>1.28191E-2</c:v>
                </c:pt>
                <c:pt idx="4557">
                  <c:v>1.2790300000000001E-2</c:v>
                </c:pt>
                <c:pt idx="4558">
                  <c:v>1.2522199999999999E-2</c:v>
                </c:pt>
                <c:pt idx="4559">
                  <c:v>1.25381E-2</c:v>
                </c:pt>
                <c:pt idx="4560">
                  <c:v>1.2374599999999999E-2</c:v>
                </c:pt>
                <c:pt idx="4561">
                  <c:v>1.2731999999999999E-2</c:v>
                </c:pt>
                <c:pt idx="4562">
                  <c:v>1.26336E-2</c:v>
                </c:pt>
                <c:pt idx="4563">
                  <c:v>1.2495000000000001E-2</c:v>
                </c:pt>
                <c:pt idx="4564">
                  <c:v>1.23806E-2</c:v>
                </c:pt>
                <c:pt idx="4565">
                  <c:v>1.18043E-2</c:v>
                </c:pt>
                <c:pt idx="4566">
                  <c:v>1.1667499999999999E-2</c:v>
                </c:pt>
                <c:pt idx="4567">
                  <c:v>1.11565E-2</c:v>
                </c:pt>
                <c:pt idx="4568">
                  <c:v>1.0803799999999999E-2</c:v>
                </c:pt>
                <c:pt idx="4569">
                  <c:v>1.05977E-2</c:v>
                </c:pt>
                <c:pt idx="4570">
                  <c:v>1.0353600000000001E-2</c:v>
                </c:pt>
                <c:pt idx="4571">
                  <c:v>1.1257099999999999E-2</c:v>
                </c:pt>
                <c:pt idx="4572">
                  <c:v>1.1180299999999999E-2</c:v>
                </c:pt>
                <c:pt idx="4573">
                  <c:v>1.09236E-2</c:v>
                </c:pt>
                <c:pt idx="4574">
                  <c:v>1.11246E-2</c:v>
                </c:pt>
                <c:pt idx="4575">
                  <c:v>1.12461E-2</c:v>
                </c:pt>
                <c:pt idx="4576">
                  <c:v>1.1135299999999999E-2</c:v>
                </c:pt>
                <c:pt idx="4577">
                  <c:v>1.1151600000000001E-2</c:v>
                </c:pt>
                <c:pt idx="4578">
                  <c:v>1.11241E-2</c:v>
                </c:pt>
                <c:pt idx="4579">
                  <c:v>1.1058499999999999E-2</c:v>
                </c:pt>
                <c:pt idx="4580">
                  <c:v>1.1057899999999999E-2</c:v>
                </c:pt>
                <c:pt idx="4581">
                  <c:v>1.07831E-2</c:v>
                </c:pt>
                <c:pt idx="4582">
                  <c:v>1.0579999999999999E-2</c:v>
                </c:pt>
                <c:pt idx="4583">
                  <c:v>1.0425E-2</c:v>
                </c:pt>
                <c:pt idx="4584">
                  <c:v>1.04358E-2</c:v>
                </c:pt>
                <c:pt idx="4585">
                  <c:v>1.0564499999999999E-2</c:v>
                </c:pt>
                <c:pt idx="4586">
                  <c:v>1.0618899999999999E-2</c:v>
                </c:pt>
                <c:pt idx="4587">
                  <c:v>1.05881E-2</c:v>
                </c:pt>
                <c:pt idx="4588">
                  <c:v>1.0481000000000001E-2</c:v>
                </c:pt>
                <c:pt idx="4589">
                  <c:v>1.04387E-2</c:v>
                </c:pt>
                <c:pt idx="4590">
                  <c:v>1.04514E-2</c:v>
                </c:pt>
                <c:pt idx="4591">
                  <c:v>1.05472E-2</c:v>
                </c:pt>
                <c:pt idx="4592">
                  <c:v>1.0740099999999999E-2</c:v>
                </c:pt>
                <c:pt idx="4593">
                  <c:v>1.10206E-2</c:v>
                </c:pt>
                <c:pt idx="4594">
                  <c:v>1.13096E-2</c:v>
                </c:pt>
                <c:pt idx="4595">
                  <c:v>1.0983700000000001E-2</c:v>
                </c:pt>
                <c:pt idx="4596">
                  <c:v>1.1050000000000001E-2</c:v>
                </c:pt>
                <c:pt idx="4597">
                  <c:v>1.0977200000000001E-2</c:v>
                </c:pt>
                <c:pt idx="4598">
                  <c:v>1.1095600000000001E-2</c:v>
                </c:pt>
                <c:pt idx="4599">
                  <c:v>1.10987E-2</c:v>
                </c:pt>
                <c:pt idx="4600">
                  <c:v>1.1040000000000001E-2</c:v>
                </c:pt>
                <c:pt idx="4601">
                  <c:v>1.09649E-2</c:v>
                </c:pt>
                <c:pt idx="4602">
                  <c:v>1.1136E-2</c:v>
                </c:pt>
                <c:pt idx="4603">
                  <c:v>1.1047100000000001E-2</c:v>
                </c:pt>
                <c:pt idx="4604">
                  <c:v>1.09176E-2</c:v>
                </c:pt>
                <c:pt idx="4605">
                  <c:v>1.0936599999999999E-2</c:v>
                </c:pt>
                <c:pt idx="4606">
                  <c:v>1.08412E-2</c:v>
                </c:pt>
                <c:pt idx="4607">
                  <c:v>1.11866E-2</c:v>
                </c:pt>
                <c:pt idx="4608">
                  <c:v>1.1174099999999999E-2</c:v>
                </c:pt>
                <c:pt idx="4609">
                  <c:v>1.11714E-2</c:v>
                </c:pt>
                <c:pt idx="4610">
                  <c:v>1.1466E-2</c:v>
                </c:pt>
                <c:pt idx="4611">
                  <c:v>1.1536599999999999E-2</c:v>
                </c:pt>
                <c:pt idx="4612">
                  <c:v>1.14261E-2</c:v>
                </c:pt>
                <c:pt idx="4613">
                  <c:v>1.14631E-2</c:v>
                </c:pt>
                <c:pt idx="4614">
                  <c:v>1.1562600000000001E-2</c:v>
                </c:pt>
                <c:pt idx="4615">
                  <c:v>1.15485E-2</c:v>
                </c:pt>
                <c:pt idx="4616">
                  <c:v>1.11565E-2</c:v>
                </c:pt>
                <c:pt idx="4617">
                  <c:v>1.0816899999999999E-2</c:v>
                </c:pt>
                <c:pt idx="4618">
                  <c:v>1.0573000000000001E-2</c:v>
                </c:pt>
                <c:pt idx="4619">
                  <c:v>1.04399E-2</c:v>
                </c:pt>
                <c:pt idx="4620">
                  <c:v>1.0475199999999999E-2</c:v>
                </c:pt>
                <c:pt idx="4621">
                  <c:v>1.0437500000000001E-2</c:v>
                </c:pt>
                <c:pt idx="4622">
                  <c:v>1.1399899999999999E-2</c:v>
                </c:pt>
                <c:pt idx="4623">
                  <c:v>1.12893E-2</c:v>
                </c:pt>
                <c:pt idx="4624">
                  <c:v>1.1496599999999999E-2</c:v>
                </c:pt>
                <c:pt idx="4625">
                  <c:v>1.14448E-2</c:v>
                </c:pt>
                <c:pt idx="4626">
                  <c:v>1.1282800000000001E-2</c:v>
                </c:pt>
                <c:pt idx="4627">
                  <c:v>1.0953000000000001E-2</c:v>
                </c:pt>
                <c:pt idx="4628">
                  <c:v>1.10101E-2</c:v>
                </c:pt>
                <c:pt idx="4629">
                  <c:v>1.1053E-2</c:v>
                </c:pt>
                <c:pt idx="4630">
                  <c:v>1.0837300000000001E-2</c:v>
                </c:pt>
                <c:pt idx="4631">
                  <c:v>1.0942799999999999E-2</c:v>
                </c:pt>
                <c:pt idx="4632">
                  <c:v>1.13927E-2</c:v>
                </c:pt>
                <c:pt idx="4633">
                  <c:v>1.19306E-2</c:v>
                </c:pt>
                <c:pt idx="4634">
                  <c:v>1.2057E-2</c:v>
                </c:pt>
                <c:pt idx="4635">
                  <c:v>1.18802E-2</c:v>
                </c:pt>
                <c:pt idx="4636">
                  <c:v>1.2446800000000001E-2</c:v>
                </c:pt>
                <c:pt idx="4637">
                  <c:v>1.2288E-2</c:v>
                </c:pt>
                <c:pt idx="4638">
                  <c:v>1.213E-2</c:v>
                </c:pt>
                <c:pt idx="4639">
                  <c:v>1.21531E-2</c:v>
                </c:pt>
                <c:pt idx="4640">
                  <c:v>1.16828E-2</c:v>
                </c:pt>
                <c:pt idx="4641">
                  <c:v>1.19138E-2</c:v>
                </c:pt>
                <c:pt idx="4642">
                  <c:v>1.24432E-2</c:v>
                </c:pt>
                <c:pt idx="4643">
                  <c:v>1.2503400000000001E-2</c:v>
                </c:pt>
                <c:pt idx="4644">
                  <c:v>1.25533E-2</c:v>
                </c:pt>
                <c:pt idx="4645">
                  <c:v>1.25267E-2</c:v>
                </c:pt>
                <c:pt idx="4646">
                  <c:v>1.2869900000000002E-2</c:v>
                </c:pt>
                <c:pt idx="4647">
                  <c:v>1.26336E-2</c:v>
                </c:pt>
                <c:pt idx="4648">
                  <c:v>1.27019E-2</c:v>
                </c:pt>
                <c:pt idx="4649">
                  <c:v>1.2971199999999999E-2</c:v>
                </c:pt>
                <c:pt idx="4650">
                  <c:v>1.27601E-2</c:v>
                </c:pt>
                <c:pt idx="4651">
                  <c:v>1.2840000000000001E-2</c:v>
                </c:pt>
                <c:pt idx="4652">
                  <c:v>1.26707E-2</c:v>
                </c:pt>
                <c:pt idx="4653">
                  <c:v>1.23839E-2</c:v>
                </c:pt>
                <c:pt idx="4654">
                  <c:v>1.22633E-2</c:v>
                </c:pt>
                <c:pt idx="4655">
                  <c:v>1.2135999999999999E-2</c:v>
                </c:pt>
                <c:pt idx="4656">
                  <c:v>1.1904900000000001E-2</c:v>
                </c:pt>
                <c:pt idx="4657">
                  <c:v>1.1988800000000001E-2</c:v>
                </c:pt>
                <c:pt idx="4658">
                  <c:v>1.1987399999999999E-2</c:v>
                </c:pt>
                <c:pt idx="4659">
                  <c:v>1.19995E-2</c:v>
                </c:pt>
                <c:pt idx="4660">
                  <c:v>1.2409E-2</c:v>
                </c:pt>
                <c:pt idx="4661">
                  <c:v>1.2562E-2</c:v>
                </c:pt>
                <c:pt idx="4662">
                  <c:v>1.26737E-2</c:v>
                </c:pt>
                <c:pt idx="4663">
                  <c:v>1.2874399999999999E-2</c:v>
                </c:pt>
                <c:pt idx="4664">
                  <c:v>1.34006E-2</c:v>
                </c:pt>
                <c:pt idx="4665">
                  <c:v>1.4058600000000001E-2</c:v>
                </c:pt>
                <c:pt idx="4666">
                  <c:v>1.4240000000000001E-2</c:v>
                </c:pt>
                <c:pt idx="4667">
                  <c:v>1.4164699999999999E-2</c:v>
                </c:pt>
                <c:pt idx="4668">
                  <c:v>1.4771899999999999E-2</c:v>
                </c:pt>
                <c:pt idx="4669">
                  <c:v>1.4809399999999999E-2</c:v>
                </c:pt>
                <c:pt idx="4670">
                  <c:v>1.4902099999999998E-2</c:v>
                </c:pt>
                <c:pt idx="4671">
                  <c:v>1.4310400000000001E-2</c:v>
                </c:pt>
                <c:pt idx="4672">
                  <c:v>1.41435E-2</c:v>
                </c:pt>
                <c:pt idx="4673">
                  <c:v>1.4116800000000001E-2</c:v>
                </c:pt>
                <c:pt idx="4674">
                  <c:v>1.3596799999999999E-2</c:v>
                </c:pt>
                <c:pt idx="4675">
                  <c:v>1.3767099999999999E-2</c:v>
                </c:pt>
                <c:pt idx="4676">
                  <c:v>1.38548E-2</c:v>
                </c:pt>
                <c:pt idx="4677">
                  <c:v>1.3857499999999998E-2</c:v>
                </c:pt>
                <c:pt idx="4678">
                  <c:v>1.3693100000000001E-2</c:v>
                </c:pt>
                <c:pt idx="4679">
                  <c:v>1.37118E-2</c:v>
                </c:pt>
                <c:pt idx="4680">
                  <c:v>1.3668700000000001E-2</c:v>
                </c:pt>
                <c:pt idx="4681">
                  <c:v>1.3438499999999999E-2</c:v>
                </c:pt>
                <c:pt idx="4682">
                  <c:v>1.3096E-2</c:v>
                </c:pt>
                <c:pt idx="4683">
                  <c:v>1.3154400000000002E-2</c:v>
                </c:pt>
                <c:pt idx="4684">
                  <c:v>1.3089400000000001E-2</c:v>
                </c:pt>
                <c:pt idx="4685">
                  <c:v>1.33732E-2</c:v>
                </c:pt>
                <c:pt idx="4686">
                  <c:v>1.4016300000000001E-2</c:v>
                </c:pt>
                <c:pt idx="4687">
                  <c:v>1.4699199999999999E-2</c:v>
                </c:pt>
                <c:pt idx="4688">
                  <c:v>1.52309E-2</c:v>
                </c:pt>
                <c:pt idx="4689">
                  <c:v>1.5760900000000001E-2</c:v>
                </c:pt>
                <c:pt idx="4690">
                  <c:v>1.5740199999999999E-2</c:v>
                </c:pt>
                <c:pt idx="4691">
                  <c:v>1.5907899999999999E-2</c:v>
                </c:pt>
                <c:pt idx="4692">
                  <c:v>1.6016599999999999E-2</c:v>
                </c:pt>
                <c:pt idx="4693">
                  <c:v>1.5890100000000001E-2</c:v>
                </c:pt>
                <c:pt idx="4694">
                  <c:v>1.5708699999999999E-2</c:v>
                </c:pt>
                <c:pt idx="4695">
                  <c:v>1.57085E-2</c:v>
                </c:pt>
                <c:pt idx="4696">
                  <c:v>1.5735800000000001E-2</c:v>
                </c:pt>
                <c:pt idx="4697">
                  <c:v>1.55576E-2</c:v>
                </c:pt>
                <c:pt idx="4698">
                  <c:v>1.44309E-2</c:v>
                </c:pt>
                <c:pt idx="4699">
                  <c:v>1.3780099999999998E-2</c:v>
                </c:pt>
                <c:pt idx="4700">
                  <c:v>1.3629499999999999E-2</c:v>
                </c:pt>
                <c:pt idx="4701">
                  <c:v>1.3205600000000001E-2</c:v>
                </c:pt>
                <c:pt idx="4702">
                  <c:v>1.3286000000000001E-2</c:v>
                </c:pt>
                <c:pt idx="4703">
                  <c:v>1.3534000000000001E-2</c:v>
                </c:pt>
                <c:pt idx="4704">
                  <c:v>1.35558E-2</c:v>
                </c:pt>
                <c:pt idx="4705">
                  <c:v>1.3470599999999999E-2</c:v>
                </c:pt>
                <c:pt idx="4706">
                  <c:v>1.3249700000000001E-2</c:v>
                </c:pt>
                <c:pt idx="4707">
                  <c:v>1.3009E-2</c:v>
                </c:pt>
                <c:pt idx="4708">
                  <c:v>1.26774E-2</c:v>
                </c:pt>
                <c:pt idx="4709">
                  <c:v>1.2593099999999999E-2</c:v>
                </c:pt>
                <c:pt idx="4710">
                  <c:v>1.30127E-2</c:v>
                </c:pt>
                <c:pt idx="4711">
                  <c:v>1.2953399999999999E-2</c:v>
                </c:pt>
                <c:pt idx="4712">
                  <c:v>1.29674E-2</c:v>
                </c:pt>
                <c:pt idx="4713">
                  <c:v>1.29041E-2</c:v>
                </c:pt>
                <c:pt idx="4714">
                  <c:v>1.3117199999999999E-2</c:v>
                </c:pt>
                <c:pt idx="4715">
                  <c:v>1.30644E-2</c:v>
                </c:pt>
                <c:pt idx="4716">
                  <c:v>1.27364E-2</c:v>
                </c:pt>
                <c:pt idx="4717">
                  <c:v>1.24727E-2</c:v>
                </c:pt>
                <c:pt idx="4718">
                  <c:v>1.2334600000000001E-2</c:v>
                </c:pt>
                <c:pt idx="4719">
                  <c:v>1.2049599999999999E-2</c:v>
                </c:pt>
                <c:pt idx="4720">
                  <c:v>1.1581600000000001E-2</c:v>
                </c:pt>
                <c:pt idx="4721">
                  <c:v>1.17164E-2</c:v>
                </c:pt>
                <c:pt idx="4722">
                  <c:v>1.1960800000000001E-2</c:v>
                </c:pt>
                <c:pt idx="4723">
                  <c:v>1.21808E-2</c:v>
                </c:pt>
                <c:pt idx="4724">
                  <c:v>1.23448E-2</c:v>
                </c:pt>
                <c:pt idx="4725">
                  <c:v>1.21122E-2</c:v>
                </c:pt>
                <c:pt idx="4726">
                  <c:v>1.21037E-2</c:v>
                </c:pt>
                <c:pt idx="4727">
                  <c:v>1.1935400000000001E-2</c:v>
                </c:pt>
                <c:pt idx="4728">
                  <c:v>1.1846800000000001E-2</c:v>
                </c:pt>
                <c:pt idx="4729">
                  <c:v>1.1790699999999999E-2</c:v>
                </c:pt>
                <c:pt idx="4730">
                  <c:v>1.16413E-2</c:v>
                </c:pt>
                <c:pt idx="4731">
                  <c:v>1.15554E-2</c:v>
                </c:pt>
                <c:pt idx="4732">
                  <c:v>1.1480500000000001E-2</c:v>
                </c:pt>
                <c:pt idx="4733">
                  <c:v>1.1276099999999999E-2</c:v>
                </c:pt>
                <c:pt idx="4734">
                  <c:v>1.10256E-2</c:v>
                </c:pt>
                <c:pt idx="4735">
                  <c:v>1.0774200000000001E-2</c:v>
                </c:pt>
                <c:pt idx="4736">
                  <c:v>1.0648000000000001E-2</c:v>
                </c:pt>
                <c:pt idx="4737">
                  <c:v>1.07157E-2</c:v>
                </c:pt>
                <c:pt idx="4738">
                  <c:v>1.0872100000000001E-2</c:v>
                </c:pt>
                <c:pt idx="4739">
                  <c:v>1.10472E-2</c:v>
                </c:pt>
                <c:pt idx="4740">
                  <c:v>1.1127400000000001E-2</c:v>
                </c:pt>
                <c:pt idx="4741">
                  <c:v>1.11491E-2</c:v>
                </c:pt>
                <c:pt idx="4742">
                  <c:v>1.1264100000000001E-2</c:v>
                </c:pt>
                <c:pt idx="4743">
                  <c:v>1.12657E-2</c:v>
                </c:pt>
                <c:pt idx="4744">
                  <c:v>1.0838800000000001E-2</c:v>
                </c:pt>
                <c:pt idx="4745">
                  <c:v>1.09386E-2</c:v>
                </c:pt>
                <c:pt idx="4746">
                  <c:v>1.0855099999999999E-2</c:v>
                </c:pt>
                <c:pt idx="4747">
                  <c:v>1.07893E-2</c:v>
                </c:pt>
                <c:pt idx="4748">
                  <c:v>1.0732200000000001E-2</c:v>
                </c:pt>
                <c:pt idx="4749">
                  <c:v>1.05951E-2</c:v>
                </c:pt>
                <c:pt idx="4750">
                  <c:v>1.0417300000000001E-2</c:v>
                </c:pt>
                <c:pt idx="4751">
                  <c:v>1.11652E-2</c:v>
                </c:pt>
                <c:pt idx="4752">
                  <c:v>1.1061700000000001E-2</c:v>
                </c:pt>
                <c:pt idx="4753">
                  <c:v>1.1306800000000001E-2</c:v>
                </c:pt>
                <c:pt idx="4754">
                  <c:v>1.1331900000000001E-2</c:v>
                </c:pt>
                <c:pt idx="4755">
                  <c:v>1.1232499999999999E-2</c:v>
                </c:pt>
                <c:pt idx="4756">
                  <c:v>1.1438800000000001E-2</c:v>
                </c:pt>
                <c:pt idx="4757">
                  <c:v>1.13706E-2</c:v>
                </c:pt>
                <c:pt idx="4758">
                  <c:v>1.1107200000000001E-2</c:v>
                </c:pt>
                <c:pt idx="4759">
                  <c:v>1.06637E-2</c:v>
                </c:pt>
                <c:pt idx="4760">
                  <c:v>1.07075E-2</c:v>
                </c:pt>
                <c:pt idx="4761">
                  <c:v>1.06401E-2</c:v>
                </c:pt>
                <c:pt idx="4762">
                  <c:v>1.0655299999999999E-2</c:v>
                </c:pt>
                <c:pt idx="4763">
                  <c:v>1.0609E-2</c:v>
                </c:pt>
                <c:pt idx="4764">
                  <c:v>1.0521899999999999E-2</c:v>
                </c:pt>
                <c:pt idx="4765">
                  <c:v>1.03728E-2</c:v>
                </c:pt>
                <c:pt idx="4766">
                  <c:v>1.02322E-2</c:v>
                </c:pt>
                <c:pt idx="4767">
                  <c:v>1.01811E-2</c:v>
                </c:pt>
                <c:pt idx="4768">
                  <c:v>9.9179000000000003E-3</c:v>
                </c:pt>
                <c:pt idx="4769">
                  <c:v>9.8381000000000007E-3</c:v>
                </c:pt>
                <c:pt idx="4770">
                  <c:v>9.6579999999999999E-3</c:v>
                </c:pt>
                <c:pt idx="4771">
                  <c:v>9.5039000000000009E-3</c:v>
                </c:pt>
                <c:pt idx="4772">
                  <c:v>9.5036000000000009E-3</c:v>
                </c:pt>
                <c:pt idx="4773">
                  <c:v>9.4986999999999988E-3</c:v>
                </c:pt>
                <c:pt idx="4774">
                  <c:v>9.4952999999999999E-3</c:v>
                </c:pt>
                <c:pt idx="4775">
                  <c:v>9.4683000000000007E-3</c:v>
                </c:pt>
                <c:pt idx="4776">
                  <c:v>9.7891999999999996E-3</c:v>
                </c:pt>
                <c:pt idx="4777">
                  <c:v>9.7967999999999996E-3</c:v>
                </c:pt>
                <c:pt idx="4778">
                  <c:v>9.721500000000001E-3</c:v>
                </c:pt>
                <c:pt idx="4779">
                  <c:v>9.6873000000000011E-3</c:v>
                </c:pt>
                <c:pt idx="4780">
                  <c:v>9.6763000000000005E-3</c:v>
                </c:pt>
                <c:pt idx="4781">
                  <c:v>9.8073999999999991E-3</c:v>
                </c:pt>
                <c:pt idx="4782">
                  <c:v>1.01142E-2</c:v>
                </c:pt>
                <c:pt idx="4783">
                  <c:v>9.9535999999999999E-3</c:v>
                </c:pt>
                <c:pt idx="4784">
                  <c:v>1.01352E-2</c:v>
                </c:pt>
                <c:pt idx="4785">
                  <c:v>1.05831E-2</c:v>
                </c:pt>
                <c:pt idx="4786">
                  <c:v>1.05475E-2</c:v>
                </c:pt>
                <c:pt idx="4787">
                  <c:v>1.06429E-2</c:v>
                </c:pt>
                <c:pt idx="4788">
                  <c:v>1.06876E-2</c:v>
                </c:pt>
                <c:pt idx="4789">
                  <c:v>1.1108799999999999E-2</c:v>
                </c:pt>
                <c:pt idx="4790">
                  <c:v>1.09357E-2</c:v>
                </c:pt>
                <c:pt idx="4791">
                  <c:v>1.08358E-2</c:v>
                </c:pt>
                <c:pt idx="4792">
                  <c:v>1.08247E-2</c:v>
                </c:pt>
                <c:pt idx="4793">
                  <c:v>1.08831E-2</c:v>
                </c:pt>
                <c:pt idx="4794">
                  <c:v>1.1012900000000001E-2</c:v>
                </c:pt>
                <c:pt idx="4795">
                  <c:v>1.08252E-2</c:v>
                </c:pt>
                <c:pt idx="4796">
                  <c:v>1.09053E-2</c:v>
                </c:pt>
                <c:pt idx="4797">
                  <c:v>1.1368699999999999E-2</c:v>
                </c:pt>
                <c:pt idx="4798">
                  <c:v>1.14006E-2</c:v>
                </c:pt>
                <c:pt idx="4799">
                  <c:v>1.1289E-2</c:v>
                </c:pt>
                <c:pt idx="4800">
                  <c:v>1.1363E-2</c:v>
                </c:pt>
                <c:pt idx="4801">
                  <c:v>1.14573E-2</c:v>
                </c:pt>
                <c:pt idx="4802">
                  <c:v>1.13957E-2</c:v>
                </c:pt>
                <c:pt idx="4803">
                  <c:v>1.16849E-2</c:v>
                </c:pt>
                <c:pt idx="4804">
                  <c:v>1.16227E-2</c:v>
                </c:pt>
                <c:pt idx="4805">
                  <c:v>1.1397599999999999E-2</c:v>
                </c:pt>
                <c:pt idx="4806">
                  <c:v>1.13011E-2</c:v>
                </c:pt>
                <c:pt idx="4807">
                  <c:v>1.11831E-2</c:v>
                </c:pt>
                <c:pt idx="4808">
                  <c:v>1.11042E-2</c:v>
                </c:pt>
                <c:pt idx="4809">
                  <c:v>1.0804300000000001E-2</c:v>
                </c:pt>
                <c:pt idx="4810">
                  <c:v>1.0492899999999999E-2</c:v>
                </c:pt>
                <c:pt idx="4811">
                  <c:v>1.0681599999999999E-2</c:v>
                </c:pt>
                <c:pt idx="4812">
                  <c:v>1.0718E-2</c:v>
                </c:pt>
                <c:pt idx="4813">
                  <c:v>1.07273E-2</c:v>
                </c:pt>
                <c:pt idx="4814">
                  <c:v>1.0710599999999999E-2</c:v>
                </c:pt>
                <c:pt idx="4815">
                  <c:v>1.0090399999999999E-2</c:v>
                </c:pt>
                <c:pt idx="4816">
                  <c:v>9.581000000000001E-3</c:v>
                </c:pt>
                <c:pt idx="4817">
                  <c:v>9.2409999999999992E-3</c:v>
                </c:pt>
                <c:pt idx="4818">
                  <c:v>9.2400999999999994E-3</c:v>
                </c:pt>
                <c:pt idx="4819">
                  <c:v>9.4841999999999999E-3</c:v>
                </c:pt>
                <c:pt idx="4820">
                  <c:v>9.6045000000000002E-3</c:v>
                </c:pt>
                <c:pt idx="4821">
                  <c:v>9.4967999999999997E-3</c:v>
                </c:pt>
                <c:pt idx="4822">
                  <c:v>9.3186000000000015E-3</c:v>
                </c:pt>
                <c:pt idx="4823">
                  <c:v>9.1637000000000003E-3</c:v>
                </c:pt>
                <c:pt idx="4824">
                  <c:v>8.8874000000000002E-3</c:v>
                </c:pt>
                <c:pt idx="4825">
                  <c:v>8.8529999999999998E-3</c:v>
                </c:pt>
                <c:pt idx="4826">
                  <c:v>8.8845E-3</c:v>
                </c:pt>
                <c:pt idx="4827">
                  <c:v>8.8994E-3</c:v>
                </c:pt>
                <c:pt idx="4828">
                  <c:v>8.8976999999999997E-3</c:v>
                </c:pt>
                <c:pt idx="4829">
                  <c:v>8.9626000000000011E-3</c:v>
                </c:pt>
                <c:pt idx="4830">
                  <c:v>8.9102999999999995E-3</c:v>
                </c:pt>
                <c:pt idx="4831">
                  <c:v>8.7328000000000006E-3</c:v>
                </c:pt>
                <c:pt idx="4832">
                  <c:v>8.6563999999999999E-3</c:v>
                </c:pt>
                <c:pt idx="4833">
                  <c:v>8.4739999999999989E-3</c:v>
                </c:pt>
                <c:pt idx="4834">
                  <c:v>8.3665000000000007E-3</c:v>
                </c:pt>
                <c:pt idx="4835">
                  <c:v>8.3105999999999996E-3</c:v>
                </c:pt>
                <c:pt idx="4836">
                  <c:v>8.4108999999999989E-3</c:v>
                </c:pt>
                <c:pt idx="4837">
                  <c:v>8.3756000000000004E-3</c:v>
                </c:pt>
                <c:pt idx="4838">
                  <c:v>8.3321999999999997E-3</c:v>
                </c:pt>
                <c:pt idx="4839">
                  <c:v>8.4054000000000004E-3</c:v>
                </c:pt>
                <c:pt idx="4840">
                  <c:v>8.3610000000000004E-3</c:v>
                </c:pt>
                <c:pt idx="4841">
                  <c:v>8.2740999999999995E-3</c:v>
                </c:pt>
                <c:pt idx="4842">
                  <c:v>8.1907000000000004E-3</c:v>
                </c:pt>
                <c:pt idx="4843">
                  <c:v>8.2217999999999996E-3</c:v>
                </c:pt>
                <c:pt idx="4844">
                  <c:v>8.3144000000000013E-3</c:v>
                </c:pt>
                <c:pt idx="4845">
                  <c:v>8.4575999999999991E-3</c:v>
                </c:pt>
                <c:pt idx="4846">
                  <c:v>8.6081999999999999E-3</c:v>
                </c:pt>
                <c:pt idx="4847">
                  <c:v>9.0810999999999999E-3</c:v>
                </c:pt>
                <c:pt idx="4848">
                  <c:v>9.3156000000000003E-3</c:v>
                </c:pt>
                <c:pt idx="4849">
                  <c:v>1.0171299999999999E-2</c:v>
                </c:pt>
                <c:pt idx="4850">
                  <c:v>1.0282700000000001E-2</c:v>
                </c:pt>
                <c:pt idx="4851">
                  <c:v>1.0211700000000001E-2</c:v>
                </c:pt>
                <c:pt idx="4852">
                  <c:v>9.692000000000001E-3</c:v>
                </c:pt>
                <c:pt idx="4853">
                  <c:v>9.6332999999999992E-3</c:v>
                </c:pt>
                <c:pt idx="4854">
                  <c:v>9.9127E-3</c:v>
                </c:pt>
                <c:pt idx="4855">
                  <c:v>9.8437000000000004E-3</c:v>
                </c:pt>
                <c:pt idx="4856">
                  <c:v>1.009E-2</c:v>
                </c:pt>
                <c:pt idx="4857">
                  <c:v>1.0159699999999999E-2</c:v>
                </c:pt>
                <c:pt idx="4858">
                  <c:v>1.0008299999999999E-2</c:v>
                </c:pt>
                <c:pt idx="4859">
                  <c:v>9.9591999999999997E-3</c:v>
                </c:pt>
                <c:pt idx="4860">
                  <c:v>1.00398E-2</c:v>
                </c:pt>
                <c:pt idx="4861">
                  <c:v>9.8583000000000004E-3</c:v>
                </c:pt>
                <c:pt idx="4862">
                  <c:v>9.7511000000000004E-3</c:v>
                </c:pt>
                <c:pt idx="4863">
                  <c:v>9.9346999999999994E-3</c:v>
                </c:pt>
                <c:pt idx="4864">
                  <c:v>1.0019199999999999E-2</c:v>
                </c:pt>
                <c:pt idx="4865">
                  <c:v>9.8554000000000003E-3</c:v>
                </c:pt>
                <c:pt idx="4866">
                  <c:v>9.7168000000000011E-3</c:v>
                </c:pt>
                <c:pt idx="4867">
                  <c:v>9.5947999999999988E-3</c:v>
                </c:pt>
                <c:pt idx="4868">
                  <c:v>9.4311000000000013E-3</c:v>
                </c:pt>
                <c:pt idx="4869">
                  <c:v>9.3459000000000007E-3</c:v>
                </c:pt>
                <c:pt idx="4870">
                  <c:v>9.188E-3</c:v>
                </c:pt>
                <c:pt idx="4871">
                  <c:v>8.7954999999999995E-3</c:v>
                </c:pt>
                <c:pt idx="4872">
                  <c:v>8.4358999999999996E-3</c:v>
                </c:pt>
                <c:pt idx="4873">
                  <c:v>8.2599000000000006E-3</c:v>
                </c:pt>
                <c:pt idx="4874">
                  <c:v>8.1644999999999999E-3</c:v>
                </c:pt>
                <c:pt idx="4875">
                  <c:v>8.1655000000000009E-3</c:v>
                </c:pt>
                <c:pt idx="4876">
                  <c:v>8.0902999999999999E-3</c:v>
                </c:pt>
                <c:pt idx="4877">
                  <c:v>7.9664000000000002E-3</c:v>
                </c:pt>
                <c:pt idx="4878">
                  <c:v>7.8656999999999998E-3</c:v>
                </c:pt>
                <c:pt idx="4879">
                  <c:v>7.9641999999999994E-3</c:v>
                </c:pt>
                <c:pt idx="4880">
                  <c:v>7.8837000000000004E-3</c:v>
                </c:pt>
                <c:pt idx="4881">
                  <c:v>7.8995999999999997E-3</c:v>
                </c:pt>
                <c:pt idx="4882">
                  <c:v>7.8325000000000009E-3</c:v>
                </c:pt>
                <c:pt idx="4883">
                  <c:v>8.9125999999999997E-3</c:v>
                </c:pt>
                <c:pt idx="4884">
                  <c:v>9.0603999999999997E-3</c:v>
                </c:pt>
                <c:pt idx="4885">
                  <c:v>9.3372999999999998E-3</c:v>
                </c:pt>
                <c:pt idx="4886">
                  <c:v>9.3421000000000008E-3</c:v>
                </c:pt>
                <c:pt idx="4887">
                  <c:v>9.3671999999999991E-3</c:v>
                </c:pt>
                <c:pt idx="4888">
                  <c:v>9.3724000000000012E-3</c:v>
                </c:pt>
                <c:pt idx="4889">
                  <c:v>9.3372999999999998E-3</c:v>
                </c:pt>
                <c:pt idx="4890">
                  <c:v>9.3700999999999993E-3</c:v>
                </c:pt>
                <c:pt idx="4891">
                  <c:v>9.4167000000000001E-3</c:v>
                </c:pt>
                <c:pt idx="4892">
                  <c:v>9.4019999999999989E-3</c:v>
                </c:pt>
                <c:pt idx="4893">
                  <c:v>9.3661000000000005E-3</c:v>
                </c:pt>
                <c:pt idx="4894">
                  <c:v>9.4311000000000013E-3</c:v>
                </c:pt>
                <c:pt idx="4895">
                  <c:v>9.5235000000000007E-3</c:v>
                </c:pt>
                <c:pt idx="4896">
                  <c:v>9.4408000000000009E-3</c:v>
                </c:pt>
                <c:pt idx="4897">
                  <c:v>9.2613000000000001E-3</c:v>
                </c:pt>
                <c:pt idx="4898">
                  <c:v>9.030100000000001E-3</c:v>
                </c:pt>
                <c:pt idx="4899">
                  <c:v>8.9759000000000002E-3</c:v>
                </c:pt>
                <c:pt idx="4900">
                  <c:v>8.8403000000000006E-3</c:v>
                </c:pt>
                <c:pt idx="4901">
                  <c:v>8.763E-3</c:v>
                </c:pt>
                <c:pt idx="4902">
                  <c:v>8.6558E-3</c:v>
                </c:pt>
                <c:pt idx="4903">
                  <c:v>8.6727999999999996E-3</c:v>
                </c:pt>
                <c:pt idx="4904">
                  <c:v>8.5914000000000008E-3</c:v>
                </c:pt>
                <c:pt idx="4905">
                  <c:v>8.4726000000000003E-3</c:v>
                </c:pt>
                <c:pt idx="4906">
                  <c:v>8.4075999999999994E-3</c:v>
                </c:pt>
                <c:pt idx="4907">
                  <c:v>8.1963000000000001E-3</c:v>
                </c:pt>
                <c:pt idx="4908">
                  <c:v>7.9273999999999994E-3</c:v>
                </c:pt>
                <c:pt idx="4909">
                  <c:v>7.7608E-3</c:v>
                </c:pt>
                <c:pt idx="4910">
                  <c:v>7.6806000000000001E-3</c:v>
                </c:pt>
                <c:pt idx="4911">
                  <c:v>7.7726000000000002E-3</c:v>
                </c:pt>
                <c:pt idx="4912">
                  <c:v>8.0730999999999997E-3</c:v>
                </c:pt>
                <c:pt idx="4913">
                  <c:v>7.9569000000000011E-3</c:v>
                </c:pt>
                <c:pt idx="4914">
                  <c:v>7.6318000000000002E-3</c:v>
                </c:pt>
                <c:pt idx="4915">
                  <c:v>7.632299999999999E-3</c:v>
                </c:pt>
                <c:pt idx="4916">
                  <c:v>7.6750000000000004E-3</c:v>
                </c:pt>
                <c:pt idx="4917">
                  <c:v>7.5266999999999999E-3</c:v>
                </c:pt>
                <c:pt idx="4918">
                  <c:v>7.4888000000000003E-3</c:v>
                </c:pt>
                <c:pt idx="4919">
                  <c:v>7.5322999999999996E-3</c:v>
                </c:pt>
                <c:pt idx="4920">
                  <c:v>7.7947999999999993E-3</c:v>
                </c:pt>
                <c:pt idx="4921">
                  <c:v>8.0298000000000001E-3</c:v>
                </c:pt>
                <c:pt idx="4922">
                  <c:v>8.2839999999999997E-3</c:v>
                </c:pt>
                <c:pt idx="4923">
                  <c:v>8.2506000000000003E-3</c:v>
                </c:pt>
                <c:pt idx="4924">
                  <c:v>8.395699999999999E-3</c:v>
                </c:pt>
                <c:pt idx="4925">
                  <c:v>8.6920000000000001E-3</c:v>
                </c:pt>
                <c:pt idx="4926">
                  <c:v>9.0275000000000008E-3</c:v>
                </c:pt>
                <c:pt idx="4927">
                  <c:v>8.9648999999999996E-3</c:v>
                </c:pt>
                <c:pt idx="4928">
                  <c:v>8.8477999999999994E-3</c:v>
                </c:pt>
                <c:pt idx="4929">
                  <c:v>8.7554E-3</c:v>
                </c:pt>
                <c:pt idx="4930">
                  <c:v>8.8373000000000011E-3</c:v>
                </c:pt>
                <c:pt idx="4931">
                  <c:v>9.0102999999999989E-3</c:v>
                </c:pt>
                <c:pt idx="4932">
                  <c:v>9.0144000000000005E-3</c:v>
                </c:pt>
                <c:pt idx="4933">
                  <c:v>9.0118999999999998E-3</c:v>
                </c:pt>
                <c:pt idx="4934">
                  <c:v>8.9963999999999999E-3</c:v>
                </c:pt>
                <c:pt idx="4935">
                  <c:v>9.0733999999999988E-3</c:v>
                </c:pt>
                <c:pt idx="4936">
                  <c:v>8.8170000000000002E-3</c:v>
                </c:pt>
                <c:pt idx="4937">
                  <c:v>8.5138000000000002E-3</c:v>
                </c:pt>
                <c:pt idx="4938">
                  <c:v>8.2217999999999996E-3</c:v>
                </c:pt>
                <c:pt idx="4939">
                  <c:v>8.0248000000000003E-3</c:v>
                </c:pt>
                <c:pt idx="4940">
                  <c:v>7.8468999999999987E-3</c:v>
                </c:pt>
                <c:pt idx="4941">
                  <c:v>7.5760000000000003E-3</c:v>
                </c:pt>
                <c:pt idx="4942">
                  <c:v>7.3227000000000006E-3</c:v>
                </c:pt>
                <c:pt idx="4943">
                  <c:v>7.2927000000000009E-3</c:v>
                </c:pt>
                <c:pt idx="4944">
                  <c:v>7.2122000000000002E-3</c:v>
                </c:pt>
                <c:pt idx="4945">
                  <c:v>7.1260999999999998E-3</c:v>
                </c:pt>
                <c:pt idx="4946">
                  <c:v>7.1809999999999999E-3</c:v>
                </c:pt>
                <c:pt idx="4947">
                  <c:v>7.434399999999999E-3</c:v>
                </c:pt>
                <c:pt idx="4948">
                  <c:v>7.4424999999999995E-3</c:v>
                </c:pt>
                <c:pt idx="4949">
                  <c:v>7.4657999999999999E-3</c:v>
                </c:pt>
                <c:pt idx="4950">
                  <c:v>7.4298000000000003E-3</c:v>
                </c:pt>
                <c:pt idx="4951">
                  <c:v>7.4358000000000002E-3</c:v>
                </c:pt>
                <c:pt idx="4952">
                  <c:v>7.419499999999999E-3</c:v>
                </c:pt>
                <c:pt idx="4953">
                  <c:v>7.2974999999999993E-3</c:v>
                </c:pt>
                <c:pt idx="4954">
                  <c:v>7.2413E-3</c:v>
                </c:pt>
                <c:pt idx="4955">
                  <c:v>7.2224999999999998E-3</c:v>
                </c:pt>
                <c:pt idx="4956">
                  <c:v>7.2376000000000003E-3</c:v>
                </c:pt>
                <c:pt idx="4957">
                  <c:v>6.9918999999999997E-3</c:v>
                </c:pt>
                <c:pt idx="4958">
                  <c:v>7.0563999999999991E-3</c:v>
                </c:pt>
                <c:pt idx="4959">
                  <c:v>7.089100000000001E-3</c:v>
                </c:pt>
                <c:pt idx="4960">
                  <c:v>7.0260999999999995E-3</c:v>
                </c:pt>
                <c:pt idx="4961">
                  <c:v>6.9019000000000007E-3</c:v>
                </c:pt>
                <c:pt idx="4962">
                  <c:v>6.8343000000000006E-3</c:v>
                </c:pt>
                <c:pt idx="4963">
                  <c:v>6.9001999999999996E-3</c:v>
                </c:pt>
                <c:pt idx="4964">
                  <c:v>7.0180999999999993E-3</c:v>
                </c:pt>
                <c:pt idx="4965">
                  <c:v>7.1465999999999995E-3</c:v>
                </c:pt>
                <c:pt idx="4966">
                  <c:v>7.182899999999999E-3</c:v>
                </c:pt>
                <c:pt idx="4967">
                  <c:v>7.1796999999999998E-3</c:v>
                </c:pt>
                <c:pt idx="4968">
                  <c:v>7.2664000000000001E-3</c:v>
                </c:pt>
                <c:pt idx="4969">
                  <c:v>7.3052999999999998E-3</c:v>
                </c:pt>
                <c:pt idx="4970">
                  <c:v>7.4225999999999997E-3</c:v>
                </c:pt>
                <c:pt idx="4971">
                  <c:v>7.630500000000001E-3</c:v>
                </c:pt>
                <c:pt idx="4972">
                  <c:v>7.9267000000000001E-3</c:v>
                </c:pt>
                <c:pt idx="4973">
                  <c:v>8.1075999999999995E-3</c:v>
                </c:pt>
                <c:pt idx="4974">
                  <c:v>8.4667000000000006E-3</c:v>
                </c:pt>
                <c:pt idx="4975">
                  <c:v>8.0318999999999998E-3</c:v>
                </c:pt>
                <c:pt idx="4976">
                  <c:v>7.5813999999999994E-3</c:v>
                </c:pt>
                <c:pt idx="4977">
                  <c:v>7.7031999999999995E-3</c:v>
                </c:pt>
                <c:pt idx="4978">
                  <c:v>8.0350999999999999E-3</c:v>
                </c:pt>
                <c:pt idx="4979">
                  <c:v>8.1557000000000001E-3</c:v>
                </c:pt>
                <c:pt idx="4980">
                  <c:v>7.7572000000000006E-3</c:v>
                </c:pt>
                <c:pt idx="4981">
                  <c:v>7.4463999999999997E-3</c:v>
                </c:pt>
                <c:pt idx="4982">
                  <c:v>7.3629999999999998E-3</c:v>
                </c:pt>
                <c:pt idx="4983">
                  <c:v>7.4663999999999998E-3</c:v>
                </c:pt>
                <c:pt idx="4984">
                  <c:v>7.4703E-3</c:v>
                </c:pt>
                <c:pt idx="4985">
                  <c:v>7.3745000000000008E-3</c:v>
                </c:pt>
                <c:pt idx="4986">
                  <c:v>7.3275000000000007E-3</c:v>
                </c:pt>
                <c:pt idx="4987">
                  <c:v>7.2156999999999994E-3</c:v>
                </c:pt>
                <c:pt idx="4988">
                  <c:v>7.1078000000000001E-3</c:v>
                </c:pt>
                <c:pt idx="4989">
                  <c:v>7.0507000000000009E-3</c:v>
                </c:pt>
                <c:pt idx="4990">
                  <c:v>7.0429000000000004E-3</c:v>
                </c:pt>
                <c:pt idx="4991">
                  <c:v>7.0166999999999998E-3</c:v>
                </c:pt>
                <c:pt idx="4992">
                  <c:v>6.9801000000000004E-3</c:v>
                </c:pt>
                <c:pt idx="4993">
                  <c:v>6.9405000000000005E-3</c:v>
                </c:pt>
                <c:pt idx="4994">
                  <c:v>7.3852999999999992E-3</c:v>
                </c:pt>
                <c:pt idx="4995">
                  <c:v>7.8902E-3</c:v>
                </c:pt>
                <c:pt idx="4996">
                  <c:v>8.107399999999999E-3</c:v>
                </c:pt>
                <c:pt idx="4997">
                  <c:v>9.1489999999999991E-3</c:v>
                </c:pt>
                <c:pt idx="4998">
                  <c:v>1.0334000000000001E-2</c:v>
                </c:pt>
                <c:pt idx="4999">
                  <c:v>1.0136600000000001E-2</c:v>
                </c:pt>
                <c:pt idx="5000">
                  <c:v>9.8513999999999997E-3</c:v>
                </c:pt>
                <c:pt idx="5001">
                  <c:v>8.9695E-3</c:v>
                </c:pt>
                <c:pt idx="5002">
                  <c:v>1.00214E-2</c:v>
                </c:pt>
                <c:pt idx="5003">
                  <c:v>1.1368699999999999E-2</c:v>
                </c:pt>
                <c:pt idx="5004">
                  <c:v>1.7481699999999999E-2</c:v>
                </c:pt>
                <c:pt idx="5005">
                  <c:v>1.8854900000000001E-2</c:v>
                </c:pt>
                <c:pt idx="5006">
                  <c:v>2.3682599999999998E-2</c:v>
                </c:pt>
                <c:pt idx="5007">
                  <c:v>2.54641E-2</c:v>
                </c:pt>
                <c:pt idx="5008">
                  <c:v>2.1495900000000002E-2</c:v>
                </c:pt>
                <c:pt idx="5009">
                  <c:v>2.5936299999999999E-2</c:v>
                </c:pt>
                <c:pt idx="5010">
                  <c:v>2.7057700000000001E-2</c:v>
                </c:pt>
                <c:pt idx="5011">
                  <c:v>3.2790199999999999E-2</c:v>
                </c:pt>
                <c:pt idx="5012">
                  <c:v>3.3415100000000003E-2</c:v>
                </c:pt>
                <c:pt idx="5013">
                  <c:v>3.4230000000000003E-2</c:v>
                </c:pt>
                <c:pt idx="5014">
                  <c:v>3.5695900000000003E-2</c:v>
                </c:pt>
                <c:pt idx="5015">
                  <c:v>3.11221E-2</c:v>
                </c:pt>
                <c:pt idx="5016">
                  <c:v>2.27365E-2</c:v>
                </c:pt>
                <c:pt idx="5017">
                  <c:v>1.9475599999999999E-2</c:v>
                </c:pt>
                <c:pt idx="5018">
                  <c:v>2.2710499999999998E-2</c:v>
                </c:pt>
                <c:pt idx="5019">
                  <c:v>2.38277E-2</c:v>
                </c:pt>
                <c:pt idx="5020">
                  <c:v>2.3234000000000001E-2</c:v>
                </c:pt>
                <c:pt idx="5021">
                  <c:v>2.5476699999999998E-2</c:v>
                </c:pt>
                <c:pt idx="5022">
                  <c:v>2.6136399999999997E-2</c:v>
                </c:pt>
                <c:pt idx="5023">
                  <c:v>2.65969E-2</c:v>
                </c:pt>
                <c:pt idx="5024">
                  <c:v>2.5284999999999998E-2</c:v>
                </c:pt>
                <c:pt idx="5025">
                  <c:v>2.4558099999999999E-2</c:v>
                </c:pt>
                <c:pt idx="5026">
                  <c:v>2.40883E-2</c:v>
                </c:pt>
                <c:pt idx="5027">
                  <c:v>2.22674E-2</c:v>
                </c:pt>
                <c:pt idx="5028">
                  <c:v>2.1647200000000002E-2</c:v>
                </c:pt>
                <c:pt idx="5029">
                  <c:v>2.2085400000000002E-2</c:v>
                </c:pt>
                <c:pt idx="5030">
                  <c:v>2.2276900000000002E-2</c:v>
                </c:pt>
                <c:pt idx="5031">
                  <c:v>2.4176800000000002E-2</c:v>
                </c:pt>
                <c:pt idx="5032">
                  <c:v>2.51591E-2</c:v>
                </c:pt>
                <c:pt idx="5033">
                  <c:v>2.4680799999999999E-2</c:v>
                </c:pt>
                <c:pt idx="5034">
                  <c:v>2.5271600000000002E-2</c:v>
                </c:pt>
                <c:pt idx="5035">
                  <c:v>2.6797500000000002E-2</c:v>
                </c:pt>
                <c:pt idx="5036">
                  <c:v>2.68942E-2</c:v>
                </c:pt>
                <c:pt idx="5037">
                  <c:v>2.6435799999999999E-2</c:v>
                </c:pt>
                <c:pt idx="5038">
                  <c:v>2.6852300000000003E-2</c:v>
                </c:pt>
                <c:pt idx="5039">
                  <c:v>2.79656E-2</c:v>
                </c:pt>
                <c:pt idx="5040">
                  <c:v>2.7769799999999997E-2</c:v>
                </c:pt>
                <c:pt idx="5041">
                  <c:v>2.5911299999999998E-2</c:v>
                </c:pt>
                <c:pt idx="5042">
                  <c:v>2.4300499999999999E-2</c:v>
                </c:pt>
                <c:pt idx="5043">
                  <c:v>2.4634800000000002E-2</c:v>
                </c:pt>
                <c:pt idx="5044">
                  <c:v>2.4523400000000001E-2</c:v>
                </c:pt>
                <c:pt idx="5045">
                  <c:v>2.3583400000000001E-2</c:v>
                </c:pt>
                <c:pt idx="5046">
                  <c:v>2.3709299999999999E-2</c:v>
                </c:pt>
                <c:pt idx="5047">
                  <c:v>2.32296E-2</c:v>
                </c:pt>
                <c:pt idx="5048">
                  <c:v>2.24713E-2</c:v>
                </c:pt>
                <c:pt idx="5049">
                  <c:v>2.19787E-2</c:v>
                </c:pt>
                <c:pt idx="5050">
                  <c:v>2.22621E-2</c:v>
                </c:pt>
                <c:pt idx="5051">
                  <c:v>2.3170799999999998E-2</c:v>
                </c:pt>
                <c:pt idx="5052">
                  <c:v>2.3840699999999999E-2</c:v>
                </c:pt>
                <c:pt idx="5053">
                  <c:v>2.4249700000000003E-2</c:v>
                </c:pt>
                <c:pt idx="5054">
                  <c:v>2.2641499999999998E-2</c:v>
                </c:pt>
                <c:pt idx="5055">
                  <c:v>2.2137299999999999E-2</c:v>
                </c:pt>
                <c:pt idx="5056">
                  <c:v>2.0880099999999999E-2</c:v>
                </c:pt>
                <c:pt idx="5057">
                  <c:v>1.95894E-2</c:v>
                </c:pt>
                <c:pt idx="5058">
                  <c:v>1.9347900000000001E-2</c:v>
                </c:pt>
                <c:pt idx="5059">
                  <c:v>1.9559099999999999E-2</c:v>
                </c:pt>
                <c:pt idx="5060">
                  <c:v>1.7618499999999999E-2</c:v>
                </c:pt>
                <c:pt idx="5061">
                  <c:v>1.66169E-2</c:v>
                </c:pt>
                <c:pt idx="5062">
                  <c:v>1.6943899999999998E-2</c:v>
                </c:pt>
                <c:pt idx="5063">
                  <c:v>1.7279599999999999E-2</c:v>
                </c:pt>
                <c:pt idx="5064">
                  <c:v>1.6945200000000001E-2</c:v>
                </c:pt>
                <c:pt idx="5065">
                  <c:v>1.5199500000000001E-2</c:v>
                </c:pt>
                <c:pt idx="5066">
                  <c:v>1.3849199999999999E-2</c:v>
                </c:pt>
                <c:pt idx="5067">
                  <c:v>1.3529100000000001E-2</c:v>
                </c:pt>
                <c:pt idx="5068">
                  <c:v>1.24919E-2</c:v>
                </c:pt>
                <c:pt idx="5069">
                  <c:v>1.23126E-2</c:v>
                </c:pt>
                <c:pt idx="5070">
                  <c:v>1.3252399999999999E-2</c:v>
                </c:pt>
                <c:pt idx="5071">
                  <c:v>1.38231E-2</c:v>
                </c:pt>
                <c:pt idx="5072">
                  <c:v>1.66468E-2</c:v>
                </c:pt>
                <c:pt idx="5073">
                  <c:v>1.68565E-2</c:v>
                </c:pt>
                <c:pt idx="5074">
                  <c:v>1.6088399999999999E-2</c:v>
                </c:pt>
                <c:pt idx="5075">
                  <c:v>1.50125E-2</c:v>
                </c:pt>
                <c:pt idx="5076">
                  <c:v>1.52357E-2</c:v>
                </c:pt>
                <c:pt idx="5077">
                  <c:v>1.5651100000000001E-2</c:v>
                </c:pt>
                <c:pt idx="5078">
                  <c:v>1.55642E-2</c:v>
                </c:pt>
                <c:pt idx="5079">
                  <c:v>1.55686E-2</c:v>
                </c:pt>
                <c:pt idx="5080">
                  <c:v>1.5183500000000001E-2</c:v>
                </c:pt>
                <c:pt idx="5081">
                  <c:v>1.58207E-2</c:v>
                </c:pt>
                <c:pt idx="5082">
                  <c:v>1.59785E-2</c:v>
                </c:pt>
                <c:pt idx="5083">
                  <c:v>1.6456800000000001E-2</c:v>
                </c:pt>
                <c:pt idx="5084">
                  <c:v>1.6715999999999998E-2</c:v>
                </c:pt>
                <c:pt idx="5085">
                  <c:v>1.60731E-2</c:v>
                </c:pt>
                <c:pt idx="5086">
                  <c:v>1.5067500000000001E-2</c:v>
                </c:pt>
                <c:pt idx="5087">
                  <c:v>1.3943199999999999E-2</c:v>
                </c:pt>
                <c:pt idx="5088">
                  <c:v>1.3676199999999999E-2</c:v>
                </c:pt>
                <c:pt idx="5089">
                  <c:v>1.35388E-2</c:v>
                </c:pt>
                <c:pt idx="5090">
                  <c:v>1.3979499999999999E-2</c:v>
                </c:pt>
                <c:pt idx="5091">
                  <c:v>1.4341300000000001E-2</c:v>
                </c:pt>
                <c:pt idx="5092">
                  <c:v>1.46964E-2</c:v>
                </c:pt>
                <c:pt idx="5093">
                  <c:v>1.4900200000000001E-2</c:v>
                </c:pt>
                <c:pt idx="5094">
                  <c:v>1.50876E-2</c:v>
                </c:pt>
                <c:pt idx="5095">
                  <c:v>1.5119200000000001E-2</c:v>
                </c:pt>
                <c:pt idx="5096">
                  <c:v>1.4878299999999999E-2</c:v>
                </c:pt>
                <c:pt idx="5097">
                  <c:v>1.46757E-2</c:v>
                </c:pt>
                <c:pt idx="5098">
                  <c:v>1.43996E-2</c:v>
                </c:pt>
                <c:pt idx="5099">
                  <c:v>1.36626E-2</c:v>
                </c:pt>
                <c:pt idx="5100">
                  <c:v>1.2390200000000001E-2</c:v>
                </c:pt>
                <c:pt idx="5101">
                  <c:v>1.1890699999999999E-2</c:v>
                </c:pt>
                <c:pt idx="5102">
                  <c:v>1.23952E-2</c:v>
                </c:pt>
                <c:pt idx="5103">
                  <c:v>1.2869900000000002E-2</c:v>
                </c:pt>
                <c:pt idx="5104">
                  <c:v>1.2768699999999999E-2</c:v>
                </c:pt>
                <c:pt idx="5105">
                  <c:v>1.2965600000000001E-2</c:v>
                </c:pt>
                <c:pt idx="5106">
                  <c:v>1.29157E-2</c:v>
                </c:pt>
                <c:pt idx="5107">
                  <c:v>1.2936600000000001E-2</c:v>
                </c:pt>
                <c:pt idx="5108">
                  <c:v>1.2886600000000002E-2</c:v>
                </c:pt>
                <c:pt idx="5109">
                  <c:v>1.2822E-2</c:v>
                </c:pt>
                <c:pt idx="5110">
                  <c:v>1.289E-2</c:v>
                </c:pt>
                <c:pt idx="5111">
                  <c:v>1.2716E-2</c:v>
                </c:pt>
                <c:pt idx="5112">
                  <c:v>1.2464899999999999E-2</c:v>
                </c:pt>
                <c:pt idx="5113">
                  <c:v>1.24727E-2</c:v>
                </c:pt>
                <c:pt idx="5114">
                  <c:v>1.24219E-2</c:v>
                </c:pt>
                <c:pt idx="5115">
                  <c:v>1.2461100000000001E-2</c:v>
                </c:pt>
                <c:pt idx="5116">
                  <c:v>1.26111E-2</c:v>
                </c:pt>
                <c:pt idx="5117">
                  <c:v>1.2860300000000002E-2</c:v>
                </c:pt>
                <c:pt idx="5118">
                  <c:v>1.3188900000000002E-2</c:v>
                </c:pt>
                <c:pt idx="5119">
                  <c:v>1.3196100000000001E-2</c:v>
                </c:pt>
                <c:pt idx="5120">
                  <c:v>1.29976E-2</c:v>
                </c:pt>
                <c:pt idx="5121">
                  <c:v>1.2918899999999999E-2</c:v>
                </c:pt>
                <c:pt idx="5122">
                  <c:v>1.2853700000000001E-2</c:v>
                </c:pt>
                <c:pt idx="5123">
                  <c:v>1.2755800000000001E-2</c:v>
                </c:pt>
                <c:pt idx="5124">
                  <c:v>1.22991E-2</c:v>
                </c:pt>
                <c:pt idx="5125">
                  <c:v>1.2046299999999999E-2</c:v>
                </c:pt>
                <c:pt idx="5126">
                  <c:v>1.2204399999999999E-2</c:v>
                </c:pt>
                <c:pt idx="5127">
                  <c:v>1.23068E-2</c:v>
                </c:pt>
                <c:pt idx="5128">
                  <c:v>1.1910299999999999E-2</c:v>
                </c:pt>
                <c:pt idx="5129">
                  <c:v>1.162E-2</c:v>
                </c:pt>
                <c:pt idx="5130">
                  <c:v>1.0905E-2</c:v>
                </c:pt>
                <c:pt idx="5131">
                  <c:v>1.0512799999999999E-2</c:v>
                </c:pt>
                <c:pt idx="5132">
                  <c:v>1.10481E-2</c:v>
                </c:pt>
                <c:pt idx="5133">
                  <c:v>1.1583700000000001E-2</c:v>
                </c:pt>
                <c:pt idx="5134">
                  <c:v>1.17065E-2</c:v>
                </c:pt>
                <c:pt idx="5135">
                  <c:v>1.22465E-2</c:v>
                </c:pt>
                <c:pt idx="5136">
                  <c:v>1.2041400000000001E-2</c:v>
                </c:pt>
                <c:pt idx="5137">
                  <c:v>1.21622E-2</c:v>
                </c:pt>
                <c:pt idx="5138">
                  <c:v>1.2237999999999999E-2</c:v>
                </c:pt>
                <c:pt idx="5139">
                  <c:v>1.2049800000000001E-2</c:v>
                </c:pt>
                <c:pt idx="5140">
                  <c:v>1.1862099999999999E-2</c:v>
                </c:pt>
                <c:pt idx="5141">
                  <c:v>1.17678E-2</c:v>
                </c:pt>
                <c:pt idx="5142">
                  <c:v>1.1938599999999999E-2</c:v>
                </c:pt>
                <c:pt idx="5143">
                  <c:v>1.2209699999999999E-2</c:v>
                </c:pt>
                <c:pt idx="5144">
                  <c:v>1.4615799999999998E-2</c:v>
                </c:pt>
                <c:pt idx="5145">
                  <c:v>1.5131700000000001E-2</c:v>
                </c:pt>
                <c:pt idx="5146">
                  <c:v>1.63669E-2</c:v>
                </c:pt>
                <c:pt idx="5147">
                  <c:v>1.6502900000000001E-2</c:v>
                </c:pt>
                <c:pt idx="5148">
                  <c:v>1.62653E-2</c:v>
                </c:pt>
                <c:pt idx="5149">
                  <c:v>1.57238E-2</c:v>
                </c:pt>
                <c:pt idx="5150">
                  <c:v>1.5479300000000001E-2</c:v>
                </c:pt>
                <c:pt idx="5151">
                  <c:v>1.5191999999999999E-2</c:v>
                </c:pt>
                <c:pt idx="5152">
                  <c:v>1.46315E-2</c:v>
                </c:pt>
                <c:pt idx="5153">
                  <c:v>1.4638999999999999E-2</c:v>
                </c:pt>
                <c:pt idx="5154">
                  <c:v>1.3896799999999999E-2</c:v>
                </c:pt>
                <c:pt idx="5155">
                  <c:v>1.3490199999999999E-2</c:v>
                </c:pt>
                <c:pt idx="5156">
                  <c:v>1.27186E-2</c:v>
                </c:pt>
                <c:pt idx="5157">
                  <c:v>1.23077E-2</c:v>
                </c:pt>
                <c:pt idx="5158">
                  <c:v>1.1806199999999999E-2</c:v>
                </c:pt>
                <c:pt idx="5159">
                  <c:v>1.16259E-2</c:v>
                </c:pt>
                <c:pt idx="5160">
                  <c:v>1.1783099999999999E-2</c:v>
                </c:pt>
                <c:pt idx="5161">
                  <c:v>1.20442E-2</c:v>
                </c:pt>
                <c:pt idx="5162">
                  <c:v>1.2219499999999999E-2</c:v>
                </c:pt>
                <c:pt idx="5163">
                  <c:v>1.1951399999999999E-2</c:v>
                </c:pt>
                <c:pt idx="5164">
                  <c:v>1.19633E-2</c:v>
                </c:pt>
                <c:pt idx="5165">
                  <c:v>1.1939E-2</c:v>
                </c:pt>
                <c:pt idx="5166">
                  <c:v>1.1921299999999999E-2</c:v>
                </c:pt>
                <c:pt idx="5167">
                  <c:v>1.1882200000000001E-2</c:v>
                </c:pt>
                <c:pt idx="5168">
                  <c:v>1.19694E-2</c:v>
                </c:pt>
                <c:pt idx="5169">
                  <c:v>1.22007E-2</c:v>
                </c:pt>
                <c:pt idx="5170">
                  <c:v>1.2024099999999999E-2</c:v>
                </c:pt>
                <c:pt idx="5171">
                  <c:v>1.24663E-2</c:v>
                </c:pt>
                <c:pt idx="5172">
                  <c:v>1.24685E-2</c:v>
                </c:pt>
                <c:pt idx="5173">
                  <c:v>1.25316E-2</c:v>
                </c:pt>
                <c:pt idx="5174">
                  <c:v>1.2675499999999999E-2</c:v>
                </c:pt>
                <c:pt idx="5175">
                  <c:v>1.2346299999999999E-2</c:v>
                </c:pt>
                <c:pt idx="5176">
                  <c:v>1.1887099999999999E-2</c:v>
                </c:pt>
                <c:pt idx="5177">
                  <c:v>1.09196E-2</c:v>
                </c:pt>
                <c:pt idx="5178">
                  <c:v>1.0388700000000001E-2</c:v>
                </c:pt>
                <c:pt idx="5179">
                  <c:v>9.1815000000000004E-3</c:v>
                </c:pt>
                <c:pt idx="5180">
                  <c:v>8.7572999999999991E-3</c:v>
                </c:pt>
                <c:pt idx="5181">
                  <c:v>8.7114999999999988E-3</c:v>
                </c:pt>
                <c:pt idx="5182">
                  <c:v>9.4477999999999993E-3</c:v>
                </c:pt>
                <c:pt idx="5183">
                  <c:v>9.8185000000000008E-3</c:v>
                </c:pt>
                <c:pt idx="5184">
                  <c:v>9.6065000000000005E-3</c:v>
                </c:pt>
                <c:pt idx="5185">
                  <c:v>9.6316000000000006E-3</c:v>
                </c:pt>
                <c:pt idx="5186">
                  <c:v>9.6086999999999995E-3</c:v>
                </c:pt>
                <c:pt idx="5187">
                  <c:v>9.5477999999999986E-3</c:v>
                </c:pt>
                <c:pt idx="5188">
                  <c:v>9.4644000000000013E-3</c:v>
                </c:pt>
                <c:pt idx="5189">
                  <c:v>9.4318000000000006E-3</c:v>
                </c:pt>
                <c:pt idx="5190">
                  <c:v>8.9861999999999997E-3</c:v>
                </c:pt>
                <c:pt idx="5191">
                  <c:v>8.9683000000000002E-3</c:v>
                </c:pt>
                <c:pt idx="5192">
                  <c:v>9.0367999999999993E-3</c:v>
                </c:pt>
                <c:pt idx="5193">
                  <c:v>8.8031999999999989E-3</c:v>
                </c:pt>
                <c:pt idx="5194">
                  <c:v>8.8827000000000003E-3</c:v>
                </c:pt>
                <c:pt idx="5195">
                  <c:v>8.5745999999999999E-3</c:v>
                </c:pt>
                <c:pt idx="5196">
                  <c:v>8.5369E-3</c:v>
                </c:pt>
                <c:pt idx="5197">
                  <c:v>8.5062999999999996E-3</c:v>
                </c:pt>
                <c:pt idx="5198">
                  <c:v>8.4831999999999998E-3</c:v>
                </c:pt>
                <c:pt idx="5199">
                  <c:v>8.6560000000000005E-3</c:v>
                </c:pt>
                <c:pt idx="5200">
                  <c:v>8.6671999999999999E-3</c:v>
                </c:pt>
                <c:pt idx="5201">
                  <c:v>8.8513000000000012E-3</c:v>
                </c:pt>
                <c:pt idx="5202">
                  <c:v>8.9280000000000002E-3</c:v>
                </c:pt>
                <c:pt idx="5203">
                  <c:v>9.2826999999999996E-3</c:v>
                </c:pt>
                <c:pt idx="5204">
                  <c:v>9.3433000000000006E-3</c:v>
                </c:pt>
                <c:pt idx="5205">
                  <c:v>9.3083000000000003E-3</c:v>
                </c:pt>
                <c:pt idx="5206">
                  <c:v>9.2583000000000006E-3</c:v>
                </c:pt>
                <c:pt idx="5207">
                  <c:v>9.2697999999999999E-3</c:v>
                </c:pt>
                <c:pt idx="5208">
                  <c:v>9.3206000000000001E-3</c:v>
                </c:pt>
                <c:pt idx="5209">
                  <c:v>9.5558000000000014E-3</c:v>
                </c:pt>
                <c:pt idx="5210">
                  <c:v>9.5832999999999995E-3</c:v>
                </c:pt>
                <c:pt idx="5211">
                  <c:v>9.3130000000000001E-3</c:v>
                </c:pt>
                <c:pt idx="5212">
                  <c:v>9.1426000000000007E-3</c:v>
                </c:pt>
                <c:pt idx="5213">
                  <c:v>9.1143999999999999E-3</c:v>
                </c:pt>
                <c:pt idx="5214">
                  <c:v>9.0930999999999998E-3</c:v>
                </c:pt>
                <c:pt idx="5215">
                  <c:v>9.0198999999999991E-3</c:v>
                </c:pt>
                <c:pt idx="5216">
                  <c:v>8.9365E-3</c:v>
                </c:pt>
                <c:pt idx="5217">
                  <c:v>8.8656999999999989E-3</c:v>
                </c:pt>
                <c:pt idx="5218">
                  <c:v>8.8622000000000006E-3</c:v>
                </c:pt>
                <c:pt idx="5219">
                  <c:v>8.9043999999999998E-3</c:v>
                </c:pt>
                <c:pt idx="5220">
                  <c:v>8.9677000000000003E-3</c:v>
                </c:pt>
                <c:pt idx="5221">
                  <c:v>8.9108E-3</c:v>
                </c:pt>
                <c:pt idx="5222">
                  <c:v>8.9191999999999987E-3</c:v>
                </c:pt>
                <c:pt idx="5223">
                  <c:v>8.9996E-3</c:v>
                </c:pt>
                <c:pt idx="5224">
                  <c:v>9.4050000000000002E-3</c:v>
                </c:pt>
                <c:pt idx="5225">
                  <c:v>9.7955000000000004E-3</c:v>
                </c:pt>
                <c:pt idx="5226">
                  <c:v>9.9448999999999996E-3</c:v>
                </c:pt>
                <c:pt idx="5227">
                  <c:v>1.01446E-2</c:v>
                </c:pt>
                <c:pt idx="5228">
                  <c:v>1.0641100000000001E-2</c:v>
                </c:pt>
                <c:pt idx="5229">
                  <c:v>1.07239E-2</c:v>
                </c:pt>
                <c:pt idx="5230">
                  <c:v>1.0553100000000001E-2</c:v>
                </c:pt>
                <c:pt idx="5231">
                  <c:v>1.04498E-2</c:v>
                </c:pt>
                <c:pt idx="5232">
                  <c:v>1.05655E-2</c:v>
                </c:pt>
                <c:pt idx="5233">
                  <c:v>1.06897E-2</c:v>
                </c:pt>
                <c:pt idx="5234">
                  <c:v>1.10559E-2</c:v>
                </c:pt>
                <c:pt idx="5235">
                  <c:v>1.10943E-2</c:v>
                </c:pt>
                <c:pt idx="5236">
                  <c:v>1.13551E-2</c:v>
                </c:pt>
                <c:pt idx="5237">
                  <c:v>1.12604E-2</c:v>
                </c:pt>
                <c:pt idx="5238">
                  <c:v>1.1291500000000001E-2</c:v>
                </c:pt>
                <c:pt idx="5239">
                  <c:v>1.11491E-2</c:v>
                </c:pt>
                <c:pt idx="5240">
                  <c:v>1.08617E-2</c:v>
                </c:pt>
                <c:pt idx="5241">
                  <c:v>1.04183E-2</c:v>
                </c:pt>
                <c:pt idx="5242">
                  <c:v>1.0033E-2</c:v>
                </c:pt>
                <c:pt idx="5243">
                  <c:v>9.7243E-3</c:v>
                </c:pt>
                <c:pt idx="5244">
                  <c:v>9.5308000000000007E-3</c:v>
                </c:pt>
                <c:pt idx="5245">
                  <c:v>9.7657999999999998E-3</c:v>
                </c:pt>
                <c:pt idx="5246">
                  <c:v>9.7501000000000011E-3</c:v>
                </c:pt>
                <c:pt idx="5247">
                  <c:v>9.5928999999999997E-3</c:v>
                </c:pt>
                <c:pt idx="5248">
                  <c:v>9.5011000000000002E-3</c:v>
                </c:pt>
                <c:pt idx="5249">
                  <c:v>9.5180999999999998E-3</c:v>
                </c:pt>
                <c:pt idx="5250">
                  <c:v>9.6870999999999988E-3</c:v>
                </c:pt>
                <c:pt idx="5251">
                  <c:v>9.8463999999999999E-3</c:v>
                </c:pt>
                <c:pt idx="5252">
                  <c:v>1.0154E-2</c:v>
                </c:pt>
                <c:pt idx="5253">
                  <c:v>1.02804E-2</c:v>
                </c:pt>
                <c:pt idx="5254">
                  <c:v>1.0945099999999999E-2</c:v>
                </c:pt>
                <c:pt idx="5255">
                  <c:v>1.11278E-2</c:v>
                </c:pt>
                <c:pt idx="5256">
                  <c:v>1.07616E-2</c:v>
                </c:pt>
                <c:pt idx="5257">
                  <c:v>1.13811E-2</c:v>
                </c:pt>
                <c:pt idx="5258">
                  <c:v>1.21289E-2</c:v>
                </c:pt>
                <c:pt idx="5259">
                  <c:v>1.17039E-2</c:v>
                </c:pt>
                <c:pt idx="5260">
                  <c:v>1.1757500000000001E-2</c:v>
                </c:pt>
                <c:pt idx="5261">
                  <c:v>1.2139799999999999E-2</c:v>
                </c:pt>
                <c:pt idx="5262">
                  <c:v>1.2648600000000001E-2</c:v>
                </c:pt>
                <c:pt idx="5263">
                  <c:v>1.25726E-2</c:v>
                </c:pt>
                <c:pt idx="5264">
                  <c:v>1.3354499999999998E-2</c:v>
                </c:pt>
                <c:pt idx="5265">
                  <c:v>1.2537699999999999E-2</c:v>
                </c:pt>
                <c:pt idx="5266">
                  <c:v>1.20654E-2</c:v>
                </c:pt>
                <c:pt idx="5267">
                  <c:v>1.10966E-2</c:v>
                </c:pt>
                <c:pt idx="5268">
                  <c:v>1.1375100000000001E-2</c:v>
                </c:pt>
                <c:pt idx="5269">
                  <c:v>1.1635400000000001E-2</c:v>
                </c:pt>
                <c:pt idx="5270">
                  <c:v>1.1620800000000001E-2</c:v>
                </c:pt>
                <c:pt idx="5271">
                  <c:v>1.1136100000000001E-2</c:v>
                </c:pt>
                <c:pt idx="5272">
                  <c:v>1.14258E-2</c:v>
                </c:pt>
                <c:pt idx="5273">
                  <c:v>1.11874E-2</c:v>
                </c:pt>
                <c:pt idx="5274">
                  <c:v>1.2009199999999999E-2</c:v>
                </c:pt>
                <c:pt idx="5275">
                  <c:v>1.24028E-2</c:v>
                </c:pt>
                <c:pt idx="5276">
                  <c:v>1.26021E-2</c:v>
                </c:pt>
                <c:pt idx="5277">
                  <c:v>1.31523E-2</c:v>
                </c:pt>
                <c:pt idx="5278">
                  <c:v>1.32161E-2</c:v>
                </c:pt>
                <c:pt idx="5279">
                  <c:v>1.33632E-2</c:v>
                </c:pt>
                <c:pt idx="5280">
                  <c:v>1.3661500000000002E-2</c:v>
                </c:pt>
                <c:pt idx="5281">
                  <c:v>1.3466399999999998E-2</c:v>
                </c:pt>
                <c:pt idx="5282">
                  <c:v>1.30507E-2</c:v>
                </c:pt>
                <c:pt idx="5283">
                  <c:v>1.2913399999999998E-2</c:v>
                </c:pt>
                <c:pt idx="5284">
                  <c:v>1.2721700000000001E-2</c:v>
                </c:pt>
                <c:pt idx="5285">
                  <c:v>1.24411E-2</c:v>
                </c:pt>
                <c:pt idx="5286">
                  <c:v>1.2687500000000001E-2</c:v>
                </c:pt>
                <c:pt idx="5287">
                  <c:v>1.25982E-2</c:v>
                </c:pt>
                <c:pt idx="5288">
                  <c:v>1.2611499999999999E-2</c:v>
                </c:pt>
                <c:pt idx="5289">
                  <c:v>1.2565900000000001E-2</c:v>
                </c:pt>
                <c:pt idx="5290">
                  <c:v>1.2320300000000001E-2</c:v>
                </c:pt>
                <c:pt idx="5291">
                  <c:v>1.19135E-2</c:v>
                </c:pt>
                <c:pt idx="5292">
                  <c:v>1.1398200000000001E-2</c:v>
                </c:pt>
                <c:pt idx="5293">
                  <c:v>1.0740399999999999E-2</c:v>
                </c:pt>
                <c:pt idx="5294">
                  <c:v>1.07654E-2</c:v>
                </c:pt>
                <c:pt idx="5295">
                  <c:v>1.13014E-2</c:v>
                </c:pt>
                <c:pt idx="5296">
                  <c:v>1.1329800000000001E-2</c:v>
                </c:pt>
                <c:pt idx="5297">
                  <c:v>1.1518200000000001E-2</c:v>
                </c:pt>
                <c:pt idx="5298">
                  <c:v>1.15408E-2</c:v>
                </c:pt>
                <c:pt idx="5299">
                  <c:v>1.17588E-2</c:v>
                </c:pt>
                <c:pt idx="5300">
                  <c:v>1.21342E-2</c:v>
                </c:pt>
                <c:pt idx="5301">
                  <c:v>1.2364400000000001E-2</c:v>
                </c:pt>
                <c:pt idx="5302">
                  <c:v>1.2376999999999999E-2</c:v>
                </c:pt>
                <c:pt idx="5303">
                  <c:v>1.25241E-2</c:v>
                </c:pt>
                <c:pt idx="5304">
                  <c:v>1.33209E-2</c:v>
                </c:pt>
                <c:pt idx="5305">
                  <c:v>1.3980699999999999E-2</c:v>
                </c:pt>
                <c:pt idx="5306">
                  <c:v>1.3989400000000001E-2</c:v>
                </c:pt>
                <c:pt idx="5307">
                  <c:v>1.3557E-2</c:v>
                </c:pt>
                <c:pt idx="5308">
                  <c:v>1.29607E-2</c:v>
                </c:pt>
                <c:pt idx="5309">
                  <c:v>1.269E-2</c:v>
                </c:pt>
                <c:pt idx="5310">
                  <c:v>1.2859700000000002E-2</c:v>
                </c:pt>
                <c:pt idx="5311">
                  <c:v>1.3355300000000001E-2</c:v>
                </c:pt>
                <c:pt idx="5312">
                  <c:v>1.33267E-2</c:v>
                </c:pt>
                <c:pt idx="5313">
                  <c:v>1.3099799999999998E-2</c:v>
                </c:pt>
                <c:pt idx="5314">
                  <c:v>1.31869E-2</c:v>
                </c:pt>
                <c:pt idx="5315">
                  <c:v>1.3449000000000001E-2</c:v>
                </c:pt>
                <c:pt idx="5316">
                  <c:v>1.3648799999999999E-2</c:v>
                </c:pt>
                <c:pt idx="5317">
                  <c:v>1.38648E-2</c:v>
                </c:pt>
                <c:pt idx="5318">
                  <c:v>1.3988399999999998E-2</c:v>
                </c:pt>
                <c:pt idx="5319">
                  <c:v>1.3990499999999999E-2</c:v>
                </c:pt>
                <c:pt idx="5320">
                  <c:v>1.4281200000000001E-2</c:v>
                </c:pt>
                <c:pt idx="5321">
                  <c:v>1.4341399999999999E-2</c:v>
                </c:pt>
                <c:pt idx="5322">
                  <c:v>1.42671E-2</c:v>
                </c:pt>
                <c:pt idx="5323">
                  <c:v>1.4211000000000001E-2</c:v>
                </c:pt>
                <c:pt idx="5324">
                  <c:v>1.41821E-2</c:v>
                </c:pt>
                <c:pt idx="5325">
                  <c:v>1.4034200000000002E-2</c:v>
                </c:pt>
                <c:pt idx="5326">
                  <c:v>1.37929E-2</c:v>
                </c:pt>
                <c:pt idx="5327">
                  <c:v>1.39317E-2</c:v>
                </c:pt>
                <c:pt idx="5328">
                  <c:v>1.3756899999999999E-2</c:v>
                </c:pt>
                <c:pt idx="5329">
                  <c:v>1.3602199999999998E-2</c:v>
                </c:pt>
                <c:pt idx="5330">
                  <c:v>1.33487E-2</c:v>
                </c:pt>
                <c:pt idx="5331">
                  <c:v>1.2953600000000001E-2</c:v>
                </c:pt>
                <c:pt idx="5332">
                  <c:v>1.2782999999999999E-2</c:v>
                </c:pt>
                <c:pt idx="5333">
                  <c:v>1.2628499999999999E-2</c:v>
                </c:pt>
                <c:pt idx="5334">
                  <c:v>1.27516E-2</c:v>
                </c:pt>
                <c:pt idx="5335">
                  <c:v>1.2921500000000001E-2</c:v>
                </c:pt>
                <c:pt idx="5336">
                  <c:v>1.3110900000000002E-2</c:v>
                </c:pt>
                <c:pt idx="5337">
                  <c:v>1.3272900000000001E-2</c:v>
                </c:pt>
                <c:pt idx="5338">
                  <c:v>1.35613E-2</c:v>
                </c:pt>
                <c:pt idx="5339">
                  <c:v>1.3953499999999999E-2</c:v>
                </c:pt>
                <c:pt idx="5340">
                  <c:v>1.4066399999999998E-2</c:v>
                </c:pt>
                <c:pt idx="5341">
                  <c:v>1.40851E-2</c:v>
                </c:pt>
                <c:pt idx="5342">
                  <c:v>1.3905299999999999E-2</c:v>
                </c:pt>
                <c:pt idx="5343">
                  <c:v>1.3718199999999998E-2</c:v>
                </c:pt>
                <c:pt idx="5344">
                  <c:v>1.3499199999999999E-2</c:v>
                </c:pt>
                <c:pt idx="5345">
                  <c:v>1.3537299999999999E-2</c:v>
                </c:pt>
                <c:pt idx="5346">
                  <c:v>1.36037E-2</c:v>
                </c:pt>
                <c:pt idx="5347">
                  <c:v>1.3638999999999998E-2</c:v>
                </c:pt>
                <c:pt idx="5348">
                  <c:v>1.3780500000000001E-2</c:v>
                </c:pt>
                <c:pt idx="5349">
                  <c:v>1.38294E-2</c:v>
                </c:pt>
                <c:pt idx="5350">
                  <c:v>1.38899E-2</c:v>
                </c:pt>
                <c:pt idx="5351">
                  <c:v>1.3820300000000001E-2</c:v>
                </c:pt>
                <c:pt idx="5352">
                  <c:v>1.39834E-2</c:v>
                </c:pt>
                <c:pt idx="5353">
                  <c:v>1.3884700000000002E-2</c:v>
                </c:pt>
                <c:pt idx="5354">
                  <c:v>1.3905099999999998E-2</c:v>
                </c:pt>
                <c:pt idx="5355">
                  <c:v>1.43175E-2</c:v>
                </c:pt>
                <c:pt idx="5356">
                  <c:v>1.4424100000000002E-2</c:v>
                </c:pt>
                <c:pt idx="5357">
                  <c:v>1.4553399999999999E-2</c:v>
                </c:pt>
                <c:pt idx="5358">
                  <c:v>1.4468799999999999E-2</c:v>
                </c:pt>
                <c:pt idx="5359">
                  <c:v>1.4910300000000001E-2</c:v>
                </c:pt>
                <c:pt idx="5360">
                  <c:v>1.49365E-2</c:v>
                </c:pt>
                <c:pt idx="5361">
                  <c:v>1.469E-2</c:v>
                </c:pt>
                <c:pt idx="5362">
                  <c:v>1.46921E-2</c:v>
                </c:pt>
                <c:pt idx="5363">
                  <c:v>1.46766E-2</c:v>
                </c:pt>
                <c:pt idx="5364">
                  <c:v>1.48144E-2</c:v>
                </c:pt>
                <c:pt idx="5365">
                  <c:v>1.5316100000000001E-2</c:v>
                </c:pt>
                <c:pt idx="5366">
                  <c:v>1.53221E-2</c:v>
                </c:pt>
                <c:pt idx="5367">
                  <c:v>1.48886E-2</c:v>
                </c:pt>
                <c:pt idx="5368">
                  <c:v>1.4725700000000001E-2</c:v>
                </c:pt>
                <c:pt idx="5369">
                  <c:v>1.4614599999999998E-2</c:v>
                </c:pt>
                <c:pt idx="5370">
                  <c:v>1.4469300000000001E-2</c:v>
                </c:pt>
                <c:pt idx="5371">
                  <c:v>1.4499400000000001E-2</c:v>
                </c:pt>
                <c:pt idx="5372">
                  <c:v>1.45071E-2</c:v>
                </c:pt>
                <c:pt idx="5373">
                  <c:v>1.4535599999999999E-2</c:v>
                </c:pt>
                <c:pt idx="5374">
                  <c:v>1.46415E-2</c:v>
                </c:pt>
                <c:pt idx="5375">
                  <c:v>1.4770800000000001E-2</c:v>
                </c:pt>
                <c:pt idx="5376">
                  <c:v>1.4877199999999998E-2</c:v>
                </c:pt>
                <c:pt idx="5377">
                  <c:v>1.4624600000000001E-2</c:v>
                </c:pt>
                <c:pt idx="5378">
                  <c:v>1.4392799999999999E-2</c:v>
                </c:pt>
                <c:pt idx="5379">
                  <c:v>1.4256999999999999E-2</c:v>
                </c:pt>
                <c:pt idx="5380">
                  <c:v>1.4320900000000001E-2</c:v>
                </c:pt>
                <c:pt idx="5381">
                  <c:v>1.44105E-2</c:v>
                </c:pt>
                <c:pt idx="5382">
                  <c:v>1.46386E-2</c:v>
                </c:pt>
                <c:pt idx="5383">
                  <c:v>1.4681399999999999E-2</c:v>
                </c:pt>
                <c:pt idx="5384">
                  <c:v>1.44548E-2</c:v>
                </c:pt>
                <c:pt idx="5385">
                  <c:v>1.4216599999999999E-2</c:v>
                </c:pt>
                <c:pt idx="5386">
                  <c:v>1.39887E-2</c:v>
                </c:pt>
                <c:pt idx="5387">
                  <c:v>1.3920599999999998E-2</c:v>
                </c:pt>
                <c:pt idx="5388">
                  <c:v>1.3692599999999999E-2</c:v>
                </c:pt>
                <c:pt idx="5389">
                  <c:v>1.3253600000000001E-2</c:v>
                </c:pt>
                <c:pt idx="5390">
                  <c:v>1.3278999999999999E-2</c:v>
                </c:pt>
                <c:pt idx="5391">
                  <c:v>1.3207499999999999E-2</c:v>
                </c:pt>
                <c:pt idx="5392">
                  <c:v>1.3186099999999999E-2</c:v>
                </c:pt>
                <c:pt idx="5393">
                  <c:v>1.3184899999999999E-2</c:v>
                </c:pt>
                <c:pt idx="5394">
                  <c:v>1.31745E-2</c:v>
                </c:pt>
                <c:pt idx="5395">
                  <c:v>1.3246100000000002E-2</c:v>
                </c:pt>
                <c:pt idx="5396">
                  <c:v>1.3345300000000001E-2</c:v>
                </c:pt>
                <c:pt idx="5397">
                  <c:v>1.33572E-2</c:v>
                </c:pt>
                <c:pt idx="5398">
                  <c:v>1.3220099999999999E-2</c:v>
                </c:pt>
                <c:pt idx="5399">
                  <c:v>1.3247700000000001E-2</c:v>
                </c:pt>
                <c:pt idx="5400">
                  <c:v>1.34196E-2</c:v>
                </c:pt>
                <c:pt idx="5401">
                  <c:v>1.3271100000000001E-2</c:v>
                </c:pt>
                <c:pt idx="5402">
                  <c:v>1.3237299999999999E-2</c:v>
                </c:pt>
                <c:pt idx="5403">
                  <c:v>1.3316E-2</c:v>
                </c:pt>
                <c:pt idx="5404">
                  <c:v>1.4609499999999999E-2</c:v>
                </c:pt>
                <c:pt idx="5405">
                  <c:v>1.50832E-2</c:v>
                </c:pt>
                <c:pt idx="5406">
                  <c:v>1.5102099999999999E-2</c:v>
                </c:pt>
                <c:pt idx="5407">
                  <c:v>1.50755E-2</c:v>
                </c:pt>
                <c:pt idx="5408">
                  <c:v>1.53606E-2</c:v>
                </c:pt>
                <c:pt idx="5409">
                  <c:v>1.5647900000000003E-2</c:v>
                </c:pt>
                <c:pt idx="5410">
                  <c:v>1.6230099999999997E-2</c:v>
                </c:pt>
                <c:pt idx="5411">
                  <c:v>1.6424399999999999E-2</c:v>
                </c:pt>
                <c:pt idx="5412">
                  <c:v>1.6874899999999998E-2</c:v>
                </c:pt>
                <c:pt idx="5413">
                  <c:v>1.69984E-2</c:v>
                </c:pt>
                <c:pt idx="5414">
                  <c:v>1.7371000000000001E-2</c:v>
                </c:pt>
                <c:pt idx="5415">
                  <c:v>1.7295899999999999E-2</c:v>
                </c:pt>
                <c:pt idx="5416">
                  <c:v>1.7333000000000001E-2</c:v>
                </c:pt>
                <c:pt idx="5417">
                  <c:v>1.68512E-2</c:v>
                </c:pt>
                <c:pt idx="5418">
                  <c:v>1.6620599999999999E-2</c:v>
                </c:pt>
                <c:pt idx="5419">
                  <c:v>1.6622700000000001E-2</c:v>
                </c:pt>
                <c:pt idx="5420">
                  <c:v>1.6945099999999998E-2</c:v>
                </c:pt>
                <c:pt idx="5421">
                  <c:v>1.66777E-2</c:v>
                </c:pt>
                <c:pt idx="5422">
                  <c:v>1.6237399999999999E-2</c:v>
                </c:pt>
                <c:pt idx="5423">
                  <c:v>1.6153899999999999E-2</c:v>
                </c:pt>
                <c:pt idx="5424">
                  <c:v>1.6215799999999999E-2</c:v>
                </c:pt>
                <c:pt idx="5425">
                  <c:v>1.5899799999999999E-2</c:v>
                </c:pt>
                <c:pt idx="5426">
                  <c:v>1.5704099999999999E-2</c:v>
                </c:pt>
                <c:pt idx="5427">
                  <c:v>1.5708E-2</c:v>
                </c:pt>
                <c:pt idx="5428">
                  <c:v>1.5826E-2</c:v>
                </c:pt>
                <c:pt idx="5429">
                  <c:v>1.5677E-2</c:v>
                </c:pt>
                <c:pt idx="5430">
                  <c:v>1.5368199999999999E-2</c:v>
                </c:pt>
                <c:pt idx="5431">
                  <c:v>1.5463399999999999E-2</c:v>
                </c:pt>
                <c:pt idx="5432">
                  <c:v>1.58032E-2</c:v>
                </c:pt>
                <c:pt idx="5433">
                  <c:v>1.6367E-2</c:v>
                </c:pt>
                <c:pt idx="5434">
                  <c:v>1.6781500000000001E-2</c:v>
                </c:pt>
                <c:pt idx="5435">
                  <c:v>1.6769900000000001E-2</c:v>
                </c:pt>
                <c:pt idx="5436">
                  <c:v>1.6547900000000001E-2</c:v>
                </c:pt>
                <c:pt idx="5437">
                  <c:v>1.6455899999999999E-2</c:v>
                </c:pt>
                <c:pt idx="5438">
                  <c:v>1.63722E-2</c:v>
                </c:pt>
                <c:pt idx="5439">
                  <c:v>1.6228299999999998E-2</c:v>
                </c:pt>
                <c:pt idx="5440">
                  <c:v>1.6630000000000002E-2</c:v>
                </c:pt>
                <c:pt idx="5441">
                  <c:v>1.7168300000000001E-2</c:v>
                </c:pt>
                <c:pt idx="5442">
                  <c:v>1.7266900000000002E-2</c:v>
                </c:pt>
                <c:pt idx="5443">
                  <c:v>1.7401400000000001E-2</c:v>
                </c:pt>
                <c:pt idx="5444">
                  <c:v>1.74647E-2</c:v>
                </c:pt>
                <c:pt idx="5445">
                  <c:v>1.7680299999999999E-2</c:v>
                </c:pt>
                <c:pt idx="5446">
                  <c:v>1.7953299999999998E-2</c:v>
                </c:pt>
                <c:pt idx="5447">
                  <c:v>1.81569E-2</c:v>
                </c:pt>
                <c:pt idx="5448">
                  <c:v>1.8257300000000001E-2</c:v>
                </c:pt>
                <c:pt idx="5449">
                  <c:v>1.8519000000000001E-2</c:v>
                </c:pt>
                <c:pt idx="5450">
                  <c:v>1.9106000000000001E-2</c:v>
                </c:pt>
                <c:pt idx="5451">
                  <c:v>1.9691199999999999E-2</c:v>
                </c:pt>
                <c:pt idx="5452">
                  <c:v>1.9696600000000002E-2</c:v>
                </c:pt>
                <c:pt idx="5453">
                  <c:v>2.14846E-2</c:v>
                </c:pt>
                <c:pt idx="5454">
                  <c:v>2.1929499999999998E-2</c:v>
                </c:pt>
                <c:pt idx="5455">
                  <c:v>2.26278E-2</c:v>
                </c:pt>
                <c:pt idx="5456">
                  <c:v>2.1785499999999999E-2</c:v>
                </c:pt>
                <c:pt idx="5457">
                  <c:v>2.08343E-2</c:v>
                </c:pt>
                <c:pt idx="5458">
                  <c:v>2.0738900000000001E-2</c:v>
                </c:pt>
                <c:pt idx="5459">
                  <c:v>2.0549100000000001E-2</c:v>
                </c:pt>
                <c:pt idx="5460">
                  <c:v>1.9907499999999998E-2</c:v>
                </c:pt>
                <c:pt idx="5461">
                  <c:v>1.96454E-2</c:v>
                </c:pt>
                <c:pt idx="5462">
                  <c:v>2.0010099999999999E-2</c:v>
                </c:pt>
                <c:pt idx="5463">
                  <c:v>2.0157899999999999E-2</c:v>
                </c:pt>
                <c:pt idx="5464">
                  <c:v>2.0422300000000001E-2</c:v>
                </c:pt>
                <c:pt idx="5465">
                  <c:v>2.0824100000000002E-2</c:v>
                </c:pt>
                <c:pt idx="5466">
                  <c:v>2.0996399999999998E-2</c:v>
                </c:pt>
                <c:pt idx="5467">
                  <c:v>2.1060599999999999E-2</c:v>
                </c:pt>
                <c:pt idx="5468">
                  <c:v>2.13151E-2</c:v>
                </c:pt>
                <c:pt idx="5469">
                  <c:v>2.1643600000000002E-2</c:v>
                </c:pt>
                <c:pt idx="5470">
                  <c:v>2.1570699999999998E-2</c:v>
                </c:pt>
                <c:pt idx="5471">
                  <c:v>2.1442099999999999E-2</c:v>
                </c:pt>
                <c:pt idx="5472">
                  <c:v>2.1222399999999999E-2</c:v>
                </c:pt>
                <c:pt idx="5473">
                  <c:v>2.1116900000000001E-2</c:v>
                </c:pt>
                <c:pt idx="5474">
                  <c:v>2.0830899999999999E-2</c:v>
                </c:pt>
                <c:pt idx="5475">
                  <c:v>2.0702600000000002E-2</c:v>
                </c:pt>
                <c:pt idx="5476">
                  <c:v>2.0654599999999999E-2</c:v>
                </c:pt>
                <c:pt idx="5477">
                  <c:v>2.04802E-2</c:v>
                </c:pt>
                <c:pt idx="5478">
                  <c:v>2.0467300000000001E-2</c:v>
                </c:pt>
                <c:pt idx="5479">
                  <c:v>1.9986799999999999E-2</c:v>
                </c:pt>
                <c:pt idx="5480">
                  <c:v>2.0054699999999998E-2</c:v>
                </c:pt>
                <c:pt idx="5481">
                  <c:v>2.00801E-2</c:v>
                </c:pt>
                <c:pt idx="5482">
                  <c:v>1.9906E-2</c:v>
                </c:pt>
                <c:pt idx="5483">
                  <c:v>1.9927199999999999E-2</c:v>
                </c:pt>
                <c:pt idx="5484">
                  <c:v>1.99937E-2</c:v>
                </c:pt>
                <c:pt idx="5485">
                  <c:v>1.9883000000000001E-2</c:v>
                </c:pt>
                <c:pt idx="5486">
                  <c:v>1.9902900000000001E-2</c:v>
                </c:pt>
                <c:pt idx="5487">
                  <c:v>2.0188600000000001E-2</c:v>
                </c:pt>
                <c:pt idx="5488">
                  <c:v>2.0197200000000002E-2</c:v>
                </c:pt>
                <c:pt idx="5489">
                  <c:v>2.0345800000000001E-2</c:v>
                </c:pt>
                <c:pt idx="5490">
                  <c:v>2.0387700000000002E-2</c:v>
                </c:pt>
                <c:pt idx="5491">
                  <c:v>2.0334499999999998E-2</c:v>
                </c:pt>
                <c:pt idx="5492">
                  <c:v>2.03155E-2</c:v>
                </c:pt>
                <c:pt idx="5493">
                  <c:v>2.04172E-2</c:v>
                </c:pt>
                <c:pt idx="5494">
                  <c:v>2.0560599999999998E-2</c:v>
                </c:pt>
                <c:pt idx="5495">
                  <c:v>2.0626200000000001E-2</c:v>
                </c:pt>
                <c:pt idx="5496">
                  <c:v>2.0767599999999997E-2</c:v>
                </c:pt>
                <c:pt idx="5497">
                  <c:v>2.10884E-2</c:v>
                </c:pt>
                <c:pt idx="5498">
                  <c:v>2.13858E-2</c:v>
                </c:pt>
                <c:pt idx="5499">
                  <c:v>2.15049E-2</c:v>
                </c:pt>
                <c:pt idx="5500">
                  <c:v>2.1504599999999999E-2</c:v>
                </c:pt>
                <c:pt idx="5501">
                  <c:v>2.13373E-2</c:v>
                </c:pt>
                <c:pt idx="5502">
                  <c:v>2.17568E-2</c:v>
                </c:pt>
                <c:pt idx="5503">
                  <c:v>2.2008E-2</c:v>
                </c:pt>
                <c:pt idx="5504">
                  <c:v>2.2302900000000001E-2</c:v>
                </c:pt>
                <c:pt idx="5505">
                  <c:v>2.2164400000000001E-2</c:v>
                </c:pt>
                <c:pt idx="5506">
                  <c:v>2.1823500000000003E-2</c:v>
                </c:pt>
                <c:pt idx="5507">
                  <c:v>2.1934200000000001E-2</c:v>
                </c:pt>
                <c:pt idx="5508">
                  <c:v>2.2402200000000001E-2</c:v>
                </c:pt>
                <c:pt idx="5509">
                  <c:v>2.2237E-2</c:v>
                </c:pt>
                <c:pt idx="5510">
                  <c:v>2.1913499999999999E-2</c:v>
                </c:pt>
                <c:pt idx="5511">
                  <c:v>2.1689699999999999E-2</c:v>
                </c:pt>
                <c:pt idx="5512">
                  <c:v>2.2146000000000002E-2</c:v>
                </c:pt>
                <c:pt idx="5513">
                  <c:v>2.2583499999999999E-2</c:v>
                </c:pt>
                <c:pt idx="5514">
                  <c:v>2.2684700000000002E-2</c:v>
                </c:pt>
                <c:pt idx="5515">
                  <c:v>2.2641100000000001E-2</c:v>
                </c:pt>
                <c:pt idx="5516">
                  <c:v>2.3132400000000001E-2</c:v>
                </c:pt>
                <c:pt idx="5517">
                  <c:v>2.2701699999999998E-2</c:v>
                </c:pt>
                <c:pt idx="5518">
                  <c:v>2.22112E-2</c:v>
                </c:pt>
                <c:pt idx="5519">
                  <c:v>2.2339299999999999E-2</c:v>
                </c:pt>
                <c:pt idx="5520">
                  <c:v>2.2404499999999997E-2</c:v>
                </c:pt>
                <c:pt idx="5521">
                  <c:v>2.2225999999999999E-2</c:v>
                </c:pt>
                <c:pt idx="5522">
                  <c:v>2.1991199999999999E-2</c:v>
                </c:pt>
                <c:pt idx="5523">
                  <c:v>2.2273100000000001E-2</c:v>
                </c:pt>
                <c:pt idx="5524">
                  <c:v>2.2732099999999998E-2</c:v>
                </c:pt>
                <c:pt idx="5525">
                  <c:v>2.2272200000000002E-2</c:v>
                </c:pt>
                <c:pt idx="5526">
                  <c:v>2.1043100000000002E-2</c:v>
                </c:pt>
                <c:pt idx="5527">
                  <c:v>2.07595E-2</c:v>
                </c:pt>
                <c:pt idx="5528">
                  <c:v>2.13344E-2</c:v>
                </c:pt>
                <c:pt idx="5529">
                  <c:v>2.0980800000000001E-2</c:v>
                </c:pt>
                <c:pt idx="5530">
                  <c:v>2.0171100000000001E-2</c:v>
                </c:pt>
                <c:pt idx="5531">
                  <c:v>1.8867399999999999E-2</c:v>
                </c:pt>
                <c:pt idx="5532">
                  <c:v>1.7726499999999999E-2</c:v>
                </c:pt>
                <c:pt idx="5533">
                  <c:v>1.7329300000000002E-2</c:v>
                </c:pt>
                <c:pt idx="5534">
                  <c:v>1.98208E-2</c:v>
                </c:pt>
                <c:pt idx="5535">
                  <c:v>2.0058000000000003E-2</c:v>
                </c:pt>
                <c:pt idx="5536">
                  <c:v>2.0428100000000001E-2</c:v>
                </c:pt>
                <c:pt idx="5537">
                  <c:v>1.9950200000000001E-2</c:v>
                </c:pt>
                <c:pt idx="5538">
                  <c:v>1.96081E-2</c:v>
                </c:pt>
                <c:pt idx="5539">
                  <c:v>1.9306299999999998E-2</c:v>
                </c:pt>
                <c:pt idx="5540">
                  <c:v>1.8677099999999999E-2</c:v>
                </c:pt>
                <c:pt idx="5541">
                  <c:v>1.8421100000000003E-2</c:v>
                </c:pt>
                <c:pt idx="5542">
                  <c:v>1.90227E-2</c:v>
                </c:pt>
                <c:pt idx="5543">
                  <c:v>1.9250200000000002E-2</c:v>
                </c:pt>
                <c:pt idx="5544">
                  <c:v>1.8234999999999998E-2</c:v>
                </c:pt>
                <c:pt idx="5545">
                  <c:v>1.8285300000000001E-2</c:v>
                </c:pt>
                <c:pt idx="5546">
                  <c:v>1.8494E-2</c:v>
                </c:pt>
                <c:pt idx="5547">
                  <c:v>1.86389E-2</c:v>
                </c:pt>
                <c:pt idx="5548">
                  <c:v>1.89496E-2</c:v>
                </c:pt>
                <c:pt idx="5549">
                  <c:v>1.9595899999999999E-2</c:v>
                </c:pt>
                <c:pt idx="5550">
                  <c:v>1.9987700000000001E-2</c:v>
                </c:pt>
                <c:pt idx="5551">
                  <c:v>2.0387700000000002E-2</c:v>
                </c:pt>
                <c:pt idx="5552">
                  <c:v>2.0955399999999999E-2</c:v>
                </c:pt>
                <c:pt idx="5553">
                  <c:v>2.1125600000000001E-2</c:v>
                </c:pt>
                <c:pt idx="5554">
                  <c:v>2.1275700000000002E-2</c:v>
                </c:pt>
                <c:pt idx="5555">
                  <c:v>2.14126E-2</c:v>
                </c:pt>
                <c:pt idx="5556">
                  <c:v>2.1245900000000002E-2</c:v>
                </c:pt>
                <c:pt idx="5557">
                  <c:v>2.16031E-2</c:v>
                </c:pt>
                <c:pt idx="5558">
                  <c:v>2.2739699999999998E-2</c:v>
                </c:pt>
                <c:pt idx="5559">
                  <c:v>2.2811999999999999E-2</c:v>
                </c:pt>
                <c:pt idx="5560">
                  <c:v>2.3213499999999998E-2</c:v>
                </c:pt>
                <c:pt idx="5561">
                  <c:v>2.33382E-2</c:v>
                </c:pt>
                <c:pt idx="5562">
                  <c:v>2.3024599999999999E-2</c:v>
                </c:pt>
                <c:pt idx="5563">
                  <c:v>2.3844199999999999E-2</c:v>
                </c:pt>
                <c:pt idx="5564">
                  <c:v>2.48939E-2</c:v>
                </c:pt>
                <c:pt idx="5565">
                  <c:v>2.5585199999999999E-2</c:v>
                </c:pt>
                <c:pt idx="5566">
                  <c:v>2.4783900000000001E-2</c:v>
                </c:pt>
                <c:pt idx="5567">
                  <c:v>2.49833E-2</c:v>
                </c:pt>
                <c:pt idx="5568">
                  <c:v>2.562E-2</c:v>
                </c:pt>
                <c:pt idx="5569">
                  <c:v>2.6627399999999999E-2</c:v>
                </c:pt>
                <c:pt idx="5570">
                  <c:v>2.6742099999999998E-2</c:v>
                </c:pt>
                <c:pt idx="5571">
                  <c:v>2.6491500000000001E-2</c:v>
                </c:pt>
                <c:pt idx="5572">
                  <c:v>2.6415699999999997E-2</c:v>
                </c:pt>
                <c:pt idx="5573">
                  <c:v>2.6061599999999997E-2</c:v>
                </c:pt>
                <c:pt idx="5574">
                  <c:v>2.63498E-2</c:v>
                </c:pt>
                <c:pt idx="5575">
                  <c:v>2.6110399999999999E-2</c:v>
                </c:pt>
                <c:pt idx="5576">
                  <c:v>2.68872E-2</c:v>
                </c:pt>
                <c:pt idx="5577">
                  <c:v>2.7197300000000001E-2</c:v>
                </c:pt>
                <c:pt idx="5578">
                  <c:v>2.6980500000000001E-2</c:v>
                </c:pt>
                <c:pt idx="5579">
                  <c:v>2.59969E-2</c:v>
                </c:pt>
                <c:pt idx="5580">
                  <c:v>2.5333699999999997E-2</c:v>
                </c:pt>
                <c:pt idx="5581">
                  <c:v>2.3746299999999998E-2</c:v>
                </c:pt>
                <c:pt idx="5582">
                  <c:v>2.2712E-2</c:v>
                </c:pt>
                <c:pt idx="5583">
                  <c:v>2.27148E-2</c:v>
                </c:pt>
                <c:pt idx="5584">
                  <c:v>2.2703499999999998E-2</c:v>
                </c:pt>
                <c:pt idx="5585">
                  <c:v>2.1581400000000001E-2</c:v>
                </c:pt>
                <c:pt idx="5586">
                  <c:v>2.0887200000000002E-2</c:v>
                </c:pt>
                <c:pt idx="5587">
                  <c:v>2.0308900000000001E-2</c:v>
                </c:pt>
                <c:pt idx="5588">
                  <c:v>2.0251400000000003E-2</c:v>
                </c:pt>
                <c:pt idx="5589">
                  <c:v>2.1037200000000002E-2</c:v>
                </c:pt>
                <c:pt idx="5590">
                  <c:v>2.16575E-2</c:v>
                </c:pt>
                <c:pt idx="5591">
                  <c:v>2.2499700000000001E-2</c:v>
                </c:pt>
                <c:pt idx="5592">
                  <c:v>2.3913900000000002E-2</c:v>
                </c:pt>
                <c:pt idx="5593">
                  <c:v>2.52959E-2</c:v>
                </c:pt>
                <c:pt idx="5594">
                  <c:v>2.66757E-2</c:v>
                </c:pt>
                <c:pt idx="5595">
                  <c:v>2.6991000000000001E-2</c:v>
                </c:pt>
                <c:pt idx="5596">
                  <c:v>2.5618700000000001E-2</c:v>
                </c:pt>
                <c:pt idx="5597">
                  <c:v>2.5738999999999998E-2</c:v>
                </c:pt>
                <c:pt idx="5598">
                  <c:v>2.5515199999999998E-2</c:v>
                </c:pt>
                <c:pt idx="5599">
                  <c:v>2.5367199999999999E-2</c:v>
                </c:pt>
                <c:pt idx="5600">
                  <c:v>2.5736399999999996E-2</c:v>
                </c:pt>
                <c:pt idx="5601">
                  <c:v>2.6915399999999999E-2</c:v>
                </c:pt>
                <c:pt idx="5602">
                  <c:v>2.7789899999999999E-2</c:v>
                </c:pt>
                <c:pt idx="5603">
                  <c:v>2.7534599999999999E-2</c:v>
                </c:pt>
                <c:pt idx="5604">
                  <c:v>2.7661599999999998E-2</c:v>
                </c:pt>
                <c:pt idx="5605">
                  <c:v>2.9118099999999997E-2</c:v>
                </c:pt>
                <c:pt idx="5606">
                  <c:v>2.9408899999999998E-2</c:v>
                </c:pt>
                <c:pt idx="5607">
                  <c:v>2.93274E-2</c:v>
                </c:pt>
                <c:pt idx="5608">
                  <c:v>2.9263000000000001E-2</c:v>
                </c:pt>
                <c:pt idx="5609">
                  <c:v>2.9263000000000001E-2</c:v>
                </c:pt>
                <c:pt idx="5610">
                  <c:v>2.9576400000000003E-2</c:v>
                </c:pt>
                <c:pt idx="5611">
                  <c:v>2.9847199999999997E-2</c:v>
                </c:pt>
                <c:pt idx="5612">
                  <c:v>2.8932299999999998E-2</c:v>
                </c:pt>
                <c:pt idx="5613">
                  <c:v>2.8405200000000002E-2</c:v>
                </c:pt>
                <c:pt idx="5614">
                  <c:v>2.9133699999999998E-2</c:v>
                </c:pt>
                <c:pt idx="5615">
                  <c:v>3.0202999999999997E-2</c:v>
                </c:pt>
                <c:pt idx="5616">
                  <c:v>3.1527600000000003E-2</c:v>
                </c:pt>
                <c:pt idx="5617">
                  <c:v>3.2790100000000003E-2</c:v>
                </c:pt>
                <c:pt idx="5618">
                  <c:v>3.28127E-2</c:v>
                </c:pt>
                <c:pt idx="5619">
                  <c:v>3.2360899999999998E-2</c:v>
                </c:pt>
                <c:pt idx="5620">
                  <c:v>3.06202E-2</c:v>
                </c:pt>
                <c:pt idx="5621">
                  <c:v>2.9136200000000001E-2</c:v>
                </c:pt>
                <c:pt idx="5622">
                  <c:v>2.8801999999999998E-2</c:v>
                </c:pt>
                <c:pt idx="5623">
                  <c:v>2.8964199999999999E-2</c:v>
                </c:pt>
                <c:pt idx="5624">
                  <c:v>2.8667200000000004E-2</c:v>
                </c:pt>
                <c:pt idx="5625">
                  <c:v>2.9227199999999998E-2</c:v>
                </c:pt>
                <c:pt idx="5626">
                  <c:v>2.8172699999999998E-2</c:v>
                </c:pt>
                <c:pt idx="5627">
                  <c:v>2.7098000000000001E-2</c:v>
                </c:pt>
                <c:pt idx="5628">
                  <c:v>2.6116699999999996E-2</c:v>
                </c:pt>
                <c:pt idx="5629">
                  <c:v>2.6186599999999997E-2</c:v>
                </c:pt>
                <c:pt idx="5630">
                  <c:v>2.6680200000000001E-2</c:v>
                </c:pt>
                <c:pt idx="5631">
                  <c:v>2.6550400000000002E-2</c:v>
                </c:pt>
                <c:pt idx="5632">
                  <c:v>2.5944600000000002E-2</c:v>
                </c:pt>
                <c:pt idx="5633">
                  <c:v>2.6002300000000002E-2</c:v>
                </c:pt>
                <c:pt idx="5634">
                  <c:v>2.5325299999999999E-2</c:v>
                </c:pt>
                <c:pt idx="5635">
                  <c:v>2.5601499999999999E-2</c:v>
                </c:pt>
                <c:pt idx="5636">
                  <c:v>2.40848E-2</c:v>
                </c:pt>
                <c:pt idx="5637">
                  <c:v>2.33663E-2</c:v>
                </c:pt>
                <c:pt idx="5638">
                  <c:v>2.26108E-2</c:v>
                </c:pt>
                <c:pt idx="5639">
                  <c:v>2.2372200000000002E-2</c:v>
                </c:pt>
                <c:pt idx="5640">
                  <c:v>2.2716500000000001E-2</c:v>
                </c:pt>
                <c:pt idx="5641">
                  <c:v>2.34713E-2</c:v>
                </c:pt>
                <c:pt idx="5642">
                  <c:v>2.4333400000000002E-2</c:v>
                </c:pt>
                <c:pt idx="5643">
                  <c:v>2.56628E-2</c:v>
                </c:pt>
                <c:pt idx="5644">
                  <c:v>2.6566000000000003E-2</c:v>
                </c:pt>
                <c:pt idx="5645">
                  <c:v>2.6112099999999999E-2</c:v>
                </c:pt>
                <c:pt idx="5646">
                  <c:v>2.5342099999999999E-2</c:v>
                </c:pt>
                <c:pt idx="5647">
                  <c:v>2.50464E-2</c:v>
                </c:pt>
                <c:pt idx="5648">
                  <c:v>2.5664999999999997E-2</c:v>
                </c:pt>
                <c:pt idx="5649">
                  <c:v>2.6234500000000004E-2</c:v>
                </c:pt>
                <c:pt idx="5650">
                  <c:v>2.7097400000000001E-2</c:v>
                </c:pt>
                <c:pt idx="5651">
                  <c:v>2.7625200000000003E-2</c:v>
                </c:pt>
                <c:pt idx="5652">
                  <c:v>2.7507999999999998E-2</c:v>
                </c:pt>
                <c:pt idx="5653">
                  <c:v>2.6985599999999998E-2</c:v>
                </c:pt>
                <c:pt idx="5654">
                  <c:v>2.7180900000000001E-2</c:v>
                </c:pt>
                <c:pt idx="5655">
                  <c:v>2.66728E-2</c:v>
                </c:pt>
                <c:pt idx="5656">
                  <c:v>2.5729000000000002E-2</c:v>
                </c:pt>
                <c:pt idx="5657">
                  <c:v>2.5149399999999999E-2</c:v>
                </c:pt>
                <c:pt idx="5658">
                  <c:v>2.4312299999999998E-2</c:v>
                </c:pt>
                <c:pt idx="5659">
                  <c:v>2.3738599999999999E-2</c:v>
                </c:pt>
                <c:pt idx="5660">
                  <c:v>2.4975799999999999E-2</c:v>
                </c:pt>
                <c:pt idx="5661">
                  <c:v>2.5192699999999998E-2</c:v>
                </c:pt>
                <c:pt idx="5662">
                  <c:v>2.53875E-2</c:v>
                </c:pt>
                <c:pt idx="5663">
                  <c:v>2.57644E-2</c:v>
                </c:pt>
                <c:pt idx="5664">
                  <c:v>2.54559E-2</c:v>
                </c:pt>
                <c:pt idx="5665">
                  <c:v>2.8235899999999998E-2</c:v>
                </c:pt>
                <c:pt idx="5666">
                  <c:v>2.8539699999999998E-2</c:v>
                </c:pt>
                <c:pt idx="5667">
                  <c:v>2.9154000000000003E-2</c:v>
                </c:pt>
                <c:pt idx="5668">
                  <c:v>3.0668200000000003E-2</c:v>
                </c:pt>
                <c:pt idx="5669">
                  <c:v>3.2235199999999999E-2</c:v>
                </c:pt>
                <c:pt idx="5670">
                  <c:v>3.4050400000000001E-2</c:v>
                </c:pt>
                <c:pt idx="5671">
                  <c:v>3.3195800000000004E-2</c:v>
                </c:pt>
                <c:pt idx="5672">
                  <c:v>3.3380199999999999E-2</c:v>
                </c:pt>
                <c:pt idx="5673">
                  <c:v>3.3702300000000004E-2</c:v>
                </c:pt>
                <c:pt idx="5674">
                  <c:v>3.25475E-2</c:v>
                </c:pt>
                <c:pt idx="5675">
                  <c:v>3.1195299999999999E-2</c:v>
                </c:pt>
                <c:pt idx="5676">
                  <c:v>3.1159699999999999E-2</c:v>
                </c:pt>
                <c:pt idx="5677">
                  <c:v>3.1663499999999997E-2</c:v>
                </c:pt>
                <c:pt idx="5678">
                  <c:v>3.3190699999999997E-2</c:v>
                </c:pt>
                <c:pt idx="5679">
                  <c:v>3.3951999999999996E-2</c:v>
                </c:pt>
                <c:pt idx="5680">
                  <c:v>3.39555E-2</c:v>
                </c:pt>
                <c:pt idx="5681">
                  <c:v>3.4480299999999998E-2</c:v>
                </c:pt>
                <c:pt idx="5682">
                  <c:v>3.4747399999999998E-2</c:v>
                </c:pt>
                <c:pt idx="5683">
                  <c:v>3.6538000000000001E-2</c:v>
                </c:pt>
                <c:pt idx="5684">
                  <c:v>3.6695600000000002E-2</c:v>
                </c:pt>
                <c:pt idx="5685">
                  <c:v>3.6669899999999998E-2</c:v>
                </c:pt>
                <c:pt idx="5686">
                  <c:v>3.7437200000000004E-2</c:v>
                </c:pt>
                <c:pt idx="5687">
                  <c:v>3.8760599999999999E-2</c:v>
                </c:pt>
                <c:pt idx="5688">
                  <c:v>3.92874E-2</c:v>
                </c:pt>
                <c:pt idx="5689">
                  <c:v>3.8800899999999999E-2</c:v>
                </c:pt>
                <c:pt idx="5690">
                  <c:v>3.7557299999999995E-2</c:v>
                </c:pt>
                <c:pt idx="5691">
                  <c:v>3.65119E-2</c:v>
                </c:pt>
                <c:pt idx="5692">
                  <c:v>3.4438999999999997E-2</c:v>
                </c:pt>
                <c:pt idx="5693">
                  <c:v>3.41179E-2</c:v>
                </c:pt>
                <c:pt idx="5694">
                  <c:v>3.5122800000000003E-2</c:v>
                </c:pt>
                <c:pt idx="5695">
                  <c:v>3.5469799999999996E-2</c:v>
                </c:pt>
                <c:pt idx="5696">
                  <c:v>3.63811E-2</c:v>
                </c:pt>
                <c:pt idx="5697">
                  <c:v>3.7490800000000005E-2</c:v>
                </c:pt>
                <c:pt idx="5698">
                  <c:v>3.6982999999999995E-2</c:v>
                </c:pt>
                <c:pt idx="5699">
                  <c:v>3.5404399999999996E-2</c:v>
                </c:pt>
                <c:pt idx="5700">
                  <c:v>3.3767499999999999E-2</c:v>
                </c:pt>
                <c:pt idx="5701">
                  <c:v>3.3804000000000001E-2</c:v>
                </c:pt>
                <c:pt idx="5702">
                  <c:v>3.1035199999999999E-2</c:v>
                </c:pt>
                <c:pt idx="5703">
                  <c:v>2.9942700000000003E-2</c:v>
                </c:pt>
                <c:pt idx="5704">
                  <c:v>2.9421599999999999E-2</c:v>
                </c:pt>
                <c:pt idx="5705">
                  <c:v>2.8975900000000002E-2</c:v>
                </c:pt>
                <c:pt idx="5706">
                  <c:v>2.9361399999999999E-2</c:v>
                </c:pt>
                <c:pt idx="5707">
                  <c:v>3.0199500000000001E-2</c:v>
                </c:pt>
                <c:pt idx="5708">
                  <c:v>3.0371499999999999E-2</c:v>
                </c:pt>
                <c:pt idx="5709">
                  <c:v>3.0397000000000004E-2</c:v>
                </c:pt>
                <c:pt idx="5710">
                  <c:v>2.9804500000000001E-2</c:v>
                </c:pt>
                <c:pt idx="5711">
                  <c:v>2.9125900000000003E-2</c:v>
                </c:pt>
                <c:pt idx="5712">
                  <c:v>2.8831400000000004E-2</c:v>
                </c:pt>
                <c:pt idx="5713">
                  <c:v>2.8622500000000002E-2</c:v>
                </c:pt>
                <c:pt idx="5714">
                  <c:v>2.9532200000000002E-2</c:v>
                </c:pt>
                <c:pt idx="5715">
                  <c:v>2.9459500000000003E-2</c:v>
                </c:pt>
                <c:pt idx="5716">
                  <c:v>2.8548899999999999E-2</c:v>
                </c:pt>
                <c:pt idx="5717">
                  <c:v>2.78132E-2</c:v>
                </c:pt>
                <c:pt idx="5718">
                  <c:v>2.6951299999999997E-2</c:v>
                </c:pt>
                <c:pt idx="5719">
                  <c:v>2.7240399999999998E-2</c:v>
                </c:pt>
                <c:pt idx="5720">
                  <c:v>2.8111000000000001E-2</c:v>
                </c:pt>
                <c:pt idx="5721">
                  <c:v>2.8025799999999997E-2</c:v>
                </c:pt>
                <c:pt idx="5722">
                  <c:v>2.7404199999999997E-2</c:v>
                </c:pt>
                <c:pt idx="5723">
                  <c:v>2.69801E-2</c:v>
                </c:pt>
                <c:pt idx="5724">
                  <c:v>2.6978100000000001E-2</c:v>
                </c:pt>
                <c:pt idx="5725">
                  <c:v>2.67218E-2</c:v>
                </c:pt>
                <c:pt idx="5726">
                  <c:v>2.6518099999999999E-2</c:v>
                </c:pt>
                <c:pt idx="5727">
                  <c:v>2.6858800000000002E-2</c:v>
                </c:pt>
                <c:pt idx="5728">
                  <c:v>2.78027E-2</c:v>
                </c:pt>
                <c:pt idx="5729">
                  <c:v>2.8227600000000002E-2</c:v>
                </c:pt>
                <c:pt idx="5730">
                  <c:v>2.84855E-2</c:v>
                </c:pt>
                <c:pt idx="5731">
                  <c:v>2.7966600000000001E-2</c:v>
                </c:pt>
                <c:pt idx="5732">
                  <c:v>2.8096699999999999E-2</c:v>
                </c:pt>
                <c:pt idx="5733">
                  <c:v>2.8013E-2</c:v>
                </c:pt>
                <c:pt idx="5734">
                  <c:v>2.78844E-2</c:v>
                </c:pt>
                <c:pt idx="5735">
                  <c:v>2.7888799999999998E-2</c:v>
                </c:pt>
                <c:pt idx="5736">
                  <c:v>2.7648300000000001E-2</c:v>
                </c:pt>
                <c:pt idx="5737">
                  <c:v>2.7456499999999998E-2</c:v>
                </c:pt>
                <c:pt idx="5738">
                  <c:v>2.7458100000000003E-2</c:v>
                </c:pt>
                <c:pt idx="5739">
                  <c:v>2.75824E-2</c:v>
                </c:pt>
                <c:pt idx="5740">
                  <c:v>2.7079700000000002E-2</c:v>
                </c:pt>
                <c:pt idx="5741">
                  <c:v>2.65793E-2</c:v>
                </c:pt>
                <c:pt idx="5742">
                  <c:v>2.7200499999999999E-2</c:v>
                </c:pt>
                <c:pt idx="5743">
                  <c:v>2.7138499999999999E-2</c:v>
                </c:pt>
                <c:pt idx="5744">
                  <c:v>2.6864699999999998E-2</c:v>
                </c:pt>
                <c:pt idx="5745">
                  <c:v>2.7229399999999997E-2</c:v>
                </c:pt>
                <c:pt idx="5746">
                  <c:v>2.7097199999999998E-2</c:v>
                </c:pt>
                <c:pt idx="5747">
                  <c:v>2.6778500000000004E-2</c:v>
                </c:pt>
                <c:pt idx="5748">
                  <c:v>2.6569200000000001E-2</c:v>
                </c:pt>
                <c:pt idx="5749">
                  <c:v>2.6586700000000001E-2</c:v>
                </c:pt>
                <c:pt idx="5750">
                  <c:v>2.6888099999999998E-2</c:v>
                </c:pt>
                <c:pt idx="5751">
                  <c:v>2.66932E-2</c:v>
                </c:pt>
                <c:pt idx="5752">
                  <c:v>2.6801100000000001E-2</c:v>
                </c:pt>
                <c:pt idx="5753">
                  <c:v>2.6670900000000001E-2</c:v>
                </c:pt>
                <c:pt idx="5754">
                  <c:v>2.6499400000000003E-2</c:v>
                </c:pt>
                <c:pt idx="5755">
                  <c:v>2.61868E-2</c:v>
                </c:pt>
                <c:pt idx="5756">
                  <c:v>2.6209800000000002E-2</c:v>
                </c:pt>
                <c:pt idx="5757">
                  <c:v>2.5977800000000002E-2</c:v>
                </c:pt>
                <c:pt idx="5758">
                  <c:v>2.6014699999999998E-2</c:v>
                </c:pt>
                <c:pt idx="5759">
                  <c:v>2.6849599999999998E-2</c:v>
                </c:pt>
                <c:pt idx="5760">
                  <c:v>2.6585000000000001E-2</c:v>
                </c:pt>
                <c:pt idx="5761">
                  <c:v>2.6041000000000002E-2</c:v>
                </c:pt>
                <c:pt idx="5762">
                  <c:v>2.52006E-2</c:v>
                </c:pt>
                <c:pt idx="5763">
                  <c:v>2.5357499999999998E-2</c:v>
                </c:pt>
                <c:pt idx="5764">
                  <c:v>2.6135100000000001E-2</c:v>
                </c:pt>
                <c:pt idx="5765">
                  <c:v>2.5977300000000002E-2</c:v>
                </c:pt>
                <c:pt idx="5766">
                  <c:v>2.6377100000000001E-2</c:v>
                </c:pt>
                <c:pt idx="5767">
                  <c:v>2.6530599999999998E-2</c:v>
                </c:pt>
                <c:pt idx="5768">
                  <c:v>2.7211200000000001E-2</c:v>
                </c:pt>
                <c:pt idx="5769">
                  <c:v>2.7323500000000001E-2</c:v>
                </c:pt>
                <c:pt idx="5770">
                  <c:v>2.6927499999999997E-2</c:v>
                </c:pt>
                <c:pt idx="5771">
                  <c:v>2.7126999999999998E-2</c:v>
                </c:pt>
                <c:pt idx="5772">
                  <c:v>2.7668700000000001E-2</c:v>
                </c:pt>
                <c:pt idx="5773">
                  <c:v>2.8865199999999997E-2</c:v>
                </c:pt>
                <c:pt idx="5774">
                  <c:v>2.9049099999999998E-2</c:v>
                </c:pt>
                <c:pt idx="5775">
                  <c:v>2.99075E-2</c:v>
                </c:pt>
                <c:pt idx="5776">
                  <c:v>2.9707999999999998E-2</c:v>
                </c:pt>
                <c:pt idx="5777">
                  <c:v>2.8839199999999999E-2</c:v>
                </c:pt>
                <c:pt idx="5778">
                  <c:v>2.88536E-2</c:v>
                </c:pt>
                <c:pt idx="5779">
                  <c:v>2.8517700000000003E-2</c:v>
                </c:pt>
                <c:pt idx="5780">
                  <c:v>2.8667200000000004E-2</c:v>
                </c:pt>
                <c:pt idx="5781">
                  <c:v>2.8332900000000001E-2</c:v>
                </c:pt>
                <c:pt idx="5782">
                  <c:v>2.8179199999999998E-2</c:v>
                </c:pt>
                <c:pt idx="5783">
                  <c:v>2.7095299999999996E-2</c:v>
                </c:pt>
                <c:pt idx="5784">
                  <c:v>2.6002600000000001E-2</c:v>
                </c:pt>
                <c:pt idx="5785">
                  <c:v>2.6552999999999997E-2</c:v>
                </c:pt>
                <c:pt idx="5786">
                  <c:v>2.71916E-2</c:v>
                </c:pt>
                <c:pt idx="5787">
                  <c:v>2.8047300000000001E-2</c:v>
                </c:pt>
                <c:pt idx="5788">
                  <c:v>2.8962799999999997E-2</c:v>
                </c:pt>
                <c:pt idx="5789">
                  <c:v>3.0999099999999998E-2</c:v>
                </c:pt>
                <c:pt idx="5790">
                  <c:v>3.1212400000000001E-2</c:v>
                </c:pt>
                <c:pt idx="5791">
                  <c:v>3.2664800000000001E-2</c:v>
                </c:pt>
                <c:pt idx="5792">
                  <c:v>3.2384799999999998E-2</c:v>
                </c:pt>
                <c:pt idx="5793">
                  <c:v>3.3086299999999999E-2</c:v>
                </c:pt>
                <c:pt idx="5794">
                  <c:v>3.5331899999999999E-2</c:v>
                </c:pt>
                <c:pt idx="5795">
                  <c:v>3.3566699999999998E-2</c:v>
                </c:pt>
                <c:pt idx="5796">
                  <c:v>3.3070000000000002E-2</c:v>
                </c:pt>
                <c:pt idx="5797">
                  <c:v>3.3169999999999998E-2</c:v>
                </c:pt>
                <c:pt idx="5798">
                  <c:v>3.2889100000000004E-2</c:v>
                </c:pt>
                <c:pt idx="5799">
                  <c:v>3.1974200000000001E-2</c:v>
                </c:pt>
                <c:pt idx="5800">
                  <c:v>3.1895E-2</c:v>
                </c:pt>
                <c:pt idx="5801">
                  <c:v>3.0523700000000001E-2</c:v>
                </c:pt>
                <c:pt idx="5802">
                  <c:v>2.9619299999999998E-2</c:v>
                </c:pt>
                <c:pt idx="5803">
                  <c:v>2.8851100000000001E-2</c:v>
                </c:pt>
                <c:pt idx="5804">
                  <c:v>2.8150499999999998E-2</c:v>
                </c:pt>
                <c:pt idx="5805">
                  <c:v>2.8495800000000002E-2</c:v>
                </c:pt>
                <c:pt idx="5806">
                  <c:v>2.9144799999999998E-2</c:v>
                </c:pt>
                <c:pt idx="5807">
                  <c:v>2.94921E-2</c:v>
                </c:pt>
                <c:pt idx="5808">
                  <c:v>2.9469299999999997E-2</c:v>
                </c:pt>
                <c:pt idx="5809">
                  <c:v>2.95985E-2</c:v>
                </c:pt>
                <c:pt idx="5810">
                  <c:v>2.9163099999999997E-2</c:v>
                </c:pt>
                <c:pt idx="5811">
                  <c:v>2.8658499999999996E-2</c:v>
                </c:pt>
                <c:pt idx="5812">
                  <c:v>2.8069E-2</c:v>
                </c:pt>
                <c:pt idx="5813">
                  <c:v>2.7823700000000003E-2</c:v>
                </c:pt>
                <c:pt idx="5814">
                  <c:v>2.7932499999999999E-2</c:v>
                </c:pt>
                <c:pt idx="5815">
                  <c:v>2.7946300000000004E-2</c:v>
                </c:pt>
                <c:pt idx="5816">
                  <c:v>2.81538E-2</c:v>
                </c:pt>
                <c:pt idx="5817">
                  <c:v>2.8509199999999998E-2</c:v>
                </c:pt>
                <c:pt idx="5818">
                  <c:v>2.8326100000000003E-2</c:v>
                </c:pt>
                <c:pt idx="5819">
                  <c:v>2.8136200000000004E-2</c:v>
                </c:pt>
                <c:pt idx="5820">
                  <c:v>2.8088299999999997E-2</c:v>
                </c:pt>
                <c:pt idx="5821">
                  <c:v>3.0004399999999997E-2</c:v>
                </c:pt>
                <c:pt idx="5822">
                  <c:v>3.0450700000000001E-2</c:v>
                </c:pt>
                <c:pt idx="5823">
                  <c:v>2.9636000000000003E-2</c:v>
                </c:pt>
                <c:pt idx="5824">
                  <c:v>2.9483999999999996E-2</c:v>
                </c:pt>
                <c:pt idx="5825">
                  <c:v>2.9740900000000001E-2</c:v>
                </c:pt>
                <c:pt idx="5826">
                  <c:v>3.0100999999999999E-2</c:v>
                </c:pt>
                <c:pt idx="5827">
                  <c:v>3.07195E-2</c:v>
                </c:pt>
                <c:pt idx="5828">
                  <c:v>3.05267E-2</c:v>
                </c:pt>
                <c:pt idx="5829">
                  <c:v>3.0517700000000002E-2</c:v>
                </c:pt>
                <c:pt idx="5830">
                  <c:v>3.0972199999999998E-2</c:v>
                </c:pt>
                <c:pt idx="5831">
                  <c:v>3.0684400000000001E-2</c:v>
                </c:pt>
                <c:pt idx="5832">
                  <c:v>3.0232600000000002E-2</c:v>
                </c:pt>
                <c:pt idx="5833">
                  <c:v>3.0102100000000003E-2</c:v>
                </c:pt>
                <c:pt idx="5834">
                  <c:v>3.0214899999999999E-2</c:v>
                </c:pt>
                <c:pt idx="5835">
                  <c:v>3.0269600000000004E-2</c:v>
                </c:pt>
                <c:pt idx="5836">
                  <c:v>2.9622100000000002E-2</c:v>
                </c:pt>
                <c:pt idx="5837">
                  <c:v>2.8811399999999997E-2</c:v>
                </c:pt>
                <c:pt idx="5838">
                  <c:v>2.87846E-2</c:v>
                </c:pt>
                <c:pt idx="5839">
                  <c:v>2.8697000000000004E-2</c:v>
                </c:pt>
                <c:pt idx="5840">
                  <c:v>2.8588700000000002E-2</c:v>
                </c:pt>
                <c:pt idx="5841">
                  <c:v>2.8594099999999997E-2</c:v>
                </c:pt>
                <c:pt idx="5842">
                  <c:v>2.8351899999999999E-2</c:v>
                </c:pt>
                <c:pt idx="5843">
                  <c:v>2.79492E-2</c:v>
                </c:pt>
                <c:pt idx="5844">
                  <c:v>2.7822300000000001E-2</c:v>
                </c:pt>
                <c:pt idx="5845">
                  <c:v>2.7713400000000003E-2</c:v>
                </c:pt>
                <c:pt idx="5846">
                  <c:v>2.7846499999999996E-2</c:v>
                </c:pt>
                <c:pt idx="5847">
                  <c:v>2.7476E-2</c:v>
                </c:pt>
                <c:pt idx="5848">
                  <c:v>2.70437E-2</c:v>
                </c:pt>
                <c:pt idx="5849">
                  <c:v>2.6237799999999999E-2</c:v>
                </c:pt>
                <c:pt idx="5850">
                  <c:v>2.5440600000000001E-2</c:v>
                </c:pt>
                <c:pt idx="5851">
                  <c:v>2.53279E-2</c:v>
                </c:pt>
                <c:pt idx="5852">
                  <c:v>2.5084100000000002E-2</c:v>
                </c:pt>
                <c:pt idx="5853">
                  <c:v>2.48157E-2</c:v>
                </c:pt>
                <c:pt idx="5854">
                  <c:v>2.4483099999999997E-2</c:v>
                </c:pt>
                <c:pt idx="5855">
                  <c:v>2.39773E-2</c:v>
                </c:pt>
                <c:pt idx="5856">
                  <c:v>2.3762799999999997E-2</c:v>
                </c:pt>
                <c:pt idx="5857">
                  <c:v>2.4087600000000001E-2</c:v>
                </c:pt>
                <c:pt idx="5858">
                  <c:v>2.3951300000000002E-2</c:v>
                </c:pt>
                <c:pt idx="5859">
                  <c:v>2.3897600000000001E-2</c:v>
                </c:pt>
                <c:pt idx="5860">
                  <c:v>2.4045799999999999E-2</c:v>
                </c:pt>
                <c:pt idx="5861">
                  <c:v>2.3828999999999999E-2</c:v>
                </c:pt>
                <c:pt idx="5862">
                  <c:v>2.3658099999999998E-2</c:v>
                </c:pt>
                <c:pt idx="5863">
                  <c:v>2.3625299999999998E-2</c:v>
                </c:pt>
                <c:pt idx="5864">
                  <c:v>2.3645699999999999E-2</c:v>
                </c:pt>
                <c:pt idx="5865">
                  <c:v>2.34971E-2</c:v>
                </c:pt>
                <c:pt idx="5866">
                  <c:v>2.3576699999999999E-2</c:v>
                </c:pt>
                <c:pt idx="5867">
                  <c:v>2.38383E-2</c:v>
                </c:pt>
                <c:pt idx="5868">
                  <c:v>2.3669100000000002E-2</c:v>
                </c:pt>
                <c:pt idx="5869">
                  <c:v>2.3623100000000001E-2</c:v>
                </c:pt>
                <c:pt idx="5870">
                  <c:v>2.35707E-2</c:v>
                </c:pt>
                <c:pt idx="5871">
                  <c:v>2.3775000000000001E-2</c:v>
                </c:pt>
                <c:pt idx="5872">
                  <c:v>2.4287799999999998E-2</c:v>
                </c:pt>
                <c:pt idx="5873">
                  <c:v>2.4566300000000003E-2</c:v>
                </c:pt>
                <c:pt idx="5874">
                  <c:v>2.4686400000000001E-2</c:v>
                </c:pt>
                <c:pt idx="5875">
                  <c:v>2.4616499999999999E-2</c:v>
                </c:pt>
                <c:pt idx="5876">
                  <c:v>2.40333E-2</c:v>
                </c:pt>
                <c:pt idx="5877">
                  <c:v>2.2840900000000001E-2</c:v>
                </c:pt>
                <c:pt idx="5878">
                  <c:v>2.2429499999999998E-2</c:v>
                </c:pt>
                <c:pt idx="5879">
                  <c:v>2.23625E-2</c:v>
                </c:pt>
                <c:pt idx="5880">
                  <c:v>2.1992500000000002E-2</c:v>
                </c:pt>
                <c:pt idx="5881">
                  <c:v>2.18035E-2</c:v>
                </c:pt>
                <c:pt idx="5882">
                  <c:v>2.18409E-2</c:v>
                </c:pt>
                <c:pt idx="5883">
                  <c:v>2.16323E-2</c:v>
                </c:pt>
                <c:pt idx="5884">
                  <c:v>2.1304E-2</c:v>
                </c:pt>
                <c:pt idx="5885">
                  <c:v>2.0853E-2</c:v>
                </c:pt>
                <c:pt idx="5886">
                  <c:v>2.0603800000000002E-2</c:v>
                </c:pt>
                <c:pt idx="5887">
                  <c:v>2.0430500000000001E-2</c:v>
                </c:pt>
                <c:pt idx="5888">
                  <c:v>2.0168999999999999E-2</c:v>
                </c:pt>
                <c:pt idx="5889">
                  <c:v>2.0103700000000002E-2</c:v>
                </c:pt>
                <c:pt idx="5890">
                  <c:v>2.0208899999999998E-2</c:v>
                </c:pt>
                <c:pt idx="5891">
                  <c:v>2.0835099999999999E-2</c:v>
                </c:pt>
                <c:pt idx="5892">
                  <c:v>2.12293E-2</c:v>
                </c:pt>
                <c:pt idx="5893">
                  <c:v>2.0871199999999999E-2</c:v>
                </c:pt>
                <c:pt idx="5894">
                  <c:v>2.0707900000000001E-2</c:v>
                </c:pt>
                <c:pt idx="5895">
                  <c:v>2.0663499999999998E-2</c:v>
                </c:pt>
                <c:pt idx="5896">
                  <c:v>2.0813999999999999E-2</c:v>
                </c:pt>
                <c:pt idx="5897">
                  <c:v>2.0696300000000001E-2</c:v>
                </c:pt>
                <c:pt idx="5898">
                  <c:v>2.0637100000000002E-2</c:v>
                </c:pt>
                <c:pt idx="5899">
                  <c:v>2.1097999999999999E-2</c:v>
                </c:pt>
                <c:pt idx="5900">
                  <c:v>2.1790399999999998E-2</c:v>
                </c:pt>
                <c:pt idx="5901">
                  <c:v>2.2034600000000001E-2</c:v>
                </c:pt>
                <c:pt idx="5902">
                  <c:v>2.23755E-2</c:v>
                </c:pt>
                <c:pt idx="5903">
                  <c:v>2.2641100000000001E-2</c:v>
                </c:pt>
                <c:pt idx="5904">
                  <c:v>2.2721100000000001E-2</c:v>
                </c:pt>
                <c:pt idx="5905">
                  <c:v>2.26272E-2</c:v>
                </c:pt>
                <c:pt idx="5906">
                  <c:v>2.2108099999999999E-2</c:v>
                </c:pt>
                <c:pt idx="5907">
                  <c:v>2.2197600000000001E-2</c:v>
                </c:pt>
                <c:pt idx="5908">
                  <c:v>2.20133E-2</c:v>
                </c:pt>
                <c:pt idx="5909">
                  <c:v>2.1112799999999998E-2</c:v>
                </c:pt>
                <c:pt idx="5910">
                  <c:v>2.0744599999999998E-2</c:v>
                </c:pt>
                <c:pt idx="5911">
                  <c:v>2.0612399999999999E-2</c:v>
                </c:pt>
                <c:pt idx="5912">
                  <c:v>2.0838700000000002E-2</c:v>
                </c:pt>
                <c:pt idx="5913">
                  <c:v>2.0722600000000001E-2</c:v>
                </c:pt>
                <c:pt idx="5914">
                  <c:v>2.0657599999999998E-2</c:v>
                </c:pt>
                <c:pt idx="5915">
                  <c:v>2.1037400000000001E-2</c:v>
                </c:pt>
                <c:pt idx="5916">
                  <c:v>2.1348900000000001E-2</c:v>
                </c:pt>
                <c:pt idx="5917">
                  <c:v>2.1423400000000002E-2</c:v>
                </c:pt>
                <c:pt idx="5918">
                  <c:v>2.1266500000000001E-2</c:v>
                </c:pt>
                <c:pt idx="5919">
                  <c:v>2.13203E-2</c:v>
                </c:pt>
                <c:pt idx="5920">
                  <c:v>2.1554900000000002E-2</c:v>
                </c:pt>
                <c:pt idx="5921">
                  <c:v>2.1164099999999998E-2</c:v>
                </c:pt>
                <c:pt idx="5922">
                  <c:v>2.0809500000000002E-2</c:v>
                </c:pt>
                <c:pt idx="5923">
                  <c:v>2.07198E-2</c:v>
                </c:pt>
                <c:pt idx="5924">
                  <c:v>2.0765100000000002E-2</c:v>
                </c:pt>
                <c:pt idx="5925">
                  <c:v>2.0513300000000002E-2</c:v>
                </c:pt>
                <c:pt idx="5926">
                  <c:v>2.2729800000000001E-2</c:v>
                </c:pt>
                <c:pt idx="5927">
                  <c:v>2.30758E-2</c:v>
                </c:pt>
                <c:pt idx="5928">
                  <c:v>2.26891E-2</c:v>
                </c:pt>
                <c:pt idx="5929">
                  <c:v>2.2568700000000001E-2</c:v>
                </c:pt>
                <c:pt idx="5930">
                  <c:v>2.2951300000000001E-2</c:v>
                </c:pt>
                <c:pt idx="5931">
                  <c:v>2.3727699999999997E-2</c:v>
                </c:pt>
                <c:pt idx="5932">
                  <c:v>2.38097E-2</c:v>
                </c:pt>
                <c:pt idx="5933">
                  <c:v>2.41117E-2</c:v>
                </c:pt>
                <c:pt idx="5934">
                  <c:v>2.4520400000000001E-2</c:v>
                </c:pt>
                <c:pt idx="5935">
                  <c:v>2.5795299999999997E-2</c:v>
                </c:pt>
                <c:pt idx="5936">
                  <c:v>2.6014800000000001E-2</c:v>
                </c:pt>
                <c:pt idx="5937">
                  <c:v>2.6378699999999998E-2</c:v>
                </c:pt>
                <c:pt idx="5938">
                  <c:v>2.6157699999999999E-2</c:v>
                </c:pt>
                <c:pt idx="5939">
                  <c:v>2.6060399999999997E-2</c:v>
                </c:pt>
                <c:pt idx="5940">
                  <c:v>2.51247E-2</c:v>
                </c:pt>
                <c:pt idx="5941">
                  <c:v>2.4850500000000001E-2</c:v>
                </c:pt>
                <c:pt idx="5942">
                  <c:v>2.4786199999999998E-2</c:v>
                </c:pt>
                <c:pt idx="5943">
                  <c:v>2.4835400000000001E-2</c:v>
                </c:pt>
                <c:pt idx="5944">
                  <c:v>2.40485E-2</c:v>
                </c:pt>
                <c:pt idx="5945">
                  <c:v>2.3533800000000001E-2</c:v>
                </c:pt>
                <c:pt idx="5946">
                  <c:v>2.3929599999999999E-2</c:v>
                </c:pt>
                <c:pt idx="5947">
                  <c:v>2.4245699999999999E-2</c:v>
                </c:pt>
                <c:pt idx="5948">
                  <c:v>2.45101E-2</c:v>
                </c:pt>
                <c:pt idx="5949">
                  <c:v>2.41935E-2</c:v>
                </c:pt>
                <c:pt idx="5950">
                  <c:v>2.37564E-2</c:v>
                </c:pt>
                <c:pt idx="5951">
                  <c:v>2.3735900000000001E-2</c:v>
                </c:pt>
                <c:pt idx="5952">
                  <c:v>2.3947699999999999E-2</c:v>
                </c:pt>
                <c:pt idx="5953">
                  <c:v>2.38891E-2</c:v>
                </c:pt>
                <c:pt idx="5954">
                  <c:v>2.2948E-2</c:v>
                </c:pt>
                <c:pt idx="5955">
                  <c:v>2.2192699999999999E-2</c:v>
                </c:pt>
                <c:pt idx="5956">
                  <c:v>2.1693899999999999E-2</c:v>
                </c:pt>
                <c:pt idx="5957">
                  <c:v>2.0774999999999998E-2</c:v>
                </c:pt>
                <c:pt idx="5958">
                  <c:v>1.9953800000000001E-2</c:v>
                </c:pt>
                <c:pt idx="5959">
                  <c:v>2.0840299999999999E-2</c:v>
                </c:pt>
                <c:pt idx="5960">
                  <c:v>2.1347399999999999E-2</c:v>
                </c:pt>
                <c:pt idx="5961">
                  <c:v>2.1612100000000002E-2</c:v>
                </c:pt>
                <c:pt idx="5962">
                  <c:v>2.1838699999999999E-2</c:v>
                </c:pt>
                <c:pt idx="5963">
                  <c:v>2.1626300000000001E-2</c:v>
                </c:pt>
                <c:pt idx="5964">
                  <c:v>2.1496399999999999E-2</c:v>
                </c:pt>
                <c:pt idx="5965">
                  <c:v>2.0721100000000003E-2</c:v>
                </c:pt>
                <c:pt idx="5966">
                  <c:v>2.0187699999999999E-2</c:v>
                </c:pt>
                <c:pt idx="5967">
                  <c:v>2.0440199999999999E-2</c:v>
                </c:pt>
                <c:pt idx="5968">
                  <c:v>2.0482E-2</c:v>
                </c:pt>
                <c:pt idx="5969">
                  <c:v>2.0056000000000001E-2</c:v>
                </c:pt>
                <c:pt idx="5970">
                  <c:v>1.9847099999999999E-2</c:v>
                </c:pt>
                <c:pt idx="5971">
                  <c:v>1.98657E-2</c:v>
                </c:pt>
                <c:pt idx="5972">
                  <c:v>1.9909899999999998E-2</c:v>
                </c:pt>
                <c:pt idx="5973">
                  <c:v>1.9798900000000001E-2</c:v>
                </c:pt>
                <c:pt idx="5974">
                  <c:v>1.9760900000000001E-2</c:v>
                </c:pt>
                <c:pt idx="5975">
                  <c:v>1.9599700000000001E-2</c:v>
                </c:pt>
                <c:pt idx="5976">
                  <c:v>1.9151499999999998E-2</c:v>
                </c:pt>
                <c:pt idx="5977">
                  <c:v>1.89515E-2</c:v>
                </c:pt>
                <c:pt idx="5978">
                  <c:v>1.8894600000000001E-2</c:v>
                </c:pt>
                <c:pt idx="5979">
                  <c:v>1.82662E-2</c:v>
                </c:pt>
                <c:pt idx="5980">
                  <c:v>1.8040500000000001E-2</c:v>
                </c:pt>
                <c:pt idx="5981">
                  <c:v>1.8286799999999999E-2</c:v>
                </c:pt>
                <c:pt idx="5982">
                  <c:v>1.8240900000000001E-2</c:v>
                </c:pt>
                <c:pt idx="5983">
                  <c:v>1.81225E-2</c:v>
                </c:pt>
                <c:pt idx="5984">
                  <c:v>1.78461E-2</c:v>
                </c:pt>
                <c:pt idx="5985">
                  <c:v>1.76872E-2</c:v>
                </c:pt>
                <c:pt idx="5986">
                  <c:v>1.7144900000000001E-2</c:v>
                </c:pt>
                <c:pt idx="5987">
                  <c:v>1.68326E-2</c:v>
                </c:pt>
                <c:pt idx="5988">
                  <c:v>1.6841999999999999E-2</c:v>
                </c:pt>
                <c:pt idx="5989">
                  <c:v>1.6699800000000001E-2</c:v>
                </c:pt>
                <c:pt idx="5990">
                  <c:v>1.65655E-2</c:v>
                </c:pt>
                <c:pt idx="5991">
                  <c:v>1.6438600000000001E-2</c:v>
                </c:pt>
                <c:pt idx="5992">
                  <c:v>1.6176200000000002E-2</c:v>
                </c:pt>
                <c:pt idx="5993">
                  <c:v>1.5832200000000001E-2</c:v>
                </c:pt>
                <c:pt idx="5994">
                  <c:v>1.58195E-2</c:v>
                </c:pt>
                <c:pt idx="5995">
                  <c:v>1.58944E-2</c:v>
                </c:pt>
                <c:pt idx="5996">
                  <c:v>1.5863700000000001E-2</c:v>
                </c:pt>
                <c:pt idx="5997">
                  <c:v>1.5802199999999999E-2</c:v>
                </c:pt>
                <c:pt idx="5998">
                  <c:v>1.57086E-2</c:v>
                </c:pt>
                <c:pt idx="5999">
                  <c:v>1.5783200000000001E-2</c:v>
                </c:pt>
                <c:pt idx="6000">
                  <c:v>1.64902E-2</c:v>
                </c:pt>
                <c:pt idx="6001">
                  <c:v>1.7139099999999997E-2</c:v>
                </c:pt>
                <c:pt idx="6002">
                  <c:v>1.75744E-2</c:v>
                </c:pt>
                <c:pt idx="6003">
                  <c:v>1.7592400000000001E-2</c:v>
                </c:pt>
                <c:pt idx="6004">
                  <c:v>1.7759999999999998E-2</c:v>
                </c:pt>
                <c:pt idx="6005">
                  <c:v>1.79904E-2</c:v>
                </c:pt>
                <c:pt idx="6006">
                  <c:v>1.7517599999999998E-2</c:v>
                </c:pt>
                <c:pt idx="6007">
                  <c:v>1.7228E-2</c:v>
                </c:pt>
                <c:pt idx="6008">
                  <c:v>1.6937999999999998E-2</c:v>
                </c:pt>
                <c:pt idx="6009">
                  <c:v>1.7033E-2</c:v>
                </c:pt>
                <c:pt idx="6010">
                  <c:v>1.7299999999999999E-2</c:v>
                </c:pt>
                <c:pt idx="6011">
                  <c:v>1.7451100000000001E-2</c:v>
                </c:pt>
                <c:pt idx="6012">
                  <c:v>1.7620799999999999E-2</c:v>
                </c:pt>
                <c:pt idx="6013">
                  <c:v>1.7784399999999999E-2</c:v>
                </c:pt>
                <c:pt idx="6014">
                  <c:v>1.7800800000000002E-2</c:v>
                </c:pt>
                <c:pt idx="6015">
                  <c:v>1.7974500000000001E-2</c:v>
                </c:pt>
                <c:pt idx="6016">
                  <c:v>1.8054400000000002E-2</c:v>
                </c:pt>
                <c:pt idx="6017">
                  <c:v>1.7881399999999999E-2</c:v>
                </c:pt>
                <c:pt idx="6018">
                  <c:v>1.7622499999999999E-2</c:v>
                </c:pt>
                <c:pt idx="6019">
                  <c:v>1.7361500000000002E-2</c:v>
                </c:pt>
                <c:pt idx="6020">
                  <c:v>1.7031600000000001E-2</c:v>
                </c:pt>
                <c:pt idx="6021">
                  <c:v>1.7262E-2</c:v>
                </c:pt>
                <c:pt idx="6022">
                  <c:v>1.8059100000000002E-2</c:v>
                </c:pt>
                <c:pt idx="6023">
                  <c:v>1.8234800000000002E-2</c:v>
                </c:pt>
                <c:pt idx="6024">
                  <c:v>1.8598799999999999E-2</c:v>
                </c:pt>
                <c:pt idx="6025">
                  <c:v>1.87108E-2</c:v>
                </c:pt>
                <c:pt idx="6026">
                  <c:v>1.8455000000000003E-2</c:v>
                </c:pt>
                <c:pt idx="6027">
                  <c:v>1.8506100000000001E-2</c:v>
                </c:pt>
                <c:pt idx="6028">
                  <c:v>1.8538599999999999E-2</c:v>
                </c:pt>
                <c:pt idx="6029">
                  <c:v>1.8569800000000001E-2</c:v>
                </c:pt>
                <c:pt idx="6030">
                  <c:v>1.8497300000000001E-2</c:v>
                </c:pt>
                <c:pt idx="6031">
                  <c:v>1.8115799999999998E-2</c:v>
                </c:pt>
                <c:pt idx="6032">
                  <c:v>1.7537200000000003E-2</c:v>
                </c:pt>
                <c:pt idx="6033">
                  <c:v>1.7374400000000002E-2</c:v>
                </c:pt>
                <c:pt idx="6034">
                  <c:v>1.7321100000000002E-2</c:v>
                </c:pt>
                <c:pt idx="6035">
                  <c:v>1.7881000000000001E-2</c:v>
                </c:pt>
                <c:pt idx="6036">
                  <c:v>1.77918E-2</c:v>
                </c:pt>
                <c:pt idx="6037">
                  <c:v>1.70124E-2</c:v>
                </c:pt>
                <c:pt idx="6038">
                  <c:v>1.63079E-2</c:v>
                </c:pt>
                <c:pt idx="6039">
                  <c:v>1.6272499999999999E-2</c:v>
                </c:pt>
                <c:pt idx="6040">
                  <c:v>1.65538E-2</c:v>
                </c:pt>
                <c:pt idx="6041">
                  <c:v>1.6560400000000003E-2</c:v>
                </c:pt>
                <c:pt idx="6042">
                  <c:v>1.6095399999999999E-2</c:v>
                </c:pt>
                <c:pt idx="6043">
                  <c:v>1.5586500000000001E-2</c:v>
                </c:pt>
                <c:pt idx="6044">
                  <c:v>1.55078E-2</c:v>
                </c:pt>
                <c:pt idx="6045">
                  <c:v>1.5867699999999998E-2</c:v>
                </c:pt>
                <c:pt idx="6046">
                  <c:v>1.58949E-2</c:v>
                </c:pt>
                <c:pt idx="6047">
                  <c:v>1.5968899999999998E-2</c:v>
                </c:pt>
                <c:pt idx="6048">
                  <c:v>1.6208899999999998E-2</c:v>
                </c:pt>
                <c:pt idx="6049">
                  <c:v>1.6117799999999998E-2</c:v>
                </c:pt>
                <c:pt idx="6050">
                  <c:v>1.5880200000000001E-2</c:v>
                </c:pt>
                <c:pt idx="6051">
                  <c:v>1.5465700000000001E-2</c:v>
                </c:pt>
                <c:pt idx="6052">
                  <c:v>1.5718299999999998E-2</c:v>
                </c:pt>
                <c:pt idx="6053">
                  <c:v>1.5998700000000001E-2</c:v>
                </c:pt>
                <c:pt idx="6054">
                  <c:v>1.6285600000000001E-2</c:v>
                </c:pt>
                <c:pt idx="6055">
                  <c:v>1.6363599999999999E-2</c:v>
                </c:pt>
                <c:pt idx="6056">
                  <c:v>1.8010100000000001E-2</c:v>
                </c:pt>
                <c:pt idx="6057">
                  <c:v>1.73034E-2</c:v>
                </c:pt>
                <c:pt idx="6058">
                  <c:v>1.75557E-2</c:v>
                </c:pt>
                <c:pt idx="6059">
                  <c:v>1.75903E-2</c:v>
                </c:pt>
                <c:pt idx="6060">
                  <c:v>1.74757E-2</c:v>
                </c:pt>
                <c:pt idx="6061">
                  <c:v>1.74658E-2</c:v>
                </c:pt>
                <c:pt idx="6062">
                  <c:v>1.7443799999999999E-2</c:v>
                </c:pt>
                <c:pt idx="6063">
                  <c:v>1.7414699999999998E-2</c:v>
                </c:pt>
                <c:pt idx="6064">
                  <c:v>1.75055E-2</c:v>
                </c:pt>
                <c:pt idx="6065">
                  <c:v>1.76229E-2</c:v>
                </c:pt>
                <c:pt idx="6066">
                  <c:v>1.76312E-2</c:v>
                </c:pt>
                <c:pt idx="6067">
                  <c:v>1.7819999999999999E-2</c:v>
                </c:pt>
                <c:pt idx="6068">
                  <c:v>1.7794399999999998E-2</c:v>
                </c:pt>
                <c:pt idx="6069">
                  <c:v>1.74173E-2</c:v>
                </c:pt>
                <c:pt idx="6070">
                  <c:v>1.6880099999999999E-2</c:v>
                </c:pt>
                <c:pt idx="6071">
                  <c:v>1.73367E-2</c:v>
                </c:pt>
                <c:pt idx="6072">
                  <c:v>1.77433E-2</c:v>
                </c:pt>
                <c:pt idx="6073">
                  <c:v>1.8320199999999998E-2</c:v>
                </c:pt>
                <c:pt idx="6074">
                  <c:v>1.9094900000000001E-2</c:v>
                </c:pt>
                <c:pt idx="6075">
                  <c:v>1.9636199999999999E-2</c:v>
                </c:pt>
                <c:pt idx="6076">
                  <c:v>1.9718199999999998E-2</c:v>
                </c:pt>
                <c:pt idx="6077">
                  <c:v>1.9668399999999999E-2</c:v>
                </c:pt>
                <c:pt idx="6078">
                  <c:v>1.9795E-2</c:v>
                </c:pt>
                <c:pt idx="6079">
                  <c:v>1.9564700000000001E-2</c:v>
                </c:pt>
                <c:pt idx="6080">
                  <c:v>1.9000599999999999E-2</c:v>
                </c:pt>
                <c:pt idx="6081">
                  <c:v>1.8908999999999999E-2</c:v>
                </c:pt>
                <c:pt idx="6082">
                  <c:v>1.9122200000000002E-2</c:v>
                </c:pt>
                <c:pt idx="6083">
                  <c:v>1.90571E-2</c:v>
                </c:pt>
                <c:pt idx="6084">
                  <c:v>1.8734500000000001E-2</c:v>
                </c:pt>
                <c:pt idx="6085">
                  <c:v>1.9093499999999999E-2</c:v>
                </c:pt>
                <c:pt idx="6086">
                  <c:v>1.9317500000000001E-2</c:v>
                </c:pt>
                <c:pt idx="6087">
                  <c:v>1.9049799999999999E-2</c:v>
                </c:pt>
                <c:pt idx="6088">
                  <c:v>1.8396700000000002E-2</c:v>
                </c:pt>
                <c:pt idx="6089">
                  <c:v>1.7742899999999999E-2</c:v>
                </c:pt>
                <c:pt idx="6090">
                  <c:v>1.75446E-2</c:v>
                </c:pt>
                <c:pt idx="6091">
                  <c:v>1.7744599999999999E-2</c:v>
                </c:pt>
                <c:pt idx="6092">
                  <c:v>1.7725899999999999E-2</c:v>
                </c:pt>
                <c:pt idx="6093">
                  <c:v>1.7575999999999998E-2</c:v>
                </c:pt>
                <c:pt idx="6094">
                  <c:v>1.7519999999999997E-2</c:v>
                </c:pt>
                <c:pt idx="6095">
                  <c:v>1.76265E-2</c:v>
                </c:pt>
                <c:pt idx="6096">
                  <c:v>1.7081100000000002E-2</c:v>
                </c:pt>
                <c:pt idx="6097">
                  <c:v>1.71369E-2</c:v>
                </c:pt>
                <c:pt idx="6098">
                  <c:v>1.7482400000000002E-2</c:v>
                </c:pt>
                <c:pt idx="6099">
                  <c:v>1.7429199999999999E-2</c:v>
                </c:pt>
                <c:pt idx="6100">
                  <c:v>1.7490000000000002E-2</c:v>
                </c:pt>
                <c:pt idx="6101">
                  <c:v>1.7761300000000001E-2</c:v>
                </c:pt>
                <c:pt idx="6102">
                  <c:v>1.8628599999999999E-2</c:v>
                </c:pt>
                <c:pt idx="6103">
                  <c:v>1.9242200000000001E-2</c:v>
                </c:pt>
                <c:pt idx="6104">
                  <c:v>1.93785E-2</c:v>
                </c:pt>
                <c:pt idx="6105">
                  <c:v>1.9391800000000001E-2</c:v>
                </c:pt>
                <c:pt idx="6106">
                  <c:v>1.94678E-2</c:v>
                </c:pt>
                <c:pt idx="6107">
                  <c:v>1.93504E-2</c:v>
                </c:pt>
                <c:pt idx="6108">
                  <c:v>1.92324E-2</c:v>
                </c:pt>
                <c:pt idx="6109">
                  <c:v>1.9031299999999998E-2</c:v>
                </c:pt>
                <c:pt idx="6110">
                  <c:v>1.9093000000000002E-2</c:v>
                </c:pt>
                <c:pt idx="6111">
                  <c:v>1.8965100000000002E-2</c:v>
                </c:pt>
                <c:pt idx="6112">
                  <c:v>1.9099399999999999E-2</c:v>
                </c:pt>
                <c:pt idx="6113">
                  <c:v>1.8705799999999998E-2</c:v>
                </c:pt>
                <c:pt idx="6114">
                  <c:v>1.8481899999999999E-2</c:v>
                </c:pt>
                <c:pt idx="6115">
                  <c:v>1.8501099999999999E-2</c:v>
                </c:pt>
                <c:pt idx="6116">
                  <c:v>1.8541700000000001E-2</c:v>
                </c:pt>
                <c:pt idx="6117">
                  <c:v>1.9119900000000002E-2</c:v>
                </c:pt>
                <c:pt idx="6118">
                  <c:v>1.9606200000000001E-2</c:v>
                </c:pt>
                <c:pt idx="6119">
                  <c:v>2.00316E-2</c:v>
                </c:pt>
                <c:pt idx="6120">
                  <c:v>1.98487E-2</c:v>
                </c:pt>
                <c:pt idx="6121">
                  <c:v>1.97425E-2</c:v>
                </c:pt>
                <c:pt idx="6122">
                  <c:v>2.00907E-2</c:v>
                </c:pt>
                <c:pt idx="6123">
                  <c:v>2.0434399999999998E-2</c:v>
                </c:pt>
                <c:pt idx="6124">
                  <c:v>2.0082200000000001E-2</c:v>
                </c:pt>
                <c:pt idx="6125">
                  <c:v>1.9638599999999999E-2</c:v>
                </c:pt>
                <c:pt idx="6126">
                  <c:v>1.97431E-2</c:v>
                </c:pt>
                <c:pt idx="6127">
                  <c:v>1.97897E-2</c:v>
                </c:pt>
                <c:pt idx="6128">
                  <c:v>1.9717500000000002E-2</c:v>
                </c:pt>
                <c:pt idx="6129">
                  <c:v>1.9668000000000001E-2</c:v>
                </c:pt>
                <c:pt idx="6130">
                  <c:v>1.9486799999999999E-2</c:v>
                </c:pt>
                <c:pt idx="6131">
                  <c:v>1.8951800000000001E-2</c:v>
                </c:pt>
                <c:pt idx="6132">
                  <c:v>1.88212E-2</c:v>
                </c:pt>
                <c:pt idx="6133">
                  <c:v>1.84875E-2</c:v>
                </c:pt>
                <c:pt idx="6134">
                  <c:v>1.82019E-2</c:v>
                </c:pt>
                <c:pt idx="6135">
                  <c:v>1.8234800000000002E-2</c:v>
                </c:pt>
                <c:pt idx="6136">
                  <c:v>1.7855199999999998E-2</c:v>
                </c:pt>
                <c:pt idx="6137">
                  <c:v>1.7844200000000001E-2</c:v>
                </c:pt>
                <c:pt idx="6138">
                  <c:v>1.7642500000000002E-2</c:v>
                </c:pt>
                <c:pt idx="6139">
                  <c:v>1.76814E-2</c:v>
                </c:pt>
                <c:pt idx="6140">
                  <c:v>1.7726699999999998E-2</c:v>
                </c:pt>
                <c:pt idx="6141">
                  <c:v>1.8018100000000002E-2</c:v>
                </c:pt>
                <c:pt idx="6142">
                  <c:v>1.85413E-2</c:v>
                </c:pt>
                <c:pt idx="6143">
                  <c:v>1.8816099999999999E-2</c:v>
                </c:pt>
                <c:pt idx="6144">
                  <c:v>1.8573800000000001E-2</c:v>
                </c:pt>
                <c:pt idx="6145">
                  <c:v>1.8456399999999998E-2</c:v>
                </c:pt>
                <c:pt idx="6146">
                  <c:v>1.8991000000000001E-2</c:v>
                </c:pt>
                <c:pt idx="6147">
                  <c:v>1.8938699999999999E-2</c:v>
                </c:pt>
                <c:pt idx="6148">
                  <c:v>1.86302E-2</c:v>
                </c:pt>
                <c:pt idx="6149">
                  <c:v>1.86477E-2</c:v>
                </c:pt>
                <c:pt idx="6150">
                  <c:v>1.8836600000000002E-2</c:v>
                </c:pt>
                <c:pt idx="6151">
                  <c:v>1.8795800000000001E-2</c:v>
                </c:pt>
                <c:pt idx="6152">
                  <c:v>1.91331E-2</c:v>
                </c:pt>
                <c:pt idx="6153">
                  <c:v>2.0059500000000001E-2</c:v>
                </c:pt>
                <c:pt idx="6154">
                  <c:v>2.0811600000000003E-2</c:v>
                </c:pt>
                <c:pt idx="6155">
                  <c:v>2.1076400000000002E-2</c:v>
                </c:pt>
                <c:pt idx="6156">
                  <c:v>2.09464E-2</c:v>
                </c:pt>
                <c:pt idx="6157">
                  <c:v>2.0391800000000002E-2</c:v>
                </c:pt>
                <c:pt idx="6158">
                  <c:v>2.0161500000000002E-2</c:v>
                </c:pt>
                <c:pt idx="6159">
                  <c:v>2.0154200000000001E-2</c:v>
                </c:pt>
                <c:pt idx="6160">
                  <c:v>1.9810700000000001E-2</c:v>
                </c:pt>
                <c:pt idx="6161">
                  <c:v>1.9543100000000001E-2</c:v>
                </c:pt>
                <c:pt idx="6162">
                  <c:v>1.89591E-2</c:v>
                </c:pt>
                <c:pt idx="6163">
                  <c:v>1.8484E-2</c:v>
                </c:pt>
                <c:pt idx="6164">
                  <c:v>1.7541600000000001E-2</c:v>
                </c:pt>
                <c:pt idx="6165">
                  <c:v>1.7617599999999997E-2</c:v>
                </c:pt>
                <c:pt idx="6166">
                  <c:v>1.7495400000000001E-2</c:v>
                </c:pt>
                <c:pt idx="6167">
                  <c:v>1.7561899999999998E-2</c:v>
                </c:pt>
                <c:pt idx="6168">
                  <c:v>1.72712E-2</c:v>
                </c:pt>
                <c:pt idx="6169">
                  <c:v>1.71912E-2</c:v>
                </c:pt>
                <c:pt idx="6170">
                  <c:v>1.7282800000000001E-2</c:v>
                </c:pt>
                <c:pt idx="6171">
                  <c:v>1.7583999999999999E-2</c:v>
                </c:pt>
                <c:pt idx="6172">
                  <c:v>1.78297E-2</c:v>
                </c:pt>
                <c:pt idx="6173">
                  <c:v>1.8070200000000002E-2</c:v>
                </c:pt>
                <c:pt idx="6174">
                  <c:v>1.8180399999999999E-2</c:v>
                </c:pt>
                <c:pt idx="6175">
                  <c:v>1.8627500000000002E-2</c:v>
                </c:pt>
                <c:pt idx="6176">
                  <c:v>1.90758E-2</c:v>
                </c:pt>
                <c:pt idx="6177">
                  <c:v>1.92476E-2</c:v>
                </c:pt>
                <c:pt idx="6178">
                  <c:v>1.9372500000000001E-2</c:v>
                </c:pt>
                <c:pt idx="6179">
                  <c:v>1.92125E-2</c:v>
                </c:pt>
                <c:pt idx="6180">
                  <c:v>1.95269E-2</c:v>
                </c:pt>
                <c:pt idx="6181">
                  <c:v>1.9421000000000001E-2</c:v>
                </c:pt>
                <c:pt idx="6182">
                  <c:v>1.9266200000000001E-2</c:v>
                </c:pt>
                <c:pt idx="6183">
                  <c:v>1.9284900000000001E-2</c:v>
                </c:pt>
                <c:pt idx="6184">
                  <c:v>1.9139900000000001E-2</c:v>
                </c:pt>
                <c:pt idx="6185">
                  <c:v>1.88802E-2</c:v>
                </c:pt>
                <c:pt idx="6186">
                  <c:v>1.8589700000000001E-2</c:v>
                </c:pt>
                <c:pt idx="6187">
                  <c:v>1.7816700000000001E-2</c:v>
                </c:pt>
                <c:pt idx="6188">
                  <c:v>1.9701199999999999E-2</c:v>
                </c:pt>
                <c:pt idx="6189">
                  <c:v>1.99118E-2</c:v>
                </c:pt>
                <c:pt idx="6190">
                  <c:v>1.9704099999999999E-2</c:v>
                </c:pt>
                <c:pt idx="6191">
                  <c:v>2.0095700000000001E-2</c:v>
                </c:pt>
                <c:pt idx="6192">
                  <c:v>1.9997900000000002E-2</c:v>
                </c:pt>
                <c:pt idx="6193">
                  <c:v>2.0102099999999998E-2</c:v>
                </c:pt>
                <c:pt idx="6194">
                  <c:v>2.0079099999999999E-2</c:v>
                </c:pt>
                <c:pt idx="6195">
                  <c:v>2.0009100000000002E-2</c:v>
                </c:pt>
                <c:pt idx="6196">
                  <c:v>1.96945E-2</c:v>
                </c:pt>
                <c:pt idx="6197">
                  <c:v>1.9313E-2</c:v>
                </c:pt>
                <c:pt idx="6198">
                  <c:v>1.8973900000000002E-2</c:v>
                </c:pt>
                <c:pt idx="6199">
                  <c:v>1.89619E-2</c:v>
                </c:pt>
                <c:pt idx="6200">
                  <c:v>1.87692E-2</c:v>
                </c:pt>
                <c:pt idx="6201">
                  <c:v>1.9071299999999999E-2</c:v>
                </c:pt>
                <c:pt idx="6202">
                  <c:v>1.9311000000000002E-2</c:v>
                </c:pt>
                <c:pt idx="6203">
                  <c:v>1.8953499999999998E-2</c:v>
                </c:pt>
                <c:pt idx="6204">
                  <c:v>1.91162E-2</c:v>
                </c:pt>
                <c:pt idx="6205">
                  <c:v>1.8949899999999999E-2</c:v>
                </c:pt>
                <c:pt idx="6206">
                  <c:v>1.8888499999999999E-2</c:v>
                </c:pt>
                <c:pt idx="6207">
                  <c:v>1.89947E-2</c:v>
                </c:pt>
                <c:pt idx="6208">
                  <c:v>1.8974999999999999E-2</c:v>
                </c:pt>
                <c:pt idx="6209">
                  <c:v>1.9058600000000002E-2</c:v>
                </c:pt>
                <c:pt idx="6210">
                  <c:v>1.92956E-2</c:v>
                </c:pt>
                <c:pt idx="6211">
                  <c:v>1.9672200000000001E-2</c:v>
                </c:pt>
                <c:pt idx="6212">
                  <c:v>1.9644200000000001E-2</c:v>
                </c:pt>
                <c:pt idx="6213">
                  <c:v>1.9813999999999998E-2</c:v>
                </c:pt>
                <c:pt idx="6214">
                  <c:v>2.0185700000000001E-2</c:v>
                </c:pt>
                <c:pt idx="6215">
                  <c:v>2.0290100000000002E-2</c:v>
                </c:pt>
                <c:pt idx="6216">
                  <c:v>2.0770500000000001E-2</c:v>
                </c:pt>
                <c:pt idx="6217">
                  <c:v>2.11954E-2</c:v>
                </c:pt>
                <c:pt idx="6218">
                  <c:v>2.1763000000000001E-2</c:v>
                </c:pt>
                <c:pt idx="6219">
                  <c:v>2.25483E-2</c:v>
                </c:pt>
                <c:pt idx="6220">
                  <c:v>2.2273899999999999E-2</c:v>
                </c:pt>
                <c:pt idx="6221">
                  <c:v>2.1322399999999998E-2</c:v>
                </c:pt>
                <c:pt idx="6222">
                  <c:v>2.0495300000000001E-2</c:v>
                </c:pt>
                <c:pt idx="6223">
                  <c:v>1.9548599999999999E-2</c:v>
                </c:pt>
                <c:pt idx="6224">
                  <c:v>1.9497300000000002E-2</c:v>
                </c:pt>
                <c:pt idx="6225">
                  <c:v>1.9941199999999999E-2</c:v>
                </c:pt>
                <c:pt idx="6226">
                  <c:v>2.0017900000000002E-2</c:v>
                </c:pt>
                <c:pt idx="6227">
                  <c:v>2.0209000000000001E-2</c:v>
                </c:pt>
                <c:pt idx="6228">
                  <c:v>2.0526800000000001E-2</c:v>
                </c:pt>
                <c:pt idx="6229">
                  <c:v>2.09891E-2</c:v>
                </c:pt>
                <c:pt idx="6230">
                  <c:v>2.05287E-2</c:v>
                </c:pt>
                <c:pt idx="6231">
                  <c:v>2.0241599999999998E-2</c:v>
                </c:pt>
                <c:pt idx="6232">
                  <c:v>2.01852E-2</c:v>
                </c:pt>
                <c:pt idx="6233">
                  <c:v>2.0317200000000001E-2</c:v>
                </c:pt>
                <c:pt idx="6234">
                  <c:v>2.00568E-2</c:v>
                </c:pt>
                <c:pt idx="6235">
                  <c:v>2.00123E-2</c:v>
                </c:pt>
                <c:pt idx="6236">
                  <c:v>1.9965299999999998E-2</c:v>
                </c:pt>
                <c:pt idx="6237">
                  <c:v>1.9947300000000001E-2</c:v>
                </c:pt>
                <c:pt idx="6238">
                  <c:v>1.96647E-2</c:v>
                </c:pt>
                <c:pt idx="6239">
                  <c:v>1.9581600000000001E-2</c:v>
                </c:pt>
                <c:pt idx="6240">
                  <c:v>1.9652199999999998E-2</c:v>
                </c:pt>
                <c:pt idx="6241">
                  <c:v>2.0027699999999999E-2</c:v>
                </c:pt>
                <c:pt idx="6242">
                  <c:v>1.9667899999999999E-2</c:v>
                </c:pt>
                <c:pt idx="6243">
                  <c:v>1.9258000000000001E-2</c:v>
                </c:pt>
                <c:pt idx="6244">
                  <c:v>1.9250200000000002E-2</c:v>
                </c:pt>
                <c:pt idx="6245">
                  <c:v>1.92867E-2</c:v>
                </c:pt>
                <c:pt idx="6246">
                  <c:v>1.9103499999999999E-2</c:v>
                </c:pt>
                <c:pt idx="6247">
                  <c:v>1.8984399999999998E-2</c:v>
                </c:pt>
                <c:pt idx="6248">
                  <c:v>1.9102600000000001E-2</c:v>
                </c:pt>
                <c:pt idx="6249">
                  <c:v>1.9249600000000002E-2</c:v>
                </c:pt>
                <c:pt idx="6250">
                  <c:v>1.93078E-2</c:v>
                </c:pt>
                <c:pt idx="6251">
                  <c:v>2.0235800000000002E-2</c:v>
                </c:pt>
                <c:pt idx="6252">
                  <c:v>2.02974E-2</c:v>
                </c:pt>
                <c:pt idx="6253">
                  <c:v>2.01146E-2</c:v>
                </c:pt>
                <c:pt idx="6254">
                  <c:v>2.05381E-2</c:v>
                </c:pt>
                <c:pt idx="6255">
                  <c:v>2.0545400000000002E-2</c:v>
                </c:pt>
                <c:pt idx="6256">
                  <c:v>2.0595200000000001E-2</c:v>
                </c:pt>
                <c:pt idx="6257">
                  <c:v>2.0632499999999998E-2</c:v>
                </c:pt>
                <c:pt idx="6258">
                  <c:v>2.0870099999999999E-2</c:v>
                </c:pt>
                <c:pt idx="6259">
                  <c:v>2.1102699999999999E-2</c:v>
                </c:pt>
                <c:pt idx="6260">
                  <c:v>2.1243700000000001E-2</c:v>
                </c:pt>
                <c:pt idx="6261">
                  <c:v>2.1740900000000001E-2</c:v>
                </c:pt>
                <c:pt idx="6262">
                  <c:v>2.1015100000000002E-2</c:v>
                </c:pt>
                <c:pt idx="6263">
                  <c:v>2.07584E-2</c:v>
                </c:pt>
                <c:pt idx="6264">
                  <c:v>2.0575699999999999E-2</c:v>
                </c:pt>
                <c:pt idx="6265">
                  <c:v>2.04751E-2</c:v>
                </c:pt>
                <c:pt idx="6266">
                  <c:v>2.05515E-2</c:v>
                </c:pt>
                <c:pt idx="6267">
                  <c:v>2.0509899999999998E-2</c:v>
                </c:pt>
                <c:pt idx="6268">
                  <c:v>2.0754400000000003E-2</c:v>
                </c:pt>
                <c:pt idx="6269">
                  <c:v>2.04727E-2</c:v>
                </c:pt>
                <c:pt idx="6270">
                  <c:v>2.0213999999999999E-2</c:v>
                </c:pt>
                <c:pt idx="6271">
                  <c:v>1.9731200000000001E-2</c:v>
                </c:pt>
                <c:pt idx="6272">
                  <c:v>1.9897399999999999E-2</c:v>
                </c:pt>
                <c:pt idx="6273">
                  <c:v>1.9853299999999997E-2</c:v>
                </c:pt>
                <c:pt idx="6274">
                  <c:v>1.9827500000000001E-2</c:v>
                </c:pt>
                <c:pt idx="6275">
                  <c:v>1.97542E-2</c:v>
                </c:pt>
                <c:pt idx="6276">
                  <c:v>1.9540000000000002E-2</c:v>
                </c:pt>
                <c:pt idx="6277">
                  <c:v>1.9480500000000001E-2</c:v>
                </c:pt>
                <c:pt idx="6278">
                  <c:v>1.9369600000000001E-2</c:v>
                </c:pt>
                <c:pt idx="6279">
                  <c:v>1.9761500000000001E-2</c:v>
                </c:pt>
                <c:pt idx="6280">
                  <c:v>2.00077E-2</c:v>
                </c:pt>
                <c:pt idx="6281">
                  <c:v>1.9967599999999999E-2</c:v>
                </c:pt>
                <c:pt idx="6282">
                  <c:v>1.99264E-2</c:v>
                </c:pt>
                <c:pt idx="6283">
                  <c:v>2.0311000000000003E-2</c:v>
                </c:pt>
                <c:pt idx="6284">
                  <c:v>2.0294900000000001E-2</c:v>
                </c:pt>
                <c:pt idx="6285">
                  <c:v>2.0183199999999998E-2</c:v>
                </c:pt>
                <c:pt idx="6286">
                  <c:v>2.00574E-2</c:v>
                </c:pt>
                <c:pt idx="6287">
                  <c:v>1.99265E-2</c:v>
                </c:pt>
                <c:pt idx="6288">
                  <c:v>1.9729099999999999E-2</c:v>
                </c:pt>
                <c:pt idx="6289">
                  <c:v>1.9566800000000002E-2</c:v>
                </c:pt>
                <c:pt idx="6290">
                  <c:v>1.92061E-2</c:v>
                </c:pt>
                <c:pt idx="6291">
                  <c:v>1.8827E-2</c:v>
                </c:pt>
                <c:pt idx="6292">
                  <c:v>1.83631E-2</c:v>
                </c:pt>
                <c:pt idx="6293">
                  <c:v>1.8221999999999999E-2</c:v>
                </c:pt>
                <c:pt idx="6294">
                  <c:v>1.80203E-2</c:v>
                </c:pt>
                <c:pt idx="6295">
                  <c:v>1.80587E-2</c:v>
                </c:pt>
                <c:pt idx="6296">
                  <c:v>1.81715E-2</c:v>
                </c:pt>
                <c:pt idx="6297">
                  <c:v>1.8621000000000002E-2</c:v>
                </c:pt>
                <c:pt idx="6298">
                  <c:v>1.9272000000000001E-2</c:v>
                </c:pt>
                <c:pt idx="6299">
                  <c:v>1.95859E-2</c:v>
                </c:pt>
                <c:pt idx="6300">
                  <c:v>1.9387399999999999E-2</c:v>
                </c:pt>
                <c:pt idx="6301">
                  <c:v>1.9183000000000002E-2</c:v>
                </c:pt>
                <c:pt idx="6302">
                  <c:v>1.94223E-2</c:v>
                </c:pt>
                <c:pt idx="6303">
                  <c:v>1.9441800000000002E-2</c:v>
                </c:pt>
                <c:pt idx="6304">
                  <c:v>1.9607900000000001E-2</c:v>
                </c:pt>
                <c:pt idx="6305">
                  <c:v>1.9417400000000001E-2</c:v>
                </c:pt>
                <c:pt idx="6306">
                  <c:v>1.9549799999999999E-2</c:v>
                </c:pt>
                <c:pt idx="6307">
                  <c:v>1.9796000000000001E-2</c:v>
                </c:pt>
                <c:pt idx="6308">
                  <c:v>1.9766300000000001E-2</c:v>
                </c:pt>
                <c:pt idx="6309">
                  <c:v>2.0173400000000001E-2</c:v>
                </c:pt>
                <c:pt idx="6310">
                  <c:v>2.0216899999999999E-2</c:v>
                </c:pt>
                <c:pt idx="6311">
                  <c:v>2.0013200000000002E-2</c:v>
                </c:pt>
                <c:pt idx="6312">
                  <c:v>2.0279599999999998E-2</c:v>
                </c:pt>
                <c:pt idx="6313">
                  <c:v>2.0131800000000002E-2</c:v>
                </c:pt>
                <c:pt idx="6314">
                  <c:v>1.9928399999999999E-2</c:v>
                </c:pt>
                <c:pt idx="6315">
                  <c:v>2.0191399999999998E-2</c:v>
                </c:pt>
                <c:pt idx="6316">
                  <c:v>1.97448E-2</c:v>
                </c:pt>
                <c:pt idx="6317">
                  <c:v>2.1642399999999999E-2</c:v>
                </c:pt>
                <c:pt idx="6318">
                  <c:v>2.25221E-2</c:v>
                </c:pt>
                <c:pt idx="6319">
                  <c:v>2.1835499999999997E-2</c:v>
                </c:pt>
                <c:pt idx="6320">
                  <c:v>2.1718600000000001E-2</c:v>
                </c:pt>
                <c:pt idx="6321">
                  <c:v>2.20243E-2</c:v>
                </c:pt>
                <c:pt idx="6322">
                  <c:v>2.2089400000000002E-2</c:v>
                </c:pt>
                <c:pt idx="6323">
                  <c:v>2.2347599999999999E-2</c:v>
                </c:pt>
                <c:pt idx="6324">
                  <c:v>2.2731999999999999E-2</c:v>
                </c:pt>
                <c:pt idx="6325">
                  <c:v>2.2498299999999999E-2</c:v>
                </c:pt>
                <c:pt idx="6326">
                  <c:v>2.22574E-2</c:v>
                </c:pt>
                <c:pt idx="6327">
                  <c:v>2.2986600000000003E-2</c:v>
                </c:pt>
                <c:pt idx="6328">
                  <c:v>2.6346699999999997E-2</c:v>
                </c:pt>
                <c:pt idx="6329">
                  <c:v>2.7441199999999999E-2</c:v>
                </c:pt>
                <c:pt idx="6330">
                  <c:v>2.83507E-2</c:v>
                </c:pt>
                <c:pt idx="6331">
                  <c:v>2.4384599999999999E-2</c:v>
                </c:pt>
                <c:pt idx="6332">
                  <c:v>2.6210799999999999E-2</c:v>
                </c:pt>
                <c:pt idx="6333">
                  <c:v>2.69841E-2</c:v>
                </c:pt>
                <c:pt idx="6334">
                  <c:v>2.6370299999999996E-2</c:v>
                </c:pt>
                <c:pt idx="6335">
                  <c:v>2.6894900000000003E-2</c:v>
                </c:pt>
                <c:pt idx="6336">
                  <c:v>2.7998899999999997E-2</c:v>
                </c:pt>
                <c:pt idx="6337">
                  <c:v>2.8342599999999999E-2</c:v>
                </c:pt>
                <c:pt idx="6338">
                  <c:v>2.7567500000000002E-2</c:v>
                </c:pt>
                <c:pt idx="6339">
                  <c:v>2.8156599999999997E-2</c:v>
                </c:pt>
                <c:pt idx="6340">
                  <c:v>2.85346E-2</c:v>
                </c:pt>
                <c:pt idx="6341">
                  <c:v>2.77716E-2</c:v>
                </c:pt>
                <c:pt idx="6342">
                  <c:v>2.7163600000000003E-2</c:v>
                </c:pt>
                <c:pt idx="6343">
                  <c:v>2.6573000000000003E-2</c:v>
                </c:pt>
                <c:pt idx="6344">
                  <c:v>2.6859300000000003E-2</c:v>
                </c:pt>
                <c:pt idx="6345">
                  <c:v>2.6712099999999999E-2</c:v>
                </c:pt>
                <c:pt idx="6346">
                  <c:v>2.6716899999999998E-2</c:v>
                </c:pt>
                <c:pt idx="6347">
                  <c:v>2.70584E-2</c:v>
                </c:pt>
                <c:pt idx="6348">
                  <c:v>2.7008499999999998E-2</c:v>
                </c:pt>
                <c:pt idx="6349">
                  <c:v>2.7126299999999999E-2</c:v>
                </c:pt>
                <c:pt idx="6350">
                  <c:v>2.6766199999999997E-2</c:v>
                </c:pt>
                <c:pt idx="6351">
                  <c:v>2.66704E-2</c:v>
                </c:pt>
                <c:pt idx="6352">
                  <c:v>2.6407E-2</c:v>
                </c:pt>
                <c:pt idx="6353">
                  <c:v>2.6343000000000002E-2</c:v>
                </c:pt>
                <c:pt idx="6354">
                  <c:v>2.34567E-2</c:v>
                </c:pt>
                <c:pt idx="6355">
                  <c:v>2.31711E-2</c:v>
                </c:pt>
                <c:pt idx="6356">
                  <c:v>2.2726199999999998E-2</c:v>
                </c:pt>
                <c:pt idx="6357">
                  <c:v>2.2711099999999998E-2</c:v>
                </c:pt>
                <c:pt idx="6358">
                  <c:v>2.2657799999999999E-2</c:v>
                </c:pt>
                <c:pt idx="6359">
                  <c:v>2.2544499999999999E-2</c:v>
                </c:pt>
                <c:pt idx="6360">
                  <c:v>2.2522199999999999E-2</c:v>
                </c:pt>
                <c:pt idx="6361">
                  <c:v>2.27049E-2</c:v>
                </c:pt>
                <c:pt idx="6362">
                  <c:v>2.2767599999999999E-2</c:v>
                </c:pt>
                <c:pt idx="6363">
                  <c:v>2.2948300000000001E-2</c:v>
                </c:pt>
                <c:pt idx="6364">
                  <c:v>2.3053899999999999E-2</c:v>
                </c:pt>
                <c:pt idx="6365">
                  <c:v>2.2823699999999999E-2</c:v>
                </c:pt>
                <c:pt idx="6366">
                  <c:v>2.2861099999999999E-2</c:v>
                </c:pt>
                <c:pt idx="6367">
                  <c:v>2.2889400000000001E-2</c:v>
                </c:pt>
                <c:pt idx="6368">
                  <c:v>2.3126499999999998E-2</c:v>
                </c:pt>
                <c:pt idx="6369">
                  <c:v>2.2805499999999999E-2</c:v>
                </c:pt>
                <c:pt idx="6370">
                  <c:v>2.23807E-2</c:v>
                </c:pt>
                <c:pt idx="6371">
                  <c:v>2.2335799999999999E-2</c:v>
                </c:pt>
                <c:pt idx="6372">
                  <c:v>2.2701599999999999E-2</c:v>
                </c:pt>
                <c:pt idx="6373">
                  <c:v>2.32447E-2</c:v>
                </c:pt>
                <c:pt idx="6374">
                  <c:v>2.35233E-2</c:v>
                </c:pt>
                <c:pt idx="6375">
                  <c:v>2.31992E-2</c:v>
                </c:pt>
                <c:pt idx="6376">
                  <c:v>2.2877999999999999E-2</c:v>
                </c:pt>
                <c:pt idx="6377">
                  <c:v>2.2744500000000001E-2</c:v>
                </c:pt>
                <c:pt idx="6378">
                  <c:v>2.27674E-2</c:v>
                </c:pt>
                <c:pt idx="6379">
                  <c:v>2.2302799999999998E-2</c:v>
                </c:pt>
                <c:pt idx="6380">
                  <c:v>2.2472499999999999E-2</c:v>
                </c:pt>
                <c:pt idx="6381">
                  <c:v>2.2686000000000001E-2</c:v>
                </c:pt>
                <c:pt idx="6382">
                  <c:v>2.2648400000000003E-2</c:v>
                </c:pt>
                <c:pt idx="6383">
                  <c:v>2.2587400000000001E-2</c:v>
                </c:pt>
                <c:pt idx="6384">
                  <c:v>2.24672E-2</c:v>
                </c:pt>
                <c:pt idx="6385">
                  <c:v>2.2148899999999999E-2</c:v>
                </c:pt>
                <c:pt idx="6386">
                  <c:v>2.24397E-2</c:v>
                </c:pt>
                <c:pt idx="6387">
                  <c:v>2.2521700000000002E-2</c:v>
                </c:pt>
                <c:pt idx="6388">
                  <c:v>2.2632300000000001E-2</c:v>
                </c:pt>
                <c:pt idx="6389">
                  <c:v>2.2328999999999998E-2</c:v>
                </c:pt>
                <c:pt idx="6390">
                  <c:v>2.2036400000000001E-2</c:v>
                </c:pt>
                <c:pt idx="6391">
                  <c:v>2.1672399999999998E-2</c:v>
                </c:pt>
                <c:pt idx="6392">
                  <c:v>2.1284800000000003E-2</c:v>
                </c:pt>
                <c:pt idx="6393">
                  <c:v>2.0410499999999998E-2</c:v>
                </c:pt>
                <c:pt idx="6394">
                  <c:v>2.1636800000000001E-2</c:v>
                </c:pt>
                <c:pt idx="6395">
                  <c:v>2.1958000000000002E-2</c:v>
                </c:pt>
                <c:pt idx="6396">
                  <c:v>2.1629800000000001E-2</c:v>
                </c:pt>
                <c:pt idx="6397">
                  <c:v>2.1666499999999998E-2</c:v>
                </c:pt>
                <c:pt idx="6398">
                  <c:v>2.1818799999999999E-2</c:v>
                </c:pt>
                <c:pt idx="6399">
                  <c:v>2.1828299999999998E-2</c:v>
                </c:pt>
                <c:pt idx="6400">
                  <c:v>2.1489100000000001E-2</c:v>
                </c:pt>
                <c:pt idx="6401">
                  <c:v>2.1531499999999999E-2</c:v>
                </c:pt>
                <c:pt idx="6402">
                  <c:v>2.12573E-2</c:v>
                </c:pt>
                <c:pt idx="6403">
                  <c:v>2.10358E-2</c:v>
                </c:pt>
                <c:pt idx="6404">
                  <c:v>2.0745099999999999E-2</c:v>
                </c:pt>
                <c:pt idx="6405">
                  <c:v>2.0469600000000001E-2</c:v>
                </c:pt>
                <c:pt idx="6406">
                  <c:v>1.97745E-2</c:v>
                </c:pt>
                <c:pt idx="6407">
                  <c:v>1.9625099999999999E-2</c:v>
                </c:pt>
                <c:pt idx="6408">
                  <c:v>1.9791699999999999E-2</c:v>
                </c:pt>
                <c:pt idx="6409">
                  <c:v>1.9810499999999998E-2</c:v>
                </c:pt>
                <c:pt idx="6410">
                  <c:v>2.0027699999999999E-2</c:v>
                </c:pt>
                <c:pt idx="6411">
                  <c:v>2.05861E-2</c:v>
                </c:pt>
                <c:pt idx="6412">
                  <c:v>2.0748500000000003E-2</c:v>
                </c:pt>
                <c:pt idx="6413">
                  <c:v>2.1112100000000002E-2</c:v>
                </c:pt>
                <c:pt idx="6414">
                  <c:v>2.08512E-2</c:v>
                </c:pt>
                <c:pt idx="6415">
                  <c:v>2.0801900000000002E-2</c:v>
                </c:pt>
                <c:pt idx="6416">
                  <c:v>2.0808500000000001E-2</c:v>
                </c:pt>
                <c:pt idx="6417">
                  <c:v>2.04493E-2</c:v>
                </c:pt>
                <c:pt idx="6418">
                  <c:v>2.07233E-2</c:v>
                </c:pt>
                <c:pt idx="6419">
                  <c:v>1.9899400000000001E-2</c:v>
                </c:pt>
                <c:pt idx="6420">
                  <c:v>1.9178199999999999E-2</c:v>
                </c:pt>
                <c:pt idx="6421">
                  <c:v>1.8993100000000002E-2</c:v>
                </c:pt>
                <c:pt idx="6422">
                  <c:v>1.90221E-2</c:v>
                </c:pt>
                <c:pt idx="6423">
                  <c:v>1.91056E-2</c:v>
                </c:pt>
                <c:pt idx="6424">
                  <c:v>1.9258299999999999E-2</c:v>
                </c:pt>
                <c:pt idx="6425">
                  <c:v>1.9324600000000001E-2</c:v>
                </c:pt>
                <c:pt idx="6426">
                  <c:v>1.9468300000000001E-2</c:v>
                </c:pt>
                <c:pt idx="6427">
                  <c:v>1.9639900000000002E-2</c:v>
                </c:pt>
                <c:pt idx="6428">
                  <c:v>1.9375200000000002E-2</c:v>
                </c:pt>
                <c:pt idx="6429">
                  <c:v>1.9402199999999998E-2</c:v>
                </c:pt>
                <c:pt idx="6430">
                  <c:v>1.9569300000000001E-2</c:v>
                </c:pt>
                <c:pt idx="6431">
                  <c:v>1.9799899999999999E-2</c:v>
                </c:pt>
                <c:pt idx="6432">
                  <c:v>1.9287600000000002E-2</c:v>
                </c:pt>
                <c:pt idx="6433">
                  <c:v>1.93195E-2</c:v>
                </c:pt>
                <c:pt idx="6434">
                  <c:v>1.9330199999999999E-2</c:v>
                </c:pt>
                <c:pt idx="6435">
                  <c:v>1.9510800000000002E-2</c:v>
                </c:pt>
                <c:pt idx="6436">
                  <c:v>1.94001E-2</c:v>
                </c:pt>
                <c:pt idx="6437">
                  <c:v>1.8835299999999999E-2</c:v>
                </c:pt>
                <c:pt idx="6438">
                  <c:v>1.83416E-2</c:v>
                </c:pt>
                <c:pt idx="6439">
                  <c:v>1.8302799999999998E-2</c:v>
                </c:pt>
                <c:pt idx="6440">
                  <c:v>1.76306E-2</c:v>
                </c:pt>
                <c:pt idx="6441">
                  <c:v>1.6998099999999999E-2</c:v>
                </c:pt>
                <c:pt idx="6442">
                  <c:v>1.66958E-2</c:v>
                </c:pt>
                <c:pt idx="6443">
                  <c:v>1.6919E-2</c:v>
                </c:pt>
                <c:pt idx="6444">
                  <c:v>1.6900499999999999E-2</c:v>
                </c:pt>
                <c:pt idx="6445">
                  <c:v>1.7031600000000001E-2</c:v>
                </c:pt>
                <c:pt idx="6446">
                  <c:v>1.71269E-2</c:v>
                </c:pt>
                <c:pt idx="6447">
                  <c:v>1.70159E-2</c:v>
                </c:pt>
                <c:pt idx="6448">
                  <c:v>1.69973E-2</c:v>
                </c:pt>
                <c:pt idx="6449">
                  <c:v>1.85927E-2</c:v>
                </c:pt>
                <c:pt idx="6450">
                  <c:v>1.8516600000000001E-2</c:v>
                </c:pt>
                <c:pt idx="6451">
                  <c:v>1.8503599999999999E-2</c:v>
                </c:pt>
                <c:pt idx="6452">
                  <c:v>1.8804599999999998E-2</c:v>
                </c:pt>
                <c:pt idx="6453">
                  <c:v>1.90034E-2</c:v>
                </c:pt>
                <c:pt idx="6454">
                  <c:v>1.91845E-2</c:v>
                </c:pt>
                <c:pt idx="6455">
                  <c:v>1.9309099999999999E-2</c:v>
                </c:pt>
                <c:pt idx="6456">
                  <c:v>1.9386E-2</c:v>
                </c:pt>
                <c:pt idx="6457">
                  <c:v>1.93551E-2</c:v>
                </c:pt>
                <c:pt idx="6458">
                  <c:v>1.92465E-2</c:v>
                </c:pt>
                <c:pt idx="6459">
                  <c:v>1.9177900000000001E-2</c:v>
                </c:pt>
                <c:pt idx="6460">
                  <c:v>1.9193600000000002E-2</c:v>
                </c:pt>
                <c:pt idx="6461">
                  <c:v>1.91243E-2</c:v>
                </c:pt>
                <c:pt idx="6462">
                  <c:v>1.9377999999999999E-2</c:v>
                </c:pt>
                <c:pt idx="6463">
                  <c:v>2.0847399999999999E-2</c:v>
                </c:pt>
                <c:pt idx="6464">
                  <c:v>2.1275800000000001E-2</c:v>
                </c:pt>
                <c:pt idx="6465">
                  <c:v>2.0856E-2</c:v>
                </c:pt>
                <c:pt idx="6466">
                  <c:v>2.0686300000000001E-2</c:v>
                </c:pt>
                <c:pt idx="6467">
                  <c:v>2.0888E-2</c:v>
                </c:pt>
                <c:pt idx="6468">
                  <c:v>2.0339300000000001E-2</c:v>
                </c:pt>
                <c:pt idx="6469">
                  <c:v>2.03126E-2</c:v>
                </c:pt>
                <c:pt idx="6470">
                  <c:v>1.9740399999999998E-2</c:v>
                </c:pt>
                <c:pt idx="6471">
                  <c:v>1.9864699999999999E-2</c:v>
                </c:pt>
                <c:pt idx="6472">
                  <c:v>1.94608E-2</c:v>
                </c:pt>
                <c:pt idx="6473">
                  <c:v>1.9221700000000001E-2</c:v>
                </c:pt>
                <c:pt idx="6474">
                  <c:v>1.89719E-2</c:v>
                </c:pt>
                <c:pt idx="6475">
                  <c:v>1.8941399999999997E-2</c:v>
                </c:pt>
                <c:pt idx="6476">
                  <c:v>1.9156599999999999E-2</c:v>
                </c:pt>
                <c:pt idx="6477">
                  <c:v>1.9272499999999998E-2</c:v>
                </c:pt>
                <c:pt idx="6478">
                  <c:v>1.9209299999999999E-2</c:v>
                </c:pt>
                <c:pt idx="6479">
                  <c:v>1.9168299999999999E-2</c:v>
                </c:pt>
                <c:pt idx="6480">
                  <c:v>1.93318E-2</c:v>
                </c:pt>
                <c:pt idx="6481">
                  <c:v>1.9205E-2</c:v>
                </c:pt>
                <c:pt idx="6482">
                  <c:v>1.9089099999999998E-2</c:v>
                </c:pt>
                <c:pt idx="6483">
                  <c:v>1.8862799999999999E-2</c:v>
                </c:pt>
                <c:pt idx="6484">
                  <c:v>1.8412600000000001E-2</c:v>
                </c:pt>
                <c:pt idx="6485">
                  <c:v>1.8255899999999999E-2</c:v>
                </c:pt>
                <c:pt idx="6486">
                  <c:v>1.8346600000000001E-2</c:v>
                </c:pt>
                <c:pt idx="6487">
                  <c:v>1.8448300000000001E-2</c:v>
                </c:pt>
                <c:pt idx="6488">
                  <c:v>1.8739099999999998E-2</c:v>
                </c:pt>
                <c:pt idx="6489">
                  <c:v>1.9214200000000001E-2</c:v>
                </c:pt>
                <c:pt idx="6490">
                  <c:v>1.9623700000000001E-2</c:v>
                </c:pt>
                <c:pt idx="6491">
                  <c:v>1.9883999999999999E-2</c:v>
                </c:pt>
                <c:pt idx="6492">
                  <c:v>2.0253E-2</c:v>
                </c:pt>
                <c:pt idx="6493">
                  <c:v>2.0281899999999999E-2</c:v>
                </c:pt>
                <c:pt idx="6494">
                  <c:v>2.0706100000000002E-2</c:v>
                </c:pt>
                <c:pt idx="6495">
                  <c:v>2.1216499999999999E-2</c:v>
                </c:pt>
                <c:pt idx="6496">
                  <c:v>2.0703599999999999E-2</c:v>
                </c:pt>
                <c:pt idx="6497">
                  <c:v>2.06327E-2</c:v>
                </c:pt>
                <c:pt idx="6498">
                  <c:v>2.0320700000000001E-2</c:v>
                </c:pt>
                <c:pt idx="6499">
                  <c:v>2.0254100000000001E-2</c:v>
                </c:pt>
                <c:pt idx="6500">
                  <c:v>2.02601E-2</c:v>
                </c:pt>
                <c:pt idx="6501">
                  <c:v>1.9979199999999999E-2</c:v>
                </c:pt>
                <c:pt idx="6502">
                  <c:v>2.0395799999999999E-2</c:v>
                </c:pt>
                <c:pt idx="6503">
                  <c:v>2.0527400000000001E-2</c:v>
                </c:pt>
                <c:pt idx="6504">
                  <c:v>2.0823700000000001E-2</c:v>
                </c:pt>
                <c:pt idx="6505">
                  <c:v>2.1257499999999999E-2</c:v>
                </c:pt>
                <c:pt idx="6506">
                  <c:v>2.1093899999999999E-2</c:v>
                </c:pt>
                <c:pt idx="6507">
                  <c:v>2.1007599999999998E-2</c:v>
                </c:pt>
                <c:pt idx="6508">
                  <c:v>2.0824499999999999E-2</c:v>
                </c:pt>
                <c:pt idx="6509">
                  <c:v>2.0871899999999999E-2</c:v>
                </c:pt>
                <c:pt idx="6510">
                  <c:v>2.1089E-2</c:v>
                </c:pt>
                <c:pt idx="6511">
                  <c:v>2.1486600000000002E-2</c:v>
                </c:pt>
                <c:pt idx="6512">
                  <c:v>2.1327600000000002E-2</c:v>
                </c:pt>
                <c:pt idx="6513">
                  <c:v>2.01596E-2</c:v>
                </c:pt>
                <c:pt idx="6514">
                  <c:v>2.03354E-2</c:v>
                </c:pt>
                <c:pt idx="6515">
                  <c:v>2.0348100000000001E-2</c:v>
                </c:pt>
                <c:pt idx="6516">
                  <c:v>2.0379499999999998E-2</c:v>
                </c:pt>
                <c:pt idx="6517">
                  <c:v>2.05492E-2</c:v>
                </c:pt>
                <c:pt idx="6518">
                  <c:v>1.9821100000000001E-2</c:v>
                </c:pt>
                <c:pt idx="6519">
                  <c:v>1.99755E-2</c:v>
                </c:pt>
                <c:pt idx="6520">
                  <c:v>2.0933799999999999E-2</c:v>
                </c:pt>
                <c:pt idx="6521">
                  <c:v>2.0980000000000002E-2</c:v>
                </c:pt>
                <c:pt idx="6522">
                  <c:v>2.09149E-2</c:v>
                </c:pt>
                <c:pt idx="6523">
                  <c:v>2.1335E-2</c:v>
                </c:pt>
                <c:pt idx="6524">
                  <c:v>2.1337399999999999E-2</c:v>
                </c:pt>
                <c:pt idx="6525">
                  <c:v>2.1084000000000002E-2</c:v>
                </c:pt>
                <c:pt idx="6526">
                  <c:v>2.14506E-2</c:v>
                </c:pt>
                <c:pt idx="6527">
                  <c:v>2.1382400000000003E-2</c:v>
                </c:pt>
                <c:pt idx="6528">
                  <c:v>2.11819E-2</c:v>
                </c:pt>
                <c:pt idx="6529">
                  <c:v>2.08857E-2</c:v>
                </c:pt>
                <c:pt idx="6530">
                  <c:v>2.10054E-2</c:v>
                </c:pt>
                <c:pt idx="6531">
                  <c:v>2.05848E-2</c:v>
                </c:pt>
                <c:pt idx="6532">
                  <c:v>2.0333299999999999E-2</c:v>
                </c:pt>
                <c:pt idx="6533">
                  <c:v>2.0254599999999998E-2</c:v>
                </c:pt>
                <c:pt idx="6534">
                  <c:v>2.0217800000000001E-2</c:v>
                </c:pt>
                <c:pt idx="6535">
                  <c:v>2.0366599999999999E-2</c:v>
                </c:pt>
                <c:pt idx="6536">
                  <c:v>2.0194999999999998E-2</c:v>
                </c:pt>
                <c:pt idx="6537">
                  <c:v>2.0256E-2</c:v>
                </c:pt>
                <c:pt idx="6538">
                  <c:v>2.0257499999999998E-2</c:v>
                </c:pt>
                <c:pt idx="6539">
                  <c:v>2.05942E-2</c:v>
                </c:pt>
                <c:pt idx="6540">
                  <c:v>2.0612499999999999E-2</c:v>
                </c:pt>
                <c:pt idx="6541">
                  <c:v>2.0760799999999999E-2</c:v>
                </c:pt>
                <c:pt idx="6542">
                  <c:v>2.0449200000000001E-2</c:v>
                </c:pt>
                <c:pt idx="6543">
                  <c:v>2.0489E-2</c:v>
                </c:pt>
                <c:pt idx="6544">
                  <c:v>2.0469399999999999E-2</c:v>
                </c:pt>
                <c:pt idx="6545">
                  <c:v>2.04207E-2</c:v>
                </c:pt>
                <c:pt idx="6546">
                  <c:v>1.98745E-2</c:v>
                </c:pt>
                <c:pt idx="6547">
                  <c:v>2.01543E-2</c:v>
                </c:pt>
                <c:pt idx="6548">
                  <c:v>1.98669E-2</c:v>
                </c:pt>
                <c:pt idx="6549">
                  <c:v>1.9655499999999999E-2</c:v>
                </c:pt>
                <c:pt idx="6550">
                  <c:v>1.9749300000000001E-2</c:v>
                </c:pt>
                <c:pt idx="6551">
                  <c:v>1.9826E-2</c:v>
                </c:pt>
                <c:pt idx="6552">
                  <c:v>1.9875500000000001E-2</c:v>
                </c:pt>
                <c:pt idx="6553">
                  <c:v>1.9793100000000001E-2</c:v>
                </c:pt>
                <c:pt idx="6554">
                  <c:v>1.9889299999999999E-2</c:v>
                </c:pt>
                <c:pt idx="6555">
                  <c:v>2.0035400000000002E-2</c:v>
                </c:pt>
                <c:pt idx="6556">
                  <c:v>2.0293199999999997E-2</c:v>
                </c:pt>
                <c:pt idx="6557">
                  <c:v>2.0457900000000001E-2</c:v>
                </c:pt>
                <c:pt idx="6558">
                  <c:v>2.0382299999999999E-2</c:v>
                </c:pt>
                <c:pt idx="6559">
                  <c:v>2.0506400000000001E-2</c:v>
                </c:pt>
                <c:pt idx="6560">
                  <c:v>2.0628000000000001E-2</c:v>
                </c:pt>
                <c:pt idx="6561">
                  <c:v>2.08893E-2</c:v>
                </c:pt>
                <c:pt idx="6562">
                  <c:v>2.1681800000000001E-2</c:v>
                </c:pt>
                <c:pt idx="6563">
                  <c:v>2.31384E-2</c:v>
                </c:pt>
                <c:pt idx="6564">
                  <c:v>2.3135200000000002E-2</c:v>
                </c:pt>
                <c:pt idx="6565">
                  <c:v>2.3172100000000001E-2</c:v>
                </c:pt>
                <c:pt idx="6566">
                  <c:v>2.2818600000000001E-2</c:v>
                </c:pt>
                <c:pt idx="6567">
                  <c:v>2.3280699999999998E-2</c:v>
                </c:pt>
                <c:pt idx="6568">
                  <c:v>2.3783499999999999E-2</c:v>
                </c:pt>
                <c:pt idx="6569">
                  <c:v>2.2407099999999999E-2</c:v>
                </c:pt>
                <c:pt idx="6570">
                  <c:v>2.2029E-2</c:v>
                </c:pt>
                <c:pt idx="6571">
                  <c:v>2.1239500000000001E-2</c:v>
                </c:pt>
                <c:pt idx="6572">
                  <c:v>2.17223E-2</c:v>
                </c:pt>
                <c:pt idx="6573">
                  <c:v>2.17024E-2</c:v>
                </c:pt>
                <c:pt idx="6574">
                  <c:v>2.13461E-2</c:v>
                </c:pt>
                <c:pt idx="6575">
                  <c:v>2.0950699999999999E-2</c:v>
                </c:pt>
                <c:pt idx="6576">
                  <c:v>2.1264599999999998E-2</c:v>
                </c:pt>
                <c:pt idx="6577">
                  <c:v>2.1134400000000001E-2</c:v>
                </c:pt>
                <c:pt idx="6578">
                  <c:v>2.2442900000000002E-2</c:v>
                </c:pt>
                <c:pt idx="6579">
                  <c:v>2.1791700000000001E-2</c:v>
                </c:pt>
                <c:pt idx="6580">
                  <c:v>2.1766300000000002E-2</c:v>
                </c:pt>
                <c:pt idx="6581">
                  <c:v>2.1536900000000001E-2</c:v>
                </c:pt>
                <c:pt idx="6582">
                  <c:v>2.2131899999999999E-2</c:v>
                </c:pt>
                <c:pt idx="6583">
                  <c:v>2.2727799999999999E-2</c:v>
                </c:pt>
                <c:pt idx="6584">
                  <c:v>2.3139400000000001E-2</c:v>
                </c:pt>
                <c:pt idx="6585">
                  <c:v>2.3134100000000001E-2</c:v>
                </c:pt>
                <c:pt idx="6586">
                  <c:v>2.2744199999999999E-2</c:v>
                </c:pt>
                <c:pt idx="6587">
                  <c:v>2.2939400000000002E-2</c:v>
                </c:pt>
                <c:pt idx="6588">
                  <c:v>2.2930099999999998E-2</c:v>
                </c:pt>
                <c:pt idx="6589">
                  <c:v>2.2807000000000001E-2</c:v>
                </c:pt>
                <c:pt idx="6590">
                  <c:v>2.2422300000000003E-2</c:v>
                </c:pt>
                <c:pt idx="6591">
                  <c:v>2.08969E-2</c:v>
                </c:pt>
                <c:pt idx="6592">
                  <c:v>2.1088599999999999E-2</c:v>
                </c:pt>
                <c:pt idx="6593">
                  <c:v>2.09401E-2</c:v>
                </c:pt>
                <c:pt idx="6594">
                  <c:v>1.9502000000000002E-2</c:v>
                </c:pt>
                <c:pt idx="6595">
                  <c:v>2.02174E-2</c:v>
                </c:pt>
                <c:pt idx="6596">
                  <c:v>1.8631200000000001E-2</c:v>
                </c:pt>
                <c:pt idx="6597">
                  <c:v>1.89754E-2</c:v>
                </c:pt>
                <c:pt idx="6598">
                  <c:v>1.9851400000000002E-2</c:v>
                </c:pt>
                <c:pt idx="6599">
                  <c:v>2.0002900000000001E-2</c:v>
                </c:pt>
                <c:pt idx="6600">
                  <c:v>1.9332100000000001E-2</c:v>
                </c:pt>
                <c:pt idx="6601">
                  <c:v>1.9556200000000003E-2</c:v>
                </c:pt>
                <c:pt idx="6602">
                  <c:v>1.9904700000000001E-2</c:v>
                </c:pt>
                <c:pt idx="6603">
                  <c:v>2.1040799999999998E-2</c:v>
                </c:pt>
                <c:pt idx="6604">
                  <c:v>2.0307099999999998E-2</c:v>
                </c:pt>
                <c:pt idx="6605">
                  <c:v>2.1060700000000002E-2</c:v>
                </c:pt>
                <c:pt idx="6606">
                  <c:v>2.1361099999999997E-2</c:v>
                </c:pt>
                <c:pt idx="6607">
                  <c:v>2.0688100000000001E-2</c:v>
                </c:pt>
                <c:pt idx="6608">
                  <c:v>2.1496600000000001E-2</c:v>
                </c:pt>
                <c:pt idx="6609">
                  <c:v>2.1880899999999998E-2</c:v>
                </c:pt>
                <c:pt idx="6610">
                  <c:v>2.18035E-2</c:v>
                </c:pt>
                <c:pt idx="6611">
                  <c:v>2.1217799999999998E-2</c:v>
                </c:pt>
                <c:pt idx="6612">
                  <c:v>2.14255E-2</c:v>
                </c:pt>
                <c:pt idx="6613">
                  <c:v>2.1868000000000002E-2</c:v>
                </c:pt>
                <c:pt idx="6614">
                  <c:v>2.1986000000000002E-2</c:v>
                </c:pt>
                <c:pt idx="6615">
                  <c:v>2.1947000000000001E-2</c:v>
                </c:pt>
                <c:pt idx="6616">
                  <c:v>2.2497800000000002E-2</c:v>
                </c:pt>
                <c:pt idx="6617">
                  <c:v>2.2774199999999998E-2</c:v>
                </c:pt>
                <c:pt idx="6618">
                  <c:v>2.3014099999999999E-2</c:v>
                </c:pt>
                <c:pt idx="6619">
                  <c:v>2.2846100000000001E-2</c:v>
                </c:pt>
                <c:pt idx="6620">
                  <c:v>2.32318E-2</c:v>
                </c:pt>
                <c:pt idx="6621">
                  <c:v>2.30157E-2</c:v>
                </c:pt>
                <c:pt idx="6622">
                  <c:v>2.2235499999999998E-2</c:v>
                </c:pt>
                <c:pt idx="6623">
                  <c:v>2.20044E-2</c:v>
                </c:pt>
                <c:pt idx="6624">
                  <c:v>2.2091599999999999E-2</c:v>
                </c:pt>
                <c:pt idx="6625">
                  <c:v>2.1365000000000002E-2</c:v>
                </c:pt>
                <c:pt idx="6626">
                  <c:v>2.1394300000000002E-2</c:v>
                </c:pt>
                <c:pt idx="6627">
                  <c:v>2.13274E-2</c:v>
                </c:pt>
                <c:pt idx="6628">
                  <c:v>2.1522200000000002E-2</c:v>
                </c:pt>
                <c:pt idx="6629">
                  <c:v>1.7929E-2</c:v>
                </c:pt>
                <c:pt idx="6630">
                  <c:v>1.72269E-2</c:v>
                </c:pt>
                <c:pt idx="6631">
                  <c:v>1.7202099999999998E-2</c:v>
                </c:pt>
                <c:pt idx="6632">
                  <c:v>1.65399E-2</c:v>
                </c:pt>
                <c:pt idx="6633">
                  <c:v>1.6792899999999999E-2</c:v>
                </c:pt>
                <c:pt idx="6634">
                  <c:v>1.6720099999999998E-2</c:v>
                </c:pt>
                <c:pt idx="6635">
                  <c:v>1.6629599999999998E-2</c:v>
                </c:pt>
                <c:pt idx="6636">
                  <c:v>1.67327E-2</c:v>
                </c:pt>
                <c:pt idx="6637">
                  <c:v>1.54387E-2</c:v>
                </c:pt>
                <c:pt idx="6638">
                  <c:v>1.52801E-2</c:v>
                </c:pt>
                <c:pt idx="6639">
                  <c:v>1.4602099999999998E-2</c:v>
                </c:pt>
                <c:pt idx="6640">
                  <c:v>1.4640199999999999E-2</c:v>
                </c:pt>
                <c:pt idx="6641">
                  <c:v>1.4928700000000001E-2</c:v>
                </c:pt>
                <c:pt idx="6642">
                  <c:v>1.54728E-2</c:v>
                </c:pt>
                <c:pt idx="6643">
                  <c:v>1.5533000000000002E-2</c:v>
                </c:pt>
                <c:pt idx="6644">
                  <c:v>1.4533000000000001E-2</c:v>
                </c:pt>
                <c:pt idx="6645">
                  <c:v>1.48022E-2</c:v>
                </c:pt>
                <c:pt idx="6646">
                  <c:v>1.4683799999999999E-2</c:v>
                </c:pt>
                <c:pt idx="6647">
                  <c:v>1.5433199999999999E-2</c:v>
                </c:pt>
                <c:pt idx="6648">
                  <c:v>1.54489E-2</c:v>
                </c:pt>
                <c:pt idx="6649">
                  <c:v>1.5394300000000001E-2</c:v>
                </c:pt>
                <c:pt idx="6650">
                  <c:v>1.5218100000000002E-2</c:v>
                </c:pt>
                <c:pt idx="6651">
                  <c:v>1.4309700000000002E-2</c:v>
                </c:pt>
                <c:pt idx="6652">
                  <c:v>1.42373E-2</c:v>
                </c:pt>
                <c:pt idx="6653">
                  <c:v>1.51548E-2</c:v>
                </c:pt>
                <c:pt idx="6654">
                  <c:v>1.4847999999999998E-2</c:v>
                </c:pt>
                <c:pt idx="6655">
                  <c:v>1.5037399999999999E-2</c:v>
                </c:pt>
                <c:pt idx="6656">
                  <c:v>1.4281299999999999E-2</c:v>
                </c:pt>
                <c:pt idx="6657">
                  <c:v>1.5026099999999999E-2</c:v>
                </c:pt>
                <c:pt idx="6658">
                  <c:v>1.50291E-2</c:v>
                </c:pt>
                <c:pt idx="6659">
                  <c:v>1.4268299999999999E-2</c:v>
                </c:pt>
                <c:pt idx="6660">
                  <c:v>1.3995599999999999E-2</c:v>
                </c:pt>
                <c:pt idx="6661">
                  <c:v>1.3931499999999999E-2</c:v>
                </c:pt>
                <c:pt idx="6662">
                  <c:v>1.3984299999999998E-2</c:v>
                </c:pt>
                <c:pt idx="6663">
                  <c:v>1.4401599999999999E-2</c:v>
                </c:pt>
                <c:pt idx="6664">
                  <c:v>1.4424000000000001E-2</c:v>
                </c:pt>
                <c:pt idx="6665">
                  <c:v>1.43351E-2</c:v>
                </c:pt>
                <c:pt idx="6666">
                  <c:v>1.4351499999999998E-2</c:v>
                </c:pt>
                <c:pt idx="6667">
                  <c:v>1.4953200000000002E-2</c:v>
                </c:pt>
                <c:pt idx="6668">
                  <c:v>1.46993E-2</c:v>
                </c:pt>
                <c:pt idx="6669">
                  <c:v>1.48072E-2</c:v>
                </c:pt>
                <c:pt idx="6670">
                  <c:v>1.4725700000000001E-2</c:v>
                </c:pt>
                <c:pt idx="6671">
                  <c:v>1.5015299999999999E-2</c:v>
                </c:pt>
                <c:pt idx="6672">
                  <c:v>1.4664400000000001E-2</c:v>
                </c:pt>
                <c:pt idx="6673">
                  <c:v>1.4535300000000001E-2</c:v>
                </c:pt>
                <c:pt idx="6674">
                  <c:v>1.4222300000000002E-2</c:v>
                </c:pt>
                <c:pt idx="6675">
                  <c:v>1.4042500000000001E-2</c:v>
                </c:pt>
                <c:pt idx="6676">
                  <c:v>1.41005E-2</c:v>
                </c:pt>
                <c:pt idx="6677">
                  <c:v>1.4273599999999999E-2</c:v>
                </c:pt>
                <c:pt idx="6678">
                  <c:v>1.4287200000000002E-2</c:v>
                </c:pt>
                <c:pt idx="6679">
                  <c:v>1.43006E-2</c:v>
                </c:pt>
                <c:pt idx="6680">
                  <c:v>1.4382499999999999E-2</c:v>
                </c:pt>
                <c:pt idx="6681">
                  <c:v>1.4306000000000001E-2</c:v>
                </c:pt>
                <c:pt idx="6682">
                  <c:v>1.40518E-2</c:v>
                </c:pt>
                <c:pt idx="6683">
                  <c:v>1.3905799999999999E-2</c:v>
                </c:pt>
                <c:pt idx="6684">
                  <c:v>1.4015700000000001E-2</c:v>
                </c:pt>
                <c:pt idx="6685">
                  <c:v>1.4133099999999999E-2</c:v>
                </c:pt>
                <c:pt idx="6686">
                  <c:v>1.3976499999999999E-2</c:v>
                </c:pt>
                <c:pt idx="6687">
                  <c:v>1.3934100000000001E-2</c:v>
                </c:pt>
                <c:pt idx="6688">
                  <c:v>1.3811500000000001E-2</c:v>
                </c:pt>
                <c:pt idx="6689">
                  <c:v>1.37629E-2</c:v>
                </c:pt>
                <c:pt idx="6690">
                  <c:v>1.3594699999999999E-2</c:v>
                </c:pt>
                <c:pt idx="6691">
                  <c:v>1.35578E-2</c:v>
                </c:pt>
                <c:pt idx="6692">
                  <c:v>1.3893299999999999E-2</c:v>
                </c:pt>
                <c:pt idx="6693">
                  <c:v>1.4055099999999999E-2</c:v>
                </c:pt>
                <c:pt idx="6694">
                  <c:v>1.42334E-2</c:v>
                </c:pt>
                <c:pt idx="6695">
                  <c:v>1.46172E-2</c:v>
                </c:pt>
                <c:pt idx="6696">
                  <c:v>1.42097E-2</c:v>
                </c:pt>
                <c:pt idx="6697">
                  <c:v>1.43337E-2</c:v>
                </c:pt>
                <c:pt idx="6698">
                  <c:v>1.4282E-2</c:v>
                </c:pt>
                <c:pt idx="6699">
                  <c:v>1.4233600000000001E-2</c:v>
                </c:pt>
                <c:pt idx="6700">
                  <c:v>1.4233699999999998E-2</c:v>
                </c:pt>
                <c:pt idx="6701">
                  <c:v>1.4490899999999999E-2</c:v>
                </c:pt>
                <c:pt idx="6702">
                  <c:v>1.46359E-2</c:v>
                </c:pt>
                <c:pt idx="6703">
                  <c:v>1.44428E-2</c:v>
                </c:pt>
                <c:pt idx="6704">
                  <c:v>1.45608E-2</c:v>
                </c:pt>
                <c:pt idx="6705">
                  <c:v>1.4775499999999999E-2</c:v>
                </c:pt>
                <c:pt idx="6706">
                  <c:v>1.5047E-2</c:v>
                </c:pt>
                <c:pt idx="6707">
                  <c:v>1.4756899999999998E-2</c:v>
                </c:pt>
                <c:pt idx="6708">
                  <c:v>1.5038900000000001E-2</c:v>
                </c:pt>
                <c:pt idx="6709">
                  <c:v>1.57774E-2</c:v>
                </c:pt>
                <c:pt idx="6710">
                  <c:v>1.5639400000000001E-2</c:v>
                </c:pt>
                <c:pt idx="6711">
                  <c:v>1.5991499999999999E-2</c:v>
                </c:pt>
                <c:pt idx="6712">
                  <c:v>1.6225099999999999E-2</c:v>
                </c:pt>
                <c:pt idx="6713">
                  <c:v>1.6354199999999999E-2</c:v>
                </c:pt>
                <c:pt idx="6714">
                  <c:v>1.6658600000000003E-2</c:v>
                </c:pt>
                <c:pt idx="6715">
                  <c:v>1.65019E-2</c:v>
                </c:pt>
                <c:pt idx="6716">
                  <c:v>1.7075899999999998E-2</c:v>
                </c:pt>
                <c:pt idx="6717">
                  <c:v>1.7671599999999999E-2</c:v>
                </c:pt>
                <c:pt idx="6718">
                  <c:v>1.7753100000000001E-2</c:v>
                </c:pt>
                <c:pt idx="6719">
                  <c:v>1.6847600000000001E-2</c:v>
                </c:pt>
                <c:pt idx="6720">
                  <c:v>1.6311600000000002E-2</c:v>
                </c:pt>
                <c:pt idx="6721">
                  <c:v>1.6498800000000001E-2</c:v>
                </c:pt>
                <c:pt idx="6722">
                  <c:v>1.63693E-2</c:v>
                </c:pt>
                <c:pt idx="6723">
                  <c:v>1.57336E-2</c:v>
                </c:pt>
                <c:pt idx="6724">
                  <c:v>1.59323E-2</c:v>
                </c:pt>
                <c:pt idx="6725">
                  <c:v>1.5907000000000001E-2</c:v>
                </c:pt>
                <c:pt idx="6726">
                  <c:v>1.5991700000000001E-2</c:v>
                </c:pt>
                <c:pt idx="6727">
                  <c:v>1.60368E-2</c:v>
                </c:pt>
                <c:pt idx="6728">
                  <c:v>1.6220399999999999E-2</c:v>
                </c:pt>
                <c:pt idx="6729">
                  <c:v>1.61304E-2</c:v>
                </c:pt>
                <c:pt idx="6730">
                  <c:v>1.61946E-2</c:v>
                </c:pt>
              </c:numCache>
            </c:numRef>
          </c:val>
          <c:smooth val="0"/>
          <c:extLst>
            <c:ext xmlns:c16="http://schemas.microsoft.com/office/drawing/2014/chart" uri="{C3380CC4-5D6E-409C-BE32-E72D297353CC}">
              <c16:uniqueId val="{00000001-E73A-4117-BC58-4A6B7AF4ADB5}"/>
            </c:ext>
          </c:extLst>
        </c:ser>
        <c:ser>
          <c:idx val="2"/>
          <c:order val="2"/>
          <c:tx>
            <c:strRef>
              <c:f>Spread_Calc!$Y$6</c:f>
              <c:strCache>
                <c:ptCount val="1"/>
                <c:pt idx="0">
                  <c:v>MX CDS 5y</c:v>
                </c:pt>
              </c:strCache>
              <c:extLst xmlns:c15="http://schemas.microsoft.com/office/drawing/2012/chart"/>
            </c:strRef>
          </c:tx>
          <c:spPr>
            <a:ln w="12700">
              <a:solidFill>
                <a:srgbClr val="FFC000"/>
              </a:solidFill>
            </a:ln>
          </c:spPr>
          <c:marker>
            <c:symbol val="none"/>
          </c:marker>
          <c:cat>
            <c:numRef>
              <c:f>Spread_Calc!$B$7:$B$7000</c:f>
              <c:numCache>
                <c:formatCode>m/d/yyyy</c:formatCode>
                <c:ptCount val="6994"/>
                <c:pt idx="0">
                  <c:v>36893</c:v>
                </c:pt>
                <c:pt idx="1">
                  <c:v>36894</c:v>
                </c:pt>
                <c:pt idx="2">
                  <c:v>36895</c:v>
                </c:pt>
                <c:pt idx="3">
                  <c:v>36896</c:v>
                </c:pt>
                <c:pt idx="4">
                  <c:v>36899</c:v>
                </c:pt>
                <c:pt idx="5">
                  <c:v>36900</c:v>
                </c:pt>
                <c:pt idx="6">
                  <c:v>36901</c:v>
                </c:pt>
                <c:pt idx="7">
                  <c:v>36902</c:v>
                </c:pt>
                <c:pt idx="8">
                  <c:v>36903</c:v>
                </c:pt>
                <c:pt idx="9">
                  <c:v>36906</c:v>
                </c:pt>
                <c:pt idx="10">
                  <c:v>36907</c:v>
                </c:pt>
                <c:pt idx="11">
                  <c:v>36908</c:v>
                </c:pt>
                <c:pt idx="12">
                  <c:v>36909</c:v>
                </c:pt>
                <c:pt idx="13">
                  <c:v>36910</c:v>
                </c:pt>
                <c:pt idx="14">
                  <c:v>36913</c:v>
                </c:pt>
                <c:pt idx="15">
                  <c:v>36914</c:v>
                </c:pt>
                <c:pt idx="16">
                  <c:v>36915</c:v>
                </c:pt>
                <c:pt idx="17">
                  <c:v>36916</c:v>
                </c:pt>
                <c:pt idx="18">
                  <c:v>36917</c:v>
                </c:pt>
                <c:pt idx="19">
                  <c:v>36920</c:v>
                </c:pt>
                <c:pt idx="20">
                  <c:v>36921</c:v>
                </c:pt>
                <c:pt idx="21">
                  <c:v>36922</c:v>
                </c:pt>
                <c:pt idx="22">
                  <c:v>36923</c:v>
                </c:pt>
                <c:pt idx="23">
                  <c:v>36924</c:v>
                </c:pt>
                <c:pt idx="24">
                  <c:v>36927</c:v>
                </c:pt>
                <c:pt idx="25">
                  <c:v>36928</c:v>
                </c:pt>
                <c:pt idx="26">
                  <c:v>36929</c:v>
                </c:pt>
                <c:pt idx="27">
                  <c:v>36930</c:v>
                </c:pt>
                <c:pt idx="28">
                  <c:v>36931</c:v>
                </c:pt>
                <c:pt idx="29">
                  <c:v>36934</c:v>
                </c:pt>
                <c:pt idx="30">
                  <c:v>36935</c:v>
                </c:pt>
                <c:pt idx="31">
                  <c:v>36936</c:v>
                </c:pt>
                <c:pt idx="32">
                  <c:v>36937</c:v>
                </c:pt>
                <c:pt idx="33">
                  <c:v>36938</c:v>
                </c:pt>
                <c:pt idx="34">
                  <c:v>36941</c:v>
                </c:pt>
                <c:pt idx="35">
                  <c:v>36942</c:v>
                </c:pt>
                <c:pt idx="36">
                  <c:v>36943</c:v>
                </c:pt>
                <c:pt idx="37">
                  <c:v>36944</c:v>
                </c:pt>
                <c:pt idx="38">
                  <c:v>36945</c:v>
                </c:pt>
                <c:pt idx="39">
                  <c:v>36948</c:v>
                </c:pt>
                <c:pt idx="40">
                  <c:v>36949</c:v>
                </c:pt>
                <c:pt idx="41">
                  <c:v>36950</c:v>
                </c:pt>
                <c:pt idx="42">
                  <c:v>36951</c:v>
                </c:pt>
                <c:pt idx="43">
                  <c:v>36952</c:v>
                </c:pt>
                <c:pt idx="44">
                  <c:v>36955</c:v>
                </c:pt>
                <c:pt idx="45">
                  <c:v>36956</c:v>
                </c:pt>
                <c:pt idx="46">
                  <c:v>36957</c:v>
                </c:pt>
                <c:pt idx="47">
                  <c:v>36958</c:v>
                </c:pt>
                <c:pt idx="48">
                  <c:v>36959</c:v>
                </c:pt>
                <c:pt idx="49">
                  <c:v>36962</c:v>
                </c:pt>
                <c:pt idx="50">
                  <c:v>36963</c:v>
                </c:pt>
                <c:pt idx="51">
                  <c:v>36964</c:v>
                </c:pt>
                <c:pt idx="52">
                  <c:v>36965</c:v>
                </c:pt>
                <c:pt idx="53">
                  <c:v>36966</c:v>
                </c:pt>
                <c:pt idx="54">
                  <c:v>36969</c:v>
                </c:pt>
                <c:pt idx="55">
                  <c:v>36970</c:v>
                </c:pt>
                <c:pt idx="56">
                  <c:v>36971</c:v>
                </c:pt>
                <c:pt idx="57">
                  <c:v>36972</c:v>
                </c:pt>
                <c:pt idx="58">
                  <c:v>36973</c:v>
                </c:pt>
                <c:pt idx="59">
                  <c:v>36976</c:v>
                </c:pt>
                <c:pt idx="60">
                  <c:v>36977</c:v>
                </c:pt>
                <c:pt idx="61">
                  <c:v>36978</c:v>
                </c:pt>
                <c:pt idx="62">
                  <c:v>36979</c:v>
                </c:pt>
                <c:pt idx="63">
                  <c:v>36980</c:v>
                </c:pt>
                <c:pt idx="64">
                  <c:v>36983</c:v>
                </c:pt>
                <c:pt idx="65">
                  <c:v>36984</c:v>
                </c:pt>
                <c:pt idx="66">
                  <c:v>36985</c:v>
                </c:pt>
                <c:pt idx="67">
                  <c:v>36986</c:v>
                </c:pt>
                <c:pt idx="68">
                  <c:v>36987</c:v>
                </c:pt>
                <c:pt idx="69">
                  <c:v>36990</c:v>
                </c:pt>
                <c:pt idx="70">
                  <c:v>36991</c:v>
                </c:pt>
                <c:pt idx="71">
                  <c:v>36992</c:v>
                </c:pt>
                <c:pt idx="72">
                  <c:v>36993</c:v>
                </c:pt>
                <c:pt idx="73">
                  <c:v>36994</c:v>
                </c:pt>
                <c:pt idx="74">
                  <c:v>36997</c:v>
                </c:pt>
                <c:pt idx="75">
                  <c:v>36998</c:v>
                </c:pt>
                <c:pt idx="76">
                  <c:v>36999</c:v>
                </c:pt>
                <c:pt idx="77">
                  <c:v>37000</c:v>
                </c:pt>
                <c:pt idx="78">
                  <c:v>37001</c:v>
                </c:pt>
                <c:pt idx="79">
                  <c:v>37004</c:v>
                </c:pt>
                <c:pt idx="80">
                  <c:v>37005</c:v>
                </c:pt>
                <c:pt idx="81">
                  <c:v>37006</c:v>
                </c:pt>
                <c:pt idx="82">
                  <c:v>37007</c:v>
                </c:pt>
                <c:pt idx="83">
                  <c:v>37008</c:v>
                </c:pt>
                <c:pt idx="84">
                  <c:v>37011</c:v>
                </c:pt>
                <c:pt idx="85">
                  <c:v>37012</c:v>
                </c:pt>
                <c:pt idx="86">
                  <c:v>37013</c:v>
                </c:pt>
                <c:pt idx="87">
                  <c:v>37014</c:v>
                </c:pt>
                <c:pt idx="88">
                  <c:v>37015</c:v>
                </c:pt>
                <c:pt idx="89">
                  <c:v>37018</c:v>
                </c:pt>
                <c:pt idx="90">
                  <c:v>37019</c:v>
                </c:pt>
                <c:pt idx="91">
                  <c:v>37020</c:v>
                </c:pt>
                <c:pt idx="92">
                  <c:v>37021</c:v>
                </c:pt>
                <c:pt idx="93">
                  <c:v>37022</c:v>
                </c:pt>
                <c:pt idx="94">
                  <c:v>37025</c:v>
                </c:pt>
                <c:pt idx="95">
                  <c:v>37026</c:v>
                </c:pt>
                <c:pt idx="96">
                  <c:v>37027</c:v>
                </c:pt>
                <c:pt idx="97">
                  <c:v>37028</c:v>
                </c:pt>
                <c:pt idx="98">
                  <c:v>37029</c:v>
                </c:pt>
                <c:pt idx="99">
                  <c:v>37032</c:v>
                </c:pt>
                <c:pt idx="100">
                  <c:v>37033</c:v>
                </c:pt>
                <c:pt idx="101">
                  <c:v>37034</c:v>
                </c:pt>
                <c:pt idx="102">
                  <c:v>37035</c:v>
                </c:pt>
                <c:pt idx="103">
                  <c:v>37036</c:v>
                </c:pt>
                <c:pt idx="104">
                  <c:v>37039</c:v>
                </c:pt>
                <c:pt idx="105">
                  <c:v>37040</c:v>
                </c:pt>
                <c:pt idx="106">
                  <c:v>37041</c:v>
                </c:pt>
                <c:pt idx="107">
                  <c:v>37042</c:v>
                </c:pt>
                <c:pt idx="108">
                  <c:v>37043</c:v>
                </c:pt>
                <c:pt idx="109">
                  <c:v>37046</c:v>
                </c:pt>
                <c:pt idx="110">
                  <c:v>37047</c:v>
                </c:pt>
                <c:pt idx="111">
                  <c:v>37048</c:v>
                </c:pt>
                <c:pt idx="112">
                  <c:v>37049</c:v>
                </c:pt>
                <c:pt idx="113">
                  <c:v>37050</c:v>
                </c:pt>
                <c:pt idx="114">
                  <c:v>37053</c:v>
                </c:pt>
                <c:pt idx="115">
                  <c:v>37054</c:v>
                </c:pt>
                <c:pt idx="116">
                  <c:v>37055</c:v>
                </c:pt>
                <c:pt idx="117">
                  <c:v>37056</c:v>
                </c:pt>
                <c:pt idx="118">
                  <c:v>37057</c:v>
                </c:pt>
                <c:pt idx="119">
                  <c:v>37060</c:v>
                </c:pt>
                <c:pt idx="120">
                  <c:v>37061</c:v>
                </c:pt>
                <c:pt idx="121">
                  <c:v>37062</c:v>
                </c:pt>
                <c:pt idx="122">
                  <c:v>37063</c:v>
                </c:pt>
                <c:pt idx="123">
                  <c:v>37064</c:v>
                </c:pt>
                <c:pt idx="124">
                  <c:v>37067</c:v>
                </c:pt>
                <c:pt idx="125">
                  <c:v>37068</c:v>
                </c:pt>
                <c:pt idx="126">
                  <c:v>37069</c:v>
                </c:pt>
                <c:pt idx="127">
                  <c:v>37070</c:v>
                </c:pt>
                <c:pt idx="128">
                  <c:v>37071</c:v>
                </c:pt>
                <c:pt idx="129">
                  <c:v>37074</c:v>
                </c:pt>
                <c:pt idx="130">
                  <c:v>37075</c:v>
                </c:pt>
                <c:pt idx="131">
                  <c:v>37076</c:v>
                </c:pt>
                <c:pt idx="132">
                  <c:v>37077</c:v>
                </c:pt>
                <c:pt idx="133">
                  <c:v>37078</c:v>
                </c:pt>
                <c:pt idx="134">
                  <c:v>37081</c:v>
                </c:pt>
                <c:pt idx="135">
                  <c:v>37082</c:v>
                </c:pt>
                <c:pt idx="136">
                  <c:v>37083</c:v>
                </c:pt>
                <c:pt idx="137">
                  <c:v>37084</c:v>
                </c:pt>
                <c:pt idx="138">
                  <c:v>37085</c:v>
                </c:pt>
                <c:pt idx="139">
                  <c:v>37088</c:v>
                </c:pt>
                <c:pt idx="140">
                  <c:v>37089</c:v>
                </c:pt>
                <c:pt idx="141">
                  <c:v>37090</c:v>
                </c:pt>
                <c:pt idx="142">
                  <c:v>37091</c:v>
                </c:pt>
                <c:pt idx="143">
                  <c:v>37092</c:v>
                </c:pt>
                <c:pt idx="144">
                  <c:v>37095</c:v>
                </c:pt>
                <c:pt idx="145">
                  <c:v>37096</c:v>
                </c:pt>
                <c:pt idx="146">
                  <c:v>37097</c:v>
                </c:pt>
                <c:pt idx="147">
                  <c:v>37098</c:v>
                </c:pt>
                <c:pt idx="148">
                  <c:v>37099</c:v>
                </c:pt>
                <c:pt idx="149">
                  <c:v>37102</c:v>
                </c:pt>
                <c:pt idx="150">
                  <c:v>37103</c:v>
                </c:pt>
                <c:pt idx="151">
                  <c:v>37104</c:v>
                </c:pt>
                <c:pt idx="152">
                  <c:v>37105</c:v>
                </c:pt>
                <c:pt idx="153">
                  <c:v>37106</c:v>
                </c:pt>
                <c:pt idx="154">
                  <c:v>37109</c:v>
                </c:pt>
                <c:pt idx="155">
                  <c:v>37110</c:v>
                </c:pt>
                <c:pt idx="156">
                  <c:v>37111</c:v>
                </c:pt>
                <c:pt idx="157">
                  <c:v>37112</c:v>
                </c:pt>
                <c:pt idx="158">
                  <c:v>37113</c:v>
                </c:pt>
                <c:pt idx="159">
                  <c:v>37116</c:v>
                </c:pt>
                <c:pt idx="160">
                  <c:v>37117</c:v>
                </c:pt>
                <c:pt idx="161">
                  <c:v>37118</c:v>
                </c:pt>
                <c:pt idx="162">
                  <c:v>37119</c:v>
                </c:pt>
                <c:pt idx="163">
                  <c:v>37120</c:v>
                </c:pt>
                <c:pt idx="164">
                  <c:v>37123</c:v>
                </c:pt>
                <c:pt idx="165">
                  <c:v>37124</c:v>
                </c:pt>
                <c:pt idx="166">
                  <c:v>37125</c:v>
                </c:pt>
                <c:pt idx="167">
                  <c:v>37126</c:v>
                </c:pt>
                <c:pt idx="168">
                  <c:v>37127</c:v>
                </c:pt>
                <c:pt idx="169">
                  <c:v>37130</c:v>
                </c:pt>
                <c:pt idx="170">
                  <c:v>37131</c:v>
                </c:pt>
                <c:pt idx="171">
                  <c:v>37132</c:v>
                </c:pt>
                <c:pt idx="172">
                  <c:v>37133</c:v>
                </c:pt>
                <c:pt idx="173">
                  <c:v>37134</c:v>
                </c:pt>
                <c:pt idx="174">
                  <c:v>37137</c:v>
                </c:pt>
                <c:pt idx="175">
                  <c:v>37138</c:v>
                </c:pt>
                <c:pt idx="176">
                  <c:v>37139</c:v>
                </c:pt>
                <c:pt idx="177">
                  <c:v>37140</c:v>
                </c:pt>
                <c:pt idx="178">
                  <c:v>37141</c:v>
                </c:pt>
                <c:pt idx="179">
                  <c:v>37144</c:v>
                </c:pt>
                <c:pt idx="180">
                  <c:v>37145</c:v>
                </c:pt>
                <c:pt idx="181">
                  <c:v>37146</c:v>
                </c:pt>
                <c:pt idx="182">
                  <c:v>37147</c:v>
                </c:pt>
                <c:pt idx="183">
                  <c:v>37148</c:v>
                </c:pt>
                <c:pt idx="184">
                  <c:v>37151</c:v>
                </c:pt>
                <c:pt idx="185">
                  <c:v>37152</c:v>
                </c:pt>
                <c:pt idx="186">
                  <c:v>37153</c:v>
                </c:pt>
                <c:pt idx="187">
                  <c:v>37154</c:v>
                </c:pt>
                <c:pt idx="188">
                  <c:v>37155</c:v>
                </c:pt>
                <c:pt idx="189">
                  <c:v>37158</c:v>
                </c:pt>
                <c:pt idx="190">
                  <c:v>37159</c:v>
                </c:pt>
                <c:pt idx="191">
                  <c:v>37160</c:v>
                </c:pt>
                <c:pt idx="192">
                  <c:v>37161</c:v>
                </c:pt>
                <c:pt idx="193">
                  <c:v>37162</c:v>
                </c:pt>
                <c:pt idx="194">
                  <c:v>37165</c:v>
                </c:pt>
                <c:pt idx="195">
                  <c:v>37166</c:v>
                </c:pt>
                <c:pt idx="196">
                  <c:v>37167</c:v>
                </c:pt>
                <c:pt idx="197">
                  <c:v>37168</c:v>
                </c:pt>
                <c:pt idx="198">
                  <c:v>37169</c:v>
                </c:pt>
                <c:pt idx="199">
                  <c:v>37172</c:v>
                </c:pt>
                <c:pt idx="200">
                  <c:v>37173</c:v>
                </c:pt>
                <c:pt idx="201">
                  <c:v>37174</c:v>
                </c:pt>
                <c:pt idx="202">
                  <c:v>37175</c:v>
                </c:pt>
                <c:pt idx="203">
                  <c:v>37176</c:v>
                </c:pt>
                <c:pt idx="204">
                  <c:v>37179</c:v>
                </c:pt>
                <c:pt idx="205">
                  <c:v>37180</c:v>
                </c:pt>
                <c:pt idx="206">
                  <c:v>37181</c:v>
                </c:pt>
                <c:pt idx="207">
                  <c:v>37182</c:v>
                </c:pt>
                <c:pt idx="208">
                  <c:v>37183</c:v>
                </c:pt>
                <c:pt idx="209">
                  <c:v>37186</c:v>
                </c:pt>
                <c:pt idx="210">
                  <c:v>37187</c:v>
                </c:pt>
                <c:pt idx="211">
                  <c:v>37188</c:v>
                </c:pt>
                <c:pt idx="212">
                  <c:v>37189</c:v>
                </c:pt>
                <c:pt idx="213">
                  <c:v>37190</c:v>
                </c:pt>
                <c:pt idx="214">
                  <c:v>37193</c:v>
                </c:pt>
                <c:pt idx="215">
                  <c:v>37194</c:v>
                </c:pt>
                <c:pt idx="216">
                  <c:v>37195</c:v>
                </c:pt>
                <c:pt idx="217">
                  <c:v>37196</c:v>
                </c:pt>
                <c:pt idx="218">
                  <c:v>37197</c:v>
                </c:pt>
                <c:pt idx="219">
                  <c:v>37200</c:v>
                </c:pt>
                <c:pt idx="220">
                  <c:v>37201</c:v>
                </c:pt>
                <c:pt idx="221">
                  <c:v>37202</c:v>
                </c:pt>
                <c:pt idx="222">
                  <c:v>37203</c:v>
                </c:pt>
                <c:pt idx="223">
                  <c:v>37204</c:v>
                </c:pt>
                <c:pt idx="224">
                  <c:v>37207</c:v>
                </c:pt>
                <c:pt idx="225">
                  <c:v>37208</c:v>
                </c:pt>
                <c:pt idx="226">
                  <c:v>37209</c:v>
                </c:pt>
                <c:pt idx="227">
                  <c:v>37210</c:v>
                </c:pt>
                <c:pt idx="228">
                  <c:v>37211</c:v>
                </c:pt>
                <c:pt idx="229">
                  <c:v>37214</c:v>
                </c:pt>
                <c:pt idx="230">
                  <c:v>37215</c:v>
                </c:pt>
                <c:pt idx="231">
                  <c:v>37216</c:v>
                </c:pt>
                <c:pt idx="232">
                  <c:v>37217</c:v>
                </c:pt>
                <c:pt idx="233">
                  <c:v>37218</c:v>
                </c:pt>
                <c:pt idx="234">
                  <c:v>37221</c:v>
                </c:pt>
                <c:pt idx="235">
                  <c:v>37222</c:v>
                </c:pt>
                <c:pt idx="236">
                  <c:v>37223</c:v>
                </c:pt>
                <c:pt idx="237">
                  <c:v>37224</c:v>
                </c:pt>
                <c:pt idx="238">
                  <c:v>37225</c:v>
                </c:pt>
                <c:pt idx="239">
                  <c:v>37228</c:v>
                </c:pt>
                <c:pt idx="240">
                  <c:v>37229</c:v>
                </c:pt>
                <c:pt idx="241">
                  <c:v>37230</c:v>
                </c:pt>
                <c:pt idx="242">
                  <c:v>37231</c:v>
                </c:pt>
                <c:pt idx="243">
                  <c:v>37232</c:v>
                </c:pt>
                <c:pt idx="244">
                  <c:v>37235</c:v>
                </c:pt>
                <c:pt idx="245">
                  <c:v>37236</c:v>
                </c:pt>
                <c:pt idx="246">
                  <c:v>37237</c:v>
                </c:pt>
                <c:pt idx="247">
                  <c:v>37238</c:v>
                </c:pt>
                <c:pt idx="248">
                  <c:v>37239</c:v>
                </c:pt>
                <c:pt idx="249">
                  <c:v>37242</c:v>
                </c:pt>
                <c:pt idx="250">
                  <c:v>37243</c:v>
                </c:pt>
                <c:pt idx="251">
                  <c:v>37244</c:v>
                </c:pt>
                <c:pt idx="252">
                  <c:v>37245</c:v>
                </c:pt>
                <c:pt idx="253">
                  <c:v>37246</c:v>
                </c:pt>
                <c:pt idx="254">
                  <c:v>37249</c:v>
                </c:pt>
                <c:pt idx="255">
                  <c:v>37250</c:v>
                </c:pt>
                <c:pt idx="256">
                  <c:v>37251</c:v>
                </c:pt>
                <c:pt idx="257">
                  <c:v>37252</c:v>
                </c:pt>
                <c:pt idx="258">
                  <c:v>37253</c:v>
                </c:pt>
                <c:pt idx="259">
                  <c:v>37256</c:v>
                </c:pt>
                <c:pt idx="260">
                  <c:v>37257</c:v>
                </c:pt>
                <c:pt idx="261">
                  <c:v>37258</c:v>
                </c:pt>
                <c:pt idx="262">
                  <c:v>37259</c:v>
                </c:pt>
                <c:pt idx="263">
                  <c:v>37260</c:v>
                </c:pt>
                <c:pt idx="264">
                  <c:v>37263</c:v>
                </c:pt>
                <c:pt idx="265">
                  <c:v>37264</c:v>
                </c:pt>
                <c:pt idx="266">
                  <c:v>37265</c:v>
                </c:pt>
                <c:pt idx="267">
                  <c:v>37266</c:v>
                </c:pt>
                <c:pt idx="268">
                  <c:v>37267</c:v>
                </c:pt>
                <c:pt idx="269">
                  <c:v>37270</c:v>
                </c:pt>
                <c:pt idx="270">
                  <c:v>37271</c:v>
                </c:pt>
                <c:pt idx="271">
                  <c:v>37272</c:v>
                </c:pt>
                <c:pt idx="272">
                  <c:v>37273</c:v>
                </c:pt>
                <c:pt idx="273">
                  <c:v>37274</c:v>
                </c:pt>
                <c:pt idx="274">
                  <c:v>37277</c:v>
                </c:pt>
                <c:pt idx="275">
                  <c:v>37278</c:v>
                </c:pt>
                <c:pt idx="276">
                  <c:v>37279</c:v>
                </c:pt>
                <c:pt idx="277">
                  <c:v>37280</c:v>
                </c:pt>
                <c:pt idx="278">
                  <c:v>37281</c:v>
                </c:pt>
                <c:pt idx="279">
                  <c:v>37284</c:v>
                </c:pt>
                <c:pt idx="280">
                  <c:v>37285</c:v>
                </c:pt>
                <c:pt idx="281">
                  <c:v>37286</c:v>
                </c:pt>
                <c:pt idx="282">
                  <c:v>37287</c:v>
                </c:pt>
                <c:pt idx="283">
                  <c:v>37288</c:v>
                </c:pt>
                <c:pt idx="284">
                  <c:v>37291</c:v>
                </c:pt>
                <c:pt idx="285">
                  <c:v>37292</c:v>
                </c:pt>
                <c:pt idx="286">
                  <c:v>37293</c:v>
                </c:pt>
                <c:pt idx="287">
                  <c:v>37294</c:v>
                </c:pt>
                <c:pt idx="288">
                  <c:v>37295</c:v>
                </c:pt>
                <c:pt idx="289">
                  <c:v>37298</c:v>
                </c:pt>
                <c:pt idx="290">
                  <c:v>37299</c:v>
                </c:pt>
                <c:pt idx="291">
                  <c:v>37300</c:v>
                </c:pt>
                <c:pt idx="292">
                  <c:v>37301</c:v>
                </c:pt>
                <c:pt idx="293">
                  <c:v>37302</c:v>
                </c:pt>
                <c:pt idx="294">
                  <c:v>37305</c:v>
                </c:pt>
                <c:pt idx="295">
                  <c:v>37306</c:v>
                </c:pt>
                <c:pt idx="296">
                  <c:v>37307</c:v>
                </c:pt>
                <c:pt idx="297">
                  <c:v>37308</c:v>
                </c:pt>
                <c:pt idx="298">
                  <c:v>37309</c:v>
                </c:pt>
                <c:pt idx="299">
                  <c:v>37312</c:v>
                </c:pt>
                <c:pt idx="300">
                  <c:v>37313</c:v>
                </c:pt>
                <c:pt idx="301">
                  <c:v>37314</c:v>
                </c:pt>
                <c:pt idx="302">
                  <c:v>37315</c:v>
                </c:pt>
                <c:pt idx="303">
                  <c:v>37316</c:v>
                </c:pt>
                <c:pt idx="304">
                  <c:v>37319</c:v>
                </c:pt>
                <c:pt idx="305">
                  <c:v>37320</c:v>
                </c:pt>
                <c:pt idx="306">
                  <c:v>37321</c:v>
                </c:pt>
                <c:pt idx="307">
                  <c:v>37322</c:v>
                </c:pt>
                <c:pt idx="308">
                  <c:v>37323</c:v>
                </c:pt>
                <c:pt idx="309">
                  <c:v>37326</c:v>
                </c:pt>
                <c:pt idx="310">
                  <c:v>37327</c:v>
                </c:pt>
                <c:pt idx="311">
                  <c:v>37328</c:v>
                </c:pt>
                <c:pt idx="312">
                  <c:v>37329</c:v>
                </c:pt>
                <c:pt idx="313">
                  <c:v>37330</c:v>
                </c:pt>
                <c:pt idx="314">
                  <c:v>37333</c:v>
                </c:pt>
                <c:pt idx="315">
                  <c:v>37334</c:v>
                </c:pt>
                <c:pt idx="316">
                  <c:v>37335</c:v>
                </c:pt>
                <c:pt idx="317">
                  <c:v>37336</c:v>
                </c:pt>
                <c:pt idx="318">
                  <c:v>37337</c:v>
                </c:pt>
                <c:pt idx="319">
                  <c:v>37340</c:v>
                </c:pt>
                <c:pt idx="320">
                  <c:v>37341</c:v>
                </c:pt>
                <c:pt idx="321">
                  <c:v>37342</c:v>
                </c:pt>
                <c:pt idx="322">
                  <c:v>37343</c:v>
                </c:pt>
                <c:pt idx="323">
                  <c:v>37344</c:v>
                </c:pt>
                <c:pt idx="324">
                  <c:v>37347</c:v>
                </c:pt>
                <c:pt idx="325">
                  <c:v>37348</c:v>
                </c:pt>
                <c:pt idx="326">
                  <c:v>37349</c:v>
                </c:pt>
                <c:pt idx="327">
                  <c:v>37350</c:v>
                </c:pt>
                <c:pt idx="328">
                  <c:v>37351</c:v>
                </c:pt>
                <c:pt idx="329">
                  <c:v>37354</c:v>
                </c:pt>
                <c:pt idx="330">
                  <c:v>37355</c:v>
                </c:pt>
                <c:pt idx="331">
                  <c:v>37356</c:v>
                </c:pt>
                <c:pt idx="332">
                  <c:v>37357</c:v>
                </c:pt>
                <c:pt idx="333">
                  <c:v>37358</c:v>
                </c:pt>
                <c:pt idx="334">
                  <c:v>37361</c:v>
                </c:pt>
                <c:pt idx="335">
                  <c:v>37362</c:v>
                </c:pt>
                <c:pt idx="336">
                  <c:v>37363</c:v>
                </c:pt>
                <c:pt idx="337">
                  <c:v>37364</c:v>
                </c:pt>
                <c:pt idx="338">
                  <c:v>37365</c:v>
                </c:pt>
                <c:pt idx="339">
                  <c:v>37368</c:v>
                </c:pt>
                <c:pt idx="340">
                  <c:v>37369</c:v>
                </c:pt>
                <c:pt idx="341">
                  <c:v>37370</c:v>
                </c:pt>
                <c:pt idx="342">
                  <c:v>37371</c:v>
                </c:pt>
                <c:pt idx="343">
                  <c:v>37372</c:v>
                </c:pt>
                <c:pt idx="344">
                  <c:v>37375</c:v>
                </c:pt>
                <c:pt idx="345">
                  <c:v>37376</c:v>
                </c:pt>
                <c:pt idx="346">
                  <c:v>37377</c:v>
                </c:pt>
                <c:pt idx="347">
                  <c:v>37378</c:v>
                </c:pt>
                <c:pt idx="348">
                  <c:v>37379</c:v>
                </c:pt>
                <c:pt idx="349">
                  <c:v>37382</c:v>
                </c:pt>
                <c:pt idx="350">
                  <c:v>37383</c:v>
                </c:pt>
                <c:pt idx="351">
                  <c:v>37384</c:v>
                </c:pt>
                <c:pt idx="352">
                  <c:v>37385</c:v>
                </c:pt>
                <c:pt idx="353">
                  <c:v>37386</c:v>
                </c:pt>
                <c:pt idx="354">
                  <c:v>37389</c:v>
                </c:pt>
                <c:pt idx="355">
                  <c:v>37390</c:v>
                </c:pt>
                <c:pt idx="356">
                  <c:v>37391</c:v>
                </c:pt>
                <c:pt idx="357">
                  <c:v>37392</c:v>
                </c:pt>
                <c:pt idx="358">
                  <c:v>37393</c:v>
                </c:pt>
                <c:pt idx="359">
                  <c:v>37396</c:v>
                </c:pt>
                <c:pt idx="360">
                  <c:v>37397</c:v>
                </c:pt>
                <c:pt idx="361">
                  <c:v>37398</c:v>
                </c:pt>
                <c:pt idx="362">
                  <c:v>37399</c:v>
                </c:pt>
                <c:pt idx="363">
                  <c:v>37400</c:v>
                </c:pt>
                <c:pt idx="364">
                  <c:v>37403</c:v>
                </c:pt>
                <c:pt idx="365">
                  <c:v>37404</c:v>
                </c:pt>
                <c:pt idx="366">
                  <c:v>37405</c:v>
                </c:pt>
                <c:pt idx="367">
                  <c:v>37406</c:v>
                </c:pt>
                <c:pt idx="368">
                  <c:v>37407</c:v>
                </c:pt>
                <c:pt idx="369">
                  <c:v>37410</c:v>
                </c:pt>
                <c:pt idx="370">
                  <c:v>37411</c:v>
                </c:pt>
                <c:pt idx="371">
                  <c:v>37412</c:v>
                </c:pt>
                <c:pt idx="372">
                  <c:v>37413</c:v>
                </c:pt>
                <c:pt idx="373">
                  <c:v>37414</c:v>
                </c:pt>
                <c:pt idx="374">
                  <c:v>37417</c:v>
                </c:pt>
                <c:pt idx="375">
                  <c:v>37418</c:v>
                </c:pt>
                <c:pt idx="376">
                  <c:v>37419</c:v>
                </c:pt>
                <c:pt idx="377">
                  <c:v>37420</c:v>
                </c:pt>
                <c:pt idx="378">
                  <c:v>37421</c:v>
                </c:pt>
                <c:pt idx="379">
                  <c:v>37424</c:v>
                </c:pt>
                <c:pt idx="380">
                  <c:v>37425</c:v>
                </c:pt>
                <c:pt idx="381">
                  <c:v>37426</c:v>
                </c:pt>
                <c:pt idx="382">
                  <c:v>37427</c:v>
                </c:pt>
                <c:pt idx="383">
                  <c:v>37428</c:v>
                </c:pt>
                <c:pt idx="384">
                  <c:v>37431</c:v>
                </c:pt>
                <c:pt idx="385">
                  <c:v>37432</c:v>
                </c:pt>
                <c:pt idx="386">
                  <c:v>37433</c:v>
                </c:pt>
                <c:pt idx="387">
                  <c:v>37434</c:v>
                </c:pt>
                <c:pt idx="388">
                  <c:v>37435</c:v>
                </c:pt>
                <c:pt idx="389">
                  <c:v>37438</c:v>
                </c:pt>
                <c:pt idx="390">
                  <c:v>37439</c:v>
                </c:pt>
                <c:pt idx="391">
                  <c:v>37440</c:v>
                </c:pt>
                <c:pt idx="392">
                  <c:v>37441</c:v>
                </c:pt>
                <c:pt idx="393">
                  <c:v>37442</c:v>
                </c:pt>
                <c:pt idx="394">
                  <c:v>37445</c:v>
                </c:pt>
                <c:pt idx="395">
                  <c:v>37446</c:v>
                </c:pt>
                <c:pt idx="396">
                  <c:v>37447</c:v>
                </c:pt>
                <c:pt idx="397">
                  <c:v>37448</c:v>
                </c:pt>
                <c:pt idx="398">
                  <c:v>37449</c:v>
                </c:pt>
                <c:pt idx="399">
                  <c:v>37452</c:v>
                </c:pt>
                <c:pt idx="400">
                  <c:v>37453</c:v>
                </c:pt>
                <c:pt idx="401">
                  <c:v>37454</c:v>
                </c:pt>
                <c:pt idx="402">
                  <c:v>37455</c:v>
                </c:pt>
                <c:pt idx="403">
                  <c:v>37456</c:v>
                </c:pt>
                <c:pt idx="404">
                  <c:v>37459</c:v>
                </c:pt>
                <c:pt idx="405">
                  <c:v>37460</c:v>
                </c:pt>
                <c:pt idx="406">
                  <c:v>37461</c:v>
                </c:pt>
                <c:pt idx="407">
                  <c:v>37462</c:v>
                </c:pt>
                <c:pt idx="408">
                  <c:v>37463</c:v>
                </c:pt>
                <c:pt idx="409">
                  <c:v>37466</c:v>
                </c:pt>
                <c:pt idx="410">
                  <c:v>37467</c:v>
                </c:pt>
                <c:pt idx="411">
                  <c:v>37468</c:v>
                </c:pt>
                <c:pt idx="412">
                  <c:v>37469</c:v>
                </c:pt>
                <c:pt idx="413">
                  <c:v>37470</c:v>
                </c:pt>
                <c:pt idx="414">
                  <c:v>37473</c:v>
                </c:pt>
                <c:pt idx="415">
                  <c:v>37474</c:v>
                </c:pt>
                <c:pt idx="416">
                  <c:v>37475</c:v>
                </c:pt>
                <c:pt idx="417">
                  <c:v>37476</c:v>
                </c:pt>
                <c:pt idx="418">
                  <c:v>37477</c:v>
                </c:pt>
                <c:pt idx="419">
                  <c:v>37480</c:v>
                </c:pt>
                <c:pt idx="420">
                  <c:v>37481</c:v>
                </c:pt>
                <c:pt idx="421">
                  <c:v>37482</c:v>
                </c:pt>
                <c:pt idx="422">
                  <c:v>37483</c:v>
                </c:pt>
                <c:pt idx="423">
                  <c:v>37484</c:v>
                </c:pt>
                <c:pt idx="424">
                  <c:v>37487</c:v>
                </c:pt>
                <c:pt idx="425">
                  <c:v>37488</c:v>
                </c:pt>
                <c:pt idx="426">
                  <c:v>37489</c:v>
                </c:pt>
                <c:pt idx="427">
                  <c:v>37490</c:v>
                </c:pt>
                <c:pt idx="428">
                  <c:v>37491</c:v>
                </c:pt>
                <c:pt idx="429">
                  <c:v>37494</c:v>
                </c:pt>
                <c:pt idx="430">
                  <c:v>37495</c:v>
                </c:pt>
                <c:pt idx="431">
                  <c:v>37496</c:v>
                </c:pt>
                <c:pt idx="432">
                  <c:v>37497</c:v>
                </c:pt>
                <c:pt idx="433">
                  <c:v>37498</c:v>
                </c:pt>
                <c:pt idx="434">
                  <c:v>37501</c:v>
                </c:pt>
                <c:pt idx="435">
                  <c:v>37502</c:v>
                </c:pt>
                <c:pt idx="436">
                  <c:v>37503</c:v>
                </c:pt>
                <c:pt idx="437">
                  <c:v>37504</c:v>
                </c:pt>
                <c:pt idx="438">
                  <c:v>37505</c:v>
                </c:pt>
                <c:pt idx="439">
                  <c:v>37508</c:v>
                </c:pt>
                <c:pt idx="440">
                  <c:v>37509</c:v>
                </c:pt>
                <c:pt idx="441">
                  <c:v>37510</c:v>
                </c:pt>
                <c:pt idx="442">
                  <c:v>37511</c:v>
                </c:pt>
                <c:pt idx="443">
                  <c:v>37512</c:v>
                </c:pt>
                <c:pt idx="444">
                  <c:v>37515</c:v>
                </c:pt>
                <c:pt idx="445">
                  <c:v>37516</c:v>
                </c:pt>
                <c:pt idx="446">
                  <c:v>37517</c:v>
                </c:pt>
                <c:pt idx="447">
                  <c:v>37518</c:v>
                </c:pt>
                <c:pt idx="448">
                  <c:v>37519</c:v>
                </c:pt>
                <c:pt idx="449">
                  <c:v>37522</c:v>
                </c:pt>
                <c:pt idx="450">
                  <c:v>37523</c:v>
                </c:pt>
                <c:pt idx="451">
                  <c:v>37524</c:v>
                </c:pt>
                <c:pt idx="452">
                  <c:v>37525</c:v>
                </c:pt>
                <c:pt idx="453">
                  <c:v>37526</c:v>
                </c:pt>
                <c:pt idx="454">
                  <c:v>37529</c:v>
                </c:pt>
                <c:pt idx="455">
                  <c:v>37530</c:v>
                </c:pt>
                <c:pt idx="456">
                  <c:v>37531</c:v>
                </c:pt>
                <c:pt idx="457">
                  <c:v>37532</c:v>
                </c:pt>
                <c:pt idx="458">
                  <c:v>37533</c:v>
                </c:pt>
                <c:pt idx="459">
                  <c:v>37536</c:v>
                </c:pt>
                <c:pt idx="460">
                  <c:v>37537</c:v>
                </c:pt>
                <c:pt idx="461">
                  <c:v>37538</c:v>
                </c:pt>
                <c:pt idx="462">
                  <c:v>37539</c:v>
                </c:pt>
                <c:pt idx="463">
                  <c:v>37540</c:v>
                </c:pt>
                <c:pt idx="464">
                  <c:v>37543</c:v>
                </c:pt>
                <c:pt idx="465">
                  <c:v>37544</c:v>
                </c:pt>
                <c:pt idx="466">
                  <c:v>37545</c:v>
                </c:pt>
                <c:pt idx="467">
                  <c:v>37546</c:v>
                </c:pt>
                <c:pt idx="468">
                  <c:v>37547</c:v>
                </c:pt>
                <c:pt idx="469">
                  <c:v>37550</c:v>
                </c:pt>
                <c:pt idx="470">
                  <c:v>37551</c:v>
                </c:pt>
                <c:pt idx="471">
                  <c:v>37552</c:v>
                </c:pt>
                <c:pt idx="472">
                  <c:v>37553</c:v>
                </c:pt>
                <c:pt idx="473">
                  <c:v>37554</c:v>
                </c:pt>
                <c:pt idx="474">
                  <c:v>37557</c:v>
                </c:pt>
                <c:pt idx="475">
                  <c:v>37558</c:v>
                </c:pt>
                <c:pt idx="476">
                  <c:v>37559</c:v>
                </c:pt>
                <c:pt idx="477">
                  <c:v>37560</c:v>
                </c:pt>
                <c:pt idx="478">
                  <c:v>37561</c:v>
                </c:pt>
                <c:pt idx="479">
                  <c:v>37564</c:v>
                </c:pt>
                <c:pt idx="480">
                  <c:v>37565</c:v>
                </c:pt>
                <c:pt idx="481">
                  <c:v>37566</c:v>
                </c:pt>
                <c:pt idx="482">
                  <c:v>37567</c:v>
                </c:pt>
                <c:pt idx="483">
                  <c:v>37568</c:v>
                </c:pt>
                <c:pt idx="484">
                  <c:v>37571</c:v>
                </c:pt>
                <c:pt idx="485">
                  <c:v>37572</c:v>
                </c:pt>
                <c:pt idx="486">
                  <c:v>37573</c:v>
                </c:pt>
                <c:pt idx="487">
                  <c:v>37574</c:v>
                </c:pt>
                <c:pt idx="488">
                  <c:v>37575</c:v>
                </c:pt>
                <c:pt idx="489">
                  <c:v>37578</c:v>
                </c:pt>
                <c:pt idx="490">
                  <c:v>37579</c:v>
                </c:pt>
                <c:pt idx="491">
                  <c:v>37580</c:v>
                </c:pt>
                <c:pt idx="492">
                  <c:v>37581</c:v>
                </c:pt>
                <c:pt idx="493">
                  <c:v>37582</c:v>
                </c:pt>
                <c:pt idx="494">
                  <c:v>37585</c:v>
                </c:pt>
                <c:pt idx="495">
                  <c:v>37586</c:v>
                </c:pt>
                <c:pt idx="496">
                  <c:v>37587</c:v>
                </c:pt>
                <c:pt idx="497">
                  <c:v>37588</c:v>
                </c:pt>
                <c:pt idx="498">
                  <c:v>37589</c:v>
                </c:pt>
                <c:pt idx="499">
                  <c:v>37592</c:v>
                </c:pt>
                <c:pt idx="500">
                  <c:v>37593</c:v>
                </c:pt>
                <c:pt idx="501">
                  <c:v>37594</c:v>
                </c:pt>
                <c:pt idx="502">
                  <c:v>37595</c:v>
                </c:pt>
                <c:pt idx="503">
                  <c:v>37596</c:v>
                </c:pt>
                <c:pt idx="504">
                  <c:v>37599</c:v>
                </c:pt>
                <c:pt idx="505">
                  <c:v>37600</c:v>
                </c:pt>
                <c:pt idx="506">
                  <c:v>37601</c:v>
                </c:pt>
                <c:pt idx="507">
                  <c:v>37602</c:v>
                </c:pt>
                <c:pt idx="508">
                  <c:v>37603</c:v>
                </c:pt>
                <c:pt idx="509">
                  <c:v>37606</c:v>
                </c:pt>
                <c:pt idx="510">
                  <c:v>37607</c:v>
                </c:pt>
                <c:pt idx="511">
                  <c:v>37608</c:v>
                </c:pt>
                <c:pt idx="512">
                  <c:v>37609</c:v>
                </c:pt>
                <c:pt idx="513">
                  <c:v>37610</c:v>
                </c:pt>
                <c:pt idx="514">
                  <c:v>37613</c:v>
                </c:pt>
                <c:pt idx="515">
                  <c:v>37614</c:v>
                </c:pt>
                <c:pt idx="516">
                  <c:v>37615</c:v>
                </c:pt>
                <c:pt idx="517">
                  <c:v>37616</c:v>
                </c:pt>
                <c:pt idx="518">
                  <c:v>37617</c:v>
                </c:pt>
                <c:pt idx="519">
                  <c:v>37620</c:v>
                </c:pt>
                <c:pt idx="520">
                  <c:v>37621</c:v>
                </c:pt>
                <c:pt idx="521">
                  <c:v>37622</c:v>
                </c:pt>
                <c:pt idx="522">
                  <c:v>37623</c:v>
                </c:pt>
                <c:pt idx="523">
                  <c:v>37624</c:v>
                </c:pt>
                <c:pt idx="524">
                  <c:v>37627</c:v>
                </c:pt>
                <c:pt idx="525">
                  <c:v>37628</c:v>
                </c:pt>
                <c:pt idx="526">
                  <c:v>37629</c:v>
                </c:pt>
                <c:pt idx="527">
                  <c:v>37630</c:v>
                </c:pt>
                <c:pt idx="528">
                  <c:v>37631</c:v>
                </c:pt>
                <c:pt idx="529">
                  <c:v>37634</c:v>
                </c:pt>
                <c:pt idx="530">
                  <c:v>37635</c:v>
                </c:pt>
                <c:pt idx="531">
                  <c:v>37636</c:v>
                </c:pt>
                <c:pt idx="532">
                  <c:v>37637</c:v>
                </c:pt>
                <c:pt idx="533">
                  <c:v>37638</c:v>
                </c:pt>
                <c:pt idx="534">
                  <c:v>37641</c:v>
                </c:pt>
                <c:pt idx="535">
                  <c:v>37642</c:v>
                </c:pt>
                <c:pt idx="536">
                  <c:v>37643</c:v>
                </c:pt>
                <c:pt idx="537">
                  <c:v>37644</c:v>
                </c:pt>
                <c:pt idx="538">
                  <c:v>37645</c:v>
                </c:pt>
                <c:pt idx="539">
                  <c:v>37648</c:v>
                </c:pt>
                <c:pt idx="540">
                  <c:v>37649</c:v>
                </c:pt>
                <c:pt idx="541">
                  <c:v>37650</c:v>
                </c:pt>
                <c:pt idx="542">
                  <c:v>37651</c:v>
                </c:pt>
                <c:pt idx="543">
                  <c:v>37652</c:v>
                </c:pt>
                <c:pt idx="544">
                  <c:v>37655</c:v>
                </c:pt>
                <c:pt idx="545">
                  <c:v>37656</c:v>
                </c:pt>
                <c:pt idx="546">
                  <c:v>37657</c:v>
                </c:pt>
                <c:pt idx="547">
                  <c:v>37658</c:v>
                </c:pt>
                <c:pt idx="548">
                  <c:v>37659</c:v>
                </c:pt>
                <c:pt idx="549">
                  <c:v>37662</c:v>
                </c:pt>
                <c:pt idx="550">
                  <c:v>37663</c:v>
                </c:pt>
                <c:pt idx="551">
                  <c:v>37664</c:v>
                </c:pt>
                <c:pt idx="552">
                  <c:v>37665</c:v>
                </c:pt>
                <c:pt idx="553">
                  <c:v>37666</c:v>
                </c:pt>
                <c:pt idx="554">
                  <c:v>37669</c:v>
                </c:pt>
                <c:pt idx="555">
                  <c:v>37670</c:v>
                </c:pt>
                <c:pt idx="556">
                  <c:v>37671</c:v>
                </c:pt>
                <c:pt idx="557">
                  <c:v>37672</c:v>
                </c:pt>
                <c:pt idx="558">
                  <c:v>37673</c:v>
                </c:pt>
                <c:pt idx="559">
                  <c:v>37676</c:v>
                </c:pt>
                <c:pt idx="560">
                  <c:v>37677</c:v>
                </c:pt>
                <c:pt idx="561">
                  <c:v>37678</c:v>
                </c:pt>
                <c:pt idx="562">
                  <c:v>37679</c:v>
                </c:pt>
                <c:pt idx="563">
                  <c:v>37680</c:v>
                </c:pt>
                <c:pt idx="564">
                  <c:v>37683</c:v>
                </c:pt>
                <c:pt idx="565">
                  <c:v>37684</c:v>
                </c:pt>
                <c:pt idx="566">
                  <c:v>37685</c:v>
                </c:pt>
                <c:pt idx="567">
                  <c:v>37686</c:v>
                </c:pt>
                <c:pt idx="568">
                  <c:v>37687</c:v>
                </c:pt>
                <c:pt idx="569">
                  <c:v>37690</c:v>
                </c:pt>
                <c:pt idx="570">
                  <c:v>37691</c:v>
                </c:pt>
                <c:pt idx="571">
                  <c:v>37692</c:v>
                </c:pt>
                <c:pt idx="572">
                  <c:v>37693</c:v>
                </c:pt>
                <c:pt idx="573">
                  <c:v>37694</c:v>
                </c:pt>
                <c:pt idx="574">
                  <c:v>37697</c:v>
                </c:pt>
                <c:pt idx="575">
                  <c:v>37698</c:v>
                </c:pt>
                <c:pt idx="576">
                  <c:v>37699</c:v>
                </c:pt>
                <c:pt idx="577">
                  <c:v>37700</c:v>
                </c:pt>
                <c:pt idx="578">
                  <c:v>37701</c:v>
                </c:pt>
                <c:pt idx="579">
                  <c:v>37704</c:v>
                </c:pt>
                <c:pt idx="580">
                  <c:v>37705</c:v>
                </c:pt>
                <c:pt idx="581">
                  <c:v>37706</c:v>
                </c:pt>
                <c:pt idx="582">
                  <c:v>37707</c:v>
                </c:pt>
                <c:pt idx="583">
                  <c:v>37708</c:v>
                </c:pt>
                <c:pt idx="584">
                  <c:v>37711</c:v>
                </c:pt>
                <c:pt idx="585">
                  <c:v>37712</c:v>
                </c:pt>
                <c:pt idx="586">
                  <c:v>37713</c:v>
                </c:pt>
                <c:pt idx="587">
                  <c:v>37714</c:v>
                </c:pt>
                <c:pt idx="588">
                  <c:v>37715</c:v>
                </c:pt>
                <c:pt idx="589">
                  <c:v>37718</c:v>
                </c:pt>
                <c:pt idx="590">
                  <c:v>37719</c:v>
                </c:pt>
                <c:pt idx="591">
                  <c:v>37720</c:v>
                </c:pt>
                <c:pt idx="592">
                  <c:v>37721</c:v>
                </c:pt>
                <c:pt idx="593">
                  <c:v>37722</c:v>
                </c:pt>
                <c:pt idx="594">
                  <c:v>37725</c:v>
                </c:pt>
                <c:pt idx="595">
                  <c:v>37726</c:v>
                </c:pt>
                <c:pt idx="596">
                  <c:v>37727</c:v>
                </c:pt>
                <c:pt idx="597">
                  <c:v>37728</c:v>
                </c:pt>
                <c:pt idx="598">
                  <c:v>37729</c:v>
                </c:pt>
                <c:pt idx="599">
                  <c:v>37732</c:v>
                </c:pt>
                <c:pt idx="600">
                  <c:v>37733</c:v>
                </c:pt>
                <c:pt idx="601">
                  <c:v>37734</c:v>
                </c:pt>
                <c:pt idx="602">
                  <c:v>37735</c:v>
                </c:pt>
                <c:pt idx="603">
                  <c:v>37736</c:v>
                </c:pt>
                <c:pt idx="604">
                  <c:v>37739</c:v>
                </c:pt>
                <c:pt idx="605">
                  <c:v>37740</c:v>
                </c:pt>
                <c:pt idx="606">
                  <c:v>37741</c:v>
                </c:pt>
                <c:pt idx="607">
                  <c:v>37742</c:v>
                </c:pt>
                <c:pt idx="608">
                  <c:v>37743</c:v>
                </c:pt>
                <c:pt idx="609">
                  <c:v>37746</c:v>
                </c:pt>
                <c:pt idx="610">
                  <c:v>37747</c:v>
                </c:pt>
                <c:pt idx="611">
                  <c:v>37748</c:v>
                </c:pt>
                <c:pt idx="612">
                  <c:v>37749</c:v>
                </c:pt>
                <c:pt idx="613">
                  <c:v>37750</c:v>
                </c:pt>
                <c:pt idx="614">
                  <c:v>37753</c:v>
                </c:pt>
                <c:pt idx="615">
                  <c:v>37754</c:v>
                </c:pt>
                <c:pt idx="616">
                  <c:v>37755</c:v>
                </c:pt>
                <c:pt idx="617">
                  <c:v>37756</c:v>
                </c:pt>
                <c:pt idx="618">
                  <c:v>37757</c:v>
                </c:pt>
                <c:pt idx="619">
                  <c:v>37760</c:v>
                </c:pt>
                <c:pt idx="620">
                  <c:v>37761</c:v>
                </c:pt>
                <c:pt idx="621">
                  <c:v>37762</c:v>
                </c:pt>
                <c:pt idx="622">
                  <c:v>37763</c:v>
                </c:pt>
                <c:pt idx="623">
                  <c:v>37764</c:v>
                </c:pt>
                <c:pt idx="624">
                  <c:v>37767</c:v>
                </c:pt>
                <c:pt idx="625">
                  <c:v>37768</c:v>
                </c:pt>
                <c:pt idx="626">
                  <c:v>37769</c:v>
                </c:pt>
                <c:pt idx="627">
                  <c:v>37770</c:v>
                </c:pt>
                <c:pt idx="628">
                  <c:v>37771</c:v>
                </c:pt>
                <c:pt idx="629">
                  <c:v>37774</c:v>
                </c:pt>
                <c:pt idx="630">
                  <c:v>37775</c:v>
                </c:pt>
                <c:pt idx="631">
                  <c:v>37776</c:v>
                </c:pt>
                <c:pt idx="632">
                  <c:v>37777</c:v>
                </c:pt>
                <c:pt idx="633">
                  <c:v>37778</c:v>
                </c:pt>
                <c:pt idx="634">
                  <c:v>37781</c:v>
                </c:pt>
                <c:pt idx="635">
                  <c:v>37782</c:v>
                </c:pt>
                <c:pt idx="636">
                  <c:v>37783</c:v>
                </c:pt>
                <c:pt idx="637">
                  <c:v>37784</c:v>
                </c:pt>
                <c:pt idx="638">
                  <c:v>37785</c:v>
                </c:pt>
                <c:pt idx="639">
                  <c:v>37788</c:v>
                </c:pt>
                <c:pt idx="640">
                  <c:v>37789</c:v>
                </c:pt>
                <c:pt idx="641">
                  <c:v>37790</c:v>
                </c:pt>
                <c:pt idx="642">
                  <c:v>37791</c:v>
                </c:pt>
                <c:pt idx="643">
                  <c:v>37792</c:v>
                </c:pt>
                <c:pt idx="644">
                  <c:v>37795</c:v>
                </c:pt>
                <c:pt idx="645">
                  <c:v>37796</c:v>
                </c:pt>
                <c:pt idx="646">
                  <c:v>37797</c:v>
                </c:pt>
                <c:pt idx="647">
                  <c:v>37798</c:v>
                </c:pt>
                <c:pt idx="648">
                  <c:v>37799</c:v>
                </c:pt>
                <c:pt idx="649">
                  <c:v>37802</c:v>
                </c:pt>
                <c:pt idx="650">
                  <c:v>37803</c:v>
                </c:pt>
                <c:pt idx="651">
                  <c:v>37804</c:v>
                </c:pt>
                <c:pt idx="652">
                  <c:v>37805</c:v>
                </c:pt>
                <c:pt idx="653">
                  <c:v>37806</c:v>
                </c:pt>
                <c:pt idx="654">
                  <c:v>37809</c:v>
                </c:pt>
                <c:pt idx="655">
                  <c:v>37810</c:v>
                </c:pt>
                <c:pt idx="656">
                  <c:v>37811</c:v>
                </c:pt>
                <c:pt idx="657">
                  <c:v>37812</c:v>
                </c:pt>
                <c:pt idx="658">
                  <c:v>37813</c:v>
                </c:pt>
                <c:pt idx="659">
                  <c:v>37816</c:v>
                </c:pt>
                <c:pt idx="660">
                  <c:v>37817</c:v>
                </c:pt>
                <c:pt idx="661">
                  <c:v>37818</c:v>
                </c:pt>
                <c:pt idx="662">
                  <c:v>37819</c:v>
                </c:pt>
                <c:pt idx="663">
                  <c:v>37820</c:v>
                </c:pt>
                <c:pt idx="664">
                  <c:v>37823</c:v>
                </c:pt>
                <c:pt idx="665">
                  <c:v>37824</c:v>
                </c:pt>
                <c:pt idx="666">
                  <c:v>37825</c:v>
                </c:pt>
                <c:pt idx="667">
                  <c:v>37826</c:v>
                </c:pt>
                <c:pt idx="668">
                  <c:v>37827</c:v>
                </c:pt>
                <c:pt idx="669">
                  <c:v>37830</c:v>
                </c:pt>
                <c:pt idx="670">
                  <c:v>37831</c:v>
                </c:pt>
                <c:pt idx="671">
                  <c:v>37832</c:v>
                </c:pt>
                <c:pt idx="672">
                  <c:v>37833</c:v>
                </c:pt>
                <c:pt idx="673">
                  <c:v>37834</c:v>
                </c:pt>
                <c:pt idx="674">
                  <c:v>37837</c:v>
                </c:pt>
                <c:pt idx="675">
                  <c:v>37838</c:v>
                </c:pt>
                <c:pt idx="676">
                  <c:v>37839</c:v>
                </c:pt>
                <c:pt idx="677">
                  <c:v>37840</c:v>
                </c:pt>
                <c:pt idx="678">
                  <c:v>37841</c:v>
                </c:pt>
                <c:pt idx="679">
                  <c:v>37844</c:v>
                </c:pt>
                <c:pt idx="680">
                  <c:v>37845</c:v>
                </c:pt>
                <c:pt idx="681">
                  <c:v>37846</c:v>
                </c:pt>
                <c:pt idx="682">
                  <c:v>37847</c:v>
                </c:pt>
                <c:pt idx="683">
                  <c:v>37848</c:v>
                </c:pt>
                <c:pt idx="684">
                  <c:v>37851</c:v>
                </c:pt>
                <c:pt idx="685">
                  <c:v>37852</c:v>
                </c:pt>
                <c:pt idx="686">
                  <c:v>37853</c:v>
                </c:pt>
                <c:pt idx="687">
                  <c:v>37854</c:v>
                </c:pt>
                <c:pt idx="688">
                  <c:v>37855</c:v>
                </c:pt>
                <c:pt idx="689">
                  <c:v>37858</c:v>
                </c:pt>
                <c:pt idx="690">
                  <c:v>37859</c:v>
                </c:pt>
                <c:pt idx="691">
                  <c:v>37860</c:v>
                </c:pt>
                <c:pt idx="692">
                  <c:v>37861</c:v>
                </c:pt>
                <c:pt idx="693">
                  <c:v>37862</c:v>
                </c:pt>
                <c:pt idx="694">
                  <c:v>37865</c:v>
                </c:pt>
                <c:pt idx="695">
                  <c:v>37866</c:v>
                </c:pt>
                <c:pt idx="696">
                  <c:v>37867</c:v>
                </c:pt>
                <c:pt idx="697">
                  <c:v>37868</c:v>
                </c:pt>
                <c:pt idx="698">
                  <c:v>37869</c:v>
                </c:pt>
                <c:pt idx="699">
                  <c:v>37872</c:v>
                </c:pt>
                <c:pt idx="700">
                  <c:v>37873</c:v>
                </c:pt>
                <c:pt idx="701">
                  <c:v>37874</c:v>
                </c:pt>
                <c:pt idx="702">
                  <c:v>37875</c:v>
                </c:pt>
                <c:pt idx="703">
                  <c:v>37876</c:v>
                </c:pt>
                <c:pt idx="704">
                  <c:v>37879</c:v>
                </c:pt>
                <c:pt idx="705">
                  <c:v>37880</c:v>
                </c:pt>
                <c:pt idx="706">
                  <c:v>37881</c:v>
                </c:pt>
                <c:pt idx="707">
                  <c:v>37882</c:v>
                </c:pt>
                <c:pt idx="708">
                  <c:v>37883</c:v>
                </c:pt>
                <c:pt idx="709">
                  <c:v>37886</c:v>
                </c:pt>
                <c:pt idx="710">
                  <c:v>37887</c:v>
                </c:pt>
                <c:pt idx="711">
                  <c:v>37888</c:v>
                </c:pt>
                <c:pt idx="712">
                  <c:v>37889</c:v>
                </c:pt>
                <c:pt idx="713">
                  <c:v>37890</c:v>
                </c:pt>
                <c:pt idx="714">
                  <c:v>37893</c:v>
                </c:pt>
                <c:pt idx="715">
                  <c:v>37894</c:v>
                </c:pt>
                <c:pt idx="716">
                  <c:v>37895</c:v>
                </c:pt>
                <c:pt idx="717">
                  <c:v>37896</c:v>
                </c:pt>
                <c:pt idx="718">
                  <c:v>37897</c:v>
                </c:pt>
                <c:pt idx="719">
                  <c:v>37900</c:v>
                </c:pt>
                <c:pt idx="720">
                  <c:v>37901</c:v>
                </c:pt>
                <c:pt idx="721">
                  <c:v>37902</c:v>
                </c:pt>
                <c:pt idx="722">
                  <c:v>37903</c:v>
                </c:pt>
                <c:pt idx="723">
                  <c:v>37904</c:v>
                </c:pt>
                <c:pt idx="724">
                  <c:v>37907</c:v>
                </c:pt>
                <c:pt idx="725">
                  <c:v>37908</c:v>
                </c:pt>
                <c:pt idx="726">
                  <c:v>37909</c:v>
                </c:pt>
                <c:pt idx="727">
                  <c:v>37910</c:v>
                </c:pt>
                <c:pt idx="728">
                  <c:v>37911</c:v>
                </c:pt>
                <c:pt idx="729">
                  <c:v>37914</c:v>
                </c:pt>
                <c:pt idx="730">
                  <c:v>37915</c:v>
                </c:pt>
                <c:pt idx="731">
                  <c:v>37916</c:v>
                </c:pt>
                <c:pt idx="732">
                  <c:v>37917</c:v>
                </c:pt>
                <c:pt idx="733">
                  <c:v>37918</c:v>
                </c:pt>
                <c:pt idx="734">
                  <c:v>37921</c:v>
                </c:pt>
                <c:pt idx="735">
                  <c:v>37922</c:v>
                </c:pt>
                <c:pt idx="736">
                  <c:v>37923</c:v>
                </c:pt>
                <c:pt idx="737">
                  <c:v>37924</c:v>
                </c:pt>
                <c:pt idx="738">
                  <c:v>37925</c:v>
                </c:pt>
                <c:pt idx="739">
                  <c:v>37928</c:v>
                </c:pt>
                <c:pt idx="740">
                  <c:v>37929</c:v>
                </c:pt>
                <c:pt idx="741">
                  <c:v>37930</c:v>
                </c:pt>
                <c:pt idx="742">
                  <c:v>37931</c:v>
                </c:pt>
                <c:pt idx="743">
                  <c:v>37932</c:v>
                </c:pt>
                <c:pt idx="744">
                  <c:v>37935</c:v>
                </c:pt>
                <c:pt idx="745">
                  <c:v>37936</c:v>
                </c:pt>
                <c:pt idx="746">
                  <c:v>37937</c:v>
                </c:pt>
                <c:pt idx="747">
                  <c:v>37938</c:v>
                </c:pt>
                <c:pt idx="748">
                  <c:v>37939</c:v>
                </c:pt>
                <c:pt idx="749">
                  <c:v>37942</c:v>
                </c:pt>
                <c:pt idx="750">
                  <c:v>37943</c:v>
                </c:pt>
                <c:pt idx="751">
                  <c:v>37944</c:v>
                </c:pt>
                <c:pt idx="752">
                  <c:v>37945</c:v>
                </c:pt>
                <c:pt idx="753">
                  <c:v>37946</c:v>
                </c:pt>
                <c:pt idx="754">
                  <c:v>37949</c:v>
                </c:pt>
                <c:pt idx="755">
                  <c:v>37950</c:v>
                </c:pt>
                <c:pt idx="756">
                  <c:v>37951</c:v>
                </c:pt>
                <c:pt idx="757">
                  <c:v>37952</c:v>
                </c:pt>
                <c:pt idx="758">
                  <c:v>37953</c:v>
                </c:pt>
                <c:pt idx="759">
                  <c:v>37956</c:v>
                </c:pt>
                <c:pt idx="760">
                  <c:v>37957</c:v>
                </c:pt>
                <c:pt idx="761">
                  <c:v>37958</c:v>
                </c:pt>
                <c:pt idx="762">
                  <c:v>37959</c:v>
                </c:pt>
                <c:pt idx="763">
                  <c:v>37960</c:v>
                </c:pt>
                <c:pt idx="764">
                  <c:v>37963</c:v>
                </c:pt>
                <c:pt idx="765">
                  <c:v>37964</c:v>
                </c:pt>
                <c:pt idx="766">
                  <c:v>37965</c:v>
                </c:pt>
                <c:pt idx="767">
                  <c:v>37966</c:v>
                </c:pt>
                <c:pt idx="768">
                  <c:v>37967</c:v>
                </c:pt>
                <c:pt idx="769">
                  <c:v>37970</c:v>
                </c:pt>
                <c:pt idx="770">
                  <c:v>37971</c:v>
                </c:pt>
                <c:pt idx="771">
                  <c:v>37972</c:v>
                </c:pt>
                <c:pt idx="772">
                  <c:v>37973</c:v>
                </c:pt>
                <c:pt idx="773">
                  <c:v>37974</c:v>
                </c:pt>
                <c:pt idx="774">
                  <c:v>37977</c:v>
                </c:pt>
                <c:pt idx="775">
                  <c:v>37978</c:v>
                </c:pt>
                <c:pt idx="776">
                  <c:v>37979</c:v>
                </c:pt>
                <c:pt idx="777">
                  <c:v>37980</c:v>
                </c:pt>
                <c:pt idx="778">
                  <c:v>37981</c:v>
                </c:pt>
                <c:pt idx="779">
                  <c:v>37984</c:v>
                </c:pt>
                <c:pt idx="780">
                  <c:v>37985</c:v>
                </c:pt>
                <c:pt idx="781">
                  <c:v>37986</c:v>
                </c:pt>
                <c:pt idx="782">
                  <c:v>37987</c:v>
                </c:pt>
                <c:pt idx="783">
                  <c:v>37988</c:v>
                </c:pt>
                <c:pt idx="784">
                  <c:v>37991</c:v>
                </c:pt>
                <c:pt idx="785">
                  <c:v>37992</c:v>
                </c:pt>
                <c:pt idx="786">
                  <c:v>37993</c:v>
                </c:pt>
                <c:pt idx="787">
                  <c:v>37994</c:v>
                </c:pt>
                <c:pt idx="788">
                  <c:v>37995</c:v>
                </c:pt>
                <c:pt idx="789">
                  <c:v>37998</c:v>
                </c:pt>
                <c:pt idx="790">
                  <c:v>37999</c:v>
                </c:pt>
                <c:pt idx="791">
                  <c:v>38000</c:v>
                </c:pt>
                <c:pt idx="792">
                  <c:v>38001</c:v>
                </c:pt>
                <c:pt idx="793">
                  <c:v>38002</c:v>
                </c:pt>
                <c:pt idx="794">
                  <c:v>38005</c:v>
                </c:pt>
                <c:pt idx="795">
                  <c:v>38006</c:v>
                </c:pt>
                <c:pt idx="796">
                  <c:v>38007</c:v>
                </c:pt>
                <c:pt idx="797">
                  <c:v>38008</c:v>
                </c:pt>
                <c:pt idx="798">
                  <c:v>38009</c:v>
                </c:pt>
                <c:pt idx="799">
                  <c:v>38012</c:v>
                </c:pt>
                <c:pt idx="800">
                  <c:v>38013</c:v>
                </c:pt>
                <c:pt idx="801">
                  <c:v>38014</c:v>
                </c:pt>
                <c:pt idx="802">
                  <c:v>38015</c:v>
                </c:pt>
                <c:pt idx="803">
                  <c:v>38016</c:v>
                </c:pt>
                <c:pt idx="804">
                  <c:v>38019</c:v>
                </c:pt>
                <c:pt idx="805">
                  <c:v>38020</c:v>
                </c:pt>
                <c:pt idx="806">
                  <c:v>38021</c:v>
                </c:pt>
                <c:pt idx="807">
                  <c:v>38022</c:v>
                </c:pt>
                <c:pt idx="808">
                  <c:v>38023</c:v>
                </c:pt>
                <c:pt idx="809">
                  <c:v>38026</c:v>
                </c:pt>
                <c:pt idx="810">
                  <c:v>38027</c:v>
                </c:pt>
                <c:pt idx="811">
                  <c:v>38028</c:v>
                </c:pt>
                <c:pt idx="812">
                  <c:v>38029</c:v>
                </c:pt>
                <c:pt idx="813">
                  <c:v>38030</c:v>
                </c:pt>
                <c:pt idx="814">
                  <c:v>38033</c:v>
                </c:pt>
                <c:pt idx="815">
                  <c:v>38034</c:v>
                </c:pt>
                <c:pt idx="816">
                  <c:v>38035</c:v>
                </c:pt>
                <c:pt idx="817">
                  <c:v>38036</c:v>
                </c:pt>
                <c:pt idx="818">
                  <c:v>38037</c:v>
                </c:pt>
                <c:pt idx="819">
                  <c:v>38040</c:v>
                </c:pt>
                <c:pt idx="820">
                  <c:v>38041</c:v>
                </c:pt>
                <c:pt idx="821">
                  <c:v>38042</c:v>
                </c:pt>
                <c:pt idx="822">
                  <c:v>38043</c:v>
                </c:pt>
                <c:pt idx="823">
                  <c:v>38044</c:v>
                </c:pt>
                <c:pt idx="824">
                  <c:v>38047</c:v>
                </c:pt>
                <c:pt idx="825">
                  <c:v>38048</c:v>
                </c:pt>
                <c:pt idx="826">
                  <c:v>38049</c:v>
                </c:pt>
                <c:pt idx="827">
                  <c:v>38050</c:v>
                </c:pt>
                <c:pt idx="828">
                  <c:v>38051</c:v>
                </c:pt>
                <c:pt idx="829">
                  <c:v>38054</c:v>
                </c:pt>
                <c:pt idx="830">
                  <c:v>38055</c:v>
                </c:pt>
                <c:pt idx="831">
                  <c:v>38056</c:v>
                </c:pt>
                <c:pt idx="832">
                  <c:v>38057</c:v>
                </c:pt>
                <c:pt idx="833">
                  <c:v>38058</c:v>
                </c:pt>
                <c:pt idx="834">
                  <c:v>38061</c:v>
                </c:pt>
                <c:pt idx="835">
                  <c:v>38062</c:v>
                </c:pt>
                <c:pt idx="836">
                  <c:v>38063</c:v>
                </c:pt>
                <c:pt idx="837">
                  <c:v>38064</c:v>
                </c:pt>
                <c:pt idx="838">
                  <c:v>38065</c:v>
                </c:pt>
                <c:pt idx="839">
                  <c:v>38068</c:v>
                </c:pt>
                <c:pt idx="840">
                  <c:v>38069</c:v>
                </c:pt>
                <c:pt idx="841">
                  <c:v>38070</c:v>
                </c:pt>
                <c:pt idx="842">
                  <c:v>38071</c:v>
                </c:pt>
                <c:pt idx="843">
                  <c:v>38072</c:v>
                </c:pt>
                <c:pt idx="844">
                  <c:v>38075</c:v>
                </c:pt>
                <c:pt idx="845">
                  <c:v>38076</c:v>
                </c:pt>
                <c:pt idx="846">
                  <c:v>38077</c:v>
                </c:pt>
                <c:pt idx="847">
                  <c:v>38078</c:v>
                </c:pt>
                <c:pt idx="848">
                  <c:v>38079</c:v>
                </c:pt>
                <c:pt idx="849">
                  <c:v>38082</c:v>
                </c:pt>
                <c:pt idx="850">
                  <c:v>38083</c:v>
                </c:pt>
                <c:pt idx="851">
                  <c:v>38084</c:v>
                </c:pt>
                <c:pt idx="852">
                  <c:v>38085</c:v>
                </c:pt>
                <c:pt idx="853">
                  <c:v>38086</c:v>
                </c:pt>
                <c:pt idx="854">
                  <c:v>38089</c:v>
                </c:pt>
                <c:pt idx="855">
                  <c:v>38090</c:v>
                </c:pt>
                <c:pt idx="856">
                  <c:v>38091</c:v>
                </c:pt>
                <c:pt idx="857">
                  <c:v>38092</c:v>
                </c:pt>
                <c:pt idx="858">
                  <c:v>38093</c:v>
                </c:pt>
                <c:pt idx="859">
                  <c:v>38096</c:v>
                </c:pt>
                <c:pt idx="860">
                  <c:v>38097</c:v>
                </c:pt>
                <c:pt idx="861">
                  <c:v>38098</c:v>
                </c:pt>
                <c:pt idx="862">
                  <c:v>38099</c:v>
                </c:pt>
                <c:pt idx="863">
                  <c:v>38100</c:v>
                </c:pt>
                <c:pt idx="864">
                  <c:v>38103</c:v>
                </c:pt>
                <c:pt idx="865">
                  <c:v>38104</c:v>
                </c:pt>
                <c:pt idx="866">
                  <c:v>38105</c:v>
                </c:pt>
                <c:pt idx="867">
                  <c:v>38106</c:v>
                </c:pt>
                <c:pt idx="868">
                  <c:v>38107</c:v>
                </c:pt>
                <c:pt idx="869">
                  <c:v>38110</c:v>
                </c:pt>
                <c:pt idx="870">
                  <c:v>38111</c:v>
                </c:pt>
                <c:pt idx="871">
                  <c:v>38112</c:v>
                </c:pt>
                <c:pt idx="872">
                  <c:v>38113</c:v>
                </c:pt>
                <c:pt idx="873">
                  <c:v>38114</c:v>
                </c:pt>
                <c:pt idx="874">
                  <c:v>38117</c:v>
                </c:pt>
                <c:pt idx="875">
                  <c:v>38118</c:v>
                </c:pt>
                <c:pt idx="876">
                  <c:v>38119</c:v>
                </c:pt>
                <c:pt idx="877">
                  <c:v>38120</c:v>
                </c:pt>
                <c:pt idx="878">
                  <c:v>38121</c:v>
                </c:pt>
                <c:pt idx="879">
                  <c:v>38124</c:v>
                </c:pt>
                <c:pt idx="880">
                  <c:v>38125</c:v>
                </c:pt>
                <c:pt idx="881">
                  <c:v>38126</c:v>
                </c:pt>
                <c:pt idx="882">
                  <c:v>38127</c:v>
                </c:pt>
                <c:pt idx="883">
                  <c:v>38128</c:v>
                </c:pt>
                <c:pt idx="884">
                  <c:v>38131</c:v>
                </c:pt>
                <c:pt idx="885">
                  <c:v>38132</c:v>
                </c:pt>
                <c:pt idx="886">
                  <c:v>38133</c:v>
                </c:pt>
                <c:pt idx="887">
                  <c:v>38134</c:v>
                </c:pt>
                <c:pt idx="888">
                  <c:v>38135</c:v>
                </c:pt>
                <c:pt idx="889">
                  <c:v>38138</c:v>
                </c:pt>
                <c:pt idx="890">
                  <c:v>38139</c:v>
                </c:pt>
                <c:pt idx="891">
                  <c:v>38140</c:v>
                </c:pt>
                <c:pt idx="892">
                  <c:v>38141</c:v>
                </c:pt>
                <c:pt idx="893">
                  <c:v>38142</c:v>
                </c:pt>
                <c:pt idx="894">
                  <c:v>38145</c:v>
                </c:pt>
                <c:pt idx="895">
                  <c:v>38146</c:v>
                </c:pt>
                <c:pt idx="896">
                  <c:v>38147</c:v>
                </c:pt>
                <c:pt idx="897">
                  <c:v>38148</c:v>
                </c:pt>
                <c:pt idx="898">
                  <c:v>38149</c:v>
                </c:pt>
                <c:pt idx="899">
                  <c:v>38152</c:v>
                </c:pt>
                <c:pt idx="900">
                  <c:v>38153</c:v>
                </c:pt>
                <c:pt idx="901">
                  <c:v>38154</c:v>
                </c:pt>
                <c:pt idx="902">
                  <c:v>38155</c:v>
                </c:pt>
                <c:pt idx="903">
                  <c:v>38156</c:v>
                </c:pt>
                <c:pt idx="904">
                  <c:v>38159</c:v>
                </c:pt>
                <c:pt idx="905">
                  <c:v>38160</c:v>
                </c:pt>
                <c:pt idx="906">
                  <c:v>38161</c:v>
                </c:pt>
                <c:pt idx="907">
                  <c:v>38162</c:v>
                </c:pt>
                <c:pt idx="908">
                  <c:v>38163</c:v>
                </c:pt>
                <c:pt idx="909">
                  <c:v>38166</c:v>
                </c:pt>
                <c:pt idx="910">
                  <c:v>38167</c:v>
                </c:pt>
                <c:pt idx="911">
                  <c:v>38168</c:v>
                </c:pt>
                <c:pt idx="912">
                  <c:v>38169</c:v>
                </c:pt>
                <c:pt idx="913">
                  <c:v>38170</c:v>
                </c:pt>
                <c:pt idx="914">
                  <c:v>38173</c:v>
                </c:pt>
                <c:pt idx="915">
                  <c:v>38174</c:v>
                </c:pt>
                <c:pt idx="916">
                  <c:v>38175</c:v>
                </c:pt>
                <c:pt idx="917">
                  <c:v>38176</c:v>
                </c:pt>
                <c:pt idx="918">
                  <c:v>38177</c:v>
                </c:pt>
                <c:pt idx="919">
                  <c:v>38180</c:v>
                </c:pt>
                <c:pt idx="920">
                  <c:v>38181</c:v>
                </c:pt>
                <c:pt idx="921">
                  <c:v>38182</c:v>
                </c:pt>
                <c:pt idx="922">
                  <c:v>38183</c:v>
                </c:pt>
                <c:pt idx="923">
                  <c:v>38184</c:v>
                </c:pt>
                <c:pt idx="924">
                  <c:v>38187</c:v>
                </c:pt>
                <c:pt idx="925">
                  <c:v>38188</c:v>
                </c:pt>
                <c:pt idx="926">
                  <c:v>38189</c:v>
                </c:pt>
                <c:pt idx="927">
                  <c:v>38190</c:v>
                </c:pt>
                <c:pt idx="928">
                  <c:v>38191</c:v>
                </c:pt>
                <c:pt idx="929">
                  <c:v>38194</c:v>
                </c:pt>
                <c:pt idx="930">
                  <c:v>38195</c:v>
                </c:pt>
                <c:pt idx="931">
                  <c:v>38196</c:v>
                </c:pt>
                <c:pt idx="932">
                  <c:v>38197</c:v>
                </c:pt>
                <c:pt idx="933">
                  <c:v>38198</c:v>
                </c:pt>
                <c:pt idx="934">
                  <c:v>38201</c:v>
                </c:pt>
                <c:pt idx="935">
                  <c:v>38202</c:v>
                </c:pt>
                <c:pt idx="936">
                  <c:v>38203</c:v>
                </c:pt>
                <c:pt idx="937">
                  <c:v>38204</c:v>
                </c:pt>
                <c:pt idx="938">
                  <c:v>38205</c:v>
                </c:pt>
                <c:pt idx="939">
                  <c:v>38208</c:v>
                </c:pt>
                <c:pt idx="940">
                  <c:v>38209</c:v>
                </c:pt>
                <c:pt idx="941">
                  <c:v>38210</c:v>
                </c:pt>
                <c:pt idx="942">
                  <c:v>38211</c:v>
                </c:pt>
                <c:pt idx="943">
                  <c:v>38212</c:v>
                </c:pt>
                <c:pt idx="944">
                  <c:v>38215</c:v>
                </c:pt>
                <c:pt idx="945">
                  <c:v>38216</c:v>
                </c:pt>
                <c:pt idx="946">
                  <c:v>38217</c:v>
                </c:pt>
                <c:pt idx="947">
                  <c:v>38218</c:v>
                </c:pt>
                <c:pt idx="948">
                  <c:v>38219</c:v>
                </c:pt>
                <c:pt idx="949">
                  <c:v>38222</c:v>
                </c:pt>
                <c:pt idx="950">
                  <c:v>38223</c:v>
                </c:pt>
                <c:pt idx="951">
                  <c:v>38224</c:v>
                </c:pt>
                <c:pt idx="952">
                  <c:v>38225</c:v>
                </c:pt>
                <c:pt idx="953">
                  <c:v>38226</c:v>
                </c:pt>
                <c:pt idx="954">
                  <c:v>38229</c:v>
                </c:pt>
                <c:pt idx="955">
                  <c:v>38230</c:v>
                </c:pt>
                <c:pt idx="956">
                  <c:v>38231</c:v>
                </c:pt>
                <c:pt idx="957">
                  <c:v>38232</c:v>
                </c:pt>
                <c:pt idx="958">
                  <c:v>38233</c:v>
                </c:pt>
                <c:pt idx="959">
                  <c:v>38236</c:v>
                </c:pt>
                <c:pt idx="960">
                  <c:v>38237</c:v>
                </c:pt>
                <c:pt idx="961">
                  <c:v>38238</c:v>
                </c:pt>
                <c:pt idx="962">
                  <c:v>38239</c:v>
                </c:pt>
                <c:pt idx="963">
                  <c:v>38240</c:v>
                </c:pt>
                <c:pt idx="964">
                  <c:v>38243</c:v>
                </c:pt>
                <c:pt idx="965">
                  <c:v>38244</c:v>
                </c:pt>
                <c:pt idx="966">
                  <c:v>38245</c:v>
                </c:pt>
                <c:pt idx="967">
                  <c:v>38246</c:v>
                </c:pt>
                <c:pt idx="968">
                  <c:v>38247</c:v>
                </c:pt>
                <c:pt idx="969">
                  <c:v>38250</c:v>
                </c:pt>
                <c:pt idx="970">
                  <c:v>38251</c:v>
                </c:pt>
                <c:pt idx="971">
                  <c:v>38252</c:v>
                </c:pt>
                <c:pt idx="972">
                  <c:v>38253</c:v>
                </c:pt>
                <c:pt idx="973">
                  <c:v>38254</c:v>
                </c:pt>
                <c:pt idx="974">
                  <c:v>38257</c:v>
                </c:pt>
                <c:pt idx="975">
                  <c:v>38258</c:v>
                </c:pt>
                <c:pt idx="976">
                  <c:v>38259</c:v>
                </c:pt>
                <c:pt idx="977">
                  <c:v>38260</c:v>
                </c:pt>
                <c:pt idx="978">
                  <c:v>38261</c:v>
                </c:pt>
                <c:pt idx="979">
                  <c:v>38264</c:v>
                </c:pt>
                <c:pt idx="980">
                  <c:v>38265</c:v>
                </c:pt>
                <c:pt idx="981">
                  <c:v>38266</c:v>
                </c:pt>
                <c:pt idx="982">
                  <c:v>38267</c:v>
                </c:pt>
                <c:pt idx="983">
                  <c:v>38268</c:v>
                </c:pt>
                <c:pt idx="984">
                  <c:v>38271</c:v>
                </c:pt>
                <c:pt idx="985">
                  <c:v>38272</c:v>
                </c:pt>
                <c:pt idx="986">
                  <c:v>38273</c:v>
                </c:pt>
                <c:pt idx="987">
                  <c:v>38274</c:v>
                </c:pt>
                <c:pt idx="988">
                  <c:v>38275</c:v>
                </c:pt>
                <c:pt idx="989">
                  <c:v>38278</c:v>
                </c:pt>
                <c:pt idx="990">
                  <c:v>38279</c:v>
                </c:pt>
                <c:pt idx="991">
                  <c:v>38280</c:v>
                </c:pt>
                <c:pt idx="992">
                  <c:v>38281</c:v>
                </c:pt>
                <c:pt idx="993">
                  <c:v>38282</c:v>
                </c:pt>
                <c:pt idx="994">
                  <c:v>38285</c:v>
                </c:pt>
                <c:pt idx="995">
                  <c:v>38286</c:v>
                </c:pt>
                <c:pt idx="996">
                  <c:v>38287</c:v>
                </c:pt>
                <c:pt idx="997">
                  <c:v>38288</c:v>
                </c:pt>
                <c:pt idx="998">
                  <c:v>38289</c:v>
                </c:pt>
                <c:pt idx="999">
                  <c:v>38292</c:v>
                </c:pt>
                <c:pt idx="1000">
                  <c:v>38293</c:v>
                </c:pt>
                <c:pt idx="1001">
                  <c:v>38294</c:v>
                </c:pt>
                <c:pt idx="1002">
                  <c:v>38295</c:v>
                </c:pt>
                <c:pt idx="1003">
                  <c:v>38296</c:v>
                </c:pt>
                <c:pt idx="1004">
                  <c:v>38299</c:v>
                </c:pt>
                <c:pt idx="1005">
                  <c:v>38300</c:v>
                </c:pt>
                <c:pt idx="1006">
                  <c:v>38301</c:v>
                </c:pt>
                <c:pt idx="1007">
                  <c:v>38302</c:v>
                </c:pt>
                <c:pt idx="1008">
                  <c:v>38303</c:v>
                </c:pt>
                <c:pt idx="1009">
                  <c:v>38306</c:v>
                </c:pt>
                <c:pt idx="1010">
                  <c:v>38307</c:v>
                </c:pt>
                <c:pt idx="1011">
                  <c:v>38308</c:v>
                </c:pt>
                <c:pt idx="1012">
                  <c:v>38309</c:v>
                </c:pt>
                <c:pt idx="1013">
                  <c:v>38310</c:v>
                </c:pt>
                <c:pt idx="1014">
                  <c:v>38313</c:v>
                </c:pt>
                <c:pt idx="1015">
                  <c:v>38314</c:v>
                </c:pt>
                <c:pt idx="1016">
                  <c:v>38315</c:v>
                </c:pt>
                <c:pt idx="1017">
                  <c:v>38316</c:v>
                </c:pt>
                <c:pt idx="1018">
                  <c:v>38317</c:v>
                </c:pt>
                <c:pt idx="1019">
                  <c:v>38320</c:v>
                </c:pt>
                <c:pt idx="1020">
                  <c:v>38321</c:v>
                </c:pt>
                <c:pt idx="1021">
                  <c:v>38322</c:v>
                </c:pt>
                <c:pt idx="1022">
                  <c:v>38323</c:v>
                </c:pt>
                <c:pt idx="1023">
                  <c:v>38324</c:v>
                </c:pt>
                <c:pt idx="1024">
                  <c:v>38327</c:v>
                </c:pt>
                <c:pt idx="1025">
                  <c:v>38328</c:v>
                </c:pt>
                <c:pt idx="1026">
                  <c:v>38329</c:v>
                </c:pt>
                <c:pt idx="1027">
                  <c:v>38330</c:v>
                </c:pt>
                <c:pt idx="1028">
                  <c:v>38331</c:v>
                </c:pt>
                <c:pt idx="1029">
                  <c:v>38334</c:v>
                </c:pt>
                <c:pt idx="1030">
                  <c:v>38335</c:v>
                </c:pt>
                <c:pt idx="1031">
                  <c:v>38336</c:v>
                </c:pt>
                <c:pt idx="1032">
                  <c:v>38337</c:v>
                </c:pt>
                <c:pt idx="1033">
                  <c:v>38338</c:v>
                </c:pt>
                <c:pt idx="1034">
                  <c:v>38341</c:v>
                </c:pt>
                <c:pt idx="1035">
                  <c:v>38342</c:v>
                </c:pt>
                <c:pt idx="1036">
                  <c:v>38343</c:v>
                </c:pt>
                <c:pt idx="1037">
                  <c:v>38344</c:v>
                </c:pt>
                <c:pt idx="1038">
                  <c:v>38345</c:v>
                </c:pt>
                <c:pt idx="1039">
                  <c:v>38348</c:v>
                </c:pt>
                <c:pt idx="1040">
                  <c:v>38349</c:v>
                </c:pt>
                <c:pt idx="1041">
                  <c:v>38350</c:v>
                </c:pt>
                <c:pt idx="1042">
                  <c:v>38351</c:v>
                </c:pt>
                <c:pt idx="1043">
                  <c:v>38352</c:v>
                </c:pt>
                <c:pt idx="1044">
                  <c:v>38355</c:v>
                </c:pt>
                <c:pt idx="1045">
                  <c:v>38356</c:v>
                </c:pt>
                <c:pt idx="1046">
                  <c:v>38357</c:v>
                </c:pt>
                <c:pt idx="1047">
                  <c:v>38358</c:v>
                </c:pt>
                <c:pt idx="1048">
                  <c:v>38359</c:v>
                </c:pt>
                <c:pt idx="1049">
                  <c:v>38362</c:v>
                </c:pt>
                <c:pt idx="1050">
                  <c:v>38363</c:v>
                </c:pt>
                <c:pt idx="1051">
                  <c:v>38364</c:v>
                </c:pt>
                <c:pt idx="1052">
                  <c:v>38365</c:v>
                </c:pt>
                <c:pt idx="1053">
                  <c:v>38366</c:v>
                </c:pt>
                <c:pt idx="1054">
                  <c:v>38369</c:v>
                </c:pt>
                <c:pt idx="1055">
                  <c:v>38370</c:v>
                </c:pt>
                <c:pt idx="1056">
                  <c:v>38371</c:v>
                </c:pt>
                <c:pt idx="1057">
                  <c:v>38372</c:v>
                </c:pt>
                <c:pt idx="1058">
                  <c:v>38373</c:v>
                </c:pt>
                <c:pt idx="1059">
                  <c:v>38376</c:v>
                </c:pt>
                <c:pt idx="1060">
                  <c:v>38377</c:v>
                </c:pt>
                <c:pt idx="1061">
                  <c:v>38378</c:v>
                </c:pt>
                <c:pt idx="1062">
                  <c:v>38379</c:v>
                </c:pt>
                <c:pt idx="1063">
                  <c:v>38380</c:v>
                </c:pt>
                <c:pt idx="1064">
                  <c:v>38383</c:v>
                </c:pt>
                <c:pt idx="1065">
                  <c:v>38384</c:v>
                </c:pt>
                <c:pt idx="1066">
                  <c:v>38385</c:v>
                </c:pt>
                <c:pt idx="1067">
                  <c:v>38386</c:v>
                </c:pt>
                <c:pt idx="1068">
                  <c:v>38387</c:v>
                </c:pt>
                <c:pt idx="1069">
                  <c:v>38390</c:v>
                </c:pt>
                <c:pt idx="1070">
                  <c:v>38391</c:v>
                </c:pt>
                <c:pt idx="1071">
                  <c:v>38392</c:v>
                </c:pt>
                <c:pt idx="1072">
                  <c:v>38393</c:v>
                </c:pt>
                <c:pt idx="1073">
                  <c:v>38394</c:v>
                </c:pt>
                <c:pt idx="1074">
                  <c:v>38397</c:v>
                </c:pt>
                <c:pt idx="1075">
                  <c:v>38398</c:v>
                </c:pt>
                <c:pt idx="1076">
                  <c:v>38399</c:v>
                </c:pt>
                <c:pt idx="1077">
                  <c:v>38400</c:v>
                </c:pt>
                <c:pt idx="1078">
                  <c:v>38401</c:v>
                </c:pt>
                <c:pt idx="1079">
                  <c:v>38404</c:v>
                </c:pt>
                <c:pt idx="1080">
                  <c:v>38405</c:v>
                </c:pt>
                <c:pt idx="1081">
                  <c:v>38406</c:v>
                </c:pt>
                <c:pt idx="1082">
                  <c:v>38407</c:v>
                </c:pt>
                <c:pt idx="1083">
                  <c:v>38408</c:v>
                </c:pt>
                <c:pt idx="1084">
                  <c:v>38411</c:v>
                </c:pt>
                <c:pt idx="1085">
                  <c:v>38412</c:v>
                </c:pt>
                <c:pt idx="1086">
                  <c:v>38413</c:v>
                </c:pt>
                <c:pt idx="1087">
                  <c:v>38414</c:v>
                </c:pt>
                <c:pt idx="1088">
                  <c:v>38415</c:v>
                </c:pt>
                <c:pt idx="1089">
                  <c:v>38418</c:v>
                </c:pt>
                <c:pt idx="1090">
                  <c:v>38419</c:v>
                </c:pt>
                <c:pt idx="1091">
                  <c:v>38420</c:v>
                </c:pt>
                <c:pt idx="1092">
                  <c:v>38421</c:v>
                </c:pt>
                <c:pt idx="1093">
                  <c:v>38422</c:v>
                </c:pt>
                <c:pt idx="1094">
                  <c:v>38425</c:v>
                </c:pt>
                <c:pt idx="1095">
                  <c:v>38426</c:v>
                </c:pt>
                <c:pt idx="1096">
                  <c:v>38427</c:v>
                </c:pt>
                <c:pt idx="1097">
                  <c:v>38428</c:v>
                </c:pt>
                <c:pt idx="1098">
                  <c:v>38429</c:v>
                </c:pt>
                <c:pt idx="1099">
                  <c:v>38432</c:v>
                </c:pt>
                <c:pt idx="1100">
                  <c:v>38433</c:v>
                </c:pt>
                <c:pt idx="1101">
                  <c:v>38434</c:v>
                </c:pt>
                <c:pt idx="1102">
                  <c:v>38435</c:v>
                </c:pt>
                <c:pt idx="1103">
                  <c:v>38436</c:v>
                </c:pt>
                <c:pt idx="1104">
                  <c:v>38439</c:v>
                </c:pt>
                <c:pt idx="1105">
                  <c:v>38440</c:v>
                </c:pt>
                <c:pt idx="1106">
                  <c:v>38441</c:v>
                </c:pt>
                <c:pt idx="1107">
                  <c:v>38442</c:v>
                </c:pt>
                <c:pt idx="1108">
                  <c:v>38443</c:v>
                </c:pt>
                <c:pt idx="1109">
                  <c:v>38446</c:v>
                </c:pt>
                <c:pt idx="1110">
                  <c:v>38447</c:v>
                </c:pt>
                <c:pt idx="1111">
                  <c:v>38448</c:v>
                </c:pt>
                <c:pt idx="1112">
                  <c:v>38449</c:v>
                </c:pt>
                <c:pt idx="1113">
                  <c:v>38450</c:v>
                </c:pt>
                <c:pt idx="1114">
                  <c:v>38453</c:v>
                </c:pt>
                <c:pt idx="1115">
                  <c:v>38454</c:v>
                </c:pt>
                <c:pt idx="1116">
                  <c:v>38455</c:v>
                </c:pt>
                <c:pt idx="1117">
                  <c:v>38456</c:v>
                </c:pt>
                <c:pt idx="1118">
                  <c:v>38457</c:v>
                </c:pt>
                <c:pt idx="1119">
                  <c:v>38460</c:v>
                </c:pt>
                <c:pt idx="1120">
                  <c:v>38461</c:v>
                </c:pt>
                <c:pt idx="1121">
                  <c:v>38462</c:v>
                </c:pt>
                <c:pt idx="1122">
                  <c:v>38463</c:v>
                </c:pt>
                <c:pt idx="1123">
                  <c:v>38464</c:v>
                </c:pt>
                <c:pt idx="1124">
                  <c:v>38467</c:v>
                </c:pt>
                <c:pt idx="1125">
                  <c:v>38468</c:v>
                </c:pt>
                <c:pt idx="1126">
                  <c:v>38469</c:v>
                </c:pt>
                <c:pt idx="1127">
                  <c:v>38470</c:v>
                </c:pt>
                <c:pt idx="1128">
                  <c:v>38471</c:v>
                </c:pt>
                <c:pt idx="1129">
                  <c:v>38474</c:v>
                </c:pt>
                <c:pt idx="1130">
                  <c:v>38475</c:v>
                </c:pt>
                <c:pt idx="1131">
                  <c:v>38476</c:v>
                </c:pt>
                <c:pt idx="1132">
                  <c:v>38477</c:v>
                </c:pt>
                <c:pt idx="1133">
                  <c:v>38478</c:v>
                </c:pt>
                <c:pt idx="1134">
                  <c:v>38481</c:v>
                </c:pt>
                <c:pt idx="1135">
                  <c:v>38482</c:v>
                </c:pt>
                <c:pt idx="1136">
                  <c:v>38483</c:v>
                </c:pt>
                <c:pt idx="1137">
                  <c:v>38484</c:v>
                </c:pt>
                <c:pt idx="1138">
                  <c:v>38485</c:v>
                </c:pt>
                <c:pt idx="1139">
                  <c:v>38488</c:v>
                </c:pt>
                <c:pt idx="1140">
                  <c:v>38489</c:v>
                </c:pt>
                <c:pt idx="1141">
                  <c:v>38490</c:v>
                </c:pt>
                <c:pt idx="1142">
                  <c:v>38491</c:v>
                </c:pt>
                <c:pt idx="1143">
                  <c:v>38492</c:v>
                </c:pt>
                <c:pt idx="1144">
                  <c:v>38495</c:v>
                </c:pt>
                <c:pt idx="1145">
                  <c:v>38496</c:v>
                </c:pt>
                <c:pt idx="1146">
                  <c:v>38497</c:v>
                </c:pt>
                <c:pt idx="1147">
                  <c:v>38498</c:v>
                </c:pt>
                <c:pt idx="1148">
                  <c:v>38499</c:v>
                </c:pt>
                <c:pt idx="1149">
                  <c:v>38502</c:v>
                </c:pt>
                <c:pt idx="1150">
                  <c:v>38503</c:v>
                </c:pt>
                <c:pt idx="1151">
                  <c:v>38504</c:v>
                </c:pt>
                <c:pt idx="1152">
                  <c:v>38505</c:v>
                </c:pt>
                <c:pt idx="1153">
                  <c:v>38506</c:v>
                </c:pt>
                <c:pt idx="1154">
                  <c:v>38509</c:v>
                </c:pt>
                <c:pt idx="1155">
                  <c:v>38510</c:v>
                </c:pt>
                <c:pt idx="1156">
                  <c:v>38511</c:v>
                </c:pt>
                <c:pt idx="1157">
                  <c:v>38512</c:v>
                </c:pt>
                <c:pt idx="1158">
                  <c:v>38513</c:v>
                </c:pt>
                <c:pt idx="1159">
                  <c:v>38516</c:v>
                </c:pt>
                <c:pt idx="1160">
                  <c:v>38517</c:v>
                </c:pt>
                <c:pt idx="1161">
                  <c:v>38518</c:v>
                </c:pt>
                <c:pt idx="1162">
                  <c:v>38519</c:v>
                </c:pt>
                <c:pt idx="1163">
                  <c:v>38520</c:v>
                </c:pt>
                <c:pt idx="1164">
                  <c:v>38523</c:v>
                </c:pt>
                <c:pt idx="1165">
                  <c:v>38524</c:v>
                </c:pt>
                <c:pt idx="1166">
                  <c:v>38525</c:v>
                </c:pt>
                <c:pt idx="1167">
                  <c:v>38526</c:v>
                </c:pt>
                <c:pt idx="1168">
                  <c:v>38527</c:v>
                </c:pt>
                <c:pt idx="1169">
                  <c:v>38530</c:v>
                </c:pt>
                <c:pt idx="1170">
                  <c:v>38531</c:v>
                </c:pt>
                <c:pt idx="1171">
                  <c:v>38532</c:v>
                </c:pt>
                <c:pt idx="1172">
                  <c:v>38533</c:v>
                </c:pt>
                <c:pt idx="1173">
                  <c:v>38534</c:v>
                </c:pt>
                <c:pt idx="1174">
                  <c:v>38537</c:v>
                </c:pt>
                <c:pt idx="1175">
                  <c:v>38538</c:v>
                </c:pt>
                <c:pt idx="1176">
                  <c:v>38539</c:v>
                </c:pt>
                <c:pt idx="1177">
                  <c:v>38540</c:v>
                </c:pt>
                <c:pt idx="1178">
                  <c:v>38541</c:v>
                </c:pt>
                <c:pt idx="1179">
                  <c:v>38544</c:v>
                </c:pt>
                <c:pt idx="1180">
                  <c:v>38545</c:v>
                </c:pt>
                <c:pt idx="1181">
                  <c:v>38546</c:v>
                </c:pt>
                <c:pt idx="1182">
                  <c:v>38547</c:v>
                </c:pt>
                <c:pt idx="1183">
                  <c:v>38548</c:v>
                </c:pt>
                <c:pt idx="1184">
                  <c:v>38551</c:v>
                </c:pt>
                <c:pt idx="1185">
                  <c:v>38552</c:v>
                </c:pt>
                <c:pt idx="1186">
                  <c:v>38553</c:v>
                </c:pt>
                <c:pt idx="1187">
                  <c:v>38554</c:v>
                </c:pt>
                <c:pt idx="1188">
                  <c:v>38555</c:v>
                </c:pt>
                <c:pt idx="1189">
                  <c:v>38558</c:v>
                </c:pt>
                <c:pt idx="1190">
                  <c:v>38559</c:v>
                </c:pt>
                <c:pt idx="1191">
                  <c:v>38560</c:v>
                </c:pt>
                <c:pt idx="1192">
                  <c:v>38561</c:v>
                </c:pt>
                <c:pt idx="1193">
                  <c:v>38562</c:v>
                </c:pt>
                <c:pt idx="1194">
                  <c:v>38565</c:v>
                </c:pt>
                <c:pt idx="1195">
                  <c:v>38566</c:v>
                </c:pt>
                <c:pt idx="1196">
                  <c:v>38567</c:v>
                </c:pt>
                <c:pt idx="1197">
                  <c:v>38568</c:v>
                </c:pt>
                <c:pt idx="1198">
                  <c:v>38569</c:v>
                </c:pt>
                <c:pt idx="1199">
                  <c:v>38572</c:v>
                </c:pt>
                <c:pt idx="1200">
                  <c:v>38573</c:v>
                </c:pt>
                <c:pt idx="1201">
                  <c:v>38574</c:v>
                </c:pt>
                <c:pt idx="1202">
                  <c:v>38575</c:v>
                </c:pt>
                <c:pt idx="1203">
                  <c:v>38576</c:v>
                </c:pt>
                <c:pt idx="1204">
                  <c:v>38579</c:v>
                </c:pt>
                <c:pt idx="1205">
                  <c:v>38580</c:v>
                </c:pt>
                <c:pt idx="1206">
                  <c:v>38581</c:v>
                </c:pt>
                <c:pt idx="1207">
                  <c:v>38582</c:v>
                </c:pt>
                <c:pt idx="1208">
                  <c:v>38583</c:v>
                </c:pt>
                <c:pt idx="1209">
                  <c:v>38586</c:v>
                </c:pt>
                <c:pt idx="1210">
                  <c:v>38587</c:v>
                </c:pt>
                <c:pt idx="1211">
                  <c:v>38588</c:v>
                </c:pt>
                <c:pt idx="1212">
                  <c:v>38589</c:v>
                </c:pt>
                <c:pt idx="1213">
                  <c:v>38590</c:v>
                </c:pt>
                <c:pt idx="1214">
                  <c:v>38593</c:v>
                </c:pt>
                <c:pt idx="1215">
                  <c:v>38594</c:v>
                </c:pt>
                <c:pt idx="1216">
                  <c:v>38595</c:v>
                </c:pt>
                <c:pt idx="1217">
                  <c:v>38596</c:v>
                </c:pt>
                <c:pt idx="1218">
                  <c:v>38597</c:v>
                </c:pt>
                <c:pt idx="1219">
                  <c:v>38600</c:v>
                </c:pt>
                <c:pt idx="1220">
                  <c:v>38601</c:v>
                </c:pt>
                <c:pt idx="1221">
                  <c:v>38602</c:v>
                </c:pt>
                <c:pt idx="1222">
                  <c:v>38603</c:v>
                </c:pt>
                <c:pt idx="1223">
                  <c:v>38604</c:v>
                </c:pt>
                <c:pt idx="1224">
                  <c:v>38607</c:v>
                </c:pt>
                <c:pt idx="1225">
                  <c:v>38608</c:v>
                </c:pt>
                <c:pt idx="1226">
                  <c:v>38609</c:v>
                </c:pt>
                <c:pt idx="1227">
                  <c:v>38610</c:v>
                </c:pt>
                <c:pt idx="1228">
                  <c:v>38611</c:v>
                </c:pt>
                <c:pt idx="1229">
                  <c:v>38614</c:v>
                </c:pt>
                <c:pt idx="1230">
                  <c:v>38615</c:v>
                </c:pt>
                <c:pt idx="1231">
                  <c:v>38616</c:v>
                </c:pt>
                <c:pt idx="1232">
                  <c:v>38617</c:v>
                </c:pt>
                <c:pt idx="1233">
                  <c:v>38618</c:v>
                </c:pt>
                <c:pt idx="1234">
                  <c:v>38621</c:v>
                </c:pt>
                <c:pt idx="1235">
                  <c:v>38622</c:v>
                </c:pt>
                <c:pt idx="1236">
                  <c:v>38623</c:v>
                </c:pt>
                <c:pt idx="1237">
                  <c:v>38624</c:v>
                </c:pt>
                <c:pt idx="1238">
                  <c:v>38625</c:v>
                </c:pt>
                <c:pt idx="1239">
                  <c:v>38628</c:v>
                </c:pt>
                <c:pt idx="1240">
                  <c:v>38629</c:v>
                </c:pt>
                <c:pt idx="1241">
                  <c:v>38630</c:v>
                </c:pt>
                <c:pt idx="1242">
                  <c:v>38631</c:v>
                </c:pt>
                <c:pt idx="1243">
                  <c:v>38632</c:v>
                </c:pt>
                <c:pt idx="1244">
                  <c:v>38635</c:v>
                </c:pt>
                <c:pt idx="1245">
                  <c:v>38636</c:v>
                </c:pt>
                <c:pt idx="1246">
                  <c:v>38637</c:v>
                </c:pt>
                <c:pt idx="1247">
                  <c:v>38638</c:v>
                </c:pt>
                <c:pt idx="1248">
                  <c:v>38639</c:v>
                </c:pt>
                <c:pt idx="1249">
                  <c:v>38642</c:v>
                </c:pt>
                <c:pt idx="1250">
                  <c:v>38643</c:v>
                </c:pt>
                <c:pt idx="1251">
                  <c:v>38644</c:v>
                </c:pt>
                <c:pt idx="1252">
                  <c:v>38645</c:v>
                </c:pt>
                <c:pt idx="1253">
                  <c:v>38646</c:v>
                </c:pt>
                <c:pt idx="1254">
                  <c:v>38649</c:v>
                </c:pt>
                <c:pt idx="1255">
                  <c:v>38650</c:v>
                </c:pt>
                <c:pt idx="1256">
                  <c:v>38651</c:v>
                </c:pt>
                <c:pt idx="1257">
                  <c:v>38652</c:v>
                </c:pt>
                <c:pt idx="1258">
                  <c:v>38653</c:v>
                </c:pt>
                <c:pt idx="1259">
                  <c:v>38656</c:v>
                </c:pt>
                <c:pt idx="1260">
                  <c:v>38657</c:v>
                </c:pt>
                <c:pt idx="1261">
                  <c:v>38658</c:v>
                </c:pt>
                <c:pt idx="1262">
                  <c:v>38659</c:v>
                </c:pt>
                <c:pt idx="1263">
                  <c:v>38660</c:v>
                </c:pt>
                <c:pt idx="1264">
                  <c:v>38663</c:v>
                </c:pt>
                <c:pt idx="1265">
                  <c:v>38664</c:v>
                </c:pt>
                <c:pt idx="1266">
                  <c:v>38665</c:v>
                </c:pt>
                <c:pt idx="1267">
                  <c:v>38666</c:v>
                </c:pt>
                <c:pt idx="1268">
                  <c:v>38667</c:v>
                </c:pt>
                <c:pt idx="1269">
                  <c:v>38670</c:v>
                </c:pt>
                <c:pt idx="1270">
                  <c:v>38671</c:v>
                </c:pt>
                <c:pt idx="1271">
                  <c:v>38672</c:v>
                </c:pt>
                <c:pt idx="1272">
                  <c:v>38673</c:v>
                </c:pt>
                <c:pt idx="1273">
                  <c:v>38674</c:v>
                </c:pt>
                <c:pt idx="1274">
                  <c:v>38677</c:v>
                </c:pt>
                <c:pt idx="1275">
                  <c:v>38678</c:v>
                </c:pt>
                <c:pt idx="1276">
                  <c:v>38679</c:v>
                </c:pt>
                <c:pt idx="1277">
                  <c:v>38680</c:v>
                </c:pt>
                <c:pt idx="1278">
                  <c:v>38681</c:v>
                </c:pt>
                <c:pt idx="1279">
                  <c:v>38684</c:v>
                </c:pt>
                <c:pt idx="1280">
                  <c:v>38685</c:v>
                </c:pt>
                <c:pt idx="1281">
                  <c:v>38686</c:v>
                </c:pt>
                <c:pt idx="1282">
                  <c:v>38687</c:v>
                </c:pt>
                <c:pt idx="1283">
                  <c:v>38688</c:v>
                </c:pt>
                <c:pt idx="1284">
                  <c:v>38691</c:v>
                </c:pt>
                <c:pt idx="1285">
                  <c:v>38692</c:v>
                </c:pt>
                <c:pt idx="1286">
                  <c:v>38693</c:v>
                </c:pt>
                <c:pt idx="1287">
                  <c:v>38694</c:v>
                </c:pt>
                <c:pt idx="1288">
                  <c:v>38695</c:v>
                </c:pt>
                <c:pt idx="1289">
                  <c:v>38698</c:v>
                </c:pt>
                <c:pt idx="1290">
                  <c:v>38699</c:v>
                </c:pt>
                <c:pt idx="1291">
                  <c:v>38700</c:v>
                </c:pt>
                <c:pt idx="1292">
                  <c:v>38701</c:v>
                </c:pt>
                <c:pt idx="1293">
                  <c:v>38702</c:v>
                </c:pt>
                <c:pt idx="1294">
                  <c:v>38705</c:v>
                </c:pt>
                <c:pt idx="1295">
                  <c:v>38706</c:v>
                </c:pt>
                <c:pt idx="1296">
                  <c:v>38707</c:v>
                </c:pt>
                <c:pt idx="1297">
                  <c:v>38708</c:v>
                </c:pt>
                <c:pt idx="1298">
                  <c:v>38709</c:v>
                </c:pt>
                <c:pt idx="1299">
                  <c:v>38712</c:v>
                </c:pt>
                <c:pt idx="1300">
                  <c:v>38713</c:v>
                </c:pt>
                <c:pt idx="1301">
                  <c:v>38714</c:v>
                </c:pt>
                <c:pt idx="1302">
                  <c:v>38715</c:v>
                </c:pt>
                <c:pt idx="1303">
                  <c:v>38716</c:v>
                </c:pt>
                <c:pt idx="1304">
                  <c:v>38719</c:v>
                </c:pt>
                <c:pt idx="1305">
                  <c:v>38720</c:v>
                </c:pt>
                <c:pt idx="1306">
                  <c:v>38721</c:v>
                </c:pt>
                <c:pt idx="1307">
                  <c:v>38722</c:v>
                </c:pt>
                <c:pt idx="1308">
                  <c:v>38723</c:v>
                </c:pt>
                <c:pt idx="1309">
                  <c:v>38726</c:v>
                </c:pt>
                <c:pt idx="1310">
                  <c:v>38727</c:v>
                </c:pt>
                <c:pt idx="1311">
                  <c:v>38728</c:v>
                </c:pt>
                <c:pt idx="1312">
                  <c:v>38729</c:v>
                </c:pt>
                <c:pt idx="1313">
                  <c:v>38730</c:v>
                </c:pt>
                <c:pt idx="1314">
                  <c:v>38733</c:v>
                </c:pt>
                <c:pt idx="1315">
                  <c:v>38734</c:v>
                </c:pt>
                <c:pt idx="1316">
                  <c:v>38735</c:v>
                </c:pt>
                <c:pt idx="1317">
                  <c:v>38736</c:v>
                </c:pt>
                <c:pt idx="1318">
                  <c:v>38737</c:v>
                </c:pt>
                <c:pt idx="1319">
                  <c:v>38740</c:v>
                </c:pt>
                <c:pt idx="1320">
                  <c:v>38741</c:v>
                </c:pt>
                <c:pt idx="1321">
                  <c:v>38742</c:v>
                </c:pt>
                <c:pt idx="1322">
                  <c:v>38743</c:v>
                </c:pt>
                <c:pt idx="1323">
                  <c:v>38744</c:v>
                </c:pt>
                <c:pt idx="1324">
                  <c:v>38747</c:v>
                </c:pt>
                <c:pt idx="1325">
                  <c:v>38748</c:v>
                </c:pt>
                <c:pt idx="1326">
                  <c:v>38749</c:v>
                </c:pt>
                <c:pt idx="1327">
                  <c:v>38750</c:v>
                </c:pt>
                <c:pt idx="1328">
                  <c:v>38751</c:v>
                </c:pt>
                <c:pt idx="1329">
                  <c:v>38754</c:v>
                </c:pt>
                <c:pt idx="1330">
                  <c:v>38755</c:v>
                </c:pt>
                <c:pt idx="1331">
                  <c:v>38756</c:v>
                </c:pt>
                <c:pt idx="1332">
                  <c:v>38757</c:v>
                </c:pt>
                <c:pt idx="1333">
                  <c:v>38758</c:v>
                </c:pt>
                <c:pt idx="1334">
                  <c:v>38761</c:v>
                </c:pt>
                <c:pt idx="1335">
                  <c:v>38762</c:v>
                </c:pt>
                <c:pt idx="1336">
                  <c:v>38763</c:v>
                </c:pt>
                <c:pt idx="1337">
                  <c:v>38764</c:v>
                </c:pt>
                <c:pt idx="1338">
                  <c:v>38765</c:v>
                </c:pt>
                <c:pt idx="1339">
                  <c:v>38768</c:v>
                </c:pt>
                <c:pt idx="1340">
                  <c:v>38769</c:v>
                </c:pt>
                <c:pt idx="1341">
                  <c:v>38770</c:v>
                </c:pt>
                <c:pt idx="1342">
                  <c:v>38771</c:v>
                </c:pt>
                <c:pt idx="1343">
                  <c:v>38772</c:v>
                </c:pt>
                <c:pt idx="1344">
                  <c:v>38775</c:v>
                </c:pt>
                <c:pt idx="1345">
                  <c:v>38776</c:v>
                </c:pt>
                <c:pt idx="1346">
                  <c:v>38777</c:v>
                </c:pt>
                <c:pt idx="1347">
                  <c:v>38778</c:v>
                </c:pt>
                <c:pt idx="1348">
                  <c:v>38779</c:v>
                </c:pt>
                <c:pt idx="1349">
                  <c:v>38782</c:v>
                </c:pt>
                <c:pt idx="1350">
                  <c:v>38783</c:v>
                </c:pt>
                <c:pt idx="1351">
                  <c:v>38784</c:v>
                </c:pt>
                <c:pt idx="1352">
                  <c:v>38785</c:v>
                </c:pt>
                <c:pt idx="1353">
                  <c:v>38786</c:v>
                </c:pt>
                <c:pt idx="1354">
                  <c:v>38789</c:v>
                </c:pt>
                <c:pt idx="1355">
                  <c:v>38790</c:v>
                </c:pt>
                <c:pt idx="1356">
                  <c:v>38791</c:v>
                </c:pt>
                <c:pt idx="1357">
                  <c:v>38792</c:v>
                </c:pt>
                <c:pt idx="1358">
                  <c:v>38793</c:v>
                </c:pt>
                <c:pt idx="1359">
                  <c:v>38796</c:v>
                </c:pt>
                <c:pt idx="1360">
                  <c:v>38797</c:v>
                </c:pt>
                <c:pt idx="1361">
                  <c:v>38798</c:v>
                </c:pt>
                <c:pt idx="1362">
                  <c:v>38799</c:v>
                </c:pt>
                <c:pt idx="1363">
                  <c:v>38800</c:v>
                </c:pt>
                <c:pt idx="1364">
                  <c:v>38803</c:v>
                </c:pt>
                <c:pt idx="1365">
                  <c:v>38804</c:v>
                </c:pt>
                <c:pt idx="1366">
                  <c:v>38805</c:v>
                </c:pt>
                <c:pt idx="1367">
                  <c:v>38806</c:v>
                </c:pt>
                <c:pt idx="1368">
                  <c:v>38807</c:v>
                </c:pt>
                <c:pt idx="1369">
                  <c:v>38810</c:v>
                </c:pt>
                <c:pt idx="1370">
                  <c:v>38811</c:v>
                </c:pt>
                <c:pt idx="1371">
                  <c:v>38812</c:v>
                </c:pt>
                <c:pt idx="1372">
                  <c:v>38813</c:v>
                </c:pt>
                <c:pt idx="1373">
                  <c:v>38814</c:v>
                </c:pt>
                <c:pt idx="1374">
                  <c:v>38817</c:v>
                </c:pt>
                <c:pt idx="1375">
                  <c:v>38818</c:v>
                </c:pt>
                <c:pt idx="1376">
                  <c:v>38819</c:v>
                </c:pt>
                <c:pt idx="1377">
                  <c:v>38820</c:v>
                </c:pt>
                <c:pt idx="1378">
                  <c:v>38821</c:v>
                </c:pt>
                <c:pt idx="1379">
                  <c:v>38824</c:v>
                </c:pt>
                <c:pt idx="1380">
                  <c:v>38825</c:v>
                </c:pt>
                <c:pt idx="1381">
                  <c:v>38826</c:v>
                </c:pt>
                <c:pt idx="1382">
                  <c:v>38827</c:v>
                </c:pt>
                <c:pt idx="1383">
                  <c:v>38828</c:v>
                </c:pt>
                <c:pt idx="1384">
                  <c:v>38831</c:v>
                </c:pt>
                <c:pt idx="1385">
                  <c:v>38832</c:v>
                </c:pt>
                <c:pt idx="1386">
                  <c:v>38833</c:v>
                </c:pt>
                <c:pt idx="1387">
                  <c:v>38834</c:v>
                </c:pt>
                <c:pt idx="1388">
                  <c:v>38835</c:v>
                </c:pt>
                <c:pt idx="1389">
                  <c:v>38838</c:v>
                </c:pt>
                <c:pt idx="1390">
                  <c:v>38839</c:v>
                </c:pt>
                <c:pt idx="1391">
                  <c:v>38840</c:v>
                </c:pt>
                <c:pt idx="1392">
                  <c:v>38841</c:v>
                </c:pt>
                <c:pt idx="1393">
                  <c:v>38842</c:v>
                </c:pt>
                <c:pt idx="1394">
                  <c:v>38845</c:v>
                </c:pt>
                <c:pt idx="1395">
                  <c:v>38846</c:v>
                </c:pt>
                <c:pt idx="1396">
                  <c:v>38847</c:v>
                </c:pt>
                <c:pt idx="1397">
                  <c:v>38848</c:v>
                </c:pt>
                <c:pt idx="1398">
                  <c:v>38849</c:v>
                </c:pt>
                <c:pt idx="1399">
                  <c:v>38852</c:v>
                </c:pt>
                <c:pt idx="1400">
                  <c:v>38853</c:v>
                </c:pt>
                <c:pt idx="1401">
                  <c:v>38854</c:v>
                </c:pt>
                <c:pt idx="1402">
                  <c:v>38855</c:v>
                </c:pt>
                <c:pt idx="1403">
                  <c:v>38856</c:v>
                </c:pt>
                <c:pt idx="1404">
                  <c:v>38859</c:v>
                </c:pt>
                <c:pt idx="1405">
                  <c:v>38860</c:v>
                </c:pt>
                <c:pt idx="1406">
                  <c:v>38861</c:v>
                </c:pt>
                <c:pt idx="1407">
                  <c:v>38862</c:v>
                </c:pt>
                <c:pt idx="1408">
                  <c:v>38863</c:v>
                </c:pt>
                <c:pt idx="1409">
                  <c:v>38866</c:v>
                </c:pt>
                <c:pt idx="1410">
                  <c:v>38867</c:v>
                </c:pt>
                <c:pt idx="1411">
                  <c:v>38868</c:v>
                </c:pt>
                <c:pt idx="1412">
                  <c:v>38869</c:v>
                </c:pt>
                <c:pt idx="1413">
                  <c:v>38870</c:v>
                </c:pt>
                <c:pt idx="1414">
                  <c:v>38873</c:v>
                </c:pt>
                <c:pt idx="1415">
                  <c:v>38874</c:v>
                </c:pt>
                <c:pt idx="1416">
                  <c:v>38875</c:v>
                </c:pt>
                <c:pt idx="1417">
                  <c:v>38876</c:v>
                </c:pt>
                <c:pt idx="1418">
                  <c:v>38877</c:v>
                </c:pt>
                <c:pt idx="1419">
                  <c:v>38880</c:v>
                </c:pt>
                <c:pt idx="1420">
                  <c:v>38881</c:v>
                </c:pt>
                <c:pt idx="1421">
                  <c:v>38882</c:v>
                </c:pt>
                <c:pt idx="1422">
                  <c:v>38883</c:v>
                </c:pt>
                <c:pt idx="1423">
                  <c:v>38884</c:v>
                </c:pt>
                <c:pt idx="1424">
                  <c:v>38887</c:v>
                </c:pt>
                <c:pt idx="1425">
                  <c:v>38888</c:v>
                </c:pt>
                <c:pt idx="1426">
                  <c:v>38889</c:v>
                </c:pt>
                <c:pt idx="1427">
                  <c:v>38890</c:v>
                </c:pt>
                <c:pt idx="1428">
                  <c:v>38891</c:v>
                </c:pt>
                <c:pt idx="1429">
                  <c:v>38894</c:v>
                </c:pt>
                <c:pt idx="1430">
                  <c:v>38895</c:v>
                </c:pt>
                <c:pt idx="1431">
                  <c:v>38896</c:v>
                </c:pt>
                <c:pt idx="1432">
                  <c:v>38897</c:v>
                </c:pt>
                <c:pt idx="1433">
                  <c:v>38898</c:v>
                </c:pt>
                <c:pt idx="1434">
                  <c:v>38901</c:v>
                </c:pt>
                <c:pt idx="1435">
                  <c:v>38902</c:v>
                </c:pt>
                <c:pt idx="1436">
                  <c:v>38903</c:v>
                </c:pt>
                <c:pt idx="1437">
                  <c:v>38904</c:v>
                </c:pt>
                <c:pt idx="1438">
                  <c:v>38905</c:v>
                </c:pt>
                <c:pt idx="1439">
                  <c:v>38908</c:v>
                </c:pt>
                <c:pt idx="1440">
                  <c:v>38909</c:v>
                </c:pt>
                <c:pt idx="1441">
                  <c:v>38910</c:v>
                </c:pt>
                <c:pt idx="1442">
                  <c:v>38911</c:v>
                </c:pt>
                <c:pt idx="1443">
                  <c:v>38912</c:v>
                </c:pt>
                <c:pt idx="1444">
                  <c:v>38915</c:v>
                </c:pt>
                <c:pt idx="1445">
                  <c:v>38916</c:v>
                </c:pt>
                <c:pt idx="1446">
                  <c:v>38917</c:v>
                </c:pt>
                <c:pt idx="1447">
                  <c:v>38918</c:v>
                </c:pt>
                <c:pt idx="1448">
                  <c:v>38919</c:v>
                </c:pt>
                <c:pt idx="1449">
                  <c:v>38922</c:v>
                </c:pt>
                <c:pt idx="1450">
                  <c:v>38923</c:v>
                </c:pt>
                <c:pt idx="1451">
                  <c:v>38924</c:v>
                </c:pt>
                <c:pt idx="1452">
                  <c:v>38925</c:v>
                </c:pt>
                <c:pt idx="1453">
                  <c:v>38926</c:v>
                </c:pt>
                <c:pt idx="1454">
                  <c:v>38929</c:v>
                </c:pt>
                <c:pt idx="1455">
                  <c:v>38930</c:v>
                </c:pt>
                <c:pt idx="1456">
                  <c:v>38931</c:v>
                </c:pt>
                <c:pt idx="1457">
                  <c:v>38932</c:v>
                </c:pt>
                <c:pt idx="1458">
                  <c:v>38933</c:v>
                </c:pt>
                <c:pt idx="1459">
                  <c:v>38936</c:v>
                </c:pt>
                <c:pt idx="1460">
                  <c:v>38937</c:v>
                </c:pt>
                <c:pt idx="1461">
                  <c:v>38938</c:v>
                </c:pt>
                <c:pt idx="1462">
                  <c:v>38939</c:v>
                </c:pt>
                <c:pt idx="1463">
                  <c:v>38940</c:v>
                </c:pt>
                <c:pt idx="1464">
                  <c:v>38943</c:v>
                </c:pt>
                <c:pt idx="1465">
                  <c:v>38944</c:v>
                </c:pt>
                <c:pt idx="1466">
                  <c:v>38945</c:v>
                </c:pt>
                <c:pt idx="1467">
                  <c:v>38946</c:v>
                </c:pt>
                <c:pt idx="1468">
                  <c:v>38947</c:v>
                </c:pt>
                <c:pt idx="1469">
                  <c:v>38950</c:v>
                </c:pt>
                <c:pt idx="1470">
                  <c:v>38951</c:v>
                </c:pt>
                <c:pt idx="1471">
                  <c:v>38952</c:v>
                </c:pt>
                <c:pt idx="1472">
                  <c:v>38953</c:v>
                </c:pt>
                <c:pt idx="1473">
                  <c:v>38954</c:v>
                </c:pt>
                <c:pt idx="1474">
                  <c:v>38957</c:v>
                </c:pt>
                <c:pt idx="1475">
                  <c:v>38958</c:v>
                </c:pt>
                <c:pt idx="1476">
                  <c:v>38959</c:v>
                </c:pt>
                <c:pt idx="1477">
                  <c:v>38960</c:v>
                </c:pt>
                <c:pt idx="1478">
                  <c:v>38961</c:v>
                </c:pt>
                <c:pt idx="1479">
                  <c:v>38964</c:v>
                </c:pt>
                <c:pt idx="1480">
                  <c:v>38965</c:v>
                </c:pt>
                <c:pt idx="1481">
                  <c:v>38966</c:v>
                </c:pt>
                <c:pt idx="1482">
                  <c:v>38967</c:v>
                </c:pt>
                <c:pt idx="1483">
                  <c:v>38968</c:v>
                </c:pt>
                <c:pt idx="1484">
                  <c:v>38971</c:v>
                </c:pt>
                <c:pt idx="1485">
                  <c:v>38972</c:v>
                </c:pt>
                <c:pt idx="1486">
                  <c:v>38973</c:v>
                </c:pt>
                <c:pt idx="1487">
                  <c:v>38974</c:v>
                </c:pt>
                <c:pt idx="1488">
                  <c:v>38975</c:v>
                </c:pt>
                <c:pt idx="1489">
                  <c:v>38978</c:v>
                </c:pt>
                <c:pt idx="1490">
                  <c:v>38979</c:v>
                </c:pt>
                <c:pt idx="1491">
                  <c:v>38980</c:v>
                </c:pt>
                <c:pt idx="1492">
                  <c:v>38981</c:v>
                </c:pt>
                <c:pt idx="1493">
                  <c:v>38982</c:v>
                </c:pt>
                <c:pt idx="1494">
                  <c:v>38985</c:v>
                </c:pt>
                <c:pt idx="1495">
                  <c:v>38986</c:v>
                </c:pt>
                <c:pt idx="1496">
                  <c:v>38987</c:v>
                </c:pt>
                <c:pt idx="1497">
                  <c:v>38988</c:v>
                </c:pt>
                <c:pt idx="1498">
                  <c:v>38989</c:v>
                </c:pt>
                <c:pt idx="1499">
                  <c:v>38992</c:v>
                </c:pt>
                <c:pt idx="1500">
                  <c:v>38993</c:v>
                </c:pt>
                <c:pt idx="1501">
                  <c:v>38994</c:v>
                </c:pt>
                <c:pt idx="1502">
                  <c:v>38995</c:v>
                </c:pt>
                <c:pt idx="1503">
                  <c:v>38996</c:v>
                </c:pt>
                <c:pt idx="1504">
                  <c:v>38999</c:v>
                </c:pt>
                <c:pt idx="1505">
                  <c:v>39000</c:v>
                </c:pt>
                <c:pt idx="1506">
                  <c:v>39001</c:v>
                </c:pt>
                <c:pt idx="1507">
                  <c:v>39002</c:v>
                </c:pt>
                <c:pt idx="1508">
                  <c:v>39003</c:v>
                </c:pt>
                <c:pt idx="1509">
                  <c:v>39006</c:v>
                </c:pt>
                <c:pt idx="1510">
                  <c:v>39007</c:v>
                </c:pt>
                <c:pt idx="1511">
                  <c:v>39008</c:v>
                </c:pt>
                <c:pt idx="1512">
                  <c:v>39009</c:v>
                </c:pt>
                <c:pt idx="1513">
                  <c:v>39010</c:v>
                </c:pt>
                <c:pt idx="1514">
                  <c:v>39013</c:v>
                </c:pt>
                <c:pt idx="1515">
                  <c:v>39014</c:v>
                </c:pt>
                <c:pt idx="1516">
                  <c:v>39015</c:v>
                </c:pt>
                <c:pt idx="1517">
                  <c:v>39016</c:v>
                </c:pt>
                <c:pt idx="1518">
                  <c:v>39017</c:v>
                </c:pt>
                <c:pt idx="1519">
                  <c:v>39020</c:v>
                </c:pt>
                <c:pt idx="1520">
                  <c:v>39021</c:v>
                </c:pt>
                <c:pt idx="1521">
                  <c:v>39022</c:v>
                </c:pt>
                <c:pt idx="1522">
                  <c:v>39023</c:v>
                </c:pt>
                <c:pt idx="1523">
                  <c:v>39024</c:v>
                </c:pt>
                <c:pt idx="1524">
                  <c:v>39027</c:v>
                </c:pt>
                <c:pt idx="1525">
                  <c:v>39028</c:v>
                </c:pt>
                <c:pt idx="1526">
                  <c:v>39029</c:v>
                </c:pt>
                <c:pt idx="1527">
                  <c:v>39030</c:v>
                </c:pt>
                <c:pt idx="1528">
                  <c:v>39031</c:v>
                </c:pt>
                <c:pt idx="1529">
                  <c:v>39034</c:v>
                </c:pt>
                <c:pt idx="1530">
                  <c:v>39035</c:v>
                </c:pt>
                <c:pt idx="1531">
                  <c:v>39036</c:v>
                </c:pt>
                <c:pt idx="1532">
                  <c:v>39037</c:v>
                </c:pt>
                <c:pt idx="1533">
                  <c:v>39038</c:v>
                </c:pt>
                <c:pt idx="1534">
                  <c:v>39041</c:v>
                </c:pt>
                <c:pt idx="1535">
                  <c:v>39042</c:v>
                </c:pt>
                <c:pt idx="1536">
                  <c:v>39043</c:v>
                </c:pt>
                <c:pt idx="1537">
                  <c:v>39044</c:v>
                </c:pt>
                <c:pt idx="1538">
                  <c:v>39045</c:v>
                </c:pt>
                <c:pt idx="1539">
                  <c:v>39048</c:v>
                </c:pt>
                <c:pt idx="1540">
                  <c:v>39049</c:v>
                </c:pt>
                <c:pt idx="1541">
                  <c:v>39050</c:v>
                </c:pt>
                <c:pt idx="1542">
                  <c:v>39051</c:v>
                </c:pt>
                <c:pt idx="1543">
                  <c:v>39052</c:v>
                </c:pt>
                <c:pt idx="1544">
                  <c:v>39055</c:v>
                </c:pt>
                <c:pt idx="1545">
                  <c:v>39056</c:v>
                </c:pt>
                <c:pt idx="1546">
                  <c:v>39057</c:v>
                </c:pt>
                <c:pt idx="1547">
                  <c:v>39058</c:v>
                </c:pt>
                <c:pt idx="1548">
                  <c:v>39059</c:v>
                </c:pt>
                <c:pt idx="1549">
                  <c:v>39062</c:v>
                </c:pt>
                <c:pt idx="1550">
                  <c:v>39063</c:v>
                </c:pt>
                <c:pt idx="1551">
                  <c:v>39064</c:v>
                </c:pt>
                <c:pt idx="1552">
                  <c:v>39065</c:v>
                </c:pt>
                <c:pt idx="1553">
                  <c:v>39066</c:v>
                </c:pt>
                <c:pt idx="1554">
                  <c:v>39069</c:v>
                </c:pt>
                <c:pt idx="1555">
                  <c:v>39070</c:v>
                </c:pt>
                <c:pt idx="1556">
                  <c:v>39071</c:v>
                </c:pt>
                <c:pt idx="1557">
                  <c:v>39072</c:v>
                </c:pt>
                <c:pt idx="1558">
                  <c:v>39073</c:v>
                </c:pt>
                <c:pt idx="1559">
                  <c:v>39076</c:v>
                </c:pt>
                <c:pt idx="1560">
                  <c:v>39077</c:v>
                </c:pt>
                <c:pt idx="1561">
                  <c:v>39078</c:v>
                </c:pt>
                <c:pt idx="1562">
                  <c:v>39079</c:v>
                </c:pt>
                <c:pt idx="1563">
                  <c:v>39080</c:v>
                </c:pt>
                <c:pt idx="1564">
                  <c:v>39083</c:v>
                </c:pt>
                <c:pt idx="1565">
                  <c:v>39084</c:v>
                </c:pt>
                <c:pt idx="1566">
                  <c:v>39085</c:v>
                </c:pt>
                <c:pt idx="1567">
                  <c:v>39086</c:v>
                </c:pt>
                <c:pt idx="1568">
                  <c:v>39087</c:v>
                </c:pt>
                <c:pt idx="1569">
                  <c:v>39090</c:v>
                </c:pt>
                <c:pt idx="1570">
                  <c:v>39091</c:v>
                </c:pt>
                <c:pt idx="1571">
                  <c:v>39092</c:v>
                </c:pt>
                <c:pt idx="1572">
                  <c:v>39093</c:v>
                </c:pt>
                <c:pt idx="1573">
                  <c:v>39094</c:v>
                </c:pt>
                <c:pt idx="1574">
                  <c:v>39097</c:v>
                </c:pt>
                <c:pt idx="1575">
                  <c:v>39098</c:v>
                </c:pt>
                <c:pt idx="1576">
                  <c:v>39099</c:v>
                </c:pt>
                <c:pt idx="1577">
                  <c:v>39100</c:v>
                </c:pt>
                <c:pt idx="1578">
                  <c:v>39101</c:v>
                </c:pt>
                <c:pt idx="1579">
                  <c:v>39104</c:v>
                </c:pt>
                <c:pt idx="1580">
                  <c:v>39105</c:v>
                </c:pt>
                <c:pt idx="1581">
                  <c:v>39106</c:v>
                </c:pt>
                <c:pt idx="1582">
                  <c:v>39107</c:v>
                </c:pt>
                <c:pt idx="1583">
                  <c:v>39108</c:v>
                </c:pt>
                <c:pt idx="1584">
                  <c:v>39111</c:v>
                </c:pt>
                <c:pt idx="1585">
                  <c:v>39112</c:v>
                </c:pt>
                <c:pt idx="1586">
                  <c:v>39113</c:v>
                </c:pt>
                <c:pt idx="1587">
                  <c:v>39114</c:v>
                </c:pt>
                <c:pt idx="1588">
                  <c:v>39115</c:v>
                </c:pt>
                <c:pt idx="1589">
                  <c:v>39118</c:v>
                </c:pt>
                <c:pt idx="1590">
                  <c:v>39119</c:v>
                </c:pt>
                <c:pt idx="1591">
                  <c:v>39120</c:v>
                </c:pt>
                <c:pt idx="1592">
                  <c:v>39121</c:v>
                </c:pt>
                <c:pt idx="1593">
                  <c:v>39122</c:v>
                </c:pt>
                <c:pt idx="1594">
                  <c:v>39125</c:v>
                </c:pt>
                <c:pt idx="1595">
                  <c:v>39126</c:v>
                </c:pt>
                <c:pt idx="1596">
                  <c:v>39127</c:v>
                </c:pt>
                <c:pt idx="1597">
                  <c:v>39128</c:v>
                </c:pt>
                <c:pt idx="1598">
                  <c:v>39129</c:v>
                </c:pt>
                <c:pt idx="1599">
                  <c:v>39132</c:v>
                </c:pt>
                <c:pt idx="1600">
                  <c:v>39133</c:v>
                </c:pt>
                <c:pt idx="1601">
                  <c:v>39134</c:v>
                </c:pt>
                <c:pt idx="1602">
                  <c:v>39135</c:v>
                </c:pt>
                <c:pt idx="1603">
                  <c:v>39136</c:v>
                </c:pt>
                <c:pt idx="1604">
                  <c:v>39139</c:v>
                </c:pt>
                <c:pt idx="1605">
                  <c:v>39140</c:v>
                </c:pt>
                <c:pt idx="1606">
                  <c:v>39141</c:v>
                </c:pt>
                <c:pt idx="1607">
                  <c:v>39142</c:v>
                </c:pt>
                <c:pt idx="1608">
                  <c:v>39143</c:v>
                </c:pt>
                <c:pt idx="1609">
                  <c:v>39146</c:v>
                </c:pt>
                <c:pt idx="1610">
                  <c:v>39147</c:v>
                </c:pt>
                <c:pt idx="1611">
                  <c:v>39148</c:v>
                </c:pt>
                <c:pt idx="1612">
                  <c:v>39149</c:v>
                </c:pt>
                <c:pt idx="1613">
                  <c:v>39150</c:v>
                </c:pt>
                <c:pt idx="1614">
                  <c:v>39153</c:v>
                </c:pt>
                <c:pt idx="1615">
                  <c:v>39154</c:v>
                </c:pt>
                <c:pt idx="1616">
                  <c:v>39155</c:v>
                </c:pt>
                <c:pt idx="1617">
                  <c:v>39156</c:v>
                </c:pt>
                <c:pt idx="1618">
                  <c:v>39157</c:v>
                </c:pt>
                <c:pt idx="1619">
                  <c:v>39160</c:v>
                </c:pt>
                <c:pt idx="1620">
                  <c:v>39161</c:v>
                </c:pt>
                <c:pt idx="1621">
                  <c:v>39162</c:v>
                </c:pt>
                <c:pt idx="1622">
                  <c:v>39163</c:v>
                </c:pt>
                <c:pt idx="1623">
                  <c:v>39164</c:v>
                </c:pt>
                <c:pt idx="1624">
                  <c:v>39167</c:v>
                </c:pt>
                <c:pt idx="1625">
                  <c:v>39168</c:v>
                </c:pt>
                <c:pt idx="1626">
                  <c:v>39169</c:v>
                </c:pt>
                <c:pt idx="1627">
                  <c:v>39170</c:v>
                </c:pt>
                <c:pt idx="1628">
                  <c:v>39171</c:v>
                </c:pt>
                <c:pt idx="1629">
                  <c:v>39174</c:v>
                </c:pt>
                <c:pt idx="1630">
                  <c:v>39175</c:v>
                </c:pt>
                <c:pt idx="1631">
                  <c:v>39176</c:v>
                </c:pt>
                <c:pt idx="1632">
                  <c:v>39177</c:v>
                </c:pt>
                <c:pt idx="1633">
                  <c:v>39178</c:v>
                </c:pt>
                <c:pt idx="1634">
                  <c:v>39181</c:v>
                </c:pt>
                <c:pt idx="1635">
                  <c:v>39182</c:v>
                </c:pt>
                <c:pt idx="1636">
                  <c:v>39183</c:v>
                </c:pt>
                <c:pt idx="1637">
                  <c:v>39184</c:v>
                </c:pt>
                <c:pt idx="1638">
                  <c:v>39185</c:v>
                </c:pt>
                <c:pt idx="1639">
                  <c:v>39188</c:v>
                </c:pt>
                <c:pt idx="1640">
                  <c:v>39189</c:v>
                </c:pt>
                <c:pt idx="1641">
                  <c:v>39190</c:v>
                </c:pt>
                <c:pt idx="1642">
                  <c:v>39191</c:v>
                </c:pt>
                <c:pt idx="1643">
                  <c:v>39192</c:v>
                </c:pt>
                <c:pt idx="1644">
                  <c:v>39195</c:v>
                </c:pt>
                <c:pt idx="1645">
                  <c:v>39196</c:v>
                </c:pt>
                <c:pt idx="1646">
                  <c:v>39197</c:v>
                </c:pt>
                <c:pt idx="1647">
                  <c:v>39198</c:v>
                </c:pt>
                <c:pt idx="1648">
                  <c:v>39199</c:v>
                </c:pt>
                <c:pt idx="1649">
                  <c:v>39202</c:v>
                </c:pt>
                <c:pt idx="1650">
                  <c:v>39203</c:v>
                </c:pt>
                <c:pt idx="1651">
                  <c:v>39204</c:v>
                </c:pt>
                <c:pt idx="1652">
                  <c:v>39205</c:v>
                </c:pt>
                <c:pt idx="1653">
                  <c:v>39206</c:v>
                </c:pt>
                <c:pt idx="1654">
                  <c:v>39209</c:v>
                </c:pt>
                <c:pt idx="1655">
                  <c:v>39210</c:v>
                </c:pt>
                <c:pt idx="1656">
                  <c:v>39211</c:v>
                </c:pt>
                <c:pt idx="1657">
                  <c:v>39212</c:v>
                </c:pt>
                <c:pt idx="1658">
                  <c:v>39213</c:v>
                </c:pt>
                <c:pt idx="1659">
                  <c:v>39216</c:v>
                </c:pt>
                <c:pt idx="1660">
                  <c:v>39217</c:v>
                </c:pt>
                <c:pt idx="1661">
                  <c:v>39218</c:v>
                </c:pt>
                <c:pt idx="1662">
                  <c:v>39219</c:v>
                </c:pt>
                <c:pt idx="1663">
                  <c:v>39220</c:v>
                </c:pt>
                <c:pt idx="1664">
                  <c:v>39223</c:v>
                </c:pt>
                <c:pt idx="1665">
                  <c:v>39224</c:v>
                </c:pt>
                <c:pt idx="1666">
                  <c:v>39225</c:v>
                </c:pt>
                <c:pt idx="1667">
                  <c:v>39226</c:v>
                </c:pt>
                <c:pt idx="1668">
                  <c:v>39227</c:v>
                </c:pt>
                <c:pt idx="1669">
                  <c:v>39230</c:v>
                </c:pt>
                <c:pt idx="1670">
                  <c:v>39231</c:v>
                </c:pt>
                <c:pt idx="1671">
                  <c:v>39232</c:v>
                </c:pt>
                <c:pt idx="1672">
                  <c:v>39233</c:v>
                </c:pt>
                <c:pt idx="1673">
                  <c:v>39234</c:v>
                </c:pt>
                <c:pt idx="1674">
                  <c:v>39237</c:v>
                </c:pt>
                <c:pt idx="1675">
                  <c:v>39238</c:v>
                </c:pt>
                <c:pt idx="1676">
                  <c:v>39239</c:v>
                </c:pt>
                <c:pt idx="1677">
                  <c:v>39240</c:v>
                </c:pt>
                <c:pt idx="1678">
                  <c:v>39241</c:v>
                </c:pt>
                <c:pt idx="1679">
                  <c:v>39244</c:v>
                </c:pt>
                <c:pt idx="1680">
                  <c:v>39245</c:v>
                </c:pt>
                <c:pt idx="1681">
                  <c:v>39246</c:v>
                </c:pt>
                <c:pt idx="1682">
                  <c:v>39247</c:v>
                </c:pt>
                <c:pt idx="1683">
                  <c:v>39248</c:v>
                </c:pt>
                <c:pt idx="1684">
                  <c:v>39251</c:v>
                </c:pt>
                <c:pt idx="1685">
                  <c:v>39252</c:v>
                </c:pt>
                <c:pt idx="1686">
                  <c:v>39253</c:v>
                </c:pt>
                <c:pt idx="1687">
                  <c:v>39254</c:v>
                </c:pt>
                <c:pt idx="1688">
                  <c:v>39255</c:v>
                </c:pt>
                <c:pt idx="1689">
                  <c:v>39258</c:v>
                </c:pt>
                <c:pt idx="1690">
                  <c:v>39259</c:v>
                </c:pt>
                <c:pt idx="1691">
                  <c:v>39260</c:v>
                </c:pt>
                <c:pt idx="1692">
                  <c:v>39261</c:v>
                </c:pt>
                <c:pt idx="1693">
                  <c:v>39262</c:v>
                </c:pt>
                <c:pt idx="1694">
                  <c:v>39265</c:v>
                </c:pt>
                <c:pt idx="1695">
                  <c:v>39266</c:v>
                </c:pt>
                <c:pt idx="1696">
                  <c:v>39267</c:v>
                </c:pt>
                <c:pt idx="1697">
                  <c:v>39268</c:v>
                </c:pt>
                <c:pt idx="1698">
                  <c:v>39269</c:v>
                </c:pt>
                <c:pt idx="1699">
                  <c:v>39272</c:v>
                </c:pt>
                <c:pt idx="1700">
                  <c:v>39273</c:v>
                </c:pt>
                <c:pt idx="1701">
                  <c:v>39274</c:v>
                </c:pt>
                <c:pt idx="1702">
                  <c:v>39275</c:v>
                </c:pt>
                <c:pt idx="1703">
                  <c:v>39276</c:v>
                </c:pt>
                <c:pt idx="1704">
                  <c:v>39279</c:v>
                </c:pt>
                <c:pt idx="1705">
                  <c:v>39280</c:v>
                </c:pt>
                <c:pt idx="1706">
                  <c:v>39281</c:v>
                </c:pt>
                <c:pt idx="1707">
                  <c:v>39282</c:v>
                </c:pt>
                <c:pt idx="1708">
                  <c:v>39283</c:v>
                </c:pt>
                <c:pt idx="1709">
                  <c:v>39286</c:v>
                </c:pt>
                <c:pt idx="1710">
                  <c:v>39287</c:v>
                </c:pt>
                <c:pt idx="1711">
                  <c:v>39288</c:v>
                </c:pt>
                <c:pt idx="1712">
                  <c:v>39289</c:v>
                </c:pt>
                <c:pt idx="1713">
                  <c:v>39290</c:v>
                </c:pt>
                <c:pt idx="1714">
                  <c:v>39293</c:v>
                </c:pt>
                <c:pt idx="1715">
                  <c:v>39294</c:v>
                </c:pt>
                <c:pt idx="1716">
                  <c:v>39295</c:v>
                </c:pt>
                <c:pt idx="1717">
                  <c:v>39296</c:v>
                </c:pt>
                <c:pt idx="1718">
                  <c:v>39297</c:v>
                </c:pt>
                <c:pt idx="1719">
                  <c:v>39300</c:v>
                </c:pt>
                <c:pt idx="1720">
                  <c:v>39301</c:v>
                </c:pt>
                <c:pt idx="1721">
                  <c:v>39302</c:v>
                </c:pt>
                <c:pt idx="1722">
                  <c:v>39303</c:v>
                </c:pt>
                <c:pt idx="1723">
                  <c:v>39304</c:v>
                </c:pt>
                <c:pt idx="1724">
                  <c:v>39307</c:v>
                </c:pt>
                <c:pt idx="1725">
                  <c:v>39308</c:v>
                </c:pt>
                <c:pt idx="1726">
                  <c:v>39309</c:v>
                </c:pt>
                <c:pt idx="1727">
                  <c:v>39310</c:v>
                </c:pt>
                <c:pt idx="1728">
                  <c:v>39311</c:v>
                </c:pt>
                <c:pt idx="1729">
                  <c:v>39314</c:v>
                </c:pt>
                <c:pt idx="1730">
                  <c:v>39315</c:v>
                </c:pt>
                <c:pt idx="1731">
                  <c:v>39316</c:v>
                </c:pt>
                <c:pt idx="1732">
                  <c:v>39317</c:v>
                </c:pt>
                <c:pt idx="1733">
                  <c:v>39318</c:v>
                </c:pt>
                <c:pt idx="1734">
                  <c:v>39321</c:v>
                </c:pt>
                <c:pt idx="1735">
                  <c:v>39322</c:v>
                </c:pt>
                <c:pt idx="1736">
                  <c:v>39323</c:v>
                </c:pt>
                <c:pt idx="1737">
                  <c:v>39324</c:v>
                </c:pt>
                <c:pt idx="1738">
                  <c:v>39325</c:v>
                </c:pt>
                <c:pt idx="1739">
                  <c:v>39328</c:v>
                </c:pt>
                <c:pt idx="1740">
                  <c:v>39329</c:v>
                </c:pt>
                <c:pt idx="1741">
                  <c:v>39330</c:v>
                </c:pt>
                <c:pt idx="1742">
                  <c:v>39331</c:v>
                </c:pt>
                <c:pt idx="1743">
                  <c:v>39332</c:v>
                </c:pt>
                <c:pt idx="1744">
                  <c:v>39335</c:v>
                </c:pt>
                <c:pt idx="1745">
                  <c:v>39336</c:v>
                </c:pt>
                <c:pt idx="1746">
                  <c:v>39337</c:v>
                </c:pt>
                <c:pt idx="1747">
                  <c:v>39338</c:v>
                </c:pt>
                <c:pt idx="1748">
                  <c:v>39339</c:v>
                </c:pt>
                <c:pt idx="1749">
                  <c:v>39342</c:v>
                </c:pt>
                <c:pt idx="1750">
                  <c:v>39343</c:v>
                </c:pt>
                <c:pt idx="1751">
                  <c:v>39344</c:v>
                </c:pt>
                <c:pt idx="1752">
                  <c:v>39345</c:v>
                </c:pt>
                <c:pt idx="1753">
                  <c:v>39346</c:v>
                </c:pt>
                <c:pt idx="1754">
                  <c:v>39349</c:v>
                </c:pt>
                <c:pt idx="1755">
                  <c:v>39350</c:v>
                </c:pt>
                <c:pt idx="1756">
                  <c:v>39351</c:v>
                </c:pt>
                <c:pt idx="1757">
                  <c:v>39352</c:v>
                </c:pt>
                <c:pt idx="1758">
                  <c:v>39353</c:v>
                </c:pt>
                <c:pt idx="1759">
                  <c:v>39356</c:v>
                </c:pt>
                <c:pt idx="1760">
                  <c:v>39357</c:v>
                </c:pt>
                <c:pt idx="1761">
                  <c:v>39358</c:v>
                </c:pt>
                <c:pt idx="1762">
                  <c:v>39359</c:v>
                </c:pt>
                <c:pt idx="1763">
                  <c:v>39360</c:v>
                </c:pt>
                <c:pt idx="1764">
                  <c:v>39363</c:v>
                </c:pt>
                <c:pt idx="1765">
                  <c:v>39364</c:v>
                </c:pt>
                <c:pt idx="1766">
                  <c:v>39365</c:v>
                </c:pt>
                <c:pt idx="1767">
                  <c:v>39366</c:v>
                </c:pt>
                <c:pt idx="1768">
                  <c:v>39367</c:v>
                </c:pt>
                <c:pt idx="1769">
                  <c:v>39370</c:v>
                </c:pt>
                <c:pt idx="1770">
                  <c:v>39371</c:v>
                </c:pt>
                <c:pt idx="1771">
                  <c:v>39372</c:v>
                </c:pt>
                <c:pt idx="1772">
                  <c:v>39373</c:v>
                </c:pt>
                <c:pt idx="1773">
                  <c:v>39374</c:v>
                </c:pt>
                <c:pt idx="1774">
                  <c:v>39377</c:v>
                </c:pt>
                <c:pt idx="1775">
                  <c:v>39378</c:v>
                </c:pt>
                <c:pt idx="1776">
                  <c:v>39379</c:v>
                </c:pt>
                <c:pt idx="1777">
                  <c:v>39380</c:v>
                </c:pt>
                <c:pt idx="1778">
                  <c:v>39381</c:v>
                </c:pt>
                <c:pt idx="1779">
                  <c:v>39384</c:v>
                </c:pt>
                <c:pt idx="1780">
                  <c:v>39385</c:v>
                </c:pt>
                <c:pt idx="1781">
                  <c:v>39386</c:v>
                </c:pt>
                <c:pt idx="1782">
                  <c:v>39387</c:v>
                </c:pt>
                <c:pt idx="1783">
                  <c:v>39388</c:v>
                </c:pt>
                <c:pt idx="1784">
                  <c:v>39391</c:v>
                </c:pt>
                <c:pt idx="1785">
                  <c:v>39392</c:v>
                </c:pt>
                <c:pt idx="1786">
                  <c:v>39393</c:v>
                </c:pt>
                <c:pt idx="1787">
                  <c:v>39394</c:v>
                </c:pt>
                <c:pt idx="1788">
                  <c:v>39395</c:v>
                </c:pt>
                <c:pt idx="1789">
                  <c:v>39398</c:v>
                </c:pt>
                <c:pt idx="1790">
                  <c:v>39399</c:v>
                </c:pt>
                <c:pt idx="1791">
                  <c:v>39400</c:v>
                </c:pt>
                <c:pt idx="1792">
                  <c:v>39401</c:v>
                </c:pt>
                <c:pt idx="1793">
                  <c:v>39402</c:v>
                </c:pt>
                <c:pt idx="1794">
                  <c:v>39405</c:v>
                </c:pt>
                <c:pt idx="1795">
                  <c:v>39406</c:v>
                </c:pt>
                <c:pt idx="1796">
                  <c:v>39407</c:v>
                </c:pt>
                <c:pt idx="1797">
                  <c:v>39408</c:v>
                </c:pt>
                <c:pt idx="1798">
                  <c:v>39409</c:v>
                </c:pt>
                <c:pt idx="1799">
                  <c:v>39412</c:v>
                </c:pt>
                <c:pt idx="1800">
                  <c:v>39413</c:v>
                </c:pt>
                <c:pt idx="1801">
                  <c:v>39414</c:v>
                </c:pt>
                <c:pt idx="1802">
                  <c:v>39415</c:v>
                </c:pt>
                <c:pt idx="1803">
                  <c:v>39416</c:v>
                </c:pt>
                <c:pt idx="1804">
                  <c:v>39419</c:v>
                </c:pt>
                <c:pt idx="1805">
                  <c:v>39420</c:v>
                </c:pt>
                <c:pt idx="1806">
                  <c:v>39421</c:v>
                </c:pt>
                <c:pt idx="1807">
                  <c:v>39422</c:v>
                </c:pt>
                <c:pt idx="1808">
                  <c:v>39423</c:v>
                </c:pt>
                <c:pt idx="1809">
                  <c:v>39426</c:v>
                </c:pt>
                <c:pt idx="1810">
                  <c:v>39427</c:v>
                </c:pt>
                <c:pt idx="1811">
                  <c:v>39428</c:v>
                </c:pt>
                <c:pt idx="1812">
                  <c:v>39429</c:v>
                </c:pt>
                <c:pt idx="1813">
                  <c:v>39430</c:v>
                </c:pt>
                <c:pt idx="1814">
                  <c:v>39433</c:v>
                </c:pt>
                <c:pt idx="1815">
                  <c:v>39434</c:v>
                </c:pt>
                <c:pt idx="1816">
                  <c:v>39435</c:v>
                </c:pt>
                <c:pt idx="1817">
                  <c:v>39436</c:v>
                </c:pt>
                <c:pt idx="1818">
                  <c:v>39437</c:v>
                </c:pt>
                <c:pt idx="1819">
                  <c:v>39440</c:v>
                </c:pt>
                <c:pt idx="1820">
                  <c:v>39441</c:v>
                </c:pt>
                <c:pt idx="1821">
                  <c:v>39442</c:v>
                </c:pt>
                <c:pt idx="1822">
                  <c:v>39443</c:v>
                </c:pt>
                <c:pt idx="1823">
                  <c:v>39444</c:v>
                </c:pt>
                <c:pt idx="1824">
                  <c:v>39447</c:v>
                </c:pt>
                <c:pt idx="1825">
                  <c:v>39448</c:v>
                </c:pt>
                <c:pt idx="1826">
                  <c:v>39449</c:v>
                </c:pt>
                <c:pt idx="1827">
                  <c:v>39450</c:v>
                </c:pt>
                <c:pt idx="1828">
                  <c:v>39451</c:v>
                </c:pt>
                <c:pt idx="1829">
                  <c:v>39454</c:v>
                </c:pt>
                <c:pt idx="1830">
                  <c:v>39455</c:v>
                </c:pt>
                <c:pt idx="1831">
                  <c:v>39456</c:v>
                </c:pt>
                <c:pt idx="1832">
                  <c:v>39457</c:v>
                </c:pt>
                <c:pt idx="1833">
                  <c:v>39458</c:v>
                </c:pt>
                <c:pt idx="1834">
                  <c:v>39461</c:v>
                </c:pt>
                <c:pt idx="1835">
                  <c:v>39462</c:v>
                </c:pt>
                <c:pt idx="1836">
                  <c:v>39463</c:v>
                </c:pt>
                <c:pt idx="1837">
                  <c:v>39464</c:v>
                </c:pt>
                <c:pt idx="1838">
                  <c:v>39465</c:v>
                </c:pt>
                <c:pt idx="1839">
                  <c:v>39468</c:v>
                </c:pt>
                <c:pt idx="1840">
                  <c:v>39469</c:v>
                </c:pt>
                <c:pt idx="1841">
                  <c:v>39470</c:v>
                </c:pt>
                <c:pt idx="1842">
                  <c:v>39471</c:v>
                </c:pt>
                <c:pt idx="1843">
                  <c:v>39472</c:v>
                </c:pt>
                <c:pt idx="1844">
                  <c:v>39475</c:v>
                </c:pt>
                <c:pt idx="1845">
                  <c:v>39476</c:v>
                </c:pt>
                <c:pt idx="1846">
                  <c:v>39477</c:v>
                </c:pt>
                <c:pt idx="1847">
                  <c:v>39478</c:v>
                </c:pt>
                <c:pt idx="1848">
                  <c:v>39479</c:v>
                </c:pt>
                <c:pt idx="1849">
                  <c:v>39482</c:v>
                </c:pt>
                <c:pt idx="1850">
                  <c:v>39483</c:v>
                </c:pt>
                <c:pt idx="1851">
                  <c:v>39484</c:v>
                </c:pt>
                <c:pt idx="1852">
                  <c:v>39485</c:v>
                </c:pt>
                <c:pt idx="1853">
                  <c:v>39486</c:v>
                </c:pt>
                <c:pt idx="1854">
                  <c:v>39489</c:v>
                </c:pt>
                <c:pt idx="1855">
                  <c:v>39490</c:v>
                </c:pt>
                <c:pt idx="1856">
                  <c:v>39491</c:v>
                </c:pt>
                <c:pt idx="1857">
                  <c:v>39492</c:v>
                </c:pt>
                <c:pt idx="1858">
                  <c:v>39493</c:v>
                </c:pt>
                <c:pt idx="1859">
                  <c:v>39496</c:v>
                </c:pt>
                <c:pt idx="1860">
                  <c:v>39497</c:v>
                </c:pt>
                <c:pt idx="1861">
                  <c:v>39498</c:v>
                </c:pt>
                <c:pt idx="1862">
                  <c:v>39499</c:v>
                </c:pt>
                <c:pt idx="1863">
                  <c:v>39500</c:v>
                </c:pt>
                <c:pt idx="1864">
                  <c:v>39503</c:v>
                </c:pt>
                <c:pt idx="1865">
                  <c:v>39504</c:v>
                </c:pt>
                <c:pt idx="1866">
                  <c:v>39505</c:v>
                </c:pt>
                <c:pt idx="1867">
                  <c:v>39506</c:v>
                </c:pt>
                <c:pt idx="1868">
                  <c:v>39507</c:v>
                </c:pt>
                <c:pt idx="1869">
                  <c:v>39510</c:v>
                </c:pt>
                <c:pt idx="1870">
                  <c:v>39511</c:v>
                </c:pt>
                <c:pt idx="1871">
                  <c:v>39512</c:v>
                </c:pt>
                <c:pt idx="1872">
                  <c:v>39513</c:v>
                </c:pt>
                <c:pt idx="1873">
                  <c:v>39514</c:v>
                </c:pt>
                <c:pt idx="1874">
                  <c:v>39517</c:v>
                </c:pt>
                <c:pt idx="1875">
                  <c:v>39518</c:v>
                </c:pt>
                <c:pt idx="1876">
                  <c:v>39519</c:v>
                </c:pt>
                <c:pt idx="1877">
                  <c:v>39520</c:v>
                </c:pt>
                <c:pt idx="1878">
                  <c:v>39521</c:v>
                </c:pt>
                <c:pt idx="1879">
                  <c:v>39524</c:v>
                </c:pt>
                <c:pt idx="1880">
                  <c:v>39525</c:v>
                </c:pt>
                <c:pt idx="1881">
                  <c:v>39526</c:v>
                </c:pt>
                <c:pt idx="1882">
                  <c:v>39527</c:v>
                </c:pt>
                <c:pt idx="1883">
                  <c:v>39528</c:v>
                </c:pt>
                <c:pt idx="1884">
                  <c:v>39531</c:v>
                </c:pt>
                <c:pt idx="1885">
                  <c:v>39532</c:v>
                </c:pt>
                <c:pt idx="1886">
                  <c:v>39533</c:v>
                </c:pt>
                <c:pt idx="1887">
                  <c:v>39534</c:v>
                </c:pt>
                <c:pt idx="1888">
                  <c:v>39535</c:v>
                </c:pt>
                <c:pt idx="1889">
                  <c:v>39538</c:v>
                </c:pt>
                <c:pt idx="1890">
                  <c:v>39539</c:v>
                </c:pt>
                <c:pt idx="1891">
                  <c:v>39540</c:v>
                </c:pt>
                <c:pt idx="1892">
                  <c:v>39541</c:v>
                </c:pt>
                <c:pt idx="1893">
                  <c:v>39542</c:v>
                </c:pt>
                <c:pt idx="1894">
                  <c:v>39545</c:v>
                </c:pt>
                <c:pt idx="1895">
                  <c:v>39546</c:v>
                </c:pt>
                <c:pt idx="1896">
                  <c:v>39547</c:v>
                </c:pt>
                <c:pt idx="1897">
                  <c:v>39548</c:v>
                </c:pt>
                <c:pt idx="1898">
                  <c:v>39549</c:v>
                </c:pt>
                <c:pt idx="1899">
                  <c:v>39552</c:v>
                </c:pt>
                <c:pt idx="1900">
                  <c:v>39553</c:v>
                </c:pt>
                <c:pt idx="1901">
                  <c:v>39554</c:v>
                </c:pt>
                <c:pt idx="1902">
                  <c:v>39555</c:v>
                </c:pt>
                <c:pt idx="1903">
                  <c:v>39556</c:v>
                </c:pt>
                <c:pt idx="1904">
                  <c:v>39559</c:v>
                </c:pt>
                <c:pt idx="1905">
                  <c:v>39560</c:v>
                </c:pt>
                <c:pt idx="1906">
                  <c:v>39561</c:v>
                </c:pt>
                <c:pt idx="1907">
                  <c:v>39562</c:v>
                </c:pt>
                <c:pt idx="1908">
                  <c:v>39563</c:v>
                </c:pt>
                <c:pt idx="1909">
                  <c:v>39566</c:v>
                </c:pt>
                <c:pt idx="1910">
                  <c:v>39567</c:v>
                </c:pt>
                <c:pt idx="1911">
                  <c:v>39568</c:v>
                </c:pt>
                <c:pt idx="1912">
                  <c:v>39569</c:v>
                </c:pt>
                <c:pt idx="1913">
                  <c:v>39570</c:v>
                </c:pt>
                <c:pt idx="1914">
                  <c:v>39573</c:v>
                </c:pt>
                <c:pt idx="1915">
                  <c:v>39574</c:v>
                </c:pt>
                <c:pt idx="1916">
                  <c:v>39575</c:v>
                </c:pt>
                <c:pt idx="1917">
                  <c:v>39576</c:v>
                </c:pt>
                <c:pt idx="1918">
                  <c:v>39577</c:v>
                </c:pt>
                <c:pt idx="1919">
                  <c:v>39580</c:v>
                </c:pt>
                <c:pt idx="1920">
                  <c:v>39581</c:v>
                </c:pt>
                <c:pt idx="1921">
                  <c:v>39582</c:v>
                </c:pt>
                <c:pt idx="1922">
                  <c:v>39583</c:v>
                </c:pt>
                <c:pt idx="1923">
                  <c:v>39584</c:v>
                </c:pt>
                <c:pt idx="1924">
                  <c:v>39587</c:v>
                </c:pt>
                <c:pt idx="1925">
                  <c:v>39588</c:v>
                </c:pt>
                <c:pt idx="1926">
                  <c:v>39589</c:v>
                </c:pt>
                <c:pt idx="1927">
                  <c:v>39590</c:v>
                </c:pt>
                <c:pt idx="1928">
                  <c:v>39591</c:v>
                </c:pt>
                <c:pt idx="1929">
                  <c:v>39594</c:v>
                </c:pt>
                <c:pt idx="1930">
                  <c:v>39595</c:v>
                </c:pt>
                <c:pt idx="1931">
                  <c:v>39596</c:v>
                </c:pt>
                <c:pt idx="1932">
                  <c:v>39597</c:v>
                </c:pt>
                <c:pt idx="1933">
                  <c:v>39598</c:v>
                </c:pt>
                <c:pt idx="1934">
                  <c:v>39601</c:v>
                </c:pt>
                <c:pt idx="1935">
                  <c:v>39602</c:v>
                </c:pt>
                <c:pt idx="1936">
                  <c:v>39603</c:v>
                </c:pt>
                <c:pt idx="1937">
                  <c:v>39604</c:v>
                </c:pt>
                <c:pt idx="1938">
                  <c:v>39605</c:v>
                </c:pt>
                <c:pt idx="1939">
                  <c:v>39608</c:v>
                </c:pt>
                <c:pt idx="1940">
                  <c:v>39609</c:v>
                </c:pt>
                <c:pt idx="1941">
                  <c:v>39610</c:v>
                </c:pt>
                <c:pt idx="1942">
                  <c:v>39611</c:v>
                </c:pt>
                <c:pt idx="1943">
                  <c:v>39612</c:v>
                </c:pt>
                <c:pt idx="1944">
                  <c:v>39615</c:v>
                </c:pt>
                <c:pt idx="1945">
                  <c:v>39616</c:v>
                </c:pt>
                <c:pt idx="1946">
                  <c:v>39617</c:v>
                </c:pt>
                <c:pt idx="1947">
                  <c:v>39618</c:v>
                </c:pt>
                <c:pt idx="1948">
                  <c:v>39619</c:v>
                </c:pt>
                <c:pt idx="1949">
                  <c:v>39622</c:v>
                </c:pt>
                <c:pt idx="1950">
                  <c:v>39623</c:v>
                </c:pt>
                <c:pt idx="1951">
                  <c:v>39624</c:v>
                </c:pt>
                <c:pt idx="1952">
                  <c:v>39625</c:v>
                </c:pt>
                <c:pt idx="1953">
                  <c:v>39626</c:v>
                </c:pt>
                <c:pt idx="1954">
                  <c:v>39629</c:v>
                </c:pt>
                <c:pt idx="1955">
                  <c:v>39630</c:v>
                </c:pt>
                <c:pt idx="1956">
                  <c:v>39631</c:v>
                </c:pt>
                <c:pt idx="1957">
                  <c:v>39632</c:v>
                </c:pt>
                <c:pt idx="1958">
                  <c:v>39633</c:v>
                </c:pt>
                <c:pt idx="1959">
                  <c:v>39636</c:v>
                </c:pt>
                <c:pt idx="1960">
                  <c:v>39637</c:v>
                </c:pt>
                <c:pt idx="1961">
                  <c:v>39638</c:v>
                </c:pt>
                <c:pt idx="1962">
                  <c:v>39639</c:v>
                </c:pt>
                <c:pt idx="1963">
                  <c:v>39640</c:v>
                </c:pt>
                <c:pt idx="1964">
                  <c:v>39643</c:v>
                </c:pt>
                <c:pt idx="1965">
                  <c:v>39644</c:v>
                </c:pt>
                <c:pt idx="1966">
                  <c:v>39645</c:v>
                </c:pt>
                <c:pt idx="1967">
                  <c:v>39646</c:v>
                </c:pt>
                <c:pt idx="1968">
                  <c:v>39647</c:v>
                </c:pt>
                <c:pt idx="1969">
                  <c:v>39650</c:v>
                </c:pt>
                <c:pt idx="1970">
                  <c:v>39651</c:v>
                </c:pt>
                <c:pt idx="1971">
                  <c:v>39652</c:v>
                </c:pt>
                <c:pt idx="1972">
                  <c:v>39653</c:v>
                </c:pt>
                <c:pt idx="1973">
                  <c:v>39654</c:v>
                </c:pt>
                <c:pt idx="1974">
                  <c:v>39657</c:v>
                </c:pt>
                <c:pt idx="1975">
                  <c:v>39658</c:v>
                </c:pt>
                <c:pt idx="1976">
                  <c:v>39659</c:v>
                </c:pt>
                <c:pt idx="1977">
                  <c:v>39660</c:v>
                </c:pt>
                <c:pt idx="1978">
                  <c:v>39661</c:v>
                </c:pt>
                <c:pt idx="1979">
                  <c:v>39664</c:v>
                </c:pt>
                <c:pt idx="1980">
                  <c:v>39665</c:v>
                </c:pt>
                <c:pt idx="1981">
                  <c:v>39666</c:v>
                </c:pt>
                <c:pt idx="1982">
                  <c:v>39667</c:v>
                </c:pt>
                <c:pt idx="1983">
                  <c:v>39668</c:v>
                </c:pt>
                <c:pt idx="1984">
                  <c:v>39671</c:v>
                </c:pt>
                <c:pt idx="1985">
                  <c:v>39672</c:v>
                </c:pt>
                <c:pt idx="1986">
                  <c:v>39673</c:v>
                </c:pt>
                <c:pt idx="1987">
                  <c:v>39674</c:v>
                </c:pt>
                <c:pt idx="1988">
                  <c:v>39675</c:v>
                </c:pt>
                <c:pt idx="1989">
                  <c:v>39678</c:v>
                </c:pt>
                <c:pt idx="1990">
                  <c:v>39679</c:v>
                </c:pt>
                <c:pt idx="1991">
                  <c:v>39680</c:v>
                </c:pt>
                <c:pt idx="1992">
                  <c:v>39681</c:v>
                </c:pt>
                <c:pt idx="1993">
                  <c:v>39682</c:v>
                </c:pt>
                <c:pt idx="1994">
                  <c:v>39685</c:v>
                </c:pt>
                <c:pt idx="1995">
                  <c:v>39686</c:v>
                </c:pt>
                <c:pt idx="1996">
                  <c:v>39687</c:v>
                </c:pt>
                <c:pt idx="1997">
                  <c:v>39688</c:v>
                </c:pt>
                <c:pt idx="1998">
                  <c:v>39689</c:v>
                </c:pt>
                <c:pt idx="1999">
                  <c:v>39692</c:v>
                </c:pt>
                <c:pt idx="2000">
                  <c:v>39693</c:v>
                </c:pt>
                <c:pt idx="2001">
                  <c:v>39694</c:v>
                </c:pt>
                <c:pt idx="2002">
                  <c:v>39695</c:v>
                </c:pt>
                <c:pt idx="2003">
                  <c:v>39696</c:v>
                </c:pt>
                <c:pt idx="2004">
                  <c:v>39699</c:v>
                </c:pt>
                <c:pt idx="2005">
                  <c:v>39700</c:v>
                </c:pt>
                <c:pt idx="2006">
                  <c:v>39701</c:v>
                </c:pt>
                <c:pt idx="2007">
                  <c:v>39702</c:v>
                </c:pt>
                <c:pt idx="2008">
                  <c:v>39703</c:v>
                </c:pt>
                <c:pt idx="2009">
                  <c:v>39706</c:v>
                </c:pt>
                <c:pt idx="2010">
                  <c:v>39707</c:v>
                </c:pt>
                <c:pt idx="2011">
                  <c:v>39708</c:v>
                </c:pt>
                <c:pt idx="2012">
                  <c:v>39709</c:v>
                </c:pt>
                <c:pt idx="2013">
                  <c:v>39710</c:v>
                </c:pt>
                <c:pt idx="2014">
                  <c:v>39713</c:v>
                </c:pt>
                <c:pt idx="2015">
                  <c:v>39714</c:v>
                </c:pt>
                <c:pt idx="2016">
                  <c:v>39715</c:v>
                </c:pt>
                <c:pt idx="2017">
                  <c:v>39716</c:v>
                </c:pt>
                <c:pt idx="2018">
                  <c:v>39717</c:v>
                </c:pt>
                <c:pt idx="2019">
                  <c:v>39720</c:v>
                </c:pt>
                <c:pt idx="2020">
                  <c:v>39721</c:v>
                </c:pt>
                <c:pt idx="2021">
                  <c:v>39722</c:v>
                </c:pt>
                <c:pt idx="2022">
                  <c:v>39723</c:v>
                </c:pt>
                <c:pt idx="2023">
                  <c:v>39724</c:v>
                </c:pt>
                <c:pt idx="2024">
                  <c:v>39727</c:v>
                </c:pt>
                <c:pt idx="2025">
                  <c:v>39728</c:v>
                </c:pt>
                <c:pt idx="2026">
                  <c:v>39729</c:v>
                </c:pt>
                <c:pt idx="2027">
                  <c:v>39730</c:v>
                </c:pt>
                <c:pt idx="2028">
                  <c:v>39731</c:v>
                </c:pt>
                <c:pt idx="2029">
                  <c:v>39734</c:v>
                </c:pt>
                <c:pt idx="2030">
                  <c:v>39735</c:v>
                </c:pt>
                <c:pt idx="2031">
                  <c:v>39736</c:v>
                </c:pt>
                <c:pt idx="2032">
                  <c:v>39737</c:v>
                </c:pt>
                <c:pt idx="2033">
                  <c:v>39738</c:v>
                </c:pt>
                <c:pt idx="2034">
                  <c:v>39741</c:v>
                </c:pt>
                <c:pt idx="2035">
                  <c:v>39742</c:v>
                </c:pt>
                <c:pt idx="2036">
                  <c:v>39743</c:v>
                </c:pt>
                <c:pt idx="2037">
                  <c:v>39744</c:v>
                </c:pt>
                <c:pt idx="2038">
                  <c:v>39745</c:v>
                </c:pt>
                <c:pt idx="2039">
                  <c:v>39748</c:v>
                </c:pt>
                <c:pt idx="2040">
                  <c:v>39749</c:v>
                </c:pt>
                <c:pt idx="2041">
                  <c:v>39750</c:v>
                </c:pt>
                <c:pt idx="2042">
                  <c:v>39751</c:v>
                </c:pt>
                <c:pt idx="2043">
                  <c:v>39752</c:v>
                </c:pt>
                <c:pt idx="2044">
                  <c:v>39755</c:v>
                </c:pt>
                <c:pt idx="2045">
                  <c:v>39756</c:v>
                </c:pt>
                <c:pt idx="2046">
                  <c:v>39757</c:v>
                </c:pt>
                <c:pt idx="2047">
                  <c:v>39758</c:v>
                </c:pt>
                <c:pt idx="2048">
                  <c:v>39759</c:v>
                </c:pt>
                <c:pt idx="2049">
                  <c:v>39762</c:v>
                </c:pt>
                <c:pt idx="2050">
                  <c:v>39763</c:v>
                </c:pt>
                <c:pt idx="2051">
                  <c:v>39764</c:v>
                </c:pt>
                <c:pt idx="2052">
                  <c:v>39765</c:v>
                </c:pt>
                <c:pt idx="2053">
                  <c:v>39766</c:v>
                </c:pt>
                <c:pt idx="2054">
                  <c:v>39769</c:v>
                </c:pt>
                <c:pt idx="2055">
                  <c:v>39770</c:v>
                </c:pt>
                <c:pt idx="2056">
                  <c:v>39771</c:v>
                </c:pt>
                <c:pt idx="2057">
                  <c:v>39772</c:v>
                </c:pt>
                <c:pt idx="2058">
                  <c:v>39773</c:v>
                </c:pt>
                <c:pt idx="2059">
                  <c:v>39776</c:v>
                </c:pt>
                <c:pt idx="2060">
                  <c:v>39777</c:v>
                </c:pt>
                <c:pt idx="2061">
                  <c:v>39778</c:v>
                </c:pt>
                <c:pt idx="2062">
                  <c:v>39779</c:v>
                </c:pt>
                <c:pt idx="2063">
                  <c:v>39780</c:v>
                </c:pt>
                <c:pt idx="2064">
                  <c:v>39783</c:v>
                </c:pt>
                <c:pt idx="2065">
                  <c:v>39784</c:v>
                </c:pt>
                <c:pt idx="2066">
                  <c:v>39785</c:v>
                </c:pt>
                <c:pt idx="2067">
                  <c:v>39786</c:v>
                </c:pt>
                <c:pt idx="2068">
                  <c:v>39787</c:v>
                </c:pt>
                <c:pt idx="2069">
                  <c:v>39790</c:v>
                </c:pt>
                <c:pt idx="2070">
                  <c:v>39791</c:v>
                </c:pt>
                <c:pt idx="2071">
                  <c:v>39792</c:v>
                </c:pt>
                <c:pt idx="2072">
                  <c:v>39793</c:v>
                </c:pt>
                <c:pt idx="2073">
                  <c:v>39794</c:v>
                </c:pt>
                <c:pt idx="2074">
                  <c:v>39797</c:v>
                </c:pt>
                <c:pt idx="2075">
                  <c:v>39798</c:v>
                </c:pt>
                <c:pt idx="2076">
                  <c:v>39799</c:v>
                </c:pt>
                <c:pt idx="2077">
                  <c:v>39800</c:v>
                </c:pt>
                <c:pt idx="2078">
                  <c:v>39801</c:v>
                </c:pt>
                <c:pt idx="2079">
                  <c:v>39804</c:v>
                </c:pt>
                <c:pt idx="2080">
                  <c:v>39805</c:v>
                </c:pt>
                <c:pt idx="2081">
                  <c:v>39806</c:v>
                </c:pt>
                <c:pt idx="2082">
                  <c:v>39807</c:v>
                </c:pt>
                <c:pt idx="2083">
                  <c:v>39808</c:v>
                </c:pt>
                <c:pt idx="2084">
                  <c:v>39811</c:v>
                </c:pt>
                <c:pt idx="2085">
                  <c:v>39812</c:v>
                </c:pt>
                <c:pt idx="2086">
                  <c:v>39813</c:v>
                </c:pt>
                <c:pt idx="2087">
                  <c:v>39814</c:v>
                </c:pt>
                <c:pt idx="2088">
                  <c:v>39815</c:v>
                </c:pt>
                <c:pt idx="2089">
                  <c:v>39818</c:v>
                </c:pt>
                <c:pt idx="2090">
                  <c:v>39819</c:v>
                </c:pt>
                <c:pt idx="2091">
                  <c:v>39820</c:v>
                </c:pt>
                <c:pt idx="2092">
                  <c:v>39821</c:v>
                </c:pt>
                <c:pt idx="2093">
                  <c:v>39822</c:v>
                </c:pt>
                <c:pt idx="2094">
                  <c:v>39825</c:v>
                </c:pt>
                <c:pt idx="2095">
                  <c:v>39826</c:v>
                </c:pt>
                <c:pt idx="2096">
                  <c:v>39827</c:v>
                </c:pt>
                <c:pt idx="2097">
                  <c:v>39828</c:v>
                </c:pt>
                <c:pt idx="2098">
                  <c:v>39829</c:v>
                </c:pt>
                <c:pt idx="2099">
                  <c:v>39832</c:v>
                </c:pt>
                <c:pt idx="2100">
                  <c:v>39833</c:v>
                </c:pt>
                <c:pt idx="2101">
                  <c:v>39834</c:v>
                </c:pt>
                <c:pt idx="2102">
                  <c:v>39835</c:v>
                </c:pt>
                <c:pt idx="2103">
                  <c:v>39836</c:v>
                </c:pt>
                <c:pt idx="2104">
                  <c:v>39839</c:v>
                </c:pt>
                <c:pt idx="2105">
                  <c:v>39840</c:v>
                </c:pt>
                <c:pt idx="2106">
                  <c:v>39841</c:v>
                </c:pt>
                <c:pt idx="2107">
                  <c:v>39842</c:v>
                </c:pt>
                <c:pt idx="2108">
                  <c:v>39843</c:v>
                </c:pt>
                <c:pt idx="2109">
                  <c:v>39846</c:v>
                </c:pt>
                <c:pt idx="2110">
                  <c:v>39847</c:v>
                </c:pt>
                <c:pt idx="2111">
                  <c:v>39848</c:v>
                </c:pt>
                <c:pt idx="2112">
                  <c:v>39849</c:v>
                </c:pt>
                <c:pt idx="2113">
                  <c:v>39850</c:v>
                </c:pt>
                <c:pt idx="2114">
                  <c:v>39853</c:v>
                </c:pt>
                <c:pt idx="2115">
                  <c:v>39854</c:v>
                </c:pt>
                <c:pt idx="2116">
                  <c:v>39855</c:v>
                </c:pt>
                <c:pt idx="2117">
                  <c:v>39856</c:v>
                </c:pt>
                <c:pt idx="2118">
                  <c:v>39857</c:v>
                </c:pt>
                <c:pt idx="2119">
                  <c:v>39860</c:v>
                </c:pt>
                <c:pt idx="2120">
                  <c:v>39861</c:v>
                </c:pt>
                <c:pt idx="2121">
                  <c:v>39862</c:v>
                </c:pt>
                <c:pt idx="2122">
                  <c:v>39863</c:v>
                </c:pt>
                <c:pt idx="2123">
                  <c:v>39864</c:v>
                </c:pt>
                <c:pt idx="2124">
                  <c:v>39867</c:v>
                </c:pt>
                <c:pt idx="2125">
                  <c:v>39868</c:v>
                </c:pt>
                <c:pt idx="2126">
                  <c:v>39869</c:v>
                </c:pt>
                <c:pt idx="2127">
                  <c:v>39870</c:v>
                </c:pt>
                <c:pt idx="2128">
                  <c:v>39871</c:v>
                </c:pt>
                <c:pt idx="2129">
                  <c:v>39874</c:v>
                </c:pt>
                <c:pt idx="2130">
                  <c:v>39875</c:v>
                </c:pt>
                <c:pt idx="2131">
                  <c:v>39876</c:v>
                </c:pt>
                <c:pt idx="2132">
                  <c:v>39877</c:v>
                </c:pt>
                <c:pt idx="2133">
                  <c:v>39878</c:v>
                </c:pt>
                <c:pt idx="2134">
                  <c:v>39881</c:v>
                </c:pt>
                <c:pt idx="2135">
                  <c:v>39882</c:v>
                </c:pt>
                <c:pt idx="2136">
                  <c:v>39883</c:v>
                </c:pt>
                <c:pt idx="2137">
                  <c:v>39884</c:v>
                </c:pt>
                <c:pt idx="2138">
                  <c:v>39885</c:v>
                </c:pt>
                <c:pt idx="2139">
                  <c:v>39888</c:v>
                </c:pt>
                <c:pt idx="2140">
                  <c:v>39889</c:v>
                </c:pt>
                <c:pt idx="2141">
                  <c:v>39890</c:v>
                </c:pt>
                <c:pt idx="2142">
                  <c:v>39891</c:v>
                </c:pt>
                <c:pt idx="2143">
                  <c:v>39892</c:v>
                </c:pt>
                <c:pt idx="2144">
                  <c:v>39895</c:v>
                </c:pt>
                <c:pt idx="2145">
                  <c:v>39896</c:v>
                </c:pt>
                <c:pt idx="2146">
                  <c:v>39897</c:v>
                </c:pt>
                <c:pt idx="2147">
                  <c:v>39898</c:v>
                </c:pt>
                <c:pt idx="2148">
                  <c:v>39899</c:v>
                </c:pt>
                <c:pt idx="2149">
                  <c:v>39902</c:v>
                </c:pt>
                <c:pt idx="2150">
                  <c:v>39903</c:v>
                </c:pt>
                <c:pt idx="2151">
                  <c:v>39904</c:v>
                </c:pt>
                <c:pt idx="2152">
                  <c:v>39905</c:v>
                </c:pt>
                <c:pt idx="2153">
                  <c:v>39906</c:v>
                </c:pt>
                <c:pt idx="2154">
                  <c:v>39909</c:v>
                </c:pt>
                <c:pt idx="2155">
                  <c:v>39910</c:v>
                </c:pt>
                <c:pt idx="2156">
                  <c:v>39911</c:v>
                </c:pt>
                <c:pt idx="2157">
                  <c:v>39912</c:v>
                </c:pt>
                <c:pt idx="2158">
                  <c:v>39913</c:v>
                </c:pt>
                <c:pt idx="2159">
                  <c:v>39916</c:v>
                </c:pt>
                <c:pt idx="2160">
                  <c:v>39917</c:v>
                </c:pt>
                <c:pt idx="2161">
                  <c:v>39918</c:v>
                </c:pt>
                <c:pt idx="2162">
                  <c:v>39919</c:v>
                </c:pt>
                <c:pt idx="2163">
                  <c:v>39920</c:v>
                </c:pt>
                <c:pt idx="2164">
                  <c:v>39923</c:v>
                </c:pt>
                <c:pt idx="2165">
                  <c:v>39924</c:v>
                </c:pt>
                <c:pt idx="2166">
                  <c:v>39925</c:v>
                </c:pt>
                <c:pt idx="2167">
                  <c:v>39926</c:v>
                </c:pt>
                <c:pt idx="2168">
                  <c:v>39927</c:v>
                </c:pt>
                <c:pt idx="2169">
                  <c:v>39930</c:v>
                </c:pt>
                <c:pt idx="2170">
                  <c:v>39931</c:v>
                </c:pt>
                <c:pt idx="2171">
                  <c:v>39932</c:v>
                </c:pt>
                <c:pt idx="2172">
                  <c:v>39933</c:v>
                </c:pt>
                <c:pt idx="2173">
                  <c:v>39934</c:v>
                </c:pt>
                <c:pt idx="2174">
                  <c:v>39937</c:v>
                </c:pt>
                <c:pt idx="2175">
                  <c:v>39938</c:v>
                </c:pt>
                <c:pt idx="2176">
                  <c:v>39939</c:v>
                </c:pt>
                <c:pt idx="2177">
                  <c:v>39940</c:v>
                </c:pt>
                <c:pt idx="2178">
                  <c:v>39941</c:v>
                </c:pt>
                <c:pt idx="2179">
                  <c:v>39944</c:v>
                </c:pt>
                <c:pt idx="2180">
                  <c:v>39945</c:v>
                </c:pt>
                <c:pt idx="2181">
                  <c:v>39946</c:v>
                </c:pt>
                <c:pt idx="2182">
                  <c:v>39947</c:v>
                </c:pt>
                <c:pt idx="2183">
                  <c:v>39948</c:v>
                </c:pt>
                <c:pt idx="2184">
                  <c:v>39951</c:v>
                </c:pt>
                <c:pt idx="2185">
                  <c:v>39952</c:v>
                </c:pt>
                <c:pt idx="2186">
                  <c:v>39953</c:v>
                </c:pt>
                <c:pt idx="2187">
                  <c:v>39954</c:v>
                </c:pt>
                <c:pt idx="2188">
                  <c:v>39955</c:v>
                </c:pt>
                <c:pt idx="2189">
                  <c:v>39958</c:v>
                </c:pt>
                <c:pt idx="2190">
                  <c:v>39959</c:v>
                </c:pt>
                <c:pt idx="2191">
                  <c:v>39960</c:v>
                </c:pt>
                <c:pt idx="2192">
                  <c:v>39961</c:v>
                </c:pt>
                <c:pt idx="2193">
                  <c:v>39962</c:v>
                </c:pt>
                <c:pt idx="2194">
                  <c:v>39965</c:v>
                </c:pt>
                <c:pt idx="2195">
                  <c:v>39966</c:v>
                </c:pt>
                <c:pt idx="2196">
                  <c:v>39967</c:v>
                </c:pt>
                <c:pt idx="2197">
                  <c:v>39968</c:v>
                </c:pt>
                <c:pt idx="2198">
                  <c:v>39969</c:v>
                </c:pt>
                <c:pt idx="2199">
                  <c:v>39972</c:v>
                </c:pt>
                <c:pt idx="2200">
                  <c:v>39973</c:v>
                </c:pt>
                <c:pt idx="2201">
                  <c:v>39974</c:v>
                </c:pt>
                <c:pt idx="2202">
                  <c:v>39975</c:v>
                </c:pt>
                <c:pt idx="2203">
                  <c:v>39976</c:v>
                </c:pt>
                <c:pt idx="2204">
                  <c:v>39979</c:v>
                </c:pt>
                <c:pt idx="2205">
                  <c:v>39980</c:v>
                </c:pt>
                <c:pt idx="2206">
                  <c:v>39981</c:v>
                </c:pt>
                <c:pt idx="2207">
                  <c:v>39982</c:v>
                </c:pt>
                <c:pt idx="2208">
                  <c:v>39983</c:v>
                </c:pt>
                <c:pt idx="2209">
                  <c:v>39986</c:v>
                </c:pt>
                <c:pt idx="2210">
                  <c:v>39987</c:v>
                </c:pt>
                <c:pt idx="2211">
                  <c:v>39988</c:v>
                </c:pt>
                <c:pt idx="2212">
                  <c:v>39989</c:v>
                </c:pt>
                <c:pt idx="2213">
                  <c:v>39990</c:v>
                </c:pt>
                <c:pt idx="2214">
                  <c:v>39993</c:v>
                </c:pt>
                <c:pt idx="2215">
                  <c:v>39994</c:v>
                </c:pt>
                <c:pt idx="2216">
                  <c:v>39995</c:v>
                </c:pt>
                <c:pt idx="2217">
                  <c:v>39996</c:v>
                </c:pt>
                <c:pt idx="2218">
                  <c:v>39997</c:v>
                </c:pt>
                <c:pt idx="2219">
                  <c:v>40000</c:v>
                </c:pt>
                <c:pt idx="2220">
                  <c:v>40001</c:v>
                </c:pt>
                <c:pt idx="2221">
                  <c:v>40002</c:v>
                </c:pt>
                <c:pt idx="2222">
                  <c:v>40003</c:v>
                </c:pt>
                <c:pt idx="2223">
                  <c:v>40004</c:v>
                </c:pt>
                <c:pt idx="2224">
                  <c:v>40007</c:v>
                </c:pt>
                <c:pt idx="2225">
                  <c:v>40008</c:v>
                </c:pt>
                <c:pt idx="2226">
                  <c:v>40009</c:v>
                </c:pt>
                <c:pt idx="2227">
                  <c:v>40010</c:v>
                </c:pt>
                <c:pt idx="2228">
                  <c:v>40011</c:v>
                </c:pt>
                <c:pt idx="2229">
                  <c:v>40014</c:v>
                </c:pt>
                <c:pt idx="2230">
                  <c:v>40015</c:v>
                </c:pt>
                <c:pt idx="2231">
                  <c:v>40016</c:v>
                </c:pt>
                <c:pt idx="2232">
                  <c:v>40017</c:v>
                </c:pt>
                <c:pt idx="2233">
                  <c:v>40018</c:v>
                </c:pt>
                <c:pt idx="2234">
                  <c:v>40021</c:v>
                </c:pt>
                <c:pt idx="2235">
                  <c:v>40022</c:v>
                </c:pt>
                <c:pt idx="2236">
                  <c:v>40023</c:v>
                </c:pt>
                <c:pt idx="2237">
                  <c:v>40024</c:v>
                </c:pt>
                <c:pt idx="2238">
                  <c:v>40025</c:v>
                </c:pt>
                <c:pt idx="2239">
                  <c:v>40028</c:v>
                </c:pt>
                <c:pt idx="2240">
                  <c:v>40029</c:v>
                </c:pt>
                <c:pt idx="2241">
                  <c:v>40030</c:v>
                </c:pt>
                <c:pt idx="2242">
                  <c:v>40031</c:v>
                </c:pt>
                <c:pt idx="2243">
                  <c:v>40032</c:v>
                </c:pt>
                <c:pt idx="2244">
                  <c:v>40035</c:v>
                </c:pt>
                <c:pt idx="2245">
                  <c:v>40036</c:v>
                </c:pt>
                <c:pt idx="2246">
                  <c:v>40037</c:v>
                </c:pt>
                <c:pt idx="2247">
                  <c:v>40038</c:v>
                </c:pt>
                <c:pt idx="2248">
                  <c:v>40039</c:v>
                </c:pt>
                <c:pt idx="2249">
                  <c:v>40042</c:v>
                </c:pt>
                <c:pt idx="2250">
                  <c:v>40043</c:v>
                </c:pt>
                <c:pt idx="2251">
                  <c:v>40044</c:v>
                </c:pt>
                <c:pt idx="2252">
                  <c:v>40045</c:v>
                </c:pt>
                <c:pt idx="2253">
                  <c:v>40046</c:v>
                </c:pt>
                <c:pt idx="2254">
                  <c:v>40049</c:v>
                </c:pt>
                <c:pt idx="2255">
                  <c:v>40050</c:v>
                </c:pt>
                <c:pt idx="2256">
                  <c:v>40051</c:v>
                </c:pt>
                <c:pt idx="2257">
                  <c:v>40052</c:v>
                </c:pt>
                <c:pt idx="2258">
                  <c:v>40053</c:v>
                </c:pt>
                <c:pt idx="2259">
                  <c:v>40056</c:v>
                </c:pt>
                <c:pt idx="2260">
                  <c:v>40057</c:v>
                </c:pt>
                <c:pt idx="2261">
                  <c:v>40058</c:v>
                </c:pt>
                <c:pt idx="2262">
                  <c:v>40059</c:v>
                </c:pt>
                <c:pt idx="2263">
                  <c:v>40060</c:v>
                </c:pt>
                <c:pt idx="2264">
                  <c:v>40063</c:v>
                </c:pt>
                <c:pt idx="2265">
                  <c:v>40064</c:v>
                </c:pt>
                <c:pt idx="2266">
                  <c:v>40065</c:v>
                </c:pt>
                <c:pt idx="2267">
                  <c:v>40066</c:v>
                </c:pt>
                <c:pt idx="2268">
                  <c:v>40067</c:v>
                </c:pt>
                <c:pt idx="2269">
                  <c:v>40070</c:v>
                </c:pt>
                <c:pt idx="2270">
                  <c:v>40071</c:v>
                </c:pt>
                <c:pt idx="2271">
                  <c:v>40072</c:v>
                </c:pt>
                <c:pt idx="2272">
                  <c:v>40073</c:v>
                </c:pt>
                <c:pt idx="2273">
                  <c:v>40074</c:v>
                </c:pt>
                <c:pt idx="2274">
                  <c:v>40077</c:v>
                </c:pt>
                <c:pt idx="2275">
                  <c:v>40078</c:v>
                </c:pt>
                <c:pt idx="2276">
                  <c:v>40079</c:v>
                </c:pt>
                <c:pt idx="2277">
                  <c:v>40080</c:v>
                </c:pt>
                <c:pt idx="2278">
                  <c:v>40081</c:v>
                </c:pt>
                <c:pt idx="2279">
                  <c:v>40084</c:v>
                </c:pt>
                <c:pt idx="2280">
                  <c:v>40085</c:v>
                </c:pt>
                <c:pt idx="2281">
                  <c:v>40086</c:v>
                </c:pt>
                <c:pt idx="2282">
                  <c:v>40087</c:v>
                </c:pt>
                <c:pt idx="2283">
                  <c:v>40088</c:v>
                </c:pt>
                <c:pt idx="2284">
                  <c:v>40091</c:v>
                </c:pt>
                <c:pt idx="2285">
                  <c:v>40092</c:v>
                </c:pt>
                <c:pt idx="2286">
                  <c:v>40093</c:v>
                </c:pt>
                <c:pt idx="2287">
                  <c:v>40094</c:v>
                </c:pt>
                <c:pt idx="2288">
                  <c:v>40095</c:v>
                </c:pt>
                <c:pt idx="2289">
                  <c:v>40098</c:v>
                </c:pt>
                <c:pt idx="2290">
                  <c:v>40099</c:v>
                </c:pt>
                <c:pt idx="2291">
                  <c:v>40100</c:v>
                </c:pt>
                <c:pt idx="2292">
                  <c:v>40101</c:v>
                </c:pt>
                <c:pt idx="2293">
                  <c:v>40102</c:v>
                </c:pt>
                <c:pt idx="2294">
                  <c:v>40105</c:v>
                </c:pt>
                <c:pt idx="2295">
                  <c:v>40106</c:v>
                </c:pt>
                <c:pt idx="2296">
                  <c:v>40107</c:v>
                </c:pt>
                <c:pt idx="2297">
                  <c:v>40108</c:v>
                </c:pt>
                <c:pt idx="2298">
                  <c:v>40109</c:v>
                </c:pt>
                <c:pt idx="2299">
                  <c:v>40112</c:v>
                </c:pt>
                <c:pt idx="2300">
                  <c:v>40113</c:v>
                </c:pt>
                <c:pt idx="2301">
                  <c:v>40114</c:v>
                </c:pt>
                <c:pt idx="2302">
                  <c:v>40115</c:v>
                </c:pt>
                <c:pt idx="2303">
                  <c:v>40116</c:v>
                </c:pt>
                <c:pt idx="2304">
                  <c:v>40119</c:v>
                </c:pt>
                <c:pt idx="2305">
                  <c:v>40120</c:v>
                </c:pt>
                <c:pt idx="2306">
                  <c:v>40121</c:v>
                </c:pt>
                <c:pt idx="2307">
                  <c:v>40122</c:v>
                </c:pt>
                <c:pt idx="2308">
                  <c:v>40123</c:v>
                </c:pt>
                <c:pt idx="2309">
                  <c:v>40126</c:v>
                </c:pt>
                <c:pt idx="2310">
                  <c:v>40127</c:v>
                </c:pt>
                <c:pt idx="2311">
                  <c:v>40128</c:v>
                </c:pt>
                <c:pt idx="2312">
                  <c:v>40129</c:v>
                </c:pt>
                <c:pt idx="2313">
                  <c:v>40130</c:v>
                </c:pt>
                <c:pt idx="2314">
                  <c:v>40133</c:v>
                </c:pt>
                <c:pt idx="2315">
                  <c:v>40134</c:v>
                </c:pt>
                <c:pt idx="2316">
                  <c:v>40135</c:v>
                </c:pt>
                <c:pt idx="2317">
                  <c:v>40136</c:v>
                </c:pt>
                <c:pt idx="2318">
                  <c:v>40137</c:v>
                </c:pt>
                <c:pt idx="2319">
                  <c:v>40140</c:v>
                </c:pt>
                <c:pt idx="2320">
                  <c:v>40141</c:v>
                </c:pt>
                <c:pt idx="2321">
                  <c:v>40142</c:v>
                </c:pt>
                <c:pt idx="2322">
                  <c:v>40143</c:v>
                </c:pt>
                <c:pt idx="2323">
                  <c:v>40144</c:v>
                </c:pt>
                <c:pt idx="2324">
                  <c:v>40147</c:v>
                </c:pt>
                <c:pt idx="2325">
                  <c:v>40148</c:v>
                </c:pt>
                <c:pt idx="2326">
                  <c:v>40149</c:v>
                </c:pt>
                <c:pt idx="2327">
                  <c:v>40150</c:v>
                </c:pt>
                <c:pt idx="2328">
                  <c:v>40151</c:v>
                </c:pt>
                <c:pt idx="2329">
                  <c:v>40154</c:v>
                </c:pt>
                <c:pt idx="2330">
                  <c:v>40155</c:v>
                </c:pt>
                <c:pt idx="2331">
                  <c:v>40156</c:v>
                </c:pt>
                <c:pt idx="2332">
                  <c:v>40157</c:v>
                </c:pt>
                <c:pt idx="2333">
                  <c:v>40158</c:v>
                </c:pt>
                <c:pt idx="2334">
                  <c:v>40161</c:v>
                </c:pt>
                <c:pt idx="2335">
                  <c:v>40162</c:v>
                </c:pt>
                <c:pt idx="2336">
                  <c:v>40163</c:v>
                </c:pt>
                <c:pt idx="2337">
                  <c:v>40164</c:v>
                </c:pt>
                <c:pt idx="2338">
                  <c:v>40165</c:v>
                </c:pt>
                <c:pt idx="2339">
                  <c:v>40168</c:v>
                </c:pt>
                <c:pt idx="2340">
                  <c:v>40169</c:v>
                </c:pt>
                <c:pt idx="2341">
                  <c:v>40170</c:v>
                </c:pt>
                <c:pt idx="2342">
                  <c:v>40171</c:v>
                </c:pt>
                <c:pt idx="2343">
                  <c:v>40172</c:v>
                </c:pt>
                <c:pt idx="2344">
                  <c:v>40175</c:v>
                </c:pt>
                <c:pt idx="2345">
                  <c:v>40176</c:v>
                </c:pt>
                <c:pt idx="2346">
                  <c:v>40177</c:v>
                </c:pt>
                <c:pt idx="2347">
                  <c:v>40178</c:v>
                </c:pt>
                <c:pt idx="2348">
                  <c:v>40179</c:v>
                </c:pt>
                <c:pt idx="2349">
                  <c:v>40182</c:v>
                </c:pt>
                <c:pt idx="2350">
                  <c:v>40183</c:v>
                </c:pt>
                <c:pt idx="2351">
                  <c:v>40184</c:v>
                </c:pt>
                <c:pt idx="2352">
                  <c:v>40185</c:v>
                </c:pt>
                <c:pt idx="2353">
                  <c:v>40186</c:v>
                </c:pt>
                <c:pt idx="2354">
                  <c:v>40189</c:v>
                </c:pt>
                <c:pt idx="2355">
                  <c:v>40190</c:v>
                </c:pt>
                <c:pt idx="2356">
                  <c:v>40191</c:v>
                </c:pt>
                <c:pt idx="2357">
                  <c:v>40192</c:v>
                </c:pt>
                <c:pt idx="2358">
                  <c:v>40193</c:v>
                </c:pt>
                <c:pt idx="2359">
                  <c:v>40196</c:v>
                </c:pt>
                <c:pt idx="2360">
                  <c:v>40197</c:v>
                </c:pt>
                <c:pt idx="2361">
                  <c:v>40198</c:v>
                </c:pt>
                <c:pt idx="2362">
                  <c:v>40199</c:v>
                </c:pt>
                <c:pt idx="2363">
                  <c:v>40200</c:v>
                </c:pt>
                <c:pt idx="2364">
                  <c:v>40203</c:v>
                </c:pt>
                <c:pt idx="2365">
                  <c:v>40204</c:v>
                </c:pt>
                <c:pt idx="2366">
                  <c:v>40205</c:v>
                </c:pt>
                <c:pt idx="2367">
                  <c:v>40206</c:v>
                </c:pt>
                <c:pt idx="2368">
                  <c:v>40207</c:v>
                </c:pt>
                <c:pt idx="2369">
                  <c:v>40210</c:v>
                </c:pt>
                <c:pt idx="2370">
                  <c:v>40211</c:v>
                </c:pt>
                <c:pt idx="2371">
                  <c:v>40212</c:v>
                </c:pt>
                <c:pt idx="2372">
                  <c:v>40213</c:v>
                </c:pt>
                <c:pt idx="2373">
                  <c:v>40214</c:v>
                </c:pt>
                <c:pt idx="2374">
                  <c:v>40217</c:v>
                </c:pt>
                <c:pt idx="2375">
                  <c:v>40218</c:v>
                </c:pt>
                <c:pt idx="2376">
                  <c:v>40219</c:v>
                </c:pt>
                <c:pt idx="2377">
                  <c:v>40220</c:v>
                </c:pt>
                <c:pt idx="2378">
                  <c:v>40221</c:v>
                </c:pt>
                <c:pt idx="2379">
                  <c:v>40224</c:v>
                </c:pt>
                <c:pt idx="2380">
                  <c:v>40225</c:v>
                </c:pt>
                <c:pt idx="2381">
                  <c:v>40226</c:v>
                </c:pt>
                <c:pt idx="2382">
                  <c:v>40227</c:v>
                </c:pt>
                <c:pt idx="2383">
                  <c:v>40228</c:v>
                </c:pt>
                <c:pt idx="2384">
                  <c:v>40231</c:v>
                </c:pt>
                <c:pt idx="2385">
                  <c:v>40232</c:v>
                </c:pt>
                <c:pt idx="2386">
                  <c:v>40233</c:v>
                </c:pt>
                <c:pt idx="2387">
                  <c:v>40234</c:v>
                </c:pt>
                <c:pt idx="2388">
                  <c:v>40235</c:v>
                </c:pt>
                <c:pt idx="2389">
                  <c:v>40238</c:v>
                </c:pt>
                <c:pt idx="2390">
                  <c:v>40239</c:v>
                </c:pt>
                <c:pt idx="2391">
                  <c:v>40240</c:v>
                </c:pt>
                <c:pt idx="2392">
                  <c:v>40241</c:v>
                </c:pt>
                <c:pt idx="2393">
                  <c:v>40242</c:v>
                </c:pt>
                <c:pt idx="2394">
                  <c:v>40245</c:v>
                </c:pt>
                <c:pt idx="2395">
                  <c:v>40246</c:v>
                </c:pt>
                <c:pt idx="2396">
                  <c:v>40247</c:v>
                </c:pt>
                <c:pt idx="2397">
                  <c:v>40248</c:v>
                </c:pt>
                <c:pt idx="2398">
                  <c:v>40249</c:v>
                </c:pt>
                <c:pt idx="2399">
                  <c:v>40252</c:v>
                </c:pt>
                <c:pt idx="2400">
                  <c:v>40253</c:v>
                </c:pt>
                <c:pt idx="2401">
                  <c:v>40254</c:v>
                </c:pt>
                <c:pt idx="2402">
                  <c:v>40255</c:v>
                </c:pt>
                <c:pt idx="2403">
                  <c:v>40256</c:v>
                </c:pt>
                <c:pt idx="2404">
                  <c:v>40259</c:v>
                </c:pt>
                <c:pt idx="2405">
                  <c:v>40260</c:v>
                </c:pt>
                <c:pt idx="2406">
                  <c:v>40261</c:v>
                </c:pt>
                <c:pt idx="2407">
                  <c:v>40262</c:v>
                </c:pt>
                <c:pt idx="2408">
                  <c:v>40263</c:v>
                </c:pt>
                <c:pt idx="2409">
                  <c:v>40266</c:v>
                </c:pt>
                <c:pt idx="2410">
                  <c:v>40267</c:v>
                </c:pt>
                <c:pt idx="2411">
                  <c:v>40268</c:v>
                </c:pt>
                <c:pt idx="2412">
                  <c:v>40269</c:v>
                </c:pt>
                <c:pt idx="2413">
                  <c:v>40270</c:v>
                </c:pt>
                <c:pt idx="2414">
                  <c:v>40273</c:v>
                </c:pt>
                <c:pt idx="2415">
                  <c:v>40274</c:v>
                </c:pt>
                <c:pt idx="2416">
                  <c:v>40275</c:v>
                </c:pt>
                <c:pt idx="2417">
                  <c:v>40276</c:v>
                </c:pt>
                <c:pt idx="2418">
                  <c:v>40277</c:v>
                </c:pt>
                <c:pt idx="2419">
                  <c:v>40280</c:v>
                </c:pt>
                <c:pt idx="2420">
                  <c:v>40281</c:v>
                </c:pt>
                <c:pt idx="2421">
                  <c:v>40282</c:v>
                </c:pt>
                <c:pt idx="2422">
                  <c:v>40283</c:v>
                </c:pt>
                <c:pt idx="2423">
                  <c:v>40284</c:v>
                </c:pt>
                <c:pt idx="2424">
                  <c:v>40287</c:v>
                </c:pt>
                <c:pt idx="2425">
                  <c:v>40288</c:v>
                </c:pt>
                <c:pt idx="2426">
                  <c:v>40289</c:v>
                </c:pt>
                <c:pt idx="2427">
                  <c:v>40290</c:v>
                </c:pt>
                <c:pt idx="2428">
                  <c:v>40291</c:v>
                </c:pt>
                <c:pt idx="2429">
                  <c:v>40294</c:v>
                </c:pt>
                <c:pt idx="2430">
                  <c:v>40295</c:v>
                </c:pt>
                <c:pt idx="2431">
                  <c:v>40296</c:v>
                </c:pt>
                <c:pt idx="2432">
                  <c:v>40297</c:v>
                </c:pt>
                <c:pt idx="2433">
                  <c:v>40298</c:v>
                </c:pt>
                <c:pt idx="2434">
                  <c:v>40301</c:v>
                </c:pt>
                <c:pt idx="2435">
                  <c:v>40302</c:v>
                </c:pt>
                <c:pt idx="2436">
                  <c:v>40303</c:v>
                </c:pt>
                <c:pt idx="2437">
                  <c:v>40304</c:v>
                </c:pt>
                <c:pt idx="2438">
                  <c:v>40305</c:v>
                </c:pt>
                <c:pt idx="2439">
                  <c:v>40308</c:v>
                </c:pt>
                <c:pt idx="2440">
                  <c:v>40309</c:v>
                </c:pt>
                <c:pt idx="2441">
                  <c:v>40310</c:v>
                </c:pt>
                <c:pt idx="2442">
                  <c:v>40311</c:v>
                </c:pt>
                <c:pt idx="2443">
                  <c:v>40312</c:v>
                </c:pt>
                <c:pt idx="2444">
                  <c:v>40315</c:v>
                </c:pt>
                <c:pt idx="2445">
                  <c:v>40316</c:v>
                </c:pt>
                <c:pt idx="2446">
                  <c:v>40317</c:v>
                </c:pt>
                <c:pt idx="2447">
                  <c:v>40318</c:v>
                </c:pt>
                <c:pt idx="2448">
                  <c:v>40319</c:v>
                </c:pt>
                <c:pt idx="2449">
                  <c:v>40322</c:v>
                </c:pt>
                <c:pt idx="2450">
                  <c:v>40323</c:v>
                </c:pt>
                <c:pt idx="2451">
                  <c:v>40324</c:v>
                </c:pt>
                <c:pt idx="2452">
                  <c:v>40325</c:v>
                </c:pt>
                <c:pt idx="2453">
                  <c:v>40326</c:v>
                </c:pt>
                <c:pt idx="2454">
                  <c:v>40329</c:v>
                </c:pt>
                <c:pt idx="2455">
                  <c:v>40330</c:v>
                </c:pt>
                <c:pt idx="2456">
                  <c:v>40331</c:v>
                </c:pt>
                <c:pt idx="2457">
                  <c:v>40332</c:v>
                </c:pt>
                <c:pt idx="2458">
                  <c:v>40333</c:v>
                </c:pt>
                <c:pt idx="2459">
                  <c:v>40336</c:v>
                </c:pt>
                <c:pt idx="2460">
                  <c:v>40337</c:v>
                </c:pt>
                <c:pt idx="2461">
                  <c:v>40338</c:v>
                </c:pt>
                <c:pt idx="2462">
                  <c:v>40339</c:v>
                </c:pt>
                <c:pt idx="2463">
                  <c:v>40340</c:v>
                </c:pt>
                <c:pt idx="2464">
                  <c:v>40343</c:v>
                </c:pt>
                <c:pt idx="2465">
                  <c:v>40344</c:v>
                </c:pt>
                <c:pt idx="2466">
                  <c:v>40345</c:v>
                </c:pt>
                <c:pt idx="2467">
                  <c:v>40346</c:v>
                </c:pt>
                <c:pt idx="2468">
                  <c:v>40347</c:v>
                </c:pt>
                <c:pt idx="2469">
                  <c:v>40350</c:v>
                </c:pt>
                <c:pt idx="2470">
                  <c:v>40351</c:v>
                </c:pt>
                <c:pt idx="2471">
                  <c:v>40352</c:v>
                </c:pt>
                <c:pt idx="2472">
                  <c:v>40353</c:v>
                </c:pt>
                <c:pt idx="2473">
                  <c:v>40354</c:v>
                </c:pt>
                <c:pt idx="2474">
                  <c:v>40357</c:v>
                </c:pt>
                <c:pt idx="2475">
                  <c:v>40358</c:v>
                </c:pt>
                <c:pt idx="2476">
                  <c:v>40359</c:v>
                </c:pt>
                <c:pt idx="2477">
                  <c:v>40360</c:v>
                </c:pt>
                <c:pt idx="2478">
                  <c:v>40361</c:v>
                </c:pt>
                <c:pt idx="2479">
                  <c:v>40364</c:v>
                </c:pt>
                <c:pt idx="2480">
                  <c:v>40365</c:v>
                </c:pt>
                <c:pt idx="2481">
                  <c:v>40366</c:v>
                </c:pt>
                <c:pt idx="2482">
                  <c:v>40367</c:v>
                </c:pt>
                <c:pt idx="2483">
                  <c:v>40368</c:v>
                </c:pt>
                <c:pt idx="2484">
                  <c:v>40371</c:v>
                </c:pt>
                <c:pt idx="2485">
                  <c:v>40372</c:v>
                </c:pt>
                <c:pt idx="2486">
                  <c:v>40373</c:v>
                </c:pt>
                <c:pt idx="2487">
                  <c:v>40374</c:v>
                </c:pt>
                <c:pt idx="2488">
                  <c:v>40375</c:v>
                </c:pt>
                <c:pt idx="2489">
                  <c:v>40378</c:v>
                </c:pt>
                <c:pt idx="2490">
                  <c:v>40379</c:v>
                </c:pt>
                <c:pt idx="2491">
                  <c:v>40380</c:v>
                </c:pt>
                <c:pt idx="2492">
                  <c:v>40381</c:v>
                </c:pt>
                <c:pt idx="2493">
                  <c:v>40382</c:v>
                </c:pt>
                <c:pt idx="2494">
                  <c:v>40385</c:v>
                </c:pt>
                <c:pt idx="2495">
                  <c:v>40386</c:v>
                </c:pt>
                <c:pt idx="2496">
                  <c:v>40387</c:v>
                </c:pt>
                <c:pt idx="2497">
                  <c:v>40388</c:v>
                </c:pt>
                <c:pt idx="2498">
                  <c:v>40389</c:v>
                </c:pt>
                <c:pt idx="2499">
                  <c:v>40392</c:v>
                </c:pt>
                <c:pt idx="2500">
                  <c:v>40393</c:v>
                </c:pt>
                <c:pt idx="2501">
                  <c:v>40394</c:v>
                </c:pt>
                <c:pt idx="2502">
                  <c:v>40395</c:v>
                </c:pt>
                <c:pt idx="2503">
                  <c:v>40396</c:v>
                </c:pt>
                <c:pt idx="2504">
                  <c:v>40399</c:v>
                </c:pt>
                <c:pt idx="2505">
                  <c:v>40400</c:v>
                </c:pt>
                <c:pt idx="2506">
                  <c:v>40401</c:v>
                </c:pt>
                <c:pt idx="2507">
                  <c:v>40402</c:v>
                </c:pt>
                <c:pt idx="2508">
                  <c:v>40403</c:v>
                </c:pt>
                <c:pt idx="2509">
                  <c:v>40406</c:v>
                </c:pt>
                <c:pt idx="2510">
                  <c:v>40407</c:v>
                </c:pt>
                <c:pt idx="2511">
                  <c:v>40408</c:v>
                </c:pt>
                <c:pt idx="2512">
                  <c:v>40409</c:v>
                </c:pt>
                <c:pt idx="2513">
                  <c:v>40410</c:v>
                </c:pt>
                <c:pt idx="2514">
                  <c:v>40413</c:v>
                </c:pt>
                <c:pt idx="2515">
                  <c:v>40414</c:v>
                </c:pt>
                <c:pt idx="2516">
                  <c:v>40415</c:v>
                </c:pt>
                <c:pt idx="2517">
                  <c:v>40416</c:v>
                </c:pt>
                <c:pt idx="2518">
                  <c:v>40417</c:v>
                </c:pt>
                <c:pt idx="2519">
                  <c:v>40420</c:v>
                </c:pt>
                <c:pt idx="2520">
                  <c:v>40421</c:v>
                </c:pt>
                <c:pt idx="2521">
                  <c:v>40422</c:v>
                </c:pt>
                <c:pt idx="2522">
                  <c:v>40423</c:v>
                </c:pt>
                <c:pt idx="2523">
                  <c:v>40424</c:v>
                </c:pt>
                <c:pt idx="2524">
                  <c:v>40427</c:v>
                </c:pt>
                <c:pt idx="2525">
                  <c:v>40428</c:v>
                </c:pt>
                <c:pt idx="2526">
                  <c:v>40429</c:v>
                </c:pt>
                <c:pt idx="2527">
                  <c:v>40430</c:v>
                </c:pt>
                <c:pt idx="2528">
                  <c:v>40431</c:v>
                </c:pt>
                <c:pt idx="2529">
                  <c:v>40434</c:v>
                </c:pt>
                <c:pt idx="2530">
                  <c:v>40435</c:v>
                </c:pt>
                <c:pt idx="2531">
                  <c:v>40436</c:v>
                </c:pt>
                <c:pt idx="2532">
                  <c:v>40437</c:v>
                </c:pt>
                <c:pt idx="2533">
                  <c:v>40438</c:v>
                </c:pt>
                <c:pt idx="2534">
                  <c:v>40441</c:v>
                </c:pt>
                <c:pt idx="2535">
                  <c:v>40442</c:v>
                </c:pt>
                <c:pt idx="2536">
                  <c:v>40443</c:v>
                </c:pt>
                <c:pt idx="2537">
                  <c:v>40444</c:v>
                </c:pt>
                <c:pt idx="2538">
                  <c:v>40445</c:v>
                </c:pt>
                <c:pt idx="2539">
                  <c:v>40448</c:v>
                </c:pt>
                <c:pt idx="2540">
                  <c:v>40449</c:v>
                </c:pt>
                <c:pt idx="2541">
                  <c:v>40450</c:v>
                </c:pt>
                <c:pt idx="2542">
                  <c:v>40451</c:v>
                </c:pt>
                <c:pt idx="2543">
                  <c:v>40452</c:v>
                </c:pt>
                <c:pt idx="2544">
                  <c:v>40455</c:v>
                </c:pt>
                <c:pt idx="2545">
                  <c:v>40456</c:v>
                </c:pt>
                <c:pt idx="2546">
                  <c:v>40457</c:v>
                </c:pt>
                <c:pt idx="2547">
                  <c:v>40458</c:v>
                </c:pt>
                <c:pt idx="2548">
                  <c:v>40459</c:v>
                </c:pt>
                <c:pt idx="2549">
                  <c:v>40462</c:v>
                </c:pt>
                <c:pt idx="2550">
                  <c:v>40463</c:v>
                </c:pt>
                <c:pt idx="2551">
                  <c:v>40464</c:v>
                </c:pt>
                <c:pt idx="2552">
                  <c:v>40465</c:v>
                </c:pt>
                <c:pt idx="2553">
                  <c:v>40466</c:v>
                </c:pt>
                <c:pt idx="2554">
                  <c:v>40469</c:v>
                </c:pt>
                <c:pt idx="2555">
                  <c:v>40470</c:v>
                </c:pt>
                <c:pt idx="2556">
                  <c:v>40471</c:v>
                </c:pt>
                <c:pt idx="2557">
                  <c:v>40472</c:v>
                </c:pt>
                <c:pt idx="2558">
                  <c:v>40473</c:v>
                </c:pt>
                <c:pt idx="2559">
                  <c:v>40476</c:v>
                </c:pt>
                <c:pt idx="2560">
                  <c:v>40477</c:v>
                </c:pt>
                <c:pt idx="2561">
                  <c:v>40478</c:v>
                </c:pt>
                <c:pt idx="2562">
                  <c:v>40479</c:v>
                </c:pt>
                <c:pt idx="2563">
                  <c:v>40480</c:v>
                </c:pt>
                <c:pt idx="2564">
                  <c:v>40483</c:v>
                </c:pt>
                <c:pt idx="2565">
                  <c:v>40484</c:v>
                </c:pt>
                <c:pt idx="2566">
                  <c:v>40485</c:v>
                </c:pt>
                <c:pt idx="2567">
                  <c:v>40486</c:v>
                </c:pt>
                <c:pt idx="2568">
                  <c:v>40487</c:v>
                </c:pt>
                <c:pt idx="2569">
                  <c:v>40490</c:v>
                </c:pt>
                <c:pt idx="2570">
                  <c:v>40491</c:v>
                </c:pt>
                <c:pt idx="2571">
                  <c:v>40492</c:v>
                </c:pt>
                <c:pt idx="2572">
                  <c:v>40493</c:v>
                </c:pt>
                <c:pt idx="2573">
                  <c:v>40494</c:v>
                </c:pt>
                <c:pt idx="2574">
                  <c:v>40497</c:v>
                </c:pt>
                <c:pt idx="2575">
                  <c:v>40498</c:v>
                </c:pt>
                <c:pt idx="2576">
                  <c:v>40499</c:v>
                </c:pt>
                <c:pt idx="2577">
                  <c:v>40500</c:v>
                </c:pt>
                <c:pt idx="2578">
                  <c:v>40501</c:v>
                </c:pt>
                <c:pt idx="2579">
                  <c:v>40504</c:v>
                </c:pt>
                <c:pt idx="2580">
                  <c:v>40505</c:v>
                </c:pt>
                <c:pt idx="2581">
                  <c:v>40506</c:v>
                </c:pt>
                <c:pt idx="2582">
                  <c:v>40507</c:v>
                </c:pt>
                <c:pt idx="2583">
                  <c:v>40508</c:v>
                </c:pt>
                <c:pt idx="2584">
                  <c:v>40511</c:v>
                </c:pt>
                <c:pt idx="2585">
                  <c:v>40512</c:v>
                </c:pt>
                <c:pt idx="2586">
                  <c:v>40513</c:v>
                </c:pt>
                <c:pt idx="2587">
                  <c:v>40514</c:v>
                </c:pt>
                <c:pt idx="2588">
                  <c:v>40515</c:v>
                </c:pt>
                <c:pt idx="2589">
                  <c:v>40518</c:v>
                </c:pt>
                <c:pt idx="2590">
                  <c:v>40519</c:v>
                </c:pt>
                <c:pt idx="2591">
                  <c:v>40520</c:v>
                </c:pt>
                <c:pt idx="2592">
                  <c:v>40521</c:v>
                </c:pt>
                <c:pt idx="2593">
                  <c:v>40522</c:v>
                </c:pt>
                <c:pt idx="2594">
                  <c:v>40525</c:v>
                </c:pt>
                <c:pt idx="2595">
                  <c:v>40526</c:v>
                </c:pt>
                <c:pt idx="2596">
                  <c:v>40527</c:v>
                </c:pt>
                <c:pt idx="2597">
                  <c:v>40528</c:v>
                </c:pt>
                <c:pt idx="2598">
                  <c:v>40529</c:v>
                </c:pt>
                <c:pt idx="2599">
                  <c:v>40532</c:v>
                </c:pt>
                <c:pt idx="2600">
                  <c:v>40533</c:v>
                </c:pt>
                <c:pt idx="2601">
                  <c:v>40534</c:v>
                </c:pt>
                <c:pt idx="2602">
                  <c:v>40535</c:v>
                </c:pt>
                <c:pt idx="2603">
                  <c:v>40536</c:v>
                </c:pt>
                <c:pt idx="2604">
                  <c:v>40539</c:v>
                </c:pt>
                <c:pt idx="2605">
                  <c:v>40540</c:v>
                </c:pt>
                <c:pt idx="2606">
                  <c:v>40541</c:v>
                </c:pt>
                <c:pt idx="2607">
                  <c:v>40542</c:v>
                </c:pt>
                <c:pt idx="2608">
                  <c:v>40543</c:v>
                </c:pt>
                <c:pt idx="2609">
                  <c:v>40546</c:v>
                </c:pt>
                <c:pt idx="2610">
                  <c:v>40547</c:v>
                </c:pt>
                <c:pt idx="2611">
                  <c:v>40548</c:v>
                </c:pt>
                <c:pt idx="2612">
                  <c:v>40549</c:v>
                </c:pt>
                <c:pt idx="2613">
                  <c:v>40550</c:v>
                </c:pt>
                <c:pt idx="2614">
                  <c:v>40553</c:v>
                </c:pt>
                <c:pt idx="2615">
                  <c:v>40554</c:v>
                </c:pt>
                <c:pt idx="2616">
                  <c:v>40555</c:v>
                </c:pt>
                <c:pt idx="2617">
                  <c:v>40556</c:v>
                </c:pt>
                <c:pt idx="2618">
                  <c:v>40557</c:v>
                </c:pt>
                <c:pt idx="2619">
                  <c:v>40560</c:v>
                </c:pt>
                <c:pt idx="2620">
                  <c:v>40561</c:v>
                </c:pt>
                <c:pt idx="2621">
                  <c:v>40562</c:v>
                </c:pt>
                <c:pt idx="2622">
                  <c:v>40563</c:v>
                </c:pt>
                <c:pt idx="2623">
                  <c:v>40564</c:v>
                </c:pt>
                <c:pt idx="2624">
                  <c:v>40567</c:v>
                </c:pt>
                <c:pt idx="2625">
                  <c:v>40568</c:v>
                </c:pt>
                <c:pt idx="2626">
                  <c:v>40569</c:v>
                </c:pt>
                <c:pt idx="2627">
                  <c:v>40570</c:v>
                </c:pt>
                <c:pt idx="2628">
                  <c:v>40571</c:v>
                </c:pt>
                <c:pt idx="2629">
                  <c:v>40574</c:v>
                </c:pt>
                <c:pt idx="2630">
                  <c:v>40575</c:v>
                </c:pt>
                <c:pt idx="2631">
                  <c:v>40576</c:v>
                </c:pt>
                <c:pt idx="2632">
                  <c:v>40577</c:v>
                </c:pt>
                <c:pt idx="2633">
                  <c:v>40578</c:v>
                </c:pt>
                <c:pt idx="2634">
                  <c:v>40581</c:v>
                </c:pt>
                <c:pt idx="2635">
                  <c:v>40582</c:v>
                </c:pt>
                <c:pt idx="2636">
                  <c:v>40583</c:v>
                </c:pt>
                <c:pt idx="2637">
                  <c:v>40584</c:v>
                </c:pt>
                <c:pt idx="2638">
                  <c:v>40585</c:v>
                </c:pt>
                <c:pt idx="2639">
                  <c:v>40588</c:v>
                </c:pt>
                <c:pt idx="2640">
                  <c:v>40589</c:v>
                </c:pt>
                <c:pt idx="2641">
                  <c:v>40590</c:v>
                </c:pt>
                <c:pt idx="2642">
                  <c:v>40591</c:v>
                </c:pt>
                <c:pt idx="2643">
                  <c:v>40592</c:v>
                </c:pt>
                <c:pt idx="2644">
                  <c:v>40595</c:v>
                </c:pt>
                <c:pt idx="2645">
                  <c:v>40596</c:v>
                </c:pt>
                <c:pt idx="2646">
                  <c:v>40597</c:v>
                </c:pt>
                <c:pt idx="2647">
                  <c:v>40598</c:v>
                </c:pt>
                <c:pt idx="2648">
                  <c:v>40599</c:v>
                </c:pt>
                <c:pt idx="2649">
                  <c:v>40602</c:v>
                </c:pt>
                <c:pt idx="2650">
                  <c:v>40603</c:v>
                </c:pt>
                <c:pt idx="2651">
                  <c:v>40604</c:v>
                </c:pt>
                <c:pt idx="2652">
                  <c:v>40605</c:v>
                </c:pt>
                <c:pt idx="2653">
                  <c:v>40606</c:v>
                </c:pt>
                <c:pt idx="2654">
                  <c:v>40609</c:v>
                </c:pt>
                <c:pt idx="2655">
                  <c:v>40610</c:v>
                </c:pt>
                <c:pt idx="2656">
                  <c:v>40611</c:v>
                </c:pt>
                <c:pt idx="2657">
                  <c:v>40612</c:v>
                </c:pt>
                <c:pt idx="2658">
                  <c:v>40613</c:v>
                </c:pt>
                <c:pt idx="2659">
                  <c:v>40616</c:v>
                </c:pt>
                <c:pt idx="2660">
                  <c:v>40617</c:v>
                </c:pt>
                <c:pt idx="2661">
                  <c:v>40618</c:v>
                </c:pt>
                <c:pt idx="2662">
                  <c:v>40619</c:v>
                </c:pt>
                <c:pt idx="2663">
                  <c:v>40620</c:v>
                </c:pt>
                <c:pt idx="2664">
                  <c:v>40623</c:v>
                </c:pt>
                <c:pt idx="2665">
                  <c:v>40624</c:v>
                </c:pt>
                <c:pt idx="2666">
                  <c:v>40625</c:v>
                </c:pt>
                <c:pt idx="2667">
                  <c:v>40626</c:v>
                </c:pt>
                <c:pt idx="2668">
                  <c:v>40627</c:v>
                </c:pt>
                <c:pt idx="2669">
                  <c:v>40630</c:v>
                </c:pt>
                <c:pt idx="2670">
                  <c:v>40631</c:v>
                </c:pt>
                <c:pt idx="2671">
                  <c:v>40632</c:v>
                </c:pt>
                <c:pt idx="2672">
                  <c:v>40633</c:v>
                </c:pt>
                <c:pt idx="2673">
                  <c:v>40634</c:v>
                </c:pt>
                <c:pt idx="2674">
                  <c:v>40637</c:v>
                </c:pt>
                <c:pt idx="2675">
                  <c:v>40638</c:v>
                </c:pt>
                <c:pt idx="2676">
                  <c:v>40639</c:v>
                </c:pt>
                <c:pt idx="2677">
                  <c:v>40640</c:v>
                </c:pt>
                <c:pt idx="2678">
                  <c:v>40641</c:v>
                </c:pt>
                <c:pt idx="2679">
                  <c:v>40644</c:v>
                </c:pt>
                <c:pt idx="2680">
                  <c:v>40645</c:v>
                </c:pt>
                <c:pt idx="2681">
                  <c:v>40646</c:v>
                </c:pt>
                <c:pt idx="2682">
                  <c:v>40647</c:v>
                </c:pt>
                <c:pt idx="2683">
                  <c:v>40648</c:v>
                </c:pt>
                <c:pt idx="2684">
                  <c:v>40651</c:v>
                </c:pt>
                <c:pt idx="2685">
                  <c:v>40652</c:v>
                </c:pt>
                <c:pt idx="2686">
                  <c:v>40653</c:v>
                </c:pt>
                <c:pt idx="2687">
                  <c:v>40654</c:v>
                </c:pt>
                <c:pt idx="2688">
                  <c:v>40655</c:v>
                </c:pt>
                <c:pt idx="2689">
                  <c:v>40658</c:v>
                </c:pt>
                <c:pt idx="2690">
                  <c:v>40659</c:v>
                </c:pt>
                <c:pt idx="2691">
                  <c:v>40660</c:v>
                </c:pt>
                <c:pt idx="2692">
                  <c:v>40661</c:v>
                </c:pt>
                <c:pt idx="2693">
                  <c:v>40662</c:v>
                </c:pt>
                <c:pt idx="2694">
                  <c:v>40665</c:v>
                </c:pt>
                <c:pt idx="2695">
                  <c:v>40666</c:v>
                </c:pt>
                <c:pt idx="2696">
                  <c:v>40667</c:v>
                </c:pt>
                <c:pt idx="2697">
                  <c:v>40668</c:v>
                </c:pt>
                <c:pt idx="2698">
                  <c:v>40669</c:v>
                </c:pt>
                <c:pt idx="2699">
                  <c:v>40672</c:v>
                </c:pt>
                <c:pt idx="2700">
                  <c:v>40673</c:v>
                </c:pt>
                <c:pt idx="2701">
                  <c:v>40674</c:v>
                </c:pt>
                <c:pt idx="2702">
                  <c:v>40675</c:v>
                </c:pt>
                <c:pt idx="2703">
                  <c:v>40676</c:v>
                </c:pt>
                <c:pt idx="2704">
                  <c:v>40679</c:v>
                </c:pt>
                <c:pt idx="2705">
                  <c:v>40680</c:v>
                </c:pt>
                <c:pt idx="2706">
                  <c:v>40681</c:v>
                </c:pt>
                <c:pt idx="2707">
                  <c:v>40682</c:v>
                </c:pt>
                <c:pt idx="2708">
                  <c:v>40683</c:v>
                </c:pt>
                <c:pt idx="2709">
                  <c:v>40686</c:v>
                </c:pt>
                <c:pt idx="2710">
                  <c:v>40687</c:v>
                </c:pt>
                <c:pt idx="2711">
                  <c:v>40688</c:v>
                </c:pt>
                <c:pt idx="2712">
                  <c:v>40689</c:v>
                </c:pt>
                <c:pt idx="2713">
                  <c:v>40690</c:v>
                </c:pt>
                <c:pt idx="2714">
                  <c:v>40693</c:v>
                </c:pt>
                <c:pt idx="2715">
                  <c:v>40694</c:v>
                </c:pt>
                <c:pt idx="2716">
                  <c:v>40695</c:v>
                </c:pt>
                <c:pt idx="2717">
                  <c:v>40696</c:v>
                </c:pt>
                <c:pt idx="2718">
                  <c:v>40697</c:v>
                </c:pt>
                <c:pt idx="2719">
                  <c:v>40700</c:v>
                </c:pt>
                <c:pt idx="2720">
                  <c:v>40701</c:v>
                </c:pt>
                <c:pt idx="2721">
                  <c:v>40702</c:v>
                </c:pt>
                <c:pt idx="2722">
                  <c:v>40703</c:v>
                </c:pt>
                <c:pt idx="2723">
                  <c:v>40704</c:v>
                </c:pt>
                <c:pt idx="2724">
                  <c:v>40707</c:v>
                </c:pt>
                <c:pt idx="2725">
                  <c:v>40708</c:v>
                </c:pt>
                <c:pt idx="2726">
                  <c:v>40709</c:v>
                </c:pt>
                <c:pt idx="2727">
                  <c:v>40710</c:v>
                </c:pt>
                <c:pt idx="2728">
                  <c:v>40711</c:v>
                </c:pt>
                <c:pt idx="2729">
                  <c:v>40714</c:v>
                </c:pt>
                <c:pt idx="2730">
                  <c:v>40715</c:v>
                </c:pt>
                <c:pt idx="2731">
                  <c:v>40716</c:v>
                </c:pt>
                <c:pt idx="2732">
                  <c:v>40717</c:v>
                </c:pt>
                <c:pt idx="2733">
                  <c:v>40718</c:v>
                </c:pt>
                <c:pt idx="2734">
                  <c:v>40721</c:v>
                </c:pt>
                <c:pt idx="2735">
                  <c:v>40722</c:v>
                </c:pt>
                <c:pt idx="2736">
                  <c:v>40723</c:v>
                </c:pt>
                <c:pt idx="2737">
                  <c:v>40724</c:v>
                </c:pt>
                <c:pt idx="2738">
                  <c:v>40725</c:v>
                </c:pt>
                <c:pt idx="2739">
                  <c:v>40728</c:v>
                </c:pt>
                <c:pt idx="2740">
                  <c:v>40729</c:v>
                </c:pt>
                <c:pt idx="2741">
                  <c:v>40730</c:v>
                </c:pt>
                <c:pt idx="2742">
                  <c:v>40731</c:v>
                </c:pt>
                <c:pt idx="2743">
                  <c:v>40732</c:v>
                </c:pt>
                <c:pt idx="2744">
                  <c:v>40735</c:v>
                </c:pt>
                <c:pt idx="2745">
                  <c:v>40736</c:v>
                </c:pt>
                <c:pt idx="2746">
                  <c:v>40737</c:v>
                </c:pt>
                <c:pt idx="2747">
                  <c:v>40738</c:v>
                </c:pt>
                <c:pt idx="2748">
                  <c:v>40739</c:v>
                </c:pt>
                <c:pt idx="2749">
                  <c:v>40742</c:v>
                </c:pt>
                <c:pt idx="2750">
                  <c:v>40743</c:v>
                </c:pt>
                <c:pt idx="2751">
                  <c:v>40744</c:v>
                </c:pt>
                <c:pt idx="2752">
                  <c:v>40745</c:v>
                </c:pt>
                <c:pt idx="2753">
                  <c:v>40746</c:v>
                </c:pt>
                <c:pt idx="2754">
                  <c:v>40749</c:v>
                </c:pt>
                <c:pt idx="2755">
                  <c:v>40750</c:v>
                </c:pt>
                <c:pt idx="2756">
                  <c:v>40751</c:v>
                </c:pt>
                <c:pt idx="2757">
                  <c:v>40752</c:v>
                </c:pt>
                <c:pt idx="2758">
                  <c:v>40753</c:v>
                </c:pt>
                <c:pt idx="2759">
                  <c:v>40756</c:v>
                </c:pt>
                <c:pt idx="2760">
                  <c:v>40757</c:v>
                </c:pt>
                <c:pt idx="2761">
                  <c:v>40758</c:v>
                </c:pt>
                <c:pt idx="2762">
                  <c:v>40759</c:v>
                </c:pt>
                <c:pt idx="2763">
                  <c:v>40760</c:v>
                </c:pt>
                <c:pt idx="2764">
                  <c:v>40763</c:v>
                </c:pt>
                <c:pt idx="2765">
                  <c:v>40764</c:v>
                </c:pt>
                <c:pt idx="2766">
                  <c:v>40765</c:v>
                </c:pt>
                <c:pt idx="2767">
                  <c:v>40766</c:v>
                </c:pt>
                <c:pt idx="2768">
                  <c:v>40767</c:v>
                </c:pt>
                <c:pt idx="2769">
                  <c:v>40770</c:v>
                </c:pt>
                <c:pt idx="2770">
                  <c:v>40771</c:v>
                </c:pt>
                <c:pt idx="2771">
                  <c:v>40772</c:v>
                </c:pt>
                <c:pt idx="2772">
                  <c:v>40773</c:v>
                </c:pt>
                <c:pt idx="2773">
                  <c:v>40774</c:v>
                </c:pt>
                <c:pt idx="2774">
                  <c:v>40777</c:v>
                </c:pt>
                <c:pt idx="2775">
                  <c:v>40778</c:v>
                </c:pt>
                <c:pt idx="2776">
                  <c:v>40779</c:v>
                </c:pt>
                <c:pt idx="2777">
                  <c:v>40780</c:v>
                </c:pt>
                <c:pt idx="2778">
                  <c:v>40781</c:v>
                </c:pt>
                <c:pt idx="2779">
                  <c:v>40784</c:v>
                </c:pt>
                <c:pt idx="2780">
                  <c:v>40785</c:v>
                </c:pt>
                <c:pt idx="2781">
                  <c:v>40786</c:v>
                </c:pt>
                <c:pt idx="2782">
                  <c:v>40787</c:v>
                </c:pt>
                <c:pt idx="2783">
                  <c:v>40788</c:v>
                </c:pt>
                <c:pt idx="2784">
                  <c:v>40791</c:v>
                </c:pt>
                <c:pt idx="2785">
                  <c:v>40792</c:v>
                </c:pt>
                <c:pt idx="2786">
                  <c:v>40793</c:v>
                </c:pt>
                <c:pt idx="2787">
                  <c:v>40794</c:v>
                </c:pt>
                <c:pt idx="2788">
                  <c:v>40795</c:v>
                </c:pt>
                <c:pt idx="2789">
                  <c:v>40798</c:v>
                </c:pt>
                <c:pt idx="2790">
                  <c:v>40799</c:v>
                </c:pt>
                <c:pt idx="2791">
                  <c:v>40800</c:v>
                </c:pt>
                <c:pt idx="2792">
                  <c:v>40801</c:v>
                </c:pt>
                <c:pt idx="2793">
                  <c:v>40802</c:v>
                </c:pt>
                <c:pt idx="2794">
                  <c:v>40805</c:v>
                </c:pt>
                <c:pt idx="2795">
                  <c:v>40806</c:v>
                </c:pt>
                <c:pt idx="2796">
                  <c:v>40807</c:v>
                </c:pt>
                <c:pt idx="2797">
                  <c:v>40808</c:v>
                </c:pt>
                <c:pt idx="2798">
                  <c:v>40809</c:v>
                </c:pt>
                <c:pt idx="2799">
                  <c:v>40812</c:v>
                </c:pt>
                <c:pt idx="2800">
                  <c:v>40813</c:v>
                </c:pt>
                <c:pt idx="2801">
                  <c:v>40814</c:v>
                </c:pt>
                <c:pt idx="2802">
                  <c:v>40815</c:v>
                </c:pt>
                <c:pt idx="2803">
                  <c:v>40816</c:v>
                </c:pt>
                <c:pt idx="2804">
                  <c:v>40819</c:v>
                </c:pt>
                <c:pt idx="2805">
                  <c:v>40820</c:v>
                </c:pt>
                <c:pt idx="2806">
                  <c:v>40821</c:v>
                </c:pt>
                <c:pt idx="2807">
                  <c:v>40822</c:v>
                </c:pt>
                <c:pt idx="2808">
                  <c:v>40823</c:v>
                </c:pt>
                <c:pt idx="2809">
                  <c:v>40826</c:v>
                </c:pt>
                <c:pt idx="2810">
                  <c:v>40827</c:v>
                </c:pt>
                <c:pt idx="2811">
                  <c:v>40828</c:v>
                </c:pt>
                <c:pt idx="2812">
                  <c:v>40829</c:v>
                </c:pt>
                <c:pt idx="2813">
                  <c:v>40830</c:v>
                </c:pt>
                <c:pt idx="2814">
                  <c:v>40833</c:v>
                </c:pt>
                <c:pt idx="2815">
                  <c:v>40834</c:v>
                </c:pt>
                <c:pt idx="2816">
                  <c:v>40835</c:v>
                </c:pt>
                <c:pt idx="2817">
                  <c:v>40836</c:v>
                </c:pt>
                <c:pt idx="2818">
                  <c:v>40837</c:v>
                </c:pt>
                <c:pt idx="2819">
                  <c:v>40840</c:v>
                </c:pt>
                <c:pt idx="2820">
                  <c:v>40841</c:v>
                </c:pt>
                <c:pt idx="2821">
                  <c:v>40842</c:v>
                </c:pt>
                <c:pt idx="2822">
                  <c:v>40843</c:v>
                </c:pt>
                <c:pt idx="2823">
                  <c:v>40844</c:v>
                </c:pt>
                <c:pt idx="2824">
                  <c:v>40847</c:v>
                </c:pt>
                <c:pt idx="2825">
                  <c:v>40848</c:v>
                </c:pt>
                <c:pt idx="2826">
                  <c:v>40849</c:v>
                </c:pt>
                <c:pt idx="2827">
                  <c:v>40850</c:v>
                </c:pt>
                <c:pt idx="2828">
                  <c:v>40851</c:v>
                </c:pt>
                <c:pt idx="2829">
                  <c:v>40854</c:v>
                </c:pt>
                <c:pt idx="2830">
                  <c:v>40855</c:v>
                </c:pt>
                <c:pt idx="2831">
                  <c:v>40856</c:v>
                </c:pt>
                <c:pt idx="2832">
                  <c:v>40857</c:v>
                </c:pt>
                <c:pt idx="2833">
                  <c:v>40858</c:v>
                </c:pt>
                <c:pt idx="2834">
                  <c:v>40861</c:v>
                </c:pt>
                <c:pt idx="2835">
                  <c:v>40862</c:v>
                </c:pt>
                <c:pt idx="2836">
                  <c:v>40863</c:v>
                </c:pt>
                <c:pt idx="2837">
                  <c:v>40864</c:v>
                </c:pt>
                <c:pt idx="2838">
                  <c:v>40865</c:v>
                </c:pt>
                <c:pt idx="2839">
                  <c:v>40868</c:v>
                </c:pt>
                <c:pt idx="2840">
                  <c:v>40869</c:v>
                </c:pt>
                <c:pt idx="2841">
                  <c:v>40870</c:v>
                </c:pt>
                <c:pt idx="2842">
                  <c:v>40871</c:v>
                </c:pt>
                <c:pt idx="2843">
                  <c:v>40872</c:v>
                </c:pt>
                <c:pt idx="2844">
                  <c:v>40875</c:v>
                </c:pt>
                <c:pt idx="2845">
                  <c:v>40876</c:v>
                </c:pt>
                <c:pt idx="2846">
                  <c:v>40877</c:v>
                </c:pt>
                <c:pt idx="2847">
                  <c:v>40878</c:v>
                </c:pt>
                <c:pt idx="2848">
                  <c:v>40879</c:v>
                </c:pt>
                <c:pt idx="2849">
                  <c:v>40882</c:v>
                </c:pt>
                <c:pt idx="2850">
                  <c:v>40883</c:v>
                </c:pt>
                <c:pt idx="2851">
                  <c:v>40884</c:v>
                </c:pt>
                <c:pt idx="2852">
                  <c:v>40885</c:v>
                </c:pt>
                <c:pt idx="2853">
                  <c:v>40886</c:v>
                </c:pt>
                <c:pt idx="2854">
                  <c:v>40889</c:v>
                </c:pt>
                <c:pt idx="2855">
                  <c:v>40890</c:v>
                </c:pt>
                <c:pt idx="2856">
                  <c:v>40891</c:v>
                </c:pt>
                <c:pt idx="2857">
                  <c:v>40892</c:v>
                </c:pt>
                <c:pt idx="2858">
                  <c:v>40893</c:v>
                </c:pt>
                <c:pt idx="2859">
                  <c:v>40896</c:v>
                </c:pt>
                <c:pt idx="2860">
                  <c:v>40897</c:v>
                </c:pt>
                <c:pt idx="2861">
                  <c:v>40898</c:v>
                </c:pt>
                <c:pt idx="2862">
                  <c:v>40899</c:v>
                </c:pt>
                <c:pt idx="2863">
                  <c:v>40900</c:v>
                </c:pt>
                <c:pt idx="2864">
                  <c:v>40903</c:v>
                </c:pt>
                <c:pt idx="2865">
                  <c:v>40904</c:v>
                </c:pt>
                <c:pt idx="2866">
                  <c:v>40905</c:v>
                </c:pt>
                <c:pt idx="2867">
                  <c:v>40906</c:v>
                </c:pt>
                <c:pt idx="2868">
                  <c:v>40907</c:v>
                </c:pt>
                <c:pt idx="2869">
                  <c:v>40910</c:v>
                </c:pt>
                <c:pt idx="2870">
                  <c:v>40911</c:v>
                </c:pt>
                <c:pt idx="2871">
                  <c:v>40912</c:v>
                </c:pt>
                <c:pt idx="2872">
                  <c:v>40913</c:v>
                </c:pt>
                <c:pt idx="2873">
                  <c:v>40914</c:v>
                </c:pt>
                <c:pt idx="2874">
                  <c:v>40917</c:v>
                </c:pt>
                <c:pt idx="2875">
                  <c:v>40918</c:v>
                </c:pt>
                <c:pt idx="2876">
                  <c:v>40919</c:v>
                </c:pt>
                <c:pt idx="2877">
                  <c:v>40920</c:v>
                </c:pt>
                <c:pt idx="2878">
                  <c:v>40921</c:v>
                </c:pt>
                <c:pt idx="2879">
                  <c:v>40924</c:v>
                </c:pt>
                <c:pt idx="2880">
                  <c:v>40925</c:v>
                </c:pt>
                <c:pt idx="2881">
                  <c:v>40926</c:v>
                </c:pt>
                <c:pt idx="2882">
                  <c:v>40927</c:v>
                </c:pt>
                <c:pt idx="2883">
                  <c:v>40928</c:v>
                </c:pt>
                <c:pt idx="2884">
                  <c:v>40931</c:v>
                </c:pt>
                <c:pt idx="2885">
                  <c:v>40932</c:v>
                </c:pt>
                <c:pt idx="2886">
                  <c:v>40933</c:v>
                </c:pt>
                <c:pt idx="2887">
                  <c:v>40934</c:v>
                </c:pt>
                <c:pt idx="2888">
                  <c:v>40935</c:v>
                </c:pt>
                <c:pt idx="2889">
                  <c:v>40938</c:v>
                </c:pt>
                <c:pt idx="2890">
                  <c:v>40939</c:v>
                </c:pt>
                <c:pt idx="2891">
                  <c:v>40940</c:v>
                </c:pt>
                <c:pt idx="2892">
                  <c:v>40941</c:v>
                </c:pt>
                <c:pt idx="2893">
                  <c:v>40942</c:v>
                </c:pt>
                <c:pt idx="2894">
                  <c:v>40945</c:v>
                </c:pt>
                <c:pt idx="2895">
                  <c:v>40946</c:v>
                </c:pt>
                <c:pt idx="2896">
                  <c:v>40947</c:v>
                </c:pt>
                <c:pt idx="2897">
                  <c:v>40948</c:v>
                </c:pt>
                <c:pt idx="2898">
                  <c:v>40949</c:v>
                </c:pt>
                <c:pt idx="2899">
                  <c:v>40952</c:v>
                </c:pt>
                <c:pt idx="2900">
                  <c:v>40953</c:v>
                </c:pt>
                <c:pt idx="2901">
                  <c:v>40954</c:v>
                </c:pt>
                <c:pt idx="2902">
                  <c:v>40955</c:v>
                </c:pt>
                <c:pt idx="2903">
                  <c:v>40956</c:v>
                </c:pt>
                <c:pt idx="2904">
                  <c:v>40959</c:v>
                </c:pt>
                <c:pt idx="2905">
                  <c:v>40960</c:v>
                </c:pt>
                <c:pt idx="2906">
                  <c:v>40961</c:v>
                </c:pt>
                <c:pt idx="2907">
                  <c:v>40962</c:v>
                </c:pt>
                <c:pt idx="2908">
                  <c:v>40963</c:v>
                </c:pt>
                <c:pt idx="2909">
                  <c:v>40966</c:v>
                </c:pt>
                <c:pt idx="2910">
                  <c:v>40967</c:v>
                </c:pt>
                <c:pt idx="2911">
                  <c:v>40968</c:v>
                </c:pt>
                <c:pt idx="2912">
                  <c:v>40969</c:v>
                </c:pt>
                <c:pt idx="2913">
                  <c:v>40970</c:v>
                </c:pt>
                <c:pt idx="2914">
                  <c:v>40973</c:v>
                </c:pt>
                <c:pt idx="2915">
                  <c:v>40974</c:v>
                </c:pt>
                <c:pt idx="2916">
                  <c:v>40975</c:v>
                </c:pt>
                <c:pt idx="2917">
                  <c:v>40976</c:v>
                </c:pt>
                <c:pt idx="2918">
                  <c:v>40977</c:v>
                </c:pt>
                <c:pt idx="2919">
                  <c:v>40980</c:v>
                </c:pt>
                <c:pt idx="2920">
                  <c:v>40981</c:v>
                </c:pt>
                <c:pt idx="2921">
                  <c:v>40982</c:v>
                </c:pt>
                <c:pt idx="2922">
                  <c:v>40983</c:v>
                </c:pt>
                <c:pt idx="2923">
                  <c:v>40984</c:v>
                </c:pt>
                <c:pt idx="2924">
                  <c:v>40987</c:v>
                </c:pt>
                <c:pt idx="2925">
                  <c:v>40988</c:v>
                </c:pt>
                <c:pt idx="2926">
                  <c:v>40989</c:v>
                </c:pt>
                <c:pt idx="2927">
                  <c:v>40990</c:v>
                </c:pt>
                <c:pt idx="2928">
                  <c:v>40991</c:v>
                </c:pt>
                <c:pt idx="2929">
                  <c:v>40994</c:v>
                </c:pt>
                <c:pt idx="2930">
                  <c:v>40995</c:v>
                </c:pt>
                <c:pt idx="2931">
                  <c:v>40996</c:v>
                </c:pt>
                <c:pt idx="2932">
                  <c:v>40997</c:v>
                </c:pt>
                <c:pt idx="2933">
                  <c:v>40998</c:v>
                </c:pt>
                <c:pt idx="2934">
                  <c:v>41001</c:v>
                </c:pt>
                <c:pt idx="2935">
                  <c:v>41002</c:v>
                </c:pt>
                <c:pt idx="2936">
                  <c:v>41003</c:v>
                </c:pt>
                <c:pt idx="2937">
                  <c:v>41004</c:v>
                </c:pt>
                <c:pt idx="2938">
                  <c:v>41005</c:v>
                </c:pt>
                <c:pt idx="2939">
                  <c:v>41008</c:v>
                </c:pt>
                <c:pt idx="2940">
                  <c:v>41009</c:v>
                </c:pt>
                <c:pt idx="2941">
                  <c:v>41010</c:v>
                </c:pt>
                <c:pt idx="2942">
                  <c:v>41011</c:v>
                </c:pt>
                <c:pt idx="2943">
                  <c:v>41012</c:v>
                </c:pt>
                <c:pt idx="2944">
                  <c:v>41015</c:v>
                </c:pt>
                <c:pt idx="2945">
                  <c:v>41016</c:v>
                </c:pt>
                <c:pt idx="2946">
                  <c:v>41017</c:v>
                </c:pt>
                <c:pt idx="2947">
                  <c:v>41018</c:v>
                </c:pt>
                <c:pt idx="2948">
                  <c:v>41019</c:v>
                </c:pt>
                <c:pt idx="2949">
                  <c:v>41022</c:v>
                </c:pt>
                <c:pt idx="2950">
                  <c:v>41023</c:v>
                </c:pt>
                <c:pt idx="2951">
                  <c:v>41024</c:v>
                </c:pt>
                <c:pt idx="2952">
                  <c:v>41025</c:v>
                </c:pt>
                <c:pt idx="2953">
                  <c:v>41026</c:v>
                </c:pt>
                <c:pt idx="2954">
                  <c:v>41029</c:v>
                </c:pt>
                <c:pt idx="2955">
                  <c:v>41030</c:v>
                </c:pt>
                <c:pt idx="2956">
                  <c:v>41031</c:v>
                </c:pt>
                <c:pt idx="2957">
                  <c:v>41032</c:v>
                </c:pt>
                <c:pt idx="2958">
                  <c:v>41033</c:v>
                </c:pt>
                <c:pt idx="2959">
                  <c:v>41036</c:v>
                </c:pt>
                <c:pt idx="2960">
                  <c:v>41037</c:v>
                </c:pt>
                <c:pt idx="2961">
                  <c:v>41038</c:v>
                </c:pt>
                <c:pt idx="2962">
                  <c:v>41039</c:v>
                </c:pt>
                <c:pt idx="2963">
                  <c:v>41040</c:v>
                </c:pt>
                <c:pt idx="2964">
                  <c:v>41043</c:v>
                </c:pt>
                <c:pt idx="2965">
                  <c:v>41044</c:v>
                </c:pt>
                <c:pt idx="2966">
                  <c:v>41045</c:v>
                </c:pt>
                <c:pt idx="2967">
                  <c:v>41046</c:v>
                </c:pt>
                <c:pt idx="2968">
                  <c:v>41047</c:v>
                </c:pt>
                <c:pt idx="2969">
                  <c:v>41050</c:v>
                </c:pt>
                <c:pt idx="2970">
                  <c:v>41051</c:v>
                </c:pt>
                <c:pt idx="2971">
                  <c:v>41052</c:v>
                </c:pt>
                <c:pt idx="2972">
                  <c:v>41053</c:v>
                </c:pt>
                <c:pt idx="2973">
                  <c:v>41054</c:v>
                </c:pt>
                <c:pt idx="2974">
                  <c:v>41057</c:v>
                </c:pt>
                <c:pt idx="2975">
                  <c:v>41058</c:v>
                </c:pt>
                <c:pt idx="2976">
                  <c:v>41059</c:v>
                </c:pt>
                <c:pt idx="2977">
                  <c:v>41060</c:v>
                </c:pt>
                <c:pt idx="2978">
                  <c:v>41061</c:v>
                </c:pt>
                <c:pt idx="2979">
                  <c:v>41064</c:v>
                </c:pt>
                <c:pt idx="2980">
                  <c:v>41065</c:v>
                </c:pt>
                <c:pt idx="2981">
                  <c:v>41066</c:v>
                </c:pt>
                <c:pt idx="2982">
                  <c:v>41067</c:v>
                </c:pt>
                <c:pt idx="2983">
                  <c:v>41068</c:v>
                </c:pt>
                <c:pt idx="2984">
                  <c:v>41071</c:v>
                </c:pt>
                <c:pt idx="2985">
                  <c:v>41072</c:v>
                </c:pt>
                <c:pt idx="2986">
                  <c:v>41073</c:v>
                </c:pt>
                <c:pt idx="2987">
                  <c:v>41074</c:v>
                </c:pt>
                <c:pt idx="2988">
                  <c:v>41075</c:v>
                </c:pt>
                <c:pt idx="2989">
                  <c:v>41078</c:v>
                </c:pt>
                <c:pt idx="2990">
                  <c:v>41079</c:v>
                </c:pt>
                <c:pt idx="2991">
                  <c:v>41080</c:v>
                </c:pt>
                <c:pt idx="2992">
                  <c:v>41081</c:v>
                </c:pt>
                <c:pt idx="2993">
                  <c:v>41082</c:v>
                </c:pt>
                <c:pt idx="2994">
                  <c:v>41085</c:v>
                </c:pt>
                <c:pt idx="2995">
                  <c:v>41086</c:v>
                </c:pt>
                <c:pt idx="2996">
                  <c:v>41087</c:v>
                </c:pt>
                <c:pt idx="2997">
                  <c:v>41088</c:v>
                </c:pt>
                <c:pt idx="2998">
                  <c:v>41089</c:v>
                </c:pt>
                <c:pt idx="2999">
                  <c:v>41092</c:v>
                </c:pt>
                <c:pt idx="3000">
                  <c:v>41093</c:v>
                </c:pt>
                <c:pt idx="3001">
                  <c:v>41094</c:v>
                </c:pt>
                <c:pt idx="3002">
                  <c:v>41095</c:v>
                </c:pt>
                <c:pt idx="3003">
                  <c:v>41096</c:v>
                </c:pt>
                <c:pt idx="3004">
                  <c:v>41099</c:v>
                </c:pt>
                <c:pt idx="3005">
                  <c:v>41100</c:v>
                </c:pt>
                <c:pt idx="3006">
                  <c:v>41101</c:v>
                </c:pt>
                <c:pt idx="3007">
                  <c:v>41102</c:v>
                </c:pt>
                <c:pt idx="3008">
                  <c:v>41103</c:v>
                </c:pt>
                <c:pt idx="3009">
                  <c:v>41106</c:v>
                </c:pt>
                <c:pt idx="3010">
                  <c:v>41107</c:v>
                </c:pt>
                <c:pt idx="3011">
                  <c:v>41108</c:v>
                </c:pt>
                <c:pt idx="3012">
                  <c:v>41109</c:v>
                </c:pt>
                <c:pt idx="3013">
                  <c:v>41110</c:v>
                </c:pt>
                <c:pt idx="3014">
                  <c:v>41113</c:v>
                </c:pt>
                <c:pt idx="3015">
                  <c:v>41114</c:v>
                </c:pt>
                <c:pt idx="3016">
                  <c:v>41115</c:v>
                </c:pt>
                <c:pt idx="3017">
                  <c:v>41116</c:v>
                </c:pt>
                <c:pt idx="3018">
                  <c:v>41117</c:v>
                </c:pt>
                <c:pt idx="3019">
                  <c:v>41120</c:v>
                </c:pt>
                <c:pt idx="3020">
                  <c:v>41121</c:v>
                </c:pt>
                <c:pt idx="3021">
                  <c:v>41122</c:v>
                </c:pt>
                <c:pt idx="3022">
                  <c:v>41123</c:v>
                </c:pt>
                <c:pt idx="3023">
                  <c:v>41124</c:v>
                </c:pt>
                <c:pt idx="3024">
                  <c:v>41127</c:v>
                </c:pt>
                <c:pt idx="3025">
                  <c:v>41128</c:v>
                </c:pt>
                <c:pt idx="3026">
                  <c:v>41129</c:v>
                </c:pt>
                <c:pt idx="3027">
                  <c:v>41130</c:v>
                </c:pt>
                <c:pt idx="3028">
                  <c:v>41131</c:v>
                </c:pt>
                <c:pt idx="3029">
                  <c:v>41134</c:v>
                </c:pt>
                <c:pt idx="3030">
                  <c:v>41135</c:v>
                </c:pt>
                <c:pt idx="3031">
                  <c:v>41136</c:v>
                </c:pt>
                <c:pt idx="3032">
                  <c:v>41137</c:v>
                </c:pt>
                <c:pt idx="3033">
                  <c:v>41138</c:v>
                </c:pt>
                <c:pt idx="3034">
                  <c:v>41141</c:v>
                </c:pt>
                <c:pt idx="3035">
                  <c:v>41142</c:v>
                </c:pt>
                <c:pt idx="3036">
                  <c:v>41143</c:v>
                </c:pt>
                <c:pt idx="3037">
                  <c:v>41144</c:v>
                </c:pt>
                <c:pt idx="3038">
                  <c:v>41145</c:v>
                </c:pt>
                <c:pt idx="3039">
                  <c:v>41148</c:v>
                </c:pt>
                <c:pt idx="3040">
                  <c:v>41149</c:v>
                </c:pt>
                <c:pt idx="3041">
                  <c:v>41150</c:v>
                </c:pt>
                <c:pt idx="3042">
                  <c:v>41151</c:v>
                </c:pt>
                <c:pt idx="3043">
                  <c:v>41152</c:v>
                </c:pt>
                <c:pt idx="3044">
                  <c:v>41155</c:v>
                </c:pt>
                <c:pt idx="3045">
                  <c:v>41156</c:v>
                </c:pt>
                <c:pt idx="3046">
                  <c:v>41157</c:v>
                </c:pt>
                <c:pt idx="3047">
                  <c:v>41158</c:v>
                </c:pt>
                <c:pt idx="3048">
                  <c:v>41159</c:v>
                </c:pt>
                <c:pt idx="3049">
                  <c:v>41162</c:v>
                </c:pt>
                <c:pt idx="3050">
                  <c:v>41163</c:v>
                </c:pt>
                <c:pt idx="3051">
                  <c:v>41164</c:v>
                </c:pt>
                <c:pt idx="3052">
                  <c:v>41165</c:v>
                </c:pt>
                <c:pt idx="3053">
                  <c:v>41166</c:v>
                </c:pt>
                <c:pt idx="3054">
                  <c:v>41169</c:v>
                </c:pt>
                <c:pt idx="3055">
                  <c:v>41170</c:v>
                </c:pt>
                <c:pt idx="3056">
                  <c:v>41171</c:v>
                </c:pt>
                <c:pt idx="3057">
                  <c:v>41172</c:v>
                </c:pt>
                <c:pt idx="3058">
                  <c:v>41173</c:v>
                </c:pt>
                <c:pt idx="3059">
                  <c:v>41176</c:v>
                </c:pt>
                <c:pt idx="3060">
                  <c:v>41177</c:v>
                </c:pt>
                <c:pt idx="3061">
                  <c:v>41178</c:v>
                </c:pt>
                <c:pt idx="3062">
                  <c:v>41179</c:v>
                </c:pt>
                <c:pt idx="3063">
                  <c:v>41180</c:v>
                </c:pt>
                <c:pt idx="3064">
                  <c:v>41183</c:v>
                </c:pt>
                <c:pt idx="3065">
                  <c:v>41184</c:v>
                </c:pt>
                <c:pt idx="3066">
                  <c:v>41185</c:v>
                </c:pt>
                <c:pt idx="3067">
                  <c:v>41186</c:v>
                </c:pt>
                <c:pt idx="3068">
                  <c:v>41187</c:v>
                </c:pt>
                <c:pt idx="3069">
                  <c:v>41190</c:v>
                </c:pt>
                <c:pt idx="3070">
                  <c:v>41191</c:v>
                </c:pt>
                <c:pt idx="3071">
                  <c:v>41192</c:v>
                </c:pt>
                <c:pt idx="3072">
                  <c:v>41193</c:v>
                </c:pt>
                <c:pt idx="3073">
                  <c:v>41194</c:v>
                </c:pt>
                <c:pt idx="3074">
                  <c:v>41197</c:v>
                </c:pt>
                <c:pt idx="3075">
                  <c:v>41198</c:v>
                </c:pt>
                <c:pt idx="3076">
                  <c:v>41199</c:v>
                </c:pt>
                <c:pt idx="3077">
                  <c:v>41200</c:v>
                </c:pt>
                <c:pt idx="3078">
                  <c:v>41201</c:v>
                </c:pt>
                <c:pt idx="3079">
                  <c:v>41204</c:v>
                </c:pt>
                <c:pt idx="3080">
                  <c:v>41205</c:v>
                </c:pt>
                <c:pt idx="3081">
                  <c:v>41206</c:v>
                </c:pt>
                <c:pt idx="3082">
                  <c:v>41207</c:v>
                </c:pt>
                <c:pt idx="3083">
                  <c:v>41208</c:v>
                </c:pt>
                <c:pt idx="3084">
                  <c:v>41211</c:v>
                </c:pt>
                <c:pt idx="3085">
                  <c:v>41212</c:v>
                </c:pt>
                <c:pt idx="3086">
                  <c:v>41213</c:v>
                </c:pt>
                <c:pt idx="3087">
                  <c:v>41214</c:v>
                </c:pt>
                <c:pt idx="3088">
                  <c:v>41215</c:v>
                </c:pt>
                <c:pt idx="3089">
                  <c:v>41218</c:v>
                </c:pt>
                <c:pt idx="3090">
                  <c:v>41219</c:v>
                </c:pt>
                <c:pt idx="3091">
                  <c:v>41220</c:v>
                </c:pt>
                <c:pt idx="3092">
                  <c:v>41221</c:v>
                </c:pt>
                <c:pt idx="3093">
                  <c:v>41222</c:v>
                </c:pt>
                <c:pt idx="3094">
                  <c:v>41225</c:v>
                </c:pt>
                <c:pt idx="3095">
                  <c:v>41226</c:v>
                </c:pt>
                <c:pt idx="3096">
                  <c:v>41227</c:v>
                </c:pt>
                <c:pt idx="3097">
                  <c:v>41228</c:v>
                </c:pt>
                <c:pt idx="3098">
                  <c:v>41229</c:v>
                </c:pt>
                <c:pt idx="3099">
                  <c:v>41232</c:v>
                </c:pt>
                <c:pt idx="3100">
                  <c:v>41233</c:v>
                </c:pt>
                <c:pt idx="3101">
                  <c:v>41234</c:v>
                </c:pt>
                <c:pt idx="3102">
                  <c:v>41235</c:v>
                </c:pt>
                <c:pt idx="3103">
                  <c:v>41236</c:v>
                </c:pt>
                <c:pt idx="3104">
                  <c:v>41239</c:v>
                </c:pt>
                <c:pt idx="3105">
                  <c:v>41240</c:v>
                </c:pt>
                <c:pt idx="3106">
                  <c:v>41241</c:v>
                </c:pt>
                <c:pt idx="3107">
                  <c:v>41242</c:v>
                </c:pt>
                <c:pt idx="3108">
                  <c:v>41243</c:v>
                </c:pt>
                <c:pt idx="3109">
                  <c:v>41246</c:v>
                </c:pt>
                <c:pt idx="3110">
                  <c:v>41247</c:v>
                </c:pt>
                <c:pt idx="3111">
                  <c:v>41248</c:v>
                </c:pt>
                <c:pt idx="3112">
                  <c:v>41249</c:v>
                </c:pt>
                <c:pt idx="3113">
                  <c:v>41250</c:v>
                </c:pt>
                <c:pt idx="3114">
                  <c:v>41253</c:v>
                </c:pt>
                <c:pt idx="3115">
                  <c:v>41254</c:v>
                </c:pt>
                <c:pt idx="3116">
                  <c:v>41255</c:v>
                </c:pt>
                <c:pt idx="3117">
                  <c:v>41256</c:v>
                </c:pt>
                <c:pt idx="3118">
                  <c:v>41257</c:v>
                </c:pt>
                <c:pt idx="3119">
                  <c:v>41260</c:v>
                </c:pt>
                <c:pt idx="3120">
                  <c:v>41261</c:v>
                </c:pt>
                <c:pt idx="3121">
                  <c:v>41262</c:v>
                </c:pt>
                <c:pt idx="3122">
                  <c:v>41263</c:v>
                </c:pt>
                <c:pt idx="3123">
                  <c:v>41264</c:v>
                </c:pt>
                <c:pt idx="3124">
                  <c:v>41267</c:v>
                </c:pt>
                <c:pt idx="3125">
                  <c:v>41268</c:v>
                </c:pt>
                <c:pt idx="3126">
                  <c:v>41269</c:v>
                </c:pt>
                <c:pt idx="3127">
                  <c:v>41270</c:v>
                </c:pt>
                <c:pt idx="3128">
                  <c:v>41271</c:v>
                </c:pt>
                <c:pt idx="3129">
                  <c:v>41274</c:v>
                </c:pt>
                <c:pt idx="3130">
                  <c:v>41275</c:v>
                </c:pt>
                <c:pt idx="3131">
                  <c:v>41276</c:v>
                </c:pt>
                <c:pt idx="3132">
                  <c:v>41277</c:v>
                </c:pt>
                <c:pt idx="3133">
                  <c:v>41278</c:v>
                </c:pt>
                <c:pt idx="3134">
                  <c:v>41281</c:v>
                </c:pt>
                <c:pt idx="3135">
                  <c:v>41282</c:v>
                </c:pt>
                <c:pt idx="3136">
                  <c:v>41283</c:v>
                </c:pt>
                <c:pt idx="3137">
                  <c:v>41284</c:v>
                </c:pt>
                <c:pt idx="3138">
                  <c:v>41285</c:v>
                </c:pt>
                <c:pt idx="3139">
                  <c:v>41288</c:v>
                </c:pt>
                <c:pt idx="3140">
                  <c:v>41289</c:v>
                </c:pt>
                <c:pt idx="3141">
                  <c:v>41290</c:v>
                </c:pt>
                <c:pt idx="3142">
                  <c:v>41291</c:v>
                </c:pt>
                <c:pt idx="3143">
                  <c:v>41292</c:v>
                </c:pt>
                <c:pt idx="3144">
                  <c:v>41295</c:v>
                </c:pt>
                <c:pt idx="3145">
                  <c:v>41296</c:v>
                </c:pt>
                <c:pt idx="3146">
                  <c:v>41297</c:v>
                </c:pt>
                <c:pt idx="3147">
                  <c:v>41298</c:v>
                </c:pt>
                <c:pt idx="3148">
                  <c:v>41299</c:v>
                </c:pt>
                <c:pt idx="3149">
                  <c:v>41302</c:v>
                </c:pt>
                <c:pt idx="3150">
                  <c:v>41303</c:v>
                </c:pt>
                <c:pt idx="3151">
                  <c:v>41304</c:v>
                </c:pt>
                <c:pt idx="3152">
                  <c:v>41305</c:v>
                </c:pt>
                <c:pt idx="3153">
                  <c:v>41306</c:v>
                </c:pt>
                <c:pt idx="3154">
                  <c:v>41309</c:v>
                </c:pt>
                <c:pt idx="3155">
                  <c:v>41310</c:v>
                </c:pt>
                <c:pt idx="3156">
                  <c:v>41311</c:v>
                </c:pt>
                <c:pt idx="3157">
                  <c:v>41312</c:v>
                </c:pt>
                <c:pt idx="3158">
                  <c:v>41313</c:v>
                </c:pt>
                <c:pt idx="3159">
                  <c:v>41316</c:v>
                </c:pt>
                <c:pt idx="3160">
                  <c:v>41317</c:v>
                </c:pt>
                <c:pt idx="3161">
                  <c:v>41318</c:v>
                </c:pt>
                <c:pt idx="3162">
                  <c:v>41319</c:v>
                </c:pt>
                <c:pt idx="3163">
                  <c:v>41320</c:v>
                </c:pt>
                <c:pt idx="3164">
                  <c:v>41323</c:v>
                </c:pt>
                <c:pt idx="3165">
                  <c:v>41324</c:v>
                </c:pt>
                <c:pt idx="3166">
                  <c:v>41325</c:v>
                </c:pt>
                <c:pt idx="3167">
                  <c:v>41326</c:v>
                </c:pt>
                <c:pt idx="3168">
                  <c:v>41327</c:v>
                </c:pt>
                <c:pt idx="3169">
                  <c:v>41330</c:v>
                </c:pt>
                <c:pt idx="3170">
                  <c:v>41331</c:v>
                </c:pt>
                <c:pt idx="3171">
                  <c:v>41332</c:v>
                </c:pt>
                <c:pt idx="3172">
                  <c:v>41333</c:v>
                </c:pt>
                <c:pt idx="3173">
                  <c:v>41334</c:v>
                </c:pt>
                <c:pt idx="3174">
                  <c:v>41337</c:v>
                </c:pt>
                <c:pt idx="3175">
                  <c:v>41338</c:v>
                </c:pt>
                <c:pt idx="3176">
                  <c:v>41339</c:v>
                </c:pt>
                <c:pt idx="3177">
                  <c:v>41340</c:v>
                </c:pt>
                <c:pt idx="3178">
                  <c:v>41341</c:v>
                </c:pt>
                <c:pt idx="3179">
                  <c:v>41344</c:v>
                </c:pt>
                <c:pt idx="3180">
                  <c:v>41345</c:v>
                </c:pt>
                <c:pt idx="3181">
                  <c:v>41346</c:v>
                </c:pt>
                <c:pt idx="3182">
                  <c:v>41347</c:v>
                </c:pt>
                <c:pt idx="3183">
                  <c:v>41348</c:v>
                </c:pt>
                <c:pt idx="3184">
                  <c:v>41351</c:v>
                </c:pt>
                <c:pt idx="3185">
                  <c:v>41352</c:v>
                </c:pt>
                <c:pt idx="3186">
                  <c:v>41353</c:v>
                </c:pt>
                <c:pt idx="3187">
                  <c:v>41354</c:v>
                </c:pt>
                <c:pt idx="3188">
                  <c:v>41355</c:v>
                </c:pt>
                <c:pt idx="3189">
                  <c:v>41358</c:v>
                </c:pt>
                <c:pt idx="3190">
                  <c:v>41359</c:v>
                </c:pt>
                <c:pt idx="3191">
                  <c:v>41360</c:v>
                </c:pt>
                <c:pt idx="3192">
                  <c:v>41361</c:v>
                </c:pt>
                <c:pt idx="3193">
                  <c:v>41362</c:v>
                </c:pt>
                <c:pt idx="3194">
                  <c:v>41365</c:v>
                </c:pt>
                <c:pt idx="3195">
                  <c:v>41366</c:v>
                </c:pt>
                <c:pt idx="3196">
                  <c:v>41367</c:v>
                </c:pt>
                <c:pt idx="3197">
                  <c:v>41368</c:v>
                </c:pt>
                <c:pt idx="3198">
                  <c:v>41369</c:v>
                </c:pt>
                <c:pt idx="3199">
                  <c:v>41372</c:v>
                </c:pt>
                <c:pt idx="3200">
                  <c:v>41373</c:v>
                </c:pt>
                <c:pt idx="3201">
                  <c:v>41374</c:v>
                </c:pt>
                <c:pt idx="3202">
                  <c:v>41375</c:v>
                </c:pt>
                <c:pt idx="3203">
                  <c:v>41376</c:v>
                </c:pt>
                <c:pt idx="3204">
                  <c:v>41379</c:v>
                </c:pt>
                <c:pt idx="3205">
                  <c:v>41380</c:v>
                </c:pt>
                <c:pt idx="3206">
                  <c:v>41381</c:v>
                </c:pt>
                <c:pt idx="3207">
                  <c:v>41382</c:v>
                </c:pt>
                <c:pt idx="3208">
                  <c:v>41383</c:v>
                </c:pt>
                <c:pt idx="3209">
                  <c:v>41386</c:v>
                </c:pt>
                <c:pt idx="3210">
                  <c:v>41387</c:v>
                </c:pt>
                <c:pt idx="3211">
                  <c:v>41388</c:v>
                </c:pt>
                <c:pt idx="3212">
                  <c:v>41389</c:v>
                </c:pt>
                <c:pt idx="3213">
                  <c:v>41390</c:v>
                </c:pt>
                <c:pt idx="3214">
                  <c:v>41393</c:v>
                </c:pt>
                <c:pt idx="3215">
                  <c:v>41394</c:v>
                </c:pt>
                <c:pt idx="3216">
                  <c:v>41395</c:v>
                </c:pt>
                <c:pt idx="3217">
                  <c:v>41396</c:v>
                </c:pt>
                <c:pt idx="3218">
                  <c:v>41397</c:v>
                </c:pt>
                <c:pt idx="3219">
                  <c:v>41400</c:v>
                </c:pt>
                <c:pt idx="3220">
                  <c:v>41401</c:v>
                </c:pt>
                <c:pt idx="3221">
                  <c:v>41402</c:v>
                </c:pt>
                <c:pt idx="3222">
                  <c:v>41403</c:v>
                </c:pt>
                <c:pt idx="3223">
                  <c:v>41404</c:v>
                </c:pt>
                <c:pt idx="3224">
                  <c:v>41407</c:v>
                </c:pt>
                <c:pt idx="3225">
                  <c:v>41408</c:v>
                </c:pt>
                <c:pt idx="3226">
                  <c:v>41409</c:v>
                </c:pt>
                <c:pt idx="3227">
                  <c:v>41410</c:v>
                </c:pt>
                <c:pt idx="3228">
                  <c:v>41411</c:v>
                </c:pt>
                <c:pt idx="3229">
                  <c:v>41414</c:v>
                </c:pt>
                <c:pt idx="3230">
                  <c:v>41415</c:v>
                </c:pt>
                <c:pt idx="3231">
                  <c:v>41416</c:v>
                </c:pt>
                <c:pt idx="3232">
                  <c:v>41417</c:v>
                </c:pt>
                <c:pt idx="3233">
                  <c:v>41418</c:v>
                </c:pt>
                <c:pt idx="3234">
                  <c:v>41421</c:v>
                </c:pt>
                <c:pt idx="3235">
                  <c:v>41422</c:v>
                </c:pt>
                <c:pt idx="3236">
                  <c:v>41423</c:v>
                </c:pt>
                <c:pt idx="3237">
                  <c:v>41424</c:v>
                </c:pt>
                <c:pt idx="3238">
                  <c:v>41425</c:v>
                </c:pt>
                <c:pt idx="3239">
                  <c:v>41428</c:v>
                </c:pt>
                <c:pt idx="3240">
                  <c:v>41429</c:v>
                </c:pt>
                <c:pt idx="3241">
                  <c:v>41430</c:v>
                </c:pt>
                <c:pt idx="3242">
                  <c:v>41431</c:v>
                </c:pt>
                <c:pt idx="3243">
                  <c:v>41432</c:v>
                </c:pt>
                <c:pt idx="3244">
                  <c:v>41435</c:v>
                </c:pt>
                <c:pt idx="3245">
                  <c:v>41436</c:v>
                </c:pt>
                <c:pt idx="3246">
                  <c:v>41437</c:v>
                </c:pt>
                <c:pt idx="3247">
                  <c:v>41438</c:v>
                </c:pt>
                <c:pt idx="3248">
                  <c:v>41439</c:v>
                </c:pt>
                <c:pt idx="3249">
                  <c:v>41442</c:v>
                </c:pt>
                <c:pt idx="3250">
                  <c:v>41443</c:v>
                </c:pt>
                <c:pt idx="3251">
                  <c:v>41444</c:v>
                </c:pt>
                <c:pt idx="3252">
                  <c:v>41445</c:v>
                </c:pt>
                <c:pt idx="3253">
                  <c:v>41446</c:v>
                </c:pt>
                <c:pt idx="3254">
                  <c:v>41449</c:v>
                </c:pt>
                <c:pt idx="3255">
                  <c:v>41450</c:v>
                </c:pt>
                <c:pt idx="3256">
                  <c:v>41451</c:v>
                </c:pt>
                <c:pt idx="3257">
                  <c:v>41452</c:v>
                </c:pt>
                <c:pt idx="3258">
                  <c:v>41453</c:v>
                </c:pt>
                <c:pt idx="3259">
                  <c:v>41456</c:v>
                </c:pt>
                <c:pt idx="3260">
                  <c:v>41457</c:v>
                </c:pt>
                <c:pt idx="3261">
                  <c:v>41458</c:v>
                </c:pt>
                <c:pt idx="3262">
                  <c:v>41459</c:v>
                </c:pt>
                <c:pt idx="3263">
                  <c:v>41460</c:v>
                </c:pt>
                <c:pt idx="3264">
                  <c:v>41463</c:v>
                </c:pt>
                <c:pt idx="3265">
                  <c:v>41464</c:v>
                </c:pt>
                <c:pt idx="3266">
                  <c:v>41465</c:v>
                </c:pt>
                <c:pt idx="3267">
                  <c:v>41466</c:v>
                </c:pt>
                <c:pt idx="3268">
                  <c:v>41467</c:v>
                </c:pt>
                <c:pt idx="3269">
                  <c:v>41470</c:v>
                </c:pt>
                <c:pt idx="3270">
                  <c:v>41471</c:v>
                </c:pt>
                <c:pt idx="3271">
                  <c:v>41472</c:v>
                </c:pt>
                <c:pt idx="3272">
                  <c:v>41473</c:v>
                </c:pt>
                <c:pt idx="3273">
                  <c:v>41474</c:v>
                </c:pt>
                <c:pt idx="3274">
                  <c:v>41477</c:v>
                </c:pt>
                <c:pt idx="3275">
                  <c:v>41478</c:v>
                </c:pt>
                <c:pt idx="3276">
                  <c:v>41479</c:v>
                </c:pt>
                <c:pt idx="3277">
                  <c:v>41480</c:v>
                </c:pt>
                <c:pt idx="3278">
                  <c:v>41481</c:v>
                </c:pt>
                <c:pt idx="3279">
                  <c:v>41484</c:v>
                </c:pt>
                <c:pt idx="3280">
                  <c:v>41485</c:v>
                </c:pt>
                <c:pt idx="3281">
                  <c:v>41486</c:v>
                </c:pt>
                <c:pt idx="3282">
                  <c:v>41487</c:v>
                </c:pt>
                <c:pt idx="3283">
                  <c:v>41488</c:v>
                </c:pt>
                <c:pt idx="3284">
                  <c:v>41491</c:v>
                </c:pt>
                <c:pt idx="3285">
                  <c:v>41492</c:v>
                </c:pt>
                <c:pt idx="3286">
                  <c:v>41493</c:v>
                </c:pt>
                <c:pt idx="3287">
                  <c:v>41494</c:v>
                </c:pt>
                <c:pt idx="3288">
                  <c:v>41495</c:v>
                </c:pt>
                <c:pt idx="3289">
                  <c:v>41498</c:v>
                </c:pt>
                <c:pt idx="3290">
                  <c:v>41499</c:v>
                </c:pt>
                <c:pt idx="3291">
                  <c:v>41500</c:v>
                </c:pt>
                <c:pt idx="3292">
                  <c:v>41501</c:v>
                </c:pt>
                <c:pt idx="3293">
                  <c:v>41502</c:v>
                </c:pt>
                <c:pt idx="3294">
                  <c:v>41505</c:v>
                </c:pt>
                <c:pt idx="3295">
                  <c:v>41506</c:v>
                </c:pt>
                <c:pt idx="3296">
                  <c:v>41507</c:v>
                </c:pt>
                <c:pt idx="3297">
                  <c:v>41508</c:v>
                </c:pt>
                <c:pt idx="3298">
                  <c:v>41509</c:v>
                </c:pt>
                <c:pt idx="3299">
                  <c:v>41512</c:v>
                </c:pt>
                <c:pt idx="3300">
                  <c:v>41513</c:v>
                </c:pt>
                <c:pt idx="3301">
                  <c:v>41514</c:v>
                </c:pt>
                <c:pt idx="3302">
                  <c:v>41515</c:v>
                </c:pt>
                <c:pt idx="3303">
                  <c:v>41516</c:v>
                </c:pt>
                <c:pt idx="3304">
                  <c:v>41519</c:v>
                </c:pt>
                <c:pt idx="3305">
                  <c:v>41520</c:v>
                </c:pt>
                <c:pt idx="3306">
                  <c:v>41521</c:v>
                </c:pt>
                <c:pt idx="3307">
                  <c:v>41522</c:v>
                </c:pt>
                <c:pt idx="3308">
                  <c:v>41523</c:v>
                </c:pt>
                <c:pt idx="3309">
                  <c:v>41526</c:v>
                </c:pt>
                <c:pt idx="3310">
                  <c:v>41527</c:v>
                </c:pt>
                <c:pt idx="3311">
                  <c:v>41528</c:v>
                </c:pt>
                <c:pt idx="3312">
                  <c:v>41529</c:v>
                </c:pt>
                <c:pt idx="3313">
                  <c:v>41530</c:v>
                </c:pt>
                <c:pt idx="3314">
                  <c:v>41533</c:v>
                </c:pt>
                <c:pt idx="3315">
                  <c:v>41534</c:v>
                </c:pt>
                <c:pt idx="3316">
                  <c:v>41535</c:v>
                </c:pt>
                <c:pt idx="3317">
                  <c:v>41536</c:v>
                </c:pt>
                <c:pt idx="3318">
                  <c:v>41537</c:v>
                </c:pt>
                <c:pt idx="3319">
                  <c:v>41540</c:v>
                </c:pt>
                <c:pt idx="3320">
                  <c:v>41541</c:v>
                </c:pt>
                <c:pt idx="3321">
                  <c:v>41542</c:v>
                </c:pt>
                <c:pt idx="3322">
                  <c:v>41543</c:v>
                </c:pt>
                <c:pt idx="3323">
                  <c:v>41544</c:v>
                </c:pt>
                <c:pt idx="3324">
                  <c:v>41547</c:v>
                </c:pt>
                <c:pt idx="3325">
                  <c:v>41548</c:v>
                </c:pt>
                <c:pt idx="3326">
                  <c:v>41549</c:v>
                </c:pt>
                <c:pt idx="3327">
                  <c:v>41550</c:v>
                </c:pt>
                <c:pt idx="3328">
                  <c:v>41551</c:v>
                </c:pt>
                <c:pt idx="3329">
                  <c:v>41554</c:v>
                </c:pt>
                <c:pt idx="3330">
                  <c:v>41555</c:v>
                </c:pt>
                <c:pt idx="3331">
                  <c:v>41556</c:v>
                </c:pt>
                <c:pt idx="3332">
                  <c:v>41557</c:v>
                </c:pt>
                <c:pt idx="3333">
                  <c:v>41558</c:v>
                </c:pt>
                <c:pt idx="3334">
                  <c:v>41561</c:v>
                </c:pt>
                <c:pt idx="3335">
                  <c:v>41562</c:v>
                </c:pt>
                <c:pt idx="3336">
                  <c:v>41563</c:v>
                </c:pt>
                <c:pt idx="3337">
                  <c:v>41564</c:v>
                </c:pt>
                <c:pt idx="3338">
                  <c:v>41565</c:v>
                </c:pt>
                <c:pt idx="3339">
                  <c:v>41568</c:v>
                </c:pt>
                <c:pt idx="3340">
                  <c:v>41569</c:v>
                </c:pt>
                <c:pt idx="3341">
                  <c:v>41570</c:v>
                </c:pt>
                <c:pt idx="3342">
                  <c:v>41571</c:v>
                </c:pt>
                <c:pt idx="3343">
                  <c:v>41572</c:v>
                </c:pt>
                <c:pt idx="3344">
                  <c:v>41575</c:v>
                </c:pt>
                <c:pt idx="3345">
                  <c:v>41576</c:v>
                </c:pt>
                <c:pt idx="3346">
                  <c:v>41577</c:v>
                </c:pt>
                <c:pt idx="3347">
                  <c:v>41578</c:v>
                </c:pt>
                <c:pt idx="3348">
                  <c:v>41579</c:v>
                </c:pt>
                <c:pt idx="3349">
                  <c:v>41582</c:v>
                </c:pt>
                <c:pt idx="3350">
                  <c:v>41583</c:v>
                </c:pt>
                <c:pt idx="3351">
                  <c:v>41584</c:v>
                </c:pt>
                <c:pt idx="3352">
                  <c:v>41585</c:v>
                </c:pt>
                <c:pt idx="3353">
                  <c:v>41586</c:v>
                </c:pt>
                <c:pt idx="3354">
                  <c:v>41589</c:v>
                </c:pt>
                <c:pt idx="3355">
                  <c:v>41590</c:v>
                </c:pt>
                <c:pt idx="3356">
                  <c:v>41591</c:v>
                </c:pt>
                <c:pt idx="3357">
                  <c:v>41592</c:v>
                </c:pt>
                <c:pt idx="3358">
                  <c:v>41593</c:v>
                </c:pt>
                <c:pt idx="3359">
                  <c:v>41596</c:v>
                </c:pt>
                <c:pt idx="3360">
                  <c:v>41597</c:v>
                </c:pt>
                <c:pt idx="3361">
                  <c:v>41598</c:v>
                </c:pt>
                <c:pt idx="3362">
                  <c:v>41599</c:v>
                </c:pt>
                <c:pt idx="3363">
                  <c:v>41600</c:v>
                </c:pt>
                <c:pt idx="3364">
                  <c:v>41603</c:v>
                </c:pt>
                <c:pt idx="3365">
                  <c:v>41604</c:v>
                </c:pt>
                <c:pt idx="3366">
                  <c:v>41605</c:v>
                </c:pt>
                <c:pt idx="3367">
                  <c:v>41606</c:v>
                </c:pt>
                <c:pt idx="3368">
                  <c:v>41607</c:v>
                </c:pt>
                <c:pt idx="3369">
                  <c:v>41610</c:v>
                </c:pt>
                <c:pt idx="3370">
                  <c:v>41611</c:v>
                </c:pt>
                <c:pt idx="3371">
                  <c:v>41612</c:v>
                </c:pt>
                <c:pt idx="3372">
                  <c:v>41613</c:v>
                </c:pt>
                <c:pt idx="3373">
                  <c:v>41614</c:v>
                </c:pt>
                <c:pt idx="3374">
                  <c:v>41617</c:v>
                </c:pt>
                <c:pt idx="3375">
                  <c:v>41618</c:v>
                </c:pt>
                <c:pt idx="3376">
                  <c:v>41619</c:v>
                </c:pt>
                <c:pt idx="3377">
                  <c:v>41620</c:v>
                </c:pt>
                <c:pt idx="3378">
                  <c:v>41621</c:v>
                </c:pt>
                <c:pt idx="3379">
                  <c:v>41624</c:v>
                </c:pt>
                <c:pt idx="3380">
                  <c:v>41625</c:v>
                </c:pt>
                <c:pt idx="3381">
                  <c:v>41626</c:v>
                </c:pt>
                <c:pt idx="3382">
                  <c:v>41627</c:v>
                </c:pt>
                <c:pt idx="3383">
                  <c:v>41628</c:v>
                </c:pt>
                <c:pt idx="3384">
                  <c:v>41631</c:v>
                </c:pt>
                <c:pt idx="3385">
                  <c:v>41632</c:v>
                </c:pt>
                <c:pt idx="3386">
                  <c:v>41633</c:v>
                </c:pt>
                <c:pt idx="3387">
                  <c:v>41634</c:v>
                </c:pt>
                <c:pt idx="3388">
                  <c:v>41635</c:v>
                </c:pt>
                <c:pt idx="3389">
                  <c:v>41638</c:v>
                </c:pt>
                <c:pt idx="3390">
                  <c:v>41639</c:v>
                </c:pt>
                <c:pt idx="3391">
                  <c:v>41640</c:v>
                </c:pt>
                <c:pt idx="3392">
                  <c:v>41641</c:v>
                </c:pt>
                <c:pt idx="3393">
                  <c:v>41642</c:v>
                </c:pt>
                <c:pt idx="3394">
                  <c:v>41645</c:v>
                </c:pt>
                <c:pt idx="3395">
                  <c:v>41646</c:v>
                </c:pt>
                <c:pt idx="3396">
                  <c:v>41647</c:v>
                </c:pt>
                <c:pt idx="3397">
                  <c:v>41648</c:v>
                </c:pt>
                <c:pt idx="3398">
                  <c:v>41649</c:v>
                </c:pt>
                <c:pt idx="3399">
                  <c:v>41652</c:v>
                </c:pt>
                <c:pt idx="3400">
                  <c:v>41653</c:v>
                </c:pt>
                <c:pt idx="3401">
                  <c:v>41654</c:v>
                </c:pt>
                <c:pt idx="3402">
                  <c:v>41655</c:v>
                </c:pt>
                <c:pt idx="3403">
                  <c:v>41656</c:v>
                </c:pt>
                <c:pt idx="3404">
                  <c:v>41659</c:v>
                </c:pt>
                <c:pt idx="3405">
                  <c:v>41660</c:v>
                </c:pt>
                <c:pt idx="3406">
                  <c:v>41661</c:v>
                </c:pt>
                <c:pt idx="3407">
                  <c:v>41662</c:v>
                </c:pt>
                <c:pt idx="3408">
                  <c:v>41663</c:v>
                </c:pt>
                <c:pt idx="3409">
                  <c:v>41666</c:v>
                </c:pt>
                <c:pt idx="3410">
                  <c:v>41667</c:v>
                </c:pt>
                <c:pt idx="3411">
                  <c:v>41668</c:v>
                </c:pt>
                <c:pt idx="3412">
                  <c:v>41669</c:v>
                </c:pt>
                <c:pt idx="3413">
                  <c:v>41670</c:v>
                </c:pt>
                <c:pt idx="3414">
                  <c:v>41673</c:v>
                </c:pt>
                <c:pt idx="3415">
                  <c:v>41674</c:v>
                </c:pt>
                <c:pt idx="3416">
                  <c:v>41675</c:v>
                </c:pt>
                <c:pt idx="3417">
                  <c:v>41676</c:v>
                </c:pt>
                <c:pt idx="3418">
                  <c:v>41677</c:v>
                </c:pt>
                <c:pt idx="3419">
                  <c:v>41680</c:v>
                </c:pt>
                <c:pt idx="3420">
                  <c:v>41681</c:v>
                </c:pt>
                <c:pt idx="3421">
                  <c:v>41682</c:v>
                </c:pt>
                <c:pt idx="3422">
                  <c:v>41683</c:v>
                </c:pt>
                <c:pt idx="3423">
                  <c:v>41684</c:v>
                </c:pt>
                <c:pt idx="3424">
                  <c:v>41687</c:v>
                </c:pt>
                <c:pt idx="3425">
                  <c:v>41688</c:v>
                </c:pt>
                <c:pt idx="3426">
                  <c:v>41689</c:v>
                </c:pt>
                <c:pt idx="3427">
                  <c:v>41690</c:v>
                </c:pt>
                <c:pt idx="3428">
                  <c:v>41691</c:v>
                </c:pt>
                <c:pt idx="3429">
                  <c:v>41694</c:v>
                </c:pt>
                <c:pt idx="3430">
                  <c:v>41695</c:v>
                </c:pt>
                <c:pt idx="3431">
                  <c:v>41696</c:v>
                </c:pt>
                <c:pt idx="3432">
                  <c:v>41697</c:v>
                </c:pt>
                <c:pt idx="3433">
                  <c:v>41698</c:v>
                </c:pt>
                <c:pt idx="3434">
                  <c:v>41701</c:v>
                </c:pt>
                <c:pt idx="3435">
                  <c:v>41702</c:v>
                </c:pt>
                <c:pt idx="3436">
                  <c:v>41703</c:v>
                </c:pt>
                <c:pt idx="3437">
                  <c:v>41704</c:v>
                </c:pt>
                <c:pt idx="3438">
                  <c:v>41705</c:v>
                </c:pt>
                <c:pt idx="3439">
                  <c:v>41708</c:v>
                </c:pt>
                <c:pt idx="3440">
                  <c:v>41709</c:v>
                </c:pt>
                <c:pt idx="3441">
                  <c:v>41710</c:v>
                </c:pt>
                <c:pt idx="3442">
                  <c:v>41711</c:v>
                </c:pt>
                <c:pt idx="3443">
                  <c:v>41712</c:v>
                </c:pt>
                <c:pt idx="3444">
                  <c:v>41715</c:v>
                </c:pt>
                <c:pt idx="3445">
                  <c:v>41716</c:v>
                </c:pt>
                <c:pt idx="3446">
                  <c:v>41717</c:v>
                </c:pt>
                <c:pt idx="3447">
                  <c:v>41718</c:v>
                </c:pt>
                <c:pt idx="3448">
                  <c:v>41719</c:v>
                </c:pt>
                <c:pt idx="3449">
                  <c:v>41722</c:v>
                </c:pt>
                <c:pt idx="3450">
                  <c:v>41723</c:v>
                </c:pt>
                <c:pt idx="3451">
                  <c:v>41724</c:v>
                </c:pt>
                <c:pt idx="3452">
                  <c:v>41725</c:v>
                </c:pt>
                <c:pt idx="3453">
                  <c:v>41726</c:v>
                </c:pt>
                <c:pt idx="3454">
                  <c:v>41729</c:v>
                </c:pt>
                <c:pt idx="3455">
                  <c:v>41730</c:v>
                </c:pt>
                <c:pt idx="3456">
                  <c:v>41731</c:v>
                </c:pt>
                <c:pt idx="3457">
                  <c:v>41732</c:v>
                </c:pt>
                <c:pt idx="3458">
                  <c:v>41733</c:v>
                </c:pt>
                <c:pt idx="3459">
                  <c:v>41736</c:v>
                </c:pt>
                <c:pt idx="3460">
                  <c:v>41737</c:v>
                </c:pt>
                <c:pt idx="3461">
                  <c:v>41738</c:v>
                </c:pt>
                <c:pt idx="3462">
                  <c:v>41739</c:v>
                </c:pt>
                <c:pt idx="3463">
                  <c:v>41740</c:v>
                </c:pt>
                <c:pt idx="3464">
                  <c:v>41743</c:v>
                </c:pt>
                <c:pt idx="3465">
                  <c:v>41744</c:v>
                </c:pt>
                <c:pt idx="3466">
                  <c:v>41745</c:v>
                </c:pt>
                <c:pt idx="3467">
                  <c:v>41746</c:v>
                </c:pt>
                <c:pt idx="3468">
                  <c:v>41747</c:v>
                </c:pt>
                <c:pt idx="3469">
                  <c:v>41750</c:v>
                </c:pt>
                <c:pt idx="3470">
                  <c:v>41751</c:v>
                </c:pt>
                <c:pt idx="3471">
                  <c:v>41752</c:v>
                </c:pt>
                <c:pt idx="3472">
                  <c:v>41753</c:v>
                </c:pt>
                <c:pt idx="3473">
                  <c:v>41754</c:v>
                </c:pt>
                <c:pt idx="3474">
                  <c:v>41757</c:v>
                </c:pt>
                <c:pt idx="3475">
                  <c:v>41758</c:v>
                </c:pt>
                <c:pt idx="3476">
                  <c:v>41759</c:v>
                </c:pt>
                <c:pt idx="3477">
                  <c:v>41760</c:v>
                </c:pt>
                <c:pt idx="3478">
                  <c:v>41761</c:v>
                </c:pt>
                <c:pt idx="3479">
                  <c:v>41764</c:v>
                </c:pt>
                <c:pt idx="3480">
                  <c:v>41765</c:v>
                </c:pt>
                <c:pt idx="3481">
                  <c:v>41766</c:v>
                </c:pt>
                <c:pt idx="3482">
                  <c:v>41767</c:v>
                </c:pt>
                <c:pt idx="3483">
                  <c:v>41768</c:v>
                </c:pt>
                <c:pt idx="3484">
                  <c:v>41771</c:v>
                </c:pt>
                <c:pt idx="3485">
                  <c:v>41772</c:v>
                </c:pt>
                <c:pt idx="3486">
                  <c:v>41773</c:v>
                </c:pt>
                <c:pt idx="3487">
                  <c:v>41774</c:v>
                </c:pt>
                <c:pt idx="3488">
                  <c:v>41775</c:v>
                </c:pt>
                <c:pt idx="3489">
                  <c:v>41778</c:v>
                </c:pt>
                <c:pt idx="3490">
                  <c:v>41779</c:v>
                </c:pt>
                <c:pt idx="3491">
                  <c:v>41780</c:v>
                </c:pt>
                <c:pt idx="3492">
                  <c:v>41781</c:v>
                </c:pt>
                <c:pt idx="3493">
                  <c:v>41782</c:v>
                </c:pt>
                <c:pt idx="3494">
                  <c:v>41785</c:v>
                </c:pt>
                <c:pt idx="3495">
                  <c:v>41786</c:v>
                </c:pt>
                <c:pt idx="3496">
                  <c:v>41787</c:v>
                </c:pt>
                <c:pt idx="3497">
                  <c:v>41788</c:v>
                </c:pt>
                <c:pt idx="3498">
                  <c:v>41789</c:v>
                </c:pt>
                <c:pt idx="3499">
                  <c:v>41792</c:v>
                </c:pt>
                <c:pt idx="3500">
                  <c:v>41793</c:v>
                </c:pt>
                <c:pt idx="3501">
                  <c:v>41794</c:v>
                </c:pt>
                <c:pt idx="3502">
                  <c:v>41795</c:v>
                </c:pt>
                <c:pt idx="3503">
                  <c:v>41796</c:v>
                </c:pt>
                <c:pt idx="3504">
                  <c:v>41799</c:v>
                </c:pt>
                <c:pt idx="3505">
                  <c:v>41800</c:v>
                </c:pt>
                <c:pt idx="3506">
                  <c:v>41801</c:v>
                </c:pt>
                <c:pt idx="3507">
                  <c:v>41802</c:v>
                </c:pt>
                <c:pt idx="3508">
                  <c:v>41803</c:v>
                </c:pt>
                <c:pt idx="3509">
                  <c:v>41806</c:v>
                </c:pt>
                <c:pt idx="3510">
                  <c:v>41807</c:v>
                </c:pt>
                <c:pt idx="3511">
                  <c:v>41808</c:v>
                </c:pt>
                <c:pt idx="3512">
                  <c:v>41809</c:v>
                </c:pt>
                <c:pt idx="3513">
                  <c:v>41810</c:v>
                </c:pt>
                <c:pt idx="3514">
                  <c:v>41813</c:v>
                </c:pt>
                <c:pt idx="3515">
                  <c:v>41814</c:v>
                </c:pt>
                <c:pt idx="3516">
                  <c:v>41815</c:v>
                </c:pt>
                <c:pt idx="3517">
                  <c:v>41816</c:v>
                </c:pt>
                <c:pt idx="3518">
                  <c:v>41817</c:v>
                </c:pt>
                <c:pt idx="3519">
                  <c:v>41820</c:v>
                </c:pt>
                <c:pt idx="3520">
                  <c:v>41821</c:v>
                </c:pt>
                <c:pt idx="3521">
                  <c:v>41822</c:v>
                </c:pt>
                <c:pt idx="3522">
                  <c:v>41823</c:v>
                </c:pt>
                <c:pt idx="3523">
                  <c:v>41824</c:v>
                </c:pt>
                <c:pt idx="3524">
                  <c:v>41827</c:v>
                </c:pt>
                <c:pt idx="3525">
                  <c:v>41828</c:v>
                </c:pt>
                <c:pt idx="3526">
                  <c:v>41829</c:v>
                </c:pt>
                <c:pt idx="3527">
                  <c:v>41830</c:v>
                </c:pt>
                <c:pt idx="3528">
                  <c:v>41831</c:v>
                </c:pt>
                <c:pt idx="3529">
                  <c:v>41834</c:v>
                </c:pt>
                <c:pt idx="3530">
                  <c:v>41835</c:v>
                </c:pt>
                <c:pt idx="3531">
                  <c:v>41836</c:v>
                </c:pt>
                <c:pt idx="3532">
                  <c:v>41837</c:v>
                </c:pt>
                <c:pt idx="3533">
                  <c:v>41838</c:v>
                </c:pt>
                <c:pt idx="3534">
                  <c:v>41841</c:v>
                </c:pt>
                <c:pt idx="3535">
                  <c:v>41842</c:v>
                </c:pt>
                <c:pt idx="3536">
                  <c:v>41843</c:v>
                </c:pt>
                <c:pt idx="3537">
                  <c:v>41844</c:v>
                </c:pt>
                <c:pt idx="3538">
                  <c:v>41845</c:v>
                </c:pt>
                <c:pt idx="3539">
                  <c:v>41848</c:v>
                </c:pt>
                <c:pt idx="3540">
                  <c:v>41849</c:v>
                </c:pt>
                <c:pt idx="3541">
                  <c:v>41850</c:v>
                </c:pt>
                <c:pt idx="3542">
                  <c:v>41851</c:v>
                </c:pt>
                <c:pt idx="3543">
                  <c:v>41852</c:v>
                </c:pt>
                <c:pt idx="3544">
                  <c:v>41855</c:v>
                </c:pt>
                <c:pt idx="3545">
                  <c:v>41856</c:v>
                </c:pt>
                <c:pt idx="3546">
                  <c:v>41857</c:v>
                </c:pt>
                <c:pt idx="3547">
                  <c:v>41858</c:v>
                </c:pt>
                <c:pt idx="3548">
                  <c:v>41859</c:v>
                </c:pt>
                <c:pt idx="3549">
                  <c:v>41862</c:v>
                </c:pt>
                <c:pt idx="3550">
                  <c:v>41863</c:v>
                </c:pt>
                <c:pt idx="3551">
                  <c:v>41864</c:v>
                </c:pt>
                <c:pt idx="3552">
                  <c:v>41865</c:v>
                </c:pt>
                <c:pt idx="3553">
                  <c:v>41866</c:v>
                </c:pt>
                <c:pt idx="3554">
                  <c:v>41869</c:v>
                </c:pt>
                <c:pt idx="3555">
                  <c:v>41870</c:v>
                </c:pt>
                <c:pt idx="3556">
                  <c:v>41871</c:v>
                </c:pt>
                <c:pt idx="3557">
                  <c:v>41872</c:v>
                </c:pt>
                <c:pt idx="3558">
                  <c:v>41873</c:v>
                </c:pt>
                <c:pt idx="3559">
                  <c:v>41876</c:v>
                </c:pt>
                <c:pt idx="3560">
                  <c:v>41877</c:v>
                </c:pt>
                <c:pt idx="3561">
                  <c:v>41878</c:v>
                </c:pt>
                <c:pt idx="3562">
                  <c:v>41879</c:v>
                </c:pt>
                <c:pt idx="3563">
                  <c:v>41880</c:v>
                </c:pt>
                <c:pt idx="3564">
                  <c:v>41883</c:v>
                </c:pt>
                <c:pt idx="3565">
                  <c:v>41884</c:v>
                </c:pt>
                <c:pt idx="3566">
                  <c:v>41885</c:v>
                </c:pt>
                <c:pt idx="3567">
                  <c:v>41886</c:v>
                </c:pt>
                <c:pt idx="3568">
                  <c:v>41887</c:v>
                </c:pt>
                <c:pt idx="3569">
                  <c:v>41890</c:v>
                </c:pt>
                <c:pt idx="3570">
                  <c:v>41891</c:v>
                </c:pt>
                <c:pt idx="3571">
                  <c:v>41892</c:v>
                </c:pt>
                <c:pt idx="3572">
                  <c:v>41893</c:v>
                </c:pt>
                <c:pt idx="3573">
                  <c:v>41894</c:v>
                </c:pt>
                <c:pt idx="3574">
                  <c:v>41897</c:v>
                </c:pt>
                <c:pt idx="3575">
                  <c:v>41898</c:v>
                </c:pt>
                <c:pt idx="3576">
                  <c:v>41899</c:v>
                </c:pt>
                <c:pt idx="3577">
                  <c:v>41900</c:v>
                </c:pt>
                <c:pt idx="3578">
                  <c:v>41901</c:v>
                </c:pt>
                <c:pt idx="3579">
                  <c:v>41904</c:v>
                </c:pt>
                <c:pt idx="3580">
                  <c:v>41905</c:v>
                </c:pt>
                <c:pt idx="3581">
                  <c:v>41906</c:v>
                </c:pt>
                <c:pt idx="3582">
                  <c:v>41907</c:v>
                </c:pt>
                <c:pt idx="3583">
                  <c:v>41908</c:v>
                </c:pt>
                <c:pt idx="3584">
                  <c:v>41911</c:v>
                </c:pt>
                <c:pt idx="3585">
                  <c:v>41912</c:v>
                </c:pt>
                <c:pt idx="3586">
                  <c:v>41913</c:v>
                </c:pt>
                <c:pt idx="3587">
                  <c:v>41914</c:v>
                </c:pt>
                <c:pt idx="3588">
                  <c:v>41915</c:v>
                </c:pt>
                <c:pt idx="3589">
                  <c:v>41918</c:v>
                </c:pt>
                <c:pt idx="3590">
                  <c:v>41919</c:v>
                </c:pt>
                <c:pt idx="3591">
                  <c:v>41920</c:v>
                </c:pt>
                <c:pt idx="3592">
                  <c:v>41921</c:v>
                </c:pt>
                <c:pt idx="3593">
                  <c:v>41922</c:v>
                </c:pt>
                <c:pt idx="3594">
                  <c:v>41925</c:v>
                </c:pt>
                <c:pt idx="3595">
                  <c:v>41926</c:v>
                </c:pt>
                <c:pt idx="3596">
                  <c:v>41927</c:v>
                </c:pt>
                <c:pt idx="3597">
                  <c:v>41928</c:v>
                </c:pt>
                <c:pt idx="3598">
                  <c:v>41929</c:v>
                </c:pt>
                <c:pt idx="3599">
                  <c:v>41932</c:v>
                </c:pt>
                <c:pt idx="3600">
                  <c:v>41933</c:v>
                </c:pt>
                <c:pt idx="3601">
                  <c:v>41934</c:v>
                </c:pt>
                <c:pt idx="3602">
                  <c:v>41935</c:v>
                </c:pt>
                <c:pt idx="3603">
                  <c:v>41936</c:v>
                </c:pt>
                <c:pt idx="3604">
                  <c:v>41939</c:v>
                </c:pt>
                <c:pt idx="3605">
                  <c:v>41940</c:v>
                </c:pt>
                <c:pt idx="3606">
                  <c:v>41941</c:v>
                </c:pt>
                <c:pt idx="3607">
                  <c:v>41942</c:v>
                </c:pt>
                <c:pt idx="3608">
                  <c:v>41943</c:v>
                </c:pt>
                <c:pt idx="3609">
                  <c:v>41946</c:v>
                </c:pt>
                <c:pt idx="3610">
                  <c:v>41947</c:v>
                </c:pt>
                <c:pt idx="3611">
                  <c:v>41948</c:v>
                </c:pt>
                <c:pt idx="3612">
                  <c:v>41949</c:v>
                </c:pt>
                <c:pt idx="3613">
                  <c:v>41950</c:v>
                </c:pt>
                <c:pt idx="3614">
                  <c:v>41953</c:v>
                </c:pt>
                <c:pt idx="3615">
                  <c:v>41954</c:v>
                </c:pt>
                <c:pt idx="3616">
                  <c:v>41955</c:v>
                </c:pt>
                <c:pt idx="3617">
                  <c:v>41956</c:v>
                </c:pt>
                <c:pt idx="3618">
                  <c:v>41957</c:v>
                </c:pt>
                <c:pt idx="3619">
                  <c:v>41960</c:v>
                </c:pt>
                <c:pt idx="3620">
                  <c:v>41961</c:v>
                </c:pt>
                <c:pt idx="3621">
                  <c:v>41962</c:v>
                </c:pt>
                <c:pt idx="3622">
                  <c:v>41963</c:v>
                </c:pt>
                <c:pt idx="3623">
                  <c:v>41964</c:v>
                </c:pt>
                <c:pt idx="3624">
                  <c:v>41967</c:v>
                </c:pt>
                <c:pt idx="3625">
                  <c:v>41968</c:v>
                </c:pt>
                <c:pt idx="3626">
                  <c:v>41969</c:v>
                </c:pt>
                <c:pt idx="3627">
                  <c:v>41970</c:v>
                </c:pt>
                <c:pt idx="3628">
                  <c:v>41971</c:v>
                </c:pt>
                <c:pt idx="3629">
                  <c:v>41974</c:v>
                </c:pt>
                <c:pt idx="3630">
                  <c:v>41975</c:v>
                </c:pt>
                <c:pt idx="3631">
                  <c:v>41976</c:v>
                </c:pt>
                <c:pt idx="3632">
                  <c:v>41977</c:v>
                </c:pt>
                <c:pt idx="3633">
                  <c:v>41978</c:v>
                </c:pt>
                <c:pt idx="3634">
                  <c:v>41981</c:v>
                </c:pt>
                <c:pt idx="3635">
                  <c:v>41982</c:v>
                </c:pt>
                <c:pt idx="3636">
                  <c:v>41983</c:v>
                </c:pt>
                <c:pt idx="3637">
                  <c:v>41984</c:v>
                </c:pt>
                <c:pt idx="3638">
                  <c:v>41985</c:v>
                </c:pt>
                <c:pt idx="3639">
                  <c:v>41988</c:v>
                </c:pt>
                <c:pt idx="3640">
                  <c:v>41989</c:v>
                </c:pt>
                <c:pt idx="3641">
                  <c:v>41990</c:v>
                </c:pt>
                <c:pt idx="3642">
                  <c:v>41991</c:v>
                </c:pt>
                <c:pt idx="3643">
                  <c:v>41992</c:v>
                </c:pt>
                <c:pt idx="3644">
                  <c:v>41995</c:v>
                </c:pt>
                <c:pt idx="3645">
                  <c:v>41996</c:v>
                </c:pt>
                <c:pt idx="3646">
                  <c:v>41997</c:v>
                </c:pt>
                <c:pt idx="3647">
                  <c:v>41998</c:v>
                </c:pt>
                <c:pt idx="3648">
                  <c:v>41999</c:v>
                </c:pt>
                <c:pt idx="3649">
                  <c:v>42002</c:v>
                </c:pt>
                <c:pt idx="3650">
                  <c:v>42003</c:v>
                </c:pt>
                <c:pt idx="3651">
                  <c:v>42004</c:v>
                </c:pt>
                <c:pt idx="3652">
                  <c:v>42005</c:v>
                </c:pt>
                <c:pt idx="3653">
                  <c:v>42006</c:v>
                </c:pt>
                <c:pt idx="3654">
                  <c:v>42009</c:v>
                </c:pt>
                <c:pt idx="3655">
                  <c:v>42010</c:v>
                </c:pt>
                <c:pt idx="3656">
                  <c:v>42011</c:v>
                </c:pt>
                <c:pt idx="3657">
                  <c:v>42012</c:v>
                </c:pt>
                <c:pt idx="3658">
                  <c:v>42013</c:v>
                </c:pt>
                <c:pt idx="3659">
                  <c:v>42016</c:v>
                </c:pt>
                <c:pt idx="3660">
                  <c:v>42017</c:v>
                </c:pt>
                <c:pt idx="3661">
                  <c:v>42018</c:v>
                </c:pt>
                <c:pt idx="3662">
                  <c:v>42019</c:v>
                </c:pt>
                <c:pt idx="3663">
                  <c:v>42020</c:v>
                </c:pt>
                <c:pt idx="3664">
                  <c:v>42023</c:v>
                </c:pt>
                <c:pt idx="3665">
                  <c:v>42024</c:v>
                </c:pt>
                <c:pt idx="3666">
                  <c:v>42025</c:v>
                </c:pt>
                <c:pt idx="3667">
                  <c:v>42026</c:v>
                </c:pt>
                <c:pt idx="3668">
                  <c:v>42027</c:v>
                </c:pt>
                <c:pt idx="3669">
                  <c:v>42030</c:v>
                </c:pt>
                <c:pt idx="3670">
                  <c:v>42031</c:v>
                </c:pt>
                <c:pt idx="3671">
                  <c:v>42032</c:v>
                </c:pt>
                <c:pt idx="3672">
                  <c:v>42033</c:v>
                </c:pt>
                <c:pt idx="3673">
                  <c:v>42034</c:v>
                </c:pt>
                <c:pt idx="3674">
                  <c:v>42037</c:v>
                </c:pt>
                <c:pt idx="3675">
                  <c:v>42038</c:v>
                </c:pt>
                <c:pt idx="3676">
                  <c:v>42039</c:v>
                </c:pt>
                <c:pt idx="3677">
                  <c:v>42040</c:v>
                </c:pt>
                <c:pt idx="3678">
                  <c:v>42041</c:v>
                </c:pt>
                <c:pt idx="3679">
                  <c:v>42044</c:v>
                </c:pt>
                <c:pt idx="3680">
                  <c:v>42045</c:v>
                </c:pt>
                <c:pt idx="3681">
                  <c:v>42046</c:v>
                </c:pt>
                <c:pt idx="3682">
                  <c:v>42047</c:v>
                </c:pt>
                <c:pt idx="3683">
                  <c:v>42048</c:v>
                </c:pt>
                <c:pt idx="3684">
                  <c:v>42051</c:v>
                </c:pt>
                <c:pt idx="3685">
                  <c:v>42052</c:v>
                </c:pt>
                <c:pt idx="3686">
                  <c:v>42053</c:v>
                </c:pt>
                <c:pt idx="3687">
                  <c:v>42054</c:v>
                </c:pt>
                <c:pt idx="3688">
                  <c:v>42055</c:v>
                </c:pt>
                <c:pt idx="3689">
                  <c:v>42058</c:v>
                </c:pt>
                <c:pt idx="3690">
                  <c:v>42059</c:v>
                </c:pt>
                <c:pt idx="3691">
                  <c:v>42060</c:v>
                </c:pt>
                <c:pt idx="3692">
                  <c:v>42061</c:v>
                </c:pt>
                <c:pt idx="3693">
                  <c:v>42062</c:v>
                </c:pt>
                <c:pt idx="3694">
                  <c:v>42065</c:v>
                </c:pt>
                <c:pt idx="3695">
                  <c:v>42066</c:v>
                </c:pt>
                <c:pt idx="3696">
                  <c:v>42067</c:v>
                </c:pt>
                <c:pt idx="3697">
                  <c:v>42068</c:v>
                </c:pt>
                <c:pt idx="3698">
                  <c:v>42069</c:v>
                </c:pt>
                <c:pt idx="3699">
                  <c:v>42072</c:v>
                </c:pt>
                <c:pt idx="3700">
                  <c:v>42073</c:v>
                </c:pt>
                <c:pt idx="3701">
                  <c:v>42074</c:v>
                </c:pt>
                <c:pt idx="3702">
                  <c:v>42075</c:v>
                </c:pt>
                <c:pt idx="3703">
                  <c:v>42076</c:v>
                </c:pt>
                <c:pt idx="3704">
                  <c:v>42079</c:v>
                </c:pt>
                <c:pt idx="3705">
                  <c:v>42080</c:v>
                </c:pt>
                <c:pt idx="3706">
                  <c:v>42081</c:v>
                </c:pt>
                <c:pt idx="3707">
                  <c:v>42082</c:v>
                </c:pt>
                <c:pt idx="3708">
                  <c:v>42083</c:v>
                </c:pt>
                <c:pt idx="3709">
                  <c:v>42086</c:v>
                </c:pt>
                <c:pt idx="3710">
                  <c:v>42087</c:v>
                </c:pt>
                <c:pt idx="3711">
                  <c:v>42088</c:v>
                </c:pt>
                <c:pt idx="3712">
                  <c:v>42089</c:v>
                </c:pt>
                <c:pt idx="3713">
                  <c:v>42090</c:v>
                </c:pt>
                <c:pt idx="3714">
                  <c:v>42093</c:v>
                </c:pt>
                <c:pt idx="3715">
                  <c:v>42094</c:v>
                </c:pt>
                <c:pt idx="3716">
                  <c:v>42095</c:v>
                </c:pt>
                <c:pt idx="3717">
                  <c:v>42096</c:v>
                </c:pt>
                <c:pt idx="3718">
                  <c:v>42097</c:v>
                </c:pt>
                <c:pt idx="3719">
                  <c:v>42100</c:v>
                </c:pt>
                <c:pt idx="3720">
                  <c:v>42101</c:v>
                </c:pt>
                <c:pt idx="3721">
                  <c:v>42102</c:v>
                </c:pt>
                <c:pt idx="3722">
                  <c:v>42103</c:v>
                </c:pt>
                <c:pt idx="3723">
                  <c:v>42104</c:v>
                </c:pt>
                <c:pt idx="3724">
                  <c:v>42107</c:v>
                </c:pt>
                <c:pt idx="3725">
                  <c:v>42108</c:v>
                </c:pt>
                <c:pt idx="3726">
                  <c:v>42109</c:v>
                </c:pt>
                <c:pt idx="3727">
                  <c:v>42110</c:v>
                </c:pt>
                <c:pt idx="3728">
                  <c:v>42111</c:v>
                </c:pt>
                <c:pt idx="3729">
                  <c:v>42114</c:v>
                </c:pt>
                <c:pt idx="3730">
                  <c:v>42115</c:v>
                </c:pt>
                <c:pt idx="3731">
                  <c:v>42116</c:v>
                </c:pt>
                <c:pt idx="3732">
                  <c:v>42117</c:v>
                </c:pt>
                <c:pt idx="3733">
                  <c:v>42118</c:v>
                </c:pt>
                <c:pt idx="3734">
                  <c:v>42121</c:v>
                </c:pt>
                <c:pt idx="3735">
                  <c:v>42122</c:v>
                </c:pt>
                <c:pt idx="3736">
                  <c:v>42123</c:v>
                </c:pt>
                <c:pt idx="3737">
                  <c:v>42124</c:v>
                </c:pt>
                <c:pt idx="3738">
                  <c:v>42125</c:v>
                </c:pt>
                <c:pt idx="3739">
                  <c:v>42128</c:v>
                </c:pt>
                <c:pt idx="3740">
                  <c:v>42129</c:v>
                </c:pt>
                <c:pt idx="3741">
                  <c:v>42130</c:v>
                </c:pt>
                <c:pt idx="3742">
                  <c:v>42131</c:v>
                </c:pt>
                <c:pt idx="3743">
                  <c:v>42132</c:v>
                </c:pt>
                <c:pt idx="3744">
                  <c:v>42135</c:v>
                </c:pt>
                <c:pt idx="3745">
                  <c:v>42136</c:v>
                </c:pt>
                <c:pt idx="3746">
                  <c:v>42137</c:v>
                </c:pt>
                <c:pt idx="3747">
                  <c:v>42138</c:v>
                </c:pt>
                <c:pt idx="3748">
                  <c:v>42139</c:v>
                </c:pt>
                <c:pt idx="3749">
                  <c:v>42142</c:v>
                </c:pt>
                <c:pt idx="3750">
                  <c:v>42143</c:v>
                </c:pt>
                <c:pt idx="3751">
                  <c:v>42144</c:v>
                </c:pt>
                <c:pt idx="3752">
                  <c:v>42145</c:v>
                </c:pt>
                <c:pt idx="3753">
                  <c:v>42146</c:v>
                </c:pt>
                <c:pt idx="3754">
                  <c:v>42149</c:v>
                </c:pt>
                <c:pt idx="3755">
                  <c:v>42150</c:v>
                </c:pt>
                <c:pt idx="3756">
                  <c:v>42151</c:v>
                </c:pt>
                <c:pt idx="3757">
                  <c:v>42152</c:v>
                </c:pt>
                <c:pt idx="3758">
                  <c:v>42153</c:v>
                </c:pt>
                <c:pt idx="3759">
                  <c:v>42156</c:v>
                </c:pt>
                <c:pt idx="3760">
                  <c:v>42157</c:v>
                </c:pt>
                <c:pt idx="3761">
                  <c:v>42158</c:v>
                </c:pt>
                <c:pt idx="3762">
                  <c:v>42159</c:v>
                </c:pt>
                <c:pt idx="3763">
                  <c:v>42160</c:v>
                </c:pt>
                <c:pt idx="3764">
                  <c:v>42163</c:v>
                </c:pt>
                <c:pt idx="3765">
                  <c:v>42164</c:v>
                </c:pt>
                <c:pt idx="3766">
                  <c:v>42165</c:v>
                </c:pt>
                <c:pt idx="3767">
                  <c:v>42166</c:v>
                </c:pt>
                <c:pt idx="3768">
                  <c:v>42167</c:v>
                </c:pt>
                <c:pt idx="3769">
                  <c:v>42170</c:v>
                </c:pt>
                <c:pt idx="3770">
                  <c:v>42171</c:v>
                </c:pt>
                <c:pt idx="3771">
                  <c:v>42172</c:v>
                </c:pt>
                <c:pt idx="3772">
                  <c:v>42173</c:v>
                </c:pt>
                <c:pt idx="3773">
                  <c:v>42174</c:v>
                </c:pt>
                <c:pt idx="3774">
                  <c:v>42177</c:v>
                </c:pt>
                <c:pt idx="3775">
                  <c:v>42178</c:v>
                </c:pt>
                <c:pt idx="3776">
                  <c:v>42179</c:v>
                </c:pt>
                <c:pt idx="3777">
                  <c:v>42180</c:v>
                </c:pt>
                <c:pt idx="3778">
                  <c:v>42181</c:v>
                </c:pt>
                <c:pt idx="3779">
                  <c:v>42184</c:v>
                </c:pt>
                <c:pt idx="3780">
                  <c:v>42185</c:v>
                </c:pt>
                <c:pt idx="3781">
                  <c:v>42186</c:v>
                </c:pt>
                <c:pt idx="3782">
                  <c:v>42187</c:v>
                </c:pt>
                <c:pt idx="3783">
                  <c:v>42188</c:v>
                </c:pt>
                <c:pt idx="3784">
                  <c:v>42191</c:v>
                </c:pt>
                <c:pt idx="3785">
                  <c:v>42192</c:v>
                </c:pt>
                <c:pt idx="3786">
                  <c:v>42193</c:v>
                </c:pt>
                <c:pt idx="3787">
                  <c:v>42194</c:v>
                </c:pt>
                <c:pt idx="3788">
                  <c:v>42195</c:v>
                </c:pt>
                <c:pt idx="3789">
                  <c:v>42198</c:v>
                </c:pt>
                <c:pt idx="3790">
                  <c:v>42199</c:v>
                </c:pt>
                <c:pt idx="3791">
                  <c:v>42200</c:v>
                </c:pt>
                <c:pt idx="3792">
                  <c:v>42201</c:v>
                </c:pt>
                <c:pt idx="3793">
                  <c:v>42202</c:v>
                </c:pt>
                <c:pt idx="3794">
                  <c:v>42205</c:v>
                </c:pt>
                <c:pt idx="3795">
                  <c:v>42206</c:v>
                </c:pt>
                <c:pt idx="3796">
                  <c:v>42207</c:v>
                </c:pt>
                <c:pt idx="3797">
                  <c:v>42208</c:v>
                </c:pt>
                <c:pt idx="3798">
                  <c:v>42209</c:v>
                </c:pt>
                <c:pt idx="3799">
                  <c:v>42212</c:v>
                </c:pt>
                <c:pt idx="3800">
                  <c:v>42213</c:v>
                </c:pt>
                <c:pt idx="3801">
                  <c:v>42214</c:v>
                </c:pt>
                <c:pt idx="3802">
                  <c:v>42215</c:v>
                </c:pt>
                <c:pt idx="3803">
                  <c:v>42216</c:v>
                </c:pt>
                <c:pt idx="3804">
                  <c:v>42219</c:v>
                </c:pt>
                <c:pt idx="3805">
                  <c:v>42220</c:v>
                </c:pt>
                <c:pt idx="3806">
                  <c:v>42221</c:v>
                </c:pt>
                <c:pt idx="3807">
                  <c:v>42222</c:v>
                </c:pt>
                <c:pt idx="3808">
                  <c:v>42223</c:v>
                </c:pt>
                <c:pt idx="3809">
                  <c:v>42226</c:v>
                </c:pt>
                <c:pt idx="3810">
                  <c:v>42227</c:v>
                </c:pt>
                <c:pt idx="3811">
                  <c:v>42228</c:v>
                </c:pt>
                <c:pt idx="3812">
                  <c:v>42229</c:v>
                </c:pt>
                <c:pt idx="3813">
                  <c:v>42230</c:v>
                </c:pt>
                <c:pt idx="3814">
                  <c:v>42233</c:v>
                </c:pt>
                <c:pt idx="3815">
                  <c:v>42234</c:v>
                </c:pt>
                <c:pt idx="3816">
                  <c:v>42235</c:v>
                </c:pt>
                <c:pt idx="3817">
                  <c:v>42236</c:v>
                </c:pt>
                <c:pt idx="3818">
                  <c:v>42237</c:v>
                </c:pt>
                <c:pt idx="3819">
                  <c:v>42240</c:v>
                </c:pt>
                <c:pt idx="3820">
                  <c:v>42241</c:v>
                </c:pt>
                <c:pt idx="3821">
                  <c:v>42242</c:v>
                </c:pt>
                <c:pt idx="3822">
                  <c:v>42243</c:v>
                </c:pt>
                <c:pt idx="3823">
                  <c:v>42244</c:v>
                </c:pt>
                <c:pt idx="3824">
                  <c:v>42247</c:v>
                </c:pt>
                <c:pt idx="3825">
                  <c:v>42248</c:v>
                </c:pt>
                <c:pt idx="3826">
                  <c:v>42249</c:v>
                </c:pt>
                <c:pt idx="3827">
                  <c:v>42250</c:v>
                </c:pt>
                <c:pt idx="3828">
                  <c:v>42251</c:v>
                </c:pt>
                <c:pt idx="3829">
                  <c:v>42254</c:v>
                </c:pt>
                <c:pt idx="3830">
                  <c:v>42255</c:v>
                </c:pt>
                <c:pt idx="3831">
                  <c:v>42256</c:v>
                </c:pt>
                <c:pt idx="3832">
                  <c:v>42257</c:v>
                </c:pt>
                <c:pt idx="3833">
                  <c:v>42258</c:v>
                </c:pt>
                <c:pt idx="3834">
                  <c:v>42261</c:v>
                </c:pt>
                <c:pt idx="3835">
                  <c:v>42262</c:v>
                </c:pt>
                <c:pt idx="3836">
                  <c:v>42263</c:v>
                </c:pt>
                <c:pt idx="3837">
                  <c:v>42264</c:v>
                </c:pt>
                <c:pt idx="3838">
                  <c:v>42265</c:v>
                </c:pt>
                <c:pt idx="3839">
                  <c:v>42268</c:v>
                </c:pt>
                <c:pt idx="3840">
                  <c:v>42269</c:v>
                </c:pt>
                <c:pt idx="3841">
                  <c:v>42270</c:v>
                </c:pt>
                <c:pt idx="3842">
                  <c:v>42271</c:v>
                </c:pt>
                <c:pt idx="3843">
                  <c:v>42272</c:v>
                </c:pt>
                <c:pt idx="3844">
                  <c:v>42275</c:v>
                </c:pt>
                <c:pt idx="3845">
                  <c:v>42276</c:v>
                </c:pt>
                <c:pt idx="3846">
                  <c:v>42277</c:v>
                </c:pt>
                <c:pt idx="3847">
                  <c:v>42278</c:v>
                </c:pt>
                <c:pt idx="3848">
                  <c:v>42279</c:v>
                </c:pt>
                <c:pt idx="3849">
                  <c:v>42282</c:v>
                </c:pt>
                <c:pt idx="3850">
                  <c:v>42283</c:v>
                </c:pt>
                <c:pt idx="3851">
                  <c:v>42284</c:v>
                </c:pt>
                <c:pt idx="3852">
                  <c:v>42285</c:v>
                </c:pt>
                <c:pt idx="3853">
                  <c:v>42286</c:v>
                </c:pt>
                <c:pt idx="3854">
                  <c:v>42289</c:v>
                </c:pt>
                <c:pt idx="3855">
                  <c:v>42290</c:v>
                </c:pt>
                <c:pt idx="3856">
                  <c:v>42291</c:v>
                </c:pt>
                <c:pt idx="3857">
                  <c:v>42292</c:v>
                </c:pt>
                <c:pt idx="3858">
                  <c:v>42293</c:v>
                </c:pt>
                <c:pt idx="3859">
                  <c:v>42296</c:v>
                </c:pt>
                <c:pt idx="3860">
                  <c:v>42297</c:v>
                </c:pt>
                <c:pt idx="3861">
                  <c:v>42298</c:v>
                </c:pt>
                <c:pt idx="3862">
                  <c:v>42299</c:v>
                </c:pt>
                <c:pt idx="3863">
                  <c:v>42300</c:v>
                </c:pt>
                <c:pt idx="3864">
                  <c:v>42303</c:v>
                </c:pt>
                <c:pt idx="3865">
                  <c:v>42304</c:v>
                </c:pt>
                <c:pt idx="3866">
                  <c:v>42305</c:v>
                </c:pt>
                <c:pt idx="3867">
                  <c:v>42306</c:v>
                </c:pt>
                <c:pt idx="3868">
                  <c:v>42307</c:v>
                </c:pt>
                <c:pt idx="3869">
                  <c:v>42310</c:v>
                </c:pt>
                <c:pt idx="3870">
                  <c:v>42311</c:v>
                </c:pt>
                <c:pt idx="3871">
                  <c:v>42312</c:v>
                </c:pt>
                <c:pt idx="3872">
                  <c:v>42313</c:v>
                </c:pt>
                <c:pt idx="3873">
                  <c:v>42314</c:v>
                </c:pt>
                <c:pt idx="3874">
                  <c:v>42317</c:v>
                </c:pt>
                <c:pt idx="3875">
                  <c:v>42318</c:v>
                </c:pt>
                <c:pt idx="3876">
                  <c:v>42319</c:v>
                </c:pt>
                <c:pt idx="3877">
                  <c:v>42320</c:v>
                </c:pt>
                <c:pt idx="3878">
                  <c:v>42321</c:v>
                </c:pt>
                <c:pt idx="3879">
                  <c:v>42324</c:v>
                </c:pt>
                <c:pt idx="3880">
                  <c:v>42325</c:v>
                </c:pt>
                <c:pt idx="3881">
                  <c:v>42326</c:v>
                </c:pt>
                <c:pt idx="3882">
                  <c:v>42327</c:v>
                </c:pt>
                <c:pt idx="3883">
                  <c:v>42328</c:v>
                </c:pt>
                <c:pt idx="3884">
                  <c:v>42331</c:v>
                </c:pt>
                <c:pt idx="3885">
                  <c:v>42332</c:v>
                </c:pt>
                <c:pt idx="3886">
                  <c:v>42333</c:v>
                </c:pt>
                <c:pt idx="3887">
                  <c:v>42334</c:v>
                </c:pt>
                <c:pt idx="3888">
                  <c:v>42335</c:v>
                </c:pt>
                <c:pt idx="3889">
                  <c:v>42338</c:v>
                </c:pt>
                <c:pt idx="3890">
                  <c:v>42339</c:v>
                </c:pt>
                <c:pt idx="3891">
                  <c:v>42340</c:v>
                </c:pt>
                <c:pt idx="3892">
                  <c:v>42341</c:v>
                </c:pt>
                <c:pt idx="3893">
                  <c:v>42342</c:v>
                </c:pt>
                <c:pt idx="3894">
                  <c:v>42345</c:v>
                </c:pt>
                <c:pt idx="3895">
                  <c:v>42346</c:v>
                </c:pt>
                <c:pt idx="3896">
                  <c:v>42347</c:v>
                </c:pt>
                <c:pt idx="3897">
                  <c:v>42348</c:v>
                </c:pt>
                <c:pt idx="3898">
                  <c:v>42349</c:v>
                </c:pt>
                <c:pt idx="3899">
                  <c:v>42352</c:v>
                </c:pt>
                <c:pt idx="3900">
                  <c:v>42353</c:v>
                </c:pt>
                <c:pt idx="3901">
                  <c:v>42354</c:v>
                </c:pt>
                <c:pt idx="3902">
                  <c:v>42355</c:v>
                </c:pt>
                <c:pt idx="3903">
                  <c:v>42356</c:v>
                </c:pt>
                <c:pt idx="3904">
                  <c:v>42359</c:v>
                </c:pt>
                <c:pt idx="3905">
                  <c:v>42360</c:v>
                </c:pt>
                <c:pt idx="3906">
                  <c:v>42361</c:v>
                </c:pt>
                <c:pt idx="3907">
                  <c:v>42362</c:v>
                </c:pt>
                <c:pt idx="3908">
                  <c:v>42363</c:v>
                </c:pt>
                <c:pt idx="3909">
                  <c:v>42366</c:v>
                </c:pt>
                <c:pt idx="3910">
                  <c:v>42367</c:v>
                </c:pt>
                <c:pt idx="3911">
                  <c:v>42368</c:v>
                </c:pt>
                <c:pt idx="3912">
                  <c:v>42369</c:v>
                </c:pt>
                <c:pt idx="3913">
                  <c:v>42370</c:v>
                </c:pt>
                <c:pt idx="3914">
                  <c:v>42373</c:v>
                </c:pt>
                <c:pt idx="3915">
                  <c:v>42374</c:v>
                </c:pt>
                <c:pt idx="3916">
                  <c:v>42375</c:v>
                </c:pt>
                <c:pt idx="3917">
                  <c:v>42376</c:v>
                </c:pt>
                <c:pt idx="3918">
                  <c:v>42377</c:v>
                </c:pt>
                <c:pt idx="3919">
                  <c:v>42380</c:v>
                </c:pt>
                <c:pt idx="3920">
                  <c:v>42381</c:v>
                </c:pt>
                <c:pt idx="3921">
                  <c:v>42382</c:v>
                </c:pt>
                <c:pt idx="3922">
                  <c:v>42383</c:v>
                </c:pt>
                <c:pt idx="3923">
                  <c:v>42384</c:v>
                </c:pt>
                <c:pt idx="3924">
                  <c:v>42387</c:v>
                </c:pt>
                <c:pt idx="3925">
                  <c:v>42388</c:v>
                </c:pt>
                <c:pt idx="3926">
                  <c:v>42389</c:v>
                </c:pt>
                <c:pt idx="3927">
                  <c:v>42390</c:v>
                </c:pt>
                <c:pt idx="3928">
                  <c:v>42391</c:v>
                </c:pt>
                <c:pt idx="3929">
                  <c:v>42394</c:v>
                </c:pt>
                <c:pt idx="3930">
                  <c:v>42395</c:v>
                </c:pt>
                <c:pt idx="3931">
                  <c:v>42396</c:v>
                </c:pt>
                <c:pt idx="3932">
                  <c:v>42397</c:v>
                </c:pt>
                <c:pt idx="3933">
                  <c:v>42398</c:v>
                </c:pt>
                <c:pt idx="3934">
                  <c:v>42401</c:v>
                </c:pt>
                <c:pt idx="3935">
                  <c:v>42402</c:v>
                </c:pt>
                <c:pt idx="3936">
                  <c:v>42403</c:v>
                </c:pt>
                <c:pt idx="3937">
                  <c:v>42404</c:v>
                </c:pt>
                <c:pt idx="3938">
                  <c:v>42405</c:v>
                </c:pt>
                <c:pt idx="3939">
                  <c:v>42408</c:v>
                </c:pt>
                <c:pt idx="3940">
                  <c:v>42409</c:v>
                </c:pt>
                <c:pt idx="3941">
                  <c:v>42410</c:v>
                </c:pt>
                <c:pt idx="3942">
                  <c:v>42411</c:v>
                </c:pt>
                <c:pt idx="3943">
                  <c:v>42412</c:v>
                </c:pt>
                <c:pt idx="3944">
                  <c:v>42415</c:v>
                </c:pt>
                <c:pt idx="3945">
                  <c:v>42416</c:v>
                </c:pt>
                <c:pt idx="3946">
                  <c:v>42417</c:v>
                </c:pt>
                <c:pt idx="3947">
                  <c:v>42418</c:v>
                </c:pt>
                <c:pt idx="3948">
                  <c:v>42419</c:v>
                </c:pt>
                <c:pt idx="3949">
                  <c:v>42422</c:v>
                </c:pt>
                <c:pt idx="3950">
                  <c:v>42423</c:v>
                </c:pt>
                <c:pt idx="3951">
                  <c:v>42424</c:v>
                </c:pt>
                <c:pt idx="3952">
                  <c:v>42425</c:v>
                </c:pt>
                <c:pt idx="3953">
                  <c:v>42426</c:v>
                </c:pt>
                <c:pt idx="3954">
                  <c:v>42429</c:v>
                </c:pt>
                <c:pt idx="3955">
                  <c:v>42430</c:v>
                </c:pt>
                <c:pt idx="3956">
                  <c:v>42431</c:v>
                </c:pt>
                <c:pt idx="3957">
                  <c:v>42432</c:v>
                </c:pt>
                <c:pt idx="3958">
                  <c:v>42433</c:v>
                </c:pt>
                <c:pt idx="3959">
                  <c:v>42436</c:v>
                </c:pt>
                <c:pt idx="3960">
                  <c:v>42437</c:v>
                </c:pt>
                <c:pt idx="3961">
                  <c:v>42438</c:v>
                </c:pt>
                <c:pt idx="3962">
                  <c:v>42439</c:v>
                </c:pt>
                <c:pt idx="3963">
                  <c:v>42440</c:v>
                </c:pt>
                <c:pt idx="3964">
                  <c:v>42443</c:v>
                </c:pt>
                <c:pt idx="3965">
                  <c:v>42444</c:v>
                </c:pt>
                <c:pt idx="3966">
                  <c:v>42445</c:v>
                </c:pt>
                <c:pt idx="3967">
                  <c:v>42446</c:v>
                </c:pt>
                <c:pt idx="3968">
                  <c:v>42447</c:v>
                </c:pt>
                <c:pt idx="3969">
                  <c:v>42450</c:v>
                </c:pt>
                <c:pt idx="3970">
                  <c:v>42451</c:v>
                </c:pt>
                <c:pt idx="3971">
                  <c:v>42452</c:v>
                </c:pt>
                <c:pt idx="3972">
                  <c:v>42453</c:v>
                </c:pt>
                <c:pt idx="3973">
                  <c:v>42454</c:v>
                </c:pt>
                <c:pt idx="3974">
                  <c:v>42457</c:v>
                </c:pt>
                <c:pt idx="3975">
                  <c:v>42458</c:v>
                </c:pt>
                <c:pt idx="3976">
                  <c:v>42459</c:v>
                </c:pt>
                <c:pt idx="3977">
                  <c:v>42460</c:v>
                </c:pt>
                <c:pt idx="3978">
                  <c:v>42461</c:v>
                </c:pt>
                <c:pt idx="3979">
                  <c:v>42464</c:v>
                </c:pt>
                <c:pt idx="3980">
                  <c:v>42465</c:v>
                </c:pt>
                <c:pt idx="3981">
                  <c:v>42466</c:v>
                </c:pt>
                <c:pt idx="3982">
                  <c:v>42467</c:v>
                </c:pt>
                <c:pt idx="3983">
                  <c:v>42468</c:v>
                </c:pt>
                <c:pt idx="3984">
                  <c:v>42471</c:v>
                </c:pt>
                <c:pt idx="3985">
                  <c:v>42472</c:v>
                </c:pt>
                <c:pt idx="3986">
                  <c:v>42473</c:v>
                </c:pt>
                <c:pt idx="3987">
                  <c:v>42474</c:v>
                </c:pt>
                <c:pt idx="3988">
                  <c:v>42475</c:v>
                </c:pt>
                <c:pt idx="3989">
                  <c:v>42478</c:v>
                </c:pt>
                <c:pt idx="3990">
                  <c:v>42479</c:v>
                </c:pt>
                <c:pt idx="3991">
                  <c:v>42480</c:v>
                </c:pt>
                <c:pt idx="3992">
                  <c:v>42481</c:v>
                </c:pt>
                <c:pt idx="3993">
                  <c:v>42482</c:v>
                </c:pt>
                <c:pt idx="3994">
                  <c:v>42485</c:v>
                </c:pt>
                <c:pt idx="3995">
                  <c:v>42486</c:v>
                </c:pt>
                <c:pt idx="3996">
                  <c:v>42487</c:v>
                </c:pt>
                <c:pt idx="3997">
                  <c:v>42488</c:v>
                </c:pt>
                <c:pt idx="3998">
                  <c:v>42489</c:v>
                </c:pt>
                <c:pt idx="3999">
                  <c:v>42492</c:v>
                </c:pt>
                <c:pt idx="4000">
                  <c:v>42493</c:v>
                </c:pt>
                <c:pt idx="4001">
                  <c:v>42494</c:v>
                </c:pt>
                <c:pt idx="4002">
                  <c:v>42495</c:v>
                </c:pt>
                <c:pt idx="4003">
                  <c:v>42496</c:v>
                </c:pt>
                <c:pt idx="4004">
                  <c:v>42499</c:v>
                </c:pt>
                <c:pt idx="4005">
                  <c:v>42500</c:v>
                </c:pt>
                <c:pt idx="4006">
                  <c:v>42501</c:v>
                </c:pt>
                <c:pt idx="4007">
                  <c:v>42502</c:v>
                </c:pt>
                <c:pt idx="4008">
                  <c:v>42503</c:v>
                </c:pt>
                <c:pt idx="4009">
                  <c:v>42506</c:v>
                </c:pt>
                <c:pt idx="4010">
                  <c:v>42507</c:v>
                </c:pt>
                <c:pt idx="4011">
                  <c:v>42508</c:v>
                </c:pt>
                <c:pt idx="4012">
                  <c:v>42509</c:v>
                </c:pt>
                <c:pt idx="4013">
                  <c:v>42510</c:v>
                </c:pt>
                <c:pt idx="4014">
                  <c:v>42513</c:v>
                </c:pt>
                <c:pt idx="4015">
                  <c:v>42514</c:v>
                </c:pt>
                <c:pt idx="4016">
                  <c:v>42515</c:v>
                </c:pt>
                <c:pt idx="4017">
                  <c:v>42516</c:v>
                </c:pt>
                <c:pt idx="4018">
                  <c:v>42517</c:v>
                </c:pt>
                <c:pt idx="4019">
                  <c:v>42520</c:v>
                </c:pt>
                <c:pt idx="4020">
                  <c:v>42521</c:v>
                </c:pt>
                <c:pt idx="4021">
                  <c:v>42522</c:v>
                </c:pt>
                <c:pt idx="4022">
                  <c:v>42523</c:v>
                </c:pt>
                <c:pt idx="4023">
                  <c:v>42524</c:v>
                </c:pt>
                <c:pt idx="4024">
                  <c:v>42527</c:v>
                </c:pt>
                <c:pt idx="4025">
                  <c:v>42528</c:v>
                </c:pt>
                <c:pt idx="4026">
                  <c:v>42529</c:v>
                </c:pt>
                <c:pt idx="4027">
                  <c:v>42530</c:v>
                </c:pt>
                <c:pt idx="4028">
                  <c:v>42531</c:v>
                </c:pt>
                <c:pt idx="4029">
                  <c:v>42534</c:v>
                </c:pt>
                <c:pt idx="4030">
                  <c:v>42535</c:v>
                </c:pt>
                <c:pt idx="4031">
                  <c:v>42536</c:v>
                </c:pt>
                <c:pt idx="4032">
                  <c:v>42537</c:v>
                </c:pt>
                <c:pt idx="4033">
                  <c:v>42538</c:v>
                </c:pt>
                <c:pt idx="4034">
                  <c:v>42541</c:v>
                </c:pt>
                <c:pt idx="4035">
                  <c:v>42542</c:v>
                </c:pt>
                <c:pt idx="4036">
                  <c:v>42543</c:v>
                </c:pt>
                <c:pt idx="4037">
                  <c:v>42544</c:v>
                </c:pt>
                <c:pt idx="4038">
                  <c:v>42545</c:v>
                </c:pt>
                <c:pt idx="4039">
                  <c:v>42548</c:v>
                </c:pt>
                <c:pt idx="4040">
                  <c:v>42549</c:v>
                </c:pt>
                <c:pt idx="4041">
                  <c:v>42550</c:v>
                </c:pt>
                <c:pt idx="4042">
                  <c:v>42551</c:v>
                </c:pt>
                <c:pt idx="4043">
                  <c:v>42552</c:v>
                </c:pt>
                <c:pt idx="4044">
                  <c:v>42555</c:v>
                </c:pt>
                <c:pt idx="4045">
                  <c:v>42556</c:v>
                </c:pt>
                <c:pt idx="4046">
                  <c:v>42557</c:v>
                </c:pt>
                <c:pt idx="4047">
                  <c:v>42558</c:v>
                </c:pt>
                <c:pt idx="4048">
                  <c:v>42559</c:v>
                </c:pt>
                <c:pt idx="4049">
                  <c:v>42562</c:v>
                </c:pt>
                <c:pt idx="4050">
                  <c:v>42563</c:v>
                </c:pt>
                <c:pt idx="4051">
                  <c:v>42564</c:v>
                </c:pt>
                <c:pt idx="4052">
                  <c:v>42565</c:v>
                </c:pt>
                <c:pt idx="4053">
                  <c:v>42566</c:v>
                </c:pt>
                <c:pt idx="4054">
                  <c:v>42569</c:v>
                </c:pt>
                <c:pt idx="4055">
                  <c:v>42570</c:v>
                </c:pt>
                <c:pt idx="4056">
                  <c:v>42571</c:v>
                </c:pt>
                <c:pt idx="4057">
                  <c:v>42572</c:v>
                </c:pt>
                <c:pt idx="4058">
                  <c:v>42573</c:v>
                </c:pt>
                <c:pt idx="4059">
                  <c:v>42576</c:v>
                </c:pt>
                <c:pt idx="4060">
                  <c:v>42577</c:v>
                </c:pt>
                <c:pt idx="4061">
                  <c:v>42578</c:v>
                </c:pt>
                <c:pt idx="4062">
                  <c:v>42579</c:v>
                </c:pt>
                <c:pt idx="4063">
                  <c:v>42580</c:v>
                </c:pt>
                <c:pt idx="4064">
                  <c:v>42583</c:v>
                </c:pt>
                <c:pt idx="4065">
                  <c:v>42584</c:v>
                </c:pt>
                <c:pt idx="4066">
                  <c:v>42585</c:v>
                </c:pt>
                <c:pt idx="4067">
                  <c:v>42586</c:v>
                </c:pt>
                <c:pt idx="4068">
                  <c:v>42587</c:v>
                </c:pt>
                <c:pt idx="4069">
                  <c:v>42590</c:v>
                </c:pt>
                <c:pt idx="4070">
                  <c:v>42591</c:v>
                </c:pt>
                <c:pt idx="4071">
                  <c:v>42592</c:v>
                </c:pt>
                <c:pt idx="4072">
                  <c:v>42593</c:v>
                </c:pt>
                <c:pt idx="4073">
                  <c:v>42594</c:v>
                </c:pt>
                <c:pt idx="4074">
                  <c:v>42597</c:v>
                </c:pt>
                <c:pt idx="4075">
                  <c:v>42598</c:v>
                </c:pt>
                <c:pt idx="4076">
                  <c:v>42599</c:v>
                </c:pt>
                <c:pt idx="4077">
                  <c:v>42600</c:v>
                </c:pt>
                <c:pt idx="4078">
                  <c:v>42601</c:v>
                </c:pt>
                <c:pt idx="4079">
                  <c:v>42604</c:v>
                </c:pt>
                <c:pt idx="4080">
                  <c:v>42605</c:v>
                </c:pt>
                <c:pt idx="4081">
                  <c:v>42606</c:v>
                </c:pt>
                <c:pt idx="4082">
                  <c:v>42607</c:v>
                </c:pt>
                <c:pt idx="4083">
                  <c:v>42608</c:v>
                </c:pt>
                <c:pt idx="4084">
                  <c:v>42611</c:v>
                </c:pt>
                <c:pt idx="4085">
                  <c:v>42612</c:v>
                </c:pt>
                <c:pt idx="4086">
                  <c:v>42613</c:v>
                </c:pt>
                <c:pt idx="4087">
                  <c:v>42614</c:v>
                </c:pt>
                <c:pt idx="4088">
                  <c:v>42615</c:v>
                </c:pt>
                <c:pt idx="4089">
                  <c:v>42618</c:v>
                </c:pt>
                <c:pt idx="4090">
                  <c:v>42619</c:v>
                </c:pt>
                <c:pt idx="4091">
                  <c:v>42620</c:v>
                </c:pt>
                <c:pt idx="4092">
                  <c:v>42621</c:v>
                </c:pt>
                <c:pt idx="4093">
                  <c:v>42622</c:v>
                </c:pt>
                <c:pt idx="4094">
                  <c:v>42625</c:v>
                </c:pt>
                <c:pt idx="4095">
                  <c:v>42626</c:v>
                </c:pt>
                <c:pt idx="4096">
                  <c:v>42627</c:v>
                </c:pt>
                <c:pt idx="4097">
                  <c:v>42628</c:v>
                </c:pt>
                <c:pt idx="4098">
                  <c:v>42629</c:v>
                </c:pt>
                <c:pt idx="4099">
                  <c:v>42632</c:v>
                </c:pt>
                <c:pt idx="4100">
                  <c:v>42633</c:v>
                </c:pt>
                <c:pt idx="4101">
                  <c:v>42634</c:v>
                </c:pt>
                <c:pt idx="4102">
                  <c:v>42635</c:v>
                </c:pt>
                <c:pt idx="4103">
                  <c:v>42636</c:v>
                </c:pt>
                <c:pt idx="4104">
                  <c:v>42639</c:v>
                </c:pt>
                <c:pt idx="4105">
                  <c:v>42640</c:v>
                </c:pt>
                <c:pt idx="4106">
                  <c:v>42641</c:v>
                </c:pt>
                <c:pt idx="4107">
                  <c:v>42642</c:v>
                </c:pt>
                <c:pt idx="4108">
                  <c:v>42643</c:v>
                </c:pt>
                <c:pt idx="4109">
                  <c:v>42646</c:v>
                </c:pt>
                <c:pt idx="4110">
                  <c:v>42647</c:v>
                </c:pt>
                <c:pt idx="4111">
                  <c:v>42648</c:v>
                </c:pt>
                <c:pt idx="4112">
                  <c:v>42649</c:v>
                </c:pt>
                <c:pt idx="4113">
                  <c:v>42650</c:v>
                </c:pt>
                <c:pt idx="4114">
                  <c:v>42653</c:v>
                </c:pt>
                <c:pt idx="4115">
                  <c:v>42654</c:v>
                </c:pt>
                <c:pt idx="4116">
                  <c:v>42655</c:v>
                </c:pt>
                <c:pt idx="4117">
                  <c:v>42656</c:v>
                </c:pt>
                <c:pt idx="4118">
                  <c:v>42657</c:v>
                </c:pt>
                <c:pt idx="4119">
                  <c:v>42660</c:v>
                </c:pt>
                <c:pt idx="4120">
                  <c:v>42661</c:v>
                </c:pt>
                <c:pt idx="4121">
                  <c:v>42662</c:v>
                </c:pt>
                <c:pt idx="4122">
                  <c:v>42663</c:v>
                </c:pt>
                <c:pt idx="4123">
                  <c:v>42664</c:v>
                </c:pt>
                <c:pt idx="4124">
                  <c:v>42667</c:v>
                </c:pt>
                <c:pt idx="4125">
                  <c:v>42668</c:v>
                </c:pt>
                <c:pt idx="4126">
                  <c:v>42669</c:v>
                </c:pt>
                <c:pt idx="4127">
                  <c:v>42670</c:v>
                </c:pt>
                <c:pt idx="4128">
                  <c:v>42671</c:v>
                </c:pt>
                <c:pt idx="4129">
                  <c:v>42674</c:v>
                </c:pt>
                <c:pt idx="4130">
                  <c:v>42675</c:v>
                </c:pt>
                <c:pt idx="4131">
                  <c:v>42676</c:v>
                </c:pt>
                <c:pt idx="4132">
                  <c:v>42677</c:v>
                </c:pt>
                <c:pt idx="4133">
                  <c:v>42678</c:v>
                </c:pt>
                <c:pt idx="4134">
                  <c:v>42681</c:v>
                </c:pt>
                <c:pt idx="4135">
                  <c:v>42682</c:v>
                </c:pt>
                <c:pt idx="4136">
                  <c:v>42683</c:v>
                </c:pt>
                <c:pt idx="4137">
                  <c:v>42684</c:v>
                </c:pt>
                <c:pt idx="4138">
                  <c:v>42685</c:v>
                </c:pt>
                <c:pt idx="4139">
                  <c:v>42688</c:v>
                </c:pt>
                <c:pt idx="4140">
                  <c:v>42689</c:v>
                </c:pt>
                <c:pt idx="4141">
                  <c:v>42690</c:v>
                </c:pt>
                <c:pt idx="4142">
                  <c:v>42691</c:v>
                </c:pt>
                <c:pt idx="4143">
                  <c:v>42692</c:v>
                </c:pt>
                <c:pt idx="4144">
                  <c:v>42695</c:v>
                </c:pt>
                <c:pt idx="4145">
                  <c:v>42696</c:v>
                </c:pt>
                <c:pt idx="4146">
                  <c:v>42697</c:v>
                </c:pt>
                <c:pt idx="4147">
                  <c:v>42698</c:v>
                </c:pt>
                <c:pt idx="4148">
                  <c:v>42699</c:v>
                </c:pt>
                <c:pt idx="4149">
                  <c:v>42702</c:v>
                </c:pt>
                <c:pt idx="4150">
                  <c:v>42703</c:v>
                </c:pt>
                <c:pt idx="4151">
                  <c:v>42704</c:v>
                </c:pt>
                <c:pt idx="4152">
                  <c:v>42705</c:v>
                </c:pt>
                <c:pt idx="4153">
                  <c:v>42706</c:v>
                </c:pt>
                <c:pt idx="4154">
                  <c:v>42709</c:v>
                </c:pt>
                <c:pt idx="4155">
                  <c:v>42710</c:v>
                </c:pt>
                <c:pt idx="4156">
                  <c:v>42711</c:v>
                </c:pt>
                <c:pt idx="4157">
                  <c:v>42712</c:v>
                </c:pt>
                <c:pt idx="4158">
                  <c:v>42713</c:v>
                </c:pt>
                <c:pt idx="4159">
                  <c:v>42716</c:v>
                </c:pt>
                <c:pt idx="4160">
                  <c:v>42717</c:v>
                </c:pt>
                <c:pt idx="4161">
                  <c:v>42718</c:v>
                </c:pt>
                <c:pt idx="4162">
                  <c:v>42719</c:v>
                </c:pt>
                <c:pt idx="4163">
                  <c:v>42720</c:v>
                </c:pt>
                <c:pt idx="4164">
                  <c:v>42723</c:v>
                </c:pt>
                <c:pt idx="4165">
                  <c:v>42724</c:v>
                </c:pt>
                <c:pt idx="4166">
                  <c:v>42725</c:v>
                </c:pt>
                <c:pt idx="4167">
                  <c:v>42726</c:v>
                </c:pt>
                <c:pt idx="4168">
                  <c:v>42727</c:v>
                </c:pt>
                <c:pt idx="4169">
                  <c:v>42730</c:v>
                </c:pt>
                <c:pt idx="4170">
                  <c:v>42731</c:v>
                </c:pt>
                <c:pt idx="4171">
                  <c:v>42732</c:v>
                </c:pt>
                <c:pt idx="4172">
                  <c:v>42733</c:v>
                </c:pt>
                <c:pt idx="4173">
                  <c:v>42734</c:v>
                </c:pt>
                <c:pt idx="4174">
                  <c:v>42737</c:v>
                </c:pt>
                <c:pt idx="4175">
                  <c:v>42738</c:v>
                </c:pt>
                <c:pt idx="4176">
                  <c:v>42739</c:v>
                </c:pt>
                <c:pt idx="4177">
                  <c:v>42740</c:v>
                </c:pt>
                <c:pt idx="4178">
                  <c:v>42741</c:v>
                </c:pt>
                <c:pt idx="4179">
                  <c:v>42744</c:v>
                </c:pt>
                <c:pt idx="4180">
                  <c:v>42745</c:v>
                </c:pt>
                <c:pt idx="4181">
                  <c:v>42746</c:v>
                </c:pt>
                <c:pt idx="4182">
                  <c:v>42747</c:v>
                </c:pt>
                <c:pt idx="4183">
                  <c:v>42748</c:v>
                </c:pt>
                <c:pt idx="4184">
                  <c:v>42751</c:v>
                </c:pt>
                <c:pt idx="4185">
                  <c:v>42752</c:v>
                </c:pt>
                <c:pt idx="4186">
                  <c:v>42753</c:v>
                </c:pt>
                <c:pt idx="4187">
                  <c:v>42754</c:v>
                </c:pt>
                <c:pt idx="4188">
                  <c:v>42755</c:v>
                </c:pt>
                <c:pt idx="4189">
                  <c:v>42758</c:v>
                </c:pt>
                <c:pt idx="4190">
                  <c:v>42759</c:v>
                </c:pt>
                <c:pt idx="4191">
                  <c:v>42760</c:v>
                </c:pt>
                <c:pt idx="4192">
                  <c:v>42761</c:v>
                </c:pt>
                <c:pt idx="4193">
                  <c:v>42762</c:v>
                </c:pt>
                <c:pt idx="4194">
                  <c:v>42765</c:v>
                </c:pt>
                <c:pt idx="4195">
                  <c:v>42766</c:v>
                </c:pt>
                <c:pt idx="4196">
                  <c:v>42767</c:v>
                </c:pt>
                <c:pt idx="4197">
                  <c:v>42768</c:v>
                </c:pt>
                <c:pt idx="4198">
                  <c:v>42769</c:v>
                </c:pt>
                <c:pt idx="4199">
                  <c:v>42772</c:v>
                </c:pt>
                <c:pt idx="4200">
                  <c:v>42773</c:v>
                </c:pt>
                <c:pt idx="4201">
                  <c:v>42774</c:v>
                </c:pt>
                <c:pt idx="4202">
                  <c:v>42775</c:v>
                </c:pt>
                <c:pt idx="4203">
                  <c:v>42776</c:v>
                </c:pt>
                <c:pt idx="4204">
                  <c:v>42779</c:v>
                </c:pt>
                <c:pt idx="4205">
                  <c:v>42780</c:v>
                </c:pt>
                <c:pt idx="4206">
                  <c:v>42781</c:v>
                </c:pt>
                <c:pt idx="4207">
                  <c:v>42782</c:v>
                </c:pt>
                <c:pt idx="4208">
                  <c:v>42783</c:v>
                </c:pt>
                <c:pt idx="4209">
                  <c:v>42786</c:v>
                </c:pt>
                <c:pt idx="4210">
                  <c:v>42787</c:v>
                </c:pt>
                <c:pt idx="4211">
                  <c:v>42788</c:v>
                </c:pt>
                <c:pt idx="4212">
                  <c:v>42789</c:v>
                </c:pt>
                <c:pt idx="4213">
                  <c:v>42790</c:v>
                </c:pt>
                <c:pt idx="4214">
                  <c:v>42793</c:v>
                </c:pt>
                <c:pt idx="4215">
                  <c:v>42794</c:v>
                </c:pt>
                <c:pt idx="4216">
                  <c:v>42795</c:v>
                </c:pt>
                <c:pt idx="4217">
                  <c:v>42796</c:v>
                </c:pt>
                <c:pt idx="4218">
                  <c:v>42797</c:v>
                </c:pt>
                <c:pt idx="4219">
                  <c:v>42800</c:v>
                </c:pt>
                <c:pt idx="4220">
                  <c:v>42801</c:v>
                </c:pt>
                <c:pt idx="4221">
                  <c:v>42802</c:v>
                </c:pt>
                <c:pt idx="4222">
                  <c:v>42803</c:v>
                </c:pt>
                <c:pt idx="4223">
                  <c:v>42804</c:v>
                </c:pt>
                <c:pt idx="4224">
                  <c:v>42807</c:v>
                </c:pt>
                <c:pt idx="4225">
                  <c:v>42808</c:v>
                </c:pt>
                <c:pt idx="4226">
                  <c:v>42809</c:v>
                </c:pt>
                <c:pt idx="4227">
                  <c:v>42810</c:v>
                </c:pt>
                <c:pt idx="4228">
                  <c:v>42811</c:v>
                </c:pt>
                <c:pt idx="4229">
                  <c:v>42814</c:v>
                </c:pt>
                <c:pt idx="4230">
                  <c:v>42815</c:v>
                </c:pt>
                <c:pt idx="4231">
                  <c:v>42816</c:v>
                </c:pt>
                <c:pt idx="4232">
                  <c:v>42817</c:v>
                </c:pt>
                <c:pt idx="4233">
                  <c:v>42818</c:v>
                </c:pt>
                <c:pt idx="4234">
                  <c:v>42821</c:v>
                </c:pt>
                <c:pt idx="4235">
                  <c:v>42822</c:v>
                </c:pt>
                <c:pt idx="4236">
                  <c:v>42823</c:v>
                </c:pt>
                <c:pt idx="4237">
                  <c:v>42824</c:v>
                </c:pt>
                <c:pt idx="4238">
                  <c:v>42825</c:v>
                </c:pt>
                <c:pt idx="4239">
                  <c:v>42828</c:v>
                </c:pt>
                <c:pt idx="4240">
                  <c:v>42829</c:v>
                </c:pt>
                <c:pt idx="4241">
                  <c:v>42830</c:v>
                </c:pt>
                <c:pt idx="4242">
                  <c:v>42831</c:v>
                </c:pt>
                <c:pt idx="4243">
                  <c:v>42832</c:v>
                </c:pt>
                <c:pt idx="4244">
                  <c:v>42835</c:v>
                </c:pt>
                <c:pt idx="4245">
                  <c:v>42836</c:v>
                </c:pt>
                <c:pt idx="4246">
                  <c:v>42837</c:v>
                </c:pt>
                <c:pt idx="4247">
                  <c:v>42838</c:v>
                </c:pt>
                <c:pt idx="4248">
                  <c:v>42839</c:v>
                </c:pt>
                <c:pt idx="4249">
                  <c:v>42842</c:v>
                </c:pt>
                <c:pt idx="4250">
                  <c:v>42843</c:v>
                </c:pt>
                <c:pt idx="4251">
                  <c:v>42844</c:v>
                </c:pt>
                <c:pt idx="4252">
                  <c:v>42845</c:v>
                </c:pt>
                <c:pt idx="4253">
                  <c:v>42846</c:v>
                </c:pt>
                <c:pt idx="4254">
                  <c:v>42849</c:v>
                </c:pt>
                <c:pt idx="4255">
                  <c:v>42850</c:v>
                </c:pt>
                <c:pt idx="4256">
                  <c:v>42851</c:v>
                </c:pt>
                <c:pt idx="4257">
                  <c:v>42852</c:v>
                </c:pt>
                <c:pt idx="4258">
                  <c:v>42853</c:v>
                </c:pt>
                <c:pt idx="4259">
                  <c:v>42856</c:v>
                </c:pt>
                <c:pt idx="4260">
                  <c:v>42857</c:v>
                </c:pt>
                <c:pt idx="4261">
                  <c:v>42858</c:v>
                </c:pt>
                <c:pt idx="4262">
                  <c:v>42859</c:v>
                </c:pt>
                <c:pt idx="4263">
                  <c:v>42860</c:v>
                </c:pt>
                <c:pt idx="4264">
                  <c:v>42863</c:v>
                </c:pt>
                <c:pt idx="4265">
                  <c:v>42864</c:v>
                </c:pt>
                <c:pt idx="4266">
                  <c:v>42865</c:v>
                </c:pt>
                <c:pt idx="4267">
                  <c:v>42866</c:v>
                </c:pt>
                <c:pt idx="4268">
                  <c:v>42867</c:v>
                </c:pt>
                <c:pt idx="4269">
                  <c:v>42870</c:v>
                </c:pt>
                <c:pt idx="4270">
                  <c:v>42871</c:v>
                </c:pt>
                <c:pt idx="4271">
                  <c:v>42872</c:v>
                </c:pt>
                <c:pt idx="4272">
                  <c:v>42873</c:v>
                </c:pt>
                <c:pt idx="4273">
                  <c:v>42874</c:v>
                </c:pt>
                <c:pt idx="4274">
                  <c:v>42877</c:v>
                </c:pt>
                <c:pt idx="4275">
                  <c:v>42878</c:v>
                </c:pt>
                <c:pt idx="4276">
                  <c:v>42879</c:v>
                </c:pt>
                <c:pt idx="4277">
                  <c:v>42880</c:v>
                </c:pt>
                <c:pt idx="4278">
                  <c:v>42881</c:v>
                </c:pt>
                <c:pt idx="4279">
                  <c:v>42884</c:v>
                </c:pt>
                <c:pt idx="4280">
                  <c:v>42885</c:v>
                </c:pt>
                <c:pt idx="4281">
                  <c:v>42886</c:v>
                </c:pt>
                <c:pt idx="4282">
                  <c:v>42887</c:v>
                </c:pt>
                <c:pt idx="4283">
                  <c:v>42888</c:v>
                </c:pt>
                <c:pt idx="4284">
                  <c:v>42891</c:v>
                </c:pt>
                <c:pt idx="4285">
                  <c:v>42892</c:v>
                </c:pt>
                <c:pt idx="4286">
                  <c:v>42893</c:v>
                </c:pt>
                <c:pt idx="4287">
                  <c:v>42894</c:v>
                </c:pt>
                <c:pt idx="4288">
                  <c:v>42895</c:v>
                </c:pt>
                <c:pt idx="4289">
                  <c:v>42898</c:v>
                </c:pt>
                <c:pt idx="4290">
                  <c:v>42899</c:v>
                </c:pt>
                <c:pt idx="4291">
                  <c:v>42900</c:v>
                </c:pt>
                <c:pt idx="4292">
                  <c:v>42901</c:v>
                </c:pt>
                <c:pt idx="4293">
                  <c:v>42902</c:v>
                </c:pt>
                <c:pt idx="4294">
                  <c:v>42905</c:v>
                </c:pt>
                <c:pt idx="4295">
                  <c:v>42906</c:v>
                </c:pt>
                <c:pt idx="4296">
                  <c:v>42907</c:v>
                </c:pt>
                <c:pt idx="4297">
                  <c:v>42908</c:v>
                </c:pt>
                <c:pt idx="4298">
                  <c:v>42909</c:v>
                </c:pt>
                <c:pt idx="4299">
                  <c:v>42912</c:v>
                </c:pt>
                <c:pt idx="4300">
                  <c:v>42913</c:v>
                </c:pt>
                <c:pt idx="4301">
                  <c:v>42914</c:v>
                </c:pt>
                <c:pt idx="4302">
                  <c:v>42915</c:v>
                </c:pt>
                <c:pt idx="4303">
                  <c:v>42916</c:v>
                </c:pt>
                <c:pt idx="4304">
                  <c:v>42919</c:v>
                </c:pt>
                <c:pt idx="4305">
                  <c:v>42920</c:v>
                </c:pt>
                <c:pt idx="4306">
                  <c:v>42921</c:v>
                </c:pt>
                <c:pt idx="4307">
                  <c:v>42922</c:v>
                </c:pt>
                <c:pt idx="4308">
                  <c:v>42923</c:v>
                </c:pt>
                <c:pt idx="4309">
                  <c:v>42926</c:v>
                </c:pt>
                <c:pt idx="4310">
                  <c:v>42927</c:v>
                </c:pt>
                <c:pt idx="4311">
                  <c:v>42928</c:v>
                </c:pt>
                <c:pt idx="4312">
                  <c:v>42929</c:v>
                </c:pt>
                <c:pt idx="4313">
                  <c:v>42930</c:v>
                </c:pt>
                <c:pt idx="4314">
                  <c:v>42933</c:v>
                </c:pt>
                <c:pt idx="4315">
                  <c:v>42934</c:v>
                </c:pt>
                <c:pt idx="4316">
                  <c:v>42935</c:v>
                </c:pt>
                <c:pt idx="4317">
                  <c:v>42936</c:v>
                </c:pt>
                <c:pt idx="4318">
                  <c:v>42937</c:v>
                </c:pt>
                <c:pt idx="4319">
                  <c:v>42940</c:v>
                </c:pt>
                <c:pt idx="4320">
                  <c:v>42941</c:v>
                </c:pt>
                <c:pt idx="4321">
                  <c:v>42942</c:v>
                </c:pt>
                <c:pt idx="4322">
                  <c:v>42943</c:v>
                </c:pt>
                <c:pt idx="4323">
                  <c:v>42944</c:v>
                </c:pt>
                <c:pt idx="4324">
                  <c:v>42947</c:v>
                </c:pt>
                <c:pt idx="4325">
                  <c:v>42948</c:v>
                </c:pt>
                <c:pt idx="4326">
                  <c:v>42949</c:v>
                </c:pt>
                <c:pt idx="4327">
                  <c:v>42950</c:v>
                </c:pt>
                <c:pt idx="4328">
                  <c:v>42951</c:v>
                </c:pt>
                <c:pt idx="4329">
                  <c:v>42954</c:v>
                </c:pt>
                <c:pt idx="4330">
                  <c:v>42955</c:v>
                </c:pt>
                <c:pt idx="4331">
                  <c:v>42956</c:v>
                </c:pt>
                <c:pt idx="4332">
                  <c:v>42957</c:v>
                </c:pt>
                <c:pt idx="4333">
                  <c:v>42958</c:v>
                </c:pt>
                <c:pt idx="4334">
                  <c:v>42961</c:v>
                </c:pt>
                <c:pt idx="4335">
                  <c:v>42962</c:v>
                </c:pt>
                <c:pt idx="4336">
                  <c:v>42963</c:v>
                </c:pt>
                <c:pt idx="4337">
                  <c:v>42964</c:v>
                </c:pt>
                <c:pt idx="4338">
                  <c:v>42965</c:v>
                </c:pt>
                <c:pt idx="4339">
                  <c:v>42968</c:v>
                </c:pt>
                <c:pt idx="4340">
                  <c:v>42969</c:v>
                </c:pt>
                <c:pt idx="4341">
                  <c:v>42970</c:v>
                </c:pt>
                <c:pt idx="4342">
                  <c:v>42971</c:v>
                </c:pt>
                <c:pt idx="4343">
                  <c:v>42972</c:v>
                </c:pt>
                <c:pt idx="4344">
                  <c:v>42975</c:v>
                </c:pt>
                <c:pt idx="4345">
                  <c:v>42976</c:v>
                </c:pt>
                <c:pt idx="4346">
                  <c:v>42977</c:v>
                </c:pt>
                <c:pt idx="4347">
                  <c:v>42978</c:v>
                </c:pt>
                <c:pt idx="4348">
                  <c:v>42979</c:v>
                </c:pt>
                <c:pt idx="4349">
                  <c:v>42982</c:v>
                </c:pt>
                <c:pt idx="4350">
                  <c:v>42983</c:v>
                </c:pt>
                <c:pt idx="4351">
                  <c:v>42984</c:v>
                </c:pt>
                <c:pt idx="4352">
                  <c:v>42985</c:v>
                </c:pt>
                <c:pt idx="4353">
                  <c:v>42986</c:v>
                </c:pt>
                <c:pt idx="4354">
                  <c:v>42989</c:v>
                </c:pt>
                <c:pt idx="4355">
                  <c:v>42990</c:v>
                </c:pt>
                <c:pt idx="4356">
                  <c:v>42991</c:v>
                </c:pt>
                <c:pt idx="4357">
                  <c:v>42992</c:v>
                </c:pt>
                <c:pt idx="4358">
                  <c:v>42993</c:v>
                </c:pt>
                <c:pt idx="4359">
                  <c:v>42996</c:v>
                </c:pt>
                <c:pt idx="4360">
                  <c:v>42997</c:v>
                </c:pt>
                <c:pt idx="4361">
                  <c:v>42998</c:v>
                </c:pt>
                <c:pt idx="4362">
                  <c:v>42999</c:v>
                </c:pt>
                <c:pt idx="4363">
                  <c:v>43000</c:v>
                </c:pt>
                <c:pt idx="4364">
                  <c:v>43003</c:v>
                </c:pt>
                <c:pt idx="4365">
                  <c:v>43004</c:v>
                </c:pt>
                <c:pt idx="4366">
                  <c:v>43005</c:v>
                </c:pt>
                <c:pt idx="4367">
                  <c:v>43006</c:v>
                </c:pt>
                <c:pt idx="4368">
                  <c:v>43007</c:v>
                </c:pt>
                <c:pt idx="4369">
                  <c:v>43010</c:v>
                </c:pt>
                <c:pt idx="4370">
                  <c:v>43011</c:v>
                </c:pt>
                <c:pt idx="4371">
                  <c:v>43012</c:v>
                </c:pt>
                <c:pt idx="4372">
                  <c:v>43013</c:v>
                </c:pt>
                <c:pt idx="4373">
                  <c:v>43014</c:v>
                </c:pt>
                <c:pt idx="4374">
                  <c:v>43017</c:v>
                </c:pt>
                <c:pt idx="4375">
                  <c:v>43018</c:v>
                </c:pt>
                <c:pt idx="4376">
                  <c:v>43019</c:v>
                </c:pt>
                <c:pt idx="4377">
                  <c:v>43020</c:v>
                </c:pt>
                <c:pt idx="4378">
                  <c:v>43021</c:v>
                </c:pt>
                <c:pt idx="4379">
                  <c:v>43024</c:v>
                </c:pt>
                <c:pt idx="4380">
                  <c:v>43025</c:v>
                </c:pt>
                <c:pt idx="4381">
                  <c:v>43026</c:v>
                </c:pt>
                <c:pt idx="4382">
                  <c:v>43027</c:v>
                </c:pt>
                <c:pt idx="4383">
                  <c:v>43028</c:v>
                </c:pt>
                <c:pt idx="4384">
                  <c:v>43031</c:v>
                </c:pt>
                <c:pt idx="4385">
                  <c:v>43032</c:v>
                </c:pt>
                <c:pt idx="4386">
                  <c:v>43033</c:v>
                </c:pt>
                <c:pt idx="4387">
                  <c:v>43034</c:v>
                </c:pt>
                <c:pt idx="4388">
                  <c:v>43035</c:v>
                </c:pt>
                <c:pt idx="4389">
                  <c:v>43038</c:v>
                </c:pt>
                <c:pt idx="4390">
                  <c:v>43039</c:v>
                </c:pt>
                <c:pt idx="4391">
                  <c:v>43040</c:v>
                </c:pt>
                <c:pt idx="4392">
                  <c:v>43041</c:v>
                </c:pt>
                <c:pt idx="4393">
                  <c:v>43042</c:v>
                </c:pt>
                <c:pt idx="4394">
                  <c:v>43045</c:v>
                </c:pt>
                <c:pt idx="4395">
                  <c:v>43046</c:v>
                </c:pt>
                <c:pt idx="4396">
                  <c:v>43047</c:v>
                </c:pt>
                <c:pt idx="4397">
                  <c:v>43048</c:v>
                </c:pt>
                <c:pt idx="4398">
                  <c:v>43049</c:v>
                </c:pt>
                <c:pt idx="4399">
                  <c:v>43052</c:v>
                </c:pt>
                <c:pt idx="4400">
                  <c:v>43053</c:v>
                </c:pt>
                <c:pt idx="4401">
                  <c:v>43054</c:v>
                </c:pt>
                <c:pt idx="4402">
                  <c:v>43055</c:v>
                </c:pt>
                <c:pt idx="4403">
                  <c:v>43056</c:v>
                </c:pt>
                <c:pt idx="4404">
                  <c:v>43059</c:v>
                </c:pt>
                <c:pt idx="4405">
                  <c:v>43060</c:v>
                </c:pt>
                <c:pt idx="4406">
                  <c:v>43061</c:v>
                </c:pt>
                <c:pt idx="4407">
                  <c:v>43062</c:v>
                </c:pt>
                <c:pt idx="4408">
                  <c:v>43063</c:v>
                </c:pt>
                <c:pt idx="4409">
                  <c:v>43066</c:v>
                </c:pt>
                <c:pt idx="4410">
                  <c:v>43067</c:v>
                </c:pt>
                <c:pt idx="4411">
                  <c:v>43068</c:v>
                </c:pt>
                <c:pt idx="4412">
                  <c:v>43069</c:v>
                </c:pt>
                <c:pt idx="4413">
                  <c:v>43070</c:v>
                </c:pt>
                <c:pt idx="4414">
                  <c:v>43073</c:v>
                </c:pt>
                <c:pt idx="4415">
                  <c:v>43074</c:v>
                </c:pt>
                <c:pt idx="4416">
                  <c:v>43075</c:v>
                </c:pt>
                <c:pt idx="4417">
                  <c:v>43076</c:v>
                </c:pt>
                <c:pt idx="4418">
                  <c:v>43077</c:v>
                </c:pt>
                <c:pt idx="4419">
                  <c:v>43080</c:v>
                </c:pt>
                <c:pt idx="4420">
                  <c:v>43081</c:v>
                </c:pt>
                <c:pt idx="4421">
                  <c:v>43082</c:v>
                </c:pt>
                <c:pt idx="4422">
                  <c:v>43083</c:v>
                </c:pt>
                <c:pt idx="4423">
                  <c:v>43084</c:v>
                </c:pt>
                <c:pt idx="4424">
                  <c:v>43087</c:v>
                </c:pt>
                <c:pt idx="4425">
                  <c:v>43088</c:v>
                </c:pt>
                <c:pt idx="4426">
                  <c:v>43089</c:v>
                </c:pt>
                <c:pt idx="4427">
                  <c:v>43090</c:v>
                </c:pt>
                <c:pt idx="4428">
                  <c:v>43091</c:v>
                </c:pt>
                <c:pt idx="4429">
                  <c:v>43094</c:v>
                </c:pt>
                <c:pt idx="4430">
                  <c:v>43095</c:v>
                </c:pt>
                <c:pt idx="4431">
                  <c:v>43096</c:v>
                </c:pt>
                <c:pt idx="4432">
                  <c:v>43097</c:v>
                </c:pt>
                <c:pt idx="4433">
                  <c:v>43098</c:v>
                </c:pt>
                <c:pt idx="4434">
                  <c:v>43101</c:v>
                </c:pt>
                <c:pt idx="4435">
                  <c:v>43102</c:v>
                </c:pt>
                <c:pt idx="4436">
                  <c:v>43103</c:v>
                </c:pt>
                <c:pt idx="4437">
                  <c:v>43104</c:v>
                </c:pt>
                <c:pt idx="4438">
                  <c:v>43105</c:v>
                </c:pt>
                <c:pt idx="4439">
                  <c:v>43108</c:v>
                </c:pt>
                <c:pt idx="4440">
                  <c:v>43109</c:v>
                </c:pt>
                <c:pt idx="4441">
                  <c:v>43110</c:v>
                </c:pt>
                <c:pt idx="4442">
                  <c:v>43111</c:v>
                </c:pt>
                <c:pt idx="4443">
                  <c:v>43112</c:v>
                </c:pt>
                <c:pt idx="4444">
                  <c:v>43115</c:v>
                </c:pt>
                <c:pt idx="4445">
                  <c:v>43116</c:v>
                </c:pt>
                <c:pt idx="4446">
                  <c:v>43117</c:v>
                </c:pt>
                <c:pt idx="4447">
                  <c:v>43118</c:v>
                </c:pt>
                <c:pt idx="4448">
                  <c:v>43119</c:v>
                </c:pt>
                <c:pt idx="4449">
                  <c:v>43122</c:v>
                </c:pt>
                <c:pt idx="4450">
                  <c:v>43123</c:v>
                </c:pt>
                <c:pt idx="4451">
                  <c:v>43124</c:v>
                </c:pt>
                <c:pt idx="4452">
                  <c:v>43125</c:v>
                </c:pt>
                <c:pt idx="4453">
                  <c:v>43126</c:v>
                </c:pt>
                <c:pt idx="4454">
                  <c:v>43129</c:v>
                </c:pt>
                <c:pt idx="4455">
                  <c:v>43130</c:v>
                </c:pt>
                <c:pt idx="4456">
                  <c:v>43131</c:v>
                </c:pt>
                <c:pt idx="4457">
                  <c:v>43132</c:v>
                </c:pt>
                <c:pt idx="4458">
                  <c:v>43133</c:v>
                </c:pt>
                <c:pt idx="4459">
                  <c:v>43136</c:v>
                </c:pt>
                <c:pt idx="4460">
                  <c:v>43137</c:v>
                </c:pt>
                <c:pt idx="4461">
                  <c:v>43138</c:v>
                </c:pt>
                <c:pt idx="4462">
                  <c:v>43139</c:v>
                </c:pt>
                <c:pt idx="4463">
                  <c:v>43140</c:v>
                </c:pt>
                <c:pt idx="4464">
                  <c:v>43143</c:v>
                </c:pt>
                <c:pt idx="4465">
                  <c:v>43144</c:v>
                </c:pt>
                <c:pt idx="4466">
                  <c:v>43145</c:v>
                </c:pt>
                <c:pt idx="4467">
                  <c:v>43146</c:v>
                </c:pt>
                <c:pt idx="4468">
                  <c:v>43147</c:v>
                </c:pt>
                <c:pt idx="4469">
                  <c:v>43150</c:v>
                </c:pt>
                <c:pt idx="4470">
                  <c:v>43151</c:v>
                </c:pt>
                <c:pt idx="4471">
                  <c:v>43152</c:v>
                </c:pt>
                <c:pt idx="4472">
                  <c:v>43153</c:v>
                </c:pt>
                <c:pt idx="4473">
                  <c:v>43154</c:v>
                </c:pt>
                <c:pt idx="4474">
                  <c:v>43157</c:v>
                </c:pt>
                <c:pt idx="4475">
                  <c:v>43158</c:v>
                </c:pt>
                <c:pt idx="4476">
                  <c:v>43159</c:v>
                </c:pt>
                <c:pt idx="4477">
                  <c:v>43160</c:v>
                </c:pt>
                <c:pt idx="4478">
                  <c:v>43161</c:v>
                </c:pt>
                <c:pt idx="4479">
                  <c:v>43164</c:v>
                </c:pt>
                <c:pt idx="4480">
                  <c:v>43165</c:v>
                </c:pt>
                <c:pt idx="4481">
                  <c:v>43166</c:v>
                </c:pt>
                <c:pt idx="4482">
                  <c:v>43167</c:v>
                </c:pt>
                <c:pt idx="4483">
                  <c:v>43168</c:v>
                </c:pt>
                <c:pt idx="4484">
                  <c:v>43171</c:v>
                </c:pt>
                <c:pt idx="4485">
                  <c:v>43172</c:v>
                </c:pt>
                <c:pt idx="4486">
                  <c:v>43173</c:v>
                </c:pt>
                <c:pt idx="4487">
                  <c:v>43174</c:v>
                </c:pt>
                <c:pt idx="4488">
                  <c:v>43175</c:v>
                </c:pt>
                <c:pt idx="4489">
                  <c:v>43178</c:v>
                </c:pt>
                <c:pt idx="4490">
                  <c:v>43179</c:v>
                </c:pt>
                <c:pt idx="4491">
                  <c:v>43180</c:v>
                </c:pt>
                <c:pt idx="4492">
                  <c:v>43181</c:v>
                </c:pt>
                <c:pt idx="4493">
                  <c:v>43182</c:v>
                </c:pt>
                <c:pt idx="4494">
                  <c:v>43185</c:v>
                </c:pt>
                <c:pt idx="4495">
                  <c:v>43186</c:v>
                </c:pt>
                <c:pt idx="4496">
                  <c:v>43187</c:v>
                </c:pt>
                <c:pt idx="4497">
                  <c:v>43188</c:v>
                </c:pt>
                <c:pt idx="4498">
                  <c:v>43189</c:v>
                </c:pt>
                <c:pt idx="4499">
                  <c:v>43192</c:v>
                </c:pt>
                <c:pt idx="4500">
                  <c:v>43193</c:v>
                </c:pt>
                <c:pt idx="4501">
                  <c:v>43194</c:v>
                </c:pt>
                <c:pt idx="4502">
                  <c:v>43195</c:v>
                </c:pt>
                <c:pt idx="4503">
                  <c:v>43196</c:v>
                </c:pt>
                <c:pt idx="4504">
                  <c:v>43199</c:v>
                </c:pt>
                <c:pt idx="4505">
                  <c:v>43200</c:v>
                </c:pt>
                <c:pt idx="4506">
                  <c:v>43201</c:v>
                </c:pt>
                <c:pt idx="4507">
                  <c:v>43202</c:v>
                </c:pt>
                <c:pt idx="4508">
                  <c:v>43203</c:v>
                </c:pt>
                <c:pt idx="4509">
                  <c:v>43206</c:v>
                </c:pt>
                <c:pt idx="4510">
                  <c:v>43207</c:v>
                </c:pt>
                <c:pt idx="4511">
                  <c:v>43208</c:v>
                </c:pt>
                <c:pt idx="4512">
                  <c:v>43209</c:v>
                </c:pt>
                <c:pt idx="4513">
                  <c:v>43210</c:v>
                </c:pt>
                <c:pt idx="4514">
                  <c:v>43213</c:v>
                </c:pt>
                <c:pt idx="4515">
                  <c:v>43214</c:v>
                </c:pt>
                <c:pt idx="4516">
                  <c:v>43215</c:v>
                </c:pt>
                <c:pt idx="4517">
                  <c:v>43216</c:v>
                </c:pt>
                <c:pt idx="4518">
                  <c:v>43217</c:v>
                </c:pt>
                <c:pt idx="4519">
                  <c:v>43220</c:v>
                </c:pt>
                <c:pt idx="4520">
                  <c:v>43221</c:v>
                </c:pt>
                <c:pt idx="4521">
                  <c:v>43222</c:v>
                </c:pt>
                <c:pt idx="4522">
                  <c:v>43223</c:v>
                </c:pt>
                <c:pt idx="4523">
                  <c:v>43224</c:v>
                </c:pt>
                <c:pt idx="4524">
                  <c:v>43227</c:v>
                </c:pt>
                <c:pt idx="4525">
                  <c:v>43228</c:v>
                </c:pt>
                <c:pt idx="4526">
                  <c:v>43229</c:v>
                </c:pt>
                <c:pt idx="4527">
                  <c:v>43230</c:v>
                </c:pt>
                <c:pt idx="4528">
                  <c:v>43231</c:v>
                </c:pt>
                <c:pt idx="4529">
                  <c:v>43234</c:v>
                </c:pt>
                <c:pt idx="4530">
                  <c:v>43235</c:v>
                </c:pt>
                <c:pt idx="4531">
                  <c:v>43236</c:v>
                </c:pt>
                <c:pt idx="4532">
                  <c:v>43237</c:v>
                </c:pt>
                <c:pt idx="4533">
                  <c:v>43238</c:v>
                </c:pt>
                <c:pt idx="4534">
                  <c:v>43241</c:v>
                </c:pt>
                <c:pt idx="4535">
                  <c:v>43242</c:v>
                </c:pt>
                <c:pt idx="4536">
                  <c:v>43243</c:v>
                </c:pt>
                <c:pt idx="4537">
                  <c:v>43244</c:v>
                </c:pt>
                <c:pt idx="4538">
                  <c:v>43245</c:v>
                </c:pt>
                <c:pt idx="4539">
                  <c:v>43248</c:v>
                </c:pt>
                <c:pt idx="4540">
                  <c:v>43249</c:v>
                </c:pt>
                <c:pt idx="4541">
                  <c:v>43250</c:v>
                </c:pt>
                <c:pt idx="4542">
                  <c:v>43251</c:v>
                </c:pt>
                <c:pt idx="4543">
                  <c:v>43252</c:v>
                </c:pt>
                <c:pt idx="4544">
                  <c:v>43255</c:v>
                </c:pt>
                <c:pt idx="4545">
                  <c:v>43256</c:v>
                </c:pt>
                <c:pt idx="4546">
                  <c:v>43257</c:v>
                </c:pt>
                <c:pt idx="4547">
                  <c:v>43258</c:v>
                </c:pt>
                <c:pt idx="4548">
                  <c:v>43259</c:v>
                </c:pt>
                <c:pt idx="4549">
                  <c:v>43262</c:v>
                </c:pt>
                <c:pt idx="4550">
                  <c:v>43263</c:v>
                </c:pt>
                <c:pt idx="4551">
                  <c:v>43264</c:v>
                </c:pt>
                <c:pt idx="4552">
                  <c:v>43265</c:v>
                </c:pt>
                <c:pt idx="4553">
                  <c:v>43266</c:v>
                </c:pt>
                <c:pt idx="4554">
                  <c:v>43269</c:v>
                </c:pt>
                <c:pt idx="4555">
                  <c:v>43270</c:v>
                </c:pt>
                <c:pt idx="4556">
                  <c:v>43271</c:v>
                </c:pt>
                <c:pt idx="4557">
                  <c:v>43272</c:v>
                </c:pt>
                <c:pt idx="4558">
                  <c:v>43273</c:v>
                </c:pt>
                <c:pt idx="4559">
                  <c:v>43276</c:v>
                </c:pt>
                <c:pt idx="4560">
                  <c:v>43277</c:v>
                </c:pt>
                <c:pt idx="4561">
                  <c:v>43278</c:v>
                </c:pt>
                <c:pt idx="4562">
                  <c:v>43279</c:v>
                </c:pt>
                <c:pt idx="4563">
                  <c:v>43280</c:v>
                </c:pt>
                <c:pt idx="4564">
                  <c:v>43283</c:v>
                </c:pt>
                <c:pt idx="4565">
                  <c:v>43284</c:v>
                </c:pt>
                <c:pt idx="4566">
                  <c:v>43285</c:v>
                </c:pt>
                <c:pt idx="4567">
                  <c:v>43286</c:v>
                </c:pt>
                <c:pt idx="4568">
                  <c:v>43287</c:v>
                </c:pt>
                <c:pt idx="4569">
                  <c:v>43290</c:v>
                </c:pt>
                <c:pt idx="4570">
                  <c:v>43291</c:v>
                </c:pt>
                <c:pt idx="4571">
                  <c:v>43292</c:v>
                </c:pt>
                <c:pt idx="4572">
                  <c:v>43293</c:v>
                </c:pt>
                <c:pt idx="4573">
                  <c:v>43294</c:v>
                </c:pt>
                <c:pt idx="4574">
                  <c:v>43297</c:v>
                </c:pt>
                <c:pt idx="4575">
                  <c:v>43298</c:v>
                </c:pt>
                <c:pt idx="4576">
                  <c:v>43299</c:v>
                </c:pt>
                <c:pt idx="4577">
                  <c:v>43300</c:v>
                </c:pt>
                <c:pt idx="4578">
                  <c:v>43301</c:v>
                </c:pt>
                <c:pt idx="4579">
                  <c:v>43304</c:v>
                </c:pt>
                <c:pt idx="4580">
                  <c:v>43305</c:v>
                </c:pt>
                <c:pt idx="4581">
                  <c:v>43306</c:v>
                </c:pt>
                <c:pt idx="4582">
                  <c:v>43307</c:v>
                </c:pt>
                <c:pt idx="4583">
                  <c:v>43308</c:v>
                </c:pt>
                <c:pt idx="4584">
                  <c:v>43311</c:v>
                </c:pt>
                <c:pt idx="4585">
                  <c:v>43312</c:v>
                </c:pt>
                <c:pt idx="4586">
                  <c:v>43313</c:v>
                </c:pt>
                <c:pt idx="4587">
                  <c:v>43314</c:v>
                </c:pt>
                <c:pt idx="4588">
                  <c:v>43315</c:v>
                </c:pt>
                <c:pt idx="4589">
                  <c:v>43318</c:v>
                </c:pt>
                <c:pt idx="4590">
                  <c:v>43319</c:v>
                </c:pt>
                <c:pt idx="4591">
                  <c:v>43320</c:v>
                </c:pt>
                <c:pt idx="4592">
                  <c:v>43321</c:v>
                </c:pt>
                <c:pt idx="4593">
                  <c:v>43322</c:v>
                </c:pt>
                <c:pt idx="4594">
                  <c:v>43325</c:v>
                </c:pt>
                <c:pt idx="4595">
                  <c:v>43326</c:v>
                </c:pt>
                <c:pt idx="4596">
                  <c:v>43327</c:v>
                </c:pt>
                <c:pt idx="4597">
                  <c:v>43328</c:v>
                </c:pt>
                <c:pt idx="4598">
                  <c:v>43329</c:v>
                </c:pt>
                <c:pt idx="4599">
                  <c:v>43332</c:v>
                </c:pt>
                <c:pt idx="4600">
                  <c:v>43333</c:v>
                </c:pt>
                <c:pt idx="4601">
                  <c:v>43334</c:v>
                </c:pt>
                <c:pt idx="4602">
                  <c:v>43335</c:v>
                </c:pt>
                <c:pt idx="4603">
                  <c:v>43336</c:v>
                </c:pt>
                <c:pt idx="4604">
                  <c:v>43339</c:v>
                </c:pt>
                <c:pt idx="4605">
                  <c:v>43340</c:v>
                </c:pt>
                <c:pt idx="4606">
                  <c:v>43341</c:v>
                </c:pt>
                <c:pt idx="4607">
                  <c:v>43342</c:v>
                </c:pt>
                <c:pt idx="4608">
                  <c:v>43343</c:v>
                </c:pt>
                <c:pt idx="4609">
                  <c:v>43346</c:v>
                </c:pt>
                <c:pt idx="4610">
                  <c:v>43347</c:v>
                </c:pt>
                <c:pt idx="4611">
                  <c:v>43348</c:v>
                </c:pt>
                <c:pt idx="4612">
                  <c:v>43349</c:v>
                </c:pt>
                <c:pt idx="4613">
                  <c:v>43350</c:v>
                </c:pt>
                <c:pt idx="4614">
                  <c:v>43353</c:v>
                </c:pt>
                <c:pt idx="4615">
                  <c:v>43354</c:v>
                </c:pt>
                <c:pt idx="4616">
                  <c:v>43355</c:v>
                </c:pt>
                <c:pt idx="4617">
                  <c:v>43356</c:v>
                </c:pt>
                <c:pt idx="4618">
                  <c:v>43357</c:v>
                </c:pt>
                <c:pt idx="4619">
                  <c:v>43360</c:v>
                </c:pt>
                <c:pt idx="4620">
                  <c:v>43361</c:v>
                </c:pt>
                <c:pt idx="4621">
                  <c:v>43362</c:v>
                </c:pt>
                <c:pt idx="4622">
                  <c:v>43363</c:v>
                </c:pt>
                <c:pt idx="4623">
                  <c:v>43364</c:v>
                </c:pt>
                <c:pt idx="4624">
                  <c:v>43367</c:v>
                </c:pt>
                <c:pt idx="4625">
                  <c:v>43368</c:v>
                </c:pt>
                <c:pt idx="4626">
                  <c:v>43369</c:v>
                </c:pt>
                <c:pt idx="4627">
                  <c:v>43370</c:v>
                </c:pt>
                <c:pt idx="4628">
                  <c:v>43371</c:v>
                </c:pt>
                <c:pt idx="4629">
                  <c:v>43374</c:v>
                </c:pt>
                <c:pt idx="4630">
                  <c:v>43375</c:v>
                </c:pt>
                <c:pt idx="4631">
                  <c:v>43376</c:v>
                </c:pt>
                <c:pt idx="4632">
                  <c:v>43377</c:v>
                </c:pt>
                <c:pt idx="4633">
                  <c:v>43378</c:v>
                </c:pt>
                <c:pt idx="4634">
                  <c:v>43381</c:v>
                </c:pt>
                <c:pt idx="4635">
                  <c:v>43382</c:v>
                </c:pt>
                <c:pt idx="4636">
                  <c:v>43383</c:v>
                </c:pt>
                <c:pt idx="4637">
                  <c:v>43384</c:v>
                </c:pt>
                <c:pt idx="4638">
                  <c:v>43385</c:v>
                </c:pt>
                <c:pt idx="4639">
                  <c:v>43388</c:v>
                </c:pt>
                <c:pt idx="4640">
                  <c:v>43389</c:v>
                </c:pt>
                <c:pt idx="4641">
                  <c:v>43390</c:v>
                </c:pt>
                <c:pt idx="4642">
                  <c:v>43391</c:v>
                </c:pt>
                <c:pt idx="4643">
                  <c:v>43392</c:v>
                </c:pt>
                <c:pt idx="4644">
                  <c:v>43395</c:v>
                </c:pt>
                <c:pt idx="4645">
                  <c:v>43396</c:v>
                </c:pt>
                <c:pt idx="4646">
                  <c:v>43397</c:v>
                </c:pt>
                <c:pt idx="4647">
                  <c:v>43398</c:v>
                </c:pt>
                <c:pt idx="4648">
                  <c:v>43399</c:v>
                </c:pt>
                <c:pt idx="4649">
                  <c:v>43402</c:v>
                </c:pt>
                <c:pt idx="4650">
                  <c:v>43403</c:v>
                </c:pt>
                <c:pt idx="4651">
                  <c:v>43404</c:v>
                </c:pt>
                <c:pt idx="4652">
                  <c:v>43405</c:v>
                </c:pt>
                <c:pt idx="4653">
                  <c:v>43406</c:v>
                </c:pt>
                <c:pt idx="4654">
                  <c:v>43409</c:v>
                </c:pt>
                <c:pt idx="4655">
                  <c:v>43410</c:v>
                </c:pt>
                <c:pt idx="4656">
                  <c:v>43411</c:v>
                </c:pt>
                <c:pt idx="4657">
                  <c:v>43412</c:v>
                </c:pt>
                <c:pt idx="4658">
                  <c:v>43413</c:v>
                </c:pt>
                <c:pt idx="4659">
                  <c:v>43416</c:v>
                </c:pt>
                <c:pt idx="4660">
                  <c:v>43417</c:v>
                </c:pt>
                <c:pt idx="4661">
                  <c:v>43418</c:v>
                </c:pt>
                <c:pt idx="4662">
                  <c:v>43419</c:v>
                </c:pt>
                <c:pt idx="4663">
                  <c:v>43420</c:v>
                </c:pt>
                <c:pt idx="4664">
                  <c:v>43423</c:v>
                </c:pt>
                <c:pt idx="4665">
                  <c:v>43424</c:v>
                </c:pt>
                <c:pt idx="4666">
                  <c:v>43425</c:v>
                </c:pt>
                <c:pt idx="4667">
                  <c:v>43426</c:v>
                </c:pt>
                <c:pt idx="4668">
                  <c:v>43427</c:v>
                </c:pt>
                <c:pt idx="4669">
                  <c:v>43430</c:v>
                </c:pt>
                <c:pt idx="4670">
                  <c:v>43431</c:v>
                </c:pt>
                <c:pt idx="4671">
                  <c:v>43432</c:v>
                </c:pt>
                <c:pt idx="4672">
                  <c:v>43433</c:v>
                </c:pt>
                <c:pt idx="4673">
                  <c:v>43434</c:v>
                </c:pt>
                <c:pt idx="4674">
                  <c:v>43437</c:v>
                </c:pt>
                <c:pt idx="4675">
                  <c:v>43438</c:v>
                </c:pt>
                <c:pt idx="4676">
                  <c:v>43439</c:v>
                </c:pt>
                <c:pt idx="4677">
                  <c:v>43440</c:v>
                </c:pt>
                <c:pt idx="4678">
                  <c:v>43441</c:v>
                </c:pt>
                <c:pt idx="4679">
                  <c:v>43444</c:v>
                </c:pt>
                <c:pt idx="4680">
                  <c:v>43445</c:v>
                </c:pt>
                <c:pt idx="4681">
                  <c:v>43446</c:v>
                </c:pt>
                <c:pt idx="4682">
                  <c:v>43447</c:v>
                </c:pt>
                <c:pt idx="4683">
                  <c:v>43448</c:v>
                </c:pt>
                <c:pt idx="4684">
                  <c:v>43451</c:v>
                </c:pt>
                <c:pt idx="4685">
                  <c:v>43452</c:v>
                </c:pt>
                <c:pt idx="4686">
                  <c:v>43453</c:v>
                </c:pt>
                <c:pt idx="4687">
                  <c:v>43454</c:v>
                </c:pt>
                <c:pt idx="4688">
                  <c:v>43455</c:v>
                </c:pt>
                <c:pt idx="4689">
                  <c:v>43458</c:v>
                </c:pt>
                <c:pt idx="4690">
                  <c:v>43459</c:v>
                </c:pt>
                <c:pt idx="4691">
                  <c:v>43460</c:v>
                </c:pt>
                <c:pt idx="4692">
                  <c:v>43461</c:v>
                </c:pt>
                <c:pt idx="4693">
                  <c:v>43462</c:v>
                </c:pt>
                <c:pt idx="4694">
                  <c:v>43465</c:v>
                </c:pt>
                <c:pt idx="4695">
                  <c:v>43466</c:v>
                </c:pt>
                <c:pt idx="4696">
                  <c:v>43467</c:v>
                </c:pt>
                <c:pt idx="4697">
                  <c:v>43468</c:v>
                </c:pt>
                <c:pt idx="4698">
                  <c:v>43469</c:v>
                </c:pt>
                <c:pt idx="4699">
                  <c:v>43472</c:v>
                </c:pt>
                <c:pt idx="4700">
                  <c:v>43473</c:v>
                </c:pt>
                <c:pt idx="4701">
                  <c:v>43474</c:v>
                </c:pt>
                <c:pt idx="4702">
                  <c:v>43475</c:v>
                </c:pt>
                <c:pt idx="4703">
                  <c:v>43476</c:v>
                </c:pt>
                <c:pt idx="4704">
                  <c:v>43479</c:v>
                </c:pt>
                <c:pt idx="4705">
                  <c:v>43480</c:v>
                </c:pt>
                <c:pt idx="4706">
                  <c:v>43481</c:v>
                </c:pt>
                <c:pt idx="4707">
                  <c:v>43482</c:v>
                </c:pt>
                <c:pt idx="4708">
                  <c:v>43483</c:v>
                </c:pt>
                <c:pt idx="4709">
                  <c:v>43486</c:v>
                </c:pt>
                <c:pt idx="4710">
                  <c:v>43487</c:v>
                </c:pt>
                <c:pt idx="4711">
                  <c:v>43488</c:v>
                </c:pt>
                <c:pt idx="4712">
                  <c:v>43489</c:v>
                </c:pt>
                <c:pt idx="4713">
                  <c:v>43490</c:v>
                </c:pt>
                <c:pt idx="4714">
                  <c:v>43493</c:v>
                </c:pt>
                <c:pt idx="4715">
                  <c:v>43494</c:v>
                </c:pt>
                <c:pt idx="4716">
                  <c:v>43495</c:v>
                </c:pt>
                <c:pt idx="4717">
                  <c:v>43496</c:v>
                </c:pt>
                <c:pt idx="4718">
                  <c:v>43497</c:v>
                </c:pt>
                <c:pt idx="4719">
                  <c:v>43500</c:v>
                </c:pt>
                <c:pt idx="4720">
                  <c:v>43501</c:v>
                </c:pt>
                <c:pt idx="4721">
                  <c:v>43502</c:v>
                </c:pt>
                <c:pt idx="4722">
                  <c:v>43503</c:v>
                </c:pt>
                <c:pt idx="4723">
                  <c:v>43504</c:v>
                </c:pt>
                <c:pt idx="4724">
                  <c:v>43507</c:v>
                </c:pt>
                <c:pt idx="4725">
                  <c:v>43508</c:v>
                </c:pt>
                <c:pt idx="4726">
                  <c:v>43509</c:v>
                </c:pt>
                <c:pt idx="4727">
                  <c:v>43510</c:v>
                </c:pt>
                <c:pt idx="4728">
                  <c:v>43511</c:v>
                </c:pt>
                <c:pt idx="4729">
                  <c:v>43514</c:v>
                </c:pt>
                <c:pt idx="4730">
                  <c:v>43515</c:v>
                </c:pt>
                <c:pt idx="4731">
                  <c:v>43516</c:v>
                </c:pt>
                <c:pt idx="4732">
                  <c:v>43517</c:v>
                </c:pt>
                <c:pt idx="4733">
                  <c:v>43518</c:v>
                </c:pt>
                <c:pt idx="4734">
                  <c:v>43521</c:v>
                </c:pt>
                <c:pt idx="4735">
                  <c:v>43522</c:v>
                </c:pt>
                <c:pt idx="4736">
                  <c:v>43523</c:v>
                </c:pt>
                <c:pt idx="4737">
                  <c:v>43524</c:v>
                </c:pt>
                <c:pt idx="4738">
                  <c:v>43525</c:v>
                </c:pt>
                <c:pt idx="4739">
                  <c:v>43528</c:v>
                </c:pt>
                <c:pt idx="4740">
                  <c:v>43529</c:v>
                </c:pt>
                <c:pt idx="4741">
                  <c:v>43530</c:v>
                </c:pt>
                <c:pt idx="4742">
                  <c:v>43531</c:v>
                </c:pt>
                <c:pt idx="4743">
                  <c:v>43532</c:v>
                </c:pt>
                <c:pt idx="4744">
                  <c:v>43535</c:v>
                </c:pt>
                <c:pt idx="4745">
                  <c:v>43536</c:v>
                </c:pt>
                <c:pt idx="4746">
                  <c:v>43537</c:v>
                </c:pt>
                <c:pt idx="4747">
                  <c:v>43538</c:v>
                </c:pt>
                <c:pt idx="4748">
                  <c:v>43539</c:v>
                </c:pt>
                <c:pt idx="4749">
                  <c:v>43542</c:v>
                </c:pt>
                <c:pt idx="4750">
                  <c:v>43543</c:v>
                </c:pt>
                <c:pt idx="4751">
                  <c:v>43544</c:v>
                </c:pt>
                <c:pt idx="4752">
                  <c:v>43545</c:v>
                </c:pt>
                <c:pt idx="4753">
                  <c:v>43546</c:v>
                </c:pt>
                <c:pt idx="4754">
                  <c:v>43549</c:v>
                </c:pt>
                <c:pt idx="4755">
                  <c:v>43550</c:v>
                </c:pt>
                <c:pt idx="4756">
                  <c:v>43551</c:v>
                </c:pt>
                <c:pt idx="4757">
                  <c:v>43552</c:v>
                </c:pt>
                <c:pt idx="4758">
                  <c:v>43553</c:v>
                </c:pt>
                <c:pt idx="4759">
                  <c:v>43556</c:v>
                </c:pt>
                <c:pt idx="4760">
                  <c:v>43557</c:v>
                </c:pt>
                <c:pt idx="4761">
                  <c:v>43558</c:v>
                </c:pt>
                <c:pt idx="4762">
                  <c:v>43559</c:v>
                </c:pt>
                <c:pt idx="4763">
                  <c:v>43560</c:v>
                </c:pt>
                <c:pt idx="4764">
                  <c:v>43563</c:v>
                </c:pt>
                <c:pt idx="4765">
                  <c:v>43564</c:v>
                </c:pt>
                <c:pt idx="4766">
                  <c:v>43565</c:v>
                </c:pt>
                <c:pt idx="4767">
                  <c:v>43566</c:v>
                </c:pt>
                <c:pt idx="4768">
                  <c:v>43567</c:v>
                </c:pt>
                <c:pt idx="4769">
                  <c:v>43570</c:v>
                </c:pt>
                <c:pt idx="4770">
                  <c:v>43571</c:v>
                </c:pt>
                <c:pt idx="4771">
                  <c:v>43572</c:v>
                </c:pt>
                <c:pt idx="4772">
                  <c:v>43573</c:v>
                </c:pt>
                <c:pt idx="4773">
                  <c:v>43574</c:v>
                </c:pt>
                <c:pt idx="4774">
                  <c:v>43577</c:v>
                </c:pt>
                <c:pt idx="4775">
                  <c:v>43578</c:v>
                </c:pt>
                <c:pt idx="4776">
                  <c:v>43579</c:v>
                </c:pt>
                <c:pt idx="4777">
                  <c:v>43580</c:v>
                </c:pt>
                <c:pt idx="4778">
                  <c:v>43581</c:v>
                </c:pt>
                <c:pt idx="4779">
                  <c:v>43584</c:v>
                </c:pt>
                <c:pt idx="4780">
                  <c:v>43585</c:v>
                </c:pt>
                <c:pt idx="4781">
                  <c:v>43586</c:v>
                </c:pt>
                <c:pt idx="4782">
                  <c:v>43587</c:v>
                </c:pt>
                <c:pt idx="4783">
                  <c:v>43588</c:v>
                </c:pt>
                <c:pt idx="4784">
                  <c:v>43591</c:v>
                </c:pt>
                <c:pt idx="4785">
                  <c:v>43592</c:v>
                </c:pt>
                <c:pt idx="4786">
                  <c:v>43593</c:v>
                </c:pt>
                <c:pt idx="4787">
                  <c:v>43594</c:v>
                </c:pt>
                <c:pt idx="4788">
                  <c:v>43595</c:v>
                </c:pt>
                <c:pt idx="4789">
                  <c:v>43598</c:v>
                </c:pt>
                <c:pt idx="4790">
                  <c:v>43599</c:v>
                </c:pt>
                <c:pt idx="4791">
                  <c:v>43600</c:v>
                </c:pt>
                <c:pt idx="4792">
                  <c:v>43601</c:v>
                </c:pt>
                <c:pt idx="4793">
                  <c:v>43602</c:v>
                </c:pt>
                <c:pt idx="4794">
                  <c:v>43605</c:v>
                </c:pt>
                <c:pt idx="4795">
                  <c:v>43606</c:v>
                </c:pt>
                <c:pt idx="4796">
                  <c:v>43607</c:v>
                </c:pt>
                <c:pt idx="4797">
                  <c:v>43608</c:v>
                </c:pt>
                <c:pt idx="4798">
                  <c:v>43609</c:v>
                </c:pt>
                <c:pt idx="4799">
                  <c:v>43612</c:v>
                </c:pt>
                <c:pt idx="4800">
                  <c:v>43613</c:v>
                </c:pt>
                <c:pt idx="4801">
                  <c:v>43614</c:v>
                </c:pt>
                <c:pt idx="4802">
                  <c:v>43615</c:v>
                </c:pt>
                <c:pt idx="4803">
                  <c:v>43616</c:v>
                </c:pt>
                <c:pt idx="4804">
                  <c:v>43619</c:v>
                </c:pt>
                <c:pt idx="4805">
                  <c:v>43620</c:v>
                </c:pt>
                <c:pt idx="4806">
                  <c:v>43621</c:v>
                </c:pt>
                <c:pt idx="4807">
                  <c:v>43622</c:v>
                </c:pt>
                <c:pt idx="4808">
                  <c:v>43623</c:v>
                </c:pt>
                <c:pt idx="4809">
                  <c:v>43626</c:v>
                </c:pt>
                <c:pt idx="4810">
                  <c:v>43627</c:v>
                </c:pt>
                <c:pt idx="4811">
                  <c:v>43628</c:v>
                </c:pt>
                <c:pt idx="4812">
                  <c:v>43629</c:v>
                </c:pt>
                <c:pt idx="4813">
                  <c:v>43630</c:v>
                </c:pt>
                <c:pt idx="4814">
                  <c:v>43633</c:v>
                </c:pt>
                <c:pt idx="4815">
                  <c:v>43634</c:v>
                </c:pt>
                <c:pt idx="4816">
                  <c:v>43635</c:v>
                </c:pt>
                <c:pt idx="4817">
                  <c:v>43636</c:v>
                </c:pt>
                <c:pt idx="4818">
                  <c:v>43637</c:v>
                </c:pt>
                <c:pt idx="4819">
                  <c:v>43640</c:v>
                </c:pt>
                <c:pt idx="4820">
                  <c:v>43641</c:v>
                </c:pt>
                <c:pt idx="4821">
                  <c:v>43642</c:v>
                </c:pt>
                <c:pt idx="4822">
                  <c:v>43643</c:v>
                </c:pt>
                <c:pt idx="4823">
                  <c:v>43644</c:v>
                </c:pt>
                <c:pt idx="4824">
                  <c:v>43647</c:v>
                </c:pt>
                <c:pt idx="4825">
                  <c:v>43648</c:v>
                </c:pt>
                <c:pt idx="4826">
                  <c:v>43649</c:v>
                </c:pt>
                <c:pt idx="4827">
                  <c:v>43650</c:v>
                </c:pt>
                <c:pt idx="4828">
                  <c:v>43651</c:v>
                </c:pt>
                <c:pt idx="4829">
                  <c:v>43654</c:v>
                </c:pt>
                <c:pt idx="4830">
                  <c:v>43655</c:v>
                </c:pt>
                <c:pt idx="4831">
                  <c:v>43656</c:v>
                </c:pt>
                <c:pt idx="4832">
                  <c:v>43657</c:v>
                </c:pt>
                <c:pt idx="4833">
                  <c:v>43658</c:v>
                </c:pt>
                <c:pt idx="4834">
                  <c:v>43661</c:v>
                </c:pt>
                <c:pt idx="4835">
                  <c:v>43662</c:v>
                </c:pt>
                <c:pt idx="4836">
                  <c:v>43663</c:v>
                </c:pt>
                <c:pt idx="4837">
                  <c:v>43664</c:v>
                </c:pt>
                <c:pt idx="4838">
                  <c:v>43665</c:v>
                </c:pt>
                <c:pt idx="4839">
                  <c:v>43668</c:v>
                </c:pt>
                <c:pt idx="4840">
                  <c:v>43669</c:v>
                </c:pt>
                <c:pt idx="4841">
                  <c:v>43670</c:v>
                </c:pt>
                <c:pt idx="4842">
                  <c:v>43671</c:v>
                </c:pt>
                <c:pt idx="4843">
                  <c:v>43672</c:v>
                </c:pt>
                <c:pt idx="4844">
                  <c:v>43675</c:v>
                </c:pt>
                <c:pt idx="4845">
                  <c:v>43676</c:v>
                </c:pt>
                <c:pt idx="4846">
                  <c:v>43677</c:v>
                </c:pt>
                <c:pt idx="4847">
                  <c:v>43678</c:v>
                </c:pt>
                <c:pt idx="4848">
                  <c:v>43679</c:v>
                </c:pt>
                <c:pt idx="4849">
                  <c:v>43682</c:v>
                </c:pt>
                <c:pt idx="4850">
                  <c:v>43683</c:v>
                </c:pt>
                <c:pt idx="4851">
                  <c:v>43684</c:v>
                </c:pt>
                <c:pt idx="4852">
                  <c:v>43685</c:v>
                </c:pt>
                <c:pt idx="4853">
                  <c:v>43686</c:v>
                </c:pt>
                <c:pt idx="4854">
                  <c:v>43689</c:v>
                </c:pt>
                <c:pt idx="4855">
                  <c:v>43690</c:v>
                </c:pt>
                <c:pt idx="4856">
                  <c:v>43691</c:v>
                </c:pt>
                <c:pt idx="4857">
                  <c:v>43692</c:v>
                </c:pt>
                <c:pt idx="4858">
                  <c:v>43693</c:v>
                </c:pt>
                <c:pt idx="4859">
                  <c:v>43696</c:v>
                </c:pt>
                <c:pt idx="4860">
                  <c:v>43697</c:v>
                </c:pt>
                <c:pt idx="4861">
                  <c:v>43698</c:v>
                </c:pt>
                <c:pt idx="4862">
                  <c:v>43699</c:v>
                </c:pt>
                <c:pt idx="4863">
                  <c:v>43700</c:v>
                </c:pt>
                <c:pt idx="4864">
                  <c:v>43703</c:v>
                </c:pt>
                <c:pt idx="4865">
                  <c:v>43704</c:v>
                </c:pt>
                <c:pt idx="4866">
                  <c:v>43705</c:v>
                </c:pt>
                <c:pt idx="4867">
                  <c:v>43706</c:v>
                </c:pt>
                <c:pt idx="4868">
                  <c:v>43707</c:v>
                </c:pt>
                <c:pt idx="4869">
                  <c:v>43710</c:v>
                </c:pt>
                <c:pt idx="4870">
                  <c:v>43711</c:v>
                </c:pt>
                <c:pt idx="4871">
                  <c:v>43712</c:v>
                </c:pt>
                <c:pt idx="4872">
                  <c:v>43713</c:v>
                </c:pt>
                <c:pt idx="4873">
                  <c:v>43714</c:v>
                </c:pt>
                <c:pt idx="4874">
                  <c:v>43717</c:v>
                </c:pt>
                <c:pt idx="4875">
                  <c:v>43718</c:v>
                </c:pt>
                <c:pt idx="4876">
                  <c:v>43719</c:v>
                </c:pt>
                <c:pt idx="4877">
                  <c:v>43720</c:v>
                </c:pt>
                <c:pt idx="4878">
                  <c:v>43721</c:v>
                </c:pt>
                <c:pt idx="4879">
                  <c:v>43724</c:v>
                </c:pt>
                <c:pt idx="4880">
                  <c:v>43725</c:v>
                </c:pt>
                <c:pt idx="4881">
                  <c:v>43726</c:v>
                </c:pt>
                <c:pt idx="4882">
                  <c:v>43727</c:v>
                </c:pt>
                <c:pt idx="4883">
                  <c:v>43728</c:v>
                </c:pt>
                <c:pt idx="4884">
                  <c:v>43731</c:v>
                </c:pt>
                <c:pt idx="4885">
                  <c:v>43732</c:v>
                </c:pt>
                <c:pt idx="4886">
                  <c:v>43733</c:v>
                </c:pt>
                <c:pt idx="4887">
                  <c:v>43734</c:v>
                </c:pt>
                <c:pt idx="4888">
                  <c:v>43735</c:v>
                </c:pt>
                <c:pt idx="4889">
                  <c:v>43738</c:v>
                </c:pt>
                <c:pt idx="4890">
                  <c:v>43739</c:v>
                </c:pt>
                <c:pt idx="4891">
                  <c:v>43740</c:v>
                </c:pt>
                <c:pt idx="4892">
                  <c:v>43741</c:v>
                </c:pt>
                <c:pt idx="4893">
                  <c:v>43742</c:v>
                </c:pt>
                <c:pt idx="4894">
                  <c:v>43745</c:v>
                </c:pt>
                <c:pt idx="4895">
                  <c:v>43746</c:v>
                </c:pt>
                <c:pt idx="4896">
                  <c:v>43747</c:v>
                </c:pt>
                <c:pt idx="4897">
                  <c:v>43748</c:v>
                </c:pt>
                <c:pt idx="4898">
                  <c:v>43749</c:v>
                </c:pt>
                <c:pt idx="4899">
                  <c:v>43752</c:v>
                </c:pt>
                <c:pt idx="4900">
                  <c:v>43753</c:v>
                </c:pt>
                <c:pt idx="4901">
                  <c:v>43754</c:v>
                </c:pt>
                <c:pt idx="4902">
                  <c:v>43755</c:v>
                </c:pt>
                <c:pt idx="4903">
                  <c:v>43756</c:v>
                </c:pt>
                <c:pt idx="4904">
                  <c:v>43759</c:v>
                </c:pt>
                <c:pt idx="4905">
                  <c:v>43760</c:v>
                </c:pt>
                <c:pt idx="4906">
                  <c:v>43761</c:v>
                </c:pt>
                <c:pt idx="4907">
                  <c:v>43762</c:v>
                </c:pt>
                <c:pt idx="4908">
                  <c:v>43763</c:v>
                </c:pt>
                <c:pt idx="4909">
                  <c:v>43766</c:v>
                </c:pt>
                <c:pt idx="4910">
                  <c:v>43767</c:v>
                </c:pt>
                <c:pt idx="4911">
                  <c:v>43768</c:v>
                </c:pt>
                <c:pt idx="4912">
                  <c:v>43769</c:v>
                </c:pt>
                <c:pt idx="4913">
                  <c:v>43770</c:v>
                </c:pt>
                <c:pt idx="4914">
                  <c:v>43773</c:v>
                </c:pt>
                <c:pt idx="4915">
                  <c:v>43774</c:v>
                </c:pt>
                <c:pt idx="4916">
                  <c:v>43775</c:v>
                </c:pt>
                <c:pt idx="4917">
                  <c:v>43776</c:v>
                </c:pt>
                <c:pt idx="4918">
                  <c:v>43777</c:v>
                </c:pt>
                <c:pt idx="4919">
                  <c:v>43780</c:v>
                </c:pt>
                <c:pt idx="4920">
                  <c:v>43781</c:v>
                </c:pt>
                <c:pt idx="4921">
                  <c:v>43782</c:v>
                </c:pt>
                <c:pt idx="4922">
                  <c:v>43783</c:v>
                </c:pt>
                <c:pt idx="4923">
                  <c:v>43784</c:v>
                </c:pt>
                <c:pt idx="4924">
                  <c:v>43787</c:v>
                </c:pt>
                <c:pt idx="4925">
                  <c:v>43788</c:v>
                </c:pt>
                <c:pt idx="4926">
                  <c:v>43789</c:v>
                </c:pt>
                <c:pt idx="4927">
                  <c:v>43790</c:v>
                </c:pt>
                <c:pt idx="4928">
                  <c:v>43791</c:v>
                </c:pt>
                <c:pt idx="4929">
                  <c:v>43794</c:v>
                </c:pt>
                <c:pt idx="4930">
                  <c:v>43795</c:v>
                </c:pt>
                <c:pt idx="4931">
                  <c:v>43796</c:v>
                </c:pt>
                <c:pt idx="4932">
                  <c:v>43797</c:v>
                </c:pt>
                <c:pt idx="4933">
                  <c:v>43798</c:v>
                </c:pt>
                <c:pt idx="4934">
                  <c:v>43801</c:v>
                </c:pt>
                <c:pt idx="4935">
                  <c:v>43802</c:v>
                </c:pt>
                <c:pt idx="4936">
                  <c:v>43803</c:v>
                </c:pt>
                <c:pt idx="4937">
                  <c:v>43804</c:v>
                </c:pt>
                <c:pt idx="4938">
                  <c:v>43805</c:v>
                </c:pt>
                <c:pt idx="4939">
                  <c:v>43808</c:v>
                </c:pt>
                <c:pt idx="4940">
                  <c:v>43809</c:v>
                </c:pt>
                <c:pt idx="4941">
                  <c:v>43810</c:v>
                </c:pt>
                <c:pt idx="4942">
                  <c:v>43811</c:v>
                </c:pt>
                <c:pt idx="4943">
                  <c:v>43812</c:v>
                </c:pt>
                <c:pt idx="4944">
                  <c:v>43815</c:v>
                </c:pt>
                <c:pt idx="4945">
                  <c:v>43816</c:v>
                </c:pt>
                <c:pt idx="4946">
                  <c:v>43817</c:v>
                </c:pt>
                <c:pt idx="4947">
                  <c:v>43818</c:v>
                </c:pt>
                <c:pt idx="4948">
                  <c:v>43819</c:v>
                </c:pt>
                <c:pt idx="4949">
                  <c:v>43822</c:v>
                </c:pt>
                <c:pt idx="4950">
                  <c:v>43823</c:v>
                </c:pt>
                <c:pt idx="4951">
                  <c:v>43824</c:v>
                </c:pt>
                <c:pt idx="4952">
                  <c:v>43825</c:v>
                </c:pt>
                <c:pt idx="4953">
                  <c:v>43826</c:v>
                </c:pt>
                <c:pt idx="4954">
                  <c:v>43829</c:v>
                </c:pt>
                <c:pt idx="4955">
                  <c:v>43830</c:v>
                </c:pt>
                <c:pt idx="4956">
                  <c:v>43831</c:v>
                </c:pt>
                <c:pt idx="4957">
                  <c:v>43832</c:v>
                </c:pt>
                <c:pt idx="4958">
                  <c:v>43833</c:v>
                </c:pt>
                <c:pt idx="4959">
                  <c:v>43836</c:v>
                </c:pt>
                <c:pt idx="4960">
                  <c:v>43837</c:v>
                </c:pt>
                <c:pt idx="4961">
                  <c:v>43838</c:v>
                </c:pt>
                <c:pt idx="4962">
                  <c:v>43839</c:v>
                </c:pt>
                <c:pt idx="4963">
                  <c:v>43840</c:v>
                </c:pt>
                <c:pt idx="4964">
                  <c:v>43843</c:v>
                </c:pt>
                <c:pt idx="4965">
                  <c:v>43844</c:v>
                </c:pt>
                <c:pt idx="4966">
                  <c:v>43845</c:v>
                </c:pt>
                <c:pt idx="4967">
                  <c:v>43846</c:v>
                </c:pt>
                <c:pt idx="4968">
                  <c:v>43847</c:v>
                </c:pt>
                <c:pt idx="4969">
                  <c:v>43850</c:v>
                </c:pt>
                <c:pt idx="4970">
                  <c:v>43851</c:v>
                </c:pt>
                <c:pt idx="4971">
                  <c:v>43852</c:v>
                </c:pt>
                <c:pt idx="4972">
                  <c:v>43853</c:v>
                </c:pt>
                <c:pt idx="4973">
                  <c:v>43854</c:v>
                </c:pt>
                <c:pt idx="4974">
                  <c:v>43857</c:v>
                </c:pt>
                <c:pt idx="4975">
                  <c:v>43858</c:v>
                </c:pt>
                <c:pt idx="4976">
                  <c:v>43859</c:v>
                </c:pt>
                <c:pt idx="4977">
                  <c:v>43860</c:v>
                </c:pt>
                <c:pt idx="4978">
                  <c:v>43861</c:v>
                </c:pt>
                <c:pt idx="4979">
                  <c:v>43864</c:v>
                </c:pt>
                <c:pt idx="4980">
                  <c:v>43865</c:v>
                </c:pt>
                <c:pt idx="4981">
                  <c:v>43866</c:v>
                </c:pt>
                <c:pt idx="4982">
                  <c:v>43867</c:v>
                </c:pt>
                <c:pt idx="4983">
                  <c:v>43868</c:v>
                </c:pt>
                <c:pt idx="4984">
                  <c:v>43871</c:v>
                </c:pt>
                <c:pt idx="4985">
                  <c:v>43872</c:v>
                </c:pt>
                <c:pt idx="4986">
                  <c:v>43873</c:v>
                </c:pt>
                <c:pt idx="4987">
                  <c:v>43874</c:v>
                </c:pt>
                <c:pt idx="4988">
                  <c:v>43875</c:v>
                </c:pt>
                <c:pt idx="4989">
                  <c:v>43878</c:v>
                </c:pt>
                <c:pt idx="4990">
                  <c:v>43879</c:v>
                </c:pt>
                <c:pt idx="4991">
                  <c:v>43880</c:v>
                </c:pt>
                <c:pt idx="4992">
                  <c:v>43881</c:v>
                </c:pt>
                <c:pt idx="4993">
                  <c:v>43882</c:v>
                </c:pt>
                <c:pt idx="4994">
                  <c:v>43885</c:v>
                </c:pt>
                <c:pt idx="4995">
                  <c:v>43886</c:v>
                </c:pt>
                <c:pt idx="4996">
                  <c:v>43887</c:v>
                </c:pt>
                <c:pt idx="4997">
                  <c:v>43888</c:v>
                </c:pt>
                <c:pt idx="4998">
                  <c:v>43889</c:v>
                </c:pt>
                <c:pt idx="4999">
                  <c:v>43892</c:v>
                </c:pt>
                <c:pt idx="5000">
                  <c:v>43893</c:v>
                </c:pt>
                <c:pt idx="5001">
                  <c:v>43894</c:v>
                </c:pt>
                <c:pt idx="5002">
                  <c:v>43895</c:v>
                </c:pt>
                <c:pt idx="5003">
                  <c:v>43896</c:v>
                </c:pt>
                <c:pt idx="5004">
                  <c:v>43899</c:v>
                </c:pt>
                <c:pt idx="5005">
                  <c:v>43900</c:v>
                </c:pt>
                <c:pt idx="5006">
                  <c:v>43901</c:v>
                </c:pt>
                <c:pt idx="5007">
                  <c:v>43902</c:v>
                </c:pt>
                <c:pt idx="5008">
                  <c:v>43903</c:v>
                </c:pt>
                <c:pt idx="5009">
                  <c:v>43906</c:v>
                </c:pt>
                <c:pt idx="5010">
                  <c:v>43907</c:v>
                </c:pt>
                <c:pt idx="5011">
                  <c:v>43908</c:v>
                </c:pt>
                <c:pt idx="5012">
                  <c:v>43909</c:v>
                </c:pt>
                <c:pt idx="5013">
                  <c:v>43910</c:v>
                </c:pt>
                <c:pt idx="5014">
                  <c:v>43913</c:v>
                </c:pt>
                <c:pt idx="5015">
                  <c:v>43914</c:v>
                </c:pt>
                <c:pt idx="5016">
                  <c:v>43915</c:v>
                </c:pt>
                <c:pt idx="5017">
                  <c:v>43916</c:v>
                </c:pt>
                <c:pt idx="5018">
                  <c:v>43917</c:v>
                </c:pt>
                <c:pt idx="5019">
                  <c:v>43920</c:v>
                </c:pt>
                <c:pt idx="5020">
                  <c:v>43921</c:v>
                </c:pt>
                <c:pt idx="5021">
                  <c:v>43922</c:v>
                </c:pt>
                <c:pt idx="5022">
                  <c:v>43923</c:v>
                </c:pt>
                <c:pt idx="5023">
                  <c:v>43924</c:v>
                </c:pt>
                <c:pt idx="5024">
                  <c:v>43927</c:v>
                </c:pt>
                <c:pt idx="5025">
                  <c:v>43928</c:v>
                </c:pt>
                <c:pt idx="5026">
                  <c:v>43929</c:v>
                </c:pt>
                <c:pt idx="5027">
                  <c:v>43930</c:v>
                </c:pt>
                <c:pt idx="5028">
                  <c:v>43931</c:v>
                </c:pt>
                <c:pt idx="5029">
                  <c:v>43934</c:v>
                </c:pt>
                <c:pt idx="5030">
                  <c:v>43935</c:v>
                </c:pt>
                <c:pt idx="5031">
                  <c:v>43936</c:v>
                </c:pt>
                <c:pt idx="5032">
                  <c:v>43937</c:v>
                </c:pt>
                <c:pt idx="5033">
                  <c:v>43938</c:v>
                </c:pt>
                <c:pt idx="5034">
                  <c:v>43941</c:v>
                </c:pt>
                <c:pt idx="5035">
                  <c:v>43942</c:v>
                </c:pt>
                <c:pt idx="5036">
                  <c:v>43943</c:v>
                </c:pt>
                <c:pt idx="5037">
                  <c:v>43944</c:v>
                </c:pt>
                <c:pt idx="5038">
                  <c:v>43945</c:v>
                </c:pt>
                <c:pt idx="5039">
                  <c:v>43948</c:v>
                </c:pt>
                <c:pt idx="5040">
                  <c:v>43949</c:v>
                </c:pt>
                <c:pt idx="5041">
                  <c:v>43950</c:v>
                </c:pt>
                <c:pt idx="5042">
                  <c:v>43951</c:v>
                </c:pt>
                <c:pt idx="5043">
                  <c:v>43952</c:v>
                </c:pt>
                <c:pt idx="5044">
                  <c:v>43955</c:v>
                </c:pt>
                <c:pt idx="5045">
                  <c:v>43956</c:v>
                </c:pt>
                <c:pt idx="5046">
                  <c:v>43957</c:v>
                </c:pt>
                <c:pt idx="5047">
                  <c:v>43958</c:v>
                </c:pt>
                <c:pt idx="5048">
                  <c:v>43959</c:v>
                </c:pt>
                <c:pt idx="5049">
                  <c:v>43962</c:v>
                </c:pt>
                <c:pt idx="5050">
                  <c:v>43963</c:v>
                </c:pt>
                <c:pt idx="5051">
                  <c:v>43964</c:v>
                </c:pt>
                <c:pt idx="5052">
                  <c:v>43965</c:v>
                </c:pt>
                <c:pt idx="5053">
                  <c:v>43966</c:v>
                </c:pt>
                <c:pt idx="5054">
                  <c:v>43969</c:v>
                </c:pt>
                <c:pt idx="5055">
                  <c:v>43970</c:v>
                </c:pt>
                <c:pt idx="5056">
                  <c:v>43971</c:v>
                </c:pt>
                <c:pt idx="5057">
                  <c:v>43972</c:v>
                </c:pt>
                <c:pt idx="5058">
                  <c:v>43973</c:v>
                </c:pt>
                <c:pt idx="5059">
                  <c:v>43976</c:v>
                </c:pt>
                <c:pt idx="5060">
                  <c:v>43977</c:v>
                </c:pt>
                <c:pt idx="5061">
                  <c:v>43978</c:v>
                </c:pt>
                <c:pt idx="5062">
                  <c:v>43979</c:v>
                </c:pt>
                <c:pt idx="5063">
                  <c:v>43980</c:v>
                </c:pt>
                <c:pt idx="5064">
                  <c:v>43983</c:v>
                </c:pt>
                <c:pt idx="5065">
                  <c:v>43984</c:v>
                </c:pt>
                <c:pt idx="5066">
                  <c:v>43985</c:v>
                </c:pt>
                <c:pt idx="5067">
                  <c:v>43986</c:v>
                </c:pt>
                <c:pt idx="5068">
                  <c:v>43987</c:v>
                </c:pt>
                <c:pt idx="5069">
                  <c:v>43990</c:v>
                </c:pt>
                <c:pt idx="5070">
                  <c:v>43991</c:v>
                </c:pt>
                <c:pt idx="5071">
                  <c:v>43992</c:v>
                </c:pt>
                <c:pt idx="5072">
                  <c:v>43993</c:v>
                </c:pt>
                <c:pt idx="5073">
                  <c:v>43994</c:v>
                </c:pt>
                <c:pt idx="5074">
                  <c:v>43997</c:v>
                </c:pt>
                <c:pt idx="5075">
                  <c:v>43998</c:v>
                </c:pt>
                <c:pt idx="5076">
                  <c:v>43999</c:v>
                </c:pt>
                <c:pt idx="5077">
                  <c:v>44000</c:v>
                </c:pt>
                <c:pt idx="5078">
                  <c:v>44001</c:v>
                </c:pt>
                <c:pt idx="5079">
                  <c:v>44004</c:v>
                </c:pt>
                <c:pt idx="5080">
                  <c:v>44005</c:v>
                </c:pt>
                <c:pt idx="5081">
                  <c:v>44006</c:v>
                </c:pt>
                <c:pt idx="5082">
                  <c:v>44007</c:v>
                </c:pt>
                <c:pt idx="5083">
                  <c:v>44008</c:v>
                </c:pt>
                <c:pt idx="5084">
                  <c:v>44011</c:v>
                </c:pt>
                <c:pt idx="5085">
                  <c:v>44012</c:v>
                </c:pt>
                <c:pt idx="5086">
                  <c:v>44013</c:v>
                </c:pt>
                <c:pt idx="5087">
                  <c:v>44014</c:v>
                </c:pt>
                <c:pt idx="5088">
                  <c:v>44015</c:v>
                </c:pt>
                <c:pt idx="5089">
                  <c:v>44018</c:v>
                </c:pt>
                <c:pt idx="5090">
                  <c:v>44019</c:v>
                </c:pt>
                <c:pt idx="5091">
                  <c:v>44020</c:v>
                </c:pt>
                <c:pt idx="5092">
                  <c:v>44021</c:v>
                </c:pt>
                <c:pt idx="5093">
                  <c:v>44022</c:v>
                </c:pt>
                <c:pt idx="5094">
                  <c:v>44025</c:v>
                </c:pt>
                <c:pt idx="5095">
                  <c:v>44026</c:v>
                </c:pt>
                <c:pt idx="5096">
                  <c:v>44027</c:v>
                </c:pt>
                <c:pt idx="5097">
                  <c:v>44028</c:v>
                </c:pt>
                <c:pt idx="5098">
                  <c:v>44029</c:v>
                </c:pt>
                <c:pt idx="5099">
                  <c:v>44032</c:v>
                </c:pt>
                <c:pt idx="5100">
                  <c:v>44033</c:v>
                </c:pt>
                <c:pt idx="5101">
                  <c:v>44034</c:v>
                </c:pt>
                <c:pt idx="5102">
                  <c:v>44035</c:v>
                </c:pt>
                <c:pt idx="5103">
                  <c:v>44036</c:v>
                </c:pt>
                <c:pt idx="5104">
                  <c:v>44039</c:v>
                </c:pt>
                <c:pt idx="5105">
                  <c:v>44040</c:v>
                </c:pt>
                <c:pt idx="5106">
                  <c:v>44041</c:v>
                </c:pt>
                <c:pt idx="5107">
                  <c:v>44042</c:v>
                </c:pt>
                <c:pt idx="5108">
                  <c:v>44043</c:v>
                </c:pt>
                <c:pt idx="5109">
                  <c:v>44046</c:v>
                </c:pt>
                <c:pt idx="5110">
                  <c:v>44047</c:v>
                </c:pt>
                <c:pt idx="5111">
                  <c:v>44048</c:v>
                </c:pt>
                <c:pt idx="5112">
                  <c:v>44049</c:v>
                </c:pt>
                <c:pt idx="5113">
                  <c:v>44050</c:v>
                </c:pt>
                <c:pt idx="5114">
                  <c:v>44053</c:v>
                </c:pt>
                <c:pt idx="5115">
                  <c:v>44054</c:v>
                </c:pt>
                <c:pt idx="5116">
                  <c:v>44055</c:v>
                </c:pt>
                <c:pt idx="5117">
                  <c:v>44056</c:v>
                </c:pt>
                <c:pt idx="5118">
                  <c:v>44057</c:v>
                </c:pt>
                <c:pt idx="5119">
                  <c:v>44060</c:v>
                </c:pt>
                <c:pt idx="5120">
                  <c:v>44061</c:v>
                </c:pt>
                <c:pt idx="5121">
                  <c:v>44062</c:v>
                </c:pt>
                <c:pt idx="5122">
                  <c:v>44063</c:v>
                </c:pt>
                <c:pt idx="5123">
                  <c:v>44064</c:v>
                </c:pt>
                <c:pt idx="5124">
                  <c:v>44067</c:v>
                </c:pt>
                <c:pt idx="5125">
                  <c:v>44068</c:v>
                </c:pt>
                <c:pt idx="5126">
                  <c:v>44069</c:v>
                </c:pt>
                <c:pt idx="5127">
                  <c:v>44070</c:v>
                </c:pt>
                <c:pt idx="5128">
                  <c:v>44071</c:v>
                </c:pt>
                <c:pt idx="5129">
                  <c:v>44074</c:v>
                </c:pt>
                <c:pt idx="5130">
                  <c:v>44075</c:v>
                </c:pt>
                <c:pt idx="5131">
                  <c:v>44076</c:v>
                </c:pt>
                <c:pt idx="5132">
                  <c:v>44077</c:v>
                </c:pt>
                <c:pt idx="5133">
                  <c:v>44078</c:v>
                </c:pt>
                <c:pt idx="5134">
                  <c:v>44081</c:v>
                </c:pt>
                <c:pt idx="5135">
                  <c:v>44082</c:v>
                </c:pt>
                <c:pt idx="5136">
                  <c:v>44083</c:v>
                </c:pt>
                <c:pt idx="5137">
                  <c:v>44084</c:v>
                </c:pt>
                <c:pt idx="5138">
                  <c:v>44085</c:v>
                </c:pt>
                <c:pt idx="5139">
                  <c:v>44088</c:v>
                </c:pt>
                <c:pt idx="5140">
                  <c:v>44089</c:v>
                </c:pt>
                <c:pt idx="5141">
                  <c:v>44090</c:v>
                </c:pt>
                <c:pt idx="5142">
                  <c:v>44091</c:v>
                </c:pt>
                <c:pt idx="5143">
                  <c:v>44092</c:v>
                </c:pt>
                <c:pt idx="5144">
                  <c:v>44095</c:v>
                </c:pt>
                <c:pt idx="5145">
                  <c:v>44096</c:v>
                </c:pt>
                <c:pt idx="5146">
                  <c:v>44097</c:v>
                </c:pt>
                <c:pt idx="5147">
                  <c:v>44098</c:v>
                </c:pt>
                <c:pt idx="5148">
                  <c:v>44099</c:v>
                </c:pt>
                <c:pt idx="5149">
                  <c:v>44102</c:v>
                </c:pt>
                <c:pt idx="5150">
                  <c:v>44103</c:v>
                </c:pt>
                <c:pt idx="5151">
                  <c:v>44104</c:v>
                </c:pt>
                <c:pt idx="5152">
                  <c:v>44105</c:v>
                </c:pt>
                <c:pt idx="5153">
                  <c:v>44106</c:v>
                </c:pt>
                <c:pt idx="5154">
                  <c:v>44109</c:v>
                </c:pt>
                <c:pt idx="5155">
                  <c:v>44110</c:v>
                </c:pt>
                <c:pt idx="5156">
                  <c:v>44111</c:v>
                </c:pt>
                <c:pt idx="5157">
                  <c:v>44112</c:v>
                </c:pt>
                <c:pt idx="5158">
                  <c:v>44113</c:v>
                </c:pt>
                <c:pt idx="5159">
                  <c:v>44116</c:v>
                </c:pt>
                <c:pt idx="5160">
                  <c:v>44117</c:v>
                </c:pt>
                <c:pt idx="5161">
                  <c:v>44118</c:v>
                </c:pt>
                <c:pt idx="5162">
                  <c:v>44119</c:v>
                </c:pt>
                <c:pt idx="5163">
                  <c:v>44120</c:v>
                </c:pt>
                <c:pt idx="5164">
                  <c:v>44123</c:v>
                </c:pt>
                <c:pt idx="5165">
                  <c:v>44124</c:v>
                </c:pt>
                <c:pt idx="5166">
                  <c:v>44125</c:v>
                </c:pt>
                <c:pt idx="5167">
                  <c:v>44126</c:v>
                </c:pt>
                <c:pt idx="5168">
                  <c:v>44127</c:v>
                </c:pt>
                <c:pt idx="5169">
                  <c:v>44130</c:v>
                </c:pt>
                <c:pt idx="5170">
                  <c:v>44131</c:v>
                </c:pt>
                <c:pt idx="5171">
                  <c:v>44132</c:v>
                </c:pt>
                <c:pt idx="5172">
                  <c:v>44133</c:v>
                </c:pt>
                <c:pt idx="5173">
                  <c:v>44134</c:v>
                </c:pt>
                <c:pt idx="5174">
                  <c:v>44137</c:v>
                </c:pt>
                <c:pt idx="5175">
                  <c:v>44138</c:v>
                </c:pt>
                <c:pt idx="5176">
                  <c:v>44139</c:v>
                </c:pt>
                <c:pt idx="5177">
                  <c:v>44140</c:v>
                </c:pt>
                <c:pt idx="5178">
                  <c:v>44141</c:v>
                </c:pt>
                <c:pt idx="5179">
                  <c:v>44144</c:v>
                </c:pt>
                <c:pt idx="5180">
                  <c:v>44145</c:v>
                </c:pt>
                <c:pt idx="5181">
                  <c:v>44146</c:v>
                </c:pt>
                <c:pt idx="5182">
                  <c:v>44147</c:v>
                </c:pt>
                <c:pt idx="5183">
                  <c:v>44148</c:v>
                </c:pt>
                <c:pt idx="5184">
                  <c:v>44151</c:v>
                </c:pt>
                <c:pt idx="5185">
                  <c:v>44152</c:v>
                </c:pt>
                <c:pt idx="5186">
                  <c:v>44153</c:v>
                </c:pt>
                <c:pt idx="5187">
                  <c:v>44154</c:v>
                </c:pt>
                <c:pt idx="5188">
                  <c:v>44155</c:v>
                </c:pt>
                <c:pt idx="5189">
                  <c:v>44158</c:v>
                </c:pt>
                <c:pt idx="5190">
                  <c:v>44159</c:v>
                </c:pt>
                <c:pt idx="5191">
                  <c:v>44160</c:v>
                </c:pt>
                <c:pt idx="5192">
                  <c:v>44161</c:v>
                </c:pt>
                <c:pt idx="5193">
                  <c:v>44162</c:v>
                </c:pt>
                <c:pt idx="5194">
                  <c:v>44165</c:v>
                </c:pt>
                <c:pt idx="5195">
                  <c:v>44166</c:v>
                </c:pt>
                <c:pt idx="5196">
                  <c:v>44167</c:v>
                </c:pt>
                <c:pt idx="5197">
                  <c:v>44168</c:v>
                </c:pt>
                <c:pt idx="5198">
                  <c:v>44169</c:v>
                </c:pt>
                <c:pt idx="5199">
                  <c:v>44172</c:v>
                </c:pt>
                <c:pt idx="5200">
                  <c:v>44173</c:v>
                </c:pt>
                <c:pt idx="5201">
                  <c:v>44174</c:v>
                </c:pt>
                <c:pt idx="5202">
                  <c:v>44175</c:v>
                </c:pt>
                <c:pt idx="5203">
                  <c:v>44176</c:v>
                </c:pt>
                <c:pt idx="5204">
                  <c:v>44179</c:v>
                </c:pt>
                <c:pt idx="5205">
                  <c:v>44180</c:v>
                </c:pt>
                <c:pt idx="5206">
                  <c:v>44181</c:v>
                </c:pt>
                <c:pt idx="5207">
                  <c:v>44182</c:v>
                </c:pt>
                <c:pt idx="5208">
                  <c:v>44183</c:v>
                </c:pt>
                <c:pt idx="5209">
                  <c:v>44186</c:v>
                </c:pt>
                <c:pt idx="5210">
                  <c:v>44187</c:v>
                </c:pt>
                <c:pt idx="5211">
                  <c:v>44188</c:v>
                </c:pt>
                <c:pt idx="5212">
                  <c:v>44189</c:v>
                </c:pt>
                <c:pt idx="5213">
                  <c:v>44190</c:v>
                </c:pt>
                <c:pt idx="5214">
                  <c:v>44193</c:v>
                </c:pt>
                <c:pt idx="5215">
                  <c:v>44194</c:v>
                </c:pt>
                <c:pt idx="5216">
                  <c:v>44195</c:v>
                </c:pt>
                <c:pt idx="5217">
                  <c:v>44196</c:v>
                </c:pt>
                <c:pt idx="5218">
                  <c:v>44197</c:v>
                </c:pt>
                <c:pt idx="5219">
                  <c:v>44200</c:v>
                </c:pt>
                <c:pt idx="5220">
                  <c:v>44201</c:v>
                </c:pt>
                <c:pt idx="5221">
                  <c:v>44202</c:v>
                </c:pt>
                <c:pt idx="5222">
                  <c:v>44203</c:v>
                </c:pt>
                <c:pt idx="5223">
                  <c:v>44204</c:v>
                </c:pt>
                <c:pt idx="5224">
                  <c:v>44207</c:v>
                </c:pt>
                <c:pt idx="5225">
                  <c:v>44208</c:v>
                </c:pt>
                <c:pt idx="5226">
                  <c:v>44209</c:v>
                </c:pt>
                <c:pt idx="5227">
                  <c:v>44210</c:v>
                </c:pt>
                <c:pt idx="5228">
                  <c:v>44211</c:v>
                </c:pt>
                <c:pt idx="5229">
                  <c:v>44214</c:v>
                </c:pt>
                <c:pt idx="5230">
                  <c:v>44215</c:v>
                </c:pt>
                <c:pt idx="5231">
                  <c:v>44216</c:v>
                </c:pt>
                <c:pt idx="5232">
                  <c:v>44217</c:v>
                </c:pt>
                <c:pt idx="5233">
                  <c:v>44218</c:v>
                </c:pt>
                <c:pt idx="5234">
                  <c:v>44221</c:v>
                </c:pt>
                <c:pt idx="5235">
                  <c:v>44222</c:v>
                </c:pt>
                <c:pt idx="5236">
                  <c:v>44223</c:v>
                </c:pt>
                <c:pt idx="5237">
                  <c:v>44224</c:v>
                </c:pt>
                <c:pt idx="5238">
                  <c:v>44225</c:v>
                </c:pt>
                <c:pt idx="5239">
                  <c:v>44228</c:v>
                </c:pt>
                <c:pt idx="5240">
                  <c:v>44229</c:v>
                </c:pt>
                <c:pt idx="5241">
                  <c:v>44230</c:v>
                </c:pt>
                <c:pt idx="5242">
                  <c:v>44231</c:v>
                </c:pt>
                <c:pt idx="5243">
                  <c:v>44232</c:v>
                </c:pt>
                <c:pt idx="5244">
                  <c:v>44235</c:v>
                </c:pt>
                <c:pt idx="5245">
                  <c:v>44236</c:v>
                </c:pt>
                <c:pt idx="5246">
                  <c:v>44237</c:v>
                </c:pt>
                <c:pt idx="5247">
                  <c:v>44238</c:v>
                </c:pt>
                <c:pt idx="5248">
                  <c:v>44239</c:v>
                </c:pt>
                <c:pt idx="5249">
                  <c:v>44242</c:v>
                </c:pt>
                <c:pt idx="5250">
                  <c:v>44243</c:v>
                </c:pt>
                <c:pt idx="5251">
                  <c:v>44244</c:v>
                </c:pt>
                <c:pt idx="5252">
                  <c:v>44245</c:v>
                </c:pt>
                <c:pt idx="5253">
                  <c:v>44246</c:v>
                </c:pt>
                <c:pt idx="5254">
                  <c:v>44249</c:v>
                </c:pt>
                <c:pt idx="5255">
                  <c:v>44250</c:v>
                </c:pt>
                <c:pt idx="5256">
                  <c:v>44251</c:v>
                </c:pt>
                <c:pt idx="5257">
                  <c:v>44252</c:v>
                </c:pt>
                <c:pt idx="5258">
                  <c:v>44253</c:v>
                </c:pt>
                <c:pt idx="5259">
                  <c:v>44256</c:v>
                </c:pt>
                <c:pt idx="5260">
                  <c:v>44257</c:v>
                </c:pt>
                <c:pt idx="5261">
                  <c:v>44258</c:v>
                </c:pt>
                <c:pt idx="5262">
                  <c:v>44259</c:v>
                </c:pt>
                <c:pt idx="5263">
                  <c:v>44260</c:v>
                </c:pt>
                <c:pt idx="5264">
                  <c:v>44263</c:v>
                </c:pt>
                <c:pt idx="5265">
                  <c:v>44264</c:v>
                </c:pt>
                <c:pt idx="5266">
                  <c:v>44265</c:v>
                </c:pt>
                <c:pt idx="5267">
                  <c:v>44266</c:v>
                </c:pt>
                <c:pt idx="5268">
                  <c:v>44267</c:v>
                </c:pt>
                <c:pt idx="5269">
                  <c:v>44270</c:v>
                </c:pt>
                <c:pt idx="5270">
                  <c:v>44271</c:v>
                </c:pt>
                <c:pt idx="5271">
                  <c:v>44272</c:v>
                </c:pt>
                <c:pt idx="5272">
                  <c:v>44273</c:v>
                </c:pt>
                <c:pt idx="5273">
                  <c:v>44274</c:v>
                </c:pt>
                <c:pt idx="5274">
                  <c:v>44277</c:v>
                </c:pt>
                <c:pt idx="5275">
                  <c:v>44278</c:v>
                </c:pt>
                <c:pt idx="5276">
                  <c:v>44279</c:v>
                </c:pt>
                <c:pt idx="5277">
                  <c:v>44280</c:v>
                </c:pt>
                <c:pt idx="5278">
                  <c:v>44281</c:v>
                </c:pt>
                <c:pt idx="5279">
                  <c:v>44284</c:v>
                </c:pt>
                <c:pt idx="5280">
                  <c:v>44285</c:v>
                </c:pt>
                <c:pt idx="5281">
                  <c:v>44286</c:v>
                </c:pt>
                <c:pt idx="5282">
                  <c:v>44287</c:v>
                </c:pt>
                <c:pt idx="5283">
                  <c:v>44288</c:v>
                </c:pt>
                <c:pt idx="5284">
                  <c:v>44291</c:v>
                </c:pt>
                <c:pt idx="5285">
                  <c:v>44292</c:v>
                </c:pt>
                <c:pt idx="5286">
                  <c:v>44293</c:v>
                </c:pt>
                <c:pt idx="5287">
                  <c:v>44294</c:v>
                </c:pt>
                <c:pt idx="5288">
                  <c:v>44295</c:v>
                </c:pt>
                <c:pt idx="5289">
                  <c:v>44298</c:v>
                </c:pt>
                <c:pt idx="5290">
                  <c:v>44299</c:v>
                </c:pt>
                <c:pt idx="5291">
                  <c:v>44300</c:v>
                </c:pt>
                <c:pt idx="5292">
                  <c:v>44301</c:v>
                </c:pt>
                <c:pt idx="5293">
                  <c:v>44302</c:v>
                </c:pt>
                <c:pt idx="5294">
                  <c:v>44305</c:v>
                </c:pt>
                <c:pt idx="5295">
                  <c:v>44306</c:v>
                </c:pt>
                <c:pt idx="5296">
                  <c:v>44307</c:v>
                </c:pt>
                <c:pt idx="5297">
                  <c:v>44308</c:v>
                </c:pt>
                <c:pt idx="5298">
                  <c:v>44309</c:v>
                </c:pt>
                <c:pt idx="5299">
                  <c:v>44312</c:v>
                </c:pt>
                <c:pt idx="5300">
                  <c:v>44313</c:v>
                </c:pt>
                <c:pt idx="5301">
                  <c:v>44314</c:v>
                </c:pt>
                <c:pt idx="5302">
                  <c:v>44315</c:v>
                </c:pt>
                <c:pt idx="5303">
                  <c:v>44316</c:v>
                </c:pt>
                <c:pt idx="5304">
                  <c:v>44319</c:v>
                </c:pt>
                <c:pt idx="5305">
                  <c:v>44320</c:v>
                </c:pt>
                <c:pt idx="5306">
                  <c:v>44321</c:v>
                </c:pt>
                <c:pt idx="5307">
                  <c:v>44322</c:v>
                </c:pt>
                <c:pt idx="5308">
                  <c:v>44323</c:v>
                </c:pt>
                <c:pt idx="5309">
                  <c:v>44326</c:v>
                </c:pt>
                <c:pt idx="5310">
                  <c:v>44327</c:v>
                </c:pt>
                <c:pt idx="5311">
                  <c:v>44328</c:v>
                </c:pt>
                <c:pt idx="5312">
                  <c:v>44329</c:v>
                </c:pt>
                <c:pt idx="5313">
                  <c:v>44330</c:v>
                </c:pt>
                <c:pt idx="5314">
                  <c:v>44333</c:v>
                </c:pt>
                <c:pt idx="5315">
                  <c:v>44334</c:v>
                </c:pt>
                <c:pt idx="5316">
                  <c:v>44335</c:v>
                </c:pt>
                <c:pt idx="5317">
                  <c:v>44336</c:v>
                </c:pt>
                <c:pt idx="5318">
                  <c:v>44337</c:v>
                </c:pt>
                <c:pt idx="5319">
                  <c:v>44340</c:v>
                </c:pt>
                <c:pt idx="5320">
                  <c:v>44341</c:v>
                </c:pt>
                <c:pt idx="5321">
                  <c:v>44342</c:v>
                </c:pt>
                <c:pt idx="5322">
                  <c:v>44343</c:v>
                </c:pt>
                <c:pt idx="5323">
                  <c:v>44344</c:v>
                </c:pt>
                <c:pt idx="5324">
                  <c:v>44347</c:v>
                </c:pt>
                <c:pt idx="5325">
                  <c:v>44348</c:v>
                </c:pt>
                <c:pt idx="5326">
                  <c:v>44349</c:v>
                </c:pt>
                <c:pt idx="5327">
                  <c:v>44350</c:v>
                </c:pt>
                <c:pt idx="5328">
                  <c:v>44351</c:v>
                </c:pt>
                <c:pt idx="5329">
                  <c:v>44354</c:v>
                </c:pt>
                <c:pt idx="5330">
                  <c:v>44355</c:v>
                </c:pt>
                <c:pt idx="5331">
                  <c:v>44356</c:v>
                </c:pt>
                <c:pt idx="5332">
                  <c:v>44357</c:v>
                </c:pt>
                <c:pt idx="5333">
                  <c:v>44358</c:v>
                </c:pt>
                <c:pt idx="5334">
                  <c:v>44361</c:v>
                </c:pt>
                <c:pt idx="5335">
                  <c:v>44362</c:v>
                </c:pt>
                <c:pt idx="5336">
                  <c:v>44363</c:v>
                </c:pt>
                <c:pt idx="5337">
                  <c:v>44364</c:v>
                </c:pt>
                <c:pt idx="5338">
                  <c:v>44365</c:v>
                </c:pt>
                <c:pt idx="5339">
                  <c:v>44368</c:v>
                </c:pt>
                <c:pt idx="5340">
                  <c:v>44369</c:v>
                </c:pt>
                <c:pt idx="5341">
                  <c:v>44370</c:v>
                </c:pt>
                <c:pt idx="5342">
                  <c:v>44371</c:v>
                </c:pt>
                <c:pt idx="5343">
                  <c:v>44372</c:v>
                </c:pt>
                <c:pt idx="5344">
                  <c:v>44375</c:v>
                </c:pt>
                <c:pt idx="5345">
                  <c:v>44376</c:v>
                </c:pt>
                <c:pt idx="5346">
                  <c:v>44377</c:v>
                </c:pt>
                <c:pt idx="5347">
                  <c:v>44378</c:v>
                </c:pt>
                <c:pt idx="5348">
                  <c:v>44379</c:v>
                </c:pt>
                <c:pt idx="5349">
                  <c:v>44382</c:v>
                </c:pt>
                <c:pt idx="5350">
                  <c:v>44383</c:v>
                </c:pt>
                <c:pt idx="5351">
                  <c:v>44384</c:v>
                </c:pt>
                <c:pt idx="5352">
                  <c:v>44385</c:v>
                </c:pt>
                <c:pt idx="5353">
                  <c:v>44386</c:v>
                </c:pt>
                <c:pt idx="5354">
                  <c:v>44389</c:v>
                </c:pt>
                <c:pt idx="5355">
                  <c:v>44390</c:v>
                </c:pt>
                <c:pt idx="5356">
                  <c:v>44391</c:v>
                </c:pt>
                <c:pt idx="5357">
                  <c:v>44392</c:v>
                </c:pt>
                <c:pt idx="5358">
                  <c:v>44393</c:v>
                </c:pt>
                <c:pt idx="5359">
                  <c:v>44396</c:v>
                </c:pt>
                <c:pt idx="5360">
                  <c:v>44397</c:v>
                </c:pt>
                <c:pt idx="5361">
                  <c:v>44398</c:v>
                </c:pt>
                <c:pt idx="5362">
                  <c:v>44399</c:v>
                </c:pt>
                <c:pt idx="5363">
                  <c:v>44400</c:v>
                </c:pt>
                <c:pt idx="5364">
                  <c:v>44403</c:v>
                </c:pt>
                <c:pt idx="5365">
                  <c:v>44404</c:v>
                </c:pt>
                <c:pt idx="5366">
                  <c:v>44405</c:v>
                </c:pt>
                <c:pt idx="5367">
                  <c:v>44406</c:v>
                </c:pt>
                <c:pt idx="5368">
                  <c:v>44407</c:v>
                </c:pt>
                <c:pt idx="5369">
                  <c:v>44410</c:v>
                </c:pt>
                <c:pt idx="5370">
                  <c:v>44411</c:v>
                </c:pt>
                <c:pt idx="5371">
                  <c:v>44412</c:v>
                </c:pt>
                <c:pt idx="5372">
                  <c:v>44413</c:v>
                </c:pt>
                <c:pt idx="5373">
                  <c:v>44414</c:v>
                </c:pt>
                <c:pt idx="5374">
                  <c:v>44417</c:v>
                </c:pt>
                <c:pt idx="5375">
                  <c:v>44418</c:v>
                </c:pt>
                <c:pt idx="5376">
                  <c:v>44419</c:v>
                </c:pt>
                <c:pt idx="5377">
                  <c:v>44420</c:v>
                </c:pt>
                <c:pt idx="5378">
                  <c:v>44421</c:v>
                </c:pt>
                <c:pt idx="5379">
                  <c:v>44424</c:v>
                </c:pt>
                <c:pt idx="5380">
                  <c:v>44425</c:v>
                </c:pt>
                <c:pt idx="5381">
                  <c:v>44426</c:v>
                </c:pt>
                <c:pt idx="5382">
                  <c:v>44427</c:v>
                </c:pt>
                <c:pt idx="5383">
                  <c:v>44428</c:v>
                </c:pt>
                <c:pt idx="5384">
                  <c:v>44431</c:v>
                </c:pt>
                <c:pt idx="5385">
                  <c:v>44432</c:v>
                </c:pt>
                <c:pt idx="5386">
                  <c:v>44433</c:v>
                </c:pt>
                <c:pt idx="5387">
                  <c:v>44434</c:v>
                </c:pt>
                <c:pt idx="5388">
                  <c:v>44435</c:v>
                </c:pt>
                <c:pt idx="5389">
                  <c:v>44438</c:v>
                </c:pt>
                <c:pt idx="5390">
                  <c:v>44439</c:v>
                </c:pt>
                <c:pt idx="5391">
                  <c:v>44440</c:v>
                </c:pt>
                <c:pt idx="5392">
                  <c:v>44441</c:v>
                </c:pt>
                <c:pt idx="5393">
                  <c:v>44442</c:v>
                </c:pt>
                <c:pt idx="5394">
                  <c:v>44445</c:v>
                </c:pt>
                <c:pt idx="5395">
                  <c:v>44446</c:v>
                </c:pt>
                <c:pt idx="5396">
                  <c:v>44447</c:v>
                </c:pt>
                <c:pt idx="5397">
                  <c:v>44448</c:v>
                </c:pt>
                <c:pt idx="5398">
                  <c:v>44449</c:v>
                </c:pt>
                <c:pt idx="5399">
                  <c:v>44452</c:v>
                </c:pt>
                <c:pt idx="5400">
                  <c:v>44453</c:v>
                </c:pt>
                <c:pt idx="5401">
                  <c:v>44454</c:v>
                </c:pt>
                <c:pt idx="5402">
                  <c:v>44455</c:v>
                </c:pt>
                <c:pt idx="5403">
                  <c:v>44456</c:v>
                </c:pt>
                <c:pt idx="5404">
                  <c:v>44459</c:v>
                </c:pt>
                <c:pt idx="5405">
                  <c:v>44460</c:v>
                </c:pt>
                <c:pt idx="5406">
                  <c:v>44461</c:v>
                </c:pt>
                <c:pt idx="5407">
                  <c:v>44462</c:v>
                </c:pt>
                <c:pt idx="5408">
                  <c:v>44463</c:v>
                </c:pt>
                <c:pt idx="5409">
                  <c:v>44466</c:v>
                </c:pt>
                <c:pt idx="5410">
                  <c:v>44467</c:v>
                </c:pt>
                <c:pt idx="5411">
                  <c:v>44468</c:v>
                </c:pt>
                <c:pt idx="5412">
                  <c:v>44469</c:v>
                </c:pt>
                <c:pt idx="5413">
                  <c:v>44470</c:v>
                </c:pt>
                <c:pt idx="5414">
                  <c:v>44473</c:v>
                </c:pt>
                <c:pt idx="5415">
                  <c:v>44474</c:v>
                </c:pt>
                <c:pt idx="5416">
                  <c:v>44475</c:v>
                </c:pt>
                <c:pt idx="5417">
                  <c:v>44476</c:v>
                </c:pt>
                <c:pt idx="5418">
                  <c:v>44477</c:v>
                </c:pt>
                <c:pt idx="5419">
                  <c:v>44480</c:v>
                </c:pt>
                <c:pt idx="5420">
                  <c:v>44481</c:v>
                </c:pt>
                <c:pt idx="5421">
                  <c:v>44482</c:v>
                </c:pt>
                <c:pt idx="5422">
                  <c:v>44483</c:v>
                </c:pt>
                <c:pt idx="5423">
                  <c:v>44484</c:v>
                </c:pt>
                <c:pt idx="5424">
                  <c:v>44487</c:v>
                </c:pt>
                <c:pt idx="5425">
                  <c:v>44488</c:v>
                </c:pt>
                <c:pt idx="5426">
                  <c:v>44489</c:v>
                </c:pt>
                <c:pt idx="5427">
                  <c:v>44490</c:v>
                </c:pt>
                <c:pt idx="5428">
                  <c:v>44491</c:v>
                </c:pt>
                <c:pt idx="5429">
                  <c:v>44494</c:v>
                </c:pt>
                <c:pt idx="5430">
                  <c:v>44495</c:v>
                </c:pt>
                <c:pt idx="5431">
                  <c:v>44496</c:v>
                </c:pt>
                <c:pt idx="5432">
                  <c:v>44497</c:v>
                </c:pt>
                <c:pt idx="5433">
                  <c:v>44498</c:v>
                </c:pt>
                <c:pt idx="5434">
                  <c:v>44501</c:v>
                </c:pt>
                <c:pt idx="5435">
                  <c:v>44502</c:v>
                </c:pt>
                <c:pt idx="5436">
                  <c:v>44503</c:v>
                </c:pt>
                <c:pt idx="5437">
                  <c:v>44504</c:v>
                </c:pt>
                <c:pt idx="5438">
                  <c:v>44505</c:v>
                </c:pt>
                <c:pt idx="5439">
                  <c:v>44508</c:v>
                </c:pt>
                <c:pt idx="5440">
                  <c:v>44509</c:v>
                </c:pt>
                <c:pt idx="5441">
                  <c:v>44510</c:v>
                </c:pt>
                <c:pt idx="5442">
                  <c:v>44511</c:v>
                </c:pt>
                <c:pt idx="5443">
                  <c:v>44512</c:v>
                </c:pt>
                <c:pt idx="5444">
                  <c:v>44515</c:v>
                </c:pt>
                <c:pt idx="5445">
                  <c:v>44516</c:v>
                </c:pt>
                <c:pt idx="5446">
                  <c:v>44517</c:v>
                </c:pt>
                <c:pt idx="5447">
                  <c:v>44518</c:v>
                </c:pt>
                <c:pt idx="5448">
                  <c:v>44519</c:v>
                </c:pt>
                <c:pt idx="5449">
                  <c:v>44522</c:v>
                </c:pt>
                <c:pt idx="5450">
                  <c:v>44523</c:v>
                </c:pt>
                <c:pt idx="5451">
                  <c:v>44524</c:v>
                </c:pt>
                <c:pt idx="5452">
                  <c:v>44525</c:v>
                </c:pt>
                <c:pt idx="5453">
                  <c:v>44526</c:v>
                </c:pt>
                <c:pt idx="5454">
                  <c:v>44529</c:v>
                </c:pt>
                <c:pt idx="5455">
                  <c:v>44530</c:v>
                </c:pt>
                <c:pt idx="5456">
                  <c:v>44531</c:v>
                </c:pt>
                <c:pt idx="5457">
                  <c:v>44532</c:v>
                </c:pt>
                <c:pt idx="5458">
                  <c:v>44533</c:v>
                </c:pt>
                <c:pt idx="5459">
                  <c:v>44536</c:v>
                </c:pt>
                <c:pt idx="5460">
                  <c:v>44537</c:v>
                </c:pt>
                <c:pt idx="5461">
                  <c:v>44538</c:v>
                </c:pt>
                <c:pt idx="5462">
                  <c:v>44539</c:v>
                </c:pt>
                <c:pt idx="5463">
                  <c:v>44540</c:v>
                </c:pt>
                <c:pt idx="5464">
                  <c:v>44543</c:v>
                </c:pt>
                <c:pt idx="5465">
                  <c:v>44544</c:v>
                </c:pt>
                <c:pt idx="5466">
                  <c:v>44545</c:v>
                </c:pt>
                <c:pt idx="5467">
                  <c:v>44546</c:v>
                </c:pt>
                <c:pt idx="5468">
                  <c:v>44547</c:v>
                </c:pt>
                <c:pt idx="5469">
                  <c:v>44550</c:v>
                </c:pt>
                <c:pt idx="5470">
                  <c:v>44551</c:v>
                </c:pt>
                <c:pt idx="5471">
                  <c:v>44552</c:v>
                </c:pt>
                <c:pt idx="5472">
                  <c:v>44553</c:v>
                </c:pt>
                <c:pt idx="5473">
                  <c:v>44554</c:v>
                </c:pt>
                <c:pt idx="5474">
                  <c:v>44557</c:v>
                </c:pt>
                <c:pt idx="5475">
                  <c:v>44558</c:v>
                </c:pt>
                <c:pt idx="5476">
                  <c:v>44559</c:v>
                </c:pt>
                <c:pt idx="5477">
                  <c:v>44560</c:v>
                </c:pt>
                <c:pt idx="5478">
                  <c:v>44561</c:v>
                </c:pt>
                <c:pt idx="5479">
                  <c:v>44564</c:v>
                </c:pt>
                <c:pt idx="5480">
                  <c:v>44565</c:v>
                </c:pt>
                <c:pt idx="5481">
                  <c:v>44566</c:v>
                </c:pt>
                <c:pt idx="5482">
                  <c:v>44567</c:v>
                </c:pt>
                <c:pt idx="5483">
                  <c:v>44568</c:v>
                </c:pt>
                <c:pt idx="5484">
                  <c:v>44571</c:v>
                </c:pt>
                <c:pt idx="5485">
                  <c:v>44572</c:v>
                </c:pt>
                <c:pt idx="5486">
                  <c:v>44573</c:v>
                </c:pt>
                <c:pt idx="5487">
                  <c:v>44574</c:v>
                </c:pt>
                <c:pt idx="5488">
                  <c:v>44575</c:v>
                </c:pt>
                <c:pt idx="5489">
                  <c:v>44578</c:v>
                </c:pt>
                <c:pt idx="5490">
                  <c:v>44579</c:v>
                </c:pt>
                <c:pt idx="5491">
                  <c:v>44580</c:v>
                </c:pt>
                <c:pt idx="5492">
                  <c:v>44581</c:v>
                </c:pt>
                <c:pt idx="5493">
                  <c:v>44582</c:v>
                </c:pt>
                <c:pt idx="5494">
                  <c:v>44585</c:v>
                </c:pt>
                <c:pt idx="5495">
                  <c:v>44586</c:v>
                </c:pt>
                <c:pt idx="5496">
                  <c:v>44587</c:v>
                </c:pt>
                <c:pt idx="5497">
                  <c:v>44588</c:v>
                </c:pt>
                <c:pt idx="5498">
                  <c:v>44589</c:v>
                </c:pt>
                <c:pt idx="5499">
                  <c:v>44592</c:v>
                </c:pt>
                <c:pt idx="5500">
                  <c:v>44593</c:v>
                </c:pt>
                <c:pt idx="5501">
                  <c:v>44594</c:v>
                </c:pt>
                <c:pt idx="5502">
                  <c:v>44595</c:v>
                </c:pt>
                <c:pt idx="5503">
                  <c:v>44596</c:v>
                </c:pt>
                <c:pt idx="5504">
                  <c:v>44599</c:v>
                </c:pt>
                <c:pt idx="5505">
                  <c:v>44600</c:v>
                </c:pt>
                <c:pt idx="5506">
                  <c:v>44601</c:v>
                </c:pt>
                <c:pt idx="5507">
                  <c:v>44602</c:v>
                </c:pt>
                <c:pt idx="5508">
                  <c:v>44603</c:v>
                </c:pt>
                <c:pt idx="5509">
                  <c:v>44606</c:v>
                </c:pt>
                <c:pt idx="5510">
                  <c:v>44607</c:v>
                </c:pt>
                <c:pt idx="5511">
                  <c:v>44608</c:v>
                </c:pt>
                <c:pt idx="5512">
                  <c:v>44609</c:v>
                </c:pt>
                <c:pt idx="5513">
                  <c:v>44610</c:v>
                </c:pt>
                <c:pt idx="5514">
                  <c:v>44613</c:v>
                </c:pt>
                <c:pt idx="5515">
                  <c:v>44614</c:v>
                </c:pt>
                <c:pt idx="5516">
                  <c:v>44615</c:v>
                </c:pt>
                <c:pt idx="5517">
                  <c:v>44616</c:v>
                </c:pt>
                <c:pt idx="5518">
                  <c:v>44617</c:v>
                </c:pt>
                <c:pt idx="5519">
                  <c:v>44620</c:v>
                </c:pt>
                <c:pt idx="5520">
                  <c:v>44621</c:v>
                </c:pt>
                <c:pt idx="5521">
                  <c:v>44622</c:v>
                </c:pt>
                <c:pt idx="5522">
                  <c:v>44623</c:v>
                </c:pt>
                <c:pt idx="5523">
                  <c:v>44624</c:v>
                </c:pt>
                <c:pt idx="5524">
                  <c:v>44627</c:v>
                </c:pt>
                <c:pt idx="5525">
                  <c:v>44628</c:v>
                </c:pt>
                <c:pt idx="5526">
                  <c:v>44629</c:v>
                </c:pt>
                <c:pt idx="5527">
                  <c:v>44630</c:v>
                </c:pt>
                <c:pt idx="5528">
                  <c:v>44631</c:v>
                </c:pt>
                <c:pt idx="5529">
                  <c:v>44634</c:v>
                </c:pt>
                <c:pt idx="5530">
                  <c:v>44635</c:v>
                </c:pt>
                <c:pt idx="5531">
                  <c:v>44636</c:v>
                </c:pt>
                <c:pt idx="5532">
                  <c:v>44637</c:v>
                </c:pt>
                <c:pt idx="5533">
                  <c:v>44638</c:v>
                </c:pt>
                <c:pt idx="5534">
                  <c:v>44641</c:v>
                </c:pt>
                <c:pt idx="5535">
                  <c:v>44642</c:v>
                </c:pt>
                <c:pt idx="5536">
                  <c:v>44643</c:v>
                </c:pt>
                <c:pt idx="5537">
                  <c:v>44644</c:v>
                </c:pt>
                <c:pt idx="5538">
                  <c:v>44645</c:v>
                </c:pt>
                <c:pt idx="5539">
                  <c:v>44648</c:v>
                </c:pt>
                <c:pt idx="5540">
                  <c:v>44649</c:v>
                </c:pt>
                <c:pt idx="5541">
                  <c:v>44650</c:v>
                </c:pt>
                <c:pt idx="5542">
                  <c:v>44651</c:v>
                </c:pt>
                <c:pt idx="5543">
                  <c:v>44652</c:v>
                </c:pt>
                <c:pt idx="5544">
                  <c:v>44655</c:v>
                </c:pt>
                <c:pt idx="5545">
                  <c:v>44656</c:v>
                </c:pt>
                <c:pt idx="5546">
                  <c:v>44657</c:v>
                </c:pt>
                <c:pt idx="5547">
                  <c:v>44658</c:v>
                </c:pt>
                <c:pt idx="5548">
                  <c:v>44659</c:v>
                </c:pt>
                <c:pt idx="5549">
                  <c:v>44662</c:v>
                </c:pt>
                <c:pt idx="5550">
                  <c:v>44663</c:v>
                </c:pt>
                <c:pt idx="5551">
                  <c:v>44664</c:v>
                </c:pt>
                <c:pt idx="5552">
                  <c:v>44665</c:v>
                </c:pt>
                <c:pt idx="5553">
                  <c:v>44666</c:v>
                </c:pt>
                <c:pt idx="5554">
                  <c:v>44669</c:v>
                </c:pt>
                <c:pt idx="5555">
                  <c:v>44670</c:v>
                </c:pt>
                <c:pt idx="5556">
                  <c:v>44671</c:v>
                </c:pt>
                <c:pt idx="5557">
                  <c:v>44672</c:v>
                </c:pt>
                <c:pt idx="5558">
                  <c:v>44673</c:v>
                </c:pt>
                <c:pt idx="5559">
                  <c:v>44676</c:v>
                </c:pt>
                <c:pt idx="5560">
                  <c:v>44677</c:v>
                </c:pt>
                <c:pt idx="5561">
                  <c:v>44678</c:v>
                </c:pt>
                <c:pt idx="5562">
                  <c:v>44679</c:v>
                </c:pt>
                <c:pt idx="5563">
                  <c:v>44680</c:v>
                </c:pt>
                <c:pt idx="5564">
                  <c:v>44683</c:v>
                </c:pt>
                <c:pt idx="5565">
                  <c:v>44684</c:v>
                </c:pt>
                <c:pt idx="5566">
                  <c:v>44685</c:v>
                </c:pt>
                <c:pt idx="5567">
                  <c:v>44686</c:v>
                </c:pt>
                <c:pt idx="5568">
                  <c:v>44687</c:v>
                </c:pt>
                <c:pt idx="5569">
                  <c:v>44690</c:v>
                </c:pt>
                <c:pt idx="5570">
                  <c:v>44691</c:v>
                </c:pt>
                <c:pt idx="5571">
                  <c:v>44692</c:v>
                </c:pt>
                <c:pt idx="5572">
                  <c:v>44693</c:v>
                </c:pt>
                <c:pt idx="5573">
                  <c:v>44694</c:v>
                </c:pt>
                <c:pt idx="5574">
                  <c:v>44697</c:v>
                </c:pt>
                <c:pt idx="5575">
                  <c:v>44698</c:v>
                </c:pt>
                <c:pt idx="5576">
                  <c:v>44699</c:v>
                </c:pt>
                <c:pt idx="5577">
                  <c:v>44700</c:v>
                </c:pt>
                <c:pt idx="5578">
                  <c:v>44701</c:v>
                </c:pt>
                <c:pt idx="5579">
                  <c:v>44704</c:v>
                </c:pt>
                <c:pt idx="5580">
                  <c:v>44705</c:v>
                </c:pt>
                <c:pt idx="5581">
                  <c:v>44706</c:v>
                </c:pt>
                <c:pt idx="5582">
                  <c:v>44707</c:v>
                </c:pt>
                <c:pt idx="5583">
                  <c:v>44708</c:v>
                </c:pt>
                <c:pt idx="5584">
                  <c:v>44711</c:v>
                </c:pt>
                <c:pt idx="5585">
                  <c:v>44712</c:v>
                </c:pt>
                <c:pt idx="5586">
                  <c:v>44713</c:v>
                </c:pt>
                <c:pt idx="5587">
                  <c:v>44714</c:v>
                </c:pt>
                <c:pt idx="5588">
                  <c:v>44715</c:v>
                </c:pt>
                <c:pt idx="5589">
                  <c:v>44718</c:v>
                </c:pt>
                <c:pt idx="5590">
                  <c:v>44719</c:v>
                </c:pt>
                <c:pt idx="5591">
                  <c:v>44720</c:v>
                </c:pt>
                <c:pt idx="5592">
                  <c:v>44721</c:v>
                </c:pt>
                <c:pt idx="5593">
                  <c:v>44722</c:v>
                </c:pt>
                <c:pt idx="5594">
                  <c:v>44725</c:v>
                </c:pt>
                <c:pt idx="5595">
                  <c:v>44726</c:v>
                </c:pt>
                <c:pt idx="5596">
                  <c:v>44727</c:v>
                </c:pt>
                <c:pt idx="5597">
                  <c:v>44728</c:v>
                </c:pt>
                <c:pt idx="5598">
                  <c:v>44729</c:v>
                </c:pt>
                <c:pt idx="5599">
                  <c:v>44732</c:v>
                </c:pt>
                <c:pt idx="5600">
                  <c:v>44733</c:v>
                </c:pt>
                <c:pt idx="5601">
                  <c:v>44734</c:v>
                </c:pt>
                <c:pt idx="5602">
                  <c:v>44735</c:v>
                </c:pt>
                <c:pt idx="5603">
                  <c:v>44736</c:v>
                </c:pt>
                <c:pt idx="5604">
                  <c:v>44739</c:v>
                </c:pt>
                <c:pt idx="5605">
                  <c:v>44740</c:v>
                </c:pt>
                <c:pt idx="5606">
                  <c:v>44741</c:v>
                </c:pt>
                <c:pt idx="5607">
                  <c:v>44742</c:v>
                </c:pt>
                <c:pt idx="5608">
                  <c:v>44743</c:v>
                </c:pt>
                <c:pt idx="5609">
                  <c:v>44746</c:v>
                </c:pt>
                <c:pt idx="5610">
                  <c:v>44747</c:v>
                </c:pt>
                <c:pt idx="5611">
                  <c:v>44748</c:v>
                </c:pt>
                <c:pt idx="5612">
                  <c:v>44749</c:v>
                </c:pt>
                <c:pt idx="5613">
                  <c:v>44750</c:v>
                </c:pt>
                <c:pt idx="5614">
                  <c:v>44753</c:v>
                </c:pt>
                <c:pt idx="5615">
                  <c:v>44754</c:v>
                </c:pt>
                <c:pt idx="5616">
                  <c:v>44755</c:v>
                </c:pt>
                <c:pt idx="5617">
                  <c:v>44756</c:v>
                </c:pt>
                <c:pt idx="5618">
                  <c:v>44757</c:v>
                </c:pt>
                <c:pt idx="5619">
                  <c:v>44760</c:v>
                </c:pt>
                <c:pt idx="5620">
                  <c:v>44761</c:v>
                </c:pt>
                <c:pt idx="5621">
                  <c:v>44762</c:v>
                </c:pt>
                <c:pt idx="5622">
                  <c:v>44763</c:v>
                </c:pt>
                <c:pt idx="5623">
                  <c:v>44764</c:v>
                </c:pt>
                <c:pt idx="5624">
                  <c:v>44767</c:v>
                </c:pt>
                <c:pt idx="5625">
                  <c:v>44768</c:v>
                </c:pt>
                <c:pt idx="5626">
                  <c:v>44769</c:v>
                </c:pt>
                <c:pt idx="5627">
                  <c:v>44770</c:v>
                </c:pt>
                <c:pt idx="5628">
                  <c:v>44771</c:v>
                </c:pt>
                <c:pt idx="5629">
                  <c:v>44774</c:v>
                </c:pt>
                <c:pt idx="5630">
                  <c:v>44775</c:v>
                </c:pt>
                <c:pt idx="5631">
                  <c:v>44776</c:v>
                </c:pt>
                <c:pt idx="5632">
                  <c:v>44777</c:v>
                </c:pt>
                <c:pt idx="5633">
                  <c:v>44778</c:v>
                </c:pt>
                <c:pt idx="5634">
                  <c:v>44781</c:v>
                </c:pt>
                <c:pt idx="5635">
                  <c:v>44782</c:v>
                </c:pt>
                <c:pt idx="5636">
                  <c:v>44783</c:v>
                </c:pt>
                <c:pt idx="5637">
                  <c:v>44784</c:v>
                </c:pt>
                <c:pt idx="5638">
                  <c:v>44785</c:v>
                </c:pt>
                <c:pt idx="5639">
                  <c:v>44788</c:v>
                </c:pt>
                <c:pt idx="5640">
                  <c:v>44789</c:v>
                </c:pt>
                <c:pt idx="5641">
                  <c:v>44790</c:v>
                </c:pt>
                <c:pt idx="5642">
                  <c:v>44791</c:v>
                </c:pt>
                <c:pt idx="5643">
                  <c:v>44792</c:v>
                </c:pt>
                <c:pt idx="5644">
                  <c:v>44795</c:v>
                </c:pt>
                <c:pt idx="5645">
                  <c:v>44796</c:v>
                </c:pt>
                <c:pt idx="5646">
                  <c:v>44797</c:v>
                </c:pt>
                <c:pt idx="5647">
                  <c:v>44798</c:v>
                </c:pt>
                <c:pt idx="5648">
                  <c:v>44799</c:v>
                </c:pt>
                <c:pt idx="5649">
                  <c:v>44802</c:v>
                </c:pt>
                <c:pt idx="5650">
                  <c:v>44803</c:v>
                </c:pt>
                <c:pt idx="5651">
                  <c:v>44804</c:v>
                </c:pt>
                <c:pt idx="5652">
                  <c:v>44805</c:v>
                </c:pt>
                <c:pt idx="5653">
                  <c:v>44806</c:v>
                </c:pt>
                <c:pt idx="5654">
                  <c:v>44809</c:v>
                </c:pt>
                <c:pt idx="5655">
                  <c:v>44810</c:v>
                </c:pt>
                <c:pt idx="5656">
                  <c:v>44811</c:v>
                </c:pt>
                <c:pt idx="5657">
                  <c:v>44812</c:v>
                </c:pt>
                <c:pt idx="5658">
                  <c:v>44813</c:v>
                </c:pt>
                <c:pt idx="5659">
                  <c:v>44816</c:v>
                </c:pt>
                <c:pt idx="5660">
                  <c:v>44817</c:v>
                </c:pt>
                <c:pt idx="5661">
                  <c:v>44818</c:v>
                </c:pt>
                <c:pt idx="5662">
                  <c:v>44819</c:v>
                </c:pt>
                <c:pt idx="5663">
                  <c:v>44820</c:v>
                </c:pt>
                <c:pt idx="5664">
                  <c:v>44823</c:v>
                </c:pt>
                <c:pt idx="5665">
                  <c:v>44824</c:v>
                </c:pt>
                <c:pt idx="5666">
                  <c:v>44825</c:v>
                </c:pt>
                <c:pt idx="5667">
                  <c:v>44826</c:v>
                </c:pt>
                <c:pt idx="5668">
                  <c:v>44827</c:v>
                </c:pt>
                <c:pt idx="5669">
                  <c:v>44830</c:v>
                </c:pt>
                <c:pt idx="5670">
                  <c:v>44831</c:v>
                </c:pt>
                <c:pt idx="5671">
                  <c:v>44832</c:v>
                </c:pt>
                <c:pt idx="5672">
                  <c:v>44833</c:v>
                </c:pt>
                <c:pt idx="5673">
                  <c:v>44834</c:v>
                </c:pt>
                <c:pt idx="5674">
                  <c:v>44837</c:v>
                </c:pt>
                <c:pt idx="5675">
                  <c:v>44838</c:v>
                </c:pt>
                <c:pt idx="5676">
                  <c:v>44839</c:v>
                </c:pt>
                <c:pt idx="5677">
                  <c:v>44840</c:v>
                </c:pt>
                <c:pt idx="5678">
                  <c:v>44841</c:v>
                </c:pt>
                <c:pt idx="5679">
                  <c:v>44844</c:v>
                </c:pt>
                <c:pt idx="5680">
                  <c:v>44845</c:v>
                </c:pt>
                <c:pt idx="5681">
                  <c:v>44846</c:v>
                </c:pt>
                <c:pt idx="5682">
                  <c:v>44847</c:v>
                </c:pt>
                <c:pt idx="5683">
                  <c:v>44848</c:v>
                </c:pt>
                <c:pt idx="5684">
                  <c:v>44851</c:v>
                </c:pt>
                <c:pt idx="5685">
                  <c:v>44852</c:v>
                </c:pt>
                <c:pt idx="5686">
                  <c:v>44853</c:v>
                </c:pt>
                <c:pt idx="5687">
                  <c:v>44854</c:v>
                </c:pt>
                <c:pt idx="5688">
                  <c:v>44855</c:v>
                </c:pt>
                <c:pt idx="5689">
                  <c:v>44858</c:v>
                </c:pt>
                <c:pt idx="5690">
                  <c:v>44859</c:v>
                </c:pt>
                <c:pt idx="5691">
                  <c:v>44860</c:v>
                </c:pt>
                <c:pt idx="5692">
                  <c:v>44861</c:v>
                </c:pt>
                <c:pt idx="5693">
                  <c:v>44862</c:v>
                </c:pt>
                <c:pt idx="5694">
                  <c:v>44865</c:v>
                </c:pt>
                <c:pt idx="5695">
                  <c:v>44866</c:v>
                </c:pt>
                <c:pt idx="5696">
                  <c:v>44867</c:v>
                </c:pt>
                <c:pt idx="5697">
                  <c:v>44868</c:v>
                </c:pt>
                <c:pt idx="5698">
                  <c:v>44869</c:v>
                </c:pt>
                <c:pt idx="5699">
                  <c:v>44872</c:v>
                </c:pt>
                <c:pt idx="5700">
                  <c:v>44873</c:v>
                </c:pt>
                <c:pt idx="5701">
                  <c:v>44874</c:v>
                </c:pt>
                <c:pt idx="5702">
                  <c:v>44875</c:v>
                </c:pt>
                <c:pt idx="5703">
                  <c:v>44876</c:v>
                </c:pt>
                <c:pt idx="5704">
                  <c:v>44879</c:v>
                </c:pt>
                <c:pt idx="5705">
                  <c:v>44880</c:v>
                </c:pt>
                <c:pt idx="5706">
                  <c:v>44881</c:v>
                </c:pt>
                <c:pt idx="5707">
                  <c:v>44882</c:v>
                </c:pt>
                <c:pt idx="5708">
                  <c:v>44883</c:v>
                </c:pt>
                <c:pt idx="5709">
                  <c:v>44886</c:v>
                </c:pt>
                <c:pt idx="5710">
                  <c:v>44887</c:v>
                </c:pt>
                <c:pt idx="5711">
                  <c:v>44888</c:v>
                </c:pt>
                <c:pt idx="5712">
                  <c:v>44889</c:v>
                </c:pt>
                <c:pt idx="5713">
                  <c:v>44890</c:v>
                </c:pt>
                <c:pt idx="5714">
                  <c:v>44893</c:v>
                </c:pt>
                <c:pt idx="5715">
                  <c:v>44894</c:v>
                </c:pt>
                <c:pt idx="5716">
                  <c:v>44895</c:v>
                </c:pt>
                <c:pt idx="5717">
                  <c:v>44896</c:v>
                </c:pt>
                <c:pt idx="5718">
                  <c:v>44897</c:v>
                </c:pt>
                <c:pt idx="5719">
                  <c:v>44900</c:v>
                </c:pt>
                <c:pt idx="5720">
                  <c:v>44901</c:v>
                </c:pt>
                <c:pt idx="5721">
                  <c:v>44902</c:v>
                </c:pt>
                <c:pt idx="5722">
                  <c:v>44903</c:v>
                </c:pt>
                <c:pt idx="5723">
                  <c:v>44904</c:v>
                </c:pt>
                <c:pt idx="5724">
                  <c:v>44907</c:v>
                </c:pt>
                <c:pt idx="5725">
                  <c:v>44908</c:v>
                </c:pt>
                <c:pt idx="5726">
                  <c:v>44909</c:v>
                </c:pt>
                <c:pt idx="5727">
                  <c:v>44910</c:v>
                </c:pt>
                <c:pt idx="5728">
                  <c:v>44911</c:v>
                </c:pt>
                <c:pt idx="5729">
                  <c:v>44914</c:v>
                </c:pt>
                <c:pt idx="5730">
                  <c:v>44915</c:v>
                </c:pt>
                <c:pt idx="5731">
                  <c:v>44916</c:v>
                </c:pt>
                <c:pt idx="5732">
                  <c:v>44917</c:v>
                </c:pt>
                <c:pt idx="5733">
                  <c:v>44918</c:v>
                </c:pt>
                <c:pt idx="5734">
                  <c:v>44921</c:v>
                </c:pt>
                <c:pt idx="5735">
                  <c:v>44922</c:v>
                </c:pt>
                <c:pt idx="5736">
                  <c:v>44923</c:v>
                </c:pt>
                <c:pt idx="5737">
                  <c:v>44924</c:v>
                </c:pt>
                <c:pt idx="5738">
                  <c:v>44925</c:v>
                </c:pt>
                <c:pt idx="5739">
                  <c:v>44928</c:v>
                </c:pt>
                <c:pt idx="5740">
                  <c:v>44929</c:v>
                </c:pt>
                <c:pt idx="5741">
                  <c:v>44930</c:v>
                </c:pt>
                <c:pt idx="5742">
                  <c:v>44931</c:v>
                </c:pt>
                <c:pt idx="5743">
                  <c:v>44932</c:v>
                </c:pt>
                <c:pt idx="5744">
                  <c:v>44935</c:v>
                </c:pt>
                <c:pt idx="5745">
                  <c:v>44936</c:v>
                </c:pt>
                <c:pt idx="5746">
                  <c:v>44937</c:v>
                </c:pt>
                <c:pt idx="5747">
                  <c:v>44938</c:v>
                </c:pt>
                <c:pt idx="5748">
                  <c:v>44939</c:v>
                </c:pt>
                <c:pt idx="5749">
                  <c:v>44942</c:v>
                </c:pt>
                <c:pt idx="5750">
                  <c:v>44943</c:v>
                </c:pt>
                <c:pt idx="5751">
                  <c:v>44944</c:v>
                </c:pt>
                <c:pt idx="5752">
                  <c:v>44945</c:v>
                </c:pt>
                <c:pt idx="5753">
                  <c:v>44946</c:v>
                </c:pt>
                <c:pt idx="5754">
                  <c:v>44949</c:v>
                </c:pt>
                <c:pt idx="5755">
                  <c:v>44950</c:v>
                </c:pt>
                <c:pt idx="5756">
                  <c:v>44951</c:v>
                </c:pt>
                <c:pt idx="5757">
                  <c:v>44952</c:v>
                </c:pt>
                <c:pt idx="5758">
                  <c:v>44953</c:v>
                </c:pt>
                <c:pt idx="5759">
                  <c:v>44956</c:v>
                </c:pt>
                <c:pt idx="5760">
                  <c:v>44957</c:v>
                </c:pt>
                <c:pt idx="5761">
                  <c:v>44958</c:v>
                </c:pt>
                <c:pt idx="5762">
                  <c:v>44959</c:v>
                </c:pt>
                <c:pt idx="5763">
                  <c:v>44960</c:v>
                </c:pt>
                <c:pt idx="5764">
                  <c:v>44963</c:v>
                </c:pt>
                <c:pt idx="5765">
                  <c:v>44964</c:v>
                </c:pt>
                <c:pt idx="5766">
                  <c:v>44965</c:v>
                </c:pt>
                <c:pt idx="5767">
                  <c:v>44966</c:v>
                </c:pt>
                <c:pt idx="5768">
                  <c:v>44967</c:v>
                </c:pt>
                <c:pt idx="5769">
                  <c:v>44970</c:v>
                </c:pt>
                <c:pt idx="5770">
                  <c:v>44971</c:v>
                </c:pt>
                <c:pt idx="5771">
                  <c:v>44972</c:v>
                </c:pt>
                <c:pt idx="5772">
                  <c:v>44973</c:v>
                </c:pt>
                <c:pt idx="5773">
                  <c:v>44974</c:v>
                </c:pt>
                <c:pt idx="5774">
                  <c:v>44977</c:v>
                </c:pt>
                <c:pt idx="5775">
                  <c:v>44978</c:v>
                </c:pt>
                <c:pt idx="5776">
                  <c:v>44979</c:v>
                </c:pt>
                <c:pt idx="5777">
                  <c:v>44980</c:v>
                </c:pt>
                <c:pt idx="5778">
                  <c:v>44981</c:v>
                </c:pt>
                <c:pt idx="5779">
                  <c:v>44984</c:v>
                </c:pt>
                <c:pt idx="5780">
                  <c:v>44985</c:v>
                </c:pt>
                <c:pt idx="5781">
                  <c:v>44986</c:v>
                </c:pt>
                <c:pt idx="5782">
                  <c:v>44987</c:v>
                </c:pt>
                <c:pt idx="5783">
                  <c:v>44988</c:v>
                </c:pt>
                <c:pt idx="5784">
                  <c:v>44991</c:v>
                </c:pt>
                <c:pt idx="5785">
                  <c:v>44992</c:v>
                </c:pt>
                <c:pt idx="5786">
                  <c:v>44993</c:v>
                </c:pt>
                <c:pt idx="5787">
                  <c:v>44994</c:v>
                </c:pt>
                <c:pt idx="5788">
                  <c:v>44995</c:v>
                </c:pt>
                <c:pt idx="5789">
                  <c:v>44998</c:v>
                </c:pt>
                <c:pt idx="5790">
                  <c:v>44999</c:v>
                </c:pt>
                <c:pt idx="5791">
                  <c:v>45000</c:v>
                </c:pt>
                <c:pt idx="5792">
                  <c:v>45001</c:v>
                </c:pt>
                <c:pt idx="5793">
                  <c:v>45002</c:v>
                </c:pt>
                <c:pt idx="5794">
                  <c:v>45005</c:v>
                </c:pt>
                <c:pt idx="5795">
                  <c:v>45006</c:v>
                </c:pt>
                <c:pt idx="5796">
                  <c:v>45007</c:v>
                </c:pt>
                <c:pt idx="5797">
                  <c:v>45008</c:v>
                </c:pt>
                <c:pt idx="5798">
                  <c:v>45009</c:v>
                </c:pt>
                <c:pt idx="5799">
                  <c:v>45012</c:v>
                </c:pt>
                <c:pt idx="5800">
                  <c:v>45013</c:v>
                </c:pt>
                <c:pt idx="5801">
                  <c:v>45014</c:v>
                </c:pt>
                <c:pt idx="5802">
                  <c:v>45015</c:v>
                </c:pt>
                <c:pt idx="5803">
                  <c:v>45016</c:v>
                </c:pt>
                <c:pt idx="5804">
                  <c:v>45019</c:v>
                </c:pt>
                <c:pt idx="5805">
                  <c:v>45020</c:v>
                </c:pt>
                <c:pt idx="5806">
                  <c:v>45021</c:v>
                </c:pt>
                <c:pt idx="5807">
                  <c:v>45022</c:v>
                </c:pt>
                <c:pt idx="5808">
                  <c:v>45023</c:v>
                </c:pt>
                <c:pt idx="5809">
                  <c:v>45026</c:v>
                </c:pt>
                <c:pt idx="5810">
                  <c:v>45027</c:v>
                </c:pt>
                <c:pt idx="5811">
                  <c:v>45028</c:v>
                </c:pt>
                <c:pt idx="5812">
                  <c:v>45029</c:v>
                </c:pt>
                <c:pt idx="5813">
                  <c:v>45030</c:v>
                </c:pt>
                <c:pt idx="5814">
                  <c:v>45033</c:v>
                </c:pt>
                <c:pt idx="5815">
                  <c:v>45034</c:v>
                </c:pt>
                <c:pt idx="5816">
                  <c:v>45035</c:v>
                </c:pt>
                <c:pt idx="5817">
                  <c:v>45036</c:v>
                </c:pt>
                <c:pt idx="5818">
                  <c:v>45037</c:v>
                </c:pt>
                <c:pt idx="5819">
                  <c:v>45040</c:v>
                </c:pt>
                <c:pt idx="5820">
                  <c:v>45041</c:v>
                </c:pt>
                <c:pt idx="5821">
                  <c:v>45042</c:v>
                </c:pt>
                <c:pt idx="5822">
                  <c:v>45043</c:v>
                </c:pt>
                <c:pt idx="5823">
                  <c:v>45044</c:v>
                </c:pt>
                <c:pt idx="5824">
                  <c:v>45047</c:v>
                </c:pt>
                <c:pt idx="5825">
                  <c:v>45048</c:v>
                </c:pt>
                <c:pt idx="5826">
                  <c:v>45049</c:v>
                </c:pt>
                <c:pt idx="5827">
                  <c:v>45050</c:v>
                </c:pt>
                <c:pt idx="5828">
                  <c:v>45051</c:v>
                </c:pt>
                <c:pt idx="5829">
                  <c:v>45054</c:v>
                </c:pt>
                <c:pt idx="5830">
                  <c:v>45055</c:v>
                </c:pt>
                <c:pt idx="5831">
                  <c:v>45056</c:v>
                </c:pt>
                <c:pt idx="5832">
                  <c:v>45057</c:v>
                </c:pt>
                <c:pt idx="5833">
                  <c:v>45058</c:v>
                </c:pt>
                <c:pt idx="5834">
                  <c:v>45061</c:v>
                </c:pt>
                <c:pt idx="5835">
                  <c:v>45062</c:v>
                </c:pt>
                <c:pt idx="5836">
                  <c:v>45063</c:v>
                </c:pt>
                <c:pt idx="5837">
                  <c:v>45064</c:v>
                </c:pt>
                <c:pt idx="5838">
                  <c:v>45065</c:v>
                </c:pt>
                <c:pt idx="5839">
                  <c:v>45068</c:v>
                </c:pt>
                <c:pt idx="5840">
                  <c:v>45069</c:v>
                </c:pt>
                <c:pt idx="5841">
                  <c:v>45070</c:v>
                </c:pt>
                <c:pt idx="5842">
                  <c:v>45071</c:v>
                </c:pt>
                <c:pt idx="5843">
                  <c:v>45072</c:v>
                </c:pt>
                <c:pt idx="5844">
                  <c:v>45075</c:v>
                </c:pt>
                <c:pt idx="5845">
                  <c:v>45076</c:v>
                </c:pt>
                <c:pt idx="5846">
                  <c:v>45077</c:v>
                </c:pt>
                <c:pt idx="5847">
                  <c:v>45078</c:v>
                </c:pt>
                <c:pt idx="5848">
                  <c:v>45079</c:v>
                </c:pt>
                <c:pt idx="5849">
                  <c:v>45082</c:v>
                </c:pt>
                <c:pt idx="5850">
                  <c:v>45083</c:v>
                </c:pt>
                <c:pt idx="5851">
                  <c:v>45084</c:v>
                </c:pt>
                <c:pt idx="5852">
                  <c:v>45085</c:v>
                </c:pt>
                <c:pt idx="5853">
                  <c:v>45086</c:v>
                </c:pt>
                <c:pt idx="5854">
                  <c:v>45089</c:v>
                </c:pt>
                <c:pt idx="5855">
                  <c:v>45090</c:v>
                </c:pt>
                <c:pt idx="5856">
                  <c:v>45091</c:v>
                </c:pt>
                <c:pt idx="5857">
                  <c:v>45092</c:v>
                </c:pt>
                <c:pt idx="5858">
                  <c:v>45093</c:v>
                </c:pt>
                <c:pt idx="5859">
                  <c:v>45096</c:v>
                </c:pt>
                <c:pt idx="5860">
                  <c:v>45097</c:v>
                </c:pt>
                <c:pt idx="5861">
                  <c:v>45098</c:v>
                </c:pt>
                <c:pt idx="5862">
                  <c:v>45099</c:v>
                </c:pt>
                <c:pt idx="5863">
                  <c:v>45100</c:v>
                </c:pt>
                <c:pt idx="5864">
                  <c:v>45103</c:v>
                </c:pt>
                <c:pt idx="5865">
                  <c:v>45104</c:v>
                </c:pt>
                <c:pt idx="5866">
                  <c:v>45105</c:v>
                </c:pt>
                <c:pt idx="5867">
                  <c:v>45106</c:v>
                </c:pt>
                <c:pt idx="5868">
                  <c:v>45107</c:v>
                </c:pt>
                <c:pt idx="5869">
                  <c:v>45110</c:v>
                </c:pt>
                <c:pt idx="5870">
                  <c:v>45111</c:v>
                </c:pt>
                <c:pt idx="5871">
                  <c:v>45112</c:v>
                </c:pt>
                <c:pt idx="5872">
                  <c:v>45113</c:v>
                </c:pt>
                <c:pt idx="5873">
                  <c:v>45114</c:v>
                </c:pt>
                <c:pt idx="5874">
                  <c:v>45117</c:v>
                </c:pt>
                <c:pt idx="5875">
                  <c:v>45118</c:v>
                </c:pt>
                <c:pt idx="5876">
                  <c:v>45119</c:v>
                </c:pt>
                <c:pt idx="5877">
                  <c:v>45120</c:v>
                </c:pt>
                <c:pt idx="5878">
                  <c:v>45121</c:v>
                </c:pt>
                <c:pt idx="5879">
                  <c:v>45124</c:v>
                </c:pt>
                <c:pt idx="5880">
                  <c:v>45125</c:v>
                </c:pt>
                <c:pt idx="5881">
                  <c:v>45126</c:v>
                </c:pt>
                <c:pt idx="5882">
                  <c:v>45127</c:v>
                </c:pt>
                <c:pt idx="5883">
                  <c:v>45128</c:v>
                </c:pt>
                <c:pt idx="5884">
                  <c:v>45131</c:v>
                </c:pt>
                <c:pt idx="5885">
                  <c:v>45132</c:v>
                </c:pt>
                <c:pt idx="5886">
                  <c:v>45133</c:v>
                </c:pt>
                <c:pt idx="5887">
                  <c:v>45134</c:v>
                </c:pt>
                <c:pt idx="5888">
                  <c:v>45135</c:v>
                </c:pt>
                <c:pt idx="5889">
                  <c:v>45138</c:v>
                </c:pt>
                <c:pt idx="5890">
                  <c:v>45139</c:v>
                </c:pt>
                <c:pt idx="5891">
                  <c:v>45140</c:v>
                </c:pt>
                <c:pt idx="5892">
                  <c:v>45141</c:v>
                </c:pt>
                <c:pt idx="5893">
                  <c:v>45142</c:v>
                </c:pt>
                <c:pt idx="5894">
                  <c:v>45145</c:v>
                </c:pt>
                <c:pt idx="5895">
                  <c:v>45146</c:v>
                </c:pt>
                <c:pt idx="5896">
                  <c:v>45147</c:v>
                </c:pt>
                <c:pt idx="5897">
                  <c:v>45148</c:v>
                </c:pt>
                <c:pt idx="5898">
                  <c:v>45149</c:v>
                </c:pt>
                <c:pt idx="5899">
                  <c:v>45152</c:v>
                </c:pt>
                <c:pt idx="5900">
                  <c:v>45153</c:v>
                </c:pt>
                <c:pt idx="5901">
                  <c:v>45154</c:v>
                </c:pt>
                <c:pt idx="5902">
                  <c:v>45155</c:v>
                </c:pt>
                <c:pt idx="5903">
                  <c:v>45156</c:v>
                </c:pt>
                <c:pt idx="5904">
                  <c:v>45159</c:v>
                </c:pt>
                <c:pt idx="5905">
                  <c:v>45160</c:v>
                </c:pt>
                <c:pt idx="5906">
                  <c:v>45161</c:v>
                </c:pt>
                <c:pt idx="5907">
                  <c:v>45162</c:v>
                </c:pt>
                <c:pt idx="5908">
                  <c:v>45163</c:v>
                </c:pt>
                <c:pt idx="5909">
                  <c:v>45166</c:v>
                </c:pt>
                <c:pt idx="5910">
                  <c:v>45167</c:v>
                </c:pt>
                <c:pt idx="5911">
                  <c:v>45168</c:v>
                </c:pt>
                <c:pt idx="5912">
                  <c:v>45169</c:v>
                </c:pt>
                <c:pt idx="5913">
                  <c:v>45170</c:v>
                </c:pt>
                <c:pt idx="5914">
                  <c:v>45173</c:v>
                </c:pt>
                <c:pt idx="5915">
                  <c:v>45174</c:v>
                </c:pt>
                <c:pt idx="5916">
                  <c:v>45175</c:v>
                </c:pt>
                <c:pt idx="5917">
                  <c:v>45176</c:v>
                </c:pt>
                <c:pt idx="5918">
                  <c:v>45177</c:v>
                </c:pt>
                <c:pt idx="5919">
                  <c:v>45180</c:v>
                </c:pt>
                <c:pt idx="5920">
                  <c:v>45181</c:v>
                </c:pt>
                <c:pt idx="5921">
                  <c:v>45182</c:v>
                </c:pt>
                <c:pt idx="5922">
                  <c:v>45183</c:v>
                </c:pt>
                <c:pt idx="5923">
                  <c:v>45184</c:v>
                </c:pt>
                <c:pt idx="5924">
                  <c:v>45187</c:v>
                </c:pt>
                <c:pt idx="5925">
                  <c:v>45188</c:v>
                </c:pt>
                <c:pt idx="5926">
                  <c:v>45189</c:v>
                </c:pt>
                <c:pt idx="5927">
                  <c:v>45190</c:v>
                </c:pt>
                <c:pt idx="5928">
                  <c:v>45191</c:v>
                </c:pt>
                <c:pt idx="5929">
                  <c:v>45194</c:v>
                </c:pt>
                <c:pt idx="5930">
                  <c:v>45195</c:v>
                </c:pt>
                <c:pt idx="5931">
                  <c:v>45196</c:v>
                </c:pt>
                <c:pt idx="5932">
                  <c:v>45197</c:v>
                </c:pt>
                <c:pt idx="5933">
                  <c:v>45198</c:v>
                </c:pt>
                <c:pt idx="5934">
                  <c:v>45201</c:v>
                </c:pt>
                <c:pt idx="5935">
                  <c:v>45202</c:v>
                </c:pt>
                <c:pt idx="5936">
                  <c:v>45203</c:v>
                </c:pt>
                <c:pt idx="5937">
                  <c:v>45204</c:v>
                </c:pt>
                <c:pt idx="5938">
                  <c:v>45205</c:v>
                </c:pt>
                <c:pt idx="5939">
                  <c:v>45208</c:v>
                </c:pt>
                <c:pt idx="5940">
                  <c:v>45209</c:v>
                </c:pt>
                <c:pt idx="5941">
                  <c:v>45210</c:v>
                </c:pt>
                <c:pt idx="5942">
                  <c:v>45211</c:v>
                </c:pt>
                <c:pt idx="5943">
                  <c:v>45212</c:v>
                </c:pt>
                <c:pt idx="5944">
                  <c:v>45215</c:v>
                </c:pt>
                <c:pt idx="5945">
                  <c:v>45216</c:v>
                </c:pt>
                <c:pt idx="5946">
                  <c:v>45217</c:v>
                </c:pt>
                <c:pt idx="5947">
                  <c:v>45218</c:v>
                </c:pt>
                <c:pt idx="5948">
                  <c:v>45219</c:v>
                </c:pt>
                <c:pt idx="5949">
                  <c:v>45222</c:v>
                </c:pt>
                <c:pt idx="5950">
                  <c:v>45223</c:v>
                </c:pt>
                <c:pt idx="5951">
                  <c:v>45224</c:v>
                </c:pt>
                <c:pt idx="5952">
                  <c:v>45225</c:v>
                </c:pt>
                <c:pt idx="5953">
                  <c:v>45226</c:v>
                </c:pt>
                <c:pt idx="5954">
                  <c:v>45229</c:v>
                </c:pt>
                <c:pt idx="5955">
                  <c:v>45230</c:v>
                </c:pt>
                <c:pt idx="5956">
                  <c:v>45231</c:v>
                </c:pt>
                <c:pt idx="5957">
                  <c:v>45232</c:v>
                </c:pt>
                <c:pt idx="5958">
                  <c:v>45233</c:v>
                </c:pt>
                <c:pt idx="5959">
                  <c:v>45236</c:v>
                </c:pt>
                <c:pt idx="5960">
                  <c:v>45237</c:v>
                </c:pt>
                <c:pt idx="5961">
                  <c:v>45238</c:v>
                </c:pt>
                <c:pt idx="5962">
                  <c:v>45239</c:v>
                </c:pt>
                <c:pt idx="5963">
                  <c:v>45240</c:v>
                </c:pt>
                <c:pt idx="5964">
                  <c:v>45243</c:v>
                </c:pt>
                <c:pt idx="5965">
                  <c:v>45244</c:v>
                </c:pt>
                <c:pt idx="5966">
                  <c:v>45245</c:v>
                </c:pt>
                <c:pt idx="5967">
                  <c:v>45246</c:v>
                </c:pt>
                <c:pt idx="5968">
                  <c:v>45247</c:v>
                </c:pt>
                <c:pt idx="5969">
                  <c:v>45250</c:v>
                </c:pt>
                <c:pt idx="5970">
                  <c:v>45251</c:v>
                </c:pt>
                <c:pt idx="5971">
                  <c:v>45252</c:v>
                </c:pt>
                <c:pt idx="5972">
                  <c:v>45253</c:v>
                </c:pt>
                <c:pt idx="5973">
                  <c:v>45254</c:v>
                </c:pt>
                <c:pt idx="5974">
                  <c:v>45257</c:v>
                </c:pt>
                <c:pt idx="5975">
                  <c:v>45258</c:v>
                </c:pt>
                <c:pt idx="5976">
                  <c:v>45259</c:v>
                </c:pt>
                <c:pt idx="5977">
                  <c:v>45260</c:v>
                </c:pt>
                <c:pt idx="5978">
                  <c:v>45261</c:v>
                </c:pt>
                <c:pt idx="5979">
                  <c:v>45264</c:v>
                </c:pt>
                <c:pt idx="5980">
                  <c:v>45265</c:v>
                </c:pt>
                <c:pt idx="5981">
                  <c:v>45266</c:v>
                </c:pt>
                <c:pt idx="5982">
                  <c:v>45267</c:v>
                </c:pt>
                <c:pt idx="5983">
                  <c:v>45268</c:v>
                </c:pt>
                <c:pt idx="5984">
                  <c:v>45271</c:v>
                </c:pt>
                <c:pt idx="5985">
                  <c:v>45272</c:v>
                </c:pt>
                <c:pt idx="5986">
                  <c:v>45273</c:v>
                </c:pt>
                <c:pt idx="5987">
                  <c:v>45274</c:v>
                </c:pt>
                <c:pt idx="5988">
                  <c:v>45275</c:v>
                </c:pt>
                <c:pt idx="5989">
                  <c:v>45278</c:v>
                </c:pt>
                <c:pt idx="5990">
                  <c:v>45279</c:v>
                </c:pt>
                <c:pt idx="5991">
                  <c:v>45280</c:v>
                </c:pt>
                <c:pt idx="5992">
                  <c:v>45281</c:v>
                </c:pt>
                <c:pt idx="5993">
                  <c:v>45282</c:v>
                </c:pt>
                <c:pt idx="5994">
                  <c:v>45285</c:v>
                </c:pt>
                <c:pt idx="5995">
                  <c:v>45286</c:v>
                </c:pt>
                <c:pt idx="5996">
                  <c:v>45287</c:v>
                </c:pt>
                <c:pt idx="5997">
                  <c:v>45288</c:v>
                </c:pt>
                <c:pt idx="5998">
                  <c:v>45289</c:v>
                </c:pt>
                <c:pt idx="5999">
                  <c:v>45292</c:v>
                </c:pt>
                <c:pt idx="6000">
                  <c:v>45293</c:v>
                </c:pt>
                <c:pt idx="6001">
                  <c:v>45294</c:v>
                </c:pt>
                <c:pt idx="6002">
                  <c:v>45295</c:v>
                </c:pt>
                <c:pt idx="6003">
                  <c:v>45296</c:v>
                </c:pt>
                <c:pt idx="6004">
                  <c:v>45299</c:v>
                </c:pt>
                <c:pt idx="6005">
                  <c:v>45300</c:v>
                </c:pt>
                <c:pt idx="6006">
                  <c:v>45301</c:v>
                </c:pt>
                <c:pt idx="6007">
                  <c:v>45302</c:v>
                </c:pt>
                <c:pt idx="6008">
                  <c:v>45303</c:v>
                </c:pt>
                <c:pt idx="6009">
                  <c:v>45306</c:v>
                </c:pt>
                <c:pt idx="6010">
                  <c:v>45307</c:v>
                </c:pt>
                <c:pt idx="6011">
                  <c:v>45308</c:v>
                </c:pt>
                <c:pt idx="6012">
                  <c:v>45309</c:v>
                </c:pt>
                <c:pt idx="6013">
                  <c:v>45310</c:v>
                </c:pt>
                <c:pt idx="6014">
                  <c:v>45313</c:v>
                </c:pt>
                <c:pt idx="6015">
                  <c:v>45314</c:v>
                </c:pt>
                <c:pt idx="6016">
                  <c:v>45315</c:v>
                </c:pt>
                <c:pt idx="6017">
                  <c:v>45316</c:v>
                </c:pt>
                <c:pt idx="6018">
                  <c:v>45317</c:v>
                </c:pt>
                <c:pt idx="6019">
                  <c:v>45320</c:v>
                </c:pt>
                <c:pt idx="6020">
                  <c:v>45321</c:v>
                </c:pt>
                <c:pt idx="6021">
                  <c:v>45322</c:v>
                </c:pt>
                <c:pt idx="6022">
                  <c:v>45323</c:v>
                </c:pt>
                <c:pt idx="6023">
                  <c:v>45324</c:v>
                </c:pt>
                <c:pt idx="6024">
                  <c:v>45327</c:v>
                </c:pt>
                <c:pt idx="6025">
                  <c:v>45328</c:v>
                </c:pt>
                <c:pt idx="6026">
                  <c:v>45329</c:v>
                </c:pt>
                <c:pt idx="6027">
                  <c:v>45330</c:v>
                </c:pt>
                <c:pt idx="6028">
                  <c:v>45331</c:v>
                </c:pt>
                <c:pt idx="6029">
                  <c:v>45334</c:v>
                </c:pt>
                <c:pt idx="6030">
                  <c:v>45335</c:v>
                </c:pt>
                <c:pt idx="6031">
                  <c:v>45336</c:v>
                </c:pt>
                <c:pt idx="6032">
                  <c:v>45337</c:v>
                </c:pt>
                <c:pt idx="6033">
                  <c:v>45338</c:v>
                </c:pt>
                <c:pt idx="6034">
                  <c:v>45341</c:v>
                </c:pt>
                <c:pt idx="6035">
                  <c:v>45342</c:v>
                </c:pt>
                <c:pt idx="6036">
                  <c:v>45343</c:v>
                </c:pt>
                <c:pt idx="6037">
                  <c:v>45344</c:v>
                </c:pt>
                <c:pt idx="6038">
                  <c:v>45345</c:v>
                </c:pt>
                <c:pt idx="6039">
                  <c:v>45348</c:v>
                </c:pt>
                <c:pt idx="6040">
                  <c:v>45349</c:v>
                </c:pt>
                <c:pt idx="6041">
                  <c:v>45350</c:v>
                </c:pt>
                <c:pt idx="6042">
                  <c:v>45351</c:v>
                </c:pt>
                <c:pt idx="6043">
                  <c:v>45352</c:v>
                </c:pt>
                <c:pt idx="6044">
                  <c:v>45355</c:v>
                </c:pt>
                <c:pt idx="6045">
                  <c:v>45356</c:v>
                </c:pt>
                <c:pt idx="6046">
                  <c:v>45357</c:v>
                </c:pt>
                <c:pt idx="6047">
                  <c:v>45358</c:v>
                </c:pt>
                <c:pt idx="6048">
                  <c:v>45359</c:v>
                </c:pt>
                <c:pt idx="6049">
                  <c:v>45362</c:v>
                </c:pt>
                <c:pt idx="6050">
                  <c:v>45363</c:v>
                </c:pt>
                <c:pt idx="6051">
                  <c:v>45364</c:v>
                </c:pt>
                <c:pt idx="6052">
                  <c:v>45365</c:v>
                </c:pt>
                <c:pt idx="6053">
                  <c:v>45366</c:v>
                </c:pt>
                <c:pt idx="6054">
                  <c:v>45369</c:v>
                </c:pt>
                <c:pt idx="6055">
                  <c:v>45370</c:v>
                </c:pt>
                <c:pt idx="6056">
                  <c:v>45371</c:v>
                </c:pt>
                <c:pt idx="6057">
                  <c:v>45372</c:v>
                </c:pt>
                <c:pt idx="6058">
                  <c:v>45373</c:v>
                </c:pt>
                <c:pt idx="6059">
                  <c:v>45376</c:v>
                </c:pt>
                <c:pt idx="6060">
                  <c:v>45377</c:v>
                </c:pt>
                <c:pt idx="6061">
                  <c:v>45378</c:v>
                </c:pt>
                <c:pt idx="6062">
                  <c:v>45379</c:v>
                </c:pt>
                <c:pt idx="6063">
                  <c:v>45380</c:v>
                </c:pt>
                <c:pt idx="6064">
                  <c:v>45383</c:v>
                </c:pt>
                <c:pt idx="6065">
                  <c:v>45384</c:v>
                </c:pt>
                <c:pt idx="6066">
                  <c:v>45385</c:v>
                </c:pt>
                <c:pt idx="6067">
                  <c:v>45386</c:v>
                </c:pt>
                <c:pt idx="6068">
                  <c:v>45387</c:v>
                </c:pt>
                <c:pt idx="6069">
                  <c:v>45390</c:v>
                </c:pt>
                <c:pt idx="6070">
                  <c:v>45391</c:v>
                </c:pt>
                <c:pt idx="6071">
                  <c:v>45392</c:v>
                </c:pt>
                <c:pt idx="6072">
                  <c:v>45393</c:v>
                </c:pt>
                <c:pt idx="6073">
                  <c:v>45394</c:v>
                </c:pt>
                <c:pt idx="6074">
                  <c:v>45397</c:v>
                </c:pt>
                <c:pt idx="6075">
                  <c:v>45398</c:v>
                </c:pt>
                <c:pt idx="6076">
                  <c:v>45399</c:v>
                </c:pt>
                <c:pt idx="6077">
                  <c:v>45400</c:v>
                </c:pt>
                <c:pt idx="6078">
                  <c:v>45401</c:v>
                </c:pt>
                <c:pt idx="6079">
                  <c:v>45404</c:v>
                </c:pt>
                <c:pt idx="6080">
                  <c:v>45405</c:v>
                </c:pt>
                <c:pt idx="6081">
                  <c:v>45406</c:v>
                </c:pt>
                <c:pt idx="6082">
                  <c:v>45407</c:v>
                </c:pt>
                <c:pt idx="6083">
                  <c:v>45408</c:v>
                </c:pt>
                <c:pt idx="6084">
                  <c:v>45411</c:v>
                </c:pt>
                <c:pt idx="6085">
                  <c:v>45412</c:v>
                </c:pt>
                <c:pt idx="6086">
                  <c:v>45413</c:v>
                </c:pt>
                <c:pt idx="6087">
                  <c:v>45414</c:v>
                </c:pt>
                <c:pt idx="6088">
                  <c:v>45415</c:v>
                </c:pt>
                <c:pt idx="6089">
                  <c:v>45418</c:v>
                </c:pt>
                <c:pt idx="6090">
                  <c:v>45419</c:v>
                </c:pt>
                <c:pt idx="6091">
                  <c:v>45420</c:v>
                </c:pt>
                <c:pt idx="6092">
                  <c:v>45421</c:v>
                </c:pt>
                <c:pt idx="6093">
                  <c:v>45422</c:v>
                </c:pt>
                <c:pt idx="6094">
                  <c:v>45425</c:v>
                </c:pt>
                <c:pt idx="6095">
                  <c:v>45426</c:v>
                </c:pt>
                <c:pt idx="6096">
                  <c:v>45427</c:v>
                </c:pt>
                <c:pt idx="6097">
                  <c:v>45428</c:v>
                </c:pt>
                <c:pt idx="6098">
                  <c:v>45429</c:v>
                </c:pt>
                <c:pt idx="6099">
                  <c:v>45432</c:v>
                </c:pt>
                <c:pt idx="6100">
                  <c:v>45433</c:v>
                </c:pt>
                <c:pt idx="6101">
                  <c:v>45434</c:v>
                </c:pt>
                <c:pt idx="6102">
                  <c:v>45435</c:v>
                </c:pt>
                <c:pt idx="6103">
                  <c:v>45436</c:v>
                </c:pt>
                <c:pt idx="6104">
                  <c:v>45439</c:v>
                </c:pt>
                <c:pt idx="6105">
                  <c:v>45440</c:v>
                </c:pt>
                <c:pt idx="6106">
                  <c:v>45441</c:v>
                </c:pt>
                <c:pt idx="6107">
                  <c:v>45442</c:v>
                </c:pt>
                <c:pt idx="6108">
                  <c:v>45443</c:v>
                </c:pt>
                <c:pt idx="6109">
                  <c:v>45446</c:v>
                </c:pt>
                <c:pt idx="6110">
                  <c:v>45447</c:v>
                </c:pt>
                <c:pt idx="6111">
                  <c:v>45448</c:v>
                </c:pt>
                <c:pt idx="6112">
                  <c:v>45449</c:v>
                </c:pt>
                <c:pt idx="6113">
                  <c:v>45450</c:v>
                </c:pt>
                <c:pt idx="6114">
                  <c:v>45453</c:v>
                </c:pt>
                <c:pt idx="6115">
                  <c:v>45454</c:v>
                </c:pt>
                <c:pt idx="6116">
                  <c:v>45455</c:v>
                </c:pt>
                <c:pt idx="6117">
                  <c:v>45456</c:v>
                </c:pt>
                <c:pt idx="6118">
                  <c:v>45457</c:v>
                </c:pt>
                <c:pt idx="6119">
                  <c:v>45460</c:v>
                </c:pt>
                <c:pt idx="6120">
                  <c:v>45461</c:v>
                </c:pt>
                <c:pt idx="6121">
                  <c:v>45462</c:v>
                </c:pt>
                <c:pt idx="6122">
                  <c:v>45463</c:v>
                </c:pt>
                <c:pt idx="6123">
                  <c:v>45464</c:v>
                </c:pt>
                <c:pt idx="6124">
                  <c:v>45467</c:v>
                </c:pt>
                <c:pt idx="6125">
                  <c:v>45468</c:v>
                </c:pt>
                <c:pt idx="6126">
                  <c:v>45469</c:v>
                </c:pt>
                <c:pt idx="6127">
                  <c:v>45470</c:v>
                </c:pt>
                <c:pt idx="6128">
                  <c:v>45471</c:v>
                </c:pt>
                <c:pt idx="6129">
                  <c:v>45474</c:v>
                </c:pt>
                <c:pt idx="6130">
                  <c:v>45475</c:v>
                </c:pt>
                <c:pt idx="6131">
                  <c:v>45476</c:v>
                </c:pt>
                <c:pt idx="6132">
                  <c:v>45477</c:v>
                </c:pt>
                <c:pt idx="6133">
                  <c:v>45478</c:v>
                </c:pt>
                <c:pt idx="6134">
                  <c:v>45481</c:v>
                </c:pt>
                <c:pt idx="6135">
                  <c:v>45482</c:v>
                </c:pt>
                <c:pt idx="6136">
                  <c:v>45483</c:v>
                </c:pt>
                <c:pt idx="6137">
                  <c:v>45484</c:v>
                </c:pt>
                <c:pt idx="6138">
                  <c:v>45485</c:v>
                </c:pt>
                <c:pt idx="6139">
                  <c:v>45488</c:v>
                </c:pt>
                <c:pt idx="6140">
                  <c:v>45489</c:v>
                </c:pt>
                <c:pt idx="6141">
                  <c:v>45490</c:v>
                </c:pt>
                <c:pt idx="6142">
                  <c:v>45491</c:v>
                </c:pt>
                <c:pt idx="6143">
                  <c:v>45492</c:v>
                </c:pt>
                <c:pt idx="6144">
                  <c:v>45495</c:v>
                </c:pt>
                <c:pt idx="6145">
                  <c:v>45496</c:v>
                </c:pt>
                <c:pt idx="6146">
                  <c:v>45497</c:v>
                </c:pt>
                <c:pt idx="6147">
                  <c:v>45498</c:v>
                </c:pt>
                <c:pt idx="6148">
                  <c:v>45499</c:v>
                </c:pt>
                <c:pt idx="6149">
                  <c:v>45502</c:v>
                </c:pt>
                <c:pt idx="6150">
                  <c:v>45503</c:v>
                </c:pt>
                <c:pt idx="6151">
                  <c:v>45504</c:v>
                </c:pt>
                <c:pt idx="6152">
                  <c:v>45505</c:v>
                </c:pt>
                <c:pt idx="6153">
                  <c:v>45506</c:v>
                </c:pt>
                <c:pt idx="6154">
                  <c:v>45509</c:v>
                </c:pt>
                <c:pt idx="6155">
                  <c:v>45510</c:v>
                </c:pt>
                <c:pt idx="6156">
                  <c:v>45511</c:v>
                </c:pt>
                <c:pt idx="6157">
                  <c:v>45512</c:v>
                </c:pt>
                <c:pt idx="6158">
                  <c:v>45513</c:v>
                </c:pt>
                <c:pt idx="6159">
                  <c:v>45516</c:v>
                </c:pt>
                <c:pt idx="6160">
                  <c:v>45517</c:v>
                </c:pt>
                <c:pt idx="6161">
                  <c:v>45518</c:v>
                </c:pt>
                <c:pt idx="6162">
                  <c:v>45519</c:v>
                </c:pt>
                <c:pt idx="6163">
                  <c:v>45520</c:v>
                </c:pt>
                <c:pt idx="6164">
                  <c:v>45523</c:v>
                </c:pt>
                <c:pt idx="6165">
                  <c:v>45524</c:v>
                </c:pt>
                <c:pt idx="6166">
                  <c:v>45525</c:v>
                </c:pt>
                <c:pt idx="6167">
                  <c:v>45526</c:v>
                </c:pt>
                <c:pt idx="6168">
                  <c:v>45527</c:v>
                </c:pt>
                <c:pt idx="6169">
                  <c:v>45530</c:v>
                </c:pt>
                <c:pt idx="6170">
                  <c:v>45531</c:v>
                </c:pt>
                <c:pt idx="6171">
                  <c:v>45532</c:v>
                </c:pt>
                <c:pt idx="6172">
                  <c:v>45533</c:v>
                </c:pt>
                <c:pt idx="6173">
                  <c:v>45534</c:v>
                </c:pt>
                <c:pt idx="6174">
                  <c:v>45537</c:v>
                </c:pt>
                <c:pt idx="6175">
                  <c:v>45538</c:v>
                </c:pt>
                <c:pt idx="6176">
                  <c:v>45539</c:v>
                </c:pt>
                <c:pt idx="6177">
                  <c:v>45540</c:v>
                </c:pt>
                <c:pt idx="6178">
                  <c:v>45541</c:v>
                </c:pt>
                <c:pt idx="6179">
                  <c:v>45544</c:v>
                </c:pt>
                <c:pt idx="6180">
                  <c:v>45545</c:v>
                </c:pt>
                <c:pt idx="6181">
                  <c:v>45546</c:v>
                </c:pt>
                <c:pt idx="6182">
                  <c:v>45547</c:v>
                </c:pt>
                <c:pt idx="6183">
                  <c:v>45548</c:v>
                </c:pt>
                <c:pt idx="6184">
                  <c:v>45551</c:v>
                </c:pt>
                <c:pt idx="6185">
                  <c:v>45552</c:v>
                </c:pt>
                <c:pt idx="6186">
                  <c:v>45553</c:v>
                </c:pt>
                <c:pt idx="6187">
                  <c:v>45554</c:v>
                </c:pt>
                <c:pt idx="6188">
                  <c:v>45555</c:v>
                </c:pt>
                <c:pt idx="6189">
                  <c:v>45558</c:v>
                </c:pt>
                <c:pt idx="6190">
                  <c:v>45559</c:v>
                </c:pt>
                <c:pt idx="6191">
                  <c:v>45560</c:v>
                </c:pt>
                <c:pt idx="6192">
                  <c:v>45561</c:v>
                </c:pt>
                <c:pt idx="6193">
                  <c:v>45562</c:v>
                </c:pt>
                <c:pt idx="6194">
                  <c:v>45565</c:v>
                </c:pt>
                <c:pt idx="6195">
                  <c:v>45566</c:v>
                </c:pt>
                <c:pt idx="6196">
                  <c:v>45567</c:v>
                </c:pt>
                <c:pt idx="6197">
                  <c:v>45568</c:v>
                </c:pt>
                <c:pt idx="6198">
                  <c:v>45569</c:v>
                </c:pt>
                <c:pt idx="6199">
                  <c:v>45572</c:v>
                </c:pt>
                <c:pt idx="6200">
                  <c:v>45573</c:v>
                </c:pt>
                <c:pt idx="6201">
                  <c:v>45574</c:v>
                </c:pt>
                <c:pt idx="6202">
                  <c:v>45575</c:v>
                </c:pt>
                <c:pt idx="6203">
                  <c:v>45576</c:v>
                </c:pt>
                <c:pt idx="6204">
                  <c:v>45579</c:v>
                </c:pt>
                <c:pt idx="6205">
                  <c:v>45580</c:v>
                </c:pt>
                <c:pt idx="6206">
                  <c:v>45581</c:v>
                </c:pt>
                <c:pt idx="6207">
                  <c:v>45582</c:v>
                </c:pt>
                <c:pt idx="6208">
                  <c:v>45583</c:v>
                </c:pt>
                <c:pt idx="6209">
                  <c:v>45586</c:v>
                </c:pt>
                <c:pt idx="6210">
                  <c:v>45587</c:v>
                </c:pt>
                <c:pt idx="6211">
                  <c:v>45588</c:v>
                </c:pt>
                <c:pt idx="6212">
                  <c:v>45589</c:v>
                </c:pt>
                <c:pt idx="6213">
                  <c:v>45590</c:v>
                </c:pt>
                <c:pt idx="6214">
                  <c:v>45593</c:v>
                </c:pt>
                <c:pt idx="6215">
                  <c:v>45594</c:v>
                </c:pt>
                <c:pt idx="6216">
                  <c:v>45595</c:v>
                </c:pt>
                <c:pt idx="6217">
                  <c:v>45596</c:v>
                </c:pt>
                <c:pt idx="6218">
                  <c:v>45597</c:v>
                </c:pt>
                <c:pt idx="6219">
                  <c:v>45600</c:v>
                </c:pt>
                <c:pt idx="6220">
                  <c:v>45601</c:v>
                </c:pt>
                <c:pt idx="6221">
                  <c:v>45602</c:v>
                </c:pt>
                <c:pt idx="6222">
                  <c:v>45603</c:v>
                </c:pt>
                <c:pt idx="6223">
                  <c:v>45604</c:v>
                </c:pt>
                <c:pt idx="6224">
                  <c:v>45607</c:v>
                </c:pt>
                <c:pt idx="6225">
                  <c:v>45608</c:v>
                </c:pt>
                <c:pt idx="6226">
                  <c:v>45609</c:v>
                </c:pt>
                <c:pt idx="6227">
                  <c:v>45610</c:v>
                </c:pt>
                <c:pt idx="6228">
                  <c:v>45611</c:v>
                </c:pt>
                <c:pt idx="6229">
                  <c:v>45614</c:v>
                </c:pt>
                <c:pt idx="6230">
                  <c:v>45615</c:v>
                </c:pt>
                <c:pt idx="6231">
                  <c:v>45616</c:v>
                </c:pt>
                <c:pt idx="6232">
                  <c:v>45617</c:v>
                </c:pt>
                <c:pt idx="6233">
                  <c:v>45618</c:v>
                </c:pt>
                <c:pt idx="6234">
                  <c:v>45621</c:v>
                </c:pt>
                <c:pt idx="6235">
                  <c:v>45622</c:v>
                </c:pt>
                <c:pt idx="6236">
                  <c:v>45623</c:v>
                </c:pt>
                <c:pt idx="6237">
                  <c:v>45624</c:v>
                </c:pt>
                <c:pt idx="6238">
                  <c:v>45625</c:v>
                </c:pt>
                <c:pt idx="6239">
                  <c:v>45628</c:v>
                </c:pt>
                <c:pt idx="6240">
                  <c:v>45629</c:v>
                </c:pt>
                <c:pt idx="6241">
                  <c:v>45630</c:v>
                </c:pt>
                <c:pt idx="6242">
                  <c:v>45631</c:v>
                </c:pt>
                <c:pt idx="6243">
                  <c:v>45632</c:v>
                </c:pt>
                <c:pt idx="6244">
                  <c:v>45635</c:v>
                </c:pt>
                <c:pt idx="6245">
                  <c:v>45636</c:v>
                </c:pt>
                <c:pt idx="6246">
                  <c:v>45637</c:v>
                </c:pt>
                <c:pt idx="6247">
                  <c:v>45638</c:v>
                </c:pt>
                <c:pt idx="6248">
                  <c:v>45639</c:v>
                </c:pt>
                <c:pt idx="6249">
                  <c:v>45642</c:v>
                </c:pt>
                <c:pt idx="6250">
                  <c:v>45643</c:v>
                </c:pt>
                <c:pt idx="6251">
                  <c:v>45644</c:v>
                </c:pt>
                <c:pt idx="6252">
                  <c:v>45645</c:v>
                </c:pt>
                <c:pt idx="6253">
                  <c:v>45646</c:v>
                </c:pt>
                <c:pt idx="6254">
                  <c:v>45649</c:v>
                </c:pt>
                <c:pt idx="6255">
                  <c:v>45650</c:v>
                </c:pt>
                <c:pt idx="6256">
                  <c:v>45651</c:v>
                </c:pt>
                <c:pt idx="6257">
                  <c:v>45652</c:v>
                </c:pt>
                <c:pt idx="6258">
                  <c:v>45653</c:v>
                </c:pt>
                <c:pt idx="6259">
                  <c:v>45656</c:v>
                </c:pt>
                <c:pt idx="6260">
                  <c:v>45657</c:v>
                </c:pt>
                <c:pt idx="6261">
                  <c:v>45658</c:v>
                </c:pt>
                <c:pt idx="6262">
                  <c:v>45659</c:v>
                </c:pt>
                <c:pt idx="6263">
                  <c:v>45660</c:v>
                </c:pt>
                <c:pt idx="6264">
                  <c:v>45663</c:v>
                </c:pt>
                <c:pt idx="6265">
                  <c:v>45664</c:v>
                </c:pt>
                <c:pt idx="6266">
                  <c:v>45665</c:v>
                </c:pt>
                <c:pt idx="6267">
                  <c:v>45666</c:v>
                </c:pt>
                <c:pt idx="6268">
                  <c:v>45667</c:v>
                </c:pt>
                <c:pt idx="6269">
                  <c:v>45670</c:v>
                </c:pt>
                <c:pt idx="6270">
                  <c:v>45671</c:v>
                </c:pt>
                <c:pt idx="6271">
                  <c:v>45672</c:v>
                </c:pt>
                <c:pt idx="6272">
                  <c:v>45673</c:v>
                </c:pt>
                <c:pt idx="6273">
                  <c:v>45674</c:v>
                </c:pt>
                <c:pt idx="6274">
                  <c:v>45677</c:v>
                </c:pt>
                <c:pt idx="6275">
                  <c:v>45678</c:v>
                </c:pt>
                <c:pt idx="6276">
                  <c:v>45679</c:v>
                </c:pt>
                <c:pt idx="6277">
                  <c:v>45680</c:v>
                </c:pt>
                <c:pt idx="6278">
                  <c:v>45681</c:v>
                </c:pt>
                <c:pt idx="6279">
                  <c:v>45684</c:v>
                </c:pt>
                <c:pt idx="6280">
                  <c:v>45685</c:v>
                </c:pt>
                <c:pt idx="6281">
                  <c:v>45686</c:v>
                </c:pt>
                <c:pt idx="6282">
                  <c:v>45687</c:v>
                </c:pt>
                <c:pt idx="6283">
                  <c:v>45688</c:v>
                </c:pt>
                <c:pt idx="6284">
                  <c:v>45691</c:v>
                </c:pt>
                <c:pt idx="6285">
                  <c:v>45692</c:v>
                </c:pt>
                <c:pt idx="6286">
                  <c:v>45693</c:v>
                </c:pt>
                <c:pt idx="6287">
                  <c:v>45694</c:v>
                </c:pt>
                <c:pt idx="6288">
                  <c:v>45695</c:v>
                </c:pt>
                <c:pt idx="6289">
                  <c:v>45698</c:v>
                </c:pt>
                <c:pt idx="6290">
                  <c:v>45699</c:v>
                </c:pt>
                <c:pt idx="6291">
                  <c:v>45700</c:v>
                </c:pt>
                <c:pt idx="6292">
                  <c:v>45701</c:v>
                </c:pt>
                <c:pt idx="6293">
                  <c:v>45702</c:v>
                </c:pt>
                <c:pt idx="6294">
                  <c:v>45705</c:v>
                </c:pt>
                <c:pt idx="6295">
                  <c:v>45706</c:v>
                </c:pt>
                <c:pt idx="6296">
                  <c:v>45707</c:v>
                </c:pt>
                <c:pt idx="6297">
                  <c:v>45708</c:v>
                </c:pt>
                <c:pt idx="6298">
                  <c:v>45709</c:v>
                </c:pt>
                <c:pt idx="6299">
                  <c:v>45712</c:v>
                </c:pt>
                <c:pt idx="6300">
                  <c:v>45713</c:v>
                </c:pt>
                <c:pt idx="6301">
                  <c:v>45714</c:v>
                </c:pt>
                <c:pt idx="6302">
                  <c:v>45715</c:v>
                </c:pt>
                <c:pt idx="6303">
                  <c:v>45716</c:v>
                </c:pt>
                <c:pt idx="6304">
                  <c:v>45719</c:v>
                </c:pt>
                <c:pt idx="6305">
                  <c:v>45720</c:v>
                </c:pt>
                <c:pt idx="6306">
                  <c:v>45721</c:v>
                </c:pt>
                <c:pt idx="6307">
                  <c:v>45722</c:v>
                </c:pt>
                <c:pt idx="6308">
                  <c:v>45723</c:v>
                </c:pt>
                <c:pt idx="6309">
                  <c:v>45726</c:v>
                </c:pt>
                <c:pt idx="6310">
                  <c:v>45727</c:v>
                </c:pt>
                <c:pt idx="6311">
                  <c:v>45728</c:v>
                </c:pt>
                <c:pt idx="6312">
                  <c:v>45729</c:v>
                </c:pt>
                <c:pt idx="6313">
                  <c:v>45730</c:v>
                </c:pt>
                <c:pt idx="6314">
                  <c:v>45733</c:v>
                </c:pt>
                <c:pt idx="6315">
                  <c:v>45734</c:v>
                </c:pt>
                <c:pt idx="6316">
                  <c:v>45735</c:v>
                </c:pt>
                <c:pt idx="6317">
                  <c:v>45736</c:v>
                </c:pt>
                <c:pt idx="6318">
                  <c:v>45737</c:v>
                </c:pt>
                <c:pt idx="6319">
                  <c:v>45740</c:v>
                </c:pt>
                <c:pt idx="6320">
                  <c:v>45741</c:v>
                </c:pt>
                <c:pt idx="6321">
                  <c:v>45742</c:v>
                </c:pt>
                <c:pt idx="6322">
                  <c:v>45743</c:v>
                </c:pt>
                <c:pt idx="6323">
                  <c:v>45744</c:v>
                </c:pt>
                <c:pt idx="6324">
                  <c:v>45747</c:v>
                </c:pt>
                <c:pt idx="6325">
                  <c:v>45748</c:v>
                </c:pt>
                <c:pt idx="6326">
                  <c:v>45749</c:v>
                </c:pt>
                <c:pt idx="6327">
                  <c:v>45750</c:v>
                </c:pt>
                <c:pt idx="6328">
                  <c:v>45751</c:v>
                </c:pt>
                <c:pt idx="6329">
                  <c:v>45754</c:v>
                </c:pt>
                <c:pt idx="6330">
                  <c:v>45755</c:v>
                </c:pt>
                <c:pt idx="6331">
                  <c:v>45756</c:v>
                </c:pt>
                <c:pt idx="6332">
                  <c:v>45757</c:v>
                </c:pt>
                <c:pt idx="6333">
                  <c:v>45758</c:v>
                </c:pt>
                <c:pt idx="6334">
                  <c:v>45761</c:v>
                </c:pt>
                <c:pt idx="6335">
                  <c:v>45762</c:v>
                </c:pt>
                <c:pt idx="6336">
                  <c:v>45763</c:v>
                </c:pt>
                <c:pt idx="6337">
                  <c:v>45764</c:v>
                </c:pt>
                <c:pt idx="6338">
                  <c:v>45765</c:v>
                </c:pt>
                <c:pt idx="6339">
                  <c:v>45768</c:v>
                </c:pt>
                <c:pt idx="6340">
                  <c:v>45769</c:v>
                </c:pt>
                <c:pt idx="6341">
                  <c:v>45770</c:v>
                </c:pt>
                <c:pt idx="6342">
                  <c:v>45771</c:v>
                </c:pt>
                <c:pt idx="6343">
                  <c:v>45772</c:v>
                </c:pt>
                <c:pt idx="6344">
                  <c:v>45775</c:v>
                </c:pt>
                <c:pt idx="6345">
                  <c:v>45776</c:v>
                </c:pt>
                <c:pt idx="6346">
                  <c:v>45777</c:v>
                </c:pt>
                <c:pt idx="6347">
                  <c:v>45778</c:v>
                </c:pt>
                <c:pt idx="6348">
                  <c:v>45779</c:v>
                </c:pt>
                <c:pt idx="6349">
                  <c:v>45782</c:v>
                </c:pt>
                <c:pt idx="6350">
                  <c:v>45783</c:v>
                </c:pt>
                <c:pt idx="6351">
                  <c:v>45784</c:v>
                </c:pt>
                <c:pt idx="6352">
                  <c:v>45785</c:v>
                </c:pt>
                <c:pt idx="6353">
                  <c:v>45786</c:v>
                </c:pt>
                <c:pt idx="6354">
                  <c:v>45789</c:v>
                </c:pt>
                <c:pt idx="6355">
                  <c:v>45790</c:v>
                </c:pt>
                <c:pt idx="6356">
                  <c:v>45791</c:v>
                </c:pt>
                <c:pt idx="6357">
                  <c:v>45792</c:v>
                </c:pt>
                <c:pt idx="6358">
                  <c:v>45793</c:v>
                </c:pt>
                <c:pt idx="6359">
                  <c:v>45796</c:v>
                </c:pt>
                <c:pt idx="6360">
                  <c:v>45797</c:v>
                </c:pt>
                <c:pt idx="6361">
                  <c:v>45798</c:v>
                </c:pt>
                <c:pt idx="6362">
                  <c:v>45799</c:v>
                </c:pt>
                <c:pt idx="6363">
                  <c:v>45800</c:v>
                </c:pt>
                <c:pt idx="6364">
                  <c:v>45803</c:v>
                </c:pt>
                <c:pt idx="6365">
                  <c:v>45804</c:v>
                </c:pt>
                <c:pt idx="6366">
                  <c:v>45805</c:v>
                </c:pt>
                <c:pt idx="6367">
                  <c:v>45806</c:v>
                </c:pt>
                <c:pt idx="6368">
                  <c:v>45807</c:v>
                </c:pt>
                <c:pt idx="6369">
                  <c:v>45810</c:v>
                </c:pt>
                <c:pt idx="6370">
                  <c:v>45811</c:v>
                </c:pt>
                <c:pt idx="6371">
                  <c:v>45812</c:v>
                </c:pt>
                <c:pt idx="6372">
                  <c:v>45813</c:v>
                </c:pt>
                <c:pt idx="6373">
                  <c:v>45814</c:v>
                </c:pt>
                <c:pt idx="6374">
                  <c:v>45817</c:v>
                </c:pt>
                <c:pt idx="6375">
                  <c:v>45818</c:v>
                </c:pt>
                <c:pt idx="6376">
                  <c:v>45819</c:v>
                </c:pt>
                <c:pt idx="6377">
                  <c:v>45820</c:v>
                </c:pt>
                <c:pt idx="6378">
                  <c:v>45821</c:v>
                </c:pt>
                <c:pt idx="6379">
                  <c:v>45824</c:v>
                </c:pt>
                <c:pt idx="6380">
                  <c:v>45825</c:v>
                </c:pt>
                <c:pt idx="6381">
                  <c:v>45826</c:v>
                </c:pt>
                <c:pt idx="6382">
                  <c:v>45827</c:v>
                </c:pt>
                <c:pt idx="6383">
                  <c:v>45828</c:v>
                </c:pt>
                <c:pt idx="6384">
                  <c:v>45831</c:v>
                </c:pt>
                <c:pt idx="6385">
                  <c:v>45832</c:v>
                </c:pt>
                <c:pt idx="6386">
                  <c:v>45833</c:v>
                </c:pt>
                <c:pt idx="6387">
                  <c:v>45834</c:v>
                </c:pt>
                <c:pt idx="6388">
                  <c:v>45835</c:v>
                </c:pt>
                <c:pt idx="6389">
                  <c:v>45838</c:v>
                </c:pt>
                <c:pt idx="6390">
                  <c:v>45839</c:v>
                </c:pt>
                <c:pt idx="6391">
                  <c:v>45840</c:v>
                </c:pt>
                <c:pt idx="6392">
                  <c:v>45841</c:v>
                </c:pt>
                <c:pt idx="6393">
                  <c:v>45842</c:v>
                </c:pt>
                <c:pt idx="6394">
                  <c:v>45845</c:v>
                </c:pt>
                <c:pt idx="6395">
                  <c:v>45846</c:v>
                </c:pt>
                <c:pt idx="6396">
                  <c:v>45847</c:v>
                </c:pt>
                <c:pt idx="6397">
                  <c:v>45848</c:v>
                </c:pt>
                <c:pt idx="6398">
                  <c:v>45849</c:v>
                </c:pt>
                <c:pt idx="6399">
                  <c:v>45852</c:v>
                </c:pt>
                <c:pt idx="6400">
                  <c:v>45853</c:v>
                </c:pt>
                <c:pt idx="6401">
                  <c:v>45854</c:v>
                </c:pt>
                <c:pt idx="6402">
                  <c:v>45855</c:v>
                </c:pt>
                <c:pt idx="6403">
                  <c:v>45856</c:v>
                </c:pt>
                <c:pt idx="6404">
                  <c:v>45859</c:v>
                </c:pt>
                <c:pt idx="6405">
                  <c:v>45860</c:v>
                </c:pt>
                <c:pt idx="6406">
                  <c:v>45861</c:v>
                </c:pt>
                <c:pt idx="6407">
                  <c:v>45862</c:v>
                </c:pt>
                <c:pt idx="6408">
                  <c:v>45863</c:v>
                </c:pt>
                <c:pt idx="6409">
                  <c:v>45866</c:v>
                </c:pt>
                <c:pt idx="6410">
                  <c:v>45867</c:v>
                </c:pt>
                <c:pt idx="6411">
                  <c:v>45868</c:v>
                </c:pt>
                <c:pt idx="6412">
                  <c:v>45869</c:v>
                </c:pt>
                <c:pt idx="6413">
                  <c:v>45870</c:v>
                </c:pt>
                <c:pt idx="6414">
                  <c:v>45873</c:v>
                </c:pt>
                <c:pt idx="6415">
                  <c:v>45874</c:v>
                </c:pt>
                <c:pt idx="6416">
                  <c:v>45875</c:v>
                </c:pt>
                <c:pt idx="6417">
                  <c:v>45876</c:v>
                </c:pt>
                <c:pt idx="6418">
                  <c:v>45877</c:v>
                </c:pt>
                <c:pt idx="6419">
                  <c:v>45880</c:v>
                </c:pt>
                <c:pt idx="6420">
                  <c:v>45881</c:v>
                </c:pt>
                <c:pt idx="6421">
                  <c:v>45882</c:v>
                </c:pt>
                <c:pt idx="6422">
                  <c:v>45883</c:v>
                </c:pt>
                <c:pt idx="6423">
                  <c:v>45884</c:v>
                </c:pt>
                <c:pt idx="6424">
                  <c:v>45887</c:v>
                </c:pt>
                <c:pt idx="6425">
                  <c:v>45888</c:v>
                </c:pt>
                <c:pt idx="6426">
                  <c:v>45889</c:v>
                </c:pt>
                <c:pt idx="6427">
                  <c:v>45890</c:v>
                </c:pt>
                <c:pt idx="6428">
                  <c:v>45891</c:v>
                </c:pt>
                <c:pt idx="6429">
                  <c:v>45894</c:v>
                </c:pt>
                <c:pt idx="6430">
                  <c:v>45895</c:v>
                </c:pt>
                <c:pt idx="6431">
                  <c:v>45896</c:v>
                </c:pt>
                <c:pt idx="6432">
                  <c:v>45897</c:v>
                </c:pt>
                <c:pt idx="6433">
                  <c:v>45898</c:v>
                </c:pt>
                <c:pt idx="6434">
                  <c:v>45901</c:v>
                </c:pt>
                <c:pt idx="6435">
                  <c:v>45902</c:v>
                </c:pt>
                <c:pt idx="6436">
                  <c:v>45903</c:v>
                </c:pt>
                <c:pt idx="6437">
                  <c:v>45904</c:v>
                </c:pt>
                <c:pt idx="6438">
                  <c:v>45905</c:v>
                </c:pt>
                <c:pt idx="6439">
                  <c:v>45908</c:v>
                </c:pt>
                <c:pt idx="6440">
                  <c:v>45909</c:v>
                </c:pt>
                <c:pt idx="6441">
                  <c:v>45910</c:v>
                </c:pt>
                <c:pt idx="6442">
                  <c:v>45911</c:v>
                </c:pt>
                <c:pt idx="6443">
                  <c:v>45912</c:v>
                </c:pt>
                <c:pt idx="6444">
                  <c:v>45915</c:v>
                </c:pt>
                <c:pt idx="6445">
                  <c:v>45916</c:v>
                </c:pt>
                <c:pt idx="6446">
                  <c:v>45917</c:v>
                </c:pt>
                <c:pt idx="6447">
                  <c:v>45918</c:v>
                </c:pt>
                <c:pt idx="6448">
                  <c:v>45919</c:v>
                </c:pt>
                <c:pt idx="6449">
                  <c:v>45922</c:v>
                </c:pt>
                <c:pt idx="6450">
                  <c:v>45923</c:v>
                </c:pt>
                <c:pt idx="6451">
                  <c:v>45924</c:v>
                </c:pt>
                <c:pt idx="6452">
                  <c:v>45925</c:v>
                </c:pt>
                <c:pt idx="6453">
                  <c:v>45926</c:v>
                </c:pt>
                <c:pt idx="6454">
                  <c:v>45929</c:v>
                </c:pt>
                <c:pt idx="6455">
                  <c:v>45930</c:v>
                </c:pt>
                <c:pt idx="6456">
                  <c:v>45931</c:v>
                </c:pt>
                <c:pt idx="6457">
                  <c:v>45932</c:v>
                </c:pt>
                <c:pt idx="6458">
                  <c:v>45933</c:v>
                </c:pt>
                <c:pt idx="6459">
                  <c:v>45936</c:v>
                </c:pt>
                <c:pt idx="6460">
                  <c:v>45937</c:v>
                </c:pt>
                <c:pt idx="6461">
                  <c:v>45938</c:v>
                </c:pt>
                <c:pt idx="6462">
                  <c:v>45939</c:v>
                </c:pt>
                <c:pt idx="6463">
                  <c:v>45940</c:v>
                </c:pt>
                <c:pt idx="6464">
                  <c:v>45943</c:v>
                </c:pt>
                <c:pt idx="6465">
                  <c:v>45944</c:v>
                </c:pt>
                <c:pt idx="6466">
                  <c:v>45945</c:v>
                </c:pt>
                <c:pt idx="6467">
                  <c:v>45946</c:v>
                </c:pt>
                <c:pt idx="6468">
                  <c:v>45947</c:v>
                </c:pt>
                <c:pt idx="6469">
                  <c:v>45950</c:v>
                </c:pt>
                <c:pt idx="6470">
                  <c:v>45951</c:v>
                </c:pt>
                <c:pt idx="6471">
                  <c:v>45952</c:v>
                </c:pt>
                <c:pt idx="6472">
                  <c:v>45953</c:v>
                </c:pt>
                <c:pt idx="6473">
                  <c:v>45954</c:v>
                </c:pt>
                <c:pt idx="6474">
                  <c:v>45957</c:v>
                </c:pt>
                <c:pt idx="6475">
                  <c:v>45958</c:v>
                </c:pt>
                <c:pt idx="6476">
                  <c:v>45959</c:v>
                </c:pt>
                <c:pt idx="6477">
                  <c:v>45960</c:v>
                </c:pt>
                <c:pt idx="6478">
                  <c:v>45961</c:v>
                </c:pt>
                <c:pt idx="6479">
                  <c:v>45964</c:v>
                </c:pt>
                <c:pt idx="6480">
                  <c:v>45965</c:v>
                </c:pt>
                <c:pt idx="6481">
                  <c:v>45966</c:v>
                </c:pt>
                <c:pt idx="6482">
                  <c:v>45967</c:v>
                </c:pt>
                <c:pt idx="6483">
                  <c:v>45968</c:v>
                </c:pt>
                <c:pt idx="6484">
                  <c:v>45971</c:v>
                </c:pt>
                <c:pt idx="6485">
                  <c:v>45972</c:v>
                </c:pt>
                <c:pt idx="6486">
                  <c:v>45973</c:v>
                </c:pt>
                <c:pt idx="6487">
                  <c:v>45974</c:v>
                </c:pt>
                <c:pt idx="6488">
                  <c:v>45975</c:v>
                </c:pt>
                <c:pt idx="6489">
                  <c:v>45978</c:v>
                </c:pt>
                <c:pt idx="6490">
                  <c:v>45979</c:v>
                </c:pt>
                <c:pt idx="6491">
                  <c:v>45980</c:v>
                </c:pt>
                <c:pt idx="6492">
                  <c:v>45981</c:v>
                </c:pt>
                <c:pt idx="6493">
                  <c:v>45982</c:v>
                </c:pt>
                <c:pt idx="6494">
                  <c:v>45985</c:v>
                </c:pt>
                <c:pt idx="6495">
                  <c:v>45986</c:v>
                </c:pt>
                <c:pt idx="6496">
                  <c:v>45987</c:v>
                </c:pt>
                <c:pt idx="6497">
                  <c:v>45988</c:v>
                </c:pt>
                <c:pt idx="6498">
                  <c:v>45989</c:v>
                </c:pt>
                <c:pt idx="6499">
                  <c:v>45992</c:v>
                </c:pt>
                <c:pt idx="6500">
                  <c:v>45993</c:v>
                </c:pt>
                <c:pt idx="6501">
                  <c:v>45994</c:v>
                </c:pt>
                <c:pt idx="6502">
                  <c:v>45995</c:v>
                </c:pt>
                <c:pt idx="6503">
                  <c:v>45996</c:v>
                </c:pt>
                <c:pt idx="6504">
                  <c:v>45999</c:v>
                </c:pt>
                <c:pt idx="6505">
                  <c:v>46000</c:v>
                </c:pt>
                <c:pt idx="6506">
                  <c:v>46001</c:v>
                </c:pt>
                <c:pt idx="6507">
                  <c:v>46002</c:v>
                </c:pt>
                <c:pt idx="6508">
                  <c:v>46003</c:v>
                </c:pt>
                <c:pt idx="6509">
                  <c:v>46006</c:v>
                </c:pt>
                <c:pt idx="6510">
                  <c:v>46007</c:v>
                </c:pt>
                <c:pt idx="6511">
                  <c:v>46008</c:v>
                </c:pt>
                <c:pt idx="6512">
                  <c:v>46009</c:v>
                </c:pt>
                <c:pt idx="6513">
                  <c:v>46010</c:v>
                </c:pt>
                <c:pt idx="6514">
                  <c:v>46013</c:v>
                </c:pt>
                <c:pt idx="6515">
                  <c:v>46014</c:v>
                </c:pt>
                <c:pt idx="6516">
                  <c:v>46015</c:v>
                </c:pt>
                <c:pt idx="6517">
                  <c:v>46016</c:v>
                </c:pt>
                <c:pt idx="6518">
                  <c:v>46017</c:v>
                </c:pt>
                <c:pt idx="6519">
                  <c:v>46020</c:v>
                </c:pt>
                <c:pt idx="6520">
                  <c:v>46021</c:v>
                </c:pt>
                <c:pt idx="6521">
                  <c:v>46022</c:v>
                </c:pt>
                <c:pt idx="6522">
                  <c:v>46023</c:v>
                </c:pt>
                <c:pt idx="6523">
                  <c:v>46024</c:v>
                </c:pt>
                <c:pt idx="6524">
                  <c:v>46027</c:v>
                </c:pt>
                <c:pt idx="6525">
                  <c:v>46028</c:v>
                </c:pt>
                <c:pt idx="6526">
                  <c:v>46029</c:v>
                </c:pt>
                <c:pt idx="6527">
                  <c:v>46030</c:v>
                </c:pt>
                <c:pt idx="6528">
                  <c:v>46031</c:v>
                </c:pt>
                <c:pt idx="6529">
                  <c:v>46034</c:v>
                </c:pt>
                <c:pt idx="6530">
                  <c:v>46035</c:v>
                </c:pt>
                <c:pt idx="6531">
                  <c:v>46036</c:v>
                </c:pt>
                <c:pt idx="6532">
                  <c:v>46037</c:v>
                </c:pt>
                <c:pt idx="6533">
                  <c:v>46038</c:v>
                </c:pt>
                <c:pt idx="6534">
                  <c:v>46041</c:v>
                </c:pt>
                <c:pt idx="6535">
                  <c:v>46042</c:v>
                </c:pt>
                <c:pt idx="6536">
                  <c:v>46043</c:v>
                </c:pt>
                <c:pt idx="6537">
                  <c:v>46044</c:v>
                </c:pt>
                <c:pt idx="6538">
                  <c:v>46045</c:v>
                </c:pt>
                <c:pt idx="6539">
                  <c:v>46048</c:v>
                </c:pt>
                <c:pt idx="6540">
                  <c:v>46049</c:v>
                </c:pt>
                <c:pt idx="6541">
                  <c:v>46050</c:v>
                </c:pt>
                <c:pt idx="6542">
                  <c:v>46051</c:v>
                </c:pt>
                <c:pt idx="6543">
                  <c:v>46052</c:v>
                </c:pt>
                <c:pt idx="6544">
                  <c:v>46055</c:v>
                </c:pt>
                <c:pt idx="6545">
                  <c:v>46056</c:v>
                </c:pt>
                <c:pt idx="6546">
                  <c:v>46057</c:v>
                </c:pt>
                <c:pt idx="6547">
                  <c:v>46058</c:v>
                </c:pt>
                <c:pt idx="6548">
                  <c:v>46059</c:v>
                </c:pt>
                <c:pt idx="6549">
                  <c:v>46062</c:v>
                </c:pt>
                <c:pt idx="6550">
                  <c:v>46063</c:v>
                </c:pt>
                <c:pt idx="6551">
                  <c:v>46064</c:v>
                </c:pt>
                <c:pt idx="6552">
                  <c:v>46065</c:v>
                </c:pt>
                <c:pt idx="6553">
                  <c:v>46066</c:v>
                </c:pt>
                <c:pt idx="6554">
                  <c:v>46069</c:v>
                </c:pt>
                <c:pt idx="6555">
                  <c:v>46070</c:v>
                </c:pt>
                <c:pt idx="6556">
                  <c:v>46071</c:v>
                </c:pt>
                <c:pt idx="6557">
                  <c:v>46072</c:v>
                </c:pt>
                <c:pt idx="6558">
                  <c:v>46073</c:v>
                </c:pt>
                <c:pt idx="6559">
                  <c:v>46076</c:v>
                </c:pt>
                <c:pt idx="6560">
                  <c:v>46077</c:v>
                </c:pt>
                <c:pt idx="6561">
                  <c:v>46078</c:v>
                </c:pt>
                <c:pt idx="6562">
                  <c:v>46079</c:v>
                </c:pt>
                <c:pt idx="6563">
                  <c:v>46080</c:v>
                </c:pt>
                <c:pt idx="6564">
                  <c:v>46083</c:v>
                </c:pt>
                <c:pt idx="6565">
                  <c:v>46084</c:v>
                </c:pt>
                <c:pt idx="6566">
                  <c:v>46085</c:v>
                </c:pt>
                <c:pt idx="6567">
                  <c:v>46086</c:v>
                </c:pt>
                <c:pt idx="6568">
                  <c:v>46087</c:v>
                </c:pt>
                <c:pt idx="6569">
                  <c:v>46090</c:v>
                </c:pt>
                <c:pt idx="6570">
                  <c:v>46091</c:v>
                </c:pt>
                <c:pt idx="6571">
                  <c:v>46092</c:v>
                </c:pt>
                <c:pt idx="6572">
                  <c:v>46093</c:v>
                </c:pt>
                <c:pt idx="6573">
                  <c:v>46094</c:v>
                </c:pt>
                <c:pt idx="6574">
                  <c:v>46097</c:v>
                </c:pt>
                <c:pt idx="6575">
                  <c:v>46098</c:v>
                </c:pt>
                <c:pt idx="6576">
                  <c:v>46099</c:v>
                </c:pt>
                <c:pt idx="6577">
                  <c:v>46100</c:v>
                </c:pt>
                <c:pt idx="6578">
                  <c:v>46101</c:v>
                </c:pt>
                <c:pt idx="6579">
                  <c:v>46104</c:v>
                </c:pt>
                <c:pt idx="6580">
                  <c:v>46105</c:v>
                </c:pt>
                <c:pt idx="6581">
                  <c:v>46106</c:v>
                </c:pt>
                <c:pt idx="6582">
                  <c:v>46107</c:v>
                </c:pt>
                <c:pt idx="6583">
                  <c:v>46108</c:v>
                </c:pt>
                <c:pt idx="6584">
                  <c:v>46111</c:v>
                </c:pt>
                <c:pt idx="6585">
                  <c:v>46112</c:v>
                </c:pt>
                <c:pt idx="6586">
                  <c:v>46113</c:v>
                </c:pt>
                <c:pt idx="6587">
                  <c:v>46114</c:v>
                </c:pt>
                <c:pt idx="6588">
                  <c:v>46115</c:v>
                </c:pt>
                <c:pt idx="6589">
                  <c:v>46118</c:v>
                </c:pt>
                <c:pt idx="6590">
                  <c:v>46119</c:v>
                </c:pt>
                <c:pt idx="6591">
                  <c:v>46120</c:v>
                </c:pt>
                <c:pt idx="6592">
                  <c:v>46121</c:v>
                </c:pt>
                <c:pt idx="6593">
                  <c:v>46122</c:v>
                </c:pt>
                <c:pt idx="6594">
                  <c:v>46125</c:v>
                </c:pt>
                <c:pt idx="6595">
                  <c:v>46126</c:v>
                </c:pt>
                <c:pt idx="6596">
                  <c:v>46127</c:v>
                </c:pt>
                <c:pt idx="6597">
                  <c:v>46128</c:v>
                </c:pt>
                <c:pt idx="6598">
                  <c:v>46129</c:v>
                </c:pt>
                <c:pt idx="6599">
                  <c:v>46132</c:v>
                </c:pt>
                <c:pt idx="6600">
                  <c:v>46133</c:v>
                </c:pt>
                <c:pt idx="6601">
                  <c:v>46134</c:v>
                </c:pt>
                <c:pt idx="6602">
                  <c:v>46135</c:v>
                </c:pt>
                <c:pt idx="6603">
                  <c:v>46136</c:v>
                </c:pt>
                <c:pt idx="6604">
                  <c:v>46139</c:v>
                </c:pt>
                <c:pt idx="6605">
                  <c:v>46140</c:v>
                </c:pt>
                <c:pt idx="6606">
                  <c:v>46141</c:v>
                </c:pt>
                <c:pt idx="6607">
                  <c:v>46142</c:v>
                </c:pt>
                <c:pt idx="6608">
                  <c:v>46143</c:v>
                </c:pt>
                <c:pt idx="6609">
                  <c:v>46146</c:v>
                </c:pt>
                <c:pt idx="6610">
                  <c:v>46147</c:v>
                </c:pt>
                <c:pt idx="6611">
                  <c:v>46148</c:v>
                </c:pt>
                <c:pt idx="6612">
                  <c:v>46149</c:v>
                </c:pt>
                <c:pt idx="6613">
                  <c:v>46150</c:v>
                </c:pt>
                <c:pt idx="6614">
                  <c:v>46153</c:v>
                </c:pt>
                <c:pt idx="6615">
                  <c:v>46154</c:v>
                </c:pt>
                <c:pt idx="6616">
                  <c:v>46155</c:v>
                </c:pt>
                <c:pt idx="6617">
                  <c:v>46156</c:v>
                </c:pt>
                <c:pt idx="6618">
                  <c:v>46157</c:v>
                </c:pt>
                <c:pt idx="6619">
                  <c:v>46160</c:v>
                </c:pt>
                <c:pt idx="6620">
                  <c:v>46161</c:v>
                </c:pt>
                <c:pt idx="6621">
                  <c:v>46162</c:v>
                </c:pt>
                <c:pt idx="6622">
                  <c:v>46163</c:v>
                </c:pt>
                <c:pt idx="6623">
                  <c:v>46164</c:v>
                </c:pt>
                <c:pt idx="6624">
                  <c:v>46167</c:v>
                </c:pt>
                <c:pt idx="6625">
                  <c:v>46168</c:v>
                </c:pt>
                <c:pt idx="6626">
                  <c:v>46169</c:v>
                </c:pt>
                <c:pt idx="6627">
                  <c:v>46170</c:v>
                </c:pt>
                <c:pt idx="6628">
                  <c:v>46171</c:v>
                </c:pt>
                <c:pt idx="6629">
                  <c:v>46174</c:v>
                </c:pt>
                <c:pt idx="6630">
                  <c:v>46175</c:v>
                </c:pt>
                <c:pt idx="6631">
                  <c:v>46176</c:v>
                </c:pt>
                <c:pt idx="6632">
                  <c:v>46177</c:v>
                </c:pt>
                <c:pt idx="6633">
                  <c:v>46178</c:v>
                </c:pt>
                <c:pt idx="6634">
                  <c:v>46181</c:v>
                </c:pt>
                <c:pt idx="6635">
                  <c:v>46182</c:v>
                </c:pt>
                <c:pt idx="6636">
                  <c:v>46183</c:v>
                </c:pt>
                <c:pt idx="6637">
                  <c:v>46184</c:v>
                </c:pt>
                <c:pt idx="6638">
                  <c:v>46185</c:v>
                </c:pt>
                <c:pt idx="6639">
                  <c:v>46188</c:v>
                </c:pt>
                <c:pt idx="6640">
                  <c:v>46189</c:v>
                </c:pt>
                <c:pt idx="6641">
                  <c:v>46190</c:v>
                </c:pt>
                <c:pt idx="6642">
                  <c:v>46191</c:v>
                </c:pt>
                <c:pt idx="6643">
                  <c:v>46192</c:v>
                </c:pt>
                <c:pt idx="6644">
                  <c:v>46195</c:v>
                </c:pt>
                <c:pt idx="6645">
                  <c:v>46196</c:v>
                </c:pt>
                <c:pt idx="6646">
                  <c:v>46197</c:v>
                </c:pt>
                <c:pt idx="6647">
                  <c:v>46198</c:v>
                </c:pt>
                <c:pt idx="6648">
                  <c:v>46199</c:v>
                </c:pt>
                <c:pt idx="6649">
                  <c:v>46202</c:v>
                </c:pt>
                <c:pt idx="6650">
                  <c:v>46203</c:v>
                </c:pt>
                <c:pt idx="6651">
                  <c:v>46204</c:v>
                </c:pt>
                <c:pt idx="6652">
                  <c:v>46205</c:v>
                </c:pt>
                <c:pt idx="6653">
                  <c:v>46206</c:v>
                </c:pt>
                <c:pt idx="6654">
                  <c:v>46209</c:v>
                </c:pt>
                <c:pt idx="6655">
                  <c:v>46210</c:v>
                </c:pt>
                <c:pt idx="6656">
                  <c:v>46211</c:v>
                </c:pt>
                <c:pt idx="6657">
                  <c:v>46212</c:v>
                </c:pt>
                <c:pt idx="6658">
                  <c:v>46213</c:v>
                </c:pt>
                <c:pt idx="6659">
                  <c:v>46216</c:v>
                </c:pt>
                <c:pt idx="6660">
                  <c:v>46217</c:v>
                </c:pt>
                <c:pt idx="6661">
                  <c:v>46218</c:v>
                </c:pt>
                <c:pt idx="6662">
                  <c:v>46219</c:v>
                </c:pt>
                <c:pt idx="6663">
                  <c:v>46220</c:v>
                </c:pt>
                <c:pt idx="6664">
                  <c:v>46223</c:v>
                </c:pt>
                <c:pt idx="6665">
                  <c:v>46224</c:v>
                </c:pt>
                <c:pt idx="6666">
                  <c:v>46225</c:v>
                </c:pt>
                <c:pt idx="6667">
                  <c:v>46226</c:v>
                </c:pt>
                <c:pt idx="6668">
                  <c:v>46227</c:v>
                </c:pt>
                <c:pt idx="6669">
                  <c:v>46230</c:v>
                </c:pt>
                <c:pt idx="6670">
                  <c:v>46231</c:v>
                </c:pt>
                <c:pt idx="6671">
                  <c:v>46232</c:v>
                </c:pt>
                <c:pt idx="6672">
                  <c:v>46233</c:v>
                </c:pt>
                <c:pt idx="6673">
                  <c:v>46234</c:v>
                </c:pt>
                <c:pt idx="6674">
                  <c:v>46237</c:v>
                </c:pt>
                <c:pt idx="6675">
                  <c:v>46238</c:v>
                </c:pt>
                <c:pt idx="6676">
                  <c:v>46239</c:v>
                </c:pt>
                <c:pt idx="6677">
                  <c:v>46240</c:v>
                </c:pt>
                <c:pt idx="6678">
                  <c:v>46241</c:v>
                </c:pt>
                <c:pt idx="6679">
                  <c:v>46244</c:v>
                </c:pt>
                <c:pt idx="6680">
                  <c:v>46245</c:v>
                </c:pt>
                <c:pt idx="6681">
                  <c:v>46246</c:v>
                </c:pt>
                <c:pt idx="6682">
                  <c:v>46247</c:v>
                </c:pt>
                <c:pt idx="6683">
                  <c:v>46248</c:v>
                </c:pt>
                <c:pt idx="6684">
                  <c:v>46251</c:v>
                </c:pt>
                <c:pt idx="6685">
                  <c:v>46252</c:v>
                </c:pt>
                <c:pt idx="6686">
                  <c:v>46253</c:v>
                </c:pt>
                <c:pt idx="6687">
                  <c:v>46254</c:v>
                </c:pt>
                <c:pt idx="6688">
                  <c:v>46255</c:v>
                </c:pt>
                <c:pt idx="6689">
                  <c:v>46258</c:v>
                </c:pt>
                <c:pt idx="6690">
                  <c:v>46259</c:v>
                </c:pt>
                <c:pt idx="6691">
                  <c:v>46260</c:v>
                </c:pt>
                <c:pt idx="6692">
                  <c:v>46261</c:v>
                </c:pt>
                <c:pt idx="6693">
                  <c:v>46262</c:v>
                </c:pt>
                <c:pt idx="6694">
                  <c:v>46265</c:v>
                </c:pt>
                <c:pt idx="6695">
                  <c:v>46266</c:v>
                </c:pt>
                <c:pt idx="6696">
                  <c:v>46267</c:v>
                </c:pt>
                <c:pt idx="6697">
                  <c:v>46268</c:v>
                </c:pt>
                <c:pt idx="6698">
                  <c:v>46269</c:v>
                </c:pt>
                <c:pt idx="6699">
                  <c:v>46272</c:v>
                </c:pt>
                <c:pt idx="6700">
                  <c:v>46273</c:v>
                </c:pt>
                <c:pt idx="6701">
                  <c:v>46274</c:v>
                </c:pt>
                <c:pt idx="6702">
                  <c:v>46275</c:v>
                </c:pt>
                <c:pt idx="6703">
                  <c:v>46276</c:v>
                </c:pt>
                <c:pt idx="6704">
                  <c:v>46279</c:v>
                </c:pt>
                <c:pt idx="6705">
                  <c:v>46280</c:v>
                </c:pt>
                <c:pt idx="6706">
                  <c:v>46281</c:v>
                </c:pt>
                <c:pt idx="6707">
                  <c:v>46282</c:v>
                </c:pt>
                <c:pt idx="6708">
                  <c:v>46283</c:v>
                </c:pt>
                <c:pt idx="6709">
                  <c:v>46286</c:v>
                </c:pt>
                <c:pt idx="6710">
                  <c:v>46287</c:v>
                </c:pt>
                <c:pt idx="6711">
                  <c:v>46288</c:v>
                </c:pt>
                <c:pt idx="6712">
                  <c:v>46289</c:v>
                </c:pt>
                <c:pt idx="6713">
                  <c:v>46290</c:v>
                </c:pt>
                <c:pt idx="6714">
                  <c:v>46293</c:v>
                </c:pt>
                <c:pt idx="6715">
                  <c:v>46294</c:v>
                </c:pt>
                <c:pt idx="6716">
                  <c:v>46295</c:v>
                </c:pt>
                <c:pt idx="6717">
                  <c:v>46296</c:v>
                </c:pt>
                <c:pt idx="6718">
                  <c:v>46297</c:v>
                </c:pt>
                <c:pt idx="6719">
                  <c:v>46300</c:v>
                </c:pt>
                <c:pt idx="6720">
                  <c:v>46301</c:v>
                </c:pt>
                <c:pt idx="6721">
                  <c:v>46302</c:v>
                </c:pt>
                <c:pt idx="6722">
                  <c:v>46303</c:v>
                </c:pt>
                <c:pt idx="6723">
                  <c:v>46304</c:v>
                </c:pt>
                <c:pt idx="6724">
                  <c:v>46307</c:v>
                </c:pt>
                <c:pt idx="6725">
                  <c:v>46308</c:v>
                </c:pt>
                <c:pt idx="6726">
                  <c:v>46309</c:v>
                </c:pt>
                <c:pt idx="6727">
                  <c:v>46310</c:v>
                </c:pt>
                <c:pt idx="6728">
                  <c:v>46311</c:v>
                </c:pt>
                <c:pt idx="6729">
                  <c:v>46314</c:v>
                </c:pt>
                <c:pt idx="6730">
                  <c:v>46315</c:v>
                </c:pt>
              </c:numCache>
            </c:numRef>
          </c:cat>
          <c:val>
            <c:numRef>
              <c:f>Spread_Calc!$Y$7:$Y$7000</c:f>
              <c:numCache>
                <c:formatCode>_(#,##0.00%_);\(#,##0.00%\);_("–"_)_%;_(@_)_%</c:formatCode>
                <c:ptCount val="6994"/>
                <c:pt idx="0">
                  <c:v>#N/A</c:v>
                </c:pt>
                <c:pt idx="1">
                  <c:v>#N/A</c:v>
                </c:pt>
                <c:pt idx="2">
                  <c:v>#N/A</c:v>
                </c:pt>
                <c:pt idx="3">
                  <c:v>#N/A</c:v>
                </c:pt>
                <c:pt idx="4">
                  <c:v>#N/A</c:v>
                </c:pt>
                <c:pt idx="5">
                  <c:v>#N/A</c:v>
                </c:pt>
                <c:pt idx="6">
                  <c:v>#N/A</c:v>
                </c:pt>
                <c:pt idx="7">
                  <c:v>#N/A</c:v>
                </c:pt>
                <c:pt idx="8">
                  <c:v>#N/A</c:v>
                </c:pt>
                <c:pt idx="9">
                  <c:v>#N/A</c:v>
                </c:pt>
                <c:pt idx="10">
                  <c:v>#N/A</c:v>
                </c:pt>
                <c:pt idx="11">
                  <c:v>#N/A</c:v>
                </c:pt>
                <c:pt idx="12">
                  <c:v>#N/A</c:v>
                </c:pt>
                <c:pt idx="13">
                  <c:v>#N/A</c:v>
                </c:pt>
                <c:pt idx="14">
                  <c:v>#N/A</c:v>
                </c:pt>
                <c:pt idx="15">
                  <c:v>#N/A</c:v>
                </c:pt>
                <c:pt idx="16">
                  <c:v>#N/A</c:v>
                </c:pt>
                <c:pt idx="17">
                  <c:v>#N/A</c:v>
                </c:pt>
                <c:pt idx="18">
                  <c:v>#N/A</c:v>
                </c:pt>
                <c:pt idx="19">
                  <c:v>#N/A</c:v>
                </c:pt>
                <c:pt idx="20">
                  <c:v>#N/A</c:v>
                </c:pt>
                <c:pt idx="21">
                  <c:v>#N/A</c:v>
                </c:pt>
                <c:pt idx="22">
                  <c:v>#N/A</c:v>
                </c:pt>
                <c:pt idx="23">
                  <c:v>#N/A</c:v>
                </c:pt>
                <c:pt idx="24">
                  <c:v>#N/A</c:v>
                </c:pt>
                <c:pt idx="25">
                  <c:v>#N/A</c:v>
                </c:pt>
                <c:pt idx="26">
                  <c:v>#N/A</c:v>
                </c:pt>
                <c:pt idx="27">
                  <c:v>#N/A</c:v>
                </c:pt>
                <c:pt idx="28">
                  <c:v>#N/A</c:v>
                </c:pt>
                <c:pt idx="29">
                  <c:v>#N/A</c:v>
                </c:pt>
                <c:pt idx="30">
                  <c:v>#N/A</c:v>
                </c:pt>
                <c:pt idx="31">
                  <c:v>#N/A</c:v>
                </c:pt>
                <c:pt idx="32">
                  <c:v>#N/A</c:v>
                </c:pt>
                <c:pt idx="33">
                  <c:v>#N/A</c:v>
                </c:pt>
                <c:pt idx="34">
                  <c:v>#N/A</c:v>
                </c:pt>
                <c:pt idx="35">
                  <c:v>#N/A</c:v>
                </c:pt>
                <c:pt idx="36">
                  <c:v>#N/A</c:v>
                </c:pt>
                <c:pt idx="37">
                  <c:v>#N/A</c:v>
                </c:pt>
                <c:pt idx="38">
                  <c:v>#N/A</c:v>
                </c:pt>
                <c:pt idx="39">
                  <c:v>#N/A</c:v>
                </c:pt>
                <c:pt idx="40">
                  <c:v>#N/A</c:v>
                </c:pt>
                <c:pt idx="41">
                  <c:v>#N/A</c:v>
                </c:pt>
                <c:pt idx="42">
                  <c:v>#N/A</c:v>
                </c:pt>
                <c:pt idx="43">
                  <c:v>#N/A</c:v>
                </c:pt>
                <c:pt idx="44">
                  <c:v>#N/A</c:v>
                </c:pt>
                <c:pt idx="45">
                  <c:v>#N/A</c:v>
                </c:pt>
                <c:pt idx="46">
                  <c:v>#N/A</c:v>
                </c:pt>
                <c:pt idx="47">
                  <c:v>#N/A</c:v>
                </c:pt>
                <c:pt idx="48">
                  <c:v>#N/A</c:v>
                </c:pt>
                <c:pt idx="49">
                  <c:v>#N/A</c:v>
                </c:pt>
                <c:pt idx="50">
                  <c:v>#N/A</c:v>
                </c:pt>
                <c:pt idx="51">
                  <c:v>#N/A</c:v>
                </c:pt>
                <c:pt idx="52">
                  <c:v>#N/A</c:v>
                </c:pt>
                <c:pt idx="53">
                  <c:v>#N/A</c:v>
                </c:pt>
                <c:pt idx="54">
                  <c:v>#N/A</c:v>
                </c:pt>
                <c:pt idx="55">
                  <c:v>#N/A</c:v>
                </c:pt>
                <c:pt idx="56">
                  <c:v>#N/A</c:v>
                </c:pt>
                <c:pt idx="57">
                  <c:v>#N/A</c:v>
                </c:pt>
                <c:pt idx="58">
                  <c:v>#N/A</c:v>
                </c:pt>
                <c:pt idx="59">
                  <c:v>#N/A</c:v>
                </c:pt>
                <c:pt idx="60">
                  <c:v>#N/A</c:v>
                </c:pt>
                <c:pt idx="61">
                  <c:v>#N/A</c:v>
                </c:pt>
                <c:pt idx="62">
                  <c:v>#N/A</c:v>
                </c:pt>
                <c:pt idx="63">
                  <c:v>#N/A</c:v>
                </c:pt>
                <c:pt idx="64">
                  <c:v>#N/A</c:v>
                </c:pt>
                <c:pt idx="65">
                  <c:v>#N/A</c:v>
                </c:pt>
                <c:pt idx="66">
                  <c:v>#N/A</c:v>
                </c:pt>
                <c:pt idx="67">
                  <c:v>#N/A</c:v>
                </c:pt>
                <c:pt idx="68">
                  <c:v>#N/A</c:v>
                </c:pt>
                <c:pt idx="69">
                  <c:v>#N/A</c:v>
                </c:pt>
                <c:pt idx="70">
                  <c:v>#N/A</c:v>
                </c:pt>
                <c:pt idx="71">
                  <c:v>#N/A</c:v>
                </c:pt>
                <c:pt idx="72">
                  <c:v>#N/A</c:v>
                </c:pt>
                <c:pt idx="73">
                  <c:v>#N/A</c:v>
                </c:pt>
                <c:pt idx="74">
                  <c:v>#N/A</c:v>
                </c:pt>
                <c:pt idx="75">
                  <c:v>#N/A</c:v>
                </c:pt>
                <c:pt idx="76">
                  <c:v>#N/A</c:v>
                </c:pt>
                <c:pt idx="77">
                  <c:v>#N/A</c:v>
                </c:pt>
                <c:pt idx="78">
                  <c:v>#N/A</c:v>
                </c:pt>
                <c:pt idx="79">
                  <c:v>#N/A</c:v>
                </c:pt>
                <c:pt idx="80">
                  <c:v>#N/A</c:v>
                </c:pt>
                <c:pt idx="81">
                  <c:v>#N/A</c:v>
                </c:pt>
                <c:pt idx="82">
                  <c:v>#N/A</c:v>
                </c:pt>
                <c:pt idx="83">
                  <c:v>#N/A</c:v>
                </c:pt>
                <c:pt idx="84">
                  <c:v>#N/A</c:v>
                </c:pt>
                <c:pt idx="85">
                  <c:v>#N/A</c:v>
                </c:pt>
                <c:pt idx="86">
                  <c:v>#N/A</c:v>
                </c:pt>
                <c:pt idx="87">
                  <c:v>#N/A</c:v>
                </c:pt>
                <c:pt idx="88">
                  <c:v>#N/A</c:v>
                </c:pt>
                <c:pt idx="89">
                  <c:v>#N/A</c:v>
                </c:pt>
                <c:pt idx="90">
                  <c:v>#N/A</c:v>
                </c:pt>
                <c:pt idx="91">
                  <c:v>#N/A</c:v>
                </c:pt>
                <c:pt idx="92">
                  <c:v>#N/A</c:v>
                </c:pt>
                <c:pt idx="93">
                  <c:v>#N/A</c:v>
                </c:pt>
                <c:pt idx="94">
                  <c:v>#N/A</c:v>
                </c:pt>
                <c:pt idx="95">
                  <c:v>#N/A</c:v>
                </c:pt>
                <c:pt idx="96">
                  <c:v>#N/A</c:v>
                </c:pt>
                <c:pt idx="97">
                  <c:v>#N/A</c:v>
                </c:pt>
                <c:pt idx="98">
                  <c:v>#N/A</c:v>
                </c:pt>
                <c:pt idx="99">
                  <c:v>#N/A</c:v>
                </c:pt>
                <c:pt idx="100">
                  <c:v>#N/A</c:v>
                </c:pt>
                <c:pt idx="101">
                  <c:v>#N/A</c:v>
                </c:pt>
                <c:pt idx="102">
                  <c:v>#N/A</c:v>
                </c:pt>
                <c:pt idx="103">
                  <c:v>#N/A</c:v>
                </c:pt>
                <c:pt idx="104">
                  <c:v>#N/A</c:v>
                </c:pt>
                <c:pt idx="105">
                  <c:v>#N/A</c:v>
                </c:pt>
                <c:pt idx="106">
                  <c:v>#N/A</c:v>
                </c:pt>
                <c:pt idx="107">
                  <c:v>#N/A</c:v>
                </c:pt>
                <c:pt idx="108">
                  <c:v>#N/A</c:v>
                </c:pt>
                <c:pt idx="109">
                  <c:v>#N/A</c:v>
                </c:pt>
                <c:pt idx="110">
                  <c:v>#N/A</c:v>
                </c:pt>
                <c:pt idx="111">
                  <c:v>#N/A</c:v>
                </c:pt>
                <c:pt idx="112">
                  <c:v>#N/A</c:v>
                </c:pt>
                <c:pt idx="113">
                  <c:v>#N/A</c:v>
                </c:pt>
                <c:pt idx="114">
                  <c:v>#N/A</c:v>
                </c:pt>
                <c:pt idx="115">
                  <c:v>#N/A</c:v>
                </c:pt>
                <c:pt idx="116">
                  <c:v>#N/A</c:v>
                </c:pt>
                <c:pt idx="117">
                  <c:v>#N/A</c:v>
                </c:pt>
                <c:pt idx="118">
                  <c:v>#N/A</c:v>
                </c:pt>
                <c:pt idx="119">
                  <c:v>#N/A</c:v>
                </c:pt>
                <c:pt idx="120">
                  <c:v>#N/A</c:v>
                </c:pt>
                <c:pt idx="121">
                  <c:v>#N/A</c:v>
                </c:pt>
                <c:pt idx="122">
                  <c:v>#N/A</c:v>
                </c:pt>
                <c:pt idx="123">
                  <c:v>#N/A</c:v>
                </c:pt>
                <c:pt idx="124">
                  <c:v>#N/A</c:v>
                </c:pt>
                <c:pt idx="125">
                  <c:v>#N/A</c:v>
                </c:pt>
                <c:pt idx="126">
                  <c:v>#N/A</c:v>
                </c:pt>
                <c:pt idx="127">
                  <c:v>#N/A</c:v>
                </c:pt>
                <c:pt idx="128">
                  <c:v>#N/A</c:v>
                </c:pt>
                <c:pt idx="129">
                  <c:v>#N/A</c:v>
                </c:pt>
                <c:pt idx="130">
                  <c:v>#N/A</c:v>
                </c:pt>
                <c:pt idx="131">
                  <c:v>#N/A</c:v>
                </c:pt>
                <c:pt idx="132">
                  <c:v>#N/A</c:v>
                </c:pt>
                <c:pt idx="133">
                  <c:v>#N/A</c:v>
                </c:pt>
                <c:pt idx="134">
                  <c:v>#N/A</c:v>
                </c:pt>
                <c:pt idx="135">
                  <c:v>#N/A</c:v>
                </c:pt>
                <c:pt idx="136">
                  <c:v>#N/A</c:v>
                </c:pt>
                <c:pt idx="137">
                  <c:v>#N/A</c:v>
                </c:pt>
                <c:pt idx="138">
                  <c:v>#N/A</c:v>
                </c:pt>
                <c:pt idx="139">
                  <c:v>#N/A</c:v>
                </c:pt>
                <c:pt idx="140">
                  <c:v>#N/A</c:v>
                </c:pt>
                <c:pt idx="141">
                  <c:v>#N/A</c:v>
                </c:pt>
                <c:pt idx="142">
                  <c:v>#N/A</c:v>
                </c:pt>
                <c:pt idx="143">
                  <c:v>#N/A</c:v>
                </c:pt>
                <c:pt idx="144">
                  <c:v>#N/A</c:v>
                </c:pt>
                <c:pt idx="145">
                  <c:v>#N/A</c:v>
                </c:pt>
                <c:pt idx="146">
                  <c:v>#N/A</c:v>
                </c:pt>
                <c:pt idx="147">
                  <c:v>#N/A</c:v>
                </c:pt>
                <c:pt idx="148">
                  <c:v>#N/A</c:v>
                </c:pt>
                <c:pt idx="149">
                  <c:v>#N/A</c:v>
                </c:pt>
                <c:pt idx="150">
                  <c:v>#N/A</c:v>
                </c:pt>
                <c:pt idx="151">
                  <c:v>#N/A</c:v>
                </c:pt>
                <c:pt idx="152">
                  <c:v>#N/A</c:v>
                </c:pt>
                <c:pt idx="153">
                  <c:v>#N/A</c:v>
                </c:pt>
                <c:pt idx="154">
                  <c:v>#N/A</c:v>
                </c:pt>
                <c:pt idx="155">
                  <c:v>#N/A</c:v>
                </c:pt>
                <c:pt idx="156">
                  <c:v>#N/A</c:v>
                </c:pt>
                <c:pt idx="157">
                  <c:v>#N/A</c:v>
                </c:pt>
                <c:pt idx="158">
                  <c:v>#N/A</c:v>
                </c:pt>
                <c:pt idx="159">
                  <c:v>#N/A</c:v>
                </c:pt>
                <c:pt idx="160">
                  <c:v>#N/A</c:v>
                </c:pt>
                <c:pt idx="161">
                  <c:v>#N/A</c:v>
                </c:pt>
                <c:pt idx="162">
                  <c:v>#N/A</c:v>
                </c:pt>
                <c:pt idx="163">
                  <c:v>#N/A</c:v>
                </c:pt>
                <c:pt idx="164">
                  <c:v>#N/A</c:v>
                </c:pt>
                <c:pt idx="165">
                  <c:v>#N/A</c:v>
                </c:pt>
                <c:pt idx="166">
                  <c:v>#N/A</c:v>
                </c:pt>
                <c:pt idx="167">
                  <c:v>#N/A</c:v>
                </c:pt>
                <c:pt idx="168">
                  <c:v>#N/A</c:v>
                </c:pt>
                <c:pt idx="169">
                  <c:v>#N/A</c:v>
                </c:pt>
                <c:pt idx="170">
                  <c:v>#N/A</c:v>
                </c:pt>
                <c:pt idx="171">
                  <c:v>#N/A</c:v>
                </c:pt>
                <c:pt idx="172">
                  <c:v>#N/A</c:v>
                </c:pt>
                <c:pt idx="173">
                  <c:v>#N/A</c:v>
                </c:pt>
                <c:pt idx="174">
                  <c:v>#N/A</c:v>
                </c:pt>
                <c:pt idx="175">
                  <c:v>#N/A</c:v>
                </c:pt>
                <c:pt idx="176">
                  <c:v>#N/A</c:v>
                </c:pt>
                <c:pt idx="177">
                  <c:v>#N/A</c:v>
                </c:pt>
                <c:pt idx="178">
                  <c:v>#N/A</c:v>
                </c:pt>
                <c:pt idx="179">
                  <c:v>#N/A</c:v>
                </c:pt>
                <c:pt idx="180">
                  <c:v>#N/A</c:v>
                </c:pt>
                <c:pt idx="181">
                  <c:v>#N/A</c:v>
                </c:pt>
                <c:pt idx="182">
                  <c:v>#N/A</c:v>
                </c:pt>
                <c:pt idx="183">
                  <c:v>#N/A</c:v>
                </c:pt>
                <c:pt idx="184">
                  <c:v>#N/A</c:v>
                </c:pt>
                <c:pt idx="185">
                  <c:v>#N/A</c:v>
                </c:pt>
                <c:pt idx="186">
                  <c:v>#N/A</c:v>
                </c:pt>
                <c:pt idx="187">
                  <c:v>#N/A</c:v>
                </c:pt>
                <c:pt idx="188">
                  <c:v>#N/A</c:v>
                </c:pt>
                <c:pt idx="189">
                  <c:v>#N/A</c:v>
                </c:pt>
                <c:pt idx="190">
                  <c:v>#N/A</c:v>
                </c:pt>
                <c:pt idx="191">
                  <c:v>#N/A</c:v>
                </c:pt>
                <c:pt idx="192">
                  <c:v>#N/A</c:v>
                </c:pt>
                <c:pt idx="193">
                  <c:v>#N/A</c:v>
                </c:pt>
                <c:pt idx="194">
                  <c:v>#N/A</c:v>
                </c:pt>
                <c:pt idx="195">
                  <c:v>#N/A</c:v>
                </c:pt>
                <c:pt idx="196">
                  <c:v>#N/A</c:v>
                </c:pt>
                <c:pt idx="197">
                  <c:v>#N/A</c:v>
                </c:pt>
                <c:pt idx="198">
                  <c:v>#N/A</c:v>
                </c:pt>
                <c:pt idx="199">
                  <c:v>#N/A</c:v>
                </c:pt>
                <c:pt idx="200">
                  <c:v>#N/A</c:v>
                </c:pt>
                <c:pt idx="201">
                  <c:v>#N/A</c:v>
                </c:pt>
                <c:pt idx="202">
                  <c:v>#N/A</c:v>
                </c:pt>
                <c:pt idx="203">
                  <c:v>3.3000000000000002E-2</c:v>
                </c:pt>
                <c:pt idx="204">
                  <c:v>3.3000000000000002E-2</c:v>
                </c:pt>
                <c:pt idx="205">
                  <c:v>3.175E-2</c:v>
                </c:pt>
                <c:pt idx="206">
                  <c:v>3.0624999999999999E-2</c:v>
                </c:pt>
                <c:pt idx="207">
                  <c:v>3.0499999999999999E-2</c:v>
                </c:pt>
                <c:pt idx="208">
                  <c:v>3.0499999999999999E-2</c:v>
                </c:pt>
                <c:pt idx="209">
                  <c:v>0.03</c:v>
                </c:pt>
                <c:pt idx="210">
                  <c:v>2.9499999999999998E-2</c:v>
                </c:pt>
                <c:pt idx="211">
                  <c:v>2.9749999999999999E-2</c:v>
                </c:pt>
                <c:pt idx="212">
                  <c:v>0.03</c:v>
                </c:pt>
                <c:pt idx="213">
                  <c:v>3.0124999999999999E-2</c:v>
                </c:pt>
                <c:pt idx="214">
                  <c:v>3.0875E-2</c:v>
                </c:pt>
                <c:pt idx="215">
                  <c:v>3.1375E-2</c:v>
                </c:pt>
                <c:pt idx="216">
                  <c:v>3.1125E-2</c:v>
                </c:pt>
                <c:pt idx="217">
                  <c:v>3.1625E-2</c:v>
                </c:pt>
                <c:pt idx="218">
                  <c:v>3.1625E-2</c:v>
                </c:pt>
                <c:pt idx="219">
                  <c:v>3.1125E-2</c:v>
                </c:pt>
                <c:pt idx="220">
                  <c:v>3.1375E-2</c:v>
                </c:pt>
                <c:pt idx="221">
                  <c:v>3.1125E-2</c:v>
                </c:pt>
                <c:pt idx="222">
                  <c:v>3.0499999999999999E-2</c:v>
                </c:pt>
                <c:pt idx="223">
                  <c:v>3.0499999999999999E-2</c:v>
                </c:pt>
                <c:pt idx="224">
                  <c:v>3.0499999999999999E-2</c:v>
                </c:pt>
                <c:pt idx="225">
                  <c:v>3.0499999999999999E-2</c:v>
                </c:pt>
                <c:pt idx="226">
                  <c:v>3.0499999999999999E-2</c:v>
                </c:pt>
                <c:pt idx="227">
                  <c:v>2.8000000000000001E-2</c:v>
                </c:pt>
                <c:pt idx="228">
                  <c:v>2.5749999999999999E-2</c:v>
                </c:pt>
                <c:pt idx="229">
                  <c:v>2.4500000000000001E-2</c:v>
                </c:pt>
                <c:pt idx="230">
                  <c:v>2.4E-2</c:v>
                </c:pt>
                <c:pt idx="231">
                  <c:v>2.5749999999999999E-2</c:v>
                </c:pt>
                <c:pt idx="232">
                  <c:v>2.5749999999999999E-2</c:v>
                </c:pt>
                <c:pt idx="233">
                  <c:v>2.5749999999999999E-2</c:v>
                </c:pt>
                <c:pt idx="234">
                  <c:v>2.5000000000000001E-2</c:v>
                </c:pt>
                <c:pt idx="235">
                  <c:v>2.4750000000000001E-2</c:v>
                </c:pt>
                <c:pt idx="236">
                  <c:v>2.5624999999999998E-2</c:v>
                </c:pt>
                <c:pt idx="237">
                  <c:v>2.6624999999999999E-2</c:v>
                </c:pt>
                <c:pt idx="238">
                  <c:v>2.6624999999999999E-2</c:v>
                </c:pt>
                <c:pt idx="239">
                  <c:v>2.6499999999999999E-2</c:v>
                </c:pt>
                <c:pt idx="240">
                  <c:v>2.5000000000000001E-2</c:v>
                </c:pt>
                <c:pt idx="241">
                  <c:v>2.4E-2</c:v>
                </c:pt>
                <c:pt idx="242">
                  <c:v>2.4250000000000001E-2</c:v>
                </c:pt>
                <c:pt idx="243">
                  <c:v>2.3E-2</c:v>
                </c:pt>
                <c:pt idx="244">
                  <c:v>2.3E-2</c:v>
                </c:pt>
                <c:pt idx="245">
                  <c:v>2.325E-2</c:v>
                </c:pt>
                <c:pt idx="246">
                  <c:v>2.325E-2</c:v>
                </c:pt>
                <c:pt idx="247">
                  <c:v>2.325E-2</c:v>
                </c:pt>
                <c:pt idx="248">
                  <c:v>2.3E-2</c:v>
                </c:pt>
                <c:pt idx="249">
                  <c:v>2.0250000000000001E-2</c:v>
                </c:pt>
                <c:pt idx="250">
                  <c:v>2.0500000000000001E-2</c:v>
                </c:pt>
                <c:pt idx="251">
                  <c:v>2.1250000000000002E-2</c:v>
                </c:pt>
                <c:pt idx="252">
                  <c:v>2.1250000000000002E-2</c:v>
                </c:pt>
                <c:pt idx="253">
                  <c:v>2.1250000000000002E-2</c:v>
                </c:pt>
                <c:pt idx="254">
                  <c:v>2.1250000000000002E-2</c:v>
                </c:pt>
                <c:pt idx="255">
                  <c:v>2.1250000000000002E-2</c:v>
                </c:pt>
                <c:pt idx="256">
                  <c:v>2.1250000000000002E-2</c:v>
                </c:pt>
                <c:pt idx="257">
                  <c:v>2.1250000000000002E-2</c:v>
                </c:pt>
                <c:pt idx="258">
                  <c:v>2.1250000000000002E-2</c:v>
                </c:pt>
                <c:pt idx="259">
                  <c:v>2.1250000000000002E-2</c:v>
                </c:pt>
                <c:pt idx="260">
                  <c:v>2.1250000000000002E-2</c:v>
                </c:pt>
                <c:pt idx="261">
                  <c:v>2.1250000000000002E-2</c:v>
                </c:pt>
                <c:pt idx="262">
                  <c:v>2.0500000000000001E-2</c:v>
                </c:pt>
                <c:pt idx="263">
                  <c:v>2.0500000000000001E-2</c:v>
                </c:pt>
                <c:pt idx="264">
                  <c:v>2.0500000000000001E-2</c:v>
                </c:pt>
                <c:pt idx="265">
                  <c:v>2.0500000000000001E-2</c:v>
                </c:pt>
                <c:pt idx="266">
                  <c:v>2.0500000000000001E-2</c:v>
                </c:pt>
                <c:pt idx="267">
                  <c:v>2.0500000000000001E-2</c:v>
                </c:pt>
                <c:pt idx="268">
                  <c:v>2.0500000000000001E-2</c:v>
                </c:pt>
                <c:pt idx="269">
                  <c:v>2.2499999999999999E-2</c:v>
                </c:pt>
                <c:pt idx="270">
                  <c:v>2.2249999999999999E-2</c:v>
                </c:pt>
                <c:pt idx="271">
                  <c:v>2.2249999999999999E-2</c:v>
                </c:pt>
                <c:pt idx="272">
                  <c:v>2.1749999999999999E-2</c:v>
                </c:pt>
                <c:pt idx="273">
                  <c:v>2.1499999999999998E-2</c:v>
                </c:pt>
                <c:pt idx="274">
                  <c:v>2.1499999999999998E-2</c:v>
                </c:pt>
                <c:pt idx="275">
                  <c:v>2.1000000000000001E-2</c:v>
                </c:pt>
                <c:pt idx="276">
                  <c:v>2.0500000000000001E-2</c:v>
                </c:pt>
                <c:pt idx="277">
                  <c:v>2.0500000000000001E-2</c:v>
                </c:pt>
                <c:pt idx="278">
                  <c:v>2.0500000000000001E-2</c:v>
                </c:pt>
                <c:pt idx="279">
                  <c:v>2.0250000000000001E-2</c:v>
                </c:pt>
                <c:pt idx="280">
                  <c:v>2.0750000000000001E-2</c:v>
                </c:pt>
                <c:pt idx="281">
                  <c:v>2.1250000000000002E-2</c:v>
                </c:pt>
                <c:pt idx="282">
                  <c:v>2.1749999999999999E-2</c:v>
                </c:pt>
                <c:pt idx="283">
                  <c:v>2.1499999999999998E-2</c:v>
                </c:pt>
                <c:pt idx="284">
                  <c:v>2.1499999999999998E-2</c:v>
                </c:pt>
                <c:pt idx="285">
                  <c:v>2.1000000000000001E-2</c:v>
                </c:pt>
                <c:pt idx="286">
                  <c:v>2.0750000000000001E-2</c:v>
                </c:pt>
                <c:pt idx="287">
                  <c:v>2.0899999999999998E-2</c:v>
                </c:pt>
                <c:pt idx="288">
                  <c:v>2.0650000000000002E-2</c:v>
                </c:pt>
                <c:pt idx="289">
                  <c:v>2.0750000000000001E-2</c:v>
                </c:pt>
                <c:pt idx="290">
                  <c:v>2.035E-2</c:v>
                </c:pt>
                <c:pt idx="291">
                  <c:v>0.02</c:v>
                </c:pt>
                <c:pt idx="292">
                  <c:v>0.02</c:v>
                </c:pt>
                <c:pt idx="293">
                  <c:v>0.02</c:v>
                </c:pt>
                <c:pt idx="294">
                  <c:v>0.02</c:v>
                </c:pt>
                <c:pt idx="295">
                  <c:v>0.02</c:v>
                </c:pt>
                <c:pt idx="296">
                  <c:v>0.02</c:v>
                </c:pt>
                <c:pt idx="297">
                  <c:v>0.02</c:v>
                </c:pt>
                <c:pt idx="298">
                  <c:v>0.02</c:v>
                </c:pt>
                <c:pt idx="299">
                  <c:v>0.02</c:v>
                </c:pt>
                <c:pt idx="300">
                  <c:v>0.02</c:v>
                </c:pt>
                <c:pt idx="301">
                  <c:v>0.02</c:v>
                </c:pt>
                <c:pt idx="302">
                  <c:v>1.9400000000000001E-2</c:v>
                </c:pt>
                <c:pt idx="303">
                  <c:v>1.8550000000000001E-2</c:v>
                </c:pt>
                <c:pt idx="304">
                  <c:v>1.8450000000000001E-2</c:v>
                </c:pt>
                <c:pt idx="305">
                  <c:v>1.8350000000000002E-2</c:v>
                </c:pt>
                <c:pt idx="306">
                  <c:v>1.7825000000000001E-2</c:v>
                </c:pt>
                <c:pt idx="307">
                  <c:v>1.755E-2</c:v>
                </c:pt>
                <c:pt idx="308">
                  <c:v>1.6799999999999999E-2</c:v>
                </c:pt>
                <c:pt idx="309">
                  <c:v>1.7250000000000001E-2</c:v>
                </c:pt>
                <c:pt idx="310">
                  <c:v>1.7250000000000001E-2</c:v>
                </c:pt>
                <c:pt idx="311">
                  <c:v>1.7250000000000001E-2</c:v>
                </c:pt>
                <c:pt idx="312">
                  <c:v>1.7149999999999999E-2</c:v>
                </c:pt>
                <c:pt idx="313">
                  <c:v>1.7250000000000001E-2</c:v>
                </c:pt>
                <c:pt idx="314">
                  <c:v>1.7250000000000001E-2</c:v>
                </c:pt>
                <c:pt idx="315">
                  <c:v>1.7375000000000002E-2</c:v>
                </c:pt>
                <c:pt idx="316">
                  <c:v>1.7375000000000002E-2</c:v>
                </c:pt>
                <c:pt idx="317">
                  <c:v>1.7475000000000001E-2</c:v>
                </c:pt>
                <c:pt idx="318">
                  <c:v>1.7624999999999998E-2</c:v>
                </c:pt>
                <c:pt idx="319">
                  <c:v>1.7999999999999999E-2</c:v>
                </c:pt>
                <c:pt idx="320">
                  <c:v>1.7999999999999999E-2</c:v>
                </c:pt>
                <c:pt idx="321">
                  <c:v>1.7624999999999998E-2</c:v>
                </c:pt>
                <c:pt idx="322">
                  <c:v>1.7999999999999999E-2</c:v>
                </c:pt>
                <c:pt idx="323">
                  <c:v>1.7999999999999999E-2</c:v>
                </c:pt>
                <c:pt idx="324">
                  <c:v>1.7999999999999999E-2</c:v>
                </c:pt>
                <c:pt idx="325">
                  <c:v>1.7999999999999999E-2</c:v>
                </c:pt>
                <c:pt idx="326">
                  <c:v>1.7850000000000001E-2</c:v>
                </c:pt>
                <c:pt idx="327">
                  <c:v>1.7500000000000002E-2</c:v>
                </c:pt>
                <c:pt idx="328">
                  <c:v>1.6549999999999999E-2</c:v>
                </c:pt>
                <c:pt idx="329">
                  <c:v>1.6549999999999999E-2</c:v>
                </c:pt>
                <c:pt idx="330">
                  <c:v>1.635E-2</c:v>
                </c:pt>
                <c:pt idx="331">
                  <c:v>1.61E-2</c:v>
                </c:pt>
                <c:pt idx="332">
                  <c:v>1.61E-2</c:v>
                </c:pt>
                <c:pt idx="333">
                  <c:v>1.6250000000000001E-2</c:v>
                </c:pt>
                <c:pt idx="334">
                  <c:v>1.6400000000000001E-2</c:v>
                </c:pt>
                <c:pt idx="335">
                  <c:v>1.6899999999999998E-2</c:v>
                </c:pt>
                <c:pt idx="336">
                  <c:v>1.6150000000000001E-2</c:v>
                </c:pt>
                <c:pt idx="337">
                  <c:v>1.6150000000000001E-2</c:v>
                </c:pt>
                <c:pt idx="338">
                  <c:v>1.6150000000000001E-2</c:v>
                </c:pt>
                <c:pt idx="339">
                  <c:v>1.6E-2</c:v>
                </c:pt>
                <c:pt idx="340">
                  <c:v>1.6250000000000001E-2</c:v>
                </c:pt>
                <c:pt idx="341">
                  <c:v>1.66E-2</c:v>
                </c:pt>
                <c:pt idx="342">
                  <c:v>1.66E-2</c:v>
                </c:pt>
                <c:pt idx="343">
                  <c:v>1.66E-2</c:v>
                </c:pt>
                <c:pt idx="344">
                  <c:v>1.7375000000000002E-2</c:v>
                </c:pt>
                <c:pt idx="345">
                  <c:v>1.7475000000000001E-2</c:v>
                </c:pt>
                <c:pt idx="346">
                  <c:v>1.7475000000000001E-2</c:v>
                </c:pt>
                <c:pt idx="347">
                  <c:v>1.8275E-2</c:v>
                </c:pt>
                <c:pt idx="348">
                  <c:v>1.8525E-2</c:v>
                </c:pt>
                <c:pt idx="349">
                  <c:v>1.8525E-2</c:v>
                </c:pt>
                <c:pt idx="350">
                  <c:v>2.0150000000000001E-2</c:v>
                </c:pt>
                <c:pt idx="351">
                  <c:v>0.02</c:v>
                </c:pt>
                <c:pt idx="352">
                  <c:v>1.975E-2</c:v>
                </c:pt>
                <c:pt idx="353">
                  <c:v>1.975E-2</c:v>
                </c:pt>
                <c:pt idx="354">
                  <c:v>1.975E-2</c:v>
                </c:pt>
                <c:pt idx="355">
                  <c:v>1.975E-2</c:v>
                </c:pt>
                <c:pt idx="356">
                  <c:v>1.9650000000000001E-2</c:v>
                </c:pt>
                <c:pt idx="357">
                  <c:v>1.9E-2</c:v>
                </c:pt>
                <c:pt idx="358">
                  <c:v>1.8849999999999999E-2</c:v>
                </c:pt>
                <c:pt idx="359">
                  <c:v>1.9099999999999999E-2</c:v>
                </c:pt>
                <c:pt idx="360">
                  <c:v>1.8749999999999999E-2</c:v>
                </c:pt>
                <c:pt idx="361">
                  <c:v>1.8374999999999999E-2</c:v>
                </c:pt>
                <c:pt idx="362">
                  <c:v>1.8374999999999999E-2</c:v>
                </c:pt>
                <c:pt idx="363">
                  <c:v>1.8325000000000001E-2</c:v>
                </c:pt>
                <c:pt idx="364">
                  <c:v>1.8325000000000001E-2</c:v>
                </c:pt>
                <c:pt idx="365">
                  <c:v>1.8800000000000001E-2</c:v>
                </c:pt>
                <c:pt idx="366">
                  <c:v>1.89E-2</c:v>
                </c:pt>
                <c:pt idx="367">
                  <c:v>1.9224999999999999E-2</c:v>
                </c:pt>
                <c:pt idx="368">
                  <c:v>1.9349999999999999E-2</c:v>
                </c:pt>
                <c:pt idx="369">
                  <c:v>1.9349999999999999E-2</c:v>
                </c:pt>
                <c:pt idx="370">
                  <c:v>1.9449999999999999E-2</c:v>
                </c:pt>
                <c:pt idx="371">
                  <c:v>1.9449999999999999E-2</c:v>
                </c:pt>
                <c:pt idx="372">
                  <c:v>2.1000000000000001E-2</c:v>
                </c:pt>
                <c:pt idx="373">
                  <c:v>2.1250000000000002E-2</c:v>
                </c:pt>
                <c:pt idx="374">
                  <c:v>2.1000000000000001E-2</c:v>
                </c:pt>
                <c:pt idx="375">
                  <c:v>2.0750000000000001E-2</c:v>
                </c:pt>
                <c:pt idx="376">
                  <c:v>2.0750000000000001E-2</c:v>
                </c:pt>
                <c:pt idx="377">
                  <c:v>2.0899999999999998E-2</c:v>
                </c:pt>
                <c:pt idx="378">
                  <c:v>2.0899999999999998E-2</c:v>
                </c:pt>
                <c:pt idx="379">
                  <c:v>2.2749999999999999E-2</c:v>
                </c:pt>
                <c:pt idx="380">
                  <c:v>2.1125000000000001E-2</c:v>
                </c:pt>
                <c:pt idx="381">
                  <c:v>2.2124999999999999E-2</c:v>
                </c:pt>
                <c:pt idx="382">
                  <c:v>2.4250000000000001E-2</c:v>
                </c:pt>
                <c:pt idx="383">
                  <c:v>2.75E-2</c:v>
                </c:pt>
                <c:pt idx="384">
                  <c:v>2.8000000000000001E-2</c:v>
                </c:pt>
                <c:pt idx="385">
                  <c:v>2.86E-2</c:v>
                </c:pt>
                <c:pt idx="386">
                  <c:v>3.0249999999999999E-2</c:v>
                </c:pt>
                <c:pt idx="387">
                  <c:v>2.9000000000000001E-2</c:v>
                </c:pt>
                <c:pt idx="388">
                  <c:v>2.9000000000000001E-2</c:v>
                </c:pt>
                <c:pt idx="389">
                  <c:v>2.8250000000000001E-2</c:v>
                </c:pt>
                <c:pt idx="390">
                  <c:v>2.8250000000000001E-2</c:v>
                </c:pt>
                <c:pt idx="391">
                  <c:v>0.03</c:v>
                </c:pt>
                <c:pt idx="392">
                  <c:v>0.03</c:v>
                </c:pt>
                <c:pt idx="393">
                  <c:v>0.03</c:v>
                </c:pt>
                <c:pt idx="394">
                  <c:v>0.03</c:v>
                </c:pt>
                <c:pt idx="395">
                  <c:v>0.03</c:v>
                </c:pt>
                <c:pt idx="396">
                  <c:v>0.03</c:v>
                </c:pt>
                <c:pt idx="397">
                  <c:v>2.9125000000000002E-2</c:v>
                </c:pt>
                <c:pt idx="398">
                  <c:v>2.9125000000000002E-2</c:v>
                </c:pt>
                <c:pt idx="399">
                  <c:v>2.9374999999999998E-2</c:v>
                </c:pt>
                <c:pt idx="400">
                  <c:v>2.9850000000000002E-2</c:v>
                </c:pt>
                <c:pt idx="401">
                  <c:v>2.9499999999999998E-2</c:v>
                </c:pt>
                <c:pt idx="402">
                  <c:v>2.9499999999999998E-2</c:v>
                </c:pt>
                <c:pt idx="403">
                  <c:v>2.9499999999999998E-2</c:v>
                </c:pt>
                <c:pt idx="404">
                  <c:v>2.8750000000000001E-2</c:v>
                </c:pt>
                <c:pt idx="405">
                  <c:v>2.9499999999999998E-2</c:v>
                </c:pt>
                <c:pt idx="406">
                  <c:v>3.2500000000000001E-2</c:v>
                </c:pt>
                <c:pt idx="407">
                  <c:v>3.4000000000000002E-2</c:v>
                </c:pt>
                <c:pt idx="408">
                  <c:v>3.5249999999999997E-2</c:v>
                </c:pt>
                <c:pt idx="409">
                  <c:v>3.5249999999999997E-2</c:v>
                </c:pt>
                <c:pt idx="410">
                  <c:v>3.5249999999999997E-2</c:v>
                </c:pt>
                <c:pt idx="411">
                  <c:v>3.7499999999999999E-2</c:v>
                </c:pt>
                <c:pt idx="412">
                  <c:v>3.7499999999999999E-2</c:v>
                </c:pt>
                <c:pt idx="413">
                  <c:v>3.6499999999999998E-2</c:v>
                </c:pt>
                <c:pt idx="414">
                  <c:v>3.6499999999999998E-2</c:v>
                </c:pt>
                <c:pt idx="415">
                  <c:v>3.8249999999999999E-2</c:v>
                </c:pt>
                <c:pt idx="416">
                  <c:v>3.8249999999999999E-2</c:v>
                </c:pt>
                <c:pt idx="417">
                  <c:v>3.8249999999999999E-2</c:v>
                </c:pt>
                <c:pt idx="418">
                  <c:v>3.8249999999999999E-2</c:v>
                </c:pt>
                <c:pt idx="419">
                  <c:v>3.8249999999999999E-2</c:v>
                </c:pt>
                <c:pt idx="420">
                  <c:v>3.8249999999999999E-2</c:v>
                </c:pt>
                <c:pt idx="421">
                  <c:v>3.8249999999999999E-2</c:v>
                </c:pt>
                <c:pt idx="422">
                  <c:v>3.8249999999999999E-2</c:v>
                </c:pt>
                <c:pt idx="423">
                  <c:v>3.8249999999999999E-2</c:v>
                </c:pt>
                <c:pt idx="424">
                  <c:v>4.02E-2</c:v>
                </c:pt>
                <c:pt idx="425">
                  <c:v>4.02E-2</c:v>
                </c:pt>
                <c:pt idx="426">
                  <c:v>3.6999999999999998E-2</c:v>
                </c:pt>
                <c:pt idx="427">
                  <c:v>3.635E-2</c:v>
                </c:pt>
                <c:pt idx="428">
                  <c:v>3.6400000000000002E-2</c:v>
                </c:pt>
                <c:pt idx="429">
                  <c:v>3.6400000000000002E-2</c:v>
                </c:pt>
                <c:pt idx="430">
                  <c:v>3.5999999999999997E-2</c:v>
                </c:pt>
                <c:pt idx="431">
                  <c:v>3.56E-2</c:v>
                </c:pt>
                <c:pt idx="432">
                  <c:v>3.4950000000000002E-2</c:v>
                </c:pt>
                <c:pt idx="433">
                  <c:v>3.4849999999999999E-2</c:v>
                </c:pt>
                <c:pt idx="434">
                  <c:v>3.4849999999999999E-2</c:v>
                </c:pt>
                <c:pt idx="435">
                  <c:v>3.5349999999999999E-2</c:v>
                </c:pt>
                <c:pt idx="436">
                  <c:v>3.5999999999999997E-2</c:v>
                </c:pt>
                <c:pt idx="437">
                  <c:v>3.5999999999999997E-2</c:v>
                </c:pt>
                <c:pt idx="438">
                  <c:v>3.6749999999999998E-2</c:v>
                </c:pt>
                <c:pt idx="439">
                  <c:v>3.6499999999999998E-2</c:v>
                </c:pt>
                <c:pt idx="440">
                  <c:v>3.6499999999999998E-2</c:v>
                </c:pt>
                <c:pt idx="441">
                  <c:v>3.6499999999999998E-2</c:v>
                </c:pt>
                <c:pt idx="442">
                  <c:v>3.6249999999999998E-2</c:v>
                </c:pt>
                <c:pt idx="443">
                  <c:v>3.61E-2</c:v>
                </c:pt>
                <c:pt idx="444">
                  <c:v>3.61E-2</c:v>
                </c:pt>
                <c:pt idx="445">
                  <c:v>3.5749999999999997E-2</c:v>
                </c:pt>
                <c:pt idx="446">
                  <c:v>3.5749999999999997E-2</c:v>
                </c:pt>
                <c:pt idx="447">
                  <c:v>3.6249999999999998E-2</c:v>
                </c:pt>
                <c:pt idx="448">
                  <c:v>3.7100000000000001E-2</c:v>
                </c:pt>
                <c:pt idx="449">
                  <c:v>3.8850000000000003E-2</c:v>
                </c:pt>
                <c:pt idx="450">
                  <c:v>3.925E-2</c:v>
                </c:pt>
                <c:pt idx="451">
                  <c:v>3.85E-2</c:v>
                </c:pt>
                <c:pt idx="452">
                  <c:v>3.8199999999999998E-2</c:v>
                </c:pt>
                <c:pt idx="453">
                  <c:v>3.9199999999999999E-2</c:v>
                </c:pt>
                <c:pt idx="454">
                  <c:v>3.9199999999999999E-2</c:v>
                </c:pt>
                <c:pt idx="455">
                  <c:v>3.85E-2</c:v>
                </c:pt>
                <c:pt idx="456">
                  <c:v>3.7350000000000001E-2</c:v>
                </c:pt>
                <c:pt idx="457">
                  <c:v>3.7350000000000001E-2</c:v>
                </c:pt>
                <c:pt idx="458">
                  <c:v>3.7350000000000001E-2</c:v>
                </c:pt>
                <c:pt idx="459">
                  <c:v>3.7350000000000001E-2</c:v>
                </c:pt>
                <c:pt idx="460">
                  <c:v>3.7100000000000001E-2</c:v>
                </c:pt>
                <c:pt idx="461">
                  <c:v>3.7999999999999999E-2</c:v>
                </c:pt>
                <c:pt idx="462">
                  <c:v>3.8100000000000002E-2</c:v>
                </c:pt>
                <c:pt idx="463">
                  <c:v>3.8850000000000003E-2</c:v>
                </c:pt>
                <c:pt idx="464">
                  <c:v>3.8850000000000003E-2</c:v>
                </c:pt>
                <c:pt idx="465">
                  <c:v>3.7150000000000002E-2</c:v>
                </c:pt>
                <c:pt idx="466">
                  <c:v>3.6499999999999998E-2</c:v>
                </c:pt>
                <c:pt idx="467">
                  <c:v>3.585E-2</c:v>
                </c:pt>
                <c:pt idx="468">
                  <c:v>3.5499999999999997E-2</c:v>
                </c:pt>
                <c:pt idx="469">
                  <c:v>3.4750000000000003E-2</c:v>
                </c:pt>
                <c:pt idx="470">
                  <c:v>3.4849999999999999E-2</c:v>
                </c:pt>
                <c:pt idx="471">
                  <c:v>3.4849999999999999E-2</c:v>
                </c:pt>
                <c:pt idx="472">
                  <c:v>3.5099999999999999E-2</c:v>
                </c:pt>
                <c:pt idx="473">
                  <c:v>3.4750000000000003E-2</c:v>
                </c:pt>
                <c:pt idx="474">
                  <c:v>3.4500000000000003E-2</c:v>
                </c:pt>
                <c:pt idx="475">
                  <c:v>3.5075000000000002E-2</c:v>
                </c:pt>
                <c:pt idx="476">
                  <c:v>3.4450000000000001E-2</c:v>
                </c:pt>
                <c:pt idx="477">
                  <c:v>3.3550000000000003E-2</c:v>
                </c:pt>
                <c:pt idx="478">
                  <c:v>3.3550000000000003E-2</c:v>
                </c:pt>
                <c:pt idx="479">
                  <c:v>3.2599999999999997E-2</c:v>
                </c:pt>
                <c:pt idx="480">
                  <c:v>3.2250000000000001E-2</c:v>
                </c:pt>
                <c:pt idx="481">
                  <c:v>3.1850000000000003E-2</c:v>
                </c:pt>
                <c:pt idx="482">
                  <c:v>3.1600000000000003E-2</c:v>
                </c:pt>
                <c:pt idx="483">
                  <c:v>3.1350000000000003E-2</c:v>
                </c:pt>
                <c:pt idx="484">
                  <c:v>3.1350000000000003E-2</c:v>
                </c:pt>
                <c:pt idx="485">
                  <c:v>3.1350000000000003E-2</c:v>
                </c:pt>
                <c:pt idx="486">
                  <c:v>3.1850000000000003E-2</c:v>
                </c:pt>
                <c:pt idx="487">
                  <c:v>3.1274999999999997E-2</c:v>
                </c:pt>
                <c:pt idx="488">
                  <c:v>3.005E-2</c:v>
                </c:pt>
                <c:pt idx="489">
                  <c:v>2.9250000000000002E-2</c:v>
                </c:pt>
                <c:pt idx="490">
                  <c:v>2.8500000000000001E-2</c:v>
                </c:pt>
                <c:pt idx="491">
                  <c:v>2.8500000000000001E-2</c:v>
                </c:pt>
                <c:pt idx="492">
                  <c:v>2.8500000000000001E-2</c:v>
                </c:pt>
                <c:pt idx="493">
                  <c:v>2.775E-2</c:v>
                </c:pt>
                <c:pt idx="494">
                  <c:v>2.775E-2</c:v>
                </c:pt>
                <c:pt idx="495">
                  <c:v>2.775E-2</c:v>
                </c:pt>
                <c:pt idx="496">
                  <c:v>2.75E-2</c:v>
                </c:pt>
                <c:pt idx="497">
                  <c:v>2.75E-2</c:v>
                </c:pt>
                <c:pt idx="498">
                  <c:v>2.75E-2</c:v>
                </c:pt>
                <c:pt idx="499">
                  <c:v>2.6749999999999999E-2</c:v>
                </c:pt>
                <c:pt idx="500">
                  <c:v>2.7050000000000001E-2</c:v>
                </c:pt>
                <c:pt idx="501">
                  <c:v>2.7349999999999999E-2</c:v>
                </c:pt>
                <c:pt idx="502">
                  <c:v>2.785E-2</c:v>
                </c:pt>
                <c:pt idx="503">
                  <c:v>2.785E-2</c:v>
                </c:pt>
                <c:pt idx="504">
                  <c:v>2.76E-2</c:v>
                </c:pt>
                <c:pt idx="505">
                  <c:v>2.725E-2</c:v>
                </c:pt>
                <c:pt idx="506">
                  <c:v>2.6749999999999999E-2</c:v>
                </c:pt>
                <c:pt idx="507">
                  <c:v>2.6249999999999999E-2</c:v>
                </c:pt>
                <c:pt idx="508">
                  <c:v>2.6249999999999999E-2</c:v>
                </c:pt>
                <c:pt idx="509">
                  <c:v>2.5749999999999999E-2</c:v>
                </c:pt>
                <c:pt idx="510">
                  <c:v>2.5600000000000001E-2</c:v>
                </c:pt>
                <c:pt idx="511">
                  <c:v>2.5399999999999999E-2</c:v>
                </c:pt>
                <c:pt idx="512">
                  <c:v>2.4500000000000001E-2</c:v>
                </c:pt>
                <c:pt idx="513">
                  <c:v>2.4250000000000001E-2</c:v>
                </c:pt>
                <c:pt idx="514">
                  <c:v>2.4250000000000001E-2</c:v>
                </c:pt>
                <c:pt idx="515">
                  <c:v>2.4250000000000001E-2</c:v>
                </c:pt>
                <c:pt idx="516">
                  <c:v>2.4250000000000001E-2</c:v>
                </c:pt>
                <c:pt idx="517">
                  <c:v>2.4250000000000001E-2</c:v>
                </c:pt>
                <c:pt idx="518">
                  <c:v>2.4250000000000001E-2</c:v>
                </c:pt>
                <c:pt idx="519">
                  <c:v>2.4799999999999999E-2</c:v>
                </c:pt>
                <c:pt idx="520">
                  <c:v>2.4799999999999999E-2</c:v>
                </c:pt>
                <c:pt idx="521">
                  <c:v>2.4799999999999999E-2</c:v>
                </c:pt>
                <c:pt idx="522">
                  <c:v>2.435E-2</c:v>
                </c:pt>
                <c:pt idx="523">
                  <c:v>2.4799999999999999E-2</c:v>
                </c:pt>
                <c:pt idx="524">
                  <c:v>2.4799999999999999E-2</c:v>
                </c:pt>
                <c:pt idx="525">
                  <c:v>2.4250000000000001E-2</c:v>
                </c:pt>
                <c:pt idx="526">
                  <c:v>2.4125000000000001E-2</c:v>
                </c:pt>
                <c:pt idx="527">
                  <c:v>2.3349999999999999E-2</c:v>
                </c:pt>
                <c:pt idx="528">
                  <c:v>2.3349999999999999E-2</c:v>
                </c:pt>
                <c:pt idx="529">
                  <c:v>2.3224999999999999E-2</c:v>
                </c:pt>
                <c:pt idx="530">
                  <c:v>2.3224999999999999E-2</c:v>
                </c:pt>
                <c:pt idx="531">
                  <c:v>2.4025000000000001E-2</c:v>
                </c:pt>
                <c:pt idx="532">
                  <c:v>2.3725E-2</c:v>
                </c:pt>
                <c:pt idx="533">
                  <c:v>2.3725E-2</c:v>
                </c:pt>
                <c:pt idx="534">
                  <c:v>2.3725E-2</c:v>
                </c:pt>
                <c:pt idx="535">
                  <c:v>2.555E-2</c:v>
                </c:pt>
                <c:pt idx="536">
                  <c:v>2.665E-2</c:v>
                </c:pt>
                <c:pt idx="537">
                  <c:v>2.6950000000000002E-2</c:v>
                </c:pt>
                <c:pt idx="538">
                  <c:v>2.7833300000000002E-2</c:v>
                </c:pt>
                <c:pt idx="539">
                  <c:v>2.8000000000000001E-2</c:v>
                </c:pt>
                <c:pt idx="540">
                  <c:v>2.7E-2</c:v>
                </c:pt>
                <c:pt idx="541">
                  <c:v>2.7E-2</c:v>
                </c:pt>
                <c:pt idx="542">
                  <c:v>2.6933300000000004E-2</c:v>
                </c:pt>
                <c:pt idx="543">
                  <c:v>2.7099999999999999E-2</c:v>
                </c:pt>
                <c:pt idx="544">
                  <c:v>2.6933300000000004E-2</c:v>
                </c:pt>
                <c:pt idx="545">
                  <c:v>2.7266699999999998E-2</c:v>
                </c:pt>
                <c:pt idx="546">
                  <c:v>2.7166699999999998E-2</c:v>
                </c:pt>
                <c:pt idx="547">
                  <c:v>2.6566699999999999E-2</c:v>
                </c:pt>
                <c:pt idx="548">
                  <c:v>2.6166699999999998E-2</c:v>
                </c:pt>
                <c:pt idx="549">
                  <c:v>2.6100000000000002E-2</c:v>
                </c:pt>
                <c:pt idx="550">
                  <c:v>2.5733300000000004E-2</c:v>
                </c:pt>
                <c:pt idx="551">
                  <c:v>2.5766699999999997E-2</c:v>
                </c:pt>
                <c:pt idx="552">
                  <c:v>2.6100000000000002E-2</c:v>
                </c:pt>
                <c:pt idx="553">
                  <c:v>2.6166699999999998E-2</c:v>
                </c:pt>
                <c:pt idx="554">
                  <c:v>2.6166699999999998E-2</c:v>
                </c:pt>
                <c:pt idx="555">
                  <c:v>2.5666699999999997E-2</c:v>
                </c:pt>
                <c:pt idx="556">
                  <c:v>2.5533299999999998E-2</c:v>
                </c:pt>
                <c:pt idx="557">
                  <c:v>2.5533299999999998E-2</c:v>
                </c:pt>
                <c:pt idx="558">
                  <c:v>2.5133300000000001E-2</c:v>
                </c:pt>
                <c:pt idx="559">
                  <c:v>2.5133300000000001E-2</c:v>
                </c:pt>
                <c:pt idx="560">
                  <c:v>2.5666699999999997E-2</c:v>
                </c:pt>
                <c:pt idx="561">
                  <c:v>2.5733300000000004E-2</c:v>
                </c:pt>
                <c:pt idx="562">
                  <c:v>2.5933300000000003E-2</c:v>
                </c:pt>
                <c:pt idx="563">
                  <c:v>2.5899999999999999E-2</c:v>
                </c:pt>
                <c:pt idx="564">
                  <c:v>2.5149999999999999E-2</c:v>
                </c:pt>
                <c:pt idx="565">
                  <c:v>2.5666699999999997E-2</c:v>
                </c:pt>
                <c:pt idx="566">
                  <c:v>2.5666699999999997E-2</c:v>
                </c:pt>
                <c:pt idx="567">
                  <c:v>2.4866699999999999E-2</c:v>
                </c:pt>
                <c:pt idx="568">
                  <c:v>2.5399999999999999E-2</c:v>
                </c:pt>
                <c:pt idx="569">
                  <c:v>2.53333E-2</c:v>
                </c:pt>
                <c:pt idx="570">
                  <c:v>2.52333E-2</c:v>
                </c:pt>
                <c:pt idx="571">
                  <c:v>2.4899999999999999E-2</c:v>
                </c:pt>
                <c:pt idx="572">
                  <c:v>2.40667E-2</c:v>
                </c:pt>
                <c:pt idx="573">
                  <c:v>2.3516700000000001E-2</c:v>
                </c:pt>
                <c:pt idx="574">
                  <c:v>2.3900000000000001E-2</c:v>
                </c:pt>
                <c:pt idx="575">
                  <c:v>2.3599999999999999E-2</c:v>
                </c:pt>
                <c:pt idx="576">
                  <c:v>2.3566699999999999E-2</c:v>
                </c:pt>
                <c:pt idx="577">
                  <c:v>2.3800000000000002E-2</c:v>
                </c:pt>
                <c:pt idx="578">
                  <c:v>2.4E-2</c:v>
                </c:pt>
                <c:pt idx="579">
                  <c:v>2.3933300000000001E-2</c:v>
                </c:pt>
                <c:pt idx="580">
                  <c:v>2.3666699999999999E-2</c:v>
                </c:pt>
                <c:pt idx="581">
                  <c:v>2.3599999999999999E-2</c:v>
                </c:pt>
                <c:pt idx="582">
                  <c:v>2.3599999999999999E-2</c:v>
                </c:pt>
                <c:pt idx="583">
                  <c:v>2.35E-2</c:v>
                </c:pt>
                <c:pt idx="584">
                  <c:v>2.3666699999999999E-2</c:v>
                </c:pt>
                <c:pt idx="585">
                  <c:v>2.35E-2</c:v>
                </c:pt>
                <c:pt idx="586">
                  <c:v>2.2583300000000001E-2</c:v>
                </c:pt>
                <c:pt idx="587">
                  <c:v>2.1749999999999999E-2</c:v>
                </c:pt>
                <c:pt idx="588">
                  <c:v>2.0899999999999998E-2</c:v>
                </c:pt>
                <c:pt idx="589">
                  <c:v>1.9900000000000001E-2</c:v>
                </c:pt>
                <c:pt idx="590">
                  <c:v>2.01333E-2</c:v>
                </c:pt>
                <c:pt idx="591">
                  <c:v>2.1250000000000002E-2</c:v>
                </c:pt>
                <c:pt idx="592">
                  <c:v>2.1149999999999999E-2</c:v>
                </c:pt>
                <c:pt idx="593">
                  <c:v>2.1000000000000001E-2</c:v>
                </c:pt>
                <c:pt idx="594">
                  <c:v>2.0833299999999999E-2</c:v>
                </c:pt>
                <c:pt idx="595">
                  <c:v>2.0400000000000001E-2</c:v>
                </c:pt>
                <c:pt idx="596">
                  <c:v>2.0283300000000001E-2</c:v>
                </c:pt>
                <c:pt idx="597">
                  <c:v>1.9800000000000002E-2</c:v>
                </c:pt>
                <c:pt idx="598">
                  <c:v>1.9800000000000002E-2</c:v>
                </c:pt>
                <c:pt idx="599">
                  <c:v>1.9800000000000002E-2</c:v>
                </c:pt>
                <c:pt idx="600">
                  <c:v>1.9800000000000002E-2</c:v>
                </c:pt>
                <c:pt idx="601">
                  <c:v>1.9125E-2</c:v>
                </c:pt>
                <c:pt idx="602">
                  <c:v>1.8749999999999999E-2</c:v>
                </c:pt>
                <c:pt idx="603">
                  <c:v>1.8749999999999999E-2</c:v>
                </c:pt>
                <c:pt idx="604">
                  <c:v>1.7899999999999999E-2</c:v>
                </c:pt>
                <c:pt idx="605">
                  <c:v>1.7333299999999999E-2</c:v>
                </c:pt>
                <c:pt idx="606">
                  <c:v>1.6333299999999999E-2</c:v>
                </c:pt>
                <c:pt idx="607">
                  <c:v>1.6166699999999999E-2</c:v>
                </c:pt>
                <c:pt idx="608">
                  <c:v>1.5833300000000002E-2</c:v>
                </c:pt>
                <c:pt idx="609">
                  <c:v>1.6E-2</c:v>
                </c:pt>
                <c:pt idx="610">
                  <c:v>1.5900000000000001E-2</c:v>
                </c:pt>
                <c:pt idx="611">
                  <c:v>1.6333299999999999E-2</c:v>
                </c:pt>
                <c:pt idx="612">
                  <c:v>1.585E-2</c:v>
                </c:pt>
                <c:pt idx="613">
                  <c:v>1.60667E-2</c:v>
                </c:pt>
                <c:pt idx="614">
                  <c:v>1.5733299999999999E-2</c:v>
                </c:pt>
                <c:pt idx="615">
                  <c:v>1.5699999999999999E-2</c:v>
                </c:pt>
                <c:pt idx="616">
                  <c:v>1.5666699999999999E-2</c:v>
                </c:pt>
                <c:pt idx="617">
                  <c:v>1.7000000000000001E-2</c:v>
                </c:pt>
                <c:pt idx="618">
                  <c:v>1.71667E-2</c:v>
                </c:pt>
                <c:pt idx="619">
                  <c:v>1.76667E-2</c:v>
                </c:pt>
                <c:pt idx="620">
                  <c:v>1.9083300000000001E-2</c:v>
                </c:pt>
                <c:pt idx="621">
                  <c:v>1.925E-2</c:v>
                </c:pt>
                <c:pt idx="622">
                  <c:v>1.865E-2</c:v>
                </c:pt>
                <c:pt idx="623">
                  <c:v>1.8416700000000001E-2</c:v>
                </c:pt>
                <c:pt idx="624">
                  <c:v>1.8416700000000001E-2</c:v>
                </c:pt>
                <c:pt idx="625">
                  <c:v>1.7600000000000001E-2</c:v>
                </c:pt>
                <c:pt idx="626">
                  <c:v>1.75833E-2</c:v>
                </c:pt>
                <c:pt idx="627">
                  <c:v>1.72333E-2</c:v>
                </c:pt>
                <c:pt idx="628">
                  <c:v>1.7149999999999999E-2</c:v>
                </c:pt>
                <c:pt idx="629">
                  <c:v>1.7350000000000001E-2</c:v>
                </c:pt>
                <c:pt idx="630">
                  <c:v>1.74167E-2</c:v>
                </c:pt>
                <c:pt idx="631">
                  <c:v>1.74167E-2</c:v>
                </c:pt>
                <c:pt idx="632">
                  <c:v>1.7500000000000002E-2</c:v>
                </c:pt>
                <c:pt idx="633">
                  <c:v>1.7000000000000001E-2</c:v>
                </c:pt>
                <c:pt idx="634">
                  <c:v>1.6833299999999999E-2</c:v>
                </c:pt>
                <c:pt idx="635">
                  <c:v>1.6833299999999999E-2</c:v>
                </c:pt>
                <c:pt idx="636">
                  <c:v>1.7100000000000001E-2</c:v>
                </c:pt>
                <c:pt idx="637">
                  <c:v>1.6833299999999999E-2</c:v>
                </c:pt>
                <c:pt idx="638">
                  <c:v>1.6E-2</c:v>
                </c:pt>
                <c:pt idx="639">
                  <c:v>1.60333E-2</c:v>
                </c:pt>
                <c:pt idx="640">
                  <c:v>1.5666699999999999E-2</c:v>
                </c:pt>
                <c:pt idx="641">
                  <c:v>1.5900000000000001E-2</c:v>
                </c:pt>
                <c:pt idx="642">
                  <c:v>1.65667E-2</c:v>
                </c:pt>
                <c:pt idx="643">
                  <c:v>1.7250000000000001E-2</c:v>
                </c:pt>
                <c:pt idx="644">
                  <c:v>1.7600000000000001E-2</c:v>
                </c:pt>
                <c:pt idx="645">
                  <c:v>1.7399999999999999E-2</c:v>
                </c:pt>
                <c:pt idx="646">
                  <c:v>1.7333299999999999E-2</c:v>
                </c:pt>
                <c:pt idx="647">
                  <c:v>1.7566700000000001E-2</c:v>
                </c:pt>
                <c:pt idx="648">
                  <c:v>1.78333E-2</c:v>
                </c:pt>
                <c:pt idx="649">
                  <c:v>1.7899999999999999E-2</c:v>
                </c:pt>
                <c:pt idx="650">
                  <c:v>1.7899999999999999E-2</c:v>
                </c:pt>
                <c:pt idx="651">
                  <c:v>1.7850000000000001E-2</c:v>
                </c:pt>
                <c:pt idx="652">
                  <c:v>1.9266700000000001E-2</c:v>
                </c:pt>
                <c:pt idx="653">
                  <c:v>1.9099999999999999E-2</c:v>
                </c:pt>
                <c:pt idx="654">
                  <c:v>2.0766699999999999E-2</c:v>
                </c:pt>
                <c:pt idx="655">
                  <c:v>2.0400000000000001E-2</c:v>
                </c:pt>
                <c:pt idx="656">
                  <c:v>1.9366700000000001E-2</c:v>
                </c:pt>
                <c:pt idx="657">
                  <c:v>1.7866699999999999E-2</c:v>
                </c:pt>
                <c:pt idx="658">
                  <c:v>1.7500000000000002E-2</c:v>
                </c:pt>
                <c:pt idx="659">
                  <c:v>1.7266699999999999E-2</c:v>
                </c:pt>
                <c:pt idx="660">
                  <c:v>1.6933299999999998E-2</c:v>
                </c:pt>
                <c:pt idx="661">
                  <c:v>1.6899999999999998E-2</c:v>
                </c:pt>
                <c:pt idx="662">
                  <c:v>1.66667E-2</c:v>
                </c:pt>
                <c:pt idx="663">
                  <c:v>1.635E-2</c:v>
                </c:pt>
                <c:pt idx="664">
                  <c:v>1.61E-2</c:v>
                </c:pt>
                <c:pt idx="665">
                  <c:v>1.5833300000000002E-2</c:v>
                </c:pt>
                <c:pt idx="666">
                  <c:v>1.5599999999999999E-2</c:v>
                </c:pt>
                <c:pt idx="667">
                  <c:v>1.60667E-2</c:v>
                </c:pt>
                <c:pt idx="668">
                  <c:v>1.60667E-2</c:v>
                </c:pt>
                <c:pt idx="669">
                  <c:v>1.6E-2</c:v>
                </c:pt>
                <c:pt idx="670">
                  <c:v>1.585E-2</c:v>
                </c:pt>
                <c:pt idx="671">
                  <c:v>1.6166699999999999E-2</c:v>
                </c:pt>
                <c:pt idx="672">
                  <c:v>1.5900000000000001E-2</c:v>
                </c:pt>
                <c:pt idx="673">
                  <c:v>1.6500000000000001E-2</c:v>
                </c:pt>
                <c:pt idx="674">
                  <c:v>1.7500000000000002E-2</c:v>
                </c:pt>
                <c:pt idx="675">
                  <c:v>1.71667E-2</c:v>
                </c:pt>
                <c:pt idx="676">
                  <c:v>1.6750000000000001E-2</c:v>
                </c:pt>
                <c:pt idx="677">
                  <c:v>1.7000000000000001E-2</c:v>
                </c:pt>
                <c:pt idx="678">
                  <c:v>1.6833299999999999E-2</c:v>
                </c:pt>
                <c:pt idx="679">
                  <c:v>1.6500000000000001E-2</c:v>
                </c:pt>
                <c:pt idx="680">
                  <c:v>1.66667E-2</c:v>
                </c:pt>
                <c:pt idx="681">
                  <c:v>1.6833299999999999E-2</c:v>
                </c:pt>
                <c:pt idx="682">
                  <c:v>1.67333E-2</c:v>
                </c:pt>
                <c:pt idx="683">
                  <c:v>1.7350000000000001E-2</c:v>
                </c:pt>
                <c:pt idx="684">
                  <c:v>1.7333299999999999E-2</c:v>
                </c:pt>
                <c:pt idx="685">
                  <c:v>1.6833299999999999E-2</c:v>
                </c:pt>
                <c:pt idx="686">
                  <c:v>1.6766699999999999E-2</c:v>
                </c:pt>
                <c:pt idx="687">
                  <c:v>1.6466700000000001E-2</c:v>
                </c:pt>
                <c:pt idx="688">
                  <c:v>1.6166699999999999E-2</c:v>
                </c:pt>
                <c:pt idx="689">
                  <c:v>1.5925000000000002E-2</c:v>
                </c:pt>
                <c:pt idx="690">
                  <c:v>1.57833E-2</c:v>
                </c:pt>
                <c:pt idx="691">
                  <c:v>1.5683300000000001E-2</c:v>
                </c:pt>
                <c:pt idx="692">
                  <c:v>1.5983299999999999E-2</c:v>
                </c:pt>
                <c:pt idx="693">
                  <c:v>1.6250000000000001E-2</c:v>
                </c:pt>
                <c:pt idx="694">
                  <c:v>1.6250000000000001E-2</c:v>
                </c:pt>
                <c:pt idx="695">
                  <c:v>1.6366700000000001E-2</c:v>
                </c:pt>
                <c:pt idx="696">
                  <c:v>1.6E-2</c:v>
                </c:pt>
                <c:pt idx="697">
                  <c:v>1.575E-2</c:v>
                </c:pt>
                <c:pt idx="698">
                  <c:v>1.5833300000000002E-2</c:v>
                </c:pt>
                <c:pt idx="699">
                  <c:v>1.5866700000000001E-2</c:v>
                </c:pt>
                <c:pt idx="700">
                  <c:v>1.6E-2</c:v>
                </c:pt>
                <c:pt idx="701">
                  <c:v>1.585E-2</c:v>
                </c:pt>
                <c:pt idx="702">
                  <c:v>1.57833E-2</c:v>
                </c:pt>
                <c:pt idx="703">
                  <c:v>1.5916699999999999E-2</c:v>
                </c:pt>
                <c:pt idx="704">
                  <c:v>1.5983299999999999E-2</c:v>
                </c:pt>
                <c:pt idx="705">
                  <c:v>1.5916699999999999E-2</c:v>
                </c:pt>
                <c:pt idx="706">
                  <c:v>1.5683300000000001E-2</c:v>
                </c:pt>
                <c:pt idx="707">
                  <c:v>1.54167E-2</c:v>
                </c:pt>
                <c:pt idx="708">
                  <c:v>1.525E-2</c:v>
                </c:pt>
                <c:pt idx="709">
                  <c:v>1.4833300000000001E-2</c:v>
                </c:pt>
                <c:pt idx="710">
                  <c:v>1.4966699999999999E-2</c:v>
                </c:pt>
                <c:pt idx="711">
                  <c:v>1.4800000000000001E-2</c:v>
                </c:pt>
                <c:pt idx="712">
                  <c:v>1.4500000000000001E-2</c:v>
                </c:pt>
                <c:pt idx="713">
                  <c:v>1.3950000000000001E-2</c:v>
                </c:pt>
                <c:pt idx="714">
                  <c:v>1.375E-2</c:v>
                </c:pt>
                <c:pt idx="715">
                  <c:v>1.3950000000000001E-2</c:v>
                </c:pt>
                <c:pt idx="716">
                  <c:v>1.405E-2</c:v>
                </c:pt>
                <c:pt idx="717">
                  <c:v>1.405E-2</c:v>
                </c:pt>
                <c:pt idx="718">
                  <c:v>1.4149999999999999E-2</c:v>
                </c:pt>
                <c:pt idx="719">
                  <c:v>1.3899999999999999E-2</c:v>
                </c:pt>
                <c:pt idx="720">
                  <c:v>1.4E-2</c:v>
                </c:pt>
                <c:pt idx="721">
                  <c:v>1.4E-2</c:v>
                </c:pt>
                <c:pt idx="722">
                  <c:v>1.41333E-2</c:v>
                </c:pt>
                <c:pt idx="723">
                  <c:v>1.46E-2</c:v>
                </c:pt>
                <c:pt idx="724">
                  <c:v>1.46E-2</c:v>
                </c:pt>
                <c:pt idx="725">
                  <c:v>1.44E-2</c:v>
                </c:pt>
                <c:pt idx="726">
                  <c:v>1.4466700000000001E-2</c:v>
                </c:pt>
                <c:pt idx="727">
                  <c:v>1.46E-2</c:v>
                </c:pt>
                <c:pt idx="728">
                  <c:v>1.495E-2</c:v>
                </c:pt>
                <c:pt idx="729">
                  <c:v>1.47333E-2</c:v>
                </c:pt>
                <c:pt idx="730">
                  <c:v>1.525E-2</c:v>
                </c:pt>
                <c:pt idx="731">
                  <c:v>1.55E-2</c:v>
                </c:pt>
                <c:pt idx="732">
                  <c:v>1.51667E-2</c:v>
                </c:pt>
                <c:pt idx="733">
                  <c:v>1.525E-2</c:v>
                </c:pt>
                <c:pt idx="734">
                  <c:v>1.53667E-2</c:v>
                </c:pt>
                <c:pt idx="735">
                  <c:v>1.54E-2</c:v>
                </c:pt>
                <c:pt idx="736">
                  <c:v>1.4999999999999999E-2</c:v>
                </c:pt>
                <c:pt idx="737">
                  <c:v>1.49333E-2</c:v>
                </c:pt>
                <c:pt idx="738">
                  <c:v>1.3933299999999999E-2</c:v>
                </c:pt>
                <c:pt idx="739">
                  <c:v>1.38333E-2</c:v>
                </c:pt>
                <c:pt idx="740">
                  <c:v>1.38E-2</c:v>
                </c:pt>
                <c:pt idx="741">
                  <c:v>1.3566700000000001E-2</c:v>
                </c:pt>
                <c:pt idx="742">
                  <c:v>1.34E-2</c:v>
                </c:pt>
                <c:pt idx="743">
                  <c:v>1.26E-2</c:v>
                </c:pt>
                <c:pt idx="744">
                  <c:v>1.26E-2</c:v>
                </c:pt>
                <c:pt idx="745">
                  <c:v>1.26E-2</c:v>
                </c:pt>
                <c:pt idx="746">
                  <c:v>1.24E-2</c:v>
                </c:pt>
                <c:pt idx="747">
                  <c:v>1.2233299999999999E-2</c:v>
                </c:pt>
                <c:pt idx="748">
                  <c:v>1.23E-2</c:v>
                </c:pt>
                <c:pt idx="749">
                  <c:v>1.23E-2</c:v>
                </c:pt>
                <c:pt idx="750">
                  <c:v>1.24625E-2</c:v>
                </c:pt>
                <c:pt idx="751">
                  <c:v>1.25875E-2</c:v>
                </c:pt>
                <c:pt idx="752">
                  <c:v>1.2737500000000001E-2</c:v>
                </c:pt>
                <c:pt idx="753">
                  <c:v>1.26625E-2</c:v>
                </c:pt>
                <c:pt idx="754">
                  <c:v>1.24E-2</c:v>
                </c:pt>
                <c:pt idx="755">
                  <c:v>1.25875E-2</c:v>
                </c:pt>
                <c:pt idx="756">
                  <c:v>1.26625E-2</c:v>
                </c:pt>
                <c:pt idx="757">
                  <c:v>1.2200000000000001E-2</c:v>
                </c:pt>
                <c:pt idx="758">
                  <c:v>1.23E-2</c:v>
                </c:pt>
                <c:pt idx="759">
                  <c:v>1.2500000000000001E-2</c:v>
                </c:pt>
                <c:pt idx="760">
                  <c:v>1.2500000000000001E-2</c:v>
                </c:pt>
                <c:pt idx="761">
                  <c:v>1.24875E-2</c:v>
                </c:pt>
                <c:pt idx="762">
                  <c:v>1.24333E-2</c:v>
                </c:pt>
                <c:pt idx="763">
                  <c:v>1.18875E-2</c:v>
                </c:pt>
                <c:pt idx="764">
                  <c:v>1.175E-2</c:v>
                </c:pt>
                <c:pt idx="765">
                  <c:v>1.15625E-2</c:v>
                </c:pt>
                <c:pt idx="766">
                  <c:v>1.1487499999999999E-2</c:v>
                </c:pt>
                <c:pt idx="767">
                  <c:v>1.1883299999999999E-2</c:v>
                </c:pt>
                <c:pt idx="768">
                  <c:v>1.18333E-2</c:v>
                </c:pt>
                <c:pt idx="769">
                  <c:v>1.24875E-2</c:v>
                </c:pt>
                <c:pt idx="770">
                  <c:v>1.25375E-2</c:v>
                </c:pt>
                <c:pt idx="771">
                  <c:v>1.25375E-2</c:v>
                </c:pt>
                <c:pt idx="772">
                  <c:v>1.24125E-2</c:v>
                </c:pt>
                <c:pt idx="773">
                  <c:v>1.24333E-2</c:v>
                </c:pt>
                <c:pt idx="774">
                  <c:v>1.24E-2</c:v>
                </c:pt>
                <c:pt idx="775">
                  <c:v>1.24E-2</c:v>
                </c:pt>
                <c:pt idx="776">
                  <c:v>1.24E-2</c:v>
                </c:pt>
                <c:pt idx="777">
                  <c:v>1.24E-2</c:v>
                </c:pt>
                <c:pt idx="778">
                  <c:v>1.235E-2</c:v>
                </c:pt>
                <c:pt idx="779">
                  <c:v>1.22167E-2</c:v>
                </c:pt>
                <c:pt idx="780">
                  <c:v>1.22167E-2</c:v>
                </c:pt>
                <c:pt idx="781">
                  <c:v>1.22167E-2</c:v>
                </c:pt>
                <c:pt idx="782">
                  <c:v>1.22167E-2</c:v>
                </c:pt>
                <c:pt idx="783">
                  <c:v>1.235E-2</c:v>
                </c:pt>
                <c:pt idx="784">
                  <c:v>1.18333E-2</c:v>
                </c:pt>
                <c:pt idx="785">
                  <c:v>1.15E-2</c:v>
                </c:pt>
                <c:pt idx="786">
                  <c:v>1.0500000000000001E-2</c:v>
                </c:pt>
                <c:pt idx="787">
                  <c:v>1.025E-2</c:v>
                </c:pt>
                <c:pt idx="788">
                  <c:v>1.025E-2</c:v>
                </c:pt>
                <c:pt idx="789">
                  <c:v>9.9332999999999991E-3</c:v>
                </c:pt>
                <c:pt idx="790">
                  <c:v>1.01E-2</c:v>
                </c:pt>
                <c:pt idx="791">
                  <c:v>1.02667E-2</c:v>
                </c:pt>
                <c:pt idx="792">
                  <c:v>1.02667E-2</c:v>
                </c:pt>
                <c:pt idx="793">
                  <c:v>1.0637499999999999E-2</c:v>
                </c:pt>
                <c:pt idx="794">
                  <c:v>1.0999999999999999E-2</c:v>
                </c:pt>
                <c:pt idx="795">
                  <c:v>1.06E-2</c:v>
                </c:pt>
                <c:pt idx="796">
                  <c:v>1.0666699999999999E-2</c:v>
                </c:pt>
                <c:pt idx="797">
                  <c:v>1.0666699999999999E-2</c:v>
                </c:pt>
                <c:pt idx="798">
                  <c:v>1.1062499999999999E-2</c:v>
                </c:pt>
                <c:pt idx="799">
                  <c:v>1.15E-2</c:v>
                </c:pt>
                <c:pt idx="800">
                  <c:v>1.11E-2</c:v>
                </c:pt>
                <c:pt idx="801">
                  <c:v>1.125E-2</c:v>
                </c:pt>
                <c:pt idx="802">
                  <c:v>1.1333299999999999E-2</c:v>
                </c:pt>
                <c:pt idx="803">
                  <c:v>1.17667E-2</c:v>
                </c:pt>
                <c:pt idx="804">
                  <c:v>1.14E-2</c:v>
                </c:pt>
                <c:pt idx="805">
                  <c:v>1.17667E-2</c:v>
                </c:pt>
                <c:pt idx="806">
                  <c:v>1.14E-2</c:v>
                </c:pt>
                <c:pt idx="807">
                  <c:v>1.1650000000000001E-2</c:v>
                </c:pt>
                <c:pt idx="808">
                  <c:v>1.2116699999999999E-2</c:v>
                </c:pt>
                <c:pt idx="809">
                  <c:v>1.2200000000000001E-2</c:v>
                </c:pt>
                <c:pt idx="810">
                  <c:v>1.2200000000000001E-2</c:v>
                </c:pt>
                <c:pt idx="811">
                  <c:v>1.20333E-2</c:v>
                </c:pt>
                <c:pt idx="812">
                  <c:v>1.1933299999999999E-2</c:v>
                </c:pt>
                <c:pt idx="813">
                  <c:v>1.17E-2</c:v>
                </c:pt>
                <c:pt idx="814">
                  <c:v>1.1625E-2</c:v>
                </c:pt>
                <c:pt idx="815">
                  <c:v>1.1883299999999999E-2</c:v>
                </c:pt>
                <c:pt idx="816">
                  <c:v>1.1633299999999999E-2</c:v>
                </c:pt>
                <c:pt idx="817">
                  <c:v>1.14667E-2</c:v>
                </c:pt>
                <c:pt idx="818">
                  <c:v>1.2200000000000001E-2</c:v>
                </c:pt>
                <c:pt idx="819">
                  <c:v>1.15E-2</c:v>
                </c:pt>
                <c:pt idx="820">
                  <c:v>1.15E-2</c:v>
                </c:pt>
                <c:pt idx="821">
                  <c:v>1.15E-2</c:v>
                </c:pt>
                <c:pt idx="822">
                  <c:v>1.14E-2</c:v>
                </c:pt>
                <c:pt idx="823">
                  <c:v>1.10667E-2</c:v>
                </c:pt>
                <c:pt idx="824">
                  <c:v>1.1062499999999999E-2</c:v>
                </c:pt>
                <c:pt idx="825">
                  <c:v>1.0749999999999999E-2</c:v>
                </c:pt>
                <c:pt idx="826">
                  <c:v>1.09333E-2</c:v>
                </c:pt>
                <c:pt idx="827">
                  <c:v>1.10667E-2</c:v>
                </c:pt>
                <c:pt idx="828">
                  <c:v>1.08833E-2</c:v>
                </c:pt>
                <c:pt idx="829">
                  <c:v>1.05167E-2</c:v>
                </c:pt>
                <c:pt idx="830">
                  <c:v>1.06E-2</c:v>
                </c:pt>
                <c:pt idx="831">
                  <c:v>1.0733299999999999E-2</c:v>
                </c:pt>
                <c:pt idx="832">
                  <c:v>1.12333E-2</c:v>
                </c:pt>
                <c:pt idx="833">
                  <c:v>1.085E-2</c:v>
                </c:pt>
                <c:pt idx="834">
                  <c:v>1.12333E-2</c:v>
                </c:pt>
                <c:pt idx="835">
                  <c:v>1.12333E-2</c:v>
                </c:pt>
                <c:pt idx="836">
                  <c:v>1.085E-2</c:v>
                </c:pt>
                <c:pt idx="837">
                  <c:v>1.1362499999999999E-2</c:v>
                </c:pt>
                <c:pt idx="838">
                  <c:v>1.13375E-2</c:v>
                </c:pt>
                <c:pt idx="839">
                  <c:v>1.12625E-2</c:v>
                </c:pt>
                <c:pt idx="840">
                  <c:v>1.12625E-2</c:v>
                </c:pt>
                <c:pt idx="841">
                  <c:v>1.09167E-2</c:v>
                </c:pt>
                <c:pt idx="842">
                  <c:v>1.1016700000000001E-2</c:v>
                </c:pt>
                <c:pt idx="843">
                  <c:v>1.10125E-2</c:v>
                </c:pt>
                <c:pt idx="844">
                  <c:v>1.11167E-2</c:v>
                </c:pt>
                <c:pt idx="845">
                  <c:v>1.1050000000000001E-2</c:v>
                </c:pt>
                <c:pt idx="846">
                  <c:v>1.0925000000000001E-2</c:v>
                </c:pt>
                <c:pt idx="847">
                  <c:v>1.0874999999999999E-2</c:v>
                </c:pt>
                <c:pt idx="848">
                  <c:v>1.0966699999999999E-2</c:v>
                </c:pt>
                <c:pt idx="849">
                  <c:v>1.09167E-2</c:v>
                </c:pt>
                <c:pt idx="850">
                  <c:v>1.0733299999999999E-2</c:v>
                </c:pt>
                <c:pt idx="851">
                  <c:v>1.06E-2</c:v>
                </c:pt>
                <c:pt idx="852">
                  <c:v>1.06125E-2</c:v>
                </c:pt>
                <c:pt idx="853">
                  <c:v>1.06125E-2</c:v>
                </c:pt>
                <c:pt idx="854">
                  <c:v>1.04E-2</c:v>
                </c:pt>
                <c:pt idx="855">
                  <c:v>1.04E-2</c:v>
                </c:pt>
                <c:pt idx="856">
                  <c:v>1.03625E-2</c:v>
                </c:pt>
                <c:pt idx="857">
                  <c:v>1.085E-2</c:v>
                </c:pt>
                <c:pt idx="858">
                  <c:v>1.095E-2</c:v>
                </c:pt>
                <c:pt idx="859">
                  <c:v>1.0716700000000001E-2</c:v>
                </c:pt>
                <c:pt idx="860">
                  <c:v>1.07799E-2</c:v>
                </c:pt>
                <c:pt idx="861">
                  <c:v>1.0999999999999999E-2</c:v>
                </c:pt>
                <c:pt idx="862">
                  <c:v>1.11167E-2</c:v>
                </c:pt>
                <c:pt idx="863">
                  <c:v>1.09295E-2</c:v>
                </c:pt>
                <c:pt idx="864">
                  <c:v>1.10791E-2</c:v>
                </c:pt>
                <c:pt idx="865">
                  <c:v>1.15333E-2</c:v>
                </c:pt>
                <c:pt idx="866">
                  <c:v>1.2676699999999999E-2</c:v>
                </c:pt>
                <c:pt idx="867">
                  <c:v>1.3876699999999999E-2</c:v>
                </c:pt>
                <c:pt idx="868">
                  <c:v>1.4276400000000002E-2</c:v>
                </c:pt>
                <c:pt idx="869">
                  <c:v>1.38762E-2</c:v>
                </c:pt>
                <c:pt idx="870">
                  <c:v>1.5159000000000001E-2</c:v>
                </c:pt>
                <c:pt idx="871">
                  <c:v>1.50755E-2</c:v>
                </c:pt>
                <c:pt idx="872">
                  <c:v>1.5162E-2</c:v>
                </c:pt>
                <c:pt idx="873">
                  <c:v>1.7440500000000001E-2</c:v>
                </c:pt>
                <c:pt idx="874">
                  <c:v>2.0058799999999998E-2</c:v>
                </c:pt>
                <c:pt idx="875">
                  <c:v>1.89573E-2</c:v>
                </c:pt>
                <c:pt idx="876">
                  <c:v>1.7361000000000001E-2</c:v>
                </c:pt>
                <c:pt idx="877">
                  <c:v>1.7460699999999999E-2</c:v>
                </c:pt>
                <c:pt idx="878">
                  <c:v>1.6524299999999999E-2</c:v>
                </c:pt>
                <c:pt idx="879">
                  <c:v>1.61618E-2</c:v>
                </c:pt>
                <c:pt idx="880">
                  <c:v>1.5362299999999999E-2</c:v>
                </c:pt>
                <c:pt idx="881">
                  <c:v>1.55833E-2</c:v>
                </c:pt>
                <c:pt idx="882">
                  <c:v>1.5961900000000001E-2</c:v>
                </c:pt>
                <c:pt idx="883">
                  <c:v>1.62121E-2</c:v>
                </c:pt>
                <c:pt idx="884">
                  <c:v>1.57828E-2</c:v>
                </c:pt>
                <c:pt idx="885">
                  <c:v>1.5675100000000001E-2</c:v>
                </c:pt>
                <c:pt idx="886">
                  <c:v>1.58167E-2</c:v>
                </c:pt>
                <c:pt idx="887">
                  <c:v>1.56131E-2</c:v>
                </c:pt>
                <c:pt idx="888">
                  <c:v>1.545E-2</c:v>
                </c:pt>
                <c:pt idx="889">
                  <c:v>1.545E-2</c:v>
                </c:pt>
                <c:pt idx="890">
                  <c:v>1.57249E-2</c:v>
                </c:pt>
                <c:pt idx="891">
                  <c:v>1.5774799999999999E-2</c:v>
                </c:pt>
                <c:pt idx="892">
                  <c:v>1.6049600000000001E-2</c:v>
                </c:pt>
                <c:pt idx="893">
                  <c:v>1.56665E-2</c:v>
                </c:pt>
                <c:pt idx="894">
                  <c:v>1.50499E-2</c:v>
                </c:pt>
                <c:pt idx="895">
                  <c:v>1.4787799999999999E-2</c:v>
                </c:pt>
                <c:pt idx="896">
                  <c:v>1.4750299999999999E-2</c:v>
                </c:pt>
                <c:pt idx="897">
                  <c:v>1.5232799999999999E-2</c:v>
                </c:pt>
                <c:pt idx="898">
                  <c:v>1.5474199999999999E-2</c:v>
                </c:pt>
                <c:pt idx="899">
                  <c:v>1.5499600000000001E-2</c:v>
                </c:pt>
                <c:pt idx="900">
                  <c:v>1.5462100000000001E-2</c:v>
                </c:pt>
                <c:pt idx="901">
                  <c:v>1.5275E-2</c:v>
                </c:pt>
                <c:pt idx="902">
                  <c:v>1.4937499999999999E-2</c:v>
                </c:pt>
                <c:pt idx="903">
                  <c:v>1.4937499999999999E-2</c:v>
                </c:pt>
                <c:pt idx="904">
                  <c:v>1.47625E-2</c:v>
                </c:pt>
                <c:pt idx="905">
                  <c:v>1.47E-2</c:v>
                </c:pt>
                <c:pt idx="906">
                  <c:v>1.4767199999999999E-2</c:v>
                </c:pt>
                <c:pt idx="907">
                  <c:v>1.4767199999999999E-2</c:v>
                </c:pt>
                <c:pt idx="908">
                  <c:v>1.4763099999999999E-2</c:v>
                </c:pt>
                <c:pt idx="909">
                  <c:v>1.4837700000000001E-2</c:v>
                </c:pt>
                <c:pt idx="910">
                  <c:v>1.4737700000000001E-2</c:v>
                </c:pt>
                <c:pt idx="911">
                  <c:v>1.46345E-2</c:v>
                </c:pt>
                <c:pt idx="912">
                  <c:v>1.4501200000000001E-2</c:v>
                </c:pt>
                <c:pt idx="913">
                  <c:v>1.4402000000000002E-2</c:v>
                </c:pt>
                <c:pt idx="914">
                  <c:v>1.4402000000000002E-2</c:v>
                </c:pt>
                <c:pt idx="915">
                  <c:v>1.4302E-2</c:v>
                </c:pt>
                <c:pt idx="916">
                  <c:v>1.40357E-2</c:v>
                </c:pt>
                <c:pt idx="917">
                  <c:v>1.4202000000000001E-2</c:v>
                </c:pt>
                <c:pt idx="918">
                  <c:v>1.4252899999999999E-2</c:v>
                </c:pt>
                <c:pt idx="919">
                  <c:v>1.3953299999999998E-2</c:v>
                </c:pt>
                <c:pt idx="920">
                  <c:v>1.4164400000000001E-2</c:v>
                </c:pt>
                <c:pt idx="921">
                  <c:v>1.3602699999999999E-2</c:v>
                </c:pt>
                <c:pt idx="922">
                  <c:v>1.3469399999999999E-2</c:v>
                </c:pt>
                <c:pt idx="923">
                  <c:v>1.3253399999999999E-2</c:v>
                </c:pt>
                <c:pt idx="924">
                  <c:v>1.31275E-2</c:v>
                </c:pt>
                <c:pt idx="925">
                  <c:v>1.2903100000000001E-2</c:v>
                </c:pt>
                <c:pt idx="926">
                  <c:v>1.30524E-2</c:v>
                </c:pt>
                <c:pt idx="927">
                  <c:v>1.3016700000000001E-2</c:v>
                </c:pt>
                <c:pt idx="928">
                  <c:v>1.3002099999999999E-2</c:v>
                </c:pt>
                <c:pt idx="929">
                  <c:v>1.295E-2</c:v>
                </c:pt>
                <c:pt idx="930">
                  <c:v>1.2889599999999999E-2</c:v>
                </c:pt>
                <c:pt idx="931">
                  <c:v>1.2966699999999999E-2</c:v>
                </c:pt>
                <c:pt idx="932">
                  <c:v>1.35263E-2</c:v>
                </c:pt>
                <c:pt idx="933">
                  <c:v>1.3016700000000001E-2</c:v>
                </c:pt>
                <c:pt idx="934">
                  <c:v>1.33074E-2</c:v>
                </c:pt>
                <c:pt idx="935">
                  <c:v>1.2800000000000001E-2</c:v>
                </c:pt>
                <c:pt idx="936">
                  <c:v>1.269E-2</c:v>
                </c:pt>
                <c:pt idx="937">
                  <c:v>1.31267E-2</c:v>
                </c:pt>
                <c:pt idx="938">
                  <c:v>1.27408E-2</c:v>
                </c:pt>
                <c:pt idx="939">
                  <c:v>1.24534E-2</c:v>
                </c:pt>
                <c:pt idx="940">
                  <c:v>1.23833E-2</c:v>
                </c:pt>
                <c:pt idx="941">
                  <c:v>1.2525E-2</c:v>
                </c:pt>
                <c:pt idx="942">
                  <c:v>1.23833E-2</c:v>
                </c:pt>
                <c:pt idx="943">
                  <c:v>1.22833E-2</c:v>
                </c:pt>
                <c:pt idx="944">
                  <c:v>1.22661E-2</c:v>
                </c:pt>
                <c:pt idx="945">
                  <c:v>1.2116699999999999E-2</c:v>
                </c:pt>
                <c:pt idx="946">
                  <c:v>1.0878499999999999E-2</c:v>
                </c:pt>
                <c:pt idx="947">
                  <c:v>1.0500000000000001E-2</c:v>
                </c:pt>
                <c:pt idx="948">
                  <c:v>1.0475E-2</c:v>
                </c:pt>
                <c:pt idx="949">
                  <c:v>1.07125E-2</c:v>
                </c:pt>
                <c:pt idx="950">
                  <c:v>9.9667000000000002E-3</c:v>
                </c:pt>
                <c:pt idx="951">
                  <c:v>1.0166700000000001E-2</c:v>
                </c:pt>
                <c:pt idx="952">
                  <c:v>1.03833E-2</c:v>
                </c:pt>
                <c:pt idx="953">
                  <c:v>1.04333E-2</c:v>
                </c:pt>
                <c:pt idx="954">
                  <c:v>1.04625E-2</c:v>
                </c:pt>
                <c:pt idx="955">
                  <c:v>1.0325000000000001E-2</c:v>
                </c:pt>
                <c:pt idx="956">
                  <c:v>1.0166700000000001E-2</c:v>
                </c:pt>
                <c:pt idx="957">
                  <c:v>1.02667E-2</c:v>
                </c:pt>
                <c:pt idx="958">
                  <c:v>1.00667E-2</c:v>
                </c:pt>
                <c:pt idx="959">
                  <c:v>1.0149999999999999E-2</c:v>
                </c:pt>
                <c:pt idx="960">
                  <c:v>1.0149999999999999E-2</c:v>
                </c:pt>
                <c:pt idx="961">
                  <c:v>1.0212499999999999E-2</c:v>
                </c:pt>
                <c:pt idx="962">
                  <c:v>1.0149999999999999E-2</c:v>
                </c:pt>
                <c:pt idx="963">
                  <c:v>1.06167E-2</c:v>
                </c:pt>
                <c:pt idx="964">
                  <c:v>1.0687500000000001E-2</c:v>
                </c:pt>
                <c:pt idx="965">
                  <c:v>1.0749999999999999E-2</c:v>
                </c:pt>
                <c:pt idx="966">
                  <c:v>1.03125E-2</c:v>
                </c:pt>
                <c:pt idx="967">
                  <c:v>1.0075000000000001E-2</c:v>
                </c:pt>
                <c:pt idx="968">
                  <c:v>9.4874999999999994E-3</c:v>
                </c:pt>
                <c:pt idx="969">
                  <c:v>9.4833000000000001E-3</c:v>
                </c:pt>
                <c:pt idx="970">
                  <c:v>9.5499999999999995E-3</c:v>
                </c:pt>
                <c:pt idx="971">
                  <c:v>9.9624999999999991E-3</c:v>
                </c:pt>
                <c:pt idx="972">
                  <c:v>1.05667E-2</c:v>
                </c:pt>
                <c:pt idx="973">
                  <c:v>1.06167E-2</c:v>
                </c:pt>
                <c:pt idx="974">
                  <c:v>1.0733299999999999E-2</c:v>
                </c:pt>
                <c:pt idx="975">
                  <c:v>1.10875E-2</c:v>
                </c:pt>
                <c:pt idx="976">
                  <c:v>1.0749999999999999E-2</c:v>
                </c:pt>
                <c:pt idx="977">
                  <c:v>1.0425E-2</c:v>
                </c:pt>
                <c:pt idx="978">
                  <c:v>1.02667E-2</c:v>
                </c:pt>
                <c:pt idx="979">
                  <c:v>1.0687500000000001E-2</c:v>
                </c:pt>
                <c:pt idx="980">
                  <c:v>9.8250000000000004E-3</c:v>
                </c:pt>
                <c:pt idx="981">
                  <c:v>9.75E-3</c:v>
                </c:pt>
                <c:pt idx="982">
                  <c:v>9.8499999999999994E-3</c:v>
                </c:pt>
                <c:pt idx="983">
                  <c:v>9.8499999999999994E-3</c:v>
                </c:pt>
                <c:pt idx="984">
                  <c:v>9.8166999999999994E-3</c:v>
                </c:pt>
                <c:pt idx="985">
                  <c:v>9.7453000000000001E-3</c:v>
                </c:pt>
                <c:pt idx="986">
                  <c:v>9.7167E-3</c:v>
                </c:pt>
                <c:pt idx="987">
                  <c:v>1.00333E-2</c:v>
                </c:pt>
                <c:pt idx="988">
                  <c:v>1.0200000000000001E-2</c:v>
                </c:pt>
                <c:pt idx="989">
                  <c:v>1.0200000000000001E-2</c:v>
                </c:pt>
                <c:pt idx="990">
                  <c:v>1.0416700000000001E-2</c:v>
                </c:pt>
                <c:pt idx="991">
                  <c:v>1.03167E-2</c:v>
                </c:pt>
                <c:pt idx="992">
                  <c:v>1.01633E-2</c:v>
                </c:pt>
                <c:pt idx="993">
                  <c:v>1.00833E-2</c:v>
                </c:pt>
                <c:pt idx="994">
                  <c:v>1.03E-2</c:v>
                </c:pt>
                <c:pt idx="995">
                  <c:v>1.01625E-2</c:v>
                </c:pt>
                <c:pt idx="996">
                  <c:v>1.005E-2</c:v>
                </c:pt>
                <c:pt idx="997">
                  <c:v>1.0075000000000001E-2</c:v>
                </c:pt>
                <c:pt idx="998">
                  <c:v>9.9624999999999991E-3</c:v>
                </c:pt>
                <c:pt idx="999">
                  <c:v>9.9874999999999999E-3</c:v>
                </c:pt>
                <c:pt idx="1000">
                  <c:v>9.7833E-3</c:v>
                </c:pt>
                <c:pt idx="1001">
                  <c:v>9.4625000000000004E-3</c:v>
                </c:pt>
                <c:pt idx="1002">
                  <c:v>9.3332999999999992E-3</c:v>
                </c:pt>
                <c:pt idx="1003">
                  <c:v>9.1500000000000001E-3</c:v>
                </c:pt>
                <c:pt idx="1004">
                  <c:v>9.0167000000000008E-3</c:v>
                </c:pt>
                <c:pt idx="1005">
                  <c:v>9.0500000000000008E-3</c:v>
                </c:pt>
                <c:pt idx="1006">
                  <c:v>9.0332999999999993E-3</c:v>
                </c:pt>
                <c:pt idx="1007">
                  <c:v>9.0667000000000005E-3</c:v>
                </c:pt>
                <c:pt idx="1008">
                  <c:v>8.9499999999999996E-3</c:v>
                </c:pt>
                <c:pt idx="1009">
                  <c:v>8.9666999999999993E-3</c:v>
                </c:pt>
                <c:pt idx="1010">
                  <c:v>9.0124999999999997E-3</c:v>
                </c:pt>
                <c:pt idx="1011">
                  <c:v>8.9999999999999993E-3</c:v>
                </c:pt>
                <c:pt idx="1012">
                  <c:v>8.7916999999999995E-3</c:v>
                </c:pt>
                <c:pt idx="1013">
                  <c:v>8.8874999999999996E-3</c:v>
                </c:pt>
                <c:pt idx="1014">
                  <c:v>9.0500000000000008E-3</c:v>
                </c:pt>
                <c:pt idx="1015">
                  <c:v>9.0624999999999994E-3</c:v>
                </c:pt>
                <c:pt idx="1016">
                  <c:v>9.0875000000000001E-3</c:v>
                </c:pt>
                <c:pt idx="1017">
                  <c:v>9.0167000000000008E-3</c:v>
                </c:pt>
                <c:pt idx="1018">
                  <c:v>9.0667000000000005E-3</c:v>
                </c:pt>
                <c:pt idx="1019">
                  <c:v>9.0667000000000005E-3</c:v>
                </c:pt>
                <c:pt idx="1020">
                  <c:v>9.3600000000000003E-3</c:v>
                </c:pt>
                <c:pt idx="1021">
                  <c:v>9.2750000000000003E-3</c:v>
                </c:pt>
                <c:pt idx="1022">
                  <c:v>9.2750000000000003E-3</c:v>
                </c:pt>
                <c:pt idx="1023">
                  <c:v>9.3332999999999992E-3</c:v>
                </c:pt>
                <c:pt idx="1024">
                  <c:v>9.3200000000000002E-3</c:v>
                </c:pt>
                <c:pt idx="1025">
                  <c:v>9.2166999999999995E-3</c:v>
                </c:pt>
                <c:pt idx="1026">
                  <c:v>9.3124999999999996E-3</c:v>
                </c:pt>
                <c:pt idx="1027">
                  <c:v>9.3332999999999992E-3</c:v>
                </c:pt>
                <c:pt idx="1028">
                  <c:v>9.3500000000000007E-3</c:v>
                </c:pt>
                <c:pt idx="1029">
                  <c:v>9.2624999999999999E-3</c:v>
                </c:pt>
                <c:pt idx="1030">
                  <c:v>9.083299999999999E-3</c:v>
                </c:pt>
                <c:pt idx="1031">
                  <c:v>8.8874999999999996E-3</c:v>
                </c:pt>
                <c:pt idx="1032">
                  <c:v>8.6875000000000008E-3</c:v>
                </c:pt>
                <c:pt idx="1033">
                  <c:v>8.2375E-3</c:v>
                </c:pt>
                <c:pt idx="1034">
                  <c:v>8.4375000000000006E-3</c:v>
                </c:pt>
                <c:pt idx="1035">
                  <c:v>8.2167000000000004E-3</c:v>
                </c:pt>
                <c:pt idx="1036">
                  <c:v>7.6333E-3</c:v>
                </c:pt>
                <c:pt idx="1037">
                  <c:v>7.7374999999999996E-3</c:v>
                </c:pt>
                <c:pt idx="1038">
                  <c:v>7.6667000000000003E-3</c:v>
                </c:pt>
                <c:pt idx="1039">
                  <c:v>7.9375000000000001E-3</c:v>
                </c:pt>
                <c:pt idx="1040">
                  <c:v>7.9833000000000005E-3</c:v>
                </c:pt>
                <c:pt idx="1041">
                  <c:v>8.0000000000000002E-3</c:v>
                </c:pt>
                <c:pt idx="1042">
                  <c:v>7.9799999999999992E-3</c:v>
                </c:pt>
                <c:pt idx="1043">
                  <c:v>7.9833000000000005E-3</c:v>
                </c:pt>
                <c:pt idx="1044">
                  <c:v>7.9500000000000005E-3</c:v>
                </c:pt>
                <c:pt idx="1045">
                  <c:v>7.9500000000000005E-3</c:v>
                </c:pt>
                <c:pt idx="1046">
                  <c:v>8.5333000000000006E-3</c:v>
                </c:pt>
                <c:pt idx="1047">
                  <c:v>8.8500000000000002E-3</c:v>
                </c:pt>
                <c:pt idx="1048">
                  <c:v>8.9250000000000006E-3</c:v>
                </c:pt>
                <c:pt idx="1049">
                  <c:v>8.8833000000000002E-3</c:v>
                </c:pt>
                <c:pt idx="1050">
                  <c:v>8.9250000000000006E-3</c:v>
                </c:pt>
                <c:pt idx="1051">
                  <c:v>8.6250000000000007E-3</c:v>
                </c:pt>
                <c:pt idx="1052">
                  <c:v>8.5500000000000003E-3</c:v>
                </c:pt>
                <c:pt idx="1053">
                  <c:v>8.4849999999999995E-3</c:v>
                </c:pt>
                <c:pt idx="1054">
                  <c:v>8.6374999999999993E-3</c:v>
                </c:pt>
                <c:pt idx="1055">
                  <c:v>8.6666999999999994E-3</c:v>
                </c:pt>
                <c:pt idx="1056">
                  <c:v>8.7500000000000008E-3</c:v>
                </c:pt>
                <c:pt idx="1057">
                  <c:v>8.7167000000000008E-3</c:v>
                </c:pt>
                <c:pt idx="1058">
                  <c:v>8.6832999999999997E-3</c:v>
                </c:pt>
                <c:pt idx="1059">
                  <c:v>8.6666999999999994E-3</c:v>
                </c:pt>
                <c:pt idx="1060">
                  <c:v>8.7124999999999998E-3</c:v>
                </c:pt>
                <c:pt idx="1061">
                  <c:v>8.6666999999999994E-3</c:v>
                </c:pt>
                <c:pt idx="1062">
                  <c:v>8.6E-3</c:v>
                </c:pt>
                <c:pt idx="1063">
                  <c:v>8.7332999999999994E-3</c:v>
                </c:pt>
                <c:pt idx="1064">
                  <c:v>8.6E-3</c:v>
                </c:pt>
                <c:pt idx="1065">
                  <c:v>8.3000000000000001E-3</c:v>
                </c:pt>
                <c:pt idx="1066">
                  <c:v>8.2500000000000004E-3</c:v>
                </c:pt>
                <c:pt idx="1067">
                  <c:v>8.175E-3</c:v>
                </c:pt>
                <c:pt idx="1068">
                  <c:v>7.8900000000000012E-3</c:v>
                </c:pt>
                <c:pt idx="1069">
                  <c:v>7.5874999999999996E-3</c:v>
                </c:pt>
                <c:pt idx="1070">
                  <c:v>7.4999999999999997E-3</c:v>
                </c:pt>
                <c:pt idx="1071">
                  <c:v>7.8166999999999993E-3</c:v>
                </c:pt>
                <c:pt idx="1072">
                  <c:v>7.9749999999999995E-3</c:v>
                </c:pt>
                <c:pt idx="1073">
                  <c:v>8.0099999999999998E-3</c:v>
                </c:pt>
                <c:pt idx="1074">
                  <c:v>8.1624999999999996E-3</c:v>
                </c:pt>
                <c:pt idx="1075">
                  <c:v>8.0249999999999991E-3</c:v>
                </c:pt>
                <c:pt idx="1076">
                  <c:v>8.0374999999999995E-3</c:v>
                </c:pt>
                <c:pt idx="1077">
                  <c:v>7.8499999999999993E-3</c:v>
                </c:pt>
                <c:pt idx="1078">
                  <c:v>7.6125000000000003E-3</c:v>
                </c:pt>
                <c:pt idx="1079">
                  <c:v>7.9249999999999998E-3</c:v>
                </c:pt>
                <c:pt idx="1080">
                  <c:v>7.7166999999999999E-3</c:v>
                </c:pt>
                <c:pt idx="1081">
                  <c:v>7.9375000000000001E-3</c:v>
                </c:pt>
                <c:pt idx="1082">
                  <c:v>7.8375000000000007E-3</c:v>
                </c:pt>
                <c:pt idx="1083">
                  <c:v>7.8250000000000004E-3</c:v>
                </c:pt>
                <c:pt idx="1084">
                  <c:v>7.7749999999999998E-3</c:v>
                </c:pt>
                <c:pt idx="1085">
                  <c:v>7.8300000000000002E-3</c:v>
                </c:pt>
                <c:pt idx="1086">
                  <c:v>7.8099999999999992E-3</c:v>
                </c:pt>
                <c:pt idx="1087">
                  <c:v>7.6874999999999999E-3</c:v>
                </c:pt>
                <c:pt idx="1088">
                  <c:v>7.3900000000000007E-3</c:v>
                </c:pt>
                <c:pt idx="1089">
                  <c:v>7.0499999999999998E-3</c:v>
                </c:pt>
                <c:pt idx="1090">
                  <c:v>6.8799999999999998E-3</c:v>
                </c:pt>
                <c:pt idx="1091">
                  <c:v>7.1000000000000004E-3</c:v>
                </c:pt>
                <c:pt idx="1092">
                  <c:v>7.2624999999999999E-3</c:v>
                </c:pt>
                <c:pt idx="1093">
                  <c:v>7.2167000000000004E-3</c:v>
                </c:pt>
                <c:pt idx="1094">
                  <c:v>7.9600000000000001E-3</c:v>
                </c:pt>
                <c:pt idx="1095">
                  <c:v>8.2375E-3</c:v>
                </c:pt>
                <c:pt idx="1096">
                  <c:v>9.4000000000000004E-3</c:v>
                </c:pt>
                <c:pt idx="1097">
                  <c:v>9.7199999999999995E-3</c:v>
                </c:pt>
                <c:pt idx="1098">
                  <c:v>9.1666999999999998E-3</c:v>
                </c:pt>
                <c:pt idx="1099">
                  <c:v>9.5875000000000005E-3</c:v>
                </c:pt>
                <c:pt idx="1100">
                  <c:v>0.01</c:v>
                </c:pt>
                <c:pt idx="1101">
                  <c:v>1.0670000000000001E-2</c:v>
                </c:pt>
                <c:pt idx="1102">
                  <c:v>1.1237499999999999E-2</c:v>
                </c:pt>
                <c:pt idx="1103">
                  <c:v>1.1237499999999999E-2</c:v>
                </c:pt>
                <c:pt idx="1104">
                  <c:v>1.1412500000000001E-2</c:v>
                </c:pt>
                <c:pt idx="1105">
                  <c:v>1.0975E-2</c:v>
                </c:pt>
                <c:pt idx="1106">
                  <c:v>1.0825E-2</c:v>
                </c:pt>
                <c:pt idx="1107">
                  <c:v>1.0490000000000001E-2</c:v>
                </c:pt>
                <c:pt idx="1108">
                  <c:v>1.04875E-2</c:v>
                </c:pt>
                <c:pt idx="1109">
                  <c:v>1.1050000000000001E-2</c:v>
                </c:pt>
                <c:pt idx="1110">
                  <c:v>1.1266700000000001E-2</c:v>
                </c:pt>
                <c:pt idx="1111">
                  <c:v>1.1050000000000001E-2</c:v>
                </c:pt>
                <c:pt idx="1112">
                  <c:v>1.095E-2</c:v>
                </c:pt>
                <c:pt idx="1113">
                  <c:v>1.1025E-2</c:v>
                </c:pt>
                <c:pt idx="1114">
                  <c:v>1.1090000000000001E-2</c:v>
                </c:pt>
                <c:pt idx="1115">
                  <c:v>1.0937499999999999E-2</c:v>
                </c:pt>
                <c:pt idx="1116">
                  <c:v>1.0790000000000001E-2</c:v>
                </c:pt>
                <c:pt idx="1117">
                  <c:v>1.19875E-2</c:v>
                </c:pt>
                <c:pt idx="1118">
                  <c:v>1.29125E-2</c:v>
                </c:pt>
                <c:pt idx="1119">
                  <c:v>1.30875E-2</c:v>
                </c:pt>
                <c:pt idx="1120">
                  <c:v>1.2320000000000001E-2</c:v>
                </c:pt>
                <c:pt idx="1121">
                  <c:v>1.205E-2</c:v>
                </c:pt>
                <c:pt idx="1122">
                  <c:v>1.115E-2</c:v>
                </c:pt>
                <c:pt idx="1123">
                  <c:v>1.1050000000000001E-2</c:v>
                </c:pt>
                <c:pt idx="1124">
                  <c:v>1.1162500000000001E-2</c:v>
                </c:pt>
                <c:pt idx="1125">
                  <c:v>1.0999999999999999E-2</c:v>
                </c:pt>
                <c:pt idx="1126">
                  <c:v>1.11375E-2</c:v>
                </c:pt>
                <c:pt idx="1127">
                  <c:v>1.1650000000000001E-2</c:v>
                </c:pt>
                <c:pt idx="1128">
                  <c:v>1.15333E-2</c:v>
                </c:pt>
                <c:pt idx="1129">
                  <c:v>1.115E-2</c:v>
                </c:pt>
                <c:pt idx="1130">
                  <c:v>1.095E-2</c:v>
                </c:pt>
                <c:pt idx="1131">
                  <c:v>1.02667E-2</c:v>
                </c:pt>
                <c:pt idx="1132">
                  <c:v>1.0116699999999999E-2</c:v>
                </c:pt>
                <c:pt idx="1133">
                  <c:v>1.005E-2</c:v>
                </c:pt>
                <c:pt idx="1134">
                  <c:v>9.7999999999999997E-3</c:v>
                </c:pt>
                <c:pt idx="1135">
                  <c:v>1.025E-2</c:v>
                </c:pt>
                <c:pt idx="1136">
                  <c:v>1.08167E-2</c:v>
                </c:pt>
                <c:pt idx="1137">
                  <c:v>1.08667E-2</c:v>
                </c:pt>
                <c:pt idx="1138">
                  <c:v>1.115E-2</c:v>
                </c:pt>
                <c:pt idx="1139">
                  <c:v>1.12625E-2</c:v>
                </c:pt>
                <c:pt idx="1140">
                  <c:v>1.2235599999999999E-2</c:v>
                </c:pt>
                <c:pt idx="1141">
                  <c:v>1.1798600000000001E-2</c:v>
                </c:pt>
                <c:pt idx="1142">
                  <c:v>1.1280500000000001E-2</c:v>
                </c:pt>
                <c:pt idx="1143">
                  <c:v>1.115E-2</c:v>
                </c:pt>
                <c:pt idx="1144">
                  <c:v>1.04864E-2</c:v>
                </c:pt>
                <c:pt idx="1145">
                  <c:v>1.05083E-2</c:v>
                </c:pt>
                <c:pt idx="1146">
                  <c:v>1.00301E-2</c:v>
                </c:pt>
                <c:pt idx="1147">
                  <c:v>9.9364999999999992E-3</c:v>
                </c:pt>
                <c:pt idx="1148">
                  <c:v>9.4903999999999995E-3</c:v>
                </c:pt>
                <c:pt idx="1149">
                  <c:v>9.4903999999999995E-3</c:v>
                </c:pt>
                <c:pt idx="1150">
                  <c:v>9.2835999999999995E-3</c:v>
                </c:pt>
                <c:pt idx="1151">
                  <c:v>9.5340000000000008E-3</c:v>
                </c:pt>
                <c:pt idx="1152">
                  <c:v>9.2172999999999995E-3</c:v>
                </c:pt>
                <c:pt idx="1153">
                  <c:v>9.5558000000000014E-3</c:v>
                </c:pt>
                <c:pt idx="1154">
                  <c:v>9.7665000000000009E-3</c:v>
                </c:pt>
                <c:pt idx="1155">
                  <c:v>9.9531999999999989E-3</c:v>
                </c:pt>
                <c:pt idx="1156">
                  <c:v>1.0437999999999999E-2</c:v>
                </c:pt>
                <c:pt idx="1157">
                  <c:v>1.0543500000000001E-2</c:v>
                </c:pt>
                <c:pt idx="1158">
                  <c:v>1.02617E-2</c:v>
                </c:pt>
                <c:pt idx="1159">
                  <c:v>1.00442E-2</c:v>
                </c:pt>
                <c:pt idx="1160">
                  <c:v>9.9900000000000006E-3</c:v>
                </c:pt>
                <c:pt idx="1161">
                  <c:v>9.8028000000000004E-3</c:v>
                </c:pt>
                <c:pt idx="1162">
                  <c:v>9.7610000000000006E-3</c:v>
                </c:pt>
                <c:pt idx="1163">
                  <c:v>9.6441999999999986E-3</c:v>
                </c:pt>
                <c:pt idx="1164">
                  <c:v>9.5717000000000007E-3</c:v>
                </c:pt>
                <c:pt idx="1165">
                  <c:v>9.4703000000000009E-3</c:v>
                </c:pt>
                <c:pt idx="1166">
                  <c:v>9.5890000000000003E-3</c:v>
                </c:pt>
                <c:pt idx="1167">
                  <c:v>9.6696999999999998E-3</c:v>
                </c:pt>
                <c:pt idx="1168">
                  <c:v>9.7616999999999999E-3</c:v>
                </c:pt>
                <c:pt idx="1169">
                  <c:v>9.8635000000000007E-3</c:v>
                </c:pt>
                <c:pt idx="1170">
                  <c:v>9.6090999999999989E-3</c:v>
                </c:pt>
                <c:pt idx="1171">
                  <c:v>9.4815000000000003E-3</c:v>
                </c:pt>
                <c:pt idx="1172">
                  <c:v>9.2992999999999999E-3</c:v>
                </c:pt>
                <c:pt idx="1173">
                  <c:v>9.086799999999999E-3</c:v>
                </c:pt>
                <c:pt idx="1174">
                  <c:v>9.3332999999999992E-3</c:v>
                </c:pt>
                <c:pt idx="1175">
                  <c:v>9.2665000000000004E-3</c:v>
                </c:pt>
                <c:pt idx="1176">
                  <c:v>9.2911000000000001E-3</c:v>
                </c:pt>
                <c:pt idx="1177">
                  <c:v>9.2385000000000002E-3</c:v>
                </c:pt>
                <c:pt idx="1178">
                  <c:v>9.1479000000000005E-3</c:v>
                </c:pt>
                <c:pt idx="1179">
                  <c:v>8.9143E-3</c:v>
                </c:pt>
                <c:pt idx="1180">
                  <c:v>8.8596999999999999E-3</c:v>
                </c:pt>
                <c:pt idx="1181">
                  <c:v>8.7142000000000001E-3</c:v>
                </c:pt>
                <c:pt idx="1182">
                  <c:v>8.6941999999999992E-3</c:v>
                </c:pt>
                <c:pt idx="1183">
                  <c:v>8.9328000000000012E-3</c:v>
                </c:pt>
                <c:pt idx="1184">
                  <c:v>8.865399999999999E-3</c:v>
                </c:pt>
                <c:pt idx="1185">
                  <c:v>8.8944999999999996E-3</c:v>
                </c:pt>
                <c:pt idx="1186">
                  <c:v>8.8885000000000006E-3</c:v>
                </c:pt>
                <c:pt idx="1187">
                  <c:v>8.7519E-3</c:v>
                </c:pt>
                <c:pt idx="1188">
                  <c:v>8.8339999999999998E-3</c:v>
                </c:pt>
                <c:pt idx="1189">
                  <c:v>8.9566000000000003E-3</c:v>
                </c:pt>
                <c:pt idx="1190">
                  <c:v>8.7664000000000006E-3</c:v>
                </c:pt>
                <c:pt idx="1191">
                  <c:v>8.6081999999999999E-3</c:v>
                </c:pt>
                <c:pt idx="1192">
                  <c:v>8.4804000000000008E-3</c:v>
                </c:pt>
                <c:pt idx="1193">
                  <c:v>8.3508000000000002E-3</c:v>
                </c:pt>
                <c:pt idx="1194">
                  <c:v>8.3575000000000003E-3</c:v>
                </c:pt>
                <c:pt idx="1195">
                  <c:v>8.2825999999999993E-3</c:v>
                </c:pt>
                <c:pt idx="1196">
                  <c:v>8.2325000000000002E-3</c:v>
                </c:pt>
                <c:pt idx="1197">
                  <c:v>8.0902999999999999E-3</c:v>
                </c:pt>
                <c:pt idx="1198">
                  <c:v>7.9531000000000011E-3</c:v>
                </c:pt>
                <c:pt idx="1199">
                  <c:v>8.0610999999999999E-3</c:v>
                </c:pt>
                <c:pt idx="1200">
                  <c:v>8.0488000000000001E-3</c:v>
                </c:pt>
                <c:pt idx="1201">
                  <c:v>8.0648000000000004E-3</c:v>
                </c:pt>
                <c:pt idx="1202">
                  <c:v>8.0126999999999993E-3</c:v>
                </c:pt>
                <c:pt idx="1203">
                  <c:v>8.0063999999999986E-3</c:v>
                </c:pt>
                <c:pt idx="1204">
                  <c:v>7.9538000000000005E-3</c:v>
                </c:pt>
                <c:pt idx="1205">
                  <c:v>7.8956999999999986E-3</c:v>
                </c:pt>
                <c:pt idx="1206">
                  <c:v>7.8968000000000007E-3</c:v>
                </c:pt>
                <c:pt idx="1207">
                  <c:v>7.8680999999999994E-3</c:v>
                </c:pt>
                <c:pt idx="1208">
                  <c:v>7.9858000000000012E-3</c:v>
                </c:pt>
                <c:pt idx="1209">
                  <c:v>7.9918999999999997E-3</c:v>
                </c:pt>
                <c:pt idx="1210">
                  <c:v>7.9909000000000004E-3</c:v>
                </c:pt>
                <c:pt idx="1211">
                  <c:v>8.0495000000000011E-3</c:v>
                </c:pt>
                <c:pt idx="1212">
                  <c:v>7.9339000000000007E-3</c:v>
                </c:pt>
                <c:pt idx="1213">
                  <c:v>8.0108999999999996E-3</c:v>
                </c:pt>
                <c:pt idx="1214">
                  <c:v>7.9912000000000004E-3</c:v>
                </c:pt>
                <c:pt idx="1215">
                  <c:v>7.9389999999999999E-3</c:v>
                </c:pt>
                <c:pt idx="1216">
                  <c:v>7.8778000000000008E-3</c:v>
                </c:pt>
                <c:pt idx="1217">
                  <c:v>7.7200000000000003E-3</c:v>
                </c:pt>
                <c:pt idx="1218">
                  <c:v>7.6816999999999996E-3</c:v>
                </c:pt>
                <c:pt idx="1219">
                  <c:v>7.7000000000000002E-3</c:v>
                </c:pt>
                <c:pt idx="1220">
                  <c:v>7.5703999999999997E-3</c:v>
                </c:pt>
                <c:pt idx="1221">
                  <c:v>7.434399999999999E-3</c:v>
                </c:pt>
                <c:pt idx="1222">
                  <c:v>7.2116000000000003E-3</c:v>
                </c:pt>
                <c:pt idx="1223">
                  <c:v>6.8038999999999999E-3</c:v>
                </c:pt>
                <c:pt idx="1224">
                  <c:v>6.5950999999999996E-3</c:v>
                </c:pt>
                <c:pt idx="1225">
                  <c:v>6.6956000000000003E-3</c:v>
                </c:pt>
                <c:pt idx="1226">
                  <c:v>6.733499999999999E-3</c:v>
                </c:pt>
                <c:pt idx="1227">
                  <c:v>6.6620000000000004E-3</c:v>
                </c:pt>
                <c:pt idx="1228">
                  <c:v>6.7026999999999998E-3</c:v>
                </c:pt>
                <c:pt idx="1229">
                  <c:v>6.5110000000000003E-3</c:v>
                </c:pt>
                <c:pt idx="1230">
                  <c:v>6.6007000000000001E-3</c:v>
                </c:pt>
                <c:pt idx="1231">
                  <c:v>6.6974999999999995E-3</c:v>
                </c:pt>
                <c:pt idx="1232">
                  <c:v>6.8944000000000002E-3</c:v>
                </c:pt>
                <c:pt idx="1233">
                  <c:v>7.0367999999999993E-3</c:v>
                </c:pt>
                <c:pt idx="1234">
                  <c:v>6.8751000000000003E-3</c:v>
                </c:pt>
                <c:pt idx="1235">
                  <c:v>7.0025999999999994E-3</c:v>
                </c:pt>
                <c:pt idx="1236">
                  <c:v>6.8540999999999993E-3</c:v>
                </c:pt>
                <c:pt idx="1237">
                  <c:v>6.5798000000000002E-3</c:v>
                </c:pt>
                <c:pt idx="1238">
                  <c:v>6.6249999999999998E-3</c:v>
                </c:pt>
                <c:pt idx="1239">
                  <c:v>6.5829999999999994E-3</c:v>
                </c:pt>
                <c:pt idx="1240">
                  <c:v>6.8266999999999998E-3</c:v>
                </c:pt>
                <c:pt idx="1241">
                  <c:v>7.2096E-3</c:v>
                </c:pt>
                <c:pt idx="1242">
                  <c:v>7.9223999999999996E-3</c:v>
                </c:pt>
                <c:pt idx="1243">
                  <c:v>7.5141999999999995E-3</c:v>
                </c:pt>
                <c:pt idx="1244">
                  <c:v>7.4250000000000002E-3</c:v>
                </c:pt>
                <c:pt idx="1245">
                  <c:v>7.4787999999999999E-3</c:v>
                </c:pt>
                <c:pt idx="1246">
                  <c:v>8.0526E-3</c:v>
                </c:pt>
                <c:pt idx="1247">
                  <c:v>8.8398999999999995E-3</c:v>
                </c:pt>
                <c:pt idx="1248">
                  <c:v>9.1722999999999996E-3</c:v>
                </c:pt>
                <c:pt idx="1249">
                  <c:v>8.3896000000000005E-3</c:v>
                </c:pt>
                <c:pt idx="1250">
                  <c:v>7.6882999999999995E-3</c:v>
                </c:pt>
                <c:pt idx="1251">
                  <c:v>8.0041999999999995E-3</c:v>
                </c:pt>
                <c:pt idx="1252">
                  <c:v>8.0169000000000004E-3</c:v>
                </c:pt>
                <c:pt idx="1253">
                  <c:v>8.3000000000000001E-3</c:v>
                </c:pt>
                <c:pt idx="1254">
                  <c:v>7.9880000000000003E-3</c:v>
                </c:pt>
                <c:pt idx="1255">
                  <c:v>7.5998000000000003E-3</c:v>
                </c:pt>
                <c:pt idx="1256">
                  <c:v>7.6069999999999992E-3</c:v>
                </c:pt>
                <c:pt idx="1257">
                  <c:v>7.6536E-3</c:v>
                </c:pt>
                <c:pt idx="1258">
                  <c:v>7.4349999999999998E-3</c:v>
                </c:pt>
                <c:pt idx="1259">
                  <c:v>7.3754999999999992E-3</c:v>
                </c:pt>
                <c:pt idx="1260">
                  <c:v>7.3674000000000005E-3</c:v>
                </c:pt>
                <c:pt idx="1261">
                  <c:v>7.3014999999999998E-3</c:v>
                </c:pt>
                <c:pt idx="1262">
                  <c:v>7.2464000000000001E-3</c:v>
                </c:pt>
                <c:pt idx="1263">
                  <c:v>7.4732000000000002E-3</c:v>
                </c:pt>
                <c:pt idx="1264">
                  <c:v>7.4035999999999998E-3</c:v>
                </c:pt>
                <c:pt idx="1265">
                  <c:v>7.3838999999999997E-3</c:v>
                </c:pt>
                <c:pt idx="1266">
                  <c:v>7.0739999999999996E-3</c:v>
                </c:pt>
                <c:pt idx="1267">
                  <c:v>6.3615E-3</c:v>
                </c:pt>
                <c:pt idx="1268">
                  <c:v>6.3615E-3</c:v>
                </c:pt>
                <c:pt idx="1269">
                  <c:v>6.4569000000000007E-3</c:v>
                </c:pt>
                <c:pt idx="1270">
                  <c:v>6.4048000000000004E-3</c:v>
                </c:pt>
                <c:pt idx="1271">
                  <c:v>6.0802E-3</c:v>
                </c:pt>
                <c:pt idx="1272">
                  <c:v>6.1090000000000007E-3</c:v>
                </c:pt>
                <c:pt idx="1273">
                  <c:v>6.0727999999999997E-3</c:v>
                </c:pt>
                <c:pt idx="1274">
                  <c:v>5.9969999999999997E-3</c:v>
                </c:pt>
                <c:pt idx="1275">
                  <c:v>6.0026000000000003E-3</c:v>
                </c:pt>
                <c:pt idx="1276">
                  <c:v>5.9511E-3</c:v>
                </c:pt>
                <c:pt idx="1277">
                  <c:v>5.9817000000000004E-3</c:v>
                </c:pt>
                <c:pt idx="1278">
                  <c:v>5.9844E-3</c:v>
                </c:pt>
                <c:pt idx="1279">
                  <c:v>5.8789999999999997E-3</c:v>
                </c:pt>
                <c:pt idx="1280">
                  <c:v>5.9906999999999998E-3</c:v>
                </c:pt>
                <c:pt idx="1281">
                  <c:v>5.9744999999999998E-3</c:v>
                </c:pt>
                <c:pt idx="1282">
                  <c:v>5.8896E-3</c:v>
                </c:pt>
                <c:pt idx="1283">
                  <c:v>5.8344E-3</c:v>
                </c:pt>
                <c:pt idx="1284">
                  <c:v>5.9287000000000003E-3</c:v>
                </c:pt>
                <c:pt idx="1285">
                  <c:v>5.9237000000000005E-3</c:v>
                </c:pt>
                <c:pt idx="1286">
                  <c:v>6.1578000000000006E-3</c:v>
                </c:pt>
                <c:pt idx="1287">
                  <c:v>6.4355999999999997E-3</c:v>
                </c:pt>
                <c:pt idx="1288">
                  <c:v>6.3784999999999996E-3</c:v>
                </c:pt>
                <c:pt idx="1289">
                  <c:v>6.3667000000000003E-3</c:v>
                </c:pt>
                <c:pt idx="1290">
                  <c:v>6.4023999999999999E-3</c:v>
                </c:pt>
                <c:pt idx="1291">
                  <c:v>6.3054000000000001E-3</c:v>
                </c:pt>
                <c:pt idx="1292">
                  <c:v>6.472799999999999E-3</c:v>
                </c:pt>
                <c:pt idx="1293">
                  <c:v>6.4973000000000001E-3</c:v>
                </c:pt>
                <c:pt idx="1294">
                  <c:v>6.5004000000000008E-3</c:v>
                </c:pt>
                <c:pt idx="1295">
                  <c:v>6.3525999999999999E-3</c:v>
                </c:pt>
                <c:pt idx="1296">
                  <c:v>6.1827000000000002E-3</c:v>
                </c:pt>
                <c:pt idx="1297">
                  <c:v>6.2399999999999999E-3</c:v>
                </c:pt>
                <c:pt idx="1298">
                  <c:v>6.2026E-3</c:v>
                </c:pt>
                <c:pt idx="1299">
                  <c:v>6.2750000000000002E-3</c:v>
                </c:pt>
                <c:pt idx="1300">
                  <c:v>6.2500000000000003E-3</c:v>
                </c:pt>
                <c:pt idx="1301">
                  <c:v>6.2273000000000007E-3</c:v>
                </c:pt>
                <c:pt idx="1302">
                  <c:v>6.2122999999999996E-3</c:v>
                </c:pt>
                <c:pt idx="1303">
                  <c:v>6.2694000000000005E-3</c:v>
                </c:pt>
                <c:pt idx="1304">
                  <c:v>6.2750000000000002E-3</c:v>
                </c:pt>
                <c:pt idx="1305">
                  <c:v>6.3734999999999998E-3</c:v>
                </c:pt>
                <c:pt idx="1306">
                  <c:v>6.2497000000000004E-3</c:v>
                </c:pt>
                <c:pt idx="1307">
                  <c:v>6.4313999999999994E-3</c:v>
                </c:pt>
                <c:pt idx="1308">
                  <c:v>6.4164000000000001E-3</c:v>
                </c:pt>
                <c:pt idx="1309">
                  <c:v>6.3543999999999996E-3</c:v>
                </c:pt>
                <c:pt idx="1310">
                  <c:v>6.4234999999999995E-3</c:v>
                </c:pt>
                <c:pt idx="1311">
                  <c:v>6.3274000000000004E-3</c:v>
                </c:pt>
                <c:pt idx="1312">
                  <c:v>6.3134000000000003E-3</c:v>
                </c:pt>
                <c:pt idx="1313">
                  <c:v>6.3667000000000003E-3</c:v>
                </c:pt>
                <c:pt idx="1314">
                  <c:v>6.3667000000000003E-3</c:v>
                </c:pt>
                <c:pt idx="1315">
                  <c:v>6.4224E-3</c:v>
                </c:pt>
                <c:pt idx="1316">
                  <c:v>6.3612E-3</c:v>
                </c:pt>
                <c:pt idx="1317">
                  <c:v>6.1045000000000006E-3</c:v>
                </c:pt>
                <c:pt idx="1318">
                  <c:v>6.1929000000000003E-3</c:v>
                </c:pt>
                <c:pt idx="1319">
                  <c:v>6.2145999999999998E-3</c:v>
                </c:pt>
                <c:pt idx="1320">
                  <c:v>6.1761000000000003E-3</c:v>
                </c:pt>
                <c:pt idx="1321">
                  <c:v>6.1317999999999998E-3</c:v>
                </c:pt>
                <c:pt idx="1322">
                  <c:v>6.0711000000000003E-3</c:v>
                </c:pt>
                <c:pt idx="1323">
                  <c:v>6.0029000000000002E-3</c:v>
                </c:pt>
                <c:pt idx="1324">
                  <c:v>6.0277999999999998E-3</c:v>
                </c:pt>
                <c:pt idx="1325">
                  <c:v>6.0542E-3</c:v>
                </c:pt>
                <c:pt idx="1326">
                  <c:v>5.9126999999999999E-3</c:v>
                </c:pt>
                <c:pt idx="1327">
                  <c:v>5.8257999999999999E-3</c:v>
                </c:pt>
                <c:pt idx="1328">
                  <c:v>5.7873999999999998E-3</c:v>
                </c:pt>
                <c:pt idx="1329">
                  <c:v>5.5407E-3</c:v>
                </c:pt>
                <c:pt idx="1330">
                  <c:v>5.5183999999999997E-3</c:v>
                </c:pt>
                <c:pt idx="1331">
                  <c:v>5.5759E-3</c:v>
                </c:pt>
                <c:pt idx="1332">
                  <c:v>5.4707000000000002E-3</c:v>
                </c:pt>
                <c:pt idx="1333">
                  <c:v>5.2125000000000001E-3</c:v>
                </c:pt>
                <c:pt idx="1334">
                  <c:v>5.2395000000000002E-3</c:v>
                </c:pt>
                <c:pt idx="1335">
                  <c:v>5.1482000000000003E-3</c:v>
                </c:pt>
                <c:pt idx="1336">
                  <c:v>5.2738000000000004E-3</c:v>
                </c:pt>
                <c:pt idx="1337">
                  <c:v>5.1798E-3</c:v>
                </c:pt>
                <c:pt idx="1338">
                  <c:v>5.0807999999999999E-3</c:v>
                </c:pt>
                <c:pt idx="1339">
                  <c:v>5.2832999999999995E-3</c:v>
                </c:pt>
                <c:pt idx="1340">
                  <c:v>5.0358E-3</c:v>
                </c:pt>
                <c:pt idx="1341">
                  <c:v>5.1203999999999998E-3</c:v>
                </c:pt>
                <c:pt idx="1342">
                  <c:v>4.7127000000000002E-3</c:v>
                </c:pt>
                <c:pt idx="1343">
                  <c:v>4.8021999999999995E-3</c:v>
                </c:pt>
                <c:pt idx="1344">
                  <c:v>4.6994000000000003E-3</c:v>
                </c:pt>
                <c:pt idx="1345">
                  <c:v>4.8529000000000003E-3</c:v>
                </c:pt>
                <c:pt idx="1346">
                  <c:v>4.8323999999999997E-3</c:v>
                </c:pt>
                <c:pt idx="1347">
                  <c:v>4.9908999999999995E-3</c:v>
                </c:pt>
                <c:pt idx="1348">
                  <c:v>5.2243000000000003E-3</c:v>
                </c:pt>
                <c:pt idx="1349">
                  <c:v>5.5360000000000001E-3</c:v>
                </c:pt>
                <c:pt idx="1350">
                  <c:v>5.8563E-3</c:v>
                </c:pt>
                <c:pt idx="1351">
                  <c:v>6.4840999999999996E-3</c:v>
                </c:pt>
                <c:pt idx="1352">
                  <c:v>6.1979000000000001E-3</c:v>
                </c:pt>
                <c:pt idx="1353">
                  <c:v>6.1035999999999998E-3</c:v>
                </c:pt>
                <c:pt idx="1354">
                  <c:v>6.0444000000000001E-3</c:v>
                </c:pt>
                <c:pt idx="1355">
                  <c:v>6.1814999999999995E-3</c:v>
                </c:pt>
                <c:pt idx="1356">
                  <c:v>6.084E-3</c:v>
                </c:pt>
                <c:pt idx="1357">
                  <c:v>6.0695999999999996E-3</c:v>
                </c:pt>
                <c:pt idx="1358">
                  <c:v>6.0423999999999999E-3</c:v>
                </c:pt>
                <c:pt idx="1359">
                  <c:v>6.1827000000000002E-3</c:v>
                </c:pt>
                <c:pt idx="1360">
                  <c:v>6.4531999999999992E-3</c:v>
                </c:pt>
                <c:pt idx="1361">
                  <c:v>6.4396000000000002E-3</c:v>
                </c:pt>
                <c:pt idx="1362">
                  <c:v>6.6286000000000001E-3</c:v>
                </c:pt>
                <c:pt idx="1363">
                  <c:v>6.9624999999999999E-3</c:v>
                </c:pt>
                <c:pt idx="1364">
                  <c:v>7.5165000000000006E-3</c:v>
                </c:pt>
                <c:pt idx="1365">
                  <c:v>7.7562999999999998E-3</c:v>
                </c:pt>
                <c:pt idx="1366">
                  <c:v>7.4695999999999999E-3</c:v>
                </c:pt>
                <c:pt idx="1367">
                  <c:v>6.9714E-3</c:v>
                </c:pt>
                <c:pt idx="1368">
                  <c:v>6.8567999999999997E-3</c:v>
                </c:pt>
                <c:pt idx="1369">
                  <c:v>6.8549000000000006E-3</c:v>
                </c:pt>
                <c:pt idx="1370">
                  <c:v>7.0932E-3</c:v>
                </c:pt>
                <c:pt idx="1371">
                  <c:v>7.4456999999999995E-3</c:v>
                </c:pt>
                <c:pt idx="1372">
                  <c:v>7.4035999999999998E-3</c:v>
                </c:pt>
                <c:pt idx="1373">
                  <c:v>7.6785999999999998E-3</c:v>
                </c:pt>
                <c:pt idx="1374">
                  <c:v>7.7333000000000002E-3</c:v>
                </c:pt>
                <c:pt idx="1375">
                  <c:v>7.6284999999999999E-3</c:v>
                </c:pt>
                <c:pt idx="1376">
                  <c:v>7.4578999999999991E-3</c:v>
                </c:pt>
                <c:pt idx="1377">
                  <c:v>7.5169E-3</c:v>
                </c:pt>
                <c:pt idx="1378">
                  <c:v>7.5169E-3</c:v>
                </c:pt>
                <c:pt idx="1379">
                  <c:v>7.5105999999999992E-3</c:v>
                </c:pt>
                <c:pt idx="1380">
                  <c:v>7.1579999999999994E-3</c:v>
                </c:pt>
                <c:pt idx="1381">
                  <c:v>6.7897000000000009E-3</c:v>
                </c:pt>
                <c:pt idx="1382">
                  <c:v>6.8163E-3</c:v>
                </c:pt>
                <c:pt idx="1383">
                  <c:v>6.7742000000000002E-3</c:v>
                </c:pt>
                <c:pt idx="1384">
                  <c:v>6.7987999999999998E-3</c:v>
                </c:pt>
                <c:pt idx="1385">
                  <c:v>6.7853999999999996E-3</c:v>
                </c:pt>
                <c:pt idx="1386">
                  <c:v>6.5617000000000002E-3</c:v>
                </c:pt>
                <c:pt idx="1387">
                  <c:v>6.4892999999999999E-3</c:v>
                </c:pt>
                <c:pt idx="1388">
                  <c:v>6.3820999999999999E-3</c:v>
                </c:pt>
                <c:pt idx="1389">
                  <c:v>6.3E-3</c:v>
                </c:pt>
                <c:pt idx="1390">
                  <c:v>6.1833000000000001E-3</c:v>
                </c:pt>
                <c:pt idx="1391">
                  <c:v>6.1066000000000002E-3</c:v>
                </c:pt>
                <c:pt idx="1392">
                  <c:v>6.2389000000000003E-3</c:v>
                </c:pt>
                <c:pt idx="1393">
                  <c:v>6.2919999999999998E-3</c:v>
                </c:pt>
                <c:pt idx="1394">
                  <c:v>6.6005999999999999E-3</c:v>
                </c:pt>
                <c:pt idx="1395">
                  <c:v>6.6774E-3</c:v>
                </c:pt>
                <c:pt idx="1396">
                  <c:v>6.6558000000000008E-3</c:v>
                </c:pt>
                <c:pt idx="1397">
                  <c:v>6.7000000000000002E-3</c:v>
                </c:pt>
                <c:pt idx="1398">
                  <c:v>7.1500000000000001E-3</c:v>
                </c:pt>
                <c:pt idx="1399">
                  <c:v>7.7292000000000003E-3</c:v>
                </c:pt>
                <c:pt idx="1400">
                  <c:v>7.308499999999999E-3</c:v>
                </c:pt>
                <c:pt idx="1401">
                  <c:v>7.7436000000000007E-3</c:v>
                </c:pt>
                <c:pt idx="1402">
                  <c:v>7.7889999999999999E-3</c:v>
                </c:pt>
                <c:pt idx="1403">
                  <c:v>7.7004000000000005E-3</c:v>
                </c:pt>
                <c:pt idx="1404">
                  <c:v>8.2947000000000003E-3</c:v>
                </c:pt>
                <c:pt idx="1405">
                  <c:v>8.2924999999999995E-3</c:v>
                </c:pt>
                <c:pt idx="1406">
                  <c:v>8.7325000000000007E-3</c:v>
                </c:pt>
                <c:pt idx="1407">
                  <c:v>8.1376E-3</c:v>
                </c:pt>
                <c:pt idx="1408">
                  <c:v>7.9655999999999998E-3</c:v>
                </c:pt>
                <c:pt idx="1409">
                  <c:v>8.2500000000000004E-3</c:v>
                </c:pt>
                <c:pt idx="1410">
                  <c:v>8.7294E-3</c:v>
                </c:pt>
                <c:pt idx="1411">
                  <c:v>8.6087000000000004E-3</c:v>
                </c:pt>
                <c:pt idx="1412">
                  <c:v>8.0876000000000003E-3</c:v>
                </c:pt>
                <c:pt idx="1413">
                  <c:v>7.9731999999999997E-3</c:v>
                </c:pt>
                <c:pt idx="1414">
                  <c:v>8.1808999999999996E-3</c:v>
                </c:pt>
                <c:pt idx="1415">
                  <c:v>8.4557E-3</c:v>
                </c:pt>
                <c:pt idx="1416">
                  <c:v>8.5690999999999996E-3</c:v>
                </c:pt>
                <c:pt idx="1417">
                  <c:v>8.5868999999999997E-3</c:v>
                </c:pt>
                <c:pt idx="1418">
                  <c:v>8.5400000000000007E-3</c:v>
                </c:pt>
                <c:pt idx="1419">
                  <c:v>8.9067E-3</c:v>
                </c:pt>
                <c:pt idx="1420">
                  <c:v>9.0404999999999999E-3</c:v>
                </c:pt>
                <c:pt idx="1421">
                  <c:v>8.9899000000000003E-3</c:v>
                </c:pt>
                <c:pt idx="1422">
                  <c:v>8.7279000000000002E-3</c:v>
                </c:pt>
                <c:pt idx="1423">
                  <c:v>8.7500000000000008E-3</c:v>
                </c:pt>
                <c:pt idx="1424">
                  <c:v>8.8000000000000005E-3</c:v>
                </c:pt>
                <c:pt idx="1425">
                  <c:v>8.8299999999999993E-3</c:v>
                </c:pt>
                <c:pt idx="1426">
                  <c:v>8.8400000000000006E-3</c:v>
                </c:pt>
                <c:pt idx="1427">
                  <c:v>9.0200000000000002E-3</c:v>
                </c:pt>
                <c:pt idx="1428">
                  <c:v>9.2399999999999999E-3</c:v>
                </c:pt>
                <c:pt idx="1429">
                  <c:v>9.1799999999999989E-3</c:v>
                </c:pt>
                <c:pt idx="1430">
                  <c:v>8.8564999999999998E-3</c:v>
                </c:pt>
                <c:pt idx="1431">
                  <c:v>8.4682000000000004E-3</c:v>
                </c:pt>
                <c:pt idx="1432">
                  <c:v>8.2316000000000004E-3</c:v>
                </c:pt>
                <c:pt idx="1433">
                  <c:v>8.0000000000000002E-3</c:v>
                </c:pt>
                <c:pt idx="1434">
                  <c:v>6.9883999999999996E-3</c:v>
                </c:pt>
                <c:pt idx="1435">
                  <c:v>7.0000000000000001E-3</c:v>
                </c:pt>
                <c:pt idx="1436">
                  <c:v>7.2322999999999997E-3</c:v>
                </c:pt>
                <c:pt idx="1437">
                  <c:v>6.6879999999999995E-3</c:v>
                </c:pt>
                <c:pt idx="1438">
                  <c:v>6.4787999999999998E-3</c:v>
                </c:pt>
                <c:pt idx="1439">
                  <c:v>6.3055999999999997E-3</c:v>
                </c:pt>
                <c:pt idx="1440">
                  <c:v>6.2360000000000002E-3</c:v>
                </c:pt>
                <c:pt idx="1441">
                  <c:v>6.1199000000000002E-3</c:v>
                </c:pt>
                <c:pt idx="1442">
                  <c:v>6.3601999999999999E-3</c:v>
                </c:pt>
                <c:pt idx="1443">
                  <c:v>6.5272999999999998E-3</c:v>
                </c:pt>
                <c:pt idx="1444">
                  <c:v>6.3874999999999999E-3</c:v>
                </c:pt>
                <c:pt idx="1445">
                  <c:v>6.2200000000000007E-3</c:v>
                </c:pt>
                <c:pt idx="1446">
                  <c:v>6.1000000000000004E-3</c:v>
                </c:pt>
                <c:pt idx="1447">
                  <c:v>5.8200000000000005E-3</c:v>
                </c:pt>
                <c:pt idx="1448">
                  <c:v>5.7726000000000001E-3</c:v>
                </c:pt>
                <c:pt idx="1449">
                  <c:v>5.6942E-3</c:v>
                </c:pt>
                <c:pt idx="1450">
                  <c:v>5.6683999999999997E-3</c:v>
                </c:pt>
                <c:pt idx="1451">
                  <c:v>5.5729999999999998E-3</c:v>
                </c:pt>
                <c:pt idx="1452">
                  <c:v>5.5052E-3</c:v>
                </c:pt>
                <c:pt idx="1453">
                  <c:v>5.5770999999999998E-3</c:v>
                </c:pt>
                <c:pt idx="1454">
                  <c:v>5.8037000000000002E-3</c:v>
                </c:pt>
                <c:pt idx="1455">
                  <c:v>5.7995E-3</c:v>
                </c:pt>
                <c:pt idx="1456">
                  <c:v>5.5610999999999994E-3</c:v>
                </c:pt>
                <c:pt idx="1457">
                  <c:v>5.6070999999999994E-3</c:v>
                </c:pt>
                <c:pt idx="1458">
                  <c:v>5.5288999999999998E-3</c:v>
                </c:pt>
                <c:pt idx="1459">
                  <c:v>5.5469000000000004E-3</c:v>
                </c:pt>
                <c:pt idx="1460">
                  <c:v>5.4688000000000002E-3</c:v>
                </c:pt>
                <c:pt idx="1461">
                  <c:v>5.4291000000000001E-3</c:v>
                </c:pt>
                <c:pt idx="1462">
                  <c:v>5.3512000000000004E-3</c:v>
                </c:pt>
                <c:pt idx="1463">
                  <c:v>5.1799999999999997E-3</c:v>
                </c:pt>
                <c:pt idx="1464">
                  <c:v>5.0940999999999998E-3</c:v>
                </c:pt>
                <c:pt idx="1465">
                  <c:v>5.0092000000000001E-3</c:v>
                </c:pt>
                <c:pt idx="1466">
                  <c:v>4.9052000000000002E-3</c:v>
                </c:pt>
                <c:pt idx="1467">
                  <c:v>4.8478000000000002E-3</c:v>
                </c:pt>
                <c:pt idx="1468">
                  <c:v>4.8634000000000004E-3</c:v>
                </c:pt>
                <c:pt idx="1469">
                  <c:v>4.8405000000000002E-3</c:v>
                </c:pt>
                <c:pt idx="1470">
                  <c:v>4.9100000000000003E-3</c:v>
                </c:pt>
                <c:pt idx="1471">
                  <c:v>5.0600000000000003E-3</c:v>
                </c:pt>
                <c:pt idx="1472">
                  <c:v>5.1799999999999997E-3</c:v>
                </c:pt>
                <c:pt idx="1473">
                  <c:v>5.2100000000000002E-3</c:v>
                </c:pt>
                <c:pt idx="1474">
                  <c:v>5.1942999999999998E-3</c:v>
                </c:pt>
                <c:pt idx="1475">
                  <c:v>5.1167000000000001E-3</c:v>
                </c:pt>
                <c:pt idx="1476">
                  <c:v>4.9667000000000001E-3</c:v>
                </c:pt>
                <c:pt idx="1477">
                  <c:v>4.8900000000000002E-3</c:v>
                </c:pt>
                <c:pt idx="1478">
                  <c:v>4.9100000000000003E-3</c:v>
                </c:pt>
                <c:pt idx="1479">
                  <c:v>4.9332999999999998E-3</c:v>
                </c:pt>
                <c:pt idx="1480">
                  <c:v>4.7082999999999995E-3</c:v>
                </c:pt>
                <c:pt idx="1481">
                  <c:v>4.7832999999999999E-3</c:v>
                </c:pt>
                <c:pt idx="1482">
                  <c:v>4.81E-3</c:v>
                </c:pt>
                <c:pt idx="1483">
                  <c:v>4.96E-3</c:v>
                </c:pt>
                <c:pt idx="1484">
                  <c:v>5.0899999999999999E-3</c:v>
                </c:pt>
                <c:pt idx="1485">
                  <c:v>5.025E-3</c:v>
                </c:pt>
                <c:pt idx="1486">
                  <c:v>5.025E-3</c:v>
                </c:pt>
                <c:pt idx="1487">
                  <c:v>5.11E-3</c:v>
                </c:pt>
                <c:pt idx="1488">
                  <c:v>5.11E-3</c:v>
                </c:pt>
                <c:pt idx="1489">
                  <c:v>5.1000000000000004E-3</c:v>
                </c:pt>
                <c:pt idx="1490">
                  <c:v>5.1332999999999995E-3</c:v>
                </c:pt>
                <c:pt idx="1491">
                  <c:v>5.1570999999999995E-3</c:v>
                </c:pt>
                <c:pt idx="1492">
                  <c:v>5.6499999999999996E-3</c:v>
                </c:pt>
                <c:pt idx="1493">
                  <c:v>5.6429000000000002E-3</c:v>
                </c:pt>
                <c:pt idx="1494">
                  <c:v>5.7667000000000005E-3</c:v>
                </c:pt>
                <c:pt idx="1495">
                  <c:v>5.5999999999999999E-3</c:v>
                </c:pt>
                <c:pt idx="1496">
                  <c:v>5.5643000000000003E-3</c:v>
                </c:pt>
                <c:pt idx="1497">
                  <c:v>5.5570999999999997E-3</c:v>
                </c:pt>
                <c:pt idx="1498">
                  <c:v>5.6687999999999999E-3</c:v>
                </c:pt>
                <c:pt idx="1499">
                  <c:v>5.6438E-3</c:v>
                </c:pt>
                <c:pt idx="1500">
                  <c:v>5.6286000000000001E-3</c:v>
                </c:pt>
                <c:pt idx="1501">
                  <c:v>5.6625E-3</c:v>
                </c:pt>
                <c:pt idx="1502">
                  <c:v>5.6249999999999998E-3</c:v>
                </c:pt>
                <c:pt idx="1503">
                  <c:v>5.4917000000000004E-3</c:v>
                </c:pt>
                <c:pt idx="1504">
                  <c:v>5.5999999999999999E-3</c:v>
                </c:pt>
                <c:pt idx="1505">
                  <c:v>5.0642999999999999E-3</c:v>
                </c:pt>
                <c:pt idx="1506">
                  <c:v>5.1856999999999997E-3</c:v>
                </c:pt>
                <c:pt idx="1507">
                  <c:v>4.9399999999999999E-3</c:v>
                </c:pt>
                <c:pt idx="1508">
                  <c:v>4.8799999999999998E-3</c:v>
                </c:pt>
                <c:pt idx="1509">
                  <c:v>4.6667000000000002E-3</c:v>
                </c:pt>
                <c:pt idx="1510">
                  <c:v>4.6800000000000001E-3</c:v>
                </c:pt>
                <c:pt idx="1511">
                  <c:v>4.64E-3</c:v>
                </c:pt>
                <c:pt idx="1512">
                  <c:v>4.5399999999999998E-3</c:v>
                </c:pt>
                <c:pt idx="1513">
                  <c:v>4.5299999999999993E-3</c:v>
                </c:pt>
                <c:pt idx="1514">
                  <c:v>4.5500000000000002E-3</c:v>
                </c:pt>
                <c:pt idx="1515">
                  <c:v>4.5299999999999993E-3</c:v>
                </c:pt>
                <c:pt idx="1516">
                  <c:v>4.4583000000000001E-3</c:v>
                </c:pt>
                <c:pt idx="1517">
                  <c:v>4.3832999999999997E-3</c:v>
                </c:pt>
                <c:pt idx="1518">
                  <c:v>4.4549999999999998E-3</c:v>
                </c:pt>
                <c:pt idx="1519">
                  <c:v>4.5265999999999995E-3</c:v>
                </c:pt>
                <c:pt idx="1520">
                  <c:v>4.5767999999999998E-3</c:v>
                </c:pt>
                <c:pt idx="1521">
                  <c:v>4.6167000000000005E-3</c:v>
                </c:pt>
                <c:pt idx="1522">
                  <c:v>4.6499999999999996E-3</c:v>
                </c:pt>
                <c:pt idx="1523">
                  <c:v>4.6139000000000006E-3</c:v>
                </c:pt>
                <c:pt idx="1524">
                  <c:v>4.5899999999999995E-3</c:v>
                </c:pt>
                <c:pt idx="1525">
                  <c:v>4.4999999999999997E-3</c:v>
                </c:pt>
                <c:pt idx="1526">
                  <c:v>4.4844999999999998E-3</c:v>
                </c:pt>
                <c:pt idx="1527">
                  <c:v>4.4270999999999998E-3</c:v>
                </c:pt>
                <c:pt idx="1528">
                  <c:v>4.4749999999999998E-3</c:v>
                </c:pt>
                <c:pt idx="1529">
                  <c:v>4.5055999999999994E-3</c:v>
                </c:pt>
                <c:pt idx="1530">
                  <c:v>4.535E-3</c:v>
                </c:pt>
                <c:pt idx="1531">
                  <c:v>4.5082999999999998E-3</c:v>
                </c:pt>
                <c:pt idx="1532">
                  <c:v>4.5125E-3</c:v>
                </c:pt>
                <c:pt idx="1533">
                  <c:v>4.64E-3</c:v>
                </c:pt>
                <c:pt idx="1534">
                  <c:v>4.6649999999999999E-3</c:v>
                </c:pt>
                <c:pt idx="1535">
                  <c:v>4.6625E-3</c:v>
                </c:pt>
                <c:pt idx="1536">
                  <c:v>4.6600000000000001E-3</c:v>
                </c:pt>
                <c:pt idx="1537">
                  <c:v>4.6750000000000003E-3</c:v>
                </c:pt>
                <c:pt idx="1538">
                  <c:v>4.6750000000000003E-3</c:v>
                </c:pt>
                <c:pt idx="1539">
                  <c:v>4.8611000000000001E-3</c:v>
                </c:pt>
                <c:pt idx="1540">
                  <c:v>4.9150000000000001E-3</c:v>
                </c:pt>
                <c:pt idx="1541">
                  <c:v>4.7600000000000003E-3</c:v>
                </c:pt>
                <c:pt idx="1542">
                  <c:v>4.6750000000000003E-3</c:v>
                </c:pt>
                <c:pt idx="1543">
                  <c:v>4.777E-3</c:v>
                </c:pt>
                <c:pt idx="1544">
                  <c:v>4.6179999999999997E-3</c:v>
                </c:pt>
                <c:pt idx="1545">
                  <c:v>4.5478999999999997E-3</c:v>
                </c:pt>
                <c:pt idx="1546">
                  <c:v>4.4213000000000004E-3</c:v>
                </c:pt>
                <c:pt idx="1547">
                  <c:v>4.3687999999999999E-3</c:v>
                </c:pt>
                <c:pt idx="1548">
                  <c:v>4.3049999999999998E-3</c:v>
                </c:pt>
                <c:pt idx="1549">
                  <c:v>4.2763000000000002E-3</c:v>
                </c:pt>
                <c:pt idx="1550">
                  <c:v>4.2813E-3</c:v>
                </c:pt>
                <c:pt idx="1551">
                  <c:v>4.2599999999999999E-3</c:v>
                </c:pt>
                <c:pt idx="1552">
                  <c:v>4.1999999999999997E-3</c:v>
                </c:pt>
                <c:pt idx="1553">
                  <c:v>4.1517000000000004E-3</c:v>
                </c:pt>
                <c:pt idx="1554">
                  <c:v>4.1335E-3</c:v>
                </c:pt>
                <c:pt idx="1555">
                  <c:v>4.1209000000000003E-3</c:v>
                </c:pt>
                <c:pt idx="1556">
                  <c:v>4.1000999999999998E-3</c:v>
                </c:pt>
                <c:pt idx="1557">
                  <c:v>4.0662999999999993E-3</c:v>
                </c:pt>
                <c:pt idx="1558">
                  <c:v>4.0499999999999998E-3</c:v>
                </c:pt>
                <c:pt idx="1559">
                  <c:v>4.0499999999999998E-3</c:v>
                </c:pt>
                <c:pt idx="1560">
                  <c:v>4.0166999999999998E-3</c:v>
                </c:pt>
                <c:pt idx="1561">
                  <c:v>4.0249999999999999E-3</c:v>
                </c:pt>
                <c:pt idx="1562">
                  <c:v>4.0333000000000001E-3</c:v>
                </c:pt>
                <c:pt idx="1563">
                  <c:v>4.0417000000000005E-3</c:v>
                </c:pt>
                <c:pt idx="1564">
                  <c:v>4.0499999999999998E-3</c:v>
                </c:pt>
                <c:pt idx="1565">
                  <c:v>4.0334000000000004E-3</c:v>
                </c:pt>
                <c:pt idx="1566">
                  <c:v>3.9145999999999999E-3</c:v>
                </c:pt>
                <c:pt idx="1567">
                  <c:v>3.9319999999999997E-3</c:v>
                </c:pt>
                <c:pt idx="1568">
                  <c:v>3.9276000000000007E-3</c:v>
                </c:pt>
                <c:pt idx="1569">
                  <c:v>3.9125000000000002E-3</c:v>
                </c:pt>
                <c:pt idx="1570">
                  <c:v>4.13E-3</c:v>
                </c:pt>
                <c:pt idx="1571">
                  <c:v>4.1590000000000004E-3</c:v>
                </c:pt>
                <c:pt idx="1572">
                  <c:v>4.1700000000000001E-3</c:v>
                </c:pt>
                <c:pt idx="1573">
                  <c:v>4.1438000000000004E-3</c:v>
                </c:pt>
                <c:pt idx="1574">
                  <c:v>4.1219000000000004E-3</c:v>
                </c:pt>
                <c:pt idx="1575">
                  <c:v>4.1426000000000006E-3</c:v>
                </c:pt>
                <c:pt idx="1576">
                  <c:v>4.0799999999999994E-3</c:v>
                </c:pt>
                <c:pt idx="1577">
                  <c:v>4.0688E-3</c:v>
                </c:pt>
                <c:pt idx="1578">
                  <c:v>4.0594000000000003E-3</c:v>
                </c:pt>
                <c:pt idx="1579">
                  <c:v>4.0726E-3</c:v>
                </c:pt>
                <c:pt idx="1580">
                  <c:v>4.1000000000000003E-3</c:v>
                </c:pt>
                <c:pt idx="1581">
                  <c:v>4.0100000000000005E-3</c:v>
                </c:pt>
                <c:pt idx="1582">
                  <c:v>4.0600000000000002E-3</c:v>
                </c:pt>
                <c:pt idx="1583">
                  <c:v>4.1450000000000002E-3</c:v>
                </c:pt>
                <c:pt idx="1584">
                  <c:v>4.1900000000000001E-3</c:v>
                </c:pt>
                <c:pt idx="1585">
                  <c:v>4.28E-3</c:v>
                </c:pt>
                <c:pt idx="1586">
                  <c:v>4.2940000000000001E-3</c:v>
                </c:pt>
                <c:pt idx="1587">
                  <c:v>4.1066999999999996E-3</c:v>
                </c:pt>
                <c:pt idx="1588">
                  <c:v>3.9824999999999999E-3</c:v>
                </c:pt>
                <c:pt idx="1589">
                  <c:v>3.9810000000000002E-3</c:v>
                </c:pt>
                <c:pt idx="1590">
                  <c:v>3.9395999999999997E-3</c:v>
                </c:pt>
                <c:pt idx="1591">
                  <c:v>3.9375999999999994E-3</c:v>
                </c:pt>
                <c:pt idx="1592">
                  <c:v>4.0860000000000002E-3</c:v>
                </c:pt>
                <c:pt idx="1593">
                  <c:v>4.0889999999999998E-3</c:v>
                </c:pt>
                <c:pt idx="1594">
                  <c:v>4.1584000000000005E-3</c:v>
                </c:pt>
                <c:pt idx="1595">
                  <c:v>4.0807999999999999E-3</c:v>
                </c:pt>
                <c:pt idx="1596">
                  <c:v>3.9700000000000004E-3</c:v>
                </c:pt>
                <c:pt idx="1597">
                  <c:v>3.9325000000000002E-3</c:v>
                </c:pt>
                <c:pt idx="1598">
                  <c:v>3.9540999999999995E-3</c:v>
                </c:pt>
                <c:pt idx="1599">
                  <c:v>3.9889000000000001E-3</c:v>
                </c:pt>
                <c:pt idx="1600">
                  <c:v>3.9899999999999996E-3</c:v>
                </c:pt>
                <c:pt idx="1601">
                  <c:v>4.0229999999999997E-3</c:v>
                </c:pt>
                <c:pt idx="1602">
                  <c:v>4.0188000000000003E-3</c:v>
                </c:pt>
                <c:pt idx="1603">
                  <c:v>4.0575000000000003E-3</c:v>
                </c:pt>
                <c:pt idx="1604">
                  <c:v>4.1732999999999996E-3</c:v>
                </c:pt>
                <c:pt idx="1605">
                  <c:v>4.5651000000000008E-3</c:v>
                </c:pt>
                <c:pt idx="1606">
                  <c:v>4.3899999999999998E-3</c:v>
                </c:pt>
                <c:pt idx="1607">
                  <c:v>4.5570000000000003E-3</c:v>
                </c:pt>
                <c:pt idx="1608">
                  <c:v>4.6924999999999996E-3</c:v>
                </c:pt>
                <c:pt idx="1609">
                  <c:v>4.8500000000000001E-3</c:v>
                </c:pt>
                <c:pt idx="1610">
                  <c:v>4.7174000000000001E-3</c:v>
                </c:pt>
                <c:pt idx="1611">
                  <c:v>4.7000000000000002E-3</c:v>
                </c:pt>
                <c:pt idx="1612">
                  <c:v>4.6026000000000001E-3</c:v>
                </c:pt>
                <c:pt idx="1613">
                  <c:v>4.5688000000000005E-3</c:v>
                </c:pt>
                <c:pt idx="1614">
                  <c:v>4.4894000000000002E-3</c:v>
                </c:pt>
                <c:pt idx="1615">
                  <c:v>4.6533E-3</c:v>
                </c:pt>
                <c:pt idx="1616">
                  <c:v>4.6267000000000001E-3</c:v>
                </c:pt>
                <c:pt idx="1617">
                  <c:v>4.4426000000000005E-3</c:v>
                </c:pt>
                <c:pt idx="1618">
                  <c:v>4.346E-3</c:v>
                </c:pt>
                <c:pt idx="1619">
                  <c:v>4.1429000000000006E-3</c:v>
                </c:pt>
                <c:pt idx="1620">
                  <c:v>4.1801E-3</c:v>
                </c:pt>
                <c:pt idx="1621">
                  <c:v>4.0749999999999996E-3</c:v>
                </c:pt>
                <c:pt idx="1622">
                  <c:v>4.0549999999999996E-3</c:v>
                </c:pt>
                <c:pt idx="1623">
                  <c:v>4.0844999999999996E-3</c:v>
                </c:pt>
                <c:pt idx="1624">
                  <c:v>4.2334E-3</c:v>
                </c:pt>
                <c:pt idx="1625">
                  <c:v>4.2249999999999996E-3</c:v>
                </c:pt>
                <c:pt idx="1626">
                  <c:v>4.3E-3</c:v>
                </c:pt>
                <c:pt idx="1627">
                  <c:v>4.2277999999999994E-3</c:v>
                </c:pt>
                <c:pt idx="1628">
                  <c:v>4.1258000000000006E-3</c:v>
                </c:pt>
                <c:pt idx="1629">
                  <c:v>4.0749999999999996E-3</c:v>
                </c:pt>
                <c:pt idx="1630">
                  <c:v>4.0249999999999999E-3</c:v>
                </c:pt>
                <c:pt idx="1631">
                  <c:v>3.9484999999999998E-3</c:v>
                </c:pt>
                <c:pt idx="1632">
                  <c:v>3.8917999999999999E-3</c:v>
                </c:pt>
                <c:pt idx="1633">
                  <c:v>3.9391000000000001E-3</c:v>
                </c:pt>
                <c:pt idx="1634">
                  <c:v>3.8533E-3</c:v>
                </c:pt>
                <c:pt idx="1635">
                  <c:v>3.8587999999999999E-3</c:v>
                </c:pt>
                <c:pt idx="1636">
                  <c:v>3.8209000000000003E-3</c:v>
                </c:pt>
                <c:pt idx="1637">
                  <c:v>3.8793E-3</c:v>
                </c:pt>
                <c:pt idx="1638">
                  <c:v>3.875E-3</c:v>
                </c:pt>
                <c:pt idx="1639">
                  <c:v>3.7518E-3</c:v>
                </c:pt>
                <c:pt idx="1640">
                  <c:v>3.6600000000000001E-3</c:v>
                </c:pt>
                <c:pt idx="1641">
                  <c:v>3.5399999999999997E-3</c:v>
                </c:pt>
                <c:pt idx="1642">
                  <c:v>3.4895000000000004E-3</c:v>
                </c:pt>
                <c:pt idx="1643">
                  <c:v>3.5000000000000001E-3</c:v>
                </c:pt>
                <c:pt idx="1644">
                  <c:v>3.5000000000000001E-3</c:v>
                </c:pt>
                <c:pt idx="1645">
                  <c:v>3.5405000000000002E-3</c:v>
                </c:pt>
                <c:pt idx="1646">
                  <c:v>3.5399999999999997E-3</c:v>
                </c:pt>
                <c:pt idx="1647">
                  <c:v>3.3484999999999999E-3</c:v>
                </c:pt>
                <c:pt idx="1648">
                  <c:v>3.3500000000000001E-3</c:v>
                </c:pt>
                <c:pt idx="1649">
                  <c:v>3.356E-3</c:v>
                </c:pt>
                <c:pt idx="1650">
                  <c:v>3.2450000000000005E-3</c:v>
                </c:pt>
                <c:pt idx="1651">
                  <c:v>3.2012999999999998E-3</c:v>
                </c:pt>
                <c:pt idx="1652">
                  <c:v>3.2063E-3</c:v>
                </c:pt>
                <c:pt idx="1653">
                  <c:v>3.2025000000000001E-3</c:v>
                </c:pt>
                <c:pt idx="1654">
                  <c:v>3.1949999999999999E-3</c:v>
                </c:pt>
                <c:pt idx="1655">
                  <c:v>3.2025000000000001E-3</c:v>
                </c:pt>
                <c:pt idx="1656">
                  <c:v>3.1850000000000003E-3</c:v>
                </c:pt>
                <c:pt idx="1657">
                  <c:v>3.2325000000000001E-3</c:v>
                </c:pt>
                <c:pt idx="1658">
                  <c:v>3.2750000000000001E-3</c:v>
                </c:pt>
                <c:pt idx="1659">
                  <c:v>3.2750000000000001E-3</c:v>
                </c:pt>
                <c:pt idx="1660">
                  <c:v>3.2600000000000003E-3</c:v>
                </c:pt>
                <c:pt idx="1661">
                  <c:v>3.1275000000000001E-3</c:v>
                </c:pt>
                <c:pt idx="1662">
                  <c:v>2.9774999999999997E-3</c:v>
                </c:pt>
                <c:pt idx="1663">
                  <c:v>2.9624999999999999E-3</c:v>
                </c:pt>
                <c:pt idx="1664">
                  <c:v>2.954E-3</c:v>
                </c:pt>
                <c:pt idx="1665">
                  <c:v>2.9030000000000002E-3</c:v>
                </c:pt>
                <c:pt idx="1666">
                  <c:v>2.8899999999999998E-3</c:v>
                </c:pt>
                <c:pt idx="1667">
                  <c:v>2.8800000000000002E-3</c:v>
                </c:pt>
                <c:pt idx="1668">
                  <c:v>2.9082999999999999E-3</c:v>
                </c:pt>
                <c:pt idx="1669">
                  <c:v>2.8797000000000002E-3</c:v>
                </c:pt>
                <c:pt idx="1670">
                  <c:v>2.8874999999999999E-3</c:v>
                </c:pt>
                <c:pt idx="1671">
                  <c:v>2.9020000000000001E-3</c:v>
                </c:pt>
                <c:pt idx="1672">
                  <c:v>2.8563E-3</c:v>
                </c:pt>
                <c:pt idx="1673">
                  <c:v>2.8167000000000001E-3</c:v>
                </c:pt>
                <c:pt idx="1674">
                  <c:v>2.8375000000000002E-3</c:v>
                </c:pt>
                <c:pt idx="1675">
                  <c:v>2.8999999999999998E-3</c:v>
                </c:pt>
                <c:pt idx="1676">
                  <c:v>3.0283000000000003E-3</c:v>
                </c:pt>
                <c:pt idx="1677">
                  <c:v>3.1100000000000004E-3</c:v>
                </c:pt>
                <c:pt idx="1678">
                  <c:v>3.0625000000000001E-3</c:v>
                </c:pt>
                <c:pt idx="1679">
                  <c:v>3.0297000000000002E-3</c:v>
                </c:pt>
                <c:pt idx="1680">
                  <c:v>3.0999999999999999E-3</c:v>
                </c:pt>
                <c:pt idx="1681">
                  <c:v>3.075E-3</c:v>
                </c:pt>
                <c:pt idx="1682">
                  <c:v>3.0625000000000001E-3</c:v>
                </c:pt>
                <c:pt idx="1683">
                  <c:v>3.0025E-3</c:v>
                </c:pt>
                <c:pt idx="1684">
                  <c:v>3.0149999999999999E-3</c:v>
                </c:pt>
                <c:pt idx="1685">
                  <c:v>3.0425000000000001E-3</c:v>
                </c:pt>
                <c:pt idx="1686">
                  <c:v>3.15E-3</c:v>
                </c:pt>
                <c:pt idx="1687">
                  <c:v>3.1475000000000001E-3</c:v>
                </c:pt>
                <c:pt idx="1688">
                  <c:v>3.1998999999999999E-3</c:v>
                </c:pt>
                <c:pt idx="1689">
                  <c:v>3.2082999999999999E-3</c:v>
                </c:pt>
                <c:pt idx="1690">
                  <c:v>3.2615000000000001E-3</c:v>
                </c:pt>
                <c:pt idx="1691">
                  <c:v>3.5500000000000002E-3</c:v>
                </c:pt>
                <c:pt idx="1692">
                  <c:v>3.4915999999999997E-3</c:v>
                </c:pt>
                <c:pt idx="1693">
                  <c:v>3.5598999999999995E-3</c:v>
                </c:pt>
                <c:pt idx="1694">
                  <c:v>3.4381999999999998E-3</c:v>
                </c:pt>
                <c:pt idx="1695">
                  <c:v>3.3834000000000004E-3</c:v>
                </c:pt>
                <c:pt idx="1696">
                  <c:v>3.3999999999999998E-3</c:v>
                </c:pt>
                <c:pt idx="1697">
                  <c:v>3.3982999999999995E-3</c:v>
                </c:pt>
                <c:pt idx="1698">
                  <c:v>3.3598999999999999E-3</c:v>
                </c:pt>
                <c:pt idx="1699">
                  <c:v>3.3067000000000001E-3</c:v>
                </c:pt>
                <c:pt idx="1700">
                  <c:v>3.565E-3</c:v>
                </c:pt>
                <c:pt idx="1701">
                  <c:v>3.5700000000000003E-3</c:v>
                </c:pt>
                <c:pt idx="1702">
                  <c:v>3.5217E-3</c:v>
                </c:pt>
                <c:pt idx="1703">
                  <c:v>3.5332999999999996E-3</c:v>
                </c:pt>
                <c:pt idx="1704">
                  <c:v>3.5899999999999999E-3</c:v>
                </c:pt>
                <c:pt idx="1705">
                  <c:v>3.5524999999999997E-3</c:v>
                </c:pt>
                <c:pt idx="1706">
                  <c:v>3.6734000000000003E-3</c:v>
                </c:pt>
                <c:pt idx="1707">
                  <c:v>3.6601999999999997E-3</c:v>
                </c:pt>
                <c:pt idx="1708">
                  <c:v>4.0134000000000003E-3</c:v>
                </c:pt>
                <c:pt idx="1709">
                  <c:v>4.0866000000000001E-3</c:v>
                </c:pt>
                <c:pt idx="1710">
                  <c:v>4.4895999999999998E-3</c:v>
                </c:pt>
                <c:pt idx="1711">
                  <c:v>4.6801999999999998E-3</c:v>
                </c:pt>
                <c:pt idx="1712">
                  <c:v>7.0555999999999995E-3</c:v>
                </c:pt>
                <c:pt idx="1713">
                  <c:v>7.1114000000000004E-3</c:v>
                </c:pt>
                <c:pt idx="1714">
                  <c:v>6.1551000000000002E-3</c:v>
                </c:pt>
                <c:pt idx="1715">
                  <c:v>5.8738000000000002E-3</c:v>
                </c:pt>
                <c:pt idx="1716">
                  <c:v>5.7266000000000001E-3</c:v>
                </c:pt>
                <c:pt idx="1717">
                  <c:v>5.6249999999999998E-3</c:v>
                </c:pt>
                <c:pt idx="1718">
                  <c:v>5.7799999999999995E-3</c:v>
                </c:pt>
                <c:pt idx="1719">
                  <c:v>5.9975000000000002E-3</c:v>
                </c:pt>
                <c:pt idx="1720">
                  <c:v>5.7124999999999997E-3</c:v>
                </c:pt>
                <c:pt idx="1721">
                  <c:v>5.3375000000000002E-3</c:v>
                </c:pt>
                <c:pt idx="1722">
                  <c:v>5.7832999999999999E-3</c:v>
                </c:pt>
                <c:pt idx="1723">
                  <c:v>6.2824999999999999E-3</c:v>
                </c:pt>
                <c:pt idx="1724">
                  <c:v>6.1304999999999997E-3</c:v>
                </c:pt>
                <c:pt idx="1725">
                  <c:v>6.6167000000000005E-3</c:v>
                </c:pt>
                <c:pt idx="1726">
                  <c:v>7.4167E-3</c:v>
                </c:pt>
                <c:pt idx="1727">
                  <c:v>8.0084000000000006E-3</c:v>
                </c:pt>
                <c:pt idx="1728">
                  <c:v>7.3591999999999998E-3</c:v>
                </c:pt>
                <c:pt idx="1729">
                  <c:v>7.4749999999999999E-3</c:v>
                </c:pt>
                <c:pt idx="1730">
                  <c:v>7.5332999999999997E-3</c:v>
                </c:pt>
                <c:pt idx="1731">
                  <c:v>6.4833E-3</c:v>
                </c:pt>
                <c:pt idx="1732">
                  <c:v>6.2832999999999995E-3</c:v>
                </c:pt>
                <c:pt idx="1733">
                  <c:v>5.9153000000000001E-3</c:v>
                </c:pt>
                <c:pt idx="1734">
                  <c:v>5.7000000000000002E-3</c:v>
                </c:pt>
                <c:pt idx="1735">
                  <c:v>6.5500000000000003E-3</c:v>
                </c:pt>
                <c:pt idx="1736">
                  <c:v>6.1624999999999996E-3</c:v>
                </c:pt>
                <c:pt idx="1737">
                  <c:v>6.2299999999999994E-3</c:v>
                </c:pt>
                <c:pt idx="1738">
                  <c:v>6.0330000000000002E-3</c:v>
                </c:pt>
                <c:pt idx="1739">
                  <c:v>6.0499999999999998E-3</c:v>
                </c:pt>
                <c:pt idx="1740">
                  <c:v>6.0333000000000001E-3</c:v>
                </c:pt>
                <c:pt idx="1741">
                  <c:v>6.2332999999999998E-3</c:v>
                </c:pt>
                <c:pt idx="1742">
                  <c:v>6.2630000000000003E-3</c:v>
                </c:pt>
                <c:pt idx="1743">
                  <c:v>6.5400999999999992E-3</c:v>
                </c:pt>
                <c:pt idx="1744">
                  <c:v>6.6427000000000005E-3</c:v>
                </c:pt>
                <c:pt idx="1745">
                  <c:v>6.4332999999999994E-3</c:v>
                </c:pt>
                <c:pt idx="1746">
                  <c:v>6.4000000000000003E-3</c:v>
                </c:pt>
                <c:pt idx="1747">
                  <c:v>6.0667000000000004E-3</c:v>
                </c:pt>
                <c:pt idx="1748">
                  <c:v>6.0667000000000004E-3</c:v>
                </c:pt>
                <c:pt idx="1749">
                  <c:v>6.0832999999999998E-3</c:v>
                </c:pt>
                <c:pt idx="1750">
                  <c:v>5.4833E-3</c:v>
                </c:pt>
                <c:pt idx="1751">
                  <c:v>4.6667999999999996E-3</c:v>
                </c:pt>
                <c:pt idx="1752">
                  <c:v>4.6335000000000005E-3</c:v>
                </c:pt>
                <c:pt idx="1753">
                  <c:v>4.4235999999999998E-3</c:v>
                </c:pt>
                <c:pt idx="1754">
                  <c:v>4.5741000000000002E-3</c:v>
                </c:pt>
                <c:pt idx="1755">
                  <c:v>4.7330000000000002E-3</c:v>
                </c:pt>
                <c:pt idx="1756">
                  <c:v>4.7302000000000004E-3</c:v>
                </c:pt>
                <c:pt idx="1757">
                  <c:v>4.7536000000000002E-3</c:v>
                </c:pt>
                <c:pt idx="1758">
                  <c:v>4.8901000000000005E-3</c:v>
                </c:pt>
                <c:pt idx="1759">
                  <c:v>4.9099E-3</c:v>
                </c:pt>
                <c:pt idx="1760">
                  <c:v>4.8901000000000005E-3</c:v>
                </c:pt>
                <c:pt idx="1761">
                  <c:v>4.8566E-3</c:v>
                </c:pt>
                <c:pt idx="1762">
                  <c:v>4.7999999999999996E-3</c:v>
                </c:pt>
                <c:pt idx="1763">
                  <c:v>4.5999999999999999E-3</c:v>
                </c:pt>
                <c:pt idx="1764">
                  <c:v>4.6505000000000001E-3</c:v>
                </c:pt>
                <c:pt idx="1765">
                  <c:v>4.3774E-3</c:v>
                </c:pt>
                <c:pt idx="1766">
                  <c:v>3.9933999999999994E-3</c:v>
                </c:pt>
                <c:pt idx="1767">
                  <c:v>4.0274000000000004E-3</c:v>
                </c:pt>
                <c:pt idx="1768">
                  <c:v>4.0000000000000001E-3</c:v>
                </c:pt>
                <c:pt idx="1769">
                  <c:v>4.1164999999999995E-3</c:v>
                </c:pt>
                <c:pt idx="1770">
                  <c:v>4.1665000000000001E-3</c:v>
                </c:pt>
                <c:pt idx="1771">
                  <c:v>4.2667E-3</c:v>
                </c:pt>
                <c:pt idx="1772">
                  <c:v>4.4231000000000001E-3</c:v>
                </c:pt>
                <c:pt idx="1773">
                  <c:v>5.0241000000000001E-3</c:v>
                </c:pt>
                <c:pt idx="1774">
                  <c:v>5.0630000000000007E-3</c:v>
                </c:pt>
                <c:pt idx="1775">
                  <c:v>4.9332999999999998E-3</c:v>
                </c:pt>
                <c:pt idx="1776">
                  <c:v>5.1999999999999998E-3</c:v>
                </c:pt>
                <c:pt idx="1777">
                  <c:v>5.1433999999999994E-3</c:v>
                </c:pt>
                <c:pt idx="1778">
                  <c:v>4.9164999999999999E-3</c:v>
                </c:pt>
                <c:pt idx="1779">
                  <c:v>4.7197999999999997E-3</c:v>
                </c:pt>
                <c:pt idx="1780">
                  <c:v>4.8332999999999996E-3</c:v>
                </c:pt>
                <c:pt idx="1781">
                  <c:v>4.7231E-3</c:v>
                </c:pt>
                <c:pt idx="1782">
                  <c:v>5.1666999999999998E-3</c:v>
                </c:pt>
                <c:pt idx="1783">
                  <c:v>5.2264E-3</c:v>
                </c:pt>
                <c:pt idx="1784">
                  <c:v>5.4000000000000003E-3</c:v>
                </c:pt>
                <c:pt idx="1785">
                  <c:v>5.1999999999999998E-3</c:v>
                </c:pt>
                <c:pt idx="1786">
                  <c:v>5.7000000000000002E-3</c:v>
                </c:pt>
                <c:pt idx="1787">
                  <c:v>5.8264000000000007E-3</c:v>
                </c:pt>
                <c:pt idx="1788">
                  <c:v>5.9598999999999997E-3</c:v>
                </c:pt>
                <c:pt idx="1789">
                  <c:v>6.0434E-3</c:v>
                </c:pt>
                <c:pt idx="1790">
                  <c:v>6.0033000000000005E-3</c:v>
                </c:pt>
                <c:pt idx="1791">
                  <c:v>6.1500000000000001E-3</c:v>
                </c:pt>
                <c:pt idx="1792">
                  <c:v>6.630500000000001E-3</c:v>
                </c:pt>
                <c:pt idx="1793">
                  <c:v>6.9137000000000001E-3</c:v>
                </c:pt>
                <c:pt idx="1794">
                  <c:v>7.4010000000000005E-3</c:v>
                </c:pt>
                <c:pt idx="1795">
                  <c:v>7.5197999999999992E-3</c:v>
                </c:pt>
                <c:pt idx="1796">
                  <c:v>8.2766999999999997E-3</c:v>
                </c:pt>
                <c:pt idx="1797">
                  <c:v>8.2433999999999997E-3</c:v>
                </c:pt>
                <c:pt idx="1798">
                  <c:v>8.1767000000000003E-3</c:v>
                </c:pt>
                <c:pt idx="1799">
                  <c:v>8.3766999999999991E-3</c:v>
                </c:pt>
                <c:pt idx="1800">
                  <c:v>8.116700000000001E-3</c:v>
                </c:pt>
                <c:pt idx="1801">
                  <c:v>7.2432E-3</c:v>
                </c:pt>
                <c:pt idx="1802">
                  <c:v>7.1833000000000001E-3</c:v>
                </c:pt>
                <c:pt idx="1803">
                  <c:v>6.6904E-3</c:v>
                </c:pt>
                <c:pt idx="1804">
                  <c:v>6.733499999999999E-3</c:v>
                </c:pt>
                <c:pt idx="1805">
                  <c:v>6.8167000000000002E-3</c:v>
                </c:pt>
                <c:pt idx="1806">
                  <c:v>6.5834999999999991E-3</c:v>
                </c:pt>
                <c:pt idx="1807">
                  <c:v>6.2792000000000004E-3</c:v>
                </c:pt>
                <c:pt idx="1808">
                  <c:v>6.2101999999999999E-3</c:v>
                </c:pt>
                <c:pt idx="1809">
                  <c:v>6.1066000000000002E-3</c:v>
                </c:pt>
                <c:pt idx="1810">
                  <c:v>6.5745999999999999E-3</c:v>
                </c:pt>
                <c:pt idx="1811">
                  <c:v>6.5367999999999997E-3</c:v>
                </c:pt>
                <c:pt idx="1812">
                  <c:v>6.5833000000000003E-3</c:v>
                </c:pt>
                <c:pt idx="1813">
                  <c:v>6.6802000000000007E-3</c:v>
                </c:pt>
                <c:pt idx="1814">
                  <c:v>6.8266999999999998E-3</c:v>
                </c:pt>
                <c:pt idx="1815">
                  <c:v>6.8566E-3</c:v>
                </c:pt>
                <c:pt idx="1816">
                  <c:v>6.9233999999999997E-3</c:v>
                </c:pt>
                <c:pt idx="1817">
                  <c:v>7.0003000000000001E-3</c:v>
                </c:pt>
                <c:pt idx="1818">
                  <c:v>6.9465000000000004E-3</c:v>
                </c:pt>
                <c:pt idx="1819">
                  <c:v>6.9465000000000004E-3</c:v>
                </c:pt>
                <c:pt idx="1820">
                  <c:v>6.9465000000000004E-3</c:v>
                </c:pt>
                <c:pt idx="1821">
                  <c:v>6.9632000000000001E-3</c:v>
                </c:pt>
                <c:pt idx="1822">
                  <c:v>6.9197999999999994E-3</c:v>
                </c:pt>
                <c:pt idx="1823">
                  <c:v>6.866800000000001E-3</c:v>
                </c:pt>
                <c:pt idx="1824">
                  <c:v>6.9498000000000008E-3</c:v>
                </c:pt>
                <c:pt idx="1825">
                  <c:v>6.9162999999999994E-3</c:v>
                </c:pt>
                <c:pt idx="1826">
                  <c:v>7.3236000000000004E-3</c:v>
                </c:pt>
                <c:pt idx="1827">
                  <c:v>7.3025000000000008E-3</c:v>
                </c:pt>
                <c:pt idx="1828">
                  <c:v>8.0234E-3</c:v>
                </c:pt>
                <c:pt idx="1829">
                  <c:v>8.343699999999999E-3</c:v>
                </c:pt>
                <c:pt idx="1830">
                  <c:v>8.7325000000000007E-3</c:v>
                </c:pt>
                <c:pt idx="1831">
                  <c:v>8.8500000000000002E-3</c:v>
                </c:pt>
                <c:pt idx="1832">
                  <c:v>8.7832999999999991E-3</c:v>
                </c:pt>
                <c:pt idx="1833">
                  <c:v>8.9474999999999989E-3</c:v>
                </c:pt>
                <c:pt idx="1834">
                  <c:v>9.1906000000000002E-3</c:v>
                </c:pt>
                <c:pt idx="1835">
                  <c:v>9.6099000000000011E-3</c:v>
                </c:pt>
                <c:pt idx="1836">
                  <c:v>9.7234000000000001E-3</c:v>
                </c:pt>
                <c:pt idx="1837">
                  <c:v>1.0416700000000001E-2</c:v>
                </c:pt>
                <c:pt idx="1838">
                  <c:v>1.06508E-2</c:v>
                </c:pt>
                <c:pt idx="1839">
                  <c:v>1.06429E-2</c:v>
                </c:pt>
                <c:pt idx="1840">
                  <c:v>1.1455E-2</c:v>
                </c:pt>
                <c:pt idx="1841">
                  <c:v>1.17549E-2</c:v>
                </c:pt>
                <c:pt idx="1842">
                  <c:v>1.0880200000000001E-2</c:v>
                </c:pt>
                <c:pt idx="1843">
                  <c:v>1.0834999999999999E-2</c:v>
                </c:pt>
                <c:pt idx="1844">
                  <c:v>1.0976699999999999E-2</c:v>
                </c:pt>
                <c:pt idx="1845">
                  <c:v>1.0773099999999999E-2</c:v>
                </c:pt>
                <c:pt idx="1846">
                  <c:v>1.0786799999999999E-2</c:v>
                </c:pt>
                <c:pt idx="1847">
                  <c:v>1.1050300000000001E-2</c:v>
                </c:pt>
                <c:pt idx="1848">
                  <c:v>1.0916500000000001E-2</c:v>
                </c:pt>
                <c:pt idx="1849">
                  <c:v>1.0856900000000001E-2</c:v>
                </c:pt>
                <c:pt idx="1850">
                  <c:v>1.17003E-2</c:v>
                </c:pt>
                <c:pt idx="1851">
                  <c:v>1.17871E-2</c:v>
                </c:pt>
                <c:pt idx="1852">
                  <c:v>1.22033E-2</c:v>
                </c:pt>
                <c:pt idx="1853">
                  <c:v>1.27764E-2</c:v>
                </c:pt>
                <c:pt idx="1854">
                  <c:v>1.2763500000000001E-2</c:v>
                </c:pt>
                <c:pt idx="1855">
                  <c:v>1.2403300000000001E-2</c:v>
                </c:pt>
                <c:pt idx="1856">
                  <c:v>1.17561E-2</c:v>
                </c:pt>
                <c:pt idx="1857">
                  <c:v>1.1600299999999999E-2</c:v>
                </c:pt>
                <c:pt idx="1858">
                  <c:v>1.1973399999999999E-2</c:v>
                </c:pt>
                <c:pt idx="1859">
                  <c:v>1.19566E-2</c:v>
                </c:pt>
                <c:pt idx="1860">
                  <c:v>1.18675E-2</c:v>
                </c:pt>
                <c:pt idx="1861">
                  <c:v>1.20526E-2</c:v>
                </c:pt>
                <c:pt idx="1862">
                  <c:v>1.2050499999999999E-2</c:v>
                </c:pt>
                <c:pt idx="1863">
                  <c:v>1.2010399999999999E-2</c:v>
                </c:pt>
                <c:pt idx="1864">
                  <c:v>1.125E-2</c:v>
                </c:pt>
                <c:pt idx="1865">
                  <c:v>1.1032999999999999E-2</c:v>
                </c:pt>
                <c:pt idx="1866">
                  <c:v>1.1166500000000001E-2</c:v>
                </c:pt>
                <c:pt idx="1867">
                  <c:v>1.1533499999999999E-2</c:v>
                </c:pt>
                <c:pt idx="1868">
                  <c:v>1.23175E-2</c:v>
                </c:pt>
                <c:pt idx="1869">
                  <c:v>1.25538E-2</c:v>
                </c:pt>
                <c:pt idx="1870">
                  <c:v>1.2500000000000001E-2</c:v>
                </c:pt>
                <c:pt idx="1871">
                  <c:v>1.24069E-2</c:v>
                </c:pt>
                <c:pt idx="1872">
                  <c:v>1.32269E-2</c:v>
                </c:pt>
                <c:pt idx="1873">
                  <c:v>1.4366E-2</c:v>
                </c:pt>
                <c:pt idx="1874">
                  <c:v>1.54833E-2</c:v>
                </c:pt>
                <c:pt idx="1875">
                  <c:v>1.4352500000000001E-2</c:v>
                </c:pt>
                <c:pt idx="1876">
                  <c:v>1.48463E-2</c:v>
                </c:pt>
                <c:pt idx="1877">
                  <c:v>1.55E-2</c:v>
                </c:pt>
                <c:pt idx="1878">
                  <c:v>1.6199999999999999E-2</c:v>
                </c:pt>
                <c:pt idx="1879">
                  <c:v>1.6622600000000001E-2</c:v>
                </c:pt>
                <c:pt idx="1880">
                  <c:v>1.43667E-2</c:v>
                </c:pt>
                <c:pt idx="1881">
                  <c:v>1.4010900000000001E-2</c:v>
                </c:pt>
                <c:pt idx="1882">
                  <c:v>1.37E-2</c:v>
                </c:pt>
                <c:pt idx="1883">
                  <c:v>1.3733500000000001E-2</c:v>
                </c:pt>
                <c:pt idx="1884">
                  <c:v>1.23584E-2</c:v>
                </c:pt>
                <c:pt idx="1885">
                  <c:v>1.18627E-2</c:v>
                </c:pt>
                <c:pt idx="1886">
                  <c:v>1.22998E-2</c:v>
                </c:pt>
                <c:pt idx="1887">
                  <c:v>1.2166700000000001E-2</c:v>
                </c:pt>
                <c:pt idx="1888">
                  <c:v>1.2384000000000001E-2</c:v>
                </c:pt>
                <c:pt idx="1889">
                  <c:v>1.30099E-2</c:v>
                </c:pt>
                <c:pt idx="1890">
                  <c:v>1.23132E-2</c:v>
                </c:pt>
                <c:pt idx="1891">
                  <c:v>1.20325E-2</c:v>
                </c:pt>
                <c:pt idx="1892">
                  <c:v>1.14825E-2</c:v>
                </c:pt>
                <c:pt idx="1893">
                  <c:v>1.0925000000000001E-2</c:v>
                </c:pt>
                <c:pt idx="1894">
                  <c:v>1.0385E-2</c:v>
                </c:pt>
                <c:pt idx="1895">
                  <c:v>1.0699999999999999E-2</c:v>
                </c:pt>
                <c:pt idx="1896">
                  <c:v>1.0653300000000001E-2</c:v>
                </c:pt>
                <c:pt idx="1897">
                  <c:v>1.03033E-2</c:v>
                </c:pt>
                <c:pt idx="1898">
                  <c:v>1.0579999999999999E-2</c:v>
                </c:pt>
                <c:pt idx="1899">
                  <c:v>1.05269E-2</c:v>
                </c:pt>
                <c:pt idx="1900">
                  <c:v>1.0273600000000001E-2</c:v>
                </c:pt>
                <c:pt idx="1901">
                  <c:v>9.5528000000000002E-3</c:v>
                </c:pt>
                <c:pt idx="1902">
                  <c:v>9.2166999999999995E-3</c:v>
                </c:pt>
                <c:pt idx="1903">
                  <c:v>8.556600000000001E-3</c:v>
                </c:pt>
                <c:pt idx="1904">
                  <c:v>8.7332999999999994E-3</c:v>
                </c:pt>
                <c:pt idx="1905">
                  <c:v>8.7670000000000005E-3</c:v>
                </c:pt>
                <c:pt idx="1906">
                  <c:v>8.5375E-3</c:v>
                </c:pt>
                <c:pt idx="1907">
                  <c:v>8.3032999999999996E-3</c:v>
                </c:pt>
                <c:pt idx="1908">
                  <c:v>8.4335E-3</c:v>
                </c:pt>
                <c:pt idx="1909">
                  <c:v>8.3736000000000001E-3</c:v>
                </c:pt>
                <c:pt idx="1910">
                  <c:v>8.5500000000000003E-3</c:v>
                </c:pt>
                <c:pt idx="1911">
                  <c:v>8.3999999999999995E-3</c:v>
                </c:pt>
                <c:pt idx="1912">
                  <c:v>8.1150000000000007E-3</c:v>
                </c:pt>
                <c:pt idx="1913">
                  <c:v>7.9043000000000013E-3</c:v>
                </c:pt>
                <c:pt idx="1914">
                  <c:v>8.1235999999999999E-3</c:v>
                </c:pt>
                <c:pt idx="1915">
                  <c:v>8.0000000000000002E-3</c:v>
                </c:pt>
                <c:pt idx="1916">
                  <c:v>8.2000000000000007E-3</c:v>
                </c:pt>
                <c:pt idx="1917">
                  <c:v>8.1396000000000003E-3</c:v>
                </c:pt>
                <c:pt idx="1918">
                  <c:v>8.2050000000000005E-3</c:v>
                </c:pt>
                <c:pt idx="1919">
                  <c:v>7.7959999999999991E-3</c:v>
                </c:pt>
                <c:pt idx="1920">
                  <c:v>7.7933999999999998E-3</c:v>
                </c:pt>
                <c:pt idx="1921">
                  <c:v>7.7333000000000002E-3</c:v>
                </c:pt>
                <c:pt idx="1922">
                  <c:v>7.6266999999999993E-3</c:v>
                </c:pt>
                <c:pt idx="1923">
                  <c:v>7.3065999999999999E-3</c:v>
                </c:pt>
                <c:pt idx="1924">
                  <c:v>7.166500000000001E-3</c:v>
                </c:pt>
                <c:pt idx="1925">
                  <c:v>7.5165000000000006E-3</c:v>
                </c:pt>
                <c:pt idx="1926">
                  <c:v>7.6137000000000002E-3</c:v>
                </c:pt>
                <c:pt idx="1927">
                  <c:v>7.6168000000000008E-3</c:v>
                </c:pt>
                <c:pt idx="1928">
                  <c:v>7.7333000000000002E-3</c:v>
                </c:pt>
                <c:pt idx="1929">
                  <c:v>7.6697999999999992E-3</c:v>
                </c:pt>
                <c:pt idx="1930">
                  <c:v>8.0165000000000011E-3</c:v>
                </c:pt>
                <c:pt idx="1931">
                  <c:v>7.9725999999999998E-3</c:v>
                </c:pt>
                <c:pt idx="1932">
                  <c:v>7.7932000000000001E-3</c:v>
                </c:pt>
                <c:pt idx="1933">
                  <c:v>7.6665000000000006E-3</c:v>
                </c:pt>
                <c:pt idx="1934">
                  <c:v>8.0564E-3</c:v>
                </c:pt>
                <c:pt idx="1935">
                  <c:v>8.0665000000000008E-3</c:v>
                </c:pt>
                <c:pt idx="1936">
                  <c:v>8.256900000000001E-3</c:v>
                </c:pt>
                <c:pt idx="1937">
                  <c:v>8.0834999999999987E-3</c:v>
                </c:pt>
                <c:pt idx="1938">
                  <c:v>8.1543999999999991E-3</c:v>
                </c:pt>
                <c:pt idx="1939">
                  <c:v>8.5299999999999994E-3</c:v>
                </c:pt>
                <c:pt idx="1940">
                  <c:v>8.6965000000000011E-3</c:v>
                </c:pt>
                <c:pt idx="1941">
                  <c:v>8.879999999999999E-3</c:v>
                </c:pt>
                <c:pt idx="1942">
                  <c:v>8.8734E-3</c:v>
                </c:pt>
                <c:pt idx="1943">
                  <c:v>8.9900999999999991E-3</c:v>
                </c:pt>
                <c:pt idx="1944">
                  <c:v>8.8766999999999995E-3</c:v>
                </c:pt>
                <c:pt idx="1945">
                  <c:v>8.7503000000000008E-3</c:v>
                </c:pt>
                <c:pt idx="1946">
                  <c:v>9.0700999999999993E-3</c:v>
                </c:pt>
                <c:pt idx="1947">
                  <c:v>8.9832999999999996E-3</c:v>
                </c:pt>
                <c:pt idx="1948">
                  <c:v>9.3834999999999995E-3</c:v>
                </c:pt>
                <c:pt idx="1949">
                  <c:v>9.3334999999999998E-3</c:v>
                </c:pt>
                <c:pt idx="1950">
                  <c:v>9.7269000000000001E-3</c:v>
                </c:pt>
                <c:pt idx="1951">
                  <c:v>9.6834999999999994E-3</c:v>
                </c:pt>
                <c:pt idx="1952">
                  <c:v>1.06734E-2</c:v>
                </c:pt>
                <c:pt idx="1953">
                  <c:v>1.1337099999999999E-2</c:v>
                </c:pt>
                <c:pt idx="1954">
                  <c:v>1.1539900000000001E-2</c:v>
                </c:pt>
                <c:pt idx="1955">
                  <c:v>1.2216299999999999E-2</c:v>
                </c:pt>
                <c:pt idx="1956">
                  <c:v>1.27107E-2</c:v>
                </c:pt>
                <c:pt idx="1957">
                  <c:v>1.2486300000000001E-2</c:v>
                </c:pt>
                <c:pt idx="1958">
                  <c:v>1.2486300000000001E-2</c:v>
                </c:pt>
                <c:pt idx="1959">
                  <c:v>1.2196500000000001E-2</c:v>
                </c:pt>
                <c:pt idx="1960">
                  <c:v>1.19998E-2</c:v>
                </c:pt>
                <c:pt idx="1961">
                  <c:v>1.18084E-2</c:v>
                </c:pt>
                <c:pt idx="1962">
                  <c:v>1.16767E-2</c:v>
                </c:pt>
                <c:pt idx="1963">
                  <c:v>1.16772E-2</c:v>
                </c:pt>
                <c:pt idx="1964">
                  <c:v>1.16338E-2</c:v>
                </c:pt>
                <c:pt idx="1965">
                  <c:v>1.1743200000000001E-2</c:v>
                </c:pt>
                <c:pt idx="1966">
                  <c:v>1.11226E-2</c:v>
                </c:pt>
                <c:pt idx="1967">
                  <c:v>1.0709699999999999E-2</c:v>
                </c:pt>
                <c:pt idx="1968">
                  <c:v>1.0483299999999999E-2</c:v>
                </c:pt>
                <c:pt idx="1969">
                  <c:v>1.0314E-2</c:v>
                </c:pt>
                <c:pt idx="1970">
                  <c:v>9.9883999999999997E-3</c:v>
                </c:pt>
                <c:pt idx="1971">
                  <c:v>9.6898999999999996E-3</c:v>
                </c:pt>
                <c:pt idx="1972">
                  <c:v>1.0473399999999999E-2</c:v>
                </c:pt>
                <c:pt idx="1973">
                  <c:v>1.0380500000000001E-2</c:v>
                </c:pt>
                <c:pt idx="1974">
                  <c:v>1.04498E-2</c:v>
                </c:pt>
                <c:pt idx="1975">
                  <c:v>1.0256599999999999E-2</c:v>
                </c:pt>
                <c:pt idx="1976">
                  <c:v>1.0126699999999999E-2</c:v>
                </c:pt>
                <c:pt idx="1977">
                  <c:v>1.05767E-2</c:v>
                </c:pt>
                <c:pt idx="1978">
                  <c:v>1.07434E-2</c:v>
                </c:pt>
                <c:pt idx="1979">
                  <c:v>1.1013500000000001E-2</c:v>
                </c:pt>
                <c:pt idx="1980">
                  <c:v>1.05833E-2</c:v>
                </c:pt>
                <c:pt idx="1981">
                  <c:v>1.0409699999999999E-2</c:v>
                </c:pt>
                <c:pt idx="1982">
                  <c:v>1.0837099999999999E-2</c:v>
                </c:pt>
                <c:pt idx="1983">
                  <c:v>1.1156900000000001E-2</c:v>
                </c:pt>
                <c:pt idx="1984">
                  <c:v>1.07168E-2</c:v>
                </c:pt>
                <c:pt idx="1985">
                  <c:v>1.0816800000000001E-2</c:v>
                </c:pt>
                <c:pt idx="1986">
                  <c:v>1.0856399999999999E-2</c:v>
                </c:pt>
                <c:pt idx="1987">
                  <c:v>1.08767E-2</c:v>
                </c:pt>
                <c:pt idx="1988">
                  <c:v>1.10168E-2</c:v>
                </c:pt>
                <c:pt idx="1989">
                  <c:v>1.1489900000000001E-2</c:v>
                </c:pt>
                <c:pt idx="1990">
                  <c:v>1.1826699999999999E-2</c:v>
                </c:pt>
                <c:pt idx="1991">
                  <c:v>1.18E-2</c:v>
                </c:pt>
                <c:pt idx="1992">
                  <c:v>1.1846500000000001E-2</c:v>
                </c:pt>
                <c:pt idx="1993">
                  <c:v>1.1599999999999999E-2</c:v>
                </c:pt>
                <c:pt idx="1994">
                  <c:v>1.19437E-2</c:v>
                </c:pt>
                <c:pt idx="1995">
                  <c:v>1.2130500000000001E-2</c:v>
                </c:pt>
                <c:pt idx="1996">
                  <c:v>1.20234E-2</c:v>
                </c:pt>
                <c:pt idx="1997">
                  <c:v>1.1762999999999999E-2</c:v>
                </c:pt>
                <c:pt idx="1998">
                  <c:v>1.18437E-2</c:v>
                </c:pt>
                <c:pt idx="1999">
                  <c:v>1.18437E-2</c:v>
                </c:pt>
                <c:pt idx="2000">
                  <c:v>1.18937E-2</c:v>
                </c:pt>
                <c:pt idx="2001">
                  <c:v>1.22168E-2</c:v>
                </c:pt>
                <c:pt idx="2002">
                  <c:v>1.3184299999999999E-2</c:v>
                </c:pt>
                <c:pt idx="2003">
                  <c:v>1.3249799999999999E-2</c:v>
                </c:pt>
                <c:pt idx="2004">
                  <c:v>1.28833E-2</c:v>
                </c:pt>
                <c:pt idx="2005">
                  <c:v>1.3776699999999999E-2</c:v>
                </c:pt>
                <c:pt idx="2006">
                  <c:v>1.3593700000000002E-2</c:v>
                </c:pt>
                <c:pt idx="2007">
                  <c:v>1.3646E-2</c:v>
                </c:pt>
                <c:pt idx="2008">
                  <c:v>1.3420099999999999E-2</c:v>
                </c:pt>
                <c:pt idx="2009">
                  <c:v>1.6501999999999999E-2</c:v>
                </c:pt>
                <c:pt idx="2010">
                  <c:v>2.0784299999999999E-2</c:v>
                </c:pt>
                <c:pt idx="2011">
                  <c:v>1.9610099999999998E-2</c:v>
                </c:pt>
                <c:pt idx="2012">
                  <c:v>1.7453E-2</c:v>
                </c:pt>
                <c:pt idx="2013">
                  <c:v>1.3624100000000002E-2</c:v>
                </c:pt>
                <c:pt idx="2014">
                  <c:v>1.33066E-2</c:v>
                </c:pt>
                <c:pt idx="2015">
                  <c:v>1.3852799999999998E-2</c:v>
                </c:pt>
                <c:pt idx="2016">
                  <c:v>1.36703E-2</c:v>
                </c:pt>
                <c:pt idx="2017">
                  <c:v>1.3216E-2</c:v>
                </c:pt>
                <c:pt idx="2018">
                  <c:v>1.3593899999999999E-2</c:v>
                </c:pt>
                <c:pt idx="2019">
                  <c:v>1.5491900000000001E-2</c:v>
                </c:pt>
                <c:pt idx="2020">
                  <c:v>1.4431999999999999E-2</c:v>
                </c:pt>
                <c:pt idx="2021">
                  <c:v>1.48731E-2</c:v>
                </c:pt>
                <c:pt idx="2022">
                  <c:v>1.7499500000000001E-2</c:v>
                </c:pt>
                <c:pt idx="2023">
                  <c:v>1.6810700000000001E-2</c:v>
                </c:pt>
                <c:pt idx="2024">
                  <c:v>2.1396000000000002E-2</c:v>
                </c:pt>
                <c:pt idx="2025">
                  <c:v>2.19629E-2</c:v>
                </c:pt>
                <c:pt idx="2026">
                  <c:v>2.5978600000000001E-2</c:v>
                </c:pt>
                <c:pt idx="2027">
                  <c:v>2.7458800000000002E-2</c:v>
                </c:pt>
                <c:pt idx="2028">
                  <c:v>3.9067000000000005E-2</c:v>
                </c:pt>
                <c:pt idx="2029">
                  <c:v>3.9067000000000005E-2</c:v>
                </c:pt>
                <c:pt idx="2030">
                  <c:v>2.5770800000000003E-2</c:v>
                </c:pt>
                <c:pt idx="2031">
                  <c:v>3.0642700000000002E-2</c:v>
                </c:pt>
                <c:pt idx="2032">
                  <c:v>3.2301799999999999E-2</c:v>
                </c:pt>
                <c:pt idx="2033">
                  <c:v>3.1140899999999999E-2</c:v>
                </c:pt>
                <c:pt idx="2034">
                  <c:v>3.1636299999999999E-2</c:v>
                </c:pt>
                <c:pt idx="2035">
                  <c:v>3.42726E-2</c:v>
                </c:pt>
                <c:pt idx="2036">
                  <c:v>5.3992499999999999E-2</c:v>
                </c:pt>
                <c:pt idx="2037">
                  <c:v>6.0120600000000003E-2</c:v>
                </c:pt>
                <c:pt idx="2038">
                  <c:v>5.8745100000000001E-2</c:v>
                </c:pt>
                <c:pt idx="2039">
                  <c:v>5.3442999999999997E-2</c:v>
                </c:pt>
                <c:pt idx="2040">
                  <c:v>4.6674099999999996E-2</c:v>
                </c:pt>
                <c:pt idx="2041">
                  <c:v>4.0260899999999995E-2</c:v>
                </c:pt>
                <c:pt idx="2042">
                  <c:v>3.4569299999999997E-2</c:v>
                </c:pt>
                <c:pt idx="2043">
                  <c:v>3.1593400000000001E-2</c:v>
                </c:pt>
                <c:pt idx="2044">
                  <c:v>2.9959400000000001E-2</c:v>
                </c:pt>
                <c:pt idx="2045">
                  <c:v>2.6816500000000004E-2</c:v>
                </c:pt>
                <c:pt idx="2046">
                  <c:v>2.9322600000000001E-2</c:v>
                </c:pt>
                <c:pt idx="2047">
                  <c:v>3.19551E-2</c:v>
                </c:pt>
                <c:pt idx="2048">
                  <c:v>3.0400999999999997E-2</c:v>
                </c:pt>
                <c:pt idx="2049">
                  <c:v>2.9700500000000001E-2</c:v>
                </c:pt>
                <c:pt idx="2050">
                  <c:v>2.9399000000000002E-2</c:v>
                </c:pt>
                <c:pt idx="2051">
                  <c:v>3.48551E-2</c:v>
                </c:pt>
                <c:pt idx="2052">
                  <c:v>3.4732799999999994E-2</c:v>
                </c:pt>
                <c:pt idx="2053">
                  <c:v>3.4815199999999998E-2</c:v>
                </c:pt>
                <c:pt idx="2054">
                  <c:v>3.5400500000000001E-2</c:v>
                </c:pt>
                <c:pt idx="2055">
                  <c:v>3.6122099999999997E-2</c:v>
                </c:pt>
                <c:pt idx="2056">
                  <c:v>3.9789600000000001E-2</c:v>
                </c:pt>
                <c:pt idx="2057">
                  <c:v>4.4312400000000002E-2</c:v>
                </c:pt>
                <c:pt idx="2058">
                  <c:v>4.2684300000000001E-2</c:v>
                </c:pt>
                <c:pt idx="2059">
                  <c:v>3.6742500000000004E-2</c:v>
                </c:pt>
                <c:pt idx="2060">
                  <c:v>3.3464500000000001E-2</c:v>
                </c:pt>
                <c:pt idx="2061">
                  <c:v>3.2769799999999995E-2</c:v>
                </c:pt>
                <c:pt idx="2062">
                  <c:v>3.2747499999999999E-2</c:v>
                </c:pt>
                <c:pt idx="2063">
                  <c:v>3.1698500000000004E-2</c:v>
                </c:pt>
                <c:pt idx="2064">
                  <c:v>3.5612200000000004E-2</c:v>
                </c:pt>
                <c:pt idx="2065">
                  <c:v>3.4033000000000001E-2</c:v>
                </c:pt>
                <c:pt idx="2066">
                  <c:v>3.5610599999999999E-2</c:v>
                </c:pt>
                <c:pt idx="2067">
                  <c:v>3.9140100000000004E-2</c:v>
                </c:pt>
                <c:pt idx="2068">
                  <c:v>4.0779199999999995E-2</c:v>
                </c:pt>
                <c:pt idx="2069">
                  <c:v>3.6321100000000002E-2</c:v>
                </c:pt>
                <c:pt idx="2070">
                  <c:v>3.74665E-2</c:v>
                </c:pt>
                <c:pt idx="2071">
                  <c:v>3.6453300000000001E-2</c:v>
                </c:pt>
                <c:pt idx="2072">
                  <c:v>3.5979400000000002E-2</c:v>
                </c:pt>
                <c:pt idx="2073">
                  <c:v>3.7483800000000005E-2</c:v>
                </c:pt>
                <c:pt idx="2074">
                  <c:v>3.8556099999999996E-2</c:v>
                </c:pt>
                <c:pt idx="2075">
                  <c:v>3.5694299999999998E-2</c:v>
                </c:pt>
                <c:pt idx="2076">
                  <c:v>3.2095499999999999E-2</c:v>
                </c:pt>
                <c:pt idx="2077">
                  <c:v>3.0928399999999998E-2</c:v>
                </c:pt>
                <c:pt idx="2078">
                  <c:v>2.9578500000000004E-2</c:v>
                </c:pt>
                <c:pt idx="2079">
                  <c:v>2.9531000000000002E-2</c:v>
                </c:pt>
                <c:pt idx="2080">
                  <c:v>2.9658899999999998E-2</c:v>
                </c:pt>
                <c:pt idx="2081">
                  <c:v>2.9658899999999998E-2</c:v>
                </c:pt>
                <c:pt idx="2082">
                  <c:v>2.9658899999999998E-2</c:v>
                </c:pt>
                <c:pt idx="2083">
                  <c:v>2.9658899999999998E-2</c:v>
                </c:pt>
                <c:pt idx="2084">
                  <c:v>2.9237099999999999E-2</c:v>
                </c:pt>
                <c:pt idx="2085">
                  <c:v>2.95178E-2</c:v>
                </c:pt>
                <c:pt idx="2086">
                  <c:v>2.9260399999999999E-2</c:v>
                </c:pt>
                <c:pt idx="2087">
                  <c:v>2.9260399999999999E-2</c:v>
                </c:pt>
                <c:pt idx="2088">
                  <c:v>2.9260399999999999E-2</c:v>
                </c:pt>
                <c:pt idx="2089">
                  <c:v>2.7866000000000002E-2</c:v>
                </c:pt>
                <c:pt idx="2090">
                  <c:v>2.7773099999999998E-2</c:v>
                </c:pt>
                <c:pt idx="2091">
                  <c:v>2.9567000000000003E-2</c:v>
                </c:pt>
                <c:pt idx="2092">
                  <c:v>3.04193E-2</c:v>
                </c:pt>
                <c:pt idx="2093">
                  <c:v>2.9516500000000001E-2</c:v>
                </c:pt>
                <c:pt idx="2094">
                  <c:v>3.1133999999999998E-2</c:v>
                </c:pt>
                <c:pt idx="2095">
                  <c:v>3.0942899999999999E-2</c:v>
                </c:pt>
                <c:pt idx="2096">
                  <c:v>3.3059899999999996E-2</c:v>
                </c:pt>
                <c:pt idx="2097">
                  <c:v>3.3545699999999998E-2</c:v>
                </c:pt>
                <c:pt idx="2098">
                  <c:v>3.2714699999999999E-2</c:v>
                </c:pt>
                <c:pt idx="2099">
                  <c:v>3.2711399999999995E-2</c:v>
                </c:pt>
                <c:pt idx="2100">
                  <c:v>3.5634800000000001E-2</c:v>
                </c:pt>
                <c:pt idx="2101">
                  <c:v>3.4714700000000001E-2</c:v>
                </c:pt>
                <c:pt idx="2102">
                  <c:v>3.5423099999999999E-2</c:v>
                </c:pt>
                <c:pt idx="2103">
                  <c:v>3.4050299999999999E-2</c:v>
                </c:pt>
                <c:pt idx="2104">
                  <c:v>3.28127E-2</c:v>
                </c:pt>
                <c:pt idx="2105">
                  <c:v>3.3965200000000001E-2</c:v>
                </c:pt>
                <c:pt idx="2106">
                  <c:v>3.30868E-2</c:v>
                </c:pt>
                <c:pt idx="2107">
                  <c:v>3.42429E-2</c:v>
                </c:pt>
                <c:pt idx="2108">
                  <c:v>3.5603300000000004E-2</c:v>
                </c:pt>
                <c:pt idx="2109">
                  <c:v>3.5978199999999995E-2</c:v>
                </c:pt>
                <c:pt idx="2110">
                  <c:v>3.68934E-2</c:v>
                </c:pt>
                <c:pt idx="2111">
                  <c:v>3.9229899999999998E-2</c:v>
                </c:pt>
                <c:pt idx="2112">
                  <c:v>3.8929700000000005E-2</c:v>
                </c:pt>
                <c:pt idx="2113">
                  <c:v>3.6758899999999997E-2</c:v>
                </c:pt>
                <c:pt idx="2114">
                  <c:v>3.5979199999999996E-2</c:v>
                </c:pt>
                <c:pt idx="2115">
                  <c:v>3.9577499999999995E-2</c:v>
                </c:pt>
                <c:pt idx="2116">
                  <c:v>4.01368E-2</c:v>
                </c:pt>
                <c:pt idx="2117">
                  <c:v>4.0866300000000001E-2</c:v>
                </c:pt>
                <c:pt idx="2118">
                  <c:v>4.0598000000000002E-2</c:v>
                </c:pt>
                <c:pt idx="2119">
                  <c:v>4.0687099999999997E-2</c:v>
                </c:pt>
                <c:pt idx="2120">
                  <c:v>4.3544699999999999E-2</c:v>
                </c:pt>
                <c:pt idx="2121">
                  <c:v>4.1702300000000005E-2</c:v>
                </c:pt>
                <c:pt idx="2122">
                  <c:v>4.1370499999999998E-2</c:v>
                </c:pt>
                <c:pt idx="2123">
                  <c:v>4.4562700000000004E-2</c:v>
                </c:pt>
                <c:pt idx="2124">
                  <c:v>4.7201E-2</c:v>
                </c:pt>
                <c:pt idx="2125">
                  <c:v>4.4433E-2</c:v>
                </c:pt>
                <c:pt idx="2126">
                  <c:v>4.4295500000000002E-2</c:v>
                </c:pt>
                <c:pt idx="2127">
                  <c:v>4.4657499999999996E-2</c:v>
                </c:pt>
                <c:pt idx="2128">
                  <c:v>4.6209600000000003E-2</c:v>
                </c:pt>
                <c:pt idx="2129">
                  <c:v>4.9046399999999997E-2</c:v>
                </c:pt>
                <c:pt idx="2130">
                  <c:v>4.7820999999999995E-2</c:v>
                </c:pt>
                <c:pt idx="2131">
                  <c:v>4.5978400000000003E-2</c:v>
                </c:pt>
                <c:pt idx="2132">
                  <c:v>4.7968000000000004E-2</c:v>
                </c:pt>
                <c:pt idx="2133">
                  <c:v>4.7621400000000001E-2</c:v>
                </c:pt>
                <c:pt idx="2134">
                  <c:v>4.8584300000000004E-2</c:v>
                </c:pt>
                <c:pt idx="2135">
                  <c:v>4.4571800000000002E-2</c:v>
                </c:pt>
                <c:pt idx="2136">
                  <c:v>4.3999999999999997E-2</c:v>
                </c:pt>
                <c:pt idx="2137">
                  <c:v>4.1635600000000002E-2</c:v>
                </c:pt>
                <c:pt idx="2138">
                  <c:v>4.0914199999999998E-2</c:v>
                </c:pt>
                <c:pt idx="2139">
                  <c:v>3.9959399999999999E-2</c:v>
                </c:pt>
                <c:pt idx="2140">
                  <c:v>4.0798899999999999E-2</c:v>
                </c:pt>
                <c:pt idx="2141">
                  <c:v>3.9034800000000001E-2</c:v>
                </c:pt>
                <c:pt idx="2142">
                  <c:v>3.9353100000000002E-2</c:v>
                </c:pt>
                <c:pt idx="2143">
                  <c:v>4.0267999999999998E-2</c:v>
                </c:pt>
                <c:pt idx="2144">
                  <c:v>3.8639299999999994E-2</c:v>
                </c:pt>
                <c:pt idx="2145">
                  <c:v>3.93856E-2</c:v>
                </c:pt>
                <c:pt idx="2146">
                  <c:v>3.9064399999999999E-2</c:v>
                </c:pt>
                <c:pt idx="2147">
                  <c:v>3.6720100000000006E-2</c:v>
                </c:pt>
                <c:pt idx="2148">
                  <c:v>3.7282999999999997E-2</c:v>
                </c:pt>
                <c:pt idx="2149">
                  <c:v>4.0374400000000005E-2</c:v>
                </c:pt>
                <c:pt idx="2150">
                  <c:v>3.8039999999999997E-2</c:v>
                </c:pt>
                <c:pt idx="2151">
                  <c:v>3.6199500000000003E-2</c:v>
                </c:pt>
                <c:pt idx="2152">
                  <c:v>3.2873100000000002E-2</c:v>
                </c:pt>
                <c:pt idx="2153">
                  <c:v>2.9396499999999999E-2</c:v>
                </c:pt>
                <c:pt idx="2154">
                  <c:v>2.98947E-2</c:v>
                </c:pt>
                <c:pt idx="2155">
                  <c:v>3.0641599999999998E-2</c:v>
                </c:pt>
                <c:pt idx="2156">
                  <c:v>2.9333999999999999E-2</c:v>
                </c:pt>
                <c:pt idx="2157">
                  <c:v>2.8069299999999998E-2</c:v>
                </c:pt>
                <c:pt idx="2158">
                  <c:v>2.80358E-2</c:v>
                </c:pt>
                <c:pt idx="2159">
                  <c:v>2.8459100000000001E-2</c:v>
                </c:pt>
                <c:pt idx="2160">
                  <c:v>2.8435000000000002E-2</c:v>
                </c:pt>
                <c:pt idx="2161">
                  <c:v>2.9057400000000001E-2</c:v>
                </c:pt>
                <c:pt idx="2162">
                  <c:v>2.8138200000000002E-2</c:v>
                </c:pt>
                <c:pt idx="2163">
                  <c:v>2.83758E-2</c:v>
                </c:pt>
                <c:pt idx="2164">
                  <c:v>3.0896300000000002E-2</c:v>
                </c:pt>
                <c:pt idx="2165">
                  <c:v>3.02844E-2</c:v>
                </c:pt>
                <c:pt idx="2166">
                  <c:v>3.0688400000000001E-2</c:v>
                </c:pt>
                <c:pt idx="2167">
                  <c:v>3.0022699999999996E-2</c:v>
                </c:pt>
                <c:pt idx="2168">
                  <c:v>2.98567E-2</c:v>
                </c:pt>
                <c:pt idx="2169">
                  <c:v>3.2851499999999999E-2</c:v>
                </c:pt>
                <c:pt idx="2170">
                  <c:v>3.2077000000000001E-2</c:v>
                </c:pt>
                <c:pt idx="2171">
                  <c:v>2.9387E-2</c:v>
                </c:pt>
                <c:pt idx="2172">
                  <c:v>2.9978699999999997E-2</c:v>
                </c:pt>
                <c:pt idx="2173">
                  <c:v>2.9934800000000001E-2</c:v>
                </c:pt>
                <c:pt idx="2174">
                  <c:v>2.6934800000000002E-2</c:v>
                </c:pt>
                <c:pt idx="2175">
                  <c:v>2.5539900000000001E-2</c:v>
                </c:pt>
                <c:pt idx="2176">
                  <c:v>2.37016E-2</c:v>
                </c:pt>
                <c:pt idx="2177">
                  <c:v>2.34474E-2</c:v>
                </c:pt>
                <c:pt idx="2178">
                  <c:v>2.3031700000000002E-2</c:v>
                </c:pt>
                <c:pt idx="2179">
                  <c:v>2.49599E-2</c:v>
                </c:pt>
                <c:pt idx="2180">
                  <c:v>2.55441E-2</c:v>
                </c:pt>
                <c:pt idx="2181">
                  <c:v>2.6657999999999998E-2</c:v>
                </c:pt>
                <c:pt idx="2182">
                  <c:v>2.6044600000000001E-2</c:v>
                </c:pt>
                <c:pt idx="2183">
                  <c:v>2.6150799999999998E-2</c:v>
                </c:pt>
                <c:pt idx="2184">
                  <c:v>2.41654E-2</c:v>
                </c:pt>
                <c:pt idx="2185">
                  <c:v>2.3313399999999998E-2</c:v>
                </c:pt>
                <c:pt idx="2186">
                  <c:v>2.2925399999999999E-2</c:v>
                </c:pt>
                <c:pt idx="2187">
                  <c:v>2.37232E-2</c:v>
                </c:pt>
                <c:pt idx="2188">
                  <c:v>2.3906399999999998E-2</c:v>
                </c:pt>
                <c:pt idx="2189">
                  <c:v>2.4180400000000001E-2</c:v>
                </c:pt>
                <c:pt idx="2190">
                  <c:v>2.33809E-2</c:v>
                </c:pt>
                <c:pt idx="2191">
                  <c:v>2.2866600000000001E-2</c:v>
                </c:pt>
                <c:pt idx="2192">
                  <c:v>2.25606E-2</c:v>
                </c:pt>
                <c:pt idx="2193">
                  <c:v>2.1920699999999998E-2</c:v>
                </c:pt>
                <c:pt idx="2194">
                  <c:v>2.0220599999999998E-2</c:v>
                </c:pt>
                <c:pt idx="2195">
                  <c:v>2.0361199999999999E-2</c:v>
                </c:pt>
                <c:pt idx="2196">
                  <c:v>2.1577199999999998E-2</c:v>
                </c:pt>
                <c:pt idx="2197">
                  <c:v>2.0942599999999999E-2</c:v>
                </c:pt>
                <c:pt idx="2198">
                  <c:v>2.0333E-2</c:v>
                </c:pt>
                <c:pt idx="2199">
                  <c:v>2.10469E-2</c:v>
                </c:pt>
                <c:pt idx="2200">
                  <c:v>2.1623E-2</c:v>
                </c:pt>
                <c:pt idx="2201">
                  <c:v>2.1649999999999999E-2</c:v>
                </c:pt>
                <c:pt idx="2202">
                  <c:v>2.1152500000000001E-2</c:v>
                </c:pt>
                <c:pt idx="2203">
                  <c:v>2.07426E-2</c:v>
                </c:pt>
                <c:pt idx="2204">
                  <c:v>2.1690999999999998E-2</c:v>
                </c:pt>
                <c:pt idx="2205">
                  <c:v>2.2694200000000001E-2</c:v>
                </c:pt>
                <c:pt idx="2206">
                  <c:v>2.3304499999999999E-2</c:v>
                </c:pt>
                <c:pt idx="2207">
                  <c:v>2.2808099999999998E-2</c:v>
                </c:pt>
                <c:pt idx="2208">
                  <c:v>2.3349200000000001E-2</c:v>
                </c:pt>
                <c:pt idx="2209">
                  <c:v>2.4640100000000002E-2</c:v>
                </c:pt>
                <c:pt idx="2210">
                  <c:v>2.4241100000000002E-2</c:v>
                </c:pt>
                <c:pt idx="2211">
                  <c:v>2.2642699999999998E-2</c:v>
                </c:pt>
                <c:pt idx="2212">
                  <c:v>2.1968100000000001E-2</c:v>
                </c:pt>
                <c:pt idx="2213">
                  <c:v>2.1789799999999998E-2</c:v>
                </c:pt>
                <c:pt idx="2214">
                  <c:v>2.04767E-2</c:v>
                </c:pt>
                <c:pt idx="2215">
                  <c:v>2.0716499999999999E-2</c:v>
                </c:pt>
                <c:pt idx="2216">
                  <c:v>2.0108400000000002E-2</c:v>
                </c:pt>
                <c:pt idx="2217">
                  <c:v>2.0872499999999999E-2</c:v>
                </c:pt>
                <c:pt idx="2218">
                  <c:v>2.08133E-2</c:v>
                </c:pt>
                <c:pt idx="2219">
                  <c:v>2.0790799999999998E-2</c:v>
                </c:pt>
                <c:pt idx="2220">
                  <c:v>2.2351300000000001E-2</c:v>
                </c:pt>
                <c:pt idx="2221">
                  <c:v>2.3114099999999999E-2</c:v>
                </c:pt>
                <c:pt idx="2222">
                  <c:v>2.30168E-2</c:v>
                </c:pt>
                <c:pt idx="2223">
                  <c:v>2.3700700000000002E-2</c:v>
                </c:pt>
                <c:pt idx="2224">
                  <c:v>2.3524799999999998E-2</c:v>
                </c:pt>
                <c:pt idx="2225">
                  <c:v>2.3269700000000001E-2</c:v>
                </c:pt>
                <c:pt idx="2226">
                  <c:v>2.22439E-2</c:v>
                </c:pt>
                <c:pt idx="2227">
                  <c:v>2.19986E-2</c:v>
                </c:pt>
                <c:pt idx="2228">
                  <c:v>2.13951E-2</c:v>
                </c:pt>
                <c:pt idx="2229">
                  <c:v>2.0258699999999998E-2</c:v>
                </c:pt>
                <c:pt idx="2230">
                  <c:v>1.9037399999999999E-2</c:v>
                </c:pt>
                <c:pt idx="2231">
                  <c:v>1.9340299999999998E-2</c:v>
                </c:pt>
                <c:pt idx="2232">
                  <c:v>1.7578E-2</c:v>
                </c:pt>
                <c:pt idx="2233">
                  <c:v>1.7428800000000001E-2</c:v>
                </c:pt>
                <c:pt idx="2234">
                  <c:v>1.6599700000000002E-2</c:v>
                </c:pt>
                <c:pt idx="2235">
                  <c:v>1.6616800000000001E-2</c:v>
                </c:pt>
                <c:pt idx="2236">
                  <c:v>1.7266300000000002E-2</c:v>
                </c:pt>
                <c:pt idx="2237">
                  <c:v>1.6655400000000001E-2</c:v>
                </c:pt>
                <c:pt idx="2238">
                  <c:v>1.61998E-2</c:v>
                </c:pt>
                <c:pt idx="2239">
                  <c:v>1.39332E-2</c:v>
                </c:pt>
                <c:pt idx="2240">
                  <c:v>1.45814E-2</c:v>
                </c:pt>
                <c:pt idx="2241">
                  <c:v>1.4422300000000001E-2</c:v>
                </c:pt>
                <c:pt idx="2242">
                  <c:v>1.5031899999999999E-2</c:v>
                </c:pt>
                <c:pt idx="2243">
                  <c:v>1.41823E-2</c:v>
                </c:pt>
                <c:pt idx="2244">
                  <c:v>1.4429599999999999E-2</c:v>
                </c:pt>
                <c:pt idx="2245">
                  <c:v>1.61765E-2</c:v>
                </c:pt>
                <c:pt idx="2246">
                  <c:v>1.6020900000000001E-2</c:v>
                </c:pt>
                <c:pt idx="2247">
                  <c:v>1.5866499999999999E-2</c:v>
                </c:pt>
                <c:pt idx="2248">
                  <c:v>1.6283300000000001E-2</c:v>
                </c:pt>
                <c:pt idx="2249">
                  <c:v>1.7100000000000001E-2</c:v>
                </c:pt>
                <c:pt idx="2250">
                  <c:v>1.62805E-2</c:v>
                </c:pt>
                <c:pt idx="2251">
                  <c:v>1.6865499999999999E-2</c:v>
                </c:pt>
                <c:pt idx="2252">
                  <c:v>1.6398900000000001E-2</c:v>
                </c:pt>
                <c:pt idx="2253">
                  <c:v>1.63564E-2</c:v>
                </c:pt>
                <c:pt idx="2254">
                  <c:v>1.6715999999999998E-2</c:v>
                </c:pt>
                <c:pt idx="2255">
                  <c:v>1.6693400000000001E-2</c:v>
                </c:pt>
                <c:pt idx="2256">
                  <c:v>1.7448399999999999E-2</c:v>
                </c:pt>
                <c:pt idx="2257">
                  <c:v>1.7145400000000002E-2</c:v>
                </c:pt>
                <c:pt idx="2258">
                  <c:v>1.7200299999999998E-2</c:v>
                </c:pt>
                <c:pt idx="2259">
                  <c:v>1.7794999999999998E-2</c:v>
                </c:pt>
                <c:pt idx="2260">
                  <c:v>1.9073400000000001E-2</c:v>
                </c:pt>
                <c:pt idx="2261">
                  <c:v>1.8578899999999999E-2</c:v>
                </c:pt>
                <c:pt idx="2262">
                  <c:v>1.7407800000000001E-2</c:v>
                </c:pt>
                <c:pt idx="2263">
                  <c:v>1.71352E-2</c:v>
                </c:pt>
                <c:pt idx="2264">
                  <c:v>1.71036E-2</c:v>
                </c:pt>
                <c:pt idx="2265">
                  <c:v>1.59674E-2</c:v>
                </c:pt>
                <c:pt idx="2266">
                  <c:v>1.5840799999999999E-2</c:v>
                </c:pt>
                <c:pt idx="2267">
                  <c:v>1.5812299999999998E-2</c:v>
                </c:pt>
                <c:pt idx="2268">
                  <c:v>1.5669300000000001E-2</c:v>
                </c:pt>
                <c:pt idx="2269">
                  <c:v>1.4862E-2</c:v>
                </c:pt>
                <c:pt idx="2270">
                  <c:v>1.4578899999999999E-2</c:v>
                </c:pt>
                <c:pt idx="2271">
                  <c:v>1.36553E-2</c:v>
                </c:pt>
                <c:pt idx="2272">
                  <c:v>1.41899E-2</c:v>
                </c:pt>
                <c:pt idx="2273">
                  <c:v>1.4681899999999999E-2</c:v>
                </c:pt>
                <c:pt idx="2274">
                  <c:v>1.54649E-2</c:v>
                </c:pt>
                <c:pt idx="2275">
                  <c:v>1.4784499999999999E-2</c:v>
                </c:pt>
                <c:pt idx="2276">
                  <c:v>1.54296E-2</c:v>
                </c:pt>
                <c:pt idx="2277">
                  <c:v>1.6111899999999998E-2</c:v>
                </c:pt>
                <c:pt idx="2278">
                  <c:v>1.64353E-2</c:v>
                </c:pt>
                <c:pt idx="2279">
                  <c:v>1.6486299999999999E-2</c:v>
                </c:pt>
                <c:pt idx="2280">
                  <c:v>1.6035000000000001E-2</c:v>
                </c:pt>
                <c:pt idx="2281">
                  <c:v>1.5733500000000001E-2</c:v>
                </c:pt>
                <c:pt idx="2282">
                  <c:v>1.6706100000000002E-2</c:v>
                </c:pt>
                <c:pt idx="2283">
                  <c:v>1.6565100000000003E-2</c:v>
                </c:pt>
                <c:pt idx="2284">
                  <c:v>1.52978E-2</c:v>
                </c:pt>
                <c:pt idx="2285">
                  <c:v>1.4426699999999999E-2</c:v>
                </c:pt>
                <c:pt idx="2286">
                  <c:v>1.4919499999999999E-2</c:v>
                </c:pt>
                <c:pt idx="2287">
                  <c:v>1.4480199999999999E-2</c:v>
                </c:pt>
                <c:pt idx="2288">
                  <c:v>1.4399700000000001E-2</c:v>
                </c:pt>
                <c:pt idx="2289">
                  <c:v>1.4374799999999998E-2</c:v>
                </c:pt>
                <c:pt idx="2290">
                  <c:v>1.4479499999999999E-2</c:v>
                </c:pt>
                <c:pt idx="2291">
                  <c:v>1.39501E-2</c:v>
                </c:pt>
                <c:pt idx="2292">
                  <c:v>1.43906E-2</c:v>
                </c:pt>
                <c:pt idx="2293">
                  <c:v>1.4773400000000001E-2</c:v>
                </c:pt>
                <c:pt idx="2294">
                  <c:v>1.4548699999999999E-2</c:v>
                </c:pt>
                <c:pt idx="2295">
                  <c:v>1.48383E-2</c:v>
                </c:pt>
                <c:pt idx="2296">
                  <c:v>1.5635599999999999E-2</c:v>
                </c:pt>
                <c:pt idx="2297">
                  <c:v>1.5197200000000001E-2</c:v>
                </c:pt>
                <c:pt idx="2298">
                  <c:v>1.58107E-2</c:v>
                </c:pt>
                <c:pt idx="2299">
                  <c:v>1.7337000000000002E-2</c:v>
                </c:pt>
                <c:pt idx="2300">
                  <c:v>1.7524399999999999E-2</c:v>
                </c:pt>
                <c:pt idx="2301">
                  <c:v>1.8216999999999997E-2</c:v>
                </c:pt>
                <c:pt idx="2302">
                  <c:v>1.6616300000000001E-2</c:v>
                </c:pt>
                <c:pt idx="2303">
                  <c:v>1.69756E-2</c:v>
                </c:pt>
                <c:pt idx="2304">
                  <c:v>1.6603899999999998E-2</c:v>
                </c:pt>
                <c:pt idx="2305">
                  <c:v>1.68916E-2</c:v>
                </c:pt>
                <c:pt idx="2306">
                  <c:v>1.6458199999999999E-2</c:v>
                </c:pt>
                <c:pt idx="2307">
                  <c:v>1.6247399999999999E-2</c:v>
                </c:pt>
                <c:pt idx="2308">
                  <c:v>1.6184299999999999E-2</c:v>
                </c:pt>
                <c:pt idx="2309">
                  <c:v>1.4701400000000002E-2</c:v>
                </c:pt>
                <c:pt idx="2310">
                  <c:v>1.4596000000000001E-2</c:v>
                </c:pt>
                <c:pt idx="2311">
                  <c:v>1.4605799999999999E-2</c:v>
                </c:pt>
                <c:pt idx="2312">
                  <c:v>1.4913999999999998E-2</c:v>
                </c:pt>
                <c:pt idx="2313">
                  <c:v>1.4749999999999999E-2</c:v>
                </c:pt>
                <c:pt idx="2314">
                  <c:v>1.39849E-2</c:v>
                </c:pt>
                <c:pt idx="2315">
                  <c:v>1.40974E-2</c:v>
                </c:pt>
                <c:pt idx="2316">
                  <c:v>1.3898400000000002E-2</c:v>
                </c:pt>
                <c:pt idx="2317">
                  <c:v>1.41251E-2</c:v>
                </c:pt>
                <c:pt idx="2318">
                  <c:v>1.4110400000000002E-2</c:v>
                </c:pt>
                <c:pt idx="2319">
                  <c:v>1.4126E-2</c:v>
                </c:pt>
                <c:pt idx="2320">
                  <c:v>1.4056299999999999E-2</c:v>
                </c:pt>
                <c:pt idx="2321">
                  <c:v>1.3945500000000001E-2</c:v>
                </c:pt>
                <c:pt idx="2322">
                  <c:v>1.39112E-2</c:v>
                </c:pt>
                <c:pt idx="2323">
                  <c:v>1.5097999999999999E-2</c:v>
                </c:pt>
                <c:pt idx="2324">
                  <c:v>1.4817400000000001E-2</c:v>
                </c:pt>
                <c:pt idx="2325">
                  <c:v>1.40529E-2</c:v>
                </c:pt>
                <c:pt idx="2326">
                  <c:v>1.39156E-2</c:v>
                </c:pt>
                <c:pt idx="2327">
                  <c:v>1.40733E-2</c:v>
                </c:pt>
                <c:pt idx="2328">
                  <c:v>1.3817299999999999E-2</c:v>
                </c:pt>
                <c:pt idx="2329">
                  <c:v>1.3723500000000001E-2</c:v>
                </c:pt>
                <c:pt idx="2330">
                  <c:v>1.4018199999999998E-2</c:v>
                </c:pt>
                <c:pt idx="2331">
                  <c:v>1.47834E-2</c:v>
                </c:pt>
                <c:pt idx="2332">
                  <c:v>1.4506800000000002E-2</c:v>
                </c:pt>
                <c:pt idx="2333">
                  <c:v>1.4256E-2</c:v>
                </c:pt>
                <c:pt idx="2334">
                  <c:v>1.4019999999999999E-2</c:v>
                </c:pt>
                <c:pt idx="2335">
                  <c:v>1.3716200000000001E-2</c:v>
                </c:pt>
                <c:pt idx="2336">
                  <c:v>1.4008400000000001E-2</c:v>
                </c:pt>
                <c:pt idx="2337">
                  <c:v>1.43191E-2</c:v>
                </c:pt>
                <c:pt idx="2338">
                  <c:v>1.4037299999999999E-2</c:v>
                </c:pt>
                <c:pt idx="2339">
                  <c:v>1.3837100000000001E-2</c:v>
                </c:pt>
                <c:pt idx="2340">
                  <c:v>1.33446E-2</c:v>
                </c:pt>
                <c:pt idx="2341">
                  <c:v>1.3458400000000001E-2</c:v>
                </c:pt>
                <c:pt idx="2342">
                  <c:v>1.3316399999999999E-2</c:v>
                </c:pt>
                <c:pt idx="2343">
                  <c:v>1.3363300000000002E-2</c:v>
                </c:pt>
                <c:pt idx="2344">
                  <c:v>1.3283000000000001E-2</c:v>
                </c:pt>
                <c:pt idx="2345">
                  <c:v>1.33393E-2</c:v>
                </c:pt>
                <c:pt idx="2346">
                  <c:v>1.34489E-2</c:v>
                </c:pt>
                <c:pt idx="2347">
                  <c:v>1.3378200000000002E-2</c:v>
                </c:pt>
                <c:pt idx="2348">
                  <c:v>1.3427199999999999E-2</c:v>
                </c:pt>
                <c:pt idx="2349">
                  <c:v>1.24852E-2</c:v>
                </c:pt>
                <c:pt idx="2350">
                  <c:v>1.25542E-2</c:v>
                </c:pt>
                <c:pt idx="2351">
                  <c:v>1.24533E-2</c:v>
                </c:pt>
                <c:pt idx="2352">
                  <c:v>1.2333E-2</c:v>
                </c:pt>
                <c:pt idx="2353">
                  <c:v>1.23129E-2</c:v>
                </c:pt>
                <c:pt idx="2354">
                  <c:v>1.22796E-2</c:v>
                </c:pt>
                <c:pt idx="2355">
                  <c:v>1.26096E-2</c:v>
                </c:pt>
                <c:pt idx="2356">
                  <c:v>1.24847E-2</c:v>
                </c:pt>
                <c:pt idx="2357">
                  <c:v>1.2851E-2</c:v>
                </c:pt>
                <c:pt idx="2358">
                  <c:v>1.32727E-2</c:v>
                </c:pt>
                <c:pt idx="2359">
                  <c:v>1.33851E-2</c:v>
                </c:pt>
                <c:pt idx="2360">
                  <c:v>1.29858E-2</c:v>
                </c:pt>
                <c:pt idx="2361">
                  <c:v>1.32505E-2</c:v>
                </c:pt>
                <c:pt idx="2362">
                  <c:v>1.4169399999999999E-2</c:v>
                </c:pt>
                <c:pt idx="2363">
                  <c:v>1.4574E-2</c:v>
                </c:pt>
                <c:pt idx="2364">
                  <c:v>1.3756299999999999E-2</c:v>
                </c:pt>
                <c:pt idx="2365">
                  <c:v>1.44919E-2</c:v>
                </c:pt>
                <c:pt idx="2366">
                  <c:v>1.4525700000000001E-2</c:v>
                </c:pt>
                <c:pt idx="2367">
                  <c:v>1.51428E-2</c:v>
                </c:pt>
                <c:pt idx="2368">
                  <c:v>1.50338E-2</c:v>
                </c:pt>
                <c:pt idx="2369">
                  <c:v>1.4801400000000001E-2</c:v>
                </c:pt>
                <c:pt idx="2370">
                  <c:v>1.4218600000000001E-2</c:v>
                </c:pt>
                <c:pt idx="2371">
                  <c:v>1.4486699999999998E-2</c:v>
                </c:pt>
                <c:pt idx="2372">
                  <c:v>1.5387200000000002E-2</c:v>
                </c:pt>
                <c:pt idx="2373">
                  <c:v>1.5176499999999999E-2</c:v>
                </c:pt>
                <c:pt idx="2374">
                  <c:v>1.6107800000000002E-2</c:v>
                </c:pt>
                <c:pt idx="2375">
                  <c:v>1.50125E-2</c:v>
                </c:pt>
                <c:pt idx="2376">
                  <c:v>1.4233600000000001E-2</c:v>
                </c:pt>
                <c:pt idx="2377">
                  <c:v>1.37343E-2</c:v>
                </c:pt>
                <c:pt idx="2378">
                  <c:v>1.40684E-2</c:v>
                </c:pt>
                <c:pt idx="2379">
                  <c:v>1.3986799999999999E-2</c:v>
                </c:pt>
                <c:pt idx="2380">
                  <c:v>1.3522800000000001E-2</c:v>
                </c:pt>
                <c:pt idx="2381">
                  <c:v>1.3594499999999999E-2</c:v>
                </c:pt>
                <c:pt idx="2382">
                  <c:v>1.3327199999999999E-2</c:v>
                </c:pt>
                <c:pt idx="2383">
                  <c:v>1.31112E-2</c:v>
                </c:pt>
                <c:pt idx="2384">
                  <c:v>1.2821000000000001E-2</c:v>
                </c:pt>
                <c:pt idx="2385">
                  <c:v>1.3043100000000002E-2</c:v>
                </c:pt>
                <c:pt idx="2386">
                  <c:v>1.2893799999999999E-2</c:v>
                </c:pt>
                <c:pt idx="2387">
                  <c:v>1.2743899999999999E-2</c:v>
                </c:pt>
                <c:pt idx="2388">
                  <c:v>1.2683799999999999E-2</c:v>
                </c:pt>
                <c:pt idx="2389">
                  <c:v>1.22825E-2</c:v>
                </c:pt>
                <c:pt idx="2390">
                  <c:v>1.2343000000000002E-2</c:v>
                </c:pt>
                <c:pt idx="2391">
                  <c:v>1.1932099999999999E-2</c:v>
                </c:pt>
                <c:pt idx="2392">
                  <c:v>1.1865000000000001E-2</c:v>
                </c:pt>
                <c:pt idx="2393">
                  <c:v>1.1591299999999999E-2</c:v>
                </c:pt>
                <c:pt idx="2394">
                  <c:v>1.1029499999999999E-2</c:v>
                </c:pt>
                <c:pt idx="2395">
                  <c:v>1.1081000000000001E-2</c:v>
                </c:pt>
                <c:pt idx="2396">
                  <c:v>1.0794E-2</c:v>
                </c:pt>
                <c:pt idx="2397">
                  <c:v>1.06119E-2</c:v>
                </c:pt>
                <c:pt idx="2398">
                  <c:v>1.07206E-2</c:v>
                </c:pt>
                <c:pt idx="2399">
                  <c:v>1.0873900000000001E-2</c:v>
                </c:pt>
                <c:pt idx="2400">
                  <c:v>1.06906E-2</c:v>
                </c:pt>
                <c:pt idx="2401">
                  <c:v>1.05398E-2</c:v>
                </c:pt>
                <c:pt idx="2402">
                  <c:v>1.05074E-2</c:v>
                </c:pt>
                <c:pt idx="2403">
                  <c:v>1.0839E-2</c:v>
                </c:pt>
                <c:pt idx="2404">
                  <c:v>1.1364900000000001E-2</c:v>
                </c:pt>
                <c:pt idx="2405">
                  <c:v>1.1161600000000001E-2</c:v>
                </c:pt>
                <c:pt idx="2406">
                  <c:v>1.14422E-2</c:v>
                </c:pt>
                <c:pt idx="2407">
                  <c:v>1.15551E-2</c:v>
                </c:pt>
                <c:pt idx="2408">
                  <c:v>1.16434E-2</c:v>
                </c:pt>
                <c:pt idx="2409">
                  <c:v>1.1656399999999999E-2</c:v>
                </c:pt>
                <c:pt idx="2410">
                  <c:v>1.15236E-2</c:v>
                </c:pt>
                <c:pt idx="2411">
                  <c:v>1.16229E-2</c:v>
                </c:pt>
                <c:pt idx="2412">
                  <c:v>1.13127E-2</c:v>
                </c:pt>
                <c:pt idx="2413">
                  <c:v>1.12967E-2</c:v>
                </c:pt>
                <c:pt idx="2414">
                  <c:v>1.0740099999999999E-2</c:v>
                </c:pt>
                <c:pt idx="2415">
                  <c:v>1.0980500000000001E-2</c:v>
                </c:pt>
                <c:pt idx="2416">
                  <c:v>1.13916E-2</c:v>
                </c:pt>
                <c:pt idx="2417">
                  <c:v>1.13464E-2</c:v>
                </c:pt>
                <c:pt idx="2418">
                  <c:v>1.1320999999999999E-2</c:v>
                </c:pt>
                <c:pt idx="2419">
                  <c:v>1.09286E-2</c:v>
                </c:pt>
                <c:pt idx="2420">
                  <c:v>1.06652E-2</c:v>
                </c:pt>
                <c:pt idx="2421">
                  <c:v>1.04338E-2</c:v>
                </c:pt>
                <c:pt idx="2422">
                  <c:v>9.9013E-3</c:v>
                </c:pt>
                <c:pt idx="2423">
                  <c:v>1.03655E-2</c:v>
                </c:pt>
                <c:pt idx="2424">
                  <c:v>1.03374E-2</c:v>
                </c:pt>
                <c:pt idx="2425">
                  <c:v>1.0076099999999999E-2</c:v>
                </c:pt>
                <c:pt idx="2426">
                  <c:v>1.0288500000000001E-2</c:v>
                </c:pt>
                <c:pt idx="2427">
                  <c:v>1.0655899999999999E-2</c:v>
                </c:pt>
                <c:pt idx="2428">
                  <c:v>1.08156E-2</c:v>
                </c:pt>
                <c:pt idx="2429">
                  <c:v>1.10619E-2</c:v>
                </c:pt>
                <c:pt idx="2430">
                  <c:v>1.2169299999999999E-2</c:v>
                </c:pt>
                <c:pt idx="2431">
                  <c:v>1.1789600000000001E-2</c:v>
                </c:pt>
                <c:pt idx="2432">
                  <c:v>1.1536599999999999E-2</c:v>
                </c:pt>
                <c:pt idx="2433">
                  <c:v>1.15128E-2</c:v>
                </c:pt>
                <c:pt idx="2434">
                  <c:v>1.1139400000000001E-2</c:v>
                </c:pt>
                <c:pt idx="2435">
                  <c:v>1.24993E-2</c:v>
                </c:pt>
                <c:pt idx="2436">
                  <c:v>1.31523E-2</c:v>
                </c:pt>
                <c:pt idx="2437">
                  <c:v>1.5251400000000002E-2</c:v>
                </c:pt>
                <c:pt idx="2438">
                  <c:v>1.5235200000000001E-2</c:v>
                </c:pt>
                <c:pt idx="2439">
                  <c:v>1.2664700000000001E-2</c:v>
                </c:pt>
                <c:pt idx="2440">
                  <c:v>1.2573000000000001E-2</c:v>
                </c:pt>
                <c:pt idx="2441">
                  <c:v>1.1567000000000001E-2</c:v>
                </c:pt>
                <c:pt idx="2442">
                  <c:v>1.1915800000000001E-2</c:v>
                </c:pt>
                <c:pt idx="2443">
                  <c:v>1.2822700000000001E-2</c:v>
                </c:pt>
                <c:pt idx="2444">
                  <c:v>1.3096E-2</c:v>
                </c:pt>
                <c:pt idx="2445">
                  <c:v>1.4142099999999999E-2</c:v>
                </c:pt>
                <c:pt idx="2446">
                  <c:v>1.4127799999999999E-2</c:v>
                </c:pt>
                <c:pt idx="2447">
                  <c:v>1.5427099999999999E-2</c:v>
                </c:pt>
                <c:pt idx="2448">
                  <c:v>1.49827E-2</c:v>
                </c:pt>
                <c:pt idx="2449">
                  <c:v>1.4617699999999999E-2</c:v>
                </c:pt>
                <c:pt idx="2450">
                  <c:v>1.4986500000000002E-2</c:v>
                </c:pt>
                <c:pt idx="2451">
                  <c:v>1.4018600000000001E-2</c:v>
                </c:pt>
                <c:pt idx="2452">
                  <c:v>1.3238700000000001E-2</c:v>
                </c:pt>
                <c:pt idx="2453">
                  <c:v>1.3660499999999999E-2</c:v>
                </c:pt>
                <c:pt idx="2454">
                  <c:v>1.3356100000000001E-2</c:v>
                </c:pt>
                <c:pt idx="2455">
                  <c:v>1.3487000000000001E-2</c:v>
                </c:pt>
                <c:pt idx="2456">
                  <c:v>1.3087100000000001E-2</c:v>
                </c:pt>
                <c:pt idx="2457">
                  <c:v>1.31191E-2</c:v>
                </c:pt>
                <c:pt idx="2458">
                  <c:v>1.44511E-2</c:v>
                </c:pt>
                <c:pt idx="2459">
                  <c:v>1.4597900000000002E-2</c:v>
                </c:pt>
                <c:pt idx="2460">
                  <c:v>1.4870699999999999E-2</c:v>
                </c:pt>
                <c:pt idx="2461">
                  <c:v>1.4330500000000001E-2</c:v>
                </c:pt>
                <c:pt idx="2462">
                  <c:v>1.3873400000000001E-2</c:v>
                </c:pt>
                <c:pt idx="2463">
                  <c:v>1.4050200000000001E-2</c:v>
                </c:pt>
                <c:pt idx="2464">
                  <c:v>1.3461000000000001E-2</c:v>
                </c:pt>
                <c:pt idx="2465">
                  <c:v>1.3252000000000002E-2</c:v>
                </c:pt>
                <c:pt idx="2466">
                  <c:v>1.3228999999999999E-2</c:v>
                </c:pt>
                <c:pt idx="2467">
                  <c:v>1.27873E-2</c:v>
                </c:pt>
                <c:pt idx="2468">
                  <c:v>1.2415799999999999E-2</c:v>
                </c:pt>
                <c:pt idx="2469">
                  <c:v>1.22957E-2</c:v>
                </c:pt>
                <c:pt idx="2470">
                  <c:v>1.27081E-2</c:v>
                </c:pt>
                <c:pt idx="2471">
                  <c:v>1.2697199999999999E-2</c:v>
                </c:pt>
                <c:pt idx="2472">
                  <c:v>1.3179900000000001E-2</c:v>
                </c:pt>
                <c:pt idx="2473">
                  <c:v>1.27828E-2</c:v>
                </c:pt>
                <c:pt idx="2474">
                  <c:v>1.272E-2</c:v>
                </c:pt>
                <c:pt idx="2475">
                  <c:v>1.37214E-2</c:v>
                </c:pt>
                <c:pt idx="2476">
                  <c:v>1.38058E-2</c:v>
                </c:pt>
                <c:pt idx="2477">
                  <c:v>1.3973699999999999E-2</c:v>
                </c:pt>
                <c:pt idx="2478">
                  <c:v>1.38251E-2</c:v>
                </c:pt>
                <c:pt idx="2479">
                  <c:v>1.3799000000000001E-2</c:v>
                </c:pt>
                <c:pt idx="2480">
                  <c:v>1.3765600000000001E-2</c:v>
                </c:pt>
                <c:pt idx="2481">
                  <c:v>1.33673E-2</c:v>
                </c:pt>
                <c:pt idx="2482">
                  <c:v>1.29024E-2</c:v>
                </c:pt>
                <c:pt idx="2483">
                  <c:v>1.2747400000000001E-2</c:v>
                </c:pt>
                <c:pt idx="2484">
                  <c:v>1.25104E-2</c:v>
                </c:pt>
                <c:pt idx="2485">
                  <c:v>1.2101300000000001E-2</c:v>
                </c:pt>
                <c:pt idx="2486">
                  <c:v>1.2445900000000001E-2</c:v>
                </c:pt>
                <c:pt idx="2487">
                  <c:v>1.2352800000000001E-2</c:v>
                </c:pt>
                <c:pt idx="2488">
                  <c:v>1.2682200000000001E-2</c:v>
                </c:pt>
                <c:pt idx="2489">
                  <c:v>1.2706E-2</c:v>
                </c:pt>
                <c:pt idx="2490">
                  <c:v>1.24073E-2</c:v>
                </c:pt>
                <c:pt idx="2491">
                  <c:v>1.2444199999999999E-2</c:v>
                </c:pt>
                <c:pt idx="2492">
                  <c:v>1.19855E-2</c:v>
                </c:pt>
                <c:pt idx="2493">
                  <c:v>1.2070600000000001E-2</c:v>
                </c:pt>
                <c:pt idx="2494">
                  <c:v>1.1652299999999999E-2</c:v>
                </c:pt>
                <c:pt idx="2495">
                  <c:v>1.1698800000000001E-2</c:v>
                </c:pt>
                <c:pt idx="2496">
                  <c:v>1.1950499999999999E-2</c:v>
                </c:pt>
                <c:pt idx="2497">
                  <c:v>1.1644799999999999E-2</c:v>
                </c:pt>
                <c:pt idx="2498">
                  <c:v>1.16854E-2</c:v>
                </c:pt>
                <c:pt idx="2499">
                  <c:v>1.13486E-2</c:v>
                </c:pt>
                <c:pt idx="2500">
                  <c:v>1.15163E-2</c:v>
                </c:pt>
                <c:pt idx="2501">
                  <c:v>1.15543E-2</c:v>
                </c:pt>
                <c:pt idx="2502">
                  <c:v>1.15309E-2</c:v>
                </c:pt>
                <c:pt idx="2503">
                  <c:v>1.1461900000000001E-2</c:v>
                </c:pt>
                <c:pt idx="2504">
                  <c:v>1.12319E-2</c:v>
                </c:pt>
                <c:pt idx="2505">
                  <c:v>1.1383299999999999E-2</c:v>
                </c:pt>
                <c:pt idx="2506">
                  <c:v>1.14336E-2</c:v>
                </c:pt>
                <c:pt idx="2507">
                  <c:v>1.17102E-2</c:v>
                </c:pt>
                <c:pt idx="2508">
                  <c:v>1.18648E-2</c:v>
                </c:pt>
                <c:pt idx="2509">
                  <c:v>1.1985299999999999E-2</c:v>
                </c:pt>
                <c:pt idx="2510">
                  <c:v>1.1568699999999999E-2</c:v>
                </c:pt>
                <c:pt idx="2511">
                  <c:v>1.16121E-2</c:v>
                </c:pt>
                <c:pt idx="2512">
                  <c:v>1.18802E-2</c:v>
                </c:pt>
                <c:pt idx="2513">
                  <c:v>1.20678E-2</c:v>
                </c:pt>
                <c:pt idx="2514">
                  <c:v>1.2007599999999998E-2</c:v>
                </c:pt>
                <c:pt idx="2515">
                  <c:v>1.25792E-2</c:v>
                </c:pt>
                <c:pt idx="2516">
                  <c:v>1.26096E-2</c:v>
                </c:pt>
                <c:pt idx="2517">
                  <c:v>1.3388399999999998E-2</c:v>
                </c:pt>
                <c:pt idx="2518">
                  <c:v>1.3231800000000002E-2</c:v>
                </c:pt>
                <c:pt idx="2519">
                  <c:v>1.3669999999999998E-2</c:v>
                </c:pt>
                <c:pt idx="2520">
                  <c:v>1.43821E-2</c:v>
                </c:pt>
                <c:pt idx="2521">
                  <c:v>1.4281899999999998E-2</c:v>
                </c:pt>
                <c:pt idx="2522">
                  <c:v>1.3794800000000001E-2</c:v>
                </c:pt>
                <c:pt idx="2523">
                  <c:v>1.3273200000000001E-2</c:v>
                </c:pt>
                <c:pt idx="2524">
                  <c:v>1.3258199999999999E-2</c:v>
                </c:pt>
                <c:pt idx="2525">
                  <c:v>1.41309E-2</c:v>
                </c:pt>
                <c:pt idx="2526">
                  <c:v>1.4513499999999999E-2</c:v>
                </c:pt>
                <c:pt idx="2527">
                  <c:v>1.41148E-2</c:v>
                </c:pt>
                <c:pt idx="2528">
                  <c:v>1.36156E-2</c:v>
                </c:pt>
                <c:pt idx="2529">
                  <c:v>1.2930699999999998E-2</c:v>
                </c:pt>
                <c:pt idx="2530">
                  <c:v>1.2899700000000002E-2</c:v>
                </c:pt>
                <c:pt idx="2531">
                  <c:v>1.2722000000000001E-2</c:v>
                </c:pt>
                <c:pt idx="2532">
                  <c:v>1.25278E-2</c:v>
                </c:pt>
                <c:pt idx="2533">
                  <c:v>1.27917E-2</c:v>
                </c:pt>
                <c:pt idx="2534">
                  <c:v>1.2948099999999999E-2</c:v>
                </c:pt>
                <c:pt idx="2535">
                  <c:v>1.3477600000000001E-2</c:v>
                </c:pt>
                <c:pt idx="2536">
                  <c:v>1.291E-2</c:v>
                </c:pt>
                <c:pt idx="2537">
                  <c:v>1.3466399999999998E-2</c:v>
                </c:pt>
                <c:pt idx="2538">
                  <c:v>1.3210700000000001E-2</c:v>
                </c:pt>
                <c:pt idx="2539">
                  <c:v>1.2682800000000001E-2</c:v>
                </c:pt>
                <c:pt idx="2540">
                  <c:v>1.23687E-2</c:v>
                </c:pt>
                <c:pt idx="2541">
                  <c:v>1.2367100000000001E-2</c:v>
                </c:pt>
                <c:pt idx="2542">
                  <c:v>1.2274E-2</c:v>
                </c:pt>
                <c:pt idx="2543">
                  <c:v>1.18069E-2</c:v>
                </c:pt>
                <c:pt idx="2544">
                  <c:v>1.1721599999999999E-2</c:v>
                </c:pt>
                <c:pt idx="2545">
                  <c:v>1.12038E-2</c:v>
                </c:pt>
                <c:pt idx="2546">
                  <c:v>1.09018E-2</c:v>
                </c:pt>
                <c:pt idx="2547">
                  <c:v>1.0990600000000001E-2</c:v>
                </c:pt>
                <c:pt idx="2548">
                  <c:v>1.0346299999999999E-2</c:v>
                </c:pt>
                <c:pt idx="2549">
                  <c:v>1.0414E-2</c:v>
                </c:pt>
                <c:pt idx="2550">
                  <c:v>9.8362999999999992E-3</c:v>
                </c:pt>
                <c:pt idx="2551">
                  <c:v>9.4380000000000002E-3</c:v>
                </c:pt>
                <c:pt idx="2552">
                  <c:v>1.0016299999999999E-2</c:v>
                </c:pt>
                <c:pt idx="2553">
                  <c:v>1.0497599999999999E-2</c:v>
                </c:pt>
                <c:pt idx="2554">
                  <c:v>1.08924E-2</c:v>
                </c:pt>
                <c:pt idx="2555">
                  <c:v>1.1533799999999999E-2</c:v>
                </c:pt>
                <c:pt idx="2556">
                  <c:v>1.0946899999999999E-2</c:v>
                </c:pt>
                <c:pt idx="2557">
                  <c:v>1.1058199999999999E-2</c:v>
                </c:pt>
                <c:pt idx="2558">
                  <c:v>1.07574E-2</c:v>
                </c:pt>
                <c:pt idx="2559">
                  <c:v>1.0265999999999999E-2</c:v>
                </c:pt>
                <c:pt idx="2560">
                  <c:v>1.0490600000000001E-2</c:v>
                </c:pt>
                <c:pt idx="2561">
                  <c:v>1.0677599999999999E-2</c:v>
                </c:pt>
                <c:pt idx="2562">
                  <c:v>1.0572E-2</c:v>
                </c:pt>
                <c:pt idx="2563">
                  <c:v>1.0643300000000001E-2</c:v>
                </c:pt>
                <c:pt idx="2564">
                  <c:v>1.05776E-2</c:v>
                </c:pt>
                <c:pt idx="2565">
                  <c:v>1.0350100000000001E-2</c:v>
                </c:pt>
                <c:pt idx="2566">
                  <c:v>1.0079400000000001E-2</c:v>
                </c:pt>
                <c:pt idx="2567">
                  <c:v>9.5438999999999993E-3</c:v>
                </c:pt>
                <c:pt idx="2568">
                  <c:v>9.9149000000000008E-3</c:v>
                </c:pt>
                <c:pt idx="2569">
                  <c:v>1.05588E-2</c:v>
                </c:pt>
                <c:pt idx="2570">
                  <c:v>1.07288E-2</c:v>
                </c:pt>
                <c:pt idx="2571">
                  <c:v>1.08451E-2</c:v>
                </c:pt>
                <c:pt idx="2572">
                  <c:v>1.08903E-2</c:v>
                </c:pt>
                <c:pt idx="2573">
                  <c:v>1.1040600000000001E-2</c:v>
                </c:pt>
                <c:pt idx="2574">
                  <c:v>1.1154900000000001E-2</c:v>
                </c:pt>
                <c:pt idx="2575">
                  <c:v>1.21779E-2</c:v>
                </c:pt>
                <c:pt idx="2576">
                  <c:v>1.1669499999999999E-2</c:v>
                </c:pt>
                <c:pt idx="2577">
                  <c:v>1.13983E-2</c:v>
                </c:pt>
                <c:pt idx="2578">
                  <c:v>1.1336799999999999E-2</c:v>
                </c:pt>
                <c:pt idx="2579">
                  <c:v>1.1573399999999999E-2</c:v>
                </c:pt>
                <c:pt idx="2580">
                  <c:v>1.21277E-2</c:v>
                </c:pt>
                <c:pt idx="2581">
                  <c:v>1.1603799999999999E-2</c:v>
                </c:pt>
                <c:pt idx="2582">
                  <c:v>1.1670999999999999E-2</c:v>
                </c:pt>
                <c:pt idx="2583">
                  <c:v>1.1761000000000001E-2</c:v>
                </c:pt>
                <c:pt idx="2584">
                  <c:v>1.22173E-2</c:v>
                </c:pt>
                <c:pt idx="2585">
                  <c:v>1.2894399999999999E-2</c:v>
                </c:pt>
                <c:pt idx="2586">
                  <c:v>1.20885E-2</c:v>
                </c:pt>
                <c:pt idx="2587">
                  <c:v>1.1060800000000001E-2</c:v>
                </c:pt>
                <c:pt idx="2588">
                  <c:v>1.0898999999999999E-2</c:v>
                </c:pt>
                <c:pt idx="2589">
                  <c:v>1.08015E-2</c:v>
                </c:pt>
                <c:pt idx="2590">
                  <c:v>1.0817400000000001E-2</c:v>
                </c:pt>
                <c:pt idx="2591">
                  <c:v>1.0945E-2</c:v>
                </c:pt>
                <c:pt idx="2592">
                  <c:v>1.1014700000000001E-2</c:v>
                </c:pt>
                <c:pt idx="2593">
                  <c:v>1.1271699999999999E-2</c:v>
                </c:pt>
                <c:pt idx="2594">
                  <c:v>1.14083E-2</c:v>
                </c:pt>
                <c:pt idx="2595">
                  <c:v>1.13019E-2</c:v>
                </c:pt>
                <c:pt idx="2596">
                  <c:v>1.19469E-2</c:v>
                </c:pt>
                <c:pt idx="2597">
                  <c:v>1.1906E-2</c:v>
                </c:pt>
                <c:pt idx="2598">
                  <c:v>1.1596500000000001E-2</c:v>
                </c:pt>
                <c:pt idx="2599">
                  <c:v>1.17184E-2</c:v>
                </c:pt>
                <c:pt idx="2600">
                  <c:v>1.1760899999999999E-2</c:v>
                </c:pt>
                <c:pt idx="2601">
                  <c:v>1.1591200000000001E-2</c:v>
                </c:pt>
                <c:pt idx="2602">
                  <c:v>1.1631499999999999E-2</c:v>
                </c:pt>
                <c:pt idx="2603">
                  <c:v>1.1632099999999999E-2</c:v>
                </c:pt>
                <c:pt idx="2604">
                  <c:v>1.16326E-2</c:v>
                </c:pt>
                <c:pt idx="2605">
                  <c:v>1.17001E-2</c:v>
                </c:pt>
                <c:pt idx="2606">
                  <c:v>1.1450400000000001E-2</c:v>
                </c:pt>
                <c:pt idx="2607">
                  <c:v>1.1389E-2</c:v>
                </c:pt>
                <c:pt idx="2608">
                  <c:v>1.13556E-2</c:v>
                </c:pt>
                <c:pt idx="2609">
                  <c:v>1.0947E-2</c:v>
                </c:pt>
                <c:pt idx="2610">
                  <c:v>1.08199E-2</c:v>
                </c:pt>
                <c:pt idx="2611">
                  <c:v>1.0663200000000001E-2</c:v>
                </c:pt>
                <c:pt idx="2612">
                  <c:v>1.10373E-2</c:v>
                </c:pt>
                <c:pt idx="2613">
                  <c:v>1.1398E-2</c:v>
                </c:pt>
                <c:pt idx="2614">
                  <c:v>1.1536299999999999E-2</c:v>
                </c:pt>
                <c:pt idx="2615">
                  <c:v>1.13834E-2</c:v>
                </c:pt>
                <c:pt idx="2616">
                  <c:v>1.0936E-2</c:v>
                </c:pt>
                <c:pt idx="2617">
                  <c:v>1.10326E-2</c:v>
                </c:pt>
                <c:pt idx="2618">
                  <c:v>1.0955299999999999E-2</c:v>
                </c:pt>
                <c:pt idx="2619">
                  <c:v>1.09598E-2</c:v>
                </c:pt>
                <c:pt idx="2620">
                  <c:v>1.09733E-2</c:v>
                </c:pt>
                <c:pt idx="2621">
                  <c:v>1.1254200000000001E-2</c:v>
                </c:pt>
                <c:pt idx="2622">
                  <c:v>1.13309E-2</c:v>
                </c:pt>
                <c:pt idx="2623">
                  <c:v>1.13125E-2</c:v>
                </c:pt>
                <c:pt idx="2624">
                  <c:v>1.11383E-2</c:v>
                </c:pt>
                <c:pt idx="2625">
                  <c:v>1.1335700000000001E-2</c:v>
                </c:pt>
                <c:pt idx="2626">
                  <c:v>1.1250700000000001E-2</c:v>
                </c:pt>
                <c:pt idx="2627">
                  <c:v>1.17261E-2</c:v>
                </c:pt>
                <c:pt idx="2628">
                  <c:v>1.23756E-2</c:v>
                </c:pt>
                <c:pt idx="2629">
                  <c:v>1.20527E-2</c:v>
                </c:pt>
                <c:pt idx="2630">
                  <c:v>1.1760899999999999E-2</c:v>
                </c:pt>
                <c:pt idx="2631">
                  <c:v>1.16928E-2</c:v>
                </c:pt>
                <c:pt idx="2632">
                  <c:v>1.1653799999999999E-2</c:v>
                </c:pt>
                <c:pt idx="2633">
                  <c:v>1.1459499999999999E-2</c:v>
                </c:pt>
                <c:pt idx="2634">
                  <c:v>1.15529E-2</c:v>
                </c:pt>
                <c:pt idx="2635">
                  <c:v>1.16072E-2</c:v>
                </c:pt>
                <c:pt idx="2636">
                  <c:v>1.2059800000000001E-2</c:v>
                </c:pt>
                <c:pt idx="2637">
                  <c:v>1.2167000000000001E-2</c:v>
                </c:pt>
                <c:pt idx="2638">
                  <c:v>1.22259E-2</c:v>
                </c:pt>
                <c:pt idx="2639">
                  <c:v>1.20815E-2</c:v>
                </c:pt>
                <c:pt idx="2640">
                  <c:v>1.1825199999999999E-2</c:v>
                </c:pt>
                <c:pt idx="2641">
                  <c:v>1.1606399999999999E-2</c:v>
                </c:pt>
                <c:pt idx="2642">
                  <c:v>1.1401E-2</c:v>
                </c:pt>
                <c:pt idx="2643">
                  <c:v>1.1439599999999999E-2</c:v>
                </c:pt>
                <c:pt idx="2644">
                  <c:v>1.1443699999999999E-2</c:v>
                </c:pt>
                <c:pt idx="2645">
                  <c:v>1.1948199999999999E-2</c:v>
                </c:pt>
                <c:pt idx="2646">
                  <c:v>1.18312E-2</c:v>
                </c:pt>
                <c:pt idx="2647">
                  <c:v>1.1757699999999999E-2</c:v>
                </c:pt>
                <c:pt idx="2648">
                  <c:v>1.1677099999999999E-2</c:v>
                </c:pt>
                <c:pt idx="2649">
                  <c:v>1.1447000000000001E-2</c:v>
                </c:pt>
                <c:pt idx="2650">
                  <c:v>1.14559E-2</c:v>
                </c:pt>
                <c:pt idx="2651">
                  <c:v>1.14556E-2</c:v>
                </c:pt>
                <c:pt idx="2652">
                  <c:v>1.1067E-2</c:v>
                </c:pt>
                <c:pt idx="2653">
                  <c:v>1.09E-2</c:v>
                </c:pt>
                <c:pt idx="2654">
                  <c:v>1.0796E-2</c:v>
                </c:pt>
                <c:pt idx="2655">
                  <c:v>1.05071E-2</c:v>
                </c:pt>
                <c:pt idx="2656">
                  <c:v>1.05215E-2</c:v>
                </c:pt>
                <c:pt idx="2657">
                  <c:v>1.08976E-2</c:v>
                </c:pt>
                <c:pt idx="2658">
                  <c:v>1.0818099999999999E-2</c:v>
                </c:pt>
                <c:pt idx="2659">
                  <c:v>1.0918600000000001E-2</c:v>
                </c:pt>
                <c:pt idx="2660">
                  <c:v>1.10384E-2</c:v>
                </c:pt>
                <c:pt idx="2661">
                  <c:v>1.1327200000000001E-2</c:v>
                </c:pt>
                <c:pt idx="2662">
                  <c:v>1.1284600000000001E-2</c:v>
                </c:pt>
                <c:pt idx="2663">
                  <c:v>1.1106899999999999E-2</c:v>
                </c:pt>
                <c:pt idx="2664">
                  <c:v>1.09E-2</c:v>
                </c:pt>
                <c:pt idx="2665">
                  <c:v>1.10145E-2</c:v>
                </c:pt>
                <c:pt idx="2666">
                  <c:v>1.10008E-2</c:v>
                </c:pt>
                <c:pt idx="2667">
                  <c:v>1.08144E-2</c:v>
                </c:pt>
                <c:pt idx="2668">
                  <c:v>1.0768099999999999E-2</c:v>
                </c:pt>
                <c:pt idx="2669">
                  <c:v>1.08418E-2</c:v>
                </c:pt>
                <c:pt idx="2670">
                  <c:v>1.0651300000000001E-2</c:v>
                </c:pt>
                <c:pt idx="2671">
                  <c:v>1.0624399999999999E-2</c:v>
                </c:pt>
                <c:pt idx="2672">
                  <c:v>1.0541699999999999E-2</c:v>
                </c:pt>
                <c:pt idx="2673">
                  <c:v>1.02851E-2</c:v>
                </c:pt>
                <c:pt idx="2674">
                  <c:v>1.00652E-2</c:v>
                </c:pt>
                <c:pt idx="2675">
                  <c:v>1.01429E-2</c:v>
                </c:pt>
                <c:pt idx="2676">
                  <c:v>9.9718000000000011E-3</c:v>
                </c:pt>
                <c:pt idx="2677">
                  <c:v>1.0023000000000001E-2</c:v>
                </c:pt>
                <c:pt idx="2678">
                  <c:v>9.8087999999999995E-3</c:v>
                </c:pt>
                <c:pt idx="2679">
                  <c:v>9.769400000000001E-3</c:v>
                </c:pt>
                <c:pt idx="2680">
                  <c:v>9.9772000000000003E-3</c:v>
                </c:pt>
                <c:pt idx="2681">
                  <c:v>1.0051600000000001E-2</c:v>
                </c:pt>
                <c:pt idx="2682">
                  <c:v>1.00567E-2</c:v>
                </c:pt>
                <c:pt idx="2683">
                  <c:v>9.9777000000000008E-3</c:v>
                </c:pt>
                <c:pt idx="2684">
                  <c:v>1.01995E-2</c:v>
                </c:pt>
                <c:pt idx="2685">
                  <c:v>1.02609E-2</c:v>
                </c:pt>
                <c:pt idx="2686">
                  <c:v>1.01958E-2</c:v>
                </c:pt>
                <c:pt idx="2687">
                  <c:v>1.02025E-2</c:v>
                </c:pt>
                <c:pt idx="2688">
                  <c:v>1.0200000000000001E-2</c:v>
                </c:pt>
                <c:pt idx="2689">
                  <c:v>1.01146E-2</c:v>
                </c:pt>
                <c:pt idx="2690">
                  <c:v>9.939400000000001E-3</c:v>
                </c:pt>
                <c:pt idx="2691">
                  <c:v>1.00243E-2</c:v>
                </c:pt>
                <c:pt idx="2692">
                  <c:v>0.01</c:v>
                </c:pt>
                <c:pt idx="2693">
                  <c:v>9.8516000000000003E-3</c:v>
                </c:pt>
                <c:pt idx="2694">
                  <c:v>9.8034999999999997E-3</c:v>
                </c:pt>
                <c:pt idx="2695">
                  <c:v>9.765900000000001E-3</c:v>
                </c:pt>
                <c:pt idx="2696">
                  <c:v>9.7771999999999998E-3</c:v>
                </c:pt>
                <c:pt idx="2697">
                  <c:v>1.0033499999999999E-2</c:v>
                </c:pt>
                <c:pt idx="2698">
                  <c:v>1.00053E-2</c:v>
                </c:pt>
                <c:pt idx="2699">
                  <c:v>1.00135E-2</c:v>
                </c:pt>
                <c:pt idx="2700">
                  <c:v>9.8521000000000008E-3</c:v>
                </c:pt>
                <c:pt idx="2701">
                  <c:v>9.8381000000000007E-3</c:v>
                </c:pt>
                <c:pt idx="2702">
                  <c:v>9.9000000000000008E-3</c:v>
                </c:pt>
                <c:pt idx="2703">
                  <c:v>9.9000000000000008E-3</c:v>
                </c:pt>
                <c:pt idx="2704">
                  <c:v>9.8849999999999997E-3</c:v>
                </c:pt>
                <c:pt idx="2705">
                  <c:v>9.8986999999999999E-3</c:v>
                </c:pt>
                <c:pt idx="2706">
                  <c:v>9.7999999999999997E-3</c:v>
                </c:pt>
                <c:pt idx="2707">
                  <c:v>9.8496E-3</c:v>
                </c:pt>
                <c:pt idx="2708">
                  <c:v>9.9684999999999999E-3</c:v>
                </c:pt>
                <c:pt idx="2709">
                  <c:v>1.00946E-2</c:v>
                </c:pt>
                <c:pt idx="2710">
                  <c:v>1.0140399999999999E-2</c:v>
                </c:pt>
                <c:pt idx="2711">
                  <c:v>1.0268000000000001E-2</c:v>
                </c:pt>
                <c:pt idx="2712">
                  <c:v>1.0605E-2</c:v>
                </c:pt>
                <c:pt idx="2713">
                  <c:v>1.0533499999999999E-2</c:v>
                </c:pt>
                <c:pt idx="2714">
                  <c:v>1.04992E-2</c:v>
                </c:pt>
                <c:pt idx="2715">
                  <c:v>1.0294899999999999E-2</c:v>
                </c:pt>
                <c:pt idx="2716">
                  <c:v>1.0405299999999999E-2</c:v>
                </c:pt>
                <c:pt idx="2717">
                  <c:v>1.0454600000000001E-2</c:v>
                </c:pt>
                <c:pt idx="2718">
                  <c:v>1.05109E-2</c:v>
                </c:pt>
                <c:pt idx="2719">
                  <c:v>1.0574200000000001E-2</c:v>
                </c:pt>
                <c:pt idx="2720">
                  <c:v>1.0567E-2</c:v>
                </c:pt>
                <c:pt idx="2721">
                  <c:v>1.07548E-2</c:v>
                </c:pt>
                <c:pt idx="2722">
                  <c:v>1.0633499999999999E-2</c:v>
                </c:pt>
                <c:pt idx="2723">
                  <c:v>1.0725E-2</c:v>
                </c:pt>
                <c:pt idx="2724">
                  <c:v>1.09E-2</c:v>
                </c:pt>
                <c:pt idx="2725">
                  <c:v>1.0617400000000001E-2</c:v>
                </c:pt>
                <c:pt idx="2726">
                  <c:v>1.0947E-2</c:v>
                </c:pt>
                <c:pt idx="2727">
                  <c:v>1.11655E-2</c:v>
                </c:pt>
                <c:pt idx="2728">
                  <c:v>1.11758E-2</c:v>
                </c:pt>
                <c:pt idx="2729">
                  <c:v>1.1299999999999999E-2</c:v>
                </c:pt>
                <c:pt idx="2730">
                  <c:v>1.1065800000000001E-2</c:v>
                </c:pt>
                <c:pt idx="2731">
                  <c:v>1.09987E-2</c:v>
                </c:pt>
                <c:pt idx="2732">
                  <c:v>1.1506600000000001E-2</c:v>
                </c:pt>
                <c:pt idx="2733">
                  <c:v>1.1547199999999999E-2</c:v>
                </c:pt>
                <c:pt idx="2734">
                  <c:v>1.1548300000000001E-2</c:v>
                </c:pt>
                <c:pt idx="2735">
                  <c:v>1.14045E-2</c:v>
                </c:pt>
                <c:pt idx="2736">
                  <c:v>1.11412E-2</c:v>
                </c:pt>
                <c:pt idx="2737">
                  <c:v>1.0749099999999999E-2</c:v>
                </c:pt>
                <c:pt idx="2738">
                  <c:v>1.07419E-2</c:v>
                </c:pt>
                <c:pt idx="2739">
                  <c:v>1.07005E-2</c:v>
                </c:pt>
                <c:pt idx="2740">
                  <c:v>1.06094E-2</c:v>
                </c:pt>
                <c:pt idx="2741">
                  <c:v>1.0696299999999999E-2</c:v>
                </c:pt>
                <c:pt idx="2742">
                  <c:v>1.0593699999999999E-2</c:v>
                </c:pt>
                <c:pt idx="2743">
                  <c:v>1.0683E-2</c:v>
                </c:pt>
                <c:pt idx="2744">
                  <c:v>1.1242199999999999E-2</c:v>
                </c:pt>
                <c:pt idx="2745">
                  <c:v>1.1512099999999999E-2</c:v>
                </c:pt>
                <c:pt idx="2746">
                  <c:v>1.13738E-2</c:v>
                </c:pt>
                <c:pt idx="2747">
                  <c:v>1.1489600000000001E-2</c:v>
                </c:pt>
                <c:pt idx="2748">
                  <c:v>1.14617E-2</c:v>
                </c:pt>
                <c:pt idx="2749">
                  <c:v>1.1741400000000001E-2</c:v>
                </c:pt>
                <c:pt idx="2750">
                  <c:v>1.17451E-2</c:v>
                </c:pt>
                <c:pt idx="2751">
                  <c:v>1.14094E-2</c:v>
                </c:pt>
                <c:pt idx="2752">
                  <c:v>1.0981100000000001E-2</c:v>
                </c:pt>
                <c:pt idx="2753">
                  <c:v>1.09891E-2</c:v>
                </c:pt>
                <c:pt idx="2754">
                  <c:v>1.1147799999999999E-2</c:v>
                </c:pt>
                <c:pt idx="2755">
                  <c:v>1.1137000000000001E-2</c:v>
                </c:pt>
                <c:pt idx="2756">
                  <c:v>1.1198399999999999E-2</c:v>
                </c:pt>
                <c:pt idx="2757">
                  <c:v>1.1059900000000001E-2</c:v>
                </c:pt>
                <c:pt idx="2758">
                  <c:v>1.11E-2</c:v>
                </c:pt>
                <c:pt idx="2759">
                  <c:v>1.09333E-2</c:v>
                </c:pt>
                <c:pt idx="2760">
                  <c:v>1.11115E-2</c:v>
                </c:pt>
                <c:pt idx="2761">
                  <c:v>1.12672E-2</c:v>
                </c:pt>
                <c:pt idx="2762">
                  <c:v>1.24718E-2</c:v>
                </c:pt>
                <c:pt idx="2763">
                  <c:v>1.2851400000000001E-2</c:v>
                </c:pt>
                <c:pt idx="2764">
                  <c:v>1.60392E-2</c:v>
                </c:pt>
                <c:pt idx="2765">
                  <c:v>1.5202E-2</c:v>
                </c:pt>
                <c:pt idx="2766">
                  <c:v>1.6559000000000001E-2</c:v>
                </c:pt>
                <c:pt idx="2767">
                  <c:v>1.6132199999999999E-2</c:v>
                </c:pt>
                <c:pt idx="2768">
                  <c:v>1.54667E-2</c:v>
                </c:pt>
                <c:pt idx="2769">
                  <c:v>1.4012E-2</c:v>
                </c:pt>
                <c:pt idx="2770">
                  <c:v>1.4223300000000001E-2</c:v>
                </c:pt>
                <c:pt idx="2771">
                  <c:v>1.3760400000000001E-2</c:v>
                </c:pt>
                <c:pt idx="2772">
                  <c:v>1.45691E-2</c:v>
                </c:pt>
                <c:pt idx="2773">
                  <c:v>1.4549199999999998E-2</c:v>
                </c:pt>
                <c:pt idx="2774">
                  <c:v>1.5224000000000001E-2</c:v>
                </c:pt>
                <c:pt idx="2775">
                  <c:v>1.57728E-2</c:v>
                </c:pt>
                <c:pt idx="2776">
                  <c:v>1.60596E-2</c:v>
                </c:pt>
                <c:pt idx="2777">
                  <c:v>1.6177899999999999E-2</c:v>
                </c:pt>
                <c:pt idx="2778">
                  <c:v>1.6327600000000001E-2</c:v>
                </c:pt>
                <c:pt idx="2779">
                  <c:v>1.5969999999999998E-2</c:v>
                </c:pt>
                <c:pt idx="2780">
                  <c:v>1.5315700000000002E-2</c:v>
                </c:pt>
                <c:pt idx="2781">
                  <c:v>1.4048099999999999E-2</c:v>
                </c:pt>
                <c:pt idx="2782">
                  <c:v>1.4220400000000001E-2</c:v>
                </c:pt>
                <c:pt idx="2783">
                  <c:v>1.4948500000000002E-2</c:v>
                </c:pt>
                <c:pt idx="2784">
                  <c:v>1.52E-2</c:v>
                </c:pt>
                <c:pt idx="2785">
                  <c:v>1.5832499999999999E-2</c:v>
                </c:pt>
                <c:pt idx="2786">
                  <c:v>1.5209E-2</c:v>
                </c:pt>
                <c:pt idx="2787">
                  <c:v>1.54398E-2</c:v>
                </c:pt>
                <c:pt idx="2788">
                  <c:v>1.67869E-2</c:v>
                </c:pt>
                <c:pt idx="2789">
                  <c:v>1.7410599999999998E-2</c:v>
                </c:pt>
                <c:pt idx="2790">
                  <c:v>1.7083299999999999E-2</c:v>
                </c:pt>
                <c:pt idx="2791">
                  <c:v>1.70177E-2</c:v>
                </c:pt>
                <c:pt idx="2792">
                  <c:v>1.6289399999999999E-2</c:v>
                </c:pt>
                <c:pt idx="2793">
                  <c:v>1.5916699999999999E-2</c:v>
                </c:pt>
                <c:pt idx="2794">
                  <c:v>1.6654800000000001E-2</c:v>
                </c:pt>
                <c:pt idx="2795">
                  <c:v>1.7641900000000002E-2</c:v>
                </c:pt>
                <c:pt idx="2796">
                  <c:v>1.98739E-2</c:v>
                </c:pt>
                <c:pt idx="2797">
                  <c:v>2.1652299999999999E-2</c:v>
                </c:pt>
                <c:pt idx="2798">
                  <c:v>2.1321E-2</c:v>
                </c:pt>
                <c:pt idx="2799">
                  <c:v>1.96215E-2</c:v>
                </c:pt>
                <c:pt idx="2800">
                  <c:v>1.8310699999999999E-2</c:v>
                </c:pt>
                <c:pt idx="2801">
                  <c:v>1.8807000000000001E-2</c:v>
                </c:pt>
                <c:pt idx="2802">
                  <c:v>1.87552E-2</c:v>
                </c:pt>
                <c:pt idx="2803">
                  <c:v>1.9731499999999999E-2</c:v>
                </c:pt>
                <c:pt idx="2804">
                  <c:v>2.1503999999999999E-2</c:v>
                </c:pt>
                <c:pt idx="2805">
                  <c:v>2.1695800000000001E-2</c:v>
                </c:pt>
                <c:pt idx="2806">
                  <c:v>1.9782400000000002E-2</c:v>
                </c:pt>
                <c:pt idx="2807">
                  <c:v>1.86494E-2</c:v>
                </c:pt>
                <c:pt idx="2808">
                  <c:v>1.8341399999999997E-2</c:v>
                </c:pt>
                <c:pt idx="2809">
                  <c:v>1.7795699999999998E-2</c:v>
                </c:pt>
                <c:pt idx="2810">
                  <c:v>1.7088599999999999E-2</c:v>
                </c:pt>
                <c:pt idx="2811">
                  <c:v>1.4543299999999999E-2</c:v>
                </c:pt>
                <c:pt idx="2812">
                  <c:v>1.54381E-2</c:v>
                </c:pt>
                <c:pt idx="2813">
                  <c:v>1.5039799999999999E-2</c:v>
                </c:pt>
                <c:pt idx="2814">
                  <c:v>1.5485599999999999E-2</c:v>
                </c:pt>
                <c:pt idx="2815">
                  <c:v>1.5110200000000001E-2</c:v>
                </c:pt>
                <c:pt idx="2816">
                  <c:v>1.5197E-2</c:v>
                </c:pt>
                <c:pt idx="2817">
                  <c:v>1.5999900000000001E-2</c:v>
                </c:pt>
                <c:pt idx="2818">
                  <c:v>1.5896899999999999E-2</c:v>
                </c:pt>
                <c:pt idx="2819">
                  <c:v>1.5294200000000001E-2</c:v>
                </c:pt>
                <c:pt idx="2820">
                  <c:v>1.56268E-2</c:v>
                </c:pt>
                <c:pt idx="2821">
                  <c:v>1.5202E-2</c:v>
                </c:pt>
                <c:pt idx="2822">
                  <c:v>1.2966800000000001E-2</c:v>
                </c:pt>
                <c:pt idx="2823">
                  <c:v>1.3040799999999998E-2</c:v>
                </c:pt>
                <c:pt idx="2824">
                  <c:v>1.3650000000000001E-2</c:v>
                </c:pt>
                <c:pt idx="2825">
                  <c:v>1.5234399999999999E-2</c:v>
                </c:pt>
                <c:pt idx="2826">
                  <c:v>1.4793100000000002E-2</c:v>
                </c:pt>
                <c:pt idx="2827">
                  <c:v>1.4097800000000001E-2</c:v>
                </c:pt>
                <c:pt idx="2828">
                  <c:v>1.4087499999999999E-2</c:v>
                </c:pt>
                <c:pt idx="2829">
                  <c:v>1.4306899999999999E-2</c:v>
                </c:pt>
                <c:pt idx="2830">
                  <c:v>1.4215999999999999E-2</c:v>
                </c:pt>
                <c:pt idx="2831">
                  <c:v>1.6237000000000001E-2</c:v>
                </c:pt>
                <c:pt idx="2832">
                  <c:v>1.5747900000000002E-2</c:v>
                </c:pt>
                <c:pt idx="2833">
                  <c:v>1.56794E-2</c:v>
                </c:pt>
                <c:pt idx="2834">
                  <c:v>1.55602E-2</c:v>
                </c:pt>
                <c:pt idx="2835">
                  <c:v>1.65668E-2</c:v>
                </c:pt>
                <c:pt idx="2836">
                  <c:v>1.69593E-2</c:v>
                </c:pt>
                <c:pt idx="2837">
                  <c:v>1.7703699999999999E-2</c:v>
                </c:pt>
                <c:pt idx="2838">
                  <c:v>1.7527600000000001E-2</c:v>
                </c:pt>
                <c:pt idx="2839">
                  <c:v>1.8094800000000001E-2</c:v>
                </c:pt>
                <c:pt idx="2840">
                  <c:v>1.7784000000000001E-2</c:v>
                </c:pt>
                <c:pt idx="2841">
                  <c:v>1.85589E-2</c:v>
                </c:pt>
                <c:pt idx="2842">
                  <c:v>1.88165E-2</c:v>
                </c:pt>
                <c:pt idx="2843">
                  <c:v>1.8970899999999999E-2</c:v>
                </c:pt>
                <c:pt idx="2844">
                  <c:v>1.7787299999999999E-2</c:v>
                </c:pt>
                <c:pt idx="2845">
                  <c:v>1.7714899999999999E-2</c:v>
                </c:pt>
                <c:pt idx="2846">
                  <c:v>1.5851000000000001E-2</c:v>
                </c:pt>
                <c:pt idx="2847">
                  <c:v>1.58551E-2</c:v>
                </c:pt>
                <c:pt idx="2848">
                  <c:v>1.5584800000000001E-2</c:v>
                </c:pt>
                <c:pt idx="2849">
                  <c:v>1.4552000000000001E-2</c:v>
                </c:pt>
                <c:pt idx="2850">
                  <c:v>1.4332400000000002E-2</c:v>
                </c:pt>
                <c:pt idx="2851">
                  <c:v>1.4116900000000002E-2</c:v>
                </c:pt>
                <c:pt idx="2852">
                  <c:v>1.5169999999999999E-2</c:v>
                </c:pt>
                <c:pt idx="2853">
                  <c:v>1.4716999999999999E-2</c:v>
                </c:pt>
                <c:pt idx="2854">
                  <c:v>1.49079E-2</c:v>
                </c:pt>
                <c:pt idx="2855">
                  <c:v>1.48202E-2</c:v>
                </c:pt>
                <c:pt idx="2856">
                  <c:v>1.5813600000000001E-2</c:v>
                </c:pt>
                <c:pt idx="2857">
                  <c:v>1.5666900000000001E-2</c:v>
                </c:pt>
                <c:pt idx="2858">
                  <c:v>1.5708300000000001E-2</c:v>
                </c:pt>
                <c:pt idx="2859">
                  <c:v>1.58984E-2</c:v>
                </c:pt>
                <c:pt idx="2860">
                  <c:v>1.5506899999999999E-2</c:v>
                </c:pt>
                <c:pt idx="2861">
                  <c:v>1.5476699999999999E-2</c:v>
                </c:pt>
                <c:pt idx="2862">
                  <c:v>1.55225E-2</c:v>
                </c:pt>
                <c:pt idx="2863">
                  <c:v>1.5411899999999999E-2</c:v>
                </c:pt>
                <c:pt idx="2864">
                  <c:v>1.5412700000000001E-2</c:v>
                </c:pt>
                <c:pt idx="2865">
                  <c:v>1.53005E-2</c:v>
                </c:pt>
                <c:pt idx="2866">
                  <c:v>1.5452799999999999E-2</c:v>
                </c:pt>
                <c:pt idx="2867">
                  <c:v>1.54048E-2</c:v>
                </c:pt>
                <c:pt idx="2868">
                  <c:v>1.5353299999999999E-2</c:v>
                </c:pt>
                <c:pt idx="2869">
                  <c:v>1.5351800000000001E-2</c:v>
                </c:pt>
                <c:pt idx="2870">
                  <c:v>1.49462E-2</c:v>
                </c:pt>
                <c:pt idx="2871">
                  <c:v>1.4991900000000001E-2</c:v>
                </c:pt>
                <c:pt idx="2872">
                  <c:v>1.5318199999999999E-2</c:v>
                </c:pt>
                <c:pt idx="2873">
                  <c:v>1.52233E-2</c:v>
                </c:pt>
                <c:pt idx="2874">
                  <c:v>1.52333E-2</c:v>
                </c:pt>
                <c:pt idx="2875">
                  <c:v>1.4870500000000002E-2</c:v>
                </c:pt>
                <c:pt idx="2876">
                  <c:v>1.51538E-2</c:v>
                </c:pt>
                <c:pt idx="2877">
                  <c:v>1.5131499999999999E-2</c:v>
                </c:pt>
                <c:pt idx="2878">
                  <c:v>1.5271399999999999E-2</c:v>
                </c:pt>
                <c:pt idx="2879">
                  <c:v>1.55327E-2</c:v>
                </c:pt>
                <c:pt idx="2880">
                  <c:v>1.5502199999999999E-2</c:v>
                </c:pt>
                <c:pt idx="2881">
                  <c:v>1.4988300000000001E-2</c:v>
                </c:pt>
                <c:pt idx="2882">
                  <c:v>1.47536E-2</c:v>
                </c:pt>
                <c:pt idx="2883">
                  <c:v>1.4723099999999999E-2</c:v>
                </c:pt>
                <c:pt idx="2884">
                  <c:v>1.4617699999999999E-2</c:v>
                </c:pt>
                <c:pt idx="2885">
                  <c:v>1.4832499999999998E-2</c:v>
                </c:pt>
                <c:pt idx="2886">
                  <c:v>1.46667E-2</c:v>
                </c:pt>
                <c:pt idx="2887">
                  <c:v>1.4401400000000002E-2</c:v>
                </c:pt>
                <c:pt idx="2888">
                  <c:v>1.42763E-2</c:v>
                </c:pt>
                <c:pt idx="2889">
                  <c:v>1.4165199999999999E-2</c:v>
                </c:pt>
                <c:pt idx="2890">
                  <c:v>1.4144200000000001E-2</c:v>
                </c:pt>
                <c:pt idx="2891">
                  <c:v>1.37749E-2</c:v>
                </c:pt>
                <c:pt idx="2892">
                  <c:v>1.3813999999999998E-2</c:v>
                </c:pt>
                <c:pt idx="2893">
                  <c:v>1.3592099999999999E-2</c:v>
                </c:pt>
                <c:pt idx="2894">
                  <c:v>1.34953E-2</c:v>
                </c:pt>
                <c:pt idx="2895">
                  <c:v>1.3450299999999998E-2</c:v>
                </c:pt>
                <c:pt idx="2896">
                  <c:v>1.34751E-2</c:v>
                </c:pt>
                <c:pt idx="2897">
                  <c:v>1.34863E-2</c:v>
                </c:pt>
                <c:pt idx="2898">
                  <c:v>1.3732499999999998E-2</c:v>
                </c:pt>
                <c:pt idx="2899">
                  <c:v>1.36922E-2</c:v>
                </c:pt>
                <c:pt idx="2900">
                  <c:v>1.3674500000000001E-2</c:v>
                </c:pt>
                <c:pt idx="2901">
                  <c:v>1.3870599999999999E-2</c:v>
                </c:pt>
                <c:pt idx="2902">
                  <c:v>1.3649400000000001E-2</c:v>
                </c:pt>
                <c:pt idx="2903">
                  <c:v>1.3484399999999999E-2</c:v>
                </c:pt>
                <c:pt idx="2904">
                  <c:v>1.3433799999999999E-2</c:v>
                </c:pt>
                <c:pt idx="2905">
                  <c:v>1.33838E-2</c:v>
                </c:pt>
                <c:pt idx="2906">
                  <c:v>1.3376599999999999E-2</c:v>
                </c:pt>
                <c:pt idx="2907">
                  <c:v>1.3362000000000001E-2</c:v>
                </c:pt>
                <c:pt idx="2908">
                  <c:v>1.3332400000000001E-2</c:v>
                </c:pt>
                <c:pt idx="2909">
                  <c:v>1.33989E-2</c:v>
                </c:pt>
                <c:pt idx="2910">
                  <c:v>1.3429699999999999E-2</c:v>
                </c:pt>
                <c:pt idx="2911">
                  <c:v>1.3671000000000001E-2</c:v>
                </c:pt>
                <c:pt idx="2912">
                  <c:v>1.3353299999999999E-2</c:v>
                </c:pt>
                <c:pt idx="2913">
                  <c:v>1.2833500000000001E-2</c:v>
                </c:pt>
                <c:pt idx="2914">
                  <c:v>1.26325E-2</c:v>
                </c:pt>
                <c:pt idx="2915">
                  <c:v>1.32482E-2</c:v>
                </c:pt>
                <c:pt idx="2916">
                  <c:v>1.2987700000000001E-2</c:v>
                </c:pt>
                <c:pt idx="2917">
                  <c:v>1.22948E-2</c:v>
                </c:pt>
                <c:pt idx="2918">
                  <c:v>1.2160299999999999E-2</c:v>
                </c:pt>
                <c:pt idx="2919">
                  <c:v>1.18896E-2</c:v>
                </c:pt>
                <c:pt idx="2920">
                  <c:v>1.1667499999999999E-2</c:v>
                </c:pt>
                <c:pt idx="2921">
                  <c:v>1.15263E-2</c:v>
                </c:pt>
                <c:pt idx="2922">
                  <c:v>1.14158E-2</c:v>
                </c:pt>
                <c:pt idx="2923">
                  <c:v>1.1204800000000001E-2</c:v>
                </c:pt>
                <c:pt idx="2924">
                  <c:v>1.06236E-2</c:v>
                </c:pt>
                <c:pt idx="2925">
                  <c:v>1.07168E-2</c:v>
                </c:pt>
                <c:pt idx="2926">
                  <c:v>1.11039E-2</c:v>
                </c:pt>
                <c:pt idx="2927">
                  <c:v>1.14325E-2</c:v>
                </c:pt>
                <c:pt idx="2928">
                  <c:v>1.1567000000000001E-2</c:v>
                </c:pt>
                <c:pt idx="2929">
                  <c:v>1.1029000000000001E-2</c:v>
                </c:pt>
                <c:pt idx="2930">
                  <c:v>1.1536299999999999E-2</c:v>
                </c:pt>
                <c:pt idx="2931">
                  <c:v>1.1786100000000001E-2</c:v>
                </c:pt>
                <c:pt idx="2932">
                  <c:v>1.1812099999999999E-2</c:v>
                </c:pt>
                <c:pt idx="2933">
                  <c:v>1.17675E-2</c:v>
                </c:pt>
                <c:pt idx="2934">
                  <c:v>1.17415E-2</c:v>
                </c:pt>
                <c:pt idx="2935">
                  <c:v>1.1641500000000001E-2</c:v>
                </c:pt>
                <c:pt idx="2936">
                  <c:v>1.19521E-2</c:v>
                </c:pt>
                <c:pt idx="2937">
                  <c:v>1.21119E-2</c:v>
                </c:pt>
                <c:pt idx="2938">
                  <c:v>1.22028E-2</c:v>
                </c:pt>
                <c:pt idx="2939">
                  <c:v>1.2577E-2</c:v>
                </c:pt>
                <c:pt idx="2940">
                  <c:v>1.3214699999999999E-2</c:v>
                </c:pt>
                <c:pt idx="2941">
                  <c:v>1.2909800000000001E-2</c:v>
                </c:pt>
                <c:pt idx="2942">
                  <c:v>1.26488E-2</c:v>
                </c:pt>
                <c:pt idx="2943">
                  <c:v>1.2782E-2</c:v>
                </c:pt>
                <c:pt idx="2944">
                  <c:v>1.29125E-2</c:v>
                </c:pt>
                <c:pt idx="2945">
                  <c:v>1.27008E-2</c:v>
                </c:pt>
                <c:pt idx="2946">
                  <c:v>1.2779500000000001E-2</c:v>
                </c:pt>
                <c:pt idx="2947">
                  <c:v>1.27052E-2</c:v>
                </c:pt>
                <c:pt idx="2948">
                  <c:v>1.24315E-2</c:v>
                </c:pt>
                <c:pt idx="2949">
                  <c:v>1.2524500000000001E-2</c:v>
                </c:pt>
                <c:pt idx="2950">
                  <c:v>1.23795E-2</c:v>
                </c:pt>
                <c:pt idx="2951">
                  <c:v>1.21339E-2</c:v>
                </c:pt>
                <c:pt idx="2952">
                  <c:v>1.20208E-2</c:v>
                </c:pt>
                <c:pt idx="2953">
                  <c:v>1.1933299999999999E-2</c:v>
                </c:pt>
                <c:pt idx="2954">
                  <c:v>1.175E-2</c:v>
                </c:pt>
                <c:pt idx="2955">
                  <c:v>1.16673E-2</c:v>
                </c:pt>
                <c:pt idx="2956">
                  <c:v>1.1295999999999999E-2</c:v>
                </c:pt>
                <c:pt idx="2957">
                  <c:v>1.1233499999999999E-2</c:v>
                </c:pt>
                <c:pt idx="2958">
                  <c:v>1.1241800000000001E-2</c:v>
                </c:pt>
                <c:pt idx="2959">
                  <c:v>1.1367700000000001E-2</c:v>
                </c:pt>
                <c:pt idx="2960">
                  <c:v>1.1642400000000001E-2</c:v>
                </c:pt>
                <c:pt idx="2961">
                  <c:v>1.21794E-2</c:v>
                </c:pt>
                <c:pt idx="2962">
                  <c:v>1.1984699999999999E-2</c:v>
                </c:pt>
                <c:pt idx="2963">
                  <c:v>1.22244E-2</c:v>
                </c:pt>
                <c:pt idx="2964">
                  <c:v>1.3025E-2</c:v>
                </c:pt>
                <c:pt idx="2965">
                  <c:v>1.4381200000000002E-2</c:v>
                </c:pt>
                <c:pt idx="2966">
                  <c:v>1.4300800000000001E-2</c:v>
                </c:pt>
                <c:pt idx="2967">
                  <c:v>1.4643399999999999E-2</c:v>
                </c:pt>
                <c:pt idx="2968">
                  <c:v>1.4567500000000001E-2</c:v>
                </c:pt>
                <c:pt idx="2969">
                  <c:v>1.4065000000000001E-2</c:v>
                </c:pt>
                <c:pt idx="2970">
                  <c:v>1.46169E-2</c:v>
                </c:pt>
                <c:pt idx="2971">
                  <c:v>1.46412E-2</c:v>
                </c:pt>
                <c:pt idx="2972">
                  <c:v>1.4799799999999998E-2</c:v>
                </c:pt>
                <c:pt idx="2973">
                  <c:v>1.49655E-2</c:v>
                </c:pt>
                <c:pt idx="2974">
                  <c:v>1.5019100000000001E-2</c:v>
                </c:pt>
                <c:pt idx="2975">
                  <c:v>1.4995099999999999E-2</c:v>
                </c:pt>
                <c:pt idx="2976">
                  <c:v>1.54673E-2</c:v>
                </c:pt>
                <c:pt idx="2977">
                  <c:v>1.6472000000000001E-2</c:v>
                </c:pt>
                <c:pt idx="2978">
                  <c:v>1.6815E-2</c:v>
                </c:pt>
                <c:pt idx="2979">
                  <c:v>1.6703599999999999E-2</c:v>
                </c:pt>
                <c:pt idx="2980">
                  <c:v>1.6284800000000002E-2</c:v>
                </c:pt>
                <c:pt idx="2981">
                  <c:v>1.4969300000000001E-2</c:v>
                </c:pt>
                <c:pt idx="2982">
                  <c:v>1.5153100000000001E-2</c:v>
                </c:pt>
                <c:pt idx="2983">
                  <c:v>1.5060499999999999E-2</c:v>
                </c:pt>
                <c:pt idx="2984">
                  <c:v>1.51667E-2</c:v>
                </c:pt>
                <c:pt idx="2985">
                  <c:v>1.4714599999999998E-2</c:v>
                </c:pt>
                <c:pt idx="2986">
                  <c:v>1.469E-2</c:v>
                </c:pt>
                <c:pt idx="2987">
                  <c:v>1.3879300000000001E-2</c:v>
                </c:pt>
                <c:pt idx="2988">
                  <c:v>1.39554E-2</c:v>
                </c:pt>
                <c:pt idx="2989">
                  <c:v>1.40059E-2</c:v>
                </c:pt>
                <c:pt idx="2990">
                  <c:v>1.3619300000000001E-2</c:v>
                </c:pt>
                <c:pt idx="2991">
                  <c:v>1.3381499999999999E-2</c:v>
                </c:pt>
                <c:pt idx="2992">
                  <c:v>1.41488E-2</c:v>
                </c:pt>
                <c:pt idx="2993">
                  <c:v>1.41764E-2</c:v>
                </c:pt>
                <c:pt idx="2994">
                  <c:v>1.4896100000000001E-2</c:v>
                </c:pt>
                <c:pt idx="2995">
                  <c:v>1.47168E-2</c:v>
                </c:pt>
                <c:pt idx="2996">
                  <c:v>1.4671100000000001E-2</c:v>
                </c:pt>
                <c:pt idx="2997">
                  <c:v>1.4709999999999999E-2</c:v>
                </c:pt>
                <c:pt idx="2998">
                  <c:v>1.3922300000000002E-2</c:v>
                </c:pt>
                <c:pt idx="2999">
                  <c:v>1.32966E-2</c:v>
                </c:pt>
                <c:pt idx="3000">
                  <c:v>1.2575299999999999E-2</c:v>
                </c:pt>
                <c:pt idx="3001">
                  <c:v>1.26E-2</c:v>
                </c:pt>
                <c:pt idx="3002">
                  <c:v>1.2785299999999999E-2</c:v>
                </c:pt>
                <c:pt idx="3003">
                  <c:v>1.3065799999999999E-2</c:v>
                </c:pt>
                <c:pt idx="3004">
                  <c:v>1.3402699999999998E-2</c:v>
                </c:pt>
                <c:pt idx="3005">
                  <c:v>1.31193E-2</c:v>
                </c:pt>
                <c:pt idx="3006">
                  <c:v>1.27852E-2</c:v>
                </c:pt>
                <c:pt idx="3007">
                  <c:v>1.2601000000000001E-2</c:v>
                </c:pt>
                <c:pt idx="3008">
                  <c:v>1.2301300000000001E-2</c:v>
                </c:pt>
                <c:pt idx="3009">
                  <c:v>1.2099800000000001E-2</c:v>
                </c:pt>
                <c:pt idx="3010">
                  <c:v>1.2125E-2</c:v>
                </c:pt>
                <c:pt idx="3011">
                  <c:v>1.22833E-2</c:v>
                </c:pt>
                <c:pt idx="3012">
                  <c:v>1.21178E-2</c:v>
                </c:pt>
                <c:pt idx="3013">
                  <c:v>1.22209E-2</c:v>
                </c:pt>
                <c:pt idx="3014">
                  <c:v>1.28351E-2</c:v>
                </c:pt>
                <c:pt idx="3015">
                  <c:v>1.30493E-2</c:v>
                </c:pt>
                <c:pt idx="3016">
                  <c:v>1.28673E-2</c:v>
                </c:pt>
                <c:pt idx="3017">
                  <c:v>1.2209999999999999E-2</c:v>
                </c:pt>
                <c:pt idx="3018">
                  <c:v>1.15348E-2</c:v>
                </c:pt>
                <c:pt idx="3019">
                  <c:v>1.13005E-2</c:v>
                </c:pt>
                <c:pt idx="3020">
                  <c:v>1.13165E-2</c:v>
                </c:pt>
                <c:pt idx="3021">
                  <c:v>1.1267000000000001E-2</c:v>
                </c:pt>
                <c:pt idx="3022">
                  <c:v>1.14857E-2</c:v>
                </c:pt>
                <c:pt idx="3023">
                  <c:v>1.1134E-2</c:v>
                </c:pt>
                <c:pt idx="3024">
                  <c:v>1.0987500000000001E-2</c:v>
                </c:pt>
                <c:pt idx="3025">
                  <c:v>1.1132299999999999E-2</c:v>
                </c:pt>
                <c:pt idx="3026">
                  <c:v>1.1116299999999999E-2</c:v>
                </c:pt>
                <c:pt idx="3027">
                  <c:v>1.1236599999999999E-2</c:v>
                </c:pt>
                <c:pt idx="3028">
                  <c:v>1.11997E-2</c:v>
                </c:pt>
                <c:pt idx="3029">
                  <c:v>1.12514E-2</c:v>
                </c:pt>
                <c:pt idx="3030">
                  <c:v>1.11875E-2</c:v>
                </c:pt>
                <c:pt idx="3031">
                  <c:v>1.11333E-2</c:v>
                </c:pt>
                <c:pt idx="3032">
                  <c:v>1.1249800000000001E-2</c:v>
                </c:pt>
                <c:pt idx="3033">
                  <c:v>1.1249800000000001E-2</c:v>
                </c:pt>
                <c:pt idx="3034">
                  <c:v>1.12503E-2</c:v>
                </c:pt>
                <c:pt idx="3035">
                  <c:v>1.08843E-2</c:v>
                </c:pt>
                <c:pt idx="3036">
                  <c:v>1.0782999999999999E-2</c:v>
                </c:pt>
                <c:pt idx="3037">
                  <c:v>1.0932799999999999E-2</c:v>
                </c:pt>
                <c:pt idx="3038">
                  <c:v>1.10854E-2</c:v>
                </c:pt>
                <c:pt idx="3039">
                  <c:v>1.09269E-2</c:v>
                </c:pt>
                <c:pt idx="3040">
                  <c:v>1.1017300000000001E-2</c:v>
                </c:pt>
                <c:pt idx="3041">
                  <c:v>1.10949E-2</c:v>
                </c:pt>
                <c:pt idx="3042">
                  <c:v>1.1183E-2</c:v>
                </c:pt>
                <c:pt idx="3043">
                  <c:v>1.1117799999999999E-2</c:v>
                </c:pt>
                <c:pt idx="3044">
                  <c:v>1.1005200000000001E-2</c:v>
                </c:pt>
                <c:pt idx="3045">
                  <c:v>1.0817E-2</c:v>
                </c:pt>
                <c:pt idx="3046">
                  <c:v>1.05714E-2</c:v>
                </c:pt>
                <c:pt idx="3047">
                  <c:v>1.0266800000000001E-2</c:v>
                </c:pt>
                <c:pt idx="3048">
                  <c:v>1.00134E-2</c:v>
                </c:pt>
                <c:pt idx="3049">
                  <c:v>1.00158E-2</c:v>
                </c:pt>
                <c:pt idx="3050">
                  <c:v>9.7672999999999996E-3</c:v>
                </c:pt>
                <c:pt idx="3051">
                  <c:v>9.5753000000000001E-3</c:v>
                </c:pt>
                <c:pt idx="3052">
                  <c:v>9.2998000000000004E-3</c:v>
                </c:pt>
                <c:pt idx="3053">
                  <c:v>8.7519999999999994E-3</c:v>
                </c:pt>
                <c:pt idx="3054">
                  <c:v>8.6168000000000008E-3</c:v>
                </c:pt>
                <c:pt idx="3055">
                  <c:v>8.7915000000000007E-3</c:v>
                </c:pt>
                <c:pt idx="3056">
                  <c:v>8.9663E-3</c:v>
                </c:pt>
                <c:pt idx="3057">
                  <c:v>9.0988000000000006E-3</c:v>
                </c:pt>
                <c:pt idx="3058">
                  <c:v>9.2887000000000004E-3</c:v>
                </c:pt>
                <c:pt idx="3059">
                  <c:v>9.532800000000001E-3</c:v>
                </c:pt>
                <c:pt idx="3060">
                  <c:v>1.0189700000000001E-2</c:v>
                </c:pt>
                <c:pt idx="3061">
                  <c:v>1.0381699999999999E-2</c:v>
                </c:pt>
                <c:pt idx="3062">
                  <c:v>1.0200300000000001E-2</c:v>
                </c:pt>
                <c:pt idx="3063">
                  <c:v>1.0182500000000001E-2</c:v>
                </c:pt>
                <c:pt idx="3064">
                  <c:v>1.0307999999999999E-2</c:v>
                </c:pt>
                <c:pt idx="3065">
                  <c:v>1.0500300000000001E-2</c:v>
                </c:pt>
                <c:pt idx="3066">
                  <c:v>1.02875E-2</c:v>
                </c:pt>
                <c:pt idx="3067">
                  <c:v>1.01668E-2</c:v>
                </c:pt>
                <c:pt idx="3068">
                  <c:v>1.00448E-2</c:v>
                </c:pt>
                <c:pt idx="3069">
                  <c:v>9.9795999999999999E-3</c:v>
                </c:pt>
                <c:pt idx="3070">
                  <c:v>1.0365300000000001E-2</c:v>
                </c:pt>
                <c:pt idx="3071">
                  <c:v>1.0412399999999999E-2</c:v>
                </c:pt>
                <c:pt idx="3072">
                  <c:v>1.03503E-2</c:v>
                </c:pt>
                <c:pt idx="3073">
                  <c:v>1.0233299999999999E-2</c:v>
                </c:pt>
                <c:pt idx="3074">
                  <c:v>1.01E-2</c:v>
                </c:pt>
                <c:pt idx="3075">
                  <c:v>9.8897999999999989E-3</c:v>
                </c:pt>
                <c:pt idx="3076">
                  <c:v>9.9000000000000008E-3</c:v>
                </c:pt>
                <c:pt idx="3077">
                  <c:v>9.7563000000000007E-3</c:v>
                </c:pt>
                <c:pt idx="3078">
                  <c:v>1.005E-2</c:v>
                </c:pt>
                <c:pt idx="3079">
                  <c:v>9.9874999999999999E-3</c:v>
                </c:pt>
                <c:pt idx="3080">
                  <c:v>1.01222E-2</c:v>
                </c:pt>
                <c:pt idx="3081">
                  <c:v>1.00537E-2</c:v>
                </c:pt>
                <c:pt idx="3082">
                  <c:v>9.9500000000000005E-3</c:v>
                </c:pt>
                <c:pt idx="3083">
                  <c:v>9.9334999999999996E-3</c:v>
                </c:pt>
                <c:pt idx="3084">
                  <c:v>1.01534E-2</c:v>
                </c:pt>
                <c:pt idx="3085">
                  <c:v>1.03205E-2</c:v>
                </c:pt>
                <c:pt idx="3086">
                  <c:v>1.01338E-2</c:v>
                </c:pt>
                <c:pt idx="3087">
                  <c:v>1.0077299999999999E-2</c:v>
                </c:pt>
                <c:pt idx="3088">
                  <c:v>1.00418E-2</c:v>
                </c:pt>
                <c:pt idx="3089">
                  <c:v>9.9337999999999996E-3</c:v>
                </c:pt>
                <c:pt idx="3090">
                  <c:v>9.75E-3</c:v>
                </c:pt>
                <c:pt idx="3091">
                  <c:v>9.7415000000000002E-3</c:v>
                </c:pt>
                <c:pt idx="3092">
                  <c:v>9.9658000000000004E-3</c:v>
                </c:pt>
                <c:pt idx="3093">
                  <c:v>1.0066500000000001E-2</c:v>
                </c:pt>
                <c:pt idx="3094">
                  <c:v>1.00135E-2</c:v>
                </c:pt>
                <c:pt idx="3095">
                  <c:v>9.8624999999999997E-3</c:v>
                </c:pt>
                <c:pt idx="3096">
                  <c:v>1.00667E-2</c:v>
                </c:pt>
                <c:pt idx="3097">
                  <c:v>1.04E-2</c:v>
                </c:pt>
                <c:pt idx="3098">
                  <c:v>1.0467499999999999E-2</c:v>
                </c:pt>
                <c:pt idx="3099">
                  <c:v>1.01125E-2</c:v>
                </c:pt>
                <c:pt idx="3100">
                  <c:v>1.0024999999999999E-2</c:v>
                </c:pt>
                <c:pt idx="3101">
                  <c:v>1.01E-2</c:v>
                </c:pt>
                <c:pt idx="3102">
                  <c:v>1.0063599999999999E-2</c:v>
                </c:pt>
                <c:pt idx="3103">
                  <c:v>1.0080500000000001E-2</c:v>
                </c:pt>
                <c:pt idx="3104">
                  <c:v>1.02168E-2</c:v>
                </c:pt>
                <c:pt idx="3105">
                  <c:v>1.02746E-2</c:v>
                </c:pt>
                <c:pt idx="3106">
                  <c:v>1.02918E-2</c:v>
                </c:pt>
                <c:pt idx="3107">
                  <c:v>1.0034300000000001E-2</c:v>
                </c:pt>
                <c:pt idx="3108">
                  <c:v>1.01333E-2</c:v>
                </c:pt>
                <c:pt idx="3109">
                  <c:v>9.8183000000000003E-3</c:v>
                </c:pt>
                <c:pt idx="3110">
                  <c:v>9.8420000000000001E-3</c:v>
                </c:pt>
                <c:pt idx="3111">
                  <c:v>9.7333000000000003E-3</c:v>
                </c:pt>
                <c:pt idx="3112">
                  <c:v>9.6503000000000005E-3</c:v>
                </c:pt>
                <c:pt idx="3113">
                  <c:v>9.7874999999999993E-3</c:v>
                </c:pt>
                <c:pt idx="3114">
                  <c:v>9.8624999999999997E-3</c:v>
                </c:pt>
                <c:pt idx="3115">
                  <c:v>9.5919999999999998E-3</c:v>
                </c:pt>
                <c:pt idx="3116">
                  <c:v>9.4212000000000011E-3</c:v>
                </c:pt>
                <c:pt idx="3117">
                  <c:v>9.4546000000000005E-3</c:v>
                </c:pt>
                <c:pt idx="3118">
                  <c:v>9.4631000000000003E-3</c:v>
                </c:pt>
                <c:pt idx="3119">
                  <c:v>9.4041999999999997E-3</c:v>
                </c:pt>
                <c:pt idx="3120">
                  <c:v>9.0673000000000004E-3</c:v>
                </c:pt>
                <c:pt idx="3121">
                  <c:v>8.8678000000000003E-3</c:v>
                </c:pt>
                <c:pt idx="3122">
                  <c:v>9.2160000000000002E-3</c:v>
                </c:pt>
                <c:pt idx="3123">
                  <c:v>9.6328000000000004E-3</c:v>
                </c:pt>
                <c:pt idx="3124">
                  <c:v>9.7003000000000002E-3</c:v>
                </c:pt>
                <c:pt idx="3125">
                  <c:v>9.7058999999999999E-3</c:v>
                </c:pt>
                <c:pt idx="3126">
                  <c:v>9.7287999999999993E-3</c:v>
                </c:pt>
                <c:pt idx="3127">
                  <c:v>9.7153000000000014E-3</c:v>
                </c:pt>
                <c:pt idx="3128">
                  <c:v>9.8290000000000009E-3</c:v>
                </c:pt>
                <c:pt idx="3129">
                  <c:v>9.7818000000000002E-3</c:v>
                </c:pt>
                <c:pt idx="3130">
                  <c:v>9.7494000000000001E-3</c:v>
                </c:pt>
                <c:pt idx="3131">
                  <c:v>9.2221999999999998E-3</c:v>
                </c:pt>
                <c:pt idx="3132">
                  <c:v>9.166800000000001E-3</c:v>
                </c:pt>
                <c:pt idx="3133">
                  <c:v>9.1000000000000004E-3</c:v>
                </c:pt>
                <c:pt idx="3134">
                  <c:v>9.2064999999999994E-3</c:v>
                </c:pt>
                <c:pt idx="3135">
                  <c:v>9.3124999999999996E-3</c:v>
                </c:pt>
                <c:pt idx="3136">
                  <c:v>9.4504999999999988E-3</c:v>
                </c:pt>
                <c:pt idx="3137">
                  <c:v>9.5382999999999996E-3</c:v>
                </c:pt>
                <c:pt idx="3138">
                  <c:v>9.6694999999999993E-3</c:v>
                </c:pt>
                <c:pt idx="3139">
                  <c:v>9.6332999999999992E-3</c:v>
                </c:pt>
                <c:pt idx="3140">
                  <c:v>9.5875000000000005E-3</c:v>
                </c:pt>
                <c:pt idx="3141">
                  <c:v>9.5288000000000005E-3</c:v>
                </c:pt>
                <c:pt idx="3142">
                  <c:v>9.2302000000000009E-3</c:v>
                </c:pt>
                <c:pt idx="3143">
                  <c:v>9.2999999999999992E-3</c:v>
                </c:pt>
                <c:pt idx="3144">
                  <c:v>9.2879E-3</c:v>
                </c:pt>
                <c:pt idx="3145">
                  <c:v>9.2665000000000004E-3</c:v>
                </c:pt>
                <c:pt idx="3146">
                  <c:v>9.2334999999999987E-3</c:v>
                </c:pt>
                <c:pt idx="3147">
                  <c:v>9.1707999999999998E-3</c:v>
                </c:pt>
                <c:pt idx="3148">
                  <c:v>9.1602999999999997E-3</c:v>
                </c:pt>
                <c:pt idx="3149">
                  <c:v>9.2884999999999999E-3</c:v>
                </c:pt>
                <c:pt idx="3150">
                  <c:v>9.2729000000000006E-3</c:v>
                </c:pt>
                <c:pt idx="3151">
                  <c:v>9.7415999999999996E-3</c:v>
                </c:pt>
                <c:pt idx="3152">
                  <c:v>9.8250000000000004E-3</c:v>
                </c:pt>
                <c:pt idx="3153">
                  <c:v>9.8332999999999997E-3</c:v>
                </c:pt>
                <c:pt idx="3154">
                  <c:v>9.9662999999999991E-3</c:v>
                </c:pt>
                <c:pt idx="3155">
                  <c:v>9.9500000000000005E-3</c:v>
                </c:pt>
                <c:pt idx="3156">
                  <c:v>9.9670000000000002E-3</c:v>
                </c:pt>
                <c:pt idx="3157">
                  <c:v>9.9232000000000001E-3</c:v>
                </c:pt>
                <c:pt idx="3158">
                  <c:v>9.9334999999999996E-3</c:v>
                </c:pt>
                <c:pt idx="3159">
                  <c:v>9.8668000000000002E-3</c:v>
                </c:pt>
                <c:pt idx="3160">
                  <c:v>9.8832999999999994E-3</c:v>
                </c:pt>
                <c:pt idx="3161">
                  <c:v>9.9167999999999999E-3</c:v>
                </c:pt>
                <c:pt idx="3162">
                  <c:v>9.9100999999999998E-3</c:v>
                </c:pt>
                <c:pt idx="3163">
                  <c:v>9.9270999999999995E-3</c:v>
                </c:pt>
                <c:pt idx="3164">
                  <c:v>1.00003E-2</c:v>
                </c:pt>
                <c:pt idx="3165">
                  <c:v>9.9232000000000001E-3</c:v>
                </c:pt>
                <c:pt idx="3166">
                  <c:v>1.0174500000000001E-2</c:v>
                </c:pt>
                <c:pt idx="3167">
                  <c:v>1.0232699999999999E-2</c:v>
                </c:pt>
                <c:pt idx="3168">
                  <c:v>1.01073E-2</c:v>
                </c:pt>
                <c:pt idx="3169">
                  <c:v>1.0374100000000001E-2</c:v>
                </c:pt>
                <c:pt idx="3170">
                  <c:v>1.0432800000000001E-2</c:v>
                </c:pt>
                <c:pt idx="3171">
                  <c:v>1.02688E-2</c:v>
                </c:pt>
                <c:pt idx="3172">
                  <c:v>1.02343E-2</c:v>
                </c:pt>
                <c:pt idx="3173">
                  <c:v>1.02884E-2</c:v>
                </c:pt>
                <c:pt idx="3174">
                  <c:v>1.0299800000000001E-2</c:v>
                </c:pt>
                <c:pt idx="3175">
                  <c:v>9.9507999999999992E-3</c:v>
                </c:pt>
                <c:pt idx="3176">
                  <c:v>9.7837999999999987E-3</c:v>
                </c:pt>
                <c:pt idx="3177">
                  <c:v>9.6174999999999993E-3</c:v>
                </c:pt>
                <c:pt idx="3178">
                  <c:v>9.4165000000000013E-3</c:v>
                </c:pt>
                <c:pt idx="3179">
                  <c:v>9.1424999999999996E-3</c:v>
                </c:pt>
                <c:pt idx="3180">
                  <c:v>8.9117999999999992E-3</c:v>
                </c:pt>
                <c:pt idx="3181">
                  <c:v>9.0165000000000002E-3</c:v>
                </c:pt>
                <c:pt idx="3182">
                  <c:v>9.0173000000000007E-3</c:v>
                </c:pt>
                <c:pt idx="3183">
                  <c:v>8.9779999999999999E-3</c:v>
                </c:pt>
                <c:pt idx="3184">
                  <c:v>9.0875000000000001E-3</c:v>
                </c:pt>
                <c:pt idx="3185">
                  <c:v>9.0670000000000004E-3</c:v>
                </c:pt>
                <c:pt idx="3186">
                  <c:v>9.1333000000000004E-3</c:v>
                </c:pt>
                <c:pt idx="3187">
                  <c:v>9.3495000000000002E-3</c:v>
                </c:pt>
                <c:pt idx="3188">
                  <c:v>9.466500000000001E-3</c:v>
                </c:pt>
                <c:pt idx="3189">
                  <c:v>9.3875E-3</c:v>
                </c:pt>
                <c:pt idx="3190">
                  <c:v>9.5499999999999995E-3</c:v>
                </c:pt>
                <c:pt idx="3191">
                  <c:v>9.8300000000000002E-3</c:v>
                </c:pt>
                <c:pt idx="3192">
                  <c:v>9.7835999999999999E-3</c:v>
                </c:pt>
                <c:pt idx="3193">
                  <c:v>9.7165999999999988E-3</c:v>
                </c:pt>
                <c:pt idx="3194">
                  <c:v>9.8353999999999994E-3</c:v>
                </c:pt>
                <c:pt idx="3195">
                  <c:v>9.8312999999999994E-3</c:v>
                </c:pt>
                <c:pt idx="3196">
                  <c:v>9.8828000000000006E-3</c:v>
                </c:pt>
                <c:pt idx="3197">
                  <c:v>9.5677999999999996E-3</c:v>
                </c:pt>
                <c:pt idx="3198">
                  <c:v>9.4587999999999998E-3</c:v>
                </c:pt>
                <c:pt idx="3199">
                  <c:v>9.1750000000000009E-3</c:v>
                </c:pt>
                <c:pt idx="3200">
                  <c:v>9.0168000000000002E-3</c:v>
                </c:pt>
                <c:pt idx="3201">
                  <c:v>8.634000000000001E-3</c:v>
                </c:pt>
                <c:pt idx="3202">
                  <c:v>8.3674999999999999E-3</c:v>
                </c:pt>
                <c:pt idx="3203">
                  <c:v>8.3888000000000001E-3</c:v>
                </c:pt>
                <c:pt idx="3204">
                  <c:v>8.6E-3</c:v>
                </c:pt>
                <c:pt idx="3205">
                  <c:v>8.7189999999999993E-3</c:v>
                </c:pt>
                <c:pt idx="3206">
                  <c:v>8.7875000000000002E-3</c:v>
                </c:pt>
                <c:pt idx="3207">
                  <c:v>9.0863999999999997E-3</c:v>
                </c:pt>
                <c:pt idx="3208">
                  <c:v>9.1391000000000007E-3</c:v>
                </c:pt>
                <c:pt idx="3209">
                  <c:v>9.0994999999999999E-3</c:v>
                </c:pt>
                <c:pt idx="3210">
                  <c:v>8.8510000000000012E-3</c:v>
                </c:pt>
                <c:pt idx="3211">
                  <c:v>8.6674999999999999E-3</c:v>
                </c:pt>
                <c:pt idx="3212">
                  <c:v>8.5768000000000007E-3</c:v>
                </c:pt>
                <c:pt idx="3213">
                  <c:v>8.5351999999999997E-3</c:v>
                </c:pt>
                <c:pt idx="3214">
                  <c:v>8.4124999999999998E-3</c:v>
                </c:pt>
                <c:pt idx="3215">
                  <c:v>8.2382999999999987E-3</c:v>
                </c:pt>
                <c:pt idx="3216">
                  <c:v>8.2004999999999995E-3</c:v>
                </c:pt>
                <c:pt idx="3217">
                  <c:v>8.0004999999999989E-3</c:v>
                </c:pt>
                <c:pt idx="3218">
                  <c:v>7.803E-3</c:v>
                </c:pt>
                <c:pt idx="3219">
                  <c:v>7.6498000000000009E-3</c:v>
                </c:pt>
                <c:pt idx="3220">
                  <c:v>7.6334999999999997E-3</c:v>
                </c:pt>
                <c:pt idx="3221">
                  <c:v>7.4834999999999997E-3</c:v>
                </c:pt>
                <c:pt idx="3222">
                  <c:v>7.4013000000000004E-3</c:v>
                </c:pt>
                <c:pt idx="3223">
                  <c:v>7.4833E-3</c:v>
                </c:pt>
                <c:pt idx="3224">
                  <c:v>7.5834999999999991E-3</c:v>
                </c:pt>
                <c:pt idx="3225">
                  <c:v>7.7749999999999998E-3</c:v>
                </c:pt>
                <c:pt idx="3226">
                  <c:v>7.8331000000000008E-3</c:v>
                </c:pt>
                <c:pt idx="3227">
                  <c:v>8.242600000000001E-3</c:v>
                </c:pt>
                <c:pt idx="3228">
                  <c:v>8.4495000000000004E-3</c:v>
                </c:pt>
                <c:pt idx="3229">
                  <c:v>8.682500000000001E-3</c:v>
                </c:pt>
                <c:pt idx="3230">
                  <c:v>8.5497999999999998E-3</c:v>
                </c:pt>
                <c:pt idx="3231">
                  <c:v>8.6999999999999994E-3</c:v>
                </c:pt>
                <c:pt idx="3232">
                  <c:v>8.9822999999999986E-3</c:v>
                </c:pt>
                <c:pt idx="3233">
                  <c:v>9.1552000000000005E-3</c:v>
                </c:pt>
                <c:pt idx="3234">
                  <c:v>9.2744999999999998E-3</c:v>
                </c:pt>
                <c:pt idx="3235">
                  <c:v>9.4330000000000004E-3</c:v>
                </c:pt>
                <c:pt idx="3236">
                  <c:v>9.7218999999999986E-3</c:v>
                </c:pt>
                <c:pt idx="3237">
                  <c:v>9.7834999999999988E-3</c:v>
                </c:pt>
                <c:pt idx="3238">
                  <c:v>1.0281799999999999E-2</c:v>
                </c:pt>
                <c:pt idx="3239">
                  <c:v>1.02912E-2</c:v>
                </c:pt>
                <c:pt idx="3240">
                  <c:v>1.0606600000000001E-2</c:v>
                </c:pt>
                <c:pt idx="3241">
                  <c:v>1.12601E-2</c:v>
                </c:pt>
                <c:pt idx="3242">
                  <c:v>1.1849800000000001E-2</c:v>
                </c:pt>
                <c:pt idx="3243">
                  <c:v>1.18625E-2</c:v>
                </c:pt>
                <c:pt idx="3244">
                  <c:v>1.2514300000000001E-2</c:v>
                </c:pt>
                <c:pt idx="3245">
                  <c:v>1.3638900000000001E-2</c:v>
                </c:pt>
                <c:pt idx="3246">
                  <c:v>1.3517299999999999E-2</c:v>
                </c:pt>
                <c:pt idx="3247">
                  <c:v>1.17705E-2</c:v>
                </c:pt>
                <c:pt idx="3248">
                  <c:v>1.15645E-2</c:v>
                </c:pt>
                <c:pt idx="3249">
                  <c:v>1.2729300000000001E-2</c:v>
                </c:pt>
                <c:pt idx="3250">
                  <c:v>1.26158E-2</c:v>
                </c:pt>
                <c:pt idx="3251">
                  <c:v>1.3794800000000001E-2</c:v>
                </c:pt>
                <c:pt idx="3252">
                  <c:v>1.6492400000000001E-2</c:v>
                </c:pt>
                <c:pt idx="3253">
                  <c:v>1.6105600000000001E-2</c:v>
                </c:pt>
                <c:pt idx="3254">
                  <c:v>1.5734999999999999E-2</c:v>
                </c:pt>
                <c:pt idx="3255">
                  <c:v>1.4999500000000001E-2</c:v>
                </c:pt>
                <c:pt idx="3256">
                  <c:v>1.4085800000000001E-2</c:v>
                </c:pt>
                <c:pt idx="3257">
                  <c:v>1.3050000000000001E-2</c:v>
                </c:pt>
                <c:pt idx="3258">
                  <c:v>1.3116300000000001E-2</c:v>
                </c:pt>
                <c:pt idx="3259">
                  <c:v>1.3100800000000001E-2</c:v>
                </c:pt>
                <c:pt idx="3260">
                  <c:v>1.3282499999999999E-2</c:v>
                </c:pt>
                <c:pt idx="3261">
                  <c:v>1.3962899999999999E-2</c:v>
                </c:pt>
                <c:pt idx="3262">
                  <c:v>1.4233299999999999E-2</c:v>
                </c:pt>
                <c:pt idx="3263">
                  <c:v>1.4681800000000002E-2</c:v>
                </c:pt>
                <c:pt idx="3264">
                  <c:v>1.46392E-2</c:v>
                </c:pt>
                <c:pt idx="3265">
                  <c:v>1.3834800000000001E-2</c:v>
                </c:pt>
                <c:pt idx="3266">
                  <c:v>1.3617300000000001E-2</c:v>
                </c:pt>
                <c:pt idx="3267">
                  <c:v>1.2936600000000001E-2</c:v>
                </c:pt>
                <c:pt idx="3268">
                  <c:v>1.25944E-2</c:v>
                </c:pt>
                <c:pt idx="3269">
                  <c:v>1.1834300000000001E-2</c:v>
                </c:pt>
                <c:pt idx="3270">
                  <c:v>1.175E-2</c:v>
                </c:pt>
                <c:pt idx="3271">
                  <c:v>1.14833E-2</c:v>
                </c:pt>
                <c:pt idx="3272">
                  <c:v>1.11833E-2</c:v>
                </c:pt>
                <c:pt idx="3273">
                  <c:v>1.12169E-2</c:v>
                </c:pt>
                <c:pt idx="3274">
                  <c:v>1.10838E-2</c:v>
                </c:pt>
                <c:pt idx="3275">
                  <c:v>1.12E-2</c:v>
                </c:pt>
                <c:pt idx="3276">
                  <c:v>1.19148E-2</c:v>
                </c:pt>
                <c:pt idx="3277">
                  <c:v>1.1966500000000001E-2</c:v>
                </c:pt>
                <c:pt idx="3278">
                  <c:v>1.2362900000000001E-2</c:v>
                </c:pt>
                <c:pt idx="3279">
                  <c:v>1.2925000000000001E-2</c:v>
                </c:pt>
                <c:pt idx="3280">
                  <c:v>1.2849899999999999E-2</c:v>
                </c:pt>
                <c:pt idx="3281">
                  <c:v>1.2832699999999999E-2</c:v>
                </c:pt>
                <c:pt idx="3282">
                  <c:v>1.2590199999999999E-2</c:v>
                </c:pt>
                <c:pt idx="3283">
                  <c:v>1.22457E-2</c:v>
                </c:pt>
                <c:pt idx="3284">
                  <c:v>1.2249299999999999E-2</c:v>
                </c:pt>
                <c:pt idx="3285">
                  <c:v>1.23675E-2</c:v>
                </c:pt>
                <c:pt idx="3286">
                  <c:v>1.25332E-2</c:v>
                </c:pt>
                <c:pt idx="3287">
                  <c:v>1.26333E-2</c:v>
                </c:pt>
                <c:pt idx="3288">
                  <c:v>1.2206399999999999E-2</c:v>
                </c:pt>
                <c:pt idx="3289">
                  <c:v>1.1784300000000001E-2</c:v>
                </c:pt>
                <c:pt idx="3290">
                  <c:v>1.1400799999999999E-2</c:v>
                </c:pt>
                <c:pt idx="3291">
                  <c:v>1.1683799999999999E-2</c:v>
                </c:pt>
                <c:pt idx="3292">
                  <c:v>1.2315000000000001E-2</c:v>
                </c:pt>
                <c:pt idx="3293">
                  <c:v>1.2865000000000001E-2</c:v>
                </c:pt>
                <c:pt idx="3294">
                  <c:v>1.3166800000000001E-2</c:v>
                </c:pt>
                <c:pt idx="3295">
                  <c:v>1.2999799999999999E-2</c:v>
                </c:pt>
                <c:pt idx="3296">
                  <c:v>1.3531E-2</c:v>
                </c:pt>
                <c:pt idx="3297">
                  <c:v>1.3483000000000002E-2</c:v>
                </c:pt>
                <c:pt idx="3298">
                  <c:v>1.25015E-2</c:v>
                </c:pt>
                <c:pt idx="3299">
                  <c:v>1.24996E-2</c:v>
                </c:pt>
                <c:pt idx="3300">
                  <c:v>1.28828E-2</c:v>
                </c:pt>
                <c:pt idx="3301">
                  <c:v>1.2812499999999999E-2</c:v>
                </c:pt>
                <c:pt idx="3302">
                  <c:v>1.2899000000000001E-2</c:v>
                </c:pt>
                <c:pt idx="3303">
                  <c:v>1.3240999999999999E-2</c:v>
                </c:pt>
                <c:pt idx="3304">
                  <c:v>1.3207400000000001E-2</c:v>
                </c:pt>
                <c:pt idx="3305">
                  <c:v>1.3237499999999999E-2</c:v>
                </c:pt>
                <c:pt idx="3306">
                  <c:v>1.3399700000000002E-2</c:v>
                </c:pt>
                <c:pt idx="3307">
                  <c:v>1.3134800000000002E-2</c:v>
                </c:pt>
                <c:pt idx="3308">
                  <c:v>1.26345E-2</c:v>
                </c:pt>
                <c:pt idx="3309">
                  <c:v>1.22328E-2</c:v>
                </c:pt>
                <c:pt idx="3310">
                  <c:v>1.19005E-2</c:v>
                </c:pt>
                <c:pt idx="3311">
                  <c:v>1.1551000000000001E-2</c:v>
                </c:pt>
                <c:pt idx="3312">
                  <c:v>1.14664E-2</c:v>
                </c:pt>
                <c:pt idx="3313">
                  <c:v>1.1351399999999999E-2</c:v>
                </c:pt>
                <c:pt idx="3314">
                  <c:v>1.1037399999999999E-2</c:v>
                </c:pt>
                <c:pt idx="3315">
                  <c:v>1.0700400000000001E-2</c:v>
                </c:pt>
                <c:pt idx="3316">
                  <c:v>9.8011999999999995E-3</c:v>
                </c:pt>
                <c:pt idx="3317">
                  <c:v>9.7625000000000003E-3</c:v>
                </c:pt>
                <c:pt idx="3318">
                  <c:v>1.0403900000000001E-2</c:v>
                </c:pt>
                <c:pt idx="3319">
                  <c:v>1.0435699999999999E-2</c:v>
                </c:pt>
                <c:pt idx="3320">
                  <c:v>1.0917E-2</c:v>
                </c:pt>
                <c:pt idx="3321">
                  <c:v>1.10835E-2</c:v>
                </c:pt>
                <c:pt idx="3322">
                  <c:v>1.145E-2</c:v>
                </c:pt>
                <c:pt idx="3323">
                  <c:v>1.2130999999999999E-2</c:v>
                </c:pt>
                <c:pt idx="3324">
                  <c:v>1.22375E-2</c:v>
                </c:pt>
                <c:pt idx="3325">
                  <c:v>1.2016800000000001E-2</c:v>
                </c:pt>
                <c:pt idx="3326">
                  <c:v>1.20328E-2</c:v>
                </c:pt>
                <c:pt idx="3327">
                  <c:v>1.2033499999999999E-2</c:v>
                </c:pt>
                <c:pt idx="3328">
                  <c:v>1.1834799999999999E-2</c:v>
                </c:pt>
                <c:pt idx="3329">
                  <c:v>1.1533499999999999E-2</c:v>
                </c:pt>
                <c:pt idx="3330">
                  <c:v>1.14754E-2</c:v>
                </c:pt>
                <c:pt idx="3331">
                  <c:v>1.1582500000000001E-2</c:v>
                </c:pt>
                <c:pt idx="3332">
                  <c:v>1.0984300000000001E-2</c:v>
                </c:pt>
                <c:pt idx="3333">
                  <c:v>1.0722000000000001E-2</c:v>
                </c:pt>
                <c:pt idx="3334">
                  <c:v>1.05974E-2</c:v>
                </c:pt>
                <c:pt idx="3335">
                  <c:v>1.0500000000000001E-2</c:v>
                </c:pt>
                <c:pt idx="3336">
                  <c:v>1.0449E-2</c:v>
                </c:pt>
                <c:pt idx="3337">
                  <c:v>1.0366500000000001E-2</c:v>
                </c:pt>
                <c:pt idx="3338">
                  <c:v>1.02845E-2</c:v>
                </c:pt>
                <c:pt idx="3339">
                  <c:v>1.05343E-2</c:v>
                </c:pt>
                <c:pt idx="3340">
                  <c:v>1.0318300000000001E-2</c:v>
                </c:pt>
                <c:pt idx="3341">
                  <c:v>1.0433E-2</c:v>
                </c:pt>
                <c:pt idx="3342">
                  <c:v>1.05988E-2</c:v>
                </c:pt>
                <c:pt idx="3343">
                  <c:v>1.0449099999999999E-2</c:v>
                </c:pt>
                <c:pt idx="3344">
                  <c:v>1.02991E-2</c:v>
                </c:pt>
                <c:pt idx="3345">
                  <c:v>1.0266500000000001E-2</c:v>
                </c:pt>
                <c:pt idx="3346">
                  <c:v>1.0267E-2</c:v>
                </c:pt>
                <c:pt idx="3347">
                  <c:v>1.0316500000000001E-2</c:v>
                </c:pt>
                <c:pt idx="3348">
                  <c:v>1.07665E-2</c:v>
                </c:pt>
                <c:pt idx="3349">
                  <c:v>1.05238E-2</c:v>
                </c:pt>
                <c:pt idx="3350">
                  <c:v>1.08495E-2</c:v>
                </c:pt>
                <c:pt idx="3351">
                  <c:v>1.0868000000000001E-2</c:v>
                </c:pt>
                <c:pt idx="3352">
                  <c:v>1.07165E-2</c:v>
                </c:pt>
                <c:pt idx="3353">
                  <c:v>1.08726E-2</c:v>
                </c:pt>
                <c:pt idx="3354">
                  <c:v>1.09131E-2</c:v>
                </c:pt>
                <c:pt idx="3355">
                  <c:v>1.10989E-2</c:v>
                </c:pt>
                <c:pt idx="3356">
                  <c:v>1.09675E-2</c:v>
                </c:pt>
                <c:pt idx="3357">
                  <c:v>1.0699800000000001E-2</c:v>
                </c:pt>
                <c:pt idx="3358">
                  <c:v>1.0167499999999999E-2</c:v>
                </c:pt>
                <c:pt idx="3359">
                  <c:v>9.5490000000000002E-3</c:v>
                </c:pt>
                <c:pt idx="3360">
                  <c:v>1.0024999999999999E-2</c:v>
                </c:pt>
                <c:pt idx="3361">
                  <c:v>1.0484E-2</c:v>
                </c:pt>
                <c:pt idx="3362">
                  <c:v>1.0482E-2</c:v>
                </c:pt>
                <c:pt idx="3363">
                  <c:v>1.00833E-2</c:v>
                </c:pt>
                <c:pt idx="3364">
                  <c:v>1.0166400000000001E-2</c:v>
                </c:pt>
                <c:pt idx="3365">
                  <c:v>1.02165E-2</c:v>
                </c:pt>
                <c:pt idx="3366">
                  <c:v>1.02559E-2</c:v>
                </c:pt>
                <c:pt idx="3367">
                  <c:v>1.03E-2</c:v>
                </c:pt>
                <c:pt idx="3368">
                  <c:v>1.03E-2</c:v>
                </c:pt>
                <c:pt idx="3369">
                  <c:v>1.04E-2</c:v>
                </c:pt>
                <c:pt idx="3370">
                  <c:v>1.04838E-2</c:v>
                </c:pt>
                <c:pt idx="3371">
                  <c:v>1.05875E-2</c:v>
                </c:pt>
                <c:pt idx="3372">
                  <c:v>1.0182800000000001E-2</c:v>
                </c:pt>
                <c:pt idx="3373">
                  <c:v>9.3749999999999997E-3</c:v>
                </c:pt>
                <c:pt idx="3374">
                  <c:v>8.9166999999999996E-3</c:v>
                </c:pt>
                <c:pt idx="3375">
                  <c:v>9.166800000000001E-3</c:v>
                </c:pt>
                <c:pt idx="3376">
                  <c:v>9.2665000000000004E-3</c:v>
                </c:pt>
                <c:pt idx="3377">
                  <c:v>8.7820999999999993E-3</c:v>
                </c:pt>
                <c:pt idx="3378">
                  <c:v>8.933E-3</c:v>
                </c:pt>
                <c:pt idx="3379">
                  <c:v>8.8675000000000004E-3</c:v>
                </c:pt>
                <c:pt idx="3380">
                  <c:v>8.9995000000000006E-3</c:v>
                </c:pt>
                <c:pt idx="3381">
                  <c:v>8.6832999999999997E-3</c:v>
                </c:pt>
                <c:pt idx="3382">
                  <c:v>8.7492000000000004E-3</c:v>
                </c:pt>
                <c:pt idx="3383">
                  <c:v>8.9825000000000009E-3</c:v>
                </c:pt>
                <c:pt idx="3384">
                  <c:v>9.1000000000000004E-3</c:v>
                </c:pt>
                <c:pt idx="3385">
                  <c:v>9.1055000000000007E-3</c:v>
                </c:pt>
                <c:pt idx="3386">
                  <c:v>9.1006000000000004E-3</c:v>
                </c:pt>
                <c:pt idx="3387">
                  <c:v>9.1000000000000004E-3</c:v>
                </c:pt>
                <c:pt idx="3388">
                  <c:v>9.1669999999999998E-3</c:v>
                </c:pt>
                <c:pt idx="3389">
                  <c:v>9.1833000000000001E-3</c:v>
                </c:pt>
                <c:pt idx="3390">
                  <c:v>9.1510000000000011E-3</c:v>
                </c:pt>
                <c:pt idx="3391">
                  <c:v>9.1503000000000001E-3</c:v>
                </c:pt>
                <c:pt idx="3392">
                  <c:v>9.5168000000000006E-3</c:v>
                </c:pt>
                <c:pt idx="3393">
                  <c:v>9.2832999999999995E-3</c:v>
                </c:pt>
                <c:pt idx="3394">
                  <c:v>9.4999999999999998E-3</c:v>
                </c:pt>
                <c:pt idx="3395">
                  <c:v>9.5665000000000004E-3</c:v>
                </c:pt>
                <c:pt idx="3396">
                  <c:v>9.8665000000000003E-3</c:v>
                </c:pt>
                <c:pt idx="3397">
                  <c:v>9.8665000000000003E-3</c:v>
                </c:pt>
                <c:pt idx="3398">
                  <c:v>9.7665000000000009E-3</c:v>
                </c:pt>
                <c:pt idx="3399">
                  <c:v>9.784000000000001E-3</c:v>
                </c:pt>
                <c:pt idx="3400">
                  <c:v>9.7000000000000003E-3</c:v>
                </c:pt>
                <c:pt idx="3401">
                  <c:v>9.6334999999999997E-3</c:v>
                </c:pt>
                <c:pt idx="3402">
                  <c:v>9.6834999999999994E-3</c:v>
                </c:pt>
                <c:pt idx="3403">
                  <c:v>9.7409999999999997E-3</c:v>
                </c:pt>
                <c:pt idx="3404">
                  <c:v>9.6218999999999992E-3</c:v>
                </c:pt>
                <c:pt idx="3405">
                  <c:v>9.6994999999999998E-3</c:v>
                </c:pt>
                <c:pt idx="3406">
                  <c:v>1.0133E-2</c:v>
                </c:pt>
                <c:pt idx="3407">
                  <c:v>1.0666500000000001E-2</c:v>
                </c:pt>
                <c:pt idx="3408">
                  <c:v>1.1266E-2</c:v>
                </c:pt>
                <c:pt idx="3409">
                  <c:v>1.1001E-2</c:v>
                </c:pt>
                <c:pt idx="3410">
                  <c:v>1.0101499999999999E-2</c:v>
                </c:pt>
                <c:pt idx="3411">
                  <c:v>1.0916500000000001E-2</c:v>
                </c:pt>
                <c:pt idx="3412">
                  <c:v>1.0817199999999999E-2</c:v>
                </c:pt>
                <c:pt idx="3413">
                  <c:v>1.07677E-2</c:v>
                </c:pt>
                <c:pt idx="3414">
                  <c:v>1.10005E-2</c:v>
                </c:pt>
                <c:pt idx="3415">
                  <c:v>1.03625E-2</c:v>
                </c:pt>
                <c:pt idx="3416">
                  <c:v>1.02995E-2</c:v>
                </c:pt>
                <c:pt idx="3417">
                  <c:v>9.6488000000000008E-3</c:v>
                </c:pt>
                <c:pt idx="3418">
                  <c:v>9.5656999999999999E-3</c:v>
                </c:pt>
                <c:pt idx="3419">
                  <c:v>9.8493000000000001E-3</c:v>
                </c:pt>
                <c:pt idx="3420">
                  <c:v>9.5828000000000007E-3</c:v>
                </c:pt>
                <c:pt idx="3421">
                  <c:v>9.5838E-3</c:v>
                </c:pt>
                <c:pt idx="3422">
                  <c:v>9.3994999999999999E-3</c:v>
                </c:pt>
                <c:pt idx="3423">
                  <c:v>9.2329999999999999E-3</c:v>
                </c:pt>
                <c:pt idx="3424">
                  <c:v>9.2343000000000008E-3</c:v>
                </c:pt>
                <c:pt idx="3425">
                  <c:v>9.1000000000000004E-3</c:v>
                </c:pt>
                <c:pt idx="3426">
                  <c:v>9.2493000000000002E-3</c:v>
                </c:pt>
                <c:pt idx="3427">
                  <c:v>8.8174999999999989E-3</c:v>
                </c:pt>
                <c:pt idx="3428">
                  <c:v>8.8995000000000012E-3</c:v>
                </c:pt>
                <c:pt idx="3429">
                  <c:v>8.3172999999999997E-3</c:v>
                </c:pt>
                <c:pt idx="3430">
                  <c:v>8.567E-3</c:v>
                </c:pt>
                <c:pt idx="3431">
                  <c:v>8.9665000000000005E-3</c:v>
                </c:pt>
                <c:pt idx="3432">
                  <c:v>8.934000000000001E-3</c:v>
                </c:pt>
                <c:pt idx="3433">
                  <c:v>9.0325000000000006E-3</c:v>
                </c:pt>
                <c:pt idx="3434">
                  <c:v>9.1655E-3</c:v>
                </c:pt>
                <c:pt idx="3435">
                  <c:v>8.6674999999999999E-3</c:v>
                </c:pt>
                <c:pt idx="3436">
                  <c:v>8.6665000000000006E-3</c:v>
                </c:pt>
                <c:pt idx="3437">
                  <c:v>8.4340000000000005E-3</c:v>
                </c:pt>
                <c:pt idx="3438">
                  <c:v>8.5330000000000007E-3</c:v>
                </c:pt>
                <c:pt idx="3439">
                  <c:v>8.5345000000000004E-3</c:v>
                </c:pt>
                <c:pt idx="3440">
                  <c:v>8.8665000000000011E-3</c:v>
                </c:pt>
                <c:pt idx="3441">
                  <c:v>8.9010000000000009E-3</c:v>
                </c:pt>
                <c:pt idx="3442">
                  <c:v>8.9178E-3</c:v>
                </c:pt>
                <c:pt idx="3443">
                  <c:v>8.9010000000000009E-3</c:v>
                </c:pt>
                <c:pt idx="3444">
                  <c:v>8.8009999999999998E-3</c:v>
                </c:pt>
                <c:pt idx="3445">
                  <c:v>8.4018000000000009E-3</c:v>
                </c:pt>
                <c:pt idx="3446">
                  <c:v>8.6660999999999995E-3</c:v>
                </c:pt>
                <c:pt idx="3447">
                  <c:v>8.9499999999999996E-3</c:v>
                </c:pt>
                <c:pt idx="3448">
                  <c:v>9.0168000000000002E-3</c:v>
                </c:pt>
                <c:pt idx="3449">
                  <c:v>8.8503000000000002E-3</c:v>
                </c:pt>
                <c:pt idx="3450">
                  <c:v>8.6178000000000001E-3</c:v>
                </c:pt>
                <c:pt idx="3451">
                  <c:v>8.5665000000000012E-3</c:v>
                </c:pt>
                <c:pt idx="3452">
                  <c:v>8.4665000000000001E-3</c:v>
                </c:pt>
                <c:pt idx="3453">
                  <c:v>8.6324999999999995E-3</c:v>
                </c:pt>
                <c:pt idx="3454">
                  <c:v>8.7498000000000003E-3</c:v>
                </c:pt>
                <c:pt idx="3455">
                  <c:v>8.5015000000000004E-3</c:v>
                </c:pt>
                <c:pt idx="3456">
                  <c:v>8.4674999999999993E-3</c:v>
                </c:pt>
                <c:pt idx="3457">
                  <c:v>8.6995000000000006E-3</c:v>
                </c:pt>
                <c:pt idx="3458">
                  <c:v>8.4670000000000006E-3</c:v>
                </c:pt>
                <c:pt idx="3459">
                  <c:v>8.0999999999999996E-3</c:v>
                </c:pt>
                <c:pt idx="3460">
                  <c:v>8.2004999999999995E-3</c:v>
                </c:pt>
                <c:pt idx="3461">
                  <c:v>8.2012999999999999E-3</c:v>
                </c:pt>
                <c:pt idx="3462">
                  <c:v>8.1677999999999994E-3</c:v>
                </c:pt>
                <c:pt idx="3463">
                  <c:v>8.4633999999999994E-3</c:v>
                </c:pt>
                <c:pt idx="3464">
                  <c:v>8.5672999999999999E-3</c:v>
                </c:pt>
                <c:pt idx="3465">
                  <c:v>8.7002999999999994E-3</c:v>
                </c:pt>
                <c:pt idx="3466">
                  <c:v>8.6677999999999998E-3</c:v>
                </c:pt>
                <c:pt idx="3467">
                  <c:v>8.7007999999999999E-3</c:v>
                </c:pt>
                <c:pt idx="3468">
                  <c:v>8.6692000000000002E-3</c:v>
                </c:pt>
                <c:pt idx="3469">
                  <c:v>8.6003E-3</c:v>
                </c:pt>
                <c:pt idx="3470">
                  <c:v>8.7332999999999994E-3</c:v>
                </c:pt>
                <c:pt idx="3471">
                  <c:v>8.7673000000000004E-3</c:v>
                </c:pt>
                <c:pt idx="3472">
                  <c:v>8.9332999999999999E-3</c:v>
                </c:pt>
                <c:pt idx="3473">
                  <c:v>9.054099999999999E-3</c:v>
                </c:pt>
                <c:pt idx="3474">
                  <c:v>9.0013000000000003E-3</c:v>
                </c:pt>
                <c:pt idx="3475">
                  <c:v>8.8018000000000002E-3</c:v>
                </c:pt>
                <c:pt idx="3476">
                  <c:v>8.4013000000000004E-3</c:v>
                </c:pt>
                <c:pt idx="3477">
                  <c:v>8.3998000000000007E-3</c:v>
                </c:pt>
                <c:pt idx="3478">
                  <c:v>8.3672999999999994E-3</c:v>
                </c:pt>
                <c:pt idx="3479">
                  <c:v>8.3668000000000006E-3</c:v>
                </c:pt>
                <c:pt idx="3480">
                  <c:v>8.3337999999999988E-3</c:v>
                </c:pt>
                <c:pt idx="3481">
                  <c:v>8.1343000000000006E-3</c:v>
                </c:pt>
                <c:pt idx="3482">
                  <c:v>8.1002999999999995E-3</c:v>
                </c:pt>
                <c:pt idx="3483">
                  <c:v>8.0007999999999989E-3</c:v>
                </c:pt>
                <c:pt idx="3484">
                  <c:v>8.0668000000000007E-3</c:v>
                </c:pt>
                <c:pt idx="3485">
                  <c:v>7.8677999999999994E-3</c:v>
                </c:pt>
                <c:pt idx="3486">
                  <c:v>7.9997999999999996E-3</c:v>
                </c:pt>
                <c:pt idx="3487">
                  <c:v>8.0169999999999998E-3</c:v>
                </c:pt>
                <c:pt idx="3488">
                  <c:v>7.9378000000000001E-3</c:v>
                </c:pt>
                <c:pt idx="3489">
                  <c:v>7.7013000000000003E-3</c:v>
                </c:pt>
                <c:pt idx="3490">
                  <c:v>7.8878000000000004E-3</c:v>
                </c:pt>
                <c:pt idx="3491">
                  <c:v>7.933299999999999E-3</c:v>
                </c:pt>
                <c:pt idx="3492">
                  <c:v>7.7502999999999999E-3</c:v>
                </c:pt>
                <c:pt idx="3493">
                  <c:v>7.6343000000000001E-3</c:v>
                </c:pt>
                <c:pt idx="3494">
                  <c:v>7.5938999999999989E-3</c:v>
                </c:pt>
                <c:pt idx="3495">
                  <c:v>7.6668000000000005E-3</c:v>
                </c:pt>
                <c:pt idx="3496">
                  <c:v>7.5007999999999993E-3</c:v>
                </c:pt>
                <c:pt idx="3497">
                  <c:v>7.3877999999999999E-3</c:v>
                </c:pt>
                <c:pt idx="3498">
                  <c:v>7.4498000000000003E-3</c:v>
                </c:pt>
                <c:pt idx="3499">
                  <c:v>7.4992999999999995E-3</c:v>
                </c:pt>
                <c:pt idx="3500">
                  <c:v>7.6252999999999998E-3</c:v>
                </c:pt>
                <c:pt idx="3501">
                  <c:v>7.7333000000000002E-3</c:v>
                </c:pt>
                <c:pt idx="3502">
                  <c:v>7.5677999999999995E-3</c:v>
                </c:pt>
                <c:pt idx="3503">
                  <c:v>6.9332999999999999E-3</c:v>
                </c:pt>
                <c:pt idx="3504">
                  <c:v>6.8337000000000007E-3</c:v>
                </c:pt>
                <c:pt idx="3505">
                  <c:v>7.0003000000000001E-3</c:v>
                </c:pt>
                <c:pt idx="3506">
                  <c:v>6.9002999999999998E-3</c:v>
                </c:pt>
                <c:pt idx="3507">
                  <c:v>6.9503000000000004E-3</c:v>
                </c:pt>
                <c:pt idx="3508">
                  <c:v>6.9403000000000008E-3</c:v>
                </c:pt>
                <c:pt idx="3509">
                  <c:v>6.866800000000001E-3</c:v>
                </c:pt>
                <c:pt idx="3510">
                  <c:v>6.6628E-3</c:v>
                </c:pt>
                <c:pt idx="3511">
                  <c:v>6.5668000000000002E-3</c:v>
                </c:pt>
                <c:pt idx="3512">
                  <c:v>6.5322999999999996E-3</c:v>
                </c:pt>
                <c:pt idx="3513">
                  <c:v>6.7003000000000002E-3</c:v>
                </c:pt>
                <c:pt idx="3514">
                  <c:v>6.7127999999999997E-3</c:v>
                </c:pt>
                <c:pt idx="3515">
                  <c:v>6.7875000000000001E-3</c:v>
                </c:pt>
                <c:pt idx="3516">
                  <c:v>6.5833000000000003E-3</c:v>
                </c:pt>
                <c:pt idx="3517">
                  <c:v>6.4503E-3</c:v>
                </c:pt>
                <c:pt idx="3518">
                  <c:v>6.5672999999999999E-3</c:v>
                </c:pt>
                <c:pt idx="3519">
                  <c:v>6.781999999999999E-3</c:v>
                </c:pt>
                <c:pt idx="3520">
                  <c:v>6.6837000000000008E-3</c:v>
                </c:pt>
                <c:pt idx="3521">
                  <c:v>7.0252999999999999E-3</c:v>
                </c:pt>
                <c:pt idx="3522">
                  <c:v>6.9778999999999996E-3</c:v>
                </c:pt>
                <c:pt idx="3523">
                  <c:v>6.9170000000000004E-3</c:v>
                </c:pt>
                <c:pt idx="3524">
                  <c:v>6.9998000000000005E-3</c:v>
                </c:pt>
                <c:pt idx="3525">
                  <c:v>6.9337999999999995E-3</c:v>
                </c:pt>
                <c:pt idx="3526">
                  <c:v>6.8003000000000004E-3</c:v>
                </c:pt>
                <c:pt idx="3527">
                  <c:v>7.0003000000000001E-3</c:v>
                </c:pt>
                <c:pt idx="3528">
                  <c:v>7.1337000000000006E-3</c:v>
                </c:pt>
                <c:pt idx="3529">
                  <c:v>7.2503000000000003E-3</c:v>
                </c:pt>
                <c:pt idx="3530">
                  <c:v>7.4253000000000001E-3</c:v>
                </c:pt>
                <c:pt idx="3531">
                  <c:v>7.458499999999999E-3</c:v>
                </c:pt>
                <c:pt idx="3532">
                  <c:v>7.7003000000000002E-3</c:v>
                </c:pt>
                <c:pt idx="3533">
                  <c:v>7.6002999999999999E-3</c:v>
                </c:pt>
                <c:pt idx="3534">
                  <c:v>7.6128000000000003E-3</c:v>
                </c:pt>
                <c:pt idx="3535">
                  <c:v>7.3347999999999998E-3</c:v>
                </c:pt>
                <c:pt idx="3536">
                  <c:v>7.2332999999999998E-3</c:v>
                </c:pt>
                <c:pt idx="3537">
                  <c:v>7.2503000000000003E-3</c:v>
                </c:pt>
                <c:pt idx="3538">
                  <c:v>7.4628000000000003E-3</c:v>
                </c:pt>
                <c:pt idx="3539">
                  <c:v>7.8658000000000009E-3</c:v>
                </c:pt>
                <c:pt idx="3540">
                  <c:v>8.0753000000000005E-3</c:v>
                </c:pt>
                <c:pt idx="3541">
                  <c:v>8.266299999999999E-3</c:v>
                </c:pt>
                <c:pt idx="3542">
                  <c:v>8.5658000000000002E-3</c:v>
                </c:pt>
                <c:pt idx="3543">
                  <c:v>8.6668000000000005E-3</c:v>
                </c:pt>
                <c:pt idx="3544">
                  <c:v>8.3502999999999997E-3</c:v>
                </c:pt>
                <c:pt idx="3545">
                  <c:v>8.6128000000000003E-3</c:v>
                </c:pt>
                <c:pt idx="3546">
                  <c:v>8.4677999999999993E-3</c:v>
                </c:pt>
                <c:pt idx="3547">
                  <c:v>8.5003000000000006E-3</c:v>
                </c:pt>
                <c:pt idx="3548">
                  <c:v>8.6668000000000005E-3</c:v>
                </c:pt>
                <c:pt idx="3549">
                  <c:v>8.1343000000000006E-3</c:v>
                </c:pt>
                <c:pt idx="3550">
                  <c:v>7.8668000000000002E-3</c:v>
                </c:pt>
                <c:pt idx="3551">
                  <c:v>7.4673000000000005E-3</c:v>
                </c:pt>
                <c:pt idx="3552">
                  <c:v>7.1998000000000001E-3</c:v>
                </c:pt>
                <c:pt idx="3553">
                  <c:v>7.1662999999999996E-3</c:v>
                </c:pt>
                <c:pt idx="3554">
                  <c:v>6.8677999999999994E-3</c:v>
                </c:pt>
                <c:pt idx="3555">
                  <c:v>6.7843000000000001E-3</c:v>
                </c:pt>
                <c:pt idx="3556">
                  <c:v>6.9328000000000002E-3</c:v>
                </c:pt>
                <c:pt idx="3557">
                  <c:v>6.8007999999999992E-3</c:v>
                </c:pt>
                <c:pt idx="3558">
                  <c:v>6.8672999999999998E-3</c:v>
                </c:pt>
                <c:pt idx="3559">
                  <c:v>6.8343000000000006E-3</c:v>
                </c:pt>
                <c:pt idx="3560">
                  <c:v>6.7668000000000008E-3</c:v>
                </c:pt>
                <c:pt idx="3561">
                  <c:v>6.6673000000000001E-3</c:v>
                </c:pt>
                <c:pt idx="3562">
                  <c:v>6.8377999999999998E-3</c:v>
                </c:pt>
                <c:pt idx="3563">
                  <c:v>6.8503000000000001E-3</c:v>
                </c:pt>
                <c:pt idx="3564">
                  <c:v>6.907599999999999E-3</c:v>
                </c:pt>
                <c:pt idx="3565">
                  <c:v>6.9503000000000004E-3</c:v>
                </c:pt>
                <c:pt idx="3566">
                  <c:v>6.9128000000000002E-3</c:v>
                </c:pt>
                <c:pt idx="3567">
                  <c:v>7.0878E-3</c:v>
                </c:pt>
                <c:pt idx="3568">
                  <c:v>6.8683000000000008E-3</c:v>
                </c:pt>
                <c:pt idx="3569">
                  <c:v>7.1628000000000004E-3</c:v>
                </c:pt>
                <c:pt idx="3570">
                  <c:v>7.7043000000000007E-3</c:v>
                </c:pt>
                <c:pt idx="3571">
                  <c:v>7.5503000000000002E-3</c:v>
                </c:pt>
                <c:pt idx="3572">
                  <c:v>7.5662999999999998E-3</c:v>
                </c:pt>
                <c:pt idx="3573">
                  <c:v>7.8502999999999993E-3</c:v>
                </c:pt>
                <c:pt idx="3574">
                  <c:v>7.9003000000000007E-3</c:v>
                </c:pt>
                <c:pt idx="3575">
                  <c:v>7.6347999999999997E-3</c:v>
                </c:pt>
                <c:pt idx="3576">
                  <c:v>7.6128000000000003E-3</c:v>
                </c:pt>
                <c:pt idx="3577">
                  <c:v>7.6668000000000005E-3</c:v>
                </c:pt>
                <c:pt idx="3578">
                  <c:v>7.5877999999999996E-3</c:v>
                </c:pt>
                <c:pt idx="3579">
                  <c:v>8.3150000000000012E-3</c:v>
                </c:pt>
                <c:pt idx="3580">
                  <c:v>8.3168000000000009E-3</c:v>
                </c:pt>
                <c:pt idx="3581">
                  <c:v>8.2343E-3</c:v>
                </c:pt>
                <c:pt idx="3582">
                  <c:v>8.4752999999999998E-3</c:v>
                </c:pt>
                <c:pt idx="3583">
                  <c:v>8.7627999999999994E-3</c:v>
                </c:pt>
                <c:pt idx="3584">
                  <c:v>9.3729E-3</c:v>
                </c:pt>
                <c:pt idx="3585">
                  <c:v>8.6838000000000002E-3</c:v>
                </c:pt>
                <c:pt idx="3586">
                  <c:v>8.7752999999999998E-3</c:v>
                </c:pt>
                <c:pt idx="3587">
                  <c:v>8.6753000000000004E-3</c:v>
                </c:pt>
                <c:pt idx="3588">
                  <c:v>8.8992999999999989E-3</c:v>
                </c:pt>
                <c:pt idx="3589">
                  <c:v>8.5877999999999996E-3</c:v>
                </c:pt>
                <c:pt idx="3590">
                  <c:v>8.6253000000000007E-3</c:v>
                </c:pt>
                <c:pt idx="3591">
                  <c:v>8.4828000000000004E-3</c:v>
                </c:pt>
                <c:pt idx="3592">
                  <c:v>8.5003000000000006E-3</c:v>
                </c:pt>
                <c:pt idx="3593">
                  <c:v>8.5752999999999992E-3</c:v>
                </c:pt>
                <c:pt idx="3594">
                  <c:v>8.7156999999999998E-3</c:v>
                </c:pt>
                <c:pt idx="3595">
                  <c:v>8.8662999999999988E-3</c:v>
                </c:pt>
                <c:pt idx="3596">
                  <c:v>9.3491000000000008E-3</c:v>
                </c:pt>
                <c:pt idx="3597">
                  <c:v>9.3501000000000001E-3</c:v>
                </c:pt>
                <c:pt idx="3598">
                  <c:v>8.7180999999999995E-3</c:v>
                </c:pt>
                <c:pt idx="3599">
                  <c:v>8.3501000000000009E-3</c:v>
                </c:pt>
                <c:pt idx="3600">
                  <c:v>8.0753999999999999E-3</c:v>
                </c:pt>
                <c:pt idx="3601">
                  <c:v>8.1835999999999992E-3</c:v>
                </c:pt>
                <c:pt idx="3602">
                  <c:v>8.4501000000000003E-3</c:v>
                </c:pt>
                <c:pt idx="3603">
                  <c:v>8.3006E-3</c:v>
                </c:pt>
                <c:pt idx="3604">
                  <c:v>8.2673E-3</c:v>
                </c:pt>
                <c:pt idx="3605">
                  <c:v>8.1343000000000006E-3</c:v>
                </c:pt>
                <c:pt idx="3606">
                  <c:v>8.1502999999999992E-3</c:v>
                </c:pt>
                <c:pt idx="3607">
                  <c:v>8.0828000000000011E-3</c:v>
                </c:pt>
                <c:pt idx="3608">
                  <c:v>7.9003000000000007E-3</c:v>
                </c:pt>
                <c:pt idx="3609">
                  <c:v>7.9628000000000008E-3</c:v>
                </c:pt>
                <c:pt idx="3610">
                  <c:v>8.1328000000000008E-3</c:v>
                </c:pt>
                <c:pt idx="3611">
                  <c:v>8.0249999999999991E-3</c:v>
                </c:pt>
                <c:pt idx="3612">
                  <c:v>8.3003E-3</c:v>
                </c:pt>
                <c:pt idx="3613">
                  <c:v>8.4343000000000005E-3</c:v>
                </c:pt>
                <c:pt idx="3614">
                  <c:v>8.3343000000000011E-3</c:v>
                </c:pt>
                <c:pt idx="3615">
                  <c:v>8.0169999999999998E-3</c:v>
                </c:pt>
                <c:pt idx="3616">
                  <c:v>8.4002999999999994E-3</c:v>
                </c:pt>
                <c:pt idx="3617">
                  <c:v>8.6327999999999995E-3</c:v>
                </c:pt>
                <c:pt idx="3618">
                  <c:v>8.6668000000000005E-3</c:v>
                </c:pt>
                <c:pt idx="3619">
                  <c:v>8.7992999999999995E-3</c:v>
                </c:pt>
                <c:pt idx="3620">
                  <c:v>8.6998000000000006E-3</c:v>
                </c:pt>
                <c:pt idx="3621">
                  <c:v>8.667300000000001E-3</c:v>
                </c:pt>
                <c:pt idx="3622">
                  <c:v>8.8173000000000001E-3</c:v>
                </c:pt>
                <c:pt idx="3623">
                  <c:v>8.7013000000000004E-3</c:v>
                </c:pt>
                <c:pt idx="3624">
                  <c:v>8.7002999999999994E-3</c:v>
                </c:pt>
                <c:pt idx="3625">
                  <c:v>8.4673000000000005E-3</c:v>
                </c:pt>
                <c:pt idx="3626">
                  <c:v>8.3668000000000006E-3</c:v>
                </c:pt>
                <c:pt idx="3627">
                  <c:v>8.3168000000000009E-3</c:v>
                </c:pt>
                <c:pt idx="3628">
                  <c:v>8.3157999999999999E-3</c:v>
                </c:pt>
                <c:pt idx="3629">
                  <c:v>8.599299999999999E-3</c:v>
                </c:pt>
                <c:pt idx="3630">
                  <c:v>8.7752999999999998E-3</c:v>
                </c:pt>
                <c:pt idx="3631">
                  <c:v>8.4499999999999992E-3</c:v>
                </c:pt>
                <c:pt idx="3632">
                  <c:v>8.5000000000000006E-3</c:v>
                </c:pt>
                <c:pt idx="3633">
                  <c:v>8.9959000000000011E-3</c:v>
                </c:pt>
                <c:pt idx="3634">
                  <c:v>9.589799999999999E-3</c:v>
                </c:pt>
                <c:pt idx="3635">
                  <c:v>9.6355E-3</c:v>
                </c:pt>
                <c:pt idx="3636">
                  <c:v>1.0335299999999999E-2</c:v>
                </c:pt>
                <c:pt idx="3637">
                  <c:v>1.04884E-2</c:v>
                </c:pt>
                <c:pt idx="3638">
                  <c:v>1.1195999999999999E-2</c:v>
                </c:pt>
                <c:pt idx="3639">
                  <c:v>1.2419100000000001E-2</c:v>
                </c:pt>
                <c:pt idx="3640">
                  <c:v>1.20331E-2</c:v>
                </c:pt>
                <c:pt idx="3641">
                  <c:v>9.8598999999999996E-3</c:v>
                </c:pt>
                <c:pt idx="3642">
                  <c:v>1.0000499999999999E-2</c:v>
                </c:pt>
                <c:pt idx="3643">
                  <c:v>9.3425999999999995E-3</c:v>
                </c:pt>
                <c:pt idx="3644">
                  <c:v>9.4100999999999994E-3</c:v>
                </c:pt>
                <c:pt idx="3645">
                  <c:v>9.5212000000000005E-3</c:v>
                </c:pt>
                <c:pt idx="3646">
                  <c:v>9.5639999999999996E-3</c:v>
                </c:pt>
                <c:pt idx="3647">
                  <c:v>9.5433000000000011E-3</c:v>
                </c:pt>
                <c:pt idx="3648">
                  <c:v>9.5483000000000009E-3</c:v>
                </c:pt>
                <c:pt idx="3649">
                  <c:v>9.7376000000000008E-3</c:v>
                </c:pt>
                <c:pt idx="3650">
                  <c:v>1.0124599999999999E-2</c:v>
                </c:pt>
                <c:pt idx="3651">
                  <c:v>1.0348699999999999E-2</c:v>
                </c:pt>
                <c:pt idx="3652">
                  <c:v>1.03458E-2</c:v>
                </c:pt>
                <c:pt idx="3653">
                  <c:v>1.06339E-2</c:v>
                </c:pt>
                <c:pt idx="3654">
                  <c:v>1.1698800000000001E-2</c:v>
                </c:pt>
                <c:pt idx="3655">
                  <c:v>1.17272E-2</c:v>
                </c:pt>
                <c:pt idx="3656">
                  <c:v>1.11822E-2</c:v>
                </c:pt>
                <c:pt idx="3657">
                  <c:v>1.0706499999999999E-2</c:v>
                </c:pt>
                <c:pt idx="3658">
                  <c:v>1.0650700000000001E-2</c:v>
                </c:pt>
                <c:pt idx="3659">
                  <c:v>1.1110800000000001E-2</c:v>
                </c:pt>
                <c:pt idx="3660">
                  <c:v>1.13019E-2</c:v>
                </c:pt>
                <c:pt idx="3661">
                  <c:v>1.1023099999999999E-2</c:v>
                </c:pt>
                <c:pt idx="3662">
                  <c:v>1.1476399999999999E-2</c:v>
                </c:pt>
                <c:pt idx="3663">
                  <c:v>1.1297199999999999E-2</c:v>
                </c:pt>
                <c:pt idx="3664">
                  <c:v>1.1254699999999999E-2</c:v>
                </c:pt>
                <c:pt idx="3665">
                  <c:v>1.13925E-2</c:v>
                </c:pt>
                <c:pt idx="3666">
                  <c:v>1.19953E-2</c:v>
                </c:pt>
                <c:pt idx="3667">
                  <c:v>1.1678900000000001E-2</c:v>
                </c:pt>
                <c:pt idx="3668">
                  <c:v>1.1467E-2</c:v>
                </c:pt>
                <c:pt idx="3669">
                  <c:v>1.14091E-2</c:v>
                </c:pt>
                <c:pt idx="3670">
                  <c:v>1.1431199999999999E-2</c:v>
                </c:pt>
                <c:pt idx="3671">
                  <c:v>1.16756E-2</c:v>
                </c:pt>
                <c:pt idx="3672">
                  <c:v>1.1470699999999999E-2</c:v>
                </c:pt>
                <c:pt idx="3673">
                  <c:v>1.1776E-2</c:v>
                </c:pt>
                <c:pt idx="3674">
                  <c:v>1.1813800000000001E-2</c:v>
                </c:pt>
                <c:pt idx="3675">
                  <c:v>1.11503E-2</c:v>
                </c:pt>
                <c:pt idx="3676">
                  <c:v>1.15134E-2</c:v>
                </c:pt>
                <c:pt idx="3677">
                  <c:v>1.10659E-2</c:v>
                </c:pt>
                <c:pt idx="3678">
                  <c:v>1.0893600000000002E-2</c:v>
                </c:pt>
                <c:pt idx="3679">
                  <c:v>1.0915000000000001E-2</c:v>
                </c:pt>
                <c:pt idx="3680">
                  <c:v>1.1234399999999999E-2</c:v>
                </c:pt>
                <c:pt idx="3681">
                  <c:v>1.1406699999999999E-2</c:v>
                </c:pt>
                <c:pt idx="3682">
                  <c:v>1.0957099999999999E-2</c:v>
                </c:pt>
                <c:pt idx="3683">
                  <c:v>1.0756E-2</c:v>
                </c:pt>
                <c:pt idx="3684">
                  <c:v>1.0762300000000001E-2</c:v>
                </c:pt>
                <c:pt idx="3685">
                  <c:v>1.07916E-2</c:v>
                </c:pt>
                <c:pt idx="3686">
                  <c:v>1.0797599999999999E-2</c:v>
                </c:pt>
                <c:pt idx="3687">
                  <c:v>1.09468E-2</c:v>
                </c:pt>
                <c:pt idx="3688">
                  <c:v>1.0976099999999999E-2</c:v>
                </c:pt>
                <c:pt idx="3689">
                  <c:v>1.1199899999999999E-2</c:v>
                </c:pt>
                <c:pt idx="3690">
                  <c:v>1.0685800000000001E-2</c:v>
                </c:pt>
                <c:pt idx="3691">
                  <c:v>1.03953E-2</c:v>
                </c:pt>
                <c:pt idx="3692">
                  <c:v>1.03867E-2</c:v>
                </c:pt>
                <c:pt idx="3693">
                  <c:v>1.02743E-2</c:v>
                </c:pt>
                <c:pt idx="3694">
                  <c:v>1.01841E-2</c:v>
                </c:pt>
                <c:pt idx="3695">
                  <c:v>1.0356499999999999E-2</c:v>
                </c:pt>
                <c:pt idx="3696">
                  <c:v>1.0628199999999999E-2</c:v>
                </c:pt>
                <c:pt idx="3697">
                  <c:v>1.1026300000000001E-2</c:v>
                </c:pt>
                <c:pt idx="3698">
                  <c:v>1.1457999999999999E-2</c:v>
                </c:pt>
                <c:pt idx="3699">
                  <c:v>1.2545499999999999E-2</c:v>
                </c:pt>
                <c:pt idx="3700">
                  <c:v>1.35435E-2</c:v>
                </c:pt>
                <c:pt idx="3701">
                  <c:v>1.33001E-2</c:v>
                </c:pt>
                <c:pt idx="3702">
                  <c:v>1.3006299999999998E-2</c:v>
                </c:pt>
                <c:pt idx="3703">
                  <c:v>1.34255E-2</c:v>
                </c:pt>
                <c:pt idx="3704">
                  <c:v>1.3473500000000001E-2</c:v>
                </c:pt>
                <c:pt idx="3705">
                  <c:v>1.3369200000000001E-2</c:v>
                </c:pt>
                <c:pt idx="3706">
                  <c:v>1.2931399999999999E-2</c:v>
                </c:pt>
                <c:pt idx="3707">
                  <c:v>1.3218100000000002E-2</c:v>
                </c:pt>
                <c:pt idx="3708">
                  <c:v>1.2967699999999999E-2</c:v>
                </c:pt>
                <c:pt idx="3709">
                  <c:v>1.2700700000000001E-2</c:v>
                </c:pt>
                <c:pt idx="3710">
                  <c:v>1.2562200000000001E-2</c:v>
                </c:pt>
                <c:pt idx="3711">
                  <c:v>1.26678E-2</c:v>
                </c:pt>
                <c:pt idx="3712">
                  <c:v>1.2671200000000001E-2</c:v>
                </c:pt>
                <c:pt idx="3713">
                  <c:v>1.2598E-2</c:v>
                </c:pt>
                <c:pt idx="3714">
                  <c:v>1.25267E-2</c:v>
                </c:pt>
                <c:pt idx="3715">
                  <c:v>1.25609E-2</c:v>
                </c:pt>
                <c:pt idx="3716">
                  <c:v>1.2328199999999999E-2</c:v>
                </c:pt>
                <c:pt idx="3717">
                  <c:v>1.21417E-2</c:v>
                </c:pt>
                <c:pt idx="3718">
                  <c:v>1.21277E-2</c:v>
                </c:pt>
                <c:pt idx="3719">
                  <c:v>1.1763599999999999E-2</c:v>
                </c:pt>
                <c:pt idx="3720">
                  <c:v>1.17039E-2</c:v>
                </c:pt>
                <c:pt idx="3721">
                  <c:v>1.1448699999999999E-2</c:v>
                </c:pt>
                <c:pt idx="3722">
                  <c:v>1.1707599999999999E-2</c:v>
                </c:pt>
                <c:pt idx="3723">
                  <c:v>1.23061E-2</c:v>
                </c:pt>
                <c:pt idx="3724">
                  <c:v>1.22851E-2</c:v>
                </c:pt>
                <c:pt idx="3725">
                  <c:v>1.18257E-2</c:v>
                </c:pt>
                <c:pt idx="3726">
                  <c:v>1.1602100000000001E-2</c:v>
                </c:pt>
                <c:pt idx="3727">
                  <c:v>1.1769700000000001E-2</c:v>
                </c:pt>
                <c:pt idx="3728">
                  <c:v>1.2013100000000001E-2</c:v>
                </c:pt>
                <c:pt idx="3729">
                  <c:v>1.18543E-2</c:v>
                </c:pt>
                <c:pt idx="3730">
                  <c:v>1.1856100000000001E-2</c:v>
                </c:pt>
                <c:pt idx="3731">
                  <c:v>1.17605E-2</c:v>
                </c:pt>
                <c:pt idx="3732">
                  <c:v>1.1420699999999999E-2</c:v>
                </c:pt>
                <c:pt idx="3733">
                  <c:v>1.14404E-2</c:v>
                </c:pt>
                <c:pt idx="3734">
                  <c:v>1.1462699999999999E-2</c:v>
                </c:pt>
                <c:pt idx="3735">
                  <c:v>1.16396E-2</c:v>
                </c:pt>
                <c:pt idx="3736">
                  <c:v>1.18032E-2</c:v>
                </c:pt>
                <c:pt idx="3737">
                  <c:v>1.2085E-2</c:v>
                </c:pt>
                <c:pt idx="3738">
                  <c:v>1.23999E-2</c:v>
                </c:pt>
                <c:pt idx="3739">
                  <c:v>1.2364499999999999E-2</c:v>
                </c:pt>
                <c:pt idx="3740">
                  <c:v>1.22556E-2</c:v>
                </c:pt>
                <c:pt idx="3741">
                  <c:v>1.22285E-2</c:v>
                </c:pt>
                <c:pt idx="3742">
                  <c:v>1.23445E-2</c:v>
                </c:pt>
                <c:pt idx="3743">
                  <c:v>1.1850599999999999E-2</c:v>
                </c:pt>
                <c:pt idx="3744">
                  <c:v>1.18803E-2</c:v>
                </c:pt>
                <c:pt idx="3745">
                  <c:v>1.20003E-2</c:v>
                </c:pt>
                <c:pt idx="3746">
                  <c:v>1.2011900000000001E-2</c:v>
                </c:pt>
                <c:pt idx="3747">
                  <c:v>1.1904999999999999E-2</c:v>
                </c:pt>
                <c:pt idx="3748">
                  <c:v>1.18294E-2</c:v>
                </c:pt>
                <c:pt idx="3749">
                  <c:v>1.15701E-2</c:v>
                </c:pt>
                <c:pt idx="3750">
                  <c:v>1.16706E-2</c:v>
                </c:pt>
                <c:pt idx="3751">
                  <c:v>1.15672E-2</c:v>
                </c:pt>
                <c:pt idx="3752">
                  <c:v>1.1382399999999999E-2</c:v>
                </c:pt>
                <c:pt idx="3753">
                  <c:v>1.13469E-2</c:v>
                </c:pt>
                <c:pt idx="3754">
                  <c:v>1.13303E-2</c:v>
                </c:pt>
                <c:pt idx="3755">
                  <c:v>1.14421E-2</c:v>
                </c:pt>
                <c:pt idx="3756">
                  <c:v>1.1360800000000001E-2</c:v>
                </c:pt>
                <c:pt idx="3757">
                  <c:v>1.15055E-2</c:v>
                </c:pt>
                <c:pt idx="3758">
                  <c:v>1.16384E-2</c:v>
                </c:pt>
                <c:pt idx="3759">
                  <c:v>1.1922199999999999E-2</c:v>
                </c:pt>
                <c:pt idx="3760">
                  <c:v>1.18808E-2</c:v>
                </c:pt>
                <c:pt idx="3761">
                  <c:v>1.2148900000000001E-2</c:v>
                </c:pt>
                <c:pt idx="3762">
                  <c:v>1.23488E-2</c:v>
                </c:pt>
                <c:pt idx="3763">
                  <c:v>1.2922599999999999E-2</c:v>
                </c:pt>
                <c:pt idx="3764">
                  <c:v>1.30519E-2</c:v>
                </c:pt>
                <c:pt idx="3765">
                  <c:v>1.30166E-2</c:v>
                </c:pt>
                <c:pt idx="3766">
                  <c:v>1.3060800000000001E-2</c:v>
                </c:pt>
                <c:pt idx="3767">
                  <c:v>1.27066E-2</c:v>
                </c:pt>
                <c:pt idx="3768">
                  <c:v>1.2556399999999999E-2</c:v>
                </c:pt>
                <c:pt idx="3769">
                  <c:v>1.2692199999999999E-2</c:v>
                </c:pt>
                <c:pt idx="3770">
                  <c:v>1.2882499999999998E-2</c:v>
                </c:pt>
                <c:pt idx="3771">
                  <c:v>1.2763E-2</c:v>
                </c:pt>
                <c:pt idx="3772">
                  <c:v>1.24946E-2</c:v>
                </c:pt>
                <c:pt idx="3773">
                  <c:v>1.2539400000000001E-2</c:v>
                </c:pt>
                <c:pt idx="3774">
                  <c:v>1.2755800000000001E-2</c:v>
                </c:pt>
                <c:pt idx="3775">
                  <c:v>1.2622400000000001E-2</c:v>
                </c:pt>
                <c:pt idx="3776">
                  <c:v>1.2824100000000001E-2</c:v>
                </c:pt>
                <c:pt idx="3777">
                  <c:v>1.27858E-2</c:v>
                </c:pt>
                <c:pt idx="3778">
                  <c:v>1.28725E-2</c:v>
                </c:pt>
                <c:pt idx="3779">
                  <c:v>1.3144300000000001E-2</c:v>
                </c:pt>
                <c:pt idx="3780">
                  <c:v>1.3114799999999999E-2</c:v>
                </c:pt>
                <c:pt idx="3781">
                  <c:v>1.3031200000000001E-2</c:v>
                </c:pt>
                <c:pt idx="3782">
                  <c:v>1.2889500000000002E-2</c:v>
                </c:pt>
                <c:pt idx="3783">
                  <c:v>1.2875800000000001E-2</c:v>
                </c:pt>
                <c:pt idx="3784">
                  <c:v>1.3106399999999999E-2</c:v>
                </c:pt>
                <c:pt idx="3785">
                  <c:v>1.35452E-2</c:v>
                </c:pt>
                <c:pt idx="3786">
                  <c:v>1.3584000000000001E-2</c:v>
                </c:pt>
                <c:pt idx="3787">
                  <c:v>1.32733E-2</c:v>
                </c:pt>
                <c:pt idx="3788">
                  <c:v>1.28518E-2</c:v>
                </c:pt>
                <c:pt idx="3789">
                  <c:v>1.26459E-2</c:v>
                </c:pt>
                <c:pt idx="3790">
                  <c:v>1.26459E-2</c:v>
                </c:pt>
                <c:pt idx="3791">
                  <c:v>1.3011099999999999E-2</c:v>
                </c:pt>
                <c:pt idx="3792">
                  <c:v>1.2841399999999999E-2</c:v>
                </c:pt>
                <c:pt idx="3793">
                  <c:v>1.2832300000000001E-2</c:v>
                </c:pt>
                <c:pt idx="3794">
                  <c:v>1.2950899999999998E-2</c:v>
                </c:pt>
                <c:pt idx="3795">
                  <c:v>1.27286E-2</c:v>
                </c:pt>
                <c:pt idx="3796">
                  <c:v>1.2894399999999999E-2</c:v>
                </c:pt>
                <c:pt idx="3797">
                  <c:v>1.3268299999999998E-2</c:v>
                </c:pt>
                <c:pt idx="3798">
                  <c:v>1.3959899999999999E-2</c:v>
                </c:pt>
                <c:pt idx="3799">
                  <c:v>1.41864E-2</c:v>
                </c:pt>
                <c:pt idx="3800">
                  <c:v>1.38323E-2</c:v>
                </c:pt>
                <c:pt idx="3801">
                  <c:v>1.3362600000000001E-2</c:v>
                </c:pt>
                <c:pt idx="3802">
                  <c:v>1.33577E-2</c:v>
                </c:pt>
                <c:pt idx="3803">
                  <c:v>1.3591800000000001E-2</c:v>
                </c:pt>
                <c:pt idx="3804">
                  <c:v>1.3838399999999999E-2</c:v>
                </c:pt>
                <c:pt idx="3805">
                  <c:v>1.3882400000000001E-2</c:v>
                </c:pt>
                <c:pt idx="3806">
                  <c:v>1.3676400000000002E-2</c:v>
                </c:pt>
                <c:pt idx="3807">
                  <c:v>1.3819999999999999E-2</c:v>
                </c:pt>
                <c:pt idx="3808">
                  <c:v>1.3789699999999998E-2</c:v>
                </c:pt>
                <c:pt idx="3809">
                  <c:v>1.3428899999999999E-2</c:v>
                </c:pt>
                <c:pt idx="3810">
                  <c:v>1.3566E-2</c:v>
                </c:pt>
                <c:pt idx="3811">
                  <c:v>1.36744E-2</c:v>
                </c:pt>
                <c:pt idx="3812">
                  <c:v>1.3849199999999999E-2</c:v>
                </c:pt>
                <c:pt idx="3813">
                  <c:v>1.3801599999999999E-2</c:v>
                </c:pt>
                <c:pt idx="3814">
                  <c:v>1.38627E-2</c:v>
                </c:pt>
                <c:pt idx="3815">
                  <c:v>1.40915E-2</c:v>
                </c:pt>
                <c:pt idx="3816">
                  <c:v>1.4320599999999999E-2</c:v>
                </c:pt>
                <c:pt idx="3817">
                  <c:v>1.4519900000000001E-2</c:v>
                </c:pt>
                <c:pt idx="3818">
                  <c:v>1.4846000000000002E-2</c:v>
                </c:pt>
                <c:pt idx="3819">
                  <c:v>1.5858799999999999E-2</c:v>
                </c:pt>
                <c:pt idx="3820">
                  <c:v>1.5654100000000001E-2</c:v>
                </c:pt>
                <c:pt idx="3821">
                  <c:v>1.5048599999999999E-2</c:v>
                </c:pt>
                <c:pt idx="3822">
                  <c:v>1.4281299999999999E-2</c:v>
                </c:pt>
                <c:pt idx="3823">
                  <c:v>1.4346299999999999E-2</c:v>
                </c:pt>
                <c:pt idx="3824">
                  <c:v>1.4556999999999999E-2</c:v>
                </c:pt>
                <c:pt idx="3825">
                  <c:v>1.5482300000000001E-2</c:v>
                </c:pt>
                <c:pt idx="3826">
                  <c:v>1.5462100000000001E-2</c:v>
                </c:pt>
                <c:pt idx="3827">
                  <c:v>1.4787799999999999E-2</c:v>
                </c:pt>
                <c:pt idx="3828">
                  <c:v>1.5286900000000001E-2</c:v>
                </c:pt>
                <c:pt idx="3829">
                  <c:v>1.52823E-2</c:v>
                </c:pt>
                <c:pt idx="3830">
                  <c:v>1.47797E-2</c:v>
                </c:pt>
                <c:pt idx="3831">
                  <c:v>1.47029E-2</c:v>
                </c:pt>
                <c:pt idx="3832">
                  <c:v>1.4721100000000001E-2</c:v>
                </c:pt>
                <c:pt idx="3833">
                  <c:v>1.4920699999999999E-2</c:v>
                </c:pt>
                <c:pt idx="3834">
                  <c:v>1.47481E-2</c:v>
                </c:pt>
                <c:pt idx="3835">
                  <c:v>1.42732E-2</c:v>
                </c:pt>
                <c:pt idx="3836">
                  <c:v>1.3857700000000001E-2</c:v>
                </c:pt>
                <c:pt idx="3837">
                  <c:v>1.32639E-2</c:v>
                </c:pt>
                <c:pt idx="3838">
                  <c:v>1.3544499999999999E-2</c:v>
                </c:pt>
                <c:pt idx="3839">
                  <c:v>1.4167799999999999E-2</c:v>
                </c:pt>
                <c:pt idx="3840">
                  <c:v>1.5151099999999999E-2</c:v>
                </c:pt>
                <c:pt idx="3841">
                  <c:v>1.56711E-2</c:v>
                </c:pt>
                <c:pt idx="3842">
                  <c:v>1.6107E-2</c:v>
                </c:pt>
                <c:pt idx="3843">
                  <c:v>1.67758E-2</c:v>
                </c:pt>
                <c:pt idx="3844">
                  <c:v>1.8425800000000003E-2</c:v>
                </c:pt>
                <c:pt idx="3845">
                  <c:v>1.8226800000000001E-2</c:v>
                </c:pt>
                <c:pt idx="3846">
                  <c:v>1.7598800000000001E-2</c:v>
                </c:pt>
                <c:pt idx="3847">
                  <c:v>1.74062E-2</c:v>
                </c:pt>
                <c:pt idx="3848">
                  <c:v>1.6799700000000001E-2</c:v>
                </c:pt>
                <c:pt idx="3849">
                  <c:v>1.55592E-2</c:v>
                </c:pt>
                <c:pt idx="3850">
                  <c:v>1.5374500000000001E-2</c:v>
                </c:pt>
                <c:pt idx="3851">
                  <c:v>1.5845599999999998E-2</c:v>
                </c:pt>
                <c:pt idx="3852">
                  <c:v>1.4878800000000001E-2</c:v>
                </c:pt>
                <c:pt idx="3853">
                  <c:v>1.4741600000000001E-2</c:v>
                </c:pt>
                <c:pt idx="3854">
                  <c:v>1.4722600000000001E-2</c:v>
                </c:pt>
                <c:pt idx="3855">
                  <c:v>1.57623E-2</c:v>
                </c:pt>
                <c:pt idx="3856">
                  <c:v>1.6047100000000002E-2</c:v>
                </c:pt>
                <c:pt idx="3857">
                  <c:v>1.5372200000000001E-2</c:v>
                </c:pt>
                <c:pt idx="3858">
                  <c:v>1.51673E-2</c:v>
                </c:pt>
                <c:pt idx="3859">
                  <c:v>1.5244999999999998E-2</c:v>
                </c:pt>
                <c:pt idx="3860">
                  <c:v>1.56472E-2</c:v>
                </c:pt>
                <c:pt idx="3861">
                  <c:v>1.5750299999999998E-2</c:v>
                </c:pt>
                <c:pt idx="3862">
                  <c:v>1.5383299999999999E-2</c:v>
                </c:pt>
                <c:pt idx="3863">
                  <c:v>1.49523E-2</c:v>
                </c:pt>
                <c:pt idx="3864">
                  <c:v>1.4727000000000001E-2</c:v>
                </c:pt>
                <c:pt idx="3865">
                  <c:v>1.49447E-2</c:v>
                </c:pt>
                <c:pt idx="3866">
                  <c:v>1.48173E-2</c:v>
                </c:pt>
                <c:pt idx="3867">
                  <c:v>1.5187200000000001E-2</c:v>
                </c:pt>
                <c:pt idx="3868">
                  <c:v>1.5193799999999999E-2</c:v>
                </c:pt>
                <c:pt idx="3869">
                  <c:v>1.4715799999999999E-2</c:v>
                </c:pt>
                <c:pt idx="3870">
                  <c:v>1.3596799999999999E-2</c:v>
                </c:pt>
                <c:pt idx="3871">
                  <c:v>1.40666E-2</c:v>
                </c:pt>
                <c:pt idx="3872">
                  <c:v>1.43851E-2</c:v>
                </c:pt>
                <c:pt idx="3873">
                  <c:v>1.47405E-2</c:v>
                </c:pt>
                <c:pt idx="3874">
                  <c:v>1.5248300000000001E-2</c:v>
                </c:pt>
                <c:pt idx="3875">
                  <c:v>1.5090799999999998E-2</c:v>
                </c:pt>
                <c:pt idx="3876">
                  <c:v>1.5060499999999999E-2</c:v>
                </c:pt>
                <c:pt idx="3877">
                  <c:v>1.5537299999999999E-2</c:v>
                </c:pt>
                <c:pt idx="3878">
                  <c:v>1.5935499999999998E-2</c:v>
                </c:pt>
                <c:pt idx="3879">
                  <c:v>1.55999E-2</c:v>
                </c:pt>
                <c:pt idx="3880">
                  <c:v>1.5391200000000001E-2</c:v>
                </c:pt>
                <c:pt idx="3881">
                  <c:v>1.5154400000000002E-2</c:v>
                </c:pt>
                <c:pt idx="3882">
                  <c:v>1.51567E-2</c:v>
                </c:pt>
                <c:pt idx="3883">
                  <c:v>1.49952E-2</c:v>
                </c:pt>
                <c:pt idx="3884">
                  <c:v>1.51024E-2</c:v>
                </c:pt>
                <c:pt idx="3885">
                  <c:v>1.5112100000000002E-2</c:v>
                </c:pt>
                <c:pt idx="3886">
                  <c:v>1.53901E-2</c:v>
                </c:pt>
                <c:pt idx="3887">
                  <c:v>1.54322E-2</c:v>
                </c:pt>
                <c:pt idx="3888">
                  <c:v>1.5455000000000002E-2</c:v>
                </c:pt>
                <c:pt idx="3889">
                  <c:v>1.5501599999999999E-2</c:v>
                </c:pt>
                <c:pt idx="3890">
                  <c:v>1.5195199999999999E-2</c:v>
                </c:pt>
                <c:pt idx="3891">
                  <c:v>1.5413499999999998E-2</c:v>
                </c:pt>
                <c:pt idx="3892">
                  <c:v>1.5968100000000002E-2</c:v>
                </c:pt>
                <c:pt idx="3893">
                  <c:v>1.5938600000000001E-2</c:v>
                </c:pt>
                <c:pt idx="3894">
                  <c:v>1.64978E-2</c:v>
                </c:pt>
                <c:pt idx="3895">
                  <c:v>1.67444E-2</c:v>
                </c:pt>
                <c:pt idx="3896">
                  <c:v>1.6788600000000001E-2</c:v>
                </c:pt>
                <c:pt idx="3897">
                  <c:v>1.71364E-2</c:v>
                </c:pt>
                <c:pt idx="3898">
                  <c:v>1.7807199999999999E-2</c:v>
                </c:pt>
                <c:pt idx="3899">
                  <c:v>1.7971899999999999E-2</c:v>
                </c:pt>
                <c:pt idx="3900">
                  <c:v>1.7245300000000002E-2</c:v>
                </c:pt>
                <c:pt idx="3901">
                  <c:v>1.6885900000000002E-2</c:v>
                </c:pt>
                <c:pt idx="3902">
                  <c:v>1.6880600000000003E-2</c:v>
                </c:pt>
                <c:pt idx="3903">
                  <c:v>1.72011E-2</c:v>
                </c:pt>
                <c:pt idx="3904">
                  <c:v>1.7291999999999998E-2</c:v>
                </c:pt>
                <c:pt idx="3905">
                  <c:v>1.72596E-2</c:v>
                </c:pt>
                <c:pt idx="3906">
                  <c:v>1.6940299999999998E-2</c:v>
                </c:pt>
                <c:pt idx="3907">
                  <c:v>1.6780299999999998E-2</c:v>
                </c:pt>
                <c:pt idx="3908">
                  <c:v>1.67531E-2</c:v>
                </c:pt>
                <c:pt idx="3909">
                  <c:v>1.6898400000000001E-2</c:v>
                </c:pt>
                <c:pt idx="3910">
                  <c:v>1.6820100000000001E-2</c:v>
                </c:pt>
                <c:pt idx="3911">
                  <c:v>1.6919999999999998E-2</c:v>
                </c:pt>
                <c:pt idx="3912">
                  <c:v>1.7013199999999999E-2</c:v>
                </c:pt>
                <c:pt idx="3913">
                  <c:v>1.7020199999999999E-2</c:v>
                </c:pt>
                <c:pt idx="3914">
                  <c:v>1.7302699999999997E-2</c:v>
                </c:pt>
                <c:pt idx="3915">
                  <c:v>1.7093799999999999E-2</c:v>
                </c:pt>
                <c:pt idx="3916">
                  <c:v>1.7489599999999998E-2</c:v>
                </c:pt>
                <c:pt idx="3917">
                  <c:v>1.7958000000000002E-2</c:v>
                </c:pt>
                <c:pt idx="3918">
                  <c:v>1.8233799999999998E-2</c:v>
                </c:pt>
                <c:pt idx="3919">
                  <c:v>1.8567500000000001E-2</c:v>
                </c:pt>
                <c:pt idx="3920">
                  <c:v>1.8541599999999998E-2</c:v>
                </c:pt>
                <c:pt idx="3921">
                  <c:v>1.9000699999999999E-2</c:v>
                </c:pt>
                <c:pt idx="3922">
                  <c:v>1.8902099999999998E-2</c:v>
                </c:pt>
                <c:pt idx="3923">
                  <c:v>2.0321799999999998E-2</c:v>
                </c:pt>
                <c:pt idx="3924">
                  <c:v>2.0615700000000001E-2</c:v>
                </c:pt>
                <c:pt idx="3925">
                  <c:v>2.08694E-2</c:v>
                </c:pt>
                <c:pt idx="3926">
                  <c:v>2.1447600000000001E-2</c:v>
                </c:pt>
                <c:pt idx="3927">
                  <c:v>2.10241E-2</c:v>
                </c:pt>
                <c:pt idx="3928">
                  <c:v>2.00895E-2</c:v>
                </c:pt>
                <c:pt idx="3929">
                  <c:v>2.07671E-2</c:v>
                </c:pt>
                <c:pt idx="3930">
                  <c:v>2.0356299999999997E-2</c:v>
                </c:pt>
                <c:pt idx="3931">
                  <c:v>2.0007900000000002E-2</c:v>
                </c:pt>
                <c:pt idx="3932">
                  <c:v>1.9677199999999999E-2</c:v>
                </c:pt>
                <c:pt idx="3933">
                  <c:v>1.9601E-2</c:v>
                </c:pt>
                <c:pt idx="3934">
                  <c:v>1.9622999999999998E-2</c:v>
                </c:pt>
                <c:pt idx="3935">
                  <c:v>2.05498E-2</c:v>
                </c:pt>
                <c:pt idx="3936">
                  <c:v>2.0205500000000001E-2</c:v>
                </c:pt>
                <c:pt idx="3937">
                  <c:v>2.0036699999999998E-2</c:v>
                </c:pt>
                <c:pt idx="3938">
                  <c:v>2.02624E-2</c:v>
                </c:pt>
                <c:pt idx="3939">
                  <c:v>2.1364599999999997E-2</c:v>
                </c:pt>
                <c:pt idx="3940">
                  <c:v>2.1832600000000001E-2</c:v>
                </c:pt>
                <c:pt idx="3941">
                  <c:v>2.2113799999999999E-2</c:v>
                </c:pt>
                <c:pt idx="3942">
                  <c:v>2.3193100000000001E-2</c:v>
                </c:pt>
                <c:pt idx="3943">
                  <c:v>2.2493100000000002E-2</c:v>
                </c:pt>
                <c:pt idx="3944">
                  <c:v>2.2354699999999998E-2</c:v>
                </c:pt>
                <c:pt idx="3945">
                  <c:v>2.1776799999999999E-2</c:v>
                </c:pt>
                <c:pt idx="3946">
                  <c:v>2.0500600000000001E-2</c:v>
                </c:pt>
                <c:pt idx="3947">
                  <c:v>2.0493399999999998E-2</c:v>
                </c:pt>
                <c:pt idx="3948">
                  <c:v>2.02629E-2</c:v>
                </c:pt>
                <c:pt idx="3949">
                  <c:v>1.9657400000000002E-2</c:v>
                </c:pt>
                <c:pt idx="3950">
                  <c:v>1.9822200000000002E-2</c:v>
                </c:pt>
                <c:pt idx="3951">
                  <c:v>1.9693100000000002E-2</c:v>
                </c:pt>
                <c:pt idx="3952">
                  <c:v>1.9625099999999999E-2</c:v>
                </c:pt>
                <c:pt idx="3953">
                  <c:v>1.9780300000000001E-2</c:v>
                </c:pt>
                <c:pt idx="3954">
                  <c:v>1.9822099999999999E-2</c:v>
                </c:pt>
                <c:pt idx="3955">
                  <c:v>1.8852799999999999E-2</c:v>
                </c:pt>
                <c:pt idx="3956">
                  <c:v>1.8446799999999999E-2</c:v>
                </c:pt>
                <c:pt idx="3957">
                  <c:v>1.7722999999999999E-2</c:v>
                </c:pt>
                <c:pt idx="3958">
                  <c:v>1.7340399999999999E-2</c:v>
                </c:pt>
                <c:pt idx="3959">
                  <c:v>1.73204E-2</c:v>
                </c:pt>
                <c:pt idx="3960">
                  <c:v>1.7720300000000001E-2</c:v>
                </c:pt>
                <c:pt idx="3961">
                  <c:v>1.7255699999999999E-2</c:v>
                </c:pt>
                <c:pt idx="3962">
                  <c:v>1.70656E-2</c:v>
                </c:pt>
                <c:pt idx="3963">
                  <c:v>1.6608899999999999E-2</c:v>
                </c:pt>
                <c:pt idx="3964">
                  <c:v>1.6398300000000001E-2</c:v>
                </c:pt>
                <c:pt idx="3965">
                  <c:v>1.6769300000000001E-2</c:v>
                </c:pt>
                <c:pt idx="3966">
                  <c:v>1.6280600000000003E-2</c:v>
                </c:pt>
                <c:pt idx="3967">
                  <c:v>1.51007E-2</c:v>
                </c:pt>
                <c:pt idx="3968">
                  <c:v>1.4638399999999999E-2</c:v>
                </c:pt>
                <c:pt idx="3969">
                  <c:v>1.5633899999999999E-2</c:v>
                </c:pt>
                <c:pt idx="3970">
                  <c:v>1.5788999999999997E-2</c:v>
                </c:pt>
                <c:pt idx="3971">
                  <c:v>1.6509800000000002E-2</c:v>
                </c:pt>
                <c:pt idx="3972">
                  <c:v>1.6981299999999998E-2</c:v>
                </c:pt>
                <c:pt idx="3973">
                  <c:v>1.6970800000000001E-2</c:v>
                </c:pt>
                <c:pt idx="3974">
                  <c:v>1.6774399999999998E-2</c:v>
                </c:pt>
                <c:pt idx="3975">
                  <c:v>1.6369999999999999E-2</c:v>
                </c:pt>
                <c:pt idx="3976">
                  <c:v>1.5914899999999999E-2</c:v>
                </c:pt>
                <c:pt idx="3977">
                  <c:v>1.6236E-2</c:v>
                </c:pt>
                <c:pt idx="3978">
                  <c:v>1.6346199999999998E-2</c:v>
                </c:pt>
                <c:pt idx="3979">
                  <c:v>1.6766699999999999E-2</c:v>
                </c:pt>
                <c:pt idx="3980">
                  <c:v>1.7199000000000002E-2</c:v>
                </c:pt>
                <c:pt idx="3981">
                  <c:v>1.6949499999999999E-2</c:v>
                </c:pt>
                <c:pt idx="3982">
                  <c:v>1.7553299999999997E-2</c:v>
                </c:pt>
                <c:pt idx="3983">
                  <c:v>1.7483200000000001E-2</c:v>
                </c:pt>
                <c:pt idx="3984">
                  <c:v>1.7202200000000001E-2</c:v>
                </c:pt>
                <c:pt idx="3985">
                  <c:v>1.6578800000000001E-2</c:v>
                </c:pt>
                <c:pt idx="3986">
                  <c:v>1.6238499999999999E-2</c:v>
                </c:pt>
                <c:pt idx="3987">
                  <c:v>1.5882499999999997E-2</c:v>
                </c:pt>
                <c:pt idx="3988">
                  <c:v>1.6027699999999999E-2</c:v>
                </c:pt>
                <c:pt idx="3989">
                  <c:v>1.5737500000000001E-2</c:v>
                </c:pt>
                <c:pt idx="3990">
                  <c:v>1.5319399999999999E-2</c:v>
                </c:pt>
                <c:pt idx="3991">
                  <c:v>1.50143E-2</c:v>
                </c:pt>
                <c:pt idx="3992">
                  <c:v>1.5866100000000001E-2</c:v>
                </c:pt>
                <c:pt idx="3993">
                  <c:v>1.60725E-2</c:v>
                </c:pt>
                <c:pt idx="3994">
                  <c:v>1.61852E-2</c:v>
                </c:pt>
                <c:pt idx="3995">
                  <c:v>1.57383E-2</c:v>
                </c:pt>
                <c:pt idx="3996">
                  <c:v>1.5389400000000001E-2</c:v>
                </c:pt>
                <c:pt idx="3997">
                  <c:v>1.5664599999999997E-2</c:v>
                </c:pt>
                <c:pt idx="3998">
                  <c:v>1.6160499999999998E-2</c:v>
                </c:pt>
                <c:pt idx="3999">
                  <c:v>1.6058099999999999E-2</c:v>
                </c:pt>
                <c:pt idx="4000">
                  <c:v>1.6731100000000002E-2</c:v>
                </c:pt>
                <c:pt idx="4001">
                  <c:v>1.6920400000000002E-2</c:v>
                </c:pt>
                <c:pt idx="4002">
                  <c:v>1.70055E-2</c:v>
                </c:pt>
                <c:pt idx="4003">
                  <c:v>1.6571499999999999E-2</c:v>
                </c:pt>
                <c:pt idx="4004">
                  <c:v>1.6872999999999999E-2</c:v>
                </c:pt>
                <c:pt idx="4005">
                  <c:v>1.65358E-2</c:v>
                </c:pt>
                <c:pt idx="4006">
                  <c:v>1.6490100000000001E-2</c:v>
                </c:pt>
                <c:pt idx="4007">
                  <c:v>1.6474100000000002E-2</c:v>
                </c:pt>
                <c:pt idx="4008">
                  <c:v>1.6652699999999999E-2</c:v>
                </c:pt>
                <c:pt idx="4009">
                  <c:v>1.6633500000000002E-2</c:v>
                </c:pt>
                <c:pt idx="4010">
                  <c:v>1.6956300000000001E-2</c:v>
                </c:pt>
                <c:pt idx="4011">
                  <c:v>1.7403600000000002E-2</c:v>
                </c:pt>
                <c:pt idx="4012">
                  <c:v>1.7600899999999999E-2</c:v>
                </c:pt>
                <c:pt idx="4013">
                  <c:v>1.7438200000000001E-2</c:v>
                </c:pt>
                <c:pt idx="4014">
                  <c:v>1.7947000000000001E-2</c:v>
                </c:pt>
                <c:pt idx="4015">
                  <c:v>1.7846799999999999E-2</c:v>
                </c:pt>
                <c:pt idx="4016">
                  <c:v>1.74956E-2</c:v>
                </c:pt>
                <c:pt idx="4017">
                  <c:v>1.7357499999999998E-2</c:v>
                </c:pt>
                <c:pt idx="4018">
                  <c:v>1.7269699999999999E-2</c:v>
                </c:pt>
                <c:pt idx="4019">
                  <c:v>1.7127799999999999E-2</c:v>
                </c:pt>
                <c:pt idx="4020">
                  <c:v>1.72398E-2</c:v>
                </c:pt>
                <c:pt idx="4021">
                  <c:v>1.7093299999999999E-2</c:v>
                </c:pt>
                <c:pt idx="4022">
                  <c:v>1.6819999999999998E-2</c:v>
                </c:pt>
                <c:pt idx="4023">
                  <c:v>1.6556499999999998E-2</c:v>
                </c:pt>
                <c:pt idx="4024">
                  <c:v>1.5986199999999999E-2</c:v>
                </c:pt>
                <c:pt idx="4025">
                  <c:v>1.5693799999999997E-2</c:v>
                </c:pt>
                <c:pt idx="4026">
                  <c:v>1.5675100000000001E-2</c:v>
                </c:pt>
                <c:pt idx="4027">
                  <c:v>1.6244399999999999E-2</c:v>
                </c:pt>
                <c:pt idx="4028">
                  <c:v>1.6730999999999999E-2</c:v>
                </c:pt>
                <c:pt idx="4029">
                  <c:v>1.7330999999999999E-2</c:v>
                </c:pt>
                <c:pt idx="4030">
                  <c:v>1.7987200000000002E-2</c:v>
                </c:pt>
                <c:pt idx="4031">
                  <c:v>1.79647E-2</c:v>
                </c:pt>
                <c:pt idx="4032">
                  <c:v>1.7643700000000002E-2</c:v>
                </c:pt>
                <c:pt idx="4033">
                  <c:v>1.7605000000000003E-2</c:v>
                </c:pt>
                <c:pt idx="4034">
                  <c:v>1.6931999999999999E-2</c:v>
                </c:pt>
                <c:pt idx="4035">
                  <c:v>1.6643499999999999E-2</c:v>
                </c:pt>
                <c:pt idx="4036">
                  <c:v>1.6470699999999998E-2</c:v>
                </c:pt>
                <c:pt idx="4037">
                  <c:v>1.59312E-2</c:v>
                </c:pt>
                <c:pt idx="4038">
                  <c:v>1.8007599999999999E-2</c:v>
                </c:pt>
                <c:pt idx="4039">
                  <c:v>1.8694800000000001E-2</c:v>
                </c:pt>
                <c:pt idx="4040">
                  <c:v>1.7757499999999999E-2</c:v>
                </c:pt>
                <c:pt idx="4041">
                  <c:v>1.6342699999999998E-2</c:v>
                </c:pt>
                <c:pt idx="4042">
                  <c:v>1.5901099999999998E-2</c:v>
                </c:pt>
                <c:pt idx="4043">
                  <c:v>1.56291E-2</c:v>
                </c:pt>
                <c:pt idx="4044">
                  <c:v>1.5488699999999999E-2</c:v>
                </c:pt>
                <c:pt idx="4045">
                  <c:v>1.58072E-2</c:v>
                </c:pt>
                <c:pt idx="4046">
                  <c:v>1.54576E-2</c:v>
                </c:pt>
                <c:pt idx="4047">
                  <c:v>1.54161E-2</c:v>
                </c:pt>
                <c:pt idx="4048">
                  <c:v>1.4645400000000001E-2</c:v>
                </c:pt>
                <c:pt idx="4049">
                  <c:v>1.44484E-2</c:v>
                </c:pt>
                <c:pt idx="4050">
                  <c:v>1.3806499999999999E-2</c:v>
                </c:pt>
                <c:pt idx="4051">
                  <c:v>1.37112E-2</c:v>
                </c:pt>
                <c:pt idx="4052">
                  <c:v>1.3838700000000001E-2</c:v>
                </c:pt>
                <c:pt idx="4053">
                  <c:v>1.4191200000000001E-2</c:v>
                </c:pt>
                <c:pt idx="4054">
                  <c:v>1.4233099999999999E-2</c:v>
                </c:pt>
                <c:pt idx="4055">
                  <c:v>1.4229200000000001E-2</c:v>
                </c:pt>
                <c:pt idx="4056">
                  <c:v>1.40471E-2</c:v>
                </c:pt>
                <c:pt idx="4057">
                  <c:v>1.4115600000000001E-2</c:v>
                </c:pt>
                <c:pt idx="4058">
                  <c:v>1.3992900000000001E-2</c:v>
                </c:pt>
                <c:pt idx="4059">
                  <c:v>1.44108E-2</c:v>
                </c:pt>
                <c:pt idx="4060">
                  <c:v>1.4828200000000001E-2</c:v>
                </c:pt>
                <c:pt idx="4061">
                  <c:v>1.5059999999999999E-2</c:v>
                </c:pt>
                <c:pt idx="4062">
                  <c:v>1.5294900000000002E-2</c:v>
                </c:pt>
                <c:pt idx="4063">
                  <c:v>1.5173799999999999E-2</c:v>
                </c:pt>
                <c:pt idx="4064">
                  <c:v>1.5412200000000001E-2</c:v>
                </c:pt>
                <c:pt idx="4065">
                  <c:v>1.56606E-2</c:v>
                </c:pt>
                <c:pt idx="4066">
                  <c:v>1.5348799999999999E-2</c:v>
                </c:pt>
                <c:pt idx="4067">
                  <c:v>1.4838800000000001E-2</c:v>
                </c:pt>
                <c:pt idx="4068">
                  <c:v>1.45311E-2</c:v>
                </c:pt>
                <c:pt idx="4069">
                  <c:v>1.4052199999999999E-2</c:v>
                </c:pt>
                <c:pt idx="4070">
                  <c:v>1.3805699999999999E-2</c:v>
                </c:pt>
                <c:pt idx="4071">
                  <c:v>1.38505E-2</c:v>
                </c:pt>
                <c:pt idx="4072">
                  <c:v>1.3650200000000001E-2</c:v>
                </c:pt>
                <c:pt idx="4073">
                  <c:v>1.3694E-2</c:v>
                </c:pt>
                <c:pt idx="4074">
                  <c:v>1.3328E-2</c:v>
                </c:pt>
                <c:pt idx="4075">
                  <c:v>1.3326499999999998E-2</c:v>
                </c:pt>
                <c:pt idx="4076">
                  <c:v>1.3333099999999999E-2</c:v>
                </c:pt>
                <c:pt idx="4077">
                  <c:v>1.3074700000000002E-2</c:v>
                </c:pt>
                <c:pt idx="4078">
                  <c:v>1.3159499999999999E-2</c:v>
                </c:pt>
                <c:pt idx="4079">
                  <c:v>1.33899E-2</c:v>
                </c:pt>
                <c:pt idx="4080">
                  <c:v>1.34774E-2</c:v>
                </c:pt>
                <c:pt idx="4081">
                  <c:v>1.3732499999999998E-2</c:v>
                </c:pt>
                <c:pt idx="4082">
                  <c:v>1.3952299999999999E-2</c:v>
                </c:pt>
                <c:pt idx="4083">
                  <c:v>1.38791E-2</c:v>
                </c:pt>
                <c:pt idx="4084">
                  <c:v>1.3566499999999999E-2</c:v>
                </c:pt>
                <c:pt idx="4085">
                  <c:v>1.36426E-2</c:v>
                </c:pt>
                <c:pt idx="4086">
                  <c:v>1.37888E-2</c:v>
                </c:pt>
                <c:pt idx="4087">
                  <c:v>1.3887100000000001E-2</c:v>
                </c:pt>
                <c:pt idx="4088">
                  <c:v>1.3738399999999998E-2</c:v>
                </c:pt>
                <c:pt idx="4089">
                  <c:v>1.36816E-2</c:v>
                </c:pt>
                <c:pt idx="4090">
                  <c:v>1.33832E-2</c:v>
                </c:pt>
                <c:pt idx="4091">
                  <c:v>1.3113100000000001E-2</c:v>
                </c:pt>
                <c:pt idx="4092">
                  <c:v>1.3206899999999999E-2</c:v>
                </c:pt>
                <c:pt idx="4093">
                  <c:v>1.3835499999999999E-2</c:v>
                </c:pt>
                <c:pt idx="4094">
                  <c:v>1.3706600000000001E-2</c:v>
                </c:pt>
                <c:pt idx="4095">
                  <c:v>1.4561000000000001E-2</c:v>
                </c:pt>
                <c:pt idx="4096">
                  <c:v>1.5236699999999999E-2</c:v>
                </c:pt>
                <c:pt idx="4097">
                  <c:v>1.5125599999999999E-2</c:v>
                </c:pt>
                <c:pt idx="4098">
                  <c:v>1.57851E-2</c:v>
                </c:pt>
                <c:pt idx="4099">
                  <c:v>1.5718700000000002E-2</c:v>
                </c:pt>
                <c:pt idx="4100">
                  <c:v>1.7142299999999999E-2</c:v>
                </c:pt>
                <c:pt idx="4101">
                  <c:v>1.62752E-2</c:v>
                </c:pt>
                <c:pt idx="4102">
                  <c:v>1.6015399999999999E-2</c:v>
                </c:pt>
                <c:pt idx="4103">
                  <c:v>1.68383E-2</c:v>
                </c:pt>
                <c:pt idx="4104">
                  <c:v>1.73385E-2</c:v>
                </c:pt>
                <c:pt idx="4105">
                  <c:v>1.68553E-2</c:v>
                </c:pt>
                <c:pt idx="4106">
                  <c:v>1.6349600000000002E-2</c:v>
                </c:pt>
                <c:pt idx="4107">
                  <c:v>1.7158300000000001E-2</c:v>
                </c:pt>
                <c:pt idx="4108">
                  <c:v>1.66999E-2</c:v>
                </c:pt>
                <c:pt idx="4109">
                  <c:v>1.62395E-2</c:v>
                </c:pt>
                <c:pt idx="4110">
                  <c:v>1.6543000000000002E-2</c:v>
                </c:pt>
                <c:pt idx="4111">
                  <c:v>1.62373E-2</c:v>
                </c:pt>
                <c:pt idx="4112">
                  <c:v>1.6056399999999998E-2</c:v>
                </c:pt>
                <c:pt idx="4113">
                  <c:v>1.5867300000000001E-2</c:v>
                </c:pt>
                <c:pt idx="4114">
                  <c:v>1.5819300000000001E-2</c:v>
                </c:pt>
                <c:pt idx="4115">
                  <c:v>1.52827E-2</c:v>
                </c:pt>
                <c:pt idx="4116">
                  <c:v>1.47715E-2</c:v>
                </c:pt>
                <c:pt idx="4117">
                  <c:v>1.4588999999999998E-2</c:v>
                </c:pt>
                <c:pt idx="4118">
                  <c:v>1.4754300000000001E-2</c:v>
                </c:pt>
                <c:pt idx="4119">
                  <c:v>1.47768E-2</c:v>
                </c:pt>
                <c:pt idx="4120">
                  <c:v>1.4630299999999999E-2</c:v>
                </c:pt>
                <c:pt idx="4121">
                  <c:v>1.43377E-2</c:v>
                </c:pt>
                <c:pt idx="4122">
                  <c:v>1.4212499999999999E-2</c:v>
                </c:pt>
                <c:pt idx="4123">
                  <c:v>1.4144300000000002E-2</c:v>
                </c:pt>
                <c:pt idx="4124">
                  <c:v>1.40144E-2</c:v>
                </c:pt>
                <c:pt idx="4125">
                  <c:v>1.4156200000000001E-2</c:v>
                </c:pt>
                <c:pt idx="4126">
                  <c:v>1.45297E-2</c:v>
                </c:pt>
                <c:pt idx="4127">
                  <c:v>1.48877E-2</c:v>
                </c:pt>
                <c:pt idx="4128">
                  <c:v>1.5368700000000001E-2</c:v>
                </c:pt>
                <c:pt idx="4129">
                  <c:v>1.5535E-2</c:v>
                </c:pt>
                <c:pt idx="4130">
                  <c:v>1.5911699999999997E-2</c:v>
                </c:pt>
                <c:pt idx="4131">
                  <c:v>1.6533300000000001E-2</c:v>
                </c:pt>
                <c:pt idx="4132">
                  <c:v>1.65661E-2</c:v>
                </c:pt>
                <c:pt idx="4133">
                  <c:v>1.64002E-2</c:v>
                </c:pt>
                <c:pt idx="4134">
                  <c:v>1.49356E-2</c:v>
                </c:pt>
                <c:pt idx="4135">
                  <c:v>1.4481399999999998E-2</c:v>
                </c:pt>
                <c:pt idx="4136">
                  <c:v>1.6235400000000001E-2</c:v>
                </c:pt>
                <c:pt idx="4137">
                  <c:v>1.8032599999999999E-2</c:v>
                </c:pt>
                <c:pt idx="4138">
                  <c:v>1.8102299999999998E-2</c:v>
                </c:pt>
                <c:pt idx="4139">
                  <c:v>1.92137E-2</c:v>
                </c:pt>
                <c:pt idx="4140">
                  <c:v>1.7144E-2</c:v>
                </c:pt>
                <c:pt idx="4141">
                  <c:v>1.76119E-2</c:v>
                </c:pt>
                <c:pt idx="4142">
                  <c:v>1.8343499999999999E-2</c:v>
                </c:pt>
                <c:pt idx="4143">
                  <c:v>1.93013E-2</c:v>
                </c:pt>
                <c:pt idx="4144">
                  <c:v>1.9238700000000001E-2</c:v>
                </c:pt>
                <c:pt idx="4145">
                  <c:v>1.8695699999999999E-2</c:v>
                </c:pt>
                <c:pt idx="4146">
                  <c:v>1.8847300000000001E-2</c:v>
                </c:pt>
                <c:pt idx="4147">
                  <c:v>1.8883299999999999E-2</c:v>
                </c:pt>
                <c:pt idx="4148">
                  <c:v>1.8948799999999998E-2</c:v>
                </c:pt>
                <c:pt idx="4149">
                  <c:v>1.86857E-2</c:v>
                </c:pt>
                <c:pt idx="4150">
                  <c:v>1.85145E-2</c:v>
                </c:pt>
                <c:pt idx="4151">
                  <c:v>1.8068899999999999E-2</c:v>
                </c:pt>
                <c:pt idx="4152">
                  <c:v>1.8462299999999997E-2</c:v>
                </c:pt>
                <c:pt idx="4153">
                  <c:v>1.8361800000000001E-2</c:v>
                </c:pt>
                <c:pt idx="4154">
                  <c:v>1.7898600000000001E-2</c:v>
                </c:pt>
                <c:pt idx="4155">
                  <c:v>1.70826E-2</c:v>
                </c:pt>
                <c:pt idx="4156">
                  <c:v>1.6305199999999999E-2</c:v>
                </c:pt>
                <c:pt idx="4157">
                  <c:v>1.6060499999999998E-2</c:v>
                </c:pt>
                <c:pt idx="4158">
                  <c:v>1.6083299999999998E-2</c:v>
                </c:pt>
                <c:pt idx="4159">
                  <c:v>1.5857300000000001E-2</c:v>
                </c:pt>
                <c:pt idx="4160">
                  <c:v>1.57219E-2</c:v>
                </c:pt>
                <c:pt idx="4161">
                  <c:v>1.5824999999999999E-2</c:v>
                </c:pt>
                <c:pt idx="4162">
                  <c:v>1.5693799999999997E-2</c:v>
                </c:pt>
                <c:pt idx="4163">
                  <c:v>1.5506899999999999E-2</c:v>
                </c:pt>
                <c:pt idx="4164">
                  <c:v>1.5550100000000001E-2</c:v>
                </c:pt>
                <c:pt idx="4165">
                  <c:v>1.5333000000000001E-2</c:v>
                </c:pt>
                <c:pt idx="4166">
                  <c:v>1.53089E-2</c:v>
                </c:pt>
                <c:pt idx="4167">
                  <c:v>1.56694E-2</c:v>
                </c:pt>
                <c:pt idx="4168">
                  <c:v>1.57004E-2</c:v>
                </c:pt>
                <c:pt idx="4169">
                  <c:v>1.56775E-2</c:v>
                </c:pt>
                <c:pt idx="4170">
                  <c:v>1.5671999999999998E-2</c:v>
                </c:pt>
                <c:pt idx="4171">
                  <c:v>1.56093E-2</c:v>
                </c:pt>
                <c:pt idx="4172">
                  <c:v>1.5703999999999999E-2</c:v>
                </c:pt>
                <c:pt idx="4173">
                  <c:v>1.5591300000000001E-2</c:v>
                </c:pt>
                <c:pt idx="4174">
                  <c:v>1.5565100000000002E-2</c:v>
                </c:pt>
                <c:pt idx="4175">
                  <c:v>1.57647E-2</c:v>
                </c:pt>
                <c:pt idx="4176">
                  <c:v>1.6200800000000001E-2</c:v>
                </c:pt>
                <c:pt idx="4177">
                  <c:v>1.62741E-2</c:v>
                </c:pt>
                <c:pt idx="4178">
                  <c:v>1.6760199999999999E-2</c:v>
                </c:pt>
                <c:pt idx="4179">
                  <c:v>1.6924999999999999E-2</c:v>
                </c:pt>
                <c:pt idx="4180">
                  <c:v>1.7971299999999999E-2</c:v>
                </c:pt>
                <c:pt idx="4181">
                  <c:v>1.75084E-2</c:v>
                </c:pt>
                <c:pt idx="4182">
                  <c:v>1.7191100000000001E-2</c:v>
                </c:pt>
                <c:pt idx="4183">
                  <c:v>1.7028999999999999E-2</c:v>
                </c:pt>
                <c:pt idx="4184">
                  <c:v>1.6978200000000002E-2</c:v>
                </c:pt>
                <c:pt idx="4185">
                  <c:v>1.69921E-2</c:v>
                </c:pt>
                <c:pt idx="4186">
                  <c:v>1.7772099999999999E-2</c:v>
                </c:pt>
                <c:pt idx="4187">
                  <c:v>1.7852400000000001E-2</c:v>
                </c:pt>
                <c:pt idx="4188">
                  <c:v>1.7465999999999999E-2</c:v>
                </c:pt>
                <c:pt idx="4189">
                  <c:v>1.71415E-2</c:v>
                </c:pt>
                <c:pt idx="4190">
                  <c:v>1.72011E-2</c:v>
                </c:pt>
                <c:pt idx="4191">
                  <c:v>1.6685100000000001E-2</c:v>
                </c:pt>
                <c:pt idx="4192">
                  <c:v>1.6625600000000001E-2</c:v>
                </c:pt>
                <c:pt idx="4193">
                  <c:v>1.63879E-2</c:v>
                </c:pt>
                <c:pt idx="4194">
                  <c:v>1.6548300000000002E-2</c:v>
                </c:pt>
                <c:pt idx="4195">
                  <c:v>1.6675100000000002E-2</c:v>
                </c:pt>
                <c:pt idx="4196">
                  <c:v>1.6483399999999999E-2</c:v>
                </c:pt>
                <c:pt idx="4197">
                  <c:v>1.62227E-2</c:v>
                </c:pt>
                <c:pt idx="4198">
                  <c:v>1.56119E-2</c:v>
                </c:pt>
                <c:pt idx="4199">
                  <c:v>1.5710100000000001E-2</c:v>
                </c:pt>
                <c:pt idx="4200">
                  <c:v>1.57763E-2</c:v>
                </c:pt>
                <c:pt idx="4201">
                  <c:v>1.5741599999999998E-2</c:v>
                </c:pt>
                <c:pt idx="4202">
                  <c:v>1.54629E-2</c:v>
                </c:pt>
                <c:pt idx="4203">
                  <c:v>1.5186600000000001E-2</c:v>
                </c:pt>
                <c:pt idx="4204">
                  <c:v>1.43686E-2</c:v>
                </c:pt>
                <c:pt idx="4205">
                  <c:v>1.44815E-2</c:v>
                </c:pt>
                <c:pt idx="4206">
                  <c:v>1.50072E-2</c:v>
                </c:pt>
                <c:pt idx="4207">
                  <c:v>1.5475800000000001E-2</c:v>
                </c:pt>
                <c:pt idx="4208">
                  <c:v>1.5795E-2</c:v>
                </c:pt>
                <c:pt idx="4209">
                  <c:v>1.5830299999999999E-2</c:v>
                </c:pt>
                <c:pt idx="4210">
                  <c:v>1.50274E-2</c:v>
                </c:pt>
                <c:pt idx="4211">
                  <c:v>1.4693000000000001E-2</c:v>
                </c:pt>
                <c:pt idx="4212">
                  <c:v>1.4042599999999999E-2</c:v>
                </c:pt>
                <c:pt idx="4213">
                  <c:v>1.3907400000000002E-2</c:v>
                </c:pt>
                <c:pt idx="4214">
                  <c:v>1.3801799999999999E-2</c:v>
                </c:pt>
                <c:pt idx="4215">
                  <c:v>1.4163900000000002E-2</c:v>
                </c:pt>
                <c:pt idx="4216">
                  <c:v>1.34775E-2</c:v>
                </c:pt>
                <c:pt idx="4217">
                  <c:v>1.3668600000000001E-2</c:v>
                </c:pt>
                <c:pt idx="4218">
                  <c:v>1.3106899999999999E-2</c:v>
                </c:pt>
                <c:pt idx="4219">
                  <c:v>1.29321E-2</c:v>
                </c:pt>
                <c:pt idx="4220">
                  <c:v>1.3044700000000001E-2</c:v>
                </c:pt>
                <c:pt idx="4221">
                  <c:v>1.37416E-2</c:v>
                </c:pt>
                <c:pt idx="4222">
                  <c:v>1.3914599999999999E-2</c:v>
                </c:pt>
                <c:pt idx="4223">
                  <c:v>1.37921E-2</c:v>
                </c:pt>
                <c:pt idx="4224">
                  <c:v>1.3873099999999999E-2</c:v>
                </c:pt>
                <c:pt idx="4225">
                  <c:v>1.41292E-2</c:v>
                </c:pt>
                <c:pt idx="4226">
                  <c:v>1.3140600000000001E-2</c:v>
                </c:pt>
                <c:pt idx="4227">
                  <c:v>1.32064E-2</c:v>
                </c:pt>
                <c:pt idx="4228">
                  <c:v>1.2943999999999999E-2</c:v>
                </c:pt>
                <c:pt idx="4229">
                  <c:v>1.4006000000000001E-2</c:v>
                </c:pt>
                <c:pt idx="4230">
                  <c:v>1.4361000000000001E-2</c:v>
                </c:pt>
                <c:pt idx="4231">
                  <c:v>1.4286699999999999E-2</c:v>
                </c:pt>
                <c:pt idx="4232">
                  <c:v>1.4008699999999999E-2</c:v>
                </c:pt>
                <c:pt idx="4233">
                  <c:v>1.3531E-2</c:v>
                </c:pt>
                <c:pt idx="4234">
                  <c:v>1.35111E-2</c:v>
                </c:pt>
                <c:pt idx="4235">
                  <c:v>1.3325399999999999E-2</c:v>
                </c:pt>
                <c:pt idx="4236">
                  <c:v>1.31193E-2</c:v>
                </c:pt>
                <c:pt idx="4237">
                  <c:v>1.29952E-2</c:v>
                </c:pt>
                <c:pt idx="4238">
                  <c:v>1.3027699999999998E-2</c:v>
                </c:pt>
                <c:pt idx="4239">
                  <c:v>1.3048300000000001E-2</c:v>
                </c:pt>
                <c:pt idx="4240">
                  <c:v>1.3105199999999999E-2</c:v>
                </c:pt>
                <c:pt idx="4241">
                  <c:v>1.3123099999999999E-2</c:v>
                </c:pt>
                <c:pt idx="4242">
                  <c:v>1.3075700000000001E-2</c:v>
                </c:pt>
                <c:pt idx="4243">
                  <c:v>1.29E-2</c:v>
                </c:pt>
                <c:pt idx="4244">
                  <c:v>1.2696899999999999E-2</c:v>
                </c:pt>
                <c:pt idx="4245">
                  <c:v>1.28375E-2</c:v>
                </c:pt>
                <c:pt idx="4246">
                  <c:v>1.2996299999999999E-2</c:v>
                </c:pt>
                <c:pt idx="4247">
                  <c:v>1.2920300000000001E-2</c:v>
                </c:pt>
                <c:pt idx="4248">
                  <c:v>1.29108E-2</c:v>
                </c:pt>
                <c:pt idx="4249">
                  <c:v>1.2957400000000001E-2</c:v>
                </c:pt>
                <c:pt idx="4250">
                  <c:v>1.3064300000000001E-2</c:v>
                </c:pt>
                <c:pt idx="4251">
                  <c:v>1.3178499999999999E-2</c:v>
                </c:pt>
                <c:pt idx="4252">
                  <c:v>1.3108699999999999E-2</c:v>
                </c:pt>
                <c:pt idx="4253">
                  <c:v>1.2955600000000001E-2</c:v>
                </c:pt>
                <c:pt idx="4254">
                  <c:v>1.24999E-2</c:v>
                </c:pt>
                <c:pt idx="4255">
                  <c:v>1.21248E-2</c:v>
                </c:pt>
                <c:pt idx="4256">
                  <c:v>1.2529200000000001E-2</c:v>
                </c:pt>
                <c:pt idx="4257">
                  <c:v>1.2174299999999999E-2</c:v>
                </c:pt>
                <c:pt idx="4258">
                  <c:v>1.1919599999999999E-2</c:v>
                </c:pt>
                <c:pt idx="4259">
                  <c:v>1.18257E-2</c:v>
                </c:pt>
                <c:pt idx="4260">
                  <c:v>1.1526900000000001E-2</c:v>
                </c:pt>
                <c:pt idx="4261">
                  <c:v>1.1337E-2</c:v>
                </c:pt>
                <c:pt idx="4262">
                  <c:v>1.1845699999999999E-2</c:v>
                </c:pt>
                <c:pt idx="4263">
                  <c:v>1.1696E-2</c:v>
                </c:pt>
                <c:pt idx="4264">
                  <c:v>1.2032599999999999E-2</c:v>
                </c:pt>
                <c:pt idx="4265">
                  <c:v>1.19845E-2</c:v>
                </c:pt>
                <c:pt idx="4266">
                  <c:v>1.1602100000000001E-2</c:v>
                </c:pt>
                <c:pt idx="4267">
                  <c:v>1.1727700000000001E-2</c:v>
                </c:pt>
                <c:pt idx="4268">
                  <c:v>1.17646E-2</c:v>
                </c:pt>
                <c:pt idx="4269">
                  <c:v>1.1627699999999999E-2</c:v>
                </c:pt>
                <c:pt idx="4270">
                  <c:v>1.14886E-2</c:v>
                </c:pt>
                <c:pt idx="4271">
                  <c:v>1.20622E-2</c:v>
                </c:pt>
                <c:pt idx="4272">
                  <c:v>1.20255E-2</c:v>
                </c:pt>
                <c:pt idx="4273">
                  <c:v>1.14486E-2</c:v>
                </c:pt>
                <c:pt idx="4274">
                  <c:v>1.1465300000000001E-2</c:v>
                </c:pt>
                <c:pt idx="4275">
                  <c:v>1.13831E-2</c:v>
                </c:pt>
                <c:pt idx="4276">
                  <c:v>1.12541E-2</c:v>
                </c:pt>
                <c:pt idx="4277">
                  <c:v>1.14477E-2</c:v>
                </c:pt>
                <c:pt idx="4278">
                  <c:v>1.15646E-2</c:v>
                </c:pt>
                <c:pt idx="4279">
                  <c:v>1.15563E-2</c:v>
                </c:pt>
                <c:pt idx="4280">
                  <c:v>1.1693E-2</c:v>
                </c:pt>
                <c:pt idx="4281">
                  <c:v>1.1875799999999999E-2</c:v>
                </c:pt>
                <c:pt idx="4282">
                  <c:v>1.18739E-2</c:v>
                </c:pt>
                <c:pt idx="4283">
                  <c:v>1.18587E-2</c:v>
                </c:pt>
                <c:pt idx="4284">
                  <c:v>1.13571E-2</c:v>
                </c:pt>
                <c:pt idx="4285">
                  <c:v>1.1109300000000001E-2</c:v>
                </c:pt>
                <c:pt idx="4286">
                  <c:v>1.11147E-2</c:v>
                </c:pt>
                <c:pt idx="4287">
                  <c:v>1.1055500000000001E-2</c:v>
                </c:pt>
                <c:pt idx="4288">
                  <c:v>1.0942700000000001E-2</c:v>
                </c:pt>
                <c:pt idx="4289">
                  <c:v>1.09686E-2</c:v>
                </c:pt>
                <c:pt idx="4290">
                  <c:v>1.0801699999999999E-2</c:v>
                </c:pt>
                <c:pt idx="4291">
                  <c:v>1.05708E-2</c:v>
                </c:pt>
                <c:pt idx="4292">
                  <c:v>1.07615E-2</c:v>
                </c:pt>
                <c:pt idx="4293">
                  <c:v>1.10057E-2</c:v>
                </c:pt>
                <c:pt idx="4294">
                  <c:v>1.10727E-2</c:v>
                </c:pt>
                <c:pt idx="4295">
                  <c:v>1.1266099999999999E-2</c:v>
                </c:pt>
                <c:pt idx="4296">
                  <c:v>1.15002E-2</c:v>
                </c:pt>
                <c:pt idx="4297">
                  <c:v>1.12894E-2</c:v>
                </c:pt>
                <c:pt idx="4298">
                  <c:v>1.11124E-2</c:v>
                </c:pt>
                <c:pt idx="4299">
                  <c:v>1.1006999999999999E-2</c:v>
                </c:pt>
                <c:pt idx="4300">
                  <c:v>1.10498E-2</c:v>
                </c:pt>
                <c:pt idx="4301">
                  <c:v>1.10405E-2</c:v>
                </c:pt>
                <c:pt idx="4302">
                  <c:v>1.13312E-2</c:v>
                </c:pt>
                <c:pt idx="4303">
                  <c:v>1.1266E-2</c:v>
                </c:pt>
                <c:pt idx="4304">
                  <c:v>1.12908E-2</c:v>
                </c:pt>
                <c:pt idx="4305">
                  <c:v>1.12532E-2</c:v>
                </c:pt>
                <c:pt idx="4306">
                  <c:v>1.1492499999999999E-2</c:v>
                </c:pt>
                <c:pt idx="4307">
                  <c:v>1.1613999999999999E-2</c:v>
                </c:pt>
                <c:pt idx="4308">
                  <c:v>1.1422E-2</c:v>
                </c:pt>
                <c:pt idx="4309">
                  <c:v>1.1233499999999999E-2</c:v>
                </c:pt>
                <c:pt idx="4310">
                  <c:v>1.1306999999999999E-2</c:v>
                </c:pt>
                <c:pt idx="4311">
                  <c:v>1.1105500000000001E-2</c:v>
                </c:pt>
                <c:pt idx="4312">
                  <c:v>1.1030100000000001E-2</c:v>
                </c:pt>
                <c:pt idx="4313">
                  <c:v>1.09199E-2</c:v>
                </c:pt>
                <c:pt idx="4314">
                  <c:v>1.0870600000000001E-2</c:v>
                </c:pt>
                <c:pt idx="4315">
                  <c:v>1.08153E-2</c:v>
                </c:pt>
                <c:pt idx="4316">
                  <c:v>1.0630200000000001E-2</c:v>
                </c:pt>
                <c:pt idx="4317">
                  <c:v>1.0435699999999999E-2</c:v>
                </c:pt>
                <c:pt idx="4318">
                  <c:v>1.04989E-2</c:v>
                </c:pt>
                <c:pt idx="4319">
                  <c:v>1.0649800000000001E-2</c:v>
                </c:pt>
                <c:pt idx="4320">
                  <c:v>1.0759300000000001E-2</c:v>
                </c:pt>
                <c:pt idx="4321">
                  <c:v>1.04987E-2</c:v>
                </c:pt>
                <c:pt idx="4322">
                  <c:v>1.0466E-2</c:v>
                </c:pt>
                <c:pt idx="4323">
                  <c:v>1.0394499999999999E-2</c:v>
                </c:pt>
                <c:pt idx="4324">
                  <c:v>1.0165800000000001E-2</c:v>
                </c:pt>
                <c:pt idx="4325">
                  <c:v>1.0030900000000001E-2</c:v>
                </c:pt>
                <c:pt idx="4326">
                  <c:v>9.9534999999999988E-3</c:v>
                </c:pt>
                <c:pt idx="4327">
                  <c:v>9.9688999999999993E-3</c:v>
                </c:pt>
                <c:pt idx="4328">
                  <c:v>1.00214E-2</c:v>
                </c:pt>
                <c:pt idx="4329">
                  <c:v>9.8296000000000008E-3</c:v>
                </c:pt>
                <c:pt idx="4330">
                  <c:v>1.00058E-2</c:v>
                </c:pt>
                <c:pt idx="4331">
                  <c:v>1.0161100000000001E-2</c:v>
                </c:pt>
                <c:pt idx="4332">
                  <c:v>1.0553700000000001E-2</c:v>
                </c:pt>
                <c:pt idx="4333">
                  <c:v>1.05185E-2</c:v>
                </c:pt>
                <c:pt idx="4334">
                  <c:v>1.04975E-2</c:v>
                </c:pt>
                <c:pt idx="4335">
                  <c:v>1.05504E-2</c:v>
                </c:pt>
                <c:pt idx="4336">
                  <c:v>1.0572700000000001E-2</c:v>
                </c:pt>
                <c:pt idx="4337">
                  <c:v>1.1008E-2</c:v>
                </c:pt>
                <c:pt idx="4338">
                  <c:v>1.0814499999999999E-2</c:v>
                </c:pt>
                <c:pt idx="4339">
                  <c:v>1.08369E-2</c:v>
                </c:pt>
                <c:pt idx="4340">
                  <c:v>1.0697799999999999E-2</c:v>
                </c:pt>
                <c:pt idx="4341">
                  <c:v>1.0639900000000001E-2</c:v>
                </c:pt>
                <c:pt idx="4342">
                  <c:v>1.05787E-2</c:v>
                </c:pt>
                <c:pt idx="4343">
                  <c:v>1.0432800000000001E-2</c:v>
                </c:pt>
                <c:pt idx="4344">
                  <c:v>1.0647799999999999E-2</c:v>
                </c:pt>
                <c:pt idx="4345">
                  <c:v>1.06126E-2</c:v>
                </c:pt>
                <c:pt idx="4346">
                  <c:v>1.0312999999999999E-2</c:v>
                </c:pt>
                <c:pt idx="4347">
                  <c:v>1.01572E-2</c:v>
                </c:pt>
                <c:pt idx="4348">
                  <c:v>9.9712999999999989E-3</c:v>
                </c:pt>
                <c:pt idx="4349">
                  <c:v>9.9191999999999995E-3</c:v>
                </c:pt>
                <c:pt idx="4350">
                  <c:v>9.8624000000000003E-3</c:v>
                </c:pt>
                <c:pt idx="4351">
                  <c:v>9.8046999999999995E-3</c:v>
                </c:pt>
                <c:pt idx="4352">
                  <c:v>9.7703999999999985E-3</c:v>
                </c:pt>
                <c:pt idx="4353">
                  <c:v>9.8953999999999986E-3</c:v>
                </c:pt>
                <c:pt idx="4354">
                  <c:v>9.8159000000000007E-3</c:v>
                </c:pt>
                <c:pt idx="4355">
                  <c:v>9.9124E-3</c:v>
                </c:pt>
                <c:pt idx="4356">
                  <c:v>9.8691000000000004E-3</c:v>
                </c:pt>
                <c:pt idx="4357">
                  <c:v>9.9406000000000008E-3</c:v>
                </c:pt>
                <c:pt idx="4358">
                  <c:v>9.7834000000000011E-3</c:v>
                </c:pt>
                <c:pt idx="4359">
                  <c:v>9.7479000000000003E-3</c:v>
                </c:pt>
                <c:pt idx="4360">
                  <c:v>9.9658999999999998E-3</c:v>
                </c:pt>
                <c:pt idx="4361">
                  <c:v>1.1462200000000001E-2</c:v>
                </c:pt>
                <c:pt idx="4362">
                  <c:v>1.1422700000000001E-2</c:v>
                </c:pt>
                <c:pt idx="4363">
                  <c:v>1.1318099999999999E-2</c:v>
                </c:pt>
                <c:pt idx="4364">
                  <c:v>1.1532899999999999E-2</c:v>
                </c:pt>
                <c:pt idx="4365">
                  <c:v>1.1448699999999999E-2</c:v>
                </c:pt>
                <c:pt idx="4366">
                  <c:v>1.1387300000000001E-2</c:v>
                </c:pt>
                <c:pt idx="4367">
                  <c:v>1.12271E-2</c:v>
                </c:pt>
                <c:pt idx="4368">
                  <c:v>1.1033899999999999E-2</c:v>
                </c:pt>
                <c:pt idx="4369">
                  <c:v>1.0745099999999999E-2</c:v>
                </c:pt>
                <c:pt idx="4370">
                  <c:v>1.01718E-2</c:v>
                </c:pt>
                <c:pt idx="4371">
                  <c:v>1.0295E-2</c:v>
                </c:pt>
                <c:pt idx="4372">
                  <c:v>1.04566E-2</c:v>
                </c:pt>
                <c:pt idx="4373">
                  <c:v>1.06999E-2</c:v>
                </c:pt>
                <c:pt idx="4374">
                  <c:v>1.0706499999999999E-2</c:v>
                </c:pt>
                <c:pt idx="4375">
                  <c:v>1.11719E-2</c:v>
                </c:pt>
                <c:pt idx="4376">
                  <c:v>1.1102200000000001E-2</c:v>
                </c:pt>
                <c:pt idx="4377">
                  <c:v>1.1242400000000001E-2</c:v>
                </c:pt>
                <c:pt idx="4378">
                  <c:v>1.1404000000000001E-2</c:v>
                </c:pt>
                <c:pt idx="4379">
                  <c:v>1.16361E-2</c:v>
                </c:pt>
                <c:pt idx="4380">
                  <c:v>1.10676E-2</c:v>
                </c:pt>
                <c:pt idx="4381">
                  <c:v>1.0758499999999999E-2</c:v>
                </c:pt>
                <c:pt idx="4382">
                  <c:v>1.05229E-2</c:v>
                </c:pt>
                <c:pt idx="4383">
                  <c:v>1.0566200000000001E-2</c:v>
                </c:pt>
                <c:pt idx="4384">
                  <c:v>1.0655299999999999E-2</c:v>
                </c:pt>
                <c:pt idx="4385">
                  <c:v>1.0678400000000001E-2</c:v>
                </c:pt>
                <c:pt idx="4386">
                  <c:v>1.08229E-2</c:v>
                </c:pt>
                <c:pt idx="4387">
                  <c:v>1.0969599999999999E-2</c:v>
                </c:pt>
                <c:pt idx="4388">
                  <c:v>1.07866E-2</c:v>
                </c:pt>
                <c:pt idx="4389">
                  <c:v>1.07934E-2</c:v>
                </c:pt>
                <c:pt idx="4390">
                  <c:v>1.06882E-2</c:v>
                </c:pt>
                <c:pt idx="4391">
                  <c:v>1.0762300000000001E-2</c:v>
                </c:pt>
                <c:pt idx="4392">
                  <c:v>1.06768E-2</c:v>
                </c:pt>
                <c:pt idx="4393">
                  <c:v>1.0763E-2</c:v>
                </c:pt>
                <c:pt idx="4394">
                  <c:v>1.0591E-2</c:v>
                </c:pt>
                <c:pt idx="4395">
                  <c:v>1.09239E-2</c:v>
                </c:pt>
                <c:pt idx="4396">
                  <c:v>1.0857200000000001E-2</c:v>
                </c:pt>
                <c:pt idx="4397">
                  <c:v>1.0954800000000001E-2</c:v>
                </c:pt>
                <c:pt idx="4398">
                  <c:v>1.1051500000000001E-2</c:v>
                </c:pt>
                <c:pt idx="4399">
                  <c:v>1.1040000000000001E-2</c:v>
                </c:pt>
                <c:pt idx="4400">
                  <c:v>1.1188099999999999E-2</c:v>
                </c:pt>
                <c:pt idx="4401">
                  <c:v>1.1512600000000001E-2</c:v>
                </c:pt>
                <c:pt idx="4402">
                  <c:v>1.1237199999999999E-2</c:v>
                </c:pt>
                <c:pt idx="4403">
                  <c:v>1.1067799999999999E-2</c:v>
                </c:pt>
                <c:pt idx="4404">
                  <c:v>1.10262E-2</c:v>
                </c:pt>
                <c:pt idx="4405">
                  <c:v>1.08077E-2</c:v>
                </c:pt>
                <c:pt idx="4406">
                  <c:v>1.0651300000000001E-2</c:v>
                </c:pt>
                <c:pt idx="4407">
                  <c:v>1.0489199999999999E-2</c:v>
                </c:pt>
                <c:pt idx="4408">
                  <c:v>1.04423E-2</c:v>
                </c:pt>
                <c:pt idx="4409">
                  <c:v>1.0210200000000001E-2</c:v>
                </c:pt>
                <c:pt idx="4410">
                  <c:v>1.0147400000000001E-2</c:v>
                </c:pt>
                <c:pt idx="4411">
                  <c:v>1.0235299999999999E-2</c:v>
                </c:pt>
                <c:pt idx="4412">
                  <c:v>1.02469E-2</c:v>
                </c:pt>
                <c:pt idx="4413">
                  <c:v>1.0226000000000001E-2</c:v>
                </c:pt>
                <c:pt idx="4414">
                  <c:v>9.9058000000000011E-3</c:v>
                </c:pt>
                <c:pt idx="4415">
                  <c:v>9.8539000000000005E-3</c:v>
                </c:pt>
                <c:pt idx="4416">
                  <c:v>1.0192E-2</c:v>
                </c:pt>
                <c:pt idx="4417">
                  <c:v>1.03277E-2</c:v>
                </c:pt>
                <c:pt idx="4418">
                  <c:v>1.0335299999999999E-2</c:v>
                </c:pt>
                <c:pt idx="4419">
                  <c:v>1.0407599999999999E-2</c:v>
                </c:pt>
                <c:pt idx="4420">
                  <c:v>1.0492E-2</c:v>
                </c:pt>
                <c:pt idx="4421">
                  <c:v>1.03418E-2</c:v>
                </c:pt>
                <c:pt idx="4422">
                  <c:v>1.0499700000000001E-2</c:v>
                </c:pt>
                <c:pt idx="4423">
                  <c:v>1.05343E-2</c:v>
                </c:pt>
                <c:pt idx="4424">
                  <c:v>1.04896E-2</c:v>
                </c:pt>
                <c:pt idx="4425">
                  <c:v>1.0567700000000001E-2</c:v>
                </c:pt>
                <c:pt idx="4426">
                  <c:v>1.05273E-2</c:v>
                </c:pt>
                <c:pt idx="4427">
                  <c:v>1.0651799999999999E-2</c:v>
                </c:pt>
                <c:pt idx="4428">
                  <c:v>1.0636700000000001E-2</c:v>
                </c:pt>
                <c:pt idx="4429">
                  <c:v>1.06473E-2</c:v>
                </c:pt>
                <c:pt idx="4430">
                  <c:v>1.0629600000000001E-2</c:v>
                </c:pt>
                <c:pt idx="4431">
                  <c:v>1.06585E-2</c:v>
                </c:pt>
                <c:pt idx="4432">
                  <c:v>1.0659E-2</c:v>
                </c:pt>
                <c:pt idx="4433">
                  <c:v>1.0610700000000001E-2</c:v>
                </c:pt>
                <c:pt idx="4434">
                  <c:v>1.0662E-2</c:v>
                </c:pt>
                <c:pt idx="4435">
                  <c:v>1.0353600000000001E-2</c:v>
                </c:pt>
                <c:pt idx="4436">
                  <c:v>1.0098900000000001E-2</c:v>
                </c:pt>
                <c:pt idx="4437">
                  <c:v>9.8244999999999999E-3</c:v>
                </c:pt>
                <c:pt idx="4438">
                  <c:v>9.751000000000001E-3</c:v>
                </c:pt>
                <c:pt idx="4439">
                  <c:v>9.6851000000000003E-3</c:v>
                </c:pt>
                <c:pt idx="4440">
                  <c:v>9.6655999999999999E-3</c:v>
                </c:pt>
                <c:pt idx="4441">
                  <c:v>9.9261999999999996E-3</c:v>
                </c:pt>
                <c:pt idx="4442">
                  <c:v>1.00109E-2</c:v>
                </c:pt>
                <c:pt idx="4443">
                  <c:v>9.7977000000000012E-3</c:v>
                </c:pt>
                <c:pt idx="4444">
                  <c:v>9.7697999999999986E-3</c:v>
                </c:pt>
                <c:pt idx="4445">
                  <c:v>9.6027000000000005E-3</c:v>
                </c:pt>
                <c:pt idx="4446">
                  <c:v>9.5437999999999999E-3</c:v>
                </c:pt>
                <c:pt idx="4447">
                  <c:v>9.6382000000000013E-3</c:v>
                </c:pt>
                <c:pt idx="4448">
                  <c:v>9.9012000000000006E-3</c:v>
                </c:pt>
                <c:pt idx="4449">
                  <c:v>9.8878999999999998E-3</c:v>
                </c:pt>
                <c:pt idx="4450">
                  <c:v>1.0079900000000001E-2</c:v>
                </c:pt>
                <c:pt idx="4451">
                  <c:v>9.8924000000000008E-3</c:v>
                </c:pt>
                <c:pt idx="4452">
                  <c:v>9.8049999999999995E-3</c:v>
                </c:pt>
                <c:pt idx="4453">
                  <c:v>9.7112999999999991E-3</c:v>
                </c:pt>
                <c:pt idx="4454">
                  <c:v>9.7976000000000001E-3</c:v>
                </c:pt>
                <c:pt idx="4455">
                  <c:v>9.8860000000000007E-3</c:v>
                </c:pt>
                <c:pt idx="4456">
                  <c:v>9.7649E-3</c:v>
                </c:pt>
                <c:pt idx="4457">
                  <c:v>9.6671999999999991E-3</c:v>
                </c:pt>
                <c:pt idx="4458">
                  <c:v>1.0004000000000001E-2</c:v>
                </c:pt>
                <c:pt idx="4459">
                  <c:v>1.0348699999999999E-2</c:v>
                </c:pt>
                <c:pt idx="4460">
                  <c:v>1.01946E-2</c:v>
                </c:pt>
                <c:pt idx="4461">
                  <c:v>1.0077500000000001E-2</c:v>
                </c:pt>
                <c:pt idx="4462">
                  <c:v>1.08932E-2</c:v>
                </c:pt>
                <c:pt idx="4463">
                  <c:v>1.10892E-2</c:v>
                </c:pt>
                <c:pt idx="4464">
                  <c:v>1.0774899999999999E-2</c:v>
                </c:pt>
                <c:pt idx="4465">
                  <c:v>1.1023699999999999E-2</c:v>
                </c:pt>
                <c:pt idx="4466">
                  <c:v>1.0792899999999999E-2</c:v>
                </c:pt>
                <c:pt idx="4467">
                  <c:v>1.0376999999999999E-2</c:v>
                </c:pt>
                <c:pt idx="4468">
                  <c:v>1.02004E-2</c:v>
                </c:pt>
                <c:pt idx="4469">
                  <c:v>1.0111400000000001E-2</c:v>
                </c:pt>
                <c:pt idx="4470">
                  <c:v>1.0510200000000001E-2</c:v>
                </c:pt>
                <c:pt idx="4471">
                  <c:v>1.05366E-2</c:v>
                </c:pt>
                <c:pt idx="4472">
                  <c:v>1.05504E-2</c:v>
                </c:pt>
                <c:pt idx="4473">
                  <c:v>1.03315E-2</c:v>
                </c:pt>
                <c:pt idx="4474">
                  <c:v>1.02208E-2</c:v>
                </c:pt>
                <c:pt idx="4475">
                  <c:v>1.0441600000000001E-2</c:v>
                </c:pt>
                <c:pt idx="4476">
                  <c:v>1.0582599999999999E-2</c:v>
                </c:pt>
                <c:pt idx="4477">
                  <c:v>1.08483E-2</c:v>
                </c:pt>
                <c:pt idx="4478">
                  <c:v>1.07438E-2</c:v>
                </c:pt>
                <c:pt idx="4479">
                  <c:v>1.0463399999999999E-2</c:v>
                </c:pt>
                <c:pt idx="4480">
                  <c:v>1.0429900000000001E-2</c:v>
                </c:pt>
                <c:pt idx="4481">
                  <c:v>1.07014E-2</c:v>
                </c:pt>
                <c:pt idx="4482">
                  <c:v>1.06108E-2</c:v>
                </c:pt>
                <c:pt idx="4483">
                  <c:v>1.03946E-2</c:v>
                </c:pt>
                <c:pt idx="4484">
                  <c:v>1.0342199999999999E-2</c:v>
                </c:pt>
                <c:pt idx="4485">
                  <c:v>1.04195E-2</c:v>
                </c:pt>
                <c:pt idx="4486">
                  <c:v>1.04262E-2</c:v>
                </c:pt>
                <c:pt idx="4487">
                  <c:v>1.04773E-2</c:v>
                </c:pt>
                <c:pt idx="4488">
                  <c:v>1.0485599999999999E-2</c:v>
                </c:pt>
                <c:pt idx="4489">
                  <c:v>1.0634999999999999E-2</c:v>
                </c:pt>
                <c:pt idx="4490">
                  <c:v>1.1579600000000001E-2</c:v>
                </c:pt>
                <c:pt idx="4491">
                  <c:v>1.10776E-2</c:v>
                </c:pt>
                <c:pt idx="4492">
                  <c:v>1.14176E-2</c:v>
                </c:pt>
                <c:pt idx="4493">
                  <c:v>1.17749E-2</c:v>
                </c:pt>
                <c:pt idx="4494">
                  <c:v>1.1483E-2</c:v>
                </c:pt>
                <c:pt idx="4495">
                  <c:v>1.14403E-2</c:v>
                </c:pt>
                <c:pt idx="4496">
                  <c:v>1.1279900000000001E-2</c:v>
                </c:pt>
                <c:pt idx="4497">
                  <c:v>1.0984300000000001E-2</c:v>
                </c:pt>
                <c:pt idx="4498">
                  <c:v>1.0934699999999999E-2</c:v>
                </c:pt>
                <c:pt idx="4499">
                  <c:v>1.1117400000000001E-2</c:v>
                </c:pt>
                <c:pt idx="4500">
                  <c:v>1.09651E-2</c:v>
                </c:pt>
                <c:pt idx="4501">
                  <c:v>1.05936E-2</c:v>
                </c:pt>
                <c:pt idx="4502">
                  <c:v>1.04212E-2</c:v>
                </c:pt>
                <c:pt idx="4503">
                  <c:v>1.05416E-2</c:v>
                </c:pt>
                <c:pt idx="4504">
                  <c:v>1.0520399999999999E-2</c:v>
                </c:pt>
                <c:pt idx="4505">
                  <c:v>1.03579E-2</c:v>
                </c:pt>
                <c:pt idx="4506">
                  <c:v>1.01964E-2</c:v>
                </c:pt>
                <c:pt idx="4507">
                  <c:v>1.0266800000000001E-2</c:v>
                </c:pt>
                <c:pt idx="4508">
                  <c:v>1.03765E-2</c:v>
                </c:pt>
                <c:pt idx="4509">
                  <c:v>1.04171E-2</c:v>
                </c:pt>
                <c:pt idx="4510">
                  <c:v>1.0407899999999999E-2</c:v>
                </c:pt>
                <c:pt idx="4511">
                  <c:v>1.03231E-2</c:v>
                </c:pt>
                <c:pt idx="4512">
                  <c:v>1.04616E-2</c:v>
                </c:pt>
                <c:pt idx="4513">
                  <c:v>1.07963E-2</c:v>
                </c:pt>
                <c:pt idx="4514">
                  <c:v>1.12391E-2</c:v>
                </c:pt>
                <c:pt idx="4515">
                  <c:v>1.1349700000000001E-2</c:v>
                </c:pt>
                <c:pt idx="4516">
                  <c:v>1.1416599999999999E-2</c:v>
                </c:pt>
                <c:pt idx="4517">
                  <c:v>1.1421200000000001E-2</c:v>
                </c:pt>
                <c:pt idx="4518">
                  <c:v>1.12128E-2</c:v>
                </c:pt>
                <c:pt idx="4519">
                  <c:v>1.1369000000000001E-2</c:v>
                </c:pt>
                <c:pt idx="4520">
                  <c:v>1.15786E-2</c:v>
                </c:pt>
                <c:pt idx="4521">
                  <c:v>1.17372E-2</c:v>
                </c:pt>
                <c:pt idx="4522">
                  <c:v>1.2009499999999999E-2</c:v>
                </c:pt>
                <c:pt idx="4523">
                  <c:v>1.15511E-2</c:v>
                </c:pt>
                <c:pt idx="4524">
                  <c:v>1.2023600000000001E-2</c:v>
                </c:pt>
                <c:pt idx="4525">
                  <c:v>1.2605700000000001E-2</c:v>
                </c:pt>
                <c:pt idx="4526">
                  <c:v>1.24359E-2</c:v>
                </c:pt>
                <c:pt idx="4527">
                  <c:v>1.1330100000000001E-2</c:v>
                </c:pt>
                <c:pt idx="4528">
                  <c:v>1.1361700000000001E-2</c:v>
                </c:pt>
                <c:pt idx="4529">
                  <c:v>1.15771E-2</c:v>
                </c:pt>
                <c:pt idx="4530">
                  <c:v>1.1840399999999999E-2</c:v>
                </c:pt>
                <c:pt idx="4531">
                  <c:v>1.1854099999999999E-2</c:v>
                </c:pt>
                <c:pt idx="4532">
                  <c:v>1.2402E-2</c:v>
                </c:pt>
                <c:pt idx="4533">
                  <c:v>1.2816800000000001E-2</c:v>
                </c:pt>
                <c:pt idx="4534">
                  <c:v>1.25463E-2</c:v>
                </c:pt>
                <c:pt idx="4535">
                  <c:v>1.24473E-2</c:v>
                </c:pt>
                <c:pt idx="4536">
                  <c:v>1.19779E-2</c:v>
                </c:pt>
                <c:pt idx="4537">
                  <c:v>1.2037000000000001E-2</c:v>
                </c:pt>
                <c:pt idx="4538">
                  <c:v>1.2070000000000001E-2</c:v>
                </c:pt>
                <c:pt idx="4539">
                  <c:v>1.20822E-2</c:v>
                </c:pt>
                <c:pt idx="4540">
                  <c:v>1.29356E-2</c:v>
                </c:pt>
                <c:pt idx="4541">
                  <c:v>1.3011699999999999E-2</c:v>
                </c:pt>
                <c:pt idx="4542">
                  <c:v>1.3572900000000001E-2</c:v>
                </c:pt>
                <c:pt idx="4543">
                  <c:v>1.3643100000000002E-2</c:v>
                </c:pt>
                <c:pt idx="4544">
                  <c:v>1.3748400000000001E-2</c:v>
                </c:pt>
                <c:pt idx="4545">
                  <c:v>1.4904199999999999E-2</c:v>
                </c:pt>
                <c:pt idx="4546">
                  <c:v>1.45465E-2</c:v>
                </c:pt>
                <c:pt idx="4547">
                  <c:v>1.4814300000000001E-2</c:v>
                </c:pt>
                <c:pt idx="4548">
                  <c:v>1.49715E-2</c:v>
                </c:pt>
                <c:pt idx="4549">
                  <c:v>1.50969E-2</c:v>
                </c:pt>
                <c:pt idx="4550">
                  <c:v>1.51951E-2</c:v>
                </c:pt>
                <c:pt idx="4551">
                  <c:v>1.48083E-2</c:v>
                </c:pt>
                <c:pt idx="4552">
                  <c:v>1.4905699999999999E-2</c:v>
                </c:pt>
                <c:pt idx="4553">
                  <c:v>1.45361E-2</c:v>
                </c:pt>
                <c:pt idx="4554">
                  <c:v>1.4629900000000001E-2</c:v>
                </c:pt>
                <c:pt idx="4555">
                  <c:v>1.45348E-2</c:v>
                </c:pt>
                <c:pt idx="4556">
                  <c:v>1.4292900000000001E-2</c:v>
                </c:pt>
                <c:pt idx="4557">
                  <c:v>1.42019E-2</c:v>
                </c:pt>
                <c:pt idx="4558">
                  <c:v>1.3599100000000001E-2</c:v>
                </c:pt>
                <c:pt idx="4559">
                  <c:v>1.3461799999999999E-2</c:v>
                </c:pt>
                <c:pt idx="4560">
                  <c:v>1.3261199999999999E-2</c:v>
                </c:pt>
                <c:pt idx="4561">
                  <c:v>1.3537700000000001E-2</c:v>
                </c:pt>
                <c:pt idx="4562">
                  <c:v>1.3316700000000001E-2</c:v>
                </c:pt>
                <c:pt idx="4563">
                  <c:v>1.3437299999999999E-2</c:v>
                </c:pt>
                <c:pt idx="4564">
                  <c:v>1.3784600000000001E-2</c:v>
                </c:pt>
                <c:pt idx="4565">
                  <c:v>1.3317099999999998E-2</c:v>
                </c:pt>
                <c:pt idx="4566">
                  <c:v>1.3181399999999999E-2</c:v>
                </c:pt>
                <c:pt idx="4567">
                  <c:v>1.21642E-2</c:v>
                </c:pt>
                <c:pt idx="4568">
                  <c:v>1.1631000000000001E-2</c:v>
                </c:pt>
                <c:pt idx="4569">
                  <c:v>1.1401699999999999E-2</c:v>
                </c:pt>
                <c:pt idx="4570">
                  <c:v>1.1139899999999999E-2</c:v>
                </c:pt>
                <c:pt idx="4571">
                  <c:v>1.1723300000000001E-2</c:v>
                </c:pt>
                <c:pt idx="4572">
                  <c:v>1.1411599999999999E-2</c:v>
                </c:pt>
                <c:pt idx="4573">
                  <c:v>1.11439E-2</c:v>
                </c:pt>
                <c:pt idx="4574">
                  <c:v>1.1224700000000001E-2</c:v>
                </c:pt>
                <c:pt idx="4575">
                  <c:v>1.1413700000000001E-2</c:v>
                </c:pt>
                <c:pt idx="4576">
                  <c:v>1.14862E-2</c:v>
                </c:pt>
                <c:pt idx="4577">
                  <c:v>1.1593300000000001E-2</c:v>
                </c:pt>
                <c:pt idx="4578">
                  <c:v>1.15993E-2</c:v>
                </c:pt>
                <c:pt idx="4579">
                  <c:v>1.13834E-2</c:v>
                </c:pt>
                <c:pt idx="4580">
                  <c:v>1.1432899999999999E-2</c:v>
                </c:pt>
                <c:pt idx="4581">
                  <c:v>1.1112500000000001E-2</c:v>
                </c:pt>
                <c:pt idx="4582">
                  <c:v>1.08401E-2</c:v>
                </c:pt>
                <c:pt idx="4583">
                  <c:v>1.0991599999999999E-2</c:v>
                </c:pt>
                <c:pt idx="4584">
                  <c:v>1.1262000000000001E-2</c:v>
                </c:pt>
                <c:pt idx="4585">
                  <c:v>1.1412800000000001E-2</c:v>
                </c:pt>
                <c:pt idx="4586">
                  <c:v>1.14416E-2</c:v>
                </c:pt>
                <c:pt idx="4587">
                  <c:v>1.1741E-2</c:v>
                </c:pt>
                <c:pt idx="4588">
                  <c:v>1.1486400000000001E-2</c:v>
                </c:pt>
                <c:pt idx="4589">
                  <c:v>1.14485E-2</c:v>
                </c:pt>
                <c:pt idx="4590">
                  <c:v>1.15812E-2</c:v>
                </c:pt>
                <c:pt idx="4591">
                  <c:v>1.1521200000000001E-2</c:v>
                </c:pt>
                <c:pt idx="4592">
                  <c:v>1.1772299999999999E-2</c:v>
                </c:pt>
                <c:pt idx="4593">
                  <c:v>1.20503E-2</c:v>
                </c:pt>
                <c:pt idx="4594">
                  <c:v>1.25211E-2</c:v>
                </c:pt>
                <c:pt idx="4595">
                  <c:v>1.17631E-2</c:v>
                </c:pt>
                <c:pt idx="4596">
                  <c:v>1.1916599999999999E-2</c:v>
                </c:pt>
                <c:pt idx="4597">
                  <c:v>1.18587E-2</c:v>
                </c:pt>
                <c:pt idx="4598">
                  <c:v>1.19002E-2</c:v>
                </c:pt>
                <c:pt idx="4599">
                  <c:v>1.1949599999999999E-2</c:v>
                </c:pt>
                <c:pt idx="4600">
                  <c:v>1.17733E-2</c:v>
                </c:pt>
                <c:pt idx="4601">
                  <c:v>1.1529900000000001E-2</c:v>
                </c:pt>
                <c:pt idx="4602">
                  <c:v>1.163E-2</c:v>
                </c:pt>
                <c:pt idx="4603">
                  <c:v>1.1739899999999999E-2</c:v>
                </c:pt>
                <c:pt idx="4604">
                  <c:v>1.1513899999999999E-2</c:v>
                </c:pt>
                <c:pt idx="4605">
                  <c:v>1.1566700000000001E-2</c:v>
                </c:pt>
                <c:pt idx="4606">
                  <c:v>1.1516999999999999E-2</c:v>
                </c:pt>
                <c:pt idx="4607">
                  <c:v>1.176E-2</c:v>
                </c:pt>
                <c:pt idx="4608">
                  <c:v>1.20614E-2</c:v>
                </c:pt>
                <c:pt idx="4609">
                  <c:v>1.2021899999999999E-2</c:v>
                </c:pt>
                <c:pt idx="4610">
                  <c:v>1.2577899999999999E-2</c:v>
                </c:pt>
                <c:pt idx="4611">
                  <c:v>1.25702E-2</c:v>
                </c:pt>
                <c:pt idx="4612">
                  <c:v>1.2400400000000001E-2</c:v>
                </c:pt>
                <c:pt idx="4613">
                  <c:v>1.2463399999999999E-2</c:v>
                </c:pt>
                <c:pt idx="4614">
                  <c:v>1.2518899999999999E-2</c:v>
                </c:pt>
                <c:pt idx="4615">
                  <c:v>1.23666E-2</c:v>
                </c:pt>
                <c:pt idx="4616">
                  <c:v>1.1990300000000001E-2</c:v>
                </c:pt>
                <c:pt idx="4617">
                  <c:v>1.1357899999999999E-2</c:v>
                </c:pt>
                <c:pt idx="4618">
                  <c:v>1.10802E-2</c:v>
                </c:pt>
                <c:pt idx="4619">
                  <c:v>1.08801E-2</c:v>
                </c:pt>
                <c:pt idx="4620">
                  <c:v>1.0691899999999999E-2</c:v>
                </c:pt>
                <c:pt idx="4621">
                  <c:v>1.06742E-2</c:v>
                </c:pt>
                <c:pt idx="4622">
                  <c:v>1.15348E-2</c:v>
                </c:pt>
                <c:pt idx="4623">
                  <c:v>1.1576699999999999E-2</c:v>
                </c:pt>
                <c:pt idx="4624">
                  <c:v>1.1916599999999999E-2</c:v>
                </c:pt>
                <c:pt idx="4625">
                  <c:v>1.19449E-2</c:v>
                </c:pt>
                <c:pt idx="4626">
                  <c:v>1.15701E-2</c:v>
                </c:pt>
                <c:pt idx="4627">
                  <c:v>1.1256499999999999E-2</c:v>
                </c:pt>
                <c:pt idx="4628">
                  <c:v>1.12967E-2</c:v>
                </c:pt>
                <c:pt idx="4629">
                  <c:v>1.1160099999999999E-2</c:v>
                </c:pt>
                <c:pt idx="4630">
                  <c:v>1.086E-2</c:v>
                </c:pt>
                <c:pt idx="4631">
                  <c:v>1.0889599999999999E-2</c:v>
                </c:pt>
                <c:pt idx="4632">
                  <c:v>1.15064E-2</c:v>
                </c:pt>
                <c:pt idx="4633">
                  <c:v>1.1964499999999999E-2</c:v>
                </c:pt>
                <c:pt idx="4634">
                  <c:v>1.2090699999999999E-2</c:v>
                </c:pt>
                <c:pt idx="4635">
                  <c:v>1.1886600000000001E-2</c:v>
                </c:pt>
                <c:pt idx="4636">
                  <c:v>1.24484E-2</c:v>
                </c:pt>
                <c:pt idx="4637">
                  <c:v>1.2286499999999999E-2</c:v>
                </c:pt>
                <c:pt idx="4638">
                  <c:v>1.2132800000000001E-2</c:v>
                </c:pt>
                <c:pt idx="4639">
                  <c:v>1.21265E-2</c:v>
                </c:pt>
                <c:pt idx="4640">
                  <c:v>1.1816399999999999E-2</c:v>
                </c:pt>
                <c:pt idx="4641">
                  <c:v>1.2093899999999999E-2</c:v>
                </c:pt>
                <c:pt idx="4642">
                  <c:v>1.26365E-2</c:v>
                </c:pt>
                <c:pt idx="4643">
                  <c:v>1.28939E-2</c:v>
                </c:pt>
                <c:pt idx="4644">
                  <c:v>1.3063399999999999E-2</c:v>
                </c:pt>
                <c:pt idx="4645">
                  <c:v>1.3096500000000001E-2</c:v>
                </c:pt>
                <c:pt idx="4646">
                  <c:v>1.3596799999999999E-2</c:v>
                </c:pt>
                <c:pt idx="4647">
                  <c:v>1.33632E-2</c:v>
                </c:pt>
                <c:pt idx="4648">
                  <c:v>1.3508099999999999E-2</c:v>
                </c:pt>
                <c:pt idx="4649">
                  <c:v>1.4341499999999998E-2</c:v>
                </c:pt>
                <c:pt idx="4650">
                  <c:v>1.42404E-2</c:v>
                </c:pt>
                <c:pt idx="4651">
                  <c:v>1.4404499999999999E-2</c:v>
                </c:pt>
                <c:pt idx="4652">
                  <c:v>1.43333E-2</c:v>
                </c:pt>
                <c:pt idx="4653">
                  <c:v>1.3927099999999998E-2</c:v>
                </c:pt>
                <c:pt idx="4654">
                  <c:v>1.3672999999999999E-2</c:v>
                </c:pt>
                <c:pt idx="4655">
                  <c:v>1.3605600000000001E-2</c:v>
                </c:pt>
                <c:pt idx="4656">
                  <c:v>1.3343299999999999E-2</c:v>
                </c:pt>
                <c:pt idx="4657">
                  <c:v>1.38011E-2</c:v>
                </c:pt>
                <c:pt idx="4658">
                  <c:v>1.3880000000000002E-2</c:v>
                </c:pt>
                <c:pt idx="4659">
                  <c:v>1.3984E-2</c:v>
                </c:pt>
                <c:pt idx="4660">
                  <c:v>1.4530400000000001E-2</c:v>
                </c:pt>
                <c:pt idx="4661">
                  <c:v>1.48992E-2</c:v>
                </c:pt>
                <c:pt idx="4662">
                  <c:v>1.49356E-2</c:v>
                </c:pt>
                <c:pt idx="4663">
                  <c:v>1.4983600000000001E-2</c:v>
                </c:pt>
                <c:pt idx="4664">
                  <c:v>1.54255E-2</c:v>
                </c:pt>
                <c:pt idx="4665">
                  <c:v>1.59492E-2</c:v>
                </c:pt>
                <c:pt idx="4666">
                  <c:v>1.58634E-2</c:v>
                </c:pt>
                <c:pt idx="4667">
                  <c:v>1.5817700000000001E-2</c:v>
                </c:pt>
                <c:pt idx="4668">
                  <c:v>1.6276599999999999E-2</c:v>
                </c:pt>
                <c:pt idx="4669">
                  <c:v>1.6299999999999999E-2</c:v>
                </c:pt>
                <c:pt idx="4670">
                  <c:v>1.6258099999999998E-2</c:v>
                </c:pt>
                <c:pt idx="4671">
                  <c:v>1.5391200000000001E-2</c:v>
                </c:pt>
                <c:pt idx="4672">
                  <c:v>1.4943100000000001E-2</c:v>
                </c:pt>
                <c:pt idx="4673">
                  <c:v>1.49733E-2</c:v>
                </c:pt>
                <c:pt idx="4674">
                  <c:v>1.45498E-2</c:v>
                </c:pt>
                <c:pt idx="4675">
                  <c:v>1.49208E-2</c:v>
                </c:pt>
                <c:pt idx="4676">
                  <c:v>1.50755E-2</c:v>
                </c:pt>
                <c:pt idx="4677">
                  <c:v>1.5039599999999998E-2</c:v>
                </c:pt>
                <c:pt idx="4678">
                  <c:v>1.4863499999999998E-2</c:v>
                </c:pt>
                <c:pt idx="4679">
                  <c:v>1.49701E-2</c:v>
                </c:pt>
                <c:pt idx="4680">
                  <c:v>1.4865E-2</c:v>
                </c:pt>
                <c:pt idx="4681">
                  <c:v>1.4588399999999998E-2</c:v>
                </c:pt>
                <c:pt idx="4682">
                  <c:v>1.43917E-2</c:v>
                </c:pt>
                <c:pt idx="4683">
                  <c:v>1.4496E-2</c:v>
                </c:pt>
                <c:pt idx="4684">
                  <c:v>1.4068799999999999E-2</c:v>
                </c:pt>
                <c:pt idx="4685">
                  <c:v>1.3964500000000001E-2</c:v>
                </c:pt>
                <c:pt idx="4686">
                  <c:v>1.4507400000000002E-2</c:v>
                </c:pt>
                <c:pt idx="4687">
                  <c:v>1.47548E-2</c:v>
                </c:pt>
                <c:pt idx="4688">
                  <c:v>1.5133600000000001E-2</c:v>
                </c:pt>
                <c:pt idx="4689">
                  <c:v>1.56113E-2</c:v>
                </c:pt>
                <c:pt idx="4690">
                  <c:v>1.5596E-2</c:v>
                </c:pt>
                <c:pt idx="4691">
                  <c:v>1.5772000000000001E-2</c:v>
                </c:pt>
                <c:pt idx="4692">
                  <c:v>1.5813799999999999E-2</c:v>
                </c:pt>
                <c:pt idx="4693">
                  <c:v>1.5643500000000001E-2</c:v>
                </c:pt>
                <c:pt idx="4694">
                  <c:v>1.54726E-2</c:v>
                </c:pt>
                <c:pt idx="4695">
                  <c:v>1.54704E-2</c:v>
                </c:pt>
                <c:pt idx="4696">
                  <c:v>1.54322E-2</c:v>
                </c:pt>
                <c:pt idx="4697">
                  <c:v>1.5377199999999999E-2</c:v>
                </c:pt>
                <c:pt idx="4698">
                  <c:v>1.4642500000000001E-2</c:v>
                </c:pt>
                <c:pt idx="4699">
                  <c:v>1.36869E-2</c:v>
                </c:pt>
                <c:pt idx="4700">
                  <c:v>1.3543600000000001E-2</c:v>
                </c:pt>
                <c:pt idx="4701">
                  <c:v>1.3419900000000002E-2</c:v>
                </c:pt>
                <c:pt idx="4702">
                  <c:v>1.3771799999999999E-2</c:v>
                </c:pt>
                <c:pt idx="4703">
                  <c:v>1.3938599999999999E-2</c:v>
                </c:pt>
                <c:pt idx="4704">
                  <c:v>1.38762E-2</c:v>
                </c:pt>
                <c:pt idx="4705">
                  <c:v>1.38797E-2</c:v>
                </c:pt>
                <c:pt idx="4706">
                  <c:v>1.3477600000000001E-2</c:v>
                </c:pt>
                <c:pt idx="4707">
                  <c:v>1.3190100000000001E-2</c:v>
                </c:pt>
                <c:pt idx="4708">
                  <c:v>1.28369E-2</c:v>
                </c:pt>
                <c:pt idx="4709">
                  <c:v>1.2704099999999999E-2</c:v>
                </c:pt>
                <c:pt idx="4710">
                  <c:v>1.32204E-2</c:v>
                </c:pt>
                <c:pt idx="4711">
                  <c:v>1.3122900000000002E-2</c:v>
                </c:pt>
                <c:pt idx="4712">
                  <c:v>1.31661E-2</c:v>
                </c:pt>
                <c:pt idx="4713">
                  <c:v>1.3117599999999998E-2</c:v>
                </c:pt>
                <c:pt idx="4714">
                  <c:v>1.32833E-2</c:v>
                </c:pt>
                <c:pt idx="4715">
                  <c:v>1.33632E-2</c:v>
                </c:pt>
                <c:pt idx="4716">
                  <c:v>1.34632E-2</c:v>
                </c:pt>
                <c:pt idx="4717">
                  <c:v>1.3533199999999999E-2</c:v>
                </c:pt>
                <c:pt idx="4718">
                  <c:v>1.35695E-2</c:v>
                </c:pt>
                <c:pt idx="4719">
                  <c:v>1.3397599999999999E-2</c:v>
                </c:pt>
                <c:pt idx="4720">
                  <c:v>1.3115199999999999E-2</c:v>
                </c:pt>
                <c:pt idx="4721">
                  <c:v>1.3194200000000001E-2</c:v>
                </c:pt>
                <c:pt idx="4722">
                  <c:v>1.3801400000000002E-2</c:v>
                </c:pt>
                <c:pt idx="4723">
                  <c:v>1.4024600000000002E-2</c:v>
                </c:pt>
                <c:pt idx="4724">
                  <c:v>1.4121399999999999E-2</c:v>
                </c:pt>
                <c:pt idx="4725">
                  <c:v>1.3918600000000001E-2</c:v>
                </c:pt>
                <c:pt idx="4726">
                  <c:v>1.4132599999999999E-2</c:v>
                </c:pt>
                <c:pt idx="4727">
                  <c:v>1.3648799999999999E-2</c:v>
                </c:pt>
                <c:pt idx="4728">
                  <c:v>1.3543700000000001E-2</c:v>
                </c:pt>
                <c:pt idx="4729">
                  <c:v>1.35403E-2</c:v>
                </c:pt>
                <c:pt idx="4730">
                  <c:v>1.3442500000000001E-2</c:v>
                </c:pt>
                <c:pt idx="4731">
                  <c:v>1.34728E-2</c:v>
                </c:pt>
                <c:pt idx="4732">
                  <c:v>1.3491399999999999E-2</c:v>
                </c:pt>
                <c:pt idx="4733">
                  <c:v>1.3340899999999999E-2</c:v>
                </c:pt>
                <c:pt idx="4734">
                  <c:v>1.3113100000000001E-2</c:v>
                </c:pt>
                <c:pt idx="4735">
                  <c:v>1.26047E-2</c:v>
                </c:pt>
                <c:pt idx="4736">
                  <c:v>1.2301699999999999E-2</c:v>
                </c:pt>
                <c:pt idx="4737">
                  <c:v>1.24283E-2</c:v>
                </c:pt>
                <c:pt idx="4738">
                  <c:v>1.2561299999999999E-2</c:v>
                </c:pt>
                <c:pt idx="4739">
                  <c:v>1.27765E-2</c:v>
                </c:pt>
                <c:pt idx="4740">
                  <c:v>1.27805E-2</c:v>
                </c:pt>
                <c:pt idx="4741">
                  <c:v>1.28019E-2</c:v>
                </c:pt>
                <c:pt idx="4742">
                  <c:v>1.2978899999999998E-2</c:v>
                </c:pt>
                <c:pt idx="4743">
                  <c:v>1.2860699999999999E-2</c:v>
                </c:pt>
                <c:pt idx="4744">
                  <c:v>1.2427299999999999E-2</c:v>
                </c:pt>
                <c:pt idx="4745">
                  <c:v>1.2511400000000001E-2</c:v>
                </c:pt>
                <c:pt idx="4746">
                  <c:v>1.2498799999999999E-2</c:v>
                </c:pt>
                <c:pt idx="4747">
                  <c:v>1.2433100000000001E-2</c:v>
                </c:pt>
                <c:pt idx="4748">
                  <c:v>1.2387E-2</c:v>
                </c:pt>
                <c:pt idx="4749">
                  <c:v>1.2162900000000001E-2</c:v>
                </c:pt>
                <c:pt idx="4750">
                  <c:v>1.206E-2</c:v>
                </c:pt>
                <c:pt idx="4751">
                  <c:v>1.3093899999999999E-2</c:v>
                </c:pt>
                <c:pt idx="4752">
                  <c:v>1.2614799999999999E-2</c:v>
                </c:pt>
                <c:pt idx="4753">
                  <c:v>1.2821299999999999E-2</c:v>
                </c:pt>
                <c:pt idx="4754">
                  <c:v>1.2811899999999999E-2</c:v>
                </c:pt>
                <c:pt idx="4755">
                  <c:v>1.2505E-2</c:v>
                </c:pt>
                <c:pt idx="4756">
                  <c:v>1.2761100000000001E-2</c:v>
                </c:pt>
                <c:pt idx="4757">
                  <c:v>1.27238E-2</c:v>
                </c:pt>
                <c:pt idx="4758">
                  <c:v>1.24622E-2</c:v>
                </c:pt>
                <c:pt idx="4759">
                  <c:v>1.2108300000000001E-2</c:v>
                </c:pt>
                <c:pt idx="4760">
                  <c:v>1.2190399999999999E-2</c:v>
                </c:pt>
                <c:pt idx="4761">
                  <c:v>1.2026200000000001E-2</c:v>
                </c:pt>
                <c:pt idx="4762">
                  <c:v>1.19939E-2</c:v>
                </c:pt>
                <c:pt idx="4763">
                  <c:v>1.19294E-2</c:v>
                </c:pt>
                <c:pt idx="4764">
                  <c:v>1.1864299999999999E-2</c:v>
                </c:pt>
                <c:pt idx="4765">
                  <c:v>1.17416E-2</c:v>
                </c:pt>
                <c:pt idx="4766">
                  <c:v>1.1616400000000001E-2</c:v>
                </c:pt>
                <c:pt idx="4767">
                  <c:v>1.15935E-2</c:v>
                </c:pt>
                <c:pt idx="4768">
                  <c:v>1.14114E-2</c:v>
                </c:pt>
                <c:pt idx="4769">
                  <c:v>1.13005E-2</c:v>
                </c:pt>
                <c:pt idx="4770">
                  <c:v>1.12012E-2</c:v>
                </c:pt>
                <c:pt idx="4771">
                  <c:v>1.09719E-2</c:v>
                </c:pt>
                <c:pt idx="4772">
                  <c:v>1.09712E-2</c:v>
                </c:pt>
                <c:pt idx="4773">
                  <c:v>1.0969400000000001E-2</c:v>
                </c:pt>
                <c:pt idx="4774">
                  <c:v>1.0951499999999999E-2</c:v>
                </c:pt>
                <c:pt idx="4775">
                  <c:v>1.10936E-2</c:v>
                </c:pt>
                <c:pt idx="4776">
                  <c:v>1.1499299999999999E-2</c:v>
                </c:pt>
                <c:pt idx="4777">
                  <c:v>1.1559099999999999E-2</c:v>
                </c:pt>
                <c:pt idx="4778">
                  <c:v>1.1454300000000001E-2</c:v>
                </c:pt>
                <c:pt idx="4779">
                  <c:v>1.1306699999999999E-2</c:v>
                </c:pt>
                <c:pt idx="4780">
                  <c:v>1.1238700000000001E-2</c:v>
                </c:pt>
                <c:pt idx="4781">
                  <c:v>1.12999E-2</c:v>
                </c:pt>
                <c:pt idx="4782">
                  <c:v>1.14821E-2</c:v>
                </c:pt>
                <c:pt idx="4783">
                  <c:v>1.11961E-2</c:v>
                </c:pt>
                <c:pt idx="4784">
                  <c:v>1.12391E-2</c:v>
                </c:pt>
                <c:pt idx="4785">
                  <c:v>1.1643199999999999E-2</c:v>
                </c:pt>
                <c:pt idx="4786">
                  <c:v>1.1683000000000001E-2</c:v>
                </c:pt>
                <c:pt idx="4787">
                  <c:v>1.1854399999999999E-2</c:v>
                </c:pt>
                <c:pt idx="4788">
                  <c:v>1.19924E-2</c:v>
                </c:pt>
                <c:pt idx="4789">
                  <c:v>1.23611E-2</c:v>
                </c:pt>
                <c:pt idx="4790">
                  <c:v>1.2201200000000001E-2</c:v>
                </c:pt>
                <c:pt idx="4791">
                  <c:v>1.1726800000000001E-2</c:v>
                </c:pt>
                <c:pt idx="4792">
                  <c:v>1.1731100000000001E-2</c:v>
                </c:pt>
                <c:pt idx="4793">
                  <c:v>1.1753100000000001E-2</c:v>
                </c:pt>
                <c:pt idx="4794">
                  <c:v>1.1748399999999999E-2</c:v>
                </c:pt>
                <c:pt idx="4795">
                  <c:v>1.1547100000000001E-2</c:v>
                </c:pt>
                <c:pt idx="4796">
                  <c:v>1.16509E-2</c:v>
                </c:pt>
                <c:pt idx="4797">
                  <c:v>1.20734E-2</c:v>
                </c:pt>
                <c:pt idx="4798">
                  <c:v>1.21809E-2</c:v>
                </c:pt>
                <c:pt idx="4799">
                  <c:v>1.21099E-2</c:v>
                </c:pt>
                <c:pt idx="4800">
                  <c:v>1.21937E-2</c:v>
                </c:pt>
                <c:pt idx="4801">
                  <c:v>1.23508E-2</c:v>
                </c:pt>
                <c:pt idx="4802">
                  <c:v>1.23368E-2</c:v>
                </c:pt>
                <c:pt idx="4803">
                  <c:v>1.3155000000000002E-2</c:v>
                </c:pt>
                <c:pt idx="4804">
                  <c:v>1.2992199999999999E-2</c:v>
                </c:pt>
                <c:pt idx="4805">
                  <c:v>1.25822E-2</c:v>
                </c:pt>
                <c:pt idx="4806">
                  <c:v>1.24812E-2</c:v>
                </c:pt>
                <c:pt idx="4807">
                  <c:v>1.2615000000000001E-2</c:v>
                </c:pt>
                <c:pt idx="4808">
                  <c:v>1.2740000000000001E-2</c:v>
                </c:pt>
                <c:pt idx="4809">
                  <c:v>1.2367E-2</c:v>
                </c:pt>
                <c:pt idx="4810">
                  <c:v>1.2027899999999999E-2</c:v>
                </c:pt>
                <c:pt idx="4811">
                  <c:v>1.2231000000000001E-2</c:v>
                </c:pt>
                <c:pt idx="4812">
                  <c:v>1.2214600000000001E-2</c:v>
                </c:pt>
                <c:pt idx="4813">
                  <c:v>1.23654E-2</c:v>
                </c:pt>
                <c:pt idx="4814">
                  <c:v>1.2330299999999999E-2</c:v>
                </c:pt>
                <c:pt idx="4815">
                  <c:v>1.1800100000000001E-2</c:v>
                </c:pt>
                <c:pt idx="4816">
                  <c:v>1.1416800000000001E-2</c:v>
                </c:pt>
                <c:pt idx="4817">
                  <c:v>1.1147300000000001E-2</c:v>
                </c:pt>
                <c:pt idx="4818">
                  <c:v>1.1095600000000001E-2</c:v>
                </c:pt>
                <c:pt idx="4819">
                  <c:v>1.1379800000000001E-2</c:v>
                </c:pt>
                <c:pt idx="4820">
                  <c:v>1.15251E-2</c:v>
                </c:pt>
                <c:pt idx="4821">
                  <c:v>1.1425599999999999E-2</c:v>
                </c:pt>
                <c:pt idx="4822">
                  <c:v>1.12277E-2</c:v>
                </c:pt>
                <c:pt idx="4823">
                  <c:v>1.1154000000000001E-2</c:v>
                </c:pt>
                <c:pt idx="4824">
                  <c:v>1.0871500000000001E-2</c:v>
                </c:pt>
                <c:pt idx="4825">
                  <c:v>1.1063399999999999E-2</c:v>
                </c:pt>
                <c:pt idx="4826">
                  <c:v>1.1111599999999999E-2</c:v>
                </c:pt>
                <c:pt idx="4827">
                  <c:v>1.1114799999999999E-2</c:v>
                </c:pt>
                <c:pt idx="4828">
                  <c:v>1.1091200000000001E-2</c:v>
                </c:pt>
                <c:pt idx="4829">
                  <c:v>1.12499E-2</c:v>
                </c:pt>
                <c:pt idx="4830">
                  <c:v>1.1486700000000001E-2</c:v>
                </c:pt>
                <c:pt idx="4831">
                  <c:v>1.15774E-2</c:v>
                </c:pt>
                <c:pt idx="4832">
                  <c:v>1.16959E-2</c:v>
                </c:pt>
                <c:pt idx="4833">
                  <c:v>1.1422700000000001E-2</c:v>
                </c:pt>
                <c:pt idx="4834">
                  <c:v>1.1103E-2</c:v>
                </c:pt>
                <c:pt idx="4835">
                  <c:v>1.1316700000000001E-2</c:v>
                </c:pt>
                <c:pt idx="4836">
                  <c:v>1.15347E-2</c:v>
                </c:pt>
                <c:pt idx="4837">
                  <c:v>1.14406E-2</c:v>
                </c:pt>
                <c:pt idx="4838">
                  <c:v>1.1387399999999999E-2</c:v>
                </c:pt>
                <c:pt idx="4839">
                  <c:v>1.1540999999999999E-2</c:v>
                </c:pt>
                <c:pt idx="4840">
                  <c:v>1.1568E-2</c:v>
                </c:pt>
                <c:pt idx="4841">
                  <c:v>1.1436400000000001E-2</c:v>
                </c:pt>
                <c:pt idx="4842">
                  <c:v>1.13688E-2</c:v>
                </c:pt>
                <c:pt idx="4843">
                  <c:v>1.1427700000000001E-2</c:v>
                </c:pt>
                <c:pt idx="4844">
                  <c:v>1.1461300000000001E-2</c:v>
                </c:pt>
                <c:pt idx="4845">
                  <c:v>1.1613699999999999E-2</c:v>
                </c:pt>
                <c:pt idx="4846">
                  <c:v>1.1710399999999999E-2</c:v>
                </c:pt>
                <c:pt idx="4847">
                  <c:v>1.20433E-2</c:v>
                </c:pt>
                <c:pt idx="4848">
                  <c:v>1.22842E-2</c:v>
                </c:pt>
                <c:pt idx="4849">
                  <c:v>1.2972300000000001E-2</c:v>
                </c:pt>
                <c:pt idx="4850">
                  <c:v>1.30119E-2</c:v>
                </c:pt>
                <c:pt idx="4851">
                  <c:v>1.2740399999999999E-2</c:v>
                </c:pt>
                <c:pt idx="4852">
                  <c:v>1.19823E-2</c:v>
                </c:pt>
                <c:pt idx="4853">
                  <c:v>1.21747E-2</c:v>
                </c:pt>
                <c:pt idx="4854">
                  <c:v>1.2377899999999999E-2</c:v>
                </c:pt>
                <c:pt idx="4855">
                  <c:v>1.20027E-2</c:v>
                </c:pt>
                <c:pt idx="4856">
                  <c:v>1.2347199999999999E-2</c:v>
                </c:pt>
                <c:pt idx="4857">
                  <c:v>1.2092400000000001E-2</c:v>
                </c:pt>
                <c:pt idx="4858">
                  <c:v>1.17898E-2</c:v>
                </c:pt>
                <c:pt idx="4859">
                  <c:v>1.17336E-2</c:v>
                </c:pt>
                <c:pt idx="4860">
                  <c:v>1.1864100000000001E-2</c:v>
                </c:pt>
                <c:pt idx="4861">
                  <c:v>1.15992E-2</c:v>
                </c:pt>
                <c:pt idx="4862">
                  <c:v>1.1559699999999999E-2</c:v>
                </c:pt>
                <c:pt idx="4863">
                  <c:v>1.1812699999999999E-2</c:v>
                </c:pt>
                <c:pt idx="4864">
                  <c:v>1.1894199999999999E-2</c:v>
                </c:pt>
                <c:pt idx="4865">
                  <c:v>1.1716500000000001E-2</c:v>
                </c:pt>
                <c:pt idx="4866">
                  <c:v>1.16658E-2</c:v>
                </c:pt>
                <c:pt idx="4867">
                  <c:v>1.1528100000000001E-2</c:v>
                </c:pt>
                <c:pt idx="4868">
                  <c:v>1.1340000000000001E-2</c:v>
                </c:pt>
                <c:pt idx="4869">
                  <c:v>1.1252E-2</c:v>
                </c:pt>
                <c:pt idx="4870">
                  <c:v>1.10878E-2</c:v>
                </c:pt>
                <c:pt idx="4871">
                  <c:v>1.06541E-2</c:v>
                </c:pt>
                <c:pt idx="4872">
                  <c:v>1.02211E-2</c:v>
                </c:pt>
                <c:pt idx="4873">
                  <c:v>1.0096899999999999E-2</c:v>
                </c:pt>
                <c:pt idx="4874">
                  <c:v>9.9731999999999998E-3</c:v>
                </c:pt>
                <c:pt idx="4875">
                  <c:v>9.9454999999999995E-3</c:v>
                </c:pt>
                <c:pt idx="4876">
                  <c:v>1.00173E-2</c:v>
                </c:pt>
                <c:pt idx="4877">
                  <c:v>9.9568E-3</c:v>
                </c:pt>
                <c:pt idx="4878">
                  <c:v>1.0061799999999999E-2</c:v>
                </c:pt>
                <c:pt idx="4879">
                  <c:v>1.0263400000000001E-2</c:v>
                </c:pt>
                <c:pt idx="4880">
                  <c:v>1.0206399999999999E-2</c:v>
                </c:pt>
                <c:pt idx="4881">
                  <c:v>1.01025E-2</c:v>
                </c:pt>
                <c:pt idx="4882">
                  <c:v>9.9182000000000003E-3</c:v>
                </c:pt>
                <c:pt idx="4883">
                  <c:v>1.1088800000000001E-2</c:v>
                </c:pt>
                <c:pt idx="4884">
                  <c:v>1.11158E-2</c:v>
                </c:pt>
                <c:pt idx="4885">
                  <c:v>1.1506000000000001E-2</c:v>
                </c:pt>
                <c:pt idx="4886">
                  <c:v>1.1515900000000001E-2</c:v>
                </c:pt>
                <c:pt idx="4887">
                  <c:v>1.1645000000000001E-2</c:v>
                </c:pt>
                <c:pt idx="4888">
                  <c:v>1.17114E-2</c:v>
                </c:pt>
                <c:pt idx="4889">
                  <c:v>1.15762E-2</c:v>
                </c:pt>
                <c:pt idx="4890">
                  <c:v>1.1690799999999999E-2</c:v>
                </c:pt>
                <c:pt idx="4891">
                  <c:v>1.16708E-2</c:v>
                </c:pt>
                <c:pt idx="4892">
                  <c:v>1.16273E-2</c:v>
                </c:pt>
                <c:pt idx="4893">
                  <c:v>1.14818E-2</c:v>
                </c:pt>
                <c:pt idx="4894">
                  <c:v>1.1463899999999999E-2</c:v>
                </c:pt>
                <c:pt idx="4895">
                  <c:v>1.16282E-2</c:v>
                </c:pt>
                <c:pt idx="4896">
                  <c:v>1.1591600000000001E-2</c:v>
                </c:pt>
                <c:pt idx="4897">
                  <c:v>1.13965E-2</c:v>
                </c:pt>
                <c:pt idx="4898">
                  <c:v>1.1093899999999999E-2</c:v>
                </c:pt>
                <c:pt idx="4899">
                  <c:v>1.1032399999999999E-2</c:v>
                </c:pt>
                <c:pt idx="4900">
                  <c:v>1.0961799999999999E-2</c:v>
                </c:pt>
                <c:pt idx="4901">
                  <c:v>1.0789700000000001E-2</c:v>
                </c:pt>
                <c:pt idx="4902">
                  <c:v>1.06368E-2</c:v>
                </c:pt>
                <c:pt idx="4903">
                  <c:v>1.0542900000000001E-2</c:v>
                </c:pt>
                <c:pt idx="4904">
                  <c:v>1.04534E-2</c:v>
                </c:pt>
                <c:pt idx="4905">
                  <c:v>1.02621E-2</c:v>
                </c:pt>
                <c:pt idx="4906">
                  <c:v>1.00494E-2</c:v>
                </c:pt>
                <c:pt idx="4907">
                  <c:v>9.717700000000001E-3</c:v>
                </c:pt>
                <c:pt idx="4908">
                  <c:v>9.3369999999999998E-3</c:v>
                </c:pt>
                <c:pt idx="4909">
                  <c:v>9.0767E-3</c:v>
                </c:pt>
                <c:pt idx="4910">
                  <c:v>8.8736000000000006E-3</c:v>
                </c:pt>
                <c:pt idx="4911">
                  <c:v>8.9446000000000005E-3</c:v>
                </c:pt>
                <c:pt idx="4912">
                  <c:v>9.1730000000000006E-3</c:v>
                </c:pt>
                <c:pt idx="4913">
                  <c:v>9.0215E-3</c:v>
                </c:pt>
                <c:pt idx="4914">
                  <c:v>8.6902000000000004E-3</c:v>
                </c:pt>
                <c:pt idx="4915">
                  <c:v>8.6420999999999998E-3</c:v>
                </c:pt>
                <c:pt idx="4916">
                  <c:v>8.6794999999999997E-3</c:v>
                </c:pt>
                <c:pt idx="4917">
                  <c:v>8.5404999999999995E-3</c:v>
                </c:pt>
                <c:pt idx="4918">
                  <c:v>8.5304000000000005E-3</c:v>
                </c:pt>
                <c:pt idx="4919">
                  <c:v>8.5485000000000005E-3</c:v>
                </c:pt>
                <c:pt idx="4920">
                  <c:v>8.7343999999999998E-3</c:v>
                </c:pt>
                <c:pt idx="4921">
                  <c:v>8.9841999999999995E-3</c:v>
                </c:pt>
                <c:pt idx="4922">
                  <c:v>9.2135000000000012E-3</c:v>
                </c:pt>
                <c:pt idx="4923">
                  <c:v>9.1087000000000008E-3</c:v>
                </c:pt>
                <c:pt idx="4924">
                  <c:v>9.2931999999999997E-3</c:v>
                </c:pt>
                <c:pt idx="4925">
                  <c:v>9.3754000000000007E-3</c:v>
                </c:pt>
                <c:pt idx="4926">
                  <c:v>9.4219999999999998E-3</c:v>
                </c:pt>
                <c:pt idx="4927">
                  <c:v>9.3471000000000005E-3</c:v>
                </c:pt>
                <c:pt idx="4928">
                  <c:v>9.2037999999999998E-3</c:v>
                </c:pt>
                <c:pt idx="4929">
                  <c:v>9.2402000000000005E-3</c:v>
                </c:pt>
                <c:pt idx="4930">
                  <c:v>9.137000000000001E-3</c:v>
                </c:pt>
                <c:pt idx="4931">
                  <c:v>9.1903000000000002E-3</c:v>
                </c:pt>
                <c:pt idx="4932">
                  <c:v>9.2048000000000008E-3</c:v>
                </c:pt>
                <c:pt idx="4933">
                  <c:v>9.1861000000000009E-3</c:v>
                </c:pt>
                <c:pt idx="4934">
                  <c:v>9.1911000000000007E-3</c:v>
                </c:pt>
                <c:pt idx="4935">
                  <c:v>9.1591999999999993E-3</c:v>
                </c:pt>
                <c:pt idx="4936">
                  <c:v>8.898699999999999E-3</c:v>
                </c:pt>
                <c:pt idx="4937">
                  <c:v>8.5815000000000006E-3</c:v>
                </c:pt>
                <c:pt idx="4938">
                  <c:v>8.3318999999999997E-3</c:v>
                </c:pt>
                <c:pt idx="4939">
                  <c:v>8.2129999999999998E-3</c:v>
                </c:pt>
                <c:pt idx="4940">
                  <c:v>8.0902999999999999E-3</c:v>
                </c:pt>
                <c:pt idx="4941">
                  <c:v>7.7762000000000005E-3</c:v>
                </c:pt>
                <c:pt idx="4942">
                  <c:v>7.5340000000000008E-3</c:v>
                </c:pt>
                <c:pt idx="4943">
                  <c:v>7.6392999999999999E-3</c:v>
                </c:pt>
                <c:pt idx="4944">
                  <c:v>7.6939999999999995E-3</c:v>
                </c:pt>
                <c:pt idx="4945">
                  <c:v>7.6376999999999999E-3</c:v>
                </c:pt>
                <c:pt idx="4946">
                  <c:v>7.7280000000000005E-3</c:v>
                </c:pt>
                <c:pt idx="4947">
                  <c:v>8.0352999999999987E-3</c:v>
                </c:pt>
                <c:pt idx="4948">
                  <c:v>8.0492000000000011E-3</c:v>
                </c:pt>
                <c:pt idx="4949">
                  <c:v>8.0545000000000009E-3</c:v>
                </c:pt>
                <c:pt idx="4950">
                  <c:v>8.0838999999999998E-3</c:v>
                </c:pt>
                <c:pt idx="4951">
                  <c:v>8.0952999999999997E-3</c:v>
                </c:pt>
                <c:pt idx="4952">
                  <c:v>8.0834999999999987E-3</c:v>
                </c:pt>
                <c:pt idx="4953">
                  <c:v>7.9343E-3</c:v>
                </c:pt>
                <c:pt idx="4954">
                  <c:v>7.9325000000000003E-3</c:v>
                </c:pt>
                <c:pt idx="4955">
                  <c:v>7.8799999999999999E-3</c:v>
                </c:pt>
                <c:pt idx="4956">
                  <c:v>7.8414000000000001E-3</c:v>
                </c:pt>
                <c:pt idx="4957">
                  <c:v>7.6831999999999994E-3</c:v>
                </c:pt>
                <c:pt idx="4958">
                  <c:v>7.7906999999999994E-3</c:v>
                </c:pt>
                <c:pt idx="4959">
                  <c:v>7.8191000000000007E-3</c:v>
                </c:pt>
                <c:pt idx="4960">
                  <c:v>7.7919E-3</c:v>
                </c:pt>
                <c:pt idx="4961">
                  <c:v>7.6286000000000001E-3</c:v>
                </c:pt>
                <c:pt idx="4962">
                  <c:v>7.4520999999999997E-3</c:v>
                </c:pt>
                <c:pt idx="4963">
                  <c:v>7.4653000000000002E-3</c:v>
                </c:pt>
                <c:pt idx="4964">
                  <c:v>7.6459999999999992E-3</c:v>
                </c:pt>
                <c:pt idx="4965">
                  <c:v>7.7194999999999989E-3</c:v>
                </c:pt>
                <c:pt idx="4966">
                  <c:v>7.8046000000000009E-3</c:v>
                </c:pt>
                <c:pt idx="4967">
                  <c:v>7.8215999999999997E-3</c:v>
                </c:pt>
                <c:pt idx="4968">
                  <c:v>7.8204999999999993E-3</c:v>
                </c:pt>
                <c:pt idx="4969">
                  <c:v>7.8335000000000002E-3</c:v>
                </c:pt>
                <c:pt idx="4970">
                  <c:v>7.9459999999999999E-3</c:v>
                </c:pt>
                <c:pt idx="4971">
                  <c:v>8.033499999999999E-3</c:v>
                </c:pt>
                <c:pt idx="4972">
                  <c:v>8.1043999999999995E-3</c:v>
                </c:pt>
                <c:pt idx="4973">
                  <c:v>8.3383999999999993E-3</c:v>
                </c:pt>
                <c:pt idx="4974">
                  <c:v>8.6918999999999989E-3</c:v>
                </c:pt>
                <c:pt idx="4975">
                  <c:v>8.2953000000000002E-3</c:v>
                </c:pt>
                <c:pt idx="4976">
                  <c:v>7.8608000000000011E-3</c:v>
                </c:pt>
                <c:pt idx="4977">
                  <c:v>7.9329999999999991E-3</c:v>
                </c:pt>
                <c:pt idx="4978">
                  <c:v>8.1761999999999998E-3</c:v>
                </c:pt>
                <c:pt idx="4979">
                  <c:v>8.3141000000000014E-3</c:v>
                </c:pt>
                <c:pt idx="4980">
                  <c:v>8.0272E-3</c:v>
                </c:pt>
                <c:pt idx="4981">
                  <c:v>7.7381000000000004E-3</c:v>
                </c:pt>
                <c:pt idx="4982">
                  <c:v>7.7172999999999999E-3</c:v>
                </c:pt>
                <c:pt idx="4983">
                  <c:v>7.8189999999999996E-3</c:v>
                </c:pt>
                <c:pt idx="4984">
                  <c:v>7.8212999999999998E-3</c:v>
                </c:pt>
                <c:pt idx="4985">
                  <c:v>7.7393000000000002E-3</c:v>
                </c:pt>
                <c:pt idx="4986">
                  <c:v>7.6644999999999994E-3</c:v>
                </c:pt>
                <c:pt idx="4987">
                  <c:v>7.5745000000000005E-3</c:v>
                </c:pt>
                <c:pt idx="4988">
                  <c:v>7.4850999999999997E-3</c:v>
                </c:pt>
                <c:pt idx="4989">
                  <c:v>7.437E-3</c:v>
                </c:pt>
                <c:pt idx="4990">
                  <c:v>7.3915999999999999E-3</c:v>
                </c:pt>
                <c:pt idx="4991">
                  <c:v>7.2900999999999999E-3</c:v>
                </c:pt>
                <c:pt idx="4992">
                  <c:v>7.234E-3</c:v>
                </c:pt>
                <c:pt idx="4993">
                  <c:v>7.1873000000000006E-3</c:v>
                </c:pt>
                <c:pt idx="4994">
                  <c:v>7.489E-3</c:v>
                </c:pt>
                <c:pt idx="4995">
                  <c:v>7.9424999999999999E-3</c:v>
                </c:pt>
                <c:pt idx="4996">
                  <c:v>8.2206999999999992E-3</c:v>
                </c:pt>
                <c:pt idx="4997">
                  <c:v>9.1414000000000009E-3</c:v>
                </c:pt>
                <c:pt idx="4998">
                  <c:v>1.04149E-2</c:v>
                </c:pt>
                <c:pt idx="4999">
                  <c:v>1.02358E-2</c:v>
                </c:pt>
                <c:pt idx="5000">
                  <c:v>9.9290999999999997E-3</c:v>
                </c:pt>
                <c:pt idx="5001">
                  <c:v>9.1055000000000007E-3</c:v>
                </c:pt>
                <c:pt idx="5002">
                  <c:v>1.0123E-2</c:v>
                </c:pt>
                <c:pt idx="5003">
                  <c:v>1.14593E-2</c:v>
                </c:pt>
                <c:pt idx="5004">
                  <c:v>1.6911099999999998E-2</c:v>
                </c:pt>
                <c:pt idx="5005">
                  <c:v>1.75639E-2</c:v>
                </c:pt>
                <c:pt idx="5006">
                  <c:v>1.9738499999999999E-2</c:v>
                </c:pt>
                <c:pt idx="5007">
                  <c:v>2.4969399999999999E-2</c:v>
                </c:pt>
                <c:pt idx="5008">
                  <c:v>2.0547900000000001E-2</c:v>
                </c:pt>
                <c:pt idx="5009">
                  <c:v>2.5706699999999999E-2</c:v>
                </c:pt>
                <c:pt idx="5010">
                  <c:v>2.3229400000000001E-2</c:v>
                </c:pt>
                <c:pt idx="5011">
                  <c:v>2.8710899999999998E-2</c:v>
                </c:pt>
                <c:pt idx="5012">
                  <c:v>2.6310899999999998E-2</c:v>
                </c:pt>
                <c:pt idx="5013">
                  <c:v>2.7678600000000001E-2</c:v>
                </c:pt>
                <c:pt idx="5014">
                  <c:v>2.92603E-2</c:v>
                </c:pt>
                <c:pt idx="5015">
                  <c:v>2.52176E-2</c:v>
                </c:pt>
                <c:pt idx="5016">
                  <c:v>1.9193999999999999E-2</c:v>
                </c:pt>
                <c:pt idx="5017">
                  <c:v>1.8227199999999999E-2</c:v>
                </c:pt>
                <c:pt idx="5018">
                  <c:v>2.35515E-2</c:v>
                </c:pt>
                <c:pt idx="5019">
                  <c:v>2.4329199999999999E-2</c:v>
                </c:pt>
                <c:pt idx="5020">
                  <c:v>2.40854E-2</c:v>
                </c:pt>
                <c:pt idx="5021">
                  <c:v>2.72634E-2</c:v>
                </c:pt>
                <c:pt idx="5022">
                  <c:v>2.7058300000000004E-2</c:v>
                </c:pt>
                <c:pt idx="5023">
                  <c:v>2.77986E-2</c:v>
                </c:pt>
                <c:pt idx="5024">
                  <c:v>2.71413E-2</c:v>
                </c:pt>
                <c:pt idx="5025">
                  <c:v>2.6816500000000004E-2</c:v>
                </c:pt>
                <c:pt idx="5026">
                  <c:v>2.6122000000000003E-2</c:v>
                </c:pt>
                <c:pt idx="5027">
                  <c:v>2.2833600000000003E-2</c:v>
                </c:pt>
                <c:pt idx="5028">
                  <c:v>2.2725299999999997E-2</c:v>
                </c:pt>
                <c:pt idx="5029">
                  <c:v>2.25011E-2</c:v>
                </c:pt>
                <c:pt idx="5030">
                  <c:v>2.2521199999999998E-2</c:v>
                </c:pt>
                <c:pt idx="5031">
                  <c:v>2.6294799999999997E-2</c:v>
                </c:pt>
                <c:pt idx="5032">
                  <c:v>2.7126400000000002E-2</c:v>
                </c:pt>
                <c:pt idx="5033">
                  <c:v>2.6968099999999998E-2</c:v>
                </c:pt>
                <c:pt idx="5034">
                  <c:v>2.7774200000000002E-2</c:v>
                </c:pt>
                <c:pt idx="5035">
                  <c:v>2.9218599999999997E-2</c:v>
                </c:pt>
                <c:pt idx="5036">
                  <c:v>2.90873E-2</c:v>
                </c:pt>
                <c:pt idx="5037">
                  <c:v>2.9037500000000001E-2</c:v>
                </c:pt>
                <c:pt idx="5038">
                  <c:v>2.9986200000000001E-2</c:v>
                </c:pt>
                <c:pt idx="5039">
                  <c:v>3.0991399999999999E-2</c:v>
                </c:pt>
                <c:pt idx="5040">
                  <c:v>3.07272E-2</c:v>
                </c:pt>
                <c:pt idx="5041">
                  <c:v>2.70706E-2</c:v>
                </c:pt>
                <c:pt idx="5042">
                  <c:v>2.5557799999999999E-2</c:v>
                </c:pt>
                <c:pt idx="5043">
                  <c:v>2.5872899999999997E-2</c:v>
                </c:pt>
                <c:pt idx="5044">
                  <c:v>2.5988999999999998E-2</c:v>
                </c:pt>
                <c:pt idx="5045">
                  <c:v>2.4908900000000001E-2</c:v>
                </c:pt>
                <c:pt idx="5046">
                  <c:v>2.48232E-2</c:v>
                </c:pt>
                <c:pt idx="5047">
                  <c:v>2.3985599999999999E-2</c:v>
                </c:pt>
                <c:pt idx="5048">
                  <c:v>2.31582E-2</c:v>
                </c:pt>
                <c:pt idx="5049">
                  <c:v>2.2654199999999999E-2</c:v>
                </c:pt>
                <c:pt idx="5050">
                  <c:v>2.26284E-2</c:v>
                </c:pt>
                <c:pt idx="5051">
                  <c:v>2.3998999999999999E-2</c:v>
                </c:pt>
                <c:pt idx="5052">
                  <c:v>2.4663399999999999E-2</c:v>
                </c:pt>
                <c:pt idx="5053">
                  <c:v>2.4795400000000002E-2</c:v>
                </c:pt>
                <c:pt idx="5054">
                  <c:v>2.2806099999999999E-2</c:v>
                </c:pt>
                <c:pt idx="5055">
                  <c:v>2.2886199999999999E-2</c:v>
                </c:pt>
                <c:pt idx="5056">
                  <c:v>2.1327799999999997E-2</c:v>
                </c:pt>
                <c:pt idx="5057">
                  <c:v>2.0086300000000001E-2</c:v>
                </c:pt>
                <c:pt idx="5058">
                  <c:v>2.0013099999999999E-2</c:v>
                </c:pt>
                <c:pt idx="5059">
                  <c:v>2.0103599999999999E-2</c:v>
                </c:pt>
                <c:pt idx="5060">
                  <c:v>1.7182200000000002E-2</c:v>
                </c:pt>
                <c:pt idx="5061">
                  <c:v>1.7022800000000001E-2</c:v>
                </c:pt>
                <c:pt idx="5062">
                  <c:v>1.7420500000000002E-2</c:v>
                </c:pt>
                <c:pt idx="5063">
                  <c:v>1.7756899999999999E-2</c:v>
                </c:pt>
                <c:pt idx="5064">
                  <c:v>1.7266199999999999E-2</c:v>
                </c:pt>
                <c:pt idx="5065">
                  <c:v>1.46903E-2</c:v>
                </c:pt>
                <c:pt idx="5066">
                  <c:v>1.3621299999999999E-2</c:v>
                </c:pt>
                <c:pt idx="5067">
                  <c:v>1.3761799999999999E-2</c:v>
                </c:pt>
                <c:pt idx="5068">
                  <c:v>1.2444799999999999E-2</c:v>
                </c:pt>
                <c:pt idx="5069">
                  <c:v>1.2709399999999999E-2</c:v>
                </c:pt>
                <c:pt idx="5070">
                  <c:v>1.3757499999999999E-2</c:v>
                </c:pt>
                <c:pt idx="5071">
                  <c:v>1.4243E-2</c:v>
                </c:pt>
                <c:pt idx="5072">
                  <c:v>1.7564199999999999E-2</c:v>
                </c:pt>
                <c:pt idx="5073">
                  <c:v>1.67853E-2</c:v>
                </c:pt>
                <c:pt idx="5074">
                  <c:v>1.6074600000000001E-2</c:v>
                </c:pt>
                <c:pt idx="5075">
                  <c:v>1.4922900000000001E-2</c:v>
                </c:pt>
                <c:pt idx="5076">
                  <c:v>1.52196E-2</c:v>
                </c:pt>
                <c:pt idx="5077">
                  <c:v>1.56209E-2</c:v>
                </c:pt>
                <c:pt idx="5078">
                  <c:v>1.53589E-2</c:v>
                </c:pt>
                <c:pt idx="5079">
                  <c:v>1.5425399999999999E-2</c:v>
                </c:pt>
                <c:pt idx="5080">
                  <c:v>1.49284E-2</c:v>
                </c:pt>
                <c:pt idx="5081">
                  <c:v>1.5693100000000001E-2</c:v>
                </c:pt>
                <c:pt idx="5082">
                  <c:v>1.5892400000000001E-2</c:v>
                </c:pt>
                <c:pt idx="5083">
                  <c:v>1.6370599999999999E-2</c:v>
                </c:pt>
                <c:pt idx="5084">
                  <c:v>1.6374400000000001E-2</c:v>
                </c:pt>
                <c:pt idx="5085">
                  <c:v>1.5849199999999997E-2</c:v>
                </c:pt>
                <c:pt idx="5086">
                  <c:v>1.49572E-2</c:v>
                </c:pt>
                <c:pt idx="5087">
                  <c:v>1.39007E-2</c:v>
                </c:pt>
                <c:pt idx="5088">
                  <c:v>1.3685400000000002E-2</c:v>
                </c:pt>
                <c:pt idx="5089">
                  <c:v>1.35625E-2</c:v>
                </c:pt>
                <c:pt idx="5090">
                  <c:v>1.4061699999999998E-2</c:v>
                </c:pt>
                <c:pt idx="5091">
                  <c:v>1.4421799999999999E-2</c:v>
                </c:pt>
                <c:pt idx="5092">
                  <c:v>1.4876400000000001E-2</c:v>
                </c:pt>
                <c:pt idx="5093">
                  <c:v>1.5153399999999999E-2</c:v>
                </c:pt>
                <c:pt idx="5094">
                  <c:v>1.5257E-2</c:v>
                </c:pt>
                <c:pt idx="5095">
                  <c:v>1.5424500000000001E-2</c:v>
                </c:pt>
                <c:pt idx="5096">
                  <c:v>1.5364699999999998E-2</c:v>
                </c:pt>
                <c:pt idx="5097">
                  <c:v>1.56207E-2</c:v>
                </c:pt>
                <c:pt idx="5098">
                  <c:v>1.52633E-2</c:v>
                </c:pt>
                <c:pt idx="5099">
                  <c:v>1.44341E-2</c:v>
                </c:pt>
                <c:pt idx="5100">
                  <c:v>1.33618E-2</c:v>
                </c:pt>
                <c:pt idx="5101">
                  <c:v>1.28626E-2</c:v>
                </c:pt>
                <c:pt idx="5102">
                  <c:v>1.3616399999999999E-2</c:v>
                </c:pt>
                <c:pt idx="5103">
                  <c:v>1.4163499999999999E-2</c:v>
                </c:pt>
                <c:pt idx="5104">
                  <c:v>1.4124000000000001E-2</c:v>
                </c:pt>
                <c:pt idx="5105">
                  <c:v>1.4322999999999999E-2</c:v>
                </c:pt>
                <c:pt idx="5106">
                  <c:v>1.4154699999999999E-2</c:v>
                </c:pt>
                <c:pt idx="5107">
                  <c:v>1.4272200000000001E-2</c:v>
                </c:pt>
                <c:pt idx="5108">
                  <c:v>1.4344800000000001E-2</c:v>
                </c:pt>
                <c:pt idx="5109">
                  <c:v>1.4345200000000001E-2</c:v>
                </c:pt>
                <c:pt idx="5110">
                  <c:v>1.44137E-2</c:v>
                </c:pt>
                <c:pt idx="5111">
                  <c:v>1.3937399999999999E-2</c:v>
                </c:pt>
                <c:pt idx="5112">
                  <c:v>1.3435300000000001E-2</c:v>
                </c:pt>
                <c:pt idx="5113">
                  <c:v>1.3416200000000001E-2</c:v>
                </c:pt>
                <c:pt idx="5114">
                  <c:v>1.32088E-2</c:v>
                </c:pt>
                <c:pt idx="5115">
                  <c:v>1.3191100000000001E-2</c:v>
                </c:pt>
                <c:pt idx="5116">
                  <c:v>1.3382499999999999E-2</c:v>
                </c:pt>
                <c:pt idx="5117">
                  <c:v>1.3761000000000001E-2</c:v>
                </c:pt>
                <c:pt idx="5118">
                  <c:v>1.37629E-2</c:v>
                </c:pt>
                <c:pt idx="5119">
                  <c:v>1.3553600000000001E-2</c:v>
                </c:pt>
                <c:pt idx="5120">
                  <c:v>1.31065E-2</c:v>
                </c:pt>
                <c:pt idx="5121">
                  <c:v>1.3048500000000001E-2</c:v>
                </c:pt>
                <c:pt idx="5122">
                  <c:v>1.2941100000000001E-2</c:v>
                </c:pt>
                <c:pt idx="5123">
                  <c:v>1.28036E-2</c:v>
                </c:pt>
                <c:pt idx="5124">
                  <c:v>1.2322400000000001E-2</c:v>
                </c:pt>
                <c:pt idx="5125">
                  <c:v>1.20549E-2</c:v>
                </c:pt>
                <c:pt idx="5126">
                  <c:v>1.22287E-2</c:v>
                </c:pt>
                <c:pt idx="5127">
                  <c:v>1.24038E-2</c:v>
                </c:pt>
                <c:pt idx="5128">
                  <c:v>1.20053E-2</c:v>
                </c:pt>
                <c:pt idx="5129">
                  <c:v>1.1750499999999999E-2</c:v>
                </c:pt>
                <c:pt idx="5130">
                  <c:v>1.0893699999999999E-2</c:v>
                </c:pt>
                <c:pt idx="5131">
                  <c:v>1.0485700000000001E-2</c:v>
                </c:pt>
                <c:pt idx="5132">
                  <c:v>1.11103E-2</c:v>
                </c:pt>
                <c:pt idx="5133">
                  <c:v>1.15339E-2</c:v>
                </c:pt>
                <c:pt idx="5134">
                  <c:v>1.15808E-2</c:v>
                </c:pt>
                <c:pt idx="5135">
                  <c:v>1.2196800000000001E-2</c:v>
                </c:pt>
                <c:pt idx="5136">
                  <c:v>1.19983E-2</c:v>
                </c:pt>
                <c:pt idx="5137">
                  <c:v>1.20304E-2</c:v>
                </c:pt>
                <c:pt idx="5138">
                  <c:v>1.21367E-2</c:v>
                </c:pt>
                <c:pt idx="5139">
                  <c:v>1.19554E-2</c:v>
                </c:pt>
                <c:pt idx="5140">
                  <c:v>1.16904E-2</c:v>
                </c:pt>
                <c:pt idx="5141">
                  <c:v>1.1609999999999999E-2</c:v>
                </c:pt>
                <c:pt idx="5142">
                  <c:v>1.1770300000000001E-2</c:v>
                </c:pt>
                <c:pt idx="5143">
                  <c:v>1.2061799999999999E-2</c:v>
                </c:pt>
                <c:pt idx="5144">
                  <c:v>1.4477500000000001E-2</c:v>
                </c:pt>
                <c:pt idx="5145">
                  <c:v>1.5040600000000001E-2</c:v>
                </c:pt>
                <c:pt idx="5146">
                  <c:v>1.63067E-2</c:v>
                </c:pt>
                <c:pt idx="5147">
                  <c:v>1.6444500000000001E-2</c:v>
                </c:pt>
                <c:pt idx="5148">
                  <c:v>1.6141800000000001E-2</c:v>
                </c:pt>
                <c:pt idx="5149">
                  <c:v>1.5751499999999998E-2</c:v>
                </c:pt>
                <c:pt idx="5150">
                  <c:v>1.55645E-2</c:v>
                </c:pt>
                <c:pt idx="5151">
                  <c:v>1.51673E-2</c:v>
                </c:pt>
                <c:pt idx="5152">
                  <c:v>1.4546000000000002E-2</c:v>
                </c:pt>
                <c:pt idx="5153">
                  <c:v>1.45953E-2</c:v>
                </c:pt>
                <c:pt idx="5154">
                  <c:v>1.3819300000000001E-2</c:v>
                </c:pt>
                <c:pt idx="5155">
                  <c:v>1.3469700000000001E-2</c:v>
                </c:pt>
                <c:pt idx="5156">
                  <c:v>1.27481E-2</c:v>
                </c:pt>
                <c:pt idx="5157">
                  <c:v>1.24367E-2</c:v>
                </c:pt>
                <c:pt idx="5158">
                  <c:v>1.18353E-2</c:v>
                </c:pt>
                <c:pt idx="5159">
                  <c:v>1.16779E-2</c:v>
                </c:pt>
                <c:pt idx="5160">
                  <c:v>1.1830200000000001E-2</c:v>
                </c:pt>
                <c:pt idx="5161">
                  <c:v>1.21487E-2</c:v>
                </c:pt>
                <c:pt idx="5162">
                  <c:v>1.2282599999999999E-2</c:v>
                </c:pt>
                <c:pt idx="5163">
                  <c:v>1.2034600000000001E-2</c:v>
                </c:pt>
                <c:pt idx="5164">
                  <c:v>1.2033799999999999E-2</c:v>
                </c:pt>
                <c:pt idx="5165">
                  <c:v>1.20792E-2</c:v>
                </c:pt>
                <c:pt idx="5166">
                  <c:v>1.2060400000000001E-2</c:v>
                </c:pt>
                <c:pt idx="5167">
                  <c:v>1.2065300000000001E-2</c:v>
                </c:pt>
                <c:pt idx="5168">
                  <c:v>1.21665E-2</c:v>
                </c:pt>
                <c:pt idx="5169">
                  <c:v>1.2343000000000002E-2</c:v>
                </c:pt>
                <c:pt idx="5170">
                  <c:v>1.2156699999999999E-2</c:v>
                </c:pt>
                <c:pt idx="5171">
                  <c:v>1.2633E-2</c:v>
                </c:pt>
                <c:pt idx="5172">
                  <c:v>1.2688100000000001E-2</c:v>
                </c:pt>
                <c:pt idx="5173">
                  <c:v>1.27847E-2</c:v>
                </c:pt>
                <c:pt idx="5174">
                  <c:v>1.2888E-2</c:v>
                </c:pt>
                <c:pt idx="5175">
                  <c:v>1.2484E-2</c:v>
                </c:pt>
                <c:pt idx="5176">
                  <c:v>1.17485E-2</c:v>
                </c:pt>
                <c:pt idx="5177">
                  <c:v>1.0719100000000001E-2</c:v>
                </c:pt>
                <c:pt idx="5178">
                  <c:v>1.0461700000000001E-2</c:v>
                </c:pt>
                <c:pt idx="5179">
                  <c:v>8.8850999999999999E-3</c:v>
                </c:pt>
                <c:pt idx="5180">
                  <c:v>8.8510000000000012E-3</c:v>
                </c:pt>
                <c:pt idx="5181">
                  <c:v>8.7495000000000003E-3</c:v>
                </c:pt>
                <c:pt idx="5182">
                  <c:v>9.5481999999999997E-3</c:v>
                </c:pt>
                <c:pt idx="5183">
                  <c:v>9.769400000000001E-3</c:v>
                </c:pt>
                <c:pt idx="5184">
                  <c:v>9.5522999999999997E-3</c:v>
                </c:pt>
                <c:pt idx="5185">
                  <c:v>9.4647999999999989E-3</c:v>
                </c:pt>
                <c:pt idx="5186">
                  <c:v>9.4444000000000004E-3</c:v>
                </c:pt>
                <c:pt idx="5187">
                  <c:v>9.4593999999999998E-3</c:v>
                </c:pt>
                <c:pt idx="5188">
                  <c:v>9.4631999999999997E-3</c:v>
                </c:pt>
                <c:pt idx="5189">
                  <c:v>9.3468000000000006E-3</c:v>
                </c:pt>
                <c:pt idx="5190">
                  <c:v>8.9290000000000012E-3</c:v>
                </c:pt>
                <c:pt idx="5191">
                  <c:v>8.9011000000000003E-3</c:v>
                </c:pt>
                <c:pt idx="5192">
                  <c:v>9.0245999999999989E-3</c:v>
                </c:pt>
                <c:pt idx="5193">
                  <c:v>8.7256E-3</c:v>
                </c:pt>
                <c:pt idx="5194">
                  <c:v>8.7892999999999999E-3</c:v>
                </c:pt>
                <c:pt idx="5195">
                  <c:v>8.4977000000000004E-3</c:v>
                </c:pt>
                <c:pt idx="5196">
                  <c:v>8.4969999999999993E-3</c:v>
                </c:pt>
                <c:pt idx="5197">
                  <c:v>8.4081999999999994E-3</c:v>
                </c:pt>
                <c:pt idx="5198">
                  <c:v>8.3701999999999995E-3</c:v>
                </c:pt>
                <c:pt idx="5199">
                  <c:v>8.6046000000000004E-3</c:v>
                </c:pt>
                <c:pt idx="5200">
                  <c:v>8.6765000000000002E-3</c:v>
                </c:pt>
                <c:pt idx="5201">
                  <c:v>8.8827999999999997E-3</c:v>
                </c:pt>
                <c:pt idx="5202">
                  <c:v>8.9694000000000006E-3</c:v>
                </c:pt>
                <c:pt idx="5203">
                  <c:v>9.2032999999999993E-3</c:v>
                </c:pt>
                <c:pt idx="5204">
                  <c:v>9.1631999999999998E-3</c:v>
                </c:pt>
                <c:pt idx="5205">
                  <c:v>9.0813000000000005E-3</c:v>
                </c:pt>
                <c:pt idx="5206">
                  <c:v>8.6946999999999997E-3</c:v>
                </c:pt>
                <c:pt idx="5207">
                  <c:v>8.4501999999999997E-3</c:v>
                </c:pt>
                <c:pt idx="5208">
                  <c:v>8.504600000000001E-3</c:v>
                </c:pt>
                <c:pt idx="5209">
                  <c:v>8.6987999999999996E-3</c:v>
                </c:pt>
                <c:pt idx="5210">
                  <c:v>8.613599999999999E-3</c:v>
                </c:pt>
                <c:pt idx="5211">
                  <c:v>8.3864999999999999E-3</c:v>
                </c:pt>
                <c:pt idx="5212">
                  <c:v>8.2814999999999989E-3</c:v>
                </c:pt>
                <c:pt idx="5213">
                  <c:v>8.2585999999999996E-3</c:v>
                </c:pt>
                <c:pt idx="5214">
                  <c:v>8.253400000000001E-3</c:v>
                </c:pt>
                <c:pt idx="5215">
                  <c:v>8.2746E-3</c:v>
                </c:pt>
                <c:pt idx="5216">
                  <c:v>8.2196999999999999E-3</c:v>
                </c:pt>
                <c:pt idx="5217">
                  <c:v>8.1493999999999994E-3</c:v>
                </c:pt>
                <c:pt idx="5218">
                  <c:v>8.1492000000000005E-3</c:v>
                </c:pt>
                <c:pt idx="5219">
                  <c:v>8.2971E-3</c:v>
                </c:pt>
                <c:pt idx="5220">
                  <c:v>8.3100999999999991E-3</c:v>
                </c:pt>
                <c:pt idx="5221">
                  <c:v>8.2495999999999993E-3</c:v>
                </c:pt>
                <c:pt idx="5222">
                  <c:v>8.1552000000000013E-3</c:v>
                </c:pt>
                <c:pt idx="5223">
                  <c:v>8.1948999999999998E-3</c:v>
                </c:pt>
                <c:pt idx="5224">
                  <c:v>8.5224999999999988E-3</c:v>
                </c:pt>
                <c:pt idx="5225">
                  <c:v>8.7481E-3</c:v>
                </c:pt>
                <c:pt idx="5226">
                  <c:v>8.7270999999999998E-3</c:v>
                </c:pt>
                <c:pt idx="5227">
                  <c:v>8.7975999999999992E-3</c:v>
                </c:pt>
                <c:pt idx="5228">
                  <c:v>9.2499999999999995E-3</c:v>
                </c:pt>
                <c:pt idx="5229">
                  <c:v>9.3463000000000001E-3</c:v>
                </c:pt>
                <c:pt idx="5230">
                  <c:v>9.1944999999999995E-3</c:v>
                </c:pt>
                <c:pt idx="5231">
                  <c:v>9.0770999999999994E-3</c:v>
                </c:pt>
                <c:pt idx="5232">
                  <c:v>9.0933000000000003E-3</c:v>
                </c:pt>
                <c:pt idx="5233">
                  <c:v>9.3136999999999994E-3</c:v>
                </c:pt>
                <c:pt idx="5234">
                  <c:v>9.5096999999999994E-3</c:v>
                </c:pt>
                <c:pt idx="5235">
                  <c:v>9.4298000000000003E-3</c:v>
                </c:pt>
                <c:pt idx="5236">
                  <c:v>9.6043000000000014E-3</c:v>
                </c:pt>
                <c:pt idx="5237">
                  <c:v>9.4208E-3</c:v>
                </c:pt>
                <c:pt idx="5238">
                  <c:v>9.5274000000000001E-3</c:v>
                </c:pt>
                <c:pt idx="5239">
                  <c:v>9.3662999999999993E-3</c:v>
                </c:pt>
                <c:pt idx="5240">
                  <c:v>9.1027E-3</c:v>
                </c:pt>
                <c:pt idx="5241">
                  <c:v>8.8024000000000002E-3</c:v>
                </c:pt>
                <c:pt idx="5242">
                  <c:v>8.4848000000000007E-3</c:v>
                </c:pt>
                <c:pt idx="5243">
                  <c:v>8.1808000000000002E-3</c:v>
                </c:pt>
                <c:pt idx="5244">
                  <c:v>8.1319999999999986E-3</c:v>
                </c:pt>
                <c:pt idx="5245">
                  <c:v>8.4072000000000001E-3</c:v>
                </c:pt>
                <c:pt idx="5246">
                  <c:v>8.3659000000000008E-3</c:v>
                </c:pt>
                <c:pt idx="5247">
                  <c:v>8.1341E-3</c:v>
                </c:pt>
                <c:pt idx="5248">
                  <c:v>8.0716999999999994E-3</c:v>
                </c:pt>
                <c:pt idx="5249">
                  <c:v>8.0908999999999998E-3</c:v>
                </c:pt>
                <c:pt idx="5250">
                  <c:v>8.2209999999999991E-3</c:v>
                </c:pt>
                <c:pt idx="5251">
                  <c:v>8.3029999999999996E-3</c:v>
                </c:pt>
                <c:pt idx="5252">
                  <c:v>8.4018000000000009E-3</c:v>
                </c:pt>
                <c:pt idx="5253">
                  <c:v>8.5034999999999989E-3</c:v>
                </c:pt>
                <c:pt idx="5254">
                  <c:v>8.9537999999999996E-3</c:v>
                </c:pt>
                <c:pt idx="5255">
                  <c:v>8.7016000000000003E-3</c:v>
                </c:pt>
                <c:pt idx="5256">
                  <c:v>8.3888000000000001E-3</c:v>
                </c:pt>
                <c:pt idx="5257">
                  <c:v>9.8034999999999997E-3</c:v>
                </c:pt>
                <c:pt idx="5258">
                  <c:v>1.0713200000000001E-2</c:v>
                </c:pt>
                <c:pt idx="5259">
                  <c:v>9.9939E-3</c:v>
                </c:pt>
                <c:pt idx="5260">
                  <c:v>1.02124E-2</c:v>
                </c:pt>
                <c:pt idx="5261">
                  <c:v>1.0551999999999999E-2</c:v>
                </c:pt>
                <c:pt idx="5262">
                  <c:v>1.09978E-2</c:v>
                </c:pt>
                <c:pt idx="5263">
                  <c:v>1.10665E-2</c:v>
                </c:pt>
                <c:pt idx="5264">
                  <c:v>1.1971299999999999E-2</c:v>
                </c:pt>
                <c:pt idx="5265">
                  <c:v>1.14009E-2</c:v>
                </c:pt>
                <c:pt idx="5266">
                  <c:v>1.07651E-2</c:v>
                </c:pt>
                <c:pt idx="5267">
                  <c:v>9.798900000000001E-3</c:v>
                </c:pt>
                <c:pt idx="5268">
                  <c:v>1.0134499999999999E-2</c:v>
                </c:pt>
                <c:pt idx="5269">
                  <c:v>1.03503E-2</c:v>
                </c:pt>
                <c:pt idx="5270">
                  <c:v>1.0221599999999999E-2</c:v>
                </c:pt>
                <c:pt idx="5271">
                  <c:v>9.7497E-3</c:v>
                </c:pt>
                <c:pt idx="5272">
                  <c:v>9.9740999999999996E-3</c:v>
                </c:pt>
                <c:pt idx="5273">
                  <c:v>9.6156999999999996E-3</c:v>
                </c:pt>
                <c:pt idx="5274">
                  <c:v>1.0317E-2</c:v>
                </c:pt>
                <c:pt idx="5275">
                  <c:v>1.0575299999999999E-2</c:v>
                </c:pt>
                <c:pt idx="5276">
                  <c:v>1.07714E-2</c:v>
                </c:pt>
                <c:pt idx="5277">
                  <c:v>1.1188200000000001E-2</c:v>
                </c:pt>
                <c:pt idx="5278">
                  <c:v>1.12292E-2</c:v>
                </c:pt>
                <c:pt idx="5279">
                  <c:v>1.14885E-2</c:v>
                </c:pt>
                <c:pt idx="5280">
                  <c:v>1.16895E-2</c:v>
                </c:pt>
                <c:pt idx="5281">
                  <c:v>1.1390600000000001E-2</c:v>
                </c:pt>
                <c:pt idx="5282">
                  <c:v>1.0948300000000001E-2</c:v>
                </c:pt>
                <c:pt idx="5283">
                  <c:v>1.0832700000000001E-2</c:v>
                </c:pt>
                <c:pt idx="5284">
                  <c:v>1.0705599999999999E-2</c:v>
                </c:pt>
                <c:pt idx="5285">
                  <c:v>1.0450900000000001E-2</c:v>
                </c:pt>
                <c:pt idx="5286">
                  <c:v>1.0611600000000001E-2</c:v>
                </c:pt>
                <c:pt idx="5287">
                  <c:v>1.0545000000000001E-2</c:v>
                </c:pt>
                <c:pt idx="5288">
                  <c:v>1.0583499999999999E-2</c:v>
                </c:pt>
                <c:pt idx="5289">
                  <c:v>1.0507499999999999E-2</c:v>
                </c:pt>
                <c:pt idx="5290">
                  <c:v>1.02749E-2</c:v>
                </c:pt>
                <c:pt idx="5291">
                  <c:v>9.9569999999999988E-3</c:v>
                </c:pt>
                <c:pt idx="5292">
                  <c:v>9.3340999999999997E-3</c:v>
                </c:pt>
                <c:pt idx="5293">
                  <c:v>9.0516999999999993E-3</c:v>
                </c:pt>
                <c:pt idx="5294">
                  <c:v>9.0588999999999999E-3</c:v>
                </c:pt>
                <c:pt idx="5295">
                  <c:v>9.4877999999999994E-3</c:v>
                </c:pt>
                <c:pt idx="5296">
                  <c:v>9.4725E-3</c:v>
                </c:pt>
                <c:pt idx="5297">
                  <c:v>9.4927999999999992E-3</c:v>
                </c:pt>
                <c:pt idx="5298">
                  <c:v>9.2281000000000012E-3</c:v>
                </c:pt>
                <c:pt idx="5299">
                  <c:v>9.3179999999999999E-3</c:v>
                </c:pt>
                <c:pt idx="5300">
                  <c:v>9.5296000000000009E-3</c:v>
                </c:pt>
                <c:pt idx="5301">
                  <c:v>9.5087000000000001E-3</c:v>
                </c:pt>
                <c:pt idx="5302">
                  <c:v>9.418300000000001E-3</c:v>
                </c:pt>
                <c:pt idx="5303">
                  <c:v>9.4352999999999989E-3</c:v>
                </c:pt>
                <c:pt idx="5304">
                  <c:v>9.7137999999999999E-3</c:v>
                </c:pt>
                <c:pt idx="5305">
                  <c:v>9.9477000000000003E-3</c:v>
                </c:pt>
                <c:pt idx="5306">
                  <c:v>9.8238000000000006E-3</c:v>
                </c:pt>
                <c:pt idx="5307">
                  <c:v>9.7666000000000003E-3</c:v>
                </c:pt>
                <c:pt idx="5308">
                  <c:v>9.3361999999999994E-3</c:v>
                </c:pt>
                <c:pt idx="5309">
                  <c:v>9.1423000000000008E-3</c:v>
                </c:pt>
                <c:pt idx="5310">
                  <c:v>9.3136E-3</c:v>
                </c:pt>
                <c:pt idx="5311">
                  <c:v>9.7161000000000001E-3</c:v>
                </c:pt>
                <c:pt idx="5312">
                  <c:v>9.5412000000000014E-3</c:v>
                </c:pt>
                <c:pt idx="5313">
                  <c:v>9.3006000000000009E-3</c:v>
                </c:pt>
                <c:pt idx="5314">
                  <c:v>9.3913999999999994E-3</c:v>
                </c:pt>
                <c:pt idx="5315">
                  <c:v>9.532800000000001E-3</c:v>
                </c:pt>
                <c:pt idx="5316">
                  <c:v>9.6907E-3</c:v>
                </c:pt>
                <c:pt idx="5317">
                  <c:v>9.4976999999999995E-3</c:v>
                </c:pt>
                <c:pt idx="5318">
                  <c:v>9.5411000000000003E-3</c:v>
                </c:pt>
                <c:pt idx="5319">
                  <c:v>9.5323999999999999E-3</c:v>
                </c:pt>
                <c:pt idx="5320">
                  <c:v>9.5931999999999996E-3</c:v>
                </c:pt>
                <c:pt idx="5321">
                  <c:v>9.5319999999999988E-3</c:v>
                </c:pt>
                <c:pt idx="5322">
                  <c:v>9.4582999999999993E-3</c:v>
                </c:pt>
                <c:pt idx="5323">
                  <c:v>9.3834999999999995E-3</c:v>
                </c:pt>
                <c:pt idx="5324">
                  <c:v>9.388500000000001E-3</c:v>
                </c:pt>
                <c:pt idx="5325">
                  <c:v>9.2212000000000006E-3</c:v>
                </c:pt>
                <c:pt idx="5326">
                  <c:v>9.1769E-3</c:v>
                </c:pt>
                <c:pt idx="5327">
                  <c:v>9.3717000000000002E-3</c:v>
                </c:pt>
                <c:pt idx="5328">
                  <c:v>9.373600000000001E-3</c:v>
                </c:pt>
                <c:pt idx="5329">
                  <c:v>9.3322000000000006E-3</c:v>
                </c:pt>
                <c:pt idx="5330">
                  <c:v>9.2735000000000005E-3</c:v>
                </c:pt>
                <c:pt idx="5331">
                  <c:v>9.1164000000000002E-3</c:v>
                </c:pt>
                <c:pt idx="5332">
                  <c:v>9.1406999999999999E-3</c:v>
                </c:pt>
                <c:pt idx="5333">
                  <c:v>9.1552999999999999E-3</c:v>
                </c:pt>
                <c:pt idx="5334">
                  <c:v>9.2750000000000003E-3</c:v>
                </c:pt>
                <c:pt idx="5335">
                  <c:v>9.3334000000000004E-3</c:v>
                </c:pt>
                <c:pt idx="5336">
                  <c:v>9.3748000000000008E-3</c:v>
                </c:pt>
                <c:pt idx="5337">
                  <c:v>9.5157999999999996E-3</c:v>
                </c:pt>
                <c:pt idx="5338">
                  <c:v>9.6644000000000001E-3</c:v>
                </c:pt>
                <c:pt idx="5339">
                  <c:v>9.8773999999999997E-3</c:v>
                </c:pt>
                <c:pt idx="5340">
                  <c:v>9.9141999999999997E-3</c:v>
                </c:pt>
                <c:pt idx="5341">
                  <c:v>9.7376000000000008E-3</c:v>
                </c:pt>
                <c:pt idx="5342">
                  <c:v>9.5412999999999991E-3</c:v>
                </c:pt>
                <c:pt idx="5343">
                  <c:v>9.3575999999999989E-3</c:v>
                </c:pt>
                <c:pt idx="5344">
                  <c:v>9.2966999999999998E-3</c:v>
                </c:pt>
                <c:pt idx="5345">
                  <c:v>9.2739999999999993E-3</c:v>
                </c:pt>
                <c:pt idx="5346">
                  <c:v>9.3214999999999999E-3</c:v>
                </c:pt>
                <c:pt idx="5347">
                  <c:v>9.3424000000000007E-3</c:v>
                </c:pt>
                <c:pt idx="5348">
                  <c:v>9.2215000000000005E-3</c:v>
                </c:pt>
                <c:pt idx="5349">
                  <c:v>9.2154999999999997E-3</c:v>
                </c:pt>
                <c:pt idx="5350">
                  <c:v>9.3606999999999996E-3</c:v>
                </c:pt>
                <c:pt idx="5351">
                  <c:v>9.3370999999999992E-3</c:v>
                </c:pt>
                <c:pt idx="5352">
                  <c:v>9.4374999999999997E-3</c:v>
                </c:pt>
                <c:pt idx="5353">
                  <c:v>9.3179000000000005E-3</c:v>
                </c:pt>
                <c:pt idx="5354">
                  <c:v>9.3217000000000005E-3</c:v>
                </c:pt>
                <c:pt idx="5355">
                  <c:v>9.5402999999999998E-3</c:v>
                </c:pt>
                <c:pt idx="5356">
                  <c:v>9.3139999999999994E-3</c:v>
                </c:pt>
                <c:pt idx="5357">
                  <c:v>9.4240999999999995E-3</c:v>
                </c:pt>
                <c:pt idx="5358">
                  <c:v>9.4470000000000005E-3</c:v>
                </c:pt>
                <c:pt idx="5359">
                  <c:v>9.8555000000000014E-3</c:v>
                </c:pt>
                <c:pt idx="5360">
                  <c:v>9.7601000000000007E-3</c:v>
                </c:pt>
                <c:pt idx="5361">
                  <c:v>9.5303999999999996E-3</c:v>
                </c:pt>
                <c:pt idx="5362">
                  <c:v>9.5350999999999995E-3</c:v>
                </c:pt>
                <c:pt idx="5363">
                  <c:v>9.4168000000000012E-3</c:v>
                </c:pt>
                <c:pt idx="5364">
                  <c:v>9.4535000000000001E-3</c:v>
                </c:pt>
                <c:pt idx="5365">
                  <c:v>9.7540000000000005E-3</c:v>
                </c:pt>
                <c:pt idx="5366">
                  <c:v>9.7754000000000001E-3</c:v>
                </c:pt>
                <c:pt idx="5367">
                  <c:v>9.4865999999999995E-3</c:v>
                </c:pt>
                <c:pt idx="5368">
                  <c:v>9.560299999999999E-3</c:v>
                </c:pt>
                <c:pt idx="5369">
                  <c:v>9.5502999999999994E-3</c:v>
                </c:pt>
                <c:pt idx="5370">
                  <c:v>9.5195000000000002E-3</c:v>
                </c:pt>
                <c:pt idx="5371">
                  <c:v>9.5998000000000003E-3</c:v>
                </c:pt>
                <c:pt idx="5372">
                  <c:v>9.5471000000000011E-3</c:v>
                </c:pt>
                <c:pt idx="5373">
                  <c:v>9.5257999999999992E-3</c:v>
                </c:pt>
                <c:pt idx="5374">
                  <c:v>9.5835999999999994E-3</c:v>
                </c:pt>
                <c:pt idx="5375">
                  <c:v>9.5856999999999991E-3</c:v>
                </c:pt>
                <c:pt idx="5376">
                  <c:v>9.5325999999999987E-3</c:v>
                </c:pt>
                <c:pt idx="5377">
                  <c:v>9.2429000000000001E-3</c:v>
                </c:pt>
                <c:pt idx="5378">
                  <c:v>9.1284999999999995E-3</c:v>
                </c:pt>
                <c:pt idx="5379">
                  <c:v>9.0593999999999987E-3</c:v>
                </c:pt>
                <c:pt idx="5380">
                  <c:v>9.1728000000000001E-3</c:v>
                </c:pt>
                <c:pt idx="5381">
                  <c:v>9.2554999999999998E-3</c:v>
                </c:pt>
                <c:pt idx="5382">
                  <c:v>9.4395E-3</c:v>
                </c:pt>
                <c:pt idx="5383">
                  <c:v>9.4946000000000006E-3</c:v>
                </c:pt>
                <c:pt idx="5384">
                  <c:v>9.4528000000000008E-3</c:v>
                </c:pt>
                <c:pt idx="5385">
                  <c:v>9.2412999999999992E-3</c:v>
                </c:pt>
                <c:pt idx="5386">
                  <c:v>9.0852999999999993E-3</c:v>
                </c:pt>
                <c:pt idx="5387">
                  <c:v>9.0501999999999996E-3</c:v>
                </c:pt>
                <c:pt idx="5388">
                  <c:v>8.7863000000000004E-3</c:v>
                </c:pt>
                <c:pt idx="5389">
                  <c:v>8.5351000000000003E-3</c:v>
                </c:pt>
                <c:pt idx="5390">
                  <c:v>8.5600999999999993E-3</c:v>
                </c:pt>
                <c:pt idx="5391">
                  <c:v>8.4724999999999991E-3</c:v>
                </c:pt>
                <c:pt idx="5392">
                  <c:v>8.4075999999999994E-3</c:v>
                </c:pt>
                <c:pt idx="5393">
                  <c:v>8.3888999999999995E-3</c:v>
                </c:pt>
                <c:pt idx="5394">
                  <c:v>8.4121999999999999E-3</c:v>
                </c:pt>
                <c:pt idx="5395">
                  <c:v>8.484199999999999E-3</c:v>
                </c:pt>
                <c:pt idx="5396">
                  <c:v>8.523300000000001E-3</c:v>
                </c:pt>
                <c:pt idx="5397">
                  <c:v>8.4947000000000009E-3</c:v>
                </c:pt>
                <c:pt idx="5398">
                  <c:v>8.3940999999999998E-3</c:v>
                </c:pt>
                <c:pt idx="5399">
                  <c:v>8.3417000000000005E-3</c:v>
                </c:pt>
                <c:pt idx="5400">
                  <c:v>8.4180000000000001E-3</c:v>
                </c:pt>
                <c:pt idx="5401">
                  <c:v>8.2474000000000002E-3</c:v>
                </c:pt>
                <c:pt idx="5402">
                  <c:v>8.2331999999999995E-3</c:v>
                </c:pt>
                <c:pt idx="5403">
                  <c:v>8.1934999999999994E-3</c:v>
                </c:pt>
                <c:pt idx="5404">
                  <c:v>9.6103999999999998E-3</c:v>
                </c:pt>
                <c:pt idx="5405">
                  <c:v>9.4590999999999998E-3</c:v>
                </c:pt>
                <c:pt idx="5406">
                  <c:v>9.3214999999999999E-3</c:v>
                </c:pt>
                <c:pt idx="5407">
                  <c:v>9.2633999999999998E-3</c:v>
                </c:pt>
                <c:pt idx="5408">
                  <c:v>9.5272000000000013E-3</c:v>
                </c:pt>
                <c:pt idx="5409">
                  <c:v>9.7296999999999991E-3</c:v>
                </c:pt>
                <c:pt idx="5410">
                  <c:v>1.0135699999999999E-2</c:v>
                </c:pt>
                <c:pt idx="5411">
                  <c:v>1.01672E-2</c:v>
                </c:pt>
                <c:pt idx="5412">
                  <c:v>1.01761E-2</c:v>
                </c:pt>
                <c:pt idx="5413">
                  <c:v>1.00237E-2</c:v>
                </c:pt>
                <c:pt idx="5414">
                  <c:v>1.0185899999999999E-2</c:v>
                </c:pt>
                <c:pt idx="5415">
                  <c:v>1.0127200000000001E-2</c:v>
                </c:pt>
                <c:pt idx="5416">
                  <c:v>1.0119700000000001E-2</c:v>
                </c:pt>
                <c:pt idx="5417">
                  <c:v>9.895300000000001E-3</c:v>
                </c:pt>
                <c:pt idx="5418">
                  <c:v>9.7456999999999995E-3</c:v>
                </c:pt>
                <c:pt idx="5419">
                  <c:v>9.7492000000000013E-3</c:v>
                </c:pt>
                <c:pt idx="5420">
                  <c:v>1.01826E-2</c:v>
                </c:pt>
                <c:pt idx="5421">
                  <c:v>1.0334900000000001E-2</c:v>
                </c:pt>
                <c:pt idx="5422">
                  <c:v>9.7859999999999996E-3</c:v>
                </c:pt>
                <c:pt idx="5423">
                  <c:v>9.6632000000000003E-3</c:v>
                </c:pt>
                <c:pt idx="5424">
                  <c:v>9.8129999999999988E-3</c:v>
                </c:pt>
                <c:pt idx="5425">
                  <c:v>9.6714999999999995E-3</c:v>
                </c:pt>
                <c:pt idx="5426">
                  <c:v>9.5723000000000006E-3</c:v>
                </c:pt>
                <c:pt idx="5427">
                  <c:v>9.7778999999999991E-3</c:v>
                </c:pt>
                <c:pt idx="5428">
                  <c:v>9.9209999999999993E-3</c:v>
                </c:pt>
                <c:pt idx="5429">
                  <c:v>9.7430999999999993E-3</c:v>
                </c:pt>
                <c:pt idx="5430">
                  <c:v>9.5700000000000004E-3</c:v>
                </c:pt>
                <c:pt idx="5431">
                  <c:v>9.7246999999999993E-3</c:v>
                </c:pt>
                <c:pt idx="5432">
                  <c:v>9.9863E-3</c:v>
                </c:pt>
                <c:pt idx="5433">
                  <c:v>1.03237E-2</c:v>
                </c:pt>
                <c:pt idx="5434">
                  <c:v>1.0480400000000001E-2</c:v>
                </c:pt>
                <c:pt idx="5435">
                  <c:v>1.04986E-2</c:v>
                </c:pt>
                <c:pt idx="5436">
                  <c:v>1.03383E-2</c:v>
                </c:pt>
                <c:pt idx="5437">
                  <c:v>1.0218099999999999E-2</c:v>
                </c:pt>
                <c:pt idx="5438">
                  <c:v>1.00448E-2</c:v>
                </c:pt>
                <c:pt idx="5439">
                  <c:v>9.847100000000001E-3</c:v>
                </c:pt>
                <c:pt idx="5440">
                  <c:v>9.7131000000000006E-3</c:v>
                </c:pt>
                <c:pt idx="5441">
                  <c:v>9.9083000000000001E-3</c:v>
                </c:pt>
                <c:pt idx="5442">
                  <c:v>9.9834999999999993E-3</c:v>
                </c:pt>
                <c:pt idx="5443">
                  <c:v>9.7588999999999992E-3</c:v>
                </c:pt>
                <c:pt idx="5444">
                  <c:v>9.7041999999999996E-3</c:v>
                </c:pt>
                <c:pt idx="5445">
                  <c:v>9.6927999999999997E-3</c:v>
                </c:pt>
                <c:pt idx="5446">
                  <c:v>9.7064999999999999E-3</c:v>
                </c:pt>
                <c:pt idx="5447">
                  <c:v>9.6854999999999997E-3</c:v>
                </c:pt>
                <c:pt idx="5448">
                  <c:v>9.7275999999999994E-3</c:v>
                </c:pt>
                <c:pt idx="5449">
                  <c:v>9.8913000000000004E-3</c:v>
                </c:pt>
                <c:pt idx="5450">
                  <c:v>1.0376999999999999E-2</c:v>
                </c:pt>
                <c:pt idx="5451">
                  <c:v>1.10175E-2</c:v>
                </c:pt>
                <c:pt idx="5452">
                  <c:v>1.10166E-2</c:v>
                </c:pt>
                <c:pt idx="5453">
                  <c:v>1.2394000000000001E-2</c:v>
                </c:pt>
                <c:pt idx="5454">
                  <c:v>1.17921E-2</c:v>
                </c:pt>
                <c:pt idx="5455">
                  <c:v>1.18806E-2</c:v>
                </c:pt>
                <c:pt idx="5456">
                  <c:v>1.17514E-2</c:v>
                </c:pt>
                <c:pt idx="5457">
                  <c:v>1.14272E-2</c:v>
                </c:pt>
                <c:pt idx="5458">
                  <c:v>1.1473499999999999E-2</c:v>
                </c:pt>
                <c:pt idx="5459">
                  <c:v>1.1290999999999999E-2</c:v>
                </c:pt>
                <c:pt idx="5460">
                  <c:v>1.06768E-2</c:v>
                </c:pt>
                <c:pt idx="5461">
                  <c:v>1.0081999999999999E-2</c:v>
                </c:pt>
                <c:pt idx="5462">
                  <c:v>1.0172499999999999E-2</c:v>
                </c:pt>
                <c:pt idx="5463">
                  <c:v>1.00868E-2</c:v>
                </c:pt>
                <c:pt idx="5464">
                  <c:v>1.0030500000000001E-2</c:v>
                </c:pt>
                <c:pt idx="5465">
                  <c:v>1.00553E-2</c:v>
                </c:pt>
                <c:pt idx="5466">
                  <c:v>1.01373E-2</c:v>
                </c:pt>
                <c:pt idx="5467">
                  <c:v>1.0089900000000001E-2</c:v>
                </c:pt>
                <c:pt idx="5468">
                  <c:v>1.01501E-2</c:v>
                </c:pt>
                <c:pt idx="5469">
                  <c:v>1.0269E-2</c:v>
                </c:pt>
                <c:pt idx="5470">
                  <c:v>1.00587E-2</c:v>
                </c:pt>
                <c:pt idx="5471">
                  <c:v>9.8349000000000006E-3</c:v>
                </c:pt>
                <c:pt idx="5472">
                  <c:v>9.5610000000000001E-3</c:v>
                </c:pt>
                <c:pt idx="5473">
                  <c:v>9.4313999999999995E-3</c:v>
                </c:pt>
                <c:pt idx="5474">
                  <c:v>9.3200999999999996E-3</c:v>
                </c:pt>
                <c:pt idx="5475">
                  <c:v>9.2194999999999985E-3</c:v>
                </c:pt>
                <c:pt idx="5476">
                  <c:v>9.1628000000000005E-3</c:v>
                </c:pt>
                <c:pt idx="5477">
                  <c:v>9.0235999999999997E-3</c:v>
                </c:pt>
                <c:pt idx="5478">
                  <c:v>9.0108000000000011E-3</c:v>
                </c:pt>
                <c:pt idx="5479">
                  <c:v>8.8218000000000012E-3</c:v>
                </c:pt>
                <c:pt idx="5480">
                  <c:v>9.101999999999999E-3</c:v>
                </c:pt>
                <c:pt idx="5481">
                  <c:v>9.6706999999999991E-3</c:v>
                </c:pt>
                <c:pt idx="5482">
                  <c:v>9.6547000000000004E-3</c:v>
                </c:pt>
                <c:pt idx="5483">
                  <c:v>9.5570999999999989E-3</c:v>
                </c:pt>
                <c:pt idx="5484">
                  <c:v>9.5269000000000013E-3</c:v>
                </c:pt>
                <c:pt idx="5485">
                  <c:v>9.4119000000000008E-3</c:v>
                </c:pt>
                <c:pt idx="5486">
                  <c:v>9.4067999999999999E-3</c:v>
                </c:pt>
                <c:pt idx="5487">
                  <c:v>9.7491000000000001E-3</c:v>
                </c:pt>
                <c:pt idx="5488">
                  <c:v>1.00056E-2</c:v>
                </c:pt>
                <c:pt idx="5489">
                  <c:v>1.0141800000000001E-2</c:v>
                </c:pt>
                <c:pt idx="5490">
                  <c:v>1.01031E-2</c:v>
                </c:pt>
                <c:pt idx="5491">
                  <c:v>9.8521000000000008E-3</c:v>
                </c:pt>
                <c:pt idx="5492">
                  <c:v>9.7382000000000007E-3</c:v>
                </c:pt>
                <c:pt idx="5493">
                  <c:v>9.9503000000000005E-3</c:v>
                </c:pt>
                <c:pt idx="5494">
                  <c:v>1.01694E-2</c:v>
                </c:pt>
                <c:pt idx="5495">
                  <c:v>1.02877E-2</c:v>
                </c:pt>
                <c:pt idx="5496">
                  <c:v>1.03094E-2</c:v>
                </c:pt>
                <c:pt idx="5497">
                  <c:v>1.04318E-2</c:v>
                </c:pt>
                <c:pt idx="5498">
                  <c:v>1.0572199999999999E-2</c:v>
                </c:pt>
                <c:pt idx="5499">
                  <c:v>1.0475E-2</c:v>
                </c:pt>
                <c:pt idx="5500">
                  <c:v>1.01986E-2</c:v>
                </c:pt>
                <c:pt idx="5501">
                  <c:v>9.9798999999999999E-3</c:v>
                </c:pt>
                <c:pt idx="5502">
                  <c:v>1.02328E-2</c:v>
                </c:pt>
                <c:pt idx="5503">
                  <c:v>1.04701E-2</c:v>
                </c:pt>
                <c:pt idx="5504">
                  <c:v>1.07069E-2</c:v>
                </c:pt>
                <c:pt idx="5505">
                  <c:v>1.07473E-2</c:v>
                </c:pt>
                <c:pt idx="5506">
                  <c:v>1.0514300000000001E-2</c:v>
                </c:pt>
                <c:pt idx="5507">
                  <c:v>1.09751E-2</c:v>
                </c:pt>
                <c:pt idx="5508">
                  <c:v>1.14974E-2</c:v>
                </c:pt>
                <c:pt idx="5509">
                  <c:v>1.1545E-2</c:v>
                </c:pt>
                <c:pt idx="5510">
                  <c:v>1.12443E-2</c:v>
                </c:pt>
                <c:pt idx="5511">
                  <c:v>1.0991200000000001E-2</c:v>
                </c:pt>
                <c:pt idx="5512">
                  <c:v>1.11428E-2</c:v>
                </c:pt>
                <c:pt idx="5513">
                  <c:v>1.1334E-2</c:v>
                </c:pt>
                <c:pt idx="5514">
                  <c:v>1.13848E-2</c:v>
                </c:pt>
                <c:pt idx="5515">
                  <c:v>1.15E-2</c:v>
                </c:pt>
                <c:pt idx="5516">
                  <c:v>1.1894E-2</c:v>
                </c:pt>
                <c:pt idx="5517">
                  <c:v>1.17485E-2</c:v>
                </c:pt>
                <c:pt idx="5518">
                  <c:v>1.1243300000000001E-2</c:v>
                </c:pt>
                <c:pt idx="5519">
                  <c:v>1.1421299999999999E-2</c:v>
                </c:pt>
                <c:pt idx="5520">
                  <c:v>1.15678E-2</c:v>
                </c:pt>
                <c:pt idx="5521">
                  <c:v>1.12029E-2</c:v>
                </c:pt>
                <c:pt idx="5522">
                  <c:v>1.0850499999999999E-2</c:v>
                </c:pt>
                <c:pt idx="5523">
                  <c:v>1.1334199999999999E-2</c:v>
                </c:pt>
                <c:pt idx="5524">
                  <c:v>1.2028E-2</c:v>
                </c:pt>
                <c:pt idx="5525">
                  <c:v>1.18698E-2</c:v>
                </c:pt>
                <c:pt idx="5526">
                  <c:v>1.0810500000000001E-2</c:v>
                </c:pt>
                <c:pt idx="5527">
                  <c:v>1.07843E-2</c:v>
                </c:pt>
                <c:pt idx="5528">
                  <c:v>1.1055300000000001E-2</c:v>
                </c:pt>
                <c:pt idx="5529">
                  <c:v>1.0897E-2</c:v>
                </c:pt>
                <c:pt idx="5530">
                  <c:v>1.0679600000000001E-2</c:v>
                </c:pt>
                <c:pt idx="5531">
                  <c:v>1.0085500000000001E-2</c:v>
                </c:pt>
                <c:pt idx="5532">
                  <c:v>9.780500000000001E-3</c:v>
                </c:pt>
                <c:pt idx="5533">
                  <c:v>9.5931999999999996E-3</c:v>
                </c:pt>
                <c:pt idx="5534">
                  <c:v>1.12736E-2</c:v>
                </c:pt>
                <c:pt idx="5535">
                  <c:v>1.1048199999999999E-2</c:v>
                </c:pt>
                <c:pt idx="5536">
                  <c:v>1.11904E-2</c:v>
                </c:pt>
                <c:pt idx="5537">
                  <c:v>1.0778900000000001E-2</c:v>
                </c:pt>
                <c:pt idx="5538">
                  <c:v>1.0467300000000001E-2</c:v>
                </c:pt>
                <c:pt idx="5539">
                  <c:v>1.0153199999999999E-2</c:v>
                </c:pt>
                <c:pt idx="5540">
                  <c:v>9.5300999999999997E-3</c:v>
                </c:pt>
                <c:pt idx="5541">
                  <c:v>9.6013999999999995E-3</c:v>
                </c:pt>
                <c:pt idx="5542">
                  <c:v>9.9883000000000003E-3</c:v>
                </c:pt>
                <c:pt idx="5543">
                  <c:v>1.0005700000000001E-2</c:v>
                </c:pt>
                <c:pt idx="5544">
                  <c:v>9.6830000000000006E-3</c:v>
                </c:pt>
                <c:pt idx="5545">
                  <c:v>9.9638000000000001E-3</c:v>
                </c:pt>
                <c:pt idx="5546">
                  <c:v>1.03512E-2</c:v>
                </c:pt>
                <c:pt idx="5547">
                  <c:v>1.08101E-2</c:v>
                </c:pt>
                <c:pt idx="5548">
                  <c:v>1.1253600000000001E-2</c:v>
                </c:pt>
                <c:pt idx="5549">
                  <c:v>1.1583599999999999E-2</c:v>
                </c:pt>
                <c:pt idx="5550">
                  <c:v>1.16857E-2</c:v>
                </c:pt>
                <c:pt idx="5551">
                  <c:v>1.17828E-2</c:v>
                </c:pt>
                <c:pt idx="5552">
                  <c:v>1.2233900000000001E-2</c:v>
                </c:pt>
                <c:pt idx="5553">
                  <c:v>1.2394799999999999E-2</c:v>
                </c:pt>
                <c:pt idx="5554">
                  <c:v>1.2541200000000001E-2</c:v>
                </c:pt>
                <c:pt idx="5555">
                  <c:v>1.27198E-2</c:v>
                </c:pt>
                <c:pt idx="5556">
                  <c:v>1.26591E-2</c:v>
                </c:pt>
                <c:pt idx="5557">
                  <c:v>1.31498E-2</c:v>
                </c:pt>
                <c:pt idx="5558">
                  <c:v>1.3879599999999999E-2</c:v>
                </c:pt>
                <c:pt idx="5559">
                  <c:v>1.3807E-2</c:v>
                </c:pt>
                <c:pt idx="5560">
                  <c:v>1.3908999999999999E-2</c:v>
                </c:pt>
                <c:pt idx="5561">
                  <c:v>1.37886E-2</c:v>
                </c:pt>
                <c:pt idx="5562">
                  <c:v>1.3368799999999998E-2</c:v>
                </c:pt>
                <c:pt idx="5563">
                  <c:v>1.39211E-2</c:v>
                </c:pt>
                <c:pt idx="5564">
                  <c:v>1.44041E-2</c:v>
                </c:pt>
                <c:pt idx="5565">
                  <c:v>1.4138900000000001E-2</c:v>
                </c:pt>
                <c:pt idx="5566">
                  <c:v>1.35008E-2</c:v>
                </c:pt>
                <c:pt idx="5567">
                  <c:v>1.3748099999999999E-2</c:v>
                </c:pt>
                <c:pt idx="5568">
                  <c:v>1.43927E-2</c:v>
                </c:pt>
                <c:pt idx="5569">
                  <c:v>1.5351200000000001E-2</c:v>
                </c:pt>
                <c:pt idx="5570">
                  <c:v>1.5265299999999999E-2</c:v>
                </c:pt>
                <c:pt idx="5571">
                  <c:v>1.5258699999999998E-2</c:v>
                </c:pt>
                <c:pt idx="5572">
                  <c:v>1.53667E-2</c:v>
                </c:pt>
                <c:pt idx="5573">
                  <c:v>1.50787E-2</c:v>
                </c:pt>
                <c:pt idx="5574">
                  <c:v>1.50977E-2</c:v>
                </c:pt>
                <c:pt idx="5575">
                  <c:v>1.4776300000000001E-2</c:v>
                </c:pt>
                <c:pt idx="5576">
                  <c:v>1.5369399999999998E-2</c:v>
                </c:pt>
                <c:pt idx="5577">
                  <c:v>1.5508600000000001E-2</c:v>
                </c:pt>
                <c:pt idx="5578">
                  <c:v>1.5525800000000001E-2</c:v>
                </c:pt>
                <c:pt idx="5579">
                  <c:v>1.4950999999999999E-2</c:v>
                </c:pt>
                <c:pt idx="5580">
                  <c:v>1.46602E-2</c:v>
                </c:pt>
                <c:pt idx="5581">
                  <c:v>1.3700899999999998E-2</c:v>
                </c:pt>
                <c:pt idx="5582">
                  <c:v>1.2827600000000002E-2</c:v>
                </c:pt>
                <c:pt idx="5583">
                  <c:v>1.25443E-2</c:v>
                </c:pt>
                <c:pt idx="5584">
                  <c:v>1.24224E-2</c:v>
                </c:pt>
                <c:pt idx="5585">
                  <c:v>1.25574E-2</c:v>
                </c:pt>
                <c:pt idx="5586">
                  <c:v>1.25875E-2</c:v>
                </c:pt>
                <c:pt idx="5587">
                  <c:v>1.2553E-2</c:v>
                </c:pt>
                <c:pt idx="5588">
                  <c:v>1.27238E-2</c:v>
                </c:pt>
                <c:pt idx="5589">
                  <c:v>1.30478E-2</c:v>
                </c:pt>
                <c:pt idx="5590">
                  <c:v>1.3460900000000001E-2</c:v>
                </c:pt>
                <c:pt idx="5591">
                  <c:v>1.3847900000000002E-2</c:v>
                </c:pt>
                <c:pt idx="5592">
                  <c:v>1.4403999999999998E-2</c:v>
                </c:pt>
                <c:pt idx="5593">
                  <c:v>1.5024899999999999E-2</c:v>
                </c:pt>
                <c:pt idx="5594">
                  <c:v>1.6174999999999998E-2</c:v>
                </c:pt>
                <c:pt idx="5595">
                  <c:v>1.6687899999999999E-2</c:v>
                </c:pt>
                <c:pt idx="5596">
                  <c:v>1.59008E-2</c:v>
                </c:pt>
                <c:pt idx="5597">
                  <c:v>1.6777E-2</c:v>
                </c:pt>
                <c:pt idx="5598">
                  <c:v>1.6895300000000002E-2</c:v>
                </c:pt>
                <c:pt idx="5599">
                  <c:v>1.6781999999999998E-2</c:v>
                </c:pt>
                <c:pt idx="5600">
                  <c:v>1.6239699999999999E-2</c:v>
                </c:pt>
                <c:pt idx="5601">
                  <c:v>1.6381200000000002E-2</c:v>
                </c:pt>
                <c:pt idx="5602">
                  <c:v>1.69214E-2</c:v>
                </c:pt>
                <c:pt idx="5603">
                  <c:v>1.669E-2</c:v>
                </c:pt>
                <c:pt idx="5604">
                  <c:v>1.6816300000000003E-2</c:v>
                </c:pt>
                <c:pt idx="5605">
                  <c:v>1.76867E-2</c:v>
                </c:pt>
                <c:pt idx="5606">
                  <c:v>1.76276E-2</c:v>
                </c:pt>
                <c:pt idx="5607">
                  <c:v>1.74647E-2</c:v>
                </c:pt>
                <c:pt idx="5608">
                  <c:v>1.75605E-2</c:v>
                </c:pt>
                <c:pt idx="5609">
                  <c:v>1.7627299999999999E-2</c:v>
                </c:pt>
                <c:pt idx="5610">
                  <c:v>1.8083800000000001E-2</c:v>
                </c:pt>
                <c:pt idx="5611">
                  <c:v>1.8272399999999998E-2</c:v>
                </c:pt>
                <c:pt idx="5612">
                  <c:v>1.7747800000000001E-2</c:v>
                </c:pt>
                <c:pt idx="5613">
                  <c:v>1.75798E-2</c:v>
                </c:pt>
                <c:pt idx="5614">
                  <c:v>1.8109299999999998E-2</c:v>
                </c:pt>
                <c:pt idx="5615">
                  <c:v>1.88966E-2</c:v>
                </c:pt>
                <c:pt idx="5616">
                  <c:v>1.9524100000000003E-2</c:v>
                </c:pt>
                <c:pt idx="5617">
                  <c:v>1.99797E-2</c:v>
                </c:pt>
                <c:pt idx="5618">
                  <c:v>1.9298800000000001E-2</c:v>
                </c:pt>
                <c:pt idx="5619">
                  <c:v>1.86745E-2</c:v>
                </c:pt>
                <c:pt idx="5620">
                  <c:v>1.7474700000000003E-2</c:v>
                </c:pt>
                <c:pt idx="5621">
                  <c:v>1.6551900000000001E-2</c:v>
                </c:pt>
                <c:pt idx="5622">
                  <c:v>1.6473599999999998E-2</c:v>
                </c:pt>
                <c:pt idx="5623">
                  <c:v>1.67058E-2</c:v>
                </c:pt>
                <c:pt idx="5624">
                  <c:v>1.67852E-2</c:v>
                </c:pt>
                <c:pt idx="5625">
                  <c:v>1.7607400000000002E-2</c:v>
                </c:pt>
                <c:pt idx="5626">
                  <c:v>1.68799E-2</c:v>
                </c:pt>
                <c:pt idx="5627">
                  <c:v>1.6194900000000002E-2</c:v>
                </c:pt>
                <c:pt idx="5628">
                  <c:v>1.56939E-2</c:v>
                </c:pt>
                <c:pt idx="5629">
                  <c:v>1.58668E-2</c:v>
                </c:pt>
                <c:pt idx="5630">
                  <c:v>1.6293100000000001E-2</c:v>
                </c:pt>
                <c:pt idx="5631">
                  <c:v>1.61298E-2</c:v>
                </c:pt>
                <c:pt idx="5632">
                  <c:v>1.5689099999999997E-2</c:v>
                </c:pt>
                <c:pt idx="5633">
                  <c:v>1.5665799999999997E-2</c:v>
                </c:pt>
                <c:pt idx="5634">
                  <c:v>1.51837E-2</c:v>
                </c:pt>
                <c:pt idx="5635">
                  <c:v>1.5581600000000001E-2</c:v>
                </c:pt>
                <c:pt idx="5636">
                  <c:v>1.4122999999999998E-2</c:v>
                </c:pt>
                <c:pt idx="5637">
                  <c:v>1.4120300000000001E-2</c:v>
                </c:pt>
                <c:pt idx="5638">
                  <c:v>1.3744200000000002E-2</c:v>
                </c:pt>
                <c:pt idx="5639">
                  <c:v>1.3676499999999999E-2</c:v>
                </c:pt>
                <c:pt idx="5640">
                  <c:v>1.3907300000000001E-2</c:v>
                </c:pt>
                <c:pt idx="5641">
                  <c:v>1.43261E-2</c:v>
                </c:pt>
                <c:pt idx="5642">
                  <c:v>1.4400399999999999E-2</c:v>
                </c:pt>
                <c:pt idx="5643">
                  <c:v>1.5284299999999999E-2</c:v>
                </c:pt>
                <c:pt idx="5644">
                  <c:v>1.5794800000000001E-2</c:v>
                </c:pt>
                <c:pt idx="5645">
                  <c:v>1.5151400000000001E-2</c:v>
                </c:pt>
                <c:pt idx="5646">
                  <c:v>1.4746500000000001E-2</c:v>
                </c:pt>
                <c:pt idx="5647">
                  <c:v>1.4576599999999999E-2</c:v>
                </c:pt>
                <c:pt idx="5648">
                  <c:v>1.5060599999999999E-2</c:v>
                </c:pt>
                <c:pt idx="5649">
                  <c:v>1.53822E-2</c:v>
                </c:pt>
                <c:pt idx="5650">
                  <c:v>1.6027099999999999E-2</c:v>
                </c:pt>
                <c:pt idx="5651">
                  <c:v>1.63068E-2</c:v>
                </c:pt>
                <c:pt idx="5652">
                  <c:v>1.6214799999999998E-2</c:v>
                </c:pt>
                <c:pt idx="5653">
                  <c:v>1.58674E-2</c:v>
                </c:pt>
                <c:pt idx="5654">
                  <c:v>1.5946999999999999E-2</c:v>
                </c:pt>
                <c:pt idx="5655">
                  <c:v>1.5569399999999999E-2</c:v>
                </c:pt>
                <c:pt idx="5656">
                  <c:v>1.4892799999999999E-2</c:v>
                </c:pt>
                <c:pt idx="5657">
                  <c:v>1.43578E-2</c:v>
                </c:pt>
                <c:pt idx="5658">
                  <c:v>1.3874600000000001E-2</c:v>
                </c:pt>
                <c:pt idx="5659">
                  <c:v>1.37921E-2</c:v>
                </c:pt>
                <c:pt idx="5660">
                  <c:v>1.5140899999999999E-2</c:v>
                </c:pt>
                <c:pt idx="5661">
                  <c:v>1.51667E-2</c:v>
                </c:pt>
                <c:pt idx="5662">
                  <c:v>1.5339599999999998E-2</c:v>
                </c:pt>
                <c:pt idx="5663">
                  <c:v>1.5632199999999999E-2</c:v>
                </c:pt>
                <c:pt idx="5664">
                  <c:v>1.5455099999999999E-2</c:v>
                </c:pt>
                <c:pt idx="5665">
                  <c:v>1.71726E-2</c:v>
                </c:pt>
                <c:pt idx="5666">
                  <c:v>1.7338200000000002E-2</c:v>
                </c:pt>
                <c:pt idx="5667">
                  <c:v>1.7696899999999998E-2</c:v>
                </c:pt>
                <c:pt idx="5668">
                  <c:v>1.88504E-2</c:v>
                </c:pt>
                <c:pt idx="5669">
                  <c:v>1.9621100000000002E-2</c:v>
                </c:pt>
                <c:pt idx="5670">
                  <c:v>2.0463700000000001E-2</c:v>
                </c:pt>
                <c:pt idx="5671">
                  <c:v>1.9453600000000001E-2</c:v>
                </c:pt>
                <c:pt idx="5672">
                  <c:v>1.9517E-2</c:v>
                </c:pt>
                <c:pt idx="5673">
                  <c:v>1.9724499999999999E-2</c:v>
                </c:pt>
                <c:pt idx="5674">
                  <c:v>1.86716E-2</c:v>
                </c:pt>
                <c:pt idx="5675">
                  <c:v>1.7268600000000002E-2</c:v>
                </c:pt>
                <c:pt idx="5676">
                  <c:v>1.7343999999999998E-2</c:v>
                </c:pt>
                <c:pt idx="5677">
                  <c:v>1.7291300000000003E-2</c:v>
                </c:pt>
                <c:pt idx="5678">
                  <c:v>1.8176100000000001E-2</c:v>
                </c:pt>
                <c:pt idx="5679">
                  <c:v>1.8806800000000002E-2</c:v>
                </c:pt>
                <c:pt idx="5680">
                  <c:v>1.85898E-2</c:v>
                </c:pt>
                <c:pt idx="5681">
                  <c:v>1.8847599999999999E-2</c:v>
                </c:pt>
                <c:pt idx="5682">
                  <c:v>1.9091E-2</c:v>
                </c:pt>
                <c:pt idx="5683">
                  <c:v>1.9987100000000001E-2</c:v>
                </c:pt>
                <c:pt idx="5684">
                  <c:v>1.96653E-2</c:v>
                </c:pt>
                <c:pt idx="5685">
                  <c:v>1.8948400000000001E-2</c:v>
                </c:pt>
                <c:pt idx="5686">
                  <c:v>1.8958099999999999E-2</c:v>
                </c:pt>
                <c:pt idx="5687">
                  <c:v>1.91308E-2</c:v>
                </c:pt>
                <c:pt idx="5688">
                  <c:v>1.8670800000000001E-2</c:v>
                </c:pt>
                <c:pt idx="5689">
                  <c:v>1.78957E-2</c:v>
                </c:pt>
                <c:pt idx="5690">
                  <c:v>1.7144099999999999E-2</c:v>
                </c:pt>
                <c:pt idx="5691">
                  <c:v>1.6811699999999999E-2</c:v>
                </c:pt>
                <c:pt idx="5692">
                  <c:v>1.6227699999999998E-2</c:v>
                </c:pt>
                <c:pt idx="5693">
                  <c:v>1.5997600000000001E-2</c:v>
                </c:pt>
                <c:pt idx="5694">
                  <c:v>1.6197200000000002E-2</c:v>
                </c:pt>
                <c:pt idx="5695">
                  <c:v>1.59293E-2</c:v>
                </c:pt>
                <c:pt idx="5696">
                  <c:v>1.6157499999999998E-2</c:v>
                </c:pt>
                <c:pt idx="5697">
                  <c:v>1.6469300000000003E-2</c:v>
                </c:pt>
                <c:pt idx="5698">
                  <c:v>1.59667E-2</c:v>
                </c:pt>
                <c:pt idx="5699">
                  <c:v>1.5092299999999999E-2</c:v>
                </c:pt>
                <c:pt idx="5700">
                  <c:v>1.46166E-2</c:v>
                </c:pt>
                <c:pt idx="5701">
                  <c:v>1.53724E-2</c:v>
                </c:pt>
                <c:pt idx="5702">
                  <c:v>1.3608500000000001E-2</c:v>
                </c:pt>
                <c:pt idx="5703">
                  <c:v>1.35459E-2</c:v>
                </c:pt>
                <c:pt idx="5704">
                  <c:v>1.35072E-2</c:v>
                </c:pt>
                <c:pt idx="5705">
                  <c:v>1.3335300000000001E-2</c:v>
                </c:pt>
                <c:pt idx="5706">
                  <c:v>1.37035E-2</c:v>
                </c:pt>
                <c:pt idx="5707">
                  <c:v>1.3970400000000001E-2</c:v>
                </c:pt>
                <c:pt idx="5708">
                  <c:v>1.3991300000000002E-2</c:v>
                </c:pt>
                <c:pt idx="5709">
                  <c:v>1.3868100000000001E-2</c:v>
                </c:pt>
                <c:pt idx="5710">
                  <c:v>1.3366100000000001E-2</c:v>
                </c:pt>
                <c:pt idx="5711">
                  <c:v>1.2920500000000001E-2</c:v>
                </c:pt>
                <c:pt idx="5712">
                  <c:v>1.2699200000000001E-2</c:v>
                </c:pt>
                <c:pt idx="5713">
                  <c:v>1.2652999999999999E-2</c:v>
                </c:pt>
                <c:pt idx="5714">
                  <c:v>1.3048799999999999E-2</c:v>
                </c:pt>
                <c:pt idx="5715">
                  <c:v>1.3042699999999999E-2</c:v>
                </c:pt>
                <c:pt idx="5716">
                  <c:v>1.26648E-2</c:v>
                </c:pt>
                <c:pt idx="5717">
                  <c:v>1.2541500000000001E-2</c:v>
                </c:pt>
                <c:pt idx="5718">
                  <c:v>1.2334399999999999E-2</c:v>
                </c:pt>
                <c:pt idx="5719">
                  <c:v>1.3113E-2</c:v>
                </c:pt>
                <c:pt idx="5720">
                  <c:v>1.38196E-2</c:v>
                </c:pt>
                <c:pt idx="5721">
                  <c:v>1.3654300000000001E-2</c:v>
                </c:pt>
                <c:pt idx="5722">
                  <c:v>1.3221999999999999E-2</c:v>
                </c:pt>
                <c:pt idx="5723">
                  <c:v>1.3013499999999999E-2</c:v>
                </c:pt>
                <c:pt idx="5724">
                  <c:v>1.2961199999999999E-2</c:v>
                </c:pt>
                <c:pt idx="5725">
                  <c:v>1.2428700000000001E-2</c:v>
                </c:pt>
                <c:pt idx="5726">
                  <c:v>1.2184E-2</c:v>
                </c:pt>
                <c:pt idx="5727">
                  <c:v>1.2543899999999998E-2</c:v>
                </c:pt>
                <c:pt idx="5728">
                  <c:v>1.31434E-2</c:v>
                </c:pt>
                <c:pt idx="5729">
                  <c:v>1.34106E-2</c:v>
                </c:pt>
                <c:pt idx="5730">
                  <c:v>1.35221E-2</c:v>
                </c:pt>
                <c:pt idx="5731">
                  <c:v>1.3128600000000001E-2</c:v>
                </c:pt>
                <c:pt idx="5732">
                  <c:v>1.32078E-2</c:v>
                </c:pt>
                <c:pt idx="5733">
                  <c:v>1.32319E-2</c:v>
                </c:pt>
                <c:pt idx="5734">
                  <c:v>1.3047999999999999E-2</c:v>
                </c:pt>
                <c:pt idx="5735">
                  <c:v>1.31743E-2</c:v>
                </c:pt>
                <c:pt idx="5736">
                  <c:v>1.30879E-2</c:v>
                </c:pt>
                <c:pt idx="5737">
                  <c:v>1.2967699999999999E-2</c:v>
                </c:pt>
                <c:pt idx="5738">
                  <c:v>1.30107E-2</c:v>
                </c:pt>
                <c:pt idx="5739">
                  <c:v>1.29839E-2</c:v>
                </c:pt>
                <c:pt idx="5740">
                  <c:v>1.3278700000000001E-2</c:v>
                </c:pt>
                <c:pt idx="5741">
                  <c:v>1.3498500000000002E-2</c:v>
                </c:pt>
                <c:pt idx="5742">
                  <c:v>1.3707499999999999E-2</c:v>
                </c:pt>
                <c:pt idx="5743">
                  <c:v>1.3237499999999999E-2</c:v>
                </c:pt>
                <c:pt idx="5744">
                  <c:v>1.2975499999999999E-2</c:v>
                </c:pt>
                <c:pt idx="5745">
                  <c:v>1.3156600000000001E-2</c:v>
                </c:pt>
                <c:pt idx="5746">
                  <c:v>1.29441E-2</c:v>
                </c:pt>
                <c:pt idx="5747">
                  <c:v>1.2747700000000001E-2</c:v>
                </c:pt>
                <c:pt idx="5748">
                  <c:v>1.25688E-2</c:v>
                </c:pt>
                <c:pt idx="5749">
                  <c:v>1.24899E-2</c:v>
                </c:pt>
                <c:pt idx="5750">
                  <c:v>1.25694E-2</c:v>
                </c:pt>
                <c:pt idx="5751">
                  <c:v>1.2361E-2</c:v>
                </c:pt>
                <c:pt idx="5752">
                  <c:v>1.24177E-2</c:v>
                </c:pt>
                <c:pt idx="5753">
                  <c:v>1.23137E-2</c:v>
                </c:pt>
                <c:pt idx="5754">
                  <c:v>1.2193499999999999E-2</c:v>
                </c:pt>
                <c:pt idx="5755">
                  <c:v>1.21242E-2</c:v>
                </c:pt>
                <c:pt idx="5756">
                  <c:v>1.2191800000000001E-2</c:v>
                </c:pt>
                <c:pt idx="5757">
                  <c:v>1.20354E-2</c:v>
                </c:pt>
                <c:pt idx="5758">
                  <c:v>1.17301E-2</c:v>
                </c:pt>
                <c:pt idx="5759">
                  <c:v>1.19951E-2</c:v>
                </c:pt>
                <c:pt idx="5760">
                  <c:v>1.1861199999999999E-2</c:v>
                </c:pt>
                <c:pt idx="5761">
                  <c:v>1.15981E-2</c:v>
                </c:pt>
                <c:pt idx="5762">
                  <c:v>1.0806899999999999E-2</c:v>
                </c:pt>
                <c:pt idx="5763">
                  <c:v>1.09094E-2</c:v>
                </c:pt>
                <c:pt idx="5764">
                  <c:v>1.12417E-2</c:v>
                </c:pt>
                <c:pt idx="5765">
                  <c:v>1.10808E-2</c:v>
                </c:pt>
                <c:pt idx="5766">
                  <c:v>1.16227E-2</c:v>
                </c:pt>
                <c:pt idx="5767">
                  <c:v>1.1846200000000001E-2</c:v>
                </c:pt>
                <c:pt idx="5768">
                  <c:v>1.20512E-2</c:v>
                </c:pt>
                <c:pt idx="5769">
                  <c:v>1.1940900000000001E-2</c:v>
                </c:pt>
                <c:pt idx="5770">
                  <c:v>1.1552400000000001E-2</c:v>
                </c:pt>
                <c:pt idx="5771">
                  <c:v>1.13974E-2</c:v>
                </c:pt>
                <c:pt idx="5772">
                  <c:v>1.1432899999999999E-2</c:v>
                </c:pt>
                <c:pt idx="5773">
                  <c:v>1.17103E-2</c:v>
                </c:pt>
                <c:pt idx="5774">
                  <c:v>1.16332E-2</c:v>
                </c:pt>
                <c:pt idx="5775">
                  <c:v>1.22846E-2</c:v>
                </c:pt>
                <c:pt idx="5776">
                  <c:v>1.20044E-2</c:v>
                </c:pt>
                <c:pt idx="5777">
                  <c:v>1.1509399999999999E-2</c:v>
                </c:pt>
                <c:pt idx="5778">
                  <c:v>1.1687399999999999E-2</c:v>
                </c:pt>
                <c:pt idx="5779">
                  <c:v>1.1667799999999999E-2</c:v>
                </c:pt>
                <c:pt idx="5780">
                  <c:v>1.16457E-2</c:v>
                </c:pt>
                <c:pt idx="5781">
                  <c:v>1.14786E-2</c:v>
                </c:pt>
                <c:pt idx="5782">
                  <c:v>1.1352899999999999E-2</c:v>
                </c:pt>
                <c:pt idx="5783">
                  <c:v>1.07238E-2</c:v>
                </c:pt>
                <c:pt idx="5784">
                  <c:v>1.0459099999999999E-2</c:v>
                </c:pt>
                <c:pt idx="5785">
                  <c:v>1.0881500000000001E-2</c:v>
                </c:pt>
                <c:pt idx="5786">
                  <c:v>1.10378E-2</c:v>
                </c:pt>
                <c:pt idx="5787">
                  <c:v>1.1228400000000001E-2</c:v>
                </c:pt>
                <c:pt idx="5788">
                  <c:v>1.1662199999999999E-2</c:v>
                </c:pt>
                <c:pt idx="5789">
                  <c:v>1.2836699999999999E-2</c:v>
                </c:pt>
                <c:pt idx="5790">
                  <c:v>1.2814300000000001E-2</c:v>
                </c:pt>
                <c:pt idx="5791">
                  <c:v>1.3702199999999999E-2</c:v>
                </c:pt>
                <c:pt idx="5792">
                  <c:v>1.32952E-2</c:v>
                </c:pt>
                <c:pt idx="5793">
                  <c:v>1.3798599999999999E-2</c:v>
                </c:pt>
                <c:pt idx="5794">
                  <c:v>1.4852500000000001E-2</c:v>
                </c:pt>
                <c:pt idx="5795">
                  <c:v>1.3912200000000001E-2</c:v>
                </c:pt>
                <c:pt idx="5796">
                  <c:v>1.3820599999999999E-2</c:v>
                </c:pt>
                <c:pt idx="5797">
                  <c:v>1.40334E-2</c:v>
                </c:pt>
                <c:pt idx="5798">
                  <c:v>1.38952E-2</c:v>
                </c:pt>
                <c:pt idx="5799">
                  <c:v>1.3261500000000001E-2</c:v>
                </c:pt>
                <c:pt idx="5800">
                  <c:v>1.31725E-2</c:v>
                </c:pt>
                <c:pt idx="5801">
                  <c:v>1.2662099999999999E-2</c:v>
                </c:pt>
                <c:pt idx="5802">
                  <c:v>1.2324E-2</c:v>
                </c:pt>
                <c:pt idx="5803">
                  <c:v>1.1988500000000001E-2</c:v>
                </c:pt>
                <c:pt idx="5804">
                  <c:v>1.17348E-2</c:v>
                </c:pt>
                <c:pt idx="5805">
                  <c:v>1.18996E-2</c:v>
                </c:pt>
                <c:pt idx="5806">
                  <c:v>1.22915E-2</c:v>
                </c:pt>
                <c:pt idx="5807">
                  <c:v>1.24247E-2</c:v>
                </c:pt>
                <c:pt idx="5808">
                  <c:v>1.2410299999999999E-2</c:v>
                </c:pt>
                <c:pt idx="5809">
                  <c:v>1.23774E-2</c:v>
                </c:pt>
                <c:pt idx="5810">
                  <c:v>1.20584E-2</c:v>
                </c:pt>
                <c:pt idx="5811">
                  <c:v>1.16592E-2</c:v>
                </c:pt>
                <c:pt idx="5812">
                  <c:v>1.13521E-2</c:v>
                </c:pt>
                <c:pt idx="5813">
                  <c:v>1.14483E-2</c:v>
                </c:pt>
                <c:pt idx="5814">
                  <c:v>1.1562600000000001E-2</c:v>
                </c:pt>
                <c:pt idx="5815">
                  <c:v>1.1664000000000001E-2</c:v>
                </c:pt>
                <c:pt idx="5816">
                  <c:v>1.1742600000000001E-2</c:v>
                </c:pt>
                <c:pt idx="5817">
                  <c:v>1.19267E-2</c:v>
                </c:pt>
                <c:pt idx="5818">
                  <c:v>1.19384E-2</c:v>
                </c:pt>
                <c:pt idx="5819">
                  <c:v>1.19168E-2</c:v>
                </c:pt>
                <c:pt idx="5820">
                  <c:v>1.19813E-2</c:v>
                </c:pt>
                <c:pt idx="5821">
                  <c:v>1.2042000000000001E-2</c:v>
                </c:pt>
                <c:pt idx="5822">
                  <c:v>1.17679E-2</c:v>
                </c:pt>
                <c:pt idx="5823">
                  <c:v>1.14968E-2</c:v>
                </c:pt>
                <c:pt idx="5824">
                  <c:v>1.11176E-2</c:v>
                </c:pt>
                <c:pt idx="5825">
                  <c:v>1.15432E-2</c:v>
                </c:pt>
                <c:pt idx="5826">
                  <c:v>1.1831999999999999E-2</c:v>
                </c:pt>
                <c:pt idx="5827">
                  <c:v>1.23053E-2</c:v>
                </c:pt>
                <c:pt idx="5828">
                  <c:v>1.20474E-2</c:v>
                </c:pt>
                <c:pt idx="5829">
                  <c:v>1.2079300000000001E-2</c:v>
                </c:pt>
                <c:pt idx="5830">
                  <c:v>1.2267199999999999E-2</c:v>
                </c:pt>
                <c:pt idx="5831">
                  <c:v>1.20676E-2</c:v>
                </c:pt>
                <c:pt idx="5832">
                  <c:v>1.21026E-2</c:v>
                </c:pt>
                <c:pt idx="5833">
                  <c:v>1.2209999999999999E-2</c:v>
                </c:pt>
                <c:pt idx="5834">
                  <c:v>1.22562E-2</c:v>
                </c:pt>
                <c:pt idx="5835">
                  <c:v>1.24035E-2</c:v>
                </c:pt>
                <c:pt idx="5836">
                  <c:v>1.2109200000000001E-2</c:v>
                </c:pt>
                <c:pt idx="5837">
                  <c:v>1.17815E-2</c:v>
                </c:pt>
                <c:pt idx="5838">
                  <c:v>1.19116E-2</c:v>
                </c:pt>
                <c:pt idx="5839">
                  <c:v>1.1862300000000001E-2</c:v>
                </c:pt>
                <c:pt idx="5840">
                  <c:v>1.18633E-2</c:v>
                </c:pt>
                <c:pt idx="5841">
                  <c:v>1.1944799999999998E-2</c:v>
                </c:pt>
                <c:pt idx="5842">
                  <c:v>1.17307E-2</c:v>
                </c:pt>
                <c:pt idx="5843">
                  <c:v>1.1549E-2</c:v>
                </c:pt>
                <c:pt idx="5844">
                  <c:v>1.1463899999999999E-2</c:v>
                </c:pt>
                <c:pt idx="5845">
                  <c:v>1.14272E-2</c:v>
                </c:pt>
                <c:pt idx="5846">
                  <c:v>1.1464400000000001E-2</c:v>
                </c:pt>
                <c:pt idx="5847">
                  <c:v>1.1233700000000001E-2</c:v>
                </c:pt>
                <c:pt idx="5848">
                  <c:v>1.0816800000000001E-2</c:v>
                </c:pt>
                <c:pt idx="5849">
                  <c:v>1.07238E-2</c:v>
                </c:pt>
                <c:pt idx="5850">
                  <c:v>1.06865E-2</c:v>
                </c:pt>
                <c:pt idx="5851">
                  <c:v>1.0879600000000001E-2</c:v>
                </c:pt>
                <c:pt idx="5852">
                  <c:v>1.08526E-2</c:v>
                </c:pt>
                <c:pt idx="5853">
                  <c:v>1.0721700000000001E-2</c:v>
                </c:pt>
                <c:pt idx="5854">
                  <c:v>1.06724E-2</c:v>
                </c:pt>
                <c:pt idx="5855">
                  <c:v>1.04174E-2</c:v>
                </c:pt>
                <c:pt idx="5856">
                  <c:v>1.04876E-2</c:v>
                </c:pt>
                <c:pt idx="5857">
                  <c:v>1.0638E-2</c:v>
                </c:pt>
                <c:pt idx="5858">
                  <c:v>1.0707100000000001E-2</c:v>
                </c:pt>
                <c:pt idx="5859">
                  <c:v>1.06803E-2</c:v>
                </c:pt>
                <c:pt idx="5860">
                  <c:v>1.0728100000000001E-2</c:v>
                </c:pt>
                <c:pt idx="5861">
                  <c:v>1.06397E-2</c:v>
                </c:pt>
                <c:pt idx="5862">
                  <c:v>1.04777E-2</c:v>
                </c:pt>
                <c:pt idx="5863">
                  <c:v>1.0504400000000001E-2</c:v>
                </c:pt>
                <c:pt idx="5864">
                  <c:v>1.0547900000000001E-2</c:v>
                </c:pt>
                <c:pt idx="5865">
                  <c:v>1.04723E-2</c:v>
                </c:pt>
                <c:pt idx="5866">
                  <c:v>1.04E-2</c:v>
                </c:pt>
                <c:pt idx="5867">
                  <c:v>1.0414E-2</c:v>
                </c:pt>
                <c:pt idx="5868">
                  <c:v>1.02109E-2</c:v>
                </c:pt>
                <c:pt idx="5869">
                  <c:v>1.01101E-2</c:v>
                </c:pt>
                <c:pt idx="5870">
                  <c:v>1.0079099999999999E-2</c:v>
                </c:pt>
                <c:pt idx="5871">
                  <c:v>1.0254600000000001E-2</c:v>
                </c:pt>
                <c:pt idx="5872">
                  <c:v>1.0544599999999999E-2</c:v>
                </c:pt>
                <c:pt idx="5873">
                  <c:v>1.06471E-2</c:v>
                </c:pt>
                <c:pt idx="5874">
                  <c:v>1.0670300000000001E-2</c:v>
                </c:pt>
                <c:pt idx="5875">
                  <c:v>1.0572199999999999E-2</c:v>
                </c:pt>
                <c:pt idx="5876">
                  <c:v>1.01896E-2</c:v>
                </c:pt>
                <c:pt idx="5877">
                  <c:v>9.8552000000000015E-3</c:v>
                </c:pt>
                <c:pt idx="5878">
                  <c:v>9.889499999999999E-3</c:v>
                </c:pt>
                <c:pt idx="5879">
                  <c:v>9.9608000000000006E-3</c:v>
                </c:pt>
                <c:pt idx="5880">
                  <c:v>9.9296999999999996E-3</c:v>
                </c:pt>
                <c:pt idx="5881">
                  <c:v>1.0176300000000001E-2</c:v>
                </c:pt>
                <c:pt idx="5882">
                  <c:v>1.03973E-2</c:v>
                </c:pt>
                <c:pt idx="5883">
                  <c:v>1.0140900000000001E-2</c:v>
                </c:pt>
                <c:pt idx="5884">
                  <c:v>9.9763000000000004E-3</c:v>
                </c:pt>
                <c:pt idx="5885">
                  <c:v>1.0311000000000001E-2</c:v>
                </c:pt>
                <c:pt idx="5886">
                  <c:v>1.0330200000000001E-2</c:v>
                </c:pt>
                <c:pt idx="5887">
                  <c:v>1.0356799999999999E-2</c:v>
                </c:pt>
                <c:pt idx="5888">
                  <c:v>1.00085E-2</c:v>
                </c:pt>
                <c:pt idx="5889">
                  <c:v>9.9877000000000004E-3</c:v>
                </c:pt>
                <c:pt idx="5890">
                  <c:v>1.02078E-2</c:v>
                </c:pt>
                <c:pt idx="5891">
                  <c:v>1.0712099999999999E-2</c:v>
                </c:pt>
                <c:pt idx="5892">
                  <c:v>1.0807299999999999E-2</c:v>
                </c:pt>
                <c:pt idx="5893">
                  <c:v>1.0585500000000001E-2</c:v>
                </c:pt>
                <c:pt idx="5894">
                  <c:v>1.0415199999999999E-2</c:v>
                </c:pt>
                <c:pt idx="5895">
                  <c:v>1.04011E-2</c:v>
                </c:pt>
                <c:pt idx="5896">
                  <c:v>1.0418999999999999E-2</c:v>
                </c:pt>
                <c:pt idx="5897">
                  <c:v>1.0296899999999999E-2</c:v>
                </c:pt>
                <c:pt idx="5898">
                  <c:v>1.0273900000000001E-2</c:v>
                </c:pt>
                <c:pt idx="5899">
                  <c:v>1.05425E-2</c:v>
                </c:pt>
                <c:pt idx="5900">
                  <c:v>1.09164E-2</c:v>
                </c:pt>
                <c:pt idx="5901">
                  <c:v>1.0985200000000001E-2</c:v>
                </c:pt>
                <c:pt idx="5902">
                  <c:v>1.1170099999999999E-2</c:v>
                </c:pt>
                <c:pt idx="5903">
                  <c:v>1.12573E-2</c:v>
                </c:pt>
                <c:pt idx="5904">
                  <c:v>1.1264700000000001E-2</c:v>
                </c:pt>
                <c:pt idx="5905">
                  <c:v>1.1058799999999999E-2</c:v>
                </c:pt>
                <c:pt idx="5906">
                  <c:v>1.0654E-2</c:v>
                </c:pt>
                <c:pt idx="5907">
                  <c:v>1.0726000000000001E-2</c:v>
                </c:pt>
                <c:pt idx="5908">
                  <c:v>1.0563400000000001E-2</c:v>
                </c:pt>
                <c:pt idx="5909">
                  <c:v>1.00634E-2</c:v>
                </c:pt>
                <c:pt idx="5910">
                  <c:v>9.7625999999999998E-3</c:v>
                </c:pt>
                <c:pt idx="5911">
                  <c:v>9.7681E-3</c:v>
                </c:pt>
                <c:pt idx="5912">
                  <c:v>9.9886999999999997E-3</c:v>
                </c:pt>
                <c:pt idx="5913">
                  <c:v>9.8188999999999985E-3</c:v>
                </c:pt>
                <c:pt idx="5914">
                  <c:v>9.7846999999999986E-3</c:v>
                </c:pt>
                <c:pt idx="5915">
                  <c:v>1.0033E-2</c:v>
                </c:pt>
                <c:pt idx="5916">
                  <c:v>1.0252200000000001E-2</c:v>
                </c:pt>
                <c:pt idx="5917">
                  <c:v>1.0232999999999999E-2</c:v>
                </c:pt>
                <c:pt idx="5918">
                  <c:v>1.0116699999999999E-2</c:v>
                </c:pt>
                <c:pt idx="5919">
                  <c:v>1.02979E-2</c:v>
                </c:pt>
                <c:pt idx="5920">
                  <c:v>1.06699E-2</c:v>
                </c:pt>
                <c:pt idx="5921">
                  <c:v>1.06096E-2</c:v>
                </c:pt>
                <c:pt idx="5922">
                  <c:v>1.0409E-2</c:v>
                </c:pt>
                <c:pt idx="5923">
                  <c:v>1.05545E-2</c:v>
                </c:pt>
                <c:pt idx="5924">
                  <c:v>1.07271E-2</c:v>
                </c:pt>
                <c:pt idx="5925">
                  <c:v>1.06216E-2</c:v>
                </c:pt>
                <c:pt idx="5926">
                  <c:v>1.1982099999999999E-2</c:v>
                </c:pt>
                <c:pt idx="5927">
                  <c:v>1.2511899999999999E-2</c:v>
                </c:pt>
                <c:pt idx="5928">
                  <c:v>1.2282400000000001E-2</c:v>
                </c:pt>
                <c:pt idx="5929">
                  <c:v>1.2324999999999999E-2</c:v>
                </c:pt>
                <c:pt idx="5930">
                  <c:v>1.2556999999999999E-2</c:v>
                </c:pt>
                <c:pt idx="5931">
                  <c:v>1.2909499999999999E-2</c:v>
                </c:pt>
                <c:pt idx="5932">
                  <c:v>1.2759E-2</c:v>
                </c:pt>
                <c:pt idx="5933">
                  <c:v>1.2790600000000001E-2</c:v>
                </c:pt>
                <c:pt idx="5934">
                  <c:v>1.31226E-2</c:v>
                </c:pt>
                <c:pt idx="5935">
                  <c:v>1.3831899999999999E-2</c:v>
                </c:pt>
                <c:pt idx="5936">
                  <c:v>1.3610800000000001E-2</c:v>
                </c:pt>
                <c:pt idx="5937">
                  <c:v>1.34825E-2</c:v>
                </c:pt>
                <c:pt idx="5938">
                  <c:v>1.3143E-2</c:v>
                </c:pt>
                <c:pt idx="5939">
                  <c:v>1.3133500000000001E-2</c:v>
                </c:pt>
                <c:pt idx="5940">
                  <c:v>1.255E-2</c:v>
                </c:pt>
                <c:pt idx="5941">
                  <c:v>1.2253500000000001E-2</c:v>
                </c:pt>
                <c:pt idx="5942">
                  <c:v>1.2364400000000001E-2</c:v>
                </c:pt>
                <c:pt idx="5943">
                  <c:v>1.2673800000000001E-2</c:v>
                </c:pt>
                <c:pt idx="5944">
                  <c:v>1.24875E-2</c:v>
                </c:pt>
                <c:pt idx="5945">
                  <c:v>1.24768E-2</c:v>
                </c:pt>
                <c:pt idx="5946">
                  <c:v>1.2702400000000001E-2</c:v>
                </c:pt>
                <c:pt idx="5947">
                  <c:v>1.31567E-2</c:v>
                </c:pt>
                <c:pt idx="5948">
                  <c:v>1.32891E-2</c:v>
                </c:pt>
                <c:pt idx="5949">
                  <c:v>1.3109299999999999E-2</c:v>
                </c:pt>
                <c:pt idx="5950">
                  <c:v>1.27993E-2</c:v>
                </c:pt>
                <c:pt idx="5951">
                  <c:v>1.29382E-2</c:v>
                </c:pt>
                <c:pt idx="5952">
                  <c:v>1.3059800000000002E-2</c:v>
                </c:pt>
                <c:pt idx="5953">
                  <c:v>1.30137E-2</c:v>
                </c:pt>
                <c:pt idx="5954">
                  <c:v>1.2580899999999999E-2</c:v>
                </c:pt>
                <c:pt idx="5955">
                  <c:v>1.22007E-2</c:v>
                </c:pt>
                <c:pt idx="5956">
                  <c:v>1.17333E-2</c:v>
                </c:pt>
                <c:pt idx="5957">
                  <c:v>1.09949E-2</c:v>
                </c:pt>
                <c:pt idx="5958">
                  <c:v>1.0445300000000001E-2</c:v>
                </c:pt>
                <c:pt idx="5959">
                  <c:v>1.0705299999999999E-2</c:v>
                </c:pt>
                <c:pt idx="5960">
                  <c:v>1.06699E-2</c:v>
                </c:pt>
                <c:pt idx="5961">
                  <c:v>1.0681900000000001E-2</c:v>
                </c:pt>
                <c:pt idx="5962">
                  <c:v>1.08691E-2</c:v>
                </c:pt>
                <c:pt idx="5963">
                  <c:v>1.0731000000000001E-2</c:v>
                </c:pt>
                <c:pt idx="5964">
                  <c:v>1.06838E-2</c:v>
                </c:pt>
                <c:pt idx="5965">
                  <c:v>1.03423E-2</c:v>
                </c:pt>
                <c:pt idx="5966">
                  <c:v>1.0191E-2</c:v>
                </c:pt>
                <c:pt idx="5967">
                  <c:v>1.01447E-2</c:v>
                </c:pt>
                <c:pt idx="5968">
                  <c:v>9.9389999999999999E-3</c:v>
                </c:pt>
                <c:pt idx="5969">
                  <c:v>9.7134000000000005E-3</c:v>
                </c:pt>
                <c:pt idx="5970">
                  <c:v>9.6425999999999994E-3</c:v>
                </c:pt>
                <c:pt idx="5971">
                  <c:v>9.7926000000000003E-3</c:v>
                </c:pt>
                <c:pt idx="5972">
                  <c:v>9.8219999999999991E-3</c:v>
                </c:pt>
                <c:pt idx="5973">
                  <c:v>9.7473999999999998E-3</c:v>
                </c:pt>
                <c:pt idx="5974">
                  <c:v>9.7949000000000005E-3</c:v>
                </c:pt>
                <c:pt idx="5975">
                  <c:v>9.7800999999999999E-3</c:v>
                </c:pt>
                <c:pt idx="5976">
                  <c:v>9.6316000000000006E-3</c:v>
                </c:pt>
                <c:pt idx="5977">
                  <c:v>9.8042000000000008E-3</c:v>
                </c:pt>
                <c:pt idx="5978">
                  <c:v>9.7778000000000014E-3</c:v>
                </c:pt>
                <c:pt idx="5979">
                  <c:v>9.7780000000000002E-3</c:v>
                </c:pt>
                <c:pt idx="5980">
                  <c:v>9.7257999999999997E-3</c:v>
                </c:pt>
                <c:pt idx="5981">
                  <c:v>9.8443000000000003E-3</c:v>
                </c:pt>
                <c:pt idx="5982">
                  <c:v>9.7634000000000002E-3</c:v>
                </c:pt>
                <c:pt idx="5983">
                  <c:v>9.6876999999999987E-3</c:v>
                </c:pt>
                <c:pt idx="5984">
                  <c:v>9.6177999999999993E-3</c:v>
                </c:pt>
                <c:pt idx="5985">
                  <c:v>9.6049000000000013E-3</c:v>
                </c:pt>
                <c:pt idx="5986">
                  <c:v>9.2510000000000005E-3</c:v>
                </c:pt>
                <c:pt idx="5987">
                  <c:v>8.9633999999999998E-3</c:v>
                </c:pt>
                <c:pt idx="5988">
                  <c:v>9.0323000000000001E-3</c:v>
                </c:pt>
                <c:pt idx="5989">
                  <c:v>9.0814999999999993E-3</c:v>
                </c:pt>
                <c:pt idx="5990">
                  <c:v>9.1345000000000003E-3</c:v>
                </c:pt>
                <c:pt idx="5991">
                  <c:v>9.1211E-3</c:v>
                </c:pt>
                <c:pt idx="5992">
                  <c:v>9.0453999999999986E-3</c:v>
                </c:pt>
                <c:pt idx="5993">
                  <c:v>9.0296000000000005E-3</c:v>
                </c:pt>
                <c:pt idx="5994">
                  <c:v>9.0021000000000007E-3</c:v>
                </c:pt>
                <c:pt idx="5995">
                  <c:v>9.0218999999999994E-3</c:v>
                </c:pt>
                <c:pt idx="5996">
                  <c:v>8.9467000000000001E-3</c:v>
                </c:pt>
                <c:pt idx="5997">
                  <c:v>8.8721000000000008E-3</c:v>
                </c:pt>
                <c:pt idx="5998">
                  <c:v>8.8497999999999997E-3</c:v>
                </c:pt>
                <c:pt idx="5999">
                  <c:v>8.8865999999999997E-3</c:v>
                </c:pt>
                <c:pt idx="6000">
                  <c:v>9.6078999999999991E-3</c:v>
                </c:pt>
                <c:pt idx="6001">
                  <c:v>9.9000000000000008E-3</c:v>
                </c:pt>
                <c:pt idx="6002">
                  <c:v>1.0053400000000001E-2</c:v>
                </c:pt>
                <c:pt idx="6003">
                  <c:v>9.8884000000000003E-3</c:v>
                </c:pt>
                <c:pt idx="6004">
                  <c:v>9.6547000000000004E-3</c:v>
                </c:pt>
                <c:pt idx="6005">
                  <c:v>9.5008000000000002E-3</c:v>
                </c:pt>
                <c:pt idx="6006">
                  <c:v>9.1663000000000005E-3</c:v>
                </c:pt>
                <c:pt idx="6007">
                  <c:v>9.0320999999999995E-3</c:v>
                </c:pt>
                <c:pt idx="6008">
                  <c:v>8.8935000000000004E-3</c:v>
                </c:pt>
                <c:pt idx="6009">
                  <c:v>8.8339000000000004E-3</c:v>
                </c:pt>
                <c:pt idx="6010">
                  <c:v>9.1494000000000002E-3</c:v>
                </c:pt>
                <c:pt idx="6011">
                  <c:v>9.3232000000000002E-3</c:v>
                </c:pt>
                <c:pt idx="6012">
                  <c:v>9.391E-3</c:v>
                </c:pt>
                <c:pt idx="6013">
                  <c:v>9.2794000000000001E-3</c:v>
                </c:pt>
                <c:pt idx="6014">
                  <c:v>9.2721999999999995E-3</c:v>
                </c:pt>
                <c:pt idx="6015">
                  <c:v>9.4456999999999996E-3</c:v>
                </c:pt>
                <c:pt idx="6016">
                  <c:v>9.3584999999999988E-3</c:v>
                </c:pt>
                <c:pt idx="6017">
                  <c:v>9.1647000000000013E-3</c:v>
                </c:pt>
                <c:pt idx="6018">
                  <c:v>8.9110000000000005E-3</c:v>
                </c:pt>
                <c:pt idx="6019">
                  <c:v>8.7685000000000003E-3</c:v>
                </c:pt>
                <c:pt idx="6020">
                  <c:v>8.6890000000000005E-3</c:v>
                </c:pt>
                <c:pt idx="6021">
                  <c:v>8.9508000000000001E-3</c:v>
                </c:pt>
                <c:pt idx="6022">
                  <c:v>8.8538000000000002E-3</c:v>
                </c:pt>
                <c:pt idx="6023">
                  <c:v>8.8345999999999997E-3</c:v>
                </c:pt>
                <c:pt idx="6024">
                  <c:v>8.9587999999999994E-3</c:v>
                </c:pt>
                <c:pt idx="6025">
                  <c:v>8.8328E-3</c:v>
                </c:pt>
                <c:pt idx="6026">
                  <c:v>8.7662E-3</c:v>
                </c:pt>
                <c:pt idx="6027">
                  <c:v>8.8468999999999996E-3</c:v>
                </c:pt>
                <c:pt idx="6028">
                  <c:v>8.8445999999999993E-3</c:v>
                </c:pt>
                <c:pt idx="6029">
                  <c:v>8.976099999999999E-3</c:v>
                </c:pt>
                <c:pt idx="6030">
                  <c:v>9.1801000000000001E-3</c:v>
                </c:pt>
                <c:pt idx="6031">
                  <c:v>9.1084999999999985E-3</c:v>
                </c:pt>
                <c:pt idx="6032">
                  <c:v>8.9636999999999998E-3</c:v>
                </c:pt>
                <c:pt idx="6033">
                  <c:v>8.9020000000000002E-3</c:v>
                </c:pt>
                <c:pt idx="6034">
                  <c:v>8.8700000000000011E-3</c:v>
                </c:pt>
                <c:pt idx="6035">
                  <c:v>9.227299999999999E-3</c:v>
                </c:pt>
                <c:pt idx="6036">
                  <c:v>9.1065999999999994E-3</c:v>
                </c:pt>
                <c:pt idx="6037">
                  <c:v>8.5845000000000001E-3</c:v>
                </c:pt>
                <c:pt idx="6038">
                  <c:v>8.3194999999999988E-3</c:v>
                </c:pt>
                <c:pt idx="6039">
                  <c:v>8.3876999999999997E-3</c:v>
                </c:pt>
                <c:pt idx="6040">
                  <c:v>8.643699999999999E-3</c:v>
                </c:pt>
                <c:pt idx="6041">
                  <c:v>8.6902999999999998E-3</c:v>
                </c:pt>
                <c:pt idx="6042">
                  <c:v>8.5006999999999999E-3</c:v>
                </c:pt>
                <c:pt idx="6043">
                  <c:v>8.3346999999999987E-3</c:v>
                </c:pt>
                <c:pt idx="6044">
                  <c:v>8.3096999999999997E-3</c:v>
                </c:pt>
                <c:pt idx="6045">
                  <c:v>8.4686999999999991E-3</c:v>
                </c:pt>
                <c:pt idx="6046">
                  <c:v>8.5849999999999989E-3</c:v>
                </c:pt>
                <c:pt idx="6047">
                  <c:v>8.4711000000000005E-3</c:v>
                </c:pt>
                <c:pt idx="6048">
                  <c:v>8.5504999999999991E-3</c:v>
                </c:pt>
                <c:pt idx="6049">
                  <c:v>8.4215000000000002E-3</c:v>
                </c:pt>
                <c:pt idx="6050">
                  <c:v>8.1688000000000004E-3</c:v>
                </c:pt>
                <c:pt idx="6051">
                  <c:v>7.9626999999999996E-3</c:v>
                </c:pt>
                <c:pt idx="6052">
                  <c:v>8.2623999999999996E-3</c:v>
                </c:pt>
                <c:pt idx="6053">
                  <c:v>8.4443999999999995E-3</c:v>
                </c:pt>
                <c:pt idx="6054">
                  <c:v>8.5683000000000009E-3</c:v>
                </c:pt>
                <c:pt idx="6055">
                  <c:v>8.427500000000001E-3</c:v>
                </c:pt>
                <c:pt idx="6056">
                  <c:v>9.2596999999999992E-3</c:v>
                </c:pt>
                <c:pt idx="6057">
                  <c:v>8.9444999999999993E-3</c:v>
                </c:pt>
                <c:pt idx="6058">
                  <c:v>9.1986999999999989E-3</c:v>
                </c:pt>
                <c:pt idx="6059">
                  <c:v>9.1240000000000002E-3</c:v>
                </c:pt>
                <c:pt idx="6060">
                  <c:v>9.2831000000000007E-3</c:v>
                </c:pt>
                <c:pt idx="6061">
                  <c:v>9.2514999999999993E-3</c:v>
                </c:pt>
                <c:pt idx="6062">
                  <c:v>9.2087999999999996E-3</c:v>
                </c:pt>
                <c:pt idx="6063">
                  <c:v>9.2148999999999998E-3</c:v>
                </c:pt>
                <c:pt idx="6064">
                  <c:v>9.3194000000000003E-3</c:v>
                </c:pt>
                <c:pt idx="6065">
                  <c:v>9.5180999999999998E-3</c:v>
                </c:pt>
                <c:pt idx="6066">
                  <c:v>9.3991000000000005E-3</c:v>
                </c:pt>
                <c:pt idx="6067">
                  <c:v>9.562600000000001E-3</c:v>
                </c:pt>
                <c:pt idx="6068">
                  <c:v>9.4730999999999999E-3</c:v>
                </c:pt>
                <c:pt idx="6069">
                  <c:v>9.2107000000000005E-3</c:v>
                </c:pt>
                <c:pt idx="6070">
                  <c:v>9.0702000000000005E-3</c:v>
                </c:pt>
                <c:pt idx="6071">
                  <c:v>9.419799999999999E-3</c:v>
                </c:pt>
                <c:pt idx="6072">
                  <c:v>9.638299999999999E-3</c:v>
                </c:pt>
                <c:pt idx="6073">
                  <c:v>1.01204E-2</c:v>
                </c:pt>
                <c:pt idx="6074">
                  <c:v>1.0426000000000001E-2</c:v>
                </c:pt>
                <c:pt idx="6075">
                  <c:v>1.03804E-2</c:v>
                </c:pt>
                <c:pt idx="6076">
                  <c:v>1.01986E-2</c:v>
                </c:pt>
                <c:pt idx="6077">
                  <c:v>1.0183299999999999E-2</c:v>
                </c:pt>
                <c:pt idx="6078">
                  <c:v>1.0146599999999999E-2</c:v>
                </c:pt>
                <c:pt idx="6079">
                  <c:v>9.8751000000000012E-3</c:v>
                </c:pt>
                <c:pt idx="6080">
                  <c:v>9.5531000000000001E-3</c:v>
                </c:pt>
                <c:pt idx="6081">
                  <c:v>9.5215000000000004E-3</c:v>
                </c:pt>
                <c:pt idx="6082">
                  <c:v>9.7946000000000005E-3</c:v>
                </c:pt>
                <c:pt idx="6083">
                  <c:v>9.7143999999999998E-3</c:v>
                </c:pt>
                <c:pt idx="6084">
                  <c:v>9.5733999999999993E-3</c:v>
                </c:pt>
                <c:pt idx="6085">
                  <c:v>9.7921000000000015E-3</c:v>
                </c:pt>
                <c:pt idx="6086">
                  <c:v>9.8162000000000006E-3</c:v>
                </c:pt>
                <c:pt idx="6087">
                  <c:v>9.6357999999999999E-3</c:v>
                </c:pt>
                <c:pt idx="6088">
                  <c:v>9.3183999999999993E-3</c:v>
                </c:pt>
                <c:pt idx="6089">
                  <c:v>9.1032999999999999E-3</c:v>
                </c:pt>
                <c:pt idx="6090">
                  <c:v>9.0962999999999999E-3</c:v>
                </c:pt>
                <c:pt idx="6091">
                  <c:v>9.1762000000000007E-3</c:v>
                </c:pt>
                <c:pt idx="6092">
                  <c:v>9.3305999999999997E-3</c:v>
                </c:pt>
                <c:pt idx="6093">
                  <c:v>9.3994000000000005E-3</c:v>
                </c:pt>
                <c:pt idx="6094">
                  <c:v>9.3825000000000002E-3</c:v>
                </c:pt>
                <c:pt idx="6095">
                  <c:v>9.3977000000000002E-3</c:v>
                </c:pt>
                <c:pt idx="6096">
                  <c:v>9.0016000000000002E-3</c:v>
                </c:pt>
                <c:pt idx="6097">
                  <c:v>9.0051000000000003E-3</c:v>
                </c:pt>
                <c:pt idx="6098">
                  <c:v>9.0311999999999996E-3</c:v>
                </c:pt>
                <c:pt idx="6099">
                  <c:v>8.8894999999999998E-3</c:v>
                </c:pt>
                <c:pt idx="6100">
                  <c:v>8.7686000000000014E-3</c:v>
                </c:pt>
                <c:pt idx="6101">
                  <c:v>8.8659999999999989E-3</c:v>
                </c:pt>
                <c:pt idx="6102">
                  <c:v>9.2922000000000005E-3</c:v>
                </c:pt>
                <c:pt idx="6103">
                  <c:v>9.3574000000000001E-3</c:v>
                </c:pt>
                <c:pt idx="6104">
                  <c:v>9.3767E-3</c:v>
                </c:pt>
                <c:pt idx="6105">
                  <c:v>9.3801000000000006E-3</c:v>
                </c:pt>
                <c:pt idx="6106">
                  <c:v>9.4115999999999991E-3</c:v>
                </c:pt>
                <c:pt idx="6107">
                  <c:v>9.2645000000000002E-3</c:v>
                </c:pt>
                <c:pt idx="6108">
                  <c:v>9.4056000000000001E-3</c:v>
                </c:pt>
                <c:pt idx="6109">
                  <c:v>1.0162000000000001E-2</c:v>
                </c:pt>
                <c:pt idx="6110">
                  <c:v>1.03137E-2</c:v>
                </c:pt>
                <c:pt idx="6111">
                  <c:v>1.00307E-2</c:v>
                </c:pt>
                <c:pt idx="6112">
                  <c:v>1.03272E-2</c:v>
                </c:pt>
                <c:pt idx="6113">
                  <c:v>1.09126E-2</c:v>
                </c:pt>
                <c:pt idx="6114">
                  <c:v>1.07641E-2</c:v>
                </c:pt>
                <c:pt idx="6115">
                  <c:v>1.0955100000000001E-2</c:v>
                </c:pt>
                <c:pt idx="6116">
                  <c:v>1.1495699999999999E-2</c:v>
                </c:pt>
                <c:pt idx="6117">
                  <c:v>1.1036000000000001E-2</c:v>
                </c:pt>
                <c:pt idx="6118">
                  <c:v>1.0919799999999999E-2</c:v>
                </c:pt>
                <c:pt idx="6119">
                  <c:v>1.11217E-2</c:v>
                </c:pt>
                <c:pt idx="6120">
                  <c:v>1.08463E-2</c:v>
                </c:pt>
                <c:pt idx="6121">
                  <c:v>1.0751200000000001E-2</c:v>
                </c:pt>
                <c:pt idx="6122">
                  <c:v>1.0636700000000001E-2</c:v>
                </c:pt>
                <c:pt idx="6123">
                  <c:v>1.0589700000000001E-2</c:v>
                </c:pt>
                <c:pt idx="6124">
                  <c:v>1.05366E-2</c:v>
                </c:pt>
                <c:pt idx="6125">
                  <c:v>1.08144E-2</c:v>
                </c:pt>
                <c:pt idx="6126">
                  <c:v>1.1150700000000001E-2</c:v>
                </c:pt>
                <c:pt idx="6127">
                  <c:v>1.1237799999999999E-2</c:v>
                </c:pt>
                <c:pt idx="6128">
                  <c:v>1.1088899999999999E-2</c:v>
                </c:pt>
                <c:pt idx="6129">
                  <c:v>1.10422E-2</c:v>
                </c:pt>
                <c:pt idx="6130">
                  <c:v>1.0877E-2</c:v>
                </c:pt>
                <c:pt idx="6131">
                  <c:v>1.0673200000000001E-2</c:v>
                </c:pt>
                <c:pt idx="6132">
                  <c:v>1.06319E-2</c:v>
                </c:pt>
                <c:pt idx="6133">
                  <c:v>1.04796E-2</c:v>
                </c:pt>
                <c:pt idx="6134">
                  <c:v>1.03117E-2</c:v>
                </c:pt>
                <c:pt idx="6135">
                  <c:v>1.0429799999999999E-2</c:v>
                </c:pt>
                <c:pt idx="6136">
                  <c:v>1.0137500000000001E-2</c:v>
                </c:pt>
                <c:pt idx="6137">
                  <c:v>1.0149099999999999E-2</c:v>
                </c:pt>
                <c:pt idx="6138">
                  <c:v>1.0005099999999999E-2</c:v>
                </c:pt>
                <c:pt idx="6139">
                  <c:v>1.01505E-2</c:v>
                </c:pt>
                <c:pt idx="6140">
                  <c:v>1.0163200000000001E-2</c:v>
                </c:pt>
                <c:pt idx="6141">
                  <c:v>1.03459E-2</c:v>
                </c:pt>
                <c:pt idx="6142">
                  <c:v>1.0614E-2</c:v>
                </c:pt>
                <c:pt idx="6143">
                  <c:v>1.0820399999999999E-2</c:v>
                </c:pt>
                <c:pt idx="6144">
                  <c:v>1.0655E-2</c:v>
                </c:pt>
                <c:pt idx="6145">
                  <c:v>1.05553E-2</c:v>
                </c:pt>
                <c:pt idx="6146">
                  <c:v>1.0965600000000001E-2</c:v>
                </c:pt>
                <c:pt idx="6147">
                  <c:v>1.09932E-2</c:v>
                </c:pt>
                <c:pt idx="6148">
                  <c:v>1.08094E-2</c:v>
                </c:pt>
                <c:pt idx="6149">
                  <c:v>1.08912E-2</c:v>
                </c:pt>
                <c:pt idx="6150">
                  <c:v>1.10867E-2</c:v>
                </c:pt>
                <c:pt idx="6151">
                  <c:v>1.0963200000000001E-2</c:v>
                </c:pt>
                <c:pt idx="6152">
                  <c:v>1.11947E-2</c:v>
                </c:pt>
                <c:pt idx="6153">
                  <c:v>1.19036E-2</c:v>
                </c:pt>
                <c:pt idx="6154">
                  <c:v>1.25974E-2</c:v>
                </c:pt>
                <c:pt idx="6155">
                  <c:v>1.26138E-2</c:v>
                </c:pt>
                <c:pt idx="6156">
                  <c:v>1.22623E-2</c:v>
                </c:pt>
                <c:pt idx="6157">
                  <c:v>1.17035E-2</c:v>
                </c:pt>
                <c:pt idx="6158">
                  <c:v>1.15605E-2</c:v>
                </c:pt>
                <c:pt idx="6159">
                  <c:v>1.1755100000000001E-2</c:v>
                </c:pt>
                <c:pt idx="6160">
                  <c:v>1.1798300000000001E-2</c:v>
                </c:pt>
                <c:pt idx="6161">
                  <c:v>1.16112E-2</c:v>
                </c:pt>
                <c:pt idx="6162">
                  <c:v>1.1115999999999999E-2</c:v>
                </c:pt>
                <c:pt idx="6163">
                  <c:v>1.0704399999999999E-2</c:v>
                </c:pt>
                <c:pt idx="6164">
                  <c:v>1.03511E-2</c:v>
                </c:pt>
                <c:pt idx="6165">
                  <c:v>1.0560399999999999E-2</c:v>
                </c:pt>
                <c:pt idx="6166">
                  <c:v>1.0742100000000001E-2</c:v>
                </c:pt>
                <c:pt idx="6167">
                  <c:v>1.08305E-2</c:v>
                </c:pt>
                <c:pt idx="6168">
                  <c:v>1.03102E-2</c:v>
                </c:pt>
                <c:pt idx="6169">
                  <c:v>1.02696E-2</c:v>
                </c:pt>
                <c:pt idx="6170">
                  <c:v>1.0612699999999999E-2</c:v>
                </c:pt>
                <c:pt idx="6171">
                  <c:v>1.0943699999999999E-2</c:v>
                </c:pt>
                <c:pt idx="6172">
                  <c:v>1.11664E-2</c:v>
                </c:pt>
                <c:pt idx="6173">
                  <c:v>1.13518E-2</c:v>
                </c:pt>
                <c:pt idx="6174">
                  <c:v>1.1413700000000001E-2</c:v>
                </c:pt>
                <c:pt idx="6175">
                  <c:v>1.1833199999999999E-2</c:v>
                </c:pt>
                <c:pt idx="6176">
                  <c:v>1.17971E-2</c:v>
                </c:pt>
                <c:pt idx="6177">
                  <c:v>1.18247E-2</c:v>
                </c:pt>
                <c:pt idx="6178">
                  <c:v>1.19501E-2</c:v>
                </c:pt>
                <c:pt idx="6179">
                  <c:v>1.1736100000000001E-2</c:v>
                </c:pt>
                <c:pt idx="6180">
                  <c:v>1.1870799999999999E-2</c:v>
                </c:pt>
                <c:pt idx="6181">
                  <c:v>1.13857E-2</c:v>
                </c:pt>
                <c:pt idx="6182">
                  <c:v>1.0983100000000001E-2</c:v>
                </c:pt>
                <c:pt idx="6183">
                  <c:v>1.0762300000000001E-2</c:v>
                </c:pt>
                <c:pt idx="6184">
                  <c:v>1.07364E-2</c:v>
                </c:pt>
                <c:pt idx="6185">
                  <c:v>1.0684000000000001E-2</c:v>
                </c:pt>
                <c:pt idx="6186">
                  <c:v>1.07884E-2</c:v>
                </c:pt>
                <c:pt idx="6187">
                  <c:v>1.03905E-2</c:v>
                </c:pt>
                <c:pt idx="6188">
                  <c:v>1.17509E-2</c:v>
                </c:pt>
                <c:pt idx="6189">
                  <c:v>1.1923E-2</c:v>
                </c:pt>
                <c:pt idx="6190">
                  <c:v>1.1797700000000001E-2</c:v>
                </c:pt>
                <c:pt idx="6191">
                  <c:v>1.2147199999999999E-2</c:v>
                </c:pt>
                <c:pt idx="6192">
                  <c:v>1.19758E-2</c:v>
                </c:pt>
                <c:pt idx="6193">
                  <c:v>1.20968E-2</c:v>
                </c:pt>
                <c:pt idx="6194">
                  <c:v>1.2039599999999999E-2</c:v>
                </c:pt>
                <c:pt idx="6195">
                  <c:v>1.1966299999999999E-2</c:v>
                </c:pt>
                <c:pt idx="6196">
                  <c:v>1.17602E-2</c:v>
                </c:pt>
                <c:pt idx="6197">
                  <c:v>1.1673300000000001E-2</c:v>
                </c:pt>
                <c:pt idx="6198">
                  <c:v>1.1555299999999999E-2</c:v>
                </c:pt>
                <c:pt idx="6199">
                  <c:v>1.1617199999999999E-2</c:v>
                </c:pt>
                <c:pt idx="6200">
                  <c:v>1.1479999999999999E-2</c:v>
                </c:pt>
                <c:pt idx="6201">
                  <c:v>1.1627200000000001E-2</c:v>
                </c:pt>
                <c:pt idx="6202">
                  <c:v>1.1726500000000001E-2</c:v>
                </c:pt>
                <c:pt idx="6203">
                  <c:v>1.17266E-2</c:v>
                </c:pt>
                <c:pt idx="6204">
                  <c:v>1.18718E-2</c:v>
                </c:pt>
                <c:pt idx="6205">
                  <c:v>1.20637E-2</c:v>
                </c:pt>
                <c:pt idx="6206">
                  <c:v>1.21554E-2</c:v>
                </c:pt>
                <c:pt idx="6207">
                  <c:v>1.22104E-2</c:v>
                </c:pt>
                <c:pt idx="6208">
                  <c:v>1.21072E-2</c:v>
                </c:pt>
                <c:pt idx="6209">
                  <c:v>1.23558E-2</c:v>
                </c:pt>
                <c:pt idx="6210">
                  <c:v>1.22956E-2</c:v>
                </c:pt>
                <c:pt idx="6211">
                  <c:v>1.22427E-2</c:v>
                </c:pt>
                <c:pt idx="6212">
                  <c:v>1.20862E-2</c:v>
                </c:pt>
                <c:pt idx="6213">
                  <c:v>1.2142E-2</c:v>
                </c:pt>
                <c:pt idx="6214">
                  <c:v>1.20503E-2</c:v>
                </c:pt>
                <c:pt idx="6215">
                  <c:v>1.20474E-2</c:v>
                </c:pt>
                <c:pt idx="6216">
                  <c:v>1.2328700000000001E-2</c:v>
                </c:pt>
                <c:pt idx="6217">
                  <c:v>1.2555699999999999E-2</c:v>
                </c:pt>
                <c:pt idx="6218">
                  <c:v>1.26718E-2</c:v>
                </c:pt>
                <c:pt idx="6219">
                  <c:v>1.2885599999999999E-2</c:v>
                </c:pt>
                <c:pt idx="6220">
                  <c:v>1.2828200000000001E-2</c:v>
                </c:pt>
                <c:pt idx="6221">
                  <c:v>1.23643E-2</c:v>
                </c:pt>
                <c:pt idx="6222">
                  <c:v>1.20062E-2</c:v>
                </c:pt>
                <c:pt idx="6223">
                  <c:v>1.23345E-2</c:v>
                </c:pt>
                <c:pt idx="6224">
                  <c:v>1.2214600000000001E-2</c:v>
                </c:pt>
                <c:pt idx="6225">
                  <c:v>1.24498E-2</c:v>
                </c:pt>
                <c:pt idx="6226">
                  <c:v>1.2432299999999999E-2</c:v>
                </c:pt>
                <c:pt idx="6227">
                  <c:v>1.24028E-2</c:v>
                </c:pt>
                <c:pt idx="6228">
                  <c:v>1.25588E-2</c:v>
                </c:pt>
                <c:pt idx="6229">
                  <c:v>1.2722000000000001E-2</c:v>
                </c:pt>
                <c:pt idx="6230">
                  <c:v>1.24861E-2</c:v>
                </c:pt>
                <c:pt idx="6231">
                  <c:v>1.2478299999999999E-2</c:v>
                </c:pt>
                <c:pt idx="6232">
                  <c:v>1.2517499999999999E-2</c:v>
                </c:pt>
                <c:pt idx="6233">
                  <c:v>1.2574E-2</c:v>
                </c:pt>
                <c:pt idx="6234">
                  <c:v>1.2546399999999999E-2</c:v>
                </c:pt>
                <c:pt idx="6235">
                  <c:v>1.26882E-2</c:v>
                </c:pt>
                <c:pt idx="6236">
                  <c:v>1.2722600000000001E-2</c:v>
                </c:pt>
                <c:pt idx="6237">
                  <c:v>1.2766599999999999E-2</c:v>
                </c:pt>
                <c:pt idx="6238">
                  <c:v>1.2442E-2</c:v>
                </c:pt>
                <c:pt idx="6239">
                  <c:v>1.24738E-2</c:v>
                </c:pt>
                <c:pt idx="6240">
                  <c:v>1.24371E-2</c:v>
                </c:pt>
                <c:pt idx="6241">
                  <c:v>1.2368800000000001E-2</c:v>
                </c:pt>
                <c:pt idx="6242">
                  <c:v>1.2188599999999999E-2</c:v>
                </c:pt>
                <c:pt idx="6243">
                  <c:v>1.20229E-2</c:v>
                </c:pt>
                <c:pt idx="6244">
                  <c:v>1.1919599999999999E-2</c:v>
                </c:pt>
                <c:pt idx="6245">
                  <c:v>1.1920999999999999E-2</c:v>
                </c:pt>
                <c:pt idx="6246">
                  <c:v>1.18262E-2</c:v>
                </c:pt>
                <c:pt idx="6247">
                  <c:v>1.1853499999999999E-2</c:v>
                </c:pt>
                <c:pt idx="6248">
                  <c:v>1.20508E-2</c:v>
                </c:pt>
                <c:pt idx="6249">
                  <c:v>1.22772E-2</c:v>
                </c:pt>
                <c:pt idx="6250">
                  <c:v>1.2462300000000001E-2</c:v>
                </c:pt>
                <c:pt idx="6251">
                  <c:v>1.3207200000000001E-2</c:v>
                </c:pt>
                <c:pt idx="6252">
                  <c:v>1.30285E-2</c:v>
                </c:pt>
                <c:pt idx="6253">
                  <c:v>1.28483E-2</c:v>
                </c:pt>
                <c:pt idx="6254">
                  <c:v>1.3008E-2</c:v>
                </c:pt>
                <c:pt idx="6255">
                  <c:v>1.2937100000000002E-2</c:v>
                </c:pt>
                <c:pt idx="6256">
                  <c:v>1.32017E-2</c:v>
                </c:pt>
                <c:pt idx="6257">
                  <c:v>1.3110200000000001E-2</c:v>
                </c:pt>
                <c:pt idx="6258">
                  <c:v>1.3304400000000001E-2</c:v>
                </c:pt>
                <c:pt idx="6259">
                  <c:v>1.4033600000000002E-2</c:v>
                </c:pt>
                <c:pt idx="6260">
                  <c:v>1.4123800000000001E-2</c:v>
                </c:pt>
                <c:pt idx="6261">
                  <c:v>1.4279499999999999E-2</c:v>
                </c:pt>
                <c:pt idx="6262">
                  <c:v>1.3851199999999999E-2</c:v>
                </c:pt>
                <c:pt idx="6263">
                  <c:v>1.3339599999999998E-2</c:v>
                </c:pt>
                <c:pt idx="6264">
                  <c:v>1.2915000000000001E-2</c:v>
                </c:pt>
                <c:pt idx="6265">
                  <c:v>1.29303E-2</c:v>
                </c:pt>
                <c:pt idx="6266">
                  <c:v>1.2997999999999999E-2</c:v>
                </c:pt>
                <c:pt idx="6267">
                  <c:v>1.2969399999999999E-2</c:v>
                </c:pt>
                <c:pt idx="6268">
                  <c:v>1.31465E-2</c:v>
                </c:pt>
                <c:pt idx="6269">
                  <c:v>1.2979499999999998E-2</c:v>
                </c:pt>
                <c:pt idx="6270">
                  <c:v>1.27958E-2</c:v>
                </c:pt>
                <c:pt idx="6271">
                  <c:v>1.26052E-2</c:v>
                </c:pt>
                <c:pt idx="6272">
                  <c:v>1.2811400000000001E-2</c:v>
                </c:pt>
                <c:pt idx="6273">
                  <c:v>1.2803800000000001E-2</c:v>
                </c:pt>
                <c:pt idx="6274">
                  <c:v>1.2659800000000001E-2</c:v>
                </c:pt>
                <c:pt idx="6275">
                  <c:v>1.2471899999999999E-2</c:v>
                </c:pt>
                <c:pt idx="6276">
                  <c:v>1.23182E-2</c:v>
                </c:pt>
                <c:pt idx="6277">
                  <c:v>1.21931E-2</c:v>
                </c:pt>
                <c:pt idx="6278">
                  <c:v>1.2176300000000001E-2</c:v>
                </c:pt>
                <c:pt idx="6279">
                  <c:v>1.2536799999999999E-2</c:v>
                </c:pt>
                <c:pt idx="6280">
                  <c:v>1.2580599999999999E-2</c:v>
                </c:pt>
                <c:pt idx="6281">
                  <c:v>1.26246E-2</c:v>
                </c:pt>
                <c:pt idx="6282">
                  <c:v>1.2903800000000002E-2</c:v>
                </c:pt>
                <c:pt idx="6283">
                  <c:v>1.3199000000000001E-2</c:v>
                </c:pt>
                <c:pt idx="6284">
                  <c:v>1.2751500000000001E-2</c:v>
                </c:pt>
                <c:pt idx="6285">
                  <c:v>1.2610400000000001E-2</c:v>
                </c:pt>
                <c:pt idx="6286">
                  <c:v>1.24797E-2</c:v>
                </c:pt>
                <c:pt idx="6287">
                  <c:v>1.2443000000000001E-2</c:v>
                </c:pt>
                <c:pt idx="6288">
                  <c:v>1.2371999999999999E-2</c:v>
                </c:pt>
                <c:pt idx="6289">
                  <c:v>1.2258199999999999E-2</c:v>
                </c:pt>
                <c:pt idx="6290">
                  <c:v>1.20587E-2</c:v>
                </c:pt>
                <c:pt idx="6291">
                  <c:v>1.1918699999999999E-2</c:v>
                </c:pt>
                <c:pt idx="6292">
                  <c:v>1.17748E-2</c:v>
                </c:pt>
                <c:pt idx="6293">
                  <c:v>1.18215E-2</c:v>
                </c:pt>
                <c:pt idx="6294">
                  <c:v>1.1757699999999999E-2</c:v>
                </c:pt>
                <c:pt idx="6295">
                  <c:v>1.17628E-2</c:v>
                </c:pt>
                <c:pt idx="6296">
                  <c:v>1.1798000000000001E-2</c:v>
                </c:pt>
                <c:pt idx="6297">
                  <c:v>1.1831900000000001E-2</c:v>
                </c:pt>
                <c:pt idx="6298">
                  <c:v>1.2071500000000001E-2</c:v>
                </c:pt>
                <c:pt idx="6299">
                  <c:v>1.22147E-2</c:v>
                </c:pt>
                <c:pt idx="6300">
                  <c:v>1.22081E-2</c:v>
                </c:pt>
                <c:pt idx="6301">
                  <c:v>1.1972100000000001E-2</c:v>
                </c:pt>
                <c:pt idx="6302">
                  <c:v>1.23041E-2</c:v>
                </c:pt>
                <c:pt idx="6303">
                  <c:v>1.2184199999999999E-2</c:v>
                </c:pt>
                <c:pt idx="6304">
                  <c:v>1.22504E-2</c:v>
                </c:pt>
                <c:pt idx="6305">
                  <c:v>1.2460299999999999E-2</c:v>
                </c:pt>
                <c:pt idx="6306">
                  <c:v>1.2185400000000001E-2</c:v>
                </c:pt>
                <c:pt idx="6307">
                  <c:v>1.2195600000000001E-2</c:v>
                </c:pt>
                <c:pt idx="6308">
                  <c:v>1.22062E-2</c:v>
                </c:pt>
                <c:pt idx="6309">
                  <c:v>1.2495000000000001E-2</c:v>
                </c:pt>
                <c:pt idx="6310">
                  <c:v>1.2497899999999999E-2</c:v>
                </c:pt>
                <c:pt idx="6311">
                  <c:v>1.2413500000000001E-2</c:v>
                </c:pt>
                <c:pt idx="6312">
                  <c:v>1.2800299999999999E-2</c:v>
                </c:pt>
                <c:pt idx="6313">
                  <c:v>1.2650100000000001E-2</c:v>
                </c:pt>
                <c:pt idx="6314">
                  <c:v>1.2498799999999999E-2</c:v>
                </c:pt>
                <c:pt idx="6315">
                  <c:v>1.24169E-2</c:v>
                </c:pt>
                <c:pt idx="6316">
                  <c:v>1.20812E-2</c:v>
                </c:pt>
                <c:pt idx="6317">
                  <c:v>1.3468899999999999E-2</c:v>
                </c:pt>
                <c:pt idx="6318">
                  <c:v>1.36749E-2</c:v>
                </c:pt>
                <c:pt idx="6319">
                  <c:v>1.3172E-2</c:v>
                </c:pt>
                <c:pt idx="6320">
                  <c:v>1.3103E-2</c:v>
                </c:pt>
                <c:pt idx="6321">
                  <c:v>1.3266999999999999E-2</c:v>
                </c:pt>
                <c:pt idx="6322">
                  <c:v>1.3315899999999999E-2</c:v>
                </c:pt>
                <c:pt idx="6323">
                  <c:v>1.36074E-2</c:v>
                </c:pt>
                <c:pt idx="6324">
                  <c:v>1.3551599999999999E-2</c:v>
                </c:pt>
                <c:pt idx="6325">
                  <c:v>1.35123E-2</c:v>
                </c:pt>
                <c:pt idx="6326">
                  <c:v>1.35351E-2</c:v>
                </c:pt>
                <c:pt idx="6327">
                  <c:v>1.3965199999999999E-2</c:v>
                </c:pt>
                <c:pt idx="6328">
                  <c:v>1.4883E-2</c:v>
                </c:pt>
                <c:pt idx="6329">
                  <c:v>1.5438200000000001E-2</c:v>
                </c:pt>
                <c:pt idx="6330">
                  <c:v>1.6110200000000002E-2</c:v>
                </c:pt>
                <c:pt idx="6331">
                  <c:v>1.384E-2</c:v>
                </c:pt>
                <c:pt idx="6332">
                  <c:v>1.5384299999999998E-2</c:v>
                </c:pt>
                <c:pt idx="6333">
                  <c:v>1.5285300000000002E-2</c:v>
                </c:pt>
                <c:pt idx="6334">
                  <c:v>1.4643100000000001E-2</c:v>
                </c:pt>
                <c:pt idx="6335">
                  <c:v>1.4714699999999999E-2</c:v>
                </c:pt>
                <c:pt idx="6336">
                  <c:v>1.5089099999999999E-2</c:v>
                </c:pt>
                <c:pt idx="6337">
                  <c:v>1.4772900000000002E-2</c:v>
                </c:pt>
                <c:pt idx="6338">
                  <c:v>1.4784700000000001E-2</c:v>
                </c:pt>
                <c:pt idx="6339">
                  <c:v>1.5056E-2</c:v>
                </c:pt>
                <c:pt idx="6340">
                  <c:v>1.5041200000000001E-2</c:v>
                </c:pt>
                <c:pt idx="6341">
                  <c:v>1.4509200000000002E-2</c:v>
                </c:pt>
                <c:pt idx="6342">
                  <c:v>1.4099199999999999E-2</c:v>
                </c:pt>
                <c:pt idx="6343">
                  <c:v>1.3860800000000001E-2</c:v>
                </c:pt>
                <c:pt idx="6344">
                  <c:v>1.3868E-2</c:v>
                </c:pt>
                <c:pt idx="6345">
                  <c:v>1.3502399999999999E-2</c:v>
                </c:pt>
                <c:pt idx="6346">
                  <c:v>1.38374E-2</c:v>
                </c:pt>
                <c:pt idx="6347">
                  <c:v>1.41745E-2</c:v>
                </c:pt>
                <c:pt idx="6348">
                  <c:v>1.4118799999999999E-2</c:v>
                </c:pt>
                <c:pt idx="6349">
                  <c:v>1.4289699999999999E-2</c:v>
                </c:pt>
                <c:pt idx="6350">
                  <c:v>1.40561E-2</c:v>
                </c:pt>
                <c:pt idx="6351">
                  <c:v>1.38852E-2</c:v>
                </c:pt>
                <c:pt idx="6352">
                  <c:v>1.37524E-2</c:v>
                </c:pt>
                <c:pt idx="6353">
                  <c:v>1.36475E-2</c:v>
                </c:pt>
                <c:pt idx="6354">
                  <c:v>1.24032E-2</c:v>
                </c:pt>
                <c:pt idx="6355">
                  <c:v>1.1797499999999999E-2</c:v>
                </c:pt>
                <c:pt idx="6356">
                  <c:v>1.17842E-2</c:v>
                </c:pt>
                <c:pt idx="6357">
                  <c:v>1.2167000000000001E-2</c:v>
                </c:pt>
                <c:pt idx="6358">
                  <c:v>1.2075300000000001E-2</c:v>
                </c:pt>
                <c:pt idx="6359">
                  <c:v>1.19612E-2</c:v>
                </c:pt>
                <c:pt idx="6360">
                  <c:v>1.18666E-2</c:v>
                </c:pt>
                <c:pt idx="6361">
                  <c:v>1.20316E-2</c:v>
                </c:pt>
                <c:pt idx="6362">
                  <c:v>1.20985E-2</c:v>
                </c:pt>
                <c:pt idx="6363">
                  <c:v>1.2251099999999999E-2</c:v>
                </c:pt>
                <c:pt idx="6364">
                  <c:v>1.2300799999999999E-2</c:v>
                </c:pt>
                <c:pt idx="6365">
                  <c:v>1.21078E-2</c:v>
                </c:pt>
                <c:pt idx="6366">
                  <c:v>1.2141800000000001E-2</c:v>
                </c:pt>
                <c:pt idx="6367">
                  <c:v>1.20035E-2</c:v>
                </c:pt>
                <c:pt idx="6368">
                  <c:v>1.20112E-2</c:v>
                </c:pt>
                <c:pt idx="6369">
                  <c:v>1.1749200000000001E-2</c:v>
                </c:pt>
                <c:pt idx="6370">
                  <c:v>1.1604699999999999E-2</c:v>
                </c:pt>
                <c:pt idx="6371">
                  <c:v>1.1553300000000001E-2</c:v>
                </c:pt>
                <c:pt idx="6372">
                  <c:v>1.1623699999999999E-2</c:v>
                </c:pt>
                <c:pt idx="6373">
                  <c:v>1.1482599999999999E-2</c:v>
                </c:pt>
                <c:pt idx="6374">
                  <c:v>1.1354300000000001E-2</c:v>
                </c:pt>
                <c:pt idx="6375">
                  <c:v>1.1210100000000001E-2</c:v>
                </c:pt>
                <c:pt idx="6376">
                  <c:v>1.09213E-2</c:v>
                </c:pt>
                <c:pt idx="6377">
                  <c:v>1.0845199999999999E-2</c:v>
                </c:pt>
                <c:pt idx="6378">
                  <c:v>1.0942E-2</c:v>
                </c:pt>
                <c:pt idx="6379">
                  <c:v>1.05624E-2</c:v>
                </c:pt>
                <c:pt idx="6380">
                  <c:v>1.06634E-2</c:v>
                </c:pt>
                <c:pt idx="6381">
                  <c:v>1.08036E-2</c:v>
                </c:pt>
                <c:pt idx="6382">
                  <c:v>1.08892E-2</c:v>
                </c:pt>
                <c:pt idx="6383">
                  <c:v>1.07861E-2</c:v>
                </c:pt>
                <c:pt idx="6384">
                  <c:v>1.07279E-2</c:v>
                </c:pt>
                <c:pt idx="6385">
                  <c:v>1.0589599999999999E-2</c:v>
                </c:pt>
                <c:pt idx="6386">
                  <c:v>1.0690999999999999E-2</c:v>
                </c:pt>
                <c:pt idx="6387">
                  <c:v>1.07432E-2</c:v>
                </c:pt>
                <c:pt idx="6388">
                  <c:v>1.0912699999999999E-2</c:v>
                </c:pt>
                <c:pt idx="6389">
                  <c:v>1.0825100000000001E-2</c:v>
                </c:pt>
                <c:pt idx="6390">
                  <c:v>1.07238E-2</c:v>
                </c:pt>
                <c:pt idx="6391">
                  <c:v>1.06006E-2</c:v>
                </c:pt>
                <c:pt idx="6392">
                  <c:v>1.03952E-2</c:v>
                </c:pt>
                <c:pt idx="6393">
                  <c:v>1.02609E-2</c:v>
                </c:pt>
                <c:pt idx="6394">
                  <c:v>1.0452400000000001E-2</c:v>
                </c:pt>
                <c:pt idx="6395">
                  <c:v>1.0438100000000001E-2</c:v>
                </c:pt>
                <c:pt idx="6396">
                  <c:v>1.02101E-2</c:v>
                </c:pt>
                <c:pt idx="6397">
                  <c:v>1.0184499999999999E-2</c:v>
                </c:pt>
                <c:pt idx="6398">
                  <c:v>1.0290499999999999E-2</c:v>
                </c:pt>
                <c:pt idx="6399">
                  <c:v>1.042E-2</c:v>
                </c:pt>
                <c:pt idx="6400">
                  <c:v>1.0325600000000001E-2</c:v>
                </c:pt>
                <c:pt idx="6401">
                  <c:v>1.0702E-2</c:v>
                </c:pt>
                <c:pt idx="6402">
                  <c:v>1.09073E-2</c:v>
                </c:pt>
                <c:pt idx="6403">
                  <c:v>1.07183E-2</c:v>
                </c:pt>
                <c:pt idx="6404">
                  <c:v>1.06833E-2</c:v>
                </c:pt>
                <c:pt idx="6405">
                  <c:v>1.1346500000000001E-2</c:v>
                </c:pt>
                <c:pt idx="6406">
                  <c:v>1.1344100000000001E-2</c:v>
                </c:pt>
                <c:pt idx="6407">
                  <c:v>1.1094100000000001E-2</c:v>
                </c:pt>
                <c:pt idx="6408">
                  <c:v>1.1170600000000001E-2</c:v>
                </c:pt>
                <c:pt idx="6409">
                  <c:v>1.1321899999999999E-2</c:v>
                </c:pt>
                <c:pt idx="6410">
                  <c:v>1.11778E-2</c:v>
                </c:pt>
                <c:pt idx="6411">
                  <c:v>1.11202E-2</c:v>
                </c:pt>
                <c:pt idx="6412">
                  <c:v>1.0950700000000001E-2</c:v>
                </c:pt>
                <c:pt idx="6413">
                  <c:v>1.1082E-2</c:v>
                </c:pt>
                <c:pt idx="6414">
                  <c:v>1.1007100000000001E-2</c:v>
                </c:pt>
                <c:pt idx="6415">
                  <c:v>1.08865E-2</c:v>
                </c:pt>
                <c:pt idx="6416">
                  <c:v>1.0740300000000001E-2</c:v>
                </c:pt>
                <c:pt idx="6417">
                  <c:v>1.04955E-2</c:v>
                </c:pt>
                <c:pt idx="6418">
                  <c:v>1.0384900000000001E-2</c:v>
                </c:pt>
                <c:pt idx="6419">
                  <c:v>1.01627E-2</c:v>
                </c:pt>
                <c:pt idx="6420">
                  <c:v>9.8462999999999988E-3</c:v>
                </c:pt>
                <c:pt idx="6421">
                  <c:v>9.7269000000000001E-3</c:v>
                </c:pt>
                <c:pt idx="6422">
                  <c:v>9.7000999999999997E-3</c:v>
                </c:pt>
                <c:pt idx="6423">
                  <c:v>9.7488999999999996E-3</c:v>
                </c:pt>
                <c:pt idx="6424">
                  <c:v>9.7476000000000004E-3</c:v>
                </c:pt>
                <c:pt idx="6425">
                  <c:v>9.765900000000001E-3</c:v>
                </c:pt>
                <c:pt idx="6426">
                  <c:v>9.8073999999999991E-3</c:v>
                </c:pt>
                <c:pt idx="6427">
                  <c:v>9.7961000000000003E-3</c:v>
                </c:pt>
                <c:pt idx="6428">
                  <c:v>9.6395999999999999E-3</c:v>
                </c:pt>
                <c:pt idx="6429">
                  <c:v>9.5522000000000003E-3</c:v>
                </c:pt>
                <c:pt idx="6430">
                  <c:v>9.5933000000000008E-3</c:v>
                </c:pt>
                <c:pt idx="6431">
                  <c:v>9.6096999999999988E-3</c:v>
                </c:pt>
                <c:pt idx="6432">
                  <c:v>9.6089000000000001E-3</c:v>
                </c:pt>
                <c:pt idx="6433">
                  <c:v>9.6314999999999994E-3</c:v>
                </c:pt>
                <c:pt idx="6434">
                  <c:v>9.6550000000000004E-3</c:v>
                </c:pt>
                <c:pt idx="6435">
                  <c:v>9.7986999999999987E-3</c:v>
                </c:pt>
                <c:pt idx="6436">
                  <c:v>9.7856000000000002E-3</c:v>
                </c:pt>
                <c:pt idx="6437">
                  <c:v>9.5595999999999997E-3</c:v>
                </c:pt>
                <c:pt idx="6438">
                  <c:v>9.5507999999999999E-3</c:v>
                </c:pt>
                <c:pt idx="6439">
                  <c:v>9.4730000000000005E-3</c:v>
                </c:pt>
                <c:pt idx="6440">
                  <c:v>9.3165000000000001E-3</c:v>
                </c:pt>
                <c:pt idx="6441">
                  <c:v>9.0857000000000004E-3</c:v>
                </c:pt>
                <c:pt idx="6442">
                  <c:v>8.7887E-3</c:v>
                </c:pt>
                <c:pt idx="6443">
                  <c:v>8.8970999999999998E-3</c:v>
                </c:pt>
                <c:pt idx="6444">
                  <c:v>8.7919000000000001E-3</c:v>
                </c:pt>
                <c:pt idx="6445">
                  <c:v>8.730400000000001E-3</c:v>
                </c:pt>
                <c:pt idx="6446">
                  <c:v>8.7224999999999994E-3</c:v>
                </c:pt>
                <c:pt idx="6447">
                  <c:v>8.6450999999999993E-3</c:v>
                </c:pt>
                <c:pt idx="6448">
                  <c:v>8.6876999999999996E-3</c:v>
                </c:pt>
                <c:pt idx="6449">
                  <c:v>9.3948E-3</c:v>
                </c:pt>
                <c:pt idx="6450">
                  <c:v>9.2864999999999996E-3</c:v>
                </c:pt>
                <c:pt idx="6451">
                  <c:v>9.2720000000000007E-3</c:v>
                </c:pt>
                <c:pt idx="6452">
                  <c:v>9.3767999999999994E-3</c:v>
                </c:pt>
                <c:pt idx="6453">
                  <c:v>9.3451999999999997E-3</c:v>
                </c:pt>
                <c:pt idx="6454">
                  <c:v>9.1936999999999991E-3</c:v>
                </c:pt>
                <c:pt idx="6455">
                  <c:v>9.1501000000000013E-3</c:v>
                </c:pt>
                <c:pt idx="6456">
                  <c:v>9.0364999999999994E-3</c:v>
                </c:pt>
                <c:pt idx="6457">
                  <c:v>8.9294999999999999E-3</c:v>
                </c:pt>
                <c:pt idx="6458">
                  <c:v>8.8305999999999992E-3</c:v>
                </c:pt>
                <c:pt idx="6459">
                  <c:v>8.7831000000000003E-3</c:v>
                </c:pt>
                <c:pt idx="6460">
                  <c:v>8.7808999999999995E-3</c:v>
                </c:pt>
                <c:pt idx="6461">
                  <c:v>8.7624999999999995E-3</c:v>
                </c:pt>
                <c:pt idx="6462">
                  <c:v>8.9099000000000001E-3</c:v>
                </c:pt>
                <c:pt idx="6463">
                  <c:v>9.7438000000000004E-3</c:v>
                </c:pt>
                <c:pt idx="6464">
                  <c:v>9.8679000000000006E-3</c:v>
                </c:pt>
                <c:pt idx="6465">
                  <c:v>9.6515999999999998E-3</c:v>
                </c:pt>
                <c:pt idx="6466">
                  <c:v>9.4196000000000002E-3</c:v>
                </c:pt>
                <c:pt idx="6467">
                  <c:v>9.7777000000000003E-3</c:v>
                </c:pt>
                <c:pt idx="6468">
                  <c:v>9.6736999999999986E-3</c:v>
                </c:pt>
                <c:pt idx="6469">
                  <c:v>9.4647000000000012E-3</c:v>
                </c:pt>
                <c:pt idx="6470">
                  <c:v>9.2820999999999997E-3</c:v>
                </c:pt>
                <c:pt idx="6471">
                  <c:v>9.4862999999999996E-3</c:v>
                </c:pt>
                <c:pt idx="6472">
                  <c:v>9.3854000000000003E-3</c:v>
                </c:pt>
                <c:pt idx="6473">
                  <c:v>9.1501000000000013E-3</c:v>
                </c:pt>
                <c:pt idx="6474">
                  <c:v>8.8876000000000007E-3</c:v>
                </c:pt>
                <c:pt idx="6475">
                  <c:v>8.9762000000000002E-3</c:v>
                </c:pt>
                <c:pt idx="6476">
                  <c:v>9.2178E-3</c:v>
                </c:pt>
                <c:pt idx="6477">
                  <c:v>9.2936000000000008E-3</c:v>
                </c:pt>
                <c:pt idx="6478">
                  <c:v>9.1827999999999996E-3</c:v>
                </c:pt>
                <c:pt idx="6479">
                  <c:v>9.2382999999999996E-3</c:v>
                </c:pt>
                <c:pt idx="6480">
                  <c:v>9.3849999999999992E-3</c:v>
                </c:pt>
                <c:pt idx="6481">
                  <c:v>9.5262999999999997E-3</c:v>
                </c:pt>
                <c:pt idx="6482">
                  <c:v>9.7680000000000006E-3</c:v>
                </c:pt>
                <c:pt idx="6483">
                  <c:v>9.8139999999999998E-3</c:v>
                </c:pt>
                <c:pt idx="6484">
                  <c:v>9.5804000000000011E-3</c:v>
                </c:pt>
                <c:pt idx="6485">
                  <c:v>9.4871999999999995E-3</c:v>
                </c:pt>
                <c:pt idx="6486">
                  <c:v>9.7041999999999996E-3</c:v>
                </c:pt>
                <c:pt idx="6487">
                  <c:v>9.8816000000000008E-3</c:v>
                </c:pt>
                <c:pt idx="6488">
                  <c:v>9.8510999999999998E-3</c:v>
                </c:pt>
                <c:pt idx="6489">
                  <c:v>1.01467E-2</c:v>
                </c:pt>
                <c:pt idx="6490">
                  <c:v>1.00906E-2</c:v>
                </c:pt>
                <c:pt idx="6491">
                  <c:v>9.9810000000000003E-3</c:v>
                </c:pt>
                <c:pt idx="6492">
                  <c:v>1.0269199999999999E-2</c:v>
                </c:pt>
                <c:pt idx="6493">
                  <c:v>1.02098E-2</c:v>
                </c:pt>
                <c:pt idx="6494">
                  <c:v>1.00552E-2</c:v>
                </c:pt>
                <c:pt idx="6495">
                  <c:v>9.9873999999999987E-3</c:v>
                </c:pt>
                <c:pt idx="6496">
                  <c:v>9.8144000000000009E-3</c:v>
                </c:pt>
                <c:pt idx="6497">
                  <c:v>9.8179000000000009E-3</c:v>
                </c:pt>
                <c:pt idx="6498">
                  <c:v>9.7158000000000001E-3</c:v>
                </c:pt>
                <c:pt idx="6499">
                  <c:v>9.5364999999999998E-3</c:v>
                </c:pt>
                <c:pt idx="6500">
                  <c:v>9.4275999999999995E-3</c:v>
                </c:pt>
                <c:pt idx="6501">
                  <c:v>9.1671000000000009E-3</c:v>
                </c:pt>
                <c:pt idx="6502">
                  <c:v>9.469E-3</c:v>
                </c:pt>
                <c:pt idx="6503">
                  <c:v>9.4076999999999997E-3</c:v>
                </c:pt>
                <c:pt idx="6504">
                  <c:v>9.4459000000000001E-3</c:v>
                </c:pt>
                <c:pt idx="6505">
                  <c:v>9.6547999999999998E-3</c:v>
                </c:pt>
                <c:pt idx="6506">
                  <c:v>9.3758000000000001E-3</c:v>
                </c:pt>
                <c:pt idx="6507">
                  <c:v>9.3027000000000006E-3</c:v>
                </c:pt>
                <c:pt idx="6508">
                  <c:v>9.2254999999999993E-3</c:v>
                </c:pt>
                <c:pt idx="6509">
                  <c:v>9.1930000000000015E-3</c:v>
                </c:pt>
                <c:pt idx="6510">
                  <c:v>9.2004000000000009E-3</c:v>
                </c:pt>
                <c:pt idx="6511">
                  <c:v>9.2650000000000007E-3</c:v>
                </c:pt>
                <c:pt idx="6512">
                  <c:v>9.2254999999999993E-3</c:v>
                </c:pt>
                <c:pt idx="6513">
                  <c:v>9.1815999999999998E-3</c:v>
                </c:pt>
                <c:pt idx="6514">
                  <c:v>9.0674000000000015E-3</c:v>
                </c:pt>
                <c:pt idx="6515">
                  <c:v>9.1552999999999999E-3</c:v>
                </c:pt>
                <c:pt idx="6516">
                  <c:v>9.1745000000000004E-3</c:v>
                </c:pt>
                <c:pt idx="6517">
                  <c:v>9.2385999999999996E-3</c:v>
                </c:pt>
                <c:pt idx="6518">
                  <c:v>8.9572999999999996E-3</c:v>
                </c:pt>
                <c:pt idx="6519">
                  <c:v>8.9665999999999999E-3</c:v>
                </c:pt>
                <c:pt idx="6520">
                  <c:v>9.0021000000000007E-3</c:v>
                </c:pt>
                <c:pt idx="6521">
                  <c:v>8.9501000000000008E-3</c:v>
                </c:pt>
                <c:pt idx="6522">
                  <c:v>9.0778000000000005E-3</c:v>
                </c:pt>
                <c:pt idx="6523">
                  <c:v>9.1462000000000002E-3</c:v>
                </c:pt>
                <c:pt idx="6524">
                  <c:v>9.2430999999999989E-3</c:v>
                </c:pt>
                <c:pt idx="6525">
                  <c:v>8.7998999999999994E-3</c:v>
                </c:pt>
                <c:pt idx="6526">
                  <c:v>9.2543999999999994E-3</c:v>
                </c:pt>
                <c:pt idx="6527">
                  <c:v>9.0370999999999993E-3</c:v>
                </c:pt>
                <c:pt idx="6528">
                  <c:v>8.966E-3</c:v>
                </c:pt>
                <c:pt idx="6529">
                  <c:v>9.0879999999999989E-3</c:v>
                </c:pt>
                <c:pt idx="6530">
                  <c:v>9.2020000000000001E-3</c:v>
                </c:pt>
                <c:pt idx="6531">
                  <c:v>9.1346999999999991E-3</c:v>
                </c:pt>
                <c:pt idx="6532">
                  <c:v>9.1001999999999993E-3</c:v>
                </c:pt>
                <c:pt idx="6533">
                  <c:v>9.0500000000000008E-3</c:v>
                </c:pt>
                <c:pt idx="6534">
                  <c:v>9.0375000000000004E-3</c:v>
                </c:pt>
                <c:pt idx="6535">
                  <c:v>9.1258999999999993E-3</c:v>
                </c:pt>
                <c:pt idx="6536">
                  <c:v>8.8570999999999997E-3</c:v>
                </c:pt>
                <c:pt idx="6537">
                  <c:v>8.8894999999999998E-3</c:v>
                </c:pt>
                <c:pt idx="6538">
                  <c:v>8.9254E-3</c:v>
                </c:pt>
                <c:pt idx="6539">
                  <c:v>8.929900000000001E-3</c:v>
                </c:pt>
                <c:pt idx="6540">
                  <c:v>8.8743999999999993E-3</c:v>
                </c:pt>
                <c:pt idx="6541">
                  <c:v>8.8561999999999998E-3</c:v>
                </c:pt>
                <c:pt idx="6542">
                  <c:v>8.7885000000000012E-3</c:v>
                </c:pt>
                <c:pt idx="6543">
                  <c:v>8.8989000000000013E-3</c:v>
                </c:pt>
                <c:pt idx="6544">
                  <c:v>8.8606999999999991E-3</c:v>
                </c:pt>
                <c:pt idx="6545">
                  <c:v>9.1401E-3</c:v>
                </c:pt>
                <c:pt idx="6546">
                  <c:v>9.0208000000000007E-3</c:v>
                </c:pt>
                <c:pt idx="6547">
                  <c:v>9.1476999999999999E-3</c:v>
                </c:pt>
                <c:pt idx="6548">
                  <c:v>8.817199999999999E-3</c:v>
                </c:pt>
                <c:pt idx="6549">
                  <c:v>8.7504999999999996E-3</c:v>
                </c:pt>
                <c:pt idx="6550">
                  <c:v>8.769299999999999E-3</c:v>
                </c:pt>
                <c:pt idx="6551">
                  <c:v>8.8781999999999993E-3</c:v>
                </c:pt>
                <c:pt idx="6552">
                  <c:v>8.8541999999999996E-3</c:v>
                </c:pt>
                <c:pt idx="6553">
                  <c:v>8.8028999999999989E-3</c:v>
                </c:pt>
                <c:pt idx="6554">
                  <c:v>8.8942999999999991E-3</c:v>
                </c:pt>
                <c:pt idx="6555">
                  <c:v>8.6984999999999996E-3</c:v>
                </c:pt>
                <c:pt idx="6556">
                  <c:v>8.6444999999999994E-3</c:v>
                </c:pt>
                <c:pt idx="6557">
                  <c:v>8.7080999999999999E-3</c:v>
                </c:pt>
                <c:pt idx="6558">
                  <c:v>8.6256000000000006E-3</c:v>
                </c:pt>
                <c:pt idx="6559">
                  <c:v>8.648900000000001E-3</c:v>
                </c:pt>
                <c:pt idx="6560">
                  <c:v>8.712000000000001E-3</c:v>
                </c:pt>
                <c:pt idx="6561">
                  <c:v>8.6590999999999994E-3</c:v>
                </c:pt>
                <c:pt idx="6562">
                  <c:v>8.7183E-3</c:v>
                </c:pt>
                <c:pt idx="6563">
                  <c:v>9.0209999999999995E-3</c:v>
                </c:pt>
                <c:pt idx="6564">
                  <c:v>8.8852000000000011E-3</c:v>
                </c:pt>
                <c:pt idx="6565">
                  <c:v>8.9444999999999993E-3</c:v>
                </c:pt>
                <c:pt idx="6566">
                  <c:v>8.7194000000000004E-3</c:v>
                </c:pt>
                <c:pt idx="6567">
                  <c:v>8.8594999999999993E-3</c:v>
                </c:pt>
                <c:pt idx="6568">
                  <c:v>9.1955000000000005E-3</c:v>
                </c:pt>
                <c:pt idx="6569">
                  <c:v>9.137000000000001E-3</c:v>
                </c:pt>
                <c:pt idx="6570">
                  <c:v>8.8427999999999996E-3</c:v>
                </c:pt>
                <c:pt idx="6571">
                  <c:v>9.0042000000000004E-3</c:v>
                </c:pt>
                <c:pt idx="6572">
                  <c:v>9.4946000000000006E-3</c:v>
                </c:pt>
                <c:pt idx="6573">
                  <c:v>9.8624000000000003E-3</c:v>
                </c:pt>
                <c:pt idx="6574">
                  <c:v>9.7420000000000007E-3</c:v>
                </c:pt>
                <c:pt idx="6575">
                  <c:v>9.5239000000000001E-3</c:v>
                </c:pt>
                <c:pt idx="6576">
                  <c:v>9.6244E-3</c:v>
                </c:pt>
                <c:pt idx="6577">
                  <c:v>9.5022000000000006E-3</c:v>
                </c:pt>
                <c:pt idx="6578">
                  <c:v>1.0394499999999999E-2</c:v>
                </c:pt>
                <c:pt idx="6579">
                  <c:v>1.0104E-2</c:v>
                </c:pt>
                <c:pt idx="6580">
                  <c:v>1.0140699999999999E-2</c:v>
                </c:pt>
                <c:pt idx="6581">
                  <c:v>9.9870000000000011E-3</c:v>
                </c:pt>
                <c:pt idx="6582">
                  <c:v>1.0755500000000001E-2</c:v>
                </c:pt>
                <c:pt idx="6583">
                  <c:v>1.10705E-2</c:v>
                </c:pt>
                <c:pt idx="6584">
                  <c:v>1.12158E-2</c:v>
                </c:pt>
                <c:pt idx="6585">
                  <c:v>1.0930200000000001E-2</c:v>
                </c:pt>
                <c:pt idx="6586">
                  <c:v>1.05071E-2</c:v>
                </c:pt>
                <c:pt idx="6587">
                  <c:v>1.0674700000000001E-2</c:v>
                </c:pt>
                <c:pt idx="6588">
                  <c:v>1.0710800000000001E-2</c:v>
                </c:pt>
                <c:pt idx="6589">
                  <c:v>1.0367299999999999E-2</c:v>
                </c:pt>
                <c:pt idx="6590">
                  <c:v>1.02232E-2</c:v>
                </c:pt>
                <c:pt idx="6591">
                  <c:v>9.1811000000000011E-3</c:v>
                </c:pt>
                <c:pt idx="6592">
                  <c:v>9.5908E-3</c:v>
                </c:pt>
                <c:pt idx="6593">
                  <c:v>9.5804000000000011E-3</c:v>
                </c:pt>
                <c:pt idx="6594">
                  <c:v>8.7606999999999997E-3</c:v>
                </c:pt>
                <c:pt idx="6595">
                  <c:v>9.3158000000000008E-3</c:v>
                </c:pt>
                <c:pt idx="6596">
                  <c:v>8.7501999999999996E-3</c:v>
                </c:pt>
                <c:pt idx="6597">
                  <c:v>8.8956E-3</c:v>
                </c:pt>
                <c:pt idx="6598">
                  <c:v>9.4674000000000008E-3</c:v>
                </c:pt>
                <c:pt idx="6599">
                  <c:v>9.4403000000000004E-3</c:v>
                </c:pt>
                <c:pt idx="6600">
                  <c:v>8.8134000000000007E-3</c:v>
                </c:pt>
                <c:pt idx="6601">
                  <c:v>8.9095000000000008E-3</c:v>
                </c:pt>
                <c:pt idx="6602">
                  <c:v>8.9933000000000009E-3</c:v>
                </c:pt>
                <c:pt idx="6603">
                  <c:v>9.5551999999999998E-3</c:v>
                </c:pt>
                <c:pt idx="6604">
                  <c:v>8.8780000000000005E-3</c:v>
                </c:pt>
                <c:pt idx="6605">
                  <c:v>8.9455999999999997E-3</c:v>
                </c:pt>
                <c:pt idx="6606">
                  <c:v>9.576900000000001E-3</c:v>
                </c:pt>
                <c:pt idx="6607">
                  <c:v>8.8100000000000001E-3</c:v>
                </c:pt>
                <c:pt idx="6608">
                  <c:v>9.455400000000001E-3</c:v>
                </c:pt>
                <c:pt idx="6609">
                  <c:v>9.5715000000000001E-3</c:v>
                </c:pt>
                <c:pt idx="6610">
                  <c:v>9.4728999999999994E-3</c:v>
                </c:pt>
                <c:pt idx="6611">
                  <c:v>8.5819999999999994E-3</c:v>
                </c:pt>
                <c:pt idx="6612">
                  <c:v>8.6549000000000001E-3</c:v>
                </c:pt>
                <c:pt idx="6613">
                  <c:v>9.3258000000000004E-3</c:v>
                </c:pt>
                <c:pt idx="6614">
                  <c:v>9.3727000000000012E-3</c:v>
                </c:pt>
                <c:pt idx="6615">
                  <c:v>8.6438999999999995E-3</c:v>
                </c:pt>
                <c:pt idx="6616">
                  <c:v>9.3936999999999996E-3</c:v>
                </c:pt>
                <c:pt idx="6617">
                  <c:v>9.3346999999999996E-3</c:v>
                </c:pt>
                <c:pt idx="6618">
                  <c:v>9.4566999999999984E-3</c:v>
                </c:pt>
                <c:pt idx="6619">
                  <c:v>9.4305000000000014E-3</c:v>
                </c:pt>
                <c:pt idx="6620">
                  <c:v>9.0799000000000001E-3</c:v>
                </c:pt>
                <c:pt idx="6621">
                  <c:v>8.8336000000000005E-3</c:v>
                </c:pt>
                <c:pt idx="6622">
                  <c:v>8.865399999999999E-3</c:v>
                </c:pt>
                <c:pt idx="6623">
                  <c:v>9.4585999999999993E-3</c:v>
                </c:pt>
                <c:pt idx="6624">
                  <c:v>9.6115999999999997E-3</c:v>
                </c:pt>
                <c:pt idx="6625">
                  <c:v>8.77E-3</c:v>
                </c:pt>
                <c:pt idx="6626">
                  <c:v>8.8254000000000006E-3</c:v>
                </c:pt>
                <c:pt idx="6627">
                  <c:v>8.7594999999999999E-3</c:v>
                </c:pt>
                <c:pt idx="6628">
                  <c:v>8.4340999999999999E-3</c:v>
                </c:pt>
                <c:pt idx="6629">
                  <c:v>8.4279000000000003E-3</c:v>
                </c:pt>
                <c:pt idx="6630">
                  <c:v>8.4235999999999998E-3</c:v>
                </c:pt>
                <c:pt idx="6631">
                  <c:v>8.4437999999999996E-3</c:v>
                </c:pt>
                <c:pt idx="6632">
                  <c:v>8.3461000000000004E-3</c:v>
                </c:pt>
                <c:pt idx="6633">
                  <c:v>8.5094999999999997E-3</c:v>
                </c:pt>
                <c:pt idx="6634">
                  <c:v>8.4767000000000002E-3</c:v>
                </c:pt>
                <c:pt idx="6635">
                  <c:v>8.4641000000000004E-3</c:v>
                </c:pt>
                <c:pt idx="6636">
                  <c:v>8.5801000000000002E-3</c:v>
                </c:pt>
                <c:pt idx="6637">
                  <c:v>8.3870999999999998E-3</c:v>
                </c:pt>
                <c:pt idx="6638">
                  <c:v>8.3028000000000008E-3</c:v>
                </c:pt>
                <c:pt idx="6639">
                  <c:v>8.1119E-3</c:v>
                </c:pt>
                <c:pt idx="6640">
                  <c:v>8.1875000000000003E-3</c:v>
                </c:pt>
                <c:pt idx="6641">
                  <c:v>8.4775000000000007E-3</c:v>
                </c:pt>
                <c:pt idx="6642">
                  <c:v>8.3984000000000003E-3</c:v>
                </c:pt>
                <c:pt idx="6643">
                  <c:v>8.4084999999999993E-3</c:v>
                </c:pt>
                <c:pt idx="6644">
                  <c:v>8.4018000000000009E-3</c:v>
                </c:pt>
                <c:pt idx="6645">
                  <c:v>8.6274999999999998E-3</c:v>
                </c:pt>
                <c:pt idx="6646">
                  <c:v>8.634600000000001E-3</c:v>
                </c:pt>
                <c:pt idx="6647">
                  <c:v>8.6716999999999992E-3</c:v>
                </c:pt>
                <c:pt idx="6648">
                  <c:v>8.6971999999999987E-3</c:v>
                </c:pt>
                <c:pt idx="6649">
                  <c:v>8.5748999999999999E-3</c:v>
                </c:pt>
                <c:pt idx="6650">
                  <c:v>8.5105000000000007E-3</c:v>
                </c:pt>
                <c:pt idx="6651">
                  <c:v>8.5653000000000014E-3</c:v>
                </c:pt>
                <c:pt idx="6652">
                  <c:v>8.5985000000000002E-3</c:v>
                </c:pt>
                <c:pt idx="6653">
                  <c:v>8.5849999999999989E-3</c:v>
                </c:pt>
                <c:pt idx="6654">
                  <c:v>8.4772000000000007E-3</c:v>
                </c:pt>
                <c:pt idx="6655">
                  <c:v>8.5197999999999992E-3</c:v>
                </c:pt>
                <c:pt idx="6656">
                  <c:v>8.5715999999999987E-3</c:v>
                </c:pt>
                <c:pt idx="6657">
                  <c:v>8.4936999999999999E-3</c:v>
                </c:pt>
                <c:pt idx="6658">
                  <c:v>8.4732999999999996E-3</c:v>
                </c:pt>
                <c:pt idx="6659">
                  <c:v>8.5681999999999998E-3</c:v>
                </c:pt>
                <c:pt idx="6660">
                  <c:v>8.5552000000000007E-3</c:v>
                </c:pt>
                <c:pt idx="6661">
                  <c:v>8.5275000000000004E-3</c:v>
                </c:pt>
                <c:pt idx="6662">
                  <c:v>8.6104000000000007E-3</c:v>
                </c:pt>
                <c:pt idx="6663">
                  <c:v>8.6526999999999993E-3</c:v>
                </c:pt>
                <c:pt idx="6664">
                  <c:v>8.6224000000000006E-3</c:v>
                </c:pt>
                <c:pt idx="6665">
                  <c:v>8.5578999999999985E-3</c:v>
                </c:pt>
                <c:pt idx="6666">
                  <c:v>8.6076E-3</c:v>
                </c:pt>
                <c:pt idx="6667">
                  <c:v>8.8775999999999994E-3</c:v>
                </c:pt>
                <c:pt idx="6668">
                  <c:v>8.7341999999999993E-3</c:v>
                </c:pt>
                <c:pt idx="6669">
                  <c:v>8.584399999999999E-3</c:v>
                </c:pt>
                <c:pt idx="6670">
                  <c:v>8.643399999999999E-3</c:v>
                </c:pt>
                <c:pt idx="6671">
                  <c:v>8.8266999999999998E-3</c:v>
                </c:pt>
                <c:pt idx="6672">
                  <c:v>8.6213000000000001E-3</c:v>
                </c:pt>
                <c:pt idx="6673">
                  <c:v>8.6537000000000003E-3</c:v>
                </c:pt>
                <c:pt idx="6674">
                  <c:v>8.4153000000000006E-3</c:v>
                </c:pt>
                <c:pt idx="6675">
                  <c:v>8.2763999999999997E-3</c:v>
                </c:pt>
                <c:pt idx="6676">
                  <c:v>8.271800000000001E-3</c:v>
                </c:pt>
                <c:pt idx="6677">
                  <c:v>8.2305E-3</c:v>
                </c:pt>
                <c:pt idx="6678">
                  <c:v>8.2077000000000001E-3</c:v>
                </c:pt>
                <c:pt idx="6679">
                  <c:v>8.2623999999999996E-3</c:v>
                </c:pt>
                <c:pt idx="6680">
                  <c:v>8.2535999999999998E-3</c:v>
                </c:pt>
                <c:pt idx="6681">
                  <c:v>8.1823E-3</c:v>
                </c:pt>
                <c:pt idx="6682">
                  <c:v>7.9466999999999993E-3</c:v>
                </c:pt>
                <c:pt idx="6683">
                  <c:v>7.9559000000000001E-3</c:v>
                </c:pt>
                <c:pt idx="6684">
                  <c:v>8.0671000000000007E-3</c:v>
                </c:pt>
                <c:pt idx="6685">
                  <c:v>8.2111000000000007E-3</c:v>
                </c:pt>
                <c:pt idx="6686">
                  <c:v>8.112900000000001E-3</c:v>
                </c:pt>
                <c:pt idx="6687">
                  <c:v>8.1558000000000012E-3</c:v>
                </c:pt>
                <c:pt idx="6688">
                  <c:v>8.0566000000000006E-3</c:v>
                </c:pt>
                <c:pt idx="6689">
                  <c:v>8.0379000000000006E-3</c:v>
                </c:pt>
                <c:pt idx="6690">
                  <c:v>7.9805000000000015E-3</c:v>
                </c:pt>
                <c:pt idx="6691">
                  <c:v>7.9435000000000009E-3</c:v>
                </c:pt>
                <c:pt idx="6692">
                  <c:v>7.855599999999999E-3</c:v>
                </c:pt>
                <c:pt idx="6693">
                  <c:v>7.9188999999999996E-3</c:v>
                </c:pt>
                <c:pt idx="6694">
                  <c:v>7.9108000000000008E-3</c:v>
                </c:pt>
                <c:pt idx="6695">
                  <c:v>8.0339000000000001E-3</c:v>
                </c:pt>
                <c:pt idx="6696">
                  <c:v>8.0427999999999993E-3</c:v>
                </c:pt>
                <c:pt idx="6697">
                  <c:v>7.9603999999999994E-3</c:v>
                </c:pt>
                <c:pt idx="6698">
                  <c:v>8.0181000000000002E-3</c:v>
                </c:pt>
                <c:pt idx="6699">
                  <c:v>8.0299000000000013E-3</c:v>
                </c:pt>
                <c:pt idx="6700">
                  <c:v>8.0106999999999991E-3</c:v>
                </c:pt>
                <c:pt idx="6701">
                  <c:v>8.029699999999999E-3</c:v>
                </c:pt>
                <c:pt idx="6702">
                  <c:v>8.107399999999999E-3</c:v>
                </c:pt>
                <c:pt idx="6703">
                  <c:v>7.9293000000000002E-3</c:v>
                </c:pt>
                <c:pt idx="6704">
                  <c:v>8.1002000000000001E-3</c:v>
                </c:pt>
                <c:pt idx="6705">
                  <c:v>8.0751E-3</c:v>
                </c:pt>
                <c:pt idx="6706">
                  <c:v>8.0781000000000013E-3</c:v>
                </c:pt>
                <c:pt idx="6707">
                  <c:v>7.8968000000000007E-3</c:v>
                </c:pt>
                <c:pt idx="6708">
                  <c:v>7.8670000000000007E-3</c:v>
                </c:pt>
                <c:pt idx="6709">
                  <c:v>8.4081999999999994E-3</c:v>
                </c:pt>
                <c:pt idx="6710">
                  <c:v>8.3975999999999999E-3</c:v>
                </c:pt>
                <c:pt idx="6711">
                  <c:v>8.6965000000000011E-3</c:v>
                </c:pt>
                <c:pt idx="6712">
                  <c:v>8.8541000000000002E-3</c:v>
                </c:pt>
                <c:pt idx="6713">
                  <c:v>8.9647000000000008E-3</c:v>
                </c:pt>
                <c:pt idx="6714">
                  <c:v>9.1802999999999989E-3</c:v>
                </c:pt>
                <c:pt idx="6715">
                  <c:v>9.2587999999999993E-3</c:v>
                </c:pt>
                <c:pt idx="6716">
                  <c:v>9.6022E-3</c:v>
                </c:pt>
                <c:pt idx="6717">
                  <c:v>1.00821E-2</c:v>
                </c:pt>
                <c:pt idx="6718">
                  <c:v>1.0134000000000001E-2</c:v>
                </c:pt>
                <c:pt idx="6719">
                  <c:v>9.6525000000000014E-3</c:v>
                </c:pt>
                <c:pt idx="6720">
                  <c:v>9.2983000000000007E-3</c:v>
                </c:pt>
                <c:pt idx="6721">
                  <c:v>9.5183000000000004E-3</c:v>
                </c:pt>
                <c:pt idx="6722">
                  <c:v>9.497799999999999E-3</c:v>
                </c:pt>
                <c:pt idx="6723">
                  <c:v>9.2557000000000004E-3</c:v>
                </c:pt>
                <c:pt idx="6724">
                  <c:v>9.3466999999999995E-3</c:v>
                </c:pt>
                <c:pt idx="6725">
                  <c:v>9.420099999999999E-3</c:v>
                </c:pt>
                <c:pt idx="6726">
                  <c:v>9.4911000000000006E-3</c:v>
                </c:pt>
                <c:pt idx="6727">
                  <c:v>9.4753000000000007E-3</c:v>
                </c:pt>
                <c:pt idx="6728">
                  <c:v>9.5434000000000005E-3</c:v>
                </c:pt>
                <c:pt idx="6729">
                  <c:v>9.5253000000000004E-3</c:v>
                </c:pt>
                <c:pt idx="6730">
                  <c:v>9.5434000000000005E-3</c:v>
                </c:pt>
              </c:numCache>
            </c:numRef>
          </c:val>
          <c:smooth val="0"/>
          <c:extLst>
            <c:ext xmlns:c16="http://schemas.microsoft.com/office/drawing/2014/chart" uri="{C3380CC4-5D6E-409C-BE32-E72D297353CC}">
              <c16:uniqueId val="{00000002-E73A-4117-BC58-4A6B7AF4ADB5}"/>
            </c:ext>
          </c:extLst>
        </c:ser>
        <c:ser>
          <c:idx val="4"/>
          <c:order val="4"/>
          <c:tx>
            <c:strRef>
              <c:f>Spread_Calc!$AA$6</c:f>
              <c:strCache>
                <c:ptCount val="1"/>
                <c:pt idx="0">
                  <c:v>CH CDS 5y</c:v>
                </c:pt>
              </c:strCache>
              <c:extLst xmlns:c15="http://schemas.microsoft.com/office/drawing/2012/chart"/>
            </c:strRef>
          </c:tx>
          <c:spPr>
            <a:ln w="12700">
              <a:solidFill>
                <a:schemeClr val="bg1">
                  <a:lumMod val="50000"/>
                </a:schemeClr>
              </a:solidFill>
            </a:ln>
          </c:spPr>
          <c:marker>
            <c:symbol val="none"/>
          </c:marker>
          <c:cat>
            <c:numRef>
              <c:f>Spread_Calc!$B$7:$B$7000</c:f>
              <c:numCache>
                <c:formatCode>m/d/yyyy</c:formatCode>
                <c:ptCount val="6994"/>
                <c:pt idx="0">
                  <c:v>36893</c:v>
                </c:pt>
                <c:pt idx="1">
                  <c:v>36894</c:v>
                </c:pt>
                <c:pt idx="2">
                  <c:v>36895</c:v>
                </c:pt>
                <c:pt idx="3">
                  <c:v>36896</c:v>
                </c:pt>
                <c:pt idx="4">
                  <c:v>36899</c:v>
                </c:pt>
                <c:pt idx="5">
                  <c:v>36900</c:v>
                </c:pt>
                <c:pt idx="6">
                  <c:v>36901</c:v>
                </c:pt>
                <c:pt idx="7">
                  <c:v>36902</c:v>
                </c:pt>
                <c:pt idx="8">
                  <c:v>36903</c:v>
                </c:pt>
                <c:pt idx="9">
                  <c:v>36906</c:v>
                </c:pt>
                <c:pt idx="10">
                  <c:v>36907</c:v>
                </c:pt>
                <c:pt idx="11">
                  <c:v>36908</c:v>
                </c:pt>
                <c:pt idx="12">
                  <c:v>36909</c:v>
                </c:pt>
                <c:pt idx="13">
                  <c:v>36910</c:v>
                </c:pt>
                <c:pt idx="14">
                  <c:v>36913</c:v>
                </c:pt>
                <c:pt idx="15">
                  <c:v>36914</c:v>
                </c:pt>
                <c:pt idx="16">
                  <c:v>36915</c:v>
                </c:pt>
                <c:pt idx="17">
                  <c:v>36916</c:v>
                </c:pt>
                <c:pt idx="18">
                  <c:v>36917</c:v>
                </c:pt>
                <c:pt idx="19">
                  <c:v>36920</c:v>
                </c:pt>
                <c:pt idx="20">
                  <c:v>36921</c:v>
                </c:pt>
                <c:pt idx="21">
                  <c:v>36922</c:v>
                </c:pt>
                <c:pt idx="22">
                  <c:v>36923</c:v>
                </c:pt>
                <c:pt idx="23">
                  <c:v>36924</c:v>
                </c:pt>
                <c:pt idx="24">
                  <c:v>36927</c:v>
                </c:pt>
                <c:pt idx="25">
                  <c:v>36928</c:v>
                </c:pt>
                <c:pt idx="26">
                  <c:v>36929</c:v>
                </c:pt>
                <c:pt idx="27">
                  <c:v>36930</c:v>
                </c:pt>
                <c:pt idx="28">
                  <c:v>36931</c:v>
                </c:pt>
                <c:pt idx="29">
                  <c:v>36934</c:v>
                </c:pt>
                <c:pt idx="30">
                  <c:v>36935</c:v>
                </c:pt>
                <c:pt idx="31">
                  <c:v>36936</c:v>
                </c:pt>
                <c:pt idx="32">
                  <c:v>36937</c:v>
                </c:pt>
                <c:pt idx="33">
                  <c:v>36938</c:v>
                </c:pt>
                <c:pt idx="34">
                  <c:v>36941</c:v>
                </c:pt>
                <c:pt idx="35">
                  <c:v>36942</c:v>
                </c:pt>
                <c:pt idx="36">
                  <c:v>36943</c:v>
                </c:pt>
                <c:pt idx="37">
                  <c:v>36944</c:v>
                </c:pt>
                <c:pt idx="38">
                  <c:v>36945</c:v>
                </c:pt>
                <c:pt idx="39">
                  <c:v>36948</c:v>
                </c:pt>
                <c:pt idx="40">
                  <c:v>36949</c:v>
                </c:pt>
                <c:pt idx="41">
                  <c:v>36950</c:v>
                </c:pt>
                <c:pt idx="42">
                  <c:v>36951</c:v>
                </c:pt>
                <c:pt idx="43">
                  <c:v>36952</c:v>
                </c:pt>
                <c:pt idx="44">
                  <c:v>36955</c:v>
                </c:pt>
                <c:pt idx="45">
                  <c:v>36956</c:v>
                </c:pt>
                <c:pt idx="46">
                  <c:v>36957</c:v>
                </c:pt>
                <c:pt idx="47">
                  <c:v>36958</c:v>
                </c:pt>
                <c:pt idx="48">
                  <c:v>36959</c:v>
                </c:pt>
                <c:pt idx="49">
                  <c:v>36962</c:v>
                </c:pt>
                <c:pt idx="50">
                  <c:v>36963</c:v>
                </c:pt>
                <c:pt idx="51">
                  <c:v>36964</c:v>
                </c:pt>
                <c:pt idx="52">
                  <c:v>36965</c:v>
                </c:pt>
                <c:pt idx="53">
                  <c:v>36966</c:v>
                </c:pt>
                <c:pt idx="54">
                  <c:v>36969</c:v>
                </c:pt>
                <c:pt idx="55">
                  <c:v>36970</c:v>
                </c:pt>
                <c:pt idx="56">
                  <c:v>36971</c:v>
                </c:pt>
                <c:pt idx="57">
                  <c:v>36972</c:v>
                </c:pt>
                <c:pt idx="58">
                  <c:v>36973</c:v>
                </c:pt>
                <c:pt idx="59">
                  <c:v>36976</c:v>
                </c:pt>
                <c:pt idx="60">
                  <c:v>36977</c:v>
                </c:pt>
                <c:pt idx="61">
                  <c:v>36978</c:v>
                </c:pt>
                <c:pt idx="62">
                  <c:v>36979</c:v>
                </c:pt>
                <c:pt idx="63">
                  <c:v>36980</c:v>
                </c:pt>
                <c:pt idx="64">
                  <c:v>36983</c:v>
                </c:pt>
                <c:pt idx="65">
                  <c:v>36984</c:v>
                </c:pt>
                <c:pt idx="66">
                  <c:v>36985</c:v>
                </c:pt>
                <c:pt idx="67">
                  <c:v>36986</c:v>
                </c:pt>
                <c:pt idx="68">
                  <c:v>36987</c:v>
                </c:pt>
                <c:pt idx="69">
                  <c:v>36990</c:v>
                </c:pt>
                <c:pt idx="70">
                  <c:v>36991</c:v>
                </c:pt>
                <c:pt idx="71">
                  <c:v>36992</c:v>
                </c:pt>
                <c:pt idx="72">
                  <c:v>36993</c:v>
                </c:pt>
                <c:pt idx="73">
                  <c:v>36994</c:v>
                </c:pt>
                <c:pt idx="74">
                  <c:v>36997</c:v>
                </c:pt>
                <c:pt idx="75">
                  <c:v>36998</c:v>
                </c:pt>
                <c:pt idx="76">
                  <c:v>36999</c:v>
                </c:pt>
                <c:pt idx="77">
                  <c:v>37000</c:v>
                </c:pt>
                <c:pt idx="78">
                  <c:v>37001</c:v>
                </c:pt>
                <c:pt idx="79">
                  <c:v>37004</c:v>
                </c:pt>
                <c:pt idx="80">
                  <c:v>37005</c:v>
                </c:pt>
                <c:pt idx="81">
                  <c:v>37006</c:v>
                </c:pt>
                <c:pt idx="82">
                  <c:v>37007</c:v>
                </c:pt>
                <c:pt idx="83">
                  <c:v>37008</c:v>
                </c:pt>
                <c:pt idx="84">
                  <c:v>37011</c:v>
                </c:pt>
                <c:pt idx="85">
                  <c:v>37012</c:v>
                </c:pt>
                <c:pt idx="86">
                  <c:v>37013</c:v>
                </c:pt>
                <c:pt idx="87">
                  <c:v>37014</c:v>
                </c:pt>
                <c:pt idx="88">
                  <c:v>37015</c:v>
                </c:pt>
                <c:pt idx="89">
                  <c:v>37018</c:v>
                </c:pt>
                <c:pt idx="90">
                  <c:v>37019</c:v>
                </c:pt>
                <c:pt idx="91">
                  <c:v>37020</c:v>
                </c:pt>
                <c:pt idx="92">
                  <c:v>37021</c:v>
                </c:pt>
                <c:pt idx="93">
                  <c:v>37022</c:v>
                </c:pt>
                <c:pt idx="94">
                  <c:v>37025</c:v>
                </c:pt>
                <c:pt idx="95">
                  <c:v>37026</c:v>
                </c:pt>
                <c:pt idx="96">
                  <c:v>37027</c:v>
                </c:pt>
                <c:pt idx="97">
                  <c:v>37028</c:v>
                </c:pt>
                <c:pt idx="98">
                  <c:v>37029</c:v>
                </c:pt>
                <c:pt idx="99">
                  <c:v>37032</c:v>
                </c:pt>
                <c:pt idx="100">
                  <c:v>37033</c:v>
                </c:pt>
                <c:pt idx="101">
                  <c:v>37034</c:v>
                </c:pt>
                <c:pt idx="102">
                  <c:v>37035</c:v>
                </c:pt>
                <c:pt idx="103">
                  <c:v>37036</c:v>
                </c:pt>
                <c:pt idx="104">
                  <c:v>37039</c:v>
                </c:pt>
                <c:pt idx="105">
                  <c:v>37040</c:v>
                </c:pt>
                <c:pt idx="106">
                  <c:v>37041</c:v>
                </c:pt>
                <c:pt idx="107">
                  <c:v>37042</c:v>
                </c:pt>
                <c:pt idx="108">
                  <c:v>37043</c:v>
                </c:pt>
                <c:pt idx="109">
                  <c:v>37046</c:v>
                </c:pt>
                <c:pt idx="110">
                  <c:v>37047</c:v>
                </c:pt>
                <c:pt idx="111">
                  <c:v>37048</c:v>
                </c:pt>
                <c:pt idx="112">
                  <c:v>37049</c:v>
                </c:pt>
                <c:pt idx="113">
                  <c:v>37050</c:v>
                </c:pt>
                <c:pt idx="114">
                  <c:v>37053</c:v>
                </c:pt>
                <c:pt idx="115">
                  <c:v>37054</c:v>
                </c:pt>
                <c:pt idx="116">
                  <c:v>37055</c:v>
                </c:pt>
                <c:pt idx="117">
                  <c:v>37056</c:v>
                </c:pt>
                <c:pt idx="118">
                  <c:v>37057</c:v>
                </c:pt>
                <c:pt idx="119">
                  <c:v>37060</c:v>
                </c:pt>
                <c:pt idx="120">
                  <c:v>37061</c:v>
                </c:pt>
                <c:pt idx="121">
                  <c:v>37062</c:v>
                </c:pt>
                <c:pt idx="122">
                  <c:v>37063</c:v>
                </c:pt>
                <c:pt idx="123">
                  <c:v>37064</c:v>
                </c:pt>
                <c:pt idx="124">
                  <c:v>37067</c:v>
                </c:pt>
                <c:pt idx="125">
                  <c:v>37068</c:v>
                </c:pt>
                <c:pt idx="126">
                  <c:v>37069</c:v>
                </c:pt>
                <c:pt idx="127">
                  <c:v>37070</c:v>
                </c:pt>
                <c:pt idx="128">
                  <c:v>37071</c:v>
                </c:pt>
                <c:pt idx="129">
                  <c:v>37074</c:v>
                </c:pt>
                <c:pt idx="130">
                  <c:v>37075</c:v>
                </c:pt>
                <c:pt idx="131">
                  <c:v>37076</c:v>
                </c:pt>
                <c:pt idx="132">
                  <c:v>37077</c:v>
                </c:pt>
                <c:pt idx="133">
                  <c:v>37078</c:v>
                </c:pt>
                <c:pt idx="134">
                  <c:v>37081</c:v>
                </c:pt>
                <c:pt idx="135">
                  <c:v>37082</c:v>
                </c:pt>
                <c:pt idx="136">
                  <c:v>37083</c:v>
                </c:pt>
                <c:pt idx="137">
                  <c:v>37084</c:v>
                </c:pt>
                <c:pt idx="138">
                  <c:v>37085</c:v>
                </c:pt>
                <c:pt idx="139">
                  <c:v>37088</c:v>
                </c:pt>
                <c:pt idx="140">
                  <c:v>37089</c:v>
                </c:pt>
                <c:pt idx="141">
                  <c:v>37090</c:v>
                </c:pt>
                <c:pt idx="142">
                  <c:v>37091</c:v>
                </c:pt>
                <c:pt idx="143">
                  <c:v>37092</c:v>
                </c:pt>
                <c:pt idx="144">
                  <c:v>37095</c:v>
                </c:pt>
                <c:pt idx="145">
                  <c:v>37096</c:v>
                </c:pt>
                <c:pt idx="146">
                  <c:v>37097</c:v>
                </c:pt>
                <c:pt idx="147">
                  <c:v>37098</c:v>
                </c:pt>
                <c:pt idx="148">
                  <c:v>37099</c:v>
                </c:pt>
                <c:pt idx="149">
                  <c:v>37102</c:v>
                </c:pt>
                <c:pt idx="150">
                  <c:v>37103</c:v>
                </c:pt>
                <c:pt idx="151">
                  <c:v>37104</c:v>
                </c:pt>
                <c:pt idx="152">
                  <c:v>37105</c:v>
                </c:pt>
                <c:pt idx="153">
                  <c:v>37106</c:v>
                </c:pt>
                <c:pt idx="154">
                  <c:v>37109</c:v>
                </c:pt>
                <c:pt idx="155">
                  <c:v>37110</c:v>
                </c:pt>
                <c:pt idx="156">
                  <c:v>37111</c:v>
                </c:pt>
                <c:pt idx="157">
                  <c:v>37112</c:v>
                </c:pt>
                <c:pt idx="158">
                  <c:v>37113</c:v>
                </c:pt>
                <c:pt idx="159">
                  <c:v>37116</c:v>
                </c:pt>
                <c:pt idx="160">
                  <c:v>37117</c:v>
                </c:pt>
                <c:pt idx="161">
                  <c:v>37118</c:v>
                </c:pt>
                <c:pt idx="162">
                  <c:v>37119</c:v>
                </c:pt>
                <c:pt idx="163">
                  <c:v>37120</c:v>
                </c:pt>
                <c:pt idx="164">
                  <c:v>37123</c:v>
                </c:pt>
                <c:pt idx="165">
                  <c:v>37124</c:v>
                </c:pt>
                <c:pt idx="166">
                  <c:v>37125</c:v>
                </c:pt>
                <c:pt idx="167">
                  <c:v>37126</c:v>
                </c:pt>
                <c:pt idx="168">
                  <c:v>37127</c:v>
                </c:pt>
                <c:pt idx="169">
                  <c:v>37130</c:v>
                </c:pt>
                <c:pt idx="170">
                  <c:v>37131</c:v>
                </c:pt>
                <c:pt idx="171">
                  <c:v>37132</c:v>
                </c:pt>
                <c:pt idx="172">
                  <c:v>37133</c:v>
                </c:pt>
                <c:pt idx="173">
                  <c:v>37134</c:v>
                </c:pt>
                <c:pt idx="174">
                  <c:v>37137</c:v>
                </c:pt>
                <c:pt idx="175">
                  <c:v>37138</c:v>
                </c:pt>
                <c:pt idx="176">
                  <c:v>37139</c:v>
                </c:pt>
                <c:pt idx="177">
                  <c:v>37140</c:v>
                </c:pt>
                <c:pt idx="178">
                  <c:v>37141</c:v>
                </c:pt>
                <c:pt idx="179">
                  <c:v>37144</c:v>
                </c:pt>
                <c:pt idx="180">
                  <c:v>37145</c:v>
                </c:pt>
                <c:pt idx="181">
                  <c:v>37146</c:v>
                </c:pt>
                <c:pt idx="182">
                  <c:v>37147</c:v>
                </c:pt>
                <c:pt idx="183">
                  <c:v>37148</c:v>
                </c:pt>
                <c:pt idx="184">
                  <c:v>37151</c:v>
                </c:pt>
                <c:pt idx="185">
                  <c:v>37152</c:v>
                </c:pt>
                <c:pt idx="186">
                  <c:v>37153</c:v>
                </c:pt>
                <c:pt idx="187">
                  <c:v>37154</c:v>
                </c:pt>
                <c:pt idx="188">
                  <c:v>37155</c:v>
                </c:pt>
                <c:pt idx="189">
                  <c:v>37158</c:v>
                </c:pt>
                <c:pt idx="190">
                  <c:v>37159</c:v>
                </c:pt>
                <c:pt idx="191">
                  <c:v>37160</c:v>
                </c:pt>
                <c:pt idx="192">
                  <c:v>37161</c:v>
                </c:pt>
                <c:pt idx="193">
                  <c:v>37162</c:v>
                </c:pt>
                <c:pt idx="194">
                  <c:v>37165</c:v>
                </c:pt>
                <c:pt idx="195">
                  <c:v>37166</c:v>
                </c:pt>
                <c:pt idx="196">
                  <c:v>37167</c:v>
                </c:pt>
                <c:pt idx="197">
                  <c:v>37168</c:v>
                </c:pt>
                <c:pt idx="198">
                  <c:v>37169</c:v>
                </c:pt>
                <c:pt idx="199">
                  <c:v>37172</c:v>
                </c:pt>
                <c:pt idx="200">
                  <c:v>37173</c:v>
                </c:pt>
                <c:pt idx="201">
                  <c:v>37174</c:v>
                </c:pt>
                <c:pt idx="202">
                  <c:v>37175</c:v>
                </c:pt>
                <c:pt idx="203">
                  <c:v>37176</c:v>
                </c:pt>
                <c:pt idx="204">
                  <c:v>37179</c:v>
                </c:pt>
                <c:pt idx="205">
                  <c:v>37180</c:v>
                </c:pt>
                <c:pt idx="206">
                  <c:v>37181</c:v>
                </c:pt>
                <c:pt idx="207">
                  <c:v>37182</c:v>
                </c:pt>
                <c:pt idx="208">
                  <c:v>37183</c:v>
                </c:pt>
                <c:pt idx="209">
                  <c:v>37186</c:v>
                </c:pt>
                <c:pt idx="210">
                  <c:v>37187</c:v>
                </c:pt>
                <c:pt idx="211">
                  <c:v>37188</c:v>
                </c:pt>
                <c:pt idx="212">
                  <c:v>37189</c:v>
                </c:pt>
                <c:pt idx="213">
                  <c:v>37190</c:v>
                </c:pt>
                <c:pt idx="214">
                  <c:v>37193</c:v>
                </c:pt>
                <c:pt idx="215">
                  <c:v>37194</c:v>
                </c:pt>
                <c:pt idx="216">
                  <c:v>37195</c:v>
                </c:pt>
                <c:pt idx="217">
                  <c:v>37196</c:v>
                </c:pt>
                <c:pt idx="218">
                  <c:v>37197</c:v>
                </c:pt>
                <c:pt idx="219">
                  <c:v>37200</c:v>
                </c:pt>
                <c:pt idx="220">
                  <c:v>37201</c:v>
                </c:pt>
                <c:pt idx="221">
                  <c:v>37202</c:v>
                </c:pt>
                <c:pt idx="222">
                  <c:v>37203</c:v>
                </c:pt>
                <c:pt idx="223">
                  <c:v>37204</c:v>
                </c:pt>
                <c:pt idx="224">
                  <c:v>37207</c:v>
                </c:pt>
                <c:pt idx="225">
                  <c:v>37208</c:v>
                </c:pt>
                <c:pt idx="226">
                  <c:v>37209</c:v>
                </c:pt>
                <c:pt idx="227">
                  <c:v>37210</c:v>
                </c:pt>
                <c:pt idx="228">
                  <c:v>37211</c:v>
                </c:pt>
                <c:pt idx="229">
                  <c:v>37214</c:v>
                </c:pt>
                <c:pt idx="230">
                  <c:v>37215</c:v>
                </c:pt>
                <c:pt idx="231">
                  <c:v>37216</c:v>
                </c:pt>
                <c:pt idx="232">
                  <c:v>37217</c:v>
                </c:pt>
                <c:pt idx="233">
                  <c:v>37218</c:v>
                </c:pt>
                <c:pt idx="234">
                  <c:v>37221</c:v>
                </c:pt>
                <c:pt idx="235">
                  <c:v>37222</c:v>
                </c:pt>
                <c:pt idx="236">
                  <c:v>37223</c:v>
                </c:pt>
                <c:pt idx="237">
                  <c:v>37224</c:v>
                </c:pt>
                <c:pt idx="238">
                  <c:v>37225</c:v>
                </c:pt>
                <c:pt idx="239">
                  <c:v>37228</c:v>
                </c:pt>
                <c:pt idx="240">
                  <c:v>37229</c:v>
                </c:pt>
                <c:pt idx="241">
                  <c:v>37230</c:v>
                </c:pt>
                <c:pt idx="242">
                  <c:v>37231</c:v>
                </c:pt>
                <c:pt idx="243">
                  <c:v>37232</c:v>
                </c:pt>
                <c:pt idx="244">
                  <c:v>37235</c:v>
                </c:pt>
                <c:pt idx="245">
                  <c:v>37236</c:v>
                </c:pt>
                <c:pt idx="246">
                  <c:v>37237</c:v>
                </c:pt>
                <c:pt idx="247">
                  <c:v>37238</c:v>
                </c:pt>
                <c:pt idx="248">
                  <c:v>37239</c:v>
                </c:pt>
                <c:pt idx="249">
                  <c:v>37242</c:v>
                </c:pt>
                <c:pt idx="250">
                  <c:v>37243</c:v>
                </c:pt>
                <c:pt idx="251">
                  <c:v>37244</c:v>
                </c:pt>
                <c:pt idx="252">
                  <c:v>37245</c:v>
                </c:pt>
                <c:pt idx="253">
                  <c:v>37246</c:v>
                </c:pt>
                <c:pt idx="254">
                  <c:v>37249</c:v>
                </c:pt>
                <c:pt idx="255">
                  <c:v>37250</c:v>
                </c:pt>
                <c:pt idx="256">
                  <c:v>37251</c:v>
                </c:pt>
                <c:pt idx="257">
                  <c:v>37252</c:v>
                </c:pt>
                <c:pt idx="258">
                  <c:v>37253</c:v>
                </c:pt>
                <c:pt idx="259">
                  <c:v>37256</c:v>
                </c:pt>
                <c:pt idx="260">
                  <c:v>37257</c:v>
                </c:pt>
                <c:pt idx="261">
                  <c:v>37258</c:v>
                </c:pt>
                <c:pt idx="262">
                  <c:v>37259</c:v>
                </c:pt>
                <c:pt idx="263">
                  <c:v>37260</c:v>
                </c:pt>
                <c:pt idx="264">
                  <c:v>37263</c:v>
                </c:pt>
                <c:pt idx="265">
                  <c:v>37264</c:v>
                </c:pt>
                <c:pt idx="266">
                  <c:v>37265</c:v>
                </c:pt>
                <c:pt idx="267">
                  <c:v>37266</c:v>
                </c:pt>
                <c:pt idx="268">
                  <c:v>37267</c:v>
                </c:pt>
                <c:pt idx="269">
                  <c:v>37270</c:v>
                </c:pt>
                <c:pt idx="270">
                  <c:v>37271</c:v>
                </c:pt>
                <c:pt idx="271">
                  <c:v>37272</c:v>
                </c:pt>
                <c:pt idx="272">
                  <c:v>37273</c:v>
                </c:pt>
                <c:pt idx="273">
                  <c:v>37274</c:v>
                </c:pt>
                <c:pt idx="274">
                  <c:v>37277</c:v>
                </c:pt>
                <c:pt idx="275">
                  <c:v>37278</c:v>
                </c:pt>
                <c:pt idx="276">
                  <c:v>37279</c:v>
                </c:pt>
                <c:pt idx="277">
                  <c:v>37280</c:v>
                </c:pt>
                <c:pt idx="278">
                  <c:v>37281</c:v>
                </c:pt>
                <c:pt idx="279">
                  <c:v>37284</c:v>
                </c:pt>
                <c:pt idx="280">
                  <c:v>37285</c:v>
                </c:pt>
                <c:pt idx="281">
                  <c:v>37286</c:v>
                </c:pt>
                <c:pt idx="282">
                  <c:v>37287</c:v>
                </c:pt>
                <c:pt idx="283">
                  <c:v>37288</c:v>
                </c:pt>
                <c:pt idx="284">
                  <c:v>37291</c:v>
                </c:pt>
                <c:pt idx="285">
                  <c:v>37292</c:v>
                </c:pt>
                <c:pt idx="286">
                  <c:v>37293</c:v>
                </c:pt>
                <c:pt idx="287">
                  <c:v>37294</c:v>
                </c:pt>
                <c:pt idx="288">
                  <c:v>37295</c:v>
                </c:pt>
                <c:pt idx="289">
                  <c:v>37298</c:v>
                </c:pt>
                <c:pt idx="290">
                  <c:v>37299</c:v>
                </c:pt>
                <c:pt idx="291">
                  <c:v>37300</c:v>
                </c:pt>
                <c:pt idx="292">
                  <c:v>37301</c:v>
                </c:pt>
                <c:pt idx="293">
                  <c:v>37302</c:v>
                </c:pt>
                <c:pt idx="294">
                  <c:v>37305</c:v>
                </c:pt>
                <c:pt idx="295">
                  <c:v>37306</c:v>
                </c:pt>
                <c:pt idx="296">
                  <c:v>37307</c:v>
                </c:pt>
                <c:pt idx="297">
                  <c:v>37308</c:v>
                </c:pt>
                <c:pt idx="298">
                  <c:v>37309</c:v>
                </c:pt>
                <c:pt idx="299">
                  <c:v>37312</c:v>
                </c:pt>
                <c:pt idx="300">
                  <c:v>37313</c:v>
                </c:pt>
                <c:pt idx="301">
                  <c:v>37314</c:v>
                </c:pt>
                <c:pt idx="302">
                  <c:v>37315</c:v>
                </c:pt>
                <c:pt idx="303">
                  <c:v>37316</c:v>
                </c:pt>
                <c:pt idx="304">
                  <c:v>37319</c:v>
                </c:pt>
                <c:pt idx="305">
                  <c:v>37320</c:v>
                </c:pt>
                <c:pt idx="306">
                  <c:v>37321</c:v>
                </c:pt>
                <c:pt idx="307">
                  <c:v>37322</c:v>
                </c:pt>
                <c:pt idx="308">
                  <c:v>37323</c:v>
                </c:pt>
                <c:pt idx="309">
                  <c:v>37326</c:v>
                </c:pt>
                <c:pt idx="310">
                  <c:v>37327</c:v>
                </c:pt>
                <c:pt idx="311">
                  <c:v>37328</c:v>
                </c:pt>
                <c:pt idx="312">
                  <c:v>37329</c:v>
                </c:pt>
                <c:pt idx="313">
                  <c:v>37330</c:v>
                </c:pt>
                <c:pt idx="314">
                  <c:v>37333</c:v>
                </c:pt>
                <c:pt idx="315">
                  <c:v>37334</c:v>
                </c:pt>
                <c:pt idx="316">
                  <c:v>37335</c:v>
                </c:pt>
                <c:pt idx="317">
                  <c:v>37336</c:v>
                </c:pt>
                <c:pt idx="318">
                  <c:v>37337</c:v>
                </c:pt>
                <c:pt idx="319">
                  <c:v>37340</c:v>
                </c:pt>
                <c:pt idx="320">
                  <c:v>37341</c:v>
                </c:pt>
                <c:pt idx="321">
                  <c:v>37342</c:v>
                </c:pt>
                <c:pt idx="322">
                  <c:v>37343</c:v>
                </c:pt>
                <c:pt idx="323">
                  <c:v>37344</c:v>
                </c:pt>
                <c:pt idx="324">
                  <c:v>37347</c:v>
                </c:pt>
                <c:pt idx="325">
                  <c:v>37348</c:v>
                </c:pt>
                <c:pt idx="326">
                  <c:v>37349</c:v>
                </c:pt>
                <c:pt idx="327">
                  <c:v>37350</c:v>
                </c:pt>
                <c:pt idx="328">
                  <c:v>37351</c:v>
                </c:pt>
                <c:pt idx="329">
                  <c:v>37354</c:v>
                </c:pt>
                <c:pt idx="330">
                  <c:v>37355</c:v>
                </c:pt>
                <c:pt idx="331">
                  <c:v>37356</c:v>
                </c:pt>
                <c:pt idx="332">
                  <c:v>37357</c:v>
                </c:pt>
                <c:pt idx="333">
                  <c:v>37358</c:v>
                </c:pt>
                <c:pt idx="334">
                  <c:v>37361</c:v>
                </c:pt>
                <c:pt idx="335">
                  <c:v>37362</c:v>
                </c:pt>
                <c:pt idx="336">
                  <c:v>37363</c:v>
                </c:pt>
                <c:pt idx="337">
                  <c:v>37364</c:v>
                </c:pt>
                <c:pt idx="338">
                  <c:v>37365</c:v>
                </c:pt>
                <c:pt idx="339">
                  <c:v>37368</c:v>
                </c:pt>
                <c:pt idx="340">
                  <c:v>37369</c:v>
                </c:pt>
                <c:pt idx="341">
                  <c:v>37370</c:v>
                </c:pt>
                <c:pt idx="342">
                  <c:v>37371</c:v>
                </c:pt>
                <c:pt idx="343">
                  <c:v>37372</c:v>
                </c:pt>
                <c:pt idx="344">
                  <c:v>37375</c:v>
                </c:pt>
                <c:pt idx="345">
                  <c:v>37376</c:v>
                </c:pt>
                <c:pt idx="346">
                  <c:v>37377</c:v>
                </c:pt>
                <c:pt idx="347">
                  <c:v>37378</c:v>
                </c:pt>
                <c:pt idx="348">
                  <c:v>37379</c:v>
                </c:pt>
                <c:pt idx="349">
                  <c:v>37382</c:v>
                </c:pt>
                <c:pt idx="350">
                  <c:v>37383</c:v>
                </c:pt>
                <c:pt idx="351">
                  <c:v>37384</c:v>
                </c:pt>
                <c:pt idx="352">
                  <c:v>37385</c:v>
                </c:pt>
                <c:pt idx="353">
                  <c:v>37386</c:v>
                </c:pt>
                <c:pt idx="354">
                  <c:v>37389</c:v>
                </c:pt>
                <c:pt idx="355">
                  <c:v>37390</c:v>
                </c:pt>
                <c:pt idx="356">
                  <c:v>37391</c:v>
                </c:pt>
                <c:pt idx="357">
                  <c:v>37392</c:v>
                </c:pt>
                <c:pt idx="358">
                  <c:v>37393</c:v>
                </c:pt>
                <c:pt idx="359">
                  <c:v>37396</c:v>
                </c:pt>
                <c:pt idx="360">
                  <c:v>37397</c:v>
                </c:pt>
                <c:pt idx="361">
                  <c:v>37398</c:v>
                </c:pt>
                <c:pt idx="362">
                  <c:v>37399</c:v>
                </c:pt>
                <c:pt idx="363">
                  <c:v>37400</c:v>
                </c:pt>
                <c:pt idx="364">
                  <c:v>37403</c:v>
                </c:pt>
                <c:pt idx="365">
                  <c:v>37404</c:v>
                </c:pt>
                <c:pt idx="366">
                  <c:v>37405</c:v>
                </c:pt>
                <c:pt idx="367">
                  <c:v>37406</c:v>
                </c:pt>
                <c:pt idx="368">
                  <c:v>37407</c:v>
                </c:pt>
                <c:pt idx="369">
                  <c:v>37410</c:v>
                </c:pt>
                <c:pt idx="370">
                  <c:v>37411</c:v>
                </c:pt>
                <c:pt idx="371">
                  <c:v>37412</c:v>
                </c:pt>
                <c:pt idx="372">
                  <c:v>37413</c:v>
                </c:pt>
                <c:pt idx="373">
                  <c:v>37414</c:v>
                </c:pt>
                <c:pt idx="374">
                  <c:v>37417</c:v>
                </c:pt>
                <c:pt idx="375">
                  <c:v>37418</c:v>
                </c:pt>
                <c:pt idx="376">
                  <c:v>37419</c:v>
                </c:pt>
                <c:pt idx="377">
                  <c:v>37420</c:v>
                </c:pt>
                <c:pt idx="378">
                  <c:v>37421</c:v>
                </c:pt>
                <c:pt idx="379">
                  <c:v>37424</c:v>
                </c:pt>
                <c:pt idx="380">
                  <c:v>37425</c:v>
                </c:pt>
                <c:pt idx="381">
                  <c:v>37426</c:v>
                </c:pt>
                <c:pt idx="382">
                  <c:v>37427</c:v>
                </c:pt>
                <c:pt idx="383">
                  <c:v>37428</c:v>
                </c:pt>
                <c:pt idx="384">
                  <c:v>37431</c:v>
                </c:pt>
                <c:pt idx="385">
                  <c:v>37432</c:v>
                </c:pt>
                <c:pt idx="386">
                  <c:v>37433</c:v>
                </c:pt>
                <c:pt idx="387">
                  <c:v>37434</c:v>
                </c:pt>
                <c:pt idx="388">
                  <c:v>37435</c:v>
                </c:pt>
                <c:pt idx="389">
                  <c:v>37438</c:v>
                </c:pt>
                <c:pt idx="390">
                  <c:v>37439</c:v>
                </c:pt>
                <c:pt idx="391">
                  <c:v>37440</c:v>
                </c:pt>
                <c:pt idx="392">
                  <c:v>37441</c:v>
                </c:pt>
                <c:pt idx="393">
                  <c:v>37442</c:v>
                </c:pt>
                <c:pt idx="394">
                  <c:v>37445</c:v>
                </c:pt>
                <c:pt idx="395">
                  <c:v>37446</c:v>
                </c:pt>
                <c:pt idx="396">
                  <c:v>37447</c:v>
                </c:pt>
                <c:pt idx="397">
                  <c:v>37448</c:v>
                </c:pt>
                <c:pt idx="398">
                  <c:v>37449</c:v>
                </c:pt>
                <c:pt idx="399">
                  <c:v>37452</c:v>
                </c:pt>
                <c:pt idx="400">
                  <c:v>37453</c:v>
                </c:pt>
                <c:pt idx="401">
                  <c:v>37454</c:v>
                </c:pt>
                <c:pt idx="402">
                  <c:v>37455</c:v>
                </c:pt>
                <c:pt idx="403">
                  <c:v>37456</c:v>
                </c:pt>
                <c:pt idx="404">
                  <c:v>37459</c:v>
                </c:pt>
                <c:pt idx="405">
                  <c:v>37460</c:v>
                </c:pt>
                <c:pt idx="406">
                  <c:v>37461</c:v>
                </c:pt>
                <c:pt idx="407">
                  <c:v>37462</c:v>
                </c:pt>
                <c:pt idx="408">
                  <c:v>37463</c:v>
                </c:pt>
                <c:pt idx="409">
                  <c:v>37466</c:v>
                </c:pt>
                <c:pt idx="410">
                  <c:v>37467</c:v>
                </c:pt>
                <c:pt idx="411">
                  <c:v>37468</c:v>
                </c:pt>
                <c:pt idx="412">
                  <c:v>37469</c:v>
                </c:pt>
                <c:pt idx="413">
                  <c:v>37470</c:v>
                </c:pt>
                <c:pt idx="414">
                  <c:v>37473</c:v>
                </c:pt>
                <c:pt idx="415">
                  <c:v>37474</c:v>
                </c:pt>
                <c:pt idx="416">
                  <c:v>37475</c:v>
                </c:pt>
                <c:pt idx="417">
                  <c:v>37476</c:v>
                </c:pt>
                <c:pt idx="418">
                  <c:v>37477</c:v>
                </c:pt>
                <c:pt idx="419">
                  <c:v>37480</c:v>
                </c:pt>
                <c:pt idx="420">
                  <c:v>37481</c:v>
                </c:pt>
                <c:pt idx="421">
                  <c:v>37482</c:v>
                </c:pt>
                <c:pt idx="422">
                  <c:v>37483</c:v>
                </c:pt>
                <c:pt idx="423">
                  <c:v>37484</c:v>
                </c:pt>
                <c:pt idx="424">
                  <c:v>37487</c:v>
                </c:pt>
                <c:pt idx="425">
                  <c:v>37488</c:v>
                </c:pt>
                <c:pt idx="426">
                  <c:v>37489</c:v>
                </c:pt>
                <c:pt idx="427">
                  <c:v>37490</c:v>
                </c:pt>
                <c:pt idx="428">
                  <c:v>37491</c:v>
                </c:pt>
                <c:pt idx="429">
                  <c:v>37494</c:v>
                </c:pt>
                <c:pt idx="430">
                  <c:v>37495</c:v>
                </c:pt>
                <c:pt idx="431">
                  <c:v>37496</c:v>
                </c:pt>
                <c:pt idx="432">
                  <c:v>37497</c:v>
                </c:pt>
                <c:pt idx="433">
                  <c:v>37498</c:v>
                </c:pt>
                <c:pt idx="434">
                  <c:v>37501</c:v>
                </c:pt>
                <c:pt idx="435">
                  <c:v>37502</c:v>
                </c:pt>
                <c:pt idx="436">
                  <c:v>37503</c:v>
                </c:pt>
                <c:pt idx="437">
                  <c:v>37504</c:v>
                </c:pt>
                <c:pt idx="438">
                  <c:v>37505</c:v>
                </c:pt>
                <c:pt idx="439">
                  <c:v>37508</c:v>
                </c:pt>
                <c:pt idx="440">
                  <c:v>37509</c:v>
                </c:pt>
                <c:pt idx="441">
                  <c:v>37510</c:v>
                </c:pt>
                <c:pt idx="442">
                  <c:v>37511</c:v>
                </c:pt>
                <c:pt idx="443">
                  <c:v>37512</c:v>
                </c:pt>
                <c:pt idx="444">
                  <c:v>37515</c:v>
                </c:pt>
                <c:pt idx="445">
                  <c:v>37516</c:v>
                </c:pt>
                <c:pt idx="446">
                  <c:v>37517</c:v>
                </c:pt>
                <c:pt idx="447">
                  <c:v>37518</c:v>
                </c:pt>
                <c:pt idx="448">
                  <c:v>37519</c:v>
                </c:pt>
                <c:pt idx="449">
                  <c:v>37522</c:v>
                </c:pt>
                <c:pt idx="450">
                  <c:v>37523</c:v>
                </c:pt>
                <c:pt idx="451">
                  <c:v>37524</c:v>
                </c:pt>
                <c:pt idx="452">
                  <c:v>37525</c:v>
                </c:pt>
                <c:pt idx="453">
                  <c:v>37526</c:v>
                </c:pt>
                <c:pt idx="454">
                  <c:v>37529</c:v>
                </c:pt>
                <c:pt idx="455">
                  <c:v>37530</c:v>
                </c:pt>
                <c:pt idx="456">
                  <c:v>37531</c:v>
                </c:pt>
                <c:pt idx="457">
                  <c:v>37532</c:v>
                </c:pt>
                <c:pt idx="458">
                  <c:v>37533</c:v>
                </c:pt>
                <c:pt idx="459">
                  <c:v>37536</c:v>
                </c:pt>
                <c:pt idx="460">
                  <c:v>37537</c:v>
                </c:pt>
                <c:pt idx="461">
                  <c:v>37538</c:v>
                </c:pt>
                <c:pt idx="462">
                  <c:v>37539</c:v>
                </c:pt>
                <c:pt idx="463">
                  <c:v>37540</c:v>
                </c:pt>
                <c:pt idx="464">
                  <c:v>37543</c:v>
                </c:pt>
                <c:pt idx="465">
                  <c:v>37544</c:v>
                </c:pt>
                <c:pt idx="466">
                  <c:v>37545</c:v>
                </c:pt>
                <c:pt idx="467">
                  <c:v>37546</c:v>
                </c:pt>
                <c:pt idx="468">
                  <c:v>37547</c:v>
                </c:pt>
                <c:pt idx="469">
                  <c:v>37550</c:v>
                </c:pt>
                <c:pt idx="470">
                  <c:v>37551</c:v>
                </c:pt>
                <c:pt idx="471">
                  <c:v>37552</c:v>
                </c:pt>
                <c:pt idx="472">
                  <c:v>37553</c:v>
                </c:pt>
                <c:pt idx="473">
                  <c:v>37554</c:v>
                </c:pt>
                <c:pt idx="474">
                  <c:v>37557</c:v>
                </c:pt>
                <c:pt idx="475">
                  <c:v>37558</c:v>
                </c:pt>
                <c:pt idx="476">
                  <c:v>37559</c:v>
                </c:pt>
                <c:pt idx="477">
                  <c:v>37560</c:v>
                </c:pt>
                <c:pt idx="478">
                  <c:v>37561</c:v>
                </c:pt>
                <c:pt idx="479">
                  <c:v>37564</c:v>
                </c:pt>
                <c:pt idx="480">
                  <c:v>37565</c:v>
                </c:pt>
                <c:pt idx="481">
                  <c:v>37566</c:v>
                </c:pt>
                <c:pt idx="482">
                  <c:v>37567</c:v>
                </c:pt>
                <c:pt idx="483">
                  <c:v>37568</c:v>
                </c:pt>
                <c:pt idx="484">
                  <c:v>37571</c:v>
                </c:pt>
                <c:pt idx="485">
                  <c:v>37572</c:v>
                </c:pt>
                <c:pt idx="486">
                  <c:v>37573</c:v>
                </c:pt>
                <c:pt idx="487">
                  <c:v>37574</c:v>
                </c:pt>
                <c:pt idx="488">
                  <c:v>37575</c:v>
                </c:pt>
                <c:pt idx="489">
                  <c:v>37578</c:v>
                </c:pt>
                <c:pt idx="490">
                  <c:v>37579</c:v>
                </c:pt>
                <c:pt idx="491">
                  <c:v>37580</c:v>
                </c:pt>
                <c:pt idx="492">
                  <c:v>37581</c:v>
                </c:pt>
                <c:pt idx="493">
                  <c:v>37582</c:v>
                </c:pt>
                <c:pt idx="494">
                  <c:v>37585</c:v>
                </c:pt>
                <c:pt idx="495">
                  <c:v>37586</c:v>
                </c:pt>
                <c:pt idx="496">
                  <c:v>37587</c:v>
                </c:pt>
                <c:pt idx="497">
                  <c:v>37588</c:v>
                </c:pt>
                <c:pt idx="498">
                  <c:v>37589</c:v>
                </c:pt>
                <c:pt idx="499">
                  <c:v>37592</c:v>
                </c:pt>
                <c:pt idx="500">
                  <c:v>37593</c:v>
                </c:pt>
                <c:pt idx="501">
                  <c:v>37594</c:v>
                </c:pt>
                <c:pt idx="502">
                  <c:v>37595</c:v>
                </c:pt>
                <c:pt idx="503">
                  <c:v>37596</c:v>
                </c:pt>
                <c:pt idx="504">
                  <c:v>37599</c:v>
                </c:pt>
                <c:pt idx="505">
                  <c:v>37600</c:v>
                </c:pt>
                <c:pt idx="506">
                  <c:v>37601</c:v>
                </c:pt>
                <c:pt idx="507">
                  <c:v>37602</c:v>
                </c:pt>
                <c:pt idx="508">
                  <c:v>37603</c:v>
                </c:pt>
                <c:pt idx="509">
                  <c:v>37606</c:v>
                </c:pt>
                <c:pt idx="510">
                  <c:v>37607</c:v>
                </c:pt>
                <c:pt idx="511">
                  <c:v>37608</c:v>
                </c:pt>
                <c:pt idx="512">
                  <c:v>37609</c:v>
                </c:pt>
                <c:pt idx="513">
                  <c:v>37610</c:v>
                </c:pt>
                <c:pt idx="514">
                  <c:v>37613</c:v>
                </c:pt>
                <c:pt idx="515">
                  <c:v>37614</c:v>
                </c:pt>
                <c:pt idx="516">
                  <c:v>37615</c:v>
                </c:pt>
                <c:pt idx="517">
                  <c:v>37616</c:v>
                </c:pt>
                <c:pt idx="518">
                  <c:v>37617</c:v>
                </c:pt>
                <c:pt idx="519">
                  <c:v>37620</c:v>
                </c:pt>
                <c:pt idx="520">
                  <c:v>37621</c:v>
                </c:pt>
                <c:pt idx="521">
                  <c:v>37622</c:v>
                </c:pt>
                <c:pt idx="522">
                  <c:v>37623</c:v>
                </c:pt>
                <c:pt idx="523">
                  <c:v>37624</c:v>
                </c:pt>
                <c:pt idx="524">
                  <c:v>37627</c:v>
                </c:pt>
                <c:pt idx="525">
                  <c:v>37628</c:v>
                </c:pt>
                <c:pt idx="526">
                  <c:v>37629</c:v>
                </c:pt>
                <c:pt idx="527">
                  <c:v>37630</c:v>
                </c:pt>
                <c:pt idx="528">
                  <c:v>37631</c:v>
                </c:pt>
                <c:pt idx="529">
                  <c:v>37634</c:v>
                </c:pt>
                <c:pt idx="530">
                  <c:v>37635</c:v>
                </c:pt>
                <c:pt idx="531">
                  <c:v>37636</c:v>
                </c:pt>
                <c:pt idx="532">
                  <c:v>37637</c:v>
                </c:pt>
                <c:pt idx="533">
                  <c:v>37638</c:v>
                </c:pt>
                <c:pt idx="534">
                  <c:v>37641</c:v>
                </c:pt>
                <c:pt idx="535">
                  <c:v>37642</c:v>
                </c:pt>
                <c:pt idx="536">
                  <c:v>37643</c:v>
                </c:pt>
                <c:pt idx="537">
                  <c:v>37644</c:v>
                </c:pt>
                <c:pt idx="538">
                  <c:v>37645</c:v>
                </c:pt>
                <c:pt idx="539">
                  <c:v>37648</c:v>
                </c:pt>
                <c:pt idx="540">
                  <c:v>37649</c:v>
                </c:pt>
                <c:pt idx="541">
                  <c:v>37650</c:v>
                </c:pt>
                <c:pt idx="542">
                  <c:v>37651</c:v>
                </c:pt>
                <c:pt idx="543">
                  <c:v>37652</c:v>
                </c:pt>
                <c:pt idx="544">
                  <c:v>37655</c:v>
                </c:pt>
                <c:pt idx="545">
                  <c:v>37656</c:v>
                </c:pt>
                <c:pt idx="546">
                  <c:v>37657</c:v>
                </c:pt>
                <c:pt idx="547">
                  <c:v>37658</c:v>
                </c:pt>
                <c:pt idx="548">
                  <c:v>37659</c:v>
                </c:pt>
                <c:pt idx="549">
                  <c:v>37662</c:v>
                </c:pt>
                <c:pt idx="550">
                  <c:v>37663</c:v>
                </c:pt>
                <c:pt idx="551">
                  <c:v>37664</c:v>
                </c:pt>
                <c:pt idx="552">
                  <c:v>37665</c:v>
                </c:pt>
                <c:pt idx="553">
                  <c:v>37666</c:v>
                </c:pt>
                <c:pt idx="554">
                  <c:v>37669</c:v>
                </c:pt>
                <c:pt idx="555">
                  <c:v>37670</c:v>
                </c:pt>
                <c:pt idx="556">
                  <c:v>37671</c:v>
                </c:pt>
                <c:pt idx="557">
                  <c:v>37672</c:v>
                </c:pt>
                <c:pt idx="558">
                  <c:v>37673</c:v>
                </c:pt>
                <c:pt idx="559">
                  <c:v>37676</c:v>
                </c:pt>
                <c:pt idx="560">
                  <c:v>37677</c:v>
                </c:pt>
                <c:pt idx="561">
                  <c:v>37678</c:v>
                </c:pt>
                <c:pt idx="562">
                  <c:v>37679</c:v>
                </c:pt>
                <c:pt idx="563">
                  <c:v>37680</c:v>
                </c:pt>
                <c:pt idx="564">
                  <c:v>37683</c:v>
                </c:pt>
                <c:pt idx="565">
                  <c:v>37684</c:v>
                </c:pt>
                <c:pt idx="566">
                  <c:v>37685</c:v>
                </c:pt>
                <c:pt idx="567">
                  <c:v>37686</c:v>
                </c:pt>
                <c:pt idx="568">
                  <c:v>37687</c:v>
                </c:pt>
                <c:pt idx="569">
                  <c:v>37690</c:v>
                </c:pt>
                <c:pt idx="570">
                  <c:v>37691</c:v>
                </c:pt>
                <c:pt idx="571">
                  <c:v>37692</c:v>
                </c:pt>
                <c:pt idx="572">
                  <c:v>37693</c:v>
                </c:pt>
                <c:pt idx="573">
                  <c:v>37694</c:v>
                </c:pt>
                <c:pt idx="574">
                  <c:v>37697</c:v>
                </c:pt>
                <c:pt idx="575">
                  <c:v>37698</c:v>
                </c:pt>
                <c:pt idx="576">
                  <c:v>37699</c:v>
                </c:pt>
                <c:pt idx="577">
                  <c:v>37700</c:v>
                </c:pt>
                <c:pt idx="578">
                  <c:v>37701</c:v>
                </c:pt>
                <c:pt idx="579">
                  <c:v>37704</c:v>
                </c:pt>
                <c:pt idx="580">
                  <c:v>37705</c:v>
                </c:pt>
                <c:pt idx="581">
                  <c:v>37706</c:v>
                </c:pt>
                <c:pt idx="582">
                  <c:v>37707</c:v>
                </c:pt>
                <c:pt idx="583">
                  <c:v>37708</c:v>
                </c:pt>
                <c:pt idx="584">
                  <c:v>37711</c:v>
                </c:pt>
                <c:pt idx="585">
                  <c:v>37712</c:v>
                </c:pt>
                <c:pt idx="586">
                  <c:v>37713</c:v>
                </c:pt>
                <c:pt idx="587">
                  <c:v>37714</c:v>
                </c:pt>
                <c:pt idx="588">
                  <c:v>37715</c:v>
                </c:pt>
                <c:pt idx="589">
                  <c:v>37718</c:v>
                </c:pt>
                <c:pt idx="590">
                  <c:v>37719</c:v>
                </c:pt>
                <c:pt idx="591">
                  <c:v>37720</c:v>
                </c:pt>
                <c:pt idx="592">
                  <c:v>37721</c:v>
                </c:pt>
                <c:pt idx="593">
                  <c:v>37722</c:v>
                </c:pt>
                <c:pt idx="594">
                  <c:v>37725</c:v>
                </c:pt>
                <c:pt idx="595">
                  <c:v>37726</c:v>
                </c:pt>
                <c:pt idx="596">
                  <c:v>37727</c:v>
                </c:pt>
                <c:pt idx="597">
                  <c:v>37728</c:v>
                </c:pt>
                <c:pt idx="598">
                  <c:v>37729</c:v>
                </c:pt>
                <c:pt idx="599">
                  <c:v>37732</c:v>
                </c:pt>
                <c:pt idx="600">
                  <c:v>37733</c:v>
                </c:pt>
                <c:pt idx="601">
                  <c:v>37734</c:v>
                </c:pt>
                <c:pt idx="602">
                  <c:v>37735</c:v>
                </c:pt>
                <c:pt idx="603">
                  <c:v>37736</c:v>
                </c:pt>
                <c:pt idx="604">
                  <c:v>37739</c:v>
                </c:pt>
                <c:pt idx="605">
                  <c:v>37740</c:v>
                </c:pt>
                <c:pt idx="606">
                  <c:v>37741</c:v>
                </c:pt>
                <c:pt idx="607">
                  <c:v>37742</c:v>
                </c:pt>
                <c:pt idx="608">
                  <c:v>37743</c:v>
                </c:pt>
                <c:pt idx="609">
                  <c:v>37746</c:v>
                </c:pt>
                <c:pt idx="610">
                  <c:v>37747</c:v>
                </c:pt>
                <c:pt idx="611">
                  <c:v>37748</c:v>
                </c:pt>
                <c:pt idx="612">
                  <c:v>37749</c:v>
                </c:pt>
                <c:pt idx="613">
                  <c:v>37750</c:v>
                </c:pt>
                <c:pt idx="614">
                  <c:v>37753</c:v>
                </c:pt>
                <c:pt idx="615">
                  <c:v>37754</c:v>
                </c:pt>
                <c:pt idx="616">
                  <c:v>37755</c:v>
                </c:pt>
                <c:pt idx="617">
                  <c:v>37756</c:v>
                </c:pt>
                <c:pt idx="618">
                  <c:v>37757</c:v>
                </c:pt>
                <c:pt idx="619">
                  <c:v>37760</c:v>
                </c:pt>
                <c:pt idx="620">
                  <c:v>37761</c:v>
                </c:pt>
                <c:pt idx="621">
                  <c:v>37762</c:v>
                </c:pt>
                <c:pt idx="622">
                  <c:v>37763</c:v>
                </c:pt>
                <c:pt idx="623">
                  <c:v>37764</c:v>
                </c:pt>
                <c:pt idx="624">
                  <c:v>37767</c:v>
                </c:pt>
                <c:pt idx="625">
                  <c:v>37768</c:v>
                </c:pt>
                <c:pt idx="626">
                  <c:v>37769</c:v>
                </c:pt>
                <c:pt idx="627">
                  <c:v>37770</c:v>
                </c:pt>
                <c:pt idx="628">
                  <c:v>37771</c:v>
                </c:pt>
                <c:pt idx="629">
                  <c:v>37774</c:v>
                </c:pt>
                <c:pt idx="630">
                  <c:v>37775</c:v>
                </c:pt>
                <c:pt idx="631">
                  <c:v>37776</c:v>
                </c:pt>
                <c:pt idx="632">
                  <c:v>37777</c:v>
                </c:pt>
                <c:pt idx="633">
                  <c:v>37778</c:v>
                </c:pt>
                <c:pt idx="634">
                  <c:v>37781</c:v>
                </c:pt>
                <c:pt idx="635">
                  <c:v>37782</c:v>
                </c:pt>
                <c:pt idx="636">
                  <c:v>37783</c:v>
                </c:pt>
                <c:pt idx="637">
                  <c:v>37784</c:v>
                </c:pt>
                <c:pt idx="638">
                  <c:v>37785</c:v>
                </c:pt>
                <c:pt idx="639">
                  <c:v>37788</c:v>
                </c:pt>
                <c:pt idx="640">
                  <c:v>37789</c:v>
                </c:pt>
                <c:pt idx="641">
                  <c:v>37790</c:v>
                </c:pt>
                <c:pt idx="642">
                  <c:v>37791</c:v>
                </c:pt>
                <c:pt idx="643">
                  <c:v>37792</c:v>
                </c:pt>
                <c:pt idx="644">
                  <c:v>37795</c:v>
                </c:pt>
                <c:pt idx="645">
                  <c:v>37796</c:v>
                </c:pt>
                <c:pt idx="646">
                  <c:v>37797</c:v>
                </c:pt>
                <c:pt idx="647">
                  <c:v>37798</c:v>
                </c:pt>
                <c:pt idx="648">
                  <c:v>37799</c:v>
                </c:pt>
                <c:pt idx="649">
                  <c:v>37802</c:v>
                </c:pt>
                <c:pt idx="650">
                  <c:v>37803</c:v>
                </c:pt>
                <c:pt idx="651">
                  <c:v>37804</c:v>
                </c:pt>
                <c:pt idx="652">
                  <c:v>37805</c:v>
                </c:pt>
                <c:pt idx="653">
                  <c:v>37806</c:v>
                </c:pt>
                <c:pt idx="654">
                  <c:v>37809</c:v>
                </c:pt>
                <c:pt idx="655">
                  <c:v>37810</c:v>
                </c:pt>
                <c:pt idx="656">
                  <c:v>37811</c:v>
                </c:pt>
                <c:pt idx="657">
                  <c:v>37812</c:v>
                </c:pt>
                <c:pt idx="658">
                  <c:v>37813</c:v>
                </c:pt>
                <c:pt idx="659">
                  <c:v>37816</c:v>
                </c:pt>
                <c:pt idx="660">
                  <c:v>37817</c:v>
                </c:pt>
                <c:pt idx="661">
                  <c:v>37818</c:v>
                </c:pt>
                <c:pt idx="662">
                  <c:v>37819</c:v>
                </c:pt>
                <c:pt idx="663">
                  <c:v>37820</c:v>
                </c:pt>
                <c:pt idx="664">
                  <c:v>37823</c:v>
                </c:pt>
                <c:pt idx="665">
                  <c:v>37824</c:v>
                </c:pt>
                <c:pt idx="666">
                  <c:v>37825</c:v>
                </c:pt>
                <c:pt idx="667">
                  <c:v>37826</c:v>
                </c:pt>
                <c:pt idx="668">
                  <c:v>37827</c:v>
                </c:pt>
                <c:pt idx="669">
                  <c:v>37830</c:v>
                </c:pt>
                <c:pt idx="670">
                  <c:v>37831</c:v>
                </c:pt>
                <c:pt idx="671">
                  <c:v>37832</c:v>
                </c:pt>
                <c:pt idx="672">
                  <c:v>37833</c:v>
                </c:pt>
                <c:pt idx="673">
                  <c:v>37834</c:v>
                </c:pt>
                <c:pt idx="674">
                  <c:v>37837</c:v>
                </c:pt>
                <c:pt idx="675">
                  <c:v>37838</c:v>
                </c:pt>
                <c:pt idx="676">
                  <c:v>37839</c:v>
                </c:pt>
                <c:pt idx="677">
                  <c:v>37840</c:v>
                </c:pt>
                <c:pt idx="678">
                  <c:v>37841</c:v>
                </c:pt>
                <c:pt idx="679">
                  <c:v>37844</c:v>
                </c:pt>
                <c:pt idx="680">
                  <c:v>37845</c:v>
                </c:pt>
                <c:pt idx="681">
                  <c:v>37846</c:v>
                </c:pt>
                <c:pt idx="682">
                  <c:v>37847</c:v>
                </c:pt>
                <c:pt idx="683">
                  <c:v>37848</c:v>
                </c:pt>
                <c:pt idx="684">
                  <c:v>37851</c:v>
                </c:pt>
                <c:pt idx="685">
                  <c:v>37852</c:v>
                </c:pt>
                <c:pt idx="686">
                  <c:v>37853</c:v>
                </c:pt>
                <c:pt idx="687">
                  <c:v>37854</c:v>
                </c:pt>
                <c:pt idx="688">
                  <c:v>37855</c:v>
                </c:pt>
                <c:pt idx="689">
                  <c:v>37858</c:v>
                </c:pt>
                <c:pt idx="690">
                  <c:v>37859</c:v>
                </c:pt>
                <c:pt idx="691">
                  <c:v>37860</c:v>
                </c:pt>
                <c:pt idx="692">
                  <c:v>37861</c:v>
                </c:pt>
                <c:pt idx="693">
                  <c:v>37862</c:v>
                </c:pt>
                <c:pt idx="694">
                  <c:v>37865</c:v>
                </c:pt>
                <c:pt idx="695">
                  <c:v>37866</c:v>
                </c:pt>
                <c:pt idx="696">
                  <c:v>37867</c:v>
                </c:pt>
                <c:pt idx="697">
                  <c:v>37868</c:v>
                </c:pt>
                <c:pt idx="698">
                  <c:v>37869</c:v>
                </c:pt>
                <c:pt idx="699">
                  <c:v>37872</c:v>
                </c:pt>
                <c:pt idx="700">
                  <c:v>37873</c:v>
                </c:pt>
                <c:pt idx="701">
                  <c:v>37874</c:v>
                </c:pt>
                <c:pt idx="702">
                  <c:v>37875</c:v>
                </c:pt>
                <c:pt idx="703">
                  <c:v>37876</c:v>
                </c:pt>
                <c:pt idx="704">
                  <c:v>37879</c:v>
                </c:pt>
                <c:pt idx="705">
                  <c:v>37880</c:v>
                </c:pt>
                <c:pt idx="706">
                  <c:v>37881</c:v>
                </c:pt>
                <c:pt idx="707">
                  <c:v>37882</c:v>
                </c:pt>
                <c:pt idx="708">
                  <c:v>37883</c:v>
                </c:pt>
                <c:pt idx="709">
                  <c:v>37886</c:v>
                </c:pt>
                <c:pt idx="710">
                  <c:v>37887</c:v>
                </c:pt>
                <c:pt idx="711">
                  <c:v>37888</c:v>
                </c:pt>
                <c:pt idx="712">
                  <c:v>37889</c:v>
                </c:pt>
                <c:pt idx="713">
                  <c:v>37890</c:v>
                </c:pt>
                <c:pt idx="714">
                  <c:v>37893</c:v>
                </c:pt>
                <c:pt idx="715">
                  <c:v>37894</c:v>
                </c:pt>
                <c:pt idx="716">
                  <c:v>37895</c:v>
                </c:pt>
                <c:pt idx="717">
                  <c:v>37896</c:v>
                </c:pt>
                <c:pt idx="718">
                  <c:v>37897</c:v>
                </c:pt>
                <c:pt idx="719">
                  <c:v>37900</c:v>
                </c:pt>
                <c:pt idx="720">
                  <c:v>37901</c:v>
                </c:pt>
                <c:pt idx="721">
                  <c:v>37902</c:v>
                </c:pt>
                <c:pt idx="722">
                  <c:v>37903</c:v>
                </c:pt>
                <c:pt idx="723">
                  <c:v>37904</c:v>
                </c:pt>
                <c:pt idx="724">
                  <c:v>37907</c:v>
                </c:pt>
                <c:pt idx="725">
                  <c:v>37908</c:v>
                </c:pt>
                <c:pt idx="726">
                  <c:v>37909</c:v>
                </c:pt>
                <c:pt idx="727">
                  <c:v>37910</c:v>
                </c:pt>
                <c:pt idx="728">
                  <c:v>37911</c:v>
                </c:pt>
                <c:pt idx="729">
                  <c:v>37914</c:v>
                </c:pt>
                <c:pt idx="730">
                  <c:v>37915</c:v>
                </c:pt>
                <c:pt idx="731">
                  <c:v>37916</c:v>
                </c:pt>
                <c:pt idx="732">
                  <c:v>37917</c:v>
                </c:pt>
                <c:pt idx="733">
                  <c:v>37918</c:v>
                </c:pt>
                <c:pt idx="734">
                  <c:v>37921</c:v>
                </c:pt>
                <c:pt idx="735">
                  <c:v>37922</c:v>
                </c:pt>
                <c:pt idx="736">
                  <c:v>37923</c:v>
                </c:pt>
                <c:pt idx="737">
                  <c:v>37924</c:v>
                </c:pt>
                <c:pt idx="738">
                  <c:v>37925</c:v>
                </c:pt>
                <c:pt idx="739">
                  <c:v>37928</c:v>
                </c:pt>
                <c:pt idx="740">
                  <c:v>37929</c:v>
                </c:pt>
                <c:pt idx="741">
                  <c:v>37930</c:v>
                </c:pt>
                <c:pt idx="742">
                  <c:v>37931</c:v>
                </c:pt>
                <c:pt idx="743">
                  <c:v>37932</c:v>
                </c:pt>
                <c:pt idx="744">
                  <c:v>37935</c:v>
                </c:pt>
                <c:pt idx="745">
                  <c:v>37936</c:v>
                </c:pt>
                <c:pt idx="746">
                  <c:v>37937</c:v>
                </c:pt>
                <c:pt idx="747">
                  <c:v>37938</c:v>
                </c:pt>
                <c:pt idx="748">
                  <c:v>37939</c:v>
                </c:pt>
                <c:pt idx="749">
                  <c:v>37942</c:v>
                </c:pt>
                <c:pt idx="750">
                  <c:v>37943</c:v>
                </c:pt>
                <c:pt idx="751">
                  <c:v>37944</c:v>
                </c:pt>
                <c:pt idx="752">
                  <c:v>37945</c:v>
                </c:pt>
                <c:pt idx="753">
                  <c:v>37946</c:v>
                </c:pt>
                <c:pt idx="754">
                  <c:v>37949</c:v>
                </c:pt>
                <c:pt idx="755">
                  <c:v>37950</c:v>
                </c:pt>
                <c:pt idx="756">
                  <c:v>37951</c:v>
                </c:pt>
                <c:pt idx="757">
                  <c:v>37952</c:v>
                </c:pt>
                <c:pt idx="758">
                  <c:v>37953</c:v>
                </c:pt>
                <c:pt idx="759">
                  <c:v>37956</c:v>
                </c:pt>
                <c:pt idx="760">
                  <c:v>37957</c:v>
                </c:pt>
                <c:pt idx="761">
                  <c:v>37958</c:v>
                </c:pt>
                <c:pt idx="762">
                  <c:v>37959</c:v>
                </c:pt>
                <c:pt idx="763">
                  <c:v>37960</c:v>
                </c:pt>
                <c:pt idx="764">
                  <c:v>37963</c:v>
                </c:pt>
                <c:pt idx="765">
                  <c:v>37964</c:v>
                </c:pt>
                <c:pt idx="766">
                  <c:v>37965</c:v>
                </c:pt>
                <c:pt idx="767">
                  <c:v>37966</c:v>
                </c:pt>
                <c:pt idx="768">
                  <c:v>37967</c:v>
                </c:pt>
                <c:pt idx="769">
                  <c:v>37970</c:v>
                </c:pt>
                <c:pt idx="770">
                  <c:v>37971</c:v>
                </c:pt>
                <c:pt idx="771">
                  <c:v>37972</c:v>
                </c:pt>
                <c:pt idx="772">
                  <c:v>37973</c:v>
                </c:pt>
                <c:pt idx="773">
                  <c:v>37974</c:v>
                </c:pt>
                <c:pt idx="774">
                  <c:v>37977</c:v>
                </c:pt>
                <c:pt idx="775">
                  <c:v>37978</c:v>
                </c:pt>
                <c:pt idx="776">
                  <c:v>37979</c:v>
                </c:pt>
                <c:pt idx="777">
                  <c:v>37980</c:v>
                </c:pt>
                <c:pt idx="778">
                  <c:v>37981</c:v>
                </c:pt>
                <c:pt idx="779">
                  <c:v>37984</c:v>
                </c:pt>
                <c:pt idx="780">
                  <c:v>37985</c:v>
                </c:pt>
                <c:pt idx="781">
                  <c:v>37986</c:v>
                </c:pt>
                <c:pt idx="782">
                  <c:v>37987</c:v>
                </c:pt>
                <c:pt idx="783">
                  <c:v>37988</c:v>
                </c:pt>
                <c:pt idx="784">
                  <c:v>37991</c:v>
                </c:pt>
                <c:pt idx="785">
                  <c:v>37992</c:v>
                </c:pt>
                <c:pt idx="786">
                  <c:v>37993</c:v>
                </c:pt>
                <c:pt idx="787">
                  <c:v>37994</c:v>
                </c:pt>
                <c:pt idx="788">
                  <c:v>37995</c:v>
                </c:pt>
                <c:pt idx="789">
                  <c:v>37998</c:v>
                </c:pt>
                <c:pt idx="790">
                  <c:v>37999</c:v>
                </c:pt>
                <c:pt idx="791">
                  <c:v>38000</c:v>
                </c:pt>
                <c:pt idx="792">
                  <c:v>38001</c:v>
                </c:pt>
                <c:pt idx="793">
                  <c:v>38002</c:v>
                </c:pt>
                <c:pt idx="794">
                  <c:v>38005</c:v>
                </c:pt>
                <c:pt idx="795">
                  <c:v>38006</c:v>
                </c:pt>
                <c:pt idx="796">
                  <c:v>38007</c:v>
                </c:pt>
                <c:pt idx="797">
                  <c:v>38008</c:v>
                </c:pt>
                <c:pt idx="798">
                  <c:v>38009</c:v>
                </c:pt>
                <c:pt idx="799">
                  <c:v>38012</c:v>
                </c:pt>
                <c:pt idx="800">
                  <c:v>38013</c:v>
                </c:pt>
                <c:pt idx="801">
                  <c:v>38014</c:v>
                </c:pt>
                <c:pt idx="802">
                  <c:v>38015</c:v>
                </c:pt>
                <c:pt idx="803">
                  <c:v>38016</c:v>
                </c:pt>
                <c:pt idx="804">
                  <c:v>38019</c:v>
                </c:pt>
                <c:pt idx="805">
                  <c:v>38020</c:v>
                </c:pt>
                <c:pt idx="806">
                  <c:v>38021</c:v>
                </c:pt>
                <c:pt idx="807">
                  <c:v>38022</c:v>
                </c:pt>
                <c:pt idx="808">
                  <c:v>38023</c:v>
                </c:pt>
                <c:pt idx="809">
                  <c:v>38026</c:v>
                </c:pt>
                <c:pt idx="810">
                  <c:v>38027</c:v>
                </c:pt>
                <c:pt idx="811">
                  <c:v>38028</c:v>
                </c:pt>
                <c:pt idx="812">
                  <c:v>38029</c:v>
                </c:pt>
                <c:pt idx="813">
                  <c:v>38030</c:v>
                </c:pt>
                <c:pt idx="814">
                  <c:v>38033</c:v>
                </c:pt>
                <c:pt idx="815">
                  <c:v>38034</c:v>
                </c:pt>
                <c:pt idx="816">
                  <c:v>38035</c:v>
                </c:pt>
                <c:pt idx="817">
                  <c:v>38036</c:v>
                </c:pt>
                <c:pt idx="818">
                  <c:v>38037</c:v>
                </c:pt>
                <c:pt idx="819">
                  <c:v>38040</c:v>
                </c:pt>
                <c:pt idx="820">
                  <c:v>38041</c:v>
                </c:pt>
                <c:pt idx="821">
                  <c:v>38042</c:v>
                </c:pt>
                <c:pt idx="822">
                  <c:v>38043</c:v>
                </c:pt>
                <c:pt idx="823">
                  <c:v>38044</c:v>
                </c:pt>
                <c:pt idx="824">
                  <c:v>38047</c:v>
                </c:pt>
                <c:pt idx="825">
                  <c:v>38048</c:v>
                </c:pt>
                <c:pt idx="826">
                  <c:v>38049</c:v>
                </c:pt>
                <c:pt idx="827">
                  <c:v>38050</c:v>
                </c:pt>
                <c:pt idx="828">
                  <c:v>38051</c:v>
                </c:pt>
                <c:pt idx="829">
                  <c:v>38054</c:v>
                </c:pt>
                <c:pt idx="830">
                  <c:v>38055</c:v>
                </c:pt>
                <c:pt idx="831">
                  <c:v>38056</c:v>
                </c:pt>
                <c:pt idx="832">
                  <c:v>38057</c:v>
                </c:pt>
                <c:pt idx="833">
                  <c:v>38058</c:v>
                </c:pt>
                <c:pt idx="834">
                  <c:v>38061</c:v>
                </c:pt>
                <c:pt idx="835">
                  <c:v>38062</c:v>
                </c:pt>
                <c:pt idx="836">
                  <c:v>38063</c:v>
                </c:pt>
                <c:pt idx="837">
                  <c:v>38064</c:v>
                </c:pt>
                <c:pt idx="838">
                  <c:v>38065</c:v>
                </c:pt>
                <c:pt idx="839">
                  <c:v>38068</c:v>
                </c:pt>
                <c:pt idx="840">
                  <c:v>38069</c:v>
                </c:pt>
                <c:pt idx="841">
                  <c:v>38070</c:v>
                </c:pt>
                <c:pt idx="842">
                  <c:v>38071</c:v>
                </c:pt>
                <c:pt idx="843">
                  <c:v>38072</c:v>
                </c:pt>
                <c:pt idx="844">
                  <c:v>38075</c:v>
                </c:pt>
                <c:pt idx="845">
                  <c:v>38076</c:v>
                </c:pt>
                <c:pt idx="846">
                  <c:v>38077</c:v>
                </c:pt>
                <c:pt idx="847">
                  <c:v>38078</c:v>
                </c:pt>
                <c:pt idx="848">
                  <c:v>38079</c:v>
                </c:pt>
                <c:pt idx="849">
                  <c:v>38082</c:v>
                </c:pt>
                <c:pt idx="850">
                  <c:v>38083</c:v>
                </c:pt>
                <c:pt idx="851">
                  <c:v>38084</c:v>
                </c:pt>
                <c:pt idx="852">
                  <c:v>38085</c:v>
                </c:pt>
                <c:pt idx="853">
                  <c:v>38086</c:v>
                </c:pt>
                <c:pt idx="854">
                  <c:v>38089</c:v>
                </c:pt>
                <c:pt idx="855">
                  <c:v>38090</c:v>
                </c:pt>
                <c:pt idx="856">
                  <c:v>38091</c:v>
                </c:pt>
                <c:pt idx="857">
                  <c:v>38092</c:v>
                </c:pt>
                <c:pt idx="858">
                  <c:v>38093</c:v>
                </c:pt>
                <c:pt idx="859">
                  <c:v>38096</c:v>
                </c:pt>
                <c:pt idx="860">
                  <c:v>38097</c:v>
                </c:pt>
                <c:pt idx="861">
                  <c:v>38098</c:v>
                </c:pt>
                <c:pt idx="862">
                  <c:v>38099</c:v>
                </c:pt>
                <c:pt idx="863">
                  <c:v>38100</c:v>
                </c:pt>
                <c:pt idx="864">
                  <c:v>38103</c:v>
                </c:pt>
                <c:pt idx="865">
                  <c:v>38104</c:v>
                </c:pt>
                <c:pt idx="866">
                  <c:v>38105</c:v>
                </c:pt>
                <c:pt idx="867">
                  <c:v>38106</c:v>
                </c:pt>
                <c:pt idx="868">
                  <c:v>38107</c:v>
                </c:pt>
                <c:pt idx="869">
                  <c:v>38110</c:v>
                </c:pt>
                <c:pt idx="870">
                  <c:v>38111</c:v>
                </c:pt>
                <c:pt idx="871">
                  <c:v>38112</c:v>
                </c:pt>
                <c:pt idx="872">
                  <c:v>38113</c:v>
                </c:pt>
                <c:pt idx="873">
                  <c:v>38114</c:v>
                </c:pt>
                <c:pt idx="874">
                  <c:v>38117</c:v>
                </c:pt>
                <c:pt idx="875">
                  <c:v>38118</c:v>
                </c:pt>
                <c:pt idx="876">
                  <c:v>38119</c:v>
                </c:pt>
                <c:pt idx="877">
                  <c:v>38120</c:v>
                </c:pt>
                <c:pt idx="878">
                  <c:v>38121</c:v>
                </c:pt>
                <c:pt idx="879">
                  <c:v>38124</c:v>
                </c:pt>
                <c:pt idx="880">
                  <c:v>38125</c:v>
                </c:pt>
                <c:pt idx="881">
                  <c:v>38126</c:v>
                </c:pt>
                <c:pt idx="882">
                  <c:v>38127</c:v>
                </c:pt>
                <c:pt idx="883">
                  <c:v>38128</c:v>
                </c:pt>
                <c:pt idx="884">
                  <c:v>38131</c:v>
                </c:pt>
                <c:pt idx="885">
                  <c:v>38132</c:v>
                </c:pt>
                <c:pt idx="886">
                  <c:v>38133</c:v>
                </c:pt>
                <c:pt idx="887">
                  <c:v>38134</c:v>
                </c:pt>
                <c:pt idx="888">
                  <c:v>38135</c:v>
                </c:pt>
                <c:pt idx="889">
                  <c:v>38138</c:v>
                </c:pt>
                <c:pt idx="890">
                  <c:v>38139</c:v>
                </c:pt>
                <c:pt idx="891">
                  <c:v>38140</c:v>
                </c:pt>
                <c:pt idx="892">
                  <c:v>38141</c:v>
                </c:pt>
                <c:pt idx="893">
                  <c:v>38142</c:v>
                </c:pt>
                <c:pt idx="894">
                  <c:v>38145</c:v>
                </c:pt>
                <c:pt idx="895">
                  <c:v>38146</c:v>
                </c:pt>
                <c:pt idx="896">
                  <c:v>38147</c:v>
                </c:pt>
                <c:pt idx="897">
                  <c:v>38148</c:v>
                </c:pt>
                <c:pt idx="898">
                  <c:v>38149</c:v>
                </c:pt>
                <c:pt idx="899">
                  <c:v>38152</c:v>
                </c:pt>
                <c:pt idx="900">
                  <c:v>38153</c:v>
                </c:pt>
                <c:pt idx="901">
                  <c:v>38154</c:v>
                </c:pt>
                <c:pt idx="902">
                  <c:v>38155</c:v>
                </c:pt>
                <c:pt idx="903">
                  <c:v>38156</c:v>
                </c:pt>
                <c:pt idx="904">
                  <c:v>38159</c:v>
                </c:pt>
                <c:pt idx="905">
                  <c:v>38160</c:v>
                </c:pt>
                <c:pt idx="906">
                  <c:v>38161</c:v>
                </c:pt>
                <c:pt idx="907">
                  <c:v>38162</c:v>
                </c:pt>
                <c:pt idx="908">
                  <c:v>38163</c:v>
                </c:pt>
                <c:pt idx="909">
                  <c:v>38166</c:v>
                </c:pt>
                <c:pt idx="910">
                  <c:v>38167</c:v>
                </c:pt>
                <c:pt idx="911">
                  <c:v>38168</c:v>
                </c:pt>
                <c:pt idx="912">
                  <c:v>38169</c:v>
                </c:pt>
                <c:pt idx="913">
                  <c:v>38170</c:v>
                </c:pt>
                <c:pt idx="914">
                  <c:v>38173</c:v>
                </c:pt>
                <c:pt idx="915">
                  <c:v>38174</c:v>
                </c:pt>
                <c:pt idx="916">
                  <c:v>38175</c:v>
                </c:pt>
                <c:pt idx="917">
                  <c:v>38176</c:v>
                </c:pt>
                <c:pt idx="918">
                  <c:v>38177</c:v>
                </c:pt>
                <c:pt idx="919">
                  <c:v>38180</c:v>
                </c:pt>
                <c:pt idx="920">
                  <c:v>38181</c:v>
                </c:pt>
                <c:pt idx="921">
                  <c:v>38182</c:v>
                </c:pt>
                <c:pt idx="922">
                  <c:v>38183</c:v>
                </c:pt>
                <c:pt idx="923">
                  <c:v>38184</c:v>
                </c:pt>
                <c:pt idx="924">
                  <c:v>38187</c:v>
                </c:pt>
                <c:pt idx="925">
                  <c:v>38188</c:v>
                </c:pt>
                <c:pt idx="926">
                  <c:v>38189</c:v>
                </c:pt>
                <c:pt idx="927">
                  <c:v>38190</c:v>
                </c:pt>
                <c:pt idx="928">
                  <c:v>38191</c:v>
                </c:pt>
                <c:pt idx="929">
                  <c:v>38194</c:v>
                </c:pt>
                <c:pt idx="930">
                  <c:v>38195</c:v>
                </c:pt>
                <c:pt idx="931">
                  <c:v>38196</c:v>
                </c:pt>
                <c:pt idx="932">
                  <c:v>38197</c:v>
                </c:pt>
                <c:pt idx="933">
                  <c:v>38198</c:v>
                </c:pt>
                <c:pt idx="934">
                  <c:v>38201</c:v>
                </c:pt>
                <c:pt idx="935">
                  <c:v>38202</c:v>
                </c:pt>
                <c:pt idx="936">
                  <c:v>38203</c:v>
                </c:pt>
                <c:pt idx="937">
                  <c:v>38204</c:v>
                </c:pt>
                <c:pt idx="938">
                  <c:v>38205</c:v>
                </c:pt>
                <c:pt idx="939">
                  <c:v>38208</c:v>
                </c:pt>
                <c:pt idx="940">
                  <c:v>38209</c:v>
                </c:pt>
                <c:pt idx="941">
                  <c:v>38210</c:v>
                </c:pt>
                <c:pt idx="942">
                  <c:v>38211</c:v>
                </c:pt>
                <c:pt idx="943">
                  <c:v>38212</c:v>
                </c:pt>
                <c:pt idx="944">
                  <c:v>38215</c:v>
                </c:pt>
                <c:pt idx="945">
                  <c:v>38216</c:v>
                </c:pt>
                <c:pt idx="946">
                  <c:v>38217</c:v>
                </c:pt>
                <c:pt idx="947">
                  <c:v>38218</c:v>
                </c:pt>
                <c:pt idx="948">
                  <c:v>38219</c:v>
                </c:pt>
                <c:pt idx="949">
                  <c:v>38222</c:v>
                </c:pt>
                <c:pt idx="950">
                  <c:v>38223</c:v>
                </c:pt>
                <c:pt idx="951">
                  <c:v>38224</c:v>
                </c:pt>
                <c:pt idx="952">
                  <c:v>38225</c:v>
                </c:pt>
                <c:pt idx="953">
                  <c:v>38226</c:v>
                </c:pt>
                <c:pt idx="954">
                  <c:v>38229</c:v>
                </c:pt>
                <c:pt idx="955">
                  <c:v>38230</c:v>
                </c:pt>
                <c:pt idx="956">
                  <c:v>38231</c:v>
                </c:pt>
                <c:pt idx="957">
                  <c:v>38232</c:v>
                </c:pt>
                <c:pt idx="958">
                  <c:v>38233</c:v>
                </c:pt>
                <c:pt idx="959">
                  <c:v>38236</c:v>
                </c:pt>
                <c:pt idx="960">
                  <c:v>38237</c:v>
                </c:pt>
                <c:pt idx="961">
                  <c:v>38238</c:v>
                </c:pt>
                <c:pt idx="962">
                  <c:v>38239</c:v>
                </c:pt>
                <c:pt idx="963">
                  <c:v>38240</c:v>
                </c:pt>
                <c:pt idx="964">
                  <c:v>38243</c:v>
                </c:pt>
                <c:pt idx="965">
                  <c:v>38244</c:v>
                </c:pt>
                <c:pt idx="966">
                  <c:v>38245</c:v>
                </c:pt>
                <c:pt idx="967">
                  <c:v>38246</c:v>
                </c:pt>
                <c:pt idx="968">
                  <c:v>38247</c:v>
                </c:pt>
                <c:pt idx="969">
                  <c:v>38250</c:v>
                </c:pt>
                <c:pt idx="970">
                  <c:v>38251</c:v>
                </c:pt>
                <c:pt idx="971">
                  <c:v>38252</c:v>
                </c:pt>
                <c:pt idx="972">
                  <c:v>38253</c:v>
                </c:pt>
                <c:pt idx="973">
                  <c:v>38254</c:v>
                </c:pt>
                <c:pt idx="974">
                  <c:v>38257</c:v>
                </c:pt>
                <c:pt idx="975">
                  <c:v>38258</c:v>
                </c:pt>
                <c:pt idx="976">
                  <c:v>38259</c:v>
                </c:pt>
                <c:pt idx="977">
                  <c:v>38260</c:v>
                </c:pt>
                <c:pt idx="978">
                  <c:v>38261</c:v>
                </c:pt>
                <c:pt idx="979">
                  <c:v>38264</c:v>
                </c:pt>
                <c:pt idx="980">
                  <c:v>38265</c:v>
                </c:pt>
                <c:pt idx="981">
                  <c:v>38266</c:v>
                </c:pt>
                <c:pt idx="982">
                  <c:v>38267</c:v>
                </c:pt>
                <c:pt idx="983">
                  <c:v>38268</c:v>
                </c:pt>
                <c:pt idx="984">
                  <c:v>38271</c:v>
                </c:pt>
                <c:pt idx="985">
                  <c:v>38272</c:v>
                </c:pt>
                <c:pt idx="986">
                  <c:v>38273</c:v>
                </c:pt>
                <c:pt idx="987">
                  <c:v>38274</c:v>
                </c:pt>
                <c:pt idx="988">
                  <c:v>38275</c:v>
                </c:pt>
                <c:pt idx="989">
                  <c:v>38278</c:v>
                </c:pt>
                <c:pt idx="990">
                  <c:v>38279</c:v>
                </c:pt>
                <c:pt idx="991">
                  <c:v>38280</c:v>
                </c:pt>
                <c:pt idx="992">
                  <c:v>38281</c:v>
                </c:pt>
                <c:pt idx="993">
                  <c:v>38282</c:v>
                </c:pt>
                <c:pt idx="994">
                  <c:v>38285</c:v>
                </c:pt>
                <c:pt idx="995">
                  <c:v>38286</c:v>
                </c:pt>
                <c:pt idx="996">
                  <c:v>38287</c:v>
                </c:pt>
                <c:pt idx="997">
                  <c:v>38288</c:v>
                </c:pt>
                <c:pt idx="998">
                  <c:v>38289</c:v>
                </c:pt>
                <c:pt idx="999">
                  <c:v>38292</c:v>
                </c:pt>
                <c:pt idx="1000">
                  <c:v>38293</c:v>
                </c:pt>
                <c:pt idx="1001">
                  <c:v>38294</c:v>
                </c:pt>
                <c:pt idx="1002">
                  <c:v>38295</c:v>
                </c:pt>
                <c:pt idx="1003">
                  <c:v>38296</c:v>
                </c:pt>
                <c:pt idx="1004">
                  <c:v>38299</c:v>
                </c:pt>
                <c:pt idx="1005">
                  <c:v>38300</c:v>
                </c:pt>
                <c:pt idx="1006">
                  <c:v>38301</c:v>
                </c:pt>
                <c:pt idx="1007">
                  <c:v>38302</c:v>
                </c:pt>
                <c:pt idx="1008">
                  <c:v>38303</c:v>
                </c:pt>
                <c:pt idx="1009">
                  <c:v>38306</c:v>
                </c:pt>
                <c:pt idx="1010">
                  <c:v>38307</c:v>
                </c:pt>
                <c:pt idx="1011">
                  <c:v>38308</c:v>
                </c:pt>
                <c:pt idx="1012">
                  <c:v>38309</c:v>
                </c:pt>
                <c:pt idx="1013">
                  <c:v>38310</c:v>
                </c:pt>
                <c:pt idx="1014">
                  <c:v>38313</c:v>
                </c:pt>
                <c:pt idx="1015">
                  <c:v>38314</c:v>
                </c:pt>
                <c:pt idx="1016">
                  <c:v>38315</c:v>
                </c:pt>
                <c:pt idx="1017">
                  <c:v>38316</c:v>
                </c:pt>
                <c:pt idx="1018">
                  <c:v>38317</c:v>
                </c:pt>
                <c:pt idx="1019">
                  <c:v>38320</c:v>
                </c:pt>
                <c:pt idx="1020">
                  <c:v>38321</c:v>
                </c:pt>
                <c:pt idx="1021">
                  <c:v>38322</c:v>
                </c:pt>
                <c:pt idx="1022">
                  <c:v>38323</c:v>
                </c:pt>
                <c:pt idx="1023">
                  <c:v>38324</c:v>
                </c:pt>
                <c:pt idx="1024">
                  <c:v>38327</c:v>
                </c:pt>
                <c:pt idx="1025">
                  <c:v>38328</c:v>
                </c:pt>
                <c:pt idx="1026">
                  <c:v>38329</c:v>
                </c:pt>
                <c:pt idx="1027">
                  <c:v>38330</c:v>
                </c:pt>
                <c:pt idx="1028">
                  <c:v>38331</c:v>
                </c:pt>
                <c:pt idx="1029">
                  <c:v>38334</c:v>
                </c:pt>
                <c:pt idx="1030">
                  <c:v>38335</c:v>
                </c:pt>
                <c:pt idx="1031">
                  <c:v>38336</c:v>
                </c:pt>
                <c:pt idx="1032">
                  <c:v>38337</c:v>
                </c:pt>
                <c:pt idx="1033">
                  <c:v>38338</c:v>
                </c:pt>
                <c:pt idx="1034">
                  <c:v>38341</c:v>
                </c:pt>
                <c:pt idx="1035">
                  <c:v>38342</c:v>
                </c:pt>
                <c:pt idx="1036">
                  <c:v>38343</c:v>
                </c:pt>
                <c:pt idx="1037">
                  <c:v>38344</c:v>
                </c:pt>
                <c:pt idx="1038">
                  <c:v>38345</c:v>
                </c:pt>
                <c:pt idx="1039">
                  <c:v>38348</c:v>
                </c:pt>
                <c:pt idx="1040">
                  <c:v>38349</c:v>
                </c:pt>
                <c:pt idx="1041">
                  <c:v>38350</c:v>
                </c:pt>
                <c:pt idx="1042">
                  <c:v>38351</c:v>
                </c:pt>
                <c:pt idx="1043">
                  <c:v>38352</c:v>
                </c:pt>
                <c:pt idx="1044">
                  <c:v>38355</c:v>
                </c:pt>
                <c:pt idx="1045">
                  <c:v>38356</c:v>
                </c:pt>
                <c:pt idx="1046">
                  <c:v>38357</c:v>
                </c:pt>
                <c:pt idx="1047">
                  <c:v>38358</c:v>
                </c:pt>
                <c:pt idx="1048">
                  <c:v>38359</c:v>
                </c:pt>
                <c:pt idx="1049">
                  <c:v>38362</c:v>
                </c:pt>
                <c:pt idx="1050">
                  <c:v>38363</c:v>
                </c:pt>
                <c:pt idx="1051">
                  <c:v>38364</c:v>
                </c:pt>
                <c:pt idx="1052">
                  <c:v>38365</c:v>
                </c:pt>
                <c:pt idx="1053">
                  <c:v>38366</c:v>
                </c:pt>
                <c:pt idx="1054">
                  <c:v>38369</c:v>
                </c:pt>
                <c:pt idx="1055">
                  <c:v>38370</c:v>
                </c:pt>
                <c:pt idx="1056">
                  <c:v>38371</c:v>
                </c:pt>
                <c:pt idx="1057">
                  <c:v>38372</c:v>
                </c:pt>
                <c:pt idx="1058">
                  <c:v>38373</c:v>
                </c:pt>
                <c:pt idx="1059">
                  <c:v>38376</c:v>
                </c:pt>
                <c:pt idx="1060">
                  <c:v>38377</c:v>
                </c:pt>
                <c:pt idx="1061">
                  <c:v>38378</c:v>
                </c:pt>
                <c:pt idx="1062">
                  <c:v>38379</c:v>
                </c:pt>
                <c:pt idx="1063">
                  <c:v>38380</c:v>
                </c:pt>
                <c:pt idx="1064">
                  <c:v>38383</c:v>
                </c:pt>
                <c:pt idx="1065">
                  <c:v>38384</c:v>
                </c:pt>
                <c:pt idx="1066">
                  <c:v>38385</c:v>
                </c:pt>
                <c:pt idx="1067">
                  <c:v>38386</c:v>
                </c:pt>
                <c:pt idx="1068">
                  <c:v>38387</c:v>
                </c:pt>
                <c:pt idx="1069">
                  <c:v>38390</c:v>
                </c:pt>
                <c:pt idx="1070">
                  <c:v>38391</c:v>
                </c:pt>
                <c:pt idx="1071">
                  <c:v>38392</c:v>
                </c:pt>
                <c:pt idx="1072">
                  <c:v>38393</c:v>
                </c:pt>
                <c:pt idx="1073">
                  <c:v>38394</c:v>
                </c:pt>
                <c:pt idx="1074">
                  <c:v>38397</c:v>
                </c:pt>
                <c:pt idx="1075">
                  <c:v>38398</c:v>
                </c:pt>
                <c:pt idx="1076">
                  <c:v>38399</c:v>
                </c:pt>
                <c:pt idx="1077">
                  <c:v>38400</c:v>
                </c:pt>
                <c:pt idx="1078">
                  <c:v>38401</c:v>
                </c:pt>
                <c:pt idx="1079">
                  <c:v>38404</c:v>
                </c:pt>
                <c:pt idx="1080">
                  <c:v>38405</c:v>
                </c:pt>
                <c:pt idx="1081">
                  <c:v>38406</c:v>
                </c:pt>
                <c:pt idx="1082">
                  <c:v>38407</c:v>
                </c:pt>
                <c:pt idx="1083">
                  <c:v>38408</c:v>
                </c:pt>
                <c:pt idx="1084">
                  <c:v>38411</c:v>
                </c:pt>
                <c:pt idx="1085">
                  <c:v>38412</c:v>
                </c:pt>
                <c:pt idx="1086">
                  <c:v>38413</c:v>
                </c:pt>
                <c:pt idx="1087">
                  <c:v>38414</c:v>
                </c:pt>
                <c:pt idx="1088">
                  <c:v>38415</c:v>
                </c:pt>
                <c:pt idx="1089">
                  <c:v>38418</c:v>
                </c:pt>
                <c:pt idx="1090">
                  <c:v>38419</c:v>
                </c:pt>
                <c:pt idx="1091">
                  <c:v>38420</c:v>
                </c:pt>
                <c:pt idx="1092">
                  <c:v>38421</c:v>
                </c:pt>
                <c:pt idx="1093">
                  <c:v>38422</c:v>
                </c:pt>
                <c:pt idx="1094">
                  <c:v>38425</c:v>
                </c:pt>
                <c:pt idx="1095">
                  <c:v>38426</c:v>
                </c:pt>
                <c:pt idx="1096">
                  <c:v>38427</c:v>
                </c:pt>
                <c:pt idx="1097">
                  <c:v>38428</c:v>
                </c:pt>
                <c:pt idx="1098">
                  <c:v>38429</c:v>
                </c:pt>
                <c:pt idx="1099">
                  <c:v>38432</c:v>
                </c:pt>
                <c:pt idx="1100">
                  <c:v>38433</c:v>
                </c:pt>
                <c:pt idx="1101">
                  <c:v>38434</c:v>
                </c:pt>
                <c:pt idx="1102">
                  <c:v>38435</c:v>
                </c:pt>
                <c:pt idx="1103">
                  <c:v>38436</c:v>
                </c:pt>
                <c:pt idx="1104">
                  <c:v>38439</c:v>
                </c:pt>
                <c:pt idx="1105">
                  <c:v>38440</c:v>
                </c:pt>
                <c:pt idx="1106">
                  <c:v>38441</c:v>
                </c:pt>
                <c:pt idx="1107">
                  <c:v>38442</c:v>
                </c:pt>
                <c:pt idx="1108">
                  <c:v>38443</c:v>
                </c:pt>
                <c:pt idx="1109">
                  <c:v>38446</c:v>
                </c:pt>
                <c:pt idx="1110">
                  <c:v>38447</c:v>
                </c:pt>
                <c:pt idx="1111">
                  <c:v>38448</c:v>
                </c:pt>
                <c:pt idx="1112">
                  <c:v>38449</c:v>
                </c:pt>
                <c:pt idx="1113">
                  <c:v>38450</c:v>
                </c:pt>
                <c:pt idx="1114">
                  <c:v>38453</c:v>
                </c:pt>
                <c:pt idx="1115">
                  <c:v>38454</c:v>
                </c:pt>
                <c:pt idx="1116">
                  <c:v>38455</c:v>
                </c:pt>
                <c:pt idx="1117">
                  <c:v>38456</c:v>
                </c:pt>
                <c:pt idx="1118">
                  <c:v>38457</c:v>
                </c:pt>
                <c:pt idx="1119">
                  <c:v>38460</c:v>
                </c:pt>
                <c:pt idx="1120">
                  <c:v>38461</c:v>
                </c:pt>
                <c:pt idx="1121">
                  <c:v>38462</c:v>
                </c:pt>
                <c:pt idx="1122">
                  <c:v>38463</c:v>
                </c:pt>
                <c:pt idx="1123">
                  <c:v>38464</c:v>
                </c:pt>
                <c:pt idx="1124">
                  <c:v>38467</c:v>
                </c:pt>
                <c:pt idx="1125">
                  <c:v>38468</c:v>
                </c:pt>
                <c:pt idx="1126">
                  <c:v>38469</c:v>
                </c:pt>
                <c:pt idx="1127">
                  <c:v>38470</c:v>
                </c:pt>
                <c:pt idx="1128">
                  <c:v>38471</c:v>
                </c:pt>
                <c:pt idx="1129">
                  <c:v>38474</c:v>
                </c:pt>
                <c:pt idx="1130">
                  <c:v>38475</c:v>
                </c:pt>
                <c:pt idx="1131">
                  <c:v>38476</c:v>
                </c:pt>
                <c:pt idx="1132">
                  <c:v>38477</c:v>
                </c:pt>
                <c:pt idx="1133">
                  <c:v>38478</c:v>
                </c:pt>
                <c:pt idx="1134">
                  <c:v>38481</c:v>
                </c:pt>
                <c:pt idx="1135">
                  <c:v>38482</c:v>
                </c:pt>
                <c:pt idx="1136">
                  <c:v>38483</c:v>
                </c:pt>
                <c:pt idx="1137">
                  <c:v>38484</c:v>
                </c:pt>
                <c:pt idx="1138">
                  <c:v>38485</c:v>
                </c:pt>
                <c:pt idx="1139">
                  <c:v>38488</c:v>
                </c:pt>
                <c:pt idx="1140">
                  <c:v>38489</c:v>
                </c:pt>
                <c:pt idx="1141">
                  <c:v>38490</c:v>
                </c:pt>
                <c:pt idx="1142">
                  <c:v>38491</c:v>
                </c:pt>
                <c:pt idx="1143">
                  <c:v>38492</c:v>
                </c:pt>
                <c:pt idx="1144">
                  <c:v>38495</c:v>
                </c:pt>
                <c:pt idx="1145">
                  <c:v>38496</c:v>
                </c:pt>
                <c:pt idx="1146">
                  <c:v>38497</c:v>
                </c:pt>
                <c:pt idx="1147">
                  <c:v>38498</c:v>
                </c:pt>
                <c:pt idx="1148">
                  <c:v>38499</c:v>
                </c:pt>
                <c:pt idx="1149">
                  <c:v>38502</c:v>
                </c:pt>
                <c:pt idx="1150">
                  <c:v>38503</c:v>
                </c:pt>
                <c:pt idx="1151">
                  <c:v>38504</c:v>
                </c:pt>
                <c:pt idx="1152">
                  <c:v>38505</c:v>
                </c:pt>
                <c:pt idx="1153">
                  <c:v>38506</c:v>
                </c:pt>
                <c:pt idx="1154">
                  <c:v>38509</c:v>
                </c:pt>
                <c:pt idx="1155">
                  <c:v>38510</c:v>
                </c:pt>
                <c:pt idx="1156">
                  <c:v>38511</c:v>
                </c:pt>
                <c:pt idx="1157">
                  <c:v>38512</c:v>
                </c:pt>
                <c:pt idx="1158">
                  <c:v>38513</c:v>
                </c:pt>
                <c:pt idx="1159">
                  <c:v>38516</c:v>
                </c:pt>
                <c:pt idx="1160">
                  <c:v>38517</c:v>
                </c:pt>
                <c:pt idx="1161">
                  <c:v>38518</c:v>
                </c:pt>
                <c:pt idx="1162">
                  <c:v>38519</c:v>
                </c:pt>
                <c:pt idx="1163">
                  <c:v>38520</c:v>
                </c:pt>
                <c:pt idx="1164">
                  <c:v>38523</c:v>
                </c:pt>
                <c:pt idx="1165">
                  <c:v>38524</c:v>
                </c:pt>
                <c:pt idx="1166">
                  <c:v>38525</c:v>
                </c:pt>
                <c:pt idx="1167">
                  <c:v>38526</c:v>
                </c:pt>
                <c:pt idx="1168">
                  <c:v>38527</c:v>
                </c:pt>
                <c:pt idx="1169">
                  <c:v>38530</c:v>
                </c:pt>
                <c:pt idx="1170">
                  <c:v>38531</c:v>
                </c:pt>
                <c:pt idx="1171">
                  <c:v>38532</c:v>
                </c:pt>
                <c:pt idx="1172">
                  <c:v>38533</c:v>
                </c:pt>
                <c:pt idx="1173">
                  <c:v>38534</c:v>
                </c:pt>
                <c:pt idx="1174">
                  <c:v>38537</c:v>
                </c:pt>
                <c:pt idx="1175">
                  <c:v>38538</c:v>
                </c:pt>
                <c:pt idx="1176">
                  <c:v>38539</c:v>
                </c:pt>
                <c:pt idx="1177">
                  <c:v>38540</c:v>
                </c:pt>
                <c:pt idx="1178">
                  <c:v>38541</c:v>
                </c:pt>
                <c:pt idx="1179">
                  <c:v>38544</c:v>
                </c:pt>
                <c:pt idx="1180">
                  <c:v>38545</c:v>
                </c:pt>
                <c:pt idx="1181">
                  <c:v>38546</c:v>
                </c:pt>
                <c:pt idx="1182">
                  <c:v>38547</c:v>
                </c:pt>
                <c:pt idx="1183">
                  <c:v>38548</c:v>
                </c:pt>
                <c:pt idx="1184">
                  <c:v>38551</c:v>
                </c:pt>
                <c:pt idx="1185">
                  <c:v>38552</c:v>
                </c:pt>
                <c:pt idx="1186">
                  <c:v>38553</c:v>
                </c:pt>
                <c:pt idx="1187">
                  <c:v>38554</c:v>
                </c:pt>
                <c:pt idx="1188">
                  <c:v>38555</c:v>
                </c:pt>
                <c:pt idx="1189">
                  <c:v>38558</c:v>
                </c:pt>
                <c:pt idx="1190">
                  <c:v>38559</c:v>
                </c:pt>
                <c:pt idx="1191">
                  <c:v>38560</c:v>
                </c:pt>
                <c:pt idx="1192">
                  <c:v>38561</c:v>
                </c:pt>
                <c:pt idx="1193">
                  <c:v>38562</c:v>
                </c:pt>
                <c:pt idx="1194">
                  <c:v>38565</c:v>
                </c:pt>
                <c:pt idx="1195">
                  <c:v>38566</c:v>
                </c:pt>
                <c:pt idx="1196">
                  <c:v>38567</c:v>
                </c:pt>
                <c:pt idx="1197">
                  <c:v>38568</c:v>
                </c:pt>
                <c:pt idx="1198">
                  <c:v>38569</c:v>
                </c:pt>
                <c:pt idx="1199">
                  <c:v>38572</c:v>
                </c:pt>
                <c:pt idx="1200">
                  <c:v>38573</c:v>
                </c:pt>
                <c:pt idx="1201">
                  <c:v>38574</c:v>
                </c:pt>
                <c:pt idx="1202">
                  <c:v>38575</c:v>
                </c:pt>
                <c:pt idx="1203">
                  <c:v>38576</c:v>
                </c:pt>
                <c:pt idx="1204">
                  <c:v>38579</c:v>
                </c:pt>
                <c:pt idx="1205">
                  <c:v>38580</c:v>
                </c:pt>
                <c:pt idx="1206">
                  <c:v>38581</c:v>
                </c:pt>
                <c:pt idx="1207">
                  <c:v>38582</c:v>
                </c:pt>
                <c:pt idx="1208">
                  <c:v>38583</c:v>
                </c:pt>
                <c:pt idx="1209">
                  <c:v>38586</c:v>
                </c:pt>
                <c:pt idx="1210">
                  <c:v>38587</c:v>
                </c:pt>
                <c:pt idx="1211">
                  <c:v>38588</c:v>
                </c:pt>
                <c:pt idx="1212">
                  <c:v>38589</c:v>
                </c:pt>
                <c:pt idx="1213">
                  <c:v>38590</c:v>
                </c:pt>
                <c:pt idx="1214">
                  <c:v>38593</c:v>
                </c:pt>
                <c:pt idx="1215">
                  <c:v>38594</c:v>
                </c:pt>
                <c:pt idx="1216">
                  <c:v>38595</c:v>
                </c:pt>
                <c:pt idx="1217">
                  <c:v>38596</c:v>
                </c:pt>
                <c:pt idx="1218">
                  <c:v>38597</c:v>
                </c:pt>
                <c:pt idx="1219">
                  <c:v>38600</c:v>
                </c:pt>
                <c:pt idx="1220">
                  <c:v>38601</c:v>
                </c:pt>
                <c:pt idx="1221">
                  <c:v>38602</c:v>
                </c:pt>
                <c:pt idx="1222">
                  <c:v>38603</c:v>
                </c:pt>
                <c:pt idx="1223">
                  <c:v>38604</c:v>
                </c:pt>
                <c:pt idx="1224">
                  <c:v>38607</c:v>
                </c:pt>
                <c:pt idx="1225">
                  <c:v>38608</c:v>
                </c:pt>
                <c:pt idx="1226">
                  <c:v>38609</c:v>
                </c:pt>
                <c:pt idx="1227">
                  <c:v>38610</c:v>
                </c:pt>
                <c:pt idx="1228">
                  <c:v>38611</c:v>
                </c:pt>
                <c:pt idx="1229">
                  <c:v>38614</c:v>
                </c:pt>
                <c:pt idx="1230">
                  <c:v>38615</c:v>
                </c:pt>
                <c:pt idx="1231">
                  <c:v>38616</c:v>
                </c:pt>
                <c:pt idx="1232">
                  <c:v>38617</c:v>
                </c:pt>
                <c:pt idx="1233">
                  <c:v>38618</c:v>
                </c:pt>
                <c:pt idx="1234">
                  <c:v>38621</c:v>
                </c:pt>
                <c:pt idx="1235">
                  <c:v>38622</c:v>
                </c:pt>
                <c:pt idx="1236">
                  <c:v>38623</c:v>
                </c:pt>
                <c:pt idx="1237">
                  <c:v>38624</c:v>
                </c:pt>
                <c:pt idx="1238">
                  <c:v>38625</c:v>
                </c:pt>
                <c:pt idx="1239">
                  <c:v>38628</c:v>
                </c:pt>
                <c:pt idx="1240">
                  <c:v>38629</c:v>
                </c:pt>
                <c:pt idx="1241">
                  <c:v>38630</c:v>
                </c:pt>
                <c:pt idx="1242">
                  <c:v>38631</c:v>
                </c:pt>
                <c:pt idx="1243">
                  <c:v>38632</c:v>
                </c:pt>
                <c:pt idx="1244">
                  <c:v>38635</c:v>
                </c:pt>
                <c:pt idx="1245">
                  <c:v>38636</c:v>
                </c:pt>
                <c:pt idx="1246">
                  <c:v>38637</c:v>
                </c:pt>
                <c:pt idx="1247">
                  <c:v>38638</c:v>
                </c:pt>
                <c:pt idx="1248">
                  <c:v>38639</c:v>
                </c:pt>
                <c:pt idx="1249">
                  <c:v>38642</c:v>
                </c:pt>
                <c:pt idx="1250">
                  <c:v>38643</c:v>
                </c:pt>
                <c:pt idx="1251">
                  <c:v>38644</c:v>
                </c:pt>
                <c:pt idx="1252">
                  <c:v>38645</c:v>
                </c:pt>
                <c:pt idx="1253">
                  <c:v>38646</c:v>
                </c:pt>
                <c:pt idx="1254">
                  <c:v>38649</c:v>
                </c:pt>
                <c:pt idx="1255">
                  <c:v>38650</c:v>
                </c:pt>
                <c:pt idx="1256">
                  <c:v>38651</c:v>
                </c:pt>
                <c:pt idx="1257">
                  <c:v>38652</c:v>
                </c:pt>
                <c:pt idx="1258">
                  <c:v>38653</c:v>
                </c:pt>
                <c:pt idx="1259">
                  <c:v>38656</c:v>
                </c:pt>
                <c:pt idx="1260">
                  <c:v>38657</c:v>
                </c:pt>
                <c:pt idx="1261">
                  <c:v>38658</c:v>
                </c:pt>
                <c:pt idx="1262">
                  <c:v>38659</c:v>
                </c:pt>
                <c:pt idx="1263">
                  <c:v>38660</c:v>
                </c:pt>
                <c:pt idx="1264">
                  <c:v>38663</c:v>
                </c:pt>
                <c:pt idx="1265">
                  <c:v>38664</c:v>
                </c:pt>
                <c:pt idx="1266">
                  <c:v>38665</c:v>
                </c:pt>
                <c:pt idx="1267">
                  <c:v>38666</c:v>
                </c:pt>
                <c:pt idx="1268">
                  <c:v>38667</c:v>
                </c:pt>
                <c:pt idx="1269">
                  <c:v>38670</c:v>
                </c:pt>
                <c:pt idx="1270">
                  <c:v>38671</c:v>
                </c:pt>
                <c:pt idx="1271">
                  <c:v>38672</c:v>
                </c:pt>
                <c:pt idx="1272">
                  <c:v>38673</c:v>
                </c:pt>
                <c:pt idx="1273">
                  <c:v>38674</c:v>
                </c:pt>
                <c:pt idx="1274">
                  <c:v>38677</c:v>
                </c:pt>
                <c:pt idx="1275">
                  <c:v>38678</c:v>
                </c:pt>
                <c:pt idx="1276">
                  <c:v>38679</c:v>
                </c:pt>
                <c:pt idx="1277">
                  <c:v>38680</c:v>
                </c:pt>
                <c:pt idx="1278">
                  <c:v>38681</c:v>
                </c:pt>
                <c:pt idx="1279">
                  <c:v>38684</c:v>
                </c:pt>
                <c:pt idx="1280">
                  <c:v>38685</c:v>
                </c:pt>
                <c:pt idx="1281">
                  <c:v>38686</c:v>
                </c:pt>
                <c:pt idx="1282">
                  <c:v>38687</c:v>
                </c:pt>
                <c:pt idx="1283">
                  <c:v>38688</c:v>
                </c:pt>
                <c:pt idx="1284">
                  <c:v>38691</c:v>
                </c:pt>
                <c:pt idx="1285">
                  <c:v>38692</c:v>
                </c:pt>
                <c:pt idx="1286">
                  <c:v>38693</c:v>
                </c:pt>
                <c:pt idx="1287">
                  <c:v>38694</c:v>
                </c:pt>
                <c:pt idx="1288">
                  <c:v>38695</c:v>
                </c:pt>
                <c:pt idx="1289">
                  <c:v>38698</c:v>
                </c:pt>
                <c:pt idx="1290">
                  <c:v>38699</c:v>
                </c:pt>
                <c:pt idx="1291">
                  <c:v>38700</c:v>
                </c:pt>
                <c:pt idx="1292">
                  <c:v>38701</c:v>
                </c:pt>
                <c:pt idx="1293">
                  <c:v>38702</c:v>
                </c:pt>
                <c:pt idx="1294">
                  <c:v>38705</c:v>
                </c:pt>
                <c:pt idx="1295">
                  <c:v>38706</c:v>
                </c:pt>
                <c:pt idx="1296">
                  <c:v>38707</c:v>
                </c:pt>
                <c:pt idx="1297">
                  <c:v>38708</c:v>
                </c:pt>
                <c:pt idx="1298">
                  <c:v>38709</c:v>
                </c:pt>
                <c:pt idx="1299">
                  <c:v>38712</c:v>
                </c:pt>
                <c:pt idx="1300">
                  <c:v>38713</c:v>
                </c:pt>
                <c:pt idx="1301">
                  <c:v>38714</c:v>
                </c:pt>
                <c:pt idx="1302">
                  <c:v>38715</c:v>
                </c:pt>
                <c:pt idx="1303">
                  <c:v>38716</c:v>
                </c:pt>
                <c:pt idx="1304">
                  <c:v>38719</c:v>
                </c:pt>
                <c:pt idx="1305">
                  <c:v>38720</c:v>
                </c:pt>
                <c:pt idx="1306">
                  <c:v>38721</c:v>
                </c:pt>
                <c:pt idx="1307">
                  <c:v>38722</c:v>
                </c:pt>
                <c:pt idx="1308">
                  <c:v>38723</c:v>
                </c:pt>
                <c:pt idx="1309">
                  <c:v>38726</c:v>
                </c:pt>
                <c:pt idx="1310">
                  <c:v>38727</c:v>
                </c:pt>
                <c:pt idx="1311">
                  <c:v>38728</c:v>
                </c:pt>
                <c:pt idx="1312">
                  <c:v>38729</c:v>
                </c:pt>
                <c:pt idx="1313">
                  <c:v>38730</c:v>
                </c:pt>
                <c:pt idx="1314">
                  <c:v>38733</c:v>
                </c:pt>
                <c:pt idx="1315">
                  <c:v>38734</c:v>
                </c:pt>
                <c:pt idx="1316">
                  <c:v>38735</c:v>
                </c:pt>
                <c:pt idx="1317">
                  <c:v>38736</c:v>
                </c:pt>
                <c:pt idx="1318">
                  <c:v>38737</c:v>
                </c:pt>
                <c:pt idx="1319">
                  <c:v>38740</c:v>
                </c:pt>
                <c:pt idx="1320">
                  <c:v>38741</c:v>
                </c:pt>
                <c:pt idx="1321">
                  <c:v>38742</c:v>
                </c:pt>
                <c:pt idx="1322">
                  <c:v>38743</c:v>
                </c:pt>
                <c:pt idx="1323">
                  <c:v>38744</c:v>
                </c:pt>
                <c:pt idx="1324">
                  <c:v>38747</c:v>
                </c:pt>
                <c:pt idx="1325">
                  <c:v>38748</c:v>
                </c:pt>
                <c:pt idx="1326">
                  <c:v>38749</c:v>
                </c:pt>
                <c:pt idx="1327">
                  <c:v>38750</c:v>
                </c:pt>
                <c:pt idx="1328">
                  <c:v>38751</c:v>
                </c:pt>
                <c:pt idx="1329">
                  <c:v>38754</c:v>
                </c:pt>
                <c:pt idx="1330">
                  <c:v>38755</c:v>
                </c:pt>
                <c:pt idx="1331">
                  <c:v>38756</c:v>
                </c:pt>
                <c:pt idx="1332">
                  <c:v>38757</c:v>
                </c:pt>
                <c:pt idx="1333">
                  <c:v>38758</c:v>
                </c:pt>
                <c:pt idx="1334">
                  <c:v>38761</c:v>
                </c:pt>
                <c:pt idx="1335">
                  <c:v>38762</c:v>
                </c:pt>
                <c:pt idx="1336">
                  <c:v>38763</c:v>
                </c:pt>
                <c:pt idx="1337">
                  <c:v>38764</c:v>
                </c:pt>
                <c:pt idx="1338">
                  <c:v>38765</c:v>
                </c:pt>
                <c:pt idx="1339">
                  <c:v>38768</c:v>
                </c:pt>
                <c:pt idx="1340">
                  <c:v>38769</c:v>
                </c:pt>
                <c:pt idx="1341">
                  <c:v>38770</c:v>
                </c:pt>
                <c:pt idx="1342">
                  <c:v>38771</c:v>
                </c:pt>
                <c:pt idx="1343">
                  <c:v>38772</c:v>
                </c:pt>
                <c:pt idx="1344">
                  <c:v>38775</c:v>
                </c:pt>
                <c:pt idx="1345">
                  <c:v>38776</c:v>
                </c:pt>
                <c:pt idx="1346">
                  <c:v>38777</c:v>
                </c:pt>
                <c:pt idx="1347">
                  <c:v>38778</c:v>
                </c:pt>
                <c:pt idx="1348">
                  <c:v>38779</c:v>
                </c:pt>
                <c:pt idx="1349">
                  <c:v>38782</c:v>
                </c:pt>
                <c:pt idx="1350">
                  <c:v>38783</c:v>
                </c:pt>
                <c:pt idx="1351">
                  <c:v>38784</c:v>
                </c:pt>
                <c:pt idx="1352">
                  <c:v>38785</c:v>
                </c:pt>
                <c:pt idx="1353">
                  <c:v>38786</c:v>
                </c:pt>
                <c:pt idx="1354">
                  <c:v>38789</c:v>
                </c:pt>
                <c:pt idx="1355">
                  <c:v>38790</c:v>
                </c:pt>
                <c:pt idx="1356">
                  <c:v>38791</c:v>
                </c:pt>
                <c:pt idx="1357">
                  <c:v>38792</c:v>
                </c:pt>
                <c:pt idx="1358">
                  <c:v>38793</c:v>
                </c:pt>
                <c:pt idx="1359">
                  <c:v>38796</c:v>
                </c:pt>
                <c:pt idx="1360">
                  <c:v>38797</c:v>
                </c:pt>
                <c:pt idx="1361">
                  <c:v>38798</c:v>
                </c:pt>
                <c:pt idx="1362">
                  <c:v>38799</c:v>
                </c:pt>
                <c:pt idx="1363">
                  <c:v>38800</c:v>
                </c:pt>
                <c:pt idx="1364">
                  <c:v>38803</c:v>
                </c:pt>
                <c:pt idx="1365">
                  <c:v>38804</c:v>
                </c:pt>
                <c:pt idx="1366">
                  <c:v>38805</c:v>
                </c:pt>
                <c:pt idx="1367">
                  <c:v>38806</c:v>
                </c:pt>
                <c:pt idx="1368">
                  <c:v>38807</c:v>
                </c:pt>
                <c:pt idx="1369">
                  <c:v>38810</c:v>
                </c:pt>
                <c:pt idx="1370">
                  <c:v>38811</c:v>
                </c:pt>
                <c:pt idx="1371">
                  <c:v>38812</c:v>
                </c:pt>
                <c:pt idx="1372">
                  <c:v>38813</c:v>
                </c:pt>
                <c:pt idx="1373">
                  <c:v>38814</c:v>
                </c:pt>
                <c:pt idx="1374">
                  <c:v>38817</c:v>
                </c:pt>
                <c:pt idx="1375">
                  <c:v>38818</c:v>
                </c:pt>
                <c:pt idx="1376">
                  <c:v>38819</c:v>
                </c:pt>
                <c:pt idx="1377">
                  <c:v>38820</c:v>
                </c:pt>
                <c:pt idx="1378">
                  <c:v>38821</c:v>
                </c:pt>
                <c:pt idx="1379">
                  <c:v>38824</c:v>
                </c:pt>
                <c:pt idx="1380">
                  <c:v>38825</c:v>
                </c:pt>
                <c:pt idx="1381">
                  <c:v>38826</c:v>
                </c:pt>
                <c:pt idx="1382">
                  <c:v>38827</c:v>
                </c:pt>
                <c:pt idx="1383">
                  <c:v>38828</c:v>
                </c:pt>
                <c:pt idx="1384">
                  <c:v>38831</c:v>
                </c:pt>
                <c:pt idx="1385">
                  <c:v>38832</c:v>
                </c:pt>
                <c:pt idx="1386">
                  <c:v>38833</c:v>
                </c:pt>
                <c:pt idx="1387">
                  <c:v>38834</c:v>
                </c:pt>
                <c:pt idx="1388">
                  <c:v>38835</c:v>
                </c:pt>
                <c:pt idx="1389">
                  <c:v>38838</c:v>
                </c:pt>
                <c:pt idx="1390">
                  <c:v>38839</c:v>
                </c:pt>
                <c:pt idx="1391">
                  <c:v>38840</c:v>
                </c:pt>
                <c:pt idx="1392">
                  <c:v>38841</c:v>
                </c:pt>
                <c:pt idx="1393">
                  <c:v>38842</c:v>
                </c:pt>
                <c:pt idx="1394">
                  <c:v>38845</c:v>
                </c:pt>
                <c:pt idx="1395">
                  <c:v>38846</c:v>
                </c:pt>
                <c:pt idx="1396">
                  <c:v>38847</c:v>
                </c:pt>
                <c:pt idx="1397">
                  <c:v>38848</c:v>
                </c:pt>
                <c:pt idx="1398">
                  <c:v>38849</c:v>
                </c:pt>
                <c:pt idx="1399">
                  <c:v>38852</c:v>
                </c:pt>
                <c:pt idx="1400">
                  <c:v>38853</c:v>
                </c:pt>
                <c:pt idx="1401">
                  <c:v>38854</c:v>
                </c:pt>
                <c:pt idx="1402">
                  <c:v>38855</c:v>
                </c:pt>
                <c:pt idx="1403">
                  <c:v>38856</c:v>
                </c:pt>
                <c:pt idx="1404">
                  <c:v>38859</c:v>
                </c:pt>
                <c:pt idx="1405">
                  <c:v>38860</c:v>
                </c:pt>
                <c:pt idx="1406">
                  <c:v>38861</c:v>
                </c:pt>
                <c:pt idx="1407">
                  <c:v>38862</c:v>
                </c:pt>
                <c:pt idx="1408">
                  <c:v>38863</c:v>
                </c:pt>
                <c:pt idx="1409">
                  <c:v>38866</c:v>
                </c:pt>
                <c:pt idx="1410">
                  <c:v>38867</c:v>
                </c:pt>
                <c:pt idx="1411">
                  <c:v>38868</c:v>
                </c:pt>
                <c:pt idx="1412">
                  <c:v>38869</c:v>
                </c:pt>
                <c:pt idx="1413">
                  <c:v>38870</c:v>
                </c:pt>
                <c:pt idx="1414">
                  <c:v>38873</c:v>
                </c:pt>
                <c:pt idx="1415">
                  <c:v>38874</c:v>
                </c:pt>
                <c:pt idx="1416">
                  <c:v>38875</c:v>
                </c:pt>
                <c:pt idx="1417">
                  <c:v>38876</c:v>
                </c:pt>
                <c:pt idx="1418">
                  <c:v>38877</c:v>
                </c:pt>
                <c:pt idx="1419">
                  <c:v>38880</c:v>
                </c:pt>
                <c:pt idx="1420">
                  <c:v>38881</c:v>
                </c:pt>
                <c:pt idx="1421">
                  <c:v>38882</c:v>
                </c:pt>
                <c:pt idx="1422">
                  <c:v>38883</c:v>
                </c:pt>
                <c:pt idx="1423">
                  <c:v>38884</c:v>
                </c:pt>
                <c:pt idx="1424">
                  <c:v>38887</c:v>
                </c:pt>
                <c:pt idx="1425">
                  <c:v>38888</c:v>
                </c:pt>
                <c:pt idx="1426">
                  <c:v>38889</c:v>
                </c:pt>
                <c:pt idx="1427">
                  <c:v>38890</c:v>
                </c:pt>
                <c:pt idx="1428">
                  <c:v>38891</c:v>
                </c:pt>
                <c:pt idx="1429">
                  <c:v>38894</c:v>
                </c:pt>
                <c:pt idx="1430">
                  <c:v>38895</c:v>
                </c:pt>
                <c:pt idx="1431">
                  <c:v>38896</c:v>
                </c:pt>
                <c:pt idx="1432">
                  <c:v>38897</c:v>
                </c:pt>
                <c:pt idx="1433">
                  <c:v>38898</c:v>
                </c:pt>
                <c:pt idx="1434">
                  <c:v>38901</c:v>
                </c:pt>
                <c:pt idx="1435">
                  <c:v>38902</c:v>
                </c:pt>
                <c:pt idx="1436">
                  <c:v>38903</c:v>
                </c:pt>
                <c:pt idx="1437">
                  <c:v>38904</c:v>
                </c:pt>
                <c:pt idx="1438">
                  <c:v>38905</c:v>
                </c:pt>
                <c:pt idx="1439">
                  <c:v>38908</c:v>
                </c:pt>
                <c:pt idx="1440">
                  <c:v>38909</c:v>
                </c:pt>
                <c:pt idx="1441">
                  <c:v>38910</c:v>
                </c:pt>
                <c:pt idx="1442">
                  <c:v>38911</c:v>
                </c:pt>
                <c:pt idx="1443">
                  <c:v>38912</c:v>
                </c:pt>
                <c:pt idx="1444">
                  <c:v>38915</c:v>
                </c:pt>
                <c:pt idx="1445">
                  <c:v>38916</c:v>
                </c:pt>
                <c:pt idx="1446">
                  <c:v>38917</c:v>
                </c:pt>
                <c:pt idx="1447">
                  <c:v>38918</c:v>
                </c:pt>
                <c:pt idx="1448">
                  <c:v>38919</c:v>
                </c:pt>
                <c:pt idx="1449">
                  <c:v>38922</c:v>
                </c:pt>
                <c:pt idx="1450">
                  <c:v>38923</c:v>
                </c:pt>
                <c:pt idx="1451">
                  <c:v>38924</c:v>
                </c:pt>
                <c:pt idx="1452">
                  <c:v>38925</c:v>
                </c:pt>
                <c:pt idx="1453">
                  <c:v>38926</c:v>
                </c:pt>
                <c:pt idx="1454">
                  <c:v>38929</c:v>
                </c:pt>
                <c:pt idx="1455">
                  <c:v>38930</c:v>
                </c:pt>
                <c:pt idx="1456">
                  <c:v>38931</c:v>
                </c:pt>
                <c:pt idx="1457">
                  <c:v>38932</c:v>
                </c:pt>
                <c:pt idx="1458">
                  <c:v>38933</c:v>
                </c:pt>
                <c:pt idx="1459">
                  <c:v>38936</c:v>
                </c:pt>
                <c:pt idx="1460">
                  <c:v>38937</c:v>
                </c:pt>
                <c:pt idx="1461">
                  <c:v>38938</c:v>
                </c:pt>
                <c:pt idx="1462">
                  <c:v>38939</c:v>
                </c:pt>
                <c:pt idx="1463">
                  <c:v>38940</c:v>
                </c:pt>
                <c:pt idx="1464">
                  <c:v>38943</c:v>
                </c:pt>
                <c:pt idx="1465">
                  <c:v>38944</c:v>
                </c:pt>
                <c:pt idx="1466">
                  <c:v>38945</c:v>
                </c:pt>
                <c:pt idx="1467">
                  <c:v>38946</c:v>
                </c:pt>
                <c:pt idx="1468">
                  <c:v>38947</c:v>
                </c:pt>
                <c:pt idx="1469">
                  <c:v>38950</c:v>
                </c:pt>
                <c:pt idx="1470">
                  <c:v>38951</c:v>
                </c:pt>
                <c:pt idx="1471">
                  <c:v>38952</c:v>
                </c:pt>
                <c:pt idx="1472">
                  <c:v>38953</c:v>
                </c:pt>
                <c:pt idx="1473">
                  <c:v>38954</c:v>
                </c:pt>
                <c:pt idx="1474">
                  <c:v>38957</c:v>
                </c:pt>
                <c:pt idx="1475">
                  <c:v>38958</c:v>
                </c:pt>
                <c:pt idx="1476">
                  <c:v>38959</c:v>
                </c:pt>
                <c:pt idx="1477">
                  <c:v>38960</c:v>
                </c:pt>
                <c:pt idx="1478">
                  <c:v>38961</c:v>
                </c:pt>
                <c:pt idx="1479">
                  <c:v>38964</c:v>
                </c:pt>
                <c:pt idx="1480">
                  <c:v>38965</c:v>
                </c:pt>
                <c:pt idx="1481">
                  <c:v>38966</c:v>
                </c:pt>
                <c:pt idx="1482">
                  <c:v>38967</c:v>
                </c:pt>
                <c:pt idx="1483">
                  <c:v>38968</c:v>
                </c:pt>
                <c:pt idx="1484">
                  <c:v>38971</c:v>
                </c:pt>
                <c:pt idx="1485">
                  <c:v>38972</c:v>
                </c:pt>
                <c:pt idx="1486">
                  <c:v>38973</c:v>
                </c:pt>
                <c:pt idx="1487">
                  <c:v>38974</c:v>
                </c:pt>
                <c:pt idx="1488">
                  <c:v>38975</c:v>
                </c:pt>
                <c:pt idx="1489">
                  <c:v>38978</c:v>
                </c:pt>
                <c:pt idx="1490">
                  <c:v>38979</c:v>
                </c:pt>
                <c:pt idx="1491">
                  <c:v>38980</c:v>
                </c:pt>
                <c:pt idx="1492">
                  <c:v>38981</c:v>
                </c:pt>
                <c:pt idx="1493">
                  <c:v>38982</c:v>
                </c:pt>
                <c:pt idx="1494">
                  <c:v>38985</c:v>
                </c:pt>
                <c:pt idx="1495">
                  <c:v>38986</c:v>
                </c:pt>
                <c:pt idx="1496">
                  <c:v>38987</c:v>
                </c:pt>
                <c:pt idx="1497">
                  <c:v>38988</c:v>
                </c:pt>
                <c:pt idx="1498">
                  <c:v>38989</c:v>
                </c:pt>
                <c:pt idx="1499">
                  <c:v>38992</c:v>
                </c:pt>
                <c:pt idx="1500">
                  <c:v>38993</c:v>
                </c:pt>
                <c:pt idx="1501">
                  <c:v>38994</c:v>
                </c:pt>
                <c:pt idx="1502">
                  <c:v>38995</c:v>
                </c:pt>
                <c:pt idx="1503">
                  <c:v>38996</c:v>
                </c:pt>
                <c:pt idx="1504">
                  <c:v>38999</c:v>
                </c:pt>
                <c:pt idx="1505">
                  <c:v>39000</c:v>
                </c:pt>
                <c:pt idx="1506">
                  <c:v>39001</c:v>
                </c:pt>
                <c:pt idx="1507">
                  <c:v>39002</c:v>
                </c:pt>
                <c:pt idx="1508">
                  <c:v>39003</c:v>
                </c:pt>
                <c:pt idx="1509">
                  <c:v>39006</c:v>
                </c:pt>
                <c:pt idx="1510">
                  <c:v>39007</c:v>
                </c:pt>
                <c:pt idx="1511">
                  <c:v>39008</c:v>
                </c:pt>
                <c:pt idx="1512">
                  <c:v>39009</c:v>
                </c:pt>
                <c:pt idx="1513">
                  <c:v>39010</c:v>
                </c:pt>
                <c:pt idx="1514">
                  <c:v>39013</c:v>
                </c:pt>
                <c:pt idx="1515">
                  <c:v>39014</c:v>
                </c:pt>
                <c:pt idx="1516">
                  <c:v>39015</c:v>
                </c:pt>
                <c:pt idx="1517">
                  <c:v>39016</c:v>
                </c:pt>
                <c:pt idx="1518">
                  <c:v>39017</c:v>
                </c:pt>
                <c:pt idx="1519">
                  <c:v>39020</c:v>
                </c:pt>
                <c:pt idx="1520">
                  <c:v>39021</c:v>
                </c:pt>
                <c:pt idx="1521">
                  <c:v>39022</c:v>
                </c:pt>
                <c:pt idx="1522">
                  <c:v>39023</c:v>
                </c:pt>
                <c:pt idx="1523">
                  <c:v>39024</c:v>
                </c:pt>
                <c:pt idx="1524">
                  <c:v>39027</c:v>
                </c:pt>
                <c:pt idx="1525">
                  <c:v>39028</c:v>
                </c:pt>
                <c:pt idx="1526">
                  <c:v>39029</c:v>
                </c:pt>
                <c:pt idx="1527">
                  <c:v>39030</c:v>
                </c:pt>
                <c:pt idx="1528">
                  <c:v>39031</c:v>
                </c:pt>
                <c:pt idx="1529">
                  <c:v>39034</c:v>
                </c:pt>
                <c:pt idx="1530">
                  <c:v>39035</c:v>
                </c:pt>
                <c:pt idx="1531">
                  <c:v>39036</c:v>
                </c:pt>
                <c:pt idx="1532">
                  <c:v>39037</c:v>
                </c:pt>
                <c:pt idx="1533">
                  <c:v>39038</c:v>
                </c:pt>
                <c:pt idx="1534">
                  <c:v>39041</c:v>
                </c:pt>
                <c:pt idx="1535">
                  <c:v>39042</c:v>
                </c:pt>
                <c:pt idx="1536">
                  <c:v>39043</c:v>
                </c:pt>
                <c:pt idx="1537">
                  <c:v>39044</c:v>
                </c:pt>
                <c:pt idx="1538">
                  <c:v>39045</c:v>
                </c:pt>
                <c:pt idx="1539">
                  <c:v>39048</c:v>
                </c:pt>
                <c:pt idx="1540">
                  <c:v>39049</c:v>
                </c:pt>
                <c:pt idx="1541">
                  <c:v>39050</c:v>
                </c:pt>
                <c:pt idx="1542">
                  <c:v>39051</c:v>
                </c:pt>
                <c:pt idx="1543">
                  <c:v>39052</c:v>
                </c:pt>
                <c:pt idx="1544">
                  <c:v>39055</c:v>
                </c:pt>
                <c:pt idx="1545">
                  <c:v>39056</c:v>
                </c:pt>
                <c:pt idx="1546">
                  <c:v>39057</c:v>
                </c:pt>
                <c:pt idx="1547">
                  <c:v>39058</c:v>
                </c:pt>
                <c:pt idx="1548">
                  <c:v>39059</c:v>
                </c:pt>
                <c:pt idx="1549">
                  <c:v>39062</c:v>
                </c:pt>
                <c:pt idx="1550">
                  <c:v>39063</c:v>
                </c:pt>
                <c:pt idx="1551">
                  <c:v>39064</c:v>
                </c:pt>
                <c:pt idx="1552">
                  <c:v>39065</c:v>
                </c:pt>
                <c:pt idx="1553">
                  <c:v>39066</c:v>
                </c:pt>
                <c:pt idx="1554">
                  <c:v>39069</c:v>
                </c:pt>
                <c:pt idx="1555">
                  <c:v>39070</c:v>
                </c:pt>
                <c:pt idx="1556">
                  <c:v>39071</c:v>
                </c:pt>
                <c:pt idx="1557">
                  <c:v>39072</c:v>
                </c:pt>
                <c:pt idx="1558">
                  <c:v>39073</c:v>
                </c:pt>
                <c:pt idx="1559">
                  <c:v>39076</c:v>
                </c:pt>
                <c:pt idx="1560">
                  <c:v>39077</c:v>
                </c:pt>
                <c:pt idx="1561">
                  <c:v>39078</c:v>
                </c:pt>
                <c:pt idx="1562">
                  <c:v>39079</c:v>
                </c:pt>
                <c:pt idx="1563">
                  <c:v>39080</c:v>
                </c:pt>
                <c:pt idx="1564">
                  <c:v>39083</c:v>
                </c:pt>
                <c:pt idx="1565">
                  <c:v>39084</c:v>
                </c:pt>
                <c:pt idx="1566">
                  <c:v>39085</c:v>
                </c:pt>
                <c:pt idx="1567">
                  <c:v>39086</c:v>
                </c:pt>
                <c:pt idx="1568">
                  <c:v>39087</c:v>
                </c:pt>
                <c:pt idx="1569">
                  <c:v>39090</c:v>
                </c:pt>
                <c:pt idx="1570">
                  <c:v>39091</c:v>
                </c:pt>
                <c:pt idx="1571">
                  <c:v>39092</c:v>
                </c:pt>
                <c:pt idx="1572">
                  <c:v>39093</c:v>
                </c:pt>
                <c:pt idx="1573">
                  <c:v>39094</c:v>
                </c:pt>
                <c:pt idx="1574">
                  <c:v>39097</c:v>
                </c:pt>
                <c:pt idx="1575">
                  <c:v>39098</c:v>
                </c:pt>
                <c:pt idx="1576">
                  <c:v>39099</c:v>
                </c:pt>
                <c:pt idx="1577">
                  <c:v>39100</c:v>
                </c:pt>
                <c:pt idx="1578">
                  <c:v>39101</c:v>
                </c:pt>
                <c:pt idx="1579">
                  <c:v>39104</c:v>
                </c:pt>
                <c:pt idx="1580">
                  <c:v>39105</c:v>
                </c:pt>
                <c:pt idx="1581">
                  <c:v>39106</c:v>
                </c:pt>
                <c:pt idx="1582">
                  <c:v>39107</c:v>
                </c:pt>
                <c:pt idx="1583">
                  <c:v>39108</c:v>
                </c:pt>
                <c:pt idx="1584">
                  <c:v>39111</c:v>
                </c:pt>
                <c:pt idx="1585">
                  <c:v>39112</c:v>
                </c:pt>
                <c:pt idx="1586">
                  <c:v>39113</c:v>
                </c:pt>
                <c:pt idx="1587">
                  <c:v>39114</c:v>
                </c:pt>
                <c:pt idx="1588">
                  <c:v>39115</c:v>
                </c:pt>
                <c:pt idx="1589">
                  <c:v>39118</c:v>
                </c:pt>
                <c:pt idx="1590">
                  <c:v>39119</c:v>
                </c:pt>
                <c:pt idx="1591">
                  <c:v>39120</c:v>
                </c:pt>
                <c:pt idx="1592">
                  <c:v>39121</c:v>
                </c:pt>
                <c:pt idx="1593">
                  <c:v>39122</c:v>
                </c:pt>
                <c:pt idx="1594">
                  <c:v>39125</c:v>
                </c:pt>
                <c:pt idx="1595">
                  <c:v>39126</c:v>
                </c:pt>
                <c:pt idx="1596">
                  <c:v>39127</c:v>
                </c:pt>
                <c:pt idx="1597">
                  <c:v>39128</c:v>
                </c:pt>
                <c:pt idx="1598">
                  <c:v>39129</c:v>
                </c:pt>
                <c:pt idx="1599">
                  <c:v>39132</c:v>
                </c:pt>
                <c:pt idx="1600">
                  <c:v>39133</c:v>
                </c:pt>
                <c:pt idx="1601">
                  <c:v>39134</c:v>
                </c:pt>
                <c:pt idx="1602">
                  <c:v>39135</c:v>
                </c:pt>
                <c:pt idx="1603">
                  <c:v>39136</c:v>
                </c:pt>
                <c:pt idx="1604">
                  <c:v>39139</c:v>
                </c:pt>
                <c:pt idx="1605">
                  <c:v>39140</c:v>
                </c:pt>
                <c:pt idx="1606">
                  <c:v>39141</c:v>
                </c:pt>
                <c:pt idx="1607">
                  <c:v>39142</c:v>
                </c:pt>
                <c:pt idx="1608">
                  <c:v>39143</c:v>
                </c:pt>
                <c:pt idx="1609">
                  <c:v>39146</c:v>
                </c:pt>
                <c:pt idx="1610">
                  <c:v>39147</c:v>
                </c:pt>
                <c:pt idx="1611">
                  <c:v>39148</c:v>
                </c:pt>
                <c:pt idx="1612">
                  <c:v>39149</c:v>
                </c:pt>
                <c:pt idx="1613">
                  <c:v>39150</c:v>
                </c:pt>
                <c:pt idx="1614">
                  <c:v>39153</c:v>
                </c:pt>
                <c:pt idx="1615">
                  <c:v>39154</c:v>
                </c:pt>
                <c:pt idx="1616">
                  <c:v>39155</c:v>
                </c:pt>
                <c:pt idx="1617">
                  <c:v>39156</c:v>
                </c:pt>
                <c:pt idx="1618">
                  <c:v>39157</c:v>
                </c:pt>
                <c:pt idx="1619">
                  <c:v>39160</c:v>
                </c:pt>
                <c:pt idx="1620">
                  <c:v>39161</c:v>
                </c:pt>
                <c:pt idx="1621">
                  <c:v>39162</c:v>
                </c:pt>
                <c:pt idx="1622">
                  <c:v>39163</c:v>
                </c:pt>
                <c:pt idx="1623">
                  <c:v>39164</c:v>
                </c:pt>
                <c:pt idx="1624">
                  <c:v>39167</c:v>
                </c:pt>
                <c:pt idx="1625">
                  <c:v>39168</c:v>
                </c:pt>
                <c:pt idx="1626">
                  <c:v>39169</c:v>
                </c:pt>
                <c:pt idx="1627">
                  <c:v>39170</c:v>
                </c:pt>
                <c:pt idx="1628">
                  <c:v>39171</c:v>
                </c:pt>
                <c:pt idx="1629">
                  <c:v>39174</c:v>
                </c:pt>
                <c:pt idx="1630">
                  <c:v>39175</c:v>
                </c:pt>
                <c:pt idx="1631">
                  <c:v>39176</c:v>
                </c:pt>
                <c:pt idx="1632">
                  <c:v>39177</c:v>
                </c:pt>
                <c:pt idx="1633">
                  <c:v>39178</c:v>
                </c:pt>
                <c:pt idx="1634">
                  <c:v>39181</c:v>
                </c:pt>
                <c:pt idx="1635">
                  <c:v>39182</c:v>
                </c:pt>
                <c:pt idx="1636">
                  <c:v>39183</c:v>
                </c:pt>
                <c:pt idx="1637">
                  <c:v>39184</c:v>
                </c:pt>
                <c:pt idx="1638">
                  <c:v>39185</c:v>
                </c:pt>
                <c:pt idx="1639">
                  <c:v>39188</c:v>
                </c:pt>
                <c:pt idx="1640">
                  <c:v>39189</c:v>
                </c:pt>
                <c:pt idx="1641">
                  <c:v>39190</c:v>
                </c:pt>
                <c:pt idx="1642">
                  <c:v>39191</c:v>
                </c:pt>
                <c:pt idx="1643">
                  <c:v>39192</c:v>
                </c:pt>
                <c:pt idx="1644">
                  <c:v>39195</c:v>
                </c:pt>
                <c:pt idx="1645">
                  <c:v>39196</c:v>
                </c:pt>
                <c:pt idx="1646">
                  <c:v>39197</c:v>
                </c:pt>
                <c:pt idx="1647">
                  <c:v>39198</c:v>
                </c:pt>
                <c:pt idx="1648">
                  <c:v>39199</c:v>
                </c:pt>
                <c:pt idx="1649">
                  <c:v>39202</c:v>
                </c:pt>
                <c:pt idx="1650">
                  <c:v>39203</c:v>
                </c:pt>
                <c:pt idx="1651">
                  <c:v>39204</c:v>
                </c:pt>
                <c:pt idx="1652">
                  <c:v>39205</c:v>
                </c:pt>
                <c:pt idx="1653">
                  <c:v>39206</c:v>
                </c:pt>
                <c:pt idx="1654">
                  <c:v>39209</c:v>
                </c:pt>
                <c:pt idx="1655">
                  <c:v>39210</c:v>
                </c:pt>
                <c:pt idx="1656">
                  <c:v>39211</c:v>
                </c:pt>
                <c:pt idx="1657">
                  <c:v>39212</c:v>
                </c:pt>
                <c:pt idx="1658">
                  <c:v>39213</c:v>
                </c:pt>
                <c:pt idx="1659">
                  <c:v>39216</c:v>
                </c:pt>
                <c:pt idx="1660">
                  <c:v>39217</c:v>
                </c:pt>
                <c:pt idx="1661">
                  <c:v>39218</c:v>
                </c:pt>
                <c:pt idx="1662">
                  <c:v>39219</c:v>
                </c:pt>
                <c:pt idx="1663">
                  <c:v>39220</c:v>
                </c:pt>
                <c:pt idx="1664">
                  <c:v>39223</c:v>
                </c:pt>
                <c:pt idx="1665">
                  <c:v>39224</c:v>
                </c:pt>
                <c:pt idx="1666">
                  <c:v>39225</c:v>
                </c:pt>
                <c:pt idx="1667">
                  <c:v>39226</c:v>
                </c:pt>
                <c:pt idx="1668">
                  <c:v>39227</c:v>
                </c:pt>
                <c:pt idx="1669">
                  <c:v>39230</c:v>
                </c:pt>
                <c:pt idx="1670">
                  <c:v>39231</c:v>
                </c:pt>
                <c:pt idx="1671">
                  <c:v>39232</c:v>
                </c:pt>
                <c:pt idx="1672">
                  <c:v>39233</c:v>
                </c:pt>
                <c:pt idx="1673">
                  <c:v>39234</c:v>
                </c:pt>
                <c:pt idx="1674">
                  <c:v>39237</c:v>
                </c:pt>
                <c:pt idx="1675">
                  <c:v>39238</c:v>
                </c:pt>
                <c:pt idx="1676">
                  <c:v>39239</c:v>
                </c:pt>
                <c:pt idx="1677">
                  <c:v>39240</c:v>
                </c:pt>
                <c:pt idx="1678">
                  <c:v>39241</c:v>
                </c:pt>
                <c:pt idx="1679">
                  <c:v>39244</c:v>
                </c:pt>
                <c:pt idx="1680">
                  <c:v>39245</c:v>
                </c:pt>
                <c:pt idx="1681">
                  <c:v>39246</c:v>
                </c:pt>
                <c:pt idx="1682">
                  <c:v>39247</c:v>
                </c:pt>
                <c:pt idx="1683">
                  <c:v>39248</c:v>
                </c:pt>
                <c:pt idx="1684">
                  <c:v>39251</c:v>
                </c:pt>
                <c:pt idx="1685">
                  <c:v>39252</c:v>
                </c:pt>
                <c:pt idx="1686">
                  <c:v>39253</c:v>
                </c:pt>
                <c:pt idx="1687">
                  <c:v>39254</c:v>
                </c:pt>
                <c:pt idx="1688">
                  <c:v>39255</c:v>
                </c:pt>
                <c:pt idx="1689">
                  <c:v>39258</c:v>
                </c:pt>
                <c:pt idx="1690">
                  <c:v>39259</c:v>
                </c:pt>
                <c:pt idx="1691">
                  <c:v>39260</c:v>
                </c:pt>
                <c:pt idx="1692">
                  <c:v>39261</c:v>
                </c:pt>
                <c:pt idx="1693">
                  <c:v>39262</c:v>
                </c:pt>
                <c:pt idx="1694">
                  <c:v>39265</c:v>
                </c:pt>
                <c:pt idx="1695">
                  <c:v>39266</c:v>
                </c:pt>
                <c:pt idx="1696">
                  <c:v>39267</c:v>
                </c:pt>
                <c:pt idx="1697">
                  <c:v>39268</c:v>
                </c:pt>
                <c:pt idx="1698">
                  <c:v>39269</c:v>
                </c:pt>
                <c:pt idx="1699">
                  <c:v>39272</c:v>
                </c:pt>
                <c:pt idx="1700">
                  <c:v>39273</c:v>
                </c:pt>
                <c:pt idx="1701">
                  <c:v>39274</c:v>
                </c:pt>
                <c:pt idx="1702">
                  <c:v>39275</c:v>
                </c:pt>
                <c:pt idx="1703">
                  <c:v>39276</c:v>
                </c:pt>
                <c:pt idx="1704">
                  <c:v>39279</c:v>
                </c:pt>
                <c:pt idx="1705">
                  <c:v>39280</c:v>
                </c:pt>
                <c:pt idx="1706">
                  <c:v>39281</c:v>
                </c:pt>
                <c:pt idx="1707">
                  <c:v>39282</c:v>
                </c:pt>
                <c:pt idx="1708">
                  <c:v>39283</c:v>
                </c:pt>
                <c:pt idx="1709">
                  <c:v>39286</c:v>
                </c:pt>
                <c:pt idx="1710">
                  <c:v>39287</c:v>
                </c:pt>
                <c:pt idx="1711">
                  <c:v>39288</c:v>
                </c:pt>
                <c:pt idx="1712">
                  <c:v>39289</c:v>
                </c:pt>
                <c:pt idx="1713">
                  <c:v>39290</c:v>
                </c:pt>
                <c:pt idx="1714">
                  <c:v>39293</c:v>
                </c:pt>
                <c:pt idx="1715">
                  <c:v>39294</c:v>
                </c:pt>
                <c:pt idx="1716">
                  <c:v>39295</c:v>
                </c:pt>
                <c:pt idx="1717">
                  <c:v>39296</c:v>
                </c:pt>
                <c:pt idx="1718">
                  <c:v>39297</c:v>
                </c:pt>
                <c:pt idx="1719">
                  <c:v>39300</c:v>
                </c:pt>
                <c:pt idx="1720">
                  <c:v>39301</c:v>
                </c:pt>
                <c:pt idx="1721">
                  <c:v>39302</c:v>
                </c:pt>
                <c:pt idx="1722">
                  <c:v>39303</c:v>
                </c:pt>
                <c:pt idx="1723">
                  <c:v>39304</c:v>
                </c:pt>
                <c:pt idx="1724">
                  <c:v>39307</c:v>
                </c:pt>
                <c:pt idx="1725">
                  <c:v>39308</c:v>
                </c:pt>
                <c:pt idx="1726">
                  <c:v>39309</c:v>
                </c:pt>
                <c:pt idx="1727">
                  <c:v>39310</c:v>
                </c:pt>
                <c:pt idx="1728">
                  <c:v>39311</c:v>
                </c:pt>
                <c:pt idx="1729">
                  <c:v>39314</c:v>
                </c:pt>
                <c:pt idx="1730">
                  <c:v>39315</c:v>
                </c:pt>
                <c:pt idx="1731">
                  <c:v>39316</c:v>
                </c:pt>
                <c:pt idx="1732">
                  <c:v>39317</c:v>
                </c:pt>
                <c:pt idx="1733">
                  <c:v>39318</c:v>
                </c:pt>
                <c:pt idx="1734">
                  <c:v>39321</c:v>
                </c:pt>
                <c:pt idx="1735">
                  <c:v>39322</c:v>
                </c:pt>
                <c:pt idx="1736">
                  <c:v>39323</c:v>
                </c:pt>
                <c:pt idx="1737">
                  <c:v>39324</c:v>
                </c:pt>
                <c:pt idx="1738">
                  <c:v>39325</c:v>
                </c:pt>
                <c:pt idx="1739">
                  <c:v>39328</c:v>
                </c:pt>
                <c:pt idx="1740">
                  <c:v>39329</c:v>
                </c:pt>
                <c:pt idx="1741">
                  <c:v>39330</c:v>
                </c:pt>
                <c:pt idx="1742">
                  <c:v>39331</c:v>
                </c:pt>
                <c:pt idx="1743">
                  <c:v>39332</c:v>
                </c:pt>
                <c:pt idx="1744">
                  <c:v>39335</c:v>
                </c:pt>
                <c:pt idx="1745">
                  <c:v>39336</c:v>
                </c:pt>
                <c:pt idx="1746">
                  <c:v>39337</c:v>
                </c:pt>
                <c:pt idx="1747">
                  <c:v>39338</c:v>
                </c:pt>
                <c:pt idx="1748">
                  <c:v>39339</c:v>
                </c:pt>
                <c:pt idx="1749">
                  <c:v>39342</c:v>
                </c:pt>
                <c:pt idx="1750">
                  <c:v>39343</c:v>
                </c:pt>
                <c:pt idx="1751">
                  <c:v>39344</c:v>
                </c:pt>
                <c:pt idx="1752">
                  <c:v>39345</c:v>
                </c:pt>
                <c:pt idx="1753">
                  <c:v>39346</c:v>
                </c:pt>
                <c:pt idx="1754">
                  <c:v>39349</c:v>
                </c:pt>
                <c:pt idx="1755">
                  <c:v>39350</c:v>
                </c:pt>
                <c:pt idx="1756">
                  <c:v>39351</c:v>
                </c:pt>
                <c:pt idx="1757">
                  <c:v>39352</c:v>
                </c:pt>
                <c:pt idx="1758">
                  <c:v>39353</c:v>
                </c:pt>
                <c:pt idx="1759">
                  <c:v>39356</c:v>
                </c:pt>
                <c:pt idx="1760">
                  <c:v>39357</c:v>
                </c:pt>
                <c:pt idx="1761">
                  <c:v>39358</c:v>
                </c:pt>
                <c:pt idx="1762">
                  <c:v>39359</c:v>
                </c:pt>
                <c:pt idx="1763">
                  <c:v>39360</c:v>
                </c:pt>
                <c:pt idx="1764">
                  <c:v>39363</c:v>
                </c:pt>
                <c:pt idx="1765">
                  <c:v>39364</c:v>
                </c:pt>
                <c:pt idx="1766">
                  <c:v>39365</c:v>
                </c:pt>
                <c:pt idx="1767">
                  <c:v>39366</c:v>
                </c:pt>
                <c:pt idx="1768">
                  <c:v>39367</c:v>
                </c:pt>
                <c:pt idx="1769">
                  <c:v>39370</c:v>
                </c:pt>
                <c:pt idx="1770">
                  <c:v>39371</c:v>
                </c:pt>
                <c:pt idx="1771">
                  <c:v>39372</c:v>
                </c:pt>
                <c:pt idx="1772">
                  <c:v>39373</c:v>
                </c:pt>
                <c:pt idx="1773">
                  <c:v>39374</c:v>
                </c:pt>
                <c:pt idx="1774">
                  <c:v>39377</c:v>
                </c:pt>
                <c:pt idx="1775">
                  <c:v>39378</c:v>
                </c:pt>
                <c:pt idx="1776">
                  <c:v>39379</c:v>
                </c:pt>
                <c:pt idx="1777">
                  <c:v>39380</c:v>
                </c:pt>
                <c:pt idx="1778">
                  <c:v>39381</c:v>
                </c:pt>
                <c:pt idx="1779">
                  <c:v>39384</c:v>
                </c:pt>
                <c:pt idx="1780">
                  <c:v>39385</c:v>
                </c:pt>
                <c:pt idx="1781">
                  <c:v>39386</c:v>
                </c:pt>
                <c:pt idx="1782">
                  <c:v>39387</c:v>
                </c:pt>
                <c:pt idx="1783">
                  <c:v>39388</c:v>
                </c:pt>
                <c:pt idx="1784">
                  <c:v>39391</c:v>
                </c:pt>
                <c:pt idx="1785">
                  <c:v>39392</c:v>
                </c:pt>
                <c:pt idx="1786">
                  <c:v>39393</c:v>
                </c:pt>
                <c:pt idx="1787">
                  <c:v>39394</c:v>
                </c:pt>
                <c:pt idx="1788">
                  <c:v>39395</c:v>
                </c:pt>
                <c:pt idx="1789">
                  <c:v>39398</c:v>
                </c:pt>
                <c:pt idx="1790">
                  <c:v>39399</c:v>
                </c:pt>
                <c:pt idx="1791">
                  <c:v>39400</c:v>
                </c:pt>
                <c:pt idx="1792">
                  <c:v>39401</c:v>
                </c:pt>
                <c:pt idx="1793">
                  <c:v>39402</c:v>
                </c:pt>
                <c:pt idx="1794">
                  <c:v>39405</c:v>
                </c:pt>
                <c:pt idx="1795">
                  <c:v>39406</c:v>
                </c:pt>
                <c:pt idx="1796">
                  <c:v>39407</c:v>
                </c:pt>
                <c:pt idx="1797">
                  <c:v>39408</c:v>
                </c:pt>
                <c:pt idx="1798">
                  <c:v>39409</c:v>
                </c:pt>
                <c:pt idx="1799">
                  <c:v>39412</c:v>
                </c:pt>
                <c:pt idx="1800">
                  <c:v>39413</c:v>
                </c:pt>
                <c:pt idx="1801">
                  <c:v>39414</c:v>
                </c:pt>
                <c:pt idx="1802">
                  <c:v>39415</c:v>
                </c:pt>
                <c:pt idx="1803">
                  <c:v>39416</c:v>
                </c:pt>
                <c:pt idx="1804">
                  <c:v>39419</c:v>
                </c:pt>
                <c:pt idx="1805">
                  <c:v>39420</c:v>
                </c:pt>
                <c:pt idx="1806">
                  <c:v>39421</c:v>
                </c:pt>
                <c:pt idx="1807">
                  <c:v>39422</c:v>
                </c:pt>
                <c:pt idx="1808">
                  <c:v>39423</c:v>
                </c:pt>
                <c:pt idx="1809">
                  <c:v>39426</c:v>
                </c:pt>
                <c:pt idx="1810">
                  <c:v>39427</c:v>
                </c:pt>
                <c:pt idx="1811">
                  <c:v>39428</c:v>
                </c:pt>
                <c:pt idx="1812">
                  <c:v>39429</c:v>
                </c:pt>
                <c:pt idx="1813">
                  <c:v>39430</c:v>
                </c:pt>
                <c:pt idx="1814">
                  <c:v>39433</c:v>
                </c:pt>
                <c:pt idx="1815">
                  <c:v>39434</c:v>
                </c:pt>
                <c:pt idx="1816">
                  <c:v>39435</c:v>
                </c:pt>
                <c:pt idx="1817">
                  <c:v>39436</c:v>
                </c:pt>
                <c:pt idx="1818">
                  <c:v>39437</c:v>
                </c:pt>
                <c:pt idx="1819">
                  <c:v>39440</c:v>
                </c:pt>
                <c:pt idx="1820">
                  <c:v>39441</c:v>
                </c:pt>
                <c:pt idx="1821">
                  <c:v>39442</c:v>
                </c:pt>
                <c:pt idx="1822">
                  <c:v>39443</c:v>
                </c:pt>
                <c:pt idx="1823">
                  <c:v>39444</c:v>
                </c:pt>
                <c:pt idx="1824">
                  <c:v>39447</c:v>
                </c:pt>
                <c:pt idx="1825">
                  <c:v>39448</c:v>
                </c:pt>
                <c:pt idx="1826">
                  <c:v>39449</c:v>
                </c:pt>
                <c:pt idx="1827">
                  <c:v>39450</c:v>
                </c:pt>
                <c:pt idx="1828">
                  <c:v>39451</c:v>
                </c:pt>
                <c:pt idx="1829">
                  <c:v>39454</c:v>
                </c:pt>
                <c:pt idx="1830">
                  <c:v>39455</c:v>
                </c:pt>
                <c:pt idx="1831">
                  <c:v>39456</c:v>
                </c:pt>
                <c:pt idx="1832">
                  <c:v>39457</c:v>
                </c:pt>
                <c:pt idx="1833">
                  <c:v>39458</c:v>
                </c:pt>
                <c:pt idx="1834">
                  <c:v>39461</c:v>
                </c:pt>
                <c:pt idx="1835">
                  <c:v>39462</c:v>
                </c:pt>
                <c:pt idx="1836">
                  <c:v>39463</c:v>
                </c:pt>
                <c:pt idx="1837">
                  <c:v>39464</c:v>
                </c:pt>
                <c:pt idx="1838">
                  <c:v>39465</c:v>
                </c:pt>
                <c:pt idx="1839">
                  <c:v>39468</c:v>
                </c:pt>
                <c:pt idx="1840">
                  <c:v>39469</c:v>
                </c:pt>
                <c:pt idx="1841">
                  <c:v>39470</c:v>
                </c:pt>
                <c:pt idx="1842">
                  <c:v>39471</c:v>
                </c:pt>
                <c:pt idx="1843">
                  <c:v>39472</c:v>
                </c:pt>
                <c:pt idx="1844">
                  <c:v>39475</c:v>
                </c:pt>
                <c:pt idx="1845">
                  <c:v>39476</c:v>
                </c:pt>
                <c:pt idx="1846">
                  <c:v>39477</c:v>
                </c:pt>
                <c:pt idx="1847">
                  <c:v>39478</c:v>
                </c:pt>
                <c:pt idx="1848">
                  <c:v>39479</c:v>
                </c:pt>
                <c:pt idx="1849">
                  <c:v>39482</c:v>
                </c:pt>
                <c:pt idx="1850">
                  <c:v>39483</c:v>
                </c:pt>
                <c:pt idx="1851">
                  <c:v>39484</c:v>
                </c:pt>
                <c:pt idx="1852">
                  <c:v>39485</c:v>
                </c:pt>
                <c:pt idx="1853">
                  <c:v>39486</c:v>
                </c:pt>
                <c:pt idx="1854">
                  <c:v>39489</c:v>
                </c:pt>
                <c:pt idx="1855">
                  <c:v>39490</c:v>
                </c:pt>
                <c:pt idx="1856">
                  <c:v>39491</c:v>
                </c:pt>
                <c:pt idx="1857">
                  <c:v>39492</c:v>
                </c:pt>
                <c:pt idx="1858">
                  <c:v>39493</c:v>
                </c:pt>
                <c:pt idx="1859">
                  <c:v>39496</c:v>
                </c:pt>
                <c:pt idx="1860">
                  <c:v>39497</c:v>
                </c:pt>
                <c:pt idx="1861">
                  <c:v>39498</c:v>
                </c:pt>
                <c:pt idx="1862">
                  <c:v>39499</c:v>
                </c:pt>
                <c:pt idx="1863">
                  <c:v>39500</c:v>
                </c:pt>
                <c:pt idx="1864">
                  <c:v>39503</c:v>
                </c:pt>
                <c:pt idx="1865">
                  <c:v>39504</c:v>
                </c:pt>
                <c:pt idx="1866">
                  <c:v>39505</c:v>
                </c:pt>
                <c:pt idx="1867">
                  <c:v>39506</c:v>
                </c:pt>
                <c:pt idx="1868">
                  <c:v>39507</c:v>
                </c:pt>
                <c:pt idx="1869">
                  <c:v>39510</c:v>
                </c:pt>
                <c:pt idx="1870">
                  <c:v>39511</c:v>
                </c:pt>
                <c:pt idx="1871">
                  <c:v>39512</c:v>
                </c:pt>
                <c:pt idx="1872">
                  <c:v>39513</c:v>
                </c:pt>
                <c:pt idx="1873">
                  <c:v>39514</c:v>
                </c:pt>
                <c:pt idx="1874">
                  <c:v>39517</c:v>
                </c:pt>
                <c:pt idx="1875">
                  <c:v>39518</c:v>
                </c:pt>
                <c:pt idx="1876">
                  <c:v>39519</c:v>
                </c:pt>
                <c:pt idx="1877">
                  <c:v>39520</c:v>
                </c:pt>
                <c:pt idx="1878">
                  <c:v>39521</c:v>
                </c:pt>
                <c:pt idx="1879">
                  <c:v>39524</c:v>
                </c:pt>
                <c:pt idx="1880">
                  <c:v>39525</c:v>
                </c:pt>
                <c:pt idx="1881">
                  <c:v>39526</c:v>
                </c:pt>
                <c:pt idx="1882">
                  <c:v>39527</c:v>
                </c:pt>
                <c:pt idx="1883">
                  <c:v>39528</c:v>
                </c:pt>
                <c:pt idx="1884">
                  <c:v>39531</c:v>
                </c:pt>
                <c:pt idx="1885">
                  <c:v>39532</c:v>
                </c:pt>
                <c:pt idx="1886">
                  <c:v>39533</c:v>
                </c:pt>
                <c:pt idx="1887">
                  <c:v>39534</c:v>
                </c:pt>
                <c:pt idx="1888">
                  <c:v>39535</c:v>
                </c:pt>
                <c:pt idx="1889">
                  <c:v>39538</c:v>
                </c:pt>
                <c:pt idx="1890">
                  <c:v>39539</c:v>
                </c:pt>
                <c:pt idx="1891">
                  <c:v>39540</c:v>
                </c:pt>
                <c:pt idx="1892">
                  <c:v>39541</c:v>
                </c:pt>
                <c:pt idx="1893">
                  <c:v>39542</c:v>
                </c:pt>
                <c:pt idx="1894">
                  <c:v>39545</c:v>
                </c:pt>
                <c:pt idx="1895">
                  <c:v>39546</c:v>
                </c:pt>
                <c:pt idx="1896">
                  <c:v>39547</c:v>
                </c:pt>
                <c:pt idx="1897">
                  <c:v>39548</c:v>
                </c:pt>
                <c:pt idx="1898">
                  <c:v>39549</c:v>
                </c:pt>
                <c:pt idx="1899">
                  <c:v>39552</c:v>
                </c:pt>
                <c:pt idx="1900">
                  <c:v>39553</c:v>
                </c:pt>
                <c:pt idx="1901">
                  <c:v>39554</c:v>
                </c:pt>
                <c:pt idx="1902">
                  <c:v>39555</c:v>
                </c:pt>
                <c:pt idx="1903">
                  <c:v>39556</c:v>
                </c:pt>
                <c:pt idx="1904">
                  <c:v>39559</c:v>
                </c:pt>
                <c:pt idx="1905">
                  <c:v>39560</c:v>
                </c:pt>
                <c:pt idx="1906">
                  <c:v>39561</c:v>
                </c:pt>
                <c:pt idx="1907">
                  <c:v>39562</c:v>
                </c:pt>
                <c:pt idx="1908">
                  <c:v>39563</c:v>
                </c:pt>
                <c:pt idx="1909">
                  <c:v>39566</c:v>
                </c:pt>
                <c:pt idx="1910">
                  <c:v>39567</c:v>
                </c:pt>
                <c:pt idx="1911">
                  <c:v>39568</c:v>
                </c:pt>
                <c:pt idx="1912">
                  <c:v>39569</c:v>
                </c:pt>
                <c:pt idx="1913">
                  <c:v>39570</c:v>
                </c:pt>
                <c:pt idx="1914">
                  <c:v>39573</c:v>
                </c:pt>
                <c:pt idx="1915">
                  <c:v>39574</c:v>
                </c:pt>
                <c:pt idx="1916">
                  <c:v>39575</c:v>
                </c:pt>
                <c:pt idx="1917">
                  <c:v>39576</c:v>
                </c:pt>
                <c:pt idx="1918">
                  <c:v>39577</c:v>
                </c:pt>
                <c:pt idx="1919">
                  <c:v>39580</c:v>
                </c:pt>
                <c:pt idx="1920">
                  <c:v>39581</c:v>
                </c:pt>
                <c:pt idx="1921">
                  <c:v>39582</c:v>
                </c:pt>
                <c:pt idx="1922">
                  <c:v>39583</c:v>
                </c:pt>
                <c:pt idx="1923">
                  <c:v>39584</c:v>
                </c:pt>
                <c:pt idx="1924">
                  <c:v>39587</c:v>
                </c:pt>
                <c:pt idx="1925">
                  <c:v>39588</c:v>
                </c:pt>
                <c:pt idx="1926">
                  <c:v>39589</c:v>
                </c:pt>
                <c:pt idx="1927">
                  <c:v>39590</c:v>
                </c:pt>
                <c:pt idx="1928">
                  <c:v>39591</c:v>
                </c:pt>
                <c:pt idx="1929">
                  <c:v>39594</c:v>
                </c:pt>
                <c:pt idx="1930">
                  <c:v>39595</c:v>
                </c:pt>
                <c:pt idx="1931">
                  <c:v>39596</c:v>
                </c:pt>
                <c:pt idx="1932">
                  <c:v>39597</c:v>
                </c:pt>
                <c:pt idx="1933">
                  <c:v>39598</c:v>
                </c:pt>
                <c:pt idx="1934">
                  <c:v>39601</c:v>
                </c:pt>
                <c:pt idx="1935">
                  <c:v>39602</c:v>
                </c:pt>
                <c:pt idx="1936">
                  <c:v>39603</c:v>
                </c:pt>
                <c:pt idx="1937">
                  <c:v>39604</c:v>
                </c:pt>
                <c:pt idx="1938">
                  <c:v>39605</c:v>
                </c:pt>
                <c:pt idx="1939">
                  <c:v>39608</c:v>
                </c:pt>
                <c:pt idx="1940">
                  <c:v>39609</c:v>
                </c:pt>
                <c:pt idx="1941">
                  <c:v>39610</c:v>
                </c:pt>
                <c:pt idx="1942">
                  <c:v>39611</c:v>
                </c:pt>
                <c:pt idx="1943">
                  <c:v>39612</c:v>
                </c:pt>
                <c:pt idx="1944">
                  <c:v>39615</c:v>
                </c:pt>
                <c:pt idx="1945">
                  <c:v>39616</c:v>
                </c:pt>
                <c:pt idx="1946">
                  <c:v>39617</c:v>
                </c:pt>
                <c:pt idx="1947">
                  <c:v>39618</c:v>
                </c:pt>
                <c:pt idx="1948">
                  <c:v>39619</c:v>
                </c:pt>
                <c:pt idx="1949">
                  <c:v>39622</c:v>
                </c:pt>
                <c:pt idx="1950">
                  <c:v>39623</c:v>
                </c:pt>
                <c:pt idx="1951">
                  <c:v>39624</c:v>
                </c:pt>
                <c:pt idx="1952">
                  <c:v>39625</c:v>
                </c:pt>
                <c:pt idx="1953">
                  <c:v>39626</c:v>
                </c:pt>
                <c:pt idx="1954">
                  <c:v>39629</c:v>
                </c:pt>
                <c:pt idx="1955">
                  <c:v>39630</c:v>
                </c:pt>
                <c:pt idx="1956">
                  <c:v>39631</c:v>
                </c:pt>
                <c:pt idx="1957">
                  <c:v>39632</c:v>
                </c:pt>
                <c:pt idx="1958">
                  <c:v>39633</c:v>
                </c:pt>
                <c:pt idx="1959">
                  <c:v>39636</c:v>
                </c:pt>
                <c:pt idx="1960">
                  <c:v>39637</c:v>
                </c:pt>
                <c:pt idx="1961">
                  <c:v>39638</c:v>
                </c:pt>
                <c:pt idx="1962">
                  <c:v>39639</c:v>
                </c:pt>
                <c:pt idx="1963">
                  <c:v>39640</c:v>
                </c:pt>
                <c:pt idx="1964">
                  <c:v>39643</c:v>
                </c:pt>
                <c:pt idx="1965">
                  <c:v>39644</c:v>
                </c:pt>
                <c:pt idx="1966">
                  <c:v>39645</c:v>
                </c:pt>
                <c:pt idx="1967">
                  <c:v>39646</c:v>
                </c:pt>
                <c:pt idx="1968">
                  <c:v>39647</c:v>
                </c:pt>
                <c:pt idx="1969">
                  <c:v>39650</c:v>
                </c:pt>
                <c:pt idx="1970">
                  <c:v>39651</c:v>
                </c:pt>
                <c:pt idx="1971">
                  <c:v>39652</c:v>
                </c:pt>
                <c:pt idx="1972">
                  <c:v>39653</c:v>
                </c:pt>
                <c:pt idx="1973">
                  <c:v>39654</c:v>
                </c:pt>
                <c:pt idx="1974">
                  <c:v>39657</c:v>
                </c:pt>
                <c:pt idx="1975">
                  <c:v>39658</c:v>
                </c:pt>
                <c:pt idx="1976">
                  <c:v>39659</c:v>
                </c:pt>
                <c:pt idx="1977">
                  <c:v>39660</c:v>
                </c:pt>
                <c:pt idx="1978">
                  <c:v>39661</c:v>
                </c:pt>
                <c:pt idx="1979">
                  <c:v>39664</c:v>
                </c:pt>
                <c:pt idx="1980">
                  <c:v>39665</c:v>
                </c:pt>
                <c:pt idx="1981">
                  <c:v>39666</c:v>
                </c:pt>
                <c:pt idx="1982">
                  <c:v>39667</c:v>
                </c:pt>
                <c:pt idx="1983">
                  <c:v>39668</c:v>
                </c:pt>
                <c:pt idx="1984">
                  <c:v>39671</c:v>
                </c:pt>
                <c:pt idx="1985">
                  <c:v>39672</c:v>
                </c:pt>
                <c:pt idx="1986">
                  <c:v>39673</c:v>
                </c:pt>
                <c:pt idx="1987">
                  <c:v>39674</c:v>
                </c:pt>
                <c:pt idx="1988">
                  <c:v>39675</c:v>
                </c:pt>
                <c:pt idx="1989">
                  <c:v>39678</c:v>
                </c:pt>
                <c:pt idx="1990">
                  <c:v>39679</c:v>
                </c:pt>
                <c:pt idx="1991">
                  <c:v>39680</c:v>
                </c:pt>
                <c:pt idx="1992">
                  <c:v>39681</c:v>
                </c:pt>
                <c:pt idx="1993">
                  <c:v>39682</c:v>
                </c:pt>
                <c:pt idx="1994">
                  <c:v>39685</c:v>
                </c:pt>
                <c:pt idx="1995">
                  <c:v>39686</c:v>
                </c:pt>
                <c:pt idx="1996">
                  <c:v>39687</c:v>
                </c:pt>
                <c:pt idx="1997">
                  <c:v>39688</c:v>
                </c:pt>
                <c:pt idx="1998">
                  <c:v>39689</c:v>
                </c:pt>
                <c:pt idx="1999">
                  <c:v>39692</c:v>
                </c:pt>
                <c:pt idx="2000">
                  <c:v>39693</c:v>
                </c:pt>
                <c:pt idx="2001">
                  <c:v>39694</c:v>
                </c:pt>
                <c:pt idx="2002">
                  <c:v>39695</c:v>
                </c:pt>
                <c:pt idx="2003">
                  <c:v>39696</c:v>
                </c:pt>
                <c:pt idx="2004">
                  <c:v>39699</c:v>
                </c:pt>
                <c:pt idx="2005">
                  <c:v>39700</c:v>
                </c:pt>
                <c:pt idx="2006">
                  <c:v>39701</c:v>
                </c:pt>
                <c:pt idx="2007">
                  <c:v>39702</c:v>
                </c:pt>
                <c:pt idx="2008">
                  <c:v>39703</c:v>
                </c:pt>
                <c:pt idx="2009">
                  <c:v>39706</c:v>
                </c:pt>
                <c:pt idx="2010">
                  <c:v>39707</c:v>
                </c:pt>
                <c:pt idx="2011">
                  <c:v>39708</c:v>
                </c:pt>
                <c:pt idx="2012">
                  <c:v>39709</c:v>
                </c:pt>
                <c:pt idx="2013">
                  <c:v>39710</c:v>
                </c:pt>
                <c:pt idx="2014">
                  <c:v>39713</c:v>
                </c:pt>
                <c:pt idx="2015">
                  <c:v>39714</c:v>
                </c:pt>
                <c:pt idx="2016">
                  <c:v>39715</c:v>
                </c:pt>
                <c:pt idx="2017">
                  <c:v>39716</c:v>
                </c:pt>
                <c:pt idx="2018">
                  <c:v>39717</c:v>
                </c:pt>
                <c:pt idx="2019">
                  <c:v>39720</c:v>
                </c:pt>
                <c:pt idx="2020">
                  <c:v>39721</c:v>
                </c:pt>
                <c:pt idx="2021">
                  <c:v>39722</c:v>
                </c:pt>
                <c:pt idx="2022">
                  <c:v>39723</c:v>
                </c:pt>
                <c:pt idx="2023">
                  <c:v>39724</c:v>
                </c:pt>
                <c:pt idx="2024">
                  <c:v>39727</c:v>
                </c:pt>
                <c:pt idx="2025">
                  <c:v>39728</c:v>
                </c:pt>
                <c:pt idx="2026">
                  <c:v>39729</c:v>
                </c:pt>
                <c:pt idx="2027">
                  <c:v>39730</c:v>
                </c:pt>
                <c:pt idx="2028">
                  <c:v>39731</c:v>
                </c:pt>
                <c:pt idx="2029">
                  <c:v>39734</c:v>
                </c:pt>
                <c:pt idx="2030">
                  <c:v>39735</c:v>
                </c:pt>
                <c:pt idx="2031">
                  <c:v>39736</c:v>
                </c:pt>
                <c:pt idx="2032">
                  <c:v>39737</c:v>
                </c:pt>
                <c:pt idx="2033">
                  <c:v>39738</c:v>
                </c:pt>
                <c:pt idx="2034">
                  <c:v>39741</c:v>
                </c:pt>
                <c:pt idx="2035">
                  <c:v>39742</c:v>
                </c:pt>
                <c:pt idx="2036">
                  <c:v>39743</c:v>
                </c:pt>
                <c:pt idx="2037">
                  <c:v>39744</c:v>
                </c:pt>
                <c:pt idx="2038">
                  <c:v>39745</c:v>
                </c:pt>
                <c:pt idx="2039">
                  <c:v>39748</c:v>
                </c:pt>
                <c:pt idx="2040">
                  <c:v>39749</c:v>
                </c:pt>
                <c:pt idx="2041">
                  <c:v>39750</c:v>
                </c:pt>
                <c:pt idx="2042">
                  <c:v>39751</c:v>
                </c:pt>
                <c:pt idx="2043">
                  <c:v>39752</c:v>
                </c:pt>
                <c:pt idx="2044">
                  <c:v>39755</c:v>
                </c:pt>
                <c:pt idx="2045">
                  <c:v>39756</c:v>
                </c:pt>
                <c:pt idx="2046">
                  <c:v>39757</c:v>
                </c:pt>
                <c:pt idx="2047">
                  <c:v>39758</c:v>
                </c:pt>
                <c:pt idx="2048">
                  <c:v>39759</c:v>
                </c:pt>
                <c:pt idx="2049">
                  <c:v>39762</c:v>
                </c:pt>
                <c:pt idx="2050">
                  <c:v>39763</c:v>
                </c:pt>
                <c:pt idx="2051">
                  <c:v>39764</c:v>
                </c:pt>
                <c:pt idx="2052">
                  <c:v>39765</c:v>
                </c:pt>
                <c:pt idx="2053">
                  <c:v>39766</c:v>
                </c:pt>
                <c:pt idx="2054">
                  <c:v>39769</c:v>
                </c:pt>
                <c:pt idx="2055">
                  <c:v>39770</c:v>
                </c:pt>
                <c:pt idx="2056">
                  <c:v>39771</c:v>
                </c:pt>
                <c:pt idx="2057">
                  <c:v>39772</c:v>
                </c:pt>
                <c:pt idx="2058">
                  <c:v>39773</c:v>
                </c:pt>
                <c:pt idx="2059">
                  <c:v>39776</c:v>
                </c:pt>
                <c:pt idx="2060">
                  <c:v>39777</c:v>
                </c:pt>
                <c:pt idx="2061">
                  <c:v>39778</c:v>
                </c:pt>
                <c:pt idx="2062">
                  <c:v>39779</c:v>
                </c:pt>
                <c:pt idx="2063">
                  <c:v>39780</c:v>
                </c:pt>
                <c:pt idx="2064">
                  <c:v>39783</c:v>
                </c:pt>
                <c:pt idx="2065">
                  <c:v>39784</c:v>
                </c:pt>
                <c:pt idx="2066">
                  <c:v>39785</c:v>
                </c:pt>
                <c:pt idx="2067">
                  <c:v>39786</c:v>
                </c:pt>
                <c:pt idx="2068">
                  <c:v>39787</c:v>
                </c:pt>
                <c:pt idx="2069">
                  <c:v>39790</c:v>
                </c:pt>
                <c:pt idx="2070">
                  <c:v>39791</c:v>
                </c:pt>
                <c:pt idx="2071">
                  <c:v>39792</c:v>
                </c:pt>
                <c:pt idx="2072">
                  <c:v>39793</c:v>
                </c:pt>
                <c:pt idx="2073">
                  <c:v>39794</c:v>
                </c:pt>
                <c:pt idx="2074">
                  <c:v>39797</c:v>
                </c:pt>
                <c:pt idx="2075">
                  <c:v>39798</c:v>
                </c:pt>
                <c:pt idx="2076">
                  <c:v>39799</c:v>
                </c:pt>
                <c:pt idx="2077">
                  <c:v>39800</c:v>
                </c:pt>
                <c:pt idx="2078">
                  <c:v>39801</c:v>
                </c:pt>
                <c:pt idx="2079">
                  <c:v>39804</c:v>
                </c:pt>
                <c:pt idx="2080">
                  <c:v>39805</c:v>
                </c:pt>
                <c:pt idx="2081">
                  <c:v>39806</c:v>
                </c:pt>
                <c:pt idx="2082">
                  <c:v>39807</c:v>
                </c:pt>
                <c:pt idx="2083">
                  <c:v>39808</c:v>
                </c:pt>
                <c:pt idx="2084">
                  <c:v>39811</c:v>
                </c:pt>
                <c:pt idx="2085">
                  <c:v>39812</c:v>
                </c:pt>
                <c:pt idx="2086">
                  <c:v>39813</c:v>
                </c:pt>
                <c:pt idx="2087">
                  <c:v>39814</c:v>
                </c:pt>
                <c:pt idx="2088">
                  <c:v>39815</c:v>
                </c:pt>
                <c:pt idx="2089">
                  <c:v>39818</c:v>
                </c:pt>
                <c:pt idx="2090">
                  <c:v>39819</c:v>
                </c:pt>
                <c:pt idx="2091">
                  <c:v>39820</c:v>
                </c:pt>
                <c:pt idx="2092">
                  <c:v>39821</c:v>
                </c:pt>
                <c:pt idx="2093">
                  <c:v>39822</c:v>
                </c:pt>
                <c:pt idx="2094">
                  <c:v>39825</c:v>
                </c:pt>
                <c:pt idx="2095">
                  <c:v>39826</c:v>
                </c:pt>
                <c:pt idx="2096">
                  <c:v>39827</c:v>
                </c:pt>
                <c:pt idx="2097">
                  <c:v>39828</c:v>
                </c:pt>
                <c:pt idx="2098">
                  <c:v>39829</c:v>
                </c:pt>
                <c:pt idx="2099">
                  <c:v>39832</c:v>
                </c:pt>
                <c:pt idx="2100">
                  <c:v>39833</c:v>
                </c:pt>
                <c:pt idx="2101">
                  <c:v>39834</c:v>
                </c:pt>
                <c:pt idx="2102">
                  <c:v>39835</c:v>
                </c:pt>
                <c:pt idx="2103">
                  <c:v>39836</c:v>
                </c:pt>
                <c:pt idx="2104">
                  <c:v>39839</c:v>
                </c:pt>
                <c:pt idx="2105">
                  <c:v>39840</c:v>
                </c:pt>
                <c:pt idx="2106">
                  <c:v>39841</c:v>
                </c:pt>
                <c:pt idx="2107">
                  <c:v>39842</c:v>
                </c:pt>
                <c:pt idx="2108">
                  <c:v>39843</c:v>
                </c:pt>
                <c:pt idx="2109">
                  <c:v>39846</c:v>
                </c:pt>
                <c:pt idx="2110">
                  <c:v>39847</c:v>
                </c:pt>
                <c:pt idx="2111">
                  <c:v>39848</c:v>
                </c:pt>
                <c:pt idx="2112">
                  <c:v>39849</c:v>
                </c:pt>
                <c:pt idx="2113">
                  <c:v>39850</c:v>
                </c:pt>
                <c:pt idx="2114">
                  <c:v>39853</c:v>
                </c:pt>
                <c:pt idx="2115">
                  <c:v>39854</c:v>
                </c:pt>
                <c:pt idx="2116">
                  <c:v>39855</c:v>
                </c:pt>
                <c:pt idx="2117">
                  <c:v>39856</c:v>
                </c:pt>
                <c:pt idx="2118">
                  <c:v>39857</c:v>
                </c:pt>
                <c:pt idx="2119">
                  <c:v>39860</c:v>
                </c:pt>
                <c:pt idx="2120">
                  <c:v>39861</c:v>
                </c:pt>
                <c:pt idx="2121">
                  <c:v>39862</c:v>
                </c:pt>
                <c:pt idx="2122">
                  <c:v>39863</c:v>
                </c:pt>
                <c:pt idx="2123">
                  <c:v>39864</c:v>
                </c:pt>
                <c:pt idx="2124">
                  <c:v>39867</c:v>
                </c:pt>
                <c:pt idx="2125">
                  <c:v>39868</c:v>
                </c:pt>
                <c:pt idx="2126">
                  <c:v>39869</c:v>
                </c:pt>
                <c:pt idx="2127">
                  <c:v>39870</c:v>
                </c:pt>
                <c:pt idx="2128">
                  <c:v>39871</c:v>
                </c:pt>
                <c:pt idx="2129">
                  <c:v>39874</c:v>
                </c:pt>
                <c:pt idx="2130">
                  <c:v>39875</c:v>
                </c:pt>
                <c:pt idx="2131">
                  <c:v>39876</c:v>
                </c:pt>
                <c:pt idx="2132">
                  <c:v>39877</c:v>
                </c:pt>
                <c:pt idx="2133">
                  <c:v>39878</c:v>
                </c:pt>
                <c:pt idx="2134">
                  <c:v>39881</c:v>
                </c:pt>
                <c:pt idx="2135">
                  <c:v>39882</c:v>
                </c:pt>
                <c:pt idx="2136">
                  <c:v>39883</c:v>
                </c:pt>
                <c:pt idx="2137">
                  <c:v>39884</c:v>
                </c:pt>
                <c:pt idx="2138">
                  <c:v>39885</c:v>
                </c:pt>
                <c:pt idx="2139">
                  <c:v>39888</c:v>
                </c:pt>
                <c:pt idx="2140">
                  <c:v>39889</c:v>
                </c:pt>
                <c:pt idx="2141">
                  <c:v>39890</c:v>
                </c:pt>
                <c:pt idx="2142">
                  <c:v>39891</c:v>
                </c:pt>
                <c:pt idx="2143">
                  <c:v>39892</c:v>
                </c:pt>
                <c:pt idx="2144">
                  <c:v>39895</c:v>
                </c:pt>
                <c:pt idx="2145">
                  <c:v>39896</c:v>
                </c:pt>
                <c:pt idx="2146">
                  <c:v>39897</c:v>
                </c:pt>
                <c:pt idx="2147">
                  <c:v>39898</c:v>
                </c:pt>
                <c:pt idx="2148">
                  <c:v>39899</c:v>
                </c:pt>
                <c:pt idx="2149">
                  <c:v>39902</c:v>
                </c:pt>
                <c:pt idx="2150">
                  <c:v>39903</c:v>
                </c:pt>
                <c:pt idx="2151">
                  <c:v>39904</c:v>
                </c:pt>
                <c:pt idx="2152">
                  <c:v>39905</c:v>
                </c:pt>
                <c:pt idx="2153">
                  <c:v>39906</c:v>
                </c:pt>
                <c:pt idx="2154">
                  <c:v>39909</c:v>
                </c:pt>
                <c:pt idx="2155">
                  <c:v>39910</c:v>
                </c:pt>
                <c:pt idx="2156">
                  <c:v>39911</c:v>
                </c:pt>
                <c:pt idx="2157">
                  <c:v>39912</c:v>
                </c:pt>
                <c:pt idx="2158">
                  <c:v>39913</c:v>
                </c:pt>
                <c:pt idx="2159">
                  <c:v>39916</c:v>
                </c:pt>
                <c:pt idx="2160">
                  <c:v>39917</c:v>
                </c:pt>
                <c:pt idx="2161">
                  <c:v>39918</c:v>
                </c:pt>
                <c:pt idx="2162">
                  <c:v>39919</c:v>
                </c:pt>
                <c:pt idx="2163">
                  <c:v>39920</c:v>
                </c:pt>
                <c:pt idx="2164">
                  <c:v>39923</c:v>
                </c:pt>
                <c:pt idx="2165">
                  <c:v>39924</c:v>
                </c:pt>
                <c:pt idx="2166">
                  <c:v>39925</c:v>
                </c:pt>
                <c:pt idx="2167">
                  <c:v>39926</c:v>
                </c:pt>
                <c:pt idx="2168">
                  <c:v>39927</c:v>
                </c:pt>
                <c:pt idx="2169">
                  <c:v>39930</c:v>
                </c:pt>
                <c:pt idx="2170">
                  <c:v>39931</c:v>
                </c:pt>
                <c:pt idx="2171">
                  <c:v>39932</c:v>
                </c:pt>
                <c:pt idx="2172">
                  <c:v>39933</c:v>
                </c:pt>
                <c:pt idx="2173">
                  <c:v>39934</c:v>
                </c:pt>
                <c:pt idx="2174">
                  <c:v>39937</c:v>
                </c:pt>
                <c:pt idx="2175">
                  <c:v>39938</c:v>
                </c:pt>
                <c:pt idx="2176">
                  <c:v>39939</c:v>
                </c:pt>
                <c:pt idx="2177">
                  <c:v>39940</c:v>
                </c:pt>
                <c:pt idx="2178">
                  <c:v>39941</c:v>
                </c:pt>
                <c:pt idx="2179">
                  <c:v>39944</c:v>
                </c:pt>
                <c:pt idx="2180">
                  <c:v>39945</c:v>
                </c:pt>
                <c:pt idx="2181">
                  <c:v>39946</c:v>
                </c:pt>
                <c:pt idx="2182">
                  <c:v>39947</c:v>
                </c:pt>
                <c:pt idx="2183">
                  <c:v>39948</c:v>
                </c:pt>
                <c:pt idx="2184">
                  <c:v>39951</c:v>
                </c:pt>
                <c:pt idx="2185">
                  <c:v>39952</c:v>
                </c:pt>
                <c:pt idx="2186">
                  <c:v>39953</c:v>
                </c:pt>
                <c:pt idx="2187">
                  <c:v>39954</c:v>
                </c:pt>
                <c:pt idx="2188">
                  <c:v>39955</c:v>
                </c:pt>
                <c:pt idx="2189">
                  <c:v>39958</c:v>
                </c:pt>
                <c:pt idx="2190">
                  <c:v>39959</c:v>
                </c:pt>
                <c:pt idx="2191">
                  <c:v>39960</c:v>
                </c:pt>
                <c:pt idx="2192">
                  <c:v>39961</c:v>
                </c:pt>
                <c:pt idx="2193">
                  <c:v>39962</c:v>
                </c:pt>
                <c:pt idx="2194">
                  <c:v>39965</c:v>
                </c:pt>
                <c:pt idx="2195">
                  <c:v>39966</c:v>
                </c:pt>
                <c:pt idx="2196">
                  <c:v>39967</c:v>
                </c:pt>
                <c:pt idx="2197">
                  <c:v>39968</c:v>
                </c:pt>
                <c:pt idx="2198">
                  <c:v>39969</c:v>
                </c:pt>
                <c:pt idx="2199">
                  <c:v>39972</c:v>
                </c:pt>
                <c:pt idx="2200">
                  <c:v>39973</c:v>
                </c:pt>
                <c:pt idx="2201">
                  <c:v>39974</c:v>
                </c:pt>
                <c:pt idx="2202">
                  <c:v>39975</c:v>
                </c:pt>
                <c:pt idx="2203">
                  <c:v>39976</c:v>
                </c:pt>
                <c:pt idx="2204">
                  <c:v>39979</c:v>
                </c:pt>
                <c:pt idx="2205">
                  <c:v>39980</c:v>
                </c:pt>
                <c:pt idx="2206">
                  <c:v>39981</c:v>
                </c:pt>
                <c:pt idx="2207">
                  <c:v>39982</c:v>
                </c:pt>
                <c:pt idx="2208">
                  <c:v>39983</c:v>
                </c:pt>
                <c:pt idx="2209">
                  <c:v>39986</c:v>
                </c:pt>
                <c:pt idx="2210">
                  <c:v>39987</c:v>
                </c:pt>
                <c:pt idx="2211">
                  <c:v>39988</c:v>
                </c:pt>
                <c:pt idx="2212">
                  <c:v>39989</c:v>
                </c:pt>
                <c:pt idx="2213">
                  <c:v>39990</c:v>
                </c:pt>
                <c:pt idx="2214">
                  <c:v>39993</c:v>
                </c:pt>
                <c:pt idx="2215">
                  <c:v>39994</c:v>
                </c:pt>
                <c:pt idx="2216">
                  <c:v>39995</c:v>
                </c:pt>
                <c:pt idx="2217">
                  <c:v>39996</c:v>
                </c:pt>
                <c:pt idx="2218">
                  <c:v>39997</c:v>
                </c:pt>
                <c:pt idx="2219">
                  <c:v>40000</c:v>
                </c:pt>
                <c:pt idx="2220">
                  <c:v>40001</c:v>
                </c:pt>
                <c:pt idx="2221">
                  <c:v>40002</c:v>
                </c:pt>
                <c:pt idx="2222">
                  <c:v>40003</c:v>
                </c:pt>
                <c:pt idx="2223">
                  <c:v>40004</c:v>
                </c:pt>
                <c:pt idx="2224">
                  <c:v>40007</c:v>
                </c:pt>
                <c:pt idx="2225">
                  <c:v>40008</c:v>
                </c:pt>
                <c:pt idx="2226">
                  <c:v>40009</c:v>
                </c:pt>
                <c:pt idx="2227">
                  <c:v>40010</c:v>
                </c:pt>
                <c:pt idx="2228">
                  <c:v>40011</c:v>
                </c:pt>
                <c:pt idx="2229">
                  <c:v>40014</c:v>
                </c:pt>
                <c:pt idx="2230">
                  <c:v>40015</c:v>
                </c:pt>
                <c:pt idx="2231">
                  <c:v>40016</c:v>
                </c:pt>
                <c:pt idx="2232">
                  <c:v>40017</c:v>
                </c:pt>
                <c:pt idx="2233">
                  <c:v>40018</c:v>
                </c:pt>
                <c:pt idx="2234">
                  <c:v>40021</c:v>
                </c:pt>
                <c:pt idx="2235">
                  <c:v>40022</c:v>
                </c:pt>
                <c:pt idx="2236">
                  <c:v>40023</c:v>
                </c:pt>
                <c:pt idx="2237">
                  <c:v>40024</c:v>
                </c:pt>
                <c:pt idx="2238">
                  <c:v>40025</c:v>
                </c:pt>
                <c:pt idx="2239">
                  <c:v>40028</c:v>
                </c:pt>
                <c:pt idx="2240">
                  <c:v>40029</c:v>
                </c:pt>
                <c:pt idx="2241">
                  <c:v>40030</c:v>
                </c:pt>
                <c:pt idx="2242">
                  <c:v>40031</c:v>
                </c:pt>
                <c:pt idx="2243">
                  <c:v>40032</c:v>
                </c:pt>
                <c:pt idx="2244">
                  <c:v>40035</c:v>
                </c:pt>
                <c:pt idx="2245">
                  <c:v>40036</c:v>
                </c:pt>
                <c:pt idx="2246">
                  <c:v>40037</c:v>
                </c:pt>
                <c:pt idx="2247">
                  <c:v>40038</c:v>
                </c:pt>
                <c:pt idx="2248">
                  <c:v>40039</c:v>
                </c:pt>
                <c:pt idx="2249">
                  <c:v>40042</c:v>
                </c:pt>
                <c:pt idx="2250">
                  <c:v>40043</c:v>
                </c:pt>
                <c:pt idx="2251">
                  <c:v>40044</c:v>
                </c:pt>
                <c:pt idx="2252">
                  <c:v>40045</c:v>
                </c:pt>
                <c:pt idx="2253">
                  <c:v>40046</c:v>
                </c:pt>
                <c:pt idx="2254">
                  <c:v>40049</c:v>
                </c:pt>
                <c:pt idx="2255">
                  <c:v>40050</c:v>
                </c:pt>
                <c:pt idx="2256">
                  <c:v>40051</c:v>
                </c:pt>
                <c:pt idx="2257">
                  <c:v>40052</c:v>
                </c:pt>
                <c:pt idx="2258">
                  <c:v>40053</c:v>
                </c:pt>
                <c:pt idx="2259">
                  <c:v>40056</c:v>
                </c:pt>
                <c:pt idx="2260">
                  <c:v>40057</c:v>
                </c:pt>
                <c:pt idx="2261">
                  <c:v>40058</c:v>
                </c:pt>
                <c:pt idx="2262">
                  <c:v>40059</c:v>
                </c:pt>
                <c:pt idx="2263">
                  <c:v>40060</c:v>
                </c:pt>
                <c:pt idx="2264">
                  <c:v>40063</c:v>
                </c:pt>
                <c:pt idx="2265">
                  <c:v>40064</c:v>
                </c:pt>
                <c:pt idx="2266">
                  <c:v>40065</c:v>
                </c:pt>
                <c:pt idx="2267">
                  <c:v>40066</c:v>
                </c:pt>
                <c:pt idx="2268">
                  <c:v>40067</c:v>
                </c:pt>
                <c:pt idx="2269">
                  <c:v>40070</c:v>
                </c:pt>
                <c:pt idx="2270">
                  <c:v>40071</c:v>
                </c:pt>
                <c:pt idx="2271">
                  <c:v>40072</c:v>
                </c:pt>
                <c:pt idx="2272">
                  <c:v>40073</c:v>
                </c:pt>
                <c:pt idx="2273">
                  <c:v>40074</c:v>
                </c:pt>
                <c:pt idx="2274">
                  <c:v>40077</c:v>
                </c:pt>
                <c:pt idx="2275">
                  <c:v>40078</c:v>
                </c:pt>
                <c:pt idx="2276">
                  <c:v>40079</c:v>
                </c:pt>
                <c:pt idx="2277">
                  <c:v>40080</c:v>
                </c:pt>
                <c:pt idx="2278">
                  <c:v>40081</c:v>
                </c:pt>
                <c:pt idx="2279">
                  <c:v>40084</c:v>
                </c:pt>
                <c:pt idx="2280">
                  <c:v>40085</c:v>
                </c:pt>
                <c:pt idx="2281">
                  <c:v>40086</c:v>
                </c:pt>
                <c:pt idx="2282">
                  <c:v>40087</c:v>
                </c:pt>
                <c:pt idx="2283">
                  <c:v>40088</c:v>
                </c:pt>
                <c:pt idx="2284">
                  <c:v>40091</c:v>
                </c:pt>
                <c:pt idx="2285">
                  <c:v>40092</c:v>
                </c:pt>
                <c:pt idx="2286">
                  <c:v>40093</c:v>
                </c:pt>
                <c:pt idx="2287">
                  <c:v>40094</c:v>
                </c:pt>
                <c:pt idx="2288">
                  <c:v>40095</c:v>
                </c:pt>
                <c:pt idx="2289">
                  <c:v>40098</c:v>
                </c:pt>
                <c:pt idx="2290">
                  <c:v>40099</c:v>
                </c:pt>
                <c:pt idx="2291">
                  <c:v>40100</c:v>
                </c:pt>
                <c:pt idx="2292">
                  <c:v>40101</c:v>
                </c:pt>
                <c:pt idx="2293">
                  <c:v>40102</c:v>
                </c:pt>
                <c:pt idx="2294">
                  <c:v>40105</c:v>
                </c:pt>
                <c:pt idx="2295">
                  <c:v>40106</c:v>
                </c:pt>
                <c:pt idx="2296">
                  <c:v>40107</c:v>
                </c:pt>
                <c:pt idx="2297">
                  <c:v>40108</c:v>
                </c:pt>
                <c:pt idx="2298">
                  <c:v>40109</c:v>
                </c:pt>
                <c:pt idx="2299">
                  <c:v>40112</c:v>
                </c:pt>
                <c:pt idx="2300">
                  <c:v>40113</c:v>
                </c:pt>
                <c:pt idx="2301">
                  <c:v>40114</c:v>
                </c:pt>
                <c:pt idx="2302">
                  <c:v>40115</c:v>
                </c:pt>
                <c:pt idx="2303">
                  <c:v>40116</c:v>
                </c:pt>
                <c:pt idx="2304">
                  <c:v>40119</c:v>
                </c:pt>
                <c:pt idx="2305">
                  <c:v>40120</c:v>
                </c:pt>
                <c:pt idx="2306">
                  <c:v>40121</c:v>
                </c:pt>
                <c:pt idx="2307">
                  <c:v>40122</c:v>
                </c:pt>
                <c:pt idx="2308">
                  <c:v>40123</c:v>
                </c:pt>
                <c:pt idx="2309">
                  <c:v>40126</c:v>
                </c:pt>
                <c:pt idx="2310">
                  <c:v>40127</c:v>
                </c:pt>
                <c:pt idx="2311">
                  <c:v>40128</c:v>
                </c:pt>
                <c:pt idx="2312">
                  <c:v>40129</c:v>
                </c:pt>
                <c:pt idx="2313">
                  <c:v>40130</c:v>
                </c:pt>
                <c:pt idx="2314">
                  <c:v>40133</c:v>
                </c:pt>
                <c:pt idx="2315">
                  <c:v>40134</c:v>
                </c:pt>
                <c:pt idx="2316">
                  <c:v>40135</c:v>
                </c:pt>
                <c:pt idx="2317">
                  <c:v>40136</c:v>
                </c:pt>
                <c:pt idx="2318">
                  <c:v>40137</c:v>
                </c:pt>
                <c:pt idx="2319">
                  <c:v>40140</c:v>
                </c:pt>
                <c:pt idx="2320">
                  <c:v>40141</c:v>
                </c:pt>
                <c:pt idx="2321">
                  <c:v>40142</c:v>
                </c:pt>
                <c:pt idx="2322">
                  <c:v>40143</c:v>
                </c:pt>
                <c:pt idx="2323">
                  <c:v>40144</c:v>
                </c:pt>
                <c:pt idx="2324">
                  <c:v>40147</c:v>
                </c:pt>
                <c:pt idx="2325">
                  <c:v>40148</c:v>
                </c:pt>
                <c:pt idx="2326">
                  <c:v>40149</c:v>
                </c:pt>
                <c:pt idx="2327">
                  <c:v>40150</c:v>
                </c:pt>
                <c:pt idx="2328">
                  <c:v>40151</c:v>
                </c:pt>
                <c:pt idx="2329">
                  <c:v>40154</c:v>
                </c:pt>
                <c:pt idx="2330">
                  <c:v>40155</c:v>
                </c:pt>
                <c:pt idx="2331">
                  <c:v>40156</c:v>
                </c:pt>
                <c:pt idx="2332">
                  <c:v>40157</c:v>
                </c:pt>
                <c:pt idx="2333">
                  <c:v>40158</c:v>
                </c:pt>
                <c:pt idx="2334">
                  <c:v>40161</c:v>
                </c:pt>
                <c:pt idx="2335">
                  <c:v>40162</c:v>
                </c:pt>
                <c:pt idx="2336">
                  <c:v>40163</c:v>
                </c:pt>
                <c:pt idx="2337">
                  <c:v>40164</c:v>
                </c:pt>
                <c:pt idx="2338">
                  <c:v>40165</c:v>
                </c:pt>
                <c:pt idx="2339">
                  <c:v>40168</c:v>
                </c:pt>
                <c:pt idx="2340">
                  <c:v>40169</c:v>
                </c:pt>
                <c:pt idx="2341">
                  <c:v>40170</c:v>
                </c:pt>
                <c:pt idx="2342">
                  <c:v>40171</c:v>
                </c:pt>
                <c:pt idx="2343">
                  <c:v>40172</c:v>
                </c:pt>
                <c:pt idx="2344">
                  <c:v>40175</c:v>
                </c:pt>
                <c:pt idx="2345">
                  <c:v>40176</c:v>
                </c:pt>
                <c:pt idx="2346">
                  <c:v>40177</c:v>
                </c:pt>
                <c:pt idx="2347">
                  <c:v>40178</c:v>
                </c:pt>
                <c:pt idx="2348">
                  <c:v>40179</c:v>
                </c:pt>
                <c:pt idx="2349">
                  <c:v>40182</c:v>
                </c:pt>
                <c:pt idx="2350">
                  <c:v>40183</c:v>
                </c:pt>
                <c:pt idx="2351">
                  <c:v>40184</c:v>
                </c:pt>
                <c:pt idx="2352">
                  <c:v>40185</c:v>
                </c:pt>
                <c:pt idx="2353">
                  <c:v>40186</c:v>
                </c:pt>
                <c:pt idx="2354">
                  <c:v>40189</c:v>
                </c:pt>
                <c:pt idx="2355">
                  <c:v>40190</c:v>
                </c:pt>
                <c:pt idx="2356">
                  <c:v>40191</c:v>
                </c:pt>
                <c:pt idx="2357">
                  <c:v>40192</c:v>
                </c:pt>
                <c:pt idx="2358">
                  <c:v>40193</c:v>
                </c:pt>
                <c:pt idx="2359">
                  <c:v>40196</c:v>
                </c:pt>
                <c:pt idx="2360">
                  <c:v>40197</c:v>
                </c:pt>
                <c:pt idx="2361">
                  <c:v>40198</c:v>
                </c:pt>
                <c:pt idx="2362">
                  <c:v>40199</c:v>
                </c:pt>
                <c:pt idx="2363">
                  <c:v>40200</c:v>
                </c:pt>
                <c:pt idx="2364">
                  <c:v>40203</c:v>
                </c:pt>
                <c:pt idx="2365">
                  <c:v>40204</c:v>
                </c:pt>
                <c:pt idx="2366">
                  <c:v>40205</c:v>
                </c:pt>
                <c:pt idx="2367">
                  <c:v>40206</c:v>
                </c:pt>
                <c:pt idx="2368">
                  <c:v>40207</c:v>
                </c:pt>
                <c:pt idx="2369">
                  <c:v>40210</c:v>
                </c:pt>
                <c:pt idx="2370">
                  <c:v>40211</c:v>
                </c:pt>
                <c:pt idx="2371">
                  <c:v>40212</c:v>
                </c:pt>
                <c:pt idx="2372">
                  <c:v>40213</c:v>
                </c:pt>
                <c:pt idx="2373">
                  <c:v>40214</c:v>
                </c:pt>
                <c:pt idx="2374">
                  <c:v>40217</c:v>
                </c:pt>
                <c:pt idx="2375">
                  <c:v>40218</c:v>
                </c:pt>
                <c:pt idx="2376">
                  <c:v>40219</c:v>
                </c:pt>
                <c:pt idx="2377">
                  <c:v>40220</c:v>
                </c:pt>
                <c:pt idx="2378">
                  <c:v>40221</c:v>
                </c:pt>
                <c:pt idx="2379">
                  <c:v>40224</c:v>
                </c:pt>
                <c:pt idx="2380">
                  <c:v>40225</c:v>
                </c:pt>
                <c:pt idx="2381">
                  <c:v>40226</c:v>
                </c:pt>
                <c:pt idx="2382">
                  <c:v>40227</c:v>
                </c:pt>
                <c:pt idx="2383">
                  <c:v>40228</c:v>
                </c:pt>
                <c:pt idx="2384">
                  <c:v>40231</c:v>
                </c:pt>
                <c:pt idx="2385">
                  <c:v>40232</c:v>
                </c:pt>
                <c:pt idx="2386">
                  <c:v>40233</c:v>
                </c:pt>
                <c:pt idx="2387">
                  <c:v>40234</c:v>
                </c:pt>
                <c:pt idx="2388">
                  <c:v>40235</c:v>
                </c:pt>
                <c:pt idx="2389">
                  <c:v>40238</c:v>
                </c:pt>
                <c:pt idx="2390">
                  <c:v>40239</c:v>
                </c:pt>
                <c:pt idx="2391">
                  <c:v>40240</c:v>
                </c:pt>
                <c:pt idx="2392">
                  <c:v>40241</c:v>
                </c:pt>
                <c:pt idx="2393">
                  <c:v>40242</c:v>
                </c:pt>
                <c:pt idx="2394">
                  <c:v>40245</c:v>
                </c:pt>
                <c:pt idx="2395">
                  <c:v>40246</c:v>
                </c:pt>
                <c:pt idx="2396">
                  <c:v>40247</c:v>
                </c:pt>
                <c:pt idx="2397">
                  <c:v>40248</c:v>
                </c:pt>
                <c:pt idx="2398">
                  <c:v>40249</c:v>
                </c:pt>
                <c:pt idx="2399">
                  <c:v>40252</c:v>
                </c:pt>
                <c:pt idx="2400">
                  <c:v>40253</c:v>
                </c:pt>
                <c:pt idx="2401">
                  <c:v>40254</c:v>
                </c:pt>
                <c:pt idx="2402">
                  <c:v>40255</c:v>
                </c:pt>
                <c:pt idx="2403">
                  <c:v>40256</c:v>
                </c:pt>
                <c:pt idx="2404">
                  <c:v>40259</c:v>
                </c:pt>
                <c:pt idx="2405">
                  <c:v>40260</c:v>
                </c:pt>
                <c:pt idx="2406">
                  <c:v>40261</c:v>
                </c:pt>
                <c:pt idx="2407">
                  <c:v>40262</c:v>
                </c:pt>
                <c:pt idx="2408">
                  <c:v>40263</c:v>
                </c:pt>
                <c:pt idx="2409">
                  <c:v>40266</c:v>
                </c:pt>
                <c:pt idx="2410">
                  <c:v>40267</c:v>
                </c:pt>
                <c:pt idx="2411">
                  <c:v>40268</c:v>
                </c:pt>
                <c:pt idx="2412">
                  <c:v>40269</c:v>
                </c:pt>
                <c:pt idx="2413">
                  <c:v>40270</c:v>
                </c:pt>
                <c:pt idx="2414">
                  <c:v>40273</c:v>
                </c:pt>
                <c:pt idx="2415">
                  <c:v>40274</c:v>
                </c:pt>
                <c:pt idx="2416">
                  <c:v>40275</c:v>
                </c:pt>
                <c:pt idx="2417">
                  <c:v>40276</c:v>
                </c:pt>
                <c:pt idx="2418">
                  <c:v>40277</c:v>
                </c:pt>
                <c:pt idx="2419">
                  <c:v>40280</c:v>
                </c:pt>
                <c:pt idx="2420">
                  <c:v>40281</c:v>
                </c:pt>
                <c:pt idx="2421">
                  <c:v>40282</c:v>
                </c:pt>
                <c:pt idx="2422">
                  <c:v>40283</c:v>
                </c:pt>
                <c:pt idx="2423">
                  <c:v>40284</c:v>
                </c:pt>
                <c:pt idx="2424">
                  <c:v>40287</c:v>
                </c:pt>
                <c:pt idx="2425">
                  <c:v>40288</c:v>
                </c:pt>
                <c:pt idx="2426">
                  <c:v>40289</c:v>
                </c:pt>
                <c:pt idx="2427">
                  <c:v>40290</c:v>
                </c:pt>
                <c:pt idx="2428">
                  <c:v>40291</c:v>
                </c:pt>
                <c:pt idx="2429">
                  <c:v>40294</c:v>
                </c:pt>
                <c:pt idx="2430">
                  <c:v>40295</c:v>
                </c:pt>
                <c:pt idx="2431">
                  <c:v>40296</c:v>
                </c:pt>
                <c:pt idx="2432">
                  <c:v>40297</c:v>
                </c:pt>
                <c:pt idx="2433">
                  <c:v>40298</c:v>
                </c:pt>
                <c:pt idx="2434">
                  <c:v>40301</c:v>
                </c:pt>
                <c:pt idx="2435">
                  <c:v>40302</c:v>
                </c:pt>
                <c:pt idx="2436">
                  <c:v>40303</c:v>
                </c:pt>
                <c:pt idx="2437">
                  <c:v>40304</c:v>
                </c:pt>
                <c:pt idx="2438">
                  <c:v>40305</c:v>
                </c:pt>
                <c:pt idx="2439">
                  <c:v>40308</c:v>
                </c:pt>
                <c:pt idx="2440">
                  <c:v>40309</c:v>
                </c:pt>
                <c:pt idx="2441">
                  <c:v>40310</c:v>
                </c:pt>
                <c:pt idx="2442">
                  <c:v>40311</c:v>
                </c:pt>
                <c:pt idx="2443">
                  <c:v>40312</c:v>
                </c:pt>
                <c:pt idx="2444">
                  <c:v>40315</c:v>
                </c:pt>
                <c:pt idx="2445">
                  <c:v>40316</c:v>
                </c:pt>
                <c:pt idx="2446">
                  <c:v>40317</c:v>
                </c:pt>
                <c:pt idx="2447">
                  <c:v>40318</c:v>
                </c:pt>
                <c:pt idx="2448">
                  <c:v>40319</c:v>
                </c:pt>
                <c:pt idx="2449">
                  <c:v>40322</c:v>
                </c:pt>
                <c:pt idx="2450">
                  <c:v>40323</c:v>
                </c:pt>
                <c:pt idx="2451">
                  <c:v>40324</c:v>
                </c:pt>
                <c:pt idx="2452">
                  <c:v>40325</c:v>
                </c:pt>
                <c:pt idx="2453">
                  <c:v>40326</c:v>
                </c:pt>
                <c:pt idx="2454">
                  <c:v>40329</c:v>
                </c:pt>
                <c:pt idx="2455">
                  <c:v>40330</c:v>
                </c:pt>
                <c:pt idx="2456">
                  <c:v>40331</c:v>
                </c:pt>
                <c:pt idx="2457">
                  <c:v>40332</c:v>
                </c:pt>
                <c:pt idx="2458">
                  <c:v>40333</c:v>
                </c:pt>
                <c:pt idx="2459">
                  <c:v>40336</c:v>
                </c:pt>
                <c:pt idx="2460">
                  <c:v>40337</c:v>
                </c:pt>
                <c:pt idx="2461">
                  <c:v>40338</c:v>
                </c:pt>
                <c:pt idx="2462">
                  <c:v>40339</c:v>
                </c:pt>
                <c:pt idx="2463">
                  <c:v>40340</c:v>
                </c:pt>
                <c:pt idx="2464">
                  <c:v>40343</c:v>
                </c:pt>
                <c:pt idx="2465">
                  <c:v>40344</c:v>
                </c:pt>
                <c:pt idx="2466">
                  <c:v>40345</c:v>
                </c:pt>
                <c:pt idx="2467">
                  <c:v>40346</c:v>
                </c:pt>
                <c:pt idx="2468">
                  <c:v>40347</c:v>
                </c:pt>
                <c:pt idx="2469">
                  <c:v>40350</c:v>
                </c:pt>
                <c:pt idx="2470">
                  <c:v>40351</c:v>
                </c:pt>
                <c:pt idx="2471">
                  <c:v>40352</c:v>
                </c:pt>
                <c:pt idx="2472">
                  <c:v>40353</c:v>
                </c:pt>
                <c:pt idx="2473">
                  <c:v>40354</c:v>
                </c:pt>
                <c:pt idx="2474">
                  <c:v>40357</c:v>
                </c:pt>
                <c:pt idx="2475">
                  <c:v>40358</c:v>
                </c:pt>
                <c:pt idx="2476">
                  <c:v>40359</c:v>
                </c:pt>
                <c:pt idx="2477">
                  <c:v>40360</c:v>
                </c:pt>
                <c:pt idx="2478">
                  <c:v>40361</c:v>
                </c:pt>
                <c:pt idx="2479">
                  <c:v>40364</c:v>
                </c:pt>
                <c:pt idx="2480">
                  <c:v>40365</c:v>
                </c:pt>
                <c:pt idx="2481">
                  <c:v>40366</c:v>
                </c:pt>
                <c:pt idx="2482">
                  <c:v>40367</c:v>
                </c:pt>
                <c:pt idx="2483">
                  <c:v>40368</c:v>
                </c:pt>
                <c:pt idx="2484">
                  <c:v>40371</c:v>
                </c:pt>
                <c:pt idx="2485">
                  <c:v>40372</c:v>
                </c:pt>
                <c:pt idx="2486">
                  <c:v>40373</c:v>
                </c:pt>
                <c:pt idx="2487">
                  <c:v>40374</c:v>
                </c:pt>
                <c:pt idx="2488">
                  <c:v>40375</c:v>
                </c:pt>
                <c:pt idx="2489">
                  <c:v>40378</c:v>
                </c:pt>
                <c:pt idx="2490">
                  <c:v>40379</c:v>
                </c:pt>
                <c:pt idx="2491">
                  <c:v>40380</c:v>
                </c:pt>
                <c:pt idx="2492">
                  <c:v>40381</c:v>
                </c:pt>
                <c:pt idx="2493">
                  <c:v>40382</c:v>
                </c:pt>
                <c:pt idx="2494">
                  <c:v>40385</c:v>
                </c:pt>
                <c:pt idx="2495">
                  <c:v>40386</c:v>
                </c:pt>
                <c:pt idx="2496">
                  <c:v>40387</c:v>
                </c:pt>
                <c:pt idx="2497">
                  <c:v>40388</c:v>
                </c:pt>
                <c:pt idx="2498">
                  <c:v>40389</c:v>
                </c:pt>
                <c:pt idx="2499">
                  <c:v>40392</c:v>
                </c:pt>
                <c:pt idx="2500">
                  <c:v>40393</c:v>
                </c:pt>
                <c:pt idx="2501">
                  <c:v>40394</c:v>
                </c:pt>
                <c:pt idx="2502">
                  <c:v>40395</c:v>
                </c:pt>
                <c:pt idx="2503">
                  <c:v>40396</c:v>
                </c:pt>
                <c:pt idx="2504">
                  <c:v>40399</c:v>
                </c:pt>
                <c:pt idx="2505">
                  <c:v>40400</c:v>
                </c:pt>
                <c:pt idx="2506">
                  <c:v>40401</c:v>
                </c:pt>
                <c:pt idx="2507">
                  <c:v>40402</c:v>
                </c:pt>
                <c:pt idx="2508">
                  <c:v>40403</c:v>
                </c:pt>
                <c:pt idx="2509">
                  <c:v>40406</c:v>
                </c:pt>
                <c:pt idx="2510">
                  <c:v>40407</c:v>
                </c:pt>
                <c:pt idx="2511">
                  <c:v>40408</c:v>
                </c:pt>
                <c:pt idx="2512">
                  <c:v>40409</c:v>
                </c:pt>
                <c:pt idx="2513">
                  <c:v>40410</c:v>
                </c:pt>
                <c:pt idx="2514">
                  <c:v>40413</c:v>
                </c:pt>
                <c:pt idx="2515">
                  <c:v>40414</c:v>
                </c:pt>
                <c:pt idx="2516">
                  <c:v>40415</c:v>
                </c:pt>
                <c:pt idx="2517">
                  <c:v>40416</c:v>
                </c:pt>
                <c:pt idx="2518">
                  <c:v>40417</c:v>
                </c:pt>
                <c:pt idx="2519">
                  <c:v>40420</c:v>
                </c:pt>
                <c:pt idx="2520">
                  <c:v>40421</c:v>
                </c:pt>
                <c:pt idx="2521">
                  <c:v>40422</c:v>
                </c:pt>
                <c:pt idx="2522">
                  <c:v>40423</c:v>
                </c:pt>
                <c:pt idx="2523">
                  <c:v>40424</c:v>
                </c:pt>
                <c:pt idx="2524">
                  <c:v>40427</c:v>
                </c:pt>
                <c:pt idx="2525">
                  <c:v>40428</c:v>
                </c:pt>
                <c:pt idx="2526">
                  <c:v>40429</c:v>
                </c:pt>
                <c:pt idx="2527">
                  <c:v>40430</c:v>
                </c:pt>
                <c:pt idx="2528">
                  <c:v>40431</c:v>
                </c:pt>
                <c:pt idx="2529">
                  <c:v>40434</c:v>
                </c:pt>
                <c:pt idx="2530">
                  <c:v>40435</c:v>
                </c:pt>
                <c:pt idx="2531">
                  <c:v>40436</c:v>
                </c:pt>
                <c:pt idx="2532">
                  <c:v>40437</c:v>
                </c:pt>
                <c:pt idx="2533">
                  <c:v>40438</c:v>
                </c:pt>
                <c:pt idx="2534">
                  <c:v>40441</c:v>
                </c:pt>
                <c:pt idx="2535">
                  <c:v>40442</c:v>
                </c:pt>
                <c:pt idx="2536">
                  <c:v>40443</c:v>
                </c:pt>
                <c:pt idx="2537">
                  <c:v>40444</c:v>
                </c:pt>
                <c:pt idx="2538">
                  <c:v>40445</c:v>
                </c:pt>
                <c:pt idx="2539">
                  <c:v>40448</c:v>
                </c:pt>
                <c:pt idx="2540">
                  <c:v>40449</c:v>
                </c:pt>
                <c:pt idx="2541">
                  <c:v>40450</c:v>
                </c:pt>
                <c:pt idx="2542">
                  <c:v>40451</c:v>
                </c:pt>
                <c:pt idx="2543">
                  <c:v>40452</c:v>
                </c:pt>
                <c:pt idx="2544">
                  <c:v>40455</c:v>
                </c:pt>
                <c:pt idx="2545">
                  <c:v>40456</c:v>
                </c:pt>
                <c:pt idx="2546">
                  <c:v>40457</c:v>
                </c:pt>
                <c:pt idx="2547">
                  <c:v>40458</c:v>
                </c:pt>
                <c:pt idx="2548">
                  <c:v>40459</c:v>
                </c:pt>
                <c:pt idx="2549">
                  <c:v>40462</c:v>
                </c:pt>
                <c:pt idx="2550">
                  <c:v>40463</c:v>
                </c:pt>
                <c:pt idx="2551">
                  <c:v>40464</c:v>
                </c:pt>
                <c:pt idx="2552">
                  <c:v>40465</c:v>
                </c:pt>
                <c:pt idx="2553">
                  <c:v>40466</c:v>
                </c:pt>
                <c:pt idx="2554">
                  <c:v>40469</c:v>
                </c:pt>
                <c:pt idx="2555">
                  <c:v>40470</c:v>
                </c:pt>
                <c:pt idx="2556">
                  <c:v>40471</c:v>
                </c:pt>
                <c:pt idx="2557">
                  <c:v>40472</c:v>
                </c:pt>
                <c:pt idx="2558">
                  <c:v>40473</c:v>
                </c:pt>
                <c:pt idx="2559">
                  <c:v>40476</c:v>
                </c:pt>
                <c:pt idx="2560">
                  <c:v>40477</c:v>
                </c:pt>
                <c:pt idx="2561">
                  <c:v>40478</c:v>
                </c:pt>
                <c:pt idx="2562">
                  <c:v>40479</c:v>
                </c:pt>
                <c:pt idx="2563">
                  <c:v>40480</c:v>
                </c:pt>
                <c:pt idx="2564">
                  <c:v>40483</c:v>
                </c:pt>
                <c:pt idx="2565">
                  <c:v>40484</c:v>
                </c:pt>
                <c:pt idx="2566">
                  <c:v>40485</c:v>
                </c:pt>
                <c:pt idx="2567">
                  <c:v>40486</c:v>
                </c:pt>
                <c:pt idx="2568">
                  <c:v>40487</c:v>
                </c:pt>
                <c:pt idx="2569">
                  <c:v>40490</c:v>
                </c:pt>
                <c:pt idx="2570">
                  <c:v>40491</c:v>
                </c:pt>
                <c:pt idx="2571">
                  <c:v>40492</c:v>
                </c:pt>
                <c:pt idx="2572">
                  <c:v>40493</c:v>
                </c:pt>
                <c:pt idx="2573">
                  <c:v>40494</c:v>
                </c:pt>
                <c:pt idx="2574">
                  <c:v>40497</c:v>
                </c:pt>
                <c:pt idx="2575">
                  <c:v>40498</c:v>
                </c:pt>
                <c:pt idx="2576">
                  <c:v>40499</c:v>
                </c:pt>
                <c:pt idx="2577">
                  <c:v>40500</c:v>
                </c:pt>
                <c:pt idx="2578">
                  <c:v>40501</c:v>
                </c:pt>
                <c:pt idx="2579">
                  <c:v>40504</c:v>
                </c:pt>
                <c:pt idx="2580">
                  <c:v>40505</c:v>
                </c:pt>
                <c:pt idx="2581">
                  <c:v>40506</c:v>
                </c:pt>
                <c:pt idx="2582">
                  <c:v>40507</c:v>
                </c:pt>
                <c:pt idx="2583">
                  <c:v>40508</c:v>
                </c:pt>
                <c:pt idx="2584">
                  <c:v>40511</c:v>
                </c:pt>
                <c:pt idx="2585">
                  <c:v>40512</c:v>
                </c:pt>
                <c:pt idx="2586">
                  <c:v>40513</c:v>
                </c:pt>
                <c:pt idx="2587">
                  <c:v>40514</c:v>
                </c:pt>
                <c:pt idx="2588">
                  <c:v>40515</c:v>
                </c:pt>
                <c:pt idx="2589">
                  <c:v>40518</c:v>
                </c:pt>
                <c:pt idx="2590">
                  <c:v>40519</c:v>
                </c:pt>
                <c:pt idx="2591">
                  <c:v>40520</c:v>
                </c:pt>
                <c:pt idx="2592">
                  <c:v>40521</c:v>
                </c:pt>
                <c:pt idx="2593">
                  <c:v>40522</c:v>
                </c:pt>
                <c:pt idx="2594">
                  <c:v>40525</c:v>
                </c:pt>
                <c:pt idx="2595">
                  <c:v>40526</c:v>
                </c:pt>
                <c:pt idx="2596">
                  <c:v>40527</c:v>
                </c:pt>
                <c:pt idx="2597">
                  <c:v>40528</c:v>
                </c:pt>
                <c:pt idx="2598">
                  <c:v>40529</c:v>
                </c:pt>
                <c:pt idx="2599">
                  <c:v>40532</c:v>
                </c:pt>
                <c:pt idx="2600">
                  <c:v>40533</c:v>
                </c:pt>
                <c:pt idx="2601">
                  <c:v>40534</c:v>
                </c:pt>
                <c:pt idx="2602">
                  <c:v>40535</c:v>
                </c:pt>
                <c:pt idx="2603">
                  <c:v>40536</c:v>
                </c:pt>
                <c:pt idx="2604">
                  <c:v>40539</c:v>
                </c:pt>
                <c:pt idx="2605">
                  <c:v>40540</c:v>
                </c:pt>
                <c:pt idx="2606">
                  <c:v>40541</c:v>
                </c:pt>
                <c:pt idx="2607">
                  <c:v>40542</c:v>
                </c:pt>
                <c:pt idx="2608">
                  <c:v>40543</c:v>
                </c:pt>
                <c:pt idx="2609">
                  <c:v>40546</c:v>
                </c:pt>
                <c:pt idx="2610">
                  <c:v>40547</c:v>
                </c:pt>
                <c:pt idx="2611">
                  <c:v>40548</c:v>
                </c:pt>
                <c:pt idx="2612">
                  <c:v>40549</c:v>
                </c:pt>
                <c:pt idx="2613">
                  <c:v>40550</c:v>
                </c:pt>
                <c:pt idx="2614">
                  <c:v>40553</c:v>
                </c:pt>
                <c:pt idx="2615">
                  <c:v>40554</c:v>
                </c:pt>
                <c:pt idx="2616">
                  <c:v>40555</c:v>
                </c:pt>
                <c:pt idx="2617">
                  <c:v>40556</c:v>
                </c:pt>
                <c:pt idx="2618">
                  <c:v>40557</c:v>
                </c:pt>
                <c:pt idx="2619">
                  <c:v>40560</c:v>
                </c:pt>
                <c:pt idx="2620">
                  <c:v>40561</c:v>
                </c:pt>
                <c:pt idx="2621">
                  <c:v>40562</c:v>
                </c:pt>
                <c:pt idx="2622">
                  <c:v>40563</c:v>
                </c:pt>
                <c:pt idx="2623">
                  <c:v>40564</c:v>
                </c:pt>
                <c:pt idx="2624">
                  <c:v>40567</c:v>
                </c:pt>
                <c:pt idx="2625">
                  <c:v>40568</c:v>
                </c:pt>
                <c:pt idx="2626">
                  <c:v>40569</c:v>
                </c:pt>
                <c:pt idx="2627">
                  <c:v>40570</c:v>
                </c:pt>
                <c:pt idx="2628">
                  <c:v>40571</c:v>
                </c:pt>
                <c:pt idx="2629">
                  <c:v>40574</c:v>
                </c:pt>
                <c:pt idx="2630">
                  <c:v>40575</c:v>
                </c:pt>
                <c:pt idx="2631">
                  <c:v>40576</c:v>
                </c:pt>
                <c:pt idx="2632">
                  <c:v>40577</c:v>
                </c:pt>
                <c:pt idx="2633">
                  <c:v>40578</c:v>
                </c:pt>
                <c:pt idx="2634">
                  <c:v>40581</c:v>
                </c:pt>
                <c:pt idx="2635">
                  <c:v>40582</c:v>
                </c:pt>
                <c:pt idx="2636">
                  <c:v>40583</c:v>
                </c:pt>
                <c:pt idx="2637">
                  <c:v>40584</c:v>
                </c:pt>
                <c:pt idx="2638">
                  <c:v>40585</c:v>
                </c:pt>
                <c:pt idx="2639">
                  <c:v>40588</c:v>
                </c:pt>
                <c:pt idx="2640">
                  <c:v>40589</c:v>
                </c:pt>
                <c:pt idx="2641">
                  <c:v>40590</c:v>
                </c:pt>
                <c:pt idx="2642">
                  <c:v>40591</c:v>
                </c:pt>
                <c:pt idx="2643">
                  <c:v>40592</c:v>
                </c:pt>
                <c:pt idx="2644">
                  <c:v>40595</c:v>
                </c:pt>
                <c:pt idx="2645">
                  <c:v>40596</c:v>
                </c:pt>
                <c:pt idx="2646">
                  <c:v>40597</c:v>
                </c:pt>
                <c:pt idx="2647">
                  <c:v>40598</c:v>
                </c:pt>
                <c:pt idx="2648">
                  <c:v>40599</c:v>
                </c:pt>
                <c:pt idx="2649">
                  <c:v>40602</c:v>
                </c:pt>
                <c:pt idx="2650">
                  <c:v>40603</c:v>
                </c:pt>
                <c:pt idx="2651">
                  <c:v>40604</c:v>
                </c:pt>
                <c:pt idx="2652">
                  <c:v>40605</c:v>
                </c:pt>
                <c:pt idx="2653">
                  <c:v>40606</c:v>
                </c:pt>
                <c:pt idx="2654">
                  <c:v>40609</c:v>
                </c:pt>
                <c:pt idx="2655">
                  <c:v>40610</c:v>
                </c:pt>
                <c:pt idx="2656">
                  <c:v>40611</c:v>
                </c:pt>
                <c:pt idx="2657">
                  <c:v>40612</c:v>
                </c:pt>
                <c:pt idx="2658">
                  <c:v>40613</c:v>
                </c:pt>
                <c:pt idx="2659">
                  <c:v>40616</c:v>
                </c:pt>
                <c:pt idx="2660">
                  <c:v>40617</c:v>
                </c:pt>
                <c:pt idx="2661">
                  <c:v>40618</c:v>
                </c:pt>
                <c:pt idx="2662">
                  <c:v>40619</c:v>
                </c:pt>
                <c:pt idx="2663">
                  <c:v>40620</c:v>
                </c:pt>
                <c:pt idx="2664">
                  <c:v>40623</c:v>
                </c:pt>
                <c:pt idx="2665">
                  <c:v>40624</c:v>
                </c:pt>
                <c:pt idx="2666">
                  <c:v>40625</c:v>
                </c:pt>
                <c:pt idx="2667">
                  <c:v>40626</c:v>
                </c:pt>
                <c:pt idx="2668">
                  <c:v>40627</c:v>
                </c:pt>
                <c:pt idx="2669">
                  <c:v>40630</c:v>
                </c:pt>
                <c:pt idx="2670">
                  <c:v>40631</c:v>
                </c:pt>
                <c:pt idx="2671">
                  <c:v>40632</c:v>
                </c:pt>
                <c:pt idx="2672">
                  <c:v>40633</c:v>
                </c:pt>
                <c:pt idx="2673">
                  <c:v>40634</c:v>
                </c:pt>
                <c:pt idx="2674">
                  <c:v>40637</c:v>
                </c:pt>
                <c:pt idx="2675">
                  <c:v>40638</c:v>
                </c:pt>
                <c:pt idx="2676">
                  <c:v>40639</c:v>
                </c:pt>
                <c:pt idx="2677">
                  <c:v>40640</c:v>
                </c:pt>
                <c:pt idx="2678">
                  <c:v>40641</c:v>
                </c:pt>
                <c:pt idx="2679">
                  <c:v>40644</c:v>
                </c:pt>
                <c:pt idx="2680">
                  <c:v>40645</c:v>
                </c:pt>
                <c:pt idx="2681">
                  <c:v>40646</c:v>
                </c:pt>
                <c:pt idx="2682">
                  <c:v>40647</c:v>
                </c:pt>
                <c:pt idx="2683">
                  <c:v>40648</c:v>
                </c:pt>
                <c:pt idx="2684">
                  <c:v>40651</c:v>
                </c:pt>
                <c:pt idx="2685">
                  <c:v>40652</c:v>
                </c:pt>
                <c:pt idx="2686">
                  <c:v>40653</c:v>
                </c:pt>
                <c:pt idx="2687">
                  <c:v>40654</c:v>
                </c:pt>
                <c:pt idx="2688">
                  <c:v>40655</c:v>
                </c:pt>
                <c:pt idx="2689">
                  <c:v>40658</c:v>
                </c:pt>
                <c:pt idx="2690">
                  <c:v>40659</c:v>
                </c:pt>
                <c:pt idx="2691">
                  <c:v>40660</c:v>
                </c:pt>
                <c:pt idx="2692">
                  <c:v>40661</c:v>
                </c:pt>
                <c:pt idx="2693">
                  <c:v>40662</c:v>
                </c:pt>
                <c:pt idx="2694">
                  <c:v>40665</c:v>
                </c:pt>
                <c:pt idx="2695">
                  <c:v>40666</c:v>
                </c:pt>
                <c:pt idx="2696">
                  <c:v>40667</c:v>
                </c:pt>
                <c:pt idx="2697">
                  <c:v>40668</c:v>
                </c:pt>
                <c:pt idx="2698">
                  <c:v>40669</c:v>
                </c:pt>
                <c:pt idx="2699">
                  <c:v>40672</c:v>
                </c:pt>
                <c:pt idx="2700">
                  <c:v>40673</c:v>
                </c:pt>
                <c:pt idx="2701">
                  <c:v>40674</c:v>
                </c:pt>
                <c:pt idx="2702">
                  <c:v>40675</c:v>
                </c:pt>
                <c:pt idx="2703">
                  <c:v>40676</c:v>
                </c:pt>
                <c:pt idx="2704">
                  <c:v>40679</c:v>
                </c:pt>
                <c:pt idx="2705">
                  <c:v>40680</c:v>
                </c:pt>
                <c:pt idx="2706">
                  <c:v>40681</c:v>
                </c:pt>
                <c:pt idx="2707">
                  <c:v>40682</c:v>
                </c:pt>
                <c:pt idx="2708">
                  <c:v>40683</c:v>
                </c:pt>
                <c:pt idx="2709">
                  <c:v>40686</c:v>
                </c:pt>
                <c:pt idx="2710">
                  <c:v>40687</c:v>
                </c:pt>
                <c:pt idx="2711">
                  <c:v>40688</c:v>
                </c:pt>
                <c:pt idx="2712">
                  <c:v>40689</c:v>
                </c:pt>
                <c:pt idx="2713">
                  <c:v>40690</c:v>
                </c:pt>
                <c:pt idx="2714">
                  <c:v>40693</c:v>
                </c:pt>
                <c:pt idx="2715">
                  <c:v>40694</c:v>
                </c:pt>
                <c:pt idx="2716">
                  <c:v>40695</c:v>
                </c:pt>
                <c:pt idx="2717">
                  <c:v>40696</c:v>
                </c:pt>
                <c:pt idx="2718">
                  <c:v>40697</c:v>
                </c:pt>
                <c:pt idx="2719">
                  <c:v>40700</c:v>
                </c:pt>
                <c:pt idx="2720">
                  <c:v>40701</c:v>
                </c:pt>
                <c:pt idx="2721">
                  <c:v>40702</c:v>
                </c:pt>
                <c:pt idx="2722">
                  <c:v>40703</c:v>
                </c:pt>
                <c:pt idx="2723">
                  <c:v>40704</c:v>
                </c:pt>
                <c:pt idx="2724">
                  <c:v>40707</c:v>
                </c:pt>
                <c:pt idx="2725">
                  <c:v>40708</c:v>
                </c:pt>
                <c:pt idx="2726">
                  <c:v>40709</c:v>
                </c:pt>
                <c:pt idx="2727">
                  <c:v>40710</c:v>
                </c:pt>
                <c:pt idx="2728">
                  <c:v>40711</c:v>
                </c:pt>
                <c:pt idx="2729">
                  <c:v>40714</c:v>
                </c:pt>
                <c:pt idx="2730">
                  <c:v>40715</c:v>
                </c:pt>
                <c:pt idx="2731">
                  <c:v>40716</c:v>
                </c:pt>
                <c:pt idx="2732">
                  <c:v>40717</c:v>
                </c:pt>
                <c:pt idx="2733">
                  <c:v>40718</c:v>
                </c:pt>
                <c:pt idx="2734">
                  <c:v>40721</c:v>
                </c:pt>
                <c:pt idx="2735">
                  <c:v>40722</c:v>
                </c:pt>
                <c:pt idx="2736">
                  <c:v>40723</c:v>
                </c:pt>
                <c:pt idx="2737">
                  <c:v>40724</c:v>
                </c:pt>
                <c:pt idx="2738">
                  <c:v>40725</c:v>
                </c:pt>
                <c:pt idx="2739">
                  <c:v>40728</c:v>
                </c:pt>
                <c:pt idx="2740">
                  <c:v>40729</c:v>
                </c:pt>
                <c:pt idx="2741">
                  <c:v>40730</c:v>
                </c:pt>
                <c:pt idx="2742">
                  <c:v>40731</c:v>
                </c:pt>
                <c:pt idx="2743">
                  <c:v>40732</c:v>
                </c:pt>
                <c:pt idx="2744">
                  <c:v>40735</c:v>
                </c:pt>
                <c:pt idx="2745">
                  <c:v>40736</c:v>
                </c:pt>
                <c:pt idx="2746">
                  <c:v>40737</c:v>
                </c:pt>
                <c:pt idx="2747">
                  <c:v>40738</c:v>
                </c:pt>
                <c:pt idx="2748">
                  <c:v>40739</c:v>
                </c:pt>
                <c:pt idx="2749">
                  <c:v>40742</c:v>
                </c:pt>
                <c:pt idx="2750">
                  <c:v>40743</c:v>
                </c:pt>
                <c:pt idx="2751">
                  <c:v>40744</c:v>
                </c:pt>
                <c:pt idx="2752">
                  <c:v>40745</c:v>
                </c:pt>
                <c:pt idx="2753">
                  <c:v>40746</c:v>
                </c:pt>
                <c:pt idx="2754">
                  <c:v>40749</c:v>
                </c:pt>
                <c:pt idx="2755">
                  <c:v>40750</c:v>
                </c:pt>
                <c:pt idx="2756">
                  <c:v>40751</c:v>
                </c:pt>
                <c:pt idx="2757">
                  <c:v>40752</c:v>
                </c:pt>
                <c:pt idx="2758">
                  <c:v>40753</c:v>
                </c:pt>
                <c:pt idx="2759">
                  <c:v>40756</c:v>
                </c:pt>
                <c:pt idx="2760">
                  <c:v>40757</c:v>
                </c:pt>
                <c:pt idx="2761">
                  <c:v>40758</c:v>
                </c:pt>
                <c:pt idx="2762">
                  <c:v>40759</c:v>
                </c:pt>
                <c:pt idx="2763">
                  <c:v>40760</c:v>
                </c:pt>
                <c:pt idx="2764">
                  <c:v>40763</c:v>
                </c:pt>
                <c:pt idx="2765">
                  <c:v>40764</c:v>
                </c:pt>
                <c:pt idx="2766">
                  <c:v>40765</c:v>
                </c:pt>
                <c:pt idx="2767">
                  <c:v>40766</c:v>
                </c:pt>
                <c:pt idx="2768">
                  <c:v>40767</c:v>
                </c:pt>
                <c:pt idx="2769">
                  <c:v>40770</c:v>
                </c:pt>
                <c:pt idx="2770">
                  <c:v>40771</c:v>
                </c:pt>
                <c:pt idx="2771">
                  <c:v>40772</c:v>
                </c:pt>
                <c:pt idx="2772">
                  <c:v>40773</c:v>
                </c:pt>
                <c:pt idx="2773">
                  <c:v>40774</c:v>
                </c:pt>
                <c:pt idx="2774">
                  <c:v>40777</c:v>
                </c:pt>
                <c:pt idx="2775">
                  <c:v>40778</c:v>
                </c:pt>
                <c:pt idx="2776">
                  <c:v>40779</c:v>
                </c:pt>
                <c:pt idx="2777">
                  <c:v>40780</c:v>
                </c:pt>
                <c:pt idx="2778">
                  <c:v>40781</c:v>
                </c:pt>
                <c:pt idx="2779">
                  <c:v>40784</c:v>
                </c:pt>
                <c:pt idx="2780">
                  <c:v>40785</c:v>
                </c:pt>
                <c:pt idx="2781">
                  <c:v>40786</c:v>
                </c:pt>
                <c:pt idx="2782">
                  <c:v>40787</c:v>
                </c:pt>
                <c:pt idx="2783">
                  <c:v>40788</c:v>
                </c:pt>
                <c:pt idx="2784">
                  <c:v>40791</c:v>
                </c:pt>
                <c:pt idx="2785">
                  <c:v>40792</c:v>
                </c:pt>
                <c:pt idx="2786">
                  <c:v>40793</c:v>
                </c:pt>
                <c:pt idx="2787">
                  <c:v>40794</c:v>
                </c:pt>
                <c:pt idx="2788">
                  <c:v>40795</c:v>
                </c:pt>
                <c:pt idx="2789">
                  <c:v>40798</c:v>
                </c:pt>
                <c:pt idx="2790">
                  <c:v>40799</c:v>
                </c:pt>
                <c:pt idx="2791">
                  <c:v>40800</c:v>
                </c:pt>
                <c:pt idx="2792">
                  <c:v>40801</c:v>
                </c:pt>
                <c:pt idx="2793">
                  <c:v>40802</c:v>
                </c:pt>
                <c:pt idx="2794">
                  <c:v>40805</c:v>
                </c:pt>
                <c:pt idx="2795">
                  <c:v>40806</c:v>
                </c:pt>
                <c:pt idx="2796">
                  <c:v>40807</c:v>
                </c:pt>
                <c:pt idx="2797">
                  <c:v>40808</c:v>
                </c:pt>
                <c:pt idx="2798">
                  <c:v>40809</c:v>
                </c:pt>
                <c:pt idx="2799">
                  <c:v>40812</c:v>
                </c:pt>
                <c:pt idx="2800">
                  <c:v>40813</c:v>
                </c:pt>
                <c:pt idx="2801">
                  <c:v>40814</c:v>
                </c:pt>
                <c:pt idx="2802">
                  <c:v>40815</c:v>
                </c:pt>
                <c:pt idx="2803">
                  <c:v>40816</c:v>
                </c:pt>
                <c:pt idx="2804">
                  <c:v>40819</c:v>
                </c:pt>
                <c:pt idx="2805">
                  <c:v>40820</c:v>
                </c:pt>
                <c:pt idx="2806">
                  <c:v>40821</c:v>
                </c:pt>
                <c:pt idx="2807">
                  <c:v>40822</c:v>
                </c:pt>
                <c:pt idx="2808">
                  <c:v>40823</c:v>
                </c:pt>
                <c:pt idx="2809">
                  <c:v>40826</c:v>
                </c:pt>
                <c:pt idx="2810">
                  <c:v>40827</c:v>
                </c:pt>
                <c:pt idx="2811">
                  <c:v>40828</c:v>
                </c:pt>
                <c:pt idx="2812">
                  <c:v>40829</c:v>
                </c:pt>
                <c:pt idx="2813">
                  <c:v>40830</c:v>
                </c:pt>
                <c:pt idx="2814">
                  <c:v>40833</c:v>
                </c:pt>
                <c:pt idx="2815">
                  <c:v>40834</c:v>
                </c:pt>
                <c:pt idx="2816">
                  <c:v>40835</c:v>
                </c:pt>
                <c:pt idx="2817">
                  <c:v>40836</c:v>
                </c:pt>
                <c:pt idx="2818">
                  <c:v>40837</c:v>
                </c:pt>
                <c:pt idx="2819">
                  <c:v>40840</c:v>
                </c:pt>
                <c:pt idx="2820">
                  <c:v>40841</c:v>
                </c:pt>
                <c:pt idx="2821">
                  <c:v>40842</c:v>
                </c:pt>
                <c:pt idx="2822">
                  <c:v>40843</c:v>
                </c:pt>
                <c:pt idx="2823">
                  <c:v>40844</c:v>
                </c:pt>
                <c:pt idx="2824">
                  <c:v>40847</c:v>
                </c:pt>
                <c:pt idx="2825">
                  <c:v>40848</c:v>
                </c:pt>
                <c:pt idx="2826">
                  <c:v>40849</c:v>
                </c:pt>
                <c:pt idx="2827">
                  <c:v>40850</c:v>
                </c:pt>
                <c:pt idx="2828">
                  <c:v>40851</c:v>
                </c:pt>
                <c:pt idx="2829">
                  <c:v>40854</c:v>
                </c:pt>
                <c:pt idx="2830">
                  <c:v>40855</c:v>
                </c:pt>
                <c:pt idx="2831">
                  <c:v>40856</c:v>
                </c:pt>
                <c:pt idx="2832">
                  <c:v>40857</c:v>
                </c:pt>
                <c:pt idx="2833">
                  <c:v>40858</c:v>
                </c:pt>
                <c:pt idx="2834">
                  <c:v>40861</c:v>
                </c:pt>
                <c:pt idx="2835">
                  <c:v>40862</c:v>
                </c:pt>
                <c:pt idx="2836">
                  <c:v>40863</c:v>
                </c:pt>
                <c:pt idx="2837">
                  <c:v>40864</c:v>
                </c:pt>
                <c:pt idx="2838">
                  <c:v>40865</c:v>
                </c:pt>
                <c:pt idx="2839">
                  <c:v>40868</c:v>
                </c:pt>
                <c:pt idx="2840">
                  <c:v>40869</c:v>
                </c:pt>
                <c:pt idx="2841">
                  <c:v>40870</c:v>
                </c:pt>
                <c:pt idx="2842">
                  <c:v>40871</c:v>
                </c:pt>
                <c:pt idx="2843">
                  <c:v>40872</c:v>
                </c:pt>
                <c:pt idx="2844">
                  <c:v>40875</c:v>
                </c:pt>
                <c:pt idx="2845">
                  <c:v>40876</c:v>
                </c:pt>
                <c:pt idx="2846">
                  <c:v>40877</c:v>
                </c:pt>
                <c:pt idx="2847">
                  <c:v>40878</c:v>
                </c:pt>
                <c:pt idx="2848">
                  <c:v>40879</c:v>
                </c:pt>
                <c:pt idx="2849">
                  <c:v>40882</c:v>
                </c:pt>
                <c:pt idx="2850">
                  <c:v>40883</c:v>
                </c:pt>
                <c:pt idx="2851">
                  <c:v>40884</c:v>
                </c:pt>
                <c:pt idx="2852">
                  <c:v>40885</c:v>
                </c:pt>
                <c:pt idx="2853">
                  <c:v>40886</c:v>
                </c:pt>
                <c:pt idx="2854">
                  <c:v>40889</c:v>
                </c:pt>
                <c:pt idx="2855">
                  <c:v>40890</c:v>
                </c:pt>
                <c:pt idx="2856">
                  <c:v>40891</c:v>
                </c:pt>
                <c:pt idx="2857">
                  <c:v>40892</c:v>
                </c:pt>
                <c:pt idx="2858">
                  <c:v>40893</c:v>
                </c:pt>
                <c:pt idx="2859">
                  <c:v>40896</c:v>
                </c:pt>
                <c:pt idx="2860">
                  <c:v>40897</c:v>
                </c:pt>
                <c:pt idx="2861">
                  <c:v>40898</c:v>
                </c:pt>
                <c:pt idx="2862">
                  <c:v>40899</c:v>
                </c:pt>
                <c:pt idx="2863">
                  <c:v>40900</c:v>
                </c:pt>
                <c:pt idx="2864">
                  <c:v>40903</c:v>
                </c:pt>
                <c:pt idx="2865">
                  <c:v>40904</c:v>
                </c:pt>
                <c:pt idx="2866">
                  <c:v>40905</c:v>
                </c:pt>
                <c:pt idx="2867">
                  <c:v>40906</c:v>
                </c:pt>
                <c:pt idx="2868">
                  <c:v>40907</c:v>
                </c:pt>
                <c:pt idx="2869">
                  <c:v>40910</c:v>
                </c:pt>
                <c:pt idx="2870">
                  <c:v>40911</c:v>
                </c:pt>
                <c:pt idx="2871">
                  <c:v>40912</c:v>
                </c:pt>
                <c:pt idx="2872">
                  <c:v>40913</c:v>
                </c:pt>
                <c:pt idx="2873">
                  <c:v>40914</c:v>
                </c:pt>
                <c:pt idx="2874">
                  <c:v>40917</c:v>
                </c:pt>
                <c:pt idx="2875">
                  <c:v>40918</c:v>
                </c:pt>
                <c:pt idx="2876">
                  <c:v>40919</c:v>
                </c:pt>
                <c:pt idx="2877">
                  <c:v>40920</c:v>
                </c:pt>
                <c:pt idx="2878">
                  <c:v>40921</c:v>
                </c:pt>
                <c:pt idx="2879">
                  <c:v>40924</c:v>
                </c:pt>
                <c:pt idx="2880">
                  <c:v>40925</c:v>
                </c:pt>
                <c:pt idx="2881">
                  <c:v>40926</c:v>
                </c:pt>
                <c:pt idx="2882">
                  <c:v>40927</c:v>
                </c:pt>
                <c:pt idx="2883">
                  <c:v>40928</c:v>
                </c:pt>
                <c:pt idx="2884">
                  <c:v>40931</c:v>
                </c:pt>
                <c:pt idx="2885">
                  <c:v>40932</c:v>
                </c:pt>
                <c:pt idx="2886">
                  <c:v>40933</c:v>
                </c:pt>
                <c:pt idx="2887">
                  <c:v>40934</c:v>
                </c:pt>
                <c:pt idx="2888">
                  <c:v>40935</c:v>
                </c:pt>
                <c:pt idx="2889">
                  <c:v>40938</c:v>
                </c:pt>
                <c:pt idx="2890">
                  <c:v>40939</c:v>
                </c:pt>
                <c:pt idx="2891">
                  <c:v>40940</c:v>
                </c:pt>
                <c:pt idx="2892">
                  <c:v>40941</c:v>
                </c:pt>
                <c:pt idx="2893">
                  <c:v>40942</c:v>
                </c:pt>
                <c:pt idx="2894">
                  <c:v>40945</c:v>
                </c:pt>
                <c:pt idx="2895">
                  <c:v>40946</c:v>
                </c:pt>
                <c:pt idx="2896">
                  <c:v>40947</c:v>
                </c:pt>
                <c:pt idx="2897">
                  <c:v>40948</c:v>
                </c:pt>
                <c:pt idx="2898">
                  <c:v>40949</c:v>
                </c:pt>
                <c:pt idx="2899">
                  <c:v>40952</c:v>
                </c:pt>
                <c:pt idx="2900">
                  <c:v>40953</c:v>
                </c:pt>
                <c:pt idx="2901">
                  <c:v>40954</c:v>
                </c:pt>
                <c:pt idx="2902">
                  <c:v>40955</c:v>
                </c:pt>
                <c:pt idx="2903">
                  <c:v>40956</c:v>
                </c:pt>
                <c:pt idx="2904">
                  <c:v>40959</c:v>
                </c:pt>
                <c:pt idx="2905">
                  <c:v>40960</c:v>
                </c:pt>
                <c:pt idx="2906">
                  <c:v>40961</c:v>
                </c:pt>
                <c:pt idx="2907">
                  <c:v>40962</c:v>
                </c:pt>
                <c:pt idx="2908">
                  <c:v>40963</c:v>
                </c:pt>
                <c:pt idx="2909">
                  <c:v>40966</c:v>
                </c:pt>
                <c:pt idx="2910">
                  <c:v>40967</c:v>
                </c:pt>
                <c:pt idx="2911">
                  <c:v>40968</c:v>
                </c:pt>
                <c:pt idx="2912">
                  <c:v>40969</c:v>
                </c:pt>
                <c:pt idx="2913">
                  <c:v>40970</c:v>
                </c:pt>
                <c:pt idx="2914">
                  <c:v>40973</c:v>
                </c:pt>
                <c:pt idx="2915">
                  <c:v>40974</c:v>
                </c:pt>
                <c:pt idx="2916">
                  <c:v>40975</c:v>
                </c:pt>
                <c:pt idx="2917">
                  <c:v>40976</c:v>
                </c:pt>
                <c:pt idx="2918">
                  <c:v>40977</c:v>
                </c:pt>
                <c:pt idx="2919">
                  <c:v>40980</c:v>
                </c:pt>
                <c:pt idx="2920">
                  <c:v>40981</c:v>
                </c:pt>
                <c:pt idx="2921">
                  <c:v>40982</c:v>
                </c:pt>
                <c:pt idx="2922">
                  <c:v>40983</c:v>
                </c:pt>
                <c:pt idx="2923">
                  <c:v>40984</c:v>
                </c:pt>
                <c:pt idx="2924">
                  <c:v>40987</c:v>
                </c:pt>
                <c:pt idx="2925">
                  <c:v>40988</c:v>
                </c:pt>
                <c:pt idx="2926">
                  <c:v>40989</c:v>
                </c:pt>
                <c:pt idx="2927">
                  <c:v>40990</c:v>
                </c:pt>
                <c:pt idx="2928">
                  <c:v>40991</c:v>
                </c:pt>
                <c:pt idx="2929">
                  <c:v>40994</c:v>
                </c:pt>
                <c:pt idx="2930">
                  <c:v>40995</c:v>
                </c:pt>
                <c:pt idx="2931">
                  <c:v>40996</c:v>
                </c:pt>
                <c:pt idx="2932">
                  <c:v>40997</c:v>
                </c:pt>
                <c:pt idx="2933">
                  <c:v>40998</c:v>
                </c:pt>
                <c:pt idx="2934">
                  <c:v>41001</c:v>
                </c:pt>
                <c:pt idx="2935">
                  <c:v>41002</c:v>
                </c:pt>
                <c:pt idx="2936">
                  <c:v>41003</c:v>
                </c:pt>
                <c:pt idx="2937">
                  <c:v>41004</c:v>
                </c:pt>
                <c:pt idx="2938">
                  <c:v>41005</c:v>
                </c:pt>
                <c:pt idx="2939">
                  <c:v>41008</c:v>
                </c:pt>
                <c:pt idx="2940">
                  <c:v>41009</c:v>
                </c:pt>
                <c:pt idx="2941">
                  <c:v>41010</c:v>
                </c:pt>
                <c:pt idx="2942">
                  <c:v>41011</c:v>
                </c:pt>
                <c:pt idx="2943">
                  <c:v>41012</c:v>
                </c:pt>
                <c:pt idx="2944">
                  <c:v>41015</c:v>
                </c:pt>
                <c:pt idx="2945">
                  <c:v>41016</c:v>
                </c:pt>
                <c:pt idx="2946">
                  <c:v>41017</c:v>
                </c:pt>
                <c:pt idx="2947">
                  <c:v>41018</c:v>
                </c:pt>
                <c:pt idx="2948">
                  <c:v>41019</c:v>
                </c:pt>
                <c:pt idx="2949">
                  <c:v>41022</c:v>
                </c:pt>
                <c:pt idx="2950">
                  <c:v>41023</c:v>
                </c:pt>
                <c:pt idx="2951">
                  <c:v>41024</c:v>
                </c:pt>
                <c:pt idx="2952">
                  <c:v>41025</c:v>
                </c:pt>
                <c:pt idx="2953">
                  <c:v>41026</c:v>
                </c:pt>
                <c:pt idx="2954">
                  <c:v>41029</c:v>
                </c:pt>
                <c:pt idx="2955">
                  <c:v>41030</c:v>
                </c:pt>
                <c:pt idx="2956">
                  <c:v>41031</c:v>
                </c:pt>
                <c:pt idx="2957">
                  <c:v>41032</c:v>
                </c:pt>
                <c:pt idx="2958">
                  <c:v>41033</c:v>
                </c:pt>
                <c:pt idx="2959">
                  <c:v>41036</c:v>
                </c:pt>
                <c:pt idx="2960">
                  <c:v>41037</c:v>
                </c:pt>
                <c:pt idx="2961">
                  <c:v>41038</c:v>
                </c:pt>
                <c:pt idx="2962">
                  <c:v>41039</c:v>
                </c:pt>
                <c:pt idx="2963">
                  <c:v>41040</c:v>
                </c:pt>
                <c:pt idx="2964">
                  <c:v>41043</c:v>
                </c:pt>
                <c:pt idx="2965">
                  <c:v>41044</c:v>
                </c:pt>
                <c:pt idx="2966">
                  <c:v>41045</c:v>
                </c:pt>
                <c:pt idx="2967">
                  <c:v>41046</c:v>
                </c:pt>
                <c:pt idx="2968">
                  <c:v>41047</c:v>
                </c:pt>
                <c:pt idx="2969">
                  <c:v>41050</c:v>
                </c:pt>
                <c:pt idx="2970">
                  <c:v>41051</c:v>
                </c:pt>
                <c:pt idx="2971">
                  <c:v>41052</c:v>
                </c:pt>
                <c:pt idx="2972">
                  <c:v>41053</c:v>
                </c:pt>
                <c:pt idx="2973">
                  <c:v>41054</c:v>
                </c:pt>
                <c:pt idx="2974">
                  <c:v>41057</c:v>
                </c:pt>
                <c:pt idx="2975">
                  <c:v>41058</c:v>
                </c:pt>
                <c:pt idx="2976">
                  <c:v>41059</c:v>
                </c:pt>
                <c:pt idx="2977">
                  <c:v>41060</c:v>
                </c:pt>
                <c:pt idx="2978">
                  <c:v>41061</c:v>
                </c:pt>
                <c:pt idx="2979">
                  <c:v>41064</c:v>
                </c:pt>
                <c:pt idx="2980">
                  <c:v>41065</c:v>
                </c:pt>
                <c:pt idx="2981">
                  <c:v>41066</c:v>
                </c:pt>
                <c:pt idx="2982">
                  <c:v>41067</c:v>
                </c:pt>
                <c:pt idx="2983">
                  <c:v>41068</c:v>
                </c:pt>
                <c:pt idx="2984">
                  <c:v>41071</c:v>
                </c:pt>
                <c:pt idx="2985">
                  <c:v>41072</c:v>
                </c:pt>
                <c:pt idx="2986">
                  <c:v>41073</c:v>
                </c:pt>
                <c:pt idx="2987">
                  <c:v>41074</c:v>
                </c:pt>
                <c:pt idx="2988">
                  <c:v>41075</c:v>
                </c:pt>
                <c:pt idx="2989">
                  <c:v>41078</c:v>
                </c:pt>
                <c:pt idx="2990">
                  <c:v>41079</c:v>
                </c:pt>
                <c:pt idx="2991">
                  <c:v>41080</c:v>
                </c:pt>
                <c:pt idx="2992">
                  <c:v>41081</c:v>
                </c:pt>
                <c:pt idx="2993">
                  <c:v>41082</c:v>
                </c:pt>
                <c:pt idx="2994">
                  <c:v>41085</c:v>
                </c:pt>
                <c:pt idx="2995">
                  <c:v>41086</c:v>
                </c:pt>
                <c:pt idx="2996">
                  <c:v>41087</c:v>
                </c:pt>
                <c:pt idx="2997">
                  <c:v>41088</c:v>
                </c:pt>
                <c:pt idx="2998">
                  <c:v>41089</c:v>
                </c:pt>
                <c:pt idx="2999">
                  <c:v>41092</c:v>
                </c:pt>
                <c:pt idx="3000">
                  <c:v>41093</c:v>
                </c:pt>
                <c:pt idx="3001">
                  <c:v>41094</c:v>
                </c:pt>
                <c:pt idx="3002">
                  <c:v>41095</c:v>
                </c:pt>
                <c:pt idx="3003">
                  <c:v>41096</c:v>
                </c:pt>
                <c:pt idx="3004">
                  <c:v>41099</c:v>
                </c:pt>
                <c:pt idx="3005">
                  <c:v>41100</c:v>
                </c:pt>
                <c:pt idx="3006">
                  <c:v>41101</c:v>
                </c:pt>
                <c:pt idx="3007">
                  <c:v>41102</c:v>
                </c:pt>
                <c:pt idx="3008">
                  <c:v>41103</c:v>
                </c:pt>
                <c:pt idx="3009">
                  <c:v>41106</c:v>
                </c:pt>
                <c:pt idx="3010">
                  <c:v>41107</c:v>
                </c:pt>
                <c:pt idx="3011">
                  <c:v>41108</c:v>
                </c:pt>
                <c:pt idx="3012">
                  <c:v>41109</c:v>
                </c:pt>
                <c:pt idx="3013">
                  <c:v>41110</c:v>
                </c:pt>
                <c:pt idx="3014">
                  <c:v>41113</c:v>
                </c:pt>
                <c:pt idx="3015">
                  <c:v>41114</c:v>
                </c:pt>
                <c:pt idx="3016">
                  <c:v>41115</c:v>
                </c:pt>
                <c:pt idx="3017">
                  <c:v>41116</c:v>
                </c:pt>
                <c:pt idx="3018">
                  <c:v>41117</c:v>
                </c:pt>
                <c:pt idx="3019">
                  <c:v>41120</c:v>
                </c:pt>
                <c:pt idx="3020">
                  <c:v>41121</c:v>
                </c:pt>
                <c:pt idx="3021">
                  <c:v>41122</c:v>
                </c:pt>
                <c:pt idx="3022">
                  <c:v>41123</c:v>
                </c:pt>
                <c:pt idx="3023">
                  <c:v>41124</c:v>
                </c:pt>
                <c:pt idx="3024">
                  <c:v>41127</c:v>
                </c:pt>
                <c:pt idx="3025">
                  <c:v>41128</c:v>
                </c:pt>
                <c:pt idx="3026">
                  <c:v>41129</c:v>
                </c:pt>
                <c:pt idx="3027">
                  <c:v>41130</c:v>
                </c:pt>
                <c:pt idx="3028">
                  <c:v>41131</c:v>
                </c:pt>
                <c:pt idx="3029">
                  <c:v>41134</c:v>
                </c:pt>
                <c:pt idx="3030">
                  <c:v>41135</c:v>
                </c:pt>
                <c:pt idx="3031">
                  <c:v>41136</c:v>
                </c:pt>
                <c:pt idx="3032">
                  <c:v>41137</c:v>
                </c:pt>
                <c:pt idx="3033">
                  <c:v>41138</c:v>
                </c:pt>
                <c:pt idx="3034">
                  <c:v>41141</c:v>
                </c:pt>
                <c:pt idx="3035">
                  <c:v>41142</c:v>
                </c:pt>
                <c:pt idx="3036">
                  <c:v>41143</c:v>
                </c:pt>
                <c:pt idx="3037">
                  <c:v>41144</c:v>
                </c:pt>
                <c:pt idx="3038">
                  <c:v>41145</c:v>
                </c:pt>
                <c:pt idx="3039">
                  <c:v>41148</c:v>
                </c:pt>
                <c:pt idx="3040">
                  <c:v>41149</c:v>
                </c:pt>
                <c:pt idx="3041">
                  <c:v>41150</c:v>
                </c:pt>
                <c:pt idx="3042">
                  <c:v>41151</c:v>
                </c:pt>
                <c:pt idx="3043">
                  <c:v>41152</c:v>
                </c:pt>
                <c:pt idx="3044">
                  <c:v>41155</c:v>
                </c:pt>
                <c:pt idx="3045">
                  <c:v>41156</c:v>
                </c:pt>
                <c:pt idx="3046">
                  <c:v>41157</c:v>
                </c:pt>
                <c:pt idx="3047">
                  <c:v>41158</c:v>
                </c:pt>
                <c:pt idx="3048">
                  <c:v>41159</c:v>
                </c:pt>
                <c:pt idx="3049">
                  <c:v>41162</c:v>
                </c:pt>
                <c:pt idx="3050">
                  <c:v>41163</c:v>
                </c:pt>
                <c:pt idx="3051">
                  <c:v>41164</c:v>
                </c:pt>
                <c:pt idx="3052">
                  <c:v>41165</c:v>
                </c:pt>
                <c:pt idx="3053">
                  <c:v>41166</c:v>
                </c:pt>
                <c:pt idx="3054">
                  <c:v>41169</c:v>
                </c:pt>
                <c:pt idx="3055">
                  <c:v>41170</c:v>
                </c:pt>
                <c:pt idx="3056">
                  <c:v>41171</c:v>
                </c:pt>
                <c:pt idx="3057">
                  <c:v>41172</c:v>
                </c:pt>
                <c:pt idx="3058">
                  <c:v>41173</c:v>
                </c:pt>
                <c:pt idx="3059">
                  <c:v>41176</c:v>
                </c:pt>
                <c:pt idx="3060">
                  <c:v>41177</c:v>
                </c:pt>
                <c:pt idx="3061">
                  <c:v>41178</c:v>
                </c:pt>
                <c:pt idx="3062">
                  <c:v>41179</c:v>
                </c:pt>
                <c:pt idx="3063">
                  <c:v>41180</c:v>
                </c:pt>
                <c:pt idx="3064">
                  <c:v>41183</c:v>
                </c:pt>
                <c:pt idx="3065">
                  <c:v>41184</c:v>
                </c:pt>
                <c:pt idx="3066">
                  <c:v>41185</c:v>
                </c:pt>
                <c:pt idx="3067">
                  <c:v>41186</c:v>
                </c:pt>
                <c:pt idx="3068">
                  <c:v>41187</c:v>
                </c:pt>
                <c:pt idx="3069">
                  <c:v>41190</c:v>
                </c:pt>
                <c:pt idx="3070">
                  <c:v>41191</c:v>
                </c:pt>
                <c:pt idx="3071">
                  <c:v>41192</c:v>
                </c:pt>
                <c:pt idx="3072">
                  <c:v>41193</c:v>
                </c:pt>
                <c:pt idx="3073">
                  <c:v>41194</c:v>
                </c:pt>
                <c:pt idx="3074">
                  <c:v>41197</c:v>
                </c:pt>
                <c:pt idx="3075">
                  <c:v>41198</c:v>
                </c:pt>
                <c:pt idx="3076">
                  <c:v>41199</c:v>
                </c:pt>
                <c:pt idx="3077">
                  <c:v>41200</c:v>
                </c:pt>
                <c:pt idx="3078">
                  <c:v>41201</c:v>
                </c:pt>
                <c:pt idx="3079">
                  <c:v>41204</c:v>
                </c:pt>
                <c:pt idx="3080">
                  <c:v>41205</c:v>
                </c:pt>
                <c:pt idx="3081">
                  <c:v>41206</c:v>
                </c:pt>
                <c:pt idx="3082">
                  <c:v>41207</c:v>
                </c:pt>
                <c:pt idx="3083">
                  <c:v>41208</c:v>
                </c:pt>
                <c:pt idx="3084">
                  <c:v>41211</c:v>
                </c:pt>
                <c:pt idx="3085">
                  <c:v>41212</c:v>
                </c:pt>
                <c:pt idx="3086">
                  <c:v>41213</c:v>
                </c:pt>
                <c:pt idx="3087">
                  <c:v>41214</c:v>
                </c:pt>
                <c:pt idx="3088">
                  <c:v>41215</c:v>
                </c:pt>
                <c:pt idx="3089">
                  <c:v>41218</c:v>
                </c:pt>
                <c:pt idx="3090">
                  <c:v>41219</c:v>
                </c:pt>
                <c:pt idx="3091">
                  <c:v>41220</c:v>
                </c:pt>
                <c:pt idx="3092">
                  <c:v>41221</c:v>
                </c:pt>
                <c:pt idx="3093">
                  <c:v>41222</c:v>
                </c:pt>
                <c:pt idx="3094">
                  <c:v>41225</c:v>
                </c:pt>
                <c:pt idx="3095">
                  <c:v>41226</c:v>
                </c:pt>
                <c:pt idx="3096">
                  <c:v>41227</c:v>
                </c:pt>
                <c:pt idx="3097">
                  <c:v>41228</c:v>
                </c:pt>
                <c:pt idx="3098">
                  <c:v>41229</c:v>
                </c:pt>
                <c:pt idx="3099">
                  <c:v>41232</c:v>
                </c:pt>
                <c:pt idx="3100">
                  <c:v>41233</c:v>
                </c:pt>
                <c:pt idx="3101">
                  <c:v>41234</c:v>
                </c:pt>
                <c:pt idx="3102">
                  <c:v>41235</c:v>
                </c:pt>
                <c:pt idx="3103">
                  <c:v>41236</c:v>
                </c:pt>
                <c:pt idx="3104">
                  <c:v>41239</c:v>
                </c:pt>
                <c:pt idx="3105">
                  <c:v>41240</c:v>
                </c:pt>
                <c:pt idx="3106">
                  <c:v>41241</c:v>
                </c:pt>
                <c:pt idx="3107">
                  <c:v>41242</c:v>
                </c:pt>
                <c:pt idx="3108">
                  <c:v>41243</c:v>
                </c:pt>
                <c:pt idx="3109">
                  <c:v>41246</c:v>
                </c:pt>
                <c:pt idx="3110">
                  <c:v>41247</c:v>
                </c:pt>
                <c:pt idx="3111">
                  <c:v>41248</c:v>
                </c:pt>
                <c:pt idx="3112">
                  <c:v>41249</c:v>
                </c:pt>
                <c:pt idx="3113">
                  <c:v>41250</c:v>
                </c:pt>
                <c:pt idx="3114">
                  <c:v>41253</c:v>
                </c:pt>
                <c:pt idx="3115">
                  <c:v>41254</c:v>
                </c:pt>
                <c:pt idx="3116">
                  <c:v>41255</c:v>
                </c:pt>
                <c:pt idx="3117">
                  <c:v>41256</c:v>
                </c:pt>
                <c:pt idx="3118">
                  <c:v>41257</c:v>
                </c:pt>
                <c:pt idx="3119">
                  <c:v>41260</c:v>
                </c:pt>
                <c:pt idx="3120">
                  <c:v>41261</c:v>
                </c:pt>
                <c:pt idx="3121">
                  <c:v>41262</c:v>
                </c:pt>
                <c:pt idx="3122">
                  <c:v>41263</c:v>
                </c:pt>
                <c:pt idx="3123">
                  <c:v>41264</c:v>
                </c:pt>
                <c:pt idx="3124">
                  <c:v>41267</c:v>
                </c:pt>
                <c:pt idx="3125">
                  <c:v>41268</c:v>
                </c:pt>
                <c:pt idx="3126">
                  <c:v>41269</c:v>
                </c:pt>
                <c:pt idx="3127">
                  <c:v>41270</c:v>
                </c:pt>
                <c:pt idx="3128">
                  <c:v>41271</c:v>
                </c:pt>
                <c:pt idx="3129">
                  <c:v>41274</c:v>
                </c:pt>
                <c:pt idx="3130">
                  <c:v>41275</c:v>
                </c:pt>
                <c:pt idx="3131">
                  <c:v>41276</c:v>
                </c:pt>
                <c:pt idx="3132">
                  <c:v>41277</c:v>
                </c:pt>
                <c:pt idx="3133">
                  <c:v>41278</c:v>
                </c:pt>
                <c:pt idx="3134">
                  <c:v>41281</c:v>
                </c:pt>
                <c:pt idx="3135">
                  <c:v>41282</c:v>
                </c:pt>
                <c:pt idx="3136">
                  <c:v>41283</c:v>
                </c:pt>
                <c:pt idx="3137">
                  <c:v>41284</c:v>
                </c:pt>
                <c:pt idx="3138">
                  <c:v>41285</c:v>
                </c:pt>
                <c:pt idx="3139">
                  <c:v>41288</c:v>
                </c:pt>
                <c:pt idx="3140">
                  <c:v>41289</c:v>
                </c:pt>
                <c:pt idx="3141">
                  <c:v>41290</c:v>
                </c:pt>
                <c:pt idx="3142">
                  <c:v>41291</c:v>
                </c:pt>
                <c:pt idx="3143">
                  <c:v>41292</c:v>
                </c:pt>
                <c:pt idx="3144">
                  <c:v>41295</c:v>
                </c:pt>
                <c:pt idx="3145">
                  <c:v>41296</c:v>
                </c:pt>
                <c:pt idx="3146">
                  <c:v>41297</c:v>
                </c:pt>
                <c:pt idx="3147">
                  <c:v>41298</c:v>
                </c:pt>
                <c:pt idx="3148">
                  <c:v>41299</c:v>
                </c:pt>
                <c:pt idx="3149">
                  <c:v>41302</c:v>
                </c:pt>
                <c:pt idx="3150">
                  <c:v>41303</c:v>
                </c:pt>
                <c:pt idx="3151">
                  <c:v>41304</c:v>
                </c:pt>
                <c:pt idx="3152">
                  <c:v>41305</c:v>
                </c:pt>
                <c:pt idx="3153">
                  <c:v>41306</c:v>
                </c:pt>
                <c:pt idx="3154">
                  <c:v>41309</c:v>
                </c:pt>
                <c:pt idx="3155">
                  <c:v>41310</c:v>
                </c:pt>
                <c:pt idx="3156">
                  <c:v>41311</c:v>
                </c:pt>
                <c:pt idx="3157">
                  <c:v>41312</c:v>
                </c:pt>
                <c:pt idx="3158">
                  <c:v>41313</c:v>
                </c:pt>
                <c:pt idx="3159">
                  <c:v>41316</c:v>
                </c:pt>
                <c:pt idx="3160">
                  <c:v>41317</c:v>
                </c:pt>
                <c:pt idx="3161">
                  <c:v>41318</c:v>
                </c:pt>
                <c:pt idx="3162">
                  <c:v>41319</c:v>
                </c:pt>
                <c:pt idx="3163">
                  <c:v>41320</c:v>
                </c:pt>
                <c:pt idx="3164">
                  <c:v>41323</c:v>
                </c:pt>
                <c:pt idx="3165">
                  <c:v>41324</c:v>
                </c:pt>
                <c:pt idx="3166">
                  <c:v>41325</c:v>
                </c:pt>
                <c:pt idx="3167">
                  <c:v>41326</c:v>
                </c:pt>
                <c:pt idx="3168">
                  <c:v>41327</c:v>
                </c:pt>
                <c:pt idx="3169">
                  <c:v>41330</c:v>
                </c:pt>
                <c:pt idx="3170">
                  <c:v>41331</c:v>
                </c:pt>
                <c:pt idx="3171">
                  <c:v>41332</c:v>
                </c:pt>
                <c:pt idx="3172">
                  <c:v>41333</c:v>
                </c:pt>
                <c:pt idx="3173">
                  <c:v>41334</c:v>
                </c:pt>
                <c:pt idx="3174">
                  <c:v>41337</c:v>
                </c:pt>
                <c:pt idx="3175">
                  <c:v>41338</c:v>
                </c:pt>
                <c:pt idx="3176">
                  <c:v>41339</c:v>
                </c:pt>
                <c:pt idx="3177">
                  <c:v>41340</c:v>
                </c:pt>
                <c:pt idx="3178">
                  <c:v>41341</c:v>
                </c:pt>
                <c:pt idx="3179">
                  <c:v>41344</c:v>
                </c:pt>
                <c:pt idx="3180">
                  <c:v>41345</c:v>
                </c:pt>
                <c:pt idx="3181">
                  <c:v>41346</c:v>
                </c:pt>
                <c:pt idx="3182">
                  <c:v>41347</c:v>
                </c:pt>
                <c:pt idx="3183">
                  <c:v>41348</c:v>
                </c:pt>
                <c:pt idx="3184">
                  <c:v>41351</c:v>
                </c:pt>
                <c:pt idx="3185">
                  <c:v>41352</c:v>
                </c:pt>
                <c:pt idx="3186">
                  <c:v>41353</c:v>
                </c:pt>
                <c:pt idx="3187">
                  <c:v>41354</c:v>
                </c:pt>
                <c:pt idx="3188">
                  <c:v>41355</c:v>
                </c:pt>
                <c:pt idx="3189">
                  <c:v>41358</c:v>
                </c:pt>
                <c:pt idx="3190">
                  <c:v>41359</c:v>
                </c:pt>
                <c:pt idx="3191">
                  <c:v>41360</c:v>
                </c:pt>
                <c:pt idx="3192">
                  <c:v>41361</c:v>
                </c:pt>
                <c:pt idx="3193">
                  <c:v>41362</c:v>
                </c:pt>
                <c:pt idx="3194">
                  <c:v>41365</c:v>
                </c:pt>
                <c:pt idx="3195">
                  <c:v>41366</c:v>
                </c:pt>
                <c:pt idx="3196">
                  <c:v>41367</c:v>
                </c:pt>
                <c:pt idx="3197">
                  <c:v>41368</c:v>
                </c:pt>
                <c:pt idx="3198">
                  <c:v>41369</c:v>
                </c:pt>
                <c:pt idx="3199">
                  <c:v>41372</c:v>
                </c:pt>
                <c:pt idx="3200">
                  <c:v>41373</c:v>
                </c:pt>
                <c:pt idx="3201">
                  <c:v>41374</c:v>
                </c:pt>
                <c:pt idx="3202">
                  <c:v>41375</c:v>
                </c:pt>
                <c:pt idx="3203">
                  <c:v>41376</c:v>
                </c:pt>
                <c:pt idx="3204">
                  <c:v>41379</c:v>
                </c:pt>
                <c:pt idx="3205">
                  <c:v>41380</c:v>
                </c:pt>
                <c:pt idx="3206">
                  <c:v>41381</c:v>
                </c:pt>
                <c:pt idx="3207">
                  <c:v>41382</c:v>
                </c:pt>
                <c:pt idx="3208">
                  <c:v>41383</c:v>
                </c:pt>
                <c:pt idx="3209">
                  <c:v>41386</c:v>
                </c:pt>
                <c:pt idx="3210">
                  <c:v>41387</c:v>
                </c:pt>
                <c:pt idx="3211">
                  <c:v>41388</c:v>
                </c:pt>
                <c:pt idx="3212">
                  <c:v>41389</c:v>
                </c:pt>
                <c:pt idx="3213">
                  <c:v>41390</c:v>
                </c:pt>
                <c:pt idx="3214">
                  <c:v>41393</c:v>
                </c:pt>
                <c:pt idx="3215">
                  <c:v>41394</c:v>
                </c:pt>
                <c:pt idx="3216">
                  <c:v>41395</c:v>
                </c:pt>
                <c:pt idx="3217">
                  <c:v>41396</c:v>
                </c:pt>
                <c:pt idx="3218">
                  <c:v>41397</c:v>
                </c:pt>
                <c:pt idx="3219">
                  <c:v>41400</c:v>
                </c:pt>
                <c:pt idx="3220">
                  <c:v>41401</c:v>
                </c:pt>
                <c:pt idx="3221">
                  <c:v>41402</c:v>
                </c:pt>
                <c:pt idx="3222">
                  <c:v>41403</c:v>
                </c:pt>
                <c:pt idx="3223">
                  <c:v>41404</c:v>
                </c:pt>
                <c:pt idx="3224">
                  <c:v>41407</c:v>
                </c:pt>
                <c:pt idx="3225">
                  <c:v>41408</c:v>
                </c:pt>
                <c:pt idx="3226">
                  <c:v>41409</c:v>
                </c:pt>
                <c:pt idx="3227">
                  <c:v>41410</c:v>
                </c:pt>
                <c:pt idx="3228">
                  <c:v>41411</c:v>
                </c:pt>
                <c:pt idx="3229">
                  <c:v>41414</c:v>
                </c:pt>
                <c:pt idx="3230">
                  <c:v>41415</c:v>
                </c:pt>
                <c:pt idx="3231">
                  <c:v>41416</c:v>
                </c:pt>
                <c:pt idx="3232">
                  <c:v>41417</c:v>
                </c:pt>
                <c:pt idx="3233">
                  <c:v>41418</c:v>
                </c:pt>
                <c:pt idx="3234">
                  <c:v>41421</c:v>
                </c:pt>
                <c:pt idx="3235">
                  <c:v>41422</c:v>
                </c:pt>
                <c:pt idx="3236">
                  <c:v>41423</c:v>
                </c:pt>
                <c:pt idx="3237">
                  <c:v>41424</c:v>
                </c:pt>
                <c:pt idx="3238">
                  <c:v>41425</c:v>
                </c:pt>
                <c:pt idx="3239">
                  <c:v>41428</c:v>
                </c:pt>
                <c:pt idx="3240">
                  <c:v>41429</c:v>
                </c:pt>
                <c:pt idx="3241">
                  <c:v>41430</c:v>
                </c:pt>
                <c:pt idx="3242">
                  <c:v>41431</c:v>
                </c:pt>
                <c:pt idx="3243">
                  <c:v>41432</c:v>
                </c:pt>
                <c:pt idx="3244">
                  <c:v>41435</c:v>
                </c:pt>
                <c:pt idx="3245">
                  <c:v>41436</c:v>
                </c:pt>
                <c:pt idx="3246">
                  <c:v>41437</c:v>
                </c:pt>
                <c:pt idx="3247">
                  <c:v>41438</c:v>
                </c:pt>
                <c:pt idx="3248">
                  <c:v>41439</c:v>
                </c:pt>
                <c:pt idx="3249">
                  <c:v>41442</c:v>
                </c:pt>
                <c:pt idx="3250">
                  <c:v>41443</c:v>
                </c:pt>
                <c:pt idx="3251">
                  <c:v>41444</c:v>
                </c:pt>
                <c:pt idx="3252">
                  <c:v>41445</c:v>
                </c:pt>
                <c:pt idx="3253">
                  <c:v>41446</c:v>
                </c:pt>
                <c:pt idx="3254">
                  <c:v>41449</c:v>
                </c:pt>
                <c:pt idx="3255">
                  <c:v>41450</c:v>
                </c:pt>
                <c:pt idx="3256">
                  <c:v>41451</c:v>
                </c:pt>
                <c:pt idx="3257">
                  <c:v>41452</c:v>
                </c:pt>
                <c:pt idx="3258">
                  <c:v>41453</c:v>
                </c:pt>
                <c:pt idx="3259">
                  <c:v>41456</c:v>
                </c:pt>
                <c:pt idx="3260">
                  <c:v>41457</c:v>
                </c:pt>
                <c:pt idx="3261">
                  <c:v>41458</c:v>
                </c:pt>
                <c:pt idx="3262">
                  <c:v>41459</c:v>
                </c:pt>
                <c:pt idx="3263">
                  <c:v>41460</c:v>
                </c:pt>
                <c:pt idx="3264">
                  <c:v>41463</c:v>
                </c:pt>
                <c:pt idx="3265">
                  <c:v>41464</c:v>
                </c:pt>
                <c:pt idx="3266">
                  <c:v>41465</c:v>
                </c:pt>
                <c:pt idx="3267">
                  <c:v>41466</c:v>
                </c:pt>
                <c:pt idx="3268">
                  <c:v>41467</c:v>
                </c:pt>
                <c:pt idx="3269">
                  <c:v>41470</c:v>
                </c:pt>
                <c:pt idx="3270">
                  <c:v>41471</c:v>
                </c:pt>
                <c:pt idx="3271">
                  <c:v>41472</c:v>
                </c:pt>
                <c:pt idx="3272">
                  <c:v>41473</c:v>
                </c:pt>
                <c:pt idx="3273">
                  <c:v>41474</c:v>
                </c:pt>
                <c:pt idx="3274">
                  <c:v>41477</c:v>
                </c:pt>
                <c:pt idx="3275">
                  <c:v>41478</c:v>
                </c:pt>
                <c:pt idx="3276">
                  <c:v>41479</c:v>
                </c:pt>
                <c:pt idx="3277">
                  <c:v>41480</c:v>
                </c:pt>
                <c:pt idx="3278">
                  <c:v>41481</c:v>
                </c:pt>
                <c:pt idx="3279">
                  <c:v>41484</c:v>
                </c:pt>
                <c:pt idx="3280">
                  <c:v>41485</c:v>
                </c:pt>
                <c:pt idx="3281">
                  <c:v>41486</c:v>
                </c:pt>
                <c:pt idx="3282">
                  <c:v>41487</c:v>
                </c:pt>
                <c:pt idx="3283">
                  <c:v>41488</c:v>
                </c:pt>
                <c:pt idx="3284">
                  <c:v>41491</c:v>
                </c:pt>
                <c:pt idx="3285">
                  <c:v>41492</c:v>
                </c:pt>
                <c:pt idx="3286">
                  <c:v>41493</c:v>
                </c:pt>
                <c:pt idx="3287">
                  <c:v>41494</c:v>
                </c:pt>
                <c:pt idx="3288">
                  <c:v>41495</c:v>
                </c:pt>
                <c:pt idx="3289">
                  <c:v>41498</c:v>
                </c:pt>
                <c:pt idx="3290">
                  <c:v>41499</c:v>
                </c:pt>
                <c:pt idx="3291">
                  <c:v>41500</c:v>
                </c:pt>
                <c:pt idx="3292">
                  <c:v>41501</c:v>
                </c:pt>
                <c:pt idx="3293">
                  <c:v>41502</c:v>
                </c:pt>
                <c:pt idx="3294">
                  <c:v>41505</c:v>
                </c:pt>
                <c:pt idx="3295">
                  <c:v>41506</c:v>
                </c:pt>
                <c:pt idx="3296">
                  <c:v>41507</c:v>
                </c:pt>
                <c:pt idx="3297">
                  <c:v>41508</c:v>
                </c:pt>
                <c:pt idx="3298">
                  <c:v>41509</c:v>
                </c:pt>
                <c:pt idx="3299">
                  <c:v>41512</c:v>
                </c:pt>
                <c:pt idx="3300">
                  <c:v>41513</c:v>
                </c:pt>
                <c:pt idx="3301">
                  <c:v>41514</c:v>
                </c:pt>
                <c:pt idx="3302">
                  <c:v>41515</c:v>
                </c:pt>
                <c:pt idx="3303">
                  <c:v>41516</c:v>
                </c:pt>
                <c:pt idx="3304">
                  <c:v>41519</c:v>
                </c:pt>
                <c:pt idx="3305">
                  <c:v>41520</c:v>
                </c:pt>
                <c:pt idx="3306">
                  <c:v>41521</c:v>
                </c:pt>
                <c:pt idx="3307">
                  <c:v>41522</c:v>
                </c:pt>
                <c:pt idx="3308">
                  <c:v>41523</c:v>
                </c:pt>
                <c:pt idx="3309">
                  <c:v>41526</c:v>
                </c:pt>
                <c:pt idx="3310">
                  <c:v>41527</c:v>
                </c:pt>
                <c:pt idx="3311">
                  <c:v>41528</c:v>
                </c:pt>
                <c:pt idx="3312">
                  <c:v>41529</c:v>
                </c:pt>
                <c:pt idx="3313">
                  <c:v>41530</c:v>
                </c:pt>
                <c:pt idx="3314">
                  <c:v>41533</c:v>
                </c:pt>
                <c:pt idx="3315">
                  <c:v>41534</c:v>
                </c:pt>
                <c:pt idx="3316">
                  <c:v>41535</c:v>
                </c:pt>
                <c:pt idx="3317">
                  <c:v>41536</c:v>
                </c:pt>
                <c:pt idx="3318">
                  <c:v>41537</c:v>
                </c:pt>
                <c:pt idx="3319">
                  <c:v>41540</c:v>
                </c:pt>
                <c:pt idx="3320">
                  <c:v>41541</c:v>
                </c:pt>
                <c:pt idx="3321">
                  <c:v>41542</c:v>
                </c:pt>
                <c:pt idx="3322">
                  <c:v>41543</c:v>
                </c:pt>
                <c:pt idx="3323">
                  <c:v>41544</c:v>
                </c:pt>
                <c:pt idx="3324">
                  <c:v>41547</c:v>
                </c:pt>
                <c:pt idx="3325">
                  <c:v>41548</c:v>
                </c:pt>
                <c:pt idx="3326">
                  <c:v>41549</c:v>
                </c:pt>
                <c:pt idx="3327">
                  <c:v>41550</c:v>
                </c:pt>
                <c:pt idx="3328">
                  <c:v>41551</c:v>
                </c:pt>
                <c:pt idx="3329">
                  <c:v>41554</c:v>
                </c:pt>
                <c:pt idx="3330">
                  <c:v>41555</c:v>
                </c:pt>
                <c:pt idx="3331">
                  <c:v>41556</c:v>
                </c:pt>
                <c:pt idx="3332">
                  <c:v>41557</c:v>
                </c:pt>
                <c:pt idx="3333">
                  <c:v>41558</c:v>
                </c:pt>
                <c:pt idx="3334">
                  <c:v>41561</c:v>
                </c:pt>
                <c:pt idx="3335">
                  <c:v>41562</c:v>
                </c:pt>
                <c:pt idx="3336">
                  <c:v>41563</c:v>
                </c:pt>
                <c:pt idx="3337">
                  <c:v>41564</c:v>
                </c:pt>
                <c:pt idx="3338">
                  <c:v>41565</c:v>
                </c:pt>
                <c:pt idx="3339">
                  <c:v>41568</c:v>
                </c:pt>
                <c:pt idx="3340">
                  <c:v>41569</c:v>
                </c:pt>
                <c:pt idx="3341">
                  <c:v>41570</c:v>
                </c:pt>
                <c:pt idx="3342">
                  <c:v>41571</c:v>
                </c:pt>
                <c:pt idx="3343">
                  <c:v>41572</c:v>
                </c:pt>
                <c:pt idx="3344">
                  <c:v>41575</c:v>
                </c:pt>
                <c:pt idx="3345">
                  <c:v>41576</c:v>
                </c:pt>
                <c:pt idx="3346">
                  <c:v>41577</c:v>
                </c:pt>
                <c:pt idx="3347">
                  <c:v>41578</c:v>
                </c:pt>
                <c:pt idx="3348">
                  <c:v>41579</c:v>
                </c:pt>
                <c:pt idx="3349">
                  <c:v>41582</c:v>
                </c:pt>
                <c:pt idx="3350">
                  <c:v>41583</c:v>
                </c:pt>
                <c:pt idx="3351">
                  <c:v>41584</c:v>
                </c:pt>
                <c:pt idx="3352">
                  <c:v>41585</c:v>
                </c:pt>
                <c:pt idx="3353">
                  <c:v>41586</c:v>
                </c:pt>
                <c:pt idx="3354">
                  <c:v>41589</c:v>
                </c:pt>
                <c:pt idx="3355">
                  <c:v>41590</c:v>
                </c:pt>
                <c:pt idx="3356">
                  <c:v>41591</c:v>
                </c:pt>
                <c:pt idx="3357">
                  <c:v>41592</c:v>
                </c:pt>
                <c:pt idx="3358">
                  <c:v>41593</c:v>
                </c:pt>
                <c:pt idx="3359">
                  <c:v>41596</c:v>
                </c:pt>
                <c:pt idx="3360">
                  <c:v>41597</c:v>
                </c:pt>
                <c:pt idx="3361">
                  <c:v>41598</c:v>
                </c:pt>
                <c:pt idx="3362">
                  <c:v>41599</c:v>
                </c:pt>
                <c:pt idx="3363">
                  <c:v>41600</c:v>
                </c:pt>
                <c:pt idx="3364">
                  <c:v>41603</c:v>
                </c:pt>
                <c:pt idx="3365">
                  <c:v>41604</c:v>
                </c:pt>
                <c:pt idx="3366">
                  <c:v>41605</c:v>
                </c:pt>
                <c:pt idx="3367">
                  <c:v>41606</c:v>
                </c:pt>
                <c:pt idx="3368">
                  <c:v>41607</c:v>
                </c:pt>
                <c:pt idx="3369">
                  <c:v>41610</c:v>
                </c:pt>
                <c:pt idx="3370">
                  <c:v>41611</c:v>
                </c:pt>
                <c:pt idx="3371">
                  <c:v>41612</c:v>
                </c:pt>
                <c:pt idx="3372">
                  <c:v>41613</c:v>
                </c:pt>
                <c:pt idx="3373">
                  <c:v>41614</c:v>
                </c:pt>
                <c:pt idx="3374">
                  <c:v>41617</c:v>
                </c:pt>
                <c:pt idx="3375">
                  <c:v>41618</c:v>
                </c:pt>
                <c:pt idx="3376">
                  <c:v>41619</c:v>
                </c:pt>
                <c:pt idx="3377">
                  <c:v>41620</c:v>
                </c:pt>
                <c:pt idx="3378">
                  <c:v>41621</c:v>
                </c:pt>
                <c:pt idx="3379">
                  <c:v>41624</c:v>
                </c:pt>
                <c:pt idx="3380">
                  <c:v>41625</c:v>
                </c:pt>
                <c:pt idx="3381">
                  <c:v>41626</c:v>
                </c:pt>
                <c:pt idx="3382">
                  <c:v>41627</c:v>
                </c:pt>
                <c:pt idx="3383">
                  <c:v>41628</c:v>
                </c:pt>
                <c:pt idx="3384">
                  <c:v>41631</c:v>
                </c:pt>
                <c:pt idx="3385">
                  <c:v>41632</c:v>
                </c:pt>
                <c:pt idx="3386">
                  <c:v>41633</c:v>
                </c:pt>
                <c:pt idx="3387">
                  <c:v>41634</c:v>
                </c:pt>
                <c:pt idx="3388">
                  <c:v>41635</c:v>
                </c:pt>
                <c:pt idx="3389">
                  <c:v>41638</c:v>
                </c:pt>
                <c:pt idx="3390">
                  <c:v>41639</c:v>
                </c:pt>
                <c:pt idx="3391">
                  <c:v>41640</c:v>
                </c:pt>
                <c:pt idx="3392">
                  <c:v>41641</c:v>
                </c:pt>
                <c:pt idx="3393">
                  <c:v>41642</c:v>
                </c:pt>
                <c:pt idx="3394">
                  <c:v>41645</c:v>
                </c:pt>
                <c:pt idx="3395">
                  <c:v>41646</c:v>
                </c:pt>
                <c:pt idx="3396">
                  <c:v>41647</c:v>
                </c:pt>
                <c:pt idx="3397">
                  <c:v>41648</c:v>
                </c:pt>
                <c:pt idx="3398">
                  <c:v>41649</c:v>
                </c:pt>
                <c:pt idx="3399">
                  <c:v>41652</c:v>
                </c:pt>
                <c:pt idx="3400">
                  <c:v>41653</c:v>
                </c:pt>
                <c:pt idx="3401">
                  <c:v>41654</c:v>
                </c:pt>
                <c:pt idx="3402">
                  <c:v>41655</c:v>
                </c:pt>
                <c:pt idx="3403">
                  <c:v>41656</c:v>
                </c:pt>
                <c:pt idx="3404">
                  <c:v>41659</c:v>
                </c:pt>
                <c:pt idx="3405">
                  <c:v>41660</c:v>
                </c:pt>
                <c:pt idx="3406">
                  <c:v>41661</c:v>
                </c:pt>
                <c:pt idx="3407">
                  <c:v>41662</c:v>
                </c:pt>
                <c:pt idx="3408">
                  <c:v>41663</c:v>
                </c:pt>
                <c:pt idx="3409">
                  <c:v>41666</c:v>
                </c:pt>
                <c:pt idx="3410">
                  <c:v>41667</c:v>
                </c:pt>
                <c:pt idx="3411">
                  <c:v>41668</c:v>
                </c:pt>
                <c:pt idx="3412">
                  <c:v>41669</c:v>
                </c:pt>
                <c:pt idx="3413">
                  <c:v>41670</c:v>
                </c:pt>
                <c:pt idx="3414">
                  <c:v>41673</c:v>
                </c:pt>
                <c:pt idx="3415">
                  <c:v>41674</c:v>
                </c:pt>
                <c:pt idx="3416">
                  <c:v>41675</c:v>
                </c:pt>
                <c:pt idx="3417">
                  <c:v>41676</c:v>
                </c:pt>
                <c:pt idx="3418">
                  <c:v>41677</c:v>
                </c:pt>
                <c:pt idx="3419">
                  <c:v>41680</c:v>
                </c:pt>
                <c:pt idx="3420">
                  <c:v>41681</c:v>
                </c:pt>
                <c:pt idx="3421">
                  <c:v>41682</c:v>
                </c:pt>
                <c:pt idx="3422">
                  <c:v>41683</c:v>
                </c:pt>
                <c:pt idx="3423">
                  <c:v>41684</c:v>
                </c:pt>
                <c:pt idx="3424">
                  <c:v>41687</c:v>
                </c:pt>
                <c:pt idx="3425">
                  <c:v>41688</c:v>
                </c:pt>
                <c:pt idx="3426">
                  <c:v>41689</c:v>
                </c:pt>
                <c:pt idx="3427">
                  <c:v>41690</c:v>
                </c:pt>
                <c:pt idx="3428">
                  <c:v>41691</c:v>
                </c:pt>
                <c:pt idx="3429">
                  <c:v>41694</c:v>
                </c:pt>
                <c:pt idx="3430">
                  <c:v>41695</c:v>
                </c:pt>
                <c:pt idx="3431">
                  <c:v>41696</c:v>
                </c:pt>
                <c:pt idx="3432">
                  <c:v>41697</c:v>
                </c:pt>
                <c:pt idx="3433">
                  <c:v>41698</c:v>
                </c:pt>
                <c:pt idx="3434">
                  <c:v>41701</c:v>
                </c:pt>
                <c:pt idx="3435">
                  <c:v>41702</c:v>
                </c:pt>
                <c:pt idx="3436">
                  <c:v>41703</c:v>
                </c:pt>
                <c:pt idx="3437">
                  <c:v>41704</c:v>
                </c:pt>
                <c:pt idx="3438">
                  <c:v>41705</c:v>
                </c:pt>
                <c:pt idx="3439">
                  <c:v>41708</c:v>
                </c:pt>
                <c:pt idx="3440">
                  <c:v>41709</c:v>
                </c:pt>
                <c:pt idx="3441">
                  <c:v>41710</c:v>
                </c:pt>
                <c:pt idx="3442">
                  <c:v>41711</c:v>
                </c:pt>
                <c:pt idx="3443">
                  <c:v>41712</c:v>
                </c:pt>
                <c:pt idx="3444">
                  <c:v>41715</c:v>
                </c:pt>
                <c:pt idx="3445">
                  <c:v>41716</c:v>
                </c:pt>
                <c:pt idx="3446">
                  <c:v>41717</c:v>
                </c:pt>
                <c:pt idx="3447">
                  <c:v>41718</c:v>
                </c:pt>
                <c:pt idx="3448">
                  <c:v>41719</c:v>
                </c:pt>
                <c:pt idx="3449">
                  <c:v>41722</c:v>
                </c:pt>
                <c:pt idx="3450">
                  <c:v>41723</c:v>
                </c:pt>
                <c:pt idx="3451">
                  <c:v>41724</c:v>
                </c:pt>
                <c:pt idx="3452">
                  <c:v>41725</c:v>
                </c:pt>
                <c:pt idx="3453">
                  <c:v>41726</c:v>
                </c:pt>
                <c:pt idx="3454">
                  <c:v>41729</c:v>
                </c:pt>
                <c:pt idx="3455">
                  <c:v>41730</c:v>
                </c:pt>
                <c:pt idx="3456">
                  <c:v>41731</c:v>
                </c:pt>
                <c:pt idx="3457">
                  <c:v>41732</c:v>
                </c:pt>
                <c:pt idx="3458">
                  <c:v>41733</c:v>
                </c:pt>
                <c:pt idx="3459">
                  <c:v>41736</c:v>
                </c:pt>
                <c:pt idx="3460">
                  <c:v>41737</c:v>
                </c:pt>
                <c:pt idx="3461">
                  <c:v>41738</c:v>
                </c:pt>
                <c:pt idx="3462">
                  <c:v>41739</c:v>
                </c:pt>
                <c:pt idx="3463">
                  <c:v>41740</c:v>
                </c:pt>
                <c:pt idx="3464">
                  <c:v>41743</c:v>
                </c:pt>
                <c:pt idx="3465">
                  <c:v>41744</c:v>
                </c:pt>
                <c:pt idx="3466">
                  <c:v>41745</c:v>
                </c:pt>
                <c:pt idx="3467">
                  <c:v>41746</c:v>
                </c:pt>
                <c:pt idx="3468">
                  <c:v>41747</c:v>
                </c:pt>
                <c:pt idx="3469">
                  <c:v>41750</c:v>
                </c:pt>
                <c:pt idx="3470">
                  <c:v>41751</c:v>
                </c:pt>
                <c:pt idx="3471">
                  <c:v>41752</c:v>
                </c:pt>
                <c:pt idx="3472">
                  <c:v>41753</c:v>
                </c:pt>
                <c:pt idx="3473">
                  <c:v>41754</c:v>
                </c:pt>
                <c:pt idx="3474">
                  <c:v>41757</c:v>
                </c:pt>
                <c:pt idx="3475">
                  <c:v>41758</c:v>
                </c:pt>
                <c:pt idx="3476">
                  <c:v>41759</c:v>
                </c:pt>
                <c:pt idx="3477">
                  <c:v>41760</c:v>
                </c:pt>
                <c:pt idx="3478">
                  <c:v>41761</c:v>
                </c:pt>
                <c:pt idx="3479">
                  <c:v>41764</c:v>
                </c:pt>
                <c:pt idx="3480">
                  <c:v>41765</c:v>
                </c:pt>
                <c:pt idx="3481">
                  <c:v>41766</c:v>
                </c:pt>
                <c:pt idx="3482">
                  <c:v>41767</c:v>
                </c:pt>
                <c:pt idx="3483">
                  <c:v>41768</c:v>
                </c:pt>
                <c:pt idx="3484">
                  <c:v>41771</c:v>
                </c:pt>
                <c:pt idx="3485">
                  <c:v>41772</c:v>
                </c:pt>
                <c:pt idx="3486">
                  <c:v>41773</c:v>
                </c:pt>
                <c:pt idx="3487">
                  <c:v>41774</c:v>
                </c:pt>
                <c:pt idx="3488">
                  <c:v>41775</c:v>
                </c:pt>
                <c:pt idx="3489">
                  <c:v>41778</c:v>
                </c:pt>
                <c:pt idx="3490">
                  <c:v>41779</c:v>
                </c:pt>
                <c:pt idx="3491">
                  <c:v>41780</c:v>
                </c:pt>
                <c:pt idx="3492">
                  <c:v>41781</c:v>
                </c:pt>
                <c:pt idx="3493">
                  <c:v>41782</c:v>
                </c:pt>
                <c:pt idx="3494">
                  <c:v>41785</c:v>
                </c:pt>
                <c:pt idx="3495">
                  <c:v>41786</c:v>
                </c:pt>
                <c:pt idx="3496">
                  <c:v>41787</c:v>
                </c:pt>
                <c:pt idx="3497">
                  <c:v>41788</c:v>
                </c:pt>
                <c:pt idx="3498">
                  <c:v>41789</c:v>
                </c:pt>
                <c:pt idx="3499">
                  <c:v>41792</c:v>
                </c:pt>
                <c:pt idx="3500">
                  <c:v>41793</c:v>
                </c:pt>
                <c:pt idx="3501">
                  <c:v>41794</c:v>
                </c:pt>
                <c:pt idx="3502">
                  <c:v>41795</c:v>
                </c:pt>
                <c:pt idx="3503">
                  <c:v>41796</c:v>
                </c:pt>
                <c:pt idx="3504">
                  <c:v>41799</c:v>
                </c:pt>
                <c:pt idx="3505">
                  <c:v>41800</c:v>
                </c:pt>
                <c:pt idx="3506">
                  <c:v>41801</c:v>
                </c:pt>
                <c:pt idx="3507">
                  <c:v>41802</c:v>
                </c:pt>
                <c:pt idx="3508">
                  <c:v>41803</c:v>
                </c:pt>
                <c:pt idx="3509">
                  <c:v>41806</c:v>
                </c:pt>
                <c:pt idx="3510">
                  <c:v>41807</c:v>
                </c:pt>
                <c:pt idx="3511">
                  <c:v>41808</c:v>
                </c:pt>
                <c:pt idx="3512">
                  <c:v>41809</c:v>
                </c:pt>
                <c:pt idx="3513">
                  <c:v>41810</c:v>
                </c:pt>
                <c:pt idx="3514">
                  <c:v>41813</c:v>
                </c:pt>
                <c:pt idx="3515">
                  <c:v>41814</c:v>
                </c:pt>
                <c:pt idx="3516">
                  <c:v>41815</c:v>
                </c:pt>
                <c:pt idx="3517">
                  <c:v>41816</c:v>
                </c:pt>
                <c:pt idx="3518">
                  <c:v>41817</c:v>
                </c:pt>
                <c:pt idx="3519">
                  <c:v>41820</c:v>
                </c:pt>
                <c:pt idx="3520">
                  <c:v>41821</c:v>
                </c:pt>
                <c:pt idx="3521">
                  <c:v>41822</c:v>
                </c:pt>
                <c:pt idx="3522">
                  <c:v>41823</c:v>
                </c:pt>
                <c:pt idx="3523">
                  <c:v>41824</c:v>
                </c:pt>
                <c:pt idx="3524">
                  <c:v>41827</c:v>
                </c:pt>
                <c:pt idx="3525">
                  <c:v>41828</c:v>
                </c:pt>
                <c:pt idx="3526">
                  <c:v>41829</c:v>
                </c:pt>
                <c:pt idx="3527">
                  <c:v>41830</c:v>
                </c:pt>
                <c:pt idx="3528">
                  <c:v>41831</c:v>
                </c:pt>
                <c:pt idx="3529">
                  <c:v>41834</c:v>
                </c:pt>
                <c:pt idx="3530">
                  <c:v>41835</c:v>
                </c:pt>
                <c:pt idx="3531">
                  <c:v>41836</c:v>
                </c:pt>
                <c:pt idx="3532">
                  <c:v>41837</c:v>
                </c:pt>
                <c:pt idx="3533">
                  <c:v>41838</c:v>
                </c:pt>
                <c:pt idx="3534">
                  <c:v>41841</c:v>
                </c:pt>
                <c:pt idx="3535">
                  <c:v>41842</c:v>
                </c:pt>
                <c:pt idx="3536">
                  <c:v>41843</c:v>
                </c:pt>
                <c:pt idx="3537">
                  <c:v>41844</c:v>
                </c:pt>
                <c:pt idx="3538">
                  <c:v>41845</c:v>
                </c:pt>
                <c:pt idx="3539">
                  <c:v>41848</c:v>
                </c:pt>
                <c:pt idx="3540">
                  <c:v>41849</c:v>
                </c:pt>
                <c:pt idx="3541">
                  <c:v>41850</c:v>
                </c:pt>
                <c:pt idx="3542">
                  <c:v>41851</c:v>
                </c:pt>
                <c:pt idx="3543">
                  <c:v>41852</c:v>
                </c:pt>
                <c:pt idx="3544">
                  <c:v>41855</c:v>
                </c:pt>
                <c:pt idx="3545">
                  <c:v>41856</c:v>
                </c:pt>
                <c:pt idx="3546">
                  <c:v>41857</c:v>
                </c:pt>
                <c:pt idx="3547">
                  <c:v>41858</c:v>
                </c:pt>
                <c:pt idx="3548">
                  <c:v>41859</c:v>
                </c:pt>
                <c:pt idx="3549">
                  <c:v>41862</c:v>
                </c:pt>
                <c:pt idx="3550">
                  <c:v>41863</c:v>
                </c:pt>
                <c:pt idx="3551">
                  <c:v>41864</c:v>
                </c:pt>
                <c:pt idx="3552">
                  <c:v>41865</c:v>
                </c:pt>
                <c:pt idx="3553">
                  <c:v>41866</c:v>
                </c:pt>
                <c:pt idx="3554">
                  <c:v>41869</c:v>
                </c:pt>
                <c:pt idx="3555">
                  <c:v>41870</c:v>
                </c:pt>
                <c:pt idx="3556">
                  <c:v>41871</c:v>
                </c:pt>
                <c:pt idx="3557">
                  <c:v>41872</c:v>
                </c:pt>
                <c:pt idx="3558">
                  <c:v>41873</c:v>
                </c:pt>
                <c:pt idx="3559">
                  <c:v>41876</c:v>
                </c:pt>
                <c:pt idx="3560">
                  <c:v>41877</c:v>
                </c:pt>
                <c:pt idx="3561">
                  <c:v>41878</c:v>
                </c:pt>
                <c:pt idx="3562">
                  <c:v>41879</c:v>
                </c:pt>
                <c:pt idx="3563">
                  <c:v>41880</c:v>
                </c:pt>
                <c:pt idx="3564">
                  <c:v>41883</c:v>
                </c:pt>
                <c:pt idx="3565">
                  <c:v>41884</c:v>
                </c:pt>
                <c:pt idx="3566">
                  <c:v>41885</c:v>
                </c:pt>
                <c:pt idx="3567">
                  <c:v>41886</c:v>
                </c:pt>
                <c:pt idx="3568">
                  <c:v>41887</c:v>
                </c:pt>
                <c:pt idx="3569">
                  <c:v>41890</c:v>
                </c:pt>
                <c:pt idx="3570">
                  <c:v>41891</c:v>
                </c:pt>
                <c:pt idx="3571">
                  <c:v>41892</c:v>
                </c:pt>
                <c:pt idx="3572">
                  <c:v>41893</c:v>
                </c:pt>
                <c:pt idx="3573">
                  <c:v>41894</c:v>
                </c:pt>
                <c:pt idx="3574">
                  <c:v>41897</c:v>
                </c:pt>
                <c:pt idx="3575">
                  <c:v>41898</c:v>
                </c:pt>
                <c:pt idx="3576">
                  <c:v>41899</c:v>
                </c:pt>
                <c:pt idx="3577">
                  <c:v>41900</c:v>
                </c:pt>
                <c:pt idx="3578">
                  <c:v>41901</c:v>
                </c:pt>
                <c:pt idx="3579">
                  <c:v>41904</c:v>
                </c:pt>
                <c:pt idx="3580">
                  <c:v>41905</c:v>
                </c:pt>
                <c:pt idx="3581">
                  <c:v>41906</c:v>
                </c:pt>
                <c:pt idx="3582">
                  <c:v>41907</c:v>
                </c:pt>
                <c:pt idx="3583">
                  <c:v>41908</c:v>
                </c:pt>
                <c:pt idx="3584">
                  <c:v>41911</c:v>
                </c:pt>
                <c:pt idx="3585">
                  <c:v>41912</c:v>
                </c:pt>
                <c:pt idx="3586">
                  <c:v>41913</c:v>
                </c:pt>
                <c:pt idx="3587">
                  <c:v>41914</c:v>
                </c:pt>
                <c:pt idx="3588">
                  <c:v>41915</c:v>
                </c:pt>
                <c:pt idx="3589">
                  <c:v>41918</c:v>
                </c:pt>
                <c:pt idx="3590">
                  <c:v>41919</c:v>
                </c:pt>
                <c:pt idx="3591">
                  <c:v>41920</c:v>
                </c:pt>
                <c:pt idx="3592">
                  <c:v>41921</c:v>
                </c:pt>
                <c:pt idx="3593">
                  <c:v>41922</c:v>
                </c:pt>
                <c:pt idx="3594">
                  <c:v>41925</c:v>
                </c:pt>
                <c:pt idx="3595">
                  <c:v>41926</c:v>
                </c:pt>
                <c:pt idx="3596">
                  <c:v>41927</c:v>
                </c:pt>
                <c:pt idx="3597">
                  <c:v>41928</c:v>
                </c:pt>
                <c:pt idx="3598">
                  <c:v>41929</c:v>
                </c:pt>
                <c:pt idx="3599">
                  <c:v>41932</c:v>
                </c:pt>
                <c:pt idx="3600">
                  <c:v>41933</c:v>
                </c:pt>
                <c:pt idx="3601">
                  <c:v>41934</c:v>
                </c:pt>
                <c:pt idx="3602">
                  <c:v>41935</c:v>
                </c:pt>
                <c:pt idx="3603">
                  <c:v>41936</c:v>
                </c:pt>
                <c:pt idx="3604">
                  <c:v>41939</c:v>
                </c:pt>
                <c:pt idx="3605">
                  <c:v>41940</c:v>
                </c:pt>
                <c:pt idx="3606">
                  <c:v>41941</c:v>
                </c:pt>
                <c:pt idx="3607">
                  <c:v>41942</c:v>
                </c:pt>
                <c:pt idx="3608">
                  <c:v>41943</c:v>
                </c:pt>
                <c:pt idx="3609">
                  <c:v>41946</c:v>
                </c:pt>
                <c:pt idx="3610">
                  <c:v>41947</c:v>
                </c:pt>
                <c:pt idx="3611">
                  <c:v>41948</c:v>
                </c:pt>
                <c:pt idx="3612">
                  <c:v>41949</c:v>
                </c:pt>
                <c:pt idx="3613">
                  <c:v>41950</c:v>
                </c:pt>
                <c:pt idx="3614">
                  <c:v>41953</c:v>
                </c:pt>
                <c:pt idx="3615">
                  <c:v>41954</c:v>
                </c:pt>
                <c:pt idx="3616">
                  <c:v>41955</c:v>
                </c:pt>
                <c:pt idx="3617">
                  <c:v>41956</c:v>
                </c:pt>
                <c:pt idx="3618">
                  <c:v>41957</c:v>
                </c:pt>
                <c:pt idx="3619">
                  <c:v>41960</c:v>
                </c:pt>
                <c:pt idx="3620">
                  <c:v>41961</c:v>
                </c:pt>
                <c:pt idx="3621">
                  <c:v>41962</c:v>
                </c:pt>
                <c:pt idx="3622">
                  <c:v>41963</c:v>
                </c:pt>
                <c:pt idx="3623">
                  <c:v>41964</c:v>
                </c:pt>
                <c:pt idx="3624">
                  <c:v>41967</c:v>
                </c:pt>
                <c:pt idx="3625">
                  <c:v>41968</c:v>
                </c:pt>
                <c:pt idx="3626">
                  <c:v>41969</c:v>
                </c:pt>
                <c:pt idx="3627">
                  <c:v>41970</c:v>
                </c:pt>
                <c:pt idx="3628">
                  <c:v>41971</c:v>
                </c:pt>
                <c:pt idx="3629">
                  <c:v>41974</c:v>
                </c:pt>
                <c:pt idx="3630">
                  <c:v>41975</c:v>
                </c:pt>
                <c:pt idx="3631">
                  <c:v>41976</c:v>
                </c:pt>
                <c:pt idx="3632">
                  <c:v>41977</c:v>
                </c:pt>
                <c:pt idx="3633">
                  <c:v>41978</c:v>
                </c:pt>
                <c:pt idx="3634">
                  <c:v>41981</c:v>
                </c:pt>
                <c:pt idx="3635">
                  <c:v>41982</c:v>
                </c:pt>
                <c:pt idx="3636">
                  <c:v>41983</c:v>
                </c:pt>
                <c:pt idx="3637">
                  <c:v>41984</c:v>
                </c:pt>
                <c:pt idx="3638">
                  <c:v>41985</c:v>
                </c:pt>
                <c:pt idx="3639">
                  <c:v>41988</c:v>
                </c:pt>
                <c:pt idx="3640">
                  <c:v>41989</c:v>
                </c:pt>
                <c:pt idx="3641">
                  <c:v>41990</c:v>
                </c:pt>
                <c:pt idx="3642">
                  <c:v>41991</c:v>
                </c:pt>
                <c:pt idx="3643">
                  <c:v>41992</c:v>
                </c:pt>
                <c:pt idx="3644">
                  <c:v>41995</c:v>
                </c:pt>
                <c:pt idx="3645">
                  <c:v>41996</c:v>
                </c:pt>
                <c:pt idx="3646">
                  <c:v>41997</c:v>
                </c:pt>
                <c:pt idx="3647">
                  <c:v>41998</c:v>
                </c:pt>
                <c:pt idx="3648">
                  <c:v>41999</c:v>
                </c:pt>
                <c:pt idx="3649">
                  <c:v>42002</c:v>
                </c:pt>
                <c:pt idx="3650">
                  <c:v>42003</c:v>
                </c:pt>
                <c:pt idx="3651">
                  <c:v>42004</c:v>
                </c:pt>
                <c:pt idx="3652">
                  <c:v>42005</c:v>
                </c:pt>
                <c:pt idx="3653">
                  <c:v>42006</c:v>
                </c:pt>
                <c:pt idx="3654">
                  <c:v>42009</c:v>
                </c:pt>
                <c:pt idx="3655">
                  <c:v>42010</c:v>
                </c:pt>
                <c:pt idx="3656">
                  <c:v>42011</c:v>
                </c:pt>
                <c:pt idx="3657">
                  <c:v>42012</c:v>
                </c:pt>
                <c:pt idx="3658">
                  <c:v>42013</c:v>
                </c:pt>
                <c:pt idx="3659">
                  <c:v>42016</c:v>
                </c:pt>
                <c:pt idx="3660">
                  <c:v>42017</c:v>
                </c:pt>
                <c:pt idx="3661">
                  <c:v>42018</c:v>
                </c:pt>
                <c:pt idx="3662">
                  <c:v>42019</c:v>
                </c:pt>
                <c:pt idx="3663">
                  <c:v>42020</c:v>
                </c:pt>
                <c:pt idx="3664">
                  <c:v>42023</c:v>
                </c:pt>
                <c:pt idx="3665">
                  <c:v>42024</c:v>
                </c:pt>
                <c:pt idx="3666">
                  <c:v>42025</c:v>
                </c:pt>
                <c:pt idx="3667">
                  <c:v>42026</c:v>
                </c:pt>
                <c:pt idx="3668">
                  <c:v>42027</c:v>
                </c:pt>
                <c:pt idx="3669">
                  <c:v>42030</c:v>
                </c:pt>
                <c:pt idx="3670">
                  <c:v>42031</c:v>
                </c:pt>
                <c:pt idx="3671">
                  <c:v>42032</c:v>
                </c:pt>
                <c:pt idx="3672">
                  <c:v>42033</c:v>
                </c:pt>
                <c:pt idx="3673">
                  <c:v>42034</c:v>
                </c:pt>
                <c:pt idx="3674">
                  <c:v>42037</c:v>
                </c:pt>
                <c:pt idx="3675">
                  <c:v>42038</c:v>
                </c:pt>
                <c:pt idx="3676">
                  <c:v>42039</c:v>
                </c:pt>
                <c:pt idx="3677">
                  <c:v>42040</c:v>
                </c:pt>
                <c:pt idx="3678">
                  <c:v>42041</c:v>
                </c:pt>
                <c:pt idx="3679">
                  <c:v>42044</c:v>
                </c:pt>
                <c:pt idx="3680">
                  <c:v>42045</c:v>
                </c:pt>
                <c:pt idx="3681">
                  <c:v>42046</c:v>
                </c:pt>
                <c:pt idx="3682">
                  <c:v>42047</c:v>
                </c:pt>
                <c:pt idx="3683">
                  <c:v>42048</c:v>
                </c:pt>
                <c:pt idx="3684">
                  <c:v>42051</c:v>
                </c:pt>
                <c:pt idx="3685">
                  <c:v>42052</c:v>
                </c:pt>
                <c:pt idx="3686">
                  <c:v>42053</c:v>
                </c:pt>
                <c:pt idx="3687">
                  <c:v>42054</c:v>
                </c:pt>
                <c:pt idx="3688">
                  <c:v>42055</c:v>
                </c:pt>
                <c:pt idx="3689">
                  <c:v>42058</c:v>
                </c:pt>
                <c:pt idx="3690">
                  <c:v>42059</c:v>
                </c:pt>
                <c:pt idx="3691">
                  <c:v>42060</c:v>
                </c:pt>
                <c:pt idx="3692">
                  <c:v>42061</c:v>
                </c:pt>
                <c:pt idx="3693">
                  <c:v>42062</c:v>
                </c:pt>
                <c:pt idx="3694">
                  <c:v>42065</c:v>
                </c:pt>
                <c:pt idx="3695">
                  <c:v>42066</c:v>
                </c:pt>
                <c:pt idx="3696">
                  <c:v>42067</c:v>
                </c:pt>
                <c:pt idx="3697">
                  <c:v>42068</c:v>
                </c:pt>
                <c:pt idx="3698">
                  <c:v>42069</c:v>
                </c:pt>
                <c:pt idx="3699">
                  <c:v>42072</c:v>
                </c:pt>
                <c:pt idx="3700">
                  <c:v>42073</c:v>
                </c:pt>
                <c:pt idx="3701">
                  <c:v>42074</c:v>
                </c:pt>
                <c:pt idx="3702">
                  <c:v>42075</c:v>
                </c:pt>
                <c:pt idx="3703">
                  <c:v>42076</c:v>
                </c:pt>
                <c:pt idx="3704">
                  <c:v>42079</c:v>
                </c:pt>
                <c:pt idx="3705">
                  <c:v>42080</c:v>
                </c:pt>
                <c:pt idx="3706">
                  <c:v>42081</c:v>
                </c:pt>
                <c:pt idx="3707">
                  <c:v>42082</c:v>
                </c:pt>
                <c:pt idx="3708">
                  <c:v>42083</c:v>
                </c:pt>
                <c:pt idx="3709">
                  <c:v>42086</c:v>
                </c:pt>
                <c:pt idx="3710">
                  <c:v>42087</c:v>
                </c:pt>
                <c:pt idx="3711">
                  <c:v>42088</c:v>
                </c:pt>
                <c:pt idx="3712">
                  <c:v>42089</c:v>
                </c:pt>
                <c:pt idx="3713">
                  <c:v>42090</c:v>
                </c:pt>
                <c:pt idx="3714">
                  <c:v>42093</c:v>
                </c:pt>
                <c:pt idx="3715">
                  <c:v>42094</c:v>
                </c:pt>
                <c:pt idx="3716">
                  <c:v>42095</c:v>
                </c:pt>
                <c:pt idx="3717">
                  <c:v>42096</c:v>
                </c:pt>
                <c:pt idx="3718">
                  <c:v>42097</c:v>
                </c:pt>
                <c:pt idx="3719">
                  <c:v>42100</c:v>
                </c:pt>
                <c:pt idx="3720">
                  <c:v>42101</c:v>
                </c:pt>
                <c:pt idx="3721">
                  <c:v>42102</c:v>
                </c:pt>
                <c:pt idx="3722">
                  <c:v>42103</c:v>
                </c:pt>
                <c:pt idx="3723">
                  <c:v>42104</c:v>
                </c:pt>
                <c:pt idx="3724">
                  <c:v>42107</c:v>
                </c:pt>
                <c:pt idx="3725">
                  <c:v>42108</c:v>
                </c:pt>
                <c:pt idx="3726">
                  <c:v>42109</c:v>
                </c:pt>
                <c:pt idx="3727">
                  <c:v>42110</c:v>
                </c:pt>
                <c:pt idx="3728">
                  <c:v>42111</c:v>
                </c:pt>
                <c:pt idx="3729">
                  <c:v>42114</c:v>
                </c:pt>
                <c:pt idx="3730">
                  <c:v>42115</c:v>
                </c:pt>
                <c:pt idx="3731">
                  <c:v>42116</c:v>
                </c:pt>
                <c:pt idx="3732">
                  <c:v>42117</c:v>
                </c:pt>
                <c:pt idx="3733">
                  <c:v>42118</c:v>
                </c:pt>
                <c:pt idx="3734">
                  <c:v>42121</c:v>
                </c:pt>
                <c:pt idx="3735">
                  <c:v>42122</c:v>
                </c:pt>
                <c:pt idx="3736">
                  <c:v>42123</c:v>
                </c:pt>
                <c:pt idx="3737">
                  <c:v>42124</c:v>
                </c:pt>
                <c:pt idx="3738">
                  <c:v>42125</c:v>
                </c:pt>
                <c:pt idx="3739">
                  <c:v>42128</c:v>
                </c:pt>
                <c:pt idx="3740">
                  <c:v>42129</c:v>
                </c:pt>
                <c:pt idx="3741">
                  <c:v>42130</c:v>
                </c:pt>
                <c:pt idx="3742">
                  <c:v>42131</c:v>
                </c:pt>
                <c:pt idx="3743">
                  <c:v>42132</c:v>
                </c:pt>
                <c:pt idx="3744">
                  <c:v>42135</c:v>
                </c:pt>
                <c:pt idx="3745">
                  <c:v>42136</c:v>
                </c:pt>
                <c:pt idx="3746">
                  <c:v>42137</c:v>
                </c:pt>
                <c:pt idx="3747">
                  <c:v>42138</c:v>
                </c:pt>
                <c:pt idx="3748">
                  <c:v>42139</c:v>
                </c:pt>
                <c:pt idx="3749">
                  <c:v>42142</c:v>
                </c:pt>
                <c:pt idx="3750">
                  <c:v>42143</c:v>
                </c:pt>
                <c:pt idx="3751">
                  <c:v>42144</c:v>
                </c:pt>
                <c:pt idx="3752">
                  <c:v>42145</c:v>
                </c:pt>
                <c:pt idx="3753">
                  <c:v>42146</c:v>
                </c:pt>
                <c:pt idx="3754">
                  <c:v>42149</c:v>
                </c:pt>
                <c:pt idx="3755">
                  <c:v>42150</c:v>
                </c:pt>
                <c:pt idx="3756">
                  <c:v>42151</c:v>
                </c:pt>
                <c:pt idx="3757">
                  <c:v>42152</c:v>
                </c:pt>
                <c:pt idx="3758">
                  <c:v>42153</c:v>
                </c:pt>
                <c:pt idx="3759">
                  <c:v>42156</c:v>
                </c:pt>
                <c:pt idx="3760">
                  <c:v>42157</c:v>
                </c:pt>
                <c:pt idx="3761">
                  <c:v>42158</c:v>
                </c:pt>
                <c:pt idx="3762">
                  <c:v>42159</c:v>
                </c:pt>
                <c:pt idx="3763">
                  <c:v>42160</c:v>
                </c:pt>
                <c:pt idx="3764">
                  <c:v>42163</c:v>
                </c:pt>
                <c:pt idx="3765">
                  <c:v>42164</c:v>
                </c:pt>
                <c:pt idx="3766">
                  <c:v>42165</c:v>
                </c:pt>
                <c:pt idx="3767">
                  <c:v>42166</c:v>
                </c:pt>
                <c:pt idx="3768">
                  <c:v>42167</c:v>
                </c:pt>
                <c:pt idx="3769">
                  <c:v>42170</c:v>
                </c:pt>
                <c:pt idx="3770">
                  <c:v>42171</c:v>
                </c:pt>
                <c:pt idx="3771">
                  <c:v>42172</c:v>
                </c:pt>
                <c:pt idx="3772">
                  <c:v>42173</c:v>
                </c:pt>
                <c:pt idx="3773">
                  <c:v>42174</c:v>
                </c:pt>
                <c:pt idx="3774">
                  <c:v>42177</c:v>
                </c:pt>
                <c:pt idx="3775">
                  <c:v>42178</c:v>
                </c:pt>
                <c:pt idx="3776">
                  <c:v>42179</c:v>
                </c:pt>
                <c:pt idx="3777">
                  <c:v>42180</c:v>
                </c:pt>
                <c:pt idx="3778">
                  <c:v>42181</c:v>
                </c:pt>
                <c:pt idx="3779">
                  <c:v>42184</c:v>
                </c:pt>
                <c:pt idx="3780">
                  <c:v>42185</c:v>
                </c:pt>
                <c:pt idx="3781">
                  <c:v>42186</c:v>
                </c:pt>
                <c:pt idx="3782">
                  <c:v>42187</c:v>
                </c:pt>
                <c:pt idx="3783">
                  <c:v>42188</c:v>
                </c:pt>
                <c:pt idx="3784">
                  <c:v>42191</c:v>
                </c:pt>
                <c:pt idx="3785">
                  <c:v>42192</c:v>
                </c:pt>
                <c:pt idx="3786">
                  <c:v>42193</c:v>
                </c:pt>
                <c:pt idx="3787">
                  <c:v>42194</c:v>
                </c:pt>
                <c:pt idx="3788">
                  <c:v>42195</c:v>
                </c:pt>
                <c:pt idx="3789">
                  <c:v>42198</c:v>
                </c:pt>
                <c:pt idx="3790">
                  <c:v>42199</c:v>
                </c:pt>
                <c:pt idx="3791">
                  <c:v>42200</c:v>
                </c:pt>
                <c:pt idx="3792">
                  <c:v>42201</c:v>
                </c:pt>
                <c:pt idx="3793">
                  <c:v>42202</c:v>
                </c:pt>
                <c:pt idx="3794">
                  <c:v>42205</c:v>
                </c:pt>
                <c:pt idx="3795">
                  <c:v>42206</c:v>
                </c:pt>
                <c:pt idx="3796">
                  <c:v>42207</c:v>
                </c:pt>
                <c:pt idx="3797">
                  <c:v>42208</c:v>
                </c:pt>
                <c:pt idx="3798">
                  <c:v>42209</c:v>
                </c:pt>
                <c:pt idx="3799">
                  <c:v>42212</c:v>
                </c:pt>
                <c:pt idx="3800">
                  <c:v>42213</c:v>
                </c:pt>
                <c:pt idx="3801">
                  <c:v>42214</c:v>
                </c:pt>
                <c:pt idx="3802">
                  <c:v>42215</c:v>
                </c:pt>
                <c:pt idx="3803">
                  <c:v>42216</c:v>
                </c:pt>
                <c:pt idx="3804">
                  <c:v>42219</c:v>
                </c:pt>
                <c:pt idx="3805">
                  <c:v>42220</c:v>
                </c:pt>
                <c:pt idx="3806">
                  <c:v>42221</c:v>
                </c:pt>
                <c:pt idx="3807">
                  <c:v>42222</c:v>
                </c:pt>
                <c:pt idx="3808">
                  <c:v>42223</c:v>
                </c:pt>
                <c:pt idx="3809">
                  <c:v>42226</c:v>
                </c:pt>
                <c:pt idx="3810">
                  <c:v>42227</c:v>
                </c:pt>
                <c:pt idx="3811">
                  <c:v>42228</c:v>
                </c:pt>
                <c:pt idx="3812">
                  <c:v>42229</c:v>
                </c:pt>
                <c:pt idx="3813">
                  <c:v>42230</c:v>
                </c:pt>
                <c:pt idx="3814">
                  <c:v>42233</c:v>
                </c:pt>
                <c:pt idx="3815">
                  <c:v>42234</c:v>
                </c:pt>
                <c:pt idx="3816">
                  <c:v>42235</c:v>
                </c:pt>
                <c:pt idx="3817">
                  <c:v>42236</c:v>
                </c:pt>
                <c:pt idx="3818">
                  <c:v>42237</c:v>
                </c:pt>
                <c:pt idx="3819">
                  <c:v>42240</c:v>
                </c:pt>
                <c:pt idx="3820">
                  <c:v>42241</c:v>
                </c:pt>
                <c:pt idx="3821">
                  <c:v>42242</c:v>
                </c:pt>
                <c:pt idx="3822">
                  <c:v>42243</c:v>
                </c:pt>
                <c:pt idx="3823">
                  <c:v>42244</c:v>
                </c:pt>
                <c:pt idx="3824">
                  <c:v>42247</c:v>
                </c:pt>
                <c:pt idx="3825">
                  <c:v>42248</c:v>
                </c:pt>
                <c:pt idx="3826">
                  <c:v>42249</c:v>
                </c:pt>
                <c:pt idx="3827">
                  <c:v>42250</c:v>
                </c:pt>
                <c:pt idx="3828">
                  <c:v>42251</c:v>
                </c:pt>
                <c:pt idx="3829">
                  <c:v>42254</c:v>
                </c:pt>
                <c:pt idx="3830">
                  <c:v>42255</c:v>
                </c:pt>
                <c:pt idx="3831">
                  <c:v>42256</c:v>
                </c:pt>
                <c:pt idx="3832">
                  <c:v>42257</c:v>
                </c:pt>
                <c:pt idx="3833">
                  <c:v>42258</c:v>
                </c:pt>
                <c:pt idx="3834">
                  <c:v>42261</c:v>
                </c:pt>
                <c:pt idx="3835">
                  <c:v>42262</c:v>
                </c:pt>
                <c:pt idx="3836">
                  <c:v>42263</c:v>
                </c:pt>
                <c:pt idx="3837">
                  <c:v>42264</c:v>
                </c:pt>
                <c:pt idx="3838">
                  <c:v>42265</c:v>
                </c:pt>
                <c:pt idx="3839">
                  <c:v>42268</c:v>
                </c:pt>
                <c:pt idx="3840">
                  <c:v>42269</c:v>
                </c:pt>
                <c:pt idx="3841">
                  <c:v>42270</c:v>
                </c:pt>
                <c:pt idx="3842">
                  <c:v>42271</c:v>
                </c:pt>
                <c:pt idx="3843">
                  <c:v>42272</c:v>
                </c:pt>
                <c:pt idx="3844">
                  <c:v>42275</c:v>
                </c:pt>
                <c:pt idx="3845">
                  <c:v>42276</c:v>
                </c:pt>
                <c:pt idx="3846">
                  <c:v>42277</c:v>
                </c:pt>
                <c:pt idx="3847">
                  <c:v>42278</c:v>
                </c:pt>
                <c:pt idx="3848">
                  <c:v>42279</c:v>
                </c:pt>
                <c:pt idx="3849">
                  <c:v>42282</c:v>
                </c:pt>
                <c:pt idx="3850">
                  <c:v>42283</c:v>
                </c:pt>
                <c:pt idx="3851">
                  <c:v>42284</c:v>
                </c:pt>
                <c:pt idx="3852">
                  <c:v>42285</c:v>
                </c:pt>
                <c:pt idx="3853">
                  <c:v>42286</c:v>
                </c:pt>
                <c:pt idx="3854">
                  <c:v>42289</c:v>
                </c:pt>
                <c:pt idx="3855">
                  <c:v>42290</c:v>
                </c:pt>
                <c:pt idx="3856">
                  <c:v>42291</c:v>
                </c:pt>
                <c:pt idx="3857">
                  <c:v>42292</c:v>
                </c:pt>
                <c:pt idx="3858">
                  <c:v>42293</c:v>
                </c:pt>
                <c:pt idx="3859">
                  <c:v>42296</c:v>
                </c:pt>
                <c:pt idx="3860">
                  <c:v>42297</c:v>
                </c:pt>
                <c:pt idx="3861">
                  <c:v>42298</c:v>
                </c:pt>
                <c:pt idx="3862">
                  <c:v>42299</c:v>
                </c:pt>
                <c:pt idx="3863">
                  <c:v>42300</c:v>
                </c:pt>
                <c:pt idx="3864">
                  <c:v>42303</c:v>
                </c:pt>
                <c:pt idx="3865">
                  <c:v>42304</c:v>
                </c:pt>
                <c:pt idx="3866">
                  <c:v>42305</c:v>
                </c:pt>
                <c:pt idx="3867">
                  <c:v>42306</c:v>
                </c:pt>
                <c:pt idx="3868">
                  <c:v>42307</c:v>
                </c:pt>
                <c:pt idx="3869">
                  <c:v>42310</c:v>
                </c:pt>
                <c:pt idx="3870">
                  <c:v>42311</c:v>
                </c:pt>
                <c:pt idx="3871">
                  <c:v>42312</c:v>
                </c:pt>
                <c:pt idx="3872">
                  <c:v>42313</c:v>
                </c:pt>
                <c:pt idx="3873">
                  <c:v>42314</c:v>
                </c:pt>
                <c:pt idx="3874">
                  <c:v>42317</c:v>
                </c:pt>
                <c:pt idx="3875">
                  <c:v>42318</c:v>
                </c:pt>
                <c:pt idx="3876">
                  <c:v>42319</c:v>
                </c:pt>
                <c:pt idx="3877">
                  <c:v>42320</c:v>
                </c:pt>
                <c:pt idx="3878">
                  <c:v>42321</c:v>
                </c:pt>
                <c:pt idx="3879">
                  <c:v>42324</c:v>
                </c:pt>
                <c:pt idx="3880">
                  <c:v>42325</c:v>
                </c:pt>
                <c:pt idx="3881">
                  <c:v>42326</c:v>
                </c:pt>
                <c:pt idx="3882">
                  <c:v>42327</c:v>
                </c:pt>
                <c:pt idx="3883">
                  <c:v>42328</c:v>
                </c:pt>
                <c:pt idx="3884">
                  <c:v>42331</c:v>
                </c:pt>
                <c:pt idx="3885">
                  <c:v>42332</c:v>
                </c:pt>
                <c:pt idx="3886">
                  <c:v>42333</c:v>
                </c:pt>
                <c:pt idx="3887">
                  <c:v>42334</c:v>
                </c:pt>
                <c:pt idx="3888">
                  <c:v>42335</c:v>
                </c:pt>
                <c:pt idx="3889">
                  <c:v>42338</c:v>
                </c:pt>
                <c:pt idx="3890">
                  <c:v>42339</c:v>
                </c:pt>
                <c:pt idx="3891">
                  <c:v>42340</c:v>
                </c:pt>
                <c:pt idx="3892">
                  <c:v>42341</c:v>
                </c:pt>
                <c:pt idx="3893">
                  <c:v>42342</c:v>
                </c:pt>
                <c:pt idx="3894">
                  <c:v>42345</c:v>
                </c:pt>
                <c:pt idx="3895">
                  <c:v>42346</c:v>
                </c:pt>
                <c:pt idx="3896">
                  <c:v>42347</c:v>
                </c:pt>
                <c:pt idx="3897">
                  <c:v>42348</c:v>
                </c:pt>
                <c:pt idx="3898">
                  <c:v>42349</c:v>
                </c:pt>
                <c:pt idx="3899">
                  <c:v>42352</c:v>
                </c:pt>
                <c:pt idx="3900">
                  <c:v>42353</c:v>
                </c:pt>
                <c:pt idx="3901">
                  <c:v>42354</c:v>
                </c:pt>
                <c:pt idx="3902">
                  <c:v>42355</c:v>
                </c:pt>
                <c:pt idx="3903">
                  <c:v>42356</c:v>
                </c:pt>
                <c:pt idx="3904">
                  <c:v>42359</c:v>
                </c:pt>
                <c:pt idx="3905">
                  <c:v>42360</c:v>
                </c:pt>
                <c:pt idx="3906">
                  <c:v>42361</c:v>
                </c:pt>
                <c:pt idx="3907">
                  <c:v>42362</c:v>
                </c:pt>
                <c:pt idx="3908">
                  <c:v>42363</c:v>
                </c:pt>
                <c:pt idx="3909">
                  <c:v>42366</c:v>
                </c:pt>
                <c:pt idx="3910">
                  <c:v>42367</c:v>
                </c:pt>
                <c:pt idx="3911">
                  <c:v>42368</c:v>
                </c:pt>
                <c:pt idx="3912">
                  <c:v>42369</c:v>
                </c:pt>
                <c:pt idx="3913">
                  <c:v>42370</c:v>
                </c:pt>
                <c:pt idx="3914">
                  <c:v>42373</c:v>
                </c:pt>
                <c:pt idx="3915">
                  <c:v>42374</c:v>
                </c:pt>
                <c:pt idx="3916">
                  <c:v>42375</c:v>
                </c:pt>
                <c:pt idx="3917">
                  <c:v>42376</c:v>
                </c:pt>
                <c:pt idx="3918">
                  <c:v>42377</c:v>
                </c:pt>
                <c:pt idx="3919">
                  <c:v>42380</c:v>
                </c:pt>
                <c:pt idx="3920">
                  <c:v>42381</c:v>
                </c:pt>
                <c:pt idx="3921">
                  <c:v>42382</c:v>
                </c:pt>
                <c:pt idx="3922">
                  <c:v>42383</c:v>
                </c:pt>
                <c:pt idx="3923">
                  <c:v>42384</c:v>
                </c:pt>
                <c:pt idx="3924">
                  <c:v>42387</c:v>
                </c:pt>
                <c:pt idx="3925">
                  <c:v>42388</c:v>
                </c:pt>
                <c:pt idx="3926">
                  <c:v>42389</c:v>
                </c:pt>
                <c:pt idx="3927">
                  <c:v>42390</c:v>
                </c:pt>
                <c:pt idx="3928">
                  <c:v>42391</c:v>
                </c:pt>
                <c:pt idx="3929">
                  <c:v>42394</c:v>
                </c:pt>
                <c:pt idx="3930">
                  <c:v>42395</c:v>
                </c:pt>
                <c:pt idx="3931">
                  <c:v>42396</c:v>
                </c:pt>
                <c:pt idx="3932">
                  <c:v>42397</c:v>
                </c:pt>
                <c:pt idx="3933">
                  <c:v>42398</c:v>
                </c:pt>
                <c:pt idx="3934">
                  <c:v>42401</c:v>
                </c:pt>
                <c:pt idx="3935">
                  <c:v>42402</c:v>
                </c:pt>
                <c:pt idx="3936">
                  <c:v>42403</c:v>
                </c:pt>
                <c:pt idx="3937">
                  <c:v>42404</c:v>
                </c:pt>
                <c:pt idx="3938">
                  <c:v>42405</c:v>
                </c:pt>
                <c:pt idx="3939">
                  <c:v>42408</c:v>
                </c:pt>
                <c:pt idx="3940">
                  <c:v>42409</c:v>
                </c:pt>
                <c:pt idx="3941">
                  <c:v>42410</c:v>
                </c:pt>
                <c:pt idx="3942">
                  <c:v>42411</c:v>
                </c:pt>
                <c:pt idx="3943">
                  <c:v>42412</c:v>
                </c:pt>
                <c:pt idx="3944">
                  <c:v>42415</c:v>
                </c:pt>
                <c:pt idx="3945">
                  <c:v>42416</c:v>
                </c:pt>
                <c:pt idx="3946">
                  <c:v>42417</c:v>
                </c:pt>
                <c:pt idx="3947">
                  <c:v>42418</c:v>
                </c:pt>
                <c:pt idx="3948">
                  <c:v>42419</c:v>
                </c:pt>
                <c:pt idx="3949">
                  <c:v>42422</c:v>
                </c:pt>
                <c:pt idx="3950">
                  <c:v>42423</c:v>
                </c:pt>
                <c:pt idx="3951">
                  <c:v>42424</c:v>
                </c:pt>
                <c:pt idx="3952">
                  <c:v>42425</c:v>
                </c:pt>
                <c:pt idx="3953">
                  <c:v>42426</c:v>
                </c:pt>
                <c:pt idx="3954">
                  <c:v>42429</c:v>
                </c:pt>
                <c:pt idx="3955">
                  <c:v>42430</c:v>
                </c:pt>
                <c:pt idx="3956">
                  <c:v>42431</c:v>
                </c:pt>
                <c:pt idx="3957">
                  <c:v>42432</c:v>
                </c:pt>
                <c:pt idx="3958">
                  <c:v>42433</c:v>
                </c:pt>
                <c:pt idx="3959">
                  <c:v>42436</c:v>
                </c:pt>
                <c:pt idx="3960">
                  <c:v>42437</c:v>
                </c:pt>
                <c:pt idx="3961">
                  <c:v>42438</c:v>
                </c:pt>
                <c:pt idx="3962">
                  <c:v>42439</c:v>
                </c:pt>
                <c:pt idx="3963">
                  <c:v>42440</c:v>
                </c:pt>
                <c:pt idx="3964">
                  <c:v>42443</c:v>
                </c:pt>
                <c:pt idx="3965">
                  <c:v>42444</c:v>
                </c:pt>
                <c:pt idx="3966">
                  <c:v>42445</c:v>
                </c:pt>
                <c:pt idx="3967">
                  <c:v>42446</c:v>
                </c:pt>
                <c:pt idx="3968">
                  <c:v>42447</c:v>
                </c:pt>
                <c:pt idx="3969">
                  <c:v>42450</c:v>
                </c:pt>
                <c:pt idx="3970">
                  <c:v>42451</c:v>
                </c:pt>
                <c:pt idx="3971">
                  <c:v>42452</c:v>
                </c:pt>
                <c:pt idx="3972">
                  <c:v>42453</c:v>
                </c:pt>
                <c:pt idx="3973">
                  <c:v>42454</c:v>
                </c:pt>
                <c:pt idx="3974">
                  <c:v>42457</c:v>
                </c:pt>
                <c:pt idx="3975">
                  <c:v>42458</c:v>
                </c:pt>
                <c:pt idx="3976">
                  <c:v>42459</c:v>
                </c:pt>
                <c:pt idx="3977">
                  <c:v>42460</c:v>
                </c:pt>
                <c:pt idx="3978">
                  <c:v>42461</c:v>
                </c:pt>
                <c:pt idx="3979">
                  <c:v>42464</c:v>
                </c:pt>
                <c:pt idx="3980">
                  <c:v>42465</c:v>
                </c:pt>
                <c:pt idx="3981">
                  <c:v>42466</c:v>
                </c:pt>
                <c:pt idx="3982">
                  <c:v>42467</c:v>
                </c:pt>
                <c:pt idx="3983">
                  <c:v>42468</c:v>
                </c:pt>
                <c:pt idx="3984">
                  <c:v>42471</c:v>
                </c:pt>
                <c:pt idx="3985">
                  <c:v>42472</c:v>
                </c:pt>
                <c:pt idx="3986">
                  <c:v>42473</c:v>
                </c:pt>
                <c:pt idx="3987">
                  <c:v>42474</c:v>
                </c:pt>
                <c:pt idx="3988">
                  <c:v>42475</c:v>
                </c:pt>
                <c:pt idx="3989">
                  <c:v>42478</c:v>
                </c:pt>
                <c:pt idx="3990">
                  <c:v>42479</c:v>
                </c:pt>
                <c:pt idx="3991">
                  <c:v>42480</c:v>
                </c:pt>
                <c:pt idx="3992">
                  <c:v>42481</c:v>
                </c:pt>
                <c:pt idx="3993">
                  <c:v>42482</c:v>
                </c:pt>
                <c:pt idx="3994">
                  <c:v>42485</c:v>
                </c:pt>
                <c:pt idx="3995">
                  <c:v>42486</c:v>
                </c:pt>
                <c:pt idx="3996">
                  <c:v>42487</c:v>
                </c:pt>
                <c:pt idx="3997">
                  <c:v>42488</c:v>
                </c:pt>
                <c:pt idx="3998">
                  <c:v>42489</c:v>
                </c:pt>
                <c:pt idx="3999">
                  <c:v>42492</c:v>
                </c:pt>
                <c:pt idx="4000">
                  <c:v>42493</c:v>
                </c:pt>
                <c:pt idx="4001">
                  <c:v>42494</c:v>
                </c:pt>
                <c:pt idx="4002">
                  <c:v>42495</c:v>
                </c:pt>
                <c:pt idx="4003">
                  <c:v>42496</c:v>
                </c:pt>
                <c:pt idx="4004">
                  <c:v>42499</c:v>
                </c:pt>
                <c:pt idx="4005">
                  <c:v>42500</c:v>
                </c:pt>
                <c:pt idx="4006">
                  <c:v>42501</c:v>
                </c:pt>
                <c:pt idx="4007">
                  <c:v>42502</c:v>
                </c:pt>
                <c:pt idx="4008">
                  <c:v>42503</c:v>
                </c:pt>
                <c:pt idx="4009">
                  <c:v>42506</c:v>
                </c:pt>
                <c:pt idx="4010">
                  <c:v>42507</c:v>
                </c:pt>
                <c:pt idx="4011">
                  <c:v>42508</c:v>
                </c:pt>
                <c:pt idx="4012">
                  <c:v>42509</c:v>
                </c:pt>
                <c:pt idx="4013">
                  <c:v>42510</c:v>
                </c:pt>
                <c:pt idx="4014">
                  <c:v>42513</c:v>
                </c:pt>
                <c:pt idx="4015">
                  <c:v>42514</c:v>
                </c:pt>
                <c:pt idx="4016">
                  <c:v>42515</c:v>
                </c:pt>
                <c:pt idx="4017">
                  <c:v>42516</c:v>
                </c:pt>
                <c:pt idx="4018">
                  <c:v>42517</c:v>
                </c:pt>
                <c:pt idx="4019">
                  <c:v>42520</c:v>
                </c:pt>
                <c:pt idx="4020">
                  <c:v>42521</c:v>
                </c:pt>
                <c:pt idx="4021">
                  <c:v>42522</c:v>
                </c:pt>
                <c:pt idx="4022">
                  <c:v>42523</c:v>
                </c:pt>
                <c:pt idx="4023">
                  <c:v>42524</c:v>
                </c:pt>
                <c:pt idx="4024">
                  <c:v>42527</c:v>
                </c:pt>
                <c:pt idx="4025">
                  <c:v>42528</c:v>
                </c:pt>
                <c:pt idx="4026">
                  <c:v>42529</c:v>
                </c:pt>
                <c:pt idx="4027">
                  <c:v>42530</c:v>
                </c:pt>
                <c:pt idx="4028">
                  <c:v>42531</c:v>
                </c:pt>
                <c:pt idx="4029">
                  <c:v>42534</c:v>
                </c:pt>
                <c:pt idx="4030">
                  <c:v>42535</c:v>
                </c:pt>
                <c:pt idx="4031">
                  <c:v>42536</c:v>
                </c:pt>
                <c:pt idx="4032">
                  <c:v>42537</c:v>
                </c:pt>
                <c:pt idx="4033">
                  <c:v>42538</c:v>
                </c:pt>
                <c:pt idx="4034">
                  <c:v>42541</c:v>
                </c:pt>
                <c:pt idx="4035">
                  <c:v>42542</c:v>
                </c:pt>
                <c:pt idx="4036">
                  <c:v>42543</c:v>
                </c:pt>
                <c:pt idx="4037">
                  <c:v>42544</c:v>
                </c:pt>
                <c:pt idx="4038">
                  <c:v>42545</c:v>
                </c:pt>
                <c:pt idx="4039">
                  <c:v>42548</c:v>
                </c:pt>
                <c:pt idx="4040">
                  <c:v>42549</c:v>
                </c:pt>
                <c:pt idx="4041">
                  <c:v>42550</c:v>
                </c:pt>
                <c:pt idx="4042">
                  <c:v>42551</c:v>
                </c:pt>
                <c:pt idx="4043">
                  <c:v>42552</c:v>
                </c:pt>
                <c:pt idx="4044">
                  <c:v>42555</c:v>
                </c:pt>
                <c:pt idx="4045">
                  <c:v>42556</c:v>
                </c:pt>
                <c:pt idx="4046">
                  <c:v>42557</c:v>
                </c:pt>
                <c:pt idx="4047">
                  <c:v>42558</c:v>
                </c:pt>
                <c:pt idx="4048">
                  <c:v>42559</c:v>
                </c:pt>
                <c:pt idx="4049">
                  <c:v>42562</c:v>
                </c:pt>
                <c:pt idx="4050">
                  <c:v>42563</c:v>
                </c:pt>
                <c:pt idx="4051">
                  <c:v>42564</c:v>
                </c:pt>
                <c:pt idx="4052">
                  <c:v>42565</c:v>
                </c:pt>
                <c:pt idx="4053">
                  <c:v>42566</c:v>
                </c:pt>
                <c:pt idx="4054">
                  <c:v>42569</c:v>
                </c:pt>
                <c:pt idx="4055">
                  <c:v>42570</c:v>
                </c:pt>
                <c:pt idx="4056">
                  <c:v>42571</c:v>
                </c:pt>
                <c:pt idx="4057">
                  <c:v>42572</c:v>
                </c:pt>
                <c:pt idx="4058">
                  <c:v>42573</c:v>
                </c:pt>
                <c:pt idx="4059">
                  <c:v>42576</c:v>
                </c:pt>
                <c:pt idx="4060">
                  <c:v>42577</c:v>
                </c:pt>
                <c:pt idx="4061">
                  <c:v>42578</c:v>
                </c:pt>
                <c:pt idx="4062">
                  <c:v>42579</c:v>
                </c:pt>
                <c:pt idx="4063">
                  <c:v>42580</c:v>
                </c:pt>
                <c:pt idx="4064">
                  <c:v>42583</c:v>
                </c:pt>
                <c:pt idx="4065">
                  <c:v>42584</c:v>
                </c:pt>
                <c:pt idx="4066">
                  <c:v>42585</c:v>
                </c:pt>
                <c:pt idx="4067">
                  <c:v>42586</c:v>
                </c:pt>
                <c:pt idx="4068">
                  <c:v>42587</c:v>
                </c:pt>
                <c:pt idx="4069">
                  <c:v>42590</c:v>
                </c:pt>
                <c:pt idx="4070">
                  <c:v>42591</c:v>
                </c:pt>
                <c:pt idx="4071">
                  <c:v>42592</c:v>
                </c:pt>
                <c:pt idx="4072">
                  <c:v>42593</c:v>
                </c:pt>
                <c:pt idx="4073">
                  <c:v>42594</c:v>
                </c:pt>
                <c:pt idx="4074">
                  <c:v>42597</c:v>
                </c:pt>
                <c:pt idx="4075">
                  <c:v>42598</c:v>
                </c:pt>
                <c:pt idx="4076">
                  <c:v>42599</c:v>
                </c:pt>
                <c:pt idx="4077">
                  <c:v>42600</c:v>
                </c:pt>
                <c:pt idx="4078">
                  <c:v>42601</c:v>
                </c:pt>
                <c:pt idx="4079">
                  <c:v>42604</c:v>
                </c:pt>
                <c:pt idx="4080">
                  <c:v>42605</c:v>
                </c:pt>
                <c:pt idx="4081">
                  <c:v>42606</c:v>
                </c:pt>
                <c:pt idx="4082">
                  <c:v>42607</c:v>
                </c:pt>
                <c:pt idx="4083">
                  <c:v>42608</c:v>
                </c:pt>
                <c:pt idx="4084">
                  <c:v>42611</c:v>
                </c:pt>
                <c:pt idx="4085">
                  <c:v>42612</c:v>
                </c:pt>
                <c:pt idx="4086">
                  <c:v>42613</c:v>
                </c:pt>
                <c:pt idx="4087">
                  <c:v>42614</c:v>
                </c:pt>
                <c:pt idx="4088">
                  <c:v>42615</c:v>
                </c:pt>
                <c:pt idx="4089">
                  <c:v>42618</c:v>
                </c:pt>
                <c:pt idx="4090">
                  <c:v>42619</c:v>
                </c:pt>
                <c:pt idx="4091">
                  <c:v>42620</c:v>
                </c:pt>
                <c:pt idx="4092">
                  <c:v>42621</c:v>
                </c:pt>
                <c:pt idx="4093">
                  <c:v>42622</c:v>
                </c:pt>
                <c:pt idx="4094">
                  <c:v>42625</c:v>
                </c:pt>
                <c:pt idx="4095">
                  <c:v>42626</c:v>
                </c:pt>
                <c:pt idx="4096">
                  <c:v>42627</c:v>
                </c:pt>
                <c:pt idx="4097">
                  <c:v>42628</c:v>
                </c:pt>
                <c:pt idx="4098">
                  <c:v>42629</c:v>
                </c:pt>
                <c:pt idx="4099">
                  <c:v>42632</c:v>
                </c:pt>
                <c:pt idx="4100">
                  <c:v>42633</c:v>
                </c:pt>
                <c:pt idx="4101">
                  <c:v>42634</c:v>
                </c:pt>
                <c:pt idx="4102">
                  <c:v>42635</c:v>
                </c:pt>
                <c:pt idx="4103">
                  <c:v>42636</c:v>
                </c:pt>
                <c:pt idx="4104">
                  <c:v>42639</c:v>
                </c:pt>
                <c:pt idx="4105">
                  <c:v>42640</c:v>
                </c:pt>
                <c:pt idx="4106">
                  <c:v>42641</c:v>
                </c:pt>
                <c:pt idx="4107">
                  <c:v>42642</c:v>
                </c:pt>
                <c:pt idx="4108">
                  <c:v>42643</c:v>
                </c:pt>
                <c:pt idx="4109">
                  <c:v>42646</c:v>
                </c:pt>
                <c:pt idx="4110">
                  <c:v>42647</c:v>
                </c:pt>
                <c:pt idx="4111">
                  <c:v>42648</c:v>
                </c:pt>
                <c:pt idx="4112">
                  <c:v>42649</c:v>
                </c:pt>
                <c:pt idx="4113">
                  <c:v>42650</c:v>
                </c:pt>
                <c:pt idx="4114">
                  <c:v>42653</c:v>
                </c:pt>
                <c:pt idx="4115">
                  <c:v>42654</c:v>
                </c:pt>
                <c:pt idx="4116">
                  <c:v>42655</c:v>
                </c:pt>
                <c:pt idx="4117">
                  <c:v>42656</c:v>
                </c:pt>
                <c:pt idx="4118">
                  <c:v>42657</c:v>
                </c:pt>
                <c:pt idx="4119">
                  <c:v>42660</c:v>
                </c:pt>
                <c:pt idx="4120">
                  <c:v>42661</c:v>
                </c:pt>
                <c:pt idx="4121">
                  <c:v>42662</c:v>
                </c:pt>
                <c:pt idx="4122">
                  <c:v>42663</c:v>
                </c:pt>
                <c:pt idx="4123">
                  <c:v>42664</c:v>
                </c:pt>
                <c:pt idx="4124">
                  <c:v>42667</c:v>
                </c:pt>
                <c:pt idx="4125">
                  <c:v>42668</c:v>
                </c:pt>
                <c:pt idx="4126">
                  <c:v>42669</c:v>
                </c:pt>
                <c:pt idx="4127">
                  <c:v>42670</c:v>
                </c:pt>
                <c:pt idx="4128">
                  <c:v>42671</c:v>
                </c:pt>
                <c:pt idx="4129">
                  <c:v>42674</c:v>
                </c:pt>
                <c:pt idx="4130">
                  <c:v>42675</c:v>
                </c:pt>
                <c:pt idx="4131">
                  <c:v>42676</c:v>
                </c:pt>
                <c:pt idx="4132">
                  <c:v>42677</c:v>
                </c:pt>
                <c:pt idx="4133">
                  <c:v>42678</c:v>
                </c:pt>
                <c:pt idx="4134">
                  <c:v>42681</c:v>
                </c:pt>
                <c:pt idx="4135">
                  <c:v>42682</c:v>
                </c:pt>
                <c:pt idx="4136">
                  <c:v>42683</c:v>
                </c:pt>
                <c:pt idx="4137">
                  <c:v>42684</c:v>
                </c:pt>
                <c:pt idx="4138">
                  <c:v>42685</c:v>
                </c:pt>
                <c:pt idx="4139">
                  <c:v>42688</c:v>
                </c:pt>
                <c:pt idx="4140">
                  <c:v>42689</c:v>
                </c:pt>
                <c:pt idx="4141">
                  <c:v>42690</c:v>
                </c:pt>
                <c:pt idx="4142">
                  <c:v>42691</c:v>
                </c:pt>
                <c:pt idx="4143">
                  <c:v>42692</c:v>
                </c:pt>
                <c:pt idx="4144">
                  <c:v>42695</c:v>
                </c:pt>
                <c:pt idx="4145">
                  <c:v>42696</c:v>
                </c:pt>
                <c:pt idx="4146">
                  <c:v>42697</c:v>
                </c:pt>
                <c:pt idx="4147">
                  <c:v>42698</c:v>
                </c:pt>
                <c:pt idx="4148">
                  <c:v>42699</c:v>
                </c:pt>
                <c:pt idx="4149">
                  <c:v>42702</c:v>
                </c:pt>
                <c:pt idx="4150">
                  <c:v>42703</c:v>
                </c:pt>
                <c:pt idx="4151">
                  <c:v>42704</c:v>
                </c:pt>
                <c:pt idx="4152">
                  <c:v>42705</c:v>
                </c:pt>
                <c:pt idx="4153">
                  <c:v>42706</c:v>
                </c:pt>
                <c:pt idx="4154">
                  <c:v>42709</c:v>
                </c:pt>
                <c:pt idx="4155">
                  <c:v>42710</c:v>
                </c:pt>
                <c:pt idx="4156">
                  <c:v>42711</c:v>
                </c:pt>
                <c:pt idx="4157">
                  <c:v>42712</c:v>
                </c:pt>
                <c:pt idx="4158">
                  <c:v>42713</c:v>
                </c:pt>
                <c:pt idx="4159">
                  <c:v>42716</c:v>
                </c:pt>
                <c:pt idx="4160">
                  <c:v>42717</c:v>
                </c:pt>
                <c:pt idx="4161">
                  <c:v>42718</c:v>
                </c:pt>
                <c:pt idx="4162">
                  <c:v>42719</c:v>
                </c:pt>
                <c:pt idx="4163">
                  <c:v>42720</c:v>
                </c:pt>
                <c:pt idx="4164">
                  <c:v>42723</c:v>
                </c:pt>
                <c:pt idx="4165">
                  <c:v>42724</c:v>
                </c:pt>
                <c:pt idx="4166">
                  <c:v>42725</c:v>
                </c:pt>
                <c:pt idx="4167">
                  <c:v>42726</c:v>
                </c:pt>
                <c:pt idx="4168">
                  <c:v>42727</c:v>
                </c:pt>
                <c:pt idx="4169">
                  <c:v>42730</c:v>
                </c:pt>
                <c:pt idx="4170">
                  <c:v>42731</c:v>
                </c:pt>
                <c:pt idx="4171">
                  <c:v>42732</c:v>
                </c:pt>
                <c:pt idx="4172">
                  <c:v>42733</c:v>
                </c:pt>
                <c:pt idx="4173">
                  <c:v>42734</c:v>
                </c:pt>
                <c:pt idx="4174">
                  <c:v>42737</c:v>
                </c:pt>
                <c:pt idx="4175">
                  <c:v>42738</c:v>
                </c:pt>
                <c:pt idx="4176">
                  <c:v>42739</c:v>
                </c:pt>
                <c:pt idx="4177">
                  <c:v>42740</c:v>
                </c:pt>
                <c:pt idx="4178">
                  <c:v>42741</c:v>
                </c:pt>
                <c:pt idx="4179">
                  <c:v>42744</c:v>
                </c:pt>
                <c:pt idx="4180">
                  <c:v>42745</c:v>
                </c:pt>
                <c:pt idx="4181">
                  <c:v>42746</c:v>
                </c:pt>
                <c:pt idx="4182">
                  <c:v>42747</c:v>
                </c:pt>
                <c:pt idx="4183">
                  <c:v>42748</c:v>
                </c:pt>
                <c:pt idx="4184">
                  <c:v>42751</c:v>
                </c:pt>
                <c:pt idx="4185">
                  <c:v>42752</c:v>
                </c:pt>
                <c:pt idx="4186">
                  <c:v>42753</c:v>
                </c:pt>
                <c:pt idx="4187">
                  <c:v>42754</c:v>
                </c:pt>
                <c:pt idx="4188">
                  <c:v>42755</c:v>
                </c:pt>
                <c:pt idx="4189">
                  <c:v>42758</c:v>
                </c:pt>
                <c:pt idx="4190">
                  <c:v>42759</c:v>
                </c:pt>
                <c:pt idx="4191">
                  <c:v>42760</c:v>
                </c:pt>
                <c:pt idx="4192">
                  <c:v>42761</c:v>
                </c:pt>
                <c:pt idx="4193">
                  <c:v>42762</c:v>
                </c:pt>
                <c:pt idx="4194">
                  <c:v>42765</c:v>
                </c:pt>
                <c:pt idx="4195">
                  <c:v>42766</c:v>
                </c:pt>
                <c:pt idx="4196">
                  <c:v>42767</c:v>
                </c:pt>
                <c:pt idx="4197">
                  <c:v>42768</c:v>
                </c:pt>
                <c:pt idx="4198">
                  <c:v>42769</c:v>
                </c:pt>
                <c:pt idx="4199">
                  <c:v>42772</c:v>
                </c:pt>
                <c:pt idx="4200">
                  <c:v>42773</c:v>
                </c:pt>
                <c:pt idx="4201">
                  <c:v>42774</c:v>
                </c:pt>
                <c:pt idx="4202">
                  <c:v>42775</c:v>
                </c:pt>
                <c:pt idx="4203">
                  <c:v>42776</c:v>
                </c:pt>
                <c:pt idx="4204">
                  <c:v>42779</c:v>
                </c:pt>
                <c:pt idx="4205">
                  <c:v>42780</c:v>
                </c:pt>
                <c:pt idx="4206">
                  <c:v>42781</c:v>
                </c:pt>
                <c:pt idx="4207">
                  <c:v>42782</c:v>
                </c:pt>
                <c:pt idx="4208">
                  <c:v>42783</c:v>
                </c:pt>
                <c:pt idx="4209">
                  <c:v>42786</c:v>
                </c:pt>
                <c:pt idx="4210">
                  <c:v>42787</c:v>
                </c:pt>
                <c:pt idx="4211">
                  <c:v>42788</c:v>
                </c:pt>
                <c:pt idx="4212">
                  <c:v>42789</c:v>
                </c:pt>
                <c:pt idx="4213">
                  <c:v>42790</c:v>
                </c:pt>
                <c:pt idx="4214">
                  <c:v>42793</c:v>
                </c:pt>
                <c:pt idx="4215">
                  <c:v>42794</c:v>
                </c:pt>
                <c:pt idx="4216">
                  <c:v>42795</c:v>
                </c:pt>
                <c:pt idx="4217">
                  <c:v>42796</c:v>
                </c:pt>
                <c:pt idx="4218">
                  <c:v>42797</c:v>
                </c:pt>
                <c:pt idx="4219">
                  <c:v>42800</c:v>
                </c:pt>
                <c:pt idx="4220">
                  <c:v>42801</c:v>
                </c:pt>
                <c:pt idx="4221">
                  <c:v>42802</c:v>
                </c:pt>
                <c:pt idx="4222">
                  <c:v>42803</c:v>
                </c:pt>
                <c:pt idx="4223">
                  <c:v>42804</c:v>
                </c:pt>
                <c:pt idx="4224">
                  <c:v>42807</c:v>
                </c:pt>
                <c:pt idx="4225">
                  <c:v>42808</c:v>
                </c:pt>
                <c:pt idx="4226">
                  <c:v>42809</c:v>
                </c:pt>
                <c:pt idx="4227">
                  <c:v>42810</c:v>
                </c:pt>
                <c:pt idx="4228">
                  <c:v>42811</c:v>
                </c:pt>
                <c:pt idx="4229">
                  <c:v>42814</c:v>
                </c:pt>
                <c:pt idx="4230">
                  <c:v>42815</c:v>
                </c:pt>
                <c:pt idx="4231">
                  <c:v>42816</c:v>
                </c:pt>
                <c:pt idx="4232">
                  <c:v>42817</c:v>
                </c:pt>
                <c:pt idx="4233">
                  <c:v>42818</c:v>
                </c:pt>
                <c:pt idx="4234">
                  <c:v>42821</c:v>
                </c:pt>
                <c:pt idx="4235">
                  <c:v>42822</c:v>
                </c:pt>
                <c:pt idx="4236">
                  <c:v>42823</c:v>
                </c:pt>
                <c:pt idx="4237">
                  <c:v>42824</c:v>
                </c:pt>
                <c:pt idx="4238">
                  <c:v>42825</c:v>
                </c:pt>
                <c:pt idx="4239">
                  <c:v>42828</c:v>
                </c:pt>
                <c:pt idx="4240">
                  <c:v>42829</c:v>
                </c:pt>
                <c:pt idx="4241">
                  <c:v>42830</c:v>
                </c:pt>
                <c:pt idx="4242">
                  <c:v>42831</c:v>
                </c:pt>
                <c:pt idx="4243">
                  <c:v>42832</c:v>
                </c:pt>
                <c:pt idx="4244">
                  <c:v>42835</c:v>
                </c:pt>
                <c:pt idx="4245">
                  <c:v>42836</c:v>
                </c:pt>
                <c:pt idx="4246">
                  <c:v>42837</c:v>
                </c:pt>
                <c:pt idx="4247">
                  <c:v>42838</c:v>
                </c:pt>
                <c:pt idx="4248">
                  <c:v>42839</c:v>
                </c:pt>
                <c:pt idx="4249">
                  <c:v>42842</c:v>
                </c:pt>
                <c:pt idx="4250">
                  <c:v>42843</c:v>
                </c:pt>
                <c:pt idx="4251">
                  <c:v>42844</c:v>
                </c:pt>
                <c:pt idx="4252">
                  <c:v>42845</c:v>
                </c:pt>
                <c:pt idx="4253">
                  <c:v>42846</c:v>
                </c:pt>
                <c:pt idx="4254">
                  <c:v>42849</c:v>
                </c:pt>
                <c:pt idx="4255">
                  <c:v>42850</c:v>
                </c:pt>
                <c:pt idx="4256">
                  <c:v>42851</c:v>
                </c:pt>
                <c:pt idx="4257">
                  <c:v>42852</c:v>
                </c:pt>
                <c:pt idx="4258">
                  <c:v>42853</c:v>
                </c:pt>
                <c:pt idx="4259">
                  <c:v>42856</c:v>
                </c:pt>
                <c:pt idx="4260">
                  <c:v>42857</c:v>
                </c:pt>
                <c:pt idx="4261">
                  <c:v>42858</c:v>
                </c:pt>
                <c:pt idx="4262">
                  <c:v>42859</c:v>
                </c:pt>
                <c:pt idx="4263">
                  <c:v>42860</c:v>
                </c:pt>
                <c:pt idx="4264">
                  <c:v>42863</c:v>
                </c:pt>
                <c:pt idx="4265">
                  <c:v>42864</c:v>
                </c:pt>
                <c:pt idx="4266">
                  <c:v>42865</c:v>
                </c:pt>
                <c:pt idx="4267">
                  <c:v>42866</c:v>
                </c:pt>
                <c:pt idx="4268">
                  <c:v>42867</c:v>
                </c:pt>
                <c:pt idx="4269">
                  <c:v>42870</c:v>
                </c:pt>
                <c:pt idx="4270">
                  <c:v>42871</c:v>
                </c:pt>
                <c:pt idx="4271">
                  <c:v>42872</c:v>
                </c:pt>
                <c:pt idx="4272">
                  <c:v>42873</c:v>
                </c:pt>
                <c:pt idx="4273">
                  <c:v>42874</c:v>
                </c:pt>
                <c:pt idx="4274">
                  <c:v>42877</c:v>
                </c:pt>
                <c:pt idx="4275">
                  <c:v>42878</c:v>
                </c:pt>
                <c:pt idx="4276">
                  <c:v>42879</c:v>
                </c:pt>
                <c:pt idx="4277">
                  <c:v>42880</c:v>
                </c:pt>
                <c:pt idx="4278">
                  <c:v>42881</c:v>
                </c:pt>
                <c:pt idx="4279">
                  <c:v>42884</c:v>
                </c:pt>
                <c:pt idx="4280">
                  <c:v>42885</c:v>
                </c:pt>
                <c:pt idx="4281">
                  <c:v>42886</c:v>
                </c:pt>
                <c:pt idx="4282">
                  <c:v>42887</c:v>
                </c:pt>
                <c:pt idx="4283">
                  <c:v>42888</c:v>
                </c:pt>
                <c:pt idx="4284">
                  <c:v>42891</c:v>
                </c:pt>
                <c:pt idx="4285">
                  <c:v>42892</c:v>
                </c:pt>
                <c:pt idx="4286">
                  <c:v>42893</c:v>
                </c:pt>
                <c:pt idx="4287">
                  <c:v>42894</c:v>
                </c:pt>
                <c:pt idx="4288">
                  <c:v>42895</c:v>
                </c:pt>
                <c:pt idx="4289">
                  <c:v>42898</c:v>
                </c:pt>
                <c:pt idx="4290">
                  <c:v>42899</c:v>
                </c:pt>
                <c:pt idx="4291">
                  <c:v>42900</c:v>
                </c:pt>
                <c:pt idx="4292">
                  <c:v>42901</c:v>
                </c:pt>
                <c:pt idx="4293">
                  <c:v>42902</c:v>
                </c:pt>
                <c:pt idx="4294">
                  <c:v>42905</c:v>
                </c:pt>
                <c:pt idx="4295">
                  <c:v>42906</c:v>
                </c:pt>
                <c:pt idx="4296">
                  <c:v>42907</c:v>
                </c:pt>
                <c:pt idx="4297">
                  <c:v>42908</c:v>
                </c:pt>
                <c:pt idx="4298">
                  <c:v>42909</c:v>
                </c:pt>
                <c:pt idx="4299">
                  <c:v>42912</c:v>
                </c:pt>
                <c:pt idx="4300">
                  <c:v>42913</c:v>
                </c:pt>
                <c:pt idx="4301">
                  <c:v>42914</c:v>
                </c:pt>
                <c:pt idx="4302">
                  <c:v>42915</c:v>
                </c:pt>
                <c:pt idx="4303">
                  <c:v>42916</c:v>
                </c:pt>
                <c:pt idx="4304">
                  <c:v>42919</c:v>
                </c:pt>
                <c:pt idx="4305">
                  <c:v>42920</c:v>
                </c:pt>
                <c:pt idx="4306">
                  <c:v>42921</c:v>
                </c:pt>
                <c:pt idx="4307">
                  <c:v>42922</c:v>
                </c:pt>
                <c:pt idx="4308">
                  <c:v>42923</c:v>
                </c:pt>
                <c:pt idx="4309">
                  <c:v>42926</c:v>
                </c:pt>
                <c:pt idx="4310">
                  <c:v>42927</c:v>
                </c:pt>
                <c:pt idx="4311">
                  <c:v>42928</c:v>
                </c:pt>
                <c:pt idx="4312">
                  <c:v>42929</c:v>
                </c:pt>
                <c:pt idx="4313">
                  <c:v>42930</c:v>
                </c:pt>
                <c:pt idx="4314">
                  <c:v>42933</c:v>
                </c:pt>
                <c:pt idx="4315">
                  <c:v>42934</c:v>
                </c:pt>
                <c:pt idx="4316">
                  <c:v>42935</c:v>
                </c:pt>
                <c:pt idx="4317">
                  <c:v>42936</c:v>
                </c:pt>
                <c:pt idx="4318">
                  <c:v>42937</c:v>
                </c:pt>
                <c:pt idx="4319">
                  <c:v>42940</c:v>
                </c:pt>
                <c:pt idx="4320">
                  <c:v>42941</c:v>
                </c:pt>
                <c:pt idx="4321">
                  <c:v>42942</c:v>
                </c:pt>
                <c:pt idx="4322">
                  <c:v>42943</c:v>
                </c:pt>
                <c:pt idx="4323">
                  <c:v>42944</c:v>
                </c:pt>
                <c:pt idx="4324">
                  <c:v>42947</c:v>
                </c:pt>
                <c:pt idx="4325">
                  <c:v>42948</c:v>
                </c:pt>
                <c:pt idx="4326">
                  <c:v>42949</c:v>
                </c:pt>
                <c:pt idx="4327">
                  <c:v>42950</c:v>
                </c:pt>
                <c:pt idx="4328">
                  <c:v>42951</c:v>
                </c:pt>
                <c:pt idx="4329">
                  <c:v>42954</c:v>
                </c:pt>
                <c:pt idx="4330">
                  <c:v>42955</c:v>
                </c:pt>
                <c:pt idx="4331">
                  <c:v>42956</c:v>
                </c:pt>
                <c:pt idx="4332">
                  <c:v>42957</c:v>
                </c:pt>
                <c:pt idx="4333">
                  <c:v>42958</c:v>
                </c:pt>
                <c:pt idx="4334">
                  <c:v>42961</c:v>
                </c:pt>
                <c:pt idx="4335">
                  <c:v>42962</c:v>
                </c:pt>
                <c:pt idx="4336">
                  <c:v>42963</c:v>
                </c:pt>
                <c:pt idx="4337">
                  <c:v>42964</c:v>
                </c:pt>
                <c:pt idx="4338">
                  <c:v>42965</c:v>
                </c:pt>
                <c:pt idx="4339">
                  <c:v>42968</c:v>
                </c:pt>
                <c:pt idx="4340">
                  <c:v>42969</c:v>
                </c:pt>
                <c:pt idx="4341">
                  <c:v>42970</c:v>
                </c:pt>
                <c:pt idx="4342">
                  <c:v>42971</c:v>
                </c:pt>
                <c:pt idx="4343">
                  <c:v>42972</c:v>
                </c:pt>
                <c:pt idx="4344">
                  <c:v>42975</c:v>
                </c:pt>
                <c:pt idx="4345">
                  <c:v>42976</c:v>
                </c:pt>
                <c:pt idx="4346">
                  <c:v>42977</c:v>
                </c:pt>
                <c:pt idx="4347">
                  <c:v>42978</c:v>
                </c:pt>
                <c:pt idx="4348">
                  <c:v>42979</c:v>
                </c:pt>
                <c:pt idx="4349">
                  <c:v>42982</c:v>
                </c:pt>
                <c:pt idx="4350">
                  <c:v>42983</c:v>
                </c:pt>
                <c:pt idx="4351">
                  <c:v>42984</c:v>
                </c:pt>
                <c:pt idx="4352">
                  <c:v>42985</c:v>
                </c:pt>
                <c:pt idx="4353">
                  <c:v>42986</c:v>
                </c:pt>
                <c:pt idx="4354">
                  <c:v>42989</c:v>
                </c:pt>
                <c:pt idx="4355">
                  <c:v>42990</c:v>
                </c:pt>
                <c:pt idx="4356">
                  <c:v>42991</c:v>
                </c:pt>
                <c:pt idx="4357">
                  <c:v>42992</c:v>
                </c:pt>
                <c:pt idx="4358">
                  <c:v>42993</c:v>
                </c:pt>
                <c:pt idx="4359">
                  <c:v>42996</c:v>
                </c:pt>
                <c:pt idx="4360">
                  <c:v>42997</c:v>
                </c:pt>
                <c:pt idx="4361">
                  <c:v>42998</c:v>
                </c:pt>
                <c:pt idx="4362">
                  <c:v>42999</c:v>
                </c:pt>
                <c:pt idx="4363">
                  <c:v>43000</c:v>
                </c:pt>
                <c:pt idx="4364">
                  <c:v>43003</c:v>
                </c:pt>
                <c:pt idx="4365">
                  <c:v>43004</c:v>
                </c:pt>
                <c:pt idx="4366">
                  <c:v>43005</c:v>
                </c:pt>
                <c:pt idx="4367">
                  <c:v>43006</c:v>
                </c:pt>
                <c:pt idx="4368">
                  <c:v>43007</c:v>
                </c:pt>
                <c:pt idx="4369">
                  <c:v>43010</c:v>
                </c:pt>
                <c:pt idx="4370">
                  <c:v>43011</c:v>
                </c:pt>
                <c:pt idx="4371">
                  <c:v>43012</c:v>
                </c:pt>
                <c:pt idx="4372">
                  <c:v>43013</c:v>
                </c:pt>
                <c:pt idx="4373">
                  <c:v>43014</c:v>
                </c:pt>
                <c:pt idx="4374">
                  <c:v>43017</c:v>
                </c:pt>
                <c:pt idx="4375">
                  <c:v>43018</c:v>
                </c:pt>
                <c:pt idx="4376">
                  <c:v>43019</c:v>
                </c:pt>
                <c:pt idx="4377">
                  <c:v>43020</c:v>
                </c:pt>
                <c:pt idx="4378">
                  <c:v>43021</c:v>
                </c:pt>
                <c:pt idx="4379">
                  <c:v>43024</c:v>
                </c:pt>
                <c:pt idx="4380">
                  <c:v>43025</c:v>
                </c:pt>
                <c:pt idx="4381">
                  <c:v>43026</c:v>
                </c:pt>
                <c:pt idx="4382">
                  <c:v>43027</c:v>
                </c:pt>
                <c:pt idx="4383">
                  <c:v>43028</c:v>
                </c:pt>
                <c:pt idx="4384">
                  <c:v>43031</c:v>
                </c:pt>
                <c:pt idx="4385">
                  <c:v>43032</c:v>
                </c:pt>
                <c:pt idx="4386">
                  <c:v>43033</c:v>
                </c:pt>
                <c:pt idx="4387">
                  <c:v>43034</c:v>
                </c:pt>
                <c:pt idx="4388">
                  <c:v>43035</c:v>
                </c:pt>
                <c:pt idx="4389">
                  <c:v>43038</c:v>
                </c:pt>
                <c:pt idx="4390">
                  <c:v>43039</c:v>
                </c:pt>
                <c:pt idx="4391">
                  <c:v>43040</c:v>
                </c:pt>
                <c:pt idx="4392">
                  <c:v>43041</c:v>
                </c:pt>
                <c:pt idx="4393">
                  <c:v>43042</c:v>
                </c:pt>
                <c:pt idx="4394">
                  <c:v>43045</c:v>
                </c:pt>
                <c:pt idx="4395">
                  <c:v>43046</c:v>
                </c:pt>
                <c:pt idx="4396">
                  <c:v>43047</c:v>
                </c:pt>
                <c:pt idx="4397">
                  <c:v>43048</c:v>
                </c:pt>
                <c:pt idx="4398">
                  <c:v>43049</c:v>
                </c:pt>
                <c:pt idx="4399">
                  <c:v>43052</c:v>
                </c:pt>
                <c:pt idx="4400">
                  <c:v>43053</c:v>
                </c:pt>
                <c:pt idx="4401">
                  <c:v>43054</c:v>
                </c:pt>
                <c:pt idx="4402">
                  <c:v>43055</c:v>
                </c:pt>
                <c:pt idx="4403">
                  <c:v>43056</c:v>
                </c:pt>
                <c:pt idx="4404">
                  <c:v>43059</c:v>
                </c:pt>
                <c:pt idx="4405">
                  <c:v>43060</c:v>
                </c:pt>
                <c:pt idx="4406">
                  <c:v>43061</c:v>
                </c:pt>
                <c:pt idx="4407">
                  <c:v>43062</c:v>
                </c:pt>
                <c:pt idx="4408">
                  <c:v>43063</c:v>
                </c:pt>
                <c:pt idx="4409">
                  <c:v>43066</c:v>
                </c:pt>
                <c:pt idx="4410">
                  <c:v>43067</c:v>
                </c:pt>
                <c:pt idx="4411">
                  <c:v>43068</c:v>
                </c:pt>
                <c:pt idx="4412">
                  <c:v>43069</c:v>
                </c:pt>
                <c:pt idx="4413">
                  <c:v>43070</c:v>
                </c:pt>
                <c:pt idx="4414">
                  <c:v>43073</c:v>
                </c:pt>
                <c:pt idx="4415">
                  <c:v>43074</c:v>
                </c:pt>
                <c:pt idx="4416">
                  <c:v>43075</c:v>
                </c:pt>
                <c:pt idx="4417">
                  <c:v>43076</c:v>
                </c:pt>
                <c:pt idx="4418">
                  <c:v>43077</c:v>
                </c:pt>
                <c:pt idx="4419">
                  <c:v>43080</c:v>
                </c:pt>
                <c:pt idx="4420">
                  <c:v>43081</c:v>
                </c:pt>
                <c:pt idx="4421">
                  <c:v>43082</c:v>
                </c:pt>
                <c:pt idx="4422">
                  <c:v>43083</c:v>
                </c:pt>
                <c:pt idx="4423">
                  <c:v>43084</c:v>
                </c:pt>
                <c:pt idx="4424">
                  <c:v>43087</c:v>
                </c:pt>
                <c:pt idx="4425">
                  <c:v>43088</c:v>
                </c:pt>
                <c:pt idx="4426">
                  <c:v>43089</c:v>
                </c:pt>
                <c:pt idx="4427">
                  <c:v>43090</c:v>
                </c:pt>
                <c:pt idx="4428">
                  <c:v>43091</c:v>
                </c:pt>
                <c:pt idx="4429">
                  <c:v>43094</c:v>
                </c:pt>
                <c:pt idx="4430">
                  <c:v>43095</c:v>
                </c:pt>
                <c:pt idx="4431">
                  <c:v>43096</c:v>
                </c:pt>
                <c:pt idx="4432">
                  <c:v>43097</c:v>
                </c:pt>
                <c:pt idx="4433">
                  <c:v>43098</c:v>
                </c:pt>
                <c:pt idx="4434">
                  <c:v>43101</c:v>
                </c:pt>
                <c:pt idx="4435">
                  <c:v>43102</c:v>
                </c:pt>
                <c:pt idx="4436">
                  <c:v>43103</c:v>
                </c:pt>
                <c:pt idx="4437">
                  <c:v>43104</c:v>
                </c:pt>
                <c:pt idx="4438">
                  <c:v>43105</c:v>
                </c:pt>
                <c:pt idx="4439">
                  <c:v>43108</c:v>
                </c:pt>
                <c:pt idx="4440">
                  <c:v>43109</c:v>
                </c:pt>
                <c:pt idx="4441">
                  <c:v>43110</c:v>
                </c:pt>
                <c:pt idx="4442">
                  <c:v>43111</c:v>
                </c:pt>
                <c:pt idx="4443">
                  <c:v>43112</c:v>
                </c:pt>
                <c:pt idx="4444">
                  <c:v>43115</c:v>
                </c:pt>
                <c:pt idx="4445">
                  <c:v>43116</c:v>
                </c:pt>
                <c:pt idx="4446">
                  <c:v>43117</c:v>
                </c:pt>
                <c:pt idx="4447">
                  <c:v>43118</c:v>
                </c:pt>
                <c:pt idx="4448">
                  <c:v>43119</c:v>
                </c:pt>
                <c:pt idx="4449">
                  <c:v>43122</c:v>
                </c:pt>
                <c:pt idx="4450">
                  <c:v>43123</c:v>
                </c:pt>
                <c:pt idx="4451">
                  <c:v>43124</c:v>
                </c:pt>
                <c:pt idx="4452">
                  <c:v>43125</c:v>
                </c:pt>
                <c:pt idx="4453">
                  <c:v>43126</c:v>
                </c:pt>
                <c:pt idx="4454">
                  <c:v>43129</c:v>
                </c:pt>
                <c:pt idx="4455">
                  <c:v>43130</c:v>
                </c:pt>
                <c:pt idx="4456">
                  <c:v>43131</c:v>
                </c:pt>
                <c:pt idx="4457">
                  <c:v>43132</c:v>
                </c:pt>
                <c:pt idx="4458">
                  <c:v>43133</c:v>
                </c:pt>
                <c:pt idx="4459">
                  <c:v>43136</c:v>
                </c:pt>
                <c:pt idx="4460">
                  <c:v>43137</c:v>
                </c:pt>
                <c:pt idx="4461">
                  <c:v>43138</c:v>
                </c:pt>
                <c:pt idx="4462">
                  <c:v>43139</c:v>
                </c:pt>
                <c:pt idx="4463">
                  <c:v>43140</c:v>
                </c:pt>
                <c:pt idx="4464">
                  <c:v>43143</c:v>
                </c:pt>
                <c:pt idx="4465">
                  <c:v>43144</c:v>
                </c:pt>
                <c:pt idx="4466">
                  <c:v>43145</c:v>
                </c:pt>
                <c:pt idx="4467">
                  <c:v>43146</c:v>
                </c:pt>
                <c:pt idx="4468">
                  <c:v>43147</c:v>
                </c:pt>
                <c:pt idx="4469">
                  <c:v>43150</c:v>
                </c:pt>
                <c:pt idx="4470">
                  <c:v>43151</c:v>
                </c:pt>
                <c:pt idx="4471">
                  <c:v>43152</c:v>
                </c:pt>
                <c:pt idx="4472">
                  <c:v>43153</c:v>
                </c:pt>
                <c:pt idx="4473">
                  <c:v>43154</c:v>
                </c:pt>
                <c:pt idx="4474">
                  <c:v>43157</c:v>
                </c:pt>
                <c:pt idx="4475">
                  <c:v>43158</c:v>
                </c:pt>
                <c:pt idx="4476">
                  <c:v>43159</c:v>
                </c:pt>
                <c:pt idx="4477">
                  <c:v>43160</c:v>
                </c:pt>
                <c:pt idx="4478">
                  <c:v>43161</c:v>
                </c:pt>
                <c:pt idx="4479">
                  <c:v>43164</c:v>
                </c:pt>
                <c:pt idx="4480">
                  <c:v>43165</c:v>
                </c:pt>
                <c:pt idx="4481">
                  <c:v>43166</c:v>
                </c:pt>
                <c:pt idx="4482">
                  <c:v>43167</c:v>
                </c:pt>
                <c:pt idx="4483">
                  <c:v>43168</c:v>
                </c:pt>
                <c:pt idx="4484">
                  <c:v>43171</c:v>
                </c:pt>
                <c:pt idx="4485">
                  <c:v>43172</c:v>
                </c:pt>
                <c:pt idx="4486">
                  <c:v>43173</c:v>
                </c:pt>
                <c:pt idx="4487">
                  <c:v>43174</c:v>
                </c:pt>
                <c:pt idx="4488">
                  <c:v>43175</c:v>
                </c:pt>
                <c:pt idx="4489">
                  <c:v>43178</c:v>
                </c:pt>
                <c:pt idx="4490">
                  <c:v>43179</c:v>
                </c:pt>
                <c:pt idx="4491">
                  <c:v>43180</c:v>
                </c:pt>
                <c:pt idx="4492">
                  <c:v>43181</c:v>
                </c:pt>
                <c:pt idx="4493">
                  <c:v>43182</c:v>
                </c:pt>
                <c:pt idx="4494">
                  <c:v>43185</c:v>
                </c:pt>
                <c:pt idx="4495">
                  <c:v>43186</c:v>
                </c:pt>
                <c:pt idx="4496">
                  <c:v>43187</c:v>
                </c:pt>
                <c:pt idx="4497">
                  <c:v>43188</c:v>
                </c:pt>
                <c:pt idx="4498">
                  <c:v>43189</c:v>
                </c:pt>
                <c:pt idx="4499">
                  <c:v>43192</c:v>
                </c:pt>
                <c:pt idx="4500">
                  <c:v>43193</c:v>
                </c:pt>
                <c:pt idx="4501">
                  <c:v>43194</c:v>
                </c:pt>
                <c:pt idx="4502">
                  <c:v>43195</c:v>
                </c:pt>
                <c:pt idx="4503">
                  <c:v>43196</c:v>
                </c:pt>
                <c:pt idx="4504">
                  <c:v>43199</c:v>
                </c:pt>
                <c:pt idx="4505">
                  <c:v>43200</c:v>
                </c:pt>
                <c:pt idx="4506">
                  <c:v>43201</c:v>
                </c:pt>
                <c:pt idx="4507">
                  <c:v>43202</c:v>
                </c:pt>
                <c:pt idx="4508">
                  <c:v>43203</c:v>
                </c:pt>
                <c:pt idx="4509">
                  <c:v>43206</c:v>
                </c:pt>
                <c:pt idx="4510">
                  <c:v>43207</c:v>
                </c:pt>
                <c:pt idx="4511">
                  <c:v>43208</c:v>
                </c:pt>
                <c:pt idx="4512">
                  <c:v>43209</c:v>
                </c:pt>
                <c:pt idx="4513">
                  <c:v>43210</c:v>
                </c:pt>
                <c:pt idx="4514">
                  <c:v>43213</c:v>
                </c:pt>
                <c:pt idx="4515">
                  <c:v>43214</c:v>
                </c:pt>
                <c:pt idx="4516">
                  <c:v>43215</c:v>
                </c:pt>
                <c:pt idx="4517">
                  <c:v>43216</c:v>
                </c:pt>
                <c:pt idx="4518">
                  <c:v>43217</c:v>
                </c:pt>
                <c:pt idx="4519">
                  <c:v>43220</c:v>
                </c:pt>
                <c:pt idx="4520">
                  <c:v>43221</c:v>
                </c:pt>
                <c:pt idx="4521">
                  <c:v>43222</c:v>
                </c:pt>
                <c:pt idx="4522">
                  <c:v>43223</c:v>
                </c:pt>
                <c:pt idx="4523">
                  <c:v>43224</c:v>
                </c:pt>
                <c:pt idx="4524">
                  <c:v>43227</c:v>
                </c:pt>
                <c:pt idx="4525">
                  <c:v>43228</c:v>
                </c:pt>
                <c:pt idx="4526">
                  <c:v>43229</c:v>
                </c:pt>
                <c:pt idx="4527">
                  <c:v>43230</c:v>
                </c:pt>
                <c:pt idx="4528">
                  <c:v>43231</c:v>
                </c:pt>
                <c:pt idx="4529">
                  <c:v>43234</c:v>
                </c:pt>
                <c:pt idx="4530">
                  <c:v>43235</c:v>
                </c:pt>
                <c:pt idx="4531">
                  <c:v>43236</c:v>
                </c:pt>
                <c:pt idx="4532">
                  <c:v>43237</c:v>
                </c:pt>
                <c:pt idx="4533">
                  <c:v>43238</c:v>
                </c:pt>
                <c:pt idx="4534">
                  <c:v>43241</c:v>
                </c:pt>
                <c:pt idx="4535">
                  <c:v>43242</c:v>
                </c:pt>
                <c:pt idx="4536">
                  <c:v>43243</c:v>
                </c:pt>
                <c:pt idx="4537">
                  <c:v>43244</c:v>
                </c:pt>
                <c:pt idx="4538">
                  <c:v>43245</c:v>
                </c:pt>
                <c:pt idx="4539">
                  <c:v>43248</c:v>
                </c:pt>
                <c:pt idx="4540">
                  <c:v>43249</c:v>
                </c:pt>
                <c:pt idx="4541">
                  <c:v>43250</c:v>
                </c:pt>
                <c:pt idx="4542">
                  <c:v>43251</c:v>
                </c:pt>
                <c:pt idx="4543">
                  <c:v>43252</c:v>
                </c:pt>
                <c:pt idx="4544">
                  <c:v>43255</c:v>
                </c:pt>
                <c:pt idx="4545">
                  <c:v>43256</c:v>
                </c:pt>
                <c:pt idx="4546">
                  <c:v>43257</c:v>
                </c:pt>
                <c:pt idx="4547">
                  <c:v>43258</c:v>
                </c:pt>
                <c:pt idx="4548">
                  <c:v>43259</c:v>
                </c:pt>
                <c:pt idx="4549">
                  <c:v>43262</c:v>
                </c:pt>
                <c:pt idx="4550">
                  <c:v>43263</c:v>
                </c:pt>
                <c:pt idx="4551">
                  <c:v>43264</c:v>
                </c:pt>
                <c:pt idx="4552">
                  <c:v>43265</c:v>
                </c:pt>
                <c:pt idx="4553">
                  <c:v>43266</c:v>
                </c:pt>
                <c:pt idx="4554">
                  <c:v>43269</c:v>
                </c:pt>
                <c:pt idx="4555">
                  <c:v>43270</c:v>
                </c:pt>
                <c:pt idx="4556">
                  <c:v>43271</c:v>
                </c:pt>
                <c:pt idx="4557">
                  <c:v>43272</c:v>
                </c:pt>
                <c:pt idx="4558">
                  <c:v>43273</c:v>
                </c:pt>
                <c:pt idx="4559">
                  <c:v>43276</c:v>
                </c:pt>
                <c:pt idx="4560">
                  <c:v>43277</c:v>
                </c:pt>
                <c:pt idx="4561">
                  <c:v>43278</c:v>
                </c:pt>
                <c:pt idx="4562">
                  <c:v>43279</c:v>
                </c:pt>
                <c:pt idx="4563">
                  <c:v>43280</c:v>
                </c:pt>
                <c:pt idx="4564">
                  <c:v>43283</c:v>
                </c:pt>
                <c:pt idx="4565">
                  <c:v>43284</c:v>
                </c:pt>
                <c:pt idx="4566">
                  <c:v>43285</c:v>
                </c:pt>
                <c:pt idx="4567">
                  <c:v>43286</c:v>
                </c:pt>
                <c:pt idx="4568">
                  <c:v>43287</c:v>
                </c:pt>
                <c:pt idx="4569">
                  <c:v>43290</c:v>
                </c:pt>
                <c:pt idx="4570">
                  <c:v>43291</c:v>
                </c:pt>
                <c:pt idx="4571">
                  <c:v>43292</c:v>
                </c:pt>
                <c:pt idx="4572">
                  <c:v>43293</c:v>
                </c:pt>
                <c:pt idx="4573">
                  <c:v>43294</c:v>
                </c:pt>
                <c:pt idx="4574">
                  <c:v>43297</c:v>
                </c:pt>
                <c:pt idx="4575">
                  <c:v>43298</c:v>
                </c:pt>
                <c:pt idx="4576">
                  <c:v>43299</c:v>
                </c:pt>
                <c:pt idx="4577">
                  <c:v>43300</c:v>
                </c:pt>
                <c:pt idx="4578">
                  <c:v>43301</c:v>
                </c:pt>
                <c:pt idx="4579">
                  <c:v>43304</c:v>
                </c:pt>
                <c:pt idx="4580">
                  <c:v>43305</c:v>
                </c:pt>
                <c:pt idx="4581">
                  <c:v>43306</c:v>
                </c:pt>
                <c:pt idx="4582">
                  <c:v>43307</c:v>
                </c:pt>
                <c:pt idx="4583">
                  <c:v>43308</c:v>
                </c:pt>
                <c:pt idx="4584">
                  <c:v>43311</c:v>
                </c:pt>
                <c:pt idx="4585">
                  <c:v>43312</c:v>
                </c:pt>
                <c:pt idx="4586">
                  <c:v>43313</c:v>
                </c:pt>
                <c:pt idx="4587">
                  <c:v>43314</c:v>
                </c:pt>
                <c:pt idx="4588">
                  <c:v>43315</c:v>
                </c:pt>
                <c:pt idx="4589">
                  <c:v>43318</c:v>
                </c:pt>
                <c:pt idx="4590">
                  <c:v>43319</c:v>
                </c:pt>
                <c:pt idx="4591">
                  <c:v>43320</c:v>
                </c:pt>
                <c:pt idx="4592">
                  <c:v>43321</c:v>
                </c:pt>
                <c:pt idx="4593">
                  <c:v>43322</c:v>
                </c:pt>
                <c:pt idx="4594">
                  <c:v>43325</c:v>
                </c:pt>
                <c:pt idx="4595">
                  <c:v>43326</c:v>
                </c:pt>
                <c:pt idx="4596">
                  <c:v>43327</c:v>
                </c:pt>
                <c:pt idx="4597">
                  <c:v>43328</c:v>
                </c:pt>
                <c:pt idx="4598">
                  <c:v>43329</c:v>
                </c:pt>
                <c:pt idx="4599">
                  <c:v>43332</c:v>
                </c:pt>
                <c:pt idx="4600">
                  <c:v>43333</c:v>
                </c:pt>
                <c:pt idx="4601">
                  <c:v>43334</c:v>
                </c:pt>
                <c:pt idx="4602">
                  <c:v>43335</c:v>
                </c:pt>
                <c:pt idx="4603">
                  <c:v>43336</c:v>
                </c:pt>
                <c:pt idx="4604">
                  <c:v>43339</c:v>
                </c:pt>
                <c:pt idx="4605">
                  <c:v>43340</c:v>
                </c:pt>
                <c:pt idx="4606">
                  <c:v>43341</c:v>
                </c:pt>
                <c:pt idx="4607">
                  <c:v>43342</c:v>
                </c:pt>
                <c:pt idx="4608">
                  <c:v>43343</c:v>
                </c:pt>
                <c:pt idx="4609">
                  <c:v>43346</c:v>
                </c:pt>
                <c:pt idx="4610">
                  <c:v>43347</c:v>
                </c:pt>
                <c:pt idx="4611">
                  <c:v>43348</c:v>
                </c:pt>
                <c:pt idx="4612">
                  <c:v>43349</c:v>
                </c:pt>
                <c:pt idx="4613">
                  <c:v>43350</c:v>
                </c:pt>
                <c:pt idx="4614">
                  <c:v>43353</c:v>
                </c:pt>
                <c:pt idx="4615">
                  <c:v>43354</c:v>
                </c:pt>
                <c:pt idx="4616">
                  <c:v>43355</c:v>
                </c:pt>
                <c:pt idx="4617">
                  <c:v>43356</c:v>
                </c:pt>
                <c:pt idx="4618">
                  <c:v>43357</c:v>
                </c:pt>
                <c:pt idx="4619">
                  <c:v>43360</c:v>
                </c:pt>
                <c:pt idx="4620">
                  <c:v>43361</c:v>
                </c:pt>
                <c:pt idx="4621">
                  <c:v>43362</c:v>
                </c:pt>
                <c:pt idx="4622">
                  <c:v>43363</c:v>
                </c:pt>
                <c:pt idx="4623">
                  <c:v>43364</c:v>
                </c:pt>
                <c:pt idx="4624">
                  <c:v>43367</c:v>
                </c:pt>
                <c:pt idx="4625">
                  <c:v>43368</c:v>
                </c:pt>
                <c:pt idx="4626">
                  <c:v>43369</c:v>
                </c:pt>
                <c:pt idx="4627">
                  <c:v>43370</c:v>
                </c:pt>
                <c:pt idx="4628">
                  <c:v>43371</c:v>
                </c:pt>
                <c:pt idx="4629">
                  <c:v>43374</c:v>
                </c:pt>
                <c:pt idx="4630">
                  <c:v>43375</c:v>
                </c:pt>
                <c:pt idx="4631">
                  <c:v>43376</c:v>
                </c:pt>
                <c:pt idx="4632">
                  <c:v>43377</c:v>
                </c:pt>
                <c:pt idx="4633">
                  <c:v>43378</c:v>
                </c:pt>
                <c:pt idx="4634">
                  <c:v>43381</c:v>
                </c:pt>
                <c:pt idx="4635">
                  <c:v>43382</c:v>
                </c:pt>
                <c:pt idx="4636">
                  <c:v>43383</c:v>
                </c:pt>
                <c:pt idx="4637">
                  <c:v>43384</c:v>
                </c:pt>
                <c:pt idx="4638">
                  <c:v>43385</c:v>
                </c:pt>
                <c:pt idx="4639">
                  <c:v>43388</c:v>
                </c:pt>
                <c:pt idx="4640">
                  <c:v>43389</c:v>
                </c:pt>
                <c:pt idx="4641">
                  <c:v>43390</c:v>
                </c:pt>
                <c:pt idx="4642">
                  <c:v>43391</c:v>
                </c:pt>
                <c:pt idx="4643">
                  <c:v>43392</c:v>
                </c:pt>
                <c:pt idx="4644">
                  <c:v>43395</c:v>
                </c:pt>
                <c:pt idx="4645">
                  <c:v>43396</c:v>
                </c:pt>
                <c:pt idx="4646">
                  <c:v>43397</c:v>
                </c:pt>
                <c:pt idx="4647">
                  <c:v>43398</c:v>
                </c:pt>
                <c:pt idx="4648">
                  <c:v>43399</c:v>
                </c:pt>
                <c:pt idx="4649">
                  <c:v>43402</c:v>
                </c:pt>
                <c:pt idx="4650">
                  <c:v>43403</c:v>
                </c:pt>
                <c:pt idx="4651">
                  <c:v>43404</c:v>
                </c:pt>
                <c:pt idx="4652">
                  <c:v>43405</c:v>
                </c:pt>
                <c:pt idx="4653">
                  <c:v>43406</c:v>
                </c:pt>
                <c:pt idx="4654">
                  <c:v>43409</c:v>
                </c:pt>
                <c:pt idx="4655">
                  <c:v>43410</c:v>
                </c:pt>
                <c:pt idx="4656">
                  <c:v>43411</c:v>
                </c:pt>
                <c:pt idx="4657">
                  <c:v>43412</c:v>
                </c:pt>
                <c:pt idx="4658">
                  <c:v>43413</c:v>
                </c:pt>
                <c:pt idx="4659">
                  <c:v>43416</c:v>
                </c:pt>
                <c:pt idx="4660">
                  <c:v>43417</c:v>
                </c:pt>
                <c:pt idx="4661">
                  <c:v>43418</c:v>
                </c:pt>
                <c:pt idx="4662">
                  <c:v>43419</c:v>
                </c:pt>
                <c:pt idx="4663">
                  <c:v>43420</c:v>
                </c:pt>
                <c:pt idx="4664">
                  <c:v>43423</c:v>
                </c:pt>
                <c:pt idx="4665">
                  <c:v>43424</c:v>
                </c:pt>
                <c:pt idx="4666">
                  <c:v>43425</c:v>
                </c:pt>
                <c:pt idx="4667">
                  <c:v>43426</c:v>
                </c:pt>
                <c:pt idx="4668">
                  <c:v>43427</c:v>
                </c:pt>
                <c:pt idx="4669">
                  <c:v>43430</c:v>
                </c:pt>
                <c:pt idx="4670">
                  <c:v>43431</c:v>
                </c:pt>
                <c:pt idx="4671">
                  <c:v>43432</c:v>
                </c:pt>
                <c:pt idx="4672">
                  <c:v>43433</c:v>
                </c:pt>
                <c:pt idx="4673">
                  <c:v>43434</c:v>
                </c:pt>
                <c:pt idx="4674">
                  <c:v>43437</c:v>
                </c:pt>
                <c:pt idx="4675">
                  <c:v>43438</c:v>
                </c:pt>
                <c:pt idx="4676">
                  <c:v>43439</c:v>
                </c:pt>
                <c:pt idx="4677">
                  <c:v>43440</c:v>
                </c:pt>
                <c:pt idx="4678">
                  <c:v>43441</c:v>
                </c:pt>
                <c:pt idx="4679">
                  <c:v>43444</c:v>
                </c:pt>
                <c:pt idx="4680">
                  <c:v>43445</c:v>
                </c:pt>
                <c:pt idx="4681">
                  <c:v>43446</c:v>
                </c:pt>
                <c:pt idx="4682">
                  <c:v>43447</c:v>
                </c:pt>
                <c:pt idx="4683">
                  <c:v>43448</c:v>
                </c:pt>
                <c:pt idx="4684">
                  <c:v>43451</c:v>
                </c:pt>
                <c:pt idx="4685">
                  <c:v>43452</c:v>
                </c:pt>
                <c:pt idx="4686">
                  <c:v>43453</c:v>
                </c:pt>
                <c:pt idx="4687">
                  <c:v>43454</c:v>
                </c:pt>
                <c:pt idx="4688">
                  <c:v>43455</c:v>
                </c:pt>
                <c:pt idx="4689">
                  <c:v>43458</c:v>
                </c:pt>
                <c:pt idx="4690">
                  <c:v>43459</c:v>
                </c:pt>
                <c:pt idx="4691">
                  <c:v>43460</c:v>
                </c:pt>
                <c:pt idx="4692">
                  <c:v>43461</c:v>
                </c:pt>
                <c:pt idx="4693">
                  <c:v>43462</c:v>
                </c:pt>
                <c:pt idx="4694">
                  <c:v>43465</c:v>
                </c:pt>
                <c:pt idx="4695">
                  <c:v>43466</c:v>
                </c:pt>
                <c:pt idx="4696">
                  <c:v>43467</c:v>
                </c:pt>
                <c:pt idx="4697">
                  <c:v>43468</c:v>
                </c:pt>
                <c:pt idx="4698">
                  <c:v>43469</c:v>
                </c:pt>
                <c:pt idx="4699">
                  <c:v>43472</c:v>
                </c:pt>
                <c:pt idx="4700">
                  <c:v>43473</c:v>
                </c:pt>
                <c:pt idx="4701">
                  <c:v>43474</c:v>
                </c:pt>
                <c:pt idx="4702">
                  <c:v>43475</c:v>
                </c:pt>
                <c:pt idx="4703">
                  <c:v>43476</c:v>
                </c:pt>
                <c:pt idx="4704">
                  <c:v>43479</c:v>
                </c:pt>
                <c:pt idx="4705">
                  <c:v>43480</c:v>
                </c:pt>
                <c:pt idx="4706">
                  <c:v>43481</c:v>
                </c:pt>
                <c:pt idx="4707">
                  <c:v>43482</c:v>
                </c:pt>
                <c:pt idx="4708">
                  <c:v>43483</c:v>
                </c:pt>
                <c:pt idx="4709">
                  <c:v>43486</c:v>
                </c:pt>
                <c:pt idx="4710">
                  <c:v>43487</c:v>
                </c:pt>
                <c:pt idx="4711">
                  <c:v>43488</c:v>
                </c:pt>
                <c:pt idx="4712">
                  <c:v>43489</c:v>
                </c:pt>
                <c:pt idx="4713">
                  <c:v>43490</c:v>
                </c:pt>
                <c:pt idx="4714">
                  <c:v>43493</c:v>
                </c:pt>
                <c:pt idx="4715">
                  <c:v>43494</c:v>
                </c:pt>
                <c:pt idx="4716">
                  <c:v>43495</c:v>
                </c:pt>
                <c:pt idx="4717">
                  <c:v>43496</c:v>
                </c:pt>
                <c:pt idx="4718">
                  <c:v>43497</c:v>
                </c:pt>
                <c:pt idx="4719">
                  <c:v>43500</c:v>
                </c:pt>
                <c:pt idx="4720">
                  <c:v>43501</c:v>
                </c:pt>
                <c:pt idx="4721">
                  <c:v>43502</c:v>
                </c:pt>
                <c:pt idx="4722">
                  <c:v>43503</c:v>
                </c:pt>
                <c:pt idx="4723">
                  <c:v>43504</c:v>
                </c:pt>
                <c:pt idx="4724">
                  <c:v>43507</c:v>
                </c:pt>
                <c:pt idx="4725">
                  <c:v>43508</c:v>
                </c:pt>
                <c:pt idx="4726">
                  <c:v>43509</c:v>
                </c:pt>
                <c:pt idx="4727">
                  <c:v>43510</c:v>
                </c:pt>
                <c:pt idx="4728">
                  <c:v>43511</c:v>
                </c:pt>
                <c:pt idx="4729">
                  <c:v>43514</c:v>
                </c:pt>
                <c:pt idx="4730">
                  <c:v>43515</c:v>
                </c:pt>
                <c:pt idx="4731">
                  <c:v>43516</c:v>
                </c:pt>
                <c:pt idx="4732">
                  <c:v>43517</c:v>
                </c:pt>
                <c:pt idx="4733">
                  <c:v>43518</c:v>
                </c:pt>
                <c:pt idx="4734">
                  <c:v>43521</c:v>
                </c:pt>
                <c:pt idx="4735">
                  <c:v>43522</c:v>
                </c:pt>
                <c:pt idx="4736">
                  <c:v>43523</c:v>
                </c:pt>
                <c:pt idx="4737">
                  <c:v>43524</c:v>
                </c:pt>
                <c:pt idx="4738">
                  <c:v>43525</c:v>
                </c:pt>
                <c:pt idx="4739">
                  <c:v>43528</c:v>
                </c:pt>
                <c:pt idx="4740">
                  <c:v>43529</c:v>
                </c:pt>
                <c:pt idx="4741">
                  <c:v>43530</c:v>
                </c:pt>
                <c:pt idx="4742">
                  <c:v>43531</c:v>
                </c:pt>
                <c:pt idx="4743">
                  <c:v>43532</c:v>
                </c:pt>
                <c:pt idx="4744">
                  <c:v>43535</c:v>
                </c:pt>
                <c:pt idx="4745">
                  <c:v>43536</c:v>
                </c:pt>
                <c:pt idx="4746">
                  <c:v>43537</c:v>
                </c:pt>
                <c:pt idx="4747">
                  <c:v>43538</c:v>
                </c:pt>
                <c:pt idx="4748">
                  <c:v>43539</c:v>
                </c:pt>
                <c:pt idx="4749">
                  <c:v>43542</c:v>
                </c:pt>
                <c:pt idx="4750">
                  <c:v>43543</c:v>
                </c:pt>
                <c:pt idx="4751">
                  <c:v>43544</c:v>
                </c:pt>
                <c:pt idx="4752">
                  <c:v>43545</c:v>
                </c:pt>
                <c:pt idx="4753">
                  <c:v>43546</c:v>
                </c:pt>
                <c:pt idx="4754">
                  <c:v>43549</c:v>
                </c:pt>
                <c:pt idx="4755">
                  <c:v>43550</c:v>
                </c:pt>
                <c:pt idx="4756">
                  <c:v>43551</c:v>
                </c:pt>
                <c:pt idx="4757">
                  <c:v>43552</c:v>
                </c:pt>
                <c:pt idx="4758">
                  <c:v>43553</c:v>
                </c:pt>
                <c:pt idx="4759">
                  <c:v>43556</c:v>
                </c:pt>
                <c:pt idx="4760">
                  <c:v>43557</c:v>
                </c:pt>
                <c:pt idx="4761">
                  <c:v>43558</c:v>
                </c:pt>
                <c:pt idx="4762">
                  <c:v>43559</c:v>
                </c:pt>
                <c:pt idx="4763">
                  <c:v>43560</c:v>
                </c:pt>
                <c:pt idx="4764">
                  <c:v>43563</c:v>
                </c:pt>
                <c:pt idx="4765">
                  <c:v>43564</c:v>
                </c:pt>
                <c:pt idx="4766">
                  <c:v>43565</c:v>
                </c:pt>
                <c:pt idx="4767">
                  <c:v>43566</c:v>
                </c:pt>
                <c:pt idx="4768">
                  <c:v>43567</c:v>
                </c:pt>
                <c:pt idx="4769">
                  <c:v>43570</c:v>
                </c:pt>
                <c:pt idx="4770">
                  <c:v>43571</c:v>
                </c:pt>
                <c:pt idx="4771">
                  <c:v>43572</c:v>
                </c:pt>
                <c:pt idx="4772">
                  <c:v>43573</c:v>
                </c:pt>
                <c:pt idx="4773">
                  <c:v>43574</c:v>
                </c:pt>
                <c:pt idx="4774">
                  <c:v>43577</c:v>
                </c:pt>
                <c:pt idx="4775">
                  <c:v>43578</c:v>
                </c:pt>
                <c:pt idx="4776">
                  <c:v>43579</c:v>
                </c:pt>
                <c:pt idx="4777">
                  <c:v>43580</c:v>
                </c:pt>
                <c:pt idx="4778">
                  <c:v>43581</c:v>
                </c:pt>
                <c:pt idx="4779">
                  <c:v>43584</c:v>
                </c:pt>
                <c:pt idx="4780">
                  <c:v>43585</c:v>
                </c:pt>
                <c:pt idx="4781">
                  <c:v>43586</c:v>
                </c:pt>
                <c:pt idx="4782">
                  <c:v>43587</c:v>
                </c:pt>
                <c:pt idx="4783">
                  <c:v>43588</c:v>
                </c:pt>
                <c:pt idx="4784">
                  <c:v>43591</c:v>
                </c:pt>
                <c:pt idx="4785">
                  <c:v>43592</c:v>
                </c:pt>
                <c:pt idx="4786">
                  <c:v>43593</c:v>
                </c:pt>
                <c:pt idx="4787">
                  <c:v>43594</c:v>
                </c:pt>
                <c:pt idx="4788">
                  <c:v>43595</c:v>
                </c:pt>
                <c:pt idx="4789">
                  <c:v>43598</c:v>
                </c:pt>
                <c:pt idx="4790">
                  <c:v>43599</c:v>
                </c:pt>
                <c:pt idx="4791">
                  <c:v>43600</c:v>
                </c:pt>
                <c:pt idx="4792">
                  <c:v>43601</c:v>
                </c:pt>
                <c:pt idx="4793">
                  <c:v>43602</c:v>
                </c:pt>
                <c:pt idx="4794">
                  <c:v>43605</c:v>
                </c:pt>
                <c:pt idx="4795">
                  <c:v>43606</c:v>
                </c:pt>
                <c:pt idx="4796">
                  <c:v>43607</c:v>
                </c:pt>
                <c:pt idx="4797">
                  <c:v>43608</c:v>
                </c:pt>
                <c:pt idx="4798">
                  <c:v>43609</c:v>
                </c:pt>
                <c:pt idx="4799">
                  <c:v>43612</c:v>
                </c:pt>
                <c:pt idx="4800">
                  <c:v>43613</c:v>
                </c:pt>
                <c:pt idx="4801">
                  <c:v>43614</c:v>
                </c:pt>
                <c:pt idx="4802">
                  <c:v>43615</c:v>
                </c:pt>
                <c:pt idx="4803">
                  <c:v>43616</c:v>
                </c:pt>
                <c:pt idx="4804">
                  <c:v>43619</c:v>
                </c:pt>
                <c:pt idx="4805">
                  <c:v>43620</c:v>
                </c:pt>
                <c:pt idx="4806">
                  <c:v>43621</c:v>
                </c:pt>
                <c:pt idx="4807">
                  <c:v>43622</c:v>
                </c:pt>
                <c:pt idx="4808">
                  <c:v>43623</c:v>
                </c:pt>
                <c:pt idx="4809">
                  <c:v>43626</c:v>
                </c:pt>
                <c:pt idx="4810">
                  <c:v>43627</c:v>
                </c:pt>
                <c:pt idx="4811">
                  <c:v>43628</c:v>
                </c:pt>
                <c:pt idx="4812">
                  <c:v>43629</c:v>
                </c:pt>
                <c:pt idx="4813">
                  <c:v>43630</c:v>
                </c:pt>
                <c:pt idx="4814">
                  <c:v>43633</c:v>
                </c:pt>
                <c:pt idx="4815">
                  <c:v>43634</c:v>
                </c:pt>
                <c:pt idx="4816">
                  <c:v>43635</c:v>
                </c:pt>
                <c:pt idx="4817">
                  <c:v>43636</c:v>
                </c:pt>
                <c:pt idx="4818">
                  <c:v>43637</c:v>
                </c:pt>
                <c:pt idx="4819">
                  <c:v>43640</c:v>
                </c:pt>
                <c:pt idx="4820">
                  <c:v>43641</c:v>
                </c:pt>
                <c:pt idx="4821">
                  <c:v>43642</c:v>
                </c:pt>
                <c:pt idx="4822">
                  <c:v>43643</c:v>
                </c:pt>
                <c:pt idx="4823">
                  <c:v>43644</c:v>
                </c:pt>
                <c:pt idx="4824">
                  <c:v>43647</c:v>
                </c:pt>
                <c:pt idx="4825">
                  <c:v>43648</c:v>
                </c:pt>
                <c:pt idx="4826">
                  <c:v>43649</c:v>
                </c:pt>
                <c:pt idx="4827">
                  <c:v>43650</c:v>
                </c:pt>
                <c:pt idx="4828">
                  <c:v>43651</c:v>
                </c:pt>
                <c:pt idx="4829">
                  <c:v>43654</c:v>
                </c:pt>
                <c:pt idx="4830">
                  <c:v>43655</c:v>
                </c:pt>
                <c:pt idx="4831">
                  <c:v>43656</c:v>
                </c:pt>
                <c:pt idx="4832">
                  <c:v>43657</c:v>
                </c:pt>
                <c:pt idx="4833">
                  <c:v>43658</c:v>
                </c:pt>
                <c:pt idx="4834">
                  <c:v>43661</c:v>
                </c:pt>
                <c:pt idx="4835">
                  <c:v>43662</c:v>
                </c:pt>
                <c:pt idx="4836">
                  <c:v>43663</c:v>
                </c:pt>
                <c:pt idx="4837">
                  <c:v>43664</c:v>
                </c:pt>
                <c:pt idx="4838">
                  <c:v>43665</c:v>
                </c:pt>
                <c:pt idx="4839">
                  <c:v>43668</c:v>
                </c:pt>
                <c:pt idx="4840">
                  <c:v>43669</c:v>
                </c:pt>
                <c:pt idx="4841">
                  <c:v>43670</c:v>
                </c:pt>
                <c:pt idx="4842">
                  <c:v>43671</c:v>
                </c:pt>
                <c:pt idx="4843">
                  <c:v>43672</c:v>
                </c:pt>
                <c:pt idx="4844">
                  <c:v>43675</c:v>
                </c:pt>
                <c:pt idx="4845">
                  <c:v>43676</c:v>
                </c:pt>
                <c:pt idx="4846">
                  <c:v>43677</c:v>
                </c:pt>
                <c:pt idx="4847">
                  <c:v>43678</c:v>
                </c:pt>
                <c:pt idx="4848">
                  <c:v>43679</c:v>
                </c:pt>
                <c:pt idx="4849">
                  <c:v>43682</c:v>
                </c:pt>
                <c:pt idx="4850">
                  <c:v>43683</c:v>
                </c:pt>
                <c:pt idx="4851">
                  <c:v>43684</c:v>
                </c:pt>
                <c:pt idx="4852">
                  <c:v>43685</c:v>
                </c:pt>
                <c:pt idx="4853">
                  <c:v>43686</c:v>
                </c:pt>
                <c:pt idx="4854">
                  <c:v>43689</c:v>
                </c:pt>
                <c:pt idx="4855">
                  <c:v>43690</c:v>
                </c:pt>
                <c:pt idx="4856">
                  <c:v>43691</c:v>
                </c:pt>
                <c:pt idx="4857">
                  <c:v>43692</c:v>
                </c:pt>
                <c:pt idx="4858">
                  <c:v>43693</c:v>
                </c:pt>
                <c:pt idx="4859">
                  <c:v>43696</c:v>
                </c:pt>
                <c:pt idx="4860">
                  <c:v>43697</c:v>
                </c:pt>
                <c:pt idx="4861">
                  <c:v>43698</c:v>
                </c:pt>
                <c:pt idx="4862">
                  <c:v>43699</c:v>
                </c:pt>
                <c:pt idx="4863">
                  <c:v>43700</c:v>
                </c:pt>
                <c:pt idx="4864">
                  <c:v>43703</c:v>
                </c:pt>
                <c:pt idx="4865">
                  <c:v>43704</c:v>
                </c:pt>
                <c:pt idx="4866">
                  <c:v>43705</c:v>
                </c:pt>
                <c:pt idx="4867">
                  <c:v>43706</c:v>
                </c:pt>
                <c:pt idx="4868">
                  <c:v>43707</c:v>
                </c:pt>
                <c:pt idx="4869">
                  <c:v>43710</c:v>
                </c:pt>
                <c:pt idx="4870">
                  <c:v>43711</c:v>
                </c:pt>
                <c:pt idx="4871">
                  <c:v>43712</c:v>
                </c:pt>
                <c:pt idx="4872">
                  <c:v>43713</c:v>
                </c:pt>
                <c:pt idx="4873">
                  <c:v>43714</c:v>
                </c:pt>
                <c:pt idx="4874">
                  <c:v>43717</c:v>
                </c:pt>
                <c:pt idx="4875">
                  <c:v>43718</c:v>
                </c:pt>
                <c:pt idx="4876">
                  <c:v>43719</c:v>
                </c:pt>
                <c:pt idx="4877">
                  <c:v>43720</c:v>
                </c:pt>
                <c:pt idx="4878">
                  <c:v>43721</c:v>
                </c:pt>
                <c:pt idx="4879">
                  <c:v>43724</c:v>
                </c:pt>
                <c:pt idx="4880">
                  <c:v>43725</c:v>
                </c:pt>
                <c:pt idx="4881">
                  <c:v>43726</c:v>
                </c:pt>
                <c:pt idx="4882">
                  <c:v>43727</c:v>
                </c:pt>
                <c:pt idx="4883">
                  <c:v>43728</c:v>
                </c:pt>
                <c:pt idx="4884">
                  <c:v>43731</c:v>
                </c:pt>
                <c:pt idx="4885">
                  <c:v>43732</c:v>
                </c:pt>
                <c:pt idx="4886">
                  <c:v>43733</c:v>
                </c:pt>
                <c:pt idx="4887">
                  <c:v>43734</c:v>
                </c:pt>
                <c:pt idx="4888">
                  <c:v>43735</c:v>
                </c:pt>
                <c:pt idx="4889">
                  <c:v>43738</c:v>
                </c:pt>
                <c:pt idx="4890">
                  <c:v>43739</c:v>
                </c:pt>
                <c:pt idx="4891">
                  <c:v>43740</c:v>
                </c:pt>
                <c:pt idx="4892">
                  <c:v>43741</c:v>
                </c:pt>
                <c:pt idx="4893">
                  <c:v>43742</c:v>
                </c:pt>
                <c:pt idx="4894">
                  <c:v>43745</c:v>
                </c:pt>
                <c:pt idx="4895">
                  <c:v>43746</c:v>
                </c:pt>
                <c:pt idx="4896">
                  <c:v>43747</c:v>
                </c:pt>
                <c:pt idx="4897">
                  <c:v>43748</c:v>
                </c:pt>
                <c:pt idx="4898">
                  <c:v>43749</c:v>
                </c:pt>
                <c:pt idx="4899">
                  <c:v>43752</c:v>
                </c:pt>
                <c:pt idx="4900">
                  <c:v>43753</c:v>
                </c:pt>
                <c:pt idx="4901">
                  <c:v>43754</c:v>
                </c:pt>
                <c:pt idx="4902">
                  <c:v>43755</c:v>
                </c:pt>
                <c:pt idx="4903">
                  <c:v>43756</c:v>
                </c:pt>
                <c:pt idx="4904">
                  <c:v>43759</c:v>
                </c:pt>
                <c:pt idx="4905">
                  <c:v>43760</c:v>
                </c:pt>
                <c:pt idx="4906">
                  <c:v>43761</c:v>
                </c:pt>
                <c:pt idx="4907">
                  <c:v>43762</c:v>
                </c:pt>
                <c:pt idx="4908">
                  <c:v>43763</c:v>
                </c:pt>
                <c:pt idx="4909">
                  <c:v>43766</c:v>
                </c:pt>
                <c:pt idx="4910">
                  <c:v>43767</c:v>
                </c:pt>
                <c:pt idx="4911">
                  <c:v>43768</c:v>
                </c:pt>
                <c:pt idx="4912">
                  <c:v>43769</c:v>
                </c:pt>
                <c:pt idx="4913">
                  <c:v>43770</c:v>
                </c:pt>
                <c:pt idx="4914">
                  <c:v>43773</c:v>
                </c:pt>
                <c:pt idx="4915">
                  <c:v>43774</c:v>
                </c:pt>
                <c:pt idx="4916">
                  <c:v>43775</c:v>
                </c:pt>
                <c:pt idx="4917">
                  <c:v>43776</c:v>
                </c:pt>
                <c:pt idx="4918">
                  <c:v>43777</c:v>
                </c:pt>
                <c:pt idx="4919">
                  <c:v>43780</c:v>
                </c:pt>
                <c:pt idx="4920">
                  <c:v>43781</c:v>
                </c:pt>
                <c:pt idx="4921">
                  <c:v>43782</c:v>
                </c:pt>
                <c:pt idx="4922">
                  <c:v>43783</c:v>
                </c:pt>
                <c:pt idx="4923">
                  <c:v>43784</c:v>
                </c:pt>
                <c:pt idx="4924">
                  <c:v>43787</c:v>
                </c:pt>
                <c:pt idx="4925">
                  <c:v>43788</c:v>
                </c:pt>
                <c:pt idx="4926">
                  <c:v>43789</c:v>
                </c:pt>
                <c:pt idx="4927">
                  <c:v>43790</c:v>
                </c:pt>
                <c:pt idx="4928">
                  <c:v>43791</c:v>
                </c:pt>
                <c:pt idx="4929">
                  <c:v>43794</c:v>
                </c:pt>
                <c:pt idx="4930">
                  <c:v>43795</c:v>
                </c:pt>
                <c:pt idx="4931">
                  <c:v>43796</c:v>
                </c:pt>
                <c:pt idx="4932">
                  <c:v>43797</c:v>
                </c:pt>
                <c:pt idx="4933">
                  <c:v>43798</c:v>
                </c:pt>
                <c:pt idx="4934">
                  <c:v>43801</c:v>
                </c:pt>
                <c:pt idx="4935">
                  <c:v>43802</c:v>
                </c:pt>
                <c:pt idx="4936">
                  <c:v>43803</c:v>
                </c:pt>
                <c:pt idx="4937">
                  <c:v>43804</c:v>
                </c:pt>
                <c:pt idx="4938">
                  <c:v>43805</c:v>
                </c:pt>
                <c:pt idx="4939">
                  <c:v>43808</c:v>
                </c:pt>
                <c:pt idx="4940">
                  <c:v>43809</c:v>
                </c:pt>
                <c:pt idx="4941">
                  <c:v>43810</c:v>
                </c:pt>
                <c:pt idx="4942">
                  <c:v>43811</c:v>
                </c:pt>
                <c:pt idx="4943">
                  <c:v>43812</c:v>
                </c:pt>
                <c:pt idx="4944">
                  <c:v>43815</c:v>
                </c:pt>
                <c:pt idx="4945">
                  <c:v>43816</c:v>
                </c:pt>
                <c:pt idx="4946">
                  <c:v>43817</c:v>
                </c:pt>
                <c:pt idx="4947">
                  <c:v>43818</c:v>
                </c:pt>
                <c:pt idx="4948">
                  <c:v>43819</c:v>
                </c:pt>
                <c:pt idx="4949">
                  <c:v>43822</c:v>
                </c:pt>
                <c:pt idx="4950">
                  <c:v>43823</c:v>
                </c:pt>
                <c:pt idx="4951">
                  <c:v>43824</c:v>
                </c:pt>
                <c:pt idx="4952">
                  <c:v>43825</c:v>
                </c:pt>
                <c:pt idx="4953">
                  <c:v>43826</c:v>
                </c:pt>
                <c:pt idx="4954">
                  <c:v>43829</c:v>
                </c:pt>
                <c:pt idx="4955">
                  <c:v>43830</c:v>
                </c:pt>
                <c:pt idx="4956">
                  <c:v>43831</c:v>
                </c:pt>
                <c:pt idx="4957">
                  <c:v>43832</c:v>
                </c:pt>
                <c:pt idx="4958">
                  <c:v>43833</c:v>
                </c:pt>
                <c:pt idx="4959">
                  <c:v>43836</c:v>
                </c:pt>
                <c:pt idx="4960">
                  <c:v>43837</c:v>
                </c:pt>
                <c:pt idx="4961">
                  <c:v>43838</c:v>
                </c:pt>
                <c:pt idx="4962">
                  <c:v>43839</c:v>
                </c:pt>
                <c:pt idx="4963">
                  <c:v>43840</c:v>
                </c:pt>
                <c:pt idx="4964">
                  <c:v>43843</c:v>
                </c:pt>
                <c:pt idx="4965">
                  <c:v>43844</c:v>
                </c:pt>
                <c:pt idx="4966">
                  <c:v>43845</c:v>
                </c:pt>
                <c:pt idx="4967">
                  <c:v>43846</c:v>
                </c:pt>
                <c:pt idx="4968">
                  <c:v>43847</c:v>
                </c:pt>
                <c:pt idx="4969">
                  <c:v>43850</c:v>
                </c:pt>
                <c:pt idx="4970">
                  <c:v>43851</c:v>
                </c:pt>
                <c:pt idx="4971">
                  <c:v>43852</c:v>
                </c:pt>
                <c:pt idx="4972">
                  <c:v>43853</c:v>
                </c:pt>
                <c:pt idx="4973">
                  <c:v>43854</c:v>
                </c:pt>
                <c:pt idx="4974">
                  <c:v>43857</c:v>
                </c:pt>
                <c:pt idx="4975">
                  <c:v>43858</c:v>
                </c:pt>
                <c:pt idx="4976">
                  <c:v>43859</c:v>
                </c:pt>
                <c:pt idx="4977">
                  <c:v>43860</c:v>
                </c:pt>
                <c:pt idx="4978">
                  <c:v>43861</c:v>
                </c:pt>
                <c:pt idx="4979">
                  <c:v>43864</c:v>
                </c:pt>
                <c:pt idx="4980">
                  <c:v>43865</c:v>
                </c:pt>
                <c:pt idx="4981">
                  <c:v>43866</c:v>
                </c:pt>
                <c:pt idx="4982">
                  <c:v>43867</c:v>
                </c:pt>
                <c:pt idx="4983">
                  <c:v>43868</c:v>
                </c:pt>
                <c:pt idx="4984">
                  <c:v>43871</c:v>
                </c:pt>
                <c:pt idx="4985">
                  <c:v>43872</c:v>
                </c:pt>
                <c:pt idx="4986">
                  <c:v>43873</c:v>
                </c:pt>
                <c:pt idx="4987">
                  <c:v>43874</c:v>
                </c:pt>
                <c:pt idx="4988">
                  <c:v>43875</c:v>
                </c:pt>
                <c:pt idx="4989">
                  <c:v>43878</c:v>
                </c:pt>
                <c:pt idx="4990">
                  <c:v>43879</c:v>
                </c:pt>
                <c:pt idx="4991">
                  <c:v>43880</c:v>
                </c:pt>
                <c:pt idx="4992">
                  <c:v>43881</c:v>
                </c:pt>
                <c:pt idx="4993">
                  <c:v>43882</c:v>
                </c:pt>
                <c:pt idx="4994">
                  <c:v>43885</c:v>
                </c:pt>
                <c:pt idx="4995">
                  <c:v>43886</c:v>
                </c:pt>
                <c:pt idx="4996">
                  <c:v>43887</c:v>
                </c:pt>
                <c:pt idx="4997">
                  <c:v>43888</c:v>
                </c:pt>
                <c:pt idx="4998">
                  <c:v>43889</c:v>
                </c:pt>
                <c:pt idx="4999">
                  <c:v>43892</c:v>
                </c:pt>
                <c:pt idx="5000">
                  <c:v>43893</c:v>
                </c:pt>
                <c:pt idx="5001">
                  <c:v>43894</c:v>
                </c:pt>
                <c:pt idx="5002">
                  <c:v>43895</c:v>
                </c:pt>
                <c:pt idx="5003">
                  <c:v>43896</c:v>
                </c:pt>
                <c:pt idx="5004">
                  <c:v>43899</c:v>
                </c:pt>
                <c:pt idx="5005">
                  <c:v>43900</c:v>
                </c:pt>
                <c:pt idx="5006">
                  <c:v>43901</c:v>
                </c:pt>
                <c:pt idx="5007">
                  <c:v>43902</c:v>
                </c:pt>
                <c:pt idx="5008">
                  <c:v>43903</c:v>
                </c:pt>
                <c:pt idx="5009">
                  <c:v>43906</c:v>
                </c:pt>
                <c:pt idx="5010">
                  <c:v>43907</c:v>
                </c:pt>
                <c:pt idx="5011">
                  <c:v>43908</c:v>
                </c:pt>
                <c:pt idx="5012">
                  <c:v>43909</c:v>
                </c:pt>
                <c:pt idx="5013">
                  <c:v>43910</c:v>
                </c:pt>
                <c:pt idx="5014">
                  <c:v>43913</c:v>
                </c:pt>
                <c:pt idx="5015">
                  <c:v>43914</c:v>
                </c:pt>
                <c:pt idx="5016">
                  <c:v>43915</c:v>
                </c:pt>
                <c:pt idx="5017">
                  <c:v>43916</c:v>
                </c:pt>
                <c:pt idx="5018">
                  <c:v>43917</c:v>
                </c:pt>
                <c:pt idx="5019">
                  <c:v>43920</c:v>
                </c:pt>
                <c:pt idx="5020">
                  <c:v>43921</c:v>
                </c:pt>
                <c:pt idx="5021">
                  <c:v>43922</c:v>
                </c:pt>
                <c:pt idx="5022">
                  <c:v>43923</c:v>
                </c:pt>
                <c:pt idx="5023">
                  <c:v>43924</c:v>
                </c:pt>
                <c:pt idx="5024">
                  <c:v>43927</c:v>
                </c:pt>
                <c:pt idx="5025">
                  <c:v>43928</c:v>
                </c:pt>
                <c:pt idx="5026">
                  <c:v>43929</c:v>
                </c:pt>
                <c:pt idx="5027">
                  <c:v>43930</c:v>
                </c:pt>
                <c:pt idx="5028">
                  <c:v>43931</c:v>
                </c:pt>
                <c:pt idx="5029">
                  <c:v>43934</c:v>
                </c:pt>
                <c:pt idx="5030">
                  <c:v>43935</c:v>
                </c:pt>
                <c:pt idx="5031">
                  <c:v>43936</c:v>
                </c:pt>
                <c:pt idx="5032">
                  <c:v>43937</c:v>
                </c:pt>
                <c:pt idx="5033">
                  <c:v>43938</c:v>
                </c:pt>
                <c:pt idx="5034">
                  <c:v>43941</c:v>
                </c:pt>
                <c:pt idx="5035">
                  <c:v>43942</c:v>
                </c:pt>
                <c:pt idx="5036">
                  <c:v>43943</c:v>
                </c:pt>
                <c:pt idx="5037">
                  <c:v>43944</c:v>
                </c:pt>
                <c:pt idx="5038">
                  <c:v>43945</c:v>
                </c:pt>
                <c:pt idx="5039">
                  <c:v>43948</c:v>
                </c:pt>
                <c:pt idx="5040">
                  <c:v>43949</c:v>
                </c:pt>
                <c:pt idx="5041">
                  <c:v>43950</c:v>
                </c:pt>
                <c:pt idx="5042">
                  <c:v>43951</c:v>
                </c:pt>
                <c:pt idx="5043">
                  <c:v>43952</c:v>
                </c:pt>
                <c:pt idx="5044">
                  <c:v>43955</c:v>
                </c:pt>
                <c:pt idx="5045">
                  <c:v>43956</c:v>
                </c:pt>
                <c:pt idx="5046">
                  <c:v>43957</c:v>
                </c:pt>
                <c:pt idx="5047">
                  <c:v>43958</c:v>
                </c:pt>
                <c:pt idx="5048">
                  <c:v>43959</c:v>
                </c:pt>
                <c:pt idx="5049">
                  <c:v>43962</c:v>
                </c:pt>
                <c:pt idx="5050">
                  <c:v>43963</c:v>
                </c:pt>
                <c:pt idx="5051">
                  <c:v>43964</c:v>
                </c:pt>
                <c:pt idx="5052">
                  <c:v>43965</c:v>
                </c:pt>
                <c:pt idx="5053">
                  <c:v>43966</c:v>
                </c:pt>
                <c:pt idx="5054">
                  <c:v>43969</c:v>
                </c:pt>
                <c:pt idx="5055">
                  <c:v>43970</c:v>
                </c:pt>
                <c:pt idx="5056">
                  <c:v>43971</c:v>
                </c:pt>
                <c:pt idx="5057">
                  <c:v>43972</c:v>
                </c:pt>
                <c:pt idx="5058">
                  <c:v>43973</c:v>
                </c:pt>
                <c:pt idx="5059">
                  <c:v>43976</c:v>
                </c:pt>
                <c:pt idx="5060">
                  <c:v>43977</c:v>
                </c:pt>
                <c:pt idx="5061">
                  <c:v>43978</c:v>
                </c:pt>
                <c:pt idx="5062">
                  <c:v>43979</c:v>
                </c:pt>
                <c:pt idx="5063">
                  <c:v>43980</c:v>
                </c:pt>
                <c:pt idx="5064">
                  <c:v>43983</c:v>
                </c:pt>
                <c:pt idx="5065">
                  <c:v>43984</c:v>
                </c:pt>
                <c:pt idx="5066">
                  <c:v>43985</c:v>
                </c:pt>
                <c:pt idx="5067">
                  <c:v>43986</c:v>
                </c:pt>
                <c:pt idx="5068">
                  <c:v>43987</c:v>
                </c:pt>
                <c:pt idx="5069">
                  <c:v>43990</c:v>
                </c:pt>
                <c:pt idx="5070">
                  <c:v>43991</c:v>
                </c:pt>
                <c:pt idx="5071">
                  <c:v>43992</c:v>
                </c:pt>
                <c:pt idx="5072">
                  <c:v>43993</c:v>
                </c:pt>
                <c:pt idx="5073">
                  <c:v>43994</c:v>
                </c:pt>
                <c:pt idx="5074">
                  <c:v>43997</c:v>
                </c:pt>
                <c:pt idx="5075">
                  <c:v>43998</c:v>
                </c:pt>
                <c:pt idx="5076">
                  <c:v>43999</c:v>
                </c:pt>
                <c:pt idx="5077">
                  <c:v>44000</c:v>
                </c:pt>
                <c:pt idx="5078">
                  <c:v>44001</c:v>
                </c:pt>
                <c:pt idx="5079">
                  <c:v>44004</c:v>
                </c:pt>
                <c:pt idx="5080">
                  <c:v>44005</c:v>
                </c:pt>
                <c:pt idx="5081">
                  <c:v>44006</c:v>
                </c:pt>
                <c:pt idx="5082">
                  <c:v>44007</c:v>
                </c:pt>
                <c:pt idx="5083">
                  <c:v>44008</c:v>
                </c:pt>
                <c:pt idx="5084">
                  <c:v>44011</c:v>
                </c:pt>
                <c:pt idx="5085">
                  <c:v>44012</c:v>
                </c:pt>
                <c:pt idx="5086">
                  <c:v>44013</c:v>
                </c:pt>
                <c:pt idx="5087">
                  <c:v>44014</c:v>
                </c:pt>
                <c:pt idx="5088">
                  <c:v>44015</c:v>
                </c:pt>
                <c:pt idx="5089">
                  <c:v>44018</c:v>
                </c:pt>
                <c:pt idx="5090">
                  <c:v>44019</c:v>
                </c:pt>
                <c:pt idx="5091">
                  <c:v>44020</c:v>
                </c:pt>
                <c:pt idx="5092">
                  <c:v>44021</c:v>
                </c:pt>
                <c:pt idx="5093">
                  <c:v>44022</c:v>
                </c:pt>
                <c:pt idx="5094">
                  <c:v>44025</c:v>
                </c:pt>
                <c:pt idx="5095">
                  <c:v>44026</c:v>
                </c:pt>
                <c:pt idx="5096">
                  <c:v>44027</c:v>
                </c:pt>
                <c:pt idx="5097">
                  <c:v>44028</c:v>
                </c:pt>
                <c:pt idx="5098">
                  <c:v>44029</c:v>
                </c:pt>
                <c:pt idx="5099">
                  <c:v>44032</c:v>
                </c:pt>
                <c:pt idx="5100">
                  <c:v>44033</c:v>
                </c:pt>
                <c:pt idx="5101">
                  <c:v>44034</c:v>
                </c:pt>
                <c:pt idx="5102">
                  <c:v>44035</c:v>
                </c:pt>
                <c:pt idx="5103">
                  <c:v>44036</c:v>
                </c:pt>
                <c:pt idx="5104">
                  <c:v>44039</c:v>
                </c:pt>
                <c:pt idx="5105">
                  <c:v>44040</c:v>
                </c:pt>
                <c:pt idx="5106">
                  <c:v>44041</c:v>
                </c:pt>
                <c:pt idx="5107">
                  <c:v>44042</c:v>
                </c:pt>
                <c:pt idx="5108">
                  <c:v>44043</c:v>
                </c:pt>
                <c:pt idx="5109">
                  <c:v>44046</c:v>
                </c:pt>
                <c:pt idx="5110">
                  <c:v>44047</c:v>
                </c:pt>
                <c:pt idx="5111">
                  <c:v>44048</c:v>
                </c:pt>
                <c:pt idx="5112">
                  <c:v>44049</c:v>
                </c:pt>
                <c:pt idx="5113">
                  <c:v>44050</c:v>
                </c:pt>
                <c:pt idx="5114">
                  <c:v>44053</c:v>
                </c:pt>
                <c:pt idx="5115">
                  <c:v>44054</c:v>
                </c:pt>
                <c:pt idx="5116">
                  <c:v>44055</c:v>
                </c:pt>
                <c:pt idx="5117">
                  <c:v>44056</c:v>
                </c:pt>
                <c:pt idx="5118">
                  <c:v>44057</c:v>
                </c:pt>
                <c:pt idx="5119">
                  <c:v>44060</c:v>
                </c:pt>
                <c:pt idx="5120">
                  <c:v>44061</c:v>
                </c:pt>
                <c:pt idx="5121">
                  <c:v>44062</c:v>
                </c:pt>
                <c:pt idx="5122">
                  <c:v>44063</c:v>
                </c:pt>
                <c:pt idx="5123">
                  <c:v>44064</c:v>
                </c:pt>
                <c:pt idx="5124">
                  <c:v>44067</c:v>
                </c:pt>
                <c:pt idx="5125">
                  <c:v>44068</c:v>
                </c:pt>
                <c:pt idx="5126">
                  <c:v>44069</c:v>
                </c:pt>
                <c:pt idx="5127">
                  <c:v>44070</c:v>
                </c:pt>
                <c:pt idx="5128">
                  <c:v>44071</c:v>
                </c:pt>
                <c:pt idx="5129">
                  <c:v>44074</c:v>
                </c:pt>
                <c:pt idx="5130">
                  <c:v>44075</c:v>
                </c:pt>
                <c:pt idx="5131">
                  <c:v>44076</c:v>
                </c:pt>
                <c:pt idx="5132">
                  <c:v>44077</c:v>
                </c:pt>
                <c:pt idx="5133">
                  <c:v>44078</c:v>
                </c:pt>
                <c:pt idx="5134">
                  <c:v>44081</c:v>
                </c:pt>
                <c:pt idx="5135">
                  <c:v>44082</c:v>
                </c:pt>
                <c:pt idx="5136">
                  <c:v>44083</c:v>
                </c:pt>
                <c:pt idx="5137">
                  <c:v>44084</c:v>
                </c:pt>
                <c:pt idx="5138">
                  <c:v>44085</c:v>
                </c:pt>
                <c:pt idx="5139">
                  <c:v>44088</c:v>
                </c:pt>
                <c:pt idx="5140">
                  <c:v>44089</c:v>
                </c:pt>
                <c:pt idx="5141">
                  <c:v>44090</c:v>
                </c:pt>
                <c:pt idx="5142">
                  <c:v>44091</c:v>
                </c:pt>
                <c:pt idx="5143">
                  <c:v>44092</c:v>
                </c:pt>
                <c:pt idx="5144">
                  <c:v>44095</c:v>
                </c:pt>
                <c:pt idx="5145">
                  <c:v>44096</c:v>
                </c:pt>
                <c:pt idx="5146">
                  <c:v>44097</c:v>
                </c:pt>
                <c:pt idx="5147">
                  <c:v>44098</c:v>
                </c:pt>
                <c:pt idx="5148">
                  <c:v>44099</c:v>
                </c:pt>
                <c:pt idx="5149">
                  <c:v>44102</c:v>
                </c:pt>
                <c:pt idx="5150">
                  <c:v>44103</c:v>
                </c:pt>
                <c:pt idx="5151">
                  <c:v>44104</c:v>
                </c:pt>
                <c:pt idx="5152">
                  <c:v>44105</c:v>
                </c:pt>
                <c:pt idx="5153">
                  <c:v>44106</c:v>
                </c:pt>
                <c:pt idx="5154">
                  <c:v>44109</c:v>
                </c:pt>
                <c:pt idx="5155">
                  <c:v>44110</c:v>
                </c:pt>
                <c:pt idx="5156">
                  <c:v>44111</c:v>
                </c:pt>
                <c:pt idx="5157">
                  <c:v>44112</c:v>
                </c:pt>
                <c:pt idx="5158">
                  <c:v>44113</c:v>
                </c:pt>
                <c:pt idx="5159">
                  <c:v>44116</c:v>
                </c:pt>
                <c:pt idx="5160">
                  <c:v>44117</c:v>
                </c:pt>
                <c:pt idx="5161">
                  <c:v>44118</c:v>
                </c:pt>
                <c:pt idx="5162">
                  <c:v>44119</c:v>
                </c:pt>
                <c:pt idx="5163">
                  <c:v>44120</c:v>
                </c:pt>
                <c:pt idx="5164">
                  <c:v>44123</c:v>
                </c:pt>
                <c:pt idx="5165">
                  <c:v>44124</c:v>
                </c:pt>
                <c:pt idx="5166">
                  <c:v>44125</c:v>
                </c:pt>
                <c:pt idx="5167">
                  <c:v>44126</c:v>
                </c:pt>
                <c:pt idx="5168">
                  <c:v>44127</c:v>
                </c:pt>
                <c:pt idx="5169">
                  <c:v>44130</c:v>
                </c:pt>
                <c:pt idx="5170">
                  <c:v>44131</c:v>
                </c:pt>
                <c:pt idx="5171">
                  <c:v>44132</c:v>
                </c:pt>
                <c:pt idx="5172">
                  <c:v>44133</c:v>
                </c:pt>
                <c:pt idx="5173">
                  <c:v>44134</c:v>
                </c:pt>
                <c:pt idx="5174">
                  <c:v>44137</c:v>
                </c:pt>
                <c:pt idx="5175">
                  <c:v>44138</c:v>
                </c:pt>
                <c:pt idx="5176">
                  <c:v>44139</c:v>
                </c:pt>
                <c:pt idx="5177">
                  <c:v>44140</c:v>
                </c:pt>
                <c:pt idx="5178">
                  <c:v>44141</c:v>
                </c:pt>
                <c:pt idx="5179">
                  <c:v>44144</c:v>
                </c:pt>
                <c:pt idx="5180">
                  <c:v>44145</c:v>
                </c:pt>
                <c:pt idx="5181">
                  <c:v>44146</c:v>
                </c:pt>
                <c:pt idx="5182">
                  <c:v>44147</c:v>
                </c:pt>
                <c:pt idx="5183">
                  <c:v>44148</c:v>
                </c:pt>
                <c:pt idx="5184">
                  <c:v>44151</c:v>
                </c:pt>
                <c:pt idx="5185">
                  <c:v>44152</c:v>
                </c:pt>
                <c:pt idx="5186">
                  <c:v>44153</c:v>
                </c:pt>
                <c:pt idx="5187">
                  <c:v>44154</c:v>
                </c:pt>
                <c:pt idx="5188">
                  <c:v>44155</c:v>
                </c:pt>
                <c:pt idx="5189">
                  <c:v>44158</c:v>
                </c:pt>
                <c:pt idx="5190">
                  <c:v>44159</c:v>
                </c:pt>
                <c:pt idx="5191">
                  <c:v>44160</c:v>
                </c:pt>
                <c:pt idx="5192">
                  <c:v>44161</c:v>
                </c:pt>
                <c:pt idx="5193">
                  <c:v>44162</c:v>
                </c:pt>
                <c:pt idx="5194">
                  <c:v>44165</c:v>
                </c:pt>
                <c:pt idx="5195">
                  <c:v>44166</c:v>
                </c:pt>
                <c:pt idx="5196">
                  <c:v>44167</c:v>
                </c:pt>
                <c:pt idx="5197">
                  <c:v>44168</c:v>
                </c:pt>
                <c:pt idx="5198">
                  <c:v>44169</c:v>
                </c:pt>
                <c:pt idx="5199">
                  <c:v>44172</c:v>
                </c:pt>
                <c:pt idx="5200">
                  <c:v>44173</c:v>
                </c:pt>
                <c:pt idx="5201">
                  <c:v>44174</c:v>
                </c:pt>
                <c:pt idx="5202">
                  <c:v>44175</c:v>
                </c:pt>
                <c:pt idx="5203">
                  <c:v>44176</c:v>
                </c:pt>
                <c:pt idx="5204">
                  <c:v>44179</c:v>
                </c:pt>
                <c:pt idx="5205">
                  <c:v>44180</c:v>
                </c:pt>
                <c:pt idx="5206">
                  <c:v>44181</c:v>
                </c:pt>
                <c:pt idx="5207">
                  <c:v>44182</c:v>
                </c:pt>
                <c:pt idx="5208">
                  <c:v>44183</c:v>
                </c:pt>
                <c:pt idx="5209">
                  <c:v>44186</c:v>
                </c:pt>
                <c:pt idx="5210">
                  <c:v>44187</c:v>
                </c:pt>
                <c:pt idx="5211">
                  <c:v>44188</c:v>
                </c:pt>
                <c:pt idx="5212">
                  <c:v>44189</c:v>
                </c:pt>
                <c:pt idx="5213">
                  <c:v>44190</c:v>
                </c:pt>
                <c:pt idx="5214">
                  <c:v>44193</c:v>
                </c:pt>
                <c:pt idx="5215">
                  <c:v>44194</c:v>
                </c:pt>
                <c:pt idx="5216">
                  <c:v>44195</c:v>
                </c:pt>
                <c:pt idx="5217">
                  <c:v>44196</c:v>
                </c:pt>
                <c:pt idx="5218">
                  <c:v>44197</c:v>
                </c:pt>
                <c:pt idx="5219">
                  <c:v>44200</c:v>
                </c:pt>
                <c:pt idx="5220">
                  <c:v>44201</c:v>
                </c:pt>
                <c:pt idx="5221">
                  <c:v>44202</c:v>
                </c:pt>
                <c:pt idx="5222">
                  <c:v>44203</c:v>
                </c:pt>
                <c:pt idx="5223">
                  <c:v>44204</c:v>
                </c:pt>
                <c:pt idx="5224">
                  <c:v>44207</c:v>
                </c:pt>
                <c:pt idx="5225">
                  <c:v>44208</c:v>
                </c:pt>
                <c:pt idx="5226">
                  <c:v>44209</c:v>
                </c:pt>
                <c:pt idx="5227">
                  <c:v>44210</c:v>
                </c:pt>
                <c:pt idx="5228">
                  <c:v>44211</c:v>
                </c:pt>
                <c:pt idx="5229">
                  <c:v>44214</c:v>
                </c:pt>
                <c:pt idx="5230">
                  <c:v>44215</c:v>
                </c:pt>
                <c:pt idx="5231">
                  <c:v>44216</c:v>
                </c:pt>
                <c:pt idx="5232">
                  <c:v>44217</c:v>
                </c:pt>
                <c:pt idx="5233">
                  <c:v>44218</c:v>
                </c:pt>
                <c:pt idx="5234">
                  <c:v>44221</c:v>
                </c:pt>
                <c:pt idx="5235">
                  <c:v>44222</c:v>
                </c:pt>
                <c:pt idx="5236">
                  <c:v>44223</c:v>
                </c:pt>
                <c:pt idx="5237">
                  <c:v>44224</c:v>
                </c:pt>
                <c:pt idx="5238">
                  <c:v>44225</c:v>
                </c:pt>
                <c:pt idx="5239">
                  <c:v>44228</c:v>
                </c:pt>
                <c:pt idx="5240">
                  <c:v>44229</c:v>
                </c:pt>
                <c:pt idx="5241">
                  <c:v>44230</c:v>
                </c:pt>
                <c:pt idx="5242">
                  <c:v>44231</c:v>
                </c:pt>
                <c:pt idx="5243">
                  <c:v>44232</c:v>
                </c:pt>
                <c:pt idx="5244">
                  <c:v>44235</c:v>
                </c:pt>
                <c:pt idx="5245">
                  <c:v>44236</c:v>
                </c:pt>
                <c:pt idx="5246">
                  <c:v>44237</c:v>
                </c:pt>
                <c:pt idx="5247">
                  <c:v>44238</c:v>
                </c:pt>
                <c:pt idx="5248">
                  <c:v>44239</c:v>
                </c:pt>
                <c:pt idx="5249">
                  <c:v>44242</c:v>
                </c:pt>
                <c:pt idx="5250">
                  <c:v>44243</c:v>
                </c:pt>
                <c:pt idx="5251">
                  <c:v>44244</c:v>
                </c:pt>
                <c:pt idx="5252">
                  <c:v>44245</c:v>
                </c:pt>
                <c:pt idx="5253">
                  <c:v>44246</c:v>
                </c:pt>
                <c:pt idx="5254">
                  <c:v>44249</c:v>
                </c:pt>
                <c:pt idx="5255">
                  <c:v>44250</c:v>
                </c:pt>
                <c:pt idx="5256">
                  <c:v>44251</c:v>
                </c:pt>
                <c:pt idx="5257">
                  <c:v>44252</c:v>
                </c:pt>
                <c:pt idx="5258">
                  <c:v>44253</c:v>
                </c:pt>
                <c:pt idx="5259">
                  <c:v>44256</c:v>
                </c:pt>
                <c:pt idx="5260">
                  <c:v>44257</c:v>
                </c:pt>
                <c:pt idx="5261">
                  <c:v>44258</c:v>
                </c:pt>
                <c:pt idx="5262">
                  <c:v>44259</c:v>
                </c:pt>
                <c:pt idx="5263">
                  <c:v>44260</c:v>
                </c:pt>
                <c:pt idx="5264">
                  <c:v>44263</c:v>
                </c:pt>
                <c:pt idx="5265">
                  <c:v>44264</c:v>
                </c:pt>
                <c:pt idx="5266">
                  <c:v>44265</c:v>
                </c:pt>
                <c:pt idx="5267">
                  <c:v>44266</c:v>
                </c:pt>
                <c:pt idx="5268">
                  <c:v>44267</c:v>
                </c:pt>
                <c:pt idx="5269">
                  <c:v>44270</c:v>
                </c:pt>
                <c:pt idx="5270">
                  <c:v>44271</c:v>
                </c:pt>
                <c:pt idx="5271">
                  <c:v>44272</c:v>
                </c:pt>
                <c:pt idx="5272">
                  <c:v>44273</c:v>
                </c:pt>
                <c:pt idx="5273">
                  <c:v>44274</c:v>
                </c:pt>
                <c:pt idx="5274">
                  <c:v>44277</c:v>
                </c:pt>
                <c:pt idx="5275">
                  <c:v>44278</c:v>
                </c:pt>
                <c:pt idx="5276">
                  <c:v>44279</c:v>
                </c:pt>
                <c:pt idx="5277">
                  <c:v>44280</c:v>
                </c:pt>
                <c:pt idx="5278">
                  <c:v>44281</c:v>
                </c:pt>
                <c:pt idx="5279">
                  <c:v>44284</c:v>
                </c:pt>
                <c:pt idx="5280">
                  <c:v>44285</c:v>
                </c:pt>
                <c:pt idx="5281">
                  <c:v>44286</c:v>
                </c:pt>
                <c:pt idx="5282">
                  <c:v>44287</c:v>
                </c:pt>
                <c:pt idx="5283">
                  <c:v>44288</c:v>
                </c:pt>
                <c:pt idx="5284">
                  <c:v>44291</c:v>
                </c:pt>
                <c:pt idx="5285">
                  <c:v>44292</c:v>
                </c:pt>
                <c:pt idx="5286">
                  <c:v>44293</c:v>
                </c:pt>
                <c:pt idx="5287">
                  <c:v>44294</c:v>
                </c:pt>
                <c:pt idx="5288">
                  <c:v>44295</c:v>
                </c:pt>
                <c:pt idx="5289">
                  <c:v>44298</c:v>
                </c:pt>
                <c:pt idx="5290">
                  <c:v>44299</c:v>
                </c:pt>
                <c:pt idx="5291">
                  <c:v>44300</c:v>
                </c:pt>
                <c:pt idx="5292">
                  <c:v>44301</c:v>
                </c:pt>
                <c:pt idx="5293">
                  <c:v>44302</c:v>
                </c:pt>
                <c:pt idx="5294">
                  <c:v>44305</c:v>
                </c:pt>
                <c:pt idx="5295">
                  <c:v>44306</c:v>
                </c:pt>
                <c:pt idx="5296">
                  <c:v>44307</c:v>
                </c:pt>
                <c:pt idx="5297">
                  <c:v>44308</c:v>
                </c:pt>
                <c:pt idx="5298">
                  <c:v>44309</c:v>
                </c:pt>
                <c:pt idx="5299">
                  <c:v>44312</c:v>
                </c:pt>
                <c:pt idx="5300">
                  <c:v>44313</c:v>
                </c:pt>
                <c:pt idx="5301">
                  <c:v>44314</c:v>
                </c:pt>
                <c:pt idx="5302">
                  <c:v>44315</c:v>
                </c:pt>
                <c:pt idx="5303">
                  <c:v>44316</c:v>
                </c:pt>
                <c:pt idx="5304">
                  <c:v>44319</c:v>
                </c:pt>
                <c:pt idx="5305">
                  <c:v>44320</c:v>
                </c:pt>
                <c:pt idx="5306">
                  <c:v>44321</c:v>
                </c:pt>
                <c:pt idx="5307">
                  <c:v>44322</c:v>
                </c:pt>
                <c:pt idx="5308">
                  <c:v>44323</c:v>
                </c:pt>
                <c:pt idx="5309">
                  <c:v>44326</c:v>
                </c:pt>
                <c:pt idx="5310">
                  <c:v>44327</c:v>
                </c:pt>
                <c:pt idx="5311">
                  <c:v>44328</c:v>
                </c:pt>
                <c:pt idx="5312">
                  <c:v>44329</c:v>
                </c:pt>
                <c:pt idx="5313">
                  <c:v>44330</c:v>
                </c:pt>
                <c:pt idx="5314">
                  <c:v>44333</c:v>
                </c:pt>
                <c:pt idx="5315">
                  <c:v>44334</c:v>
                </c:pt>
                <c:pt idx="5316">
                  <c:v>44335</c:v>
                </c:pt>
                <c:pt idx="5317">
                  <c:v>44336</c:v>
                </c:pt>
                <c:pt idx="5318">
                  <c:v>44337</c:v>
                </c:pt>
                <c:pt idx="5319">
                  <c:v>44340</c:v>
                </c:pt>
                <c:pt idx="5320">
                  <c:v>44341</c:v>
                </c:pt>
                <c:pt idx="5321">
                  <c:v>44342</c:v>
                </c:pt>
                <c:pt idx="5322">
                  <c:v>44343</c:v>
                </c:pt>
                <c:pt idx="5323">
                  <c:v>44344</c:v>
                </c:pt>
                <c:pt idx="5324">
                  <c:v>44347</c:v>
                </c:pt>
                <c:pt idx="5325">
                  <c:v>44348</c:v>
                </c:pt>
                <c:pt idx="5326">
                  <c:v>44349</c:v>
                </c:pt>
                <c:pt idx="5327">
                  <c:v>44350</c:v>
                </c:pt>
                <c:pt idx="5328">
                  <c:v>44351</c:v>
                </c:pt>
                <c:pt idx="5329">
                  <c:v>44354</c:v>
                </c:pt>
                <c:pt idx="5330">
                  <c:v>44355</c:v>
                </c:pt>
                <c:pt idx="5331">
                  <c:v>44356</c:v>
                </c:pt>
                <c:pt idx="5332">
                  <c:v>44357</c:v>
                </c:pt>
                <c:pt idx="5333">
                  <c:v>44358</c:v>
                </c:pt>
                <c:pt idx="5334">
                  <c:v>44361</c:v>
                </c:pt>
                <c:pt idx="5335">
                  <c:v>44362</c:v>
                </c:pt>
                <c:pt idx="5336">
                  <c:v>44363</c:v>
                </c:pt>
                <c:pt idx="5337">
                  <c:v>44364</c:v>
                </c:pt>
                <c:pt idx="5338">
                  <c:v>44365</c:v>
                </c:pt>
                <c:pt idx="5339">
                  <c:v>44368</c:v>
                </c:pt>
                <c:pt idx="5340">
                  <c:v>44369</c:v>
                </c:pt>
                <c:pt idx="5341">
                  <c:v>44370</c:v>
                </c:pt>
                <c:pt idx="5342">
                  <c:v>44371</c:v>
                </c:pt>
                <c:pt idx="5343">
                  <c:v>44372</c:v>
                </c:pt>
                <c:pt idx="5344">
                  <c:v>44375</c:v>
                </c:pt>
                <c:pt idx="5345">
                  <c:v>44376</c:v>
                </c:pt>
                <c:pt idx="5346">
                  <c:v>44377</c:v>
                </c:pt>
                <c:pt idx="5347">
                  <c:v>44378</c:v>
                </c:pt>
                <c:pt idx="5348">
                  <c:v>44379</c:v>
                </c:pt>
                <c:pt idx="5349">
                  <c:v>44382</c:v>
                </c:pt>
                <c:pt idx="5350">
                  <c:v>44383</c:v>
                </c:pt>
                <c:pt idx="5351">
                  <c:v>44384</c:v>
                </c:pt>
                <c:pt idx="5352">
                  <c:v>44385</c:v>
                </c:pt>
                <c:pt idx="5353">
                  <c:v>44386</c:v>
                </c:pt>
                <c:pt idx="5354">
                  <c:v>44389</c:v>
                </c:pt>
                <c:pt idx="5355">
                  <c:v>44390</c:v>
                </c:pt>
                <c:pt idx="5356">
                  <c:v>44391</c:v>
                </c:pt>
                <c:pt idx="5357">
                  <c:v>44392</c:v>
                </c:pt>
                <c:pt idx="5358">
                  <c:v>44393</c:v>
                </c:pt>
                <c:pt idx="5359">
                  <c:v>44396</c:v>
                </c:pt>
                <c:pt idx="5360">
                  <c:v>44397</c:v>
                </c:pt>
                <c:pt idx="5361">
                  <c:v>44398</c:v>
                </c:pt>
                <c:pt idx="5362">
                  <c:v>44399</c:v>
                </c:pt>
                <c:pt idx="5363">
                  <c:v>44400</c:v>
                </c:pt>
                <c:pt idx="5364">
                  <c:v>44403</c:v>
                </c:pt>
                <c:pt idx="5365">
                  <c:v>44404</c:v>
                </c:pt>
                <c:pt idx="5366">
                  <c:v>44405</c:v>
                </c:pt>
                <c:pt idx="5367">
                  <c:v>44406</c:v>
                </c:pt>
                <c:pt idx="5368">
                  <c:v>44407</c:v>
                </c:pt>
                <c:pt idx="5369">
                  <c:v>44410</c:v>
                </c:pt>
                <c:pt idx="5370">
                  <c:v>44411</c:v>
                </c:pt>
                <c:pt idx="5371">
                  <c:v>44412</c:v>
                </c:pt>
                <c:pt idx="5372">
                  <c:v>44413</c:v>
                </c:pt>
                <c:pt idx="5373">
                  <c:v>44414</c:v>
                </c:pt>
                <c:pt idx="5374">
                  <c:v>44417</c:v>
                </c:pt>
                <c:pt idx="5375">
                  <c:v>44418</c:v>
                </c:pt>
                <c:pt idx="5376">
                  <c:v>44419</c:v>
                </c:pt>
                <c:pt idx="5377">
                  <c:v>44420</c:v>
                </c:pt>
                <c:pt idx="5378">
                  <c:v>44421</c:v>
                </c:pt>
                <c:pt idx="5379">
                  <c:v>44424</c:v>
                </c:pt>
                <c:pt idx="5380">
                  <c:v>44425</c:v>
                </c:pt>
                <c:pt idx="5381">
                  <c:v>44426</c:v>
                </c:pt>
                <c:pt idx="5382">
                  <c:v>44427</c:v>
                </c:pt>
                <c:pt idx="5383">
                  <c:v>44428</c:v>
                </c:pt>
                <c:pt idx="5384">
                  <c:v>44431</c:v>
                </c:pt>
                <c:pt idx="5385">
                  <c:v>44432</c:v>
                </c:pt>
                <c:pt idx="5386">
                  <c:v>44433</c:v>
                </c:pt>
                <c:pt idx="5387">
                  <c:v>44434</c:v>
                </c:pt>
                <c:pt idx="5388">
                  <c:v>44435</c:v>
                </c:pt>
                <c:pt idx="5389">
                  <c:v>44438</c:v>
                </c:pt>
                <c:pt idx="5390">
                  <c:v>44439</c:v>
                </c:pt>
                <c:pt idx="5391">
                  <c:v>44440</c:v>
                </c:pt>
                <c:pt idx="5392">
                  <c:v>44441</c:v>
                </c:pt>
                <c:pt idx="5393">
                  <c:v>44442</c:v>
                </c:pt>
                <c:pt idx="5394">
                  <c:v>44445</c:v>
                </c:pt>
                <c:pt idx="5395">
                  <c:v>44446</c:v>
                </c:pt>
                <c:pt idx="5396">
                  <c:v>44447</c:v>
                </c:pt>
                <c:pt idx="5397">
                  <c:v>44448</c:v>
                </c:pt>
                <c:pt idx="5398">
                  <c:v>44449</c:v>
                </c:pt>
                <c:pt idx="5399">
                  <c:v>44452</c:v>
                </c:pt>
                <c:pt idx="5400">
                  <c:v>44453</c:v>
                </c:pt>
                <c:pt idx="5401">
                  <c:v>44454</c:v>
                </c:pt>
                <c:pt idx="5402">
                  <c:v>44455</c:v>
                </c:pt>
                <c:pt idx="5403">
                  <c:v>44456</c:v>
                </c:pt>
                <c:pt idx="5404">
                  <c:v>44459</c:v>
                </c:pt>
                <c:pt idx="5405">
                  <c:v>44460</c:v>
                </c:pt>
                <c:pt idx="5406">
                  <c:v>44461</c:v>
                </c:pt>
                <c:pt idx="5407">
                  <c:v>44462</c:v>
                </c:pt>
                <c:pt idx="5408">
                  <c:v>44463</c:v>
                </c:pt>
                <c:pt idx="5409">
                  <c:v>44466</c:v>
                </c:pt>
                <c:pt idx="5410">
                  <c:v>44467</c:v>
                </c:pt>
                <c:pt idx="5411">
                  <c:v>44468</c:v>
                </c:pt>
                <c:pt idx="5412">
                  <c:v>44469</c:v>
                </c:pt>
                <c:pt idx="5413">
                  <c:v>44470</c:v>
                </c:pt>
                <c:pt idx="5414">
                  <c:v>44473</c:v>
                </c:pt>
                <c:pt idx="5415">
                  <c:v>44474</c:v>
                </c:pt>
                <c:pt idx="5416">
                  <c:v>44475</c:v>
                </c:pt>
                <c:pt idx="5417">
                  <c:v>44476</c:v>
                </c:pt>
                <c:pt idx="5418">
                  <c:v>44477</c:v>
                </c:pt>
                <c:pt idx="5419">
                  <c:v>44480</c:v>
                </c:pt>
                <c:pt idx="5420">
                  <c:v>44481</c:v>
                </c:pt>
                <c:pt idx="5421">
                  <c:v>44482</c:v>
                </c:pt>
                <c:pt idx="5422">
                  <c:v>44483</c:v>
                </c:pt>
                <c:pt idx="5423">
                  <c:v>44484</c:v>
                </c:pt>
                <c:pt idx="5424">
                  <c:v>44487</c:v>
                </c:pt>
                <c:pt idx="5425">
                  <c:v>44488</c:v>
                </c:pt>
                <c:pt idx="5426">
                  <c:v>44489</c:v>
                </c:pt>
                <c:pt idx="5427">
                  <c:v>44490</c:v>
                </c:pt>
                <c:pt idx="5428">
                  <c:v>44491</c:v>
                </c:pt>
                <c:pt idx="5429">
                  <c:v>44494</c:v>
                </c:pt>
                <c:pt idx="5430">
                  <c:v>44495</c:v>
                </c:pt>
                <c:pt idx="5431">
                  <c:v>44496</c:v>
                </c:pt>
                <c:pt idx="5432">
                  <c:v>44497</c:v>
                </c:pt>
                <c:pt idx="5433">
                  <c:v>44498</c:v>
                </c:pt>
                <c:pt idx="5434">
                  <c:v>44501</c:v>
                </c:pt>
                <c:pt idx="5435">
                  <c:v>44502</c:v>
                </c:pt>
                <c:pt idx="5436">
                  <c:v>44503</c:v>
                </c:pt>
                <c:pt idx="5437">
                  <c:v>44504</c:v>
                </c:pt>
                <c:pt idx="5438">
                  <c:v>44505</c:v>
                </c:pt>
                <c:pt idx="5439">
                  <c:v>44508</c:v>
                </c:pt>
                <c:pt idx="5440">
                  <c:v>44509</c:v>
                </c:pt>
                <c:pt idx="5441">
                  <c:v>44510</c:v>
                </c:pt>
                <c:pt idx="5442">
                  <c:v>44511</c:v>
                </c:pt>
                <c:pt idx="5443">
                  <c:v>44512</c:v>
                </c:pt>
                <c:pt idx="5444">
                  <c:v>44515</c:v>
                </c:pt>
                <c:pt idx="5445">
                  <c:v>44516</c:v>
                </c:pt>
                <c:pt idx="5446">
                  <c:v>44517</c:v>
                </c:pt>
                <c:pt idx="5447">
                  <c:v>44518</c:v>
                </c:pt>
                <c:pt idx="5448">
                  <c:v>44519</c:v>
                </c:pt>
                <c:pt idx="5449">
                  <c:v>44522</c:v>
                </c:pt>
                <c:pt idx="5450">
                  <c:v>44523</c:v>
                </c:pt>
                <c:pt idx="5451">
                  <c:v>44524</c:v>
                </c:pt>
                <c:pt idx="5452">
                  <c:v>44525</c:v>
                </c:pt>
                <c:pt idx="5453">
                  <c:v>44526</c:v>
                </c:pt>
                <c:pt idx="5454">
                  <c:v>44529</c:v>
                </c:pt>
                <c:pt idx="5455">
                  <c:v>44530</c:v>
                </c:pt>
                <c:pt idx="5456">
                  <c:v>44531</c:v>
                </c:pt>
                <c:pt idx="5457">
                  <c:v>44532</c:v>
                </c:pt>
                <c:pt idx="5458">
                  <c:v>44533</c:v>
                </c:pt>
                <c:pt idx="5459">
                  <c:v>44536</c:v>
                </c:pt>
                <c:pt idx="5460">
                  <c:v>44537</c:v>
                </c:pt>
                <c:pt idx="5461">
                  <c:v>44538</c:v>
                </c:pt>
                <c:pt idx="5462">
                  <c:v>44539</c:v>
                </c:pt>
                <c:pt idx="5463">
                  <c:v>44540</c:v>
                </c:pt>
                <c:pt idx="5464">
                  <c:v>44543</c:v>
                </c:pt>
                <c:pt idx="5465">
                  <c:v>44544</c:v>
                </c:pt>
                <c:pt idx="5466">
                  <c:v>44545</c:v>
                </c:pt>
                <c:pt idx="5467">
                  <c:v>44546</c:v>
                </c:pt>
                <c:pt idx="5468">
                  <c:v>44547</c:v>
                </c:pt>
                <c:pt idx="5469">
                  <c:v>44550</c:v>
                </c:pt>
                <c:pt idx="5470">
                  <c:v>44551</c:v>
                </c:pt>
                <c:pt idx="5471">
                  <c:v>44552</c:v>
                </c:pt>
                <c:pt idx="5472">
                  <c:v>44553</c:v>
                </c:pt>
                <c:pt idx="5473">
                  <c:v>44554</c:v>
                </c:pt>
                <c:pt idx="5474">
                  <c:v>44557</c:v>
                </c:pt>
                <c:pt idx="5475">
                  <c:v>44558</c:v>
                </c:pt>
                <c:pt idx="5476">
                  <c:v>44559</c:v>
                </c:pt>
                <c:pt idx="5477">
                  <c:v>44560</c:v>
                </c:pt>
                <c:pt idx="5478">
                  <c:v>44561</c:v>
                </c:pt>
                <c:pt idx="5479">
                  <c:v>44564</c:v>
                </c:pt>
                <c:pt idx="5480">
                  <c:v>44565</c:v>
                </c:pt>
                <c:pt idx="5481">
                  <c:v>44566</c:v>
                </c:pt>
                <c:pt idx="5482">
                  <c:v>44567</c:v>
                </c:pt>
                <c:pt idx="5483">
                  <c:v>44568</c:v>
                </c:pt>
                <c:pt idx="5484">
                  <c:v>44571</c:v>
                </c:pt>
                <c:pt idx="5485">
                  <c:v>44572</c:v>
                </c:pt>
                <c:pt idx="5486">
                  <c:v>44573</c:v>
                </c:pt>
                <c:pt idx="5487">
                  <c:v>44574</c:v>
                </c:pt>
                <c:pt idx="5488">
                  <c:v>44575</c:v>
                </c:pt>
                <c:pt idx="5489">
                  <c:v>44578</c:v>
                </c:pt>
                <c:pt idx="5490">
                  <c:v>44579</c:v>
                </c:pt>
                <c:pt idx="5491">
                  <c:v>44580</c:v>
                </c:pt>
                <c:pt idx="5492">
                  <c:v>44581</c:v>
                </c:pt>
                <c:pt idx="5493">
                  <c:v>44582</c:v>
                </c:pt>
                <c:pt idx="5494">
                  <c:v>44585</c:v>
                </c:pt>
                <c:pt idx="5495">
                  <c:v>44586</c:v>
                </c:pt>
                <c:pt idx="5496">
                  <c:v>44587</c:v>
                </c:pt>
                <c:pt idx="5497">
                  <c:v>44588</c:v>
                </c:pt>
                <c:pt idx="5498">
                  <c:v>44589</c:v>
                </c:pt>
                <c:pt idx="5499">
                  <c:v>44592</c:v>
                </c:pt>
                <c:pt idx="5500">
                  <c:v>44593</c:v>
                </c:pt>
                <c:pt idx="5501">
                  <c:v>44594</c:v>
                </c:pt>
                <c:pt idx="5502">
                  <c:v>44595</c:v>
                </c:pt>
                <c:pt idx="5503">
                  <c:v>44596</c:v>
                </c:pt>
                <c:pt idx="5504">
                  <c:v>44599</c:v>
                </c:pt>
                <c:pt idx="5505">
                  <c:v>44600</c:v>
                </c:pt>
                <c:pt idx="5506">
                  <c:v>44601</c:v>
                </c:pt>
                <c:pt idx="5507">
                  <c:v>44602</c:v>
                </c:pt>
                <c:pt idx="5508">
                  <c:v>44603</c:v>
                </c:pt>
                <c:pt idx="5509">
                  <c:v>44606</c:v>
                </c:pt>
                <c:pt idx="5510">
                  <c:v>44607</c:v>
                </c:pt>
                <c:pt idx="5511">
                  <c:v>44608</c:v>
                </c:pt>
                <c:pt idx="5512">
                  <c:v>44609</c:v>
                </c:pt>
                <c:pt idx="5513">
                  <c:v>44610</c:v>
                </c:pt>
                <c:pt idx="5514">
                  <c:v>44613</c:v>
                </c:pt>
                <c:pt idx="5515">
                  <c:v>44614</c:v>
                </c:pt>
                <c:pt idx="5516">
                  <c:v>44615</c:v>
                </c:pt>
                <c:pt idx="5517">
                  <c:v>44616</c:v>
                </c:pt>
                <c:pt idx="5518">
                  <c:v>44617</c:v>
                </c:pt>
                <c:pt idx="5519">
                  <c:v>44620</c:v>
                </c:pt>
                <c:pt idx="5520">
                  <c:v>44621</c:v>
                </c:pt>
                <c:pt idx="5521">
                  <c:v>44622</c:v>
                </c:pt>
                <c:pt idx="5522">
                  <c:v>44623</c:v>
                </c:pt>
                <c:pt idx="5523">
                  <c:v>44624</c:v>
                </c:pt>
                <c:pt idx="5524">
                  <c:v>44627</c:v>
                </c:pt>
                <c:pt idx="5525">
                  <c:v>44628</c:v>
                </c:pt>
                <c:pt idx="5526">
                  <c:v>44629</c:v>
                </c:pt>
                <c:pt idx="5527">
                  <c:v>44630</c:v>
                </c:pt>
                <c:pt idx="5528">
                  <c:v>44631</c:v>
                </c:pt>
                <c:pt idx="5529">
                  <c:v>44634</c:v>
                </c:pt>
                <c:pt idx="5530">
                  <c:v>44635</c:v>
                </c:pt>
                <c:pt idx="5531">
                  <c:v>44636</c:v>
                </c:pt>
                <c:pt idx="5532">
                  <c:v>44637</c:v>
                </c:pt>
                <c:pt idx="5533">
                  <c:v>44638</c:v>
                </c:pt>
                <c:pt idx="5534">
                  <c:v>44641</c:v>
                </c:pt>
                <c:pt idx="5535">
                  <c:v>44642</c:v>
                </c:pt>
                <c:pt idx="5536">
                  <c:v>44643</c:v>
                </c:pt>
                <c:pt idx="5537">
                  <c:v>44644</c:v>
                </c:pt>
                <c:pt idx="5538">
                  <c:v>44645</c:v>
                </c:pt>
                <c:pt idx="5539">
                  <c:v>44648</c:v>
                </c:pt>
                <c:pt idx="5540">
                  <c:v>44649</c:v>
                </c:pt>
                <c:pt idx="5541">
                  <c:v>44650</c:v>
                </c:pt>
                <c:pt idx="5542">
                  <c:v>44651</c:v>
                </c:pt>
                <c:pt idx="5543">
                  <c:v>44652</c:v>
                </c:pt>
                <c:pt idx="5544">
                  <c:v>44655</c:v>
                </c:pt>
                <c:pt idx="5545">
                  <c:v>44656</c:v>
                </c:pt>
                <c:pt idx="5546">
                  <c:v>44657</c:v>
                </c:pt>
                <c:pt idx="5547">
                  <c:v>44658</c:v>
                </c:pt>
                <c:pt idx="5548">
                  <c:v>44659</c:v>
                </c:pt>
                <c:pt idx="5549">
                  <c:v>44662</c:v>
                </c:pt>
                <c:pt idx="5550">
                  <c:v>44663</c:v>
                </c:pt>
                <c:pt idx="5551">
                  <c:v>44664</c:v>
                </c:pt>
                <c:pt idx="5552">
                  <c:v>44665</c:v>
                </c:pt>
                <c:pt idx="5553">
                  <c:v>44666</c:v>
                </c:pt>
                <c:pt idx="5554">
                  <c:v>44669</c:v>
                </c:pt>
                <c:pt idx="5555">
                  <c:v>44670</c:v>
                </c:pt>
                <c:pt idx="5556">
                  <c:v>44671</c:v>
                </c:pt>
                <c:pt idx="5557">
                  <c:v>44672</c:v>
                </c:pt>
                <c:pt idx="5558">
                  <c:v>44673</c:v>
                </c:pt>
                <c:pt idx="5559">
                  <c:v>44676</c:v>
                </c:pt>
                <c:pt idx="5560">
                  <c:v>44677</c:v>
                </c:pt>
                <c:pt idx="5561">
                  <c:v>44678</c:v>
                </c:pt>
                <c:pt idx="5562">
                  <c:v>44679</c:v>
                </c:pt>
                <c:pt idx="5563">
                  <c:v>44680</c:v>
                </c:pt>
                <c:pt idx="5564">
                  <c:v>44683</c:v>
                </c:pt>
                <c:pt idx="5565">
                  <c:v>44684</c:v>
                </c:pt>
                <c:pt idx="5566">
                  <c:v>44685</c:v>
                </c:pt>
                <c:pt idx="5567">
                  <c:v>44686</c:v>
                </c:pt>
                <c:pt idx="5568">
                  <c:v>44687</c:v>
                </c:pt>
                <c:pt idx="5569">
                  <c:v>44690</c:v>
                </c:pt>
                <c:pt idx="5570">
                  <c:v>44691</c:v>
                </c:pt>
                <c:pt idx="5571">
                  <c:v>44692</c:v>
                </c:pt>
                <c:pt idx="5572">
                  <c:v>44693</c:v>
                </c:pt>
                <c:pt idx="5573">
                  <c:v>44694</c:v>
                </c:pt>
                <c:pt idx="5574">
                  <c:v>44697</c:v>
                </c:pt>
                <c:pt idx="5575">
                  <c:v>44698</c:v>
                </c:pt>
                <c:pt idx="5576">
                  <c:v>44699</c:v>
                </c:pt>
                <c:pt idx="5577">
                  <c:v>44700</c:v>
                </c:pt>
                <c:pt idx="5578">
                  <c:v>44701</c:v>
                </c:pt>
                <c:pt idx="5579">
                  <c:v>44704</c:v>
                </c:pt>
                <c:pt idx="5580">
                  <c:v>44705</c:v>
                </c:pt>
                <c:pt idx="5581">
                  <c:v>44706</c:v>
                </c:pt>
                <c:pt idx="5582">
                  <c:v>44707</c:v>
                </c:pt>
                <c:pt idx="5583">
                  <c:v>44708</c:v>
                </c:pt>
                <c:pt idx="5584">
                  <c:v>44711</c:v>
                </c:pt>
                <c:pt idx="5585">
                  <c:v>44712</c:v>
                </c:pt>
                <c:pt idx="5586">
                  <c:v>44713</c:v>
                </c:pt>
                <c:pt idx="5587">
                  <c:v>44714</c:v>
                </c:pt>
                <c:pt idx="5588">
                  <c:v>44715</c:v>
                </c:pt>
                <c:pt idx="5589">
                  <c:v>44718</c:v>
                </c:pt>
                <c:pt idx="5590">
                  <c:v>44719</c:v>
                </c:pt>
                <c:pt idx="5591">
                  <c:v>44720</c:v>
                </c:pt>
                <c:pt idx="5592">
                  <c:v>44721</c:v>
                </c:pt>
                <c:pt idx="5593">
                  <c:v>44722</c:v>
                </c:pt>
                <c:pt idx="5594">
                  <c:v>44725</c:v>
                </c:pt>
                <c:pt idx="5595">
                  <c:v>44726</c:v>
                </c:pt>
                <c:pt idx="5596">
                  <c:v>44727</c:v>
                </c:pt>
                <c:pt idx="5597">
                  <c:v>44728</c:v>
                </c:pt>
                <c:pt idx="5598">
                  <c:v>44729</c:v>
                </c:pt>
                <c:pt idx="5599">
                  <c:v>44732</c:v>
                </c:pt>
                <c:pt idx="5600">
                  <c:v>44733</c:v>
                </c:pt>
                <c:pt idx="5601">
                  <c:v>44734</c:v>
                </c:pt>
                <c:pt idx="5602">
                  <c:v>44735</c:v>
                </c:pt>
                <c:pt idx="5603">
                  <c:v>44736</c:v>
                </c:pt>
                <c:pt idx="5604">
                  <c:v>44739</c:v>
                </c:pt>
                <c:pt idx="5605">
                  <c:v>44740</c:v>
                </c:pt>
                <c:pt idx="5606">
                  <c:v>44741</c:v>
                </c:pt>
                <c:pt idx="5607">
                  <c:v>44742</c:v>
                </c:pt>
                <c:pt idx="5608">
                  <c:v>44743</c:v>
                </c:pt>
                <c:pt idx="5609">
                  <c:v>44746</c:v>
                </c:pt>
                <c:pt idx="5610">
                  <c:v>44747</c:v>
                </c:pt>
                <c:pt idx="5611">
                  <c:v>44748</c:v>
                </c:pt>
                <c:pt idx="5612">
                  <c:v>44749</c:v>
                </c:pt>
                <c:pt idx="5613">
                  <c:v>44750</c:v>
                </c:pt>
                <c:pt idx="5614">
                  <c:v>44753</c:v>
                </c:pt>
                <c:pt idx="5615">
                  <c:v>44754</c:v>
                </c:pt>
                <c:pt idx="5616">
                  <c:v>44755</c:v>
                </c:pt>
                <c:pt idx="5617">
                  <c:v>44756</c:v>
                </c:pt>
                <c:pt idx="5618">
                  <c:v>44757</c:v>
                </c:pt>
                <c:pt idx="5619">
                  <c:v>44760</c:v>
                </c:pt>
                <c:pt idx="5620">
                  <c:v>44761</c:v>
                </c:pt>
                <c:pt idx="5621">
                  <c:v>44762</c:v>
                </c:pt>
                <c:pt idx="5622">
                  <c:v>44763</c:v>
                </c:pt>
                <c:pt idx="5623">
                  <c:v>44764</c:v>
                </c:pt>
                <c:pt idx="5624">
                  <c:v>44767</c:v>
                </c:pt>
                <c:pt idx="5625">
                  <c:v>44768</c:v>
                </c:pt>
                <c:pt idx="5626">
                  <c:v>44769</c:v>
                </c:pt>
                <c:pt idx="5627">
                  <c:v>44770</c:v>
                </c:pt>
                <c:pt idx="5628">
                  <c:v>44771</c:v>
                </c:pt>
                <c:pt idx="5629">
                  <c:v>44774</c:v>
                </c:pt>
                <c:pt idx="5630">
                  <c:v>44775</c:v>
                </c:pt>
                <c:pt idx="5631">
                  <c:v>44776</c:v>
                </c:pt>
                <c:pt idx="5632">
                  <c:v>44777</c:v>
                </c:pt>
                <c:pt idx="5633">
                  <c:v>44778</c:v>
                </c:pt>
                <c:pt idx="5634">
                  <c:v>44781</c:v>
                </c:pt>
                <c:pt idx="5635">
                  <c:v>44782</c:v>
                </c:pt>
                <c:pt idx="5636">
                  <c:v>44783</c:v>
                </c:pt>
                <c:pt idx="5637">
                  <c:v>44784</c:v>
                </c:pt>
                <c:pt idx="5638">
                  <c:v>44785</c:v>
                </c:pt>
                <c:pt idx="5639">
                  <c:v>44788</c:v>
                </c:pt>
                <c:pt idx="5640">
                  <c:v>44789</c:v>
                </c:pt>
                <c:pt idx="5641">
                  <c:v>44790</c:v>
                </c:pt>
                <c:pt idx="5642">
                  <c:v>44791</c:v>
                </c:pt>
                <c:pt idx="5643">
                  <c:v>44792</c:v>
                </c:pt>
                <c:pt idx="5644">
                  <c:v>44795</c:v>
                </c:pt>
                <c:pt idx="5645">
                  <c:v>44796</c:v>
                </c:pt>
                <c:pt idx="5646">
                  <c:v>44797</c:v>
                </c:pt>
                <c:pt idx="5647">
                  <c:v>44798</c:v>
                </c:pt>
                <c:pt idx="5648">
                  <c:v>44799</c:v>
                </c:pt>
                <c:pt idx="5649">
                  <c:v>44802</c:v>
                </c:pt>
                <c:pt idx="5650">
                  <c:v>44803</c:v>
                </c:pt>
                <c:pt idx="5651">
                  <c:v>44804</c:v>
                </c:pt>
                <c:pt idx="5652">
                  <c:v>44805</c:v>
                </c:pt>
                <c:pt idx="5653">
                  <c:v>44806</c:v>
                </c:pt>
                <c:pt idx="5654">
                  <c:v>44809</c:v>
                </c:pt>
                <c:pt idx="5655">
                  <c:v>44810</c:v>
                </c:pt>
                <c:pt idx="5656">
                  <c:v>44811</c:v>
                </c:pt>
                <c:pt idx="5657">
                  <c:v>44812</c:v>
                </c:pt>
                <c:pt idx="5658">
                  <c:v>44813</c:v>
                </c:pt>
                <c:pt idx="5659">
                  <c:v>44816</c:v>
                </c:pt>
                <c:pt idx="5660">
                  <c:v>44817</c:v>
                </c:pt>
                <c:pt idx="5661">
                  <c:v>44818</c:v>
                </c:pt>
                <c:pt idx="5662">
                  <c:v>44819</c:v>
                </c:pt>
                <c:pt idx="5663">
                  <c:v>44820</c:v>
                </c:pt>
                <c:pt idx="5664">
                  <c:v>44823</c:v>
                </c:pt>
                <c:pt idx="5665">
                  <c:v>44824</c:v>
                </c:pt>
                <c:pt idx="5666">
                  <c:v>44825</c:v>
                </c:pt>
                <c:pt idx="5667">
                  <c:v>44826</c:v>
                </c:pt>
                <c:pt idx="5668">
                  <c:v>44827</c:v>
                </c:pt>
                <c:pt idx="5669">
                  <c:v>44830</c:v>
                </c:pt>
                <c:pt idx="5670">
                  <c:v>44831</c:v>
                </c:pt>
                <c:pt idx="5671">
                  <c:v>44832</c:v>
                </c:pt>
                <c:pt idx="5672">
                  <c:v>44833</c:v>
                </c:pt>
                <c:pt idx="5673">
                  <c:v>44834</c:v>
                </c:pt>
                <c:pt idx="5674">
                  <c:v>44837</c:v>
                </c:pt>
                <c:pt idx="5675">
                  <c:v>44838</c:v>
                </c:pt>
                <c:pt idx="5676">
                  <c:v>44839</c:v>
                </c:pt>
                <c:pt idx="5677">
                  <c:v>44840</c:v>
                </c:pt>
                <c:pt idx="5678">
                  <c:v>44841</c:v>
                </c:pt>
                <c:pt idx="5679">
                  <c:v>44844</c:v>
                </c:pt>
                <c:pt idx="5680">
                  <c:v>44845</c:v>
                </c:pt>
                <c:pt idx="5681">
                  <c:v>44846</c:v>
                </c:pt>
                <c:pt idx="5682">
                  <c:v>44847</c:v>
                </c:pt>
                <c:pt idx="5683">
                  <c:v>44848</c:v>
                </c:pt>
                <c:pt idx="5684">
                  <c:v>44851</c:v>
                </c:pt>
                <c:pt idx="5685">
                  <c:v>44852</c:v>
                </c:pt>
                <c:pt idx="5686">
                  <c:v>44853</c:v>
                </c:pt>
                <c:pt idx="5687">
                  <c:v>44854</c:v>
                </c:pt>
                <c:pt idx="5688">
                  <c:v>44855</c:v>
                </c:pt>
                <c:pt idx="5689">
                  <c:v>44858</c:v>
                </c:pt>
                <c:pt idx="5690">
                  <c:v>44859</c:v>
                </c:pt>
                <c:pt idx="5691">
                  <c:v>44860</c:v>
                </c:pt>
                <c:pt idx="5692">
                  <c:v>44861</c:v>
                </c:pt>
                <c:pt idx="5693">
                  <c:v>44862</c:v>
                </c:pt>
                <c:pt idx="5694">
                  <c:v>44865</c:v>
                </c:pt>
                <c:pt idx="5695">
                  <c:v>44866</c:v>
                </c:pt>
                <c:pt idx="5696">
                  <c:v>44867</c:v>
                </c:pt>
                <c:pt idx="5697">
                  <c:v>44868</c:v>
                </c:pt>
                <c:pt idx="5698">
                  <c:v>44869</c:v>
                </c:pt>
                <c:pt idx="5699">
                  <c:v>44872</c:v>
                </c:pt>
                <c:pt idx="5700">
                  <c:v>44873</c:v>
                </c:pt>
                <c:pt idx="5701">
                  <c:v>44874</c:v>
                </c:pt>
                <c:pt idx="5702">
                  <c:v>44875</c:v>
                </c:pt>
                <c:pt idx="5703">
                  <c:v>44876</c:v>
                </c:pt>
                <c:pt idx="5704">
                  <c:v>44879</c:v>
                </c:pt>
                <c:pt idx="5705">
                  <c:v>44880</c:v>
                </c:pt>
                <c:pt idx="5706">
                  <c:v>44881</c:v>
                </c:pt>
                <c:pt idx="5707">
                  <c:v>44882</c:v>
                </c:pt>
                <c:pt idx="5708">
                  <c:v>44883</c:v>
                </c:pt>
                <c:pt idx="5709">
                  <c:v>44886</c:v>
                </c:pt>
                <c:pt idx="5710">
                  <c:v>44887</c:v>
                </c:pt>
                <c:pt idx="5711">
                  <c:v>44888</c:v>
                </c:pt>
                <c:pt idx="5712">
                  <c:v>44889</c:v>
                </c:pt>
                <c:pt idx="5713">
                  <c:v>44890</c:v>
                </c:pt>
                <c:pt idx="5714">
                  <c:v>44893</c:v>
                </c:pt>
                <c:pt idx="5715">
                  <c:v>44894</c:v>
                </c:pt>
                <c:pt idx="5716">
                  <c:v>44895</c:v>
                </c:pt>
                <c:pt idx="5717">
                  <c:v>44896</c:v>
                </c:pt>
                <c:pt idx="5718">
                  <c:v>44897</c:v>
                </c:pt>
                <c:pt idx="5719">
                  <c:v>44900</c:v>
                </c:pt>
                <c:pt idx="5720">
                  <c:v>44901</c:v>
                </c:pt>
                <c:pt idx="5721">
                  <c:v>44902</c:v>
                </c:pt>
                <c:pt idx="5722">
                  <c:v>44903</c:v>
                </c:pt>
                <c:pt idx="5723">
                  <c:v>44904</c:v>
                </c:pt>
                <c:pt idx="5724">
                  <c:v>44907</c:v>
                </c:pt>
                <c:pt idx="5725">
                  <c:v>44908</c:v>
                </c:pt>
                <c:pt idx="5726">
                  <c:v>44909</c:v>
                </c:pt>
                <c:pt idx="5727">
                  <c:v>44910</c:v>
                </c:pt>
                <c:pt idx="5728">
                  <c:v>44911</c:v>
                </c:pt>
                <c:pt idx="5729">
                  <c:v>44914</c:v>
                </c:pt>
                <c:pt idx="5730">
                  <c:v>44915</c:v>
                </c:pt>
                <c:pt idx="5731">
                  <c:v>44916</c:v>
                </c:pt>
                <c:pt idx="5732">
                  <c:v>44917</c:v>
                </c:pt>
                <c:pt idx="5733">
                  <c:v>44918</c:v>
                </c:pt>
                <c:pt idx="5734">
                  <c:v>44921</c:v>
                </c:pt>
                <c:pt idx="5735">
                  <c:v>44922</c:v>
                </c:pt>
                <c:pt idx="5736">
                  <c:v>44923</c:v>
                </c:pt>
                <c:pt idx="5737">
                  <c:v>44924</c:v>
                </c:pt>
                <c:pt idx="5738">
                  <c:v>44925</c:v>
                </c:pt>
                <c:pt idx="5739">
                  <c:v>44928</c:v>
                </c:pt>
                <c:pt idx="5740">
                  <c:v>44929</c:v>
                </c:pt>
                <c:pt idx="5741">
                  <c:v>44930</c:v>
                </c:pt>
                <c:pt idx="5742">
                  <c:v>44931</c:v>
                </c:pt>
                <c:pt idx="5743">
                  <c:v>44932</c:v>
                </c:pt>
                <c:pt idx="5744">
                  <c:v>44935</c:v>
                </c:pt>
                <c:pt idx="5745">
                  <c:v>44936</c:v>
                </c:pt>
                <c:pt idx="5746">
                  <c:v>44937</c:v>
                </c:pt>
                <c:pt idx="5747">
                  <c:v>44938</c:v>
                </c:pt>
                <c:pt idx="5748">
                  <c:v>44939</c:v>
                </c:pt>
                <c:pt idx="5749">
                  <c:v>44942</c:v>
                </c:pt>
                <c:pt idx="5750">
                  <c:v>44943</c:v>
                </c:pt>
                <c:pt idx="5751">
                  <c:v>44944</c:v>
                </c:pt>
                <c:pt idx="5752">
                  <c:v>44945</c:v>
                </c:pt>
                <c:pt idx="5753">
                  <c:v>44946</c:v>
                </c:pt>
                <c:pt idx="5754">
                  <c:v>44949</c:v>
                </c:pt>
                <c:pt idx="5755">
                  <c:v>44950</c:v>
                </c:pt>
                <c:pt idx="5756">
                  <c:v>44951</c:v>
                </c:pt>
                <c:pt idx="5757">
                  <c:v>44952</c:v>
                </c:pt>
                <c:pt idx="5758">
                  <c:v>44953</c:v>
                </c:pt>
                <c:pt idx="5759">
                  <c:v>44956</c:v>
                </c:pt>
                <c:pt idx="5760">
                  <c:v>44957</c:v>
                </c:pt>
                <c:pt idx="5761">
                  <c:v>44958</c:v>
                </c:pt>
                <c:pt idx="5762">
                  <c:v>44959</c:v>
                </c:pt>
                <c:pt idx="5763">
                  <c:v>44960</c:v>
                </c:pt>
                <c:pt idx="5764">
                  <c:v>44963</c:v>
                </c:pt>
                <c:pt idx="5765">
                  <c:v>44964</c:v>
                </c:pt>
                <c:pt idx="5766">
                  <c:v>44965</c:v>
                </c:pt>
                <c:pt idx="5767">
                  <c:v>44966</c:v>
                </c:pt>
                <c:pt idx="5768">
                  <c:v>44967</c:v>
                </c:pt>
                <c:pt idx="5769">
                  <c:v>44970</c:v>
                </c:pt>
                <c:pt idx="5770">
                  <c:v>44971</c:v>
                </c:pt>
                <c:pt idx="5771">
                  <c:v>44972</c:v>
                </c:pt>
                <c:pt idx="5772">
                  <c:v>44973</c:v>
                </c:pt>
                <c:pt idx="5773">
                  <c:v>44974</c:v>
                </c:pt>
                <c:pt idx="5774">
                  <c:v>44977</c:v>
                </c:pt>
                <c:pt idx="5775">
                  <c:v>44978</c:v>
                </c:pt>
                <c:pt idx="5776">
                  <c:v>44979</c:v>
                </c:pt>
                <c:pt idx="5777">
                  <c:v>44980</c:v>
                </c:pt>
                <c:pt idx="5778">
                  <c:v>44981</c:v>
                </c:pt>
                <c:pt idx="5779">
                  <c:v>44984</c:v>
                </c:pt>
                <c:pt idx="5780">
                  <c:v>44985</c:v>
                </c:pt>
                <c:pt idx="5781">
                  <c:v>44986</c:v>
                </c:pt>
                <c:pt idx="5782">
                  <c:v>44987</c:v>
                </c:pt>
                <c:pt idx="5783">
                  <c:v>44988</c:v>
                </c:pt>
                <c:pt idx="5784">
                  <c:v>44991</c:v>
                </c:pt>
                <c:pt idx="5785">
                  <c:v>44992</c:v>
                </c:pt>
                <c:pt idx="5786">
                  <c:v>44993</c:v>
                </c:pt>
                <c:pt idx="5787">
                  <c:v>44994</c:v>
                </c:pt>
                <c:pt idx="5788">
                  <c:v>44995</c:v>
                </c:pt>
                <c:pt idx="5789">
                  <c:v>44998</c:v>
                </c:pt>
                <c:pt idx="5790">
                  <c:v>44999</c:v>
                </c:pt>
                <c:pt idx="5791">
                  <c:v>45000</c:v>
                </c:pt>
                <c:pt idx="5792">
                  <c:v>45001</c:v>
                </c:pt>
                <c:pt idx="5793">
                  <c:v>45002</c:v>
                </c:pt>
                <c:pt idx="5794">
                  <c:v>45005</c:v>
                </c:pt>
                <c:pt idx="5795">
                  <c:v>45006</c:v>
                </c:pt>
                <c:pt idx="5796">
                  <c:v>45007</c:v>
                </c:pt>
                <c:pt idx="5797">
                  <c:v>45008</c:v>
                </c:pt>
                <c:pt idx="5798">
                  <c:v>45009</c:v>
                </c:pt>
                <c:pt idx="5799">
                  <c:v>45012</c:v>
                </c:pt>
                <c:pt idx="5800">
                  <c:v>45013</c:v>
                </c:pt>
                <c:pt idx="5801">
                  <c:v>45014</c:v>
                </c:pt>
                <c:pt idx="5802">
                  <c:v>45015</c:v>
                </c:pt>
                <c:pt idx="5803">
                  <c:v>45016</c:v>
                </c:pt>
                <c:pt idx="5804">
                  <c:v>45019</c:v>
                </c:pt>
                <c:pt idx="5805">
                  <c:v>45020</c:v>
                </c:pt>
                <c:pt idx="5806">
                  <c:v>45021</c:v>
                </c:pt>
                <c:pt idx="5807">
                  <c:v>45022</c:v>
                </c:pt>
                <c:pt idx="5808">
                  <c:v>45023</c:v>
                </c:pt>
                <c:pt idx="5809">
                  <c:v>45026</c:v>
                </c:pt>
                <c:pt idx="5810">
                  <c:v>45027</c:v>
                </c:pt>
                <c:pt idx="5811">
                  <c:v>45028</c:v>
                </c:pt>
                <c:pt idx="5812">
                  <c:v>45029</c:v>
                </c:pt>
                <c:pt idx="5813">
                  <c:v>45030</c:v>
                </c:pt>
                <c:pt idx="5814">
                  <c:v>45033</c:v>
                </c:pt>
                <c:pt idx="5815">
                  <c:v>45034</c:v>
                </c:pt>
                <c:pt idx="5816">
                  <c:v>45035</c:v>
                </c:pt>
                <c:pt idx="5817">
                  <c:v>45036</c:v>
                </c:pt>
                <c:pt idx="5818">
                  <c:v>45037</c:v>
                </c:pt>
                <c:pt idx="5819">
                  <c:v>45040</c:v>
                </c:pt>
                <c:pt idx="5820">
                  <c:v>45041</c:v>
                </c:pt>
                <c:pt idx="5821">
                  <c:v>45042</c:v>
                </c:pt>
                <c:pt idx="5822">
                  <c:v>45043</c:v>
                </c:pt>
                <c:pt idx="5823">
                  <c:v>45044</c:v>
                </c:pt>
                <c:pt idx="5824">
                  <c:v>45047</c:v>
                </c:pt>
                <c:pt idx="5825">
                  <c:v>45048</c:v>
                </c:pt>
                <c:pt idx="5826">
                  <c:v>45049</c:v>
                </c:pt>
                <c:pt idx="5827">
                  <c:v>45050</c:v>
                </c:pt>
                <c:pt idx="5828">
                  <c:v>45051</c:v>
                </c:pt>
                <c:pt idx="5829">
                  <c:v>45054</c:v>
                </c:pt>
                <c:pt idx="5830">
                  <c:v>45055</c:v>
                </c:pt>
                <c:pt idx="5831">
                  <c:v>45056</c:v>
                </c:pt>
                <c:pt idx="5832">
                  <c:v>45057</c:v>
                </c:pt>
                <c:pt idx="5833">
                  <c:v>45058</c:v>
                </c:pt>
                <c:pt idx="5834">
                  <c:v>45061</c:v>
                </c:pt>
                <c:pt idx="5835">
                  <c:v>45062</c:v>
                </c:pt>
                <c:pt idx="5836">
                  <c:v>45063</c:v>
                </c:pt>
                <c:pt idx="5837">
                  <c:v>45064</c:v>
                </c:pt>
                <c:pt idx="5838">
                  <c:v>45065</c:v>
                </c:pt>
                <c:pt idx="5839">
                  <c:v>45068</c:v>
                </c:pt>
                <c:pt idx="5840">
                  <c:v>45069</c:v>
                </c:pt>
                <c:pt idx="5841">
                  <c:v>45070</c:v>
                </c:pt>
                <c:pt idx="5842">
                  <c:v>45071</c:v>
                </c:pt>
                <c:pt idx="5843">
                  <c:v>45072</c:v>
                </c:pt>
                <c:pt idx="5844">
                  <c:v>45075</c:v>
                </c:pt>
                <c:pt idx="5845">
                  <c:v>45076</c:v>
                </c:pt>
                <c:pt idx="5846">
                  <c:v>45077</c:v>
                </c:pt>
                <c:pt idx="5847">
                  <c:v>45078</c:v>
                </c:pt>
                <c:pt idx="5848">
                  <c:v>45079</c:v>
                </c:pt>
                <c:pt idx="5849">
                  <c:v>45082</c:v>
                </c:pt>
                <c:pt idx="5850">
                  <c:v>45083</c:v>
                </c:pt>
                <c:pt idx="5851">
                  <c:v>45084</c:v>
                </c:pt>
                <c:pt idx="5852">
                  <c:v>45085</c:v>
                </c:pt>
                <c:pt idx="5853">
                  <c:v>45086</c:v>
                </c:pt>
                <c:pt idx="5854">
                  <c:v>45089</c:v>
                </c:pt>
                <c:pt idx="5855">
                  <c:v>45090</c:v>
                </c:pt>
                <c:pt idx="5856">
                  <c:v>45091</c:v>
                </c:pt>
                <c:pt idx="5857">
                  <c:v>45092</c:v>
                </c:pt>
                <c:pt idx="5858">
                  <c:v>45093</c:v>
                </c:pt>
                <c:pt idx="5859">
                  <c:v>45096</c:v>
                </c:pt>
                <c:pt idx="5860">
                  <c:v>45097</c:v>
                </c:pt>
                <c:pt idx="5861">
                  <c:v>45098</c:v>
                </c:pt>
                <c:pt idx="5862">
                  <c:v>45099</c:v>
                </c:pt>
                <c:pt idx="5863">
                  <c:v>45100</c:v>
                </c:pt>
                <c:pt idx="5864">
                  <c:v>45103</c:v>
                </c:pt>
                <c:pt idx="5865">
                  <c:v>45104</c:v>
                </c:pt>
                <c:pt idx="5866">
                  <c:v>45105</c:v>
                </c:pt>
                <c:pt idx="5867">
                  <c:v>45106</c:v>
                </c:pt>
                <c:pt idx="5868">
                  <c:v>45107</c:v>
                </c:pt>
                <c:pt idx="5869">
                  <c:v>45110</c:v>
                </c:pt>
                <c:pt idx="5870">
                  <c:v>45111</c:v>
                </c:pt>
                <c:pt idx="5871">
                  <c:v>45112</c:v>
                </c:pt>
                <c:pt idx="5872">
                  <c:v>45113</c:v>
                </c:pt>
                <c:pt idx="5873">
                  <c:v>45114</c:v>
                </c:pt>
                <c:pt idx="5874">
                  <c:v>45117</c:v>
                </c:pt>
                <c:pt idx="5875">
                  <c:v>45118</c:v>
                </c:pt>
                <c:pt idx="5876">
                  <c:v>45119</c:v>
                </c:pt>
                <c:pt idx="5877">
                  <c:v>45120</c:v>
                </c:pt>
                <c:pt idx="5878">
                  <c:v>45121</c:v>
                </c:pt>
                <c:pt idx="5879">
                  <c:v>45124</c:v>
                </c:pt>
                <c:pt idx="5880">
                  <c:v>45125</c:v>
                </c:pt>
                <c:pt idx="5881">
                  <c:v>45126</c:v>
                </c:pt>
                <c:pt idx="5882">
                  <c:v>45127</c:v>
                </c:pt>
                <c:pt idx="5883">
                  <c:v>45128</c:v>
                </c:pt>
                <c:pt idx="5884">
                  <c:v>45131</c:v>
                </c:pt>
                <c:pt idx="5885">
                  <c:v>45132</c:v>
                </c:pt>
                <c:pt idx="5886">
                  <c:v>45133</c:v>
                </c:pt>
                <c:pt idx="5887">
                  <c:v>45134</c:v>
                </c:pt>
                <c:pt idx="5888">
                  <c:v>45135</c:v>
                </c:pt>
                <c:pt idx="5889">
                  <c:v>45138</c:v>
                </c:pt>
                <c:pt idx="5890">
                  <c:v>45139</c:v>
                </c:pt>
                <c:pt idx="5891">
                  <c:v>45140</c:v>
                </c:pt>
                <c:pt idx="5892">
                  <c:v>45141</c:v>
                </c:pt>
                <c:pt idx="5893">
                  <c:v>45142</c:v>
                </c:pt>
                <c:pt idx="5894">
                  <c:v>45145</c:v>
                </c:pt>
                <c:pt idx="5895">
                  <c:v>45146</c:v>
                </c:pt>
                <c:pt idx="5896">
                  <c:v>45147</c:v>
                </c:pt>
                <c:pt idx="5897">
                  <c:v>45148</c:v>
                </c:pt>
                <c:pt idx="5898">
                  <c:v>45149</c:v>
                </c:pt>
                <c:pt idx="5899">
                  <c:v>45152</c:v>
                </c:pt>
                <c:pt idx="5900">
                  <c:v>45153</c:v>
                </c:pt>
                <c:pt idx="5901">
                  <c:v>45154</c:v>
                </c:pt>
                <c:pt idx="5902">
                  <c:v>45155</c:v>
                </c:pt>
                <c:pt idx="5903">
                  <c:v>45156</c:v>
                </c:pt>
                <c:pt idx="5904">
                  <c:v>45159</c:v>
                </c:pt>
                <c:pt idx="5905">
                  <c:v>45160</c:v>
                </c:pt>
                <c:pt idx="5906">
                  <c:v>45161</c:v>
                </c:pt>
                <c:pt idx="5907">
                  <c:v>45162</c:v>
                </c:pt>
                <c:pt idx="5908">
                  <c:v>45163</c:v>
                </c:pt>
                <c:pt idx="5909">
                  <c:v>45166</c:v>
                </c:pt>
                <c:pt idx="5910">
                  <c:v>45167</c:v>
                </c:pt>
                <c:pt idx="5911">
                  <c:v>45168</c:v>
                </c:pt>
                <c:pt idx="5912">
                  <c:v>45169</c:v>
                </c:pt>
                <c:pt idx="5913">
                  <c:v>45170</c:v>
                </c:pt>
                <c:pt idx="5914">
                  <c:v>45173</c:v>
                </c:pt>
                <c:pt idx="5915">
                  <c:v>45174</c:v>
                </c:pt>
                <c:pt idx="5916">
                  <c:v>45175</c:v>
                </c:pt>
                <c:pt idx="5917">
                  <c:v>45176</c:v>
                </c:pt>
                <c:pt idx="5918">
                  <c:v>45177</c:v>
                </c:pt>
                <c:pt idx="5919">
                  <c:v>45180</c:v>
                </c:pt>
                <c:pt idx="5920">
                  <c:v>45181</c:v>
                </c:pt>
                <c:pt idx="5921">
                  <c:v>45182</c:v>
                </c:pt>
                <c:pt idx="5922">
                  <c:v>45183</c:v>
                </c:pt>
                <c:pt idx="5923">
                  <c:v>45184</c:v>
                </c:pt>
                <c:pt idx="5924">
                  <c:v>45187</c:v>
                </c:pt>
                <c:pt idx="5925">
                  <c:v>45188</c:v>
                </c:pt>
                <c:pt idx="5926">
                  <c:v>45189</c:v>
                </c:pt>
                <c:pt idx="5927">
                  <c:v>45190</c:v>
                </c:pt>
                <c:pt idx="5928">
                  <c:v>45191</c:v>
                </c:pt>
                <c:pt idx="5929">
                  <c:v>45194</c:v>
                </c:pt>
                <c:pt idx="5930">
                  <c:v>45195</c:v>
                </c:pt>
                <c:pt idx="5931">
                  <c:v>45196</c:v>
                </c:pt>
                <c:pt idx="5932">
                  <c:v>45197</c:v>
                </c:pt>
                <c:pt idx="5933">
                  <c:v>45198</c:v>
                </c:pt>
                <c:pt idx="5934">
                  <c:v>45201</c:v>
                </c:pt>
                <c:pt idx="5935">
                  <c:v>45202</c:v>
                </c:pt>
                <c:pt idx="5936">
                  <c:v>45203</c:v>
                </c:pt>
                <c:pt idx="5937">
                  <c:v>45204</c:v>
                </c:pt>
                <c:pt idx="5938">
                  <c:v>45205</c:v>
                </c:pt>
                <c:pt idx="5939">
                  <c:v>45208</c:v>
                </c:pt>
                <c:pt idx="5940">
                  <c:v>45209</c:v>
                </c:pt>
                <c:pt idx="5941">
                  <c:v>45210</c:v>
                </c:pt>
                <c:pt idx="5942">
                  <c:v>45211</c:v>
                </c:pt>
                <c:pt idx="5943">
                  <c:v>45212</c:v>
                </c:pt>
                <c:pt idx="5944">
                  <c:v>45215</c:v>
                </c:pt>
                <c:pt idx="5945">
                  <c:v>45216</c:v>
                </c:pt>
                <c:pt idx="5946">
                  <c:v>45217</c:v>
                </c:pt>
                <c:pt idx="5947">
                  <c:v>45218</c:v>
                </c:pt>
                <c:pt idx="5948">
                  <c:v>45219</c:v>
                </c:pt>
                <c:pt idx="5949">
                  <c:v>45222</c:v>
                </c:pt>
                <c:pt idx="5950">
                  <c:v>45223</c:v>
                </c:pt>
                <c:pt idx="5951">
                  <c:v>45224</c:v>
                </c:pt>
                <c:pt idx="5952">
                  <c:v>45225</c:v>
                </c:pt>
                <c:pt idx="5953">
                  <c:v>45226</c:v>
                </c:pt>
                <c:pt idx="5954">
                  <c:v>45229</c:v>
                </c:pt>
                <c:pt idx="5955">
                  <c:v>45230</c:v>
                </c:pt>
                <c:pt idx="5956">
                  <c:v>45231</c:v>
                </c:pt>
                <c:pt idx="5957">
                  <c:v>45232</c:v>
                </c:pt>
                <c:pt idx="5958">
                  <c:v>45233</c:v>
                </c:pt>
                <c:pt idx="5959">
                  <c:v>45236</c:v>
                </c:pt>
                <c:pt idx="5960">
                  <c:v>45237</c:v>
                </c:pt>
                <c:pt idx="5961">
                  <c:v>45238</c:v>
                </c:pt>
                <c:pt idx="5962">
                  <c:v>45239</c:v>
                </c:pt>
                <c:pt idx="5963">
                  <c:v>45240</c:v>
                </c:pt>
                <c:pt idx="5964">
                  <c:v>45243</c:v>
                </c:pt>
                <c:pt idx="5965">
                  <c:v>45244</c:v>
                </c:pt>
                <c:pt idx="5966">
                  <c:v>45245</c:v>
                </c:pt>
                <c:pt idx="5967">
                  <c:v>45246</c:v>
                </c:pt>
                <c:pt idx="5968">
                  <c:v>45247</c:v>
                </c:pt>
                <c:pt idx="5969">
                  <c:v>45250</c:v>
                </c:pt>
                <c:pt idx="5970">
                  <c:v>45251</c:v>
                </c:pt>
                <c:pt idx="5971">
                  <c:v>45252</c:v>
                </c:pt>
                <c:pt idx="5972">
                  <c:v>45253</c:v>
                </c:pt>
                <c:pt idx="5973">
                  <c:v>45254</c:v>
                </c:pt>
                <c:pt idx="5974">
                  <c:v>45257</c:v>
                </c:pt>
                <c:pt idx="5975">
                  <c:v>45258</c:v>
                </c:pt>
                <c:pt idx="5976">
                  <c:v>45259</c:v>
                </c:pt>
                <c:pt idx="5977">
                  <c:v>45260</c:v>
                </c:pt>
                <c:pt idx="5978">
                  <c:v>45261</c:v>
                </c:pt>
                <c:pt idx="5979">
                  <c:v>45264</c:v>
                </c:pt>
                <c:pt idx="5980">
                  <c:v>45265</c:v>
                </c:pt>
                <c:pt idx="5981">
                  <c:v>45266</c:v>
                </c:pt>
                <c:pt idx="5982">
                  <c:v>45267</c:v>
                </c:pt>
                <c:pt idx="5983">
                  <c:v>45268</c:v>
                </c:pt>
                <c:pt idx="5984">
                  <c:v>45271</c:v>
                </c:pt>
                <c:pt idx="5985">
                  <c:v>45272</c:v>
                </c:pt>
                <c:pt idx="5986">
                  <c:v>45273</c:v>
                </c:pt>
                <c:pt idx="5987">
                  <c:v>45274</c:v>
                </c:pt>
                <c:pt idx="5988">
                  <c:v>45275</c:v>
                </c:pt>
                <c:pt idx="5989">
                  <c:v>45278</c:v>
                </c:pt>
                <c:pt idx="5990">
                  <c:v>45279</c:v>
                </c:pt>
                <c:pt idx="5991">
                  <c:v>45280</c:v>
                </c:pt>
                <c:pt idx="5992">
                  <c:v>45281</c:v>
                </c:pt>
                <c:pt idx="5993">
                  <c:v>45282</c:v>
                </c:pt>
                <c:pt idx="5994">
                  <c:v>45285</c:v>
                </c:pt>
                <c:pt idx="5995">
                  <c:v>45286</c:v>
                </c:pt>
                <c:pt idx="5996">
                  <c:v>45287</c:v>
                </c:pt>
                <c:pt idx="5997">
                  <c:v>45288</c:v>
                </c:pt>
                <c:pt idx="5998">
                  <c:v>45289</c:v>
                </c:pt>
                <c:pt idx="5999">
                  <c:v>45292</c:v>
                </c:pt>
                <c:pt idx="6000">
                  <c:v>45293</c:v>
                </c:pt>
                <c:pt idx="6001">
                  <c:v>45294</c:v>
                </c:pt>
                <c:pt idx="6002">
                  <c:v>45295</c:v>
                </c:pt>
                <c:pt idx="6003">
                  <c:v>45296</c:v>
                </c:pt>
                <c:pt idx="6004">
                  <c:v>45299</c:v>
                </c:pt>
                <c:pt idx="6005">
                  <c:v>45300</c:v>
                </c:pt>
                <c:pt idx="6006">
                  <c:v>45301</c:v>
                </c:pt>
                <c:pt idx="6007">
                  <c:v>45302</c:v>
                </c:pt>
                <c:pt idx="6008">
                  <c:v>45303</c:v>
                </c:pt>
                <c:pt idx="6009">
                  <c:v>45306</c:v>
                </c:pt>
                <c:pt idx="6010">
                  <c:v>45307</c:v>
                </c:pt>
                <c:pt idx="6011">
                  <c:v>45308</c:v>
                </c:pt>
                <c:pt idx="6012">
                  <c:v>45309</c:v>
                </c:pt>
                <c:pt idx="6013">
                  <c:v>45310</c:v>
                </c:pt>
                <c:pt idx="6014">
                  <c:v>45313</c:v>
                </c:pt>
                <c:pt idx="6015">
                  <c:v>45314</c:v>
                </c:pt>
                <c:pt idx="6016">
                  <c:v>45315</c:v>
                </c:pt>
                <c:pt idx="6017">
                  <c:v>45316</c:v>
                </c:pt>
                <c:pt idx="6018">
                  <c:v>45317</c:v>
                </c:pt>
                <c:pt idx="6019">
                  <c:v>45320</c:v>
                </c:pt>
                <c:pt idx="6020">
                  <c:v>45321</c:v>
                </c:pt>
                <c:pt idx="6021">
                  <c:v>45322</c:v>
                </c:pt>
                <c:pt idx="6022">
                  <c:v>45323</c:v>
                </c:pt>
                <c:pt idx="6023">
                  <c:v>45324</c:v>
                </c:pt>
                <c:pt idx="6024">
                  <c:v>45327</c:v>
                </c:pt>
                <c:pt idx="6025">
                  <c:v>45328</c:v>
                </c:pt>
                <c:pt idx="6026">
                  <c:v>45329</c:v>
                </c:pt>
                <c:pt idx="6027">
                  <c:v>45330</c:v>
                </c:pt>
                <c:pt idx="6028">
                  <c:v>45331</c:v>
                </c:pt>
                <c:pt idx="6029">
                  <c:v>45334</c:v>
                </c:pt>
                <c:pt idx="6030">
                  <c:v>45335</c:v>
                </c:pt>
                <c:pt idx="6031">
                  <c:v>45336</c:v>
                </c:pt>
                <c:pt idx="6032">
                  <c:v>45337</c:v>
                </c:pt>
                <c:pt idx="6033">
                  <c:v>45338</c:v>
                </c:pt>
                <c:pt idx="6034">
                  <c:v>45341</c:v>
                </c:pt>
                <c:pt idx="6035">
                  <c:v>45342</c:v>
                </c:pt>
                <c:pt idx="6036">
                  <c:v>45343</c:v>
                </c:pt>
                <c:pt idx="6037">
                  <c:v>45344</c:v>
                </c:pt>
                <c:pt idx="6038">
                  <c:v>45345</c:v>
                </c:pt>
                <c:pt idx="6039">
                  <c:v>45348</c:v>
                </c:pt>
                <c:pt idx="6040">
                  <c:v>45349</c:v>
                </c:pt>
                <c:pt idx="6041">
                  <c:v>45350</c:v>
                </c:pt>
                <c:pt idx="6042">
                  <c:v>45351</c:v>
                </c:pt>
                <c:pt idx="6043">
                  <c:v>45352</c:v>
                </c:pt>
                <c:pt idx="6044">
                  <c:v>45355</c:v>
                </c:pt>
                <c:pt idx="6045">
                  <c:v>45356</c:v>
                </c:pt>
                <c:pt idx="6046">
                  <c:v>45357</c:v>
                </c:pt>
                <c:pt idx="6047">
                  <c:v>45358</c:v>
                </c:pt>
                <c:pt idx="6048">
                  <c:v>45359</c:v>
                </c:pt>
                <c:pt idx="6049">
                  <c:v>45362</c:v>
                </c:pt>
                <c:pt idx="6050">
                  <c:v>45363</c:v>
                </c:pt>
                <c:pt idx="6051">
                  <c:v>45364</c:v>
                </c:pt>
                <c:pt idx="6052">
                  <c:v>45365</c:v>
                </c:pt>
                <c:pt idx="6053">
                  <c:v>45366</c:v>
                </c:pt>
                <c:pt idx="6054">
                  <c:v>45369</c:v>
                </c:pt>
                <c:pt idx="6055">
                  <c:v>45370</c:v>
                </c:pt>
                <c:pt idx="6056">
                  <c:v>45371</c:v>
                </c:pt>
                <c:pt idx="6057">
                  <c:v>45372</c:v>
                </c:pt>
                <c:pt idx="6058">
                  <c:v>45373</c:v>
                </c:pt>
                <c:pt idx="6059">
                  <c:v>45376</c:v>
                </c:pt>
                <c:pt idx="6060">
                  <c:v>45377</c:v>
                </c:pt>
                <c:pt idx="6061">
                  <c:v>45378</c:v>
                </c:pt>
                <c:pt idx="6062">
                  <c:v>45379</c:v>
                </c:pt>
                <c:pt idx="6063">
                  <c:v>45380</c:v>
                </c:pt>
                <c:pt idx="6064">
                  <c:v>45383</c:v>
                </c:pt>
                <c:pt idx="6065">
                  <c:v>45384</c:v>
                </c:pt>
                <c:pt idx="6066">
                  <c:v>45385</c:v>
                </c:pt>
                <c:pt idx="6067">
                  <c:v>45386</c:v>
                </c:pt>
                <c:pt idx="6068">
                  <c:v>45387</c:v>
                </c:pt>
                <c:pt idx="6069">
                  <c:v>45390</c:v>
                </c:pt>
                <c:pt idx="6070">
                  <c:v>45391</c:v>
                </c:pt>
                <c:pt idx="6071">
                  <c:v>45392</c:v>
                </c:pt>
                <c:pt idx="6072">
                  <c:v>45393</c:v>
                </c:pt>
                <c:pt idx="6073">
                  <c:v>45394</c:v>
                </c:pt>
                <c:pt idx="6074">
                  <c:v>45397</c:v>
                </c:pt>
                <c:pt idx="6075">
                  <c:v>45398</c:v>
                </c:pt>
                <c:pt idx="6076">
                  <c:v>45399</c:v>
                </c:pt>
                <c:pt idx="6077">
                  <c:v>45400</c:v>
                </c:pt>
                <c:pt idx="6078">
                  <c:v>45401</c:v>
                </c:pt>
                <c:pt idx="6079">
                  <c:v>45404</c:v>
                </c:pt>
                <c:pt idx="6080">
                  <c:v>45405</c:v>
                </c:pt>
                <c:pt idx="6081">
                  <c:v>45406</c:v>
                </c:pt>
                <c:pt idx="6082">
                  <c:v>45407</c:v>
                </c:pt>
                <c:pt idx="6083">
                  <c:v>45408</c:v>
                </c:pt>
                <c:pt idx="6084">
                  <c:v>45411</c:v>
                </c:pt>
                <c:pt idx="6085">
                  <c:v>45412</c:v>
                </c:pt>
                <c:pt idx="6086">
                  <c:v>45413</c:v>
                </c:pt>
                <c:pt idx="6087">
                  <c:v>45414</c:v>
                </c:pt>
                <c:pt idx="6088">
                  <c:v>45415</c:v>
                </c:pt>
                <c:pt idx="6089">
                  <c:v>45418</c:v>
                </c:pt>
                <c:pt idx="6090">
                  <c:v>45419</c:v>
                </c:pt>
                <c:pt idx="6091">
                  <c:v>45420</c:v>
                </c:pt>
                <c:pt idx="6092">
                  <c:v>45421</c:v>
                </c:pt>
                <c:pt idx="6093">
                  <c:v>45422</c:v>
                </c:pt>
                <c:pt idx="6094">
                  <c:v>45425</c:v>
                </c:pt>
                <c:pt idx="6095">
                  <c:v>45426</c:v>
                </c:pt>
                <c:pt idx="6096">
                  <c:v>45427</c:v>
                </c:pt>
                <c:pt idx="6097">
                  <c:v>45428</c:v>
                </c:pt>
                <c:pt idx="6098">
                  <c:v>45429</c:v>
                </c:pt>
                <c:pt idx="6099">
                  <c:v>45432</c:v>
                </c:pt>
                <c:pt idx="6100">
                  <c:v>45433</c:v>
                </c:pt>
                <c:pt idx="6101">
                  <c:v>45434</c:v>
                </c:pt>
                <c:pt idx="6102">
                  <c:v>45435</c:v>
                </c:pt>
                <c:pt idx="6103">
                  <c:v>45436</c:v>
                </c:pt>
                <c:pt idx="6104">
                  <c:v>45439</c:v>
                </c:pt>
                <c:pt idx="6105">
                  <c:v>45440</c:v>
                </c:pt>
                <c:pt idx="6106">
                  <c:v>45441</c:v>
                </c:pt>
                <c:pt idx="6107">
                  <c:v>45442</c:v>
                </c:pt>
                <c:pt idx="6108">
                  <c:v>45443</c:v>
                </c:pt>
                <c:pt idx="6109">
                  <c:v>45446</c:v>
                </c:pt>
                <c:pt idx="6110">
                  <c:v>45447</c:v>
                </c:pt>
                <c:pt idx="6111">
                  <c:v>45448</c:v>
                </c:pt>
                <c:pt idx="6112">
                  <c:v>45449</c:v>
                </c:pt>
                <c:pt idx="6113">
                  <c:v>45450</c:v>
                </c:pt>
                <c:pt idx="6114">
                  <c:v>45453</c:v>
                </c:pt>
                <c:pt idx="6115">
                  <c:v>45454</c:v>
                </c:pt>
                <c:pt idx="6116">
                  <c:v>45455</c:v>
                </c:pt>
                <c:pt idx="6117">
                  <c:v>45456</c:v>
                </c:pt>
                <c:pt idx="6118">
                  <c:v>45457</c:v>
                </c:pt>
                <c:pt idx="6119">
                  <c:v>45460</c:v>
                </c:pt>
                <c:pt idx="6120">
                  <c:v>45461</c:v>
                </c:pt>
                <c:pt idx="6121">
                  <c:v>45462</c:v>
                </c:pt>
                <c:pt idx="6122">
                  <c:v>45463</c:v>
                </c:pt>
                <c:pt idx="6123">
                  <c:v>45464</c:v>
                </c:pt>
                <c:pt idx="6124">
                  <c:v>45467</c:v>
                </c:pt>
                <c:pt idx="6125">
                  <c:v>45468</c:v>
                </c:pt>
                <c:pt idx="6126">
                  <c:v>45469</c:v>
                </c:pt>
                <c:pt idx="6127">
                  <c:v>45470</c:v>
                </c:pt>
                <c:pt idx="6128">
                  <c:v>45471</c:v>
                </c:pt>
                <c:pt idx="6129">
                  <c:v>45474</c:v>
                </c:pt>
                <c:pt idx="6130">
                  <c:v>45475</c:v>
                </c:pt>
                <c:pt idx="6131">
                  <c:v>45476</c:v>
                </c:pt>
                <c:pt idx="6132">
                  <c:v>45477</c:v>
                </c:pt>
                <c:pt idx="6133">
                  <c:v>45478</c:v>
                </c:pt>
                <c:pt idx="6134">
                  <c:v>45481</c:v>
                </c:pt>
                <c:pt idx="6135">
                  <c:v>45482</c:v>
                </c:pt>
                <c:pt idx="6136">
                  <c:v>45483</c:v>
                </c:pt>
                <c:pt idx="6137">
                  <c:v>45484</c:v>
                </c:pt>
                <c:pt idx="6138">
                  <c:v>45485</c:v>
                </c:pt>
                <c:pt idx="6139">
                  <c:v>45488</c:v>
                </c:pt>
                <c:pt idx="6140">
                  <c:v>45489</c:v>
                </c:pt>
                <c:pt idx="6141">
                  <c:v>45490</c:v>
                </c:pt>
                <c:pt idx="6142">
                  <c:v>45491</c:v>
                </c:pt>
                <c:pt idx="6143">
                  <c:v>45492</c:v>
                </c:pt>
                <c:pt idx="6144">
                  <c:v>45495</c:v>
                </c:pt>
                <c:pt idx="6145">
                  <c:v>45496</c:v>
                </c:pt>
                <c:pt idx="6146">
                  <c:v>45497</c:v>
                </c:pt>
                <c:pt idx="6147">
                  <c:v>45498</c:v>
                </c:pt>
                <c:pt idx="6148">
                  <c:v>45499</c:v>
                </c:pt>
                <c:pt idx="6149">
                  <c:v>45502</c:v>
                </c:pt>
                <c:pt idx="6150">
                  <c:v>45503</c:v>
                </c:pt>
                <c:pt idx="6151">
                  <c:v>45504</c:v>
                </c:pt>
                <c:pt idx="6152">
                  <c:v>45505</c:v>
                </c:pt>
                <c:pt idx="6153">
                  <c:v>45506</c:v>
                </c:pt>
                <c:pt idx="6154">
                  <c:v>45509</c:v>
                </c:pt>
                <c:pt idx="6155">
                  <c:v>45510</c:v>
                </c:pt>
                <c:pt idx="6156">
                  <c:v>45511</c:v>
                </c:pt>
                <c:pt idx="6157">
                  <c:v>45512</c:v>
                </c:pt>
                <c:pt idx="6158">
                  <c:v>45513</c:v>
                </c:pt>
                <c:pt idx="6159">
                  <c:v>45516</c:v>
                </c:pt>
                <c:pt idx="6160">
                  <c:v>45517</c:v>
                </c:pt>
                <c:pt idx="6161">
                  <c:v>45518</c:v>
                </c:pt>
                <c:pt idx="6162">
                  <c:v>45519</c:v>
                </c:pt>
                <c:pt idx="6163">
                  <c:v>45520</c:v>
                </c:pt>
                <c:pt idx="6164">
                  <c:v>45523</c:v>
                </c:pt>
                <c:pt idx="6165">
                  <c:v>45524</c:v>
                </c:pt>
                <c:pt idx="6166">
                  <c:v>45525</c:v>
                </c:pt>
                <c:pt idx="6167">
                  <c:v>45526</c:v>
                </c:pt>
                <c:pt idx="6168">
                  <c:v>45527</c:v>
                </c:pt>
                <c:pt idx="6169">
                  <c:v>45530</c:v>
                </c:pt>
                <c:pt idx="6170">
                  <c:v>45531</c:v>
                </c:pt>
                <c:pt idx="6171">
                  <c:v>45532</c:v>
                </c:pt>
                <c:pt idx="6172">
                  <c:v>45533</c:v>
                </c:pt>
                <c:pt idx="6173">
                  <c:v>45534</c:v>
                </c:pt>
                <c:pt idx="6174">
                  <c:v>45537</c:v>
                </c:pt>
                <c:pt idx="6175">
                  <c:v>45538</c:v>
                </c:pt>
                <c:pt idx="6176">
                  <c:v>45539</c:v>
                </c:pt>
                <c:pt idx="6177">
                  <c:v>45540</c:v>
                </c:pt>
                <c:pt idx="6178">
                  <c:v>45541</c:v>
                </c:pt>
                <c:pt idx="6179">
                  <c:v>45544</c:v>
                </c:pt>
                <c:pt idx="6180">
                  <c:v>45545</c:v>
                </c:pt>
                <c:pt idx="6181">
                  <c:v>45546</c:v>
                </c:pt>
                <c:pt idx="6182">
                  <c:v>45547</c:v>
                </c:pt>
                <c:pt idx="6183">
                  <c:v>45548</c:v>
                </c:pt>
                <c:pt idx="6184">
                  <c:v>45551</c:v>
                </c:pt>
                <c:pt idx="6185">
                  <c:v>45552</c:v>
                </c:pt>
                <c:pt idx="6186">
                  <c:v>45553</c:v>
                </c:pt>
                <c:pt idx="6187">
                  <c:v>45554</c:v>
                </c:pt>
                <c:pt idx="6188">
                  <c:v>45555</c:v>
                </c:pt>
                <c:pt idx="6189">
                  <c:v>45558</c:v>
                </c:pt>
                <c:pt idx="6190">
                  <c:v>45559</c:v>
                </c:pt>
                <c:pt idx="6191">
                  <c:v>45560</c:v>
                </c:pt>
                <c:pt idx="6192">
                  <c:v>45561</c:v>
                </c:pt>
                <c:pt idx="6193">
                  <c:v>45562</c:v>
                </c:pt>
                <c:pt idx="6194">
                  <c:v>45565</c:v>
                </c:pt>
                <c:pt idx="6195">
                  <c:v>45566</c:v>
                </c:pt>
                <c:pt idx="6196">
                  <c:v>45567</c:v>
                </c:pt>
                <c:pt idx="6197">
                  <c:v>45568</c:v>
                </c:pt>
                <c:pt idx="6198">
                  <c:v>45569</c:v>
                </c:pt>
                <c:pt idx="6199">
                  <c:v>45572</c:v>
                </c:pt>
                <c:pt idx="6200">
                  <c:v>45573</c:v>
                </c:pt>
                <c:pt idx="6201">
                  <c:v>45574</c:v>
                </c:pt>
                <c:pt idx="6202">
                  <c:v>45575</c:v>
                </c:pt>
                <c:pt idx="6203">
                  <c:v>45576</c:v>
                </c:pt>
                <c:pt idx="6204">
                  <c:v>45579</c:v>
                </c:pt>
                <c:pt idx="6205">
                  <c:v>45580</c:v>
                </c:pt>
                <c:pt idx="6206">
                  <c:v>45581</c:v>
                </c:pt>
                <c:pt idx="6207">
                  <c:v>45582</c:v>
                </c:pt>
                <c:pt idx="6208">
                  <c:v>45583</c:v>
                </c:pt>
                <c:pt idx="6209">
                  <c:v>45586</c:v>
                </c:pt>
                <c:pt idx="6210">
                  <c:v>45587</c:v>
                </c:pt>
                <c:pt idx="6211">
                  <c:v>45588</c:v>
                </c:pt>
                <c:pt idx="6212">
                  <c:v>45589</c:v>
                </c:pt>
                <c:pt idx="6213">
                  <c:v>45590</c:v>
                </c:pt>
                <c:pt idx="6214">
                  <c:v>45593</c:v>
                </c:pt>
                <c:pt idx="6215">
                  <c:v>45594</c:v>
                </c:pt>
                <c:pt idx="6216">
                  <c:v>45595</c:v>
                </c:pt>
                <c:pt idx="6217">
                  <c:v>45596</c:v>
                </c:pt>
                <c:pt idx="6218">
                  <c:v>45597</c:v>
                </c:pt>
                <c:pt idx="6219">
                  <c:v>45600</c:v>
                </c:pt>
                <c:pt idx="6220">
                  <c:v>45601</c:v>
                </c:pt>
                <c:pt idx="6221">
                  <c:v>45602</c:v>
                </c:pt>
                <c:pt idx="6222">
                  <c:v>45603</c:v>
                </c:pt>
                <c:pt idx="6223">
                  <c:v>45604</c:v>
                </c:pt>
                <c:pt idx="6224">
                  <c:v>45607</c:v>
                </c:pt>
                <c:pt idx="6225">
                  <c:v>45608</c:v>
                </c:pt>
                <c:pt idx="6226">
                  <c:v>45609</c:v>
                </c:pt>
                <c:pt idx="6227">
                  <c:v>45610</c:v>
                </c:pt>
                <c:pt idx="6228">
                  <c:v>45611</c:v>
                </c:pt>
                <c:pt idx="6229">
                  <c:v>45614</c:v>
                </c:pt>
                <c:pt idx="6230">
                  <c:v>45615</c:v>
                </c:pt>
                <c:pt idx="6231">
                  <c:v>45616</c:v>
                </c:pt>
                <c:pt idx="6232">
                  <c:v>45617</c:v>
                </c:pt>
                <c:pt idx="6233">
                  <c:v>45618</c:v>
                </c:pt>
                <c:pt idx="6234">
                  <c:v>45621</c:v>
                </c:pt>
                <c:pt idx="6235">
                  <c:v>45622</c:v>
                </c:pt>
                <c:pt idx="6236">
                  <c:v>45623</c:v>
                </c:pt>
                <c:pt idx="6237">
                  <c:v>45624</c:v>
                </c:pt>
                <c:pt idx="6238">
                  <c:v>45625</c:v>
                </c:pt>
                <c:pt idx="6239">
                  <c:v>45628</c:v>
                </c:pt>
                <c:pt idx="6240">
                  <c:v>45629</c:v>
                </c:pt>
                <c:pt idx="6241">
                  <c:v>45630</c:v>
                </c:pt>
                <c:pt idx="6242">
                  <c:v>45631</c:v>
                </c:pt>
                <c:pt idx="6243">
                  <c:v>45632</c:v>
                </c:pt>
                <c:pt idx="6244">
                  <c:v>45635</c:v>
                </c:pt>
                <c:pt idx="6245">
                  <c:v>45636</c:v>
                </c:pt>
                <c:pt idx="6246">
                  <c:v>45637</c:v>
                </c:pt>
                <c:pt idx="6247">
                  <c:v>45638</c:v>
                </c:pt>
                <c:pt idx="6248">
                  <c:v>45639</c:v>
                </c:pt>
                <c:pt idx="6249">
                  <c:v>45642</c:v>
                </c:pt>
                <c:pt idx="6250">
                  <c:v>45643</c:v>
                </c:pt>
                <c:pt idx="6251">
                  <c:v>45644</c:v>
                </c:pt>
                <c:pt idx="6252">
                  <c:v>45645</c:v>
                </c:pt>
                <c:pt idx="6253">
                  <c:v>45646</c:v>
                </c:pt>
                <c:pt idx="6254">
                  <c:v>45649</c:v>
                </c:pt>
                <c:pt idx="6255">
                  <c:v>45650</c:v>
                </c:pt>
                <c:pt idx="6256">
                  <c:v>45651</c:v>
                </c:pt>
                <c:pt idx="6257">
                  <c:v>45652</c:v>
                </c:pt>
                <c:pt idx="6258">
                  <c:v>45653</c:v>
                </c:pt>
                <c:pt idx="6259">
                  <c:v>45656</c:v>
                </c:pt>
                <c:pt idx="6260">
                  <c:v>45657</c:v>
                </c:pt>
                <c:pt idx="6261">
                  <c:v>45658</c:v>
                </c:pt>
                <c:pt idx="6262">
                  <c:v>45659</c:v>
                </c:pt>
                <c:pt idx="6263">
                  <c:v>45660</c:v>
                </c:pt>
                <c:pt idx="6264">
                  <c:v>45663</c:v>
                </c:pt>
                <c:pt idx="6265">
                  <c:v>45664</c:v>
                </c:pt>
                <c:pt idx="6266">
                  <c:v>45665</c:v>
                </c:pt>
                <c:pt idx="6267">
                  <c:v>45666</c:v>
                </c:pt>
                <c:pt idx="6268">
                  <c:v>45667</c:v>
                </c:pt>
                <c:pt idx="6269">
                  <c:v>45670</c:v>
                </c:pt>
                <c:pt idx="6270">
                  <c:v>45671</c:v>
                </c:pt>
                <c:pt idx="6271">
                  <c:v>45672</c:v>
                </c:pt>
                <c:pt idx="6272">
                  <c:v>45673</c:v>
                </c:pt>
                <c:pt idx="6273">
                  <c:v>45674</c:v>
                </c:pt>
                <c:pt idx="6274">
                  <c:v>45677</c:v>
                </c:pt>
                <c:pt idx="6275">
                  <c:v>45678</c:v>
                </c:pt>
                <c:pt idx="6276">
                  <c:v>45679</c:v>
                </c:pt>
                <c:pt idx="6277">
                  <c:v>45680</c:v>
                </c:pt>
                <c:pt idx="6278">
                  <c:v>45681</c:v>
                </c:pt>
                <c:pt idx="6279">
                  <c:v>45684</c:v>
                </c:pt>
                <c:pt idx="6280">
                  <c:v>45685</c:v>
                </c:pt>
                <c:pt idx="6281">
                  <c:v>45686</c:v>
                </c:pt>
                <c:pt idx="6282">
                  <c:v>45687</c:v>
                </c:pt>
                <c:pt idx="6283">
                  <c:v>45688</c:v>
                </c:pt>
                <c:pt idx="6284">
                  <c:v>45691</c:v>
                </c:pt>
                <c:pt idx="6285">
                  <c:v>45692</c:v>
                </c:pt>
                <c:pt idx="6286">
                  <c:v>45693</c:v>
                </c:pt>
                <c:pt idx="6287">
                  <c:v>45694</c:v>
                </c:pt>
                <c:pt idx="6288">
                  <c:v>45695</c:v>
                </c:pt>
                <c:pt idx="6289">
                  <c:v>45698</c:v>
                </c:pt>
                <c:pt idx="6290">
                  <c:v>45699</c:v>
                </c:pt>
                <c:pt idx="6291">
                  <c:v>45700</c:v>
                </c:pt>
                <c:pt idx="6292">
                  <c:v>45701</c:v>
                </c:pt>
                <c:pt idx="6293">
                  <c:v>45702</c:v>
                </c:pt>
                <c:pt idx="6294">
                  <c:v>45705</c:v>
                </c:pt>
                <c:pt idx="6295">
                  <c:v>45706</c:v>
                </c:pt>
                <c:pt idx="6296">
                  <c:v>45707</c:v>
                </c:pt>
                <c:pt idx="6297">
                  <c:v>45708</c:v>
                </c:pt>
                <c:pt idx="6298">
                  <c:v>45709</c:v>
                </c:pt>
                <c:pt idx="6299">
                  <c:v>45712</c:v>
                </c:pt>
                <c:pt idx="6300">
                  <c:v>45713</c:v>
                </c:pt>
                <c:pt idx="6301">
                  <c:v>45714</c:v>
                </c:pt>
                <c:pt idx="6302">
                  <c:v>45715</c:v>
                </c:pt>
                <c:pt idx="6303">
                  <c:v>45716</c:v>
                </c:pt>
                <c:pt idx="6304">
                  <c:v>45719</c:v>
                </c:pt>
                <c:pt idx="6305">
                  <c:v>45720</c:v>
                </c:pt>
                <c:pt idx="6306">
                  <c:v>45721</c:v>
                </c:pt>
                <c:pt idx="6307">
                  <c:v>45722</c:v>
                </c:pt>
                <c:pt idx="6308">
                  <c:v>45723</c:v>
                </c:pt>
                <c:pt idx="6309">
                  <c:v>45726</c:v>
                </c:pt>
                <c:pt idx="6310">
                  <c:v>45727</c:v>
                </c:pt>
                <c:pt idx="6311">
                  <c:v>45728</c:v>
                </c:pt>
                <c:pt idx="6312">
                  <c:v>45729</c:v>
                </c:pt>
                <c:pt idx="6313">
                  <c:v>45730</c:v>
                </c:pt>
                <c:pt idx="6314">
                  <c:v>45733</c:v>
                </c:pt>
                <c:pt idx="6315">
                  <c:v>45734</c:v>
                </c:pt>
                <c:pt idx="6316">
                  <c:v>45735</c:v>
                </c:pt>
                <c:pt idx="6317">
                  <c:v>45736</c:v>
                </c:pt>
                <c:pt idx="6318">
                  <c:v>45737</c:v>
                </c:pt>
                <c:pt idx="6319">
                  <c:v>45740</c:v>
                </c:pt>
                <c:pt idx="6320">
                  <c:v>45741</c:v>
                </c:pt>
                <c:pt idx="6321">
                  <c:v>45742</c:v>
                </c:pt>
                <c:pt idx="6322">
                  <c:v>45743</c:v>
                </c:pt>
                <c:pt idx="6323">
                  <c:v>45744</c:v>
                </c:pt>
                <c:pt idx="6324">
                  <c:v>45747</c:v>
                </c:pt>
                <c:pt idx="6325">
                  <c:v>45748</c:v>
                </c:pt>
                <c:pt idx="6326">
                  <c:v>45749</c:v>
                </c:pt>
                <c:pt idx="6327">
                  <c:v>45750</c:v>
                </c:pt>
                <c:pt idx="6328">
                  <c:v>45751</c:v>
                </c:pt>
                <c:pt idx="6329">
                  <c:v>45754</c:v>
                </c:pt>
                <c:pt idx="6330">
                  <c:v>45755</c:v>
                </c:pt>
                <c:pt idx="6331">
                  <c:v>45756</c:v>
                </c:pt>
                <c:pt idx="6332">
                  <c:v>45757</c:v>
                </c:pt>
                <c:pt idx="6333">
                  <c:v>45758</c:v>
                </c:pt>
                <c:pt idx="6334">
                  <c:v>45761</c:v>
                </c:pt>
                <c:pt idx="6335">
                  <c:v>45762</c:v>
                </c:pt>
                <c:pt idx="6336">
                  <c:v>45763</c:v>
                </c:pt>
                <c:pt idx="6337">
                  <c:v>45764</c:v>
                </c:pt>
                <c:pt idx="6338">
                  <c:v>45765</c:v>
                </c:pt>
                <c:pt idx="6339">
                  <c:v>45768</c:v>
                </c:pt>
                <c:pt idx="6340">
                  <c:v>45769</c:v>
                </c:pt>
                <c:pt idx="6341">
                  <c:v>45770</c:v>
                </c:pt>
                <c:pt idx="6342">
                  <c:v>45771</c:v>
                </c:pt>
                <c:pt idx="6343">
                  <c:v>45772</c:v>
                </c:pt>
                <c:pt idx="6344">
                  <c:v>45775</c:v>
                </c:pt>
                <c:pt idx="6345">
                  <c:v>45776</c:v>
                </c:pt>
                <c:pt idx="6346">
                  <c:v>45777</c:v>
                </c:pt>
                <c:pt idx="6347">
                  <c:v>45778</c:v>
                </c:pt>
                <c:pt idx="6348">
                  <c:v>45779</c:v>
                </c:pt>
                <c:pt idx="6349">
                  <c:v>45782</c:v>
                </c:pt>
                <c:pt idx="6350">
                  <c:v>45783</c:v>
                </c:pt>
                <c:pt idx="6351">
                  <c:v>45784</c:v>
                </c:pt>
                <c:pt idx="6352">
                  <c:v>45785</c:v>
                </c:pt>
                <c:pt idx="6353">
                  <c:v>45786</c:v>
                </c:pt>
                <c:pt idx="6354">
                  <c:v>45789</c:v>
                </c:pt>
                <c:pt idx="6355">
                  <c:v>45790</c:v>
                </c:pt>
                <c:pt idx="6356">
                  <c:v>45791</c:v>
                </c:pt>
                <c:pt idx="6357">
                  <c:v>45792</c:v>
                </c:pt>
                <c:pt idx="6358">
                  <c:v>45793</c:v>
                </c:pt>
                <c:pt idx="6359">
                  <c:v>45796</c:v>
                </c:pt>
                <c:pt idx="6360">
                  <c:v>45797</c:v>
                </c:pt>
                <c:pt idx="6361">
                  <c:v>45798</c:v>
                </c:pt>
                <c:pt idx="6362">
                  <c:v>45799</c:v>
                </c:pt>
                <c:pt idx="6363">
                  <c:v>45800</c:v>
                </c:pt>
                <c:pt idx="6364">
                  <c:v>45803</c:v>
                </c:pt>
                <c:pt idx="6365">
                  <c:v>45804</c:v>
                </c:pt>
                <c:pt idx="6366">
                  <c:v>45805</c:v>
                </c:pt>
                <c:pt idx="6367">
                  <c:v>45806</c:v>
                </c:pt>
                <c:pt idx="6368">
                  <c:v>45807</c:v>
                </c:pt>
                <c:pt idx="6369">
                  <c:v>45810</c:v>
                </c:pt>
                <c:pt idx="6370">
                  <c:v>45811</c:v>
                </c:pt>
                <c:pt idx="6371">
                  <c:v>45812</c:v>
                </c:pt>
                <c:pt idx="6372">
                  <c:v>45813</c:v>
                </c:pt>
                <c:pt idx="6373">
                  <c:v>45814</c:v>
                </c:pt>
                <c:pt idx="6374">
                  <c:v>45817</c:v>
                </c:pt>
                <c:pt idx="6375">
                  <c:v>45818</c:v>
                </c:pt>
                <c:pt idx="6376">
                  <c:v>45819</c:v>
                </c:pt>
                <c:pt idx="6377">
                  <c:v>45820</c:v>
                </c:pt>
                <c:pt idx="6378">
                  <c:v>45821</c:v>
                </c:pt>
                <c:pt idx="6379">
                  <c:v>45824</c:v>
                </c:pt>
                <c:pt idx="6380">
                  <c:v>45825</c:v>
                </c:pt>
                <c:pt idx="6381">
                  <c:v>45826</c:v>
                </c:pt>
                <c:pt idx="6382">
                  <c:v>45827</c:v>
                </c:pt>
                <c:pt idx="6383">
                  <c:v>45828</c:v>
                </c:pt>
                <c:pt idx="6384">
                  <c:v>45831</c:v>
                </c:pt>
                <c:pt idx="6385">
                  <c:v>45832</c:v>
                </c:pt>
                <c:pt idx="6386">
                  <c:v>45833</c:v>
                </c:pt>
                <c:pt idx="6387">
                  <c:v>45834</c:v>
                </c:pt>
                <c:pt idx="6388">
                  <c:v>45835</c:v>
                </c:pt>
                <c:pt idx="6389">
                  <c:v>45838</c:v>
                </c:pt>
                <c:pt idx="6390">
                  <c:v>45839</c:v>
                </c:pt>
                <c:pt idx="6391">
                  <c:v>45840</c:v>
                </c:pt>
                <c:pt idx="6392">
                  <c:v>45841</c:v>
                </c:pt>
                <c:pt idx="6393">
                  <c:v>45842</c:v>
                </c:pt>
                <c:pt idx="6394">
                  <c:v>45845</c:v>
                </c:pt>
                <c:pt idx="6395">
                  <c:v>45846</c:v>
                </c:pt>
                <c:pt idx="6396">
                  <c:v>45847</c:v>
                </c:pt>
                <c:pt idx="6397">
                  <c:v>45848</c:v>
                </c:pt>
                <c:pt idx="6398">
                  <c:v>45849</c:v>
                </c:pt>
                <c:pt idx="6399">
                  <c:v>45852</c:v>
                </c:pt>
                <c:pt idx="6400">
                  <c:v>45853</c:v>
                </c:pt>
                <c:pt idx="6401">
                  <c:v>45854</c:v>
                </c:pt>
                <c:pt idx="6402">
                  <c:v>45855</c:v>
                </c:pt>
                <c:pt idx="6403">
                  <c:v>45856</c:v>
                </c:pt>
                <c:pt idx="6404">
                  <c:v>45859</c:v>
                </c:pt>
                <c:pt idx="6405">
                  <c:v>45860</c:v>
                </c:pt>
                <c:pt idx="6406">
                  <c:v>45861</c:v>
                </c:pt>
                <c:pt idx="6407">
                  <c:v>45862</c:v>
                </c:pt>
                <c:pt idx="6408">
                  <c:v>45863</c:v>
                </c:pt>
                <c:pt idx="6409">
                  <c:v>45866</c:v>
                </c:pt>
                <c:pt idx="6410">
                  <c:v>45867</c:v>
                </c:pt>
                <c:pt idx="6411">
                  <c:v>45868</c:v>
                </c:pt>
                <c:pt idx="6412">
                  <c:v>45869</c:v>
                </c:pt>
                <c:pt idx="6413">
                  <c:v>45870</c:v>
                </c:pt>
                <c:pt idx="6414">
                  <c:v>45873</c:v>
                </c:pt>
                <c:pt idx="6415">
                  <c:v>45874</c:v>
                </c:pt>
                <c:pt idx="6416">
                  <c:v>45875</c:v>
                </c:pt>
                <c:pt idx="6417">
                  <c:v>45876</c:v>
                </c:pt>
                <c:pt idx="6418">
                  <c:v>45877</c:v>
                </c:pt>
                <c:pt idx="6419">
                  <c:v>45880</c:v>
                </c:pt>
                <c:pt idx="6420">
                  <c:v>45881</c:v>
                </c:pt>
                <c:pt idx="6421">
                  <c:v>45882</c:v>
                </c:pt>
                <c:pt idx="6422">
                  <c:v>45883</c:v>
                </c:pt>
                <c:pt idx="6423">
                  <c:v>45884</c:v>
                </c:pt>
                <c:pt idx="6424">
                  <c:v>45887</c:v>
                </c:pt>
                <c:pt idx="6425">
                  <c:v>45888</c:v>
                </c:pt>
                <c:pt idx="6426">
                  <c:v>45889</c:v>
                </c:pt>
                <c:pt idx="6427">
                  <c:v>45890</c:v>
                </c:pt>
                <c:pt idx="6428">
                  <c:v>45891</c:v>
                </c:pt>
                <c:pt idx="6429">
                  <c:v>45894</c:v>
                </c:pt>
                <c:pt idx="6430">
                  <c:v>45895</c:v>
                </c:pt>
                <c:pt idx="6431">
                  <c:v>45896</c:v>
                </c:pt>
                <c:pt idx="6432">
                  <c:v>45897</c:v>
                </c:pt>
                <c:pt idx="6433">
                  <c:v>45898</c:v>
                </c:pt>
                <c:pt idx="6434">
                  <c:v>45901</c:v>
                </c:pt>
                <c:pt idx="6435">
                  <c:v>45902</c:v>
                </c:pt>
                <c:pt idx="6436">
                  <c:v>45903</c:v>
                </c:pt>
                <c:pt idx="6437">
                  <c:v>45904</c:v>
                </c:pt>
                <c:pt idx="6438">
                  <c:v>45905</c:v>
                </c:pt>
                <c:pt idx="6439">
                  <c:v>45908</c:v>
                </c:pt>
                <c:pt idx="6440">
                  <c:v>45909</c:v>
                </c:pt>
                <c:pt idx="6441">
                  <c:v>45910</c:v>
                </c:pt>
                <c:pt idx="6442">
                  <c:v>45911</c:v>
                </c:pt>
                <c:pt idx="6443">
                  <c:v>45912</c:v>
                </c:pt>
                <c:pt idx="6444">
                  <c:v>45915</c:v>
                </c:pt>
                <c:pt idx="6445">
                  <c:v>45916</c:v>
                </c:pt>
                <c:pt idx="6446">
                  <c:v>45917</c:v>
                </c:pt>
                <c:pt idx="6447">
                  <c:v>45918</c:v>
                </c:pt>
                <c:pt idx="6448">
                  <c:v>45919</c:v>
                </c:pt>
                <c:pt idx="6449">
                  <c:v>45922</c:v>
                </c:pt>
                <c:pt idx="6450">
                  <c:v>45923</c:v>
                </c:pt>
                <c:pt idx="6451">
                  <c:v>45924</c:v>
                </c:pt>
                <c:pt idx="6452">
                  <c:v>45925</c:v>
                </c:pt>
                <c:pt idx="6453">
                  <c:v>45926</c:v>
                </c:pt>
                <c:pt idx="6454">
                  <c:v>45929</c:v>
                </c:pt>
                <c:pt idx="6455">
                  <c:v>45930</c:v>
                </c:pt>
                <c:pt idx="6456">
                  <c:v>45931</c:v>
                </c:pt>
                <c:pt idx="6457">
                  <c:v>45932</c:v>
                </c:pt>
                <c:pt idx="6458">
                  <c:v>45933</c:v>
                </c:pt>
                <c:pt idx="6459">
                  <c:v>45936</c:v>
                </c:pt>
                <c:pt idx="6460">
                  <c:v>45937</c:v>
                </c:pt>
                <c:pt idx="6461">
                  <c:v>45938</c:v>
                </c:pt>
                <c:pt idx="6462">
                  <c:v>45939</c:v>
                </c:pt>
                <c:pt idx="6463">
                  <c:v>45940</c:v>
                </c:pt>
                <c:pt idx="6464">
                  <c:v>45943</c:v>
                </c:pt>
                <c:pt idx="6465">
                  <c:v>45944</c:v>
                </c:pt>
                <c:pt idx="6466">
                  <c:v>45945</c:v>
                </c:pt>
                <c:pt idx="6467">
                  <c:v>45946</c:v>
                </c:pt>
                <c:pt idx="6468">
                  <c:v>45947</c:v>
                </c:pt>
                <c:pt idx="6469">
                  <c:v>45950</c:v>
                </c:pt>
                <c:pt idx="6470">
                  <c:v>45951</c:v>
                </c:pt>
                <c:pt idx="6471">
                  <c:v>45952</c:v>
                </c:pt>
                <c:pt idx="6472">
                  <c:v>45953</c:v>
                </c:pt>
                <c:pt idx="6473">
                  <c:v>45954</c:v>
                </c:pt>
                <c:pt idx="6474">
                  <c:v>45957</c:v>
                </c:pt>
                <c:pt idx="6475">
                  <c:v>45958</c:v>
                </c:pt>
                <c:pt idx="6476">
                  <c:v>45959</c:v>
                </c:pt>
                <c:pt idx="6477">
                  <c:v>45960</c:v>
                </c:pt>
                <c:pt idx="6478">
                  <c:v>45961</c:v>
                </c:pt>
                <c:pt idx="6479">
                  <c:v>45964</c:v>
                </c:pt>
                <c:pt idx="6480">
                  <c:v>45965</c:v>
                </c:pt>
                <c:pt idx="6481">
                  <c:v>45966</c:v>
                </c:pt>
                <c:pt idx="6482">
                  <c:v>45967</c:v>
                </c:pt>
                <c:pt idx="6483">
                  <c:v>45968</c:v>
                </c:pt>
                <c:pt idx="6484">
                  <c:v>45971</c:v>
                </c:pt>
                <c:pt idx="6485">
                  <c:v>45972</c:v>
                </c:pt>
                <c:pt idx="6486">
                  <c:v>45973</c:v>
                </c:pt>
                <c:pt idx="6487">
                  <c:v>45974</c:v>
                </c:pt>
                <c:pt idx="6488">
                  <c:v>45975</c:v>
                </c:pt>
                <c:pt idx="6489">
                  <c:v>45978</c:v>
                </c:pt>
                <c:pt idx="6490">
                  <c:v>45979</c:v>
                </c:pt>
                <c:pt idx="6491">
                  <c:v>45980</c:v>
                </c:pt>
                <c:pt idx="6492">
                  <c:v>45981</c:v>
                </c:pt>
                <c:pt idx="6493">
                  <c:v>45982</c:v>
                </c:pt>
                <c:pt idx="6494">
                  <c:v>45985</c:v>
                </c:pt>
                <c:pt idx="6495">
                  <c:v>45986</c:v>
                </c:pt>
                <c:pt idx="6496">
                  <c:v>45987</c:v>
                </c:pt>
                <c:pt idx="6497">
                  <c:v>45988</c:v>
                </c:pt>
                <c:pt idx="6498">
                  <c:v>45989</c:v>
                </c:pt>
                <c:pt idx="6499">
                  <c:v>45992</c:v>
                </c:pt>
                <c:pt idx="6500">
                  <c:v>45993</c:v>
                </c:pt>
                <c:pt idx="6501">
                  <c:v>45994</c:v>
                </c:pt>
                <c:pt idx="6502">
                  <c:v>45995</c:v>
                </c:pt>
                <c:pt idx="6503">
                  <c:v>45996</c:v>
                </c:pt>
                <c:pt idx="6504">
                  <c:v>45999</c:v>
                </c:pt>
                <c:pt idx="6505">
                  <c:v>46000</c:v>
                </c:pt>
                <c:pt idx="6506">
                  <c:v>46001</c:v>
                </c:pt>
                <c:pt idx="6507">
                  <c:v>46002</c:v>
                </c:pt>
                <c:pt idx="6508">
                  <c:v>46003</c:v>
                </c:pt>
                <c:pt idx="6509">
                  <c:v>46006</c:v>
                </c:pt>
                <c:pt idx="6510">
                  <c:v>46007</c:v>
                </c:pt>
                <c:pt idx="6511">
                  <c:v>46008</c:v>
                </c:pt>
                <c:pt idx="6512">
                  <c:v>46009</c:v>
                </c:pt>
                <c:pt idx="6513">
                  <c:v>46010</c:v>
                </c:pt>
                <c:pt idx="6514">
                  <c:v>46013</c:v>
                </c:pt>
                <c:pt idx="6515">
                  <c:v>46014</c:v>
                </c:pt>
                <c:pt idx="6516">
                  <c:v>46015</c:v>
                </c:pt>
                <c:pt idx="6517">
                  <c:v>46016</c:v>
                </c:pt>
                <c:pt idx="6518">
                  <c:v>46017</c:v>
                </c:pt>
                <c:pt idx="6519">
                  <c:v>46020</c:v>
                </c:pt>
                <c:pt idx="6520">
                  <c:v>46021</c:v>
                </c:pt>
                <c:pt idx="6521">
                  <c:v>46022</c:v>
                </c:pt>
                <c:pt idx="6522">
                  <c:v>46023</c:v>
                </c:pt>
                <c:pt idx="6523">
                  <c:v>46024</c:v>
                </c:pt>
                <c:pt idx="6524">
                  <c:v>46027</c:v>
                </c:pt>
                <c:pt idx="6525">
                  <c:v>46028</c:v>
                </c:pt>
                <c:pt idx="6526">
                  <c:v>46029</c:v>
                </c:pt>
                <c:pt idx="6527">
                  <c:v>46030</c:v>
                </c:pt>
                <c:pt idx="6528">
                  <c:v>46031</c:v>
                </c:pt>
                <c:pt idx="6529">
                  <c:v>46034</c:v>
                </c:pt>
                <c:pt idx="6530">
                  <c:v>46035</c:v>
                </c:pt>
                <c:pt idx="6531">
                  <c:v>46036</c:v>
                </c:pt>
                <c:pt idx="6532">
                  <c:v>46037</c:v>
                </c:pt>
                <c:pt idx="6533">
                  <c:v>46038</c:v>
                </c:pt>
                <c:pt idx="6534">
                  <c:v>46041</c:v>
                </c:pt>
                <c:pt idx="6535">
                  <c:v>46042</c:v>
                </c:pt>
                <c:pt idx="6536">
                  <c:v>46043</c:v>
                </c:pt>
                <c:pt idx="6537">
                  <c:v>46044</c:v>
                </c:pt>
                <c:pt idx="6538">
                  <c:v>46045</c:v>
                </c:pt>
                <c:pt idx="6539">
                  <c:v>46048</c:v>
                </c:pt>
                <c:pt idx="6540">
                  <c:v>46049</c:v>
                </c:pt>
                <c:pt idx="6541">
                  <c:v>46050</c:v>
                </c:pt>
                <c:pt idx="6542">
                  <c:v>46051</c:v>
                </c:pt>
                <c:pt idx="6543">
                  <c:v>46052</c:v>
                </c:pt>
                <c:pt idx="6544">
                  <c:v>46055</c:v>
                </c:pt>
                <c:pt idx="6545">
                  <c:v>46056</c:v>
                </c:pt>
                <c:pt idx="6546">
                  <c:v>46057</c:v>
                </c:pt>
                <c:pt idx="6547">
                  <c:v>46058</c:v>
                </c:pt>
                <c:pt idx="6548">
                  <c:v>46059</c:v>
                </c:pt>
                <c:pt idx="6549">
                  <c:v>46062</c:v>
                </c:pt>
                <c:pt idx="6550">
                  <c:v>46063</c:v>
                </c:pt>
                <c:pt idx="6551">
                  <c:v>46064</c:v>
                </c:pt>
                <c:pt idx="6552">
                  <c:v>46065</c:v>
                </c:pt>
                <c:pt idx="6553">
                  <c:v>46066</c:v>
                </c:pt>
                <c:pt idx="6554">
                  <c:v>46069</c:v>
                </c:pt>
                <c:pt idx="6555">
                  <c:v>46070</c:v>
                </c:pt>
                <c:pt idx="6556">
                  <c:v>46071</c:v>
                </c:pt>
                <c:pt idx="6557">
                  <c:v>46072</c:v>
                </c:pt>
                <c:pt idx="6558">
                  <c:v>46073</c:v>
                </c:pt>
                <c:pt idx="6559">
                  <c:v>46076</c:v>
                </c:pt>
                <c:pt idx="6560">
                  <c:v>46077</c:v>
                </c:pt>
                <c:pt idx="6561">
                  <c:v>46078</c:v>
                </c:pt>
                <c:pt idx="6562">
                  <c:v>46079</c:v>
                </c:pt>
                <c:pt idx="6563">
                  <c:v>46080</c:v>
                </c:pt>
                <c:pt idx="6564">
                  <c:v>46083</c:v>
                </c:pt>
                <c:pt idx="6565">
                  <c:v>46084</c:v>
                </c:pt>
                <c:pt idx="6566">
                  <c:v>46085</c:v>
                </c:pt>
                <c:pt idx="6567">
                  <c:v>46086</c:v>
                </c:pt>
                <c:pt idx="6568">
                  <c:v>46087</c:v>
                </c:pt>
                <c:pt idx="6569">
                  <c:v>46090</c:v>
                </c:pt>
                <c:pt idx="6570">
                  <c:v>46091</c:v>
                </c:pt>
                <c:pt idx="6571">
                  <c:v>46092</c:v>
                </c:pt>
                <c:pt idx="6572">
                  <c:v>46093</c:v>
                </c:pt>
                <c:pt idx="6573">
                  <c:v>46094</c:v>
                </c:pt>
                <c:pt idx="6574">
                  <c:v>46097</c:v>
                </c:pt>
                <c:pt idx="6575">
                  <c:v>46098</c:v>
                </c:pt>
                <c:pt idx="6576">
                  <c:v>46099</c:v>
                </c:pt>
                <c:pt idx="6577">
                  <c:v>46100</c:v>
                </c:pt>
                <c:pt idx="6578">
                  <c:v>46101</c:v>
                </c:pt>
                <c:pt idx="6579">
                  <c:v>46104</c:v>
                </c:pt>
                <c:pt idx="6580">
                  <c:v>46105</c:v>
                </c:pt>
                <c:pt idx="6581">
                  <c:v>46106</c:v>
                </c:pt>
                <c:pt idx="6582">
                  <c:v>46107</c:v>
                </c:pt>
                <c:pt idx="6583">
                  <c:v>46108</c:v>
                </c:pt>
                <c:pt idx="6584">
                  <c:v>46111</c:v>
                </c:pt>
                <c:pt idx="6585">
                  <c:v>46112</c:v>
                </c:pt>
                <c:pt idx="6586">
                  <c:v>46113</c:v>
                </c:pt>
                <c:pt idx="6587">
                  <c:v>46114</c:v>
                </c:pt>
                <c:pt idx="6588">
                  <c:v>46115</c:v>
                </c:pt>
                <c:pt idx="6589">
                  <c:v>46118</c:v>
                </c:pt>
                <c:pt idx="6590">
                  <c:v>46119</c:v>
                </c:pt>
                <c:pt idx="6591">
                  <c:v>46120</c:v>
                </c:pt>
                <c:pt idx="6592">
                  <c:v>46121</c:v>
                </c:pt>
                <c:pt idx="6593">
                  <c:v>46122</c:v>
                </c:pt>
                <c:pt idx="6594">
                  <c:v>46125</c:v>
                </c:pt>
                <c:pt idx="6595">
                  <c:v>46126</c:v>
                </c:pt>
                <c:pt idx="6596">
                  <c:v>46127</c:v>
                </c:pt>
                <c:pt idx="6597">
                  <c:v>46128</c:v>
                </c:pt>
                <c:pt idx="6598">
                  <c:v>46129</c:v>
                </c:pt>
                <c:pt idx="6599">
                  <c:v>46132</c:v>
                </c:pt>
                <c:pt idx="6600">
                  <c:v>46133</c:v>
                </c:pt>
                <c:pt idx="6601">
                  <c:v>46134</c:v>
                </c:pt>
                <c:pt idx="6602">
                  <c:v>46135</c:v>
                </c:pt>
                <c:pt idx="6603">
                  <c:v>46136</c:v>
                </c:pt>
                <c:pt idx="6604">
                  <c:v>46139</c:v>
                </c:pt>
                <c:pt idx="6605">
                  <c:v>46140</c:v>
                </c:pt>
                <c:pt idx="6606">
                  <c:v>46141</c:v>
                </c:pt>
                <c:pt idx="6607">
                  <c:v>46142</c:v>
                </c:pt>
                <c:pt idx="6608">
                  <c:v>46143</c:v>
                </c:pt>
                <c:pt idx="6609">
                  <c:v>46146</c:v>
                </c:pt>
                <c:pt idx="6610">
                  <c:v>46147</c:v>
                </c:pt>
                <c:pt idx="6611">
                  <c:v>46148</c:v>
                </c:pt>
                <c:pt idx="6612">
                  <c:v>46149</c:v>
                </c:pt>
                <c:pt idx="6613">
                  <c:v>46150</c:v>
                </c:pt>
                <c:pt idx="6614">
                  <c:v>46153</c:v>
                </c:pt>
                <c:pt idx="6615">
                  <c:v>46154</c:v>
                </c:pt>
                <c:pt idx="6616">
                  <c:v>46155</c:v>
                </c:pt>
                <c:pt idx="6617">
                  <c:v>46156</c:v>
                </c:pt>
                <c:pt idx="6618">
                  <c:v>46157</c:v>
                </c:pt>
                <c:pt idx="6619">
                  <c:v>46160</c:v>
                </c:pt>
                <c:pt idx="6620">
                  <c:v>46161</c:v>
                </c:pt>
                <c:pt idx="6621">
                  <c:v>46162</c:v>
                </c:pt>
                <c:pt idx="6622">
                  <c:v>46163</c:v>
                </c:pt>
                <c:pt idx="6623">
                  <c:v>46164</c:v>
                </c:pt>
                <c:pt idx="6624">
                  <c:v>46167</c:v>
                </c:pt>
                <c:pt idx="6625">
                  <c:v>46168</c:v>
                </c:pt>
                <c:pt idx="6626">
                  <c:v>46169</c:v>
                </c:pt>
                <c:pt idx="6627">
                  <c:v>46170</c:v>
                </c:pt>
                <c:pt idx="6628">
                  <c:v>46171</c:v>
                </c:pt>
                <c:pt idx="6629">
                  <c:v>46174</c:v>
                </c:pt>
                <c:pt idx="6630">
                  <c:v>46175</c:v>
                </c:pt>
                <c:pt idx="6631">
                  <c:v>46176</c:v>
                </c:pt>
                <c:pt idx="6632">
                  <c:v>46177</c:v>
                </c:pt>
                <c:pt idx="6633">
                  <c:v>46178</c:v>
                </c:pt>
                <c:pt idx="6634">
                  <c:v>46181</c:v>
                </c:pt>
                <c:pt idx="6635">
                  <c:v>46182</c:v>
                </c:pt>
                <c:pt idx="6636">
                  <c:v>46183</c:v>
                </c:pt>
                <c:pt idx="6637">
                  <c:v>46184</c:v>
                </c:pt>
                <c:pt idx="6638">
                  <c:v>46185</c:v>
                </c:pt>
                <c:pt idx="6639">
                  <c:v>46188</c:v>
                </c:pt>
                <c:pt idx="6640">
                  <c:v>46189</c:v>
                </c:pt>
                <c:pt idx="6641">
                  <c:v>46190</c:v>
                </c:pt>
                <c:pt idx="6642">
                  <c:v>46191</c:v>
                </c:pt>
                <c:pt idx="6643">
                  <c:v>46192</c:v>
                </c:pt>
                <c:pt idx="6644">
                  <c:v>46195</c:v>
                </c:pt>
                <c:pt idx="6645">
                  <c:v>46196</c:v>
                </c:pt>
                <c:pt idx="6646">
                  <c:v>46197</c:v>
                </c:pt>
                <c:pt idx="6647">
                  <c:v>46198</c:v>
                </c:pt>
                <c:pt idx="6648">
                  <c:v>46199</c:v>
                </c:pt>
                <c:pt idx="6649">
                  <c:v>46202</c:v>
                </c:pt>
                <c:pt idx="6650">
                  <c:v>46203</c:v>
                </c:pt>
                <c:pt idx="6651">
                  <c:v>46204</c:v>
                </c:pt>
                <c:pt idx="6652">
                  <c:v>46205</c:v>
                </c:pt>
                <c:pt idx="6653">
                  <c:v>46206</c:v>
                </c:pt>
                <c:pt idx="6654">
                  <c:v>46209</c:v>
                </c:pt>
                <c:pt idx="6655">
                  <c:v>46210</c:v>
                </c:pt>
                <c:pt idx="6656">
                  <c:v>46211</c:v>
                </c:pt>
                <c:pt idx="6657">
                  <c:v>46212</c:v>
                </c:pt>
                <c:pt idx="6658">
                  <c:v>46213</c:v>
                </c:pt>
                <c:pt idx="6659">
                  <c:v>46216</c:v>
                </c:pt>
                <c:pt idx="6660">
                  <c:v>46217</c:v>
                </c:pt>
                <c:pt idx="6661">
                  <c:v>46218</c:v>
                </c:pt>
                <c:pt idx="6662">
                  <c:v>46219</c:v>
                </c:pt>
                <c:pt idx="6663">
                  <c:v>46220</c:v>
                </c:pt>
                <c:pt idx="6664">
                  <c:v>46223</c:v>
                </c:pt>
                <c:pt idx="6665">
                  <c:v>46224</c:v>
                </c:pt>
                <c:pt idx="6666">
                  <c:v>46225</c:v>
                </c:pt>
                <c:pt idx="6667">
                  <c:v>46226</c:v>
                </c:pt>
                <c:pt idx="6668">
                  <c:v>46227</c:v>
                </c:pt>
                <c:pt idx="6669">
                  <c:v>46230</c:v>
                </c:pt>
                <c:pt idx="6670">
                  <c:v>46231</c:v>
                </c:pt>
                <c:pt idx="6671">
                  <c:v>46232</c:v>
                </c:pt>
                <c:pt idx="6672">
                  <c:v>46233</c:v>
                </c:pt>
                <c:pt idx="6673">
                  <c:v>46234</c:v>
                </c:pt>
                <c:pt idx="6674">
                  <c:v>46237</c:v>
                </c:pt>
                <c:pt idx="6675">
                  <c:v>46238</c:v>
                </c:pt>
                <c:pt idx="6676">
                  <c:v>46239</c:v>
                </c:pt>
                <c:pt idx="6677">
                  <c:v>46240</c:v>
                </c:pt>
                <c:pt idx="6678">
                  <c:v>46241</c:v>
                </c:pt>
                <c:pt idx="6679">
                  <c:v>46244</c:v>
                </c:pt>
                <c:pt idx="6680">
                  <c:v>46245</c:v>
                </c:pt>
                <c:pt idx="6681">
                  <c:v>46246</c:v>
                </c:pt>
                <c:pt idx="6682">
                  <c:v>46247</c:v>
                </c:pt>
                <c:pt idx="6683">
                  <c:v>46248</c:v>
                </c:pt>
                <c:pt idx="6684">
                  <c:v>46251</c:v>
                </c:pt>
                <c:pt idx="6685">
                  <c:v>46252</c:v>
                </c:pt>
                <c:pt idx="6686">
                  <c:v>46253</c:v>
                </c:pt>
                <c:pt idx="6687">
                  <c:v>46254</c:v>
                </c:pt>
                <c:pt idx="6688">
                  <c:v>46255</c:v>
                </c:pt>
                <c:pt idx="6689">
                  <c:v>46258</c:v>
                </c:pt>
                <c:pt idx="6690">
                  <c:v>46259</c:v>
                </c:pt>
                <c:pt idx="6691">
                  <c:v>46260</c:v>
                </c:pt>
                <c:pt idx="6692">
                  <c:v>46261</c:v>
                </c:pt>
                <c:pt idx="6693">
                  <c:v>46262</c:v>
                </c:pt>
                <c:pt idx="6694">
                  <c:v>46265</c:v>
                </c:pt>
                <c:pt idx="6695">
                  <c:v>46266</c:v>
                </c:pt>
                <c:pt idx="6696">
                  <c:v>46267</c:v>
                </c:pt>
                <c:pt idx="6697">
                  <c:v>46268</c:v>
                </c:pt>
                <c:pt idx="6698">
                  <c:v>46269</c:v>
                </c:pt>
                <c:pt idx="6699">
                  <c:v>46272</c:v>
                </c:pt>
                <c:pt idx="6700">
                  <c:v>46273</c:v>
                </c:pt>
                <c:pt idx="6701">
                  <c:v>46274</c:v>
                </c:pt>
                <c:pt idx="6702">
                  <c:v>46275</c:v>
                </c:pt>
                <c:pt idx="6703">
                  <c:v>46276</c:v>
                </c:pt>
                <c:pt idx="6704">
                  <c:v>46279</c:v>
                </c:pt>
                <c:pt idx="6705">
                  <c:v>46280</c:v>
                </c:pt>
                <c:pt idx="6706">
                  <c:v>46281</c:v>
                </c:pt>
                <c:pt idx="6707">
                  <c:v>46282</c:v>
                </c:pt>
                <c:pt idx="6708">
                  <c:v>46283</c:v>
                </c:pt>
                <c:pt idx="6709">
                  <c:v>46286</c:v>
                </c:pt>
                <c:pt idx="6710">
                  <c:v>46287</c:v>
                </c:pt>
                <c:pt idx="6711">
                  <c:v>46288</c:v>
                </c:pt>
                <c:pt idx="6712">
                  <c:v>46289</c:v>
                </c:pt>
                <c:pt idx="6713">
                  <c:v>46290</c:v>
                </c:pt>
                <c:pt idx="6714">
                  <c:v>46293</c:v>
                </c:pt>
                <c:pt idx="6715">
                  <c:v>46294</c:v>
                </c:pt>
                <c:pt idx="6716">
                  <c:v>46295</c:v>
                </c:pt>
                <c:pt idx="6717">
                  <c:v>46296</c:v>
                </c:pt>
                <c:pt idx="6718">
                  <c:v>46297</c:v>
                </c:pt>
                <c:pt idx="6719">
                  <c:v>46300</c:v>
                </c:pt>
                <c:pt idx="6720">
                  <c:v>46301</c:v>
                </c:pt>
                <c:pt idx="6721">
                  <c:v>46302</c:v>
                </c:pt>
                <c:pt idx="6722">
                  <c:v>46303</c:v>
                </c:pt>
                <c:pt idx="6723">
                  <c:v>46304</c:v>
                </c:pt>
                <c:pt idx="6724">
                  <c:v>46307</c:v>
                </c:pt>
                <c:pt idx="6725">
                  <c:v>46308</c:v>
                </c:pt>
                <c:pt idx="6726">
                  <c:v>46309</c:v>
                </c:pt>
                <c:pt idx="6727">
                  <c:v>46310</c:v>
                </c:pt>
                <c:pt idx="6728">
                  <c:v>46311</c:v>
                </c:pt>
                <c:pt idx="6729">
                  <c:v>46314</c:v>
                </c:pt>
                <c:pt idx="6730">
                  <c:v>46315</c:v>
                </c:pt>
              </c:numCache>
            </c:numRef>
          </c:cat>
          <c:val>
            <c:numRef>
              <c:f>Spread_Calc!$AA$7:$AA$7000</c:f>
              <c:numCache>
                <c:formatCode>_(#,##0.00%_);\(#,##0.00%\);_("–"_)_%;_(@_)_%</c:formatCode>
                <c:ptCount val="6994"/>
                <c:pt idx="0">
                  <c:v>#N/A</c:v>
                </c:pt>
                <c:pt idx="1">
                  <c:v>#N/A</c:v>
                </c:pt>
                <c:pt idx="2">
                  <c:v>#N/A</c:v>
                </c:pt>
                <c:pt idx="3">
                  <c:v>#N/A</c:v>
                </c:pt>
                <c:pt idx="4">
                  <c:v>#N/A</c:v>
                </c:pt>
                <c:pt idx="5">
                  <c:v>#N/A</c:v>
                </c:pt>
                <c:pt idx="6">
                  <c:v>#N/A</c:v>
                </c:pt>
                <c:pt idx="7">
                  <c:v>#N/A</c:v>
                </c:pt>
                <c:pt idx="8">
                  <c:v>#N/A</c:v>
                </c:pt>
                <c:pt idx="9">
                  <c:v>#N/A</c:v>
                </c:pt>
                <c:pt idx="10">
                  <c:v>#N/A</c:v>
                </c:pt>
                <c:pt idx="11">
                  <c:v>#N/A</c:v>
                </c:pt>
                <c:pt idx="12">
                  <c:v>#N/A</c:v>
                </c:pt>
                <c:pt idx="13">
                  <c:v>#N/A</c:v>
                </c:pt>
                <c:pt idx="14">
                  <c:v>#N/A</c:v>
                </c:pt>
                <c:pt idx="15">
                  <c:v>#N/A</c:v>
                </c:pt>
                <c:pt idx="16">
                  <c:v>#N/A</c:v>
                </c:pt>
                <c:pt idx="17">
                  <c:v>#N/A</c:v>
                </c:pt>
                <c:pt idx="18">
                  <c:v>#N/A</c:v>
                </c:pt>
                <c:pt idx="19">
                  <c:v>#N/A</c:v>
                </c:pt>
                <c:pt idx="20">
                  <c:v>#N/A</c:v>
                </c:pt>
                <c:pt idx="21">
                  <c:v>#N/A</c:v>
                </c:pt>
                <c:pt idx="22">
                  <c:v>#N/A</c:v>
                </c:pt>
                <c:pt idx="23">
                  <c:v>#N/A</c:v>
                </c:pt>
                <c:pt idx="24">
                  <c:v>#N/A</c:v>
                </c:pt>
                <c:pt idx="25">
                  <c:v>#N/A</c:v>
                </c:pt>
                <c:pt idx="26">
                  <c:v>#N/A</c:v>
                </c:pt>
                <c:pt idx="27">
                  <c:v>#N/A</c:v>
                </c:pt>
                <c:pt idx="28">
                  <c:v>#N/A</c:v>
                </c:pt>
                <c:pt idx="29">
                  <c:v>#N/A</c:v>
                </c:pt>
                <c:pt idx="30">
                  <c:v>#N/A</c:v>
                </c:pt>
                <c:pt idx="31">
                  <c:v>#N/A</c:v>
                </c:pt>
                <c:pt idx="32">
                  <c:v>#N/A</c:v>
                </c:pt>
                <c:pt idx="33">
                  <c:v>#N/A</c:v>
                </c:pt>
                <c:pt idx="34">
                  <c:v>#N/A</c:v>
                </c:pt>
                <c:pt idx="35">
                  <c:v>#N/A</c:v>
                </c:pt>
                <c:pt idx="36">
                  <c:v>#N/A</c:v>
                </c:pt>
                <c:pt idx="37">
                  <c:v>#N/A</c:v>
                </c:pt>
                <c:pt idx="38">
                  <c:v>#N/A</c:v>
                </c:pt>
                <c:pt idx="39">
                  <c:v>#N/A</c:v>
                </c:pt>
                <c:pt idx="40">
                  <c:v>#N/A</c:v>
                </c:pt>
                <c:pt idx="41">
                  <c:v>#N/A</c:v>
                </c:pt>
                <c:pt idx="42">
                  <c:v>#N/A</c:v>
                </c:pt>
                <c:pt idx="43">
                  <c:v>#N/A</c:v>
                </c:pt>
                <c:pt idx="44">
                  <c:v>#N/A</c:v>
                </c:pt>
                <c:pt idx="45">
                  <c:v>#N/A</c:v>
                </c:pt>
                <c:pt idx="46">
                  <c:v>#N/A</c:v>
                </c:pt>
                <c:pt idx="47">
                  <c:v>#N/A</c:v>
                </c:pt>
                <c:pt idx="48">
                  <c:v>#N/A</c:v>
                </c:pt>
                <c:pt idx="49">
                  <c:v>#N/A</c:v>
                </c:pt>
                <c:pt idx="50">
                  <c:v>#N/A</c:v>
                </c:pt>
                <c:pt idx="51">
                  <c:v>#N/A</c:v>
                </c:pt>
                <c:pt idx="52">
                  <c:v>#N/A</c:v>
                </c:pt>
                <c:pt idx="53">
                  <c:v>#N/A</c:v>
                </c:pt>
                <c:pt idx="54">
                  <c:v>#N/A</c:v>
                </c:pt>
                <c:pt idx="55">
                  <c:v>#N/A</c:v>
                </c:pt>
                <c:pt idx="56">
                  <c:v>#N/A</c:v>
                </c:pt>
                <c:pt idx="57">
                  <c:v>#N/A</c:v>
                </c:pt>
                <c:pt idx="58">
                  <c:v>#N/A</c:v>
                </c:pt>
                <c:pt idx="59">
                  <c:v>#N/A</c:v>
                </c:pt>
                <c:pt idx="60">
                  <c:v>#N/A</c:v>
                </c:pt>
                <c:pt idx="61">
                  <c:v>#N/A</c:v>
                </c:pt>
                <c:pt idx="62">
                  <c:v>#N/A</c:v>
                </c:pt>
                <c:pt idx="63">
                  <c:v>#N/A</c:v>
                </c:pt>
                <c:pt idx="64">
                  <c:v>#N/A</c:v>
                </c:pt>
                <c:pt idx="65">
                  <c:v>#N/A</c:v>
                </c:pt>
                <c:pt idx="66">
                  <c:v>#N/A</c:v>
                </c:pt>
                <c:pt idx="67">
                  <c:v>#N/A</c:v>
                </c:pt>
                <c:pt idx="68">
                  <c:v>#N/A</c:v>
                </c:pt>
                <c:pt idx="69">
                  <c:v>#N/A</c:v>
                </c:pt>
                <c:pt idx="70">
                  <c:v>#N/A</c:v>
                </c:pt>
                <c:pt idx="71">
                  <c:v>#N/A</c:v>
                </c:pt>
                <c:pt idx="72">
                  <c:v>#N/A</c:v>
                </c:pt>
                <c:pt idx="73">
                  <c:v>#N/A</c:v>
                </c:pt>
                <c:pt idx="74">
                  <c:v>#N/A</c:v>
                </c:pt>
                <c:pt idx="75">
                  <c:v>#N/A</c:v>
                </c:pt>
                <c:pt idx="76">
                  <c:v>#N/A</c:v>
                </c:pt>
                <c:pt idx="77">
                  <c:v>#N/A</c:v>
                </c:pt>
                <c:pt idx="78">
                  <c:v>#N/A</c:v>
                </c:pt>
                <c:pt idx="79">
                  <c:v>#N/A</c:v>
                </c:pt>
                <c:pt idx="80">
                  <c:v>#N/A</c:v>
                </c:pt>
                <c:pt idx="81">
                  <c:v>#N/A</c:v>
                </c:pt>
                <c:pt idx="82">
                  <c:v>#N/A</c:v>
                </c:pt>
                <c:pt idx="83">
                  <c:v>#N/A</c:v>
                </c:pt>
                <c:pt idx="84">
                  <c:v>#N/A</c:v>
                </c:pt>
                <c:pt idx="85">
                  <c:v>#N/A</c:v>
                </c:pt>
                <c:pt idx="86">
                  <c:v>#N/A</c:v>
                </c:pt>
                <c:pt idx="87">
                  <c:v>#N/A</c:v>
                </c:pt>
                <c:pt idx="88">
                  <c:v>#N/A</c:v>
                </c:pt>
                <c:pt idx="89">
                  <c:v>#N/A</c:v>
                </c:pt>
                <c:pt idx="90">
                  <c:v>#N/A</c:v>
                </c:pt>
                <c:pt idx="91">
                  <c:v>#N/A</c:v>
                </c:pt>
                <c:pt idx="92">
                  <c:v>#N/A</c:v>
                </c:pt>
                <c:pt idx="93">
                  <c:v>#N/A</c:v>
                </c:pt>
                <c:pt idx="94">
                  <c:v>#N/A</c:v>
                </c:pt>
                <c:pt idx="95">
                  <c:v>#N/A</c:v>
                </c:pt>
                <c:pt idx="96">
                  <c:v>#N/A</c:v>
                </c:pt>
                <c:pt idx="97">
                  <c:v>#N/A</c:v>
                </c:pt>
                <c:pt idx="98">
                  <c:v>#N/A</c:v>
                </c:pt>
                <c:pt idx="99">
                  <c:v>#N/A</c:v>
                </c:pt>
                <c:pt idx="100">
                  <c:v>#N/A</c:v>
                </c:pt>
                <c:pt idx="101">
                  <c:v>#N/A</c:v>
                </c:pt>
                <c:pt idx="102">
                  <c:v>#N/A</c:v>
                </c:pt>
                <c:pt idx="103">
                  <c:v>#N/A</c:v>
                </c:pt>
                <c:pt idx="104">
                  <c:v>#N/A</c:v>
                </c:pt>
                <c:pt idx="105">
                  <c:v>#N/A</c:v>
                </c:pt>
                <c:pt idx="106">
                  <c:v>#N/A</c:v>
                </c:pt>
                <c:pt idx="107">
                  <c:v>#N/A</c:v>
                </c:pt>
                <c:pt idx="108">
                  <c:v>#N/A</c:v>
                </c:pt>
                <c:pt idx="109">
                  <c:v>#N/A</c:v>
                </c:pt>
                <c:pt idx="110">
                  <c:v>#N/A</c:v>
                </c:pt>
                <c:pt idx="111">
                  <c:v>#N/A</c:v>
                </c:pt>
                <c:pt idx="112">
                  <c:v>#N/A</c:v>
                </c:pt>
                <c:pt idx="113">
                  <c:v>#N/A</c:v>
                </c:pt>
                <c:pt idx="114">
                  <c:v>#N/A</c:v>
                </c:pt>
                <c:pt idx="115">
                  <c:v>#N/A</c:v>
                </c:pt>
                <c:pt idx="116">
                  <c:v>#N/A</c:v>
                </c:pt>
                <c:pt idx="117">
                  <c:v>#N/A</c:v>
                </c:pt>
                <c:pt idx="118">
                  <c:v>#N/A</c:v>
                </c:pt>
                <c:pt idx="119">
                  <c:v>#N/A</c:v>
                </c:pt>
                <c:pt idx="120">
                  <c:v>#N/A</c:v>
                </c:pt>
                <c:pt idx="121">
                  <c:v>#N/A</c:v>
                </c:pt>
                <c:pt idx="122">
                  <c:v>#N/A</c:v>
                </c:pt>
                <c:pt idx="123">
                  <c:v>#N/A</c:v>
                </c:pt>
                <c:pt idx="124">
                  <c:v>#N/A</c:v>
                </c:pt>
                <c:pt idx="125">
                  <c:v>#N/A</c:v>
                </c:pt>
                <c:pt idx="126">
                  <c:v>#N/A</c:v>
                </c:pt>
                <c:pt idx="127">
                  <c:v>#N/A</c:v>
                </c:pt>
                <c:pt idx="128">
                  <c:v>#N/A</c:v>
                </c:pt>
                <c:pt idx="129">
                  <c:v>#N/A</c:v>
                </c:pt>
                <c:pt idx="130">
                  <c:v>#N/A</c:v>
                </c:pt>
                <c:pt idx="131">
                  <c:v>#N/A</c:v>
                </c:pt>
                <c:pt idx="132">
                  <c:v>#N/A</c:v>
                </c:pt>
                <c:pt idx="133">
                  <c:v>#N/A</c:v>
                </c:pt>
                <c:pt idx="134">
                  <c:v>#N/A</c:v>
                </c:pt>
                <c:pt idx="135">
                  <c:v>#N/A</c:v>
                </c:pt>
                <c:pt idx="136">
                  <c:v>#N/A</c:v>
                </c:pt>
                <c:pt idx="137">
                  <c:v>#N/A</c:v>
                </c:pt>
                <c:pt idx="138">
                  <c:v>#N/A</c:v>
                </c:pt>
                <c:pt idx="139">
                  <c:v>#N/A</c:v>
                </c:pt>
                <c:pt idx="140">
                  <c:v>#N/A</c:v>
                </c:pt>
                <c:pt idx="141">
                  <c:v>#N/A</c:v>
                </c:pt>
                <c:pt idx="142">
                  <c:v>#N/A</c:v>
                </c:pt>
                <c:pt idx="143">
                  <c:v>#N/A</c:v>
                </c:pt>
                <c:pt idx="144">
                  <c:v>#N/A</c:v>
                </c:pt>
                <c:pt idx="145">
                  <c:v>#N/A</c:v>
                </c:pt>
                <c:pt idx="146">
                  <c:v>#N/A</c:v>
                </c:pt>
                <c:pt idx="147">
                  <c:v>#N/A</c:v>
                </c:pt>
                <c:pt idx="148">
                  <c:v>#N/A</c:v>
                </c:pt>
                <c:pt idx="149">
                  <c:v>#N/A</c:v>
                </c:pt>
                <c:pt idx="150">
                  <c:v>#N/A</c:v>
                </c:pt>
                <c:pt idx="151">
                  <c:v>#N/A</c:v>
                </c:pt>
                <c:pt idx="152">
                  <c:v>#N/A</c:v>
                </c:pt>
                <c:pt idx="153">
                  <c:v>#N/A</c:v>
                </c:pt>
                <c:pt idx="154">
                  <c:v>#N/A</c:v>
                </c:pt>
                <c:pt idx="155">
                  <c:v>#N/A</c:v>
                </c:pt>
                <c:pt idx="156">
                  <c:v>#N/A</c:v>
                </c:pt>
                <c:pt idx="157">
                  <c:v>#N/A</c:v>
                </c:pt>
                <c:pt idx="158">
                  <c:v>#N/A</c:v>
                </c:pt>
                <c:pt idx="159">
                  <c:v>#N/A</c:v>
                </c:pt>
                <c:pt idx="160">
                  <c:v>#N/A</c:v>
                </c:pt>
                <c:pt idx="161">
                  <c:v>#N/A</c:v>
                </c:pt>
                <c:pt idx="162">
                  <c:v>#N/A</c:v>
                </c:pt>
                <c:pt idx="163">
                  <c:v>#N/A</c:v>
                </c:pt>
                <c:pt idx="164">
                  <c:v>#N/A</c:v>
                </c:pt>
                <c:pt idx="165">
                  <c:v>#N/A</c:v>
                </c:pt>
                <c:pt idx="166">
                  <c:v>#N/A</c:v>
                </c:pt>
                <c:pt idx="167">
                  <c:v>#N/A</c:v>
                </c:pt>
                <c:pt idx="168">
                  <c:v>#N/A</c:v>
                </c:pt>
                <c:pt idx="169">
                  <c:v>#N/A</c:v>
                </c:pt>
                <c:pt idx="170">
                  <c:v>#N/A</c:v>
                </c:pt>
                <c:pt idx="171">
                  <c:v>#N/A</c:v>
                </c:pt>
                <c:pt idx="172">
                  <c:v>#N/A</c:v>
                </c:pt>
                <c:pt idx="173">
                  <c:v>#N/A</c:v>
                </c:pt>
                <c:pt idx="174">
                  <c:v>#N/A</c:v>
                </c:pt>
                <c:pt idx="175">
                  <c:v>#N/A</c:v>
                </c:pt>
                <c:pt idx="176">
                  <c:v>#N/A</c:v>
                </c:pt>
                <c:pt idx="177">
                  <c:v>#N/A</c:v>
                </c:pt>
                <c:pt idx="178">
                  <c:v>#N/A</c:v>
                </c:pt>
                <c:pt idx="179">
                  <c:v>#N/A</c:v>
                </c:pt>
                <c:pt idx="180">
                  <c:v>#N/A</c:v>
                </c:pt>
                <c:pt idx="181">
                  <c:v>#N/A</c:v>
                </c:pt>
                <c:pt idx="182">
                  <c:v>#N/A</c:v>
                </c:pt>
                <c:pt idx="183">
                  <c:v>#N/A</c:v>
                </c:pt>
                <c:pt idx="184">
                  <c:v>#N/A</c:v>
                </c:pt>
                <c:pt idx="185">
                  <c:v>#N/A</c:v>
                </c:pt>
                <c:pt idx="186">
                  <c:v>#N/A</c:v>
                </c:pt>
                <c:pt idx="187">
                  <c:v>#N/A</c:v>
                </c:pt>
                <c:pt idx="188">
                  <c:v>#N/A</c:v>
                </c:pt>
                <c:pt idx="189">
                  <c:v>#N/A</c:v>
                </c:pt>
                <c:pt idx="190">
                  <c:v>#N/A</c:v>
                </c:pt>
                <c:pt idx="191">
                  <c:v>#N/A</c:v>
                </c:pt>
                <c:pt idx="192">
                  <c:v>#N/A</c:v>
                </c:pt>
                <c:pt idx="193">
                  <c:v>#N/A</c:v>
                </c:pt>
                <c:pt idx="194">
                  <c:v>#N/A</c:v>
                </c:pt>
                <c:pt idx="195">
                  <c:v>#N/A</c:v>
                </c:pt>
                <c:pt idx="196">
                  <c:v>#N/A</c:v>
                </c:pt>
                <c:pt idx="197">
                  <c:v>#N/A</c:v>
                </c:pt>
                <c:pt idx="198">
                  <c:v>#N/A</c:v>
                </c:pt>
                <c:pt idx="199">
                  <c:v>#N/A</c:v>
                </c:pt>
                <c:pt idx="200">
                  <c:v>#N/A</c:v>
                </c:pt>
                <c:pt idx="201">
                  <c:v>#N/A</c:v>
                </c:pt>
                <c:pt idx="202">
                  <c:v>#N/A</c:v>
                </c:pt>
                <c:pt idx="203">
                  <c:v>#N/A</c:v>
                </c:pt>
                <c:pt idx="204">
                  <c:v>#N/A</c:v>
                </c:pt>
                <c:pt idx="205">
                  <c:v>#N/A</c:v>
                </c:pt>
                <c:pt idx="206">
                  <c:v>#N/A</c:v>
                </c:pt>
                <c:pt idx="207">
                  <c:v>#N/A</c:v>
                </c:pt>
                <c:pt idx="208">
                  <c:v>#N/A</c:v>
                </c:pt>
                <c:pt idx="209">
                  <c:v>#N/A</c:v>
                </c:pt>
                <c:pt idx="210">
                  <c:v>#N/A</c:v>
                </c:pt>
                <c:pt idx="211">
                  <c:v>#N/A</c:v>
                </c:pt>
                <c:pt idx="212">
                  <c:v>#N/A</c:v>
                </c:pt>
                <c:pt idx="213">
                  <c:v>#N/A</c:v>
                </c:pt>
                <c:pt idx="214">
                  <c:v>#N/A</c:v>
                </c:pt>
                <c:pt idx="215">
                  <c:v>#N/A</c:v>
                </c:pt>
                <c:pt idx="216">
                  <c:v>#N/A</c:v>
                </c:pt>
                <c:pt idx="217">
                  <c:v>#N/A</c:v>
                </c:pt>
                <c:pt idx="218">
                  <c:v>#N/A</c:v>
                </c:pt>
                <c:pt idx="219">
                  <c:v>#N/A</c:v>
                </c:pt>
                <c:pt idx="220">
                  <c:v>#N/A</c:v>
                </c:pt>
                <c:pt idx="221">
                  <c:v>#N/A</c:v>
                </c:pt>
                <c:pt idx="222">
                  <c:v>#N/A</c:v>
                </c:pt>
                <c:pt idx="223">
                  <c:v>#N/A</c:v>
                </c:pt>
                <c:pt idx="224">
                  <c:v>#N/A</c:v>
                </c:pt>
                <c:pt idx="225">
                  <c:v>#N/A</c:v>
                </c:pt>
                <c:pt idx="226">
                  <c:v>#N/A</c:v>
                </c:pt>
                <c:pt idx="227">
                  <c:v>#N/A</c:v>
                </c:pt>
                <c:pt idx="228">
                  <c:v>#N/A</c:v>
                </c:pt>
                <c:pt idx="229">
                  <c:v>#N/A</c:v>
                </c:pt>
                <c:pt idx="230">
                  <c:v>#N/A</c:v>
                </c:pt>
                <c:pt idx="231">
                  <c:v>#N/A</c:v>
                </c:pt>
                <c:pt idx="232">
                  <c:v>#N/A</c:v>
                </c:pt>
                <c:pt idx="233">
                  <c:v>#N/A</c:v>
                </c:pt>
                <c:pt idx="234">
                  <c:v>#N/A</c:v>
                </c:pt>
                <c:pt idx="235">
                  <c:v>#N/A</c:v>
                </c:pt>
                <c:pt idx="236">
                  <c:v>#N/A</c:v>
                </c:pt>
                <c:pt idx="237">
                  <c:v>#N/A</c:v>
                </c:pt>
                <c:pt idx="238">
                  <c:v>#N/A</c:v>
                </c:pt>
                <c:pt idx="239">
                  <c:v>#N/A</c:v>
                </c:pt>
                <c:pt idx="240">
                  <c:v>#N/A</c:v>
                </c:pt>
                <c:pt idx="241">
                  <c:v>#N/A</c:v>
                </c:pt>
                <c:pt idx="242">
                  <c:v>#N/A</c:v>
                </c:pt>
                <c:pt idx="243">
                  <c:v>#N/A</c:v>
                </c:pt>
                <c:pt idx="244">
                  <c:v>#N/A</c:v>
                </c:pt>
                <c:pt idx="245">
                  <c:v>#N/A</c:v>
                </c:pt>
                <c:pt idx="246">
                  <c:v>#N/A</c:v>
                </c:pt>
                <c:pt idx="247">
                  <c:v>#N/A</c:v>
                </c:pt>
                <c:pt idx="248">
                  <c:v>#N/A</c:v>
                </c:pt>
                <c:pt idx="249">
                  <c:v>#N/A</c:v>
                </c:pt>
                <c:pt idx="250">
                  <c:v>#N/A</c:v>
                </c:pt>
                <c:pt idx="251">
                  <c:v>#N/A</c:v>
                </c:pt>
                <c:pt idx="252">
                  <c:v>#N/A</c:v>
                </c:pt>
                <c:pt idx="253">
                  <c:v>#N/A</c:v>
                </c:pt>
                <c:pt idx="254">
                  <c:v>#N/A</c:v>
                </c:pt>
                <c:pt idx="255">
                  <c:v>#N/A</c:v>
                </c:pt>
                <c:pt idx="256">
                  <c:v>#N/A</c:v>
                </c:pt>
                <c:pt idx="257">
                  <c:v>#N/A</c:v>
                </c:pt>
                <c:pt idx="258">
                  <c:v>#N/A</c:v>
                </c:pt>
                <c:pt idx="259">
                  <c:v>#N/A</c:v>
                </c:pt>
                <c:pt idx="260">
                  <c:v>#N/A</c:v>
                </c:pt>
                <c:pt idx="261">
                  <c:v>#N/A</c:v>
                </c:pt>
                <c:pt idx="262">
                  <c:v>#N/A</c:v>
                </c:pt>
                <c:pt idx="263">
                  <c:v>#N/A</c:v>
                </c:pt>
                <c:pt idx="264">
                  <c:v>#N/A</c:v>
                </c:pt>
                <c:pt idx="265">
                  <c:v>#N/A</c:v>
                </c:pt>
                <c:pt idx="266">
                  <c:v>#N/A</c:v>
                </c:pt>
                <c:pt idx="267">
                  <c:v>#N/A</c:v>
                </c:pt>
                <c:pt idx="268">
                  <c:v>#N/A</c:v>
                </c:pt>
                <c:pt idx="269">
                  <c:v>#N/A</c:v>
                </c:pt>
                <c:pt idx="270">
                  <c:v>#N/A</c:v>
                </c:pt>
                <c:pt idx="271">
                  <c:v>#N/A</c:v>
                </c:pt>
                <c:pt idx="272">
                  <c:v>#N/A</c:v>
                </c:pt>
                <c:pt idx="273">
                  <c:v>#N/A</c:v>
                </c:pt>
                <c:pt idx="274">
                  <c:v>#N/A</c:v>
                </c:pt>
                <c:pt idx="275">
                  <c:v>#N/A</c:v>
                </c:pt>
                <c:pt idx="276">
                  <c:v>#N/A</c:v>
                </c:pt>
                <c:pt idx="277">
                  <c:v>#N/A</c:v>
                </c:pt>
                <c:pt idx="278">
                  <c:v>#N/A</c:v>
                </c:pt>
                <c:pt idx="279">
                  <c:v>#N/A</c:v>
                </c:pt>
                <c:pt idx="280">
                  <c:v>#N/A</c:v>
                </c:pt>
                <c:pt idx="281">
                  <c:v>#N/A</c:v>
                </c:pt>
                <c:pt idx="282">
                  <c:v>#N/A</c:v>
                </c:pt>
                <c:pt idx="283">
                  <c:v>#N/A</c:v>
                </c:pt>
                <c:pt idx="284">
                  <c:v>#N/A</c:v>
                </c:pt>
                <c:pt idx="285">
                  <c:v>#N/A</c:v>
                </c:pt>
                <c:pt idx="286">
                  <c:v>#N/A</c:v>
                </c:pt>
                <c:pt idx="287">
                  <c:v>#N/A</c:v>
                </c:pt>
                <c:pt idx="288">
                  <c:v>#N/A</c:v>
                </c:pt>
                <c:pt idx="289">
                  <c:v>#N/A</c:v>
                </c:pt>
                <c:pt idx="290">
                  <c:v>#N/A</c:v>
                </c:pt>
                <c:pt idx="291">
                  <c:v>#N/A</c:v>
                </c:pt>
                <c:pt idx="292">
                  <c:v>#N/A</c:v>
                </c:pt>
                <c:pt idx="293">
                  <c:v>#N/A</c:v>
                </c:pt>
                <c:pt idx="294">
                  <c:v>#N/A</c:v>
                </c:pt>
                <c:pt idx="295">
                  <c:v>#N/A</c:v>
                </c:pt>
                <c:pt idx="296">
                  <c:v>#N/A</c:v>
                </c:pt>
                <c:pt idx="297">
                  <c:v>#N/A</c:v>
                </c:pt>
                <c:pt idx="298">
                  <c:v>#N/A</c:v>
                </c:pt>
                <c:pt idx="299">
                  <c:v>#N/A</c:v>
                </c:pt>
                <c:pt idx="300">
                  <c:v>#N/A</c:v>
                </c:pt>
                <c:pt idx="301">
                  <c:v>#N/A</c:v>
                </c:pt>
                <c:pt idx="302">
                  <c:v>#N/A</c:v>
                </c:pt>
                <c:pt idx="303">
                  <c:v>#N/A</c:v>
                </c:pt>
                <c:pt idx="304">
                  <c:v>#N/A</c:v>
                </c:pt>
                <c:pt idx="305">
                  <c:v>#N/A</c:v>
                </c:pt>
                <c:pt idx="306">
                  <c:v>#N/A</c:v>
                </c:pt>
                <c:pt idx="307">
                  <c:v>#N/A</c:v>
                </c:pt>
                <c:pt idx="308">
                  <c:v>#N/A</c:v>
                </c:pt>
                <c:pt idx="309">
                  <c:v>#N/A</c:v>
                </c:pt>
                <c:pt idx="310">
                  <c:v>#N/A</c:v>
                </c:pt>
                <c:pt idx="311">
                  <c:v>#N/A</c:v>
                </c:pt>
                <c:pt idx="312">
                  <c:v>#N/A</c:v>
                </c:pt>
                <c:pt idx="313">
                  <c:v>#N/A</c:v>
                </c:pt>
                <c:pt idx="314">
                  <c:v>#N/A</c:v>
                </c:pt>
                <c:pt idx="315">
                  <c:v>#N/A</c:v>
                </c:pt>
                <c:pt idx="316">
                  <c:v>#N/A</c:v>
                </c:pt>
                <c:pt idx="317">
                  <c:v>#N/A</c:v>
                </c:pt>
                <c:pt idx="318">
                  <c:v>#N/A</c:v>
                </c:pt>
                <c:pt idx="319">
                  <c:v>#N/A</c:v>
                </c:pt>
                <c:pt idx="320">
                  <c:v>#N/A</c:v>
                </c:pt>
                <c:pt idx="321">
                  <c:v>#N/A</c:v>
                </c:pt>
                <c:pt idx="322">
                  <c:v>#N/A</c:v>
                </c:pt>
                <c:pt idx="323">
                  <c:v>#N/A</c:v>
                </c:pt>
                <c:pt idx="324">
                  <c:v>#N/A</c:v>
                </c:pt>
                <c:pt idx="325">
                  <c:v>#N/A</c:v>
                </c:pt>
                <c:pt idx="326">
                  <c:v>#N/A</c:v>
                </c:pt>
                <c:pt idx="327">
                  <c:v>#N/A</c:v>
                </c:pt>
                <c:pt idx="328">
                  <c:v>#N/A</c:v>
                </c:pt>
                <c:pt idx="329">
                  <c:v>#N/A</c:v>
                </c:pt>
                <c:pt idx="330">
                  <c:v>#N/A</c:v>
                </c:pt>
                <c:pt idx="331">
                  <c:v>#N/A</c:v>
                </c:pt>
                <c:pt idx="332">
                  <c:v>#N/A</c:v>
                </c:pt>
                <c:pt idx="333">
                  <c:v>#N/A</c:v>
                </c:pt>
                <c:pt idx="334">
                  <c:v>#N/A</c:v>
                </c:pt>
                <c:pt idx="335">
                  <c:v>#N/A</c:v>
                </c:pt>
                <c:pt idx="336">
                  <c:v>#N/A</c:v>
                </c:pt>
                <c:pt idx="337">
                  <c:v>#N/A</c:v>
                </c:pt>
                <c:pt idx="338">
                  <c:v>#N/A</c:v>
                </c:pt>
                <c:pt idx="339">
                  <c:v>#N/A</c:v>
                </c:pt>
                <c:pt idx="340">
                  <c:v>#N/A</c:v>
                </c:pt>
                <c:pt idx="341">
                  <c:v>#N/A</c:v>
                </c:pt>
                <c:pt idx="342">
                  <c:v>#N/A</c:v>
                </c:pt>
                <c:pt idx="343">
                  <c:v>#N/A</c:v>
                </c:pt>
                <c:pt idx="344">
                  <c:v>#N/A</c:v>
                </c:pt>
                <c:pt idx="345">
                  <c:v>#N/A</c:v>
                </c:pt>
                <c:pt idx="346">
                  <c:v>#N/A</c:v>
                </c:pt>
                <c:pt idx="347">
                  <c:v>#N/A</c:v>
                </c:pt>
                <c:pt idx="348">
                  <c:v>#N/A</c:v>
                </c:pt>
                <c:pt idx="349">
                  <c:v>#N/A</c:v>
                </c:pt>
                <c:pt idx="350">
                  <c:v>#N/A</c:v>
                </c:pt>
                <c:pt idx="351">
                  <c:v>#N/A</c:v>
                </c:pt>
                <c:pt idx="352">
                  <c:v>#N/A</c:v>
                </c:pt>
                <c:pt idx="353">
                  <c:v>#N/A</c:v>
                </c:pt>
                <c:pt idx="354">
                  <c:v>#N/A</c:v>
                </c:pt>
                <c:pt idx="355">
                  <c:v>#N/A</c:v>
                </c:pt>
                <c:pt idx="356">
                  <c:v>#N/A</c:v>
                </c:pt>
                <c:pt idx="357">
                  <c:v>#N/A</c:v>
                </c:pt>
                <c:pt idx="358">
                  <c:v>#N/A</c:v>
                </c:pt>
                <c:pt idx="359">
                  <c:v>#N/A</c:v>
                </c:pt>
                <c:pt idx="360">
                  <c:v>#N/A</c:v>
                </c:pt>
                <c:pt idx="361">
                  <c:v>#N/A</c:v>
                </c:pt>
                <c:pt idx="362">
                  <c:v>#N/A</c:v>
                </c:pt>
                <c:pt idx="363">
                  <c:v>#N/A</c:v>
                </c:pt>
                <c:pt idx="364">
                  <c:v>#N/A</c:v>
                </c:pt>
                <c:pt idx="365">
                  <c:v>#N/A</c:v>
                </c:pt>
                <c:pt idx="366">
                  <c:v>#N/A</c:v>
                </c:pt>
                <c:pt idx="367">
                  <c:v>#N/A</c:v>
                </c:pt>
                <c:pt idx="368">
                  <c:v>#N/A</c:v>
                </c:pt>
                <c:pt idx="369">
                  <c:v>#N/A</c:v>
                </c:pt>
                <c:pt idx="370">
                  <c:v>#N/A</c:v>
                </c:pt>
                <c:pt idx="371">
                  <c:v>#N/A</c:v>
                </c:pt>
                <c:pt idx="372">
                  <c:v>#N/A</c:v>
                </c:pt>
                <c:pt idx="373">
                  <c:v>#N/A</c:v>
                </c:pt>
                <c:pt idx="374">
                  <c:v>#N/A</c:v>
                </c:pt>
                <c:pt idx="375">
                  <c:v>#N/A</c:v>
                </c:pt>
                <c:pt idx="376">
                  <c:v>#N/A</c:v>
                </c:pt>
                <c:pt idx="377">
                  <c:v>#N/A</c:v>
                </c:pt>
                <c:pt idx="378">
                  <c:v>#N/A</c:v>
                </c:pt>
                <c:pt idx="379">
                  <c:v>#N/A</c:v>
                </c:pt>
                <c:pt idx="380">
                  <c:v>#N/A</c:v>
                </c:pt>
                <c:pt idx="381">
                  <c:v>#N/A</c:v>
                </c:pt>
                <c:pt idx="382">
                  <c:v>#N/A</c:v>
                </c:pt>
                <c:pt idx="383">
                  <c:v>#N/A</c:v>
                </c:pt>
                <c:pt idx="384">
                  <c:v>#N/A</c:v>
                </c:pt>
                <c:pt idx="385">
                  <c:v>#N/A</c:v>
                </c:pt>
                <c:pt idx="386">
                  <c:v>#N/A</c:v>
                </c:pt>
                <c:pt idx="387">
                  <c:v>#N/A</c:v>
                </c:pt>
                <c:pt idx="388">
                  <c:v>#N/A</c:v>
                </c:pt>
                <c:pt idx="389">
                  <c:v>#N/A</c:v>
                </c:pt>
                <c:pt idx="390">
                  <c:v>#N/A</c:v>
                </c:pt>
                <c:pt idx="391">
                  <c:v>#N/A</c:v>
                </c:pt>
                <c:pt idx="392">
                  <c:v>#N/A</c:v>
                </c:pt>
                <c:pt idx="393">
                  <c:v>#N/A</c:v>
                </c:pt>
                <c:pt idx="394">
                  <c:v>#N/A</c:v>
                </c:pt>
                <c:pt idx="395">
                  <c:v>#N/A</c:v>
                </c:pt>
                <c:pt idx="396">
                  <c:v>#N/A</c:v>
                </c:pt>
                <c:pt idx="397">
                  <c:v>#N/A</c:v>
                </c:pt>
                <c:pt idx="398">
                  <c:v>#N/A</c:v>
                </c:pt>
                <c:pt idx="399">
                  <c:v>#N/A</c:v>
                </c:pt>
                <c:pt idx="400">
                  <c:v>#N/A</c:v>
                </c:pt>
                <c:pt idx="401">
                  <c:v>#N/A</c:v>
                </c:pt>
                <c:pt idx="402">
                  <c:v>#N/A</c:v>
                </c:pt>
                <c:pt idx="403">
                  <c:v>#N/A</c:v>
                </c:pt>
                <c:pt idx="404">
                  <c:v>#N/A</c:v>
                </c:pt>
                <c:pt idx="405">
                  <c:v>#N/A</c:v>
                </c:pt>
                <c:pt idx="406">
                  <c:v>#N/A</c:v>
                </c:pt>
                <c:pt idx="407">
                  <c:v>#N/A</c:v>
                </c:pt>
                <c:pt idx="408">
                  <c:v>#N/A</c:v>
                </c:pt>
                <c:pt idx="409">
                  <c:v>#N/A</c:v>
                </c:pt>
                <c:pt idx="410">
                  <c:v>#N/A</c:v>
                </c:pt>
                <c:pt idx="411">
                  <c:v>#N/A</c:v>
                </c:pt>
                <c:pt idx="412">
                  <c:v>#N/A</c:v>
                </c:pt>
                <c:pt idx="413">
                  <c:v>#N/A</c:v>
                </c:pt>
                <c:pt idx="414">
                  <c:v>#N/A</c:v>
                </c:pt>
                <c:pt idx="415">
                  <c:v>#N/A</c:v>
                </c:pt>
                <c:pt idx="416">
                  <c:v>#N/A</c:v>
                </c:pt>
                <c:pt idx="417">
                  <c:v>#N/A</c:v>
                </c:pt>
                <c:pt idx="418">
                  <c:v>#N/A</c:v>
                </c:pt>
                <c:pt idx="419">
                  <c:v>#N/A</c:v>
                </c:pt>
                <c:pt idx="420">
                  <c:v>#N/A</c:v>
                </c:pt>
                <c:pt idx="421">
                  <c:v>#N/A</c:v>
                </c:pt>
                <c:pt idx="422">
                  <c:v>#N/A</c:v>
                </c:pt>
                <c:pt idx="423">
                  <c:v>#N/A</c:v>
                </c:pt>
                <c:pt idx="424">
                  <c:v>#N/A</c:v>
                </c:pt>
                <c:pt idx="425">
                  <c:v>#N/A</c:v>
                </c:pt>
                <c:pt idx="426">
                  <c:v>#N/A</c:v>
                </c:pt>
                <c:pt idx="427">
                  <c:v>#N/A</c:v>
                </c:pt>
                <c:pt idx="428">
                  <c:v>#N/A</c:v>
                </c:pt>
                <c:pt idx="429">
                  <c:v>#N/A</c:v>
                </c:pt>
                <c:pt idx="430">
                  <c:v>#N/A</c:v>
                </c:pt>
                <c:pt idx="431">
                  <c:v>#N/A</c:v>
                </c:pt>
                <c:pt idx="432">
                  <c:v>#N/A</c:v>
                </c:pt>
                <c:pt idx="433">
                  <c:v>#N/A</c:v>
                </c:pt>
                <c:pt idx="434">
                  <c:v>#N/A</c:v>
                </c:pt>
                <c:pt idx="435">
                  <c:v>#N/A</c:v>
                </c:pt>
                <c:pt idx="436">
                  <c:v>#N/A</c:v>
                </c:pt>
                <c:pt idx="437">
                  <c:v>#N/A</c:v>
                </c:pt>
                <c:pt idx="438">
                  <c:v>#N/A</c:v>
                </c:pt>
                <c:pt idx="439">
                  <c:v>#N/A</c:v>
                </c:pt>
                <c:pt idx="440">
                  <c:v>#N/A</c:v>
                </c:pt>
                <c:pt idx="441">
                  <c:v>#N/A</c:v>
                </c:pt>
                <c:pt idx="442">
                  <c:v>#N/A</c:v>
                </c:pt>
                <c:pt idx="443">
                  <c:v>#N/A</c:v>
                </c:pt>
                <c:pt idx="444">
                  <c:v>#N/A</c:v>
                </c:pt>
                <c:pt idx="445">
                  <c:v>#N/A</c:v>
                </c:pt>
                <c:pt idx="446">
                  <c:v>#N/A</c:v>
                </c:pt>
                <c:pt idx="447">
                  <c:v>#N/A</c:v>
                </c:pt>
                <c:pt idx="448">
                  <c:v>#N/A</c:v>
                </c:pt>
                <c:pt idx="449">
                  <c:v>#N/A</c:v>
                </c:pt>
                <c:pt idx="450">
                  <c:v>#N/A</c:v>
                </c:pt>
                <c:pt idx="451">
                  <c:v>#N/A</c:v>
                </c:pt>
                <c:pt idx="452">
                  <c:v>#N/A</c:v>
                </c:pt>
                <c:pt idx="453">
                  <c:v>#N/A</c:v>
                </c:pt>
                <c:pt idx="454">
                  <c:v>#N/A</c:v>
                </c:pt>
                <c:pt idx="455">
                  <c:v>#N/A</c:v>
                </c:pt>
                <c:pt idx="456">
                  <c:v>#N/A</c:v>
                </c:pt>
                <c:pt idx="457">
                  <c:v>#N/A</c:v>
                </c:pt>
                <c:pt idx="458">
                  <c:v>#N/A</c:v>
                </c:pt>
                <c:pt idx="459">
                  <c:v>#N/A</c:v>
                </c:pt>
                <c:pt idx="460">
                  <c:v>#N/A</c:v>
                </c:pt>
                <c:pt idx="461">
                  <c:v>#N/A</c:v>
                </c:pt>
                <c:pt idx="462">
                  <c:v>#N/A</c:v>
                </c:pt>
                <c:pt idx="463">
                  <c:v>#N/A</c:v>
                </c:pt>
                <c:pt idx="464">
                  <c:v>#N/A</c:v>
                </c:pt>
                <c:pt idx="465">
                  <c:v>#N/A</c:v>
                </c:pt>
                <c:pt idx="466">
                  <c:v>#N/A</c:v>
                </c:pt>
                <c:pt idx="467">
                  <c:v>#N/A</c:v>
                </c:pt>
                <c:pt idx="468">
                  <c:v>#N/A</c:v>
                </c:pt>
                <c:pt idx="469">
                  <c:v>#N/A</c:v>
                </c:pt>
                <c:pt idx="470">
                  <c:v>#N/A</c:v>
                </c:pt>
                <c:pt idx="471">
                  <c:v>#N/A</c:v>
                </c:pt>
                <c:pt idx="472">
                  <c:v>#N/A</c:v>
                </c:pt>
                <c:pt idx="473">
                  <c:v>#N/A</c:v>
                </c:pt>
                <c:pt idx="474">
                  <c:v>#N/A</c:v>
                </c:pt>
                <c:pt idx="475">
                  <c:v>#N/A</c:v>
                </c:pt>
                <c:pt idx="476">
                  <c:v>#N/A</c:v>
                </c:pt>
                <c:pt idx="477">
                  <c:v>#N/A</c:v>
                </c:pt>
                <c:pt idx="478">
                  <c:v>#N/A</c:v>
                </c:pt>
                <c:pt idx="479">
                  <c:v>#N/A</c:v>
                </c:pt>
                <c:pt idx="480">
                  <c:v>#N/A</c:v>
                </c:pt>
                <c:pt idx="481">
                  <c:v>#N/A</c:v>
                </c:pt>
                <c:pt idx="482">
                  <c:v>#N/A</c:v>
                </c:pt>
                <c:pt idx="483">
                  <c:v>#N/A</c:v>
                </c:pt>
                <c:pt idx="484">
                  <c:v>#N/A</c:v>
                </c:pt>
                <c:pt idx="485">
                  <c:v>#N/A</c:v>
                </c:pt>
                <c:pt idx="486">
                  <c:v>#N/A</c:v>
                </c:pt>
                <c:pt idx="487">
                  <c:v>#N/A</c:v>
                </c:pt>
                <c:pt idx="488">
                  <c:v>#N/A</c:v>
                </c:pt>
                <c:pt idx="489">
                  <c:v>#N/A</c:v>
                </c:pt>
                <c:pt idx="490">
                  <c:v>#N/A</c:v>
                </c:pt>
                <c:pt idx="491">
                  <c:v>#N/A</c:v>
                </c:pt>
                <c:pt idx="492">
                  <c:v>#N/A</c:v>
                </c:pt>
                <c:pt idx="493">
                  <c:v>#N/A</c:v>
                </c:pt>
                <c:pt idx="494">
                  <c:v>#N/A</c:v>
                </c:pt>
                <c:pt idx="495">
                  <c:v>#N/A</c:v>
                </c:pt>
                <c:pt idx="496">
                  <c:v>#N/A</c:v>
                </c:pt>
                <c:pt idx="497">
                  <c:v>#N/A</c:v>
                </c:pt>
                <c:pt idx="498">
                  <c:v>#N/A</c:v>
                </c:pt>
                <c:pt idx="499">
                  <c:v>#N/A</c:v>
                </c:pt>
                <c:pt idx="500">
                  <c:v>#N/A</c:v>
                </c:pt>
                <c:pt idx="501">
                  <c:v>#N/A</c:v>
                </c:pt>
                <c:pt idx="502">
                  <c:v>#N/A</c:v>
                </c:pt>
                <c:pt idx="503">
                  <c:v>#N/A</c:v>
                </c:pt>
                <c:pt idx="504">
                  <c:v>#N/A</c:v>
                </c:pt>
                <c:pt idx="505">
                  <c:v>#N/A</c:v>
                </c:pt>
                <c:pt idx="506">
                  <c:v>#N/A</c:v>
                </c:pt>
                <c:pt idx="507">
                  <c:v>#N/A</c:v>
                </c:pt>
                <c:pt idx="508">
                  <c:v>#N/A</c:v>
                </c:pt>
                <c:pt idx="509">
                  <c:v>#N/A</c:v>
                </c:pt>
                <c:pt idx="510">
                  <c:v>#N/A</c:v>
                </c:pt>
                <c:pt idx="511">
                  <c:v>#N/A</c:v>
                </c:pt>
                <c:pt idx="512">
                  <c:v>#N/A</c:v>
                </c:pt>
                <c:pt idx="513">
                  <c:v>#N/A</c:v>
                </c:pt>
                <c:pt idx="514">
                  <c:v>#N/A</c:v>
                </c:pt>
                <c:pt idx="515">
                  <c:v>#N/A</c:v>
                </c:pt>
                <c:pt idx="516">
                  <c:v>#N/A</c:v>
                </c:pt>
                <c:pt idx="517">
                  <c:v>#N/A</c:v>
                </c:pt>
                <c:pt idx="518">
                  <c:v>#N/A</c:v>
                </c:pt>
                <c:pt idx="519">
                  <c:v>#N/A</c:v>
                </c:pt>
                <c:pt idx="520">
                  <c:v>#N/A</c:v>
                </c:pt>
                <c:pt idx="521">
                  <c:v>#N/A</c:v>
                </c:pt>
                <c:pt idx="522">
                  <c:v>#N/A</c:v>
                </c:pt>
                <c:pt idx="523">
                  <c:v>#N/A</c:v>
                </c:pt>
                <c:pt idx="524">
                  <c:v>#N/A</c:v>
                </c:pt>
                <c:pt idx="525">
                  <c:v>#N/A</c:v>
                </c:pt>
                <c:pt idx="526">
                  <c:v>#N/A</c:v>
                </c:pt>
                <c:pt idx="527">
                  <c:v>#N/A</c:v>
                </c:pt>
                <c:pt idx="528">
                  <c:v>#N/A</c:v>
                </c:pt>
                <c:pt idx="529">
                  <c:v>#N/A</c:v>
                </c:pt>
                <c:pt idx="530">
                  <c:v>#N/A</c:v>
                </c:pt>
                <c:pt idx="531">
                  <c:v>#N/A</c:v>
                </c:pt>
                <c:pt idx="532">
                  <c:v>#N/A</c:v>
                </c:pt>
                <c:pt idx="533">
                  <c:v>#N/A</c:v>
                </c:pt>
                <c:pt idx="534">
                  <c:v>#N/A</c:v>
                </c:pt>
                <c:pt idx="535">
                  <c:v>#N/A</c:v>
                </c:pt>
                <c:pt idx="536">
                  <c:v>#N/A</c:v>
                </c:pt>
                <c:pt idx="537">
                  <c:v>#N/A</c:v>
                </c:pt>
                <c:pt idx="538">
                  <c:v>1.6250000000000001E-2</c:v>
                </c:pt>
                <c:pt idx="539">
                  <c:v>1.6250000000000001E-2</c:v>
                </c:pt>
                <c:pt idx="540">
                  <c:v>1.6500000000000001E-2</c:v>
                </c:pt>
                <c:pt idx="541">
                  <c:v>1.6250000000000001E-2</c:v>
                </c:pt>
                <c:pt idx="542">
                  <c:v>1.6250000000000001E-2</c:v>
                </c:pt>
                <c:pt idx="543">
                  <c:v>1.6E-2</c:v>
                </c:pt>
                <c:pt idx="544">
                  <c:v>1.6E-2</c:v>
                </c:pt>
                <c:pt idx="545">
                  <c:v>1.6E-2</c:v>
                </c:pt>
                <c:pt idx="546">
                  <c:v>1.585E-2</c:v>
                </c:pt>
                <c:pt idx="547">
                  <c:v>1.585E-2</c:v>
                </c:pt>
                <c:pt idx="548">
                  <c:v>1.585E-2</c:v>
                </c:pt>
                <c:pt idx="549">
                  <c:v>1.585E-2</c:v>
                </c:pt>
                <c:pt idx="550">
                  <c:v>1.5599999999999999E-2</c:v>
                </c:pt>
                <c:pt idx="551">
                  <c:v>1.5599999999999999E-2</c:v>
                </c:pt>
                <c:pt idx="552">
                  <c:v>1.5599999999999999E-2</c:v>
                </c:pt>
                <c:pt idx="553">
                  <c:v>1.5100000000000001E-2</c:v>
                </c:pt>
                <c:pt idx="554">
                  <c:v>1.5100000000000001E-2</c:v>
                </c:pt>
                <c:pt idx="555">
                  <c:v>1.5100000000000001E-2</c:v>
                </c:pt>
                <c:pt idx="556">
                  <c:v>1.5100000000000001E-2</c:v>
                </c:pt>
                <c:pt idx="557">
                  <c:v>1.4800000000000001E-2</c:v>
                </c:pt>
                <c:pt idx="558">
                  <c:v>1.47E-2</c:v>
                </c:pt>
                <c:pt idx="559">
                  <c:v>1.47E-2</c:v>
                </c:pt>
                <c:pt idx="560">
                  <c:v>1.495E-2</c:v>
                </c:pt>
                <c:pt idx="561">
                  <c:v>1.47E-2</c:v>
                </c:pt>
                <c:pt idx="562">
                  <c:v>1.47E-2</c:v>
                </c:pt>
                <c:pt idx="563">
                  <c:v>1.47E-2</c:v>
                </c:pt>
                <c:pt idx="564">
                  <c:v>1.47E-2</c:v>
                </c:pt>
                <c:pt idx="565">
                  <c:v>1.495E-2</c:v>
                </c:pt>
                <c:pt idx="566">
                  <c:v>1.495E-2</c:v>
                </c:pt>
                <c:pt idx="567">
                  <c:v>1.495E-2</c:v>
                </c:pt>
                <c:pt idx="568">
                  <c:v>1.495E-2</c:v>
                </c:pt>
                <c:pt idx="569">
                  <c:v>1.515E-2</c:v>
                </c:pt>
                <c:pt idx="570">
                  <c:v>1.5599999999999999E-2</c:v>
                </c:pt>
                <c:pt idx="571">
                  <c:v>1.6750000000000001E-2</c:v>
                </c:pt>
                <c:pt idx="572">
                  <c:v>1.6250000000000001E-2</c:v>
                </c:pt>
                <c:pt idx="573">
                  <c:v>1.6500000000000001E-2</c:v>
                </c:pt>
                <c:pt idx="574">
                  <c:v>1.6500000000000001E-2</c:v>
                </c:pt>
                <c:pt idx="575">
                  <c:v>1.6750000000000001E-2</c:v>
                </c:pt>
                <c:pt idx="576">
                  <c:v>1.6750000000000001E-2</c:v>
                </c:pt>
                <c:pt idx="577">
                  <c:v>1.6750000000000001E-2</c:v>
                </c:pt>
                <c:pt idx="578">
                  <c:v>1.575E-2</c:v>
                </c:pt>
                <c:pt idx="579">
                  <c:v>1.575E-2</c:v>
                </c:pt>
                <c:pt idx="580">
                  <c:v>1.575E-2</c:v>
                </c:pt>
                <c:pt idx="581">
                  <c:v>1.525E-2</c:v>
                </c:pt>
                <c:pt idx="582">
                  <c:v>1.4999999999999999E-2</c:v>
                </c:pt>
                <c:pt idx="583">
                  <c:v>1.4999999999999999E-2</c:v>
                </c:pt>
                <c:pt idx="584">
                  <c:v>1.525E-2</c:v>
                </c:pt>
                <c:pt idx="585">
                  <c:v>1.4749999999999999E-2</c:v>
                </c:pt>
                <c:pt idx="586">
                  <c:v>1.4E-2</c:v>
                </c:pt>
                <c:pt idx="587">
                  <c:v>1.4E-2</c:v>
                </c:pt>
                <c:pt idx="588">
                  <c:v>1.375E-2</c:v>
                </c:pt>
                <c:pt idx="589">
                  <c:v>1.325E-2</c:v>
                </c:pt>
                <c:pt idx="590">
                  <c:v>1.325E-2</c:v>
                </c:pt>
                <c:pt idx="591">
                  <c:v>1.325E-2</c:v>
                </c:pt>
                <c:pt idx="592">
                  <c:v>1.325E-2</c:v>
                </c:pt>
                <c:pt idx="593">
                  <c:v>1.325E-2</c:v>
                </c:pt>
                <c:pt idx="594">
                  <c:v>1.325E-2</c:v>
                </c:pt>
                <c:pt idx="595">
                  <c:v>1.315E-2</c:v>
                </c:pt>
                <c:pt idx="596">
                  <c:v>1.29E-2</c:v>
                </c:pt>
                <c:pt idx="597">
                  <c:v>1.315E-2</c:v>
                </c:pt>
                <c:pt idx="598">
                  <c:v>1.315E-2</c:v>
                </c:pt>
                <c:pt idx="599">
                  <c:v>1.315E-2</c:v>
                </c:pt>
                <c:pt idx="600">
                  <c:v>1.315E-2</c:v>
                </c:pt>
                <c:pt idx="601">
                  <c:v>1.315E-2</c:v>
                </c:pt>
                <c:pt idx="602">
                  <c:v>1.2749999999999999E-2</c:v>
                </c:pt>
                <c:pt idx="603">
                  <c:v>1.2749999999999999E-2</c:v>
                </c:pt>
                <c:pt idx="604">
                  <c:v>1.225E-2</c:v>
                </c:pt>
                <c:pt idx="605">
                  <c:v>1.175E-2</c:v>
                </c:pt>
                <c:pt idx="606">
                  <c:v>1.2024999999999999E-2</c:v>
                </c:pt>
                <c:pt idx="607">
                  <c:v>1.2024999999999999E-2</c:v>
                </c:pt>
                <c:pt idx="608">
                  <c:v>1.125E-2</c:v>
                </c:pt>
                <c:pt idx="609">
                  <c:v>1.175E-2</c:v>
                </c:pt>
                <c:pt idx="610">
                  <c:v>1.125E-2</c:v>
                </c:pt>
                <c:pt idx="611">
                  <c:v>1.115E-2</c:v>
                </c:pt>
                <c:pt idx="612">
                  <c:v>1.0749999999999999E-2</c:v>
                </c:pt>
                <c:pt idx="613">
                  <c:v>1.0749999999999999E-2</c:v>
                </c:pt>
                <c:pt idx="614">
                  <c:v>1.0500000000000001E-2</c:v>
                </c:pt>
                <c:pt idx="615">
                  <c:v>1.085E-2</c:v>
                </c:pt>
                <c:pt idx="616">
                  <c:v>1.01E-2</c:v>
                </c:pt>
                <c:pt idx="617">
                  <c:v>1.11E-2</c:v>
                </c:pt>
                <c:pt idx="618">
                  <c:v>1.125E-2</c:v>
                </c:pt>
                <c:pt idx="619">
                  <c:v>1.04E-2</c:v>
                </c:pt>
                <c:pt idx="620">
                  <c:v>1.065E-2</c:v>
                </c:pt>
                <c:pt idx="621">
                  <c:v>1.18E-2</c:v>
                </c:pt>
                <c:pt idx="622">
                  <c:v>1.12E-2</c:v>
                </c:pt>
                <c:pt idx="623">
                  <c:v>1.17E-2</c:v>
                </c:pt>
                <c:pt idx="624">
                  <c:v>1.17E-2</c:v>
                </c:pt>
                <c:pt idx="625">
                  <c:v>1.1650000000000001E-2</c:v>
                </c:pt>
                <c:pt idx="626">
                  <c:v>1.115E-2</c:v>
                </c:pt>
                <c:pt idx="627">
                  <c:v>1.1650000000000001E-2</c:v>
                </c:pt>
                <c:pt idx="628">
                  <c:v>1.1650000000000001E-2</c:v>
                </c:pt>
                <c:pt idx="629">
                  <c:v>1.1650000000000001E-2</c:v>
                </c:pt>
                <c:pt idx="630">
                  <c:v>1.1650000000000001E-2</c:v>
                </c:pt>
                <c:pt idx="631">
                  <c:v>1.1650000000000001E-2</c:v>
                </c:pt>
                <c:pt idx="632">
                  <c:v>1.1650000000000001E-2</c:v>
                </c:pt>
                <c:pt idx="633">
                  <c:v>1.1650000000000001E-2</c:v>
                </c:pt>
                <c:pt idx="634">
                  <c:v>1.1650000000000001E-2</c:v>
                </c:pt>
                <c:pt idx="635">
                  <c:v>1.175E-2</c:v>
                </c:pt>
                <c:pt idx="636">
                  <c:v>1.14E-2</c:v>
                </c:pt>
                <c:pt idx="637">
                  <c:v>1.1299999999999999E-2</c:v>
                </c:pt>
                <c:pt idx="638">
                  <c:v>1.115E-2</c:v>
                </c:pt>
                <c:pt idx="639">
                  <c:v>1.115E-2</c:v>
                </c:pt>
                <c:pt idx="640">
                  <c:v>1.115E-2</c:v>
                </c:pt>
                <c:pt idx="641">
                  <c:v>1.115E-2</c:v>
                </c:pt>
                <c:pt idx="642">
                  <c:v>1.1350000000000001E-2</c:v>
                </c:pt>
                <c:pt idx="643">
                  <c:v>1.1350000000000001E-2</c:v>
                </c:pt>
                <c:pt idx="644">
                  <c:v>1.1350000000000001E-2</c:v>
                </c:pt>
                <c:pt idx="645">
                  <c:v>1.15E-2</c:v>
                </c:pt>
                <c:pt idx="646">
                  <c:v>1.15E-2</c:v>
                </c:pt>
                <c:pt idx="647">
                  <c:v>1.15E-2</c:v>
                </c:pt>
                <c:pt idx="648">
                  <c:v>1.15E-2</c:v>
                </c:pt>
                <c:pt idx="649">
                  <c:v>1.15E-2</c:v>
                </c:pt>
                <c:pt idx="650">
                  <c:v>1.15E-2</c:v>
                </c:pt>
                <c:pt idx="651">
                  <c:v>1.15E-2</c:v>
                </c:pt>
                <c:pt idx="652">
                  <c:v>1.15E-2</c:v>
                </c:pt>
                <c:pt idx="653">
                  <c:v>1.15E-2</c:v>
                </c:pt>
                <c:pt idx="654">
                  <c:v>1.15E-2</c:v>
                </c:pt>
                <c:pt idx="655">
                  <c:v>1.125E-2</c:v>
                </c:pt>
                <c:pt idx="656">
                  <c:v>1.125E-2</c:v>
                </c:pt>
                <c:pt idx="657">
                  <c:v>1.125E-2</c:v>
                </c:pt>
                <c:pt idx="658">
                  <c:v>1.125E-2</c:v>
                </c:pt>
                <c:pt idx="659">
                  <c:v>1.125E-2</c:v>
                </c:pt>
                <c:pt idx="660">
                  <c:v>1.125E-2</c:v>
                </c:pt>
                <c:pt idx="661">
                  <c:v>1.125E-2</c:v>
                </c:pt>
                <c:pt idx="662">
                  <c:v>1.125E-2</c:v>
                </c:pt>
                <c:pt idx="663">
                  <c:v>1.125E-2</c:v>
                </c:pt>
                <c:pt idx="664">
                  <c:v>1.125E-2</c:v>
                </c:pt>
                <c:pt idx="665">
                  <c:v>1.125E-2</c:v>
                </c:pt>
                <c:pt idx="666">
                  <c:v>1.125E-2</c:v>
                </c:pt>
                <c:pt idx="667">
                  <c:v>1.125E-2</c:v>
                </c:pt>
                <c:pt idx="668">
                  <c:v>1.115E-2</c:v>
                </c:pt>
                <c:pt idx="669">
                  <c:v>1.115E-2</c:v>
                </c:pt>
                <c:pt idx="670">
                  <c:v>1.115E-2</c:v>
                </c:pt>
                <c:pt idx="671">
                  <c:v>1.0749999999999999E-2</c:v>
                </c:pt>
                <c:pt idx="672">
                  <c:v>1.0749999999999999E-2</c:v>
                </c:pt>
                <c:pt idx="673">
                  <c:v>1.0749999999999999E-2</c:v>
                </c:pt>
                <c:pt idx="674">
                  <c:v>1.0999999999999999E-2</c:v>
                </c:pt>
                <c:pt idx="675">
                  <c:v>1.0999999999999999E-2</c:v>
                </c:pt>
                <c:pt idx="676">
                  <c:v>1.0749999999999999E-2</c:v>
                </c:pt>
                <c:pt idx="677">
                  <c:v>1.065E-2</c:v>
                </c:pt>
                <c:pt idx="678">
                  <c:v>1.055E-2</c:v>
                </c:pt>
                <c:pt idx="679">
                  <c:v>1.0500000000000001E-2</c:v>
                </c:pt>
                <c:pt idx="680">
                  <c:v>1.0149999999999999E-2</c:v>
                </c:pt>
                <c:pt idx="681">
                  <c:v>1.005E-2</c:v>
                </c:pt>
                <c:pt idx="682">
                  <c:v>1.005E-2</c:v>
                </c:pt>
                <c:pt idx="683">
                  <c:v>1.005E-2</c:v>
                </c:pt>
                <c:pt idx="684">
                  <c:v>1.005E-2</c:v>
                </c:pt>
                <c:pt idx="685">
                  <c:v>1.0030299999999999E-2</c:v>
                </c:pt>
                <c:pt idx="686">
                  <c:v>1.0029900000000001E-2</c:v>
                </c:pt>
                <c:pt idx="687">
                  <c:v>9.5796000000000006E-3</c:v>
                </c:pt>
                <c:pt idx="688">
                  <c:v>9.5799000000000006E-3</c:v>
                </c:pt>
                <c:pt idx="689">
                  <c:v>9.5799000000000006E-3</c:v>
                </c:pt>
                <c:pt idx="690">
                  <c:v>9.5793000000000007E-3</c:v>
                </c:pt>
                <c:pt idx="691">
                  <c:v>9.5794999999999995E-3</c:v>
                </c:pt>
                <c:pt idx="692">
                  <c:v>9.58E-3</c:v>
                </c:pt>
                <c:pt idx="693">
                  <c:v>9.5797999999999994E-3</c:v>
                </c:pt>
                <c:pt idx="694">
                  <c:v>9.5797999999999994E-3</c:v>
                </c:pt>
                <c:pt idx="695">
                  <c:v>8.9294999999999999E-3</c:v>
                </c:pt>
                <c:pt idx="696">
                  <c:v>8.7305000000000004E-3</c:v>
                </c:pt>
                <c:pt idx="697">
                  <c:v>8.7311000000000003E-3</c:v>
                </c:pt>
                <c:pt idx="698">
                  <c:v>8.7322000000000007E-3</c:v>
                </c:pt>
                <c:pt idx="699">
                  <c:v>8.7320999999999996E-3</c:v>
                </c:pt>
                <c:pt idx="700">
                  <c:v>8.7323000000000001E-3</c:v>
                </c:pt>
                <c:pt idx="701">
                  <c:v>8.7329E-3</c:v>
                </c:pt>
                <c:pt idx="702">
                  <c:v>8.7325000000000007E-3</c:v>
                </c:pt>
                <c:pt idx="703">
                  <c:v>8.7329E-3</c:v>
                </c:pt>
                <c:pt idx="704">
                  <c:v>8.7332E-3</c:v>
                </c:pt>
                <c:pt idx="705">
                  <c:v>8.5836999999999997E-3</c:v>
                </c:pt>
                <c:pt idx="706">
                  <c:v>8.5339999999999999E-3</c:v>
                </c:pt>
                <c:pt idx="707">
                  <c:v>8.5339999999999999E-3</c:v>
                </c:pt>
                <c:pt idx="708">
                  <c:v>8.5337999999999994E-3</c:v>
                </c:pt>
                <c:pt idx="709">
                  <c:v>8.5336000000000006E-3</c:v>
                </c:pt>
                <c:pt idx="710">
                  <c:v>8.5337E-3</c:v>
                </c:pt>
                <c:pt idx="711">
                  <c:v>8.5339999999999999E-3</c:v>
                </c:pt>
                <c:pt idx="712">
                  <c:v>8.5340999999999993E-3</c:v>
                </c:pt>
                <c:pt idx="713">
                  <c:v>8.5340999999999993E-3</c:v>
                </c:pt>
                <c:pt idx="714">
                  <c:v>8.5342999999999999E-3</c:v>
                </c:pt>
                <c:pt idx="715">
                  <c:v>8.4849999999999995E-3</c:v>
                </c:pt>
                <c:pt idx="716">
                  <c:v>8.2848999999999996E-3</c:v>
                </c:pt>
                <c:pt idx="717">
                  <c:v>8.2845999999999996E-3</c:v>
                </c:pt>
                <c:pt idx="718">
                  <c:v>8.2834999999999992E-3</c:v>
                </c:pt>
                <c:pt idx="719">
                  <c:v>8.2837999999999992E-3</c:v>
                </c:pt>
                <c:pt idx="720">
                  <c:v>8.2833999999999998E-3</c:v>
                </c:pt>
                <c:pt idx="721">
                  <c:v>8.0346000000000011E-3</c:v>
                </c:pt>
                <c:pt idx="722">
                  <c:v>8.0343000000000012E-3</c:v>
                </c:pt>
                <c:pt idx="723">
                  <c:v>8.0346999999999988E-3</c:v>
                </c:pt>
                <c:pt idx="724">
                  <c:v>8.0346999999999988E-3</c:v>
                </c:pt>
                <c:pt idx="725">
                  <c:v>8.0342E-3</c:v>
                </c:pt>
                <c:pt idx="726">
                  <c:v>8.0337999999999989E-3</c:v>
                </c:pt>
                <c:pt idx="727">
                  <c:v>7.8831999999999999E-3</c:v>
                </c:pt>
                <c:pt idx="728">
                  <c:v>7.8835999999999993E-3</c:v>
                </c:pt>
                <c:pt idx="729">
                  <c:v>7.8835999999999993E-3</c:v>
                </c:pt>
                <c:pt idx="730">
                  <c:v>7.8837000000000004E-3</c:v>
                </c:pt>
                <c:pt idx="731">
                  <c:v>7.7837000000000002E-3</c:v>
                </c:pt>
                <c:pt idx="732">
                  <c:v>7.4850999999999997E-3</c:v>
                </c:pt>
                <c:pt idx="733">
                  <c:v>7.4855E-3</c:v>
                </c:pt>
                <c:pt idx="734">
                  <c:v>7.4852999999999994E-3</c:v>
                </c:pt>
                <c:pt idx="735">
                  <c:v>7.4846999999999995E-3</c:v>
                </c:pt>
                <c:pt idx="736">
                  <c:v>6.8373000000000001E-3</c:v>
                </c:pt>
                <c:pt idx="737">
                  <c:v>6.7869000000000002E-3</c:v>
                </c:pt>
                <c:pt idx="738">
                  <c:v>6.6376999999999999E-3</c:v>
                </c:pt>
                <c:pt idx="739">
                  <c:v>6.6375000000000002E-3</c:v>
                </c:pt>
                <c:pt idx="740">
                  <c:v>6.5380999999999998E-3</c:v>
                </c:pt>
                <c:pt idx="741">
                  <c:v>6.3381999999999996E-3</c:v>
                </c:pt>
                <c:pt idx="742">
                  <c:v>6.3378999999999996E-3</c:v>
                </c:pt>
                <c:pt idx="743">
                  <c:v>6.3378000000000002E-3</c:v>
                </c:pt>
                <c:pt idx="744">
                  <c:v>6.3376999999999999E-3</c:v>
                </c:pt>
                <c:pt idx="745">
                  <c:v>6.3376999999999999E-3</c:v>
                </c:pt>
                <c:pt idx="746">
                  <c:v>6.2380000000000005E-3</c:v>
                </c:pt>
                <c:pt idx="747">
                  <c:v>6.2385000000000001E-3</c:v>
                </c:pt>
                <c:pt idx="748">
                  <c:v>6.1390999999999998E-3</c:v>
                </c:pt>
                <c:pt idx="749">
                  <c:v>6.1393000000000003E-3</c:v>
                </c:pt>
                <c:pt idx="750">
                  <c:v>6.0095000000000001E-3</c:v>
                </c:pt>
                <c:pt idx="751">
                  <c:v>5.8761999999999998E-3</c:v>
                </c:pt>
                <c:pt idx="752">
                  <c:v>5.9430999999999998E-3</c:v>
                </c:pt>
                <c:pt idx="753">
                  <c:v>5.8764000000000004E-3</c:v>
                </c:pt>
                <c:pt idx="754">
                  <c:v>6.4597999999999999E-3</c:v>
                </c:pt>
                <c:pt idx="755">
                  <c:v>5.7267999999999998E-3</c:v>
                </c:pt>
                <c:pt idx="756">
                  <c:v>5.7267000000000004E-3</c:v>
                </c:pt>
                <c:pt idx="757">
                  <c:v>5.7267000000000004E-3</c:v>
                </c:pt>
                <c:pt idx="758">
                  <c:v>5.8398E-3</c:v>
                </c:pt>
                <c:pt idx="759">
                  <c:v>5.8398E-3</c:v>
                </c:pt>
                <c:pt idx="760">
                  <c:v>5.8398E-3</c:v>
                </c:pt>
                <c:pt idx="761">
                  <c:v>5.7263000000000001E-3</c:v>
                </c:pt>
                <c:pt idx="762">
                  <c:v>5.7895999999999998E-3</c:v>
                </c:pt>
                <c:pt idx="763">
                  <c:v>5.6935000000000006E-3</c:v>
                </c:pt>
                <c:pt idx="764">
                  <c:v>5.6933999999999995E-3</c:v>
                </c:pt>
                <c:pt idx="765">
                  <c:v>5.6931999999999998E-3</c:v>
                </c:pt>
                <c:pt idx="766">
                  <c:v>5.6933000000000001E-3</c:v>
                </c:pt>
                <c:pt idx="767">
                  <c:v>5.2902999999999995E-3</c:v>
                </c:pt>
                <c:pt idx="768">
                  <c:v>5.7903E-3</c:v>
                </c:pt>
                <c:pt idx="769">
                  <c:v>5.6935000000000006E-3</c:v>
                </c:pt>
                <c:pt idx="770">
                  <c:v>5.5268999999999995E-3</c:v>
                </c:pt>
                <c:pt idx="771">
                  <c:v>5.5268999999999995E-3</c:v>
                </c:pt>
                <c:pt idx="772">
                  <c:v>5.3601999999999999E-3</c:v>
                </c:pt>
                <c:pt idx="773">
                  <c:v>5.5404E-3</c:v>
                </c:pt>
                <c:pt idx="774">
                  <c:v>5.5404E-3</c:v>
                </c:pt>
                <c:pt idx="775">
                  <c:v>5.5401000000000001E-3</c:v>
                </c:pt>
                <c:pt idx="776">
                  <c:v>5.5401000000000001E-3</c:v>
                </c:pt>
                <c:pt idx="777">
                  <c:v>5.5401000000000001E-3</c:v>
                </c:pt>
                <c:pt idx="778">
                  <c:v>5.5401000000000001E-3</c:v>
                </c:pt>
                <c:pt idx="779">
                  <c:v>5.3600000000000002E-3</c:v>
                </c:pt>
                <c:pt idx="780">
                  <c:v>5.3600000000000002E-3</c:v>
                </c:pt>
                <c:pt idx="781">
                  <c:v>5.3600000000000002E-3</c:v>
                </c:pt>
                <c:pt idx="782">
                  <c:v>5.3600000000000002E-3</c:v>
                </c:pt>
                <c:pt idx="783">
                  <c:v>5.5396999999999998E-3</c:v>
                </c:pt>
                <c:pt idx="784">
                  <c:v>5.5398000000000001E-3</c:v>
                </c:pt>
                <c:pt idx="785">
                  <c:v>5.5401000000000001E-3</c:v>
                </c:pt>
                <c:pt idx="786">
                  <c:v>5.5402000000000003E-3</c:v>
                </c:pt>
                <c:pt idx="787">
                  <c:v>5.5399999999999998E-3</c:v>
                </c:pt>
                <c:pt idx="788">
                  <c:v>5.5399999999999998E-3</c:v>
                </c:pt>
                <c:pt idx="789">
                  <c:v>5.5399999999999998E-3</c:v>
                </c:pt>
                <c:pt idx="790">
                  <c:v>5.2420000000000001E-3</c:v>
                </c:pt>
                <c:pt idx="791">
                  <c:v>5.2420000000000001E-3</c:v>
                </c:pt>
                <c:pt idx="792">
                  <c:v>5.2420000000000001E-3</c:v>
                </c:pt>
                <c:pt idx="793">
                  <c:v>5.0613000000000003E-3</c:v>
                </c:pt>
                <c:pt idx="794">
                  <c:v>5.0613000000000003E-3</c:v>
                </c:pt>
                <c:pt idx="795">
                  <c:v>5.2442999999999995E-3</c:v>
                </c:pt>
                <c:pt idx="796">
                  <c:v>5.2444000000000006E-3</c:v>
                </c:pt>
                <c:pt idx="797">
                  <c:v>4.9944999999999998E-3</c:v>
                </c:pt>
                <c:pt idx="798">
                  <c:v>5.0628999999999995E-3</c:v>
                </c:pt>
                <c:pt idx="799">
                  <c:v>5.0628999999999995E-3</c:v>
                </c:pt>
                <c:pt idx="800">
                  <c:v>4.9943000000000001E-3</c:v>
                </c:pt>
                <c:pt idx="801">
                  <c:v>4.9940000000000002E-3</c:v>
                </c:pt>
                <c:pt idx="802">
                  <c:v>4.9940000000000002E-3</c:v>
                </c:pt>
                <c:pt idx="803">
                  <c:v>4.9940000000000002E-3</c:v>
                </c:pt>
                <c:pt idx="804">
                  <c:v>4.9940000000000002E-3</c:v>
                </c:pt>
                <c:pt idx="805">
                  <c:v>4.9941999999999999E-3</c:v>
                </c:pt>
                <c:pt idx="806">
                  <c:v>4.9941000000000004E-3</c:v>
                </c:pt>
                <c:pt idx="807">
                  <c:v>4.9940000000000002E-3</c:v>
                </c:pt>
                <c:pt idx="808">
                  <c:v>5.0961000000000001E-3</c:v>
                </c:pt>
                <c:pt idx="809">
                  <c:v>4.9941999999999999E-3</c:v>
                </c:pt>
                <c:pt idx="810">
                  <c:v>4.9941000000000004E-3</c:v>
                </c:pt>
                <c:pt idx="811">
                  <c:v>4.9943000000000001E-3</c:v>
                </c:pt>
                <c:pt idx="812">
                  <c:v>4.9943000000000001E-3</c:v>
                </c:pt>
                <c:pt idx="813">
                  <c:v>4.9943000000000001E-3</c:v>
                </c:pt>
                <c:pt idx="814">
                  <c:v>4.9943000000000001E-3</c:v>
                </c:pt>
                <c:pt idx="815">
                  <c:v>4.9944000000000004E-3</c:v>
                </c:pt>
                <c:pt idx="816">
                  <c:v>4.9943000000000001E-3</c:v>
                </c:pt>
                <c:pt idx="817">
                  <c:v>4.9944000000000004E-3</c:v>
                </c:pt>
                <c:pt idx="818">
                  <c:v>4.9944000000000004E-3</c:v>
                </c:pt>
                <c:pt idx="819">
                  <c:v>4.9943000000000001E-3</c:v>
                </c:pt>
                <c:pt idx="820">
                  <c:v>4.9943000000000001E-3</c:v>
                </c:pt>
                <c:pt idx="821">
                  <c:v>4.9944000000000004E-3</c:v>
                </c:pt>
                <c:pt idx="822">
                  <c:v>4.9943000000000001E-3</c:v>
                </c:pt>
                <c:pt idx="823">
                  <c:v>4.9944000000000004E-3</c:v>
                </c:pt>
                <c:pt idx="824">
                  <c:v>5.0962999999999998E-3</c:v>
                </c:pt>
                <c:pt idx="825">
                  <c:v>4.9943000000000001E-3</c:v>
                </c:pt>
                <c:pt idx="826">
                  <c:v>4.9941999999999999E-3</c:v>
                </c:pt>
                <c:pt idx="827">
                  <c:v>5.0962000000000004E-3</c:v>
                </c:pt>
                <c:pt idx="828">
                  <c:v>4.6446999999999999E-3</c:v>
                </c:pt>
                <c:pt idx="829">
                  <c:v>4.7448000000000004E-3</c:v>
                </c:pt>
                <c:pt idx="830">
                  <c:v>4.7298999999999996E-3</c:v>
                </c:pt>
                <c:pt idx="831">
                  <c:v>4.7448999999999998E-3</c:v>
                </c:pt>
                <c:pt idx="832">
                  <c:v>3.9950000000000003E-3</c:v>
                </c:pt>
                <c:pt idx="833">
                  <c:v>3.9949E-3</c:v>
                </c:pt>
                <c:pt idx="834">
                  <c:v>3.9947999999999997E-3</c:v>
                </c:pt>
                <c:pt idx="835">
                  <c:v>3.9950000000000003E-3</c:v>
                </c:pt>
                <c:pt idx="836">
                  <c:v>3.9949E-3</c:v>
                </c:pt>
                <c:pt idx="837">
                  <c:v>4.1631999999999997E-3</c:v>
                </c:pt>
                <c:pt idx="838">
                  <c:v>3.9947999999999997E-3</c:v>
                </c:pt>
                <c:pt idx="839">
                  <c:v>3.9949E-3</c:v>
                </c:pt>
                <c:pt idx="840">
                  <c:v>4.0633000000000006E-3</c:v>
                </c:pt>
                <c:pt idx="841">
                  <c:v>3.9949E-3</c:v>
                </c:pt>
                <c:pt idx="842">
                  <c:v>4.0965999999999997E-3</c:v>
                </c:pt>
                <c:pt idx="843">
                  <c:v>4.3939000000000001E-3</c:v>
                </c:pt>
                <c:pt idx="844">
                  <c:v>4.3631E-3</c:v>
                </c:pt>
                <c:pt idx="845">
                  <c:v>4.3631E-3</c:v>
                </c:pt>
                <c:pt idx="846">
                  <c:v>4.3947000000000005E-3</c:v>
                </c:pt>
                <c:pt idx="847">
                  <c:v>4.3945999999999994E-3</c:v>
                </c:pt>
                <c:pt idx="848">
                  <c:v>4.3627000000000006E-3</c:v>
                </c:pt>
                <c:pt idx="849">
                  <c:v>4.2959000000000001E-3</c:v>
                </c:pt>
                <c:pt idx="850">
                  <c:v>4.2293999999999995E-3</c:v>
                </c:pt>
                <c:pt idx="851">
                  <c:v>4.2293000000000001E-3</c:v>
                </c:pt>
                <c:pt idx="852">
                  <c:v>4.3939999999999995E-3</c:v>
                </c:pt>
                <c:pt idx="853">
                  <c:v>4.3939999999999995E-3</c:v>
                </c:pt>
                <c:pt idx="854">
                  <c:v>4.3939999999999995E-3</c:v>
                </c:pt>
                <c:pt idx="855">
                  <c:v>4.3939999999999995E-3</c:v>
                </c:pt>
                <c:pt idx="856">
                  <c:v>4.3936000000000001E-3</c:v>
                </c:pt>
                <c:pt idx="857">
                  <c:v>4.3934999999999998E-3</c:v>
                </c:pt>
                <c:pt idx="858">
                  <c:v>4.1622999999999999E-3</c:v>
                </c:pt>
                <c:pt idx="859">
                  <c:v>4.1624000000000001E-3</c:v>
                </c:pt>
                <c:pt idx="860">
                  <c:v>4.3936000000000001E-3</c:v>
                </c:pt>
                <c:pt idx="861">
                  <c:v>4.1621999999999996E-3</c:v>
                </c:pt>
                <c:pt idx="862">
                  <c:v>4.1622999999999999E-3</c:v>
                </c:pt>
                <c:pt idx="863">
                  <c:v>4.3933000000000002E-3</c:v>
                </c:pt>
                <c:pt idx="864">
                  <c:v>4.3931999999999999E-3</c:v>
                </c:pt>
                <c:pt idx="865">
                  <c:v>4.4289000000000004E-3</c:v>
                </c:pt>
                <c:pt idx="866">
                  <c:v>4.4954000000000001E-3</c:v>
                </c:pt>
                <c:pt idx="867">
                  <c:v>4.3930000000000002E-3</c:v>
                </c:pt>
                <c:pt idx="868">
                  <c:v>4.6621000000000006E-3</c:v>
                </c:pt>
                <c:pt idx="869">
                  <c:v>4.3930999999999996E-3</c:v>
                </c:pt>
                <c:pt idx="870">
                  <c:v>5.1944000000000001E-3</c:v>
                </c:pt>
                <c:pt idx="871">
                  <c:v>5.2610000000000001E-3</c:v>
                </c:pt>
                <c:pt idx="872">
                  <c:v>5.2906999999999997E-3</c:v>
                </c:pt>
                <c:pt idx="873">
                  <c:v>6.0261999999999998E-3</c:v>
                </c:pt>
                <c:pt idx="874">
                  <c:v>5.5393999999999999E-3</c:v>
                </c:pt>
                <c:pt idx="875">
                  <c:v>6.1929999999999997E-3</c:v>
                </c:pt>
                <c:pt idx="876">
                  <c:v>5.5395000000000002E-3</c:v>
                </c:pt>
                <c:pt idx="877">
                  <c:v>5.5393000000000005E-3</c:v>
                </c:pt>
                <c:pt idx="878">
                  <c:v>5.6930000000000001E-3</c:v>
                </c:pt>
                <c:pt idx="879">
                  <c:v>5.5396999999999998E-3</c:v>
                </c:pt>
                <c:pt idx="880">
                  <c:v>5.5396000000000004E-3</c:v>
                </c:pt>
                <c:pt idx="881">
                  <c:v>5.5268999999999995E-3</c:v>
                </c:pt>
                <c:pt idx="882">
                  <c:v>5.0412999999999994E-3</c:v>
                </c:pt>
                <c:pt idx="883">
                  <c:v>4.7919E-3</c:v>
                </c:pt>
                <c:pt idx="884">
                  <c:v>4.7919E-3</c:v>
                </c:pt>
                <c:pt idx="885">
                  <c:v>5.8411000000000001E-3</c:v>
                </c:pt>
                <c:pt idx="886">
                  <c:v>5.3609E-3</c:v>
                </c:pt>
                <c:pt idx="887">
                  <c:v>5.0417000000000005E-3</c:v>
                </c:pt>
                <c:pt idx="888">
                  <c:v>5.3609E-3</c:v>
                </c:pt>
                <c:pt idx="889">
                  <c:v>5.3609E-3</c:v>
                </c:pt>
                <c:pt idx="890">
                  <c:v>5.7412000000000001E-3</c:v>
                </c:pt>
                <c:pt idx="891">
                  <c:v>5.7412000000000001E-3</c:v>
                </c:pt>
                <c:pt idx="892">
                  <c:v>5.7412000000000001E-3</c:v>
                </c:pt>
                <c:pt idx="893">
                  <c:v>5.7412000000000001E-3</c:v>
                </c:pt>
                <c:pt idx="894">
                  <c:v>5.9911000000000001E-3</c:v>
                </c:pt>
                <c:pt idx="895">
                  <c:v>5.9909999999999998E-3</c:v>
                </c:pt>
                <c:pt idx="896">
                  <c:v>5.9908000000000001E-3</c:v>
                </c:pt>
                <c:pt idx="897">
                  <c:v>5.9908000000000001E-3</c:v>
                </c:pt>
                <c:pt idx="898">
                  <c:v>5.9908000000000001E-3</c:v>
                </c:pt>
                <c:pt idx="899">
                  <c:v>5.9905999999999996E-3</c:v>
                </c:pt>
                <c:pt idx="900">
                  <c:v>5.9911000000000001E-3</c:v>
                </c:pt>
                <c:pt idx="901">
                  <c:v>5.4908999999999999E-3</c:v>
                </c:pt>
                <c:pt idx="902">
                  <c:v>5.4908999999999999E-3</c:v>
                </c:pt>
                <c:pt idx="903">
                  <c:v>5.4908999999999999E-3</c:v>
                </c:pt>
                <c:pt idx="904">
                  <c:v>5.241E-3</c:v>
                </c:pt>
                <c:pt idx="905">
                  <c:v>5.241E-3</c:v>
                </c:pt>
                <c:pt idx="906">
                  <c:v>5.2408999999999997E-3</c:v>
                </c:pt>
                <c:pt idx="907">
                  <c:v>5.2408999999999997E-3</c:v>
                </c:pt>
                <c:pt idx="908">
                  <c:v>5.2411000000000003E-3</c:v>
                </c:pt>
                <c:pt idx="909">
                  <c:v>5.2408000000000003E-3</c:v>
                </c:pt>
                <c:pt idx="910">
                  <c:v>5.2408999999999997E-3</c:v>
                </c:pt>
                <c:pt idx="911">
                  <c:v>4.9918999999999996E-3</c:v>
                </c:pt>
                <c:pt idx="912">
                  <c:v>4.9919999999999999E-3</c:v>
                </c:pt>
                <c:pt idx="913">
                  <c:v>4.9922999999999999E-3</c:v>
                </c:pt>
                <c:pt idx="914">
                  <c:v>4.9922999999999999E-3</c:v>
                </c:pt>
                <c:pt idx="915">
                  <c:v>4.9921999999999996E-3</c:v>
                </c:pt>
                <c:pt idx="916">
                  <c:v>4.9921999999999996E-3</c:v>
                </c:pt>
                <c:pt idx="917">
                  <c:v>4.9921999999999996E-3</c:v>
                </c:pt>
                <c:pt idx="918">
                  <c:v>4.9921999999999996E-3</c:v>
                </c:pt>
                <c:pt idx="919">
                  <c:v>4.9921999999999996E-3</c:v>
                </c:pt>
                <c:pt idx="920">
                  <c:v>4.9921999999999996E-3</c:v>
                </c:pt>
                <c:pt idx="921">
                  <c:v>4.5921E-3</c:v>
                </c:pt>
                <c:pt idx="922">
                  <c:v>4.5921E-3</c:v>
                </c:pt>
                <c:pt idx="923">
                  <c:v>4.5924E-3</c:v>
                </c:pt>
                <c:pt idx="924">
                  <c:v>4.5923000000000005E-3</c:v>
                </c:pt>
                <c:pt idx="925">
                  <c:v>4.5921E-3</c:v>
                </c:pt>
                <c:pt idx="926">
                  <c:v>4.5920000000000006E-3</c:v>
                </c:pt>
                <c:pt idx="927">
                  <c:v>4.5947000000000002E-3</c:v>
                </c:pt>
                <c:pt idx="928">
                  <c:v>4.5921E-3</c:v>
                </c:pt>
                <c:pt idx="929">
                  <c:v>4.5945999999999999E-3</c:v>
                </c:pt>
                <c:pt idx="930">
                  <c:v>4.5945999999999999E-3</c:v>
                </c:pt>
                <c:pt idx="931">
                  <c:v>4.5918E-3</c:v>
                </c:pt>
                <c:pt idx="932">
                  <c:v>4.6334000000000002E-3</c:v>
                </c:pt>
                <c:pt idx="933">
                  <c:v>4.5947000000000002E-3</c:v>
                </c:pt>
                <c:pt idx="934">
                  <c:v>4.6335000000000005E-3</c:v>
                </c:pt>
                <c:pt idx="935">
                  <c:v>4.5948000000000004E-3</c:v>
                </c:pt>
                <c:pt idx="936">
                  <c:v>4.5948000000000004E-3</c:v>
                </c:pt>
                <c:pt idx="937">
                  <c:v>4.6448000000000001E-3</c:v>
                </c:pt>
                <c:pt idx="938">
                  <c:v>4.5926999999999999E-3</c:v>
                </c:pt>
                <c:pt idx="939">
                  <c:v>4.5926000000000005E-3</c:v>
                </c:pt>
                <c:pt idx="940">
                  <c:v>4.6451000000000001E-3</c:v>
                </c:pt>
                <c:pt idx="941">
                  <c:v>4.5338999999999996E-3</c:v>
                </c:pt>
                <c:pt idx="942">
                  <c:v>4.4618999999999995E-3</c:v>
                </c:pt>
                <c:pt idx="943">
                  <c:v>4.5786000000000004E-3</c:v>
                </c:pt>
                <c:pt idx="944">
                  <c:v>4.4929000000000002E-3</c:v>
                </c:pt>
                <c:pt idx="945">
                  <c:v>4.5786999999999998E-3</c:v>
                </c:pt>
                <c:pt idx="946">
                  <c:v>4.4929999999999996E-3</c:v>
                </c:pt>
                <c:pt idx="947">
                  <c:v>4.4929999999999996E-3</c:v>
                </c:pt>
                <c:pt idx="948">
                  <c:v>4.4929999999999996E-3</c:v>
                </c:pt>
                <c:pt idx="949">
                  <c:v>4.5833000000000002E-3</c:v>
                </c:pt>
                <c:pt idx="950">
                  <c:v>4.5833000000000002E-3</c:v>
                </c:pt>
                <c:pt idx="951">
                  <c:v>4.0000000000000001E-3</c:v>
                </c:pt>
                <c:pt idx="952">
                  <c:v>4.0000000000000001E-3</c:v>
                </c:pt>
                <c:pt idx="953">
                  <c:v>4.2249999999999996E-3</c:v>
                </c:pt>
                <c:pt idx="954">
                  <c:v>4.2249999999999996E-3</c:v>
                </c:pt>
                <c:pt idx="955">
                  <c:v>4.2249999999999996E-3</c:v>
                </c:pt>
                <c:pt idx="956">
                  <c:v>4.15E-3</c:v>
                </c:pt>
                <c:pt idx="957">
                  <c:v>4.2249999999999996E-3</c:v>
                </c:pt>
                <c:pt idx="958">
                  <c:v>3.9832999999999995E-3</c:v>
                </c:pt>
                <c:pt idx="959">
                  <c:v>3.9750000000000002E-3</c:v>
                </c:pt>
                <c:pt idx="960">
                  <c:v>3.4499999999999999E-3</c:v>
                </c:pt>
                <c:pt idx="961">
                  <c:v>3.8500000000000001E-3</c:v>
                </c:pt>
                <c:pt idx="962">
                  <c:v>3.9832999999999995E-3</c:v>
                </c:pt>
                <c:pt idx="963">
                  <c:v>3.9832999999999995E-3</c:v>
                </c:pt>
                <c:pt idx="964">
                  <c:v>3.9832999999999995E-3</c:v>
                </c:pt>
                <c:pt idx="965">
                  <c:v>3.8500000000000001E-3</c:v>
                </c:pt>
                <c:pt idx="966">
                  <c:v>3.5999999999999999E-3</c:v>
                </c:pt>
                <c:pt idx="967">
                  <c:v>3.7167000000000003E-3</c:v>
                </c:pt>
                <c:pt idx="968">
                  <c:v>3.3667000000000002E-3</c:v>
                </c:pt>
                <c:pt idx="969">
                  <c:v>3.4499999999999999E-3</c:v>
                </c:pt>
                <c:pt idx="970">
                  <c:v>3.5875E-3</c:v>
                </c:pt>
                <c:pt idx="971">
                  <c:v>3.4624999999999999E-3</c:v>
                </c:pt>
                <c:pt idx="972">
                  <c:v>3.1667000000000002E-3</c:v>
                </c:pt>
                <c:pt idx="973">
                  <c:v>2.9832999999999999E-3</c:v>
                </c:pt>
                <c:pt idx="974">
                  <c:v>3.1749999999999999E-3</c:v>
                </c:pt>
                <c:pt idx="975">
                  <c:v>3.1667000000000002E-3</c:v>
                </c:pt>
                <c:pt idx="976">
                  <c:v>2.9832999999999999E-3</c:v>
                </c:pt>
                <c:pt idx="977">
                  <c:v>2.9250000000000001E-3</c:v>
                </c:pt>
                <c:pt idx="978">
                  <c:v>3.4166999999999999E-3</c:v>
                </c:pt>
                <c:pt idx="979">
                  <c:v>3.5249999999999999E-3</c:v>
                </c:pt>
                <c:pt idx="980">
                  <c:v>3.5249999999999999E-3</c:v>
                </c:pt>
                <c:pt idx="981">
                  <c:v>3.2750000000000001E-3</c:v>
                </c:pt>
                <c:pt idx="982">
                  <c:v>3.2750000000000001E-3</c:v>
                </c:pt>
                <c:pt idx="983">
                  <c:v>2.8999999999999998E-3</c:v>
                </c:pt>
                <c:pt idx="984">
                  <c:v>2.9250000000000001E-3</c:v>
                </c:pt>
                <c:pt idx="985">
                  <c:v>3.0667000000000003E-3</c:v>
                </c:pt>
                <c:pt idx="986">
                  <c:v>2.9250000000000001E-3</c:v>
                </c:pt>
                <c:pt idx="987">
                  <c:v>2.7832999999999998E-3</c:v>
                </c:pt>
                <c:pt idx="988">
                  <c:v>2.7167000000000003E-3</c:v>
                </c:pt>
                <c:pt idx="989">
                  <c:v>2.7167000000000003E-3</c:v>
                </c:pt>
                <c:pt idx="990">
                  <c:v>2.9250000000000001E-3</c:v>
                </c:pt>
                <c:pt idx="991">
                  <c:v>3.0332999999999996E-3</c:v>
                </c:pt>
                <c:pt idx="992">
                  <c:v>3.2000000000000002E-3</c:v>
                </c:pt>
                <c:pt idx="993">
                  <c:v>3.1167E-3</c:v>
                </c:pt>
                <c:pt idx="994">
                  <c:v>3.0249999999999999E-3</c:v>
                </c:pt>
                <c:pt idx="995">
                  <c:v>3.0249999999999999E-3</c:v>
                </c:pt>
                <c:pt idx="996">
                  <c:v>2.9250000000000001E-3</c:v>
                </c:pt>
                <c:pt idx="997">
                  <c:v>2.9250000000000001E-3</c:v>
                </c:pt>
                <c:pt idx="998">
                  <c:v>3.0249999999999999E-3</c:v>
                </c:pt>
                <c:pt idx="999">
                  <c:v>3.0332999999999996E-3</c:v>
                </c:pt>
                <c:pt idx="1000">
                  <c:v>2.9332999999999998E-3</c:v>
                </c:pt>
                <c:pt idx="1001">
                  <c:v>2.9332999999999998E-3</c:v>
                </c:pt>
                <c:pt idx="1002">
                  <c:v>2.7750000000000001E-3</c:v>
                </c:pt>
                <c:pt idx="1003">
                  <c:v>2.8249999999999998E-3</c:v>
                </c:pt>
                <c:pt idx="1004">
                  <c:v>3.0249999999999999E-3</c:v>
                </c:pt>
                <c:pt idx="1005">
                  <c:v>3.0999999999999999E-3</c:v>
                </c:pt>
                <c:pt idx="1006">
                  <c:v>3.0999999999999999E-3</c:v>
                </c:pt>
                <c:pt idx="1007">
                  <c:v>3.0249999999999999E-3</c:v>
                </c:pt>
                <c:pt idx="1008">
                  <c:v>3.0999999999999999E-3</c:v>
                </c:pt>
                <c:pt idx="1009">
                  <c:v>3.0999999999999999E-3</c:v>
                </c:pt>
                <c:pt idx="1010">
                  <c:v>3.0249999999999999E-3</c:v>
                </c:pt>
                <c:pt idx="1011">
                  <c:v>2.8667000000000002E-3</c:v>
                </c:pt>
                <c:pt idx="1012">
                  <c:v>2.8667000000000002E-3</c:v>
                </c:pt>
                <c:pt idx="1013">
                  <c:v>2.8667000000000002E-3</c:v>
                </c:pt>
                <c:pt idx="1014">
                  <c:v>2.8667000000000002E-3</c:v>
                </c:pt>
                <c:pt idx="1015">
                  <c:v>2.6749999999999999E-3</c:v>
                </c:pt>
                <c:pt idx="1016">
                  <c:v>2.6749999999999999E-3</c:v>
                </c:pt>
                <c:pt idx="1017">
                  <c:v>2.7667E-3</c:v>
                </c:pt>
                <c:pt idx="1018">
                  <c:v>2.65E-3</c:v>
                </c:pt>
                <c:pt idx="1019">
                  <c:v>2.7000000000000001E-3</c:v>
                </c:pt>
                <c:pt idx="1020">
                  <c:v>2.7499999999999998E-3</c:v>
                </c:pt>
                <c:pt idx="1021">
                  <c:v>2.65E-3</c:v>
                </c:pt>
                <c:pt idx="1022">
                  <c:v>2.65E-3</c:v>
                </c:pt>
                <c:pt idx="1023">
                  <c:v>2.65E-3</c:v>
                </c:pt>
                <c:pt idx="1024">
                  <c:v>2.6917E-3</c:v>
                </c:pt>
                <c:pt idx="1025">
                  <c:v>2.6167E-3</c:v>
                </c:pt>
                <c:pt idx="1026">
                  <c:v>2.6167E-3</c:v>
                </c:pt>
                <c:pt idx="1027">
                  <c:v>2.6167E-3</c:v>
                </c:pt>
                <c:pt idx="1028">
                  <c:v>2.5125E-3</c:v>
                </c:pt>
                <c:pt idx="1029">
                  <c:v>2.6167E-3</c:v>
                </c:pt>
                <c:pt idx="1030">
                  <c:v>2.5500000000000002E-3</c:v>
                </c:pt>
                <c:pt idx="1031">
                  <c:v>2.4624999999999998E-3</c:v>
                </c:pt>
                <c:pt idx="1032">
                  <c:v>2.4624999999999998E-3</c:v>
                </c:pt>
                <c:pt idx="1033">
                  <c:v>2.5500000000000002E-3</c:v>
                </c:pt>
                <c:pt idx="1034">
                  <c:v>2.5500000000000002E-3</c:v>
                </c:pt>
                <c:pt idx="1035">
                  <c:v>2.5500000000000002E-3</c:v>
                </c:pt>
                <c:pt idx="1036">
                  <c:v>2.5500000000000002E-3</c:v>
                </c:pt>
                <c:pt idx="1037">
                  <c:v>2.5500000000000002E-3</c:v>
                </c:pt>
                <c:pt idx="1038">
                  <c:v>2.4499999999999999E-3</c:v>
                </c:pt>
                <c:pt idx="1039">
                  <c:v>2.5000000000000001E-3</c:v>
                </c:pt>
                <c:pt idx="1040">
                  <c:v>2.4499999999999999E-3</c:v>
                </c:pt>
                <c:pt idx="1041">
                  <c:v>2.4250000000000001E-3</c:v>
                </c:pt>
                <c:pt idx="1042">
                  <c:v>2.3917000000000001E-3</c:v>
                </c:pt>
                <c:pt idx="1043">
                  <c:v>2.3167000000000001E-3</c:v>
                </c:pt>
                <c:pt idx="1044">
                  <c:v>2.4499999999999999E-3</c:v>
                </c:pt>
                <c:pt idx="1045">
                  <c:v>2.4082999999999999E-3</c:v>
                </c:pt>
                <c:pt idx="1046">
                  <c:v>2.3E-3</c:v>
                </c:pt>
                <c:pt idx="1047">
                  <c:v>2.3124999999999999E-3</c:v>
                </c:pt>
                <c:pt idx="1048">
                  <c:v>2.4125000000000001E-3</c:v>
                </c:pt>
                <c:pt idx="1049">
                  <c:v>2.3E-3</c:v>
                </c:pt>
                <c:pt idx="1050">
                  <c:v>2.4832999999999999E-3</c:v>
                </c:pt>
                <c:pt idx="1051">
                  <c:v>2.2374999999999999E-3</c:v>
                </c:pt>
                <c:pt idx="1052">
                  <c:v>2.4499999999999999E-3</c:v>
                </c:pt>
                <c:pt idx="1053">
                  <c:v>2.2125000000000001E-3</c:v>
                </c:pt>
                <c:pt idx="1054">
                  <c:v>2.4499999999999999E-3</c:v>
                </c:pt>
                <c:pt idx="1055">
                  <c:v>2.2832999999999998E-3</c:v>
                </c:pt>
                <c:pt idx="1056">
                  <c:v>2.3E-3</c:v>
                </c:pt>
                <c:pt idx="1057">
                  <c:v>2.2832999999999998E-3</c:v>
                </c:pt>
                <c:pt idx="1058">
                  <c:v>2.4499999999999999E-3</c:v>
                </c:pt>
                <c:pt idx="1059">
                  <c:v>2.4499999999999999E-3</c:v>
                </c:pt>
                <c:pt idx="1060">
                  <c:v>2.2125000000000001E-3</c:v>
                </c:pt>
                <c:pt idx="1061">
                  <c:v>2.2832999999999998E-3</c:v>
                </c:pt>
                <c:pt idx="1062">
                  <c:v>2.4499999999999999E-3</c:v>
                </c:pt>
                <c:pt idx="1063">
                  <c:v>2.2667E-3</c:v>
                </c:pt>
                <c:pt idx="1064">
                  <c:v>2.2832999999999998E-3</c:v>
                </c:pt>
                <c:pt idx="1065">
                  <c:v>2.2832999999999998E-3</c:v>
                </c:pt>
                <c:pt idx="1066">
                  <c:v>2.4624999999999998E-3</c:v>
                </c:pt>
                <c:pt idx="1067">
                  <c:v>2.4624999999999998E-3</c:v>
                </c:pt>
                <c:pt idx="1068">
                  <c:v>2.4750000000000002E-3</c:v>
                </c:pt>
                <c:pt idx="1069">
                  <c:v>2.3999999999999998E-3</c:v>
                </c:pt>
                <c:pt idx="1070">
                  <c:v>2.3999999999999998E-3</c:v>
                </c:pt>
                <c:pt idx="1071">
                  <c:v>2.3146E-3</c:v>
                </c:pt>
                <c:pt idx="1072">
                  <c:v>2.3333E-3</c:v>
                </c:pt>
                <c:pt idx="1073">
                  <c:v>2.3999999999999998E-3</c:v>
                </c:pt>
                <c:pt idx="1074">
                  <c:v>2.4375E-3</c:v>
                </c:pt>
                <c:pt idx="1075">
                  <c:v>2.3375000000000002E-3</c:v>
                </c:pt>
                <c:pt idx="1076">
                  <c:v>2.3667000000000002E-3</c:v>
                </c:pt>
                <c:pt idx="1077">
                  <c:v>2.3667000000000002E-3</c:v>
                </c:pt>
                <c:pt idx="1078">
                  <c:v>2.3500000000000001E-3</c:v>
                </c:pt>
                <c:pt idx="1079">
                  <c:v>2.4499999999999999E-3</c:v>
                </c:pt>
                <c:pt idx="1080">
                  <c:v>2.2875E-3</c:v>
                </c:pt>
                <c:pt idx="1081">
                  <c:v>1.9624999999999998E-3</c:v>
                </c:pt>
                <c:pt idx="1082">
                  <c:v>2.0874999999999999E-3</c:v>
                </c:pt>
                <c:pt idx="1083">
                  <c:v>2.2082999999999998E-3</c:v>
                </c:pt>
                <c:pt idx="1084">
                  <c:v>2.225E-3</c:v>
                </c:pt>
                <c:pt idx="1085">
                  <c:v>2.1749999999999999E-3</c:v>
                </c:pt>
                <c:pt idx="1086">
                  <c:v>2.1582999999999997E-3</c:v>
                </c:pt>
                <c:pt idx="1087">
                  <c:v>1.9667E-3</c:v>
                </c:pt>
                <c:pt idx="1088">
                  <c:v>2.2125000000000001E-3</c:v>
                </c:pt>
                <c:pt idx="1089">
                  <c:v>2.2167000000000003E-3</c:v>
                </c:pt>
                <c:pt idx="1090">
                  <c:v>2.1582999999999997E-3</c:v>
                </c:pt>
                <c:pt idx="1091">
                  <c:v>2.075E-3</c:v>
                </c:pt>
                <c:pt idx="1092">
                  <c:v>1.8917000000000001E-3</c:v>
                </c:pt>
                <c:pt idx="1093">
                  <c:v>1.7562999999999999E-3</c:v>
                </c:pt>
                <c:pt idx="1094">
                  <c:v>1.7082999999999998E-3</c:v>
                </c:pt>
                <c:pt idx="1095">
                  <c:v>1.65E-3</c:v>
                </c:pt>
                <c:pt idx="1096">
                  <c:v>1.8749999999999999E-3</c:v>
                </c:pt>
                <c:pt idx="1097">
                  <c:v>2.1417000000000003E-3</c:v>
                </c:pt>
                <c:pt idx="1098">
                  <c:v>2.075E-3</c:v>
                </c:pt>
                <c:pt idx="1099">
                  <c:v>3.0999999999999999E-3</c:v>
                </c:pt>
                <c:pt idx="1100">
                  <c:v>3.1749999999999999E-3</c:v>
                </c:pt>
                <c:pt idx="1101">
                  <c:v>2.3563E-3</c:v>
                </c:pt>
                <c:pt idx="1102">
                  <c:v>2.3E-3</c:v>
                </c:pt>
                <c:pt idx="1103">
                  <c:v>2.3E-3</c:v>
                </c:pt>
                <c:pt idx="1104">
                  <c:v>2.4667000000000001E-3</c:v>
                </c:pt>
                <c:pt idx="1105">
                  <c:v>2.5667000000000003E-3</c:v>
                </c:pt>
                <c:pt idx="1106">
                  <c:v>2.1332999999999999E-3</c:v>
                </c:pt>
                <c:pt idx="1107">
                  <c:v>2.4250000000000001E-3</c:v>
                </c:pt>
                <c:pt idx="1108">
                  <c:v>2.2000000000000001E-3</c:v>
                </c:pt>
                <c:pt idx="1109">
                  <c:v>2.3749999999999999E-3</c:v>
                </c:pt>
                <c:pt idx="1110">
                  <c:v>2.3749999999999999E-3</c:v>
                </c:pt>
                <c:pt idx="1111">
                  <c:v>2.3999999999999998E-3</c:v>
                </c:pt>
                <c:pt idx="1112">
                  <c:v>2.3749999999999999E-3</c:v>
                </c:pt>
                <c:pt idx="1113">
                  <c:v>2.3999999999999998E-3</c:v>
                </c:pt>
                <c:pt idx="1114">
                  <c:v>2.3999999999999998E-3</c:v>
                </c:pt>
                <c:pt idx="1115">
                  <c:v>2.3999999999999998E-3</c:v>
                </c:pt>
                <c:pt idx="1116">
                  <c:v>2.3999999999999998E-3</c:v>
                </c:pt>
                <c:pt idx="1117">
                  <c:v>2.3333E-3</c:v>
                </c:pt>
                <c:pt idx="1118">
                  <c:v>2.3749999999999999E-3</c:v>
                </c:pt>
                <c:pt idx="1119">
                  <c:v>2.3999999999999998E-3</c:v>
                </c:pt>
                <c:pt idx="1120">
                  <c:v>2.3999999999999998E-3</c:v>
                </c:pt>
                <c:pt idx="1121">
                  <c:v>2.4499999999999999E-3</c:v>
                </c:pt>
                <c:pt idx="1122">
                  <c:v>2.4332999999999998E-3</c:v>
                </c:pt>
                <c:pt idx="1123">
                  <c:v>2.4332999999999998E-3</c:v>
                </c:pt>
                <c:pt idx="1124">
                  <c:v>2.4332999999999998E-3</c:v>
                </c:pt>
                <c:pt idx="1125">
                  <c:v>2.3999999999999998E-3</c:v>
                </c:pt>
                <c:pt idx="1126">
                  <c:v>2.4332999999999998E-3</c:v>
                </c:pt>
                <c:pt idx="1127">
                  <c:v>2.4332999999999998E-3</c:v>
                </c:pt>
                <c:pt idx="1128">
                  <c:v>2.3667000000000002E-3</c:v>
                </c:pt>
                <c:pt idx="1129">
                  <c:v>2.3999999999999998E-3</c:v>
                </c:pt>
                <c:pt idx="1130">
                  <c:v>2.3999999999999998E-3</c:v>
                </c:pt>
                <c:pt idx="1131">
                  <c:v>2.3500000000000001E-3</c:v>
                </c:pt>
                <c:pt idx="1132">
                  <c:v>2.2332999999999997E-3</c:v>
                </c:pt>
                <c:pt idx="1133">
                  <c:v>2.2332999999999997E-3</c:v>
                </c:pt>
                <c:pt idx="1134">
                  <c:v>2.5333E-3</c:v>
                </c:pt>
                <c:pt idx="1135">
                  <c:v>2.3E-3</c:v>
                </c:pt>
                <c:pt idx="1136">
                  <c:v>2.5333E-3</c:v>
                </c:pt>
                <c:pt idx="1137">
                  <c:v>2.3832999999999997E-3</c:v>
                </c:pt>
                <c:pt idx="1138">
                  <c:v>2.3832999999999997E-3</c:v>
                </c:pt>
                <c:pt idx="1139">
                  <c:v>2.4667000000000001E-3</c:v>
                </c:pt>
                <c:pt idx="1140">
                  <c:v>2.5333E-3</c:v>
                </c:pt>
                <c:pt idx="1141">
                  <c:v>2.4167000000000004E-3</c:v>
                </c:pt>
                <c:pt idx="1142">
                  <c:v>2.5333E-3</c:v>
                </c:pt>
                <c:pt idx="1143">
                  <c:v>2.4624999999999998E-3</c:v>
                </c:pt>
                <c:pt idx="1144">
                  <c:v>2.5000000000000001E-3</c:v>
                </c:pt>
                <c:pt idx="1145">
                  <c:v>2.5000000000000001E-3</c:v>
                </c:pt>
                <c:pt idx="1146">
                  <c:v>2.5000000000000001E-3</c:v>
                </c:pt>
                <c:pt idx="1147">
                  <c:v>2.5000000000000001E-3</c:v>
                </c:pt>
                <c:pt idx="1148">
                  <c:v>2.5333E-3</c:v>
                </c:pt>
                <c:pt idx="1149">
                  <c:v>2.5333E-3</c:v>
                </c:pt>
                <c:pt idx="1150">
                  <c:v>2.3874999999999999E-3</c:v>
                </c:pt>
                <c:pt idx="1151">
                  <c:v>2.5249999999999999E-3</c:v>
                </c:pt>
                <c:pt idx="1152">
                  <c:v>2.4624999999999998E-3</c:v>
                </c:pt>
                <c:pt idx="1153">
                  <c:v>2.3749999999999999E-3</c:v>
                </c:pt>
                <c:pt idx="1154">
                  <c:v>2.3999999999999998E-3</c:v>
                </c:pt>
                <c:pt idx="1155">
                  <c:v>2.3500000000000001E-3</c:v>
                </c:pt>
                <c:pt idx="1156">
                  <c:v>2.3E-3</c:v>
                </c:pt>
                <c:pt idx="1157">
                  <c:v>2.3667000000000002E-3</c:v>
                </c:pt>
                <c:pt idx="1158">
                  <c:v>2.3999999999999998E-3</c:v>
                </c:pt>
                <c:pt idx="1159">
                  <c:v>2.4375E-3</c:v>
                </c:pt>
                <c:pt idx="1160">
                  <c:v>2.3749999999999999E-3</c:v>
                </c:pt>
                <c:pt idx="1161">
                  <c:v>2.3749999999999999E-3</c:v>
                </c:pt>
                <c:pt idx="1162">
                  <c:v>2.4667000000000001E-3</c:v>
                </c:pt>
                <c:pt idx="1163">
                  <c:v>2.4167000000000004E-3</c:v>
                </c:pt>
                <c:pt idx="1164">
                  <c:v>2.4375E-3</c:v>
                </c:pt>
                <c:pt idx="1165">
                  <c:v>2.4375E-3</c:v>
                </c:pt>
                <c:pt idx="1166">
                  <c:v>2.3874999999999999E-3</c:v>
                </c:pt>
                <c:pt idx="1167">
                  <c:v>2.4499999999999999E-3</c:v>
                </c:pt>
                <c:pt idx="1168">
                  <c:v>2.4499999999999999E-3</c:v>
                </c:pt>
                <c:pt idx="1169">
                  <c:v>2.4062999999999997E-3</c:v>
                </c:pt>
                <c:pt idx="1170">
                  <c:v>2.3827000000000002E-3</c:v>
                </c:pt>
                <c:pt idx="1171">
                  <c:v>2.3874999999999999E-3</c:v>
                </c:pt>
                <c:pt idx="1172">
                  <c:v>2.3874999999999999E-3</c:v>
                </c:pt>
                <c:pt idx="1173">
                  <c:v>2.575E-3</c:v>
                </c:pt>
                <c:pt idx="1174">
                  <c:v>2.3749999999999999E-3</c:v>
                </c:pt>
                <c:pt idx="1175">
                  <c:v>2.3667000000000002E-3</c:v>
                </c:pt>
                <c:pt idx="1176">
                  <c:v>2.3667000000000002E-3</c:v>
                </c:pt>
                <c:pt idx="1177">
                  <c:v>2.3167000000000001E-3</c:v>
                </c:pt>
                <c:pt idx="1178">
                  <c:v>2.3249999999999998E-3</c:v>
                </c:pt>
                <c:pt idx="1179">
                  <c:v>2.3625E-3</c:v>
                </c:pt>
                <c:pt idx="1180">
                  <c:v>2.3E-3</c:v>
                </c:pt>
                <c:pt idx="1181">
                  <c:v>2.3249999999999998E-3</c:v>
                </c:pt>
                <c:pt idx="1182">
                  <c:v>2.3167000000000001E-3</c:v>
                </c:pt>
                <c:pt idx="1183">
                  <c:v>2.3167000000000001E-3</c:v>
                </c:pt>
                <c:pt idx="1184">
                  <c:v>2.4417000000000002E-3</c:v>
                </c:pt>
                <c:pt idx="1185">
                  <c:v>2.3167000000000001E-3</c:v>
                </c:pt>
                <c:pt idx="1186">
                  <c:v>2.3167000000000001E-3</c:v>
                </c:pt>
                <c:pt idx="1187">
                  <c:v>2.3167000000000001E-3</c:v>
                </c:pt>
                <c:pt idx="1188">
                  <c:v>2.4125000000000001E-3</c:v>
                </c:pt>
                <c:pt idx="1189">
                  <c:v>2.4082999999999999E-3</c:v>
                </c:pt>
                <c:pt idx="1190">
                  <c:v>2.2499999999999998E-3</c:v>
                </c:pt>
                <c:pt idx="1191">
                  <c:v>2.3124999999999999E-3</c:v>
                </c:pt>
                <c:pt idx="1192">
                  <c:v>2.2875E-3</c:v>
                </c:pt>
                <c:pt idx="1193">
                  <c:v>2.2875E-3</c:v>
                </c:pt>
                <c:pt idx="1194">
                  <c:v>2.2374999999999999E-3</c:v>
                </c:pt>
                <c:pt idx="1195">
                  <c:v>2.15E-3</c:v>
                </c:pt>
                <c:pt idx="1196">
                  <c:v>2.2167000000000003E-3</c:v>
                </c:pt>
                <c:pt idx="1197">
                  <c:v>2.2374999999999999E-3</c:v>
                </c:pt>
                <c:pt idx="1198">
                  <c:v>2.0874999999999999E-3</c:v>
                </c:pt>
                <c:pt idx="1199">
                  <c:v>2.1624999999999999E-3</c:v>
                </c:pt>
                <c:pt idx="1200">
                  <c:v>2.1624999999999999E-3</c:v>
                </c:pt>
                <c:pt idx="1201">
                  <c:v>2.1332999999999999E-3</c:v>
                </c:pt>
                <c:pt idx="1202">
                  <c:v>2.1833E-3</c:v>
                </c:pt>
                <c:pt idx="1203">
                  <c:v>2.0500000000000002E-3</c:v>
                </c:pt>
                <c:pt idx="1204">
                  <c:v>2.0874999999999999E-3</c:v>
                </c:pt>
                <c:pt idx="1205">
                  <c:v>2.2125000000000001E-3</c:v>
                </c:pt>
                <c:pt idx="1206">
                  <c:v>2.2374999999999999E-3</c:v>
                </c:pt>
                <c:pt idx="1207">
                  <c:v>2.2374999999999999E-3</c:v>
                </c:pt>
                <c:pt idx="1208">
                  <c:v>2.15E-3</c:v>
                </c:pt>
                <c:pt idx="1209">
                  <c:v>2.1124999999999998E-3</c:v>
                </c:pt>
                <c:pt idx="1210">
                  <c:v>2.2167000000000003E-3</c:v>
                </c:pt>
                <c:pt idx="1211">
                  <c:v>2.2374999999999999E-3</c:v>
                </c:pt>
                <c:pt idx="1212">
                  <c:v>2.15E-3</c:v>
                </c:pt>
                <c:pt idx="1213">
                  <c:v>2.2374999999999999E-3</c:v>
                </c:pt>
                <c:pt idx="1214">
                  <c:v>2.2167000000000003E-3</c:v>
                </c:pt>
                <c:pt idx="1215">
                  <c:v>2.2374999999999999E-3</c:v>
                </c:pt>
                <c:pt idx="1216">
                  <c:v>2.1187999999999997E-3</c:v>
                </c:pt>
                <c:pt idx="1217">
                  <c:v>2.0500000000000002E-3</c:v>
                </c:pt>
                <c:pt idx="1218">
                  <c:v>2.1187999999999997E-3</c:v>
                </c:pt>
                <c:pt idx="1219">
                  <c:v>2.075E-3</c:v>
                </c:pt>
                <c:pt idx="1220">
                  <c:v>2.0125E-3</c:v>
                </c:pt>
                <c:pt idx="1221">
                  <c:v>2.0582999999999999E-3</c:v>
                </c:pt>
                <c:pt idx="1222">
                  <c:v>2.1083E-3</c:v>
                </c:pt>
                <c:pt idx="1223">
                  <c:v>2.1417000000000003E-3</c:v>
                </c:pt>
                <c:pt idx="1224">
                  <c:v>2.0812999999999999E-3</c:v>
                </c:pt>
                <c:pt idx="1225">
                  <c:v>2.0917000000000002E-3</c:v>
                </c:pt>
                <c:pt idx="1226">
                  <c:v>2.1062999999999998E-3</c:v>
                </c:pt>
                <c:pt idx="1227">
                  <c:v>2.1062999999999998E-3</c:v>
                </c:pt>
                <c:pt idx="1228">
                  <c:v>2.1250000000000002E-3</c:v>
                </c:pt>
                <c:pt idx="1229">
                  <c:v>2.0563000000000001E-3</c:v>
                </c:pt>
                <c:pt idx="1230">
                  <c:v>2.0374999999999998E-3</c:v>
                </c:pt>
                <c:pt idx="1231">
                  <c:v>2.0125E-3</c:v>
                </c:pt>
                <c:pt idx="1232">
                  <c:v>2.0500000000000002E-3</c:v>
                </c:pt>
                <c:pt idx="1233">
                  <c:v>2.0500000000000002E-3</c:v>
                </c:pt>
                <c:pt idx="1234">
                  <c:v>2.0699999999999998E-3</c:v>
                </c:pt>
                <c:pt idx="1235">
                  <c:v>2.0249999999999999E-3</c:v>
                </c:pt>
                <c:pt idx="1236">
                  <c:v>2.0449999999999999E-3</c:v>
                </c:pt>
                <c:pt idx="1237">
                  <c:v>2.075E-3</c:v>
                </c:pt>
                <c:pt idx="1238">
                  <c:v>2.0563000000000001E-3</c:v>
                </c:pt>
                <c:pt idx="1239">
                  <c:v>2.0582999999999999E-3</c:v>
                </c:pt>
                <c:pt idx="1240">
                  <c:v>2.0582999999999999E-3</c:v>
                </c:pt>
                <c:pt idx="1241">
                  <c:v>2.0699999999999998E-3</c:v>
                </c:pt>
                <c:pt idx="1242">
                  <c:v>2.1313E-3</c:v>
                </c:pt>
                <c:pt idx="1243">
                  <c:v>2.1375000000000001E-3</c:v>
                </c:pt>
                <c:pt idx="1244">
                  <c:v>2.1167E-3</c:v>
                </c:pt>
                <c:pt idx="1245">
                  <c:v>2.1149999999999997E-3</c:v>
                </c:pt>
                <c:pt idx="1246">
                  <c:v>2.1313E-3</c:v>
                </c:pt>
                <c:pt idx="1247">
                  <c:v>2.1550000000000002E-3</c:v>
                </c:pt>
                <c:pt idx="1248">
                  <c:v>2.235E-3</c:v>
                </c:pt>
                <c:pt idx="1249">
                  <c:v>2.2649999999999997E-3</c:v>
                </c:pt>
                <c:pt idx="1250">
                  <c:v>2.2063E-3</c:v>
                </c:pt>
                <c:pt idx="1251">
                  <c:v>2.2063E-3</c:v>
                </c:pt>
                <c:pt idx="1252">
                  <c:v>2.2688000000000001E-3</c:v>
                </c:pt>
                <c:pt idx="1253">
                  <c:v>2.2125000000000001E-3</c:v>
                </c:pt>
                <c:pt idx="1254">
                  <c:v>2.1792000000000001E-3</c:v>
                </c:pt>
                <c:pt idx="1255">
                  <c:v>2.2750000000000001E-3</c:v>
                </c:pt>
                <c:pt idx="1256">
                  <c:v>2.1313E-3</c:v>
                </c:pt>
                <c:pt idx="1257">
                  <c:v>2.2063E-3</c:v>
                </c:pt>
                <c:pt idx="1258">
                  <c:v>2.2750000000000001E-3</c:v>
                </c:pt>
                <c:pt idx="1259">
                  <c:v>2.2417000000000001E-3</c:v>
                </c:pt>
                <c:pt idx="1260">
                  <c:v>2.1582999999999997E-3</c:v>
                </c:pt>
                <c:pt idx="1261">
                  <c:v>2.1812999999999997E-3</c:v>
                </c:pt>
                <c:pt idx="1262">
                  <c:v>2.1582999999999997E-3</c:v>
                </c:pt>
                <c:pt idx="1263">
                  <c:v>2.1812999999999997E-3</c:v>
                </c:pt>
                <c:pt idx="1264">
                  <c:v>2.1187999999999997E-3</c:v>
                </c:pt>
                <c:pt idx="1265">
                  <c:v>2.0500000000000002E-3</c:v>
                </c:pt>
                <c:pt idx="1266">
                  <c:v>2.0874999999999999E-3</c:v>
                </c:pt>
                <c:pt idx="1267">
                  <c:v>2.0500000000000002E-3</c:v>
                </c:pt>
                <c:pt idx="1268">
                  <c:v>2.0500000000000002E-3</c:v>
                </c:pt>
                <c:pt idx="1269">
                  <c:v>2.075E-3</c:v>
                </c:pt>
                <c:pt idx="1270">
                  <c:v>2.1124999999999998E-3</c:v>
                </c:pt>
                <c:pt idx="1271">
                  <c:v>2.0832999999999997E-3</c:v>
                </c:pt>
                <c:pt idx="1272">
                  <c:v>2.1124999999999998E-3</c:v>
                </c:pt>
                <c:pt idx="1273">
                  <c:v>2.0999999999999999E-3</c:v>
                </c:pt>
                <c:pt idx="1274">
                  <c:v>2.1199999999999999E-3</c:v>
                </c:pt>
                <c:pt idx="1275">
                  <c:v>2.0832999999999997E-3</c:v>
                </c:pt>
                <c:pt idx="1276">
                  <c:v>2.0832999999999997E-3</c:v>
                </c:pt>
                <c:pt idx="1277">
                  <c:v>2.0832999999999997E-3</c:v>
                </c:pt>
                <c:pt idx="1278">
                  <c:v>2.0667000000000003E-3</c:v>
                </c:pt>
                <c:pt idx="1279">
                  <c:v>2.0999999999999999E-3</c:v>
                </c:pt>
                <c:pt idx="1280">
                  <c:v>2.1124999999999998E-3</c:v>
                </c:pt>
                <c:pt idx="1281">
                  <c:v>2.0500000000000002E-3</c:v>
                </c:pt>
                <c:pt idx="1282">
                  <c:v>1.8938E-3</c:v>
                </c:pt>
                <c:pt idx="1283">
                  <c:v>1.8917000000000001E-3</c:v>
                </c:pt>
                <c:pt idx="1284">
                  <c:v>1.8938E-3</c:v>
                </c:pt>
                <c:pt idx="1285">
                  <c:v>1.8917000000000001E-3</c:v>
                </c:pt>
                <c:pt idx="1286">
                  <c:v>1.8917000000000001E-3</c:v>
                </c:pt>
                <c:pt idx="1287">
                  <c:v>1.9375E-3</c:v>
                </c:pt>
                <c:pt idx="1288">
                  <c:v>1.8917000000000001E-3</c:v>
                </c:pt>
                <c:pt idx="1289">
                  <c:v>2.0042000000000003E-3</c:v>
                </c:pt>
                <c:pt idx="1290">
                  <c:v>1.9187999999999998E-3</c:v>
                </c:pt>
                <c:pt idx="1291">
                  <c:v>1.8917000000000001E-3</c:v>
                </c:pt>
                <c:pt idx="1292">
                  <c:v>1.8917000000000001E-3</c:v>
                </c:pt>
                <c:pt idx="1293">
                  <c:v>2E-3</c:v>
                </c:pt>
                <c:pt idx="1294">
                  <c:v>1.9750000000000002E-3</c:v>
                </c:pt>
                <c:pt idx="1295">
                  <c:v>2E-3</c:v>
                </c:pt>
                <c:pt idx="1296">
                  <c:v>1.9750000000000002E-3</c:v>
                </c:pt>
                <c:pt idx="1297">
                  <c:v>1.9875000000000001E-3</c:v>
                </c:pt>
                <c:pt idx="1298">
                  <c:v>1.9312999999999999E-3</c:v>
                </c:pt>
                <c:pt idx="1299">
                  <c:v>1.9750000000000002E-3</c:v>
                </c:pt>
                <c:pt idx="1300">
                  <c:v>1.9624999999999998E-3</c:v>
                </c:pt>
                <c:pt idx="1301">
                  <c:v>2E-3</c:v>
                </c:pt>
                <c:pt idx="1302">
                  <c:v>2E-3</c:v>
                </c:pt>
                <c:pt idx="1303">
                  <c:v>1.9624999999999998E-3</c:v>
                </c:pt>
                <c:pt idx="1304">
                  <c:v>1.9750000000000002E-3</c:v>
                </c:pt>
                <c:pt idx="1305">
                  <c:v>2.0500000000000002E-3</c:v>
                </c:pt>
                <c:pt idx="1306">
                  <c:v>1.9832999999999999E-3</c:v>
                </c:pt>
                <c:pt idx="1307">
                  <c:v>2.0999999999999999E-3</c:v>
                </c:pt>
                <c:pt idx="1308">
                  <c:v>2.0999999999999999E-3</c:v>
                </c:pt>
                <c:pt idx="1309">
                  <c:v>2.0999999999999999E-3</c:v>
                </c:pt>
                <c:pt idx="1310">
                  <c:v>2.0350000000000004E-3</c:v>
                </c:pt>
                <c:pt idx="1311">
                  <c:v>2.0999999999999999E-3</c:v>
                </c:pt>
                <c:pt idx="1312">
                  <c:v>2.1250000000000002E-3</c:v>
                </c:pt>
                <c:pt idx="1313">
                  <c:v>2.1250000000000002E-3</c:v>
                </c:pt>
                <c:pt idx="1314">
                  <c:v>2.1250000000000002E-3</c:v>
                </c:pt>
                <c:pt idx="1315">
                  <c:v>2.1250000000000002E-3</c:v>
                </c:pt>
                <c:pt idx="1316">
                  <c:v>2.1332999999999999E-3</c:v>
                </c:pt>
                <c:pt idx="1317">
                  <c:v>2.1332999999999999E-3</c:v>
                </c:pt>
                <c:pt idx="1318">
                  <c:v>2.15E-3</c:v>
                </c:pt>
                <c:pt idx="1319">
                  <c:v>2.1250000000000002E-3</c:v>
                </c:pt>
                <c:pt idx="1320">
                  <c:v>2.1250000000000002E-3</c:v>
                </c:pt>
                <c:pt idx="1321">
                  <c:v>2.0999999999999999E-3</c:v>
                </c:pt>
                <c:pt idx="1322">
                  <c:v>2.0874999999999999E-3</c:v>
                </c:pt>
                <c:pt idx="1323">
                  <c:v>2.1124999999999998E-3</c:v>
                </c:pt>
                <c:pt idx="1324">
                  <c:v>2.0699999999999998E-3</c:v>
                </c:pt>
                <c:pt idx="1325">
                  <c:v>2.0625000000000001E-3</c:v>
                </c:pt>
                <c:pt idx="1326">
                  <c:v>2.0167000000000002E-3</c:v>
                </c:pt>
                <c:pt idx="1327">
                  <c:v>2.0167000000000002E-3</c:v>
                </c:pt>
                <c:pt idx="1328">
                  <c:v>2.0167000000000002E-3</c:v>
                </c:pt>
                <c:pt idx="1329">
                  <c:v>2E-3</c:v>
                </c:pt>
                <c:pt idx="1330">
                  <c:v>1.9624999999999998E-3</c:v>
                </c:pt>
                <c:pt idx="1331">
                  <c:v>1.9750000000000002E-3</c:v>
                </c:pt>
                <c:pt idx="1332">
                  <c:v>1.9750000000000002E-3</c:v>
                </c:pt>
                <c:pt idx="1333">
                  <c:v>1.9667E-3</c:v>
                </c:pt>
                <c:pt idx="1334">
                  <c:v>1.9332999999999998E-3</c:v>
                </c:pt>
                <c:pt idx="1335">
                  <c:v>1.9667E-3</c:v>
                </c:pt>
                <c:pt idx="1336">
                  <c:v>1.9E-3</c:v>
                </c:pt>
                <c:pt idx="1337">
                  <c:v>1.9E-3</c:v>
                </c:pt>
                <c:pt idx="1338">
                  <c:v>1.9499999999999999E-3</c:v>
                </c:pt>
                <c:pt idx="1339">
                  <c:v>1.9250000000000001E-3</c:v>
                </c:pt>
                <c:pt idx="1340">
                  <c:v>1.97E-3</c:v>
                </c:pt>
                <c:pt idx="1341">
                  <c:v>1.9499999999999999E-3</c:v>
                </c:pt>
                <c:pt idx="1342">
                  <c:v>1.9499999999999999E-3</c:v>
                </c:pt>
                <c:pt idx="1343">
                  <c:v>1.9499999999999999E-3</c:v>
                </c:pt>
                <c:pt idx="1344">
                  <c:v>2E-3</c:v>
                </c:pt>
                <c:pt idx="1345">
                  <c:v>1.9250000000000001E-3</c:v>
                </c:pt>
                <c:pt idx="1346">
                  <c:v>1.9250000000000001E-3</c:v>
                </c:pt>
                <c:pt idx="1347">
                  <c:v>1.9250000000000001E-3</c:v>
                </c:pt>
                <c:pt idx="1348">
                  <c:v>1.9250000000000001E-3</c:v>
                </c:pt>
                <c:pt idx="1349">
                  <c:v>1.9100000000000002E-3</c:v>
                </c:pt>
                <c:pt idx="1350">
                  <c:v>1.8875000000000001E-3</c:v>
                </c:pt>
                <c:pt idx="1351">
                  <c:v>1.8875000000000001E-3</c:v>
                </c:pt>
                <c:pt idx="1352">
                  <c:v>1.8875000000000001E-3</c:v>
                </c:pt>
                <c:pt idx="1353">
                  <c:v>1.8875000000000001E-3</c:v>
                </c:pt>
                <c:pt idx="1354">
                  <c:v>1.9300000000000001E-3</c:v>
                </c:pt>
                <c:pt idx="1355">
                  <c:v>1.9124999999999999E-3</c:v>
                </c:pt>
                <c:pt idx="1356">
                  <c:v>1.9124999999999999E-3</c:v>
                </c:pt>
                <c:pt idx="1357">
                  <c:v>1.9300000000000001E-3</c:v>
                </c:pt>
                <c:pt idx="1358">
                  <c:v>1.9499999999999999E-3</c:v>
                </c:pt>
                <c:pt idx="1359">
                  <c:v>1.9300000000000001E-3</c:v>
                </c:pt>
                <c:pt idx="1360">
                  <c:v>1.9300000000000001E-3</c:v>
                </c:pt>
                <c:pt idx="1361">
                  <c:v>1.9300000000000001E-3</c:v>
                </c:pt>
                <c:pt idx="1362">
                  <c:v>1.9100000000000002E-3</c:v>
                </c:pt>
                <c:pt idx="1363">
                  <c:v>1.8899999999999998E-3</c:v>
                </c:pt>
                <c:pt idx="1364">
                  <c:v>1.8125000000000001E-3</c:v>
                </c:pt>
                <c:pt idx="1365">
                  <c:v>1.9100000000000002E-3</c:v>
                </c:pt>
                <c:pt idx="1366">
                  <c:v>1.8374999999999999E-3</c:v>
                </c:pt>
                <c:pt idx="1367">
                  <c:v>1.8875000000000001E-3</c:v>
                </c:pt>
                <c:pt idx="1368">
                  <c:v>1.9100000000000002E-3</c:v>
                </c:pt>
                <c:pt idx="1369">
                  <c:v>1.9100000000000002E-3</c:v>
                </c:pt>
                <c:pt idx="1370">
                  <c:v>1.8374999999999999E-3</c:v>
                </c:pt>
                <c:pt idx="1371">
                  <c:v>1.9375E-3</c:v>
                </c:pt>
                <c:pt idx="1372">
                  <c:v>1.9875000000000001E-3</c:v>
                </c:pt>
                <c:pt idx="1373">
                  <c:v>2.0100000000000001E-3</c:v>
                </c:pt>
                <c:pt idx="1374">
                  <c:v>1.9875000000000001E-3</c:v>
                </c:pt>
                <c:pt idx="1375">
                  <c:v>2.0100000000000001E-3</c:v>
                </c:pt>
                <c:pt idx="1376">
                  <c:v>2.0100000000000001E-3</c:v>
                </c:pt>
                <c:pt idx="1377">
                  <c:v>1.9624999999999998E-3</c:v>
                </c:pt>
                <c:pt idx="1378">
                  <c:v>1.9624999999999998E-3</c:v>
                </c:pt>
                <c:pt idx="1379">
                  <c:v>1.9624999999999998E-3</c:v>
                </c:pt>
                <c:pt idx="1380">
                  <c:v>2.0100000000000001E-3</c:v>
                </c:pt>
                <c:pt idx="1381">
                  <c:v>2.0100000000000001E-3</c:v>
                </c:pt>
                <c:pt idx="1382">
                  <c:v>1.9875000000000001E-3</c:v>
                </c:pt>
                <c:pt idx="1383">
                  <c:v>2.0100000000000001E-3</c:v>
                </c:pt>
                <c:pt idx="1384">
                  <c:v>1.99E-3</c:v>
                </c:pt>
                <c:pt idx="1385">
                  <c:v>1.9875000000000001E-3</c:v>
                </c:pt>
                <c:pt idx="1386">
                  <c:v>1.9875000000000001E-3</c:v>
                </c:pt>
                <c:pt idx="1387">
                  <c:v>1.99E-3</c:v>
                </c:pt>
                <c:pt idx="1388">
                  <c:v>1.9875000000000001E-3</c:v>
                </c:pt>
                <c:pt idx="1389">
                  <c:v>1.9875000000000001E-3</c:v>
                </c:pt>
                <c:pt idx="1390">
                  <c:v>1.9499999999999999E-3</c:v>
                </c:pt>
                <c:pt idx="1391">
                  <c:v>1.9499999999999999E-3</c:v>
                </c:pt>
                <c:pt idx="1392">
                  <c:v>1.98E-3</c:v>
                </c:pt>
                <c:pt idx="1393">
                  <c:v>1.98E-3</c:v>
                </c:pt>
                <c:pt idx="1394">
                  <c:v>1.9599999999999999E-3</c:v>
                </c:pt>
                <c:pt idx="1395">
                  <c:v>1.9499999999999999E-3</c:v>
                </c:pt>
                <c:pt idx="1396">
                  <c:v>1.9750000000000002E-3</c:v>
                </c:pt>
                <c:pt idx="1397">
                  <c:v>1.9499999999999999E-3</c:v>
                </c:pt>
                <c:pt idx="1398">
                  <c:v>1.9667E-3</c:v>
                </c:pt>
                <c:pt idx="1399">
                  <c:v>2.0249999999999999E-3</c:v>
                </c:pt>
                <c:pt idx="1400">
                  <c:v>2.0200000000000001E-3</c:v>
                </c:pt>
                <c:pt idx="1401">
                  <c:v>2.0374999999999998E-3</c:v>
                </c:pt>
                <c:pt idx="1402">
                  <c:v>2.0667000000000003E-3</c:v>
                </c:pt>
                <c:pt idx="1403">
                  <c:v>2.0667000000000003E-3</c:v>
                </c:pt>
                <c:pt idx="1404">
                  <c:v>2.1332999999999999E-3</c:v>
                </c:pt>
                <c:pt idx="1405">
                  <c:v>2.075E-3</c:v>
                </c:pt>
                <c:pt idx="1406">
                  <c:v>2.15E-3</c:v>
                </c:pt>
                <c:pt idx="1407">
                  <c:v>2.0874999999999999E-3</c:v>
                </c:pt>
                <c:pt idx="1408">
                  <c:v>2.0832999999999997E-3</c:v>
                </c:pt>
                <c:pt idx="1409">
                  <c:v>2.0999999999999999E-3</c:v>
                </c:pt>
                <c:pt idx="1410">
                  <c:v>2.1375000000000001E-3</c:v>
                </c:pt>
                <c:pt idx="1411">
                  <c:v>2.1700000000000001E-3</c:v>
                </c:pt>
                <c:pt idx="1412">
                  <c:v>2.16E-3</c:v>
                </c:pt>
                <c:pt idx="1413">
                  <c:v>2.16E-3</c:v>
                </c:pt>
                <c:pt idx="1414">
                  <c:v>2.1100000000000003E-3</c:v>
                </c:pt>
                <c:pt idx="1415">
                  <c:v>2.1375000000000001E-3</c:v>
                </c:pt>
                <c:pt idx="1416">
                  <c:v>2.0699999999999998E-3</c:v>
                </c:pt>
                <c:pt idx="1417">
                  <c:v>2.0699999999999998E-3</c:v>
                </c:pt>
                <c:pt idx="1418">
                  <c:v>2.0874999999999999E-3</c:v>
                </c:pt>
                <c:pt idx="1419">
                  <c:v>2.0625000000000001E-3</c:v>
                </c:pt>
                <c:pt idx="1420">
                  <c:v>2.0699999999999998E-3</c:v>
                </c:pt>
                <c:pt idx="1421">
                  <c:v>2.0699999999999998E-3</c:v>
                </c:pt>
                <c:pt idx="1422">
                  <c:v>2.0699999999999998E-3</c:v>
                </c:pt>
                <c:pt idx="1423">
                  <c:v>2.0874999999999999E-3</c:v>
                </c:pt>
                <c:pt idx="1424">
                  <c:v>2.0999999999999999E-3</c:v>
                </c:pt>
                <c:pt idx="1425">
                  <c:v>2.0999999999999999E-3</c:v>
                </c:pt>
                <c:pt idx="1426">
                  <c:v>2.075E-3</c:v>
                </c:pt>
                <c:pt idx="1427">
                  <c:v>2.075E-3</c:v>
                </c:pt>
                <c:pt idx="1428">
                  <c:v>2.075E-3</c:v>
                </c:pt>
                <c:pt idx="1429">
                  <c:v>2.075E-3</c:v>
                </c:pt>
                <c:pt idx="1430">
                  <c:v>2.0999999999999999E-3</c:v>
                </c:pt>
                <c:pt idx="1431">
                  <c:v>2.0667000000000003E-3</c:v>
                </c:pt>
                <c:pt idx="1432">
                  <c:v>2.0625000000000001E-3</c:v>
                </c:pt>
                <c:pt idx="1433">
                  <c:v>2.075E-3</c:v>
                </c:pt>
                <c:pt idx="1434">
                  <c:v>2.0667000000000003E-3</c:v>
                </c:pt>
                <c:pt idx="1435">
                  <c:v>2.0500000000000002E-3</c:v>
                </c:pt>
                <c:pt idx="1436">
                  <c:v>2.0667000000000003E-3</c:v>
                </c:pt>
                <c:pt idx="1437">
                  <c:v>2.0500000000000002E-3</c:v>
                </c:pt>
                <c:pt idx="1438">
                  <c:v>2.0600000000000002E-3</c:v>
                </c:pt>
                <c:pt idx="1439">
                  <c:v>2.0500000000000002E-3</c:v>
                </c:pt>
                <c:pt idx="1440">
                  <c:v>2.0374999999999998E-3</c:v>
                </c:pt>
                <c:pt idx="1441">
                  <c:v>2.0374999999999998E-3</c:v>
                </c:pt>
                <c:pt idx="1442">
                  <c:v>2.0374999999999998E-3</c:v>
                </c:pt>
                <c:pt idx="1443">
                  <c:v>2.0374999999999998E-3</c:v>
                </c:pt>
                <c:pt idx="1444">
                  <c:v>2.0625000000000001E-3</c:v>
                </c:pt>
                <c:pt idx="1445">
                  <c:v>2.0249999999999999E-3</c:v>
                </c:pt>
                <c:pt idx="1446">
                  <c:v>2.0333E-3</c:v>
                </c:pt>
                <c:pt idx="1447">
                  <c:v>2.0333E-3</c:v>
                </c:pt>
                <c:pt idx="1448">
                  <c:v>2.0249999999999999E-3</c:v>
                </c:pt>
                <c:pt idx="1449">
                  <c:v>2.0399999999999997E-3</c:v>
                </c:pt>
                <c:pt idx="1450">
                  <c:v>2.0667000000000003E-3</c:v>
                </c:pt>
                <c:pt idx="1451">
                  <c:v>2.0625000000000001E-3</c:v>
                </c:pt>
                <c:pt idx="1452">
                  <c:v>2.0667000000000003E-3</c:v>
                </c:pt>
                <c:pt idx="1453">
                  <c:v>2.075E-3</c:v>
                </c:pt>
                <c:pt idx="1454">
                  <c:v>2.0625000000000001E-3</c:v>
                </c:pt>
                <c:pt idx="1455">
                  <c:v>2.1199999999999999E-3</c:v>
                </c:pt>
                <c:pt idx="1456">
                  <c:v>2.1124999999999998E-3</c:v>
                </c:pt>
                <c:pt idx="1457">
                  <c:v>2.1124999999999998E-3</c:v>
                </c:pt>
                <c:pt idx="1458">
                  <c:v>2.1124999999999998E-3</c:v>
                </c:pt>
                <c:pt idx="1459">
                  <c:v>2.1124999999999998E-3</c:v>
                </c:pt>
                <c:pt idx="1460">
                  <c:v>2.1124999999999998E-3</c:v>
                </c:pt>
                <c:pt idx="1461">
                  <c:v>2.0899999999999998E-3</c:v>
                </c:pt>
                <c:pt idx="1462">
                  <c:v>2.1199999999999999E-3</c:v>
                </c:pt>
                <c:pt idx="1463">
                  <c:v>2.1124999999999998E-3</c:v>
                </c:pt>
                <c:pt idx="1464">
                  <c:v>2.0899999999999998E-3</c:v>
                </c:pt>
                <c:pt idx="1465">
                  <c:v>2.1167E-3</c:v>
                </c:pt>
                <c:pt idx="1466">
                  <c:v>2.15E-3</c:v>
                </c:pt>
                <c:pt idx="1467">
                  <c:v>2.1250000000000002E-3</c:v>
                </c:pt>
                <c:pt idx="1468">
                  <c:v>2.15E-3</c:v>
                </c:pt>
                <c:pt idx="1469">
                  <c:v>2.1332999999999999E-3</c:v>
                </c:pt>
                <c:pt idx="1470">
                  <c:v>2.15E-3</c:v>
                </c:pt>
                <c:pt idx="1471">
                  <c:v>2.15E-3</c:v>
                </c:pt>
                <c:pt idx="1472">
                  <c:v>2.1667000000000001E-3</c:v>
                </c:pt>
                <c:pt idx="1473">
                  <c:v>2.15E-3</c:v>
                </c:pt>
                <c:pt idx="1474">
                  <c:v>2.1250000000000002E-3</c:v>
                </c:pt>
                <c:pt idx="1475">
                  <c:v>2.15E-3</c:v>
                </c:pt>
                <c:pt idx="1476">
                  <c:v>2.15E-3</c:v>
                </c:pt>
                <c:pt idx="1477">
                  <c:v>2.15E-3</c:v>
                </c:pt>
                <c:pt idx="1478">
                  <c:v>2.15E-3</c:v>
                </c:pt>
                <c:pt idx="1479">
                  <c:v>2.15E-3</c:v>
                </c:pt>
                <c:pt idx="1480">
                  <c:v>2.15E-3</c:v>
                </c:pt>
                <c:pt idx="1481">
                  <c:v>2.15E-3</c:v>
                </c:pt>
                <c:pt idx="1482">
                  <c:v>2.15E-3</c:v>
                </c:pt>
                <c:pt idx="1483">
                  <c:v>2.15E-3</c:v>
                </c:pt>
                <c:pt idx="1484">
                  <c:v>2.15E-3</c:v>
                </c:pt>
                <c:pt idx="1485">
                  <c:v>2.15E-3</c:v>
                </c:pt>
                <c:pt idx="1486">
                  <c:v>2.0999999999999999E-3</c:v>
                </c:pt>
                <c:pt idx="1487">
                  <c:v>2.0999999999999999E-3</c:v>
                </c:pt>
                <c:pt idx="1488">
                  <c:v>2.0999999999999999E-3</c:v>
                </c:pt>
                <c:pt idx="1489">
                  <c:v>2.1100000000000003E-3</c:v>
                </c:pt>
                <c:pt idx="1490">
                  <c:v>2.1124999999999998E-3</c:v>
                </c:pt>
                <c:pt idx="1491">
                  <c:v>2.1124999999999998E-3</c:v>
                </c:pt>
                <c:pt idx="1492">
                  <c:v>2.14E-3</c:v>
                </c:pt>
                <c:pt idx="1493">
                  <c:v>2.1375000000000001E-3</c:v>
                </c:pt>
                <c:pt idx="1494">
                  <c:v>2.1833E-3</c:v>
                </c:pt>
                <c:pt idx="1495">
                  <c:v>2.2499999999999998E-3</c:v>
                </c:pt>
                <c:pt idx="1496">
                  <c:v>2.2374999999999999E-3</c:v>
                </c:pt>
                <c:pt idx="1497">
                  <c:v>2.2374999999999999E-3</c:v>
                </c:pt>
                <c:pt idx="1498">
                  <c:v>2.2199999999999998E-3</c:v>
                </c:pt>
                <c:pt idx="1499">
                  <c:v>2.2199999999999998E-3</c:v>
                </c:pt>
                <c:pt idx="1500">
                  <c:v>2.2199999999999998E-3</c:v>
                </c:pt>
                <c:pt idx="1501">
                  <c:v>2.2000000000000001E-3</c:v>
                </c:pt>
                <c:pt idx="1502">
                  <c:v>2.2125000000000001E-3</c:v>
                </c:pt>
                <c:pt idx="1503">
                  <c:v>2.2332999999999997E-3</c:v>
                </c:pt>
                <c:pt idx="1504">
                  <c:v>2.15E-3</c:v>
                </c:pt>
                <c:pt idx="1505">
                  <c:v>2.1875000000000002E-3</c:v>
                </c:pt>
                <c:pt idx="1506">
                  <c:v>2.1800000000000001E-3</c:v>
                </c:pt>
                <c:pt idx="1507">
                  <c:v>2.15E-3</c:v>
                </c:pt>
                <c:pt idx="1508">
                  <c:v>2.2000000000000001E-3</c:v>
                </c:pt>
                <c:pt idx="1509">
                  <c:v>2.1624999999999999E-3</c:v>
                </c:pt>
                <c:pt idx="1510">
                  <c:v>2.1624999999999999E-3</c:v>
                </c:pt>
                <c:pt idx="1511">
                  <c:v>2.1624999999999999E-3</c:v>
                </c:pt>
                <c:pt idx="1512">
                  <c:v>2.15E-3</c:v>
                </c:pt>
                <c:pt idx="1513">
                  <c:v>2.15E-3</c:v>
                </c:pt>
                <c:pt idx="1514">
                  <c:v>2.1667000000000001E-3</c:v>
                </c:pt>
                <c:pt idx="1515">
                  <c:v>2.1667000000000001E-3</c:v>
                </c:pt>
                <c:pt idx="1516">
                  <c:v>2.1624999999999999E-3</c:v>
                </c:pt>
                <c:pt idx="1517">
                  <c:v>2.16E-3</c:v>
                </c:pt>
                <c:pt idx="1518">
                  <c:v>2.0896000000000001E-3</c:v>
                </c:pt>
                <c:pt idx="1519">
                  <c:v>2.1687999999999998E-3</c:v>
                </c:pt>
                <c:pt idx="1520">
                  <c:v>2.1550000000000002E-3</c:v>
                </c:pt>
                <c:pt idx="1521">
                  <c:v>2.1350000000000002E-3</c:v>
                </c:pt>
                <c:pt idx="1522">
                  <c:v>2.15E-3</c:v>
                </c:pt>
                <c:pt idx="1523">
                  <c:v>2.1833E-3</c:v>
                </c:pt>
                <c:pt idx="1524">
                  <c:v>2.1899999999999997E-3</c:v>
                </c:pt>
                <c:pt idx="1525">
                  <c:v>2.1299999999999999E-3</c:v>
                </c:pt>
                <c:pt idx="1526">
                  <c:v>2.1267E-3</c:v>
                </c:pt>
                <c:pt idx="1527">
                  <c:v>2.1100000000000003E-3</c:v>
                </c:pt>
                <c:pt idx="1528">
                  <c:v>2.1167E-3</c:v>
                </c:pt>
                <c:pt idx="1529">
                  <c:v>2.0966000000000001E-3</c:v>
                </c:pt>
                <c:pt idx="1530">
                  <c:v>2.1350000000000002E-3</c:v>
                </c:pt>
                <c:pt idx="1531">
                  <c:v>2.1124999999999998E-3</c:v>
                </c:pt>
                <c:pt idx="1532">
                  <c:v>2.0899999999999998E-3</c:v>
                </c:pt>
                <c:pt idx="1533">
                  <c:v>2.0899999999999998E-3</c:v>
                </c:pt>
                <c:pt idx="1534">
                  <c:v>2.1100000000000003E-3</c:v>
                </c:pt>
                <c:pt idx="1535">
                  <c:v>2.1100000000000003E-3</c:v>
                </c:pt>
                <c:pt idx="1536">
                  <c:v>2.1100000000000003E-3</c:v>
                </c:pt>
                <c:pt idx="1537">
                  <c:v>2.0667000000000003E-3</c:v>
                </c:pt>
                <c:pt idx="1538">
                  <c:v>2.0999999999999999E-3</c:v>
                </c:pt>
                <c:pt idx="1539">
                  <c:v>2.1375000000000001E-3</c:v>
                </c:pt>
                <c:pt idx="1540">
                  <c:v>2.1100000000000003E-3</c:v>
                </c:pt>
                <c:pt idx="1541">
                  <c:v>2.1199999999999999E-3</c:v>
                </c:pt>
                <c:pt idx="1542">
                  <c:v>2.0999999999999999E-3</c:v>
                </c:pt>
                <c:pt idx="1543">
                  <c:v>2.0800000000000003E-3</c:v>
                </c:pt>
                <c:pt idx="1544">
                  <c:v>2.0950000000000001E-3</c:v>
                </c:pt>
                <c:pt idx="1545">
                  <c:v>2.0353999999999997E-3</c:v>
                </c:pt>
                <c:pt idx="1546">
                  <c:v>2.0200000000000001E-3</c:v>
                </c:pt>
                <c:pt idx="1547">
                  <c:v>2.0125E-3</c:v>
                </c:pt>
                <c:pt idx="1548">
                  <c:v>2.0249999999999999E-3</c:v>
                </c:pt>
                <c:pt idx="1549">
                  <c:v>1.9882999999999997E-3</c:v>
                </c:pt>
                <c:pt idx="1550">
                  <c:v>1.99E-3</c:v>
                </c:pt>
                <c:pt idx="1551">
                  <c:v>1.9562999999999998E-3</c:v>
                </c:pt>
                <c:pt idx="1552">
                  <c:v>1.9667E-3</c:v>
                </c:pt>
                <c:pt idx="1553">
                  <c:v>1.9437999999999999E-3</c:v>
                </c:pt>
                <c:pt idx="1554">
                  <c:v>1.9E-3</c:v>
                </c:pt>
                <c:pt idx="1555">
                  <c:v>1.8500000000000001E-3</c:v>
                </c:pt>
                <c:pt idx="1556">
                  <c:v>1.8500000000000001E-3</c:v>
                </c:pt>
                <c:pt idx="1557">
                  <c:v>1.8500000000000001E-3</c:v>
                </c:pt>
                <c:pt idx="1558">
                  <c:v>1.8167000000000001E-3</c:v>
                </c:pt>
                <c:pt idx="1559">
                  <c:v>1.8E-3</c:v>
                </c:pt>
                <c:pt idx="1560">
                  <c:v>1.7832999999999998E-3</c:v>
                </c:pt>
                <c:pt idx="1561">
                  <c:v>1.8625E-3</c:v>
                </c:pt>
                <c:pt idx="1562">
                  <c:v>1.8500000000000001E-3</c:v>
                </c:pt>
                <c:pt idx="1563">
                  <c:v>1.8500000000000001E-3</c:v>
                </c:pt>
                <c:pt idx="1564">
                  <c:v>1.8667000000000002E-3</c:v>
                </c:pt>
                <c:pt idx="1565">
                  <c:v>1.8E-3</c:v>
                </c:pt>
                <c:pt idx="1566">
                  <c:v>1.8500000000000001E-3</c:v>
                </c:pt>
                <c:pt idx="1567">
                  <c:v>1.8500000000000001E-3</c:v>
                </c:pt>
                <c:pt idx="1568">
                  <c:v>1.8500000000000001E-3</c:v>
                </c:pt>
                <c:pt idx="1569">
                  <c:v>1.82E-3</c:v>
                </c:pt>
                <c:pt idx="1570">
                  <c:v>1.825E-3</c:v>
                </c:pt>
                <c:pt idx="1571">
                  <c:v>1.83E-3</c:v>
                </c:pt>
                <c:pt idx="1572">
                  <c:v>1.83E-3</c:v>
                </c:pt>
                <c:pt idx="1573">
                  <c:v>1.7875E-3</c:v>
                </c:pt>
                <c:pt idx="1574">
                  <c:v>1.8374999999999999E-3</c:v>
                </c:pt>
                <c:pt idx="1575">
                  <c:v>1.8500000000000001E-3</c:v>
                </c:pt>
                <c:pt idx="1576">
                  <c:v>1.8010999999999999E-3</c:v>
                </c:pt>
                <c:pt idx="1577">
                  <c:v>1.7219999999999998E-3</c:v>
                </c:pt>
                <c:pt idx="1578">
                  <c:v>1.6780999999999999E-3</c:v>
                </c:pt>
                <c:pt idx="1579">
                  <c:v>1.7478999999999999E-3</c:v>
                </c:pt>
                <c:pt idx="1580">
                  <c:v>1.7294000000000001E-3</c:v>
                </c:pt>
                <c:pt idx="1581">
                  <c:v>1.7170000000000002E-3</c:v>
                </c:pt>
                <c:pt idx="1582">
                  <c:v>1.7088000000000001E-3</c:v>
                </c:pt>
                <c:pt idx="1583">
                  <c:v>1.7170000000000002E-3</c:v>
                </c:pt>
                <c:pt idx="1584">
                  <c:v>1.6918E-3</c:v>
                </c:pt>
                <c:pt idx="1585">
                  <c:v>1.6835000000000001E-3</c:v>
                </c:pt>
                <c:pt idx="1586">
                  <c:v>1.7003000000000001E-3</c:v>
                </c:pt>
                <c:pt idx="1587">
                  <c:v>1.7045000000000001E-3</c:v>
                </c:pt>
                <c:pt idx="1588">
                  <c:v>1.7085000000000002E-3</c:v>
                </c:pt>
                <c:pt idx="1589">
                  <c:v>1.7003000000000001E-3</c:v>
                </c:pt>
                <c:pt idx="1590">
                  <c:v>1.7003000000000001E-3</c:v>
                </c:pt>
                <c:pt idx="1591">
                  <c:v>1.6645E-3</c:v>
                </c:pt>
                <c:pt idx="1592">
                  <c:v>1.6750000000000001E-3</c:v>
                </c:pt>
                <c:pt idx="1593">
                  <c:v>1.6750000000000001E-3</c:v>
                </c:pt>
                <c:pt idx="1594">
                  <c:v>1.7585000000000001E-3</c:v>
                </c:pt>
                <c:pt idx="1595">
                  <c:v>1.6624999999999999E-3</c:v>
                </c:pt>
                <c:pt idx="1596">
                  <c:v>1.6624999999999999E-3</c:v>
                </c:pt>
                <c:pt idx="1597">
                  <c:v>1.6541000000000001E-3</c:v>
                </c:pt>
                <c:pt idx="1598">
                  <c:v>1.65E-3</c:v>
                </c:pt>
                <c:pt idx="1599">
                  <c:v>1.7170000000000002E-3</c:v>
                </c:pt>
                <c:pt idx="1600">
                  <c:v>1.6624999999999999E-3</c:v>
                </c:pt>
                <c:pt idx="1601">
                  <c:v>1.6417999999999999E-3</c:v>
                </c:pt>
                <c:pt idx="1602">
                  <c:v>1.6417999999999999E-3</c:v>
                </c:pt>
                <c:pt idx="1603">
                  <c:v>1.6332999999999999E-3</c:v>
                </c:pt>
                <c:pt idx="1604">
                  <c:v>1.6332999999999999E-3</c:v>
                </c:pt>
                <c:pt idx="1605">
                  <c:v>1.6293E-3</c:v>
                </c:pt>
                <c:pt idx="1606">
                  <c:v>1.6795000000000002E-3</c:v>
                </c:pt>
                <c:pt idx="1607">
                  <c:v>1.6835000000000001E-3</c:v>
                </c:pt>
                <c:pt idx="1608">
                  <c:v>1.6835000000000001E-3</c:v>
                </c:pt>
                <c:pt idx="1609">
                  <c:v>1.6835000000000001E-3</c:v>
                </c:pt>
                <c:pt idx="1610">
                  <c:v>1.7091999999999999E-3</c:v>
                </c:pt>
                <c:pt idx="1611">
                  <c:v>1.6624999999999999E-3</c:v>
                </c:pt>
                <c:pt idx="1612">
                  <c:v>1.6460000000000001E-3</c:v>
                </c:pt>
                <c:pt idx="1613">
                  <c:v>1.6443999999999999E-3</c:v>
                </c:pt>
                <c:pt idx="1614">
                  <c:v>1.6332999999999999E-3</c:v>
                </c:pt>
                <c:pt idx="1615">
                  <c:v>1.6249999999999999E-3</c:v>
                </c:pt>
                <c:pt idx="1616">
                  <c:v>1.621E-3</c:v>
                </c:pt>
                <c:pt idx="1617">
                  <c:v>1.6003E-3</c:v>
                </c:pt>
                <c:pt idx="1618">
                  <c:v>1.6224E-3</c:v>
                </c:pt>
                <c:pt idx="1619">
                  <c:v>1.6224E-3</c:v>
                </c:pt>
                <c:pt idx="1620">
                  <c:v>1.6125E-3</c:v>
                </c:pt>
                <c:pt idx="1621">
                  <c:v>1.5832999999999999E-3</c:v>
                </c:pt>
                <c:pt idx="1622">
                  <c:v>1.5832999999999999E-3</c:v>
                </c:pt>
                <c:pt idx="1623">
                  <c:v>1.5832999999999999E-3</c:v>
                </c:pt>
                <c:pt idx="1624">
                  <c:v>1.5625000000000001E-3</c:v>
                </c:pt>
                <c:pt idx="1625">
                  <c:v>1.5625000000000001E-3</c:v>
                </c:pt>
                <c:pt idx="1626">
                  <c:v>1.5625000000000001E-3</c:v>
                </c:pt>
                <c:pt idx="1627">
                  <c:v>1.5347E-3</c:v>
                </c:pt>
                <c:pt idx="1628">
                  <c:v>1.5307000000000001E-3</c:v>
                </c:pt>
                <c:pt idx="1629">
                  <c:v>1.5499999999999999E-3</c:v>
                </c:pt>
                <c:pt idx="1630">
                  <c:v>1.5444E-3</c:v>
                </c:pt>
                <c:pt idx="1631">
                  <c:v>1.5250000000000001E-3</c:v>
                </c:pt>
                <c:pt idx="1632">
                  <c:v>1.4334E-3</c:v>
                </c:pt>
                <c:pt idx="1633">
                  <c:v>1.4334E-3</c:v>
                </c:pt>
                <c:pt idx="1634">
                  <c:v>1.4E-3</c:v>
                </c:pt>
                <c:pt idx="1635">
                  <c:v>1.4E-3</c:v>
                </c:pt>
                <c:pt idx="1636">
                  <c:v>1.4E-3</c:v>
                </c:pt>
                <c:pt idx="1637">
                  <c:v>1.4E-3</c:v>
                </c:pt>
                <c:pt idx="1638">
                  <c:v>1.4861E-3</c:v>
                </c:pt>
                <c:pt idx="1639">
                  <c:v>1.4861E-3</c:v>
                </c:pt>
                <c:pt idx="1640">
                  <c:v>1.4499999999999999E-3</c:v>
                </c:pt>
                <c:pt idx="1641">
                  <c:v>1.4499999999999999E-3</c:v>
                </c:pt>
                <c:pt idx="1642">
                  <c:v>1.4499999999999999E-3</c:v>
                </c:pt>
                <c:pt idx="1643">
                  <c:v>1.4499999999999999E-3</c:v>
                </c:pt>
                <c:pt idx="1644">
                  <c:v>1.4499999999999999E-3</c:v>
                </c:pt>
                <c:pt idx="1645">
                  <c:v>1.4499999999999999E-3</c:v>
                </c:pt>
                <c:pt idx="1646">
                  <c:v>1.4499999999999999E-3</c:v>
                </c:pt>
                <c:pt idx="1647">
                  <c:v>1.4499999999999999E-3</c:v>
                </c:pt>
                <c:pt idx="1648">
                  <c:v>1.4533E-3</c:v>
                </c:pt>
                <c:pt idx="1649">
                  <c:v>1.4400999999999999E-3</c:v>
                </c:pt>
                <c:pt idx="1650">
                  <c:v>1.4667999999999999E-3</c:v>
                </c:pt>
                <c:pt idx="1651">
                  <c:v>1.4498E-3</c:v>
                </c:pt>
                <c:pt idx="1652">
                  <c:v>1.4002999999999999E-3</c:v>
                </c:pt>
                <c:pt idx="1653">
                  <c:v>1.4102000000000001E-3</c:v>
                </c:pt>
                <c:pt idx="1654">
                  <c:v>1.4168E-3</c:v>
                </c:pt>
                <c:pt idx="1655">
                  <c:v>1.4002999999999999E-3</c:v>
                </c:pt>
                <c:pt idx="1656">
                  <c:v>1.4002999999999999E-3</c:v>
                </c:pt>
                <c:pt idx="1657">
                  <c:v>1.3167999999999999E-3</c:v>
                </c:pt>
                <c:pt idx="1658">
                  <c:v>1.3332999999999999E-3</c:v>
                </c:pt>
                <c:pt idx="1659">
                  <c:v>1.3986000000000001E-3</c:v>
                </c:pt>
                <c:pt idx="1660">
                  <c:v>1.3432000000000001E-3</c:v>
                </c:pt>
                <c:pt idx="1661">
                  <c:v>1.2833E-3</c:v>
                </c:pt>
                <c:pt idx="1662">
                  <c:v>1.2800000000000001E-3</c:v>
                </c:pt>
                <c:pt idx="1663">
                  <c:v>1.2833E-3</c:v>
                </c:pt>
                <c:pt idx="1664">
                  <c:v>1.3234E-3</c:v>
                </c:pt>
                <c:pt idx="1665">
                  <c:v>1.2730999999999999E-3</c:v>
                </c:pt>
                <c:pt idx="1666">
                  <c:v>1.2730999999999999E-3</c:v>
                </c:pt>
                <c:pt idx="1667">
                  <c:v>1.2797000000000002E-3</c:v>
                </c:pt>
                <c:pt idx="1668">
                  <c:v>1.2664999999999998E-3</c:v>
                </c:pt>
                <c:pt idx="1669">
                  <c:v>1.317E-3</c:v>
                </c:pt>
                <c:pt idx="1670">
                  <c:v>1.2698E-3</c:v>
                </c:pt>
                <c:pt idx="1671">
                  <c:v>1.3366000000000001E-3</c:v>
                </c:pt>
                <c:pt idx="1672">
                  <c:v>1.3234E-3</c:v>
                </c:pt>
                <c:pt idx="1673">
                  <c:v>1.3102000000000001E-3</c:v>
                </c:pt>
                <c:pt idx="1674">
                  <c:v>1.3003000000000001E-3</c:v>
                </c:pt>
                <c:pt idx="1675">
                  <c:v>1.2835000000000001E-3</c:v>
                </c:pt>
                <c:pt idx="1676">
                  <c:v>1.2835000000000001E-3</c:v>
                </c:pt>
                <c:pt idx="1677">
                  <c:v>1.2999999999999999E-3</c:v>
                </c:pt>
                <c:pt idx="1678">
                  <c:v>1.2999999999999999E-3</c:v>
                </c:pt>
                <c:pt idx="1679">
                  <c:v>1.2967E-3</c:v>
                </c:pt>
                <c:pt idx="1680">
                  <c:v>1.3167999999999999E-3</c:v>
                </c:pt>
                <c:pt idx="1681">
                  <c:v>1.3167999999999999E-3</c:v>
                </c:pt>
                <c:pt idx="1682">
                  <c:v>1.2767E-3</c:v>
                </c:pt>
                <c:pt idx="1683">
                  <c:v>1.2497999999999999E-3</c:v>
                </c:pt>
                <c:pt idx="1684">
                  <c:v>1.2835000000000001E-3</c:v>
                </c:pt>
                <c:pt idx="1685">
                  <c:v>1.2901E-3</c:v>
                </c:pt>
                <c:pt idx="1686">
                  <c:v>1.317E-3</c:v>
                </c:pt>
                <c:pt idx="1687">
                  <c:v>1.2999999999999999E-3</c:v>
                </c:pt>
                <c:pt idx="1688">
                  <c:v>1.2999999999999999E-3</c:v>
                </c:pt>
                <c:pt idx="1689">
                  <c:v>1.2933999999999999E-3</c:v>
                </c:pt>
                <c:pt idx="1690">
                  <c:v>1.2933999999999999E-3</c:v>
                </c:pt>
                <c:pt idx="1691">
                  <c:v>1.3167999999999999E-3</c:v>
                </c:pt>
                <c:pt idx="1692">
                  <c:v>1.3167999999999999E-3</c:v>
                </c:pt>
                <c:pt idx="1693">
                  <c:v>1.3167999999999999E-3</c:v>
                </c:pt>
                <c:pt idx="1694">
                  <c:v>1.3167999999999999E-3</c:v>
                </c:pt>
                <c:pt idx="1695">
                  <c:v>1.3167999999999999E-3</c:v>
                </c:pt>
                <c:pt idx="1696">
                  <c:v>1.5297000000000002E-3</c:v>
                </c:pt>
                <c:pt idx="1697">
                  <c:v>1.4071999999999999E-3</c:v>
                </c:pt>
                <c:pt idx="1698">
                  <c:v>1.3993E-3</c:v>
                </c:pt>
                <c:pt idx="1699">
                  <c:v>1.4166999999999999E-3</c:v>
                </c:pt>
                <c:pt idx="1700">
                  <c:v>1.3500999999999999E-3</c:v>
                </c:pt>
                <c:pt idx="1701">
                  <c:v>1.3603999999999999E-3</c:v>
                </c:pt>
                <c:pt idx="1702">
                  <c:v>1.3102000000000001E-3</c:v>
                </c:pt>
                <c:pt idx="1703">
                  <c:v>1.3167999999999999E-3</c:v>
                </c:pt>
                <c:pt idx="1704">
                  <c:v>1.4002999999999999E-3</c:v>
                </c:pt>
                <c:pt idx="1705">
                  <c:v>1.3805E-3</c:v>
                </c:pt>
                <c:pt idx="1706">
                  <c:v>1.3805E-3</c:v>
                </c:pt>
                <c:pt idx="1707">
                  <c:v>1.3470000000000001E-3</c:v>
                </c:pt>
                <c:pt idx="1708">
                  <c:v>1.4E-3</c:v>
                </c:pt>
                <c:pt idx="1709">
                  <c:v>1.3936999999999999E-3</c:v>
                </c:pt>
                <c:pt idx="1710">
                  <c:v>1.4140000000000001E-3</c:v>
                </c:pt>
                <c:pt idx="1711">
                  <c:v>1.4835E-3</c:v>
                </c:pt>
                <c:pt idx="1712">
                  <c:v>1.8010000000000001E-3</c:v>
                </c:pt>
                <c:pt idx="1713">
                  <c:v>2.0500000000000002E-3</c:v>
                </c:pt>
                <c:pt idx="1714">
                  <c:v>2.0500000000000002E-3</c:v>
                </c:pt>
                <c:pt idx="1715">
                  <c:v>1.9499999999999999E-3</c:v>
                </c:pt>
                <c:pt idx="1716">
                  <c:v>1.9166000000000001E-3</c:v>
                </c:pt>
                <c:pt idx="1717">
                  <c:v>1.9166000000000001E-3</c:v>
                </c:pt>
                <c:pt idx="1718">
                  <c:v>1.9499999999999999E-3</c:v>
                </c:pt>
                <c:pt idx="1719">
                  <c:v>2.0165999999999999E-3</c:v>
                </c:pt>
                <c:pt idx="1720">
                  <c:v>1.9554999999999998E-3</c:v>
                </c:pt>
                <c:pt idx="1721">
                  <c:v>2.0667000000000003E-3</c:v>
                </c:pt>
                <c:pt idx="1722">
                  <c:v>1.9832999999999999E-3</c:v>
                </c:pt>
                <c:pt idx="1723">
                  <c:v>1.9602E-3</c:v>
                </c:pt>
                <c:pt idx="1724">
                  <c:v>2.0228999999999998E-3</c:v>
                </c:pt>
                <c:pt idx="1725">
                  <c:v>2.0167000000000002E-3</c:v>
                </c:pt>
                <c:pt idx="1726">
                  <c:v>2.0008000000000001E-3</c:v>
                </c:pt>
                <c:pt idx="1727">
                  <c:v>2.1167E-3</c:v>
                </c:pt>
                <c:pt idx="1728">
                  <c:v>2.0899E-3</c:v>
                </c:pt>
                <c:pt idx="1729">
                  <c:v>2.1030999999999997E-3</c:v>
                </c:pt>
                <c:pt idx="1730">
                  <c:v>2.0832999999999997E-3</c:v>
                </c:pt>
                <c:pt idx="1731">
                  <c:v>2.0832999999999997E-3</c:v>
                </c:pt>
                <c:pt idx="1732">
                  <c:v>2.0832999999999997E-3</c:v>
                </c:pt>
                <c:pt idx="1733">
                  <c:v>2.2489999999999997E-3</c:v>
                </c:pt>
                <c:pt idx="1734">
                  <c:v>2.0832999999999997E-3</c:v>
                </c:pt>
                <c:pt idx="1735">
                  <c:v>2.0998000000000002E-3</c:v>
                </c:pt>
                <c:pt idx="1736">
                  <c:v>2.0832999999999997E-3</c:v>
                </c:pt>
                <c:pt idx="1737">
                  <c:v>2.0998000000000002E-3</c:v>
                </c:pt>
                <c:pt idx="1738">
                  <c:v>2.117E-3</c:v>
                </c:pt>
                <c:pt idx="1739">
                  <c:v>2.1004999999999999E-3</c:v>
                </c:pt>
                <c:pt idx="1740">
                  <c:v>2.0832999999999997E-3</c:v>
                </c:pt>
                <c:pt idx="1741">
                  <c:v>1.9997999999999999E-3</c:v>
                </c:pt>
                <c:pt idx="1742">
                  <c:v>1.9832999999999999E-3</c:v>
                </c:pt>
                <c:pt idx="1743">
                  <c:v>2.0167000000000002E-3</c:v>
                </c:pt>
                <c:pt idx="1744">
                  <c:v>1.9832999999999999E-3</c:v>
                </c:pt>
                <c:pt idx="1745">
                  <c:v>1.9832999999999999E-3</c:v>
                </c:pt>
                <c:pt idx="1746">
                  <c:v>1.9832999999999999E-3</c:v>
                </c:pt>
                <c:pt idx="1747">
                  <c:v>1.9832999999999999E-3</c:v>
                </c:pt>
                <c:pt idx="1748">
                  <c:v>1.9832999999999999E-3</c:v>
                </c:pt>
                <c:pt idx="1749">
                  <c:v>1.9832999999999999E-3</c:v>
                </c:pt>
                <c:pt idx="1750">
                  <c:v>2E-3</c:v>
                </c:pt>
                <c:pt idx="1751">
                  <c:v>1.8832999999999999E-3</c:v>
                </c:pt>
                <c:pt idx="1752">
                  <c:v>1.8167000000000001E-3</c:v>
                </c:pt>
                <c:pt idx="1753">
                  <c:v>1.8167000000000001E-3</c:v>
                </c:pt>
                <c:pt idx="1754">
                  <c:v>3.1197999999999998E-3</c:v>
                </c:pt>
                <c:pt idx="1755">
                  <c:v>1.7998000000000001E-3</c:v>
                </c:pt>
                <c:pt idx="1756">
                  <c:v>1.7434000000000002E-3</c:v>
                </c:pt>
                <c:pt idx="1757">
                  <c:v>1.8201000000000001E-3</c:v>
                </c:pt>
                <c:pt idx="1758">
                  <c:v>1.8E-3</c:v>
                </c:pt>
                <c:pt idx="1759">
                  <c:v>1.8167000000000001E-3</c:v>
                </c:pt>
                <c:pt idx="1760">
                  <c:v>1.7378000000000001E-3</c:v>
                </c:pt>
                <c:pt idx="1761">
                  <c:v>1.8498000000000002E-3</c:v>
                </c:pt>
                <c:pt idx="1762">
                  <c:v>1.8992999999999998E-3</c:v>
                </c:pt>
                <c:pt idx="1763">
                  <c:v>1.8828E-3</c:v>
                </c:pt>
                <c:pt idx="1764">
                  <c:v>1.8962E-3</c:v>
                </c:pt>
                <c:pt idx="1765">
                  <c:v>1.8431999999999999E-3</c:v>
                </c:pt>
                <c:pt idx="1766">
                  <c:v>1.73E-3</c:v>
                </c:pt>
                <c:pt idx="1767">
                  <c:v>1.7268999999999997E-3</c:v>
                </c:pt>
                <c:pt idx="1768">
                  <c:v>1.882E-3</c:v>
                </c:pt>
                <c:pt idx="1769">
                  <c:v>1.8500000000000001E-3</c:v>
                </c:pt>
                <c:pt idx="1770">
                  <c:v>1.8832999999999999E-3</c:v>
                </c:pt>
                <c:pt idx="1771">
                  <c:v>1.8832999999999999E-3</c:v>
                </c:pt>
                <c:pt idx="1772">
                  <c:v>1.8832999999999999E-3</c:v>
                </c:pt>
                <c:pt idx="1773">
                  <c:v>1.8832999999999999E-3</c:v>
                </c:pt>
                <c:pt idx="1774">
                  <c:v>1.8832999999999999E-3</c:v>
                </c:pt>
                <c:pt idx="1775">
                  <c:v>1.8832999999999999E-3</c:v>
                </c:pt>
                <c:pt idx="1776">
                  <c:v>1.8832999999999999E-3</c:v>
                </c:pt>
                <c:pt idx="1777">
                  <c:v>1.8667000000000002E-3</c:v>
                </c:pt>
                <c:pt idx="1778">
                  <c:v>1.8832999999999999E-3</c:v>
                </c:pt>
                <c:pt idx="1779">
                  <c:v>1.9167000000000001E-3</c:v>
                </c:pt>
                <c:pt idx="1780">
                  <c:v>1.9167000000000001E-3</c:v>
                </c:pt>
                <c:pt idx="1781">
                  <c:v>1.9201000000000001E-3</c:v>
                </c:pt>
                <c:pt idx="1782">
                  <c:v>1.9499999999999999E-3</c:v>
                </c:pt>
                <c:pt idx="1783">
                  <c:v>1.9206E-3</c:v>
                </c:pt>
                <c:pt idx="1784">
                  <c:v>1.9832999999999999E-3</c:v>
                </c:pt>
                <c:pt idx="1785">
                  <c:v>1.9568999999999997E-3</c:v>
                </c:pt>
                <c:pt idx="1786">
                  <c:v>1.9734000000000002E-3</c:v>
                </c:pt>
                <c:pt idx="1787">
                  <c:v>2.0167000000000002E-3</c:v>
                </c:pt>
                <c:pt idx="1788">
                  <c:v>2.0167000000000002E-3</c:v>
                </c:pt>
                <c:pt idx="1789">
                  <c:v>2.0167000000000002E-3</c:v>
                </c:pt>
                <c:pt idx="1790">
                  <c:v>2E-3</c:v>
                </c:pt>
                <c:pt idx="1791">
                  <c:v>2.0472000000000003E-3</c:v>
                </c:pt>
                <c:pt idx="1792">
                  <c:v>2.0635000000000002E-3</c:v>
                </c:pt>
                <c:pt idx="1793">
                  <c:v>2.2003000000000001E-3</c:v>
                </c:pt>
                <c:pt idx="1794">
                  <c:v>2.2167000000000003E-3</c:v>
                </c:pt>
                <c:pt idx="1795">
                  <c:v>2.8622000000000001E-3</c:v>
                </c:pt>
                <c:pt idx="1796">
                  <c:v>3.4442000000000001E-3</c:v>
                </c:pt>
                <c:pt idx="1797">
                  <c:v>3.4811999999999998E-3</c:v>
                </c:pt>
                <c:pt idx="1798">
                  <c:v>3.4573999999999998E-3</c:v>
                </c:pt>
                <c:pt idx="1799">
                  <c:v>3.5347999999999998E-3</c:v>
                </c:pt>
                <c:pt idx="1800">
                  <c:v>3.7000000000000002E-3</c:v>
                </c:pt>
                <c:pt idx="1801">
                  <c:v>3.5832999999999998E-3</c:v>
                </c:pt>
                <c:pt idx="1802">
                  <c:v>3.5832999999999998E-3</c:v>
                </c:pt>
                <c:pt idx="1803">
                  <c:v>3.5168E-3</c:v>
                </c:pt>
                <c:pt idx="1804">
                  <c:v>3.5500000000000002E-3</c:v>
                </c:pt>
                <c:pt idx="1805">
                  <c:v>3.4003000000000002E-3</c:v>
                </c:pt>
                <c:pt idx="1806">
                  <c:v>3.3500000000000001E-3</c:v>
                </c:pt>
                <c:pt idx="1807">
                  <c:v>3.3500000000000001E-3</c:v>
                </c:pt>
                <c:pt idx="1808">
                  <c:v>3.1327999999999998E-3</c:v>
                </c:pt>
                <c:pt idx="1809">
                  <c:v>3.1672999999999996E-3</c:v>
                </c:pt>
                <c:pt idx="1810">
                  <c:v>3.3667000000000002E-3</c:v>
                </c:pt>
                <c:pt idx="1811">
                  <c:v>3.3070999999999999E-3</c:v>
                </c:pt>
                <c:pt idx="1812">
                  <c:v>3.2667E-3</c:v>
                </c:pt>
                <c:pt idx="1813">
                  <c:v>3.3165E-3</c:v>
                </c:pt>
                <c:pt idx="1814">
                  <c:v>3.4825000000000004E-3</c:v>
                </c:pt>
                <c:pt idx="1815">
                  <c:v>3.4545999999999999E-3</c:v>
                </c:pt>
                <c:pt idx="1816">
                  <c:v>3.4743999999999999E-3</c:v>
                </c:pt>
                <c:pt idx="1817">
                  <c:v>3.2499999999999999E-3</c:v>
                </c:pt>
                <c:pt idx="1818">
                  <c:v>3.2533000000000002E-3</c:v>
                </c:pt>
                <c:pt idx="1819">
                  <c:v>3.2533000000000002E-3</c:v>
                </c:pt>
                <c:pt idx="1820">
                  <c:v>3.2533000000000002E-3</c:v>
                </c:pt>
                <c:pt idx="1821">
                  <c:v>3.2365000000000002E-3</c:v>
                </c:pt>
                <c:pt idx="1822">
                  <c:v>3.2868000000000003E-3</c:v>
                </c:pt>
                <c:pt idx="1823">
                  <c:v>3.2002000000000003E-3</c:v>
                </c:pt>
                <c:pt idx="1824">
                  <c:v>3.1707999999999997E-3</c:v>
                </c:pt>
                <c:pt idx="1825">
                  <c:v>3.1707999999999997E-3</c:v>
                </c:pt>
                <c:pt idx="1826">
                  <c:v>3.2345E-3</c:v>
                </c:pt>
                <c:pt idx="1827">
                  <c:v>3.2872999999999999E-3</c:v>
                </c:pt>
                <c:pt idx="1828">
                  <c:v>3.5987000000000002E-3</c:v>
                </c:pt>
                <c:pt idx="1829">
                  <c:v>4.0156999999999997E-3</c:v>
                </c:pt>
                <c:pt idx="1830">
                  <c:v>4.1774000000000004E-3</c:v>
                </c:pt>
                <c:pt idx="1831">
                  <c:v>4.6689999999999995E-3</c:v>
                </c:pt>
                <c:pt idx="1832">
                  <c:v>5.0495000000000002E-3</c:v>
                </c:pt>
                <c:pt idx="1833">
                  <c:v>5.0124999999999996E-3</c:v>
                </c:pt>
                <c:pt idx="1834">
                  <c:v>5.0429000000000003E-3</c:v>
                </c:pt>
                <c:pt idx="1835">
                  <c:v>5.4854999999999999E-3</c:v>
                </c:pt>
                <c:pt idx="1836">
                  <c:v>5.7169999999999999E-3</c:v>
                </c:pt>
                <c:pt idx="1837">
                  <c:v>6.4000000000000003E-3</c:v>
                </c:pt>
                <c:pt idx="1838">
                  <c:v>6.2005000000000003E-3</c:v>
                </c:pt>
                <c:pt idx="1839">
                  <c:v>6.2005000000000003E-3</c:v>
                </c:pt>
                <c:pt idx="1840">
                  <c:v>6.9882999999999994E-3</c:v>
                </c:pt>
                <c:pt idx="1841">
                  <c:v>7.2010000000000008E-3</c:v>
                </c:pt>
                <c:pt idx="1842">
                  <c:v>7.0004999999999998E-3</c:v>
                </c:pt>
                <c:pt idx="1843">
                  <c:v>6.9906000000000005E-3</c:v>
                </c:pt>
                <c:pt idx="1844">
                  <c:v>7.0137000000000003E-3</c:v>
                </c:pt>
                <c:pt idx="1845">
                  <c:v>6.8325E-3</c:v>
                </c:pt>
                <c:pt idx="1846">
                  <c:v>6.5325000000000001E-3</c:v>
                </c:pt>
                <c:pt idx="1847">
                  <c:v>6.4999999999999997E-3</c:v>
                </c:pt>
                <c:pt idx="1848">
                  <c:v>6.5500000000000003E-3</c:v>
                </c:pt>
                <c:pt idx="1849">
                  <c:v>6.5462000000000003E-3</c:v>
                </c:pt>
                <c:pt idx="1850">
                  <c:v>6.8334999999999993E-3</c:v>
                </c:pt>
                <c:pt idx="1851">
                  <c:v>6.9989999999999991E-3</c:v>
                </c:pt>
                <c:pt idx="1852">
                  <c:v>6.9944000000000004E-3</c:v>
                </c:pt>
                <c:pt idx="1853">
                  <c:v>7.316500000000001E-3</c:v>
                </c:pt>
                <c:pt idx="1854">
                  <c:v>7.2117000000000006E-3</c:v>
                </c:pt>
                <c:pt idx="1855">
                  <c:v>6.9837999999999992E-3</c:v>
                </c:pt>
                <c:pt idx="1856">
                  <c:v>6.6333E-3</c:v>
                </c:pt>
                <c:pt idx="1857">
                  <c:v>6.5236000000000001E-3</c:v>
                </c:pt>
                <c:pt idx="1858">
                  <c:v>6.633E-3</c:v>
                </c:pt>
                <c:pt idx="1859">
                  <c:v>6.633E-3</c:v>
                </c:pt>
                <c:pt idx="1860">
                  <c:v>6.5724999999999993E-3</c:v>
                </c:pt>
                <c:pt idx="1861">
                  <c:v>6.8441999999999991E-3</c:v>
                </c:pt>
                <c:pt idx="1862">
                  <c:v>6.2375E-3</c:v>
                </c:pt>
                <c:pt idx="1863">
                  <c:v>5.8934E-3</c:v>
                </c:pt>
                <c:pt idx="1864">
                  <c:v>5.5332999999999997E-3</c:v>
                </c:pt>
                <c:pt idx="1865">
                  <c:v>5.4999999999999997E-3</c:v>
                </c:pt>
                <c:pt idx="1866">
                  <c:v>5.5071E-3</c:v>
                </c:pt>
                <c:pt idx="1867">
                  <c:v>5.4834999999999997E-3</c:v>
                </c:pt>
                <c:pt idx="1868">
                  <c:v>5.8505000000000007E-3</c:v>
                </c:pt>
                <c:pt idx="1869">
                  <c:v>5.9439000000000002E-3</c:v>
                </c:pt>
                <c:pt idx="1870">
                  <c:v>6.0406000000000001E-3</c:v>
                </c:pt>
                <c:pt idx="1871">
                  <c:v>6.117E-3</c:v>
                </c:pt>
                <c:pt idx="1872">
                  <c:v>6.3933999999999996E-3</c:v>
                </c:pt>
                <c:pt idx="1873">
                  <c:v>6.9667000000000001E-3</c:v>
                </c:pt>
                <c:pt idx="1874">
                  <c:v>7.1075999999999995E-3</c:v>
                </c:pt>
                <c:pt idx="1875">
                  <c:v>6.9750000000000003E-3</c:v>
                </c:pt>
                <c:pt idx="1876">
                  <c:v>6.7882999999999997E-3</c:v>
                </c:pt>
                <c:pt idx="1877">
                  <c:v>7.3670000000000003E-3</c:v>
                </c:pt>
                <c:pt idx="1878">
                  <c:v>7.5510000000000004E-3</c:v>
                </c:pt>
                <c:pt idx="1879">
                  <c:v>8.0000000000000002E-3</c:v>
                </c:pt>
                <c:pt idx="1880">
                  <c:v>7.5332999999999997E-3</c:v>
                </c:pt>
                <c:pt idx="1881">
                  <c:v>7.2689999999999994E-3</c:v>
                </c:pt>
                <c:pt idx="1882">
                  <c:v>7.2558000000000006E-3</c:v>
                </c:pt>
                <c:pt idx="1883">
                  <c:v>7.2558000000000006E-3</c:v>
                </c:pt>
                <c:pt idx="1884">
                  <c:v>7.2349999999999992E-3</c:v>
                </c:pt>
                <c:pt idx="1885">
                  <c:v>7.0000000000000001E-3</c:v>
                </c:pt>
                <c:pt idx="1886">
                  <c:v>7.3334999999999997E-3</c:v>
                </c:pt>
                <c:pt idx="1887">
                  <c:v>7.3170000000000006E-3</c:v>
                </c:pt>
                <c:pt idx="1888">
                  <c:v>7.3433999999999999E-3</c:v>
                </c:pt>
                <c:pt idx="1889">
                  <c:v>7.4666999999999997E-3</c:v>
                </c:pt>
                <c:pt idx="1890">
                  <c:v>7.4999999999999997E-3</c:v>
                </c:pt>
                <c:pt idx="1891">
                  <c:v>7.2165000000000007E-3</c:v>
                </c:pt>
                <c:pt idx="1892">
                  <c:v>6.9334999999999996E-3</c:v>
                </c:pt>
                <c:pt idx="1893">
                  <c:v>6.9332999999999999E-3</c:v>
                </c:pt>
                <c:pt idx="1894">
                  <c:v>6.6499999999999997E-3</c:v>
                </c:pt>
                <c:pt idx="1895">
                  <c:v>6.6333E-3</c:v>
                </c:pt>
                <c:pt idx="1896">
                  <c:v>6.5504999999999999E-3</c:v>
                </c:pt>
                <c:pt idx="1897">
                  <c:v>6.6165000000000009E-3</c:v>
                </c:pt>
                <c:pt idx="1898">
                  <c:v>6.7004999999999999E-3</c:v>
                </c:pt>
                <c:pt idx="1899">
                  <c:v>6.7670000000000004E-3</c:v>
                </c:pt>
                <c:pt idx="1900">
                  <c:v>6.6901E-3</c:v>
                </c:pt>
                <c:pt idx="1901">
                  <c:v>6.6E-3</c:v>
                </c:pt>
                <c:pt idx="1902">
                  <c:v>6.5510000000000004E-3</c:v>
                </c:pt>
                <c:pt idx="1903">
                  <c:v>5.901E-3</c:v>
                </c:pt>
                <c:pt idx="1904">
                  <c:v>5.9354999999999998E-3</c:v>
                </c:pt>
                <c:pt idx="1905">
                  <c:v>5.9156999999999994E-3</c:v>
                </c:pt>
                <c:pt idx="1906">
                  <c:v>5.8859999999999997E-3</c:v>
                </c:pt>
                <c:pt idx="1907">
                  <c:v>5.9332999999999999E-3</c:v>
                </c:pt>
                <c:pt idx="1908">
                  <c:v>5.8200000000000005E-3</c:v>
                </c:pt>
                <c:pt idx="1909">
                  <c:v>5.5450000000000004E-3</c:v>
                </c:pt>
                <c:pt idx="1910">
                  <c:v>5.7667000000000005E-3</c:v>
                </c:pt>
                <c:pt idx="1911">
                  <c:v>5.6332999999999999E-3</c:v>
                </c:pt>
                <c:pt idx="1912">
                  <c:v>5.6020000000000002E-3</c:v>
                </c:pt>
                <c:pt idx="1913">
                  <c:v>5.3509999999999999E-3</c:v>
                </c:pt>
                <c:pt idx="1914">
                  <c:v>5.5520000000000005E-3</c:v>
                </c:pt>
                <c:pt idx="1915">
                  <c:v>5.6519999999999999E-3</c:v>
                </c:pt>
                <c:pt idx="1916">
                  <c:v>5.6519999999999999E-3</c:v>
                </c:pt>
                <c:pt idx="1917">
                  <c:v>5.4859999999999996E-3</c:v>
                </c:pt>
                <c:pt idx="1918">
                  <c:v>5.5520000000000005E-3</c:v>
                </c:pt>
                <c:pt idx="1919">
                  <c:v>5.3081000000000005E-3</c:v>
                </c:pt>
                <c:pt idx="1920">
                  <c:v>5.2179999999999995E-3</c:v>
                </c:pt>
                <c:pt idx="1921">
                  <c:v>4.8999999999999998E-3</c:v>
                </c:pt>
                <c:pt idx="1922">
                  <c:v>5.1332999999999995E-3</c:v>
                </c:pt>
                <c:pt idx="1923">
                  <c:v>5.0667000000000004E-3</c:v>
                </c:pt>
                <c:pt idx="1924">
                  <c:v>5.1332999999999995E-3</c:v>
                </c:pt>
                <c:pt idx="1925">
                  <c:v>5.1332999999999995E-3</c:v>
                </c:pt>
                <c:pt idx="1926">
                  <c:v>5.1000000000000004E-3</c:v>
                </c:pt>
                <c:pt idx="1927">
                  <c:v>5.1000000000000004E-3</c:v>
                </c:pt>
                <c:pt idx="1928">
                  <c:v>5.0667000000000004E-3</c:v>
                </c:pt>
                <c:pt idx="1929">
                  <c:v>5.0667000000000004E-3</c:v>
                </c:pt>
                <c:pt idx="1930">
                  <c:v>5.0333000000000001E-3</c:v>
                </c:pt>
                <c:pt idx="1931">
                  <c:v>4.5999999999999999E-3</c:v>
                </c:pt>
                <c:pt idx="1932">
                  <c:v>4.4333000000000003E-3</c:v>
                </c:pt>
                <c:pt idx="1933">
                  <c:v>4.6674999999999998E-3</c:v>
                </c:pt>
                <c:pt idx="1934">
                  <c:v>4.5707999999999999E-3</c:v>
                </c:pt>
                <c:pt idx="1935">
                  <c:v>4.5674999999999995E-3</c:v>
                </c:pt>
                <c:pt idx="1936">
                  <c:v>4.4329999999999994E-3</c:v>
                </c:pt>
                <c:pt idx="1937">
                  <c:v>4.4329999999999994E-3</c:v>
                </c:pt>
                <c:pt idx="1938">
                  <c:v>4.3660000000000001E-3</c:v>
                </c:pt>
                <c:pt idx="1939">
                  <c:v>4.3670000000000002E-3</c:v>
                </c:pt>
                <c:pt idx="1940">
                  <c:v>4.6340000000000001E-3</c:v>
                </c:pt>
                <c:pt idx="1941">
                  <c:v>4.6240999999999999E-3</c:v>
                </c:pt>
                <c:pt idx="1942">
                  <c:v>4.7165000000000002E-3</c:v>
                </c:pt>
                <c:pt idx="1943">
                  <c:v>4.7165000000000002E-3</c:v>
                </c:pt>
                <c:pt idx="1944">
                  <c:v>4.7231E-3</c:v>
                </c:pt>
                <c:pt idx="1945">
                  <c:v>4.6094000000000005E-3</c:v>
                </c:pt>
                <c:pt idx="1946">
                  <c:v>4.6258999999999996E-3</c:v>
                </c:pt>
                <c:pt idx="1947">
                  <c:v>4.6928999999999998E-3</c:v>
                </c:pt>
                <c:pt idx="1948">
                  <c:v>4.9170000000000004E-3</c:v>
                </c:pt>
                <c:pt idx="1949">
                  <c:v>4.9170000000000004E-3</c:v>
                </c:pt>
                <c:pt idx="1950">
                  <c:v>5.1208E-3</c:v>
                </c:pt>
                <c:pt idx="1951">
                  <c:v>5.2835E-3</c:v>
                </c:pt>
                <c:pt idx="1952">
                  <c:v>5.3670000000000002E-3</c:v>
                </c:pt>
                <c:pt idx="1953">
                  <c:v>5.6154999999999998E-3</c:v>
                </c:pt>
                <c:pt idx="1954">
                  <c:v>5.849E-3</c:v>
                </c:pt>
                <c:pt idx="1955">
                  <c:v>5.9329999999999999E-3</c:v>
                </c:pt>
                <c:pt idx="1956">
                  <c:v>6.3495000000000001E-3</c:v>
                </c:pt>
                <c:pt idx="1957">
                  <c:v>6.6004999999999996E-3</c:v>
                </c:pt>
                <c:pt idx="1958">
                  <c:v>6.5938999999999989E-3</c:v>
                </c:pt>
                <c:pt idx="1959">
                  <c:v>6.9099000000000001E-3</c:v>
                </c:pt>
                <c:pt idx="1960">
                  <c:v>6.8428999999999999E-3</c:v>
                </c:pt>
                <c:pt idx="1961">
                  <c:v>6.816E-3</c:v>
                </c:pt>
                <c:pt idx="1962">
                  <c:v>6.7995000000000009E-3</c:v>
                </c:pt>
                <c:pt idx="1963">
                  <c:v>6.8495000000000006E-3</c:v>
                </c:pt>
                <c:pt idx="1964">
                  <c:v>6.8495000000000006E-3</c:v>
                </c:pt>
                <c:pt idx="1965">
                  <c:v>6.8999999999999999E-3</c:v>
                </c:pt>
                <c:pt idx="1966">
                  <c:v>6.7485000000000002E-3</c:v>
                </c:pt>
                <c:pt idx="1967">
                  <c:v>6.6484999999999999E-3</c:v>
                </c:pt>
                <c:pt idx="1968">
                  <c:v>6.6484999999999999E-3</c:v>
                </c:pt>
                <c:pt idx="1969">
                  <c:v>6.6150000000000002E-3</c:v>
                </c:pt>
                <c:pt idx="1970">
                  <c:v>6.6150000000000002E-3</c:v>
                </c:pt>
                <c:pt idx="1971">
                  <c:v>6.3134999999999997E-3</c:v>
                </c:pt>
                <c:pt idx="1972">
                  <c:v>6.1000000000000004E-3</c:v>
                </c:pt>
                <c:pt idx="1973">
                  <c:v>6.0825000000000002E-3</c:v>
                </c:pt>
                <c:pt idx="1974">
                  <c:v>6.1665000000000001E-3</c:v>
                </c:pt>
                <c:pt idx="1975">
                  <c:v>6.1000000000000004E-3</c:v>
                </c:pt>
                <c:pt idx="1976">
                  <c:v>5.9505000000000001E-3</c:v>
                </c:pt>
                <c:pt idx="1977">
                  <c:v>6.1000000000000004E-3</c:v>
                </c:pt>
                <c:pt idx="1978">
                  <c:v>6.084E-3</c:v>
                </c:pt>
                <c:pt idx="1979">
                  <c:v>6.1999999999999998E-3</c:v>
                </c:pt>
                <c:pt idx="1980">
                  <c:v>6.1999999999999998E-3</c:v>
                </c:pt>
                <c:pt idx="1981">
                  <c:v>6.1000000000000004E-3</c:v>
                </c:pt>
                <c:pt idx="1982">
                  <c:v>6.1000000000000004E-3</c:v>
                </c:pt>
                <c:pt idx="1983">
                  <c:v>6.2164999999999998E-3</c:v>
                </c:pt>
                <c:pt idx="1984">
                  <c:v>6.1332999999999995E-3</c:v>
                </c:pt>
                <c:pt idx="1985">
                  <c:v>6.1332999999999995E-3</c:v>
                </c:pt>
                <c:pt idx="1986">
                  <c:v>6.1332999999999995E-3</c:v>
                </c:pt>
                <c:pt idx="1987">
                  <c:v>6.0929000000000001E-3</c:v>
                </c:pt>
                <c:pt idx="1988">
                  <c:v>6.0829999999999999E-3</c:v>
                </c:pt>
                <c:pt idx="1989">
                  <c:v>6.1332999999999995E-3</c:v>
                </c:pt>
                <c:pt idx="1990">
                  <c:v>6.1621999999999996E-3</c:v>
                </c:pt>
                <c:pt idx="1991">
                  <c:v>6.0829999999999999E-3</c:v>
                </c:pt>
                <c:pt idx="1992">
                  <c:v>6.2075999999999998E-3</c:v>
                </c:pt>
                <c:pt idx="1993">
                  <c:v>6.2274000000000001E-3</c:v>
                </c:pt>
                <c:pt idx="1994">
                  <c:v>6.1159999999999999E-3</c:v>
                </c:pt>
                <c:pt idx="1995">
                  <c:v>6.1159999999999999E-3</c:v>
                </c:pt>
                <c:pt idx="1996">
                  <c:v>6.0829999999999999E-3</c:v>
                </c:pt>
                <c:pt idx="1997">
                  <c:v>6.0829999999999999E-3</c:v>
                </c:pt>
                <c:pt idx="1998">
                  <c:v>6.2170000000000003E-3</c:v>
                </c:pt>
                <c:pt idx="1999">
                  <c:v>6.2170000000000003E-3</c:v>
                </c:pt>
                <c:pt idx="2000">
                  <c:v>6.0499999999999998E-3</c:v>
                </c:pt>
                <c:pt idx="2001">
                  <c:v>6.1332999999999995E-3</c:v>
                </c:pt>
                <c:pt idx="2002">
                  <c:v>6.3509999999999999E-3</c:v>
                </c:pt>
                <c:pt idx="2003">
                  <c:v>6.4150000000000006E-3</c:v>
                </c:pt>
                <c:pt idx="2004">
                  <c:v>6.5332999999999997E-3</c:v>
                </c:pt>
                <c:pt idx="2005">
                  <c:v>6.4150000000000006E-3</c:v>
                </c:pt>
                <c:pt idx="2006">
                  <c:v>6.6528000000000004E-3</c:v>
                </c:pt>
                <c:pt idx="2007">
                  <c:v>6.7000000000000002E-3</c:v>
                </c:pt>
                <c:pt idx="2008">
                  <c:v>6.764E-3</c:v>
                </c:pt>
                <c:pt idx="2009">
                  <c:v>6.9322000000000003E-3</c:v>
                </c:pt>
                <c:pt idx="2010">
                  <c:v>9.194599999999999E-3</c:v>
                </c:pt>
                <c:pt idx="2011">
                  <c:v>1.17667E-2</c:v>
                </c:pt>
                <c:pt idx="2012">
                  <c:v>1.16667E-2</c:v>
                </c:pt>
                <c:pt idx="2013">
                  <c:v>1.19893E-2</c:v>
                </c:pt>
                <c:pt idx="2014">
                  <c:v>9.4333000000000004E-3</c:v>
                </c:pt>
                <c:pt idx="2015">
                  <c:v>9.3667000000000004E-3</c:v>
                </c:pt>
                <c:pt idx="2016">
                  <c:v>9.9000000000000008E-3</c:v>
                </c:pt>
                <c:pt idx="2017">
                  <c:v>1.0132500000000001E-2</c:v>
                </c:pt>
                <c:pt idx="2018">
                  <c:v>1.06015E-2</c:v>
                </c:pt>
                <c:pt idx="2019">
                  <c:v>1.1333299999999999E-2</c:v>
                </c:pt>
                <c:pt idx="2020">
                  <c:v>1.1335E-2</c:v>
                </c:pt>
                <c:pt idx="2021">
                  <c:v>1.1335E-2</c:v>
                </c:pt>
                <c:pt idx="2022">
                  <c:v>1.21E-2</c:v>
                </c:pt>
                <c:pt idx="2023">
                  <c:v>1.2930500000000001E-2</c:v>
                </c:pt>
                <c:pt idx="2024">
                  <c:v>1.3599999999999999E-2</c:v>
                </c:pt>
                <c:pt idx="2025">
                  <c:v>1.5566700000000001E-2</c:v>
                </c:pt>
                <c:pt idx="2026">
                  <c:v>1.9834999999999998E-2</c:v>
                </c:pt>
                <c:pt idx="2027">
                  <c:v>0.02</c:v>
                </c:pt>
                <c:pt idx="2028">
                  <c:v>2.2005E-2</c:v>
                </c:pt>
                <c:pt idx="2029">
                  <c:v>2.3009999999999999E-2</c:v>
                </c:pt>
                <c:pt idx="2030">
                  <c:v>1.6583299999999999E-2</c:v>
                </c:pt>
                <c:pt idx="2031">
                  <c:v>1.9104599999999999E-2</c:v>
                </c:pt>
                <c:pt idx="2032">
                  <c:v>1.9439599999999998E-2</c:v>
                </c:pt>
                <c:pt idx="2033">
                  <c:v>1.9449500000000002E-2</c:v>
                </c:pt>
                <c:pt idx="2034">
                  <c:v>1.89333E-2</c:v>
                </c:pt>
                <c:pt idx="2035">
                  <c:v>1.9766700000000002E-2</c:v>
                </c:pt>
                <c:pt idx="2036">
                  <c:v>2.51889E-2</c:v>
                </c:pt>
                <c:pt idx="2037">
                  <c:v>3.15E-2</c:v>
                </c:pt>
                <c:pt idx="2038">
                  <c:v>3.1833300000000002E-2</c:v>
                </c:pt>
                <c:pt idx="2039">
                  <c:v>3.0466699999999996E-2</c:v>
                </c:pt>
                <c:pt idx="2040">
                  <c:v>2.81245E-2</c:v>
                </c:pt>
                <c:pt idx="2041">
                  <c:v>2.4500000000000001E-2</c:v>
                </c:pt>
                <c:pt idx="2042">
                  <c:v>2.3337500000000001E-2</c:v>
                </c:pt>
                <c:pt idx="2043">
                  <c:v>2.1427999999999999E-2</c:v>
                </c:pt>
                <c:pt idx="2044">
                  <c:v>2.0266699999999999E-2</c:v>
                </c:pt>
                <c:pt idx="2045">
                  <c:v>1.8165000000000001E-2</c:v>
                </c:pt>
                <c:pt idx="2046">
                  <c:v>1.9438E-2</c:v>
                </c:pt>
                <c:pt idx="2047">
                  <c:v>1.9772999999999999E-2</c:v>
                </c:pt>
                <c:pt idx="2048">
                  <c:v>2.0597999999999998E-2</c:v>
                </c:pt>
                <c:pt idx="2049">
                  <c:v>2.0363699999999998E-2</c:v>
                </c:pt>
                <c:pt idx="2050">
                  <c:v>2.0393399999999999E-2</c:v>
                </c:pt>
                <c:pt idx="2051">
                  <c:v>2.1366699999999999E-2</c:v>
                </c:pt>
                <c:pt idx="2052">
                  <c:v>2.264E-2</c:v>
                </c:pt>
                <c:pt idx="2053">
                  <c:v>2.264E-2</c:v>
                </c:pt>
                <c:pt idx="2054">
                  <c:v>2.264E-2</c:v>
                </c:pt>
                <c:pt idx="2055">
                  <c:v>2.3098900000000002E-2</c:v>
                </c:pt>
                <c:pt idx="2056">
                  <c:v>2.4268700000000001E-2</c:v>
                </c:pt>
                <c:pt idx="2057">
                  <c:v>2.7266699999999998E-2</c:v>
                </c:pt>
                <c:pt idx="2058">
                  <c:v>2.6936500000000002E-2</c:v>
                </c:pt>
                <c:pt idx="2059">
                  <c:v>2.4400000000000002E-2</c:v>
                </c:pt>
                <c:pt idx="2060">
                  <c:v>2.23275E-2</c:v>
                </c:pt>
                <c:pt idx="2061">
                  <c:v>2.30555E-2</c:v>
                </c:pt>
                <c:pt idx="2062">
                  <c:v>2.30555E-2</c:v>
                </c:pt>
                <c:pt idx="2063">
                  <c:v>2.20295E-2</c:v>
                </c:pt>
                <c:pt idx="2064">
                  <c:v>2.2066700000000002E-2</c:v>
                </c:pt>
                <c:pt idx="2065">
                  <c:v>2.1733300000000001E-2</c:v>
                </c:pt>
                <c:pt idx="2066">
                  <c:v>2.17614E-2</c:v>
                </c:pt>
                <c:pt idx="2067">
                  <c:v>2.2883199999999999E-2</c:v>
                </c:pt>
                <c:pt idx="2068">
                  <c:v>2.4435499999999999E-2</c:v>
                </c:pt>
                <c:pt idx="2069">
                  <c:v>2.29409E-2</c:v>
                </c:pt>
                <c:pt idx="2070">
                  <c:v>2.3733299999999999E-2</c:v>
                </c:pt>
                <c:pt idx="2071">
                  <c:v>2.1820800000000001E-2</c:v>
                </c:pt>
                <c:pt idx="2072">
                  <c:v>2.3699999999999999E-2</c:v>
                </c:pt>
                <c:pt idx="2073">
                  <c:v>2.4866699999999999E-2</c:v>
                </c:pt>
                <c:pt idx="2074">
                  <c:v>2.5156399999999999E-2</c:v>
                </c:pt>
                <c:pt idx="2075">
                  <c:v>2.3964599999999999E-2</c:v>
                </c:pt>
                <c:pt idx="2076">
                  <c:v>2.5024399999999999E-2</c:v>
                </c:pt>
                <c:pt idx="2077">
                  <c:v>2.39113E-2</c:v>
                </c:pt>
                <c:pt idx="2078">
                  <c:v>2.37448E-2</c:v>
                </c:pt>
                <c:pt idx="2079">
                  <c:v>2.4684500000000002E-2</c:v>
                </c:pt>
                <c:pt idx="2080">
                  <c:v>2.4506299999999998E-2</c:v>
                </c:pt>
                <c:pt idx="2081">
                  <c:v>2.4354000000000001E-2</c:v>
                </c:pt>
                <c:pt idx="2082">
                  <c:v>2.4354000000000001E-2</c:v>
                </c:pt>
                <c:pt idx="2083">
                  <c:v>2.4354000000000001E-2</c:v>
                </c:pt>
                <c:pt idx="2084">
                  <c:v>2.1070999999999999E-2</c:v>
                </c:pt>
                <c:pt idx="2085">
                  <c:v>2.2191200000000001E-2</c:v>
                </c:pt>
                <c:pt idx="2086">
                  <c:v>2.0316799999999999E-2</c:v>
                </c:pt>
                <c:pt idx="2087">
                  <c:v>1.98645E-2</c:v>
                </c:pt>
                <c:pt idx="2088">
                  <c:v>2.0206100000000001E-2</c:v>
                </c:pt>
                <c:pt idx="2089">
                  <c:v>1.7183299999999999E-2</c:v>
                </c:pt>
                <c:pt idx="2090">
                  <c:v>1.7266699999999999E-2</c:v>
                </c:pt>
                <c:pt idx="2091">
                  <c:v>1.74769E-2</c:v>
                </c:pt>
                <c:pt idx="2092">
                  <c:v>1.99545E-2</c:v>
                </c:pt>
                <c:pt idx="2093">
                  <c:v>1.8838799999999999E-2</c:v>
                </c:pt>
                <c:pt idx="2094">
                  <c:v>1.90444E-2</c:v>
                </c:pt>
                <c:pt idx="2095">
                  <c:v>1.9314999999999999E-2</c:v>
                </c:pt>
                <c:pt idx="2096">
                  <c:v>2.1366699999999999E-2</c:v>
                </c:pt>
                <c:pt idx="2097">
                  <c:v>2.2052600000000002E-2</c:v>
                </c:pt>
                <c:pt idx="2098">
                  <c:v>2.0972600000000001E-2</c:v>
                </c:pt>
                <c:pt idx="2099">
                  <c:v>2.0713599999999999E-2</c:v>
                </c:pt>
                <c:pt idx="2100">
                  <c:v>2.17667E-2</c:v>
                </c:pt>
                <c:pt idx="2101">
                  <c:v>2.1962499999999999E-2</c:v>
                </c:pt>
                <c:pt idx="2102">
                  <c:v>2.3057499999999998E-2</c:v>
                </c:pt>
                <c:pt idx="2103">
                  <c:v>2.2832499999999999E-2</c:v>
                </c:pt>
                <c:pt idx="2104">
                  <c:v>2.2832499999999999E-2</c:v>
                </c:pt>
                <c:pt idx="2105">
                  <c:v>2.2679899999999999E-2</c:v>
                </c:pt>
                <c:pt idx="2106">
                  <c:v>2.2332499999999998E-2</c:v>
                </c:pt>
                <c:pt idx="2107">
                  <c:v>2.23333E-2</c:v>
                </c:pt>
                <c:pt idx="2108">
                  <c:v>2.28925E-2</c:v>
                </c:pt>
                <c:pt idx="2109">
                  <c:v>2.3333300000000001E-2</c:v>
                </c:pt>
                <c:pt idx="2110">
                  <c:v>2.3497500000000001E-2</c:v>
                </c:pt>
                <c:pt idx="2111">
                  <c:v>2.5100000000000001E-2</c:v>
                </c:pt>
                <c:pt idx="2112">
                  <c:v>2.5551000000000001E-2</c:v>
                </c:pt>
                <c:pt idx="2113">
                  <c:v>2.5089799999999999E-2</c:v>
                </c:pt>
                <c:pt idx="2114">
                  <c:v>2.4708600000000001E-2</c:v>
                </c:pt>
                <c:pt idx="2115">
                  <c:v>2.5399999999999999E-2</c:v>
                </c:pt>
                <c:pt idx="2116">
                  <c:v>2.5433000000000001E-2</c:v>
                </c:pt>
                <c:pt idx="2117">
                  <c:v>2.5874400000000002E-2</c:v>
                </c:pt>
                <c:pt idx="2118">
                  <c:v>2.6164999999999997E-2</c:v>
                </c:pt>
                <c:pt idx="2119">
                  <c:v>2.6280500000000002E-2</c:v>
                </c:pt>
                <c:pt idx="2120">
                  <c:v>2.6749999999999999E-2</c:v>
                </c:pt>
                <c:pt idx="2121">
                  <c:v>2.6182499999999997E-2</c:v>
                </c:pt>
                <c:pt idx="2122">
                  <c:v>2.57632E-2</c:v>
                </c:pt>
                <c:pt idx="2123">
                  <c:v>2.7230900000000002E-2</c:v>
                </c:pt>
                <c:pt idx="2124">
                  <c:v>2.7666699999999999E-2</c:v>
                </c:pt>
                <c:pt idx="2125">
                  <c:v>2.7166699999999998E-2</c:v>
                </c:pt>
                <c:pt idx="2126">
                  <c:v>2.7268000000000001E-2</c:v>
                </c:pt>
                <c:pt idx="2127">
                  <c:v>2.7166699999999998E-2</c:v>
                </c:pt>
                <c:pt idx="2128">
                  <c:v>2.6655500000000002E-2</c:v>
                </c:pt>
                <c:pt idx="2129">
                  <c:v>2.8899999999999999E-2</c:v>
                </c:pt>
                <c:pt idx="2130">
                  <c:v>2.7886200000000003E-2</c:v>
                </c:pt>
                <c:pt idx="2131">
                  <c:v>2.7933300000000001E-2</c:v>
                </c:pt>
                <c:pt idx="2132">
                  <c:v>2.8366699999999998E-2</c:v>
                </c:pt>
                <c:pt idx="2133">
                  <c:v>2.8170000000000001E-2</c:v>
                </c:pt>
                <c:pt idx="2134">
                  <c:v>2.7488499999999999E-2</c:v>
                </c:pt>
                <c:pt idx="2135">
                  <c:v>2.7046399999999998E-2</c:v>
                </c:pt>
                <c:pt idx="2136">
                  <c:v>2.6848500000000001E-2</c:v>
                </c:pt>
                <c:pt idx="2137">
                  <c:v>2.6658300000000003E-2</c:v>
                </c:pt>
                <c:pt idx="2138">
                  <c:v>2.6502499999999998E-2</c:v>
                </c:pt>
                <c:pt idx="2139">
                  <c:v>2.5230000000000002E-2</c:v>
                </c:pt>
                <c:pt idx="2140">
                  <c:v>2.5411199999999998E-2</c:v>
                </c:pt>
                <c:pt idx="2141">
                  <c:v>2.5100000000000001E-2</c:v>
                </c:pt>
                <c:pt idx="2142">
                  <c:v>2.4433300000000002E-2</c:v>
                </c:pt>
                <c:pt idx="2143">
                  <c:v>2.47794E-2</c:v>
                </c:pt>
                <c:pt idx="2144">
                  <c:v>2.38325E-2</c:v>
                </c:pt>
                <c:pt idx="2145">
                  <c:v>2.38804E-2</c:v>
                </c:pt>
                <c:pt idx="2146">
                  <c:v>2.2766700000000001E-2</c:v>
                </c:pt>
                <c:pt idx="2147">
                  <c:v>2.1100000000000001E-2</c:v>
                </c:pt>
                <c:pt idx="2148">
                  <c:v>2.0597999999999998E-2</c:v>
                </c:pt>
                <c:pt idx="2149">
                  <c:v>2.1866699999999999E-2</c:v>
                </c:pt>
                <c:pt idx="2150">
                  <c:v>2.1489299999999999E-2</c:v>
                </c:pt>
                <c:pt idx="2151">
                  <c:v>2.1128499999999998E-2</c:v>
                </c:pt>
                <c:pt idx="2152">
                  <c:v>1.9203499999999998E-2</c:v>
                </c:pt>
                <c:pt idx="2153">
                  <c:v>1.7457799999999999E-2</c:v>
                </c:pt>
                <c:pt idx="2154">
                  <c:v>1.66386E-2</c:v>
                </c:pt>
                <c:pt idx="2155">
                  <c:v>1.7433299999999999E-2</c:v>
                </c:pt>
                <c:pt idx="2156">
                  <c:v>1.66E-2</c:v>
                </c:pt>
                <c:pt idx="2157">
                  <c:v>1.6268000000000001E-2</c:v>
                </c:pt>
                <c:pt idx="2158">
                  <c:v>1.6268000000000001E-2</c:v>
                </c:pt>
                <c:pt idx="2159">
                  <c:v>1.6221799999999998E-2</c:v>
                </c:pt>
                <c:pt idx="2160">
                  <c:v>1.6697E-2</c:v>
                </c:pt>
                <c:pt idx="2161">
                  <c:v>1.4567199999999999E-2</c:v>
                </c:pt>
                <c:pt idx="2162">
                  <c:v>1.4611099999999998E-2</c:v>
                </c:pt>
                <c:pt idx="2163">
                  <c:v>1.4559200000000001E-2</c:v>
                </c:pt>
                <c:pt idx="2164">
                  <c:v>1.5100000000000001E-2</c:v>
                </c:pt>
                <c:pt idx="2165">
                  <c:v>1.5259800000000002E-2</c:v>
                </c:pt>
                <c:pt idx="2166">
                  <c:v>1.5268E-2</c:v>
                </c:pt>
                <c:pt idx="2167">
                  <c:v>1.5433000000000001E-2</c:v>
                </c:pt>
                <c:pt idx="2168">
                  <c:v>1.5314899999999999E-2</c:v>
                </c:pt>
                <c:pt idx="2169">
                  <c:v>1.6154100000000001E-2</c:v>
                </c:pt>
                <c:pt idx="2170">
                  <c:v>1.5799000000000001E-2</c:v>
                </c:pt>
                <c:pt idx="2171">
                  <c:v>1.5768000000000001E-2</c:v>
                </c:pt>
                <c:pt idx="2172">
                  <c:v>1.5279599999999999E-2</c:v>
                </c:pt>
                <c:pt idx="2173">
                  <c:v>1.5396E-2</c:v>
                </c:pt>
                <c:pt idx="2174">
                  <c:v>1.5297700000000001E-2</c:v>
                </c:pt>
                <c:pt idx="2175">
                  <c:v>1.46523E-2</c:v>
                </c:pt>
                <c:pt idx="2176">
                  <c:v>1.37667E-2</c:v>
                </c:pt>
                <c:pt idx="2177">
                  <c:v>1.3987899999999999E-2</c:v>
                </c:pt>
                <c:pt idx="2178">
                  <c:v>1.31837E-2</c:v>
                </c:pt>
                <c:pt idx="2179">
                  <c:v>1.3969999999999998E-2</c:v>
                </c:pt>
                <c:pt idx="2180">
                  <c:v>1.3866700000000001E-2</c:v>
                </c:pt>
                <c:pt idx="2181">
                  <c:v>1.43667E-2</c:v>
                </c:pt>
                <c:pt idx="2182">
                  <c:v>1.4737999999999999E-2</c:v>
                </c:pt>
                <c:pt idx="2183">
                  <c:v>1.4500000000000001E-2</c:v>
                </c:pt>
                <c:pt idx="2184">
                  <c:v>1.4533500000000001E-2</c:v>
                </c:pt>
                <c:pt idx="2185">
                  <c:v>1.41627E-2</c:v>
                </c:pt>
                <c:pt idx="2186">
                  <c:v>1.36005E-2</c:v>
                </c:pt>
                <c:pt idx="2187">
                  <c:v>1.4766700000000001E-2</c:v>
                </c:pt>
                <c:pt idx="2188">
                  <c:v>1.4484200000000001E-2</c:v>
                </c:pt>
                <c:pt idx="2189">
                  <c:v>1.44875E-2</c:v>
                </c:pt>
                <c:pt idx="2190">
                  <c:v>1.4768E-2</c:v>
                </c:pt>
                <c:pt idx="2191">
                  <c:v>1.4525E-2</c:v>
                </c:pt>
                <c:pt idx="2192">
                  <c:v>1.4425E-2</c:v>
                </c:pt>
                <c:pt idx="2193">
                  <c:v>1.4537000000000001E-2</c:v>
                </c:pt>
                <c:pt idx="2194">
                  <c:v>1.3375E-2</c:v>
                </c:pt>
                <c:pt idx="2195">
                  <c:v>1.28685E-2</c:v>
                </c:pt>
                <c:pt idx="2196">
                  <c:v>1.3488499999999999E-2</c:v>
                </c:pt>
                <c:pt idx="2197">
                  <c:v>1.28612E-2</c:v>
                </c:pt>
                <c:pt idx="2198">
                  <c:v>1.32525E-2</c:v>
                </c:pt>
                <c:pt idx="2199">
                  <c:v>1.2602500000000001E-2</c:v>
                </c:pt>
                <c:pt idx="2200">
                  <c:v>1.2950899999999998E-2</c:v>
                </c:pt>
                <c:pt idx="2201">
                  <c:v>1.24104E-2</c:v>
                </c:pt>
                <c:pt idx="2202">
                  <c:v>1.23325E-2</c:v>
                </c:pt>
                <c:pt idx="2203">
                  <c:v>1.2334999999999999E-2</c:v>
                </c:pt>
                <c:pt idx="2204">
                  <c:v>1.2402E-2</c:v>
                </c:pt>
                <c:pt idx="2205">
                  <c:v>1.3202500000000001E-2</c:v>
                </c:pt>
                <c:pt idx="2206">
                  <c:v>1.3236000000000001E-2</c:v>
                </c:pt>
                <c:pt idx="2207">
                  <c:v>1.34816E-2</c:v>
                </c:pt>
                <c:pt idx="2208">
                  <c:v>1.30695E-2</c:v>
                </c:pt>
                <c:pt idx="2209">
                  <c:v>1.3765000000000001E-2</c:v>
                </c:pt>
                <c:pt idx="2210">
                  <c:v>1.3521999999999999E-2</c:v>
                </c:pt>
                <c:pt idx="2211">
                  <c:v>1.319E-2</c:v>
                </c:pt>
                <c:pt idx="2212">
                  <c:v>1.2918000000000001E-2</c:v>
                </c:pt>
                <c:pt idx="2213">
                  <c:v>1.2768E-2</c:v>
                </c:pt>
                <c:pt idx="2214">
                  <c:v>1.2367E-2</c:v>
                </c:pt>
                <c:pt idx="2215">
                  <c:v>1.24461E-2</c:v>
                </c:pt>
                <c:pt idx="2216">
                  <c:v>1.2397799999999999E-2</c:v>
                </c:pt>
                <c:pt idx="2217">
                  <c:v>1.24241E-2</c:v>
                </c:pt>
                <c:pt idx="2218">
                  <c:v>1.3039599999999998E-2</c:v>
                </c:pt>
                <c:pt idx="2219">
                  <c:v>1.24005E-2</c:v>
                </c:pt>
                <c:pt idx="2220">
                  <c:v>1.3085400000000001E-2</c:v>
                </c:pt>
                <c:pt idx="2221">
                  <c:v>1.26301E-2</c:v>
                </c:pt>
                <c:pt idx="2222">
                  <c:v>1.2568000000000001E-2</c:v>
                </c:pt>
                <c:pt idx="2223">
                  <c:v>1.2568000000000001E-2</c:v>
                </c:pt>
                <c:pt idx="2224">
                  <c:v>1.29868E-2</c:v>
                </c:pt>
                <c:pt idx="2225">
                  <c:v>1.18342E-2</c:v>
                </c:pt>
                <c:pt idx="2226">
                  <c:v>1.14483E-2</c:v>
                </c:pt>
                <c:pt idx="2227">
                  <c:v>1.0865000000000001E-2</c:v>
                </c:pt>
                <c:pt idx="2228">
                  <c:v>1.0807299999999999E-2</c:v>
                </c:pt>
                <c:pt idx="2229">
                  <c:v>1.0304199999999999E-2</c:v>
                </c:pt>
                <c:pt idx="2230">
                  <c:v>1.0182999999999999E-2</c:v>
                </c:pt>
                <c:pt idx="2231">
                  <c:v>1.0800000000000001E-2</c:v>
                </c:pt>
                <c:pt idx="2232">
                  <c:v>1.01192E-2</c:v>
                </c:pt>
                <c:pt idx="2233">
                  <c:v>9.8189999999999996E-3</c:v>
                </c:pt>
                <c:pt idx="2234">
                  <c:v>9.7517000000000003E-3</c:v>
                </c:pt>
                <c:pt idx="2235">
                  <c:v>8.8325000000000001E-3</c:v>
                </c:pt>
                <c:pt idx="2236">
                  <c:v>9.1669999999999998E-3</c:v>
                </c:pt>
                <c:pt idx="2237">
                  <c:v>8.4223000000000006E-3</c:v>
                </c:pt>
                <c:pt idx="2238">
                  <c:v>9.1388000000000007E-3</c:v>
                </c:pt>
                <c:pt idx="2239">
                  <c:v>8.1459999999999987E-3</c:v>
                </c:pt>
                <c:pt idx="2240">
                  <c:v>7.3325000000000005E-3</c:v>
                </c:pt>
                <c:pt idx="2241">
                  <c:v>7.7543000000000004E-3</c:v>
                </c:pt>
                <c:pt idx="2242">
                  <c:v>7.4999999999999997E-3</c:v>
                </c:pt>
                <c:pt idx="2243">
                  <c:v>7.1004999999999992E-3</c:v>
                </c:pt>
                <c:pt idx="2244">
                  <c:v>7.268000000000001E-3</c:v>
                </c:pt>
                <c:pt idx="2245">
                  <c:v>8.3175000000000002E-3</c:v>
                </c:pt>
                <c:pt idx="2246">
                  <c:v>8.3540999999999997E-3</c:v>
                </c:pt>
                <c:pt idx="2247">
                  <c:v>8.3245000000000003E-3</c:v>
                </c:pt>
                <c:pt idx="2248">
                  <c:v>9.0361999999999994E-3</c:v>
                </c:pt>
                <c:pt idx="2249">
                  <c:v>8.5675000000000005E-3</c:v>
                </c:pt>
                <c:pt idx="2250">
                  <c:v>8.1995000000000002E-3</c:v>
                </c:pt>
                <c:pt idx="2251">
                  <c:v>7.6340000000000002E-3</c:v>
                </c:pt>
                <c:pt idx="2252">
                  <c:v>8.5665999999999989E-3</c:v>
                </c:pt>
                <c:pt idx="2253">
                  <c:v>7.8951999999999998E-3</c:v>
                </c:pt>
                <c:pt idx="2254">
                  <c:v>7.3337999999999997E-3</c:v>
                </c:pt>
                <c:pt idx="2255">
                  <c:v>7.5046999999999996E-3</c:v>
                </c:pt>
                <c:pt idx="2256">
                  <c:v>7.7292000000000003E-3</c:v>
                </c:pt>
                <c:pt idx="2257">
                  <c:v>7.5352999999999991E-3</c:v>
                </c:pt>
                <c:pt idx="2258">
                  <c:v>7.5504000000000005E-3</c:v>
                </c:pt>
                <c:pt idx="2259">
                  <c:v>7.9608000000000005E-3</c:v>
                </c:pt>
                <c:pt idx="2260">
                  <c:v>8.4197000000000004E-3</c:v>
                </c:pt>
                <c:pt idx="2261">
                  <c:v>8.4058000000000015E-3</c:v>
                </c:pt>
                <c:pt idx="2262">
                  <c:v>7.5985000000000002E-3</c:v>
                </c:pt>
                <c:pt idx="2263">
                  <c:v>7.5966999999999996E-3</c:v>
                </c:pt>
                <c:pt idx="2264">
                  <c:v>7.7254000000000003E-3</c:v>
                </c:pt>
                <c:pt idx="2265">
                  <c:v>7.3677999999999999E-3</c:v>
                </c:pt>
                <c:pt idx="2266">
                  <c:v>7.0375000000000004E-3</c:v>
                </c:pt>
                <c:pt idx="2267">
                  <c:v>7.4295000000000003E-3</c:v>
                </c:pt>
                <c:pt idx="2268">
                  <c:v>7.0393000000000001E-3</c:v>
                </c:pt>
                <c:pt idx="2269">
                  <c:v>7.1646000000000001E-3</c:v>
                </c:pt>
                <c:pt idx="2270">
                  <c:v>6.3251000000000002E-3</c:v>
                </c:pt>
                <c:pt idx="2271">
                  <c:v>6.6156999999999995E-3</c:v>
                </c:pt>
                <c:pt idx="2272">
                  <c:v>6.8269999999999997E-3</c:v>
                </c:pt>
                <c:pt idx="2273">
                  <c:v>6.8926000000000005E-3</c:v>
                </c:pt>
                <c:pt idx="2274">
                  <c:v>7.0365999999999996E-3</c:v>
                </c:pt>
                <c:pt idx="2275">
                  <c:v>7.3249999999999999E-3</c:v>
                </c:pt>
                <c:pt idx="2276">
                  <c:v>7.6154999999999999E-3</c:v>
                </c:pt>
                <c:pt idx="2277">
                  <c:v>7.0706000000000007E-3</c:v>
                </c:pt>
                <c:pt idx="2278">
                  <c:v>7.3239000000000004E-3</c:v>
                </c:pt>
                <c:pt idx="2279">
                  <c:v>7.0590000000000002E-3</c:v>
                </c:pt>
                <c:pt idx="2280">
                  <c:v>6.9246999999999998E-3</c:v>
                </c:pt>
                <c:pt idx="2281">
                  <c:v>7.2294999999999998E-3</c:v>
                </c:pt>
                <c:pt idx="2282">
                  <c:v>7.0998000000000007E-3</c:v>
                </c:pt>
                <c:pt idx="2283">
                  <c:v>6.5985000000000002E-3</c:v>
                </c:pt>
                <c:pt idx="2284">
                  <c:v>6.1974999999999999E-3</c:v>
                </c:pt>
                <c:pt idx="2285">
                  <c:v>5.9965000000000001E-3</c:v>
                </c:pt>
                <c:pt idx="2286">
                  <c:v>5.9030000000000003E-3</c:v>
                </c:pt>
                <c:pt idx="2287">
                  <c:v>5.7650000000000002E-3</c:v>
                </c:pt>
                <c:pt idx="2288">
                  <c:v>6.2084000000000002E-3</c:v>
                </c:pt>
                <c:pt idx="2289">
                  <c:v>6.0396E-3</c:v>
                </c:pt>
                <c:pt idx="2290">
                  <c:v>5.8998000000000002E-3</c:v>
                </c:pt>
                <c:pt idx="2291">
                  <c:v>5.5189999999999996E-3</c:v>
                </c:pt>
                <c:pt idx="2292">
                  <c:v>5.7162000000000003E-3</c:v>
                </c:pt>
                <c:pt idx="2293">
                  <c:v>5.5036E-3</c:v>
                </c:pt>
                <c:pt idx="2294">
                  <c:v>5.4698000000000004E-3</c:v>
                </c:pt>
                <c:pt idx="2295">
                  <c:v>5.6049999999999997E-3</c:v>
                </c:pt>
                <c:pt idx="2296">
                  <c:v>5.5449000000000002E-3</c:v>
                </c:pt>
                <c:pt idx="2297">
                  <c:v>5.5155000000000004E-3</c:v>
                </c:pt>
                <c:pt idx="2298">
                  <c:v>5.2867000000000001E-3</c:v>
                </c:pt>
                <c:pt idx="2299">
                  <c:v>5.8783999999999998E-3</c:v>
                </c:pt>
                <c:pt idx="2300">
                  <c:v>6.8783000000000004E-3</c:v>
                </c:pt>
                <c:pt idx="2301">
                  <c:v>8.1692999999999991E-3</c:v>
                </c:pt>
                <c:pt idx="2302">
                  <c:v>6.6912000000000004E-3</c:v>
                </c:pt>
                <c:pt idx="2303">
                  <c:v>6.8596999999999998E-3</c:v>
                </c:pt>
                <c:pt idx="2304">
                  <c:v>6.8087999999999994E-3</c:v>
                </c:pt>
                <c:pt idx="2305">
                  <c:v>7.6492000000000001E-3</c:v>
                </c:pt>
                <c:pt idx="2306">
                  <c:v>7.9024999999999998E-3</c:v>
                </c:pt>
                <c:pt idx="2307">
                  <c:v>7.6233999999999998E-3</c:v>
                </c:pt>
                <c:pt idx="2308">
                  <c:v>7.4840000000000002E-3</c:v>
                </c:pt>
                <c:pt idx="2309">
                  <c:v>7.1495999999999999E-3</c:v>
                </c:pt>
                <c:pt idx="2310">
                  <c:v>7.2137E-3</c:v>
                </c:pt>
                <c:pt idx="2311">
                  <c:v>7.5197999999999992E-3</c:v>
                </c:pt>
                <c:pt idx="2312">
                  <c:v>6.7418999999999995E-3</c:v>
                </c:pt>
                <c:pt idx="2313">
                  <c:v>6.6843999999999992E-3</c:v>
                </c:pt>
                <c:pt idx="2314">
                  <c:v>6.7990999999999998E-3</c:v>
                </c:pt>
                <c:pt idx="2315">
                  <c:v>6.8188999999999993E-3</c:v>
                </c:pt>
                <c:pt idx="2316">
                  <c:v>6.3398999999999999E-3</c:v>
                </c:pt>
                <c:pt idx="2317">
                  <c:v>6.4492999999999998E-3</c:v>
                </c:pt>
                <c:pt idx="2318">
                  <c:v>6.4831999999999997E-3</c:v>
                </c:pt>
                <c:pt idx="2319">
                  <c:v>6.2063999999999999E-3</c:v>
                </c:pt>
                <c:pt idx="2320">
                  <c:v>6.3356000000000003E-3</c:v>
                </c:pt>
                <c:pt idx="2321">
                  <c:v>6.5885000000000006E-3</c:v>
                </c:pt>
                <c:pt idx="2322">
                  <c:v>6.8918000000000009E-3</c:v>
                </c:pt>
                <c:pt idx="2323">
                  <c:v>7.2063999999999991E-3</c:v>
                </c:pt>
                <c:pt idx="2324">
                  <c:v>7.5910999999999999E-3</c:v>
                </c:pt>
                <c:pt idx="2325">
                  <c:v>7.1976000000000002E-3</c:v>
                </c:pt>
                <c:pt idx="2326">
                  <c:v>8.0187999999999995E-3</c:v>
                </c:pt>
                <c:pt idx="2327">
                  <c:v>7.7322999999999992E-3</c:v>
                </c:pt>
                <c:pt idx="2328">
                  <c:v>7.9197999999999994E-3</c:v>
                </c:pt>
                <c:pt idx="2329">
                  <c:v>7.4025000000000002E-3</c:v>
                </c:pt>
                <c:pt idx="2330">
                  <c:v>7.7790999999999997E-3</c:v>
                </c:pt>
                <c:pt idx="2331">
                  <c:v>7.7349999999999997E-3</c:v>
                </c:pt>
                <c:pt idx="2332">
                  <c:v>7.5896000000000002E-3</c:v>
                </c:pt>
                <c:pt idx="2333">
                  <c:v>7.0885999999999996E-3</c:v>
                </c:pt>
                <c:pt idx="2334">
                  <c:v>6.8676000000000006E-3</c:v>
                </c:pt>
                <c:pt idx="2335">
                  <c:v>6.8187999999999999E-3</c:v>
                </c:pt>
                <c:pt idx="2336">
                  <c:v>7.0298000000000001E-3</c:v>
                </c:pt>
                <c:pt idx="2337">
                  <c:v>6.8355000000000004E-3</c:v>
                </c:pt>
                <c:pt idx="2338">
                  <c:v>6.859399999999999E-3</c:v>
                </c:pt>
                <c:pt idx="2339">
                  <c:v>6.9532999999999999E-3</c:v>
                </c:pt>
                <c:pt idx="2340">
                  <c:v>7.2203999999999992E-3</c:v>
                </c:pt>
                <c:pt idx="2341">
                  <c:v>7.4188000000000006E-3</c:v>
                </c:pt>
                <c:pt idx="2342">
                  <c:v>7.0698999999999996E-3</c:v>
                </c:pt>
                <c:pt idx="2343">
                  <c:v>7.2715999999999996E-3</c:v>
                </c:pt>
                <c:pt idx="2344">
                  <c:v>6.9093999999999996E-3</c:v>
                </c:pt>
                <c:pt idx="2345">
                  <c:v>6.8224999999999996E-3</c:v>
                </c:pt>
                <c:pt idx="2346">
                  <c:v>6.8932000000000004E-3</c:v>
                </c:pt>
                <c:pt idx="2347">
                  <c:v>6.8319999999999995E-3</c:v>
                </c:pt>
                <c:pt idx="2348">
                  <c:v>6.8770999999999997E-3</c:v>
                </c:pt>
                <c:pt idx="2349">
                  <c:v>6.3067000000000002E-3</c:v>
                </c:pt>
                <c:pt idx="2350">
                  <c:v>6.1920000000000005E-3</c:v>
                </c:pt>
                <c:pt idx="2351">
                  <c:v>6.0920000000000002E-3</c:v>
                </c:pt>
                <c:pt idx="2352">
                  <c:v>5.9689999999999995E-3</c:v>
                </c:pt>
                <c:pt idx="2353">
                  <c:v>5.8541000000000001E-3</c:v>
                </c:pt>
                <c:pt idx="2354">
                  <c:v>5.9091000000000005E-3</c:v>
                </c:pt>
                <c:pt idx="2355">
                  <c:v>6.0713E-3</c:v>
                </c:pt>
                <c:pt idx="2356">
                  <c:v>6.1119999999999994E-3</c:v>
                </c:pt>
                <c:pt idx="2357">
                  <c:v>6.2884000000000004E-3</c:v>
                </c:pt>
                <c:pt idx="2358">
                  <c:v>6.3439000000000004E-3</c:v>
                </c:pt>
                <c:pt idx="2359">
                  <c:v>6.4912999999999993E-3</c:v>
                </c:pt>
                <c:pt idx="2360">
                  <c:v>6.2550000000000001E-3</c:v>
                </c:pt>
                <c:pt idx="2361">
                  <c:v>6.5237999999999997E-3</c:v>
                </c:pt>
                <c:pt idx="2362">
                  <c:v>7.4287000000000008E-3</c:v>
                </c:pt>
                <c:pt idx="2363">
                  <c:v>7.5420000000000001E-3</c:v>
                </c:pt>
                <c:pt idx="2364">
                  <c:v>6.9072000000000005E-3</c:v>
                </c:pt>
                <c:pt idx="2365">
                  <c:v>7.1772999999999993E-3</c:v>
                </c:pt>
                <c:pt idx="2366">
                  <c:v>7.2164000000000004E-3</c:v>
                </c:pt>
                <c:pt idx="2367">
                  <c:v>7.4250000000000002E-3</c:v>
                </c:pt>
                <c:pt idx="2368">
                  <c:v>7.6691999999999993E-3</c:v>
                </c:pt>
                <c:pt idx="2369">
                  <c:v>7.2650000000000006E-3</c:v>
                </c:pt>
                <c:pt idx="2370">
                  <c:v>7.0902000000000005E-3</c:v>
                </c:pt>
                <c:pt idx="2371">
                  <c:v>7.2264E-3</c:v>
                </c:pt>
                <c:pt idx="2372">
                  <c:v>7.9863E-3</c:v>
                </c:pt>
                <c:pt idx="2373">
                  <c:v>8.0551000000000008E-3</c:v>
                </c:pt>
                <c:pt idx="2374">
                  <c:v>8.364100000000001E-3</c:v>
                </c:pt>
                <c:pt idx="2375">
                  <c:v>7.9000000000000008E-3</c:v>
                </c:pt>
                <c:pt idx="2376">
                  <c:v>7.4495999999999998E-3</c:v>
                </c:pt>
                <c:pt idx="2377">
                  <c:v>7.3153000000000003E-3</c:v>
                </c:pt>
                <c:pt idx="2378">
                  <c:v>7.62E-3</c:v>
                </c:pt>
                <c:pt idx="2379">
                  <c:v>7.5655000000000002E-3</c:v>
                </c:pt>
                <c:pt idx="2380">
                  <c:v>7.3620000000000005E-3</c:v>
                </c:pt>
                <c:pt idx="2381">
                  <c:v>7.7296000000000005E-3</c:v>
                </c:pt>
                <c:pt idx="2382">
                  <c:v>7.4491000000000002E-3</c:v>
                </c:pt>
                <c:pt idx="2383">
                  <c:v>7.6656000000000007E-3</c:v>
                </c:pt>
                <c:pt idx="2384">
                  <c:v>7.4136999999999996E-3</c:v>
                </c:pt>
                <c:pt idx="2385">
                  <c:v>7.4980000000000003E-3</c:v>
                </c:pt>
                <c:pt idx="2386">
                  <c:v>7.5876000000000008E-3</c:v>
                </c:pt>
                <c:pt idx="2387">
                  <c:v>7.5099000000000008E-3</c:v>
                </c:pt>
                <c:pt idx="2388">
                  <c:v>7.4183000000000009E-3</c:v>
                </c:pt>
                <c:pt idx="2389">
                  <c:v>7.4653999999999996E-3</c:v>
                </c:pt>
                <c:pt idx="2390">
                  <c:v>7.4541E-3</c:v>
                </c:pt>
                <c:pt idx="2391">
                  <c:v>7.6731999999999998E-3</c:v>
                </c:pt>
                <c:pt idx="2392">
                  <c:v>7.8477000000000009E-3</c:v>
                </c:pt>
                <c:pt idx="2393">
                  <c:v>7.7153000000000005E-3</c:v>
                </c:pt>
                <c:pt idx="2394">
                  <c:v>7.3537999999999997E-3</c:v>
                </c:pt>
                <c:pt idx="2395">
                  <c:v>7.3221000000000007E-3</c:v>
                </c:pt>
                <c:pt idx="2396">
                  <c:v>7.2718000000000001E-3</c:v>
                </c:pt>
                <c:pt idx="2397">
                  <c:v>7.3843999999999993E-3</c:v>
                </c:pt>
                <c:pt idx="2398">
                  <c:v>7.6427000000000005E-3</c:v>
                </c:pt>
                <c:pt idx="2399">
                  <c:v>7.5117000000000005E-3</c:v>
                </c:pt>
                <c:pt idx="2400">
                  <c:v>7.9525000000000012E-3</c:v>
                </c:pt>
                <c:pt idx="2401">
                  <c:v>7.918999999999999E-3</c:v>
                </c:pt>
                <c:pt idx="2402">
                  <c:v>7.8499999999999993E-3</c:v>
                </c:pt>
                <c:pt idx="2403">
                  <c:v>7.7998000000000008E-3</c:v>
                </c:pt>
                <c:pt idx="2404">
                  <c:v>7.9730000000000009E-3</c:v>
                </c:pt>
                <c:pt idx="2405">
                  <c:v>7.9340000000000001E-3</c:v>
                </c:pt>
                <c:pt idx="2406">
                  <c:v>7.9718999999999988E-3</c:v>
                </c:pt>
                <c:pt idx="2407">
                  <c:v>8.4543000000000014E-3</c:v>
                </c:pt>
                <c:pt idx="2408">
                  <c:v>7.9718999999999988E-3</c:v>
                </c:pt>
                <c:pt idx="2409">
                  <c:v>8.1159000000000005E-3</c:v>
                </c:pt>
                <c:pt idx="2410">
                  <c:v>8.1838999999999992E-3</c:v>
                </c:pt>
                <c:pt idx="2411">
                  <c:v>8.2861000000000011E-3</c:v>
                </c:pt>
                <c:pt idx="2412">
                  <c:v>8.2482000000000007E-3</c:v>
                </c:pt>
                <c:pt idx="2413">
                  <c:v>8.5891000000000006E-3</c:v>
                </c:pt>
                <c:pt idx="2414">
                  <c:v>8.6187999999999994E-3</c:v>
                </c:pt>
                <c:pt idx="2415">
                  <c:v>8.4671E-3</c:v>
                </c:pt>
                <c:pt idx="2416">
                  <c:v>8.4843000000000002E-3</c:v>
                </c:pt>
                <c:pt idx="2417">
                  <c:v>8.4498000000000004E-3</c:v>
                </c:pt>
                <c:pt idx="2418">
                  <c:v>8.5228999999999999E-3</c:v>
                </c:pt>
                <c:pt idx="2419">
                  <c:v>8.2459000000000005E-3</c:v>
                </c:pt>
                <c:pt idx="2420">
                  <c:v>8.4685000000000003E-3</c:v>
                </c:pt>
                <c:pt idx="2421">
                  <c:v>8.3736000000000001E-3</c:v>
                </c:pt>
                <c:pt idx="2422">
                  <c:v>7.6571E-3</c:v>
                </c:pt>
                <c:pt idx="2423">
                  <c:v>7.8151999999999996E-3</c:v>
                </c:pt>
                <c:pt idx="2424">
                  <c:v>7.8980000000000005E-3</c:v>
                </c:pt>
                <c:pt idx="2425">
                  <c:v>7.8358000000000004E-3</c:v>
                </c:pt>
                <c:pt idx="2426">
                  <c:v>8.1788E-3</c:v>
                </c:pt>
                <c:pt idx="2427">
                  <c:v>8.2325999999999996E-3</c:v>
                </c:pt>
                <c:pt idx="2428">
                  <c:v>8.1449999999999995E-3</c:v>
                </c:pt>
                <c:pt idx="2429">
                  <c:v>8.2105000000000008E-3</c:v>
                </c:pt>
                <c:pt idx="2430">
                  <c:v>8.6864000000000004E-3</c:v>
                </c:pt>
                <c:pt idx="2431">
                  <c:v>8.2617000000000003E-3</c:v>
                </c:pt>
                <c:pt idx="2432">
                  <c:v>8.3528000000000005E-3</c:v>
                </c:pt>
                <c:pt idx="2433">
                  <c:v>8.4248999999999991E-3</c:v>
                </c:pt>
                <c:pt idx="2434">
                  <c:v>8.3433000000000014E-3</c:v>
                </c:pt>
                <c:pt idx="2435">
                  <c:v>8.4033000000000007E-3</c:v>
                </c:pt>
                <c:pt idx="2436">
                  <c:v>8.6234999999999992E-3</c:v>
                </c:pt>
                <c:pt idx="2437">
                  <c:v>8.7971000000000004E-3</c:v>
                </c:pt>
                <c:pt idx="2438">
                  <c:v>9.4932000000000002E-3</c:v>
                </c:pt>
                <c:pt idx="2439">
                  <c:v>8.7223999999999999E-3</c:v>
                </c:pt>
                <c:pt idx="2440">
                  <c:v>8.9595000000000004E-3</c:v>
                </c:pt>
                <c:pt idx="2441">
                  <c:v>8.7977999999999997E-3</c:v>
                </c:pt>
                <c:pt idx="2442">
                  <c:v>8.8236000000000009E-3</c:v>
                </c:pt>
                <c:pt idx="2443">
                  <c:v>8.9534999999999997E-3</c:v>
                </c:pt>
                <c:pt idx="2444">
                  <c:v>9.1906000000000002E-3</c:v>
                </c:pt>
                <c:pt idx="2445">
                  <c:v>9.5805000000000005E-3</c:v>
                </c:pt>
                <c:pt idx="2446">
                  <c:v>1.00556E-2</c:v>
                </c:pt>
                <c:pt idx="2447">
                  <c:v>1.11068E-2</c:v>
                </c:pt>
                <c:pt idx="2448">
                  <c:v>1.10461E-2</c:v>
                </c:pt>
                <c:pt idx="2449">
                  <c:v>1.0621E-2</c:v>
                </c:pt>
                <c:pt idx="2450">
                  <c:v>1.1224899999999999E-2</c:v>
                </c:pt>
                <c:pt idx="2451">
                  <c:v>1.03053E-2</c:v>
                </c:pt>
                <c:pt idx="2452">
                  <c:v>1.02281E-2</c:v>
                </c:pt>
                <c:pt idx="2453">
                  <c:v>1.04858E-2</c:v>
                </c:pt>
                <c:pt idx="2454">
                  <c:v>1.03442E-2</c:v>
                </c:pt>
                <c:pt idx="2455">
                  <c:v>1.0296E-2</c:v>
                </c:pt>
                <c:pt idx="2456">
                  <c:v>9.9626999999999997E-3</c:v>
                </c:pt>
                <c:pt idx="2457">
                  <c:v>1.0013599999999999E-2</c:v>
                </c:pt>
                <c:pt idx="2458">
                  <c:v>1.0507299999999999E-2</c:v>
                </c:pt>
                <c:pt idx="2459">
                  <c:v>1.0630200000000001E-2</c:v>
                </c:pt>
                <c:pt idx="2460">
                  <c:v>1.0533600000000001E-2</c:v>
                </c:pt>
                <c:pt idx="2461">
                  <c:v>1.0721400000000001E-2</c:v>
                </c:pt>
                <c:pt idx="2462">
                  <c:v>1.0288E-2</c:v>
                </c:pt>
                <c:pt idx="2463">
                  <c:v>1.0530400000000001E-2</c:v>
                </c:pt>
                <c:pt idx="2464">
                  <c:v>9.8367999999999997E-3</c:v>
                </c:pt>
                <c:pt idx="2465">
                  <c:v>9.5025000000000005E-3</c:v>
                </c:pt>
                <c:pt idx="2466">
                  <c:v>9.373900000000001E-3</c:v>
                </c:pt>
                <c:pt idx="2467">
                  <c:v>9.2242999999999995E-3</c:v>
                </c:pt>
                <c:pt idx="2468">
                  <c:v>9.4096000000000006E-3</c:v>
                </c:pt>
                <c:pt idx="2469">
                  <c:v>9.3746000000000003E-3</c:v>
                </c:pt>
                <c:pt idx="2470">
                  <c:v>9.5356E-3</c:v>
                </c:pt>
                <c:pt idx="2471">
                  <c:v>9.4368999999999998E-3</c:v>
                </c:pt>
                <c:pt idx="2472">
                  <c:v>9.8796999999999999E-3</c:v>
                </c:pt>
                <c:pt idx="2473">
                  <c:v>9.8891000000000014E-3</c:v>
                </c:pt>
                <c:pt idx="2474">
                  <c:v>9.8306999999999995E-3</c:v>
                </c:pt>
                <c:pt idx="2475">
                  <c:v>1.04525E-2</c:v>
                </c:pt>
                <c:pt idx="2476">
                  <c:v>1.04242E-2</c:v>
                </c:pt>
                <c:pt idx="2477">
                  <c:v>1.0545300000000001E-2</c:v>
                </c:pt>
                <c:pt idx="2478">
                  <c:v>1.0718E-2</c:v>
                </c:pt>
                <c:pt idx="2479">
                  <c:v>1.06677E-2</c:v>
                </c:pt>
                <c:pt idx="2480">
                  <c:v>1.0033199999999999E-2</c:v>
                </c:pt>
                <c:pt idx="2481">
                  <c:v>1.00278E-2</c:v>
                </c:pt>
                <c:pt idx="2482">
                  <c:v>9.5685000000000006E-3</c:v>
                </c:pt>
                <c:pt idx="2483">
                  <c:v>9.4947E-3</c:v>
                </c:pt>
                <c:pt idx="2484">
                  <c:v>9.3288999999999993E-3</c:v>
                </c:pt>
                <c:pt idx="2485">
                  <c:v>9.1769999999999994E-3</c:v>
                </c:pt>
                <c:pt idx="2486">
                  <c:v>8.9849999999999999E-3</c:v>
                </c:pt>
                <c:pt idx="2487">
                  <c:v>9.1849999999999987E-3</c:v>
                </c:pt>
                <c:pt idx="2488">
                  <c:v>9.3858999999999991E-3</c:v>
                </c:pt>
                <c:pt idx="2489">
                  <c:v>9.3397000000000011E-3</c:v>
                </c:pt>
                <c:pt idx="2490">
                  <c:v>9.2467000000000001E-3</c:v>
                </c:pt>
                <c:pt idx="2491">
                  <c:v>9.4082999999999996E-3</c:v>
                </c:pt>
                <c:pt idx="2492">
                  <c:v>8.8585999999999995E-3</c:v>
                </c:pt>
                <c:pt idx="2493">
                  <c:v>8.9703999999999999E-3</c:v>
                </c:pt>
                <c:pt idx="2494">
                  <c:v>8.5519999999999988E-3</c:v>
                </c:pt>
                <c:pt idx="2495">
                  <c:v>8.4983999999999997E-3</c:v>
                </c:pt>
                <c:pt idx="2496">
                  <c:v>8.5992000000000013E-3</c:v>
                </c:pt>
                <c:pt idx="2497">
                  <c:v>8.3028000000000008E-3</c:v>
                </c:pt>
                <c:pt idx="2498">
                  <c:v>7.7895999999999998E-3</c:v>
                </c:pt>
                <c:pt idx="2499">
                  <c:v>7.6639999999999998E-3</c:v>
                </c:pt>
                <c:pt idx="2500">
                  <c:v>7.5449000000000002E-3</c:v>
                </c:pt>
                <c:pt idx="2501">
                  <c:v>7.6337000000000002E-3</c:v>
                </c:pt>
                <c:pt idx="2502">
                  <c:v>7.6141999999999998E-3</c:v>
                </c:pt>
                <c:pt idx="2503">
                  <c:v>7.6499999999999997E-3</c:v>
                </c:pt>
                <c:pt idx="2504">
                  <c:v>7.6328999999999998E-3</c:v>
                </c:pt>
                <c:pt idx="2505">
                  <c:v>7.5761999999999999E-3</c:v>
                </c:pt>
                <c:pt idx="2506">
                  <c:v>7.5409000000000006E-3</c:v>
                </c:pt>
                <c:pt idx="2507">
                  <c:v>8.0523000000000001E-3</c:v>
                </c:pt>
                <c:pt idx="2508">
                  <c:v>8.0134999999999998E-3</c:v>
                </c:pt>
                <c:pt idx="2509">
                  <c:v>8.1408000000000001E-3</c:v>
                </c:pt>
                <c:pt idx="2510">
                  <c:v>7.5494000000000004E-3</c:v>
                </c:pt>
                <c:pt idx="2511">
                  <c:v>7.3775999999999998E-3</c:v>
                </c:pt>
                <c:pt idx="2512">
                  <c:v>7.2380999999999999E-3</c:v>
                </c:pt>
                <c:pt idx="2513">
                  <c:v>7.4959000000000007E-3</c:v>
                </c:pt>
                <c:pt idx="2514">
                  <c:v>7.3638999999999996E-3</c:v>
                </c:pt>
                <c:pt idx="2515">
                  <c:v>7.5296999999999994E-3</c:v>
                </c:pt>
                <c:pt idx="2516">
                  <c:v>7.6771000000000001E-3</c:v>
                </c:pt>
                <c:pt idx="2517">
                  <c:v>7.6623999999999998E-3</c:v>
                </c:pt>
                <c:pt idx="2518">
                  <c:v>7.5665999999999997E-3</c:v>
                </c:pt>
                <c:pt idx="2519">
                  <c:v>7.7697E-3</c:v>
                </c:pt>
                <c:pt idx="2520">
                  <c:v>7.7888000000000002E-3</c:v>
                </c:pt>
                <c:pt idx="2521">
                  <c:v>7.5256000000000003E-3</c:v>
                </c:pt>
                <c:pt idx="2522">
                  <c:v>7.3341999999999999E-3</c:v>
                </c:pt>
                <c:pt idx="2523">
                  <c:v>7.1833000000000001E-3</c:v>
                </c:pt>
                <c:pt idx="2524">
                  <c:v>7.3866000000000001E-3</c:v>
                </c:pt>
                <c:pt idx="2525">
                  <c:v>7.4310000000000001E-3</c:v>
                </c:pt>
                <c:pt idx="2526">
                  <c:v>7.694799999999999E-3</c:v>
                </c:pt>
                <c:pt idx="2527">
                  <c:v>7.6287000000000004E-3</c:v>
                </c:pt>
                <c:pt idx="2528">
                  <c:v>7.5522000000000002E-3</c:v>
                </c:pt>
                <c:pt idx="2529">
                  <c:v>7.3336E-3</c:v>
                </c:pt>
                <c:pt idx="2530">
                  <c:v>7.5230000000000002E-3</c:v>
                </c:pt>
                <c:pt idx="2531">
                  <c:v>7.4724000000000006E-3</c:v>
                </c:pt>
                <c:pt idx="2532">
                  <c:v>7.5374999999999999E-3</c:v>
                </c:pt>
                <c:pt idx="2533">
                  <c:v>7.2954999999999999E-3</c:v>
                </c:pt>
                <c:pt idx="2534">
                  <c:v>7.3753000000000004E-3</c:v>
                </c:pt>
                <c:pt idx="2535">
                  <c:v>7.4471999999999993E-3</c:v>
                </c:pt>
                <c:pt idx="2536">
                  <c:v>7.3749999999999996E-3</c:v>
                </c:pt>
                <c:pt idx="2537">
                  <c:v>7.7803999999999998E-3</c:v>
                </c:pt>
                <c:pt idx="2538">
                  <c:v>7.6544999999999998E-3</c:v>
                </c:pt>
                <c:pt idx="2539">
                  <c:v>7.4538E-3</c:v>
                </c:pt>
                <c:pt idx="2540">
                  <c:v>7.3388999999999998E-3</c:v>
                </c:pt>
                <c:pt idx="2541">
                  <c:v>7.3706999999999991E-3</c:v>
                </c:pt>
                <c:pt idx="2542">
                  <c:v>7.3590000000000001E-3</c:v>
                </c:pt>
                <c:pt idx="2543">
                  <c:v>7.2528999999999996E-3</c:v>
                </c:pt>
                <c:pt idx="2544">
                  <c:v>7.2842000000000002E-3</c:v>
                </c:pt>
                <c:pt idx="2545">
                  <c:v>6.8837999999999998E-3</c:v>
                </c:pt>
                <c:pt idx="2546">
                  <c:v>6.6931999999999998E-3</c:v>
                </c:pt>
                <c:pt idx="2547">
                  <c:v>6.5985000000000002E-3</c:v>
                </c:pt>
                <c:pt idx="2548">
                  <c:v>6.5535999999999997E-3</c:v>
                </c:pt>
                <c:pt idx="2549">
                  <c:v>6.8769000000000009E-3</c:v>
                </c:pt>
                <c:pt idx="2550">
                  <c:v>6.2918999999999996E-3</c:v>
                </c:pt>
                <c:pt idx="2551">
                  <c:v>5.9465000000000004E-3</c:v>
                </c:pt>
                <c:pt idx="2552">
                  <c:v>6.2472999999999999E-3</c:v>
                </c:pt>
                <c:pt idx="2553">
                  <c:v>6.5188999999999993E-3</c:v>
                </c:pt>
                <c:pt idx="2554">
                  <c:v>6.8495000000000006E-3</c:v>
                </c:pt>
                <c:pt idx="2555">
                  <c:v>7.0924999999999998E-3</c:v>
                </c:pt>
                <c:pt idx="2556">
                  <c:v>6.8263999999999998E-3</c:v>
                </c:pt>
                <c:pt idx="2557">
                  <c:v>6.9004999999999995E-3</c:v>
                </c:pt>
                <c:pt idx="2558">
                  <c:v>6.772499999999999E-3</c:v>
                </c:pt>
                <c:pt idx="2559">
                  <c:v>6.6611999999999991E-3</c:v>
                </c:pt>
                <c:pt idx="2560">
                  <c:v>6.5934000000000001E-3</c:v>
                </c:pt>
                <c:pt idx="2561">
                  <c:v>6.6692999999999995E-3</c:v>
                </c:pt>
                <c:pt idx="2562">
                  <c:v>6.7368999999999997E-3</c:v>
                </c:pt>
                <c:pt idx="2563">
                  <c:v>6.835299999999999E-3</c:v>
                </c:pt>
                <c:pt idx="2564">
                  <c:v>6.7213999999999998E-3</c:v>
                </c:pt>
                <c:pt idx="2565">
                  <c:v>6.7453000000000001E-3</c:v>
                </c:pt>
                <c:pt idx="2566">
                  <c:v>6.5028999999999998E-3</c:v>
                </c:pt>
                <c:pt idx="2567">
                  <c:v>6.1481999999999995E-3</c:v>
                </c:pt>
                <c:pt idx="2568">
                  <c:v>6.5992000000000004E-3</c:v>
                </c:pt>
                <c:pt idx="2569">
                  <c:v>7.1634000000000003E-3</c:v>
                </c:pt>
                <c:pt idx="2570">
                  <c:v>7.2854E-3</c:v>
                </c:pt>
                <c:pt idx="2571">
                  <c:v>7.3123000000000007E-3</c:v>
                </c:pt>
                <c:pt idx="2572">
                  <c:v>7.3616000000000003E-3</c:v>
                </c:pt>
                <c:pt idx="2573">
                  <c:v>7.5332999999999997E-3</c:v>
                </c:pt>
                <c:pt idx="2574">
                  <c:v>7.6318000000000002E-3</c:v>
                </c:pt>
                <c:pt idx="2575">
                  <c:v>8.2081000000000012E-3</c:v>
                </c:pt>
                <c:pt idx="2576">
                  <c:v>8.1712E-3</c:v>
                </c:pt>
                <c:pt idx="2577">
                  <c:v>8.0725999999999992E-3</c:v>
                </c:pt>
                <c:pt idx="2578">
                  <c:v>8.0058000000000004E-3</c:v>
                </c:pt>
                <c:pt idx="2579">
                  <c:v>8.1340000000000006E-3</c:v>
                </c:pt>
                <c:pt idx="2580">
                  <c:v>8.5911000000000008E-3</c:v>
                </c:pt>
                <c:pt idx="2581">
                  <c:v>8.2718999999999987E-3</c:v>
                </c:pt>
                <c:pt idx="2582">
                  <c:v>8.479200000000001E-3</c:v>
                </c:pt>
                <c:pt idx="2583">
                  <c:v>8.6315000000000003E-3</c:v>
                </c:pt>
                <c:pt idx="2584">
                  <c:v>9.0434E-3</c:v>
                </c:pt>
                <c:pt idx="2585">
                  <c:v>9.5294000000000004E-3</c:v>
                </c:pt>
                <c:pt idx="2586">
                  <c:v>8.774500000000001E-3</c:v>
                </c:pt>
                <c:pt idx="2587">
                  <c:v>8.4072999999999995E-3</c:v>
                </c:pt>
                <c:pt idx="2588">
                  <c:v>7.7631000000000002E-3</c:v>
                </c:pt>
                <c:pt idx="2589">
                  <c:v>7.7614999999999993E-3</c:v>
                </c:pt>
                <c:pt idx="2590">
                  <c:v>8.1995000000000002E-3</c:v>
                </c:pt>
                <c:pt idx="2591">
                  <c:v>8.2658000000000002E-3</c:v>
                </c:pt>
                <c:pt idx="2592">
                  <c:v>8.5579999999999996E-3</c:v>
                </c:pt>
                <c:pt idx="2593">
                  <c:v>8.6934999999999998E-3</c:v>
                </c:pt>
                <c:pt idx="2594">
                  <c:v>8.4242999999999992E-3</c:v>
                </c:pt>
                <c:pt idx="2595">
                  <c:v>8.4683999999999992E-3</c:v>
                </c:pt>
                <c:pt idx="2596">
                  <c:v>8.4746999999999999E-3</c:v>
                </c:pt>
                <c:pt idx="2597">
                  <c:v>8.7586999999999995E-3</c:v>
                </c:pt>
                <c:pt idx="2598">
                  <c:v>8.9233999999999997E-3</c:v>
                </c:pt>
                <c:pt idx="2599">
                  <c:v>9.0667999999999999E-3</c:v>
                </c:pt>
                <c:pt idx="2600">
                  <c:v>8.9619000000000001E-3</c:v>
                </c:pt>
                <c:pt idx="2601">
                  <c:v>8.6427000000000014E-3</c:v>
                </c:pt>
                <c:pt idx="2602">
                  <c:v>8.7942999999999997E-3</c:v>
                </c:pt>
                <c:pt idx="2603">
                  <c:v>8.9296000000000011E-3</c:v>
                </c:pt>
                <c:pt idx="2604">
                  <c:v>8.8202999999999997E-3</c:v>
                </c:pt>
                <c:pt idx="2605">
                  <c:v>8.6962000000000012E-3</c:v>
                </c:pt>
                <c:pt idx="2606">
                  <c:v>8.7183E-3</c:v>
                </c:pt>
                <c:pt idx="2607">
                  <c:v>8.5944000000000003E-3</c:v>
                </c:pt>
                <c:pt idx="2608">
                  <c:v>8.4416999999999999E-3</c:v>
                </c:pt>
                <c:pt idx="2609">
                  <c:v>8.2085999999999999E-3</c:v>
                </c:pt>
                <c:pt idx="2610">
                  <c:v>7.6915000000000004E-3</c:v>
                </c:pt>
                <c:pt idx="2611">
                  <c:v>7.9407000000000002E-3</c:v>
                </c:pt>
                <c:pt idx="2612">
                  <c:v>8.0581999999999997E-3</c:v>
                </c:pt>
                <c:pt idx="2613">
                  <c:v>8.4063000000000002E-3</c:v>
                </c:pt>
                <c:pt idx="2614">
                  <c:v>8.4195999999999993E-3</c:v>
                </c:pt>
                <c:pt idx="2615">
                  <c:v>8.3822000000000011E-3</c:v>
                </c:pt>
                <c:pt idx="2616">
                  <c:v>8.0605E-3</c:v>
                </c:pt>
                <c:pt idx="2617">
                  <c:v>8.0718000000000005E-3</c:v>
                </c:pt>
                <c:pt idx="2618">
                  <c:v>7.9644999999999994E-3</c:v>
                </c:pt>
                <c:pt idx="2619">
                  <c:v>8.0465999999999992E-3</c:v>
                </c:pt>
                <c:pt idx="2620">
                  <c:v>7.5877999999999996E-3</c:v>
                </c:pt>
                <c:pt idx="2621">
                  <c:v>8.068500000000001E-3</c:v>
                </c:pt>
                <c:pt idx="2622">
                  <c:v>7.933599999999999E-3</c:v>
                </c:pt>
                <c:pt idx="2623">
                  <c:v>7.9683000000000011E-3</c:v>
                </c:pt>
                <c:pt idx="2624">
                  <c:v>7.9328000000000003E-3</c:v>
                </c:pt>
                <c:pt idx="2625">
                  <c:v>7.8720000000000005E-3</c:v>
                </c:pt>
                <c:pt idx="2626">
                  <c:v>7.8319999999999987E-3</c:v>
                </c:pt>
                <c:pt idx="2627">
                  <c:v>8.1942999999999998E-3</c:v>
                </c:pt>
                <c:pt idx="2628">
                  <c:v>8.5477999999999995E-3</c:v>
                </c:pt>
                <c:pt idx="2629">
                  <c:v>8.1139999999999997E-3</c:v>
                </c:pt>
                <c:pt idx="2630">
                  <c:v>7.8274E-3</c:v>
                </c:pt>
                <c:pt idx="2631">
                  <c:v>7.7444999999999996E-3</c:v>
                </c:pt>
                <c:pt idx="2632">
                  <c:v>7.6513999999999992E-3</c:v>
                </c:pt>
                <c:pt idx="2633">
                  <c:v>7.4895999999999999E-3</c:v>
                </c:pt>
                <c:pt idx="2634">
                  <c:v>7.5551000000000004E-3</c:v>
                </c:pt>
                <c:pt idx="2635">
                  <c:v>7.6871999999999999E-3</c:v>
                </c:pt>
                <c:pt idx="2636">
                  <c:v>7.92E-3</c:v>
                </c:pt>
                <c:pt idx="2637">
                  <c:v>8.3626000000000013E-3</c:v>
                </c:pt>
                <c:pt idx="2638">
                  <c:v>8.3628000000000001E-3</c:v>
                </c:pt>
                <c:pt idx="2639">
                  <c:v>8.1984999999999992E-3</c:v>
                </c:pt>
                <c:pt idx="2640">
                  <c:v>8.1602999999999988E-3</c:v>
                </c:pt>
                <c:pt idx="2641">
                  <c:v>7.9825999999999994E-3</c:v>
                </c:pt>
                <c:pt idx="2642">
                  <c:v>7.7807000000000006E-3</c:v>
                </c:pt>
                <c:pt idx="2643">
                  <c:v>7.7343999999999998E-3</c:v>
                </c:pt>
                <c:pt idx="2644">
                  <c:v>8.0430999999999992E-3</c:v>
                </c:pt>
                <c:pt idx="2645">
                  <c:v>8.2369000000000001E-3</c:v>
                </c:pt>
                <c:pt idx="2646">
                  <c:v>8.280899999999999E-3</c:v>
                </c:pt>
                <c:pt idx="2647">
                  <c:v>8.1764000000000003E-3</c:v>
                </c:pt>
                <c:pt idx="2648">
                  <c:v>7.9441999999999985E-3</c:v>
                </c:pt>
                <c:pt idx="2649">
                  <c:v>7.8375000000000007E-3</c:v>
                </c:pt>
                <c:pt idx="2650">
                  <c:v>7.9424999999999999E-3</c:v>
                </c:pt>
                <c:pt idx="2651">
                  <c:v>7.9086E-3</c:v>
                </c:pt>
                <c:pt idx="2652">
                  <c:v>7.4489000000000005E-3</c:v>
                </c:pt>
                <c:pt idx="2653">
                  <c:v>7.3471000000000005E-3</c:v>
                </c:pt>
                <c:pt idx="2654">
                  <c:v>7.2364999999999999E-3</c:v>
                </c:pt>
                <c:pt idx="2655">
                  <c:v>6.8590999999999991E-3</c:v>
                </c:pt>
                <c:pt idx="2656">
                  <c:v>6.4593000000000003E-3</c:v>
                </c:pt>
                <c:pt idx="2657">
                  <c:v>6.8311000000000005E-3</c:v>
                </c:pt>
                <c:pt idx="2658">
                  <c:v>6.8697000000000003E-3</c:v>
                </c:pt>
                <c:pt idx="2659">
                  <c:v>7.0020999999999998E-3</c:v>
                </c:pt>
                <c:pt idx="2660">
                  <c:v>7.0843E-3</c:v>
                </c:pt>
                <c:pt idx="2661">
                  <c:v>7.3022999999999994E-3</c:v>
                </c:pt>
                <c:pt idx="2662">
                  <c:v>7.1233999999999994E-3</c:v>
                </c:pt>
                <c:pt idx="2663">
                  <c:v>7.1394000000000006E-3</c:v>
                </c:pt>
                <c:pt idx="2664">
                  <c:v>6.7961000000000002E-3</c:v>
                </c:pt>
                <c:pt idx="2665">
                  <c:v>6.7843000000000001E-3</c:v>
                </c:pt>
                <c:pt idx="2666">
                  <c:v>6.7129999999999993E-3</c:v>
                </c:pt>
                <c:pt idx="2667">
                  <c:v>6.6299999999999996E-3</c:v>
                </c:pt>
                <c:pt idx="2668">
                  <c:v>6.5173000000000002E-3</c:v>
                </c:pt>
                <c:pt idx="2669">
                  <c:v>6.569199999999999E-3</c:v>
                </c:pt>
                <c:pt idx="2670">
                  <c:v>6.417700000000001E-3</c:v>
                </c:pt>
                <c:pt idx="2671">
                  <c:v>6.2499000000000001E-3</c:v>
                </c:pt>
                <c:pt idx="2672">
                  <c:v>6.3334999999999997E-3</c:v>
                </c:pt>
                <c:pt idx="2673">
                  <c:v>6.2510999999999999E-3</c:v>
                </c:pt>
                <c:pt idx="2674">
                  <c:v>5.9987E-3</c:v>
                </c:pt>
                <c:pt idx="2675">
                  <c:v>6.1191000000000006E-3</c:v>
                </c:pt>
                <c:pt idx="2676">
                  <c:v>5.9468000000000003E-3</c:v>
                </c:pt>
                <c:pt idx="2677">
                  <c:v>6.1040000000000001E-3</c:v>
                </c:pt>
                <c:pt idx="2678">
                  <c:v>5.7416999999999998E-3</c:v>
                </c:pt>
                <c:pt idx="2679">
                  <c:v>5.9576999999999998E-3</c:v>
                </c:pt>
                <c:pt idx="2680">
                  <c:v>6.1146000000000004E-3</c:v>
                </c:pt>
                <c:pt idx="2681">
                  <c:v>5.9966999999999998E-3</c:v>
                </c:pt>
                <c:pt idx="2682">
                  <c:v>5.9871999999999998E-3</c:v>
                </c:pt>
                <c:pt idx="2683">
                  <c:v>5.9769000000000003E-3</c:v>
                </c:pt>
                <c:pt idx="2684">
                  <c:v>6.1009999999999997E-3</c:v>
                </c:pt>
                <c:pt idx="2685">
                  <c:v>6.1444000000000004E-3</c:v>
                </c:pt>
                <c:pt idx="2686">
                  <c:v>6.1152000000000003E-3</c:v>
                </c:pt>
                <c:pt idx="2687">
                  <c:v>6.0431E-3</c:v>
                </c:pt>
                <c:pt idx="2688">
                  <c:v>6.0344999999999999E-3</c:v>
                </c:pt>
                <c:pt idx="2689">
                  <c:v>5.9518999999999996E-3</c:v>
                </c:pt>
                <c:pt idx="2690">
                  <c:v>5.9776000000000004E-3</c:v>
                </c:pt>
                <c:pt idx="2691">
                  <c:v>6.0055999999999998E-3</c:v>
                </c:pt>
                <c:pt idx="2692">
                  <c:v>5.9790999999999993E-3</c:v>
                </c:pt>
                <c:pt idx="2693">
                  <c:v>5.9409999999999992E-3</c:v>
                </c:pt>
                <c:pt idx="2694">
                  <c:v>5.7307E-3</c:v>
                </c:pt>
                <c:pt idx="2695">
                  <c:v>5.9109000000000002E-3</c:v>
                </c:pt>
                <c:pt idx="2696">
                  <c:v>5.8624999999999997E-3</c:v>
                </c:pt>
                <c:pt idx="2697">
                  <c:v>5.8738000000000002E-3</c:v>
                </c:pt>
                <c:pt idx="2698">
                  <c:v>6.0569000000000005E-3</c:v>
                </c:pt>
                <c:pt idx="2699">
                  <c:v>5.9576000000000004E-3</c:v>
                </c:pt>
                <c:pt idx="2700">
                  <c:v>5.9496000000000002E-3</c:v>
                </c:pt>
                <c:pt idx="2701">
                  <c:v>5.9965000000000001E-3</c:v>
                </c:pt>
                <c:pt idx="2702">
                  <c:v>6.0210999999999997E-3</c:v>
                </c:pt>
                <c:pt idx="2703">
                  <c:v>6.1589000000000001E-3</c:v>
                </c:pt>
                <c:pt idx="2704">
                  <c:v>6.1917999999999999E-3</c:v>
                </c:pt>
                <c:pt idx="2705">
                  <c:v>6.2778E-3</c:v>
                </c:pt>
                <c:pt idx="2706">
                  <c:v>6.365E-3</c:v>
                </c:pt>
                <c:pt idx="2707">
                  <c:v>6.4822000000000005E-3</c:v>
                </c:pt>
                <c:pt idx="2708">
                  <c:v>6.5358999999999999E-3</c:v>
                </c:pt>
                <c:pt idx="2709">
                  <c:v>6.7149000000000002E-3</c:v>
                </c:pt>
                <c:pt idx="2710">
                  <c:v>6.7992E-3</c:v>
                </c:pt>
                <c:pt idx="2711">
                  <c:v>6.8394999999999992E-3</c:v>
                </c:pt>
                <c:pt idx="2712">
                  <c:v>7.0251000000000003E-3</c:v>
                </c:pt>
                <c:pt idx="2713">
                  <c:v>6.9078000000000004E-3</c:v>
                </c:pt>
                <c:pt idx="2714">
                  <c:v>6.8736000000000005E-3</c:v>
                </c:pt>
                <c:pt idx="2715">
                  <c:v>6.7867999999999991E-3</c:v>
                </c:pt>
                <c:pt idx="2716">
                  <c:v>6.8929000000000004E-3</c:v>
                </c:pt>
                <c:pt idx="2717">
                  <c:v>6.9443999999999999E-3</c:v>
                </c:pt>
                <c:pt idx="2718">
                  <c:v>6.9834999999999993E-3</c:v>
                </c:pt>
                <c:pt idx="2719">
                  <c:v>7.0106999999999999E-3</c:v>
                </c:pt>
                <c:pt idx="2720">
                  <c:v>6.9424999999999999E-3</c:v>
                </c:pt>
                <c:pt idx="2721">
                  <c:v>7.0717000000000002E-3</c:v>
                </c:pt>
                <c:pt idx="2722">
                  <c:v>7.0347999999999999E-3</c:v>
                </c:pt>
                <c:pt idx="2723">
                  <c:v>7.2823999999999996E-3</c:v>
                </c:pt>
                <c:pt idx="2724">
                  <c:v>7.3743999999999997E-3</c:v>
                </c:pt>
                <c:pt idx="2725">
                  <c:v>7.2323999999999999E-3</c:v>
                </c:pt>
                <c:pt idx="2726">
                  <c:v>7.2944999999999989E-3</c:v>
                </c:pt>
                <c:pt idx="2727">
                  <c:v>7.5423E-3</c:v>
                </c:pt>
                <c:pt idx="2728">
                  <c:v>7.5072000000000003E-3</c:v>
                </c:pt>
                <c:pt idx="2729">
                  <c:v>7.6261999999999996E-3</c:v>
                </c:pt>
                <c:pt idx="2730">
                  <c:v>7.5097999999999996E-3</c:v>
                </c:pt>
                <c:pt idx="2731">
                  <c:v>7.5693000000000002E-3</c:v>
                </c:pt>
                <c:pt idx="2732">
                  <c:v>7.8571999999999999E-3</c:v>
                </c:pt>
                <c:pt idx="2733">
                  <c:v>7.8340000000000007E-3</c:v>
                </c:pt>
                <c:pt idx="2734">
                  <c:v>7.809E-3</c:v>
                </c:pt>
                <c:pt idx="2735">
                  <c:v>7.7797999999999999E-3</c:v>
                </c:pt>
                <c:pt idx="2736">
                  <c:v>7.6683000000000003E-3</c:v>
                </c:pt>
                <c:pt idx="2737">
                  <c:v>7.5661000000000001E-3</c:v>
                </c:pt>
                <c:pt idx="2738">
                  <c:v>7.4352999999999997E-3</c:v>
                </c:pt>
                <c:pt idx="2739">
                  <c:v>7.4228999999999996E-3</c:v>
                </c:pt>
                <c:pt idx="2740">
                  <c:v>7.5033000000000001E-3</c:v>
                </c:pt>
                <c:pt idx="2741">
                  <c:v>7.5417000000000001E-3</c:v>
                </c:pt>
                <c:pt idx="2742">
                  <c:v>7.3403999999999995E-3</c:v>
                </c:pt>
                <c:pt idx="2743">
                  <c:v>7.3933000000000011E-3</c:v>
                </c:pt>
                <c:pt idx="2744">
                  <c:v>7.7406999999999997E-3</c:v>
                </c:pt>
                <c:pt idx="2745">
                  <c:v>7.5889E-3</c:v>
                </c:pt>
                <c:pt idx="2746">
                  <c:v>7.5316000000000003E-3</c:v>
                </c:pt>
                <c:pt idx="2747">
                  <c:v>7.5763999999999996E-3</c:v>
                </c:pt>
                <c:pt idx="2748">
                  <c:v>7.5913999999999999E-3</c:v>
                </c:pt>
                <c:pt idx="2749">
                  <c:v>7.6998999999999991E-3</c:v>
                </c:pt>
                <c:pt idx="2750">
                  <c:v>7.6483000000000002E-3</c:v>
                </c:pt>
                <c:pt idx="2751">
                  <c:v>7.3876000000000002E-3</c:v>
                </c:pt>
                <c:pt idx="2752">
                  <c:v>7.2908000000000001E-3</c:v>
                </c:pt>
                <c:pt idx="2753">
                  <c:v>7.3334999999999997E-3</c:v>
                </c:pt>
                <c:pt idx="2754">
                  <c:v>7.3875E-3</c:v>
                </c:pt>
                <c:pt idx="2755">
                  <c:v>7.3378000000000002E-3</c:v>
                </c:pt>
                <c:pt idx="2756">
                  <c:v>7.0304E-3</c:v>
                </c:pt>
                <c:pt idx="2757">
                  <c:v>7.0933000000000003E-3</c:v>
                </c:pt>
                <c:pt idx="2758">
                  <c:v>7.1212999999999997E-3</c:v>
                </c:pt>
                <c:pt idx="2759">
                  <c:v>7.1075999999999995E-3</c:v>
                </c:pt>
                <c:pt idx="2760">
                  <c:v>7.0516000000000007E-3</c:v>
                </c:pt>
                <c:pt idx="2761">
                  <c:v>7.0698999999999996E-3</c:v>
                </c:pt>
                <c:pt idx="2762">
                  <c:v>7.5604000000000001E-3</c:v>
                </c:pt>
                <c:pt idx="2763">
                  <c:v>7.7866000000000003E-3</c:v>
                </c:pt>
                <c:pt idx="2764">
                  <c:v>9.1361999999999988E-3</c:v>
                </c:pt>
                <c:pt idx="2765">
                  <c:v>8.9207999999999996E-3</c:v>
                </c:pt>
                <c:pt idx="2766">
                  <c:v>9.7504000000000011E-3</c:v>
                </c:pt>
                <c:pt idx="2767">
                  <c:v>1.0574500000000001E-2</c:v>
                </c:pt>
                <c:pt idx="2768">
                  <c:v>1.01677E-2</c:v>
                </c:pt>
                <c:pt idx="2769">
                  <c:v>9.7611E-3</c:v>
                </c:pt>
                <c:pt idx="2770">
                  <c:v>9.7305000000000013E-3</c:v>
                </c:pt>
                <c:pt idx="2771">
                  <c:v>9.3661999999999999E-3</c:v>
                </c:pt>
                <c:pt idx="2772">
                  <c:v>9.7330000000000003E-3</c:v>
                </c:pt>
                <c:pt idx="2773">
                  <c:v>9.9340000000000001E-3</c:v>
                </c:pt>
                <c:pt idx="2774">
                  <c:v>1.0006000000000001E-2</c:v>
                </c:pt>
                <c:pt idx="2775">
                  <c:v>1.0485899999999999E-2</c:v>
                </c:pt>
                <c:pt idx="2776">
                  <c:v>1.06134E-2</c:v>
                </c:pt>
                <c:pt idx="2777">
                  <c:v>1.04607E-2</c:v>
                </c:pt>
                <c:pt idx="2778">
                  <c:v>1.0534999999999999E-2</c:v>
                </c:pt>
                <c:pt idx="2779">
                  <c:v>1.0331999999999999E-2</c:v>
                </c:pt>
                <c:pt idx="2780">
                  <c:v>9.9346E-3</c:v>
                </c:pt>
                <c:pt idx="2781">
                  <c:v>9.4721000000000007E-3</c:v>
                </c:pt>
                <c:pt idx="2782">
                  <c:v>9.4377000000000003E-3</c:v>
                </c:pt>
                <c:pt idx="2783">
                  <c:v>9.6492999999999995E-3</c:v>
                </c:pt>
                <c:pt idx="2784">
                  <c:v>9.7278999999999994E-3</c:v>
                </c:pt>
                <c:pt idx="2785">
                  <c:v>1.03208E-2</c:v>
                </c:pt>
                <c:pt idx="2786">
                  <c:v>1.00728E-2</c:v>
                </c:pt>
                <c:pt idx="2787">
                  <c:v>1.0153000000000001E-2</c:v>
                </c:pt>
                <c:pt idx="2788">
                  <c:v>1.07181E-2</c:v>
                </c:pt>
                <c:pt idx="2789">
                  <c:v>1.1627E-2</c:v>
                </c:pt>
                <c:pt idx="2790">
                  <c:v>1.15616E-2</c:v>
                </c:pt>
                <c:pt idx="2791">
                  <c:v>1.15411E-2</c:v>
                </c:pt>
                <c:pt idx="2792">
                  <c:v>1.1554E-2</c:v>
                </c:pt>
                <c:pt idx="2793">
                  <c:v>1.13545E-2</c:v>
                </c:pt>
                <c:pt idx="2794">
                  <c:v>1.15721E-2</c:v>
                </c:pt>
                <c:pt idx="2795">
                  <c:v>1.1450700000000001E-2</c:v>
                </c:pt>
                <c:pt idx="2796">
                  <c:v>1.26696E-2</c:v>
                </c:pt>
                <c:pt idx="2797">
                  <c:v>1.4620300000000001E-2</c:v>
                </c:pt>
                <c:pt idx="2798">
                  <c:v>1.45518E-2</c:v>
                </c:pt>
                <c:pt idx="2799">
                  <c:v>1.4519999999999998E-2</c:v>
                </c:pt>
                <c:pt idx="2800">
                  <c:v>1.29844E-2</c:v>
                </c:pt>
                <c:pt idx="2801">
                  <c:v>1.42083E-2</c:v>
                </c:pt>
                <c:pt idx="2802">
                  <c:v>1.43596E-2</c:v>
                </c:pt>
                <c:pt idx="2803">
                  <c:v>1.55E-2</c:v>
                </c:pt>
                <c:pt idx="2804">
                  <c:v>1.5701799999999998E-2</c:v>
                </c:pt>
                <c:pt idx="2805">
                  <c:v>1.6437E-2</c:v>
                </c:pt>
                <c:pt idx="2806">
                  <c:v>1.5443799999999999E-2</c:v>
                </c:pt>
                <c:pt idx="2807">
                  <c:v>1.49482E-2</c:v>
                </c:pt>
                <c:pt idx="2808">
                  <c:v>1.47215E-2</c:v>
                </c:pt>
                <c:pt idx="2809">
                  <c:v>1.45144E-2</c:v>
                </c:pt>
                <c:pt idx="2810">
                  <c:v>1.4274199999999999E-2</c:v>
                </c:pt>
                <c:pt idx="2811">
                  <c:v>1.23847E-2</c:v>
                </c:pt>
                <c:pt idx="2812">
                  <c:v>1.31708E-2</c:v>
                </c:pt>
                <c:pt idx="2813">
                  <c:v>1.24329E-2</c:v>
                </c:pt>
                <c:pt idx="2814">
                  <c:v>1.2542600000000001E-2</c:v>
                </c:pt>
                <c:pt idx="2815">
                  <c:v>1.206E-2</c:v>
                </c:pt>
                <c:pt idx="2816">
                  <c:v>1.2292900000000001E-2</c:v>
                </c:pt>
                <c:pt idx="2817">
                  <c:v>1.2969E-2</c:v>
                </c:pt>
                <c:pt idx="2818">
                  <c:v>1.2969E-2</c:v>
                </c:pt>
                <c:pt idx="2819">
                  <c:v>1.25591E-2</c:v>
                </c:pt>
                <c:pt idx="2820">
                  <c:v>1.26505E-2</c:v>
                </c:pt>
                <c:pt idx="2821">
                  <c:v>1.18303E-2</c:v>
                </c:pt>
                <c:pt idx="2822">
                  <c:v>1.0284E-2</c:v>
                </c:pt>
                <c:pt idx="2823">
                  <c:v>1.0270399999999999E-2</c:v>
                </c:pt>
                <c:pt idx="2824">
                  <c:v>1.0925799999999999E-2</c:v>
                </c:pt>
                <c:pt idx="2825">
                  <c:v>1.12908E-2</c:v>
                </c:pt>
                <c:pt idx="2826">
                  <c:v>1.13753E-2</c:v>
                </c:pt>
                <c:pt idx="2827">
                  <c:v>1.1001800000000001E-2</c:v>
                </c:pt>
                <c:pt idx="2828">
                  <c:v>1.0912099999999999E-2</c:v>
                </c:pt>
                <c:pt idx="2829">
                  <c:v>1.11299E-2</c:v>
                </c:pt>
                <c:pt idx="2830">
                  <c:v>1.11675E-2</c:v>
                </c:pt>
                <c:pt idx="2831">
                  <c:v>1.25705E-2</c:v>
                </c:pt>
                <c:pt idx="2832">
                  <c:v>1.2786E-2</c:v>
                </c:pt>
                <c:pt idx="2833">
                  <c:v>1.26368E-2</c:v>
                </c:pt>
                <c:pt idx="2834">
                  <c:v>1.25209E-2</c:v>
                </c:pt>
                <c:pt idx="2835">
                  <c:v>1.31369E-2</c:v>
                </c:pt>
                <c:pt idx="2836">
                  <c:v>1.3514199999999999E-2</c:v>
                </c:pt>
                <c:pt idx="2837">
                  <c:v>1.3679499999999999E-2</c:v>
                </c:pt>
                <c:pt idx="2838">
                  <c:v>1.40918E-2</c:v>
                </c:pt>
                <c:pt idx="2839">
                  <c:v>1.4461099999999999E-2</c:v>
                </c:pt>
                <c:pt idx="2840">
                  <c:v>1.4273300000000001E-2</c:v>
                </c:pt>
                <c:pt idx="2841">
                  <c:v>1.5034E-2</c:v>
                </c:pt>
                <c:pt idx="2842">
                  <c:v>1.5011799999999999E-2</c:v>
                </c:pt>
                <c:pt idx="2843">
                  <c:v>1.4893399999999999E-2</c:v>
                </c:pt>
                <c:pt idx="2844">
                  <c:v>1.44017E-2</c:v>
                </c:pt>
                <c:pt idx="2845">
                  <c:v>1.4338800000000001E-2</c:v>
                </c:pt>
                <c:pt idx="2846">
                  <c:v>1.23234E-2</c:v>
                </c:pt>
                <c:pt idx="2847">
                  <c:v>1.2912399999999999E-2</c:v>
                </c:pt>
                <c:pt idx="2848">
                  <c:v>1.26479E-2</c:v>
                </c:pt>
                <c:pt idx="2849">
                  <c:v>1.1876600000000001E-2</c:v>
                </c:pt>
                <c:pt idx="2850">
                  <c:v>1.19314E-2</c:v>
                </c:pt>
                <c:pt idx="2851">
                  <c:v>1.1733799999999999E-2</c:v>
                </c:pt>
                <c:pt idx="2852">
                  <c:v>1.2157599999999999E-2</c:v>
                </c:pt>
                <c:pt idx="2853">
                  <c:v>1.2000499999999999E-2</c:v>
                </c:pt>
                <c:pt idx="2854">
                  <c:v>1.25477E-2</c:v>
                </c:pt>
                <c:pt idx="2855">
                  <c:v>1.22407E-2</c:v>
                </c:pt>
                <c:pt idx="2856">
                  <c:v>1.3218000000000001E-2</c:v>
                </c:pt>
                <c:pt idx="2857">
                  <c:v>1.2967500000000002E-2</c:v>
                </c:pt>
                <c:pt idx="2858">
                  <c:v>1.31132E-2</c:v>
                </c:pt>
                <c:pt idx="2859">
                  <c:v>1.33963E-2</c:v>
                </c:pt>
                <c:pt idx="2860">
                  <c:v>1.29833E-2</c:v>
                </c:pt>
                <c:pt idx="2861">
                  <c:v>1.3193100000000001E-2</c:v>
                </c:pt>
                <c:pt idx="2862">
                  <c:v>1.3239900000000001E-2</c:v>
                </c:pt>
                <c:pt idx="2863">
                  <c:v>1.3181200000000001E-2</c:v>
                </c:pt>
                <c:pt idx="2864">
                  <c:v>1.32006E-2</c:v>
                </c:pt>
                <c:pt idx="2865">
                  <c:v>1.3181899999999998E-2</c:v>
                </c:pt>
                <c:pt idx="2866">
                  <c:v>1.32456E-2</c:v>
                </c:pt>
                <c:pt idx="2867">
                  <c:v>1.3165399999999999E-2</c:v>
                </c:pt>
                <c:pt idx="2868">
                  <c:v>1.32129E-2</c:v>
                </c:pt>
                <c:pt idx="2869">
                  <c:v>1.3196799999999998E-2</c:v>
                </c:pt>
                <c:pt idx="2870">
                  <c:v>1.30382E-2</c:v>
                </c:pt>
                <c:pt idx="2871">
                  <c:v>1.26181E-2</c:v>
                </c:pt>
                <c:pt idx="2872">
                  <c:v>1.2935499999999999E-2</c:v>
                </c:pt>
                <c:pt idx="2873">
                  <c:v>1.28577E-2</c:v>
                </c:pt>
                <c:pt idx="2874">
                  <c:v>1.2843E-2</c:v>
                </c:pt>
                <c:pt idx="2875">
                  <c:v>1.2657E-2</c:v>
                </c:pt>
                <c:pt idx="2876">
                  <c:v>1.2642700000000002E-2</c:v>
                </c:pt>
                <c:pt idx="2877">
                  <c:v>1.2721099999999999E-2</c:v>
                </c:pt>
                <c:pt idx="2878">
                  <c:v>1.2875899999999999E-2</c:v>
                </c:pt>
                <c:pt idx="2879">
                  <c:v>1.3122700000000001E-2</c:v>
                </c:pt>
                <c:pt idx="2880">
                  <c:v>1.28667E-2</c:v>
                </c:pt>
                <c:pt idx="2881">
                  <c:v>1.2636E-2</c:v>
                </c:pt>
                <c:pt idx="2882">
                  <c:v>1.23547E-2</c:v>
                </c:pt>
                <c:pt idx="2883">
                  <c:v>1.21815E-2</c:v>
                </c:pt>
                <c:pt idx="2884">
                  <c:v>1.1839499999999999E-2</c:v>
                </c:pt>
                <c:pt idx="2885">
                  <c:v>1.19539E-2</c:v>
                </c:pt>
                <c:pt idx="2886">
                  <c:v>1.18333E-2</c:v>
                </c:pt>
                <c:pt idx="2887">
                  <c:v>1.16928E-2</c:v>
                </c:pt>
                <c:pt idx="2888">
                  <c:v>1.1539300000000001E-2</c:v>
                </c:pt>
                <c:pt idx="2889">
                  <c:v>1.1554099999999999E-2</c:v>
                </c:pt>
                <c:pt idx="2890">
                  <c:v>1.1262099999999999E-2</c:v>
                </c:pt>
                <c:pt idx="2891">
                  <c:v>1.1155E-2</c:v>
                </c:pt>
                <c:pt idx="2892">
                  <c:v>1.1018E-2</c:v>
                </c:pt>
                <c:pt idx="2893">
                  <c:v>1.0966E-2</c:v>
                </c:pt>
                <c:pt idx="2894">
                  <c:v>1.04641E-2</c:v>
                </c:pt>
                <c:pt idx="2895">
                  <c:v>1.04349E-2</c:v>
                </c:pt>
                <c:pt idx="2896">
                  <c:v>1.01929E-2</c:v>
                </c:pt>
                <c:pt idx="2897">
                  <c:v>1.0097700000000001E-2</c:v>
                </c:pt>
                <c:pt idx="2898">
                  <c:v>1.04911E-2</c:v>
                </c:pt>
                <c:pt idx="2899">
                  <c:v>1.0108300000000001E-2</c:v>
                </c:pt>
                <c:pt idx="2900">
                  <c:v>1.0308299999999999E-2</c:v>
                </c:pt>
                <c:pt idx="2901">
                  <c:v>1.0327899999999999E-2</c:v>
                </c:pt>
                <c:pt idx="2902">
                  <c:v>1.0013599999999999E-2</c:v>
                </c:pt>
                <c:pt idx="2903">
                  <c:v>9.8005000000000002E-3</c:v>
                </c:pt>
                <c:pt idx="2904">
                  <c:v>9.7178999999999998E-3</c:v>
                </c:pt>
                <c:pt idx="2905">
                  <c:v>9.5352000000000006E-3</c:v>
                </c:pt>
                <c:pt idx="2906">
                  <c:v>9.5347000000000001E-3</c:v>
                </c:pt>
                <c:pt idx="2907">
                  <c:v>9.5738000000000004E-3</c:v>
                </c:pt>
                <c:pt idx="2908">
                  <c:v>9.5639000000000002E-3</c:v>
                </c:pt>
                <c:pt idx="2909">
                  <c:v>9.6375000000000002E-3</c:v>
                </c:pt>
                <c:pt idx="2910">
                  <c:v>9.6241E-3</c:v>
                </c:pt>
                <c:pt idx="2911">
                  <c:v>9.7094999999999994E-3</c:v>
                </c:pt>
                <c:pt idx="2912">
                  <c:v>9.6565000000000002E-3</c:v>
                </c:pt>
                <c:pt idx="2913">
                  <c:v>9.388800000000001E-3</c:v>
                </c:pt>
                <c:pt idx="2914">
                  <c:v>9.3635999999999997E-3</c:v>
                </c:pt>
                <c:pt idx="2915">
                  <c:v>9.6509999999999999E-3</c:v>
                </c:pt>
                <c:pt idx="2916">
                  <c:v>9.5924000000000009E-3</c:v>
                </c:pt>
                <c:pt idx="2917">
                  <c:v>9.3251999999999988E-3</c:v>
                </c:pt>
                <c:pt idx="2918">
                  <c:v>9.4625000000000004E-3</c:v>
                </c:pt>
                <c:pt idx="2919">
                  <c:v>9.2835000000000001E-3</c:v>
                </c:pt>
                <c:pt idx="2920">
                  <c:v>9.2718999999999996E-3</c:v>
                </c:pt>
                <c:pt idx="2921">
                  <c:v>9.0095000000000001E-3</c:v>
                </c:pt>
                <c:pt idx="2922">
                  <c:v>8.8025000000000013E-3</c:v>
                </c:pt>
                <c:pt idx="2923">
                  <c:v>8.5959999999999995E-3</c:v>
                </c:pt>
                <c:pt idx="2924">
                  <c:v>8.3444999999999995E-3</c:v>
                </c:pt>
                <c:pt idx="2925">
                  <c:v>8.3663999999999995E-3</c:v>
                </c:pt>
                <c:pt idx="2926">
                  <c:v>8.5281000000000003E-3</c:v>
                </c:pt>
                <c:pt idx="2927">
                  <c:v>8.9828000000000009E-3</c:v>
                </c:pt>
                <c:pt idx="2928">
                  <c:v>9.0810999999999999E-3</c:v>
                </c:pt>
                <c:pt idx="2929">
                  <c:v>9.0340000000000004E-3</c:v>
                </c:pt>
                <c:pt idx="2930">
                  <c:v>9.1003000000000004E-3</c:v>
                </c:pt>
                <c:pt idx="2931">
                  <c:v>9.1750000000000009E-3</c:v>
                </c:pt>
                <c:pt idx="2932">
                  <c:v>9.2567999999999991E-3</c:v>
                </c:pt>
                <c:pt idx="2933">
                  <c:v>9.1845E-3</c:v>
                </c:pt>
                <c:pt idx="2934">
                  <c:v>9.3153000000000003E-3</c:v>
                </c:pt>
                <c:pt idx="2935">
                  <c:v>9.056100000000001E-3</c:v>
                </c:pt>
                <c:pt idx="2936">
                  <c:v>9.3662999999999993E-3</c:v>
                </c:pt>
                <c:pt idx="2937">
                  <c:v>9.7482999999999997E-3</c:v>
                </c:pt>
                <c:pt idx="2938">
                  <c:v>9.7322999999999993E-3</c:v>
                </c:pt>
                <c:pt idx="2939">
                  <c:v>1.0145299999999999E-2</c:v>
                </c:pt>
                <c:pt idx="2940">
                  <c:v>1.02317E-2</c:v>
                </c:pt>
                <c:pt idx="2941">
                  <c:v>1.0193499999999999E-2</c:v>
                </c:pt>
                <c:pt idx="2942">
                  <c:v>9.7762000000000005E-3</c:v>
                </c:pt>
                <c:pt idx="2943">
                  <c:v>9.9721000000000011E-3</c:v>
                </c:pt>
                <c:pt idx="2944">
                  <c:v>9.9375000000000002E-3</c:v>
                </c:pt>
                <c:pt idx="2945">
                  <c:v>9.8540999999999993E-3</c:v>
                </c:pt>
                <c:pt idx="2946">
                  <c:v>9.8325999999999986E-3</c:v>
                </c:pt>
                <c:pt idx="2947">
                  <c:v>9.8157000000000001E-3</c:v>
                </c:pt>
                <c:pt idx="2948">
                  <c:v>9.4526000000000002E-3</c:v>
                </c:pt>
                <c:pt idx="2949">
                  <c:v>9.7549999999999998E-3</c:v>
                </c:pt>
                <c:pt idx="2950">
                  <c:v>9.7172999999999999E-3</c:v>
                </c:pt>
                <c:pt idx="2951">
                  <c:v>9.6676000000000002E-3</c:v>
                </c:pt>
                <c:pt idx="2952">
                  <c:v>9.5513000000000004E-3</c:v>
                </c:pt>
                <c:pt idx="2953">
                  <c:v>9.4847999999999998E-3</c:v>
                </c:pt>
                <c:pt idx="2954">
                  <c:v>9.3980000000000001E-3</c:v>
                </c:pt>
                <c:pt idx="2955">
                  <c:v>9.4228000000000003E-3</c:v>
                </c:pt>
                <c:pt idx="2956">
                  <c:v>9.3068000000000005E-3</c:v>
                </c:pt>
                <c:pt idx="2957">
                  <c:v>9.0829999999999991E-3</c:v>
                </c:pt>
                <c:pt idx="2958">
                  <c:v>9.2930000000000009E-3</c:v>
                </c:pt>
                <c:pt idx="2959">
                  <c:v>9.3296999999999998E-3</c:v>
                </c:pt>
                <c:pt idx="2960">
                  <c:v>9.7871999999999994E-3</c:v>
                </c:pt>
                <c:pt idx="2961">
                  <c:v>1.01286E-2</c:v>
                </c:pt>
                <c:pt idx="2962">
                  <c:v>9.8510000000000004E-3</c:v>
                </c:pt>
                <c:pt idx="2963">
                  <c:v>1.0283E-2</c:v>
                </c:pt>
                <c:pt idx="2964">
                  <c:v>1.0766E-2</c:v>
                </c:pt>
                <c:pt idx="2965">
                  <c:v>1.1268E-2</c:v>
                </c:pt>
                <c:pt idx="2966">
                  <c:v>1.13486E-2</c:v>
                </c:pt>
                <c:pt idx="2967">
                  <c:v>1.17121E-2</c:v>
                </c:pt>
                <c:pt idx="2968">
                  <c:v>1.1484600000000001E-2</c:v>
                </c:pt>
                <c:pt idx="2969">
                  <c:v>1.1358700000000001E-2</c:v>
                </c:pt>
                <c:pt idx="2970">
                  <c:v>1.16475E-2</c:v>
                </c:pt>
                <c:pt idx="2971">
                  <c:v>1.1616599999999999E-2</c:v>
                </c:pt>
                <c:pt idx="2972">
                  <c:v>1.1900300000000001E-2</c:v>
                </c:pt>
                <c:pt idx="2973">
                  <c:v>1.2023499999999999E-2</c:v>
                </c:pt>
                <c:pt idx="2974">
                  <c:v>1.1746100000000001E-2</c:v>
                </c:pt>
                <c:pt idx="2975">
                  <c:v>1.1942299999999999E-2</c:v>
                </c:pt>
                <c:pt idx="2976">
                  <c:v>1.22358E-2</c:v>
                </c:pt>
                <c:pt idx="2977">
                  <c:v>1.3073900000000001E-2</c:v>
                </c:pt>
                <c:pt idx="2978">
                  <c:v>1.3416999999999998E-2</c:v>
                </c:pt>
                <c:pt idx="2979">
                  <c:v>1.3550800000000002E-2</c:v>
                </c:pt>
                <c:pt idx="2980">
                  <c:v>1.2985099999999999E-2</c:v>
                </c:pt>
                <c:pt idx="2981">
                  <c:v>1.2052999999999999E-2</c:v>
                </c:pt>
                <c:pt idx="2982">
                  <c:v>1.2125499999999999E-2</c:v>
                </c:pt>
                <c:pt idx="2983">
                  <c:v>1.2186900000000001E-2</c:v>
                </c:pt>
                <c:pt idx="2984">
                  <c:v>1.2234099999999999E-2</c:v>
                </c:pt>
                <c:pt idx="2985">
                  <c:v>1.2320000000000001E-2</c:v>
                </c:pt>
                <c:pt idx="2986">
                  <c:v>1.2319399999999999E-2</c:v>
                </c:pt>
                <c:pt idx="2987">
                  <c:v>1.17109E-2</c:v>
                </c:pt>
                <c:pt idx="2988">
                  <c:v>1.17167E-2</c:v>
                </c:pt>
                <c:pt idx="2989">
                  <c:v>1.1564100000000001E-2</c:v>
                </c:pt>
                <c:pt idx="2990">
                  <c:v>1.12666E-2</c:v>
                </c:pt>
                <c:pt idx="2991">
                  <c:v>1.12456E-2</c:v>
                </c:pt>
                <c:pt idx="2992">
                  <c:v>1.16978E-2</c:v>
                </c:pt>
                <c:pt idx="2993">
                  <c:v>1.16557E-2</c:v>
                </c:pt>
                <c:pt idx="2994">
                  <c:v>1.2078E-2</c:v>
                </c:pt>
                <c:pt idx="2995">
                  <c:v>1.22168E-2</c:v>
                </c:pt>
                <c:pt idx="2996">
                  <c:v>1.21168E-2</c:v>
                </c:pt>
                <c:pt idx="2997">
                  <c:v>1.23375E-2</c:v>
                </c:pt>
                <c:pt idx="2998">
                  <c:v>1.13376E-2</c:v>
                </c:pt>
                <c:pt idx="2999">
                  <c:v>1.0976099999999999E-2</c:v>
                </c:pt>
                <c:pt idx="3000">
                  <c:v>1.0349299999999999E-2</c:v>
                </c:pt>
                <c:pt idx="3001">
                  <c:v>1.06899E-2</c:v>
                </c:pt>
                <c:pt idx="3002">
                  <c:v>1.0884099999999999E-2</c:v>
                </c:pt>
                <c:pt idx="3003">
                  <c:v>1.1471800000000001E-2</c:v>
                </c:pt>
                <c:pt idx="3004">
                  <c:v>1.1401099999999999E-2</c:v>
                </c:pt>
                <c:pt idx="3005">
                  <c:v>1.1369199999999999E-2</c:v>
                </c:pt>
                <c:pt idx="3006">
                  <c:v>1.1083299999999999E-2</c:v>
                </c:pt>
                <c:pt idx="3007">
                  <c:v>1.10498E-2</c:v>
                </c:pt>
                <c:pt idx="3008">
                  <c:v>1.07835E-2</c:v>
                </c:pt>
                <c:pt idx="3009">
                  <c:v>1.06663E-2</c:v>
                </c:pt>
                <c:pt idx="3010">
                  <c:v>1.0533000000000001E-2</c:v>
                </c:pt>
                <c:pt idx="3011">
                  <c:v>1.06838E-2</c:v>
                </c:pt>
                <c:pt idx="3012">
                  <c:v>1.08498E-2</c:v>
                </c:pt>
                <c:pt idx="3013">
                  <c:v>1.1121299999999999E-2</c:v>
                </c:pt>
                <c:pt idx="3014">
                  <c:v>1.15881E-2</c:v>
                </c:pt>
                <c:pt idx="3015">
                  <c:v>1.14833E-2</c:v>
                </c:pt>
                <c:pt idx="3016">
                  <c:v>1.1516800000000001E-2</c:v>
                </c:pt>
                <c:pt idx="3017">
                  <c:v>1.10513E-2</c:v>
                </c:pt>
                <c:pt idx="3018">
                  <c:v>1.0802599999999999E-2</c:v>
                </c:pt>
                <c:pt idx="3019">
                  <c:v>1.0518899999999999E-2</c:v>
                </c:pt>
                <c:pt idx="3020">
                  <c:v>1.01683E-2</c:v>
                </c:pt>
                <c:pt idx="3021">
                  <c:v>1.0366800000000001E-2</c:v>
                </c:pt>
                <c:pt idx="3022">
                  <c:v>1.03569E-2</c:v>
                </c:pt>
                <c:pt idx="3023">
                  <c:v>1.0125E-2</c:v>
                </c:pt>
                <c:pt idx="3024">
                  <c:v>9.7675000000000001E-3</c:v>
                </c:pt>
                <c:pt idx="3025">
                  <c:v>9.7003000000000002E-3</c:v>
                </c:pt>
                <c:pt idx="3026">
                  <c:v>9.7162999999999989E-3</c:v>
                </c:pt>
                <c:pt idx="3027">
                  <c:v>9.6997999999999997E-3</c:v>
                </c:pt>
                <c:pt idx="3028">
                  <c:v>9.7827999999999995E-3</c:v>
                </c:pt>
                <c:pt idx="3029">
                  <c:v>9.8531000000000001E-3</c:v>
                </c:pt>
                <c:pt idx="3030">
                  <c:v>9.8322999999999987E-3</c:v>
                </c:pt>
                <c:pt idx="3031">
                  <c:v>9.9025999999999993E-3</c:v>
                </c:pt>
                <c:pt idx="3032">
                  <c:v>9.9049000000000012E-3</c:v>
                </c:pt>
                <c:pt idx="3033">
                  <c:v>9.8753000000000001E-3</c:v>
                </c:pt>
                <c:pt idx="3034">
                  <c:v>9.7337999999999991E-3</c:v>
                </c:pt>
                <c:pt idx="3035">
                  <c:v>9.7175000000000004E-3</c:v>
                </c:pt>
                <c:pt idx="3036">
                  <c:v>9.3842999999999999E-3</c:v>
                </c:pt>
                <c:pt idx="3037">
                  <c:v>9.4168000000000012E-3</c:v>
                </c:pt>
                <c:pt idx="3038">
                  <c:v>9.6217000000000004E-3</c:v>
                </c:pt>
                <c:pt idx="3039">
                  <c:v>9.2055999999999995E-3</c:v>
                </c:pt>
                <c:pt idx="3040">
                  <c:v>9.4993999999999999E-3</c:v>
                </c:pt>
                <c:pt idx="3041">
                  <c:v>9.5334999999999986E-3</c:v>
                </c:pt>
                <c:pt idx="3042">
                  <c:v>9.416299999999999E-3</c:v>
                </c:pt>
                <c:pt idx="3043">
                  <c:v>9.5198000000000001E-3</c:v>
                </c:pt>
                <c:pt idx="3044">
                  <c:v>9.4941000000000001E-3</c:v>
                </c:pt>
                <c:pt idx="3045">
                  <c:v>9.1257999999999999E-3</c:v>
                </c:pt>
                <c:pt idx="3046">
                  <c:v>9.0879000000000012E-3</c:v>
                </c:pt>
                <c:pt idx="3047">
                  <c:v>8.9516000000000005E-3</c:v>
                </c:pt>
                <c:pt idx="3048">
                  <c:v>8.5546000000000007E-3</c:v>
                </c:pt>
                <c:pt idx="3049">
                  <c:v>8.4133999999999997E-3</c:v>
                </c:pt>
                <c:pt idx="3050">
                  <c:v>8.1844999999999991E-3</c:v>
                </c:pt>
                <c:pt idx="3051">
                  <c:v>8.0004999999999989E-3</c:v>
                </c:pt>
                <c:pt idx="3052">
                  <c:v>7.8375000000000007E-3</c:v>
                </c:pt>
                <c:pt idx="3053">
                  <c:v>7.933299999999999E-3</c:v>
                </c:pt>
                <c:pt idx="3054">
                  <c:v>7.4646000000000001E-3</c:v>
                </c:pt>
                <c:pt idx="3055">
                  <c:v>7.4939999999999998E-3</c:v>
                </c:pt>
                <c:pt idx="3056">
                  <c:v>7.5012000000000004E-3</c:v>
                </c:pt>
                <c:pt idx="3057">
                  <c:v>7.5828000000000007E-3</c:v>
                </c:pt>
                <c:pt idx="3058">
                  <c:v>7.6162999999999995E-3</c:v>
                </c:pt>
                <c:pt idx="3059">
                  <c:v>7.8808000000000003E-3</c:v>
                </c:pt>
                <c:pt idx="3060">
                  <c:v>8.3596999999999994E-3</c:v>
                </c:pt>
                <c:pt idx="3061">
                  <c:v>8.4466999999999997E-3</c:v>
                </c:pt>
                <c:pt idx="3062">
                  <c:v>8.3625000000000001E-3</c:v>
                </c:pt>
                <c:pt idx="3063">
                  <c:v>8.4489999999999999E-3</c:v>
                </c:pt>
                <c:pt idx="3064">
                  <c:v>8.4378000000000005E-3</c:v>
                </c:pt>
                <c:pt idx="3065">
                  <c:v>8.4948999999999997E-3</c:v>
                </c:pt>
                <c:pt idx="3066">
                  <c:v>8.5339999999999999E-3</c:v>
                </c:pt>
                <c:pt idx="3067">
                  <c:v>8.287000000000001E-3</c:v>
                </c:pt>
                <c:pt idx="3068">
                  <c:v>8.3064999999999996E-3</c:v>
                </c:pt>
                <c:pt idx="3069">
                  <c:v>8.0103999999999991E-3</c:v>
                </c:pt>
                <c:pt idx="3070">
                  <c:v>8.2333000000000007E-3</c:v>
                </c:pt>
                <c:pt idx="3071">
                  <c:v>8.4492999999999999E-3</c:v>
                </c:pt>
                <c:pt idx="3072">
                  <c:v>8.5249999999999996E-3</c:v>
                </c:pt>
                <c:pt idx="3073">
                  <c:v>8.2188000000000001E-3</c:v>
                </c:pt>
                <c:pt idx="3074">
                  <c:v>8.3007999999999988E-3</c:v>
                </c:pt>
                <c:pt idx="3075">
                  <c:v>8.2177999999999991E-3</c:v>
                </c:pt>
                <c:pt idx="3076">
                  <c:v>8.0347999999999999E-3</c:v>
                </c:pt>
                <c:pt idx="3077">
                  <c:v>8.033499999999999E-3</c:v>
                </c:pt>
                <c:pt idx="3078">
                  <c:v>8.2343E-3</c:v>
                </c:pt>
                <c:pt idx="3079">
                  <c:v>8.1834999999999998E-3</c:v>
                </c:pt>
                <c:pt idx="3080">
                  <c:v>8.1679999999999999E-3</c:v>
                </c:pt>
                <c:pt idx="3081">
                  <c:v>8.0811000000000008E-3</c:v>
                </c:pt>
                <c:pt idx="3082">
                  <c:v>7.8852999999999996E-3</c:v>
                </c:pt>
                <c:pt idx="3083">
                  <c:v>8.1174999999999997E-3</c:v>
                </c:pt>
                <c:pt idx="3084">
                  <c:v>8.1767000000000003E-3</c:v>
                </c:pt>
                <c:pt idx="3085">
                  <c:v>8.2099000000000009E-3</c:v>
                </c:pt>
                <c:pt idx="3086">
                  <c:v>8.1352999999999998E-3</c:v>
                </c:pt>
                <c:pt idx="3087">
                  <c:v>8.1346999999999999E-3</c:v>
                </c:pt>
                <c:pt idx="3088">
                  <c:v>7.9355999999999993E-3</c:v>
                </c:pt>
                <c:pt idx="3089">
                  <c:v>7.8502999999999993E-3</c:v>
                </c:pt>
                <c:pt idx="3090">
                  <c:v>7.7678000000000001E-3</c:v>
                </c:pt>
                <c:pt idx="3091">
                  <c:v>7.6E-3</c:v>
                </c:pt>
                <c:pt idx="3092">
                  <c:v>7.8502999999999993E-3</c:v>
                </c:pt>
                <c:pt idx="3093">
                  <c:v>7.9343E-3</c:v>
                </c:pt>
                <c:pt idx="3094">
                  <c:v>7.9492999999999994E-3</c:v>
                </c:pt>
                <c:pt idx="3095">
                  <c:v>7.7177999999999995E-3</c:v>
                </c:pt>
                <c:pt idx="3096">
                  <c:v>7.8163E-3</c:v>
                </c:pt>
                <c:pt idx="3097">
                  <c:v>7.9167999999999999E-3</c:v>
                </c:pt>
                <c:pt idx="3098">
                  <c:v>8.0498000000000011E-3</c:v>
                </c:pt>
                <c:pt idx="3099">
                  <c:v>7.7858000000000007E-3</c:v>
                </c:pt>
                <c:pt idx="3100">
                  <c:v>7.7168000000000002E-3</c:v>
                </c:pt>
                <c:pt idx="3101">
                  <c:v>7.6837999999999993E-3</c:v>
                </c:pt>
                <c:pt idx="3102">
                  <c:v>7.6837999999999993E-3</c:v>
                </c:pt>
                <c:pt idx="3103">
                  <c:v>7.8197000000000006E-3</c:v>
                </c:pt>
                <c:pt idx="3104">
                  <c:v>7.8847999999999991E-3</c:v>
                </c:pt>
                <c:pt idx="3105">
                  <c:v>7.9003000000000007E-3</c:v>
                </c:pt>
                <c:pt idx="3106">
                  <c:v>7.8750000000000001E-3</c:v>
                </c:pt>
                <c:pt idx="3107">
                  <c:v>7.7513000000000009E-3</c:v>
                </c:pt>
                <c:pt idx="3108">
                  <c:v>7.7828000000000003E-3</c:v>
                </c:pt>
                <c:pt idx="3109">
                  <c:v>7.6673000000000002E-3</c:v>
                </c:pt>
                <c:pt idx="3110">
                  <c:v>7.733799999999999E-3</c:v>
                </c:pt>
                <c:pt idx="3111">
                  <c:v>7.583799999999999E-3</c:v>
                </c:pt>
                <c:pt idx="3112">
                  <c:v>7.45E-3</c:v>
                </c:pt>
                <c:pt idx="3113">
                  <c:v>7.3998000000000006E-3</c:v>
                </c:pt>
                <c:pt idx="3114">
                  <c:v>7.3337000000000003E-3</c:v>
                </c:pt>
                <c:pt idx="3115">
                  <c:v>7.4441000000000004E-3</c:v>
                </c:pt>
                <c:pt idx="3116">
                  <c:v>7.3174999999999994E-3</c:v>
                </c:pt>
                <c:pt idx="3117">
                  <c:v>7.234E-3</c:v>
                </c:pt>
                <c:pt idx="3118">
                  <c:v>7.3661000000000004E-3</c:v>
                </c:pt>
                <c:pt idx="3119">
                  <c:v>7.4657999999999999E-3</c:v>
                </c:pt>
                <c:pt idx="3120">
                  <c:v>7.0013000000000002E-3</c:v>
                </c:pt>
                <c:pt idx="3121">
                  <c:v>6.6852999999999991E-3</c:v>
                </c:pt>
                <c:pt idx="3122">
                  <c:v>6.9340999999999995E-3</c:v>
                </c:pt>
                <c:pt idx="3123">
                  <c:v>7.2004999999999994E-3</c:v>
                </c:pt>
                <c:pt idx="3124">
                  <c:v>7.2611000000000004E-3</c:v>
                </c:pt>
                <c:pt idx="3125">
                  <c:v>7.2638999999999994E-3</c:v>
                </c:pt>
                <c:pt idx="3126">
                  <c:v>7.3102000000000002E-3</c:v>
                </c:pt>
                <c:pt idx="3127">
                  <c:v>7.3296999999999998E-3</c:v>
                </c:pt>
                <c:pt idx="3128">
                  <c:v>7.260299999999999E-3</c:v>
                </c:pt>
                <c:pt idx="3129">
                  <c:v>7.2478999999999998E-3</c:v>
                </c:pt>
                <c:pt idx="3130">
                  <c:v>7.2135999999999997E-3</c:v>
                </c:pt>
                <c:pt idx="3131">
                  <c:v>7.0127999999999996E-3</c:v>
                </c:pt>
                <c:pt idx="3132">
                  <c:v>6.7004999999999999E-3</c:v>
                </c:pt>
                <c:pt idx="3133">
                  <c:v>6.6832999999999997E-3</c:v>
                </c:pt>
                <c:pt idx="3134">
                  <c:v>6.8501999999999999E-3</c:v>
                </c:pt>
                <c:pt idx="3135">
                  <c:v>6.9658000000000003E-3</c:v>
                </c:pt>
                <c:pt idx="3136">
                  <c:v>6.8332999999999996E-3</c:v>
                </c:pt>
                <c:pt idx="3137">
                  <c:v>6.9162999999999994E-3</c:v>
                </c:pt>
                <c:pt idx="3138">
                  <c:v>6.9795000000000005E-3</c:v>
                </c:pt>
                <c:pt idx="3139">
                  <c:v>6.9900000000000006E-3</c:v>
                </c:pt>
                <c:pt idx="3140">
                  <c:v>7.1317999999999998E-3</c:v>
                </c:pt>
                <c:pt idx="3141">
                  <c:v>6.9498000000000008E-3</c:v>
                </c:pt>
                <c:pt idx="3142">
                  <c:v>6.7673000000000004E-3</c:v>
                </c:pt>
                <c:pt idx="3143">
                  <c:v>6.7569000000000006E-3</c:v>
                </c:pt>
                <c:pt idx="3144">
                  <c:v>6.7805000000000009E-3</c:v>
                </c:pt>
                <c:pt idx="3145">
                  <c:v>6.7837999999999996E-3</c:v>
                </c:pt>
                <c:pt idx="3146">
                  <c:v>6.7498000000000002E-3</c:v>
                </c:pt>
                <c:pt idx="3147">
                  <c:v>6.8503000000000001E-3</c:v>
                </c:pt>
                <c:pt idx="3148">
                  <c:v>6.7111000000000002E-3</c:v>
                </c:pt>
                <c:pt idx="3149">
                  <c:v>6.9204999999999996E-3</c:v>
                </c:pt>
                <c:pt idx="3150">
                  <c:v>6.7183999999999994E-3</c:v>
                </c:pt>
                <c:pt idx="3151">
                  <c:v>6.8833000000000002E-3</c:v>
                </c:pt>
                <c:pt idx="3152">
                  <c:v>6.883499999999999E-3</c:v>
                </c:pt>
                <c:pt idx="3153">
                  <c:v>6.9771E-3</c:v>
                </c:pt>
                <c:pt idx="3154">
                  <c:v>7.0563000000000006E-3</c:v>
                </c:pt>
                <c:pt idx="3155">
                  <c:v>7.1337999999999992E-3</c:v>
                </c:pt>
                <c:pt idx="3156">
                  <c:v>7.0020999999999998E-3</c:v>
                </c:pt>
                <c:pt idx="3157">
                  <c:v>6.9173000000000004E-3</c:v>
                </c:pt>
                <c:pt idx="3158">
                  <c:v>6.9207999999999995E-3</c:v>
                </c:pt>
                <c:pt idx="3159">
                  <c:v>7.0668000000000007E-3</c:v>
                </c:pt>
                <c:pt idx="3160">
                  <c:v>7.0177999999999994E-3</c:v>
                </c:pt>
                <c:pt idx="3161">
                  <c:v>6.8443000000000002E-3</c:v>
                </c:pt>
                <c:pt idx="3162">
                  <c:v>6.9498000000000008E-3</c:v>
                </c:pt>
                <c:pt idx="3163">
                  <c:v>6.9602999999999991E-3</c:v>
                </c:pt>
                <c:pt idx="3164">
                  <c:v>6.9599999999999992E-3</c:v>
                </c:pt>
                <c:pt idx="3165">
                  <c:v>6.9170000000000004E-3</c:v>
                </c:pt>
                <c:pt idx="3166">
                  <c:v>6.9271000000000003E-3</c:v>
                </c:pt>
                <c:pt idx="3167">
                  <c:v>6.9260000000000007E-3</c:v>
                </c:pt>
                <c:pt idx="3168">
                  <c:v>7.0230000000000006E-3</c:v>
                </c:pt>
                <c:pt idx="3169">
                  <c:v>6.9507999999999992E-3</c:v>
                </c:pt>
                <c:pt idx="3170">
                  <c:v>7.2007999999999994E-3</c:v>
                </c:pt>
                <c:pt idx="3171">
                  <c:v>6.7875000000000001E-3</c:v>
                </c:pt>
                <c:pt idx="3172">
                  <c:v>7.0153000000000004E-3</c:v>
                </c:pt>
                <c:pt idx="3173">
                  <c:v>6.8954999999999997E-3</c:v>
                </c:pt>
                <c:pt idx="3174">
                  <c:v>6.8337999999999993E-3</c:v>
                </c:pt>
                <c:pt idx="3175">
                  <c:v>6.9492999999999994E-3</c:v>
                </c:pt>
                <c:pt idx="3176">
                  <c:v>6.7172999999999998E-3</c:v>
                </c:pt>
                <c:pt idx="3177">
                  <c:v>6.4847999999999998E-3</c:v>
                </c:pt>
                <c:pt idx="3178">
                  <c:v>6.4668000000000008E-3</c:v>
                </c:pt>
                <c:pt idx="3179">
                  <c:v>6.2093000000000001E-3</c:v>
                </c:pt>
                <c:pt idx="3180">
                  <c:v>6.3165000000000001E-3</c:v>
                </c:pt>
                <c:pt idx="3181">
                  <c:v>6.45E-3</c:v>
                </c:pt>
                <c:pt idx="3182">
                  <c:v>6.4828000000000004E-3</c:v>
                </c:pt>
                <c:pt idx="3183">
                  <c:v>6.4174999999999996E-3</c:v>
                </c:pt>
                <c:pt idx="3184">
                  <c:v>6.4003000000000003E-3</c:v>
                </c:pt>
                <c:pt idx="3185">
                  <c:v>6.2008999999999996E-3</c:v>
                </c:pt>
                <c:pt idx="3186">
                  <c:v>6.4657999999999998E-3</c:v>
                </c:pt>
                <c:pt idx="3187">
                  <c:v>6.4400000000000004E-3</c:v>
                </c:pt>
                <c:pt idx="3188">
                  <c:v>6.4093000000000006E-3</c:v>
                </c:pt>
                <c:pt idx="3189">
                  <c:v>6.4503E-3</c:v>
                </c:pt>
                <c:pt idx="3190">
                  <c:v>6.5257000000000006E-3</c:v>
                </c:pt>
                <c:pt idx="3191">
                  <c:v>6.6090000000000003E-3</c:v>
                </c:pt>
                <c:pt idx="3192">
                  <c:v>6.5864999999999995E-3</c:v>
                </c:pt>
                <c:pt idx="3193">
                  <c:v>6.5936000000000007E-3</c:v>
                </c:pt>
                <c:pt idx="3194">
                  <c:v>6.6278000000000005E-3</c:v>
                </c:pt>
                <c:pt idx="3195">
                  <c:v>6.6001000000000002E-3</c:v>
                </c:pt>
                <c:pt idx="3196">
                  <c:v>6.7593999999999996E-3</c:v>
                </c:pt>
                <c:pt idx="3197">
                  <c:v>6.5504999999999999E-3</c:v>
                </c:pt>
                <c:pt idx="3198">
                  <c:v>6.5004999999999993E-3</c:v>
                </c:pt>
                <c:pt idx="3199">
                  <c:v>6.5427000000000003E-3</c:v>
                </c:pt>
                <c:pt idx="3200">
                  <c:v>6.5500000000000003E-3</c:v>
                </c:pt>
                <c:pt idx="3201">
                  <c:v>6.2674999999999996E-3</c:v>
                </c:pt>
                <c:pt idx="3202">
                  <c:v>6.3674999999999999E-3</c:v>
                </c:pt>
                <c:pt idx="3203">
                  <c:v>6.3659999999999993E-3</c:v>
                </c:pt>
                <c:pt idx="3204">
                  <c:v>6.3E-3</c:v>
                </c:pt>
                <c:pt idx="3205">
                  <c:v>6.4746999999999999E-3</c:v>
                </c:pt>
                <c:pt idx="3206">
                  <c:v>6.3923000000000001E-3</c:v>
                </c:pt>
                <c:pt idx="3207">
                  <c:v>6.7754999999999994E-3</c:v>
                </c:pt>
                <c:pt idx="3208">
                  <c:v>6.8828999999999991E-3</c:v>
                </c:pt>
                <c:pt idx="3209">
                  <c:v>6.8015000000000003E-3</c:v>
                </c:pt>
                <c:pt idx="3210">
                  <c:v>6.8504999999999998E-3</c:v>
                </c:pt>
                <c:pt idx="3211">
                  <c:v>6.7348E-3</c:v>
                </c:pt>
                <c:pt idx="3212">
                  <c:v>6.7766000000000007E-3</c:v>
                </c:pt>
                <c:pt idx="3213">
                  <c:v>6.6879000000000001E-3</c:v>
                </c:pt>
                <c:pt idx="3214">
                  <c:v>6.6125000000000003E-3</c:v>
                </c:pt>
                <c:pt idx="3215">
                  <c:v>6.4061999999999999E-3</c:v>
                </c:pt>
                <c:pt idx="3216">
                  <c:v>6.5998000000000003E-3</c:v>
                </c:pt>
                <c:pt idx="3217">
                  <c:v>6.3689999999999997E-3</c:v>
                </c:pt>
                <c:pt idx="3218">
                  <c:v>6.2322000000000002E-3</c:v>
                </c:pt>
                <c:pt idx="3219">
                  <c:v>6.3923000000000001E-3</c:v>
                </c:pt>
                <c:pt idx="3220">
                  <c:v>6.4840000000000002E-3</c:v>
                </c:pt>
                <c:pt idx="3221">
                  <c:v>6.4995000000000001E-3</c:v>
                </c:pt>
                <c:pt idx="3222">
                  <c:v>6.3680000000000004E-3</c:v>
                </c:pt>
                <c:pt idx="3223">
                  <c:v>6.5998000000000003E-3</c:v>
                </c:pt>
                <c:pt idx="3224">
                  <c:v>6.6014999999999997E-3</c:v>
                </c:pt>
                <c:pt idx="3225">
                  <c:v>6.6840000000000007E-3</c:v>
                </c:pt>
                <c:pt idx="3226">
                  <c:v>6.7430000000000007E-3</c:v>
                </c:pt>
                <c:pt idx="3227">
                  <c:v>6.7606999999999997E-3</c:v>
                </c:pt>
                <c:pt idx="3228">
                  <c:v>7.0147000000000004E-3</c:v>
                </c:pt>
                <c:pt idx="3229">
                  <c:v>7.1941999999999996E-3</c:v>
                </c:pt>
                <c:pt idx="3230">
                  <c:v>7.1669999999999998E-3</c:v>
                </c:pt>
                <c:pt idx="3231">
                  <c:v>7.2980000000000007E-3</c:v>
                </c:pt>
                <c:pt idx="3232">
                  <c:v>7.4485000000000003E-3</c:v>
                </c:pt>
                <c:pt idx="3233">
                  <c:v>7.4552999999999998E-3</c:v>
                </c:pt>
                <c:pt idx="3234">
                  <c:v>7.5001999999999994E-3</c:v>
                </c:pt>
                <c:pt idx="3235">
                  <c:v>7.2855000000000003E-3</c:v>
                </c:pt>
                <c:pt idx="3236">
                  <c:v>7.6284999999999999E-3</c:v>
                </c:pt>
                <c:pt idx="3237">
                  <c:v>7.5834999999999991E-3</c:v>
                </c:pt>
                <c:pt idx="3238">
                  <c:v>7.7489999999999998E-3</c:v>
                </c:pt>
                <c:pt idx="3239">
                  <c:v>7.8471999999999986E-3</c:v>
                </c:pt>
                <c:pt idx="3240">
                  <c:v>8.1471000000000009E-3</c:v>
                </c:pt>
                <c:pt idx="3241">
                  <c:v>8.6793000000000009E-3</c:v>
                </c:pt>
                <c:pt idx="3242">
                  <c:v>8.8009999999999998E-3</c:v>
                </c:pt>
                <c:pt idx="3243">
                  <c:v>9.1989999999999988E-3</c:v>
                </c:pt>
                <c:pt idx="3244">
                  <c:v>9.6874999999999999E-3</c:v>
                </c:pt>
                <c:pt idx="3245">
                  <c:v>1.0182399999999999E-2</c:v>
                </c:pt>
                <c:pt idx="3246">
                  <c:v>1.01834E-2</c:v>
                </c:pt>
                <c:pt idx="3247">
                  <c:v>8.7495000000000003E-3</c:v>
                </c:pt>
                <c:pt idx="3248">
                  <c:v>8.7829999999999991E-3</c:v>
                </c:pt>
                <c:pt idx="3249">
                  <c:v>9.2125000000000002E-3</c:v>
                </c:pt>
                <c:pt idx="3250">
                  <c:v>9.4165000000000013E-3</c:v>
                </c:pt>
                <c:pt idx="3251">
                  <c:v>1.06161E-2</c:v>
                </c:pt>
                <c:pt idx="3252">
                  <c:v>1.11422E-2</c:v>
                </c:pt>
                <c:pt idx="3253">
                  <c:v>1.1363399999999999E-2</c:v>
                </c:pt>
                <c:pt idx="3254">
                  <c:v>1.1202E-2</c:v>
                </c:pt>
                <c:pt idx="3255">
                  <c:v>1.08015E-2</c:v>
                </c:pt>
                <c:pt idx="3256">
                  <c:v>1.04651E-2</c:v>
                </c:pt>
                <c:pt idx="3257">
                  <c:v>9.8670000000000008E-3</c:v>
                </c:pt>
                <c:pt idx="3258">
                  <c:v>9.8653000000000005E-3</c:v>
                </c:pt>
                <c:pt idx="3259">
                  <c:v>9.7249999999999993E-3</c:v>
                </c:pt>
                <c:pt idx="3260">
                  <c:v>9.8674999999999995E-3</c:v>
                </c:pt>
                <c:pt idx="3261">
                  <c:v>1.06994E-2</c:v>
                </c:pt>
                <c:pt idx="3262">
                  <c:v>1.03982E-2</c:v>
                </c:pt>
                <c:pt idx="3263">
                  <c:v>1.05992E-2</c:v>
                </c:pt>
                <c:pt idx="3264">
                  <c:v>1.04356E-2</c:v>
                </c:pt>
                <c:pt idx="3265">
                  <c:v>1.00664E-2</c:v>
                </c:pt>
                <c:pt idx="3266">
                  <c:v>9.8518000000000008E-3</c:v>
                </c:pt>
                <c:pt idx="3267">
                  <c:v>9.4519000000000009E-3</c:v>
                </c:pt>
                <c:pt idx="3268">
                  <c:v>9.2864000000000002E-3</c:v>
                </c:pt>
                <c:pt idx="3269">
                  <c:v>8.8000000000000005E-3</c:v>
                </c:pt>
                <c:pt idx="3270">
                  <c:v>8.6225999999999994E-3</c:v>
                </c:pt>
                <c:pt idx="3271">
                  <c:v>8.6665000000000006E-3</c:v>
                </c:pt>
                <c:pt idx="3272">
                  <c:v>8.5094999999999997E-3</c:v>
                </c:pt>
                <c:pt idx="3273">
                  <c:v>8.4849000000000001E-3</c:v>
                </c:pt>
                <c:pt idx="3274">
                  <c:v>8.8680000000000009E-3</c:v>
                </c:pt>
                <c:pt idx="3275">
                  <c:v>8.5180000000000013E-3</c:v>
                </c:pt>
                <c:pt idx="3276">
                  <c:v>9.2172999999999995E-3</c:v>
                </c:pt>
                <c:pt idx="3277">
                  <c:v>9.0015000000000008E-3</c:v>
                </c:pt>
                <c:pt idx="3278">
                  <c:v>9.2340000000000009E-3</c:v>
                </c:pt>
                <c:pt idx="3279">
                  <c:v>9.5989999999999999E-3</c:v>
                </c:pt>
                <c:pt idx="3280">
                  <c:v>9.4491999999999996E-3</c:v>
                </c:pt>
                <c:pt idx="3281">
                  <c:v>9.4837000000000012E-3</c:v>
                </c:pt>
                <c:pt idx="3282">
                  <c:v>9.4500000000000001E-3</c:v>
                </c:pt>
                <c:pt idx="3283">
                  <c:v>9.2014999999999996E-3</c:v>
                </c:pt>
                <c:pt idx="3284">
                  <c:v>9.1339999999999998E-3</c:v>
                </c:pt>
                <c:pt idx="3285">
                  <c:v>9.2141999999999988E-3</c:v>
                </c:pt>
                <c:pt idx="3286">
                  <c:v>9.4500000000000001E-3</c:v>
                </c:pt>
                <c:pt idx="3287">
                  <c:v>9.5163000000000001E-3</c:v>
                </c:pt>
                <c:pt idx="3288">
                  <c:v>9.2847999999999993E-3</c:v>
                </c:pt>
                <c:pt idx="3289">
                  <c:v>9.1004999999999992E-3</c:v>
                </c:pt>
                <c:pt idx="3290">
                  <c:v>8.9510000000000006E-3</c:v>
                </c:pt>
                <c:pt idx="3291">
                  <c:v>9.0170000000000007E-3</c:v>
                </c:pt>
                <c:pt idx="3292">
                  <c:v>9.2999999999999992E-3</c:v>
                </c:pt>
                <c:pt idx="3293">
                  <c:v>9.6170000000000005E-3</c:v>
                </c:pt>
                <c:pt idx="3294">
                  <c:v>1.02325E-2</c:v>
                </c:pt>
                <c:pt idx="3295">
                  <c:v>1.0266500000000001E-2</c:v>
                </c:pt>
                <c:pt idx="3296">
                  <c:v>1.0234E-2</c:v>
                </c:pt>
                <c:pt idx="3297">
                  <c:v>1.02355E-2</c:v>
                </c:pt>
                <c:pt idx="3298">
                  <c:v>9.9018000000000005E-3</c:v>
                </c:pt>
                <c:pt idx="3299">
                  <c:v>9.7669999999999996E-3</c:v>
                </c:pt>
                <c:pt idx="3300">
                  <c:v>1.005E-2</c:v>
                </c:pt>
                <c:pt idx="3301">
                  <c:v>1.00056E-2</c:v>
                </c:pt>
                <c:pt idx="3302">
                  <c:v>1.0165E-2</c:v>
                </c:pt>
                <c:pt idx="3303">
                  <c:v>1.0200000000000001E-2</c:v>
                </c:pt>
                <c:pt idx="3304">
                  <c:v>1.02446E-2</c:v>
                </c:pt>
                <c:pt idx="3305">
                  <c:v>1.0265E-2</c:v>
                </c:pt>
                <c:pt idx="3306">
                  <c:v>0.01</c:v>
                </c:pt>
                <c:pt idx="3307">
                  <c:v>9.9349999999999994E-3</c:v>
                </c:pt>
                <c:pt idx="3308">
                  <c:v>9.8504999999999999E-3</c:v>
                </c:pt>
                <c:pt idx="3309">
                  <c:v>9.5665999999999998E-3</c:v>
                </c:pt>
                <c:pt idx="3310">
                  <c:v>9.4013000000000013E-3</c:v>
                </c:pt>
                <c:pt idx="3311">
                  <c:v>9.1500000000000001E-3</c:v>
                </c:pt>
                <c:pt idx="3312">
                  <c:v>9.0686000000000013E-3</c:v>
                </c:pt>
                <c:pt idx="3313">
                  <c:v>9.1840999999999989E-3</c:v>
                </c:pt>
                <c:pt idx="3314">
                  <c:v>8.9001000000000011E-3</c:v>
                </c:pt>
                <c:pt idx="3315">
                  <c:v>8.6840000000000007E-3</c:v>
                </c:pt>
                <c:pt idx="3316">
                  <c:v>8.2877999999999997E-3</c:v>
                </c:pt>
                <c:pt idx="3317">
                  <c:v>8.2500000000000004E-3</c:v>
                </c:pt>
                <c:pt idx="3318">
                  <c:v>8.6160000000000004E-3</c:v>
                </c:pt>
                <c:pt idx="3319">
                  <c:v>8.6674999999999999E-3</c:v>
                </c:pt>
                <c:pt idx="3320">
                  <c:v>8.6674999999999999E-3</c:v>
                </c:pt>
                <c:pt idx="3321">
                  <c:v>8.4855E-3</c:v>
                </c:pt>
                <c:pt idx="3322">
                  <c:v>8.8510000000000012E-3</c:v>
                </c:pt>
                <c:pt idx="3323">
                  <c:v>9.1659999999999988E-3</c:v>
                </c:pt>
                <c:pt idx="3324">
                  <c:v>8.9180000000000006E-3</c:v>
                </c:pt>
                <c:pt idx="3325">
                  <c:v>8.9154999999999998E-3</c:v>
                </c:pt>
                <c:pt idx="3326">
                  <c:v>8.8830000000000003E-3</c:v>
                </c:pt>
                <c:pt idx="3327">
                  <c:v>8.8675000000000004E-3</c:v>
                </c:pt>
                <c:pt idx="3328">
                  <c:v>8.685E-3</c:v>
                </c:pt>
                <c:pt idx="3329">
                  <c:v>8.4685000000000003E-3</c:v>
                </c:pt>
                <c:pt idx="3330">
                  <c:v>8.4685000000000003E-3</c:v>
                </c:pt>
                <c:pt idx="3331">
                  <c:v>8.682500000000001E-3</c:v>
                </c:pt>
                <c:pt idx="3332">
                  <c:v>8.3184999999999995E-3</c:v>
                </c:pt>
                <c:pt idx="3333">
                  <c:v>8.4030000000000007E-3</c:v>
                </c:pt>
                <c:pt idx="3334">
                  <c:v>8.1997000000000007E-3</c:v>
                </c:pt>
                <c:pt idx="3335">
                  <c:v>8.0750000000000006E-3</c:v>
                </c:pt>
                <c:pt idx="3336">
                  <c:v>8.2000000000000007E-3</c:v>
                </c:pt>
                <c:pt idx="3337">
                  <c:v>8.1840999999999997E-3</c:v>
                </c:pt>
                <c:pt idx="3338">
                  <c:v>8.0525000000000006E-3</c:v>
                </c:pt>
                <c:pt idx="3339">
                  <c:v>7.9509999999999997E-3</c:v>
                </c:pt>
                <c:pt idx="3340">
                  <c:v>8.1694999999999997E-3</c:v>
                </c:pt>
                <c:pt idx="3341">
                  <c:v>8.4335E-3</c:v>
                </c:pt>
                <c:pt idx="3342">
                  <c:v>8.4665000000000001E-3</c:v>
                </c:pt>
                <c:pt idx="3343">
                  <c:v>8.1226000000000007E-3</c:v>
                </c:pt>
                <c:pt idx="3344">
                  <c:v>8.1495000000000005E-3</c:v>
                </c:pt>
                <c:pt idx="3345">
                  <c:v>7.8510000000000003E-3</c:v>
                </c:pt>
                <c:pt idx="3346">
                  <c:v>8.0169999999999998E-3</c:v>
                </c:pt>
                <c:pt idx="3347">
                  <c:v>7.9126000000000005E-3</c:v>
                </c:pt>
                <c:pt idx="3348">
                  <c:v>8.1834999999999998E-3</c:v>
                </c:pt>
                <c:pt idx="3349">
                  <c:v>8.1751999999999988E-3</c:v>
                </c:pt>
                <c:pt idx="3350">
                  <c:v>8.3334999999999989E-3</c:v>
                </c:pt>
                <c:pt idx="3351">
                  <c:v>8.567E-3</c:v>
                </c:pt>
                <c:pt idx="3352">
                  <c:v>8.7489999999999998E-3</c:v>
                </c:pt>
                <c:pt idx="3353">
                  <c:v>8.8367999999999988E-3</c:v>
                </c:pt>
                <c:pt idx="3354">
                  <c:v>8.9774E-3</c:v>
                </c:pt>
                <c:pt idx="3355">
                  <c:v>9.2487000000000003E-3</c:v>
                </c:pt>
                <c:pt idx="3356">
                  <c:v>8.9334999999999987E-3</c:v>
                </c:pt>
                <c:pt idx="3357">
                  <c:v>8.6685000000000009E-3</c:v>
                </c:pt>
                <c:pt idx="3358">
                  <c:v>8.5876000000000008E-3</c:v>
                </c:pt>
                <c:pt idx="3359">
                  <c:v>7.9512999999999997E-3</c:v>
                </c:pt>
                <c:pt idx="3360">
                  <c:v>8.3318000000000003E-3</c:v>
                </c:pt>
                <c:pt idx="3361">
                  <c:v>8.1179000000000008E-3</c:v>
                </c:pt>
                <c:pt idx="3362">
                  <c:v>8.3309999999999999E-3</c:v>
                </c:pt>
                <c:pt idx="3363">
                  <c:v>8.3488E-3</c:v>
                </c:pt>
                <c:pt idx="3364">
                  <c:v>8.2334999999999995E-3</c:v>
                </c:pt>
                <c:pt idx="3365">
                  <c:v>8.2830999999999998E-3</c:v>
                </c:pt>
                <c:pt idx="3366">
                  <c:v>8.3031000000000008E-3</c:v>
                </c:pt>
                <c:pt idx="3367">
                  <c:v>8.4005E-3</c:v>
                </c:pt>
                <c:pt idx="3368">
                  <c:v>8.4005E-3</c:v>
                </c:pt>
                <c:pt idx="3369">
                  <c:v>8.4177999999999996E-3</c:v>
                </c:pt>
                <c:pt idx="3370">
                  <c:v>8.4668E-3</c:v>
                </c:pt>
                <c:pt idx="3371">
                  <c:v>8.6157999999999998E-3</c:v>
                </c:pt>
                <c:pt idx="3372">
                  <c:v>8.4492999999999999E-3</c:v>
                </c:pt>
                <c:pt idx="3373">
                  <c:v>8.1061000000000015E-3</c:v>
                </c:pt>
                <c:pt idx="3374">
                  <c:v>7.8015000000000003E-3</c:v>
                </c:pt>
                <c:pt idx="3375">
                  <c:v>7.9164999999999999E-3</c:v>
                </c:pt>
                <c:pt idx="3376">
                  <c:v>7.8344E-3</c:v>
                </c:pt>
                <c:pt idx="3377">
                  <c:v>8.0492000000000011E-3</c:v>
                </c:pt>
                <c:pt idx="3378">
                  <c:v>7.9655000000000004E-3</c:v>
                </c:pt>
                <c:pt idx="3379">
                  <c:v>7.7501000000000002E-3</c:v>
                </c:pt>
                <c:pt idx="3380">
                  <c:v>7.9482000000000008E-3</c:v>
                </c:pt>
                <c:pt idx="3381">
                  <c:v>7.9323999999999992E-3</c:v>
                </c:pt>
                <c:pt idx="3382">
                  <c:v>7.7998000000000008E-3</c:v>
                </c:pt>
                <c:pt idx="3383">
                  <c:v>8.2345000000000005E-3</c:v>
                </c:pt>
                <c:pt idx="3384">
                  <c:v>8.0386999999999993E-3</c:v>
                </c:pt>
                <c:pt idx="3385">
                  <c:v>8.0177000000000009E-3</c:v>
                </c:pt>
                <c:pt idx="3386">
                  <c:v>8.0253000000000008E-3</c:v>
                </c:pt>
                <c:pt idx="3387">
                  <c:v>8.0253000000000008E-3</c:v>
                </c:pt>
                <c:pt idx="3388">
                  <c:v>8.2059999999999998E-3</c:v>
                </c:pt>
                <c:pt idx="3389">
                  <c:v>8.1346000000000005E-3</c:v>
                </c:pt>
                <c:pt idx="3390">
                  <c:v>7.9550000000000003E-3</c:v>
                </c:pt>
                <c:pt idx="3391">
                  <c:v>8.1227999999999995E-3</c:v>
                </c:pt>
                <c:pt idx="3392">
                  <c:v>8.0619000000000003E-3</c:v>
                </c:pt>
                <c:pt idx="3393">
                  <c:v>7.9951999999999992E-3</c:v>
                </c:pt>
                <c:pt idx="3394">
                  <c:v>8.1670000000000006E-3</c:v>
                </c:pt>
                <c:pt idx="3395">
                  <c:v>8.0829999999999999E-3</c:v>
                </c:pt>
                <c:pt idx="3396">
                  <c:v>8.1825999999999999E-3</c:v>
                </c:pt>
                <c:pt idx="3397">
                  <c:v>8.1825999999999999E-3</c:v>
                </c:pt>
                <c:pt idx="3398">
                  <c:v>8.0666000000000002E-3</c:v>
                </c:pt>
                <c:pt idx="3399">
                  <c:v>7.835E-3</c:v>
                </c:pt>
                <c:pt idx="3400">
                  <c:v>8.0984999999999998E-3</c:v>
                </c:pt>
                <c:pt idx="3401">
                  <c:v>7.9674999999999989E-3</c:v>
                </c:pt>
                <c:pt idx="3402">
                  <c:v>7.7340000000000004E-3</c:v>
                </c:pt>
                <c:pt idx="3403">
                  <c:v>7.9603999999999994E-3</c:v>
                </c:pt>
                <c:pt idx="3404">
                  <c:v>7.8633999999999996E-3</c:v>
                </c:pt>
                <c:pt idx="3405">
                  <c:v>7.8974000000000006E-3</c:v>
                </c:pt>
                <c:pt idx="3406">
                  <c:v>7.7340000000000004E-3</c:v>
                </c:pt>
                <c:pt idx="3407">
                  <c:v>8.0155000000000001E-3</c:v>
                </c:pt>
                <c:pt idx="3408">
                  <c:v>8.4151999999999994E-3</c:v>
                </c:pt>
                <c:pt idx="3409">
                  <c:v>8.4325000000000008E-3</c:v>
                </c:pt>
                <c:pt idx="3410">
                  <c:v>8.6666999999999994E-3</c:v>
                </c:pt>
                <c:pt idx="3411">
                  <c:v>8.8006999999999998E-3</c:v>
                </c:pt>
                <c:pt idx="3412">
                  <c:v>8.7341999999999993E-3</c:v>
                </c:pt>
                <c:pt idx="3413">
                  <c:v>8.6352000000000009E-3</c:v>
                </c:pt>
                <c:pt idx="3414">
                  <c:v>9.1035000000000005E-3</c:v>
                </c:pt>
                <c:pt idx="3415">
                  <c:v>9.166500000000001E-3</c:v>
                </c:pt>
                <c:pt idx="3416">
                  <c:v>9.0102000000000012E-3</c:v>
                </c:pt>
                <c:pt idx="3417">
                  <c:v>8.9554999999999999E-3</c:v>
                </c:pt>
                <c:pt idx="3418">
                  <c:v>8.7366000000000006E-3</c:v>
                </c:pt>
                <c:pt idx="3419">
                  <c:v>8.8314999999999991E-3</c:v>
                </c:pt>
                <c:pt idx="3420">
                  <c:v>8.9315000000000002E-3</c:v>
                </c:pt>
                <c:pt idx="3421">
                  <c:v>8.5506000000000002E-3</c:v>
                </c:pt>
                <c:pt idx="3422">
                  <c:v>8.5650999999999991E-3</c:v>
                </c:pt>
                <c:pt idx="3423">
                  <c:v>8.3666000000000001E-3</c:v>
                </c:pt>
                <c:pt idx="3424">
                  <c:v>8.3260000000000001E-3</c:v>
                </c:pt>
                <c:pt idx="3425">
                  <c:v>8.2665000000000013E-3</c:v>
                </c:pt>
                <c:pt idx="3426">
                  <c:v>8.1848000000000008E-3</c:v>
                </c:pt>
                <c:pt idx="3427">
                  <c:v>7.9328999999999997E-3</c:v>
                </c:pt>
                <c:pt idx="3428">
                  <c:v>7.9665000000000014E-3</c:v>
                </c:pt>
                <c:pt idx="3429">
                  <c:v>7.7004999999999999E-3</c:v>
                </c:pt>
                <c:pt idx="3430">
                  <c:v>7.5015000000000004E-3</c:v>
                </c:pt>
                <c:pt idx="3431">
                  <c:v>7.8995000000000003E-3</c:v>
                </c:pt>
                <c:pt idx="3432">
                  <c:v>7.8495000000000006E-3</c:v>
                </c:pt>
                <c:pt idx="3433">
                  <c:v>7.8325000000000009E-3</c:v>
                </c:pt>
                <c:pt idx="3434">
                  <c:v>7.8329999999999997E-3</c:v>
                </c:pt>
                <c:pt idx="3435">
                  <c:v>7.7000000000000002E-3</c:v>
                </c:pt>
                <c:pt idx="3436">
                  <c:v>7.4674999999999993E-3</c:v>
                </c:pt>
                <c:pt idx="3437">
                  <c:v>7.5334999999999994E-3</c:v>
                </c:pt>
                <c:pt idx="3438">
                  <c:v>7.5334999999999994E-3</c:v>
                </c:pt>
                <c:pt idx="3439">
                  <c:v>7.5355000000000005E-3</c:v>
                </c:pt>
                <c:pt idx="3440">
                  <c:v>7.9994999999999997E-3</c:v>
                </c:pt>
                <c:pt idx="3441">
                  <c:v>8.1335000000000001E-3</c:v>
                </c:pt>
                <c:pt idx="3442">
                  <c:v>8.2015000000000005E-3</c:v>
                </c:pt>
                <c:pt idx="3443">
                  <c:v>8.0020000000000004E-3</c:v>
                </c:pt>
                <c:pt idx="3444">
                  <c:v>7.9674999999999989E-3</c:v>
                </c:pt>
                <c:pt idx="3445">
                  <c:v>7.6680000000000003E-3</c:v>
                </c:pt>
                <c:pt idx="3446">
                  <c:v>7.8335000000000002E-3</c:v>
                </c:pt>
                <c:pt idx="3447">
                  <c:v>8.0665000000000008E-3</c:v>
                </c:pt>
                <c:pt idx="3448">
                  <c:v>8.2174999999999991E-3</c:v>
                </c:pt>
                <c:pt idx="3449">
                  <c:v>8.0025000000000009E-3</c:v>
                </c:pt>
                <c:pt idx="3450">
                  <c:v>7.8680999999999994E-3</c:v>
                </c:pt>
                <c:pt idx="3451">
                  <c:v>7.6995000000000006E-3</c:v>
                </c:pt>
                <c:pt idx="3452">
                  <c:v>7.7995000000000009E-3</c:v>
                </c:pt>
                <c:pt idx="3453">
                  <c:v>7.8328000000000009E-3</c:v>
                </c:pt>
                <c:pt idx="3454">
                  <c:v>7.8329999999999997E-3</c:v>
                </c:pt>
                <c:pt idx="3455">
                  <c:v>7.6349999999999994E-3</c:v>
                </c:pt>
                <c:pt idx="3456">
                  <c:v>7.7015E-3</c:v>
                </c:pt>
                <c:pt idx="3457">
                  <c:v>7.7680000000000006E-3</c:v>
                </c:pt>
                <c:pt idx="3458">
                  <c:v>7.7340000000000004E-3</c:v>
                </c:pt>
                <c:pt idx="3459">
                  <c:v>7.4000000000000003E-3</c:v>
                </c:pt>
                <c:pt idx="3460">
                  <c:v>7.6337000000000002E-3</c:v>
                </c:pt>
                <c:pt idx="3461">
                  <c:v>7.7018E-3</c:v>
                </c:pt>
                <c:pt idx="3462">
                  <c:v>7.8163E-3</c:v>
                </c:pt>
                <c:pt idx="3463">
                  <c:v>7.7459999999999994E-3</c:v>
                </c:pt>
                <c:pt idx="3464">
                  <c:v>7.6522999999999999E-3</c:v>
                </c:pt>
                <c:pt idx="3465">
                  <c:v>7.8502999999999993E-3</c:v>
                </c:pt>
                <c:pt idx="3466">
                  <c:v>7.5852999999999997E-3</c:v>
                </c:pt>
                <c:pt idx="3467">
                  <c:v>7.695099999999999E-3</c:v>
                </c:pt>
                <c:pt idx="3468">
                  <c:v>7.6809000000000001E-3</c:v>
                </c:pt>
                <c:pt idx="3469">
                  <c:v>7.5453000000000004E-3</c:v>
                </c:pt>
                <c:pt idx="3470">
                  <c:v>7.4513000000000001E-3</c:v>
                </c:pt>
                <c:pt idx="3471">
                  <c:v>7.7502999999999999E-3</c:v>
                </c:pt>
                <c:pt idx="3472">
                  <c:v>7.9828E-3</c:v>
                </c:pt>
                <c:pt idx="3473">
                  <c:v>7.9454999999999994E-3</c:v>
                </c:pt>
                <c:pt idx="3474">
                  <c:v>7.8188000000000007E-3</c:v>
                </c:pt>
                <c:pt idx="3475">
                  <c:v>7.7193000000000001E-3</c:v>
                </c:pt>
                <c:pt idx="3476">
                  <c:v>7.5848E-3</c:v>
                </c:pt>
                <c:pt idx="3477">
                  <c:v>7.6173000000000005E-3</c:v>
                </c:pt>
                <c:pt idx="3478">
                  <c:v>7.5522999999999996E-3</c:v>
                </c:pt>
                <c:pt idx="3479">
                  <c:v>7.6832999999999997E-3</c:v>
                </c:pt>
                <c:pt idx="3480">
                  <c:v>7.5173000000000002E-3</c:v>
                </c:pt>
                <c:pt idx="3481">
                  <c:v>7.3518000000000003E-3</c:v>
                </c:pt>
                <c:pt idx="3482">
                  <c:v>7.1858E-3</c:v>
                </c:pt>
                <c:pt idx="3483">
                  <c:v>7.4492999999999998E-3</c:v>
                </c:pt>
                <c:pt idx="3484">
                  <c:v>7.5492999999999992E-3</c:v>
                </c:pt>
                <c:pt idx="3485">
                  <c:v>7.1852999999999995E-3</c:v>
                </c:pt>
                <c:pt idx="3486">
                  <c:v>7.3837999999999994E-3</c:v>
                </c:pt>
                <c:pt idx="3487">
                  <c:v>7.45E-3</c:v>
                </c:pt>
                <c:pt idx="3488">
                  <c:v>7.4124999999999998E-3</c:v>
                </c:pt>
                <c:pt idx="3489">
                  <c:v>7.3843000000000008E-3</c:v>
                </c:pt>
                <c:pt idx="3490">
                  <c:v>7.3333000000000001E-3</c:v>
                </c:pt>
                <c:pt idx="3491">
                  <c:v>7.5168000000000006E-3</c:v>
                </c:pt>
                <c:pt idx="3492">
                  <c:v>7.4124999999999998E-3</c:v>
                </c:pt>
                <c:pt idx="3493">
                  <c:v>7.1173E-3</c:v>
                </c:pt>
                <c:pt idx="3494">
                  <c:v>7.0501000000000001E-3</c:v>
                </c:pt>
                <c:pt idx="3495">
                  <c:v>7.0337999999999998E-3</c:v>
                </c:pt>
                <c:pt idx="3496">
                  <c:v>6.9513000000000005E-3</c:v>
                </c:pt>
                <c:pt idx="3497">
                  <c:v>6.7375000000000004E-3</c:v>
                </c:pt>
                <c:pt idx="3498">
                  <c:v>6.7837999999999996E-3</c:v>
                </c:pt>
                <c:pt idx="3499">
                  <c:v>7.0983000000000001E-3</c:v>
                </c:pt>
                <c:pt idx="3500">
                  <c:v>7.2874999999999997E-3</c:v>
                </c:pt>
                <c:pt idx="3501">
                  <c:v>7.4483000000000006E-3</c:v>
                </c:pt>
                <c:pt idx="3502">
                  <c:v>7.2177999999999999E-3</c:v>
                </c:pt>
                <c:pt idx="3503">
                  <c:v>6.7172999999999998E-3</c:v>
                </c:pt>
                <c:pt idx="3504">
                  <c:v>6.7333000000000002E-3</c:v>
                </c:pt>
                <c:pt idx="3505">
                  <c:v>6.9249999999999997E-3</c:v>
                </c:pt>
                <c:pt idx="3506">
                  <c:v>6.9750000000000003E-3</c:v>
                </c:pt>
                <c:pt idx="3507">
                  <c:v>7.0667000000000004E-3</c:v>
                </c:pt>
                <c:pt idx="3508">
                  <c:v>7.0513000000000008E-3</c:v>
                </c:pt>
                <c:pt idx="3509">
                  <c:v>6.9998000000000005E-3</c:v>
                </c:pt>
                <c:pt idx="3510">
                  <c:v>6.9662999999999999E-3</c:v>
                </c:pt>
                <c:pt idx="3511">
                  <c:v>6.7832999999999999E-3</c:v>
                </c:pt>
                <c:pt idx="3512">
                  <c:v>6.5507000000000004E-3</c:v>
                </c:pt>
                <c:pt idx="3513">
                  <c:v>6.6832999999999997E-3</c:v>
                </c:pt>
                <c:pt idx="3514">
                  <c:v>6.7250000000000001E-3</c:v>
                </c:pt>
                <c:pt idx="3515">
                  <c:v>6.6750000000000004E-3</c:v>
                </c:pt>
                <c:pt idx="3516">
                  <c:v>6.6660000000000001E-3</c:v>
                </c:pt>
                <c:pt idx="3517">
                  <c:v>6.1513000000000002E-3</c:v>
                </c:pt>
                <c:pt idx="3518">
                  <c:v>6.1837999999999997E-3</c:v>
                </c:pt>
                <c:pt idx="3519">
                  <c:v>6.4488000000000002E-3</c:v>
                </c:pt>
                <c:pt idx="3520">
                  <c:v>6.2667E-3</c:v>
                </c:pt>
                <c:pt idx="3521">
                  <c:v>6.3625000000000001E-3</c:v>
                </c:pt>
                <c:pt idx="3522">
                  <c:v>6.5120000000000004E-3</c:v>
                </c:pt>
                <c:pt idx="3523">
                  <c:v>6.4828999999999998E-3</c:v>
                </c:pt>
                <c:pt idx="3524">
                  <c:v>6.5662999999999997E-3</c:v>
                </c:pt>
                <c:pt idx="3525">
                  <c:v>6.5159000000000007E-3</c:v>
                </c:pt>
                <c:pt idx="3526">
                  <c:v>6.4167E-3</c:v>
                </c:pt>
                <c:pt idx="3527">
                  <c:v>6.3625000000000001E-3</c:v>
                </c:pt>
                <c:pt idx="3528">
                  <c:v>6.6E-3</c:v>
                </c:pt>
                <c:pt idx="3529">
                  <c:v>6.6479E-3</c:v>
                </c:pt>
                <c:pt idx="3530">
                  <c:v>6.6499999999999997E-3</c:v>
                </c:pt>
                <c:pt idx="3531">
                  <c:v>6.7996999999999997E-3</c:v>
                </c:pt>
                <c:pt idx="3532">
                  <c:v>7.1999999999999998E-3</c:v>
                </c:pt>
                <c:pt idx="3533">
                  <c:v>7.016800000000001E-3</c:v>
                </c:pt>
                <c:pt idx="3534">
                  <c:v>7.025E-3</c:v>
                </c:pt>
                <c:pt idx="3535">
                  <c:v>6.7177999999999995E-3</c:v>
                </c:pt>
                <c:pt idx="3536">
                  <c:v>6.7492999999999997E-3</c:v>
                </c:pt>
                <c:pt idx="3537">
                  <c:v>6.6750000000000004E-3</c:v>
                </c:pt>
                <c:pt idx="3538">
                  <c:v>6.875E-3</c:v>
                </c:pt>
                <c:pt idx="3539">
                  <c:v>7.0822999999999997E-3</c:v>
                </c:pt>
                <c:pt idx="3540">
                  <c:v>7.1374999999999997E-3</c:v>
                </c:pt>
                <c:pt idx="3541">
                  <c:v>7.3477999999999998E-3</c:v>
                </c:pt>
                <c:pt idx="3542">
                  <c:v>7.7148E-3</c:v>
                </c:pt>
                <c:pt idx="3543">
                  <c:v>7.5507999999999999E-3</c:v>
                </c:pt>
                <c:pt idx="3544">
                  <c:v>7.2125000000000002E-3</c:v>
                </c:pt>
                <c:pt idx="3545">
                  <c:v>7.3875E-3</c:v>
                </c:pt>
                <c:pt idx="3546">
                  <c:v>7.4683000000000006E-3</c:v>
                </c:pt>
                <c:pt idx="3547">
                  <c:v>7.6162999999999995E-3</c:v>
                </c:pt>
                <c:pt idx="3548">
                  <c:v>7.3502999999999997E-3</c:v>
                </c:pt>
                <c:pt idx="3549">
                  <c:v>7.1992999999999996E-3</c:v>
                </c:pt>
                <c:pt idx="3550">
                  <c:v>6.8337999999999993E-3</c:v>
                </c:pt>
                <c:pt idx="3551">
                  <c:v>6.5013000000000007E-3</c:v>
                </c:pt>
                <c:pt idx="3552">
                  <c:v>6.2843000000000005E-3</c:v>
                </c:pt>
                <c:pt idx="3553">
                  <c:v>6.2838E-3</c:v>
                </c:pt>
                <c:pt idx="3554">
                  <c:v>6.2493000000000002E-3</c:v>
                </c:pt>
                <c:pt idx="3555">
                  <c:v>6.1822999999999999E-3</c:v>
                </c:pt>
                <c:pt idx="3556">
                  <c:v>6.3137999999999996E-3</c:v>
                </c:pt>
                <c:pt idx="3557">
                  <c:v>6.0508000000000003E-3</c:v>
                </c:pt>
                <c:pt idx="3558">
                  <c:v>6.1003000000000003E-3</c:v>
                </c:pt>
                <c:pt idx="3559">
                  <c:v>6.1173E-3</c:v>
                </c:pt>
                <c:pt idx="3560">
                  <c:v>6.1653000000000003E-3</c:v>
                </c:pt>
                <c:pt idx="3561">
                  <c:v>6.0983000000000001E-3</c:v>
                </c:pt>
                <c:pt idx="3562">
                  <c:v>6.1624999999999996E-3</c:v>
                </c:pt>
                <c:pt idx="3563">
                  <c:v>6.1999999999999998E-3</c:v>
                </c:pt>
                <c:pt idx="3564">
                  <c:v>6.2265000000000003E-3</c:v>
                </c:pt>
                <c:pt idx="3565">
                  <c:v>6.1000000000000004E-3</c:v>
                </c:pt>
                <c:pt idx="3566">
                  <c:v>6.1000000000000004E-3</c:v>
                </c:pt>
                <c:pt idx="3567">
                  <c:v>6.3749999999999996E-3</c:v>
                </c:pt>
                <c:pt idx="3568">
                  <c:v>6.4488000000000002E-3</c:v>
                </c:pt>
                <c:pt idx="3569">
                  <c:v>6.5125000000000001E-3</c:v>
                </c:pt>
                <c:pt idx="3570">
                  <c:v>6.8500000000000002E-3</c:v>
                </c:pt>
                <c:pt idx="3571">
                  <c:v>6.7875000000000001E-3</c:v>
                </c:pt>
                <c:pt idx="3572">
                  <c:v>6.7837999999999996E-3</c:v>
                </c:pt>
                <c:pt idx="3573">
                  <c:v>7.025E-3</c:v>
                </c:pt>
                <c:pt idx="3574">
                  <c:v>7.1875000000000003E-3</c:v>
                </c:pt>
                <c:pt idx="3575">
                  <c:v>6.9507999999999992E-3</c:v>
                </c:pt>
                <c:pt idx="3576">
                  <c:v>6.8875000000000004E-3</c:v>
                </c:pt>
                <c:pt idx="3577">
                  <c:v>6.8417E-3</c:v>
                </c:pt>
                <c:pt idx="3578">
                  <c:v>6.8500000000000002E-3</c:v>
                </c:pt>
                <c:pt idx="3579">
                  <c:v>7.4919000000000001E-3</c:v>
                </c:pt>
                <c:pt idx="3580">
                  <c:v>7.45E-3</c:v>
                </c:pt>
                <c:pt idx="3581">
                  <c:v>7.1513000000000002E-3</c:v>
                </c:pt>
                <c:pt idx="3582">
                  <c:v>7.4999999999999997E-3</c:v>
                </c:pt>
                <c:pt idx="3583">
                  <c:v>7.4999999999999997E-3</c:v>
                </c:pt>
                <c:pt idx="3584">
                  <c:v>7.9749999999999995E-3</c:v>
                </c:pt>
                <c:pt idx="3585">
                  <c:v>7.7749999999999998E-3</c:v>
                </c:pt>
                <c:pt idx="3586">
                  <c:v>7.9375000000000001E-3</c:v>
                </c:pt>
                <c:pt idx="3587">
                  <c:v>7.9124999999999994E-3</c:v>
                </c:pt>
                <c:pt idx="3588">
                  <c:v>7.7832999999999999E-3</c:v>
                </c:pt>
                <c:pt idx="3589">
                  <c:v>7.6874999999999999E-3</c:v>
                </c:pt>
                <c:pt idx="3590">
                  <c:v>7.7875000000000002E-3</c:v>
                </c:pt>
                <c:pt idx="3591">
                  <c:v>7.4847999999999998E-3</c:v>
                </c:pt>
                <c:pt idx="3592">
                  <c:v>7.6874999999999999E-3</c:v>
                </c:pt>
                <c:pt idx="3593">
                  <c:v>7.6625E-3</c:v>
                </c:pt>
                <c:pt idx="3594">
                  <c:v>7.7887E-3</c:v>
                </c:pt>
                <c:pt idx="3595">
                  <c:v>7.7837999999999996E-3</c:v>
                </c:pt>
                <c:pt idx="3596">
                  <c:v>8.3333000000000001E-3</c:v>
                </c:pt>
                <c:pt idx="3597">
                  <c:v>8.4183000000000001E-3</c:v>
                </c:pt>
                <c:pt idx="3598">
                  <c:v>8.0672999999999995E-3</c:v>
                </c:pt>
                <c:pt idx="3599">
                  <c:v>7.5183000000000003E-3</c:v>
                </c:pt>
                <c:pt idx="3600">
                  <c:v>7.2500000000000004E-3</c:v>
                </c:pt>
                <c:pt idx="3601">
                  <c:v>7.2843000000000005E-3</c:v>
                </c:pt>
                <c:pt idx="3602">
                  <c:v>7.4153000000000005E-3</c:v>
                </c:pt>
                <c:pt idx="3603">
                  <c:v>7.3488E-3</c:v>
                </c:pt>
                <c:pt idx="3604">
                  <c:v>7.0837999999999995E-3</c:v>
                </c:pt>
                <c:pt idx="3605">
                  <c:v>6.9507999999999992E-3</c:v>
                </c:pt>
                <c:pt idx="3606">
                  <c:v>6.9874999999999998E-3</c:v>
                </c:pt>
                <c:pt idx="3607">
                  <c:v>6.8507999999999998E-3</c:v>
                </c:pt>
                <c:pt idx="3608">
                  <c:v>6.8374999999999998E-3</c:v>
                </c:pt>
                <c:pt idx="3609">
                  <c:v>6.7999999999999996E-3</c:v>
                </c:pt>
                <c:pt idx="3610">
                  <c:v>6.9667000000000001E-3</c:v>
                </c:pt>
                <c:pt idx="3611">
                  <c:v>6.8875000000000004E-3</c:v>
                </c:pt>
                <c:pt idx="3612">
                  <c:v>7.2249999999999997E-3</c:v>
                </c:pt>
                <c:pt idx="3613">
                  <c:v>7.4480999999999992E-3</c:v>
                </c:pt>
                <c:pt idx="3614">
                  <c:v>7.3659999999999993E-3</c:v>
                </c:pt>
                <c:pt idx="3615">
                  <c:v>7.2090999999999995E-3</c:v>
                </c:pt>
                <c:pt idx="3616">
                  <c:v>7.4650000000000003E-3</c:v>
                </c:pt>
                <c:pt idx="3617">
                  <c:v>7.5667E-3</c:v>
                </c:pt>
                <c:pt idx="3618">
                  <c:v>7.8332999999999996E-3</c:v>
                </c:pt>
                <c:pt idx="3619">
                  <c:v>7.8166999999999993E-3</c:v>
                </c:pt>
                <c:pt idx="3620">
                  <c:v>7.6499999999999997E-3</c:v>
                </c:pt>
                <c:pt idx="3621">
                  <c:v>7.6832999999999997E-3</c:v>
                </c:pt>
                <c:pt idx="3622">
                  <c:v>7.7166999999999999E-3</c:v>
                </c:pt>
                <c:pt idx="3623">
                  <c:v>7.5167000000000003E-3</c:v>
                </c:pt>
                <c:pt idx="3624">
                  <c:v>7.4833E-3</c:v>
                </c:pt>
                <c:pt idx="3625">
                  <c:v>7.3499999999999998E-3</c:v>
                </c:pt>
                <c:pt idx="3626">
                  <c:v>7.3162999999999995E-3</c:v>
                </c:pt>
                <c:pt idx="3627">
                  <c:v>7.2495999999999993E-3</c:v>
                </c:pt>
                <c:pt idx="3628">
                  <c:v>7.2501999999999992E-3</c:v>
                </c:pt>
                <c:pt idx="3629">
                  <c:v>7.6504000000000008E-3</c:v>
                </c:pt>
                <c:pt idx="3630">
                  <c:v>7.7999999999999996E-3</c:v>
                </c:pt>
                <c:pt idx="3631">
                  <c:v>7.5940000000000001E-3</c:v>
                </c:pt>
                <c:pt idx="3632">
                  <c:v>7.6046999999999998E-3</c:v>
                </c:pt>
                <c:pt idx="3633">
                  <c:v>7.8916999999999998E-3</c:v>
                </c:pt>
                <c:pt idx="3634">
                  <c:v>8.1534999999999993E-3</c:v>
                </c:pt>
                <c:pt idx="3635">
                  <c:v>8.2997000000000001E-3</c:v>
                </c:pt>
                <c:pt idx="3636">
                  <c:v>8.6828999999999986E-3</c:v>
                </c:pt>
                <c:pt idx="3637">
                  <c:v>8.8179E-3</c:v>
                </c:pt>
                <c:pt idx="3638">
                  <c:v>9.6136999999999993E-3</c:v>
                </c:pt>
                <c:pt idx="3639">
                  <c:v>1.04396E-2</c:v>
                </c:pt>
                <c:pt idx="3640">
                  <c:v>1.0234699999999999E-2</c:v>
                </c:pt>
                <c:pt idx="3641">
                  <c:v>9.5023E-3</c:v>
                </c:pt>
                <c:pt idx="3642">
                  <c:v>9.0954999999999994E-3</c:v>
                </c:pt>
                <c:pt idx="3643">
                  <c:v>8.2681000000000004E-3</c:v>
                </c:pt>
                <c:pt idx="3644">
                  <c:v>8.4075999999999994E-3</c:v>
                </c:pt>
                <c:pt idx="3645">
                  <c:v>8.5513999999999989E-3</c:v>
                </c:pt>
                <c:pt idx="3646">
                  <c:v>8.5821999999999999E-3</c:v>
                </c:pt>
                <c:pt idx="3647">
                  <c:v>8.5634000000000005E-3</c:v>
                </c:pt>
                <c:pt idx="3648">
                  <c:v>8.5649000000000003E-3</c:v>
                </c:pt>
                <c:pt idx="3649">
                  <c:v>8.6968999999999987E-3</c:v>
                </c:pt>
                <c:pt idx="3650">
                  <c:v>9.1628999999999999E-3</c:v>
                </c:pt>
                <c:pt idx="3651">
                  <c:v>9.4007999999999991E-3</c:v>
                </c:pt>
                <c:pt idx="3652">
                  <c:v>9.4062999999999994E-3</c:v>
                </c:pt>
                <c:pt idx="3653">
                  <c:v>9.6056000000000006E-3</c:v>
                </c:pt>
                <c:pt idx="3654">
                  <c:v>1.05167E-2</c:v>
                </c:pt>
                <c:pt idx="3655">
                  <c:v>1.0611300000000001E-2</c:v>
                </c:pt>
                <c:pt idx="3656">
                  <c:v>1.0267E-2</c:v>
                </c:pt>
                <c:pt idx="3657">
                  <c:v>9.880100000000001E-3</c:v>
                </c:pt>
                <c:pt idx="3658">
                  <c:v>9.8319000000000011E-3</c:v>
                </c:pt>
                <c:pt idx="3659">
                  <c:v>1.01586E-2</c:v>
                </c:pt>
                <c:pt idx="3660">
                  <c:v>1.03377E-2</c:v>
                </c:pt>
                <c:pt idx="3661">
                  <c:v>1.05982E-2</c:v>
                </c:pt>
                <c:pt idx="3662">
                  <c:v>1.0906600000000001E-2</c:v>
                </c:pt>
                <c:pt idx="3663">
                  <c:v>1.0727200000000001E-2</c:v>
                </c:pt>
                <c:pt idx="3664">
                  <c:v>1.0699999999999999E-2</c:v>
                </c:pt>
                <c:pt idx="3665">
                  <c:v>1.0762300000000001E-2</c:v>
                </c:pt>
                <c:pt idx="3666">
                  <c:v>1.1244199999999999E-2</c:v>
                </c:pt>
                <c:pt idx="3667">
                  <c:v>1.08935E-2</c:v>
                </c:pt>
                <c:pt idx="3668">
                  <c:v>1.05792E-2</c:v>
                </c:pt>
                <c:pt idx="3669">
                  <c:v>1.05953E-2</c:v>
                </c:pt>
                <c:pt idx="3670">
                  <c:v>1.0640800000000001E-2</c:v>
                </c:pt>
                <c:pt idx="3671">
                  <c:v>1.0841E-2</c:v>
                </c:pt>
                <c:pt idx="3672">
                  <c:v>1.05708E-2</c:v>
                </c:pt>
                <c:pt idx="3673">
                  <c:v>1.07919E-2</c:v>
                </c:pt>
                <c:pt idx="3674">
                  <c:v>1.08611E-2</c:v>
                </c:pt>
                <c:pt idx="3675">
                  <c:v>1.0241200000000001E-2</c:v>
                </c:pt>
                <c:pt idx="3676">
                  <c:v>1.0147400000000001E-2</c:v>
                </c:pt>
                <c:pt idx="3677">
                  <c:v>9.8002999999999996E-3</c:v>
                </c:pt>
                <c:pt idx="3678">
                  <c:v>9.6799E-3</c:v>
                </c:pt>
                <c:pt idx="3679">
                  <c:v>9.6311000000000001E-3</c:v>
                </c:pt>
                <c:pt idx="3680">
                  <c:v>9.7403000000000003E-3</c:v>
                </c:pt>
                <c:pt idx="3681">
                  <c:v>9.781999999999999E-3</c:v>
                </c:pt>
                <c:pt idx="3682">
                  <c:v>9.4474999999999993E-3</c:v>
                </c:pt>
                <c:pt idx="3683">
                  <c:v>9.3043999999999991E-3</c:v>
                </c:pt>
                <c:pt idx="3684">
                  <c:v>9.3127000000000001E-3</c:v>
                </c:pt>
                <c:pt idx="3685">
                  <c:v>9.4181000000000004E-3</c:v>
                </c:pt>
                <c:pt idx="3686">
                  <c:v>9.3203000000000001E-3</c:v>
                </c:pt>
                <c:pt idx="3687">
                  <c:v>9.4964000000000003E-3</c:v>
                </c:pt>
                <c:pt idx="3688">
                  <c:v>9.4983000000000012E-3</c:v>
                </c:pt>
                <c:pt idx="3689">
                  <c:v>9.6126000000000007E-3</c:v>
                </c:pt>
                <c:pt idx="3690">
                  <c:v>9.2759000000000001E-3</c:v>
                </c:pt>
                <c:pt idx="3691">
                  <c:v>9.0153000000000004E-3</c:v>
                </c:pt>
                <c:pt idx="3692">
                  <c:v>8.9825999999999986E-3</c:v>
                </c:pt>
                <c:pt idx="3693">
                  <c:v>8.8715999999999986E-3</c:v>
                </c:pt>
                <c:pt idx="3694">
                  <c:v>8.6359000000000002E-3</c:v>
                </c:pt>
                <c:pt idx="3695">
                  <c:v>8.6257E-3</c:v>
                </c:pt>
                <c:pt idx="3696">
                  <c:v>8.7313000000000009E-3</c:v>
                </c:pt>
                <c:pt idx="3697">
                  <c:v>8.9332999999999999E-3</c:v>
                </c:pt>
                <c:pt idx="3698">
                  <c:v>9.1395999999999995E-3</c:v>
                </c:pt>
                <c:pt idx="3699">
                  <c:v>9.7543000000000005E-3</c:v>
                </c:pt>
                <c:pt idx="3700">
                  <c:v>1.0263899999999999E-2</c:v>
                </c:pt>
                <c:pt idx="3701">
                  <c:v>9.9328999999999997E-3</c:v>
                </c:pt>
                <c:pt idx="3702">
                  <c:v>9.6834E-3</c:v>
                </c:pt>
                <c:pt idx="3703">
                  <c:v>9.9764999999999993E-3</c:v>
                </c:pt>
                <c:pt idx="3704">
                  <c:v>9.9278000000000005E-3</c:v>
                </c:pt>
                <c:pt idx="3705">
                  <c:v>9.8150000000000008E-3</c:v>
                </c:pt>
                <c:pt idx="3706">
                  <c:v>9.3860999999999997E-3</c:v>
                </c:pt>
                <c:pt idx="3707">
                  <c:v>9.5931000000000002E-3</c:v>
                </c:pt>
                <c:pt idx="3708">
                  <c:v>9.2826999999999996E-3</c:v>
                </c:pt>
                <c:pt idx="3709">
                  <c:v>9.0007999999999998E-3</c:v>
                </c:pt>
                <c:pt idx="3710">
                  <c:v>8.6769000000000013E-3</c:v>
                </c:pt>
                <c:pt idx="3711">
                  <c:v>8.6011000000000004E-3</c:v>
                </c:pt>
                <c:pt idx="3712">
                  <c:v>8.5281000000000003E-3</c:v>
                </c:pt>
                <c:pt idx="3713">
                  <c:v>8.5248000000000008E-3</c:v>
                </c:pt>
                <c:pt idx="3714">
                  <c:v>8.4153000000000006E-3</c:v>
                </c:pt>
                <c:pt idx="3715">
                  <c:v>8.3462999999999992E-3</c:v>
                </c:pt>
                <c:pt idx="3716">
                  <c:v>8.2211999999999997E-3</c:v>
                </c:pt>
                <c:pt idx="3717">
                  <c:v>8.1682999999999999E-3</c:v>
                </c:pt>
                <c:pt idx="3718">
                  <c:v>8.1452E-3</c:v>
                </c:pt>
                <c:pt idx="3719">
                  <c:v>7.9780000000000007E-3</c:v>
                </c:pt>
                <c:pt idx="3720">
                  <c:v>8.1325999999999985E-3</c:v>
                </c:pt>
                <c:pt idx="3721">
                  <c:v>8.0406999999999996E-3</c:v>
                </c:pt>
                <c:pt idx="3722">
                  <c:v>8.1922000000000002E-3</c:v>
                </c:pt>
                <c:pt idx="3723">
                  <c:v>8.6227000000000005E-3</c:v>
                </c:pt>
                <c:pt idx="3724">
                  <c:v>8.5941000000000004E-3</c:v>
                </c:pt>
                <c:pt idx="3725">
                  <c:v>8.3131999999999998E-3</c:v>
                </c:pt>
                <c:pt idx="3726">
                  <c:v>8.2416999999999994E-3</c:v>
                </c:pt>
                <c:pt idx="3727">
                  <c:v>8.2933999999999994E-3</c:v>
                </c:pt>
                <c:pt idx="3728">
                  <c:v>8.3557000000000006E-3</c:v>
                </c:pt>
                <c:pt idx="3729">
                  <c:v>8.2333000000000007E-3</c:v>
                </c:pt>
                <c:pt idx="3730">
                  <c:v>8.2354000000000004E-3</c:v>
                </c:pt>
                <c:pt idx="3731">
                  <c:v>8.2901999999999993E-3</c:v>
                </c:pt>
                <c:pt idx="3732">
                  <c:v>8.2874999999999997E-3</c:v>
                </c:pt>
                <c:pt idx="3733">
                  <c:v>8.3417999999999999E-3</c:v>
                </c:pt>
                <c:pt idx="3734">
                  <c:v>8.3993999999999996E-3</c:v>
                </c:pt>
                <c:pt idx="3735">
                  <c:v>8.4843000000000002E-3</c:v>
                </c:pt>
                <c:pt idx="3736">
                  <c:v>8.6017000000000003E-3</c:v>
                </c:pt>
                <c:pt idx="3737">
                  <c:v>8.7614000000000008E-3</c:v>
                </c:pt>
                <c:pt idx="3738">
                  <c:v>8.9275000000000014E-3</c:v>
                </c:pt>
                <c:pt idx="3739">
                  <c:v>8.8677000000000009E-3</c:v>
                </c:pt>
                <c:pt idx="3740">
                  <c:v>8.7253000000000001E-3</c:v>
                </c:pt>
                <c:pt idx="3741">
                  <c:v>8.7129000000000009E-3</c:v>
                </c:pt>
                <c:pt idx="3742">
                  <c:v>8.693600000000001E-3</c:v>
                </c:pt>
                <c:pt idx="3743">
                  <c:v>8.5171000000000014E-3</c:v>
                </c:pt>
                <c:pt idx="3744">
                  <c:v>8.4399000000000002E-3</c:v>
                </c:pt>
                <c:pt idx="3745">
                  <c:v>8.4285999999999996E-3</c:v>
                </c:pt>
                <c:pt idx="3746">
                  <c:v>8.4265E-3</c:v>
                </c:pt>
                <c:pt idx="3747">
                  <c:v>8.3129999999999992E-3</c:v>
                </c:pt>
                <c:pt idx="3748">
                  <c:v>8.2525999999999988E-3</c:v>
                </c:pt>
                <c:pt idx="3749">
                  <c:v>8.1391999999999992E-3</c:v>
                </c:pt>
                <c:pt idx="3750">
                  <c:v>8.1171999999999998E-3</c:v>
                </c:pt>
                <c:pt idx="3751">
                  <c:v>8.0575000000000004E-3</c:v>
                </c:pt>
                <c:pt idx="3752">
                  <c:v>7.9596000000000007E-3</c:v>
                </c:pt>
                <c:pt idx="3753">
                  <c:v>7.951999999999999E-3</c:v>
                </c:pt>
                <c:pt idx="3754">
                  <c:v>7.9331000000000002E-3</c:v>
                </c:pt>
                <c:pt idx="3755">
                  <c:v>8.0339000000000001E-3</c:v>
                </c:pt>
                <c:pt idx="3756">
                  <c:v>8.029399999999999E-3</c:v>
                </c:pt>
                <c:pt idx="3757">
                  <c:v>8.0409000000000001E-3</c:v>
                </c:pt>
                <c:pt idx="3758">
                  <c:v>8.0479000000000002E-3</c:v>
                </c:pt>
                <c:pt idx="3759">
                  <c:v>8.1325999999999985E-3</c:v>
                </c:pt>
                <c:pt idx="3760">
                  <c:v>8.097E-3</c:v>
                </c:pt>
                <c:pt idx="3761">
                  <c:v>8.1400999999999991E-3</c:v>
                </c:pt>
                <c:pt idx="3762">
                  <c:v>8.2123999999999999E-3</c:v>
                </c:pt>
                <c:pt idx="3763">
                  <c:v>8.3424999999999992E-3</c:v>
                </c:pt>
                <c:pt idx="3764">
                  <c:v>8.3906999999999992E-3</c:v>
                </c:pt>
                <c:pt idx="3765">
                  <c:v>8.3066000000000008E-3</c:v>
                </c:pt>
                <c:pt idx="3766">
                  <c:v>8.3141000000000014E-3</c:v>
                </c:pt>
                <c:pt idx="3767">
                  <c:v>8.2465999999999998E-3</c:v>
                </c:pt>
                <c:pt idx="3768">
                  <c:v>8.1369000000000007E-3</c:v>
                </c:pt>
                <c:pt idx="3769">
                  <c:v>8.1947000000000009E-3</c:v>
                </c:pt>
                <c:pt idx="3770">
                  <c:v>8.1901999999999999E-3</c:v>
                </c:pt>
                <c:pt idx="3771">
                  <c:v>8.0993999999999997E-3</c:v>
                </c:pt>
                <c:pt idx="3772">
                  <c:v>7.9385999999999988E-3</c:v>
                </c:pt>
                <c:pt idx="3773">
                  <c:v>7.987300000000001E-3</c:v>
                </c:pt>
                <c:pt idx="3774">
                  <c:v>8.2561000000000006E-3</c:v>
                </c:pt>
                <c:pt idx="3775">
                  <c:v>8.2743000000000001E-3</c:v>
                </c:pt>
                <c:pt idx="3776">
                  <c:v>8.2912999999999997E-3</c:v>
                </c:pt>
                <c:pt idx="3777">
                  <c:v>8.3864999999999999E-3</c:v>
                </c:pt>
                <c:pt idx="3778">
                  <c:v>8.4709999999999994E-3</c:v>
                </c:pt>
                <c:pt idx="3779">
                  <c:v>8.7086000000000004E-3</c:v>
                </c:pt>
                <c:pt idx="3780">
                  <c:v>8.6879999999999995E-3</c:v>
                </c:pt>
                <c:pt idx="3781">
                  <c:v>8.8433000000000001E-3</c:v>
                </c:pt>
                <c:pt idx="3782">
                  <c:v>8.7428000000000002E-3</c:v>
                </c:pt>
                <c:pt idx="3783">
                  <c:v>8.7708999999999999E-3</c:v>
                </c:pt>
                <c:pt idx="3784">
                  <c:v>9.0132000000000007E-3</c:v>
                </c:pt>
                <c:pt idx="3785">
                  <c:v>9.2984000000000001E-3</c:v>
                </c:pt>
                <c:pt idx="3786">
                  <c:v>9.4837000000000012E-3</c:v>
                </c:pt>
                <c:pt idx="3787">
                  <c:v>9.418000000000001E-3</c:v>
                </c:pt>
                <c:pt idx="3788">
                  <c:v>9.2269999999999991E-3</c:v>
                </c:pt>
                <c:pt idx="3789">
                  <c:v>9.3126000000000007E-3</c:v>
                </c:pt>
                <c:pt idx="3790">
                  <c:v>9.3583E-3</c:v>
                </c:pt>
                <c:pt idx="3791">
                  <c:v>9.4528000000000008E-3</c:v>
                </c:pt>
                <c:pt idx="3792">
                  <c:v>9.371899999999999E-3</c:v>
                </c:pt>
                <c:pt idx="3793">
                  <c:v>9.3909000000000006E-3</c:v>
                </c:pt>
                <c:pt idx="3794">
                  <c:v>9.4485000000000003E-3</c:v>
                </c:pt>
                <c:pt idx="3795">
                  <c:v>9.3491000000000008E-3</c:v>
                </c:pt>
                <c:pt idx="3796">
                  <c:v>9.3982000000000007E-3</c:v>
                </c:pt>
                <c:pt idx="3797">
                  <c:v>9.7100999999999993E-3</c:v>
                </c:pt>
                <c:pt idx="3798">
                  <c:v>1.0228900000000001E-2</c:v>
                </c:pt>
                <c:pt idx="3799">
                  <c:v>1.0556900000000001E-2</c:v>
                </c:pt>
                <c:pt idx="3800">
                  <c:v>1.0256900000000001E-2</c:v>
                </c:pt>
                <c:pt idx="3801">
                  <c:v>9.9699000000000003E-3</c:v>
                </c:pt>
                <c:pt idx="3802">
                  <c:v>1.0029399999999999E-2</c:v>
                </c:pt>
                <c:pt idx="3803">
                  <c:v>1.0262E-2</c:v>
                </c:pt>
                <c:pt idx="3804">
                  <c:v>1.04289E-2</c:v>
                </c:pt>
                <c:pt idx="3805">
                  <c:v>1.04688E-2</c:v>
                </c:pt>
                <c:pt idx="3806">
                  <c:v>1.0334099999999999E-2</c:v>
                </c:pt>
                <c:pt idx="3807">
                  <c:v>1.05077E-2</c:v>
                </c:pt>
                <c:pt idx="3808">
                  <c:v>1.05936E-2</c:v>
                </c:pt>
                <c:pt idx="3809">
                  <c:v>1.04861E-2</c:v>
                </c:pt>
                <c:pt idx="3810">
                  <c:v>1.0668500000000001E-2</c:v>
                </c:pt>
                <c:pt idx="3811">
                  <c:v>1.08384E-2</c:v>
                </c:pt>
                <c:pt idx="3812">
                  <c:v>1.1099400000000001E-2</c:v>
                </c:pt>
                <c:pt idx="3813">
                  <c:v>1.1110800000000001E-2</c:v>
                </c:pt>
                <c:pt idx="3814">
                  <c:v>1.1088899999999999E-2</c:v>
                </c:pt>
                <c:pt idx="3815">
                  <c:v>1.1226699999999999E-2</c:v>
                </c:pt>
                <c:pt idx="3816">
                  <c:v>1.1385899999999999E-2</c:v>
                </c:pt>
                <c:pt idx="3817">
                  <c:v>1.1565300000000001E-2</c:v>
                </c:pt>
                <c:pt idx="3818">
                  <c:v>1.19784E-2</c:v>
                </c:pt>
                <c:pt idx="3819">
                  <c:v>1.3111299999999999E-2</c:v>
                </c:pt>
                <c:pt idx="3820">
                  <c:v>1.3055600000000001E-2</c:v>
                </c:pt>
                <c:pt idx="3821">
                  <c:v>1.27657E-2</c:v>
                </c:pt>
                <c:pt idx="3822">
                  <c:v>1.18528E-2</c:v>
                </c:pt>
                <c:pt idx="3823">
                  <c:v>1.19372E-2</c:v>
                </c:pt>
                <c:pt idx="3824">
                  <c:v>1.2051000000000001E-2</c:v>
                </c:pt>
                <c:pt idx="3825">
                  <c:v>1.27794E-2</c:v>
                </c:pt>
                <c:pt idx="3826">
                  <c:v>1.2831899999999999E-2</c:v>
                </c:pt>
                <c:pt idx="3827">
                  <c:v>1.2437E-2</c:v>
                </c:pt>
                <c:pt idx="3828">
                  <c:v>1.2820699999999999E-2</c:v>
                </c:pt>
                <c:pt idx="3829">
                  <c:v>1.2690099999999999E-2</c:v>
                </c:pt>
                <c:pt idx="3830">
                  <c:v>1.23096E-2</c:v>
                </c:pt>
                <c:pt idx="3831">
                  <c:v>1.22077E-2</c:v>
                </c:pt>
                <c:pt idx="3832">
                  <c:v>1.2115900000000001E-2</c:v>
                </c:pt>
                <c:pt idx="3833">
                  <c:v>1.2134600000000001E-2</c:v>
                </c:pt>
                <c:pt idx="3834">
                  <c:v>1.1878400000000001E-2</c:v>
                </c:pt>
                <c:pt idx="3835">
                  <c:v>1.1453E-2</c:v>
                </c:pt>
                <c:pt idx="3836">
                  <c:v>1.0910700000000001E-2</c:v>
                </c:pt>
                <c:pt idx="3837">
                  <c:v>1.0485599999999999E-2</c:v>
                </c:pt>
                <c:pt idx="3838">
                  <c:v>1.0721400000000001E-2</c:v>
                </c:pt>
                <c:pt idx="3839">
                  <c:v>1.12741E-2</c:v>
                </c:pt>
                <c:pt idx="3840">
                  <c:v>1.22171E-2</c:v>
                </c:pt>
                <c:pt idx="3841">
                  <c:v>1.26211E-2</c:v>
                </c:pt>
                <c:pt idx="3842">
                  <c:v>1.2965000000000001E-2</c:v>
                </c:pt>
                <c:pt idx="3843">
                  <c:v>1.3484100000000001E-2</c:v>
                </c:pt>
                <c:pt idx="3844">
                  <c:v>1.48351E-2</c:v>
                </c:pt>
                <c:pt idx="3845">
                  <c:v>1.5093299999999999E-2</c:v>
                </c:pt>
                <c:pt idx="3846">
                  <c:v>1.4574100000000001E-2</c:v>
                </c:pt>
                <c:pt idx="3847">
                  <c:v>1.4645200000000001E-2</c:v>
                </c:pt>
                <c:pt idx="3848">
                  <c:v>1.44011E-2</c:v>
                </c:pt>
                <c:pt idx="3849">
                  <c:v>1.3864400000000001E-2</c:v>
                </c:pt>
                <c:pt idx="3850">
                  <c:v>1.3605500000000001E-2</c:v>
                </c:pt>
                <c:pt idx="3851">
                  <c:v>1.3904099999999999E-2</c:v>
                </c:pt>
                <c:pt idx="3852">
                  <c:v>1.3139099999999999E-2</c:v>
                </c:pt>
                <c:pt idx="3853">
                  <c:v>1.30612E-2</c:v>
                </c:pt>
                <c:pt idx="3854">
                  <c:v>1.2874399999999999E-2</c:v>
                </c:pt>
                <c:pt idx="3855">
                  <c:v>1.35727E-2</c:v>
                </c:pt>
                <c:pt idx="3856">
                  <c:v>1.37733E-2</c:v>
                </c:pt>
                <c:pt idx="3857">
                  <c:v>1.32456E-2</c:v>
                </c:pt>
                <c:pt idx="3858">
                  <c:v>1.2965700000000002E-2</c:v>
                </c:pt>
                <c:pt idx="3859">
                  <c:v>1.3058600000000002E-2</c:v>
                </c:pt>
                <c:pt idx="3860">
                  <c:v>1.3245099999999999E-2</c:v>
                </c:pt>
                <c:pt idx="3861">
                  <c:v>1.3188200000000001E-2</c:v>
                </c:pt>
                <c:pt idx="3862">
                  <c:v>1.2971700000000001E-2</c:v>
                </c:pt>
                <c:pt idx="3863">
                  <c:v>1.25118E-2</c:v>
                </c:pt>
                <c:pt idx="3864">
                  <c:v>1.2178700000000001E-2</c:v>
                </c:pt>
                <c:pt idx="3865">
                  <c:v>1.23289E-2</c:v>
                </c:pt>
                <c:pt idx="3866">
                  <c:v>1.2048999999999999E-2</c:v>
                </c:pt>
                <c:pt idx="3867">
                  <c:v>1.2287600000000001E-2</c:v>
                </c:pt>
                <c:pt idx="3868">
                  <c:v>1.2234200000000001E-2</c:v>
                </c:pt>
                <c:pt idx="3869">
                  <c:v>1.1830800000000001E-2</c:v>
                </c:pt>
                <c:pt idx="3870">
                  <c:v>1.1100499999999999E-2</c:v>
                </c:pt>
                <c:pt idx="3871">
                  <c:v>1.13664E-2</c:v>
                </c:pt>
                <c:pt idx="3872">
                  <c:v>1.17711E-2</c:v>
                </c:pt>
                <c:pt idx="3873">
                  <c:v>1.20613E-2</c:v>
                </c:pt>
                <c:pt idx="3874">
                  <c:v>1.2510500000000001E-2</c:v>
                </c:pt>
                <c:pt idx="3875">
                  <c:v>1.2295799999999999E-2</c:v>
                </c:pt>
                <c:pt idx="3876">
                  <c:v>1.22697E-2</c:v>
                </c:pt>
                <c:pt idx="3877">
                  <c:v>1.2854400000000002E-2</c:v>
                </c:pt>
                <c:pt idx="3878">
                  <c:v>1.3212999999999999E-2</c:v>
                </c:pt>
                <c:pt idx="3879">
                  <c:v>1.2987799999999999E-2</c:v>
                </c:pt>
                <c:pt idx="3880">
                  <c:v>1.29073E-2</c:v>
                </c:pt>
                <c:pt idx="3881">
                  <c:v>1.2705899999999999E-2</c:v>
                </c:pt>
                <c:pt idx="3882">
                  <c:v>1.2646299999999999E-2</c:v>
                </c:pt>
                <c:pt idx="3883">
                  <c:v>1.24817E-2</c:v>
                </c:pt>
                <c:pt idx="3884">
                  <c:v>1.2648300000000001E-2</c:v>
                </c:pt>
                <c:pt idx="3885">
                  <c:v>1.2461400000000001E-2</c:v>
                </c:pt>
                <c:pt idx="3886">
                  <c:v>1.26103E-2</c:v>
                </c:pt>
                <c:pt idx="3887">
                  <c:v>1.2637499999999999E-2</c:v>
                </c:pt>
                <c:pt idx="3888">
                  <c:v>1.2660100000000001E-2</c:v>
                </c:pt>
                <c:pt idx="3889">
                  <c:v>1.2641400000000001E-2</c:v>
                </c:pt>
                <c:pt idx="3890">
                  <c:v>1.24014E-2</c:v>
                </c:pt>
                <c:pt idx="3891">
                  <c:v>1.2482699999999999E-2</c:v>
                </c:pt>
                <c:pt idx="3892">
                  <c:v>1.29231E-2</c:v>
                </c:pt>
                <c:pt idx="3893">
                  <c:v>1.2884899999999999E-2</c:v>
                </c:pt>
                <c:pt idx="3894">
                  <c:v>1.3281299999999999E-2</c:v>
                </c:pt>
                <c:pt idx="3895">
                  <c:v>1.3442900000000001E-2</c:v>
                </c:pt>
                <c:pt idx="3896">
                  <c:v>1.3480000000000001E-2</c:v>
                </c:pt>
                <c:pt idx="3897">
                  <c:v>1.3815299999999999E-2</c:v>
                </c:pt>
                <c:pt idx="3898">
                  <c:v>1.4262499999999999E-2</c:v>
                </c:pt>
                <c:pt idx="3899">
                  <c:v>1.4140799999999999E-2</c:v>
                </c:pt>
                <c:pt idx="3900">
                  <c:v>1.3574700000000002E-2</c:v>
                </c:pt>
                <c:pt idx="3901">
                  <c:v>1.3235800000000001E-2</c:v>
                </c:pt>
                <c:pt idx="3902">
                  <c:v>1.3159000000000001E-2</c:v>
                </c:pt>
                <c:pt idx="3903">
                  <c:v>1.3291300000000001E-2</c:v>
                </c:pt>
                <c:pt idx="3904">
                  <c:v>1.33358E-2</c:v>
                </c:pt>
                <c:pt idx="3905">
                  <c:v>1.3354099999999999E-2</c:v>
                </c:pt>
                <c:pt idx="3906">
                  <c:v>1.29792E-2</c:v>
                </c:pt>
                <c:pt idx="3907">
                  <c:v>1.2877099999999999E-2</c:v>
                </c:pt>
                <c:pt idx="3908">
                  <c:v>1.2889299999999999E-2</c:v>
                </c:pt>
                <c:pt idx="3909">
                  <c:v>1.2792E-2</c:v>
                </c:pt>
                <c:pt idx="3910">
                  <c:v>1.25789E-2</c:v>
                </c:pt>
                <c:pt idx="3911">
                  <c:v>1.27344E-2</c:v>
                </c:pt>
                <c:pt idx="3912">
                  <c:v>1.2865600000000001E-2</c:v>
                </c:pt>
                <c:pt idx="3913">
                  <c:v>1.2885400000000002E-2</c:v>
                </c:pt>
                <c:pt idx="3914">
                  <c:v>1.29409E-2</c:v>
                </c:pt>
                <c:pt idx="3915">
                  <c:v>1.27104E-2</c:v>
                </c:pt>
                <c:pt idx="3916">
                  <c:v>1.29678E-2</c:v>
                </c:pt>
                <c:pt idx="3917">
                  <c:v>1.3266E-2</c:v>
                </c:pt>
                <c:pt idx="3918">
                  <c:v>1.3472E-2</c:v>
                </c:pt>
                <c:pt idx="3919">
                  <c:v>1.3795599999999998E-2</c:v>
                </c:pt>
                <c:pt idx="3920">
                  <c:v>1.3876400000000001E-2</c:v>
                </c:pt>
                <c:pt idx="3921">
                  <c:v>1.4052600000000002E-2</c:v>
                </c:pt>
                <c:pt idx="3922">
                  <c:v>1.3832400000000002E-2</c:v>
                </c:pt>
                <c:pt idx="3923">
                  <c:v>1.44409E-2</c:v>
                </c:pt>
                <c:pt idx="3924">
                  <c:v>1.4750899999999999E-2</c:v>
                </c:pt>
                <c:pt idx="3925">
                  <c:v>1.45863E-2</c:v>
                </c:pt>
                <c:pt idx="3926">
                  <c:v>1.4662700000000001E-2</c:v>
                </c:pt>
                <c:pt idx="3927">
                  <c:v>1.4479800000000001E-2</c:v>
                </c:pt>
                <c:pt idx="3928">
                  <c:v>1.3977099999999999E-2</c:v>
                </c:pt>
                <c:pt idx="3929">
                  <c:v>1.44321E-2</c:v>
                </c:pt>
                <c:pt idx="3930">
                  <c:v>1.4107E-2</c:v>
                </c:pt>
                <c:pt idx="3931">
                  <c:v>1.3999100000000002E-2</c:v>
                </c:pt>
                <c:pt idx="3932">
                  <c:v>1.36518E-2</c:v>
                </c:pt>
                <c:pt idx="3933">
                  <c:v>1.35922E-2</c:v>
                </c:pt>
                <c:pt idx="3934">
                  <c:v>1.3456999999999998E-2</c:v>
                </c:pt>
                <c:pt idx="3935">
                  <c:v>1.37739E-2</c:v>
                </c:pt>
                <c:pt idx="3936">
                  <c:v>1.34977E-2</c:v>
                </c:pt>
                <c:pt idx="3937">
                  <c:v>1.3227699999999998E-2</c:v>
                </c:pt>
                <c:pt idx="3938">
                  <c:v>1.3299999999999999E-2</c:v>
                </c:pt>
                <c:pt idx="3939">
                  <c:v>1.3836500000000002E-2</c:v>
                </c:pt>
                <c:pt idx="3940">
                  <c:v>1.3864599999999999E-2</c:v>
                </c:pt>
                <c:pt idx="3941">
                  <c:v>1.39632E-2</c:v>
                </c:pt>
                <c:pt idx="3942">
                  <c:v>1.4389599999999999E-2</c:v>
                </c:pt>
                <c:pt idx="3943">
                  <c:v>1.3898500000000001E-2</c:v>
                </c:pt>
                <c:pt idx="3944">
                  <c:v>1.38768E-2</c:v>
                </c:pt>
                <c:pt idx="3945">
                  <c:v>1.35417E-2</c:v>
                </c:pt>
                <c:pt idx="3946">
                  <c:v>1.2783599999999999E-2</c:v>
                </c:pt>
                <c:pt idx="3947">
                  <c:v>1.28445E-2</c:v>
                </c:pt>
                <c:pt idx="3948">
                  <c:v>1.2750900000000001E-2</c:v>
                </c:pt>
                <c:pt idx="3949">
                  <c:v>1.19329E-2</c:v>
                </c:pt>
                <c:pt idx="3950">
                  <c:v>1.22025E-2</c:v>
                </c:pt>
                <c:pt idx="3951">
                  <c:v>1.1929E-2</c:v>
                </c:pt>
                <c:pt idx="3952">
                  <c:v>1.1824899999999999E-2</c:v>
                </c:pt>
                <c:pt idx="3953">
                  <c:v>1.19506E-2</c:v>
                </c:pt>
                <c:pt idx="3954">
                  <c:v>1.1967400000000001E-2</c:v>
                </c:pt>
                <c:pt idx="3955">
                  <c:v>1.1484300000000001E-2</c:v>
                </c:pt>
                <c:pt idx="3956">
                  <c:v>1.12864E-2</c:v>
                </c:pt>
                <c:pt idx="3957">
                  <c:v>1.0618799999999999E-2</c:v>
                </c:pt>
                <c:pt idx="3958">
                  <c:v>1.0512799999999999E-2</c:v>
                </c:pt>
                <c:pt idx="3959">
                  <c:v>1.0490600000000001E-2</c:v>
                </c:pt>
                <c:pt idx="3960">
                  <c:v>1.07727E-2</c:v>
                </c:pt>
                <c:pt idx="3961">
                  <c:v>1.0454600000000001E-2</c:v>
                </c:pt>
                <c:pt idx="3962">
                  <c:v>1.0253200000000001E-2</c:v>
                </c:pt>
                <c:pt idx="3963">
                  <c:v>1.00062E-2</c:v>
                </c:pt>
                <c:pt idx="3964">
                  <c:v>9.928600000000001E-3</c:v>
                </c:pt>
                <c:pt idx="3965">
                  <c:v>1.0251600000000001E-2</c:v>
                </c:pt>
                <c:pt idx="3966">
                  <c:v>9.9261000000000002E-3</c:v>
                </c:pt>
                <c:pt idx="3967">
                  <c:v>9.1739000000000005E-3</c:v>
                </c:pt>
                <c:pt idx="3968">
                  <c:v>8.8513999999999989E-3</c:v>
                </c:pt>
                <c:pt idx="3969">
                  <c:v>9.4967999999999997E-3</c:v>
                </c:pt>
                <c:pt idx="3970">
                  <c:v>9.4653000000000011E-3</c:v>
                </c:pt>
                <c:pt idx="3971">
                  <c:v>1.0109399999999999E-2</c:v>
                </c:pt>
                <c:pt idx="3972">
                  <c:v>1.0336400000000001E-2</c:v>
                </c:pt>
                <c:pt idx="3973">
                  <c:v>1.03345E-2</c:v>
                </c:pt>
                <c:pt idx="3974">
                  <c:v>1.01154E-2</c:v>
                </c:pt>
                <c:pt idx="3975">
                  <c:v>9.7543000000000005E-3</c:v>
                </c:pt>
                <c:pt idx="3976">
                  <c:v>9.3363000000000005E-3</c:v>
                </c:pt>
                <c:pt idx="3977">
                  <c:v>9.4999000000000004E-3</c:v>
                </c:pt>
                <c:pt idx="3978">
                  <c:v>9.5965000000000009E-3</c:v>
                </c:pt>
                <c:pt idx="3979">
                  <c:v>9.8468999999999987E-3</c:v>
                </c:pt>
                <c:pt idx="3980">
                  <c:v>1.03415E-2</c:v>
                </c:pt>
                <c:pt idx="3981">
                  <c:v>1.01572E-2</c:v>
                </c:pt>
                <c:pt idx="3982">
                  <c:v>1.06362E-2</c:v>
                </c:pt>
                <c:pt idx="3983">
                  <c:v>1.0600199999999999E-2</c:v>
                </c:pt>
                <c:pt idx="3984">
                  <c:v>1.0355E-2</c:v>
                </c:pt>
                <c:pt idx="3985">
                  <c:v>9.8569999999999994E-3</c:v>
                </c:pt>
                <c:pt idx="3986">
                  <c:v>9.639700000000001E-3</c:v>
                </c:pt>
                <c:pt idx="3987">
                  <c:v>9.5465999999999988E-3</c:v>
                </c:pt>
                <c:pt idx="3988">
                  <c:v>9.6655999999999999E-3</c:v>
                </c:pt>
                <c:pt idx="3989">
                  <c:v>9.5718999999999995E-3</c:v>
                </c:pt>
                <c:pt idx="3990">
                  <c:v>9.2495000000000008E-3</c:v>
                </c:pt>
                <c:pt idx="3991">
                  <c:v>9.1087000000000008E-3</c:v>
                </c:pt>
                <c:pt idx="3992">
                  <c:v>9.5424999999999989E-3</c:v>
                </c:pt>
                <c:pt idx="3993">
                  <c:v>9.7582999999999993E-3</c:v>
                </c:pt>
                <c:pt idx="3994">
                  <c:v>9.9077999999999996E-3</c:v>
                </c:pt>
                <c:pt idx="3995">
                  <c:v>9.6218999999999992E-3</c:v>
                </c:pt>
                <c:pt idx="3996">
                  <c:v>9.3418000000000008E-3</c:v>
                </c:pt>
                <c:pt idx="3997">
                  <c:v>9.5302000000000008E-3</c:v>
                </c:pt>
                <c:pt idx="3998">
                  <c:v>9.8627999999999997E-3</c:v>
                </c:pt>
                <c:pt idx="3999">
                  <c:v>9.8373000000000002E-3</c:v>
                </c:pt>
                <c:pt idx="4000">
                  <c:v>1.01212E-2</c:v>
                </c:pt>
                <c:pt idx="4001">
                  <c:v>1.0122900000000001E-2</c:v>
                </c:pt>
                <c:pt idx="4002">
                  <c:v>1.0126999999999999E-2</c:v>
                </c:pt>
                <c:pt idx="4003">
                  <c:v>9.8461E-3</c:v>
                </c:pt>
                <c:pt idx="4004">
                  <c:v>1.00383E-2</c:v>
                </c:pt>
                <c:pt idx="4005">
                  <c:v>9.8633999999999996E-3</c:v>
                </c:pt>
                <c:pt idx="4006">
                  <c:v>9.8956999999999986E-3</c:v>
                </c:pt>
                <c:pt idx="4007">
                  <c:v>9.8665999999999997E-3</c:v>
                </c:pt>
                <c:pt idx="4008">
                  <c:v>9.9945999999999993E-3</c:v>
                </c:pt>
                <c:pt idx="4009">
                  <c:v>9.8805999999999998E-3</c:v>
                </c:pt>
                <c:pt idx="4010">
                  <c:v>1.00965E-2</c:v>
                </c:pt>
                <c:pt idx="4011">
                  <c:v>1.0424299999999999E-2</c:v>
                </c:pt>
                <c:pt idx="4012">
                  <c:v>1.0623799999999999E-2</c:v>
                </c:pt>
                <c:pt idx="4013">
                  <c:v>1.0590199999999999E-2</c:v>
                </c:pt>
                <c:pt idx="4014">
                  <c:v>1.1138E-2</c:v>
                </c:pt>
                <c:pt idx="4015">
                  <c:v>1.11757E-2</c:v>
                </c:pt>
                <c:pt idx="4016">
                  <c:v>1.0850700000000001E-2</c:v>
                </c:pt>
                <c:pt idx="4017">
                  <c:v>1.0735700000000001E-2</c:v>
                </c:pt>
                <c:pt idx="4018">
                  <c:v>1.0693100000000001E-2</c:v>
                </c:pt>
                <c:pt idx="4019">
                  <c:v>1.0679300000000001E-2</c:v>
                </c:pt>
                <c:pt idx="4020">
                  <c:v>1.09243E-2</c:v>
                </c:pt>
                <c:pt idx="4021">
                  <c:v>1.0821800000000001E-2</c:v>
                </c:pt>
                <c:pt idx="4022">
                  <c:v>1.0641599999999999E-2</c:v>
                </c:pt>
                <c:pt idx="4023">
                  <c:v>1.04408E-2</c:v>
                </c:pt>
                <c:pt idx="4024">
                  <c:v>9.8837999999999999E-3</c:v>
                </c:pt>
                <c:pt idx="4025">
                  <c:v>9.7249999999999993E-3</c:v>
                </c:pt>
                <c:pt idx="4026">
                  <c:v>9.6500000000000006E-3</c:v>
                </c:pt>
                <c:pt idx="4027">
                  <c:v>1.00611E-2</c:v>
                </c:pt>
                <c:pt idx="4028">
                  <c:v>1.04954E-2</c:v>
                </c:pt>
                <c:pt idx="4029">
                  <c:v>1.1012300000000001E-2</c:v>
                </c:pt>
                <c:pt idx="4030">
                  <c:v>1.1400199999999999E-2</c:v>
                </c:pt>
                <c:pt idx="4031">
                  <c:v>1.1265000000000001E-2</c:v>
                </c:pt>
                <c:pt idx="4032">
                  <c:v>1.11503E-2</c:v>
                </c:pt>
                <c:pt idx="4033">
                  <c:v>1.10057E-2</c:v>
                </c:pt>
                <c:pt idx="4034">
                  <c:v>1.03324E-2</c:v>
                </c:pt>
                <c:pt idx="4035">
                  <c:v>1.0231499999999999E-2</c:v>
                </c:pt>
                <c:pt idx="4036">
                  <c:v>1.0041400000000001E-2</c:v>
                </c:pt>
                <c:pt idx="4037">
                  <c:v>9.5688000000000006E-3</c:v>
                </c:pt>
                <c:pt idx="4038">
                  <c:v>1.1088299999999999E-2</c:v>
                </c:pt>
                <c:pt idx="4039">
                  <c:v>1.1468600000000001E-2</c:v>
                </c:pt>
                <c:pt idx="4040">
                  <c:v>1.0814799999999999E-2</c:v>
                </c:pt>
                <c:pt idx="4041">
                  <c:v>9.7765999999999999E-3</c:v>
                </c:pt>
                <c:pt idx="4042">
                  <c:v>9.4549000000000005E-3</c:v>
                </c:pt>
                <c:pt idx="4043">
                  <c:v>9.1743999999999992E-3</c:v>
                </c:pt>
                <c:pt idx="4044">
                  <c:v>9.0302000000000004E-3</c:v>
                </c:pt>
                <c:pt idx="4045">
                  <c:v>9.4333999999999998E-3</c:v>
                </c:pt>
                <c:pt idx="4046">
                  <c:v>9.1840999999999989E-3</c:v>
                </c:pt>
                <c:pt idx="4047">
                  <c:v>9.3191000000000003E-3</c:v>
                </c:pt>
                <c:pt idx="4048">
                  <c:v>8.4983999999999997E-3</c:v>
                </c:pt>
                <c:pt idx="4049">
                  <c:v>8.3715999999999999E-3</c:v>
                </c:pt>
                <c:pt idx="4050">
                  <c:v>7.8555000000000014E-3</c:v>
                </c:pt>
                <c:pt idx="4051">
                  <c:v>7.8355000000000005E-3</c:v>
                </c:pt>
                <c:pt idx="4052">
                  <c:v>7.9202000000000005E-3</c:v>
                </c:pt>
                <c:pt idx="4053">
                  <c:v>8.1817999999999995E-3</c:v>
                </c:pt>
                <c:pt idx="4054">
                  <c:v>8.1040000000000001E-3</c:v>
                </c:pt>
                <c:pt idx="4055">
                  <c:v>8.0768000000000003E-3</c:v>
                </c:pt>
                <c:pt idx="4056">
                  <c:v>7.844499999999999E-3</c:v>
                </c:pt>
                <c:pt idx="4057">
                  <c:v>7.979E-3</c:v>
                </c:pt>
                <c:pt idx="4058">
                  <c:v>7.8364000000000003E-3</c:v>
                </c:pt>
                <c:pt idx="4059">
                  <c:v>8.0642999999999999E-3</c:v>
                </c:pt>
                <c:pt idx="4060">
                  <c:v>8.4145000000000001E-3</c:v>
                </c:pt>
                <c:pt idx="4061">
                  <c:v>8.5710999999999999E-3</c:v>
                </c:pt>
                <c:pt idx="4062">
                  <c:v>8.7301000000000011E-3</c:v>
                </c:pt>
                <c:pt idx="4063">
                  <c:v>8.6236000000000004E-3</c:v>
                </c:pt>
                <c:pt idx="4064">
                  <c:v>8.7276000000000003E-3</c:v>
                </c:pt>
                <c:pt idx="4065">
                  <c:v>8.7546999999999989E-3</c:v>
                </c:pt>
                <c:pt idx="4066">
                  <c:v>8.4846999999999995E-3</c:v>
                </c:pt>
                <c:pt idx="4067">
                  <c:v>7.8525000000000001E-3</c:v>
                </c:pt>
                <c:pt idx="4068">
                  <c:v>7.4671999999999994E-3</c:v>
                </c:pt>
                <c:pt idx="4069">
                  <c:v>7.0737999999999999E-3</c:v>
                </c:pt>
                <c:pt idx="4070">
                  <c:v>6.8722999999999996E-3</c:v>
                </c:pt>
                <c:pt idx="4071">
                  <c:v>6.9391000000000001E-3</c:v>
                </c:pt>
                <c:pt idx="4072">
                  <c:v>6.7379000000000007E-3</c:v>
                </c:pt>
                <c:pt idx="4073">
                  <c:v>6.8373999999999996E-3</c:v>
                </c:pt>
                <c:pt idx="4074">
                  <c:v>6.7304000000000001E-3</c:v>
                </c:pt>
                <c:pt idx="4075">
                  <c:v>6.7483999999999999E-3</c:v>
                </c:pt>
                <c:pt idx="4076">
                  <c:v>6.8666999999999999E-3</c:v>
                </c:pt>
                <c:pt idx="4077">
                  <c:v>6.8543000000000007E-3</c:v>
                </c:pt>
                <c:pt idx="4078">
                  <c:v>6.9638999999999994E-3</c:v>
                </c:pt>
                <c:pt idx="4079">
                  <c:v>7.0885000000000002E-3</c:v>
                </c:pt>
                <c:pt idx="4080">
                  <c:v>7.0852000000000007E-3</c:v>
                </c:pt>
                <c:pt idx="4081">
                  <c:v>7.2691999999999991E-3</c:v>
                </c:pt>
                <c:pt idx="4082">
                  <c:v>7.4477999999999992E-3</c:v>
                </c:pt>
                <c:pt idx="4083">
                  <c:v>7.3968000000000002E-3</c:v>
                </c:pt>
                <c:pt idx="4084">
                  <c:v>7.2816000000000001E-3</c:v>
                </c:pt>
                <c:pt idx="4085">
                  <c:v>7.3540999999999997E-3</c:v>
                </c:pt>
                <c:pt idx="4086">
                  <c:v>7.5275000000000003E-3</c:v>
                </c:pt>
                <c:pt idx="4087">
                  <c:v>7.6504999999999993E-3</c:v>
                </c:pt>
                <c:pt idx="4088">
                  <c:v>7.5430999999999996E-3</c:v>
                </c:pt>
                <c:pt idx="4089">
                  <c:v>7.4701999999999998E-3</c:v>
                </c:pt>
                <c:pt idx="4090">
                  <c:v>7.2332999999999998E-3</c:v>
                </c:pt>
                <c:pt idx="4091">
                  <c:v>6.9891000000000007E-3</c:v>
                </c:pt>
                <c:pt idx="4092">
                  <c:v>7.0794999999999999E-3</c:v>
                </c:pt>
                <c:pt idx="4093">
                  <c:v>7.6622000000000001E-3</c:v>
                </c:pt>
                <c:pt idx="4094">
                  <c:v>7.6203999999999994E-3</c:v>
                </c:pt>
                <c:pt idx="4095">
                  <c:v>8.3787000000000011E-3</c:v>
                </c:pt>
                <c:pt idx="4096">
                  <c:v>8.8143000000000006E-3</c:v>
                </c:pt>
                <c:pt idx="4097">
                  <c:v>8.7212999999999995E-3</c:v>
                </c:pt>
                <c:pt idx="4098">
                  <c:v>8.9067E-3</c:v>
                </c:pt>
                <c:pt idx="4099">
                  <c:v>8.5759000000000009E-3</c:v>
                </c:pt>
                <c:pt idx="4100">
                  <c:v>9.0285000000000001E-3</c:v>
                </c:pt>
                <c:pt idx="4101">
                  <c:v>8.1393000000000004E-3</c:v>
                </c:pt>
                <c:pt idx="4102">
                  <c:v>7.9901999999999994E-3</c:v>
                </c:pt>
                <c:pt idx="4103">
                  <c:v>8.4325000000000008E-3</c:v>
                </c:pt>
                <c:pt idx="4104">
                  <c:v>8.8840999999999989E-3</c:v>
                </c:pt>
                <c:pt idx="4105">
                  <c:v>8.4510999999999996E-3</c:v>
                </c:pt>
                <c:pt idx="4106">
                  <c:v>7.9760999999999999E-3</c:v>
                </c:pt>
                <c:pt idx="4107">
                  <c:v>8.7421000000000009E-3</c:v>
                </c:pt>
                <c:pt idx="4108">
                  <c:v>8.6483000000000011E-3</c:v>
                </c:pt>
                <c:pt idx="4109">
                  <c:v>8.4855999999999994E-3</c:v>
                </c:pt>
                <c:pt idx="4110">
                  <c:v>8.9076999999999993E-3</c:v>
                </c:pt>
                <c:pt idx="4111">
                  <c:v>8.8186000000000011E-3</c:v>
                </c:pt>
                <c:pt idx="4112">
                  <c:v>8.8144999999999994E-3</c:v>
                </c:pt>
                <c:pt idx="4113">
                  <c:v>8.9461999999999996E-3</c:v>
                </c:pt>
                <c:pt idx="4114">
                  <c:v>8.9110999999999999E-3</c:v>
                </c:pt>
                <c:pt idx="4115">
                  <c:v>9.0819999999999998E-3</c:v>
                </c:pt>
                <c:pt idx="4116">
                  <c:v>8.8576000000000002E-3</c:v>
                </c:pt>
                <c:pt idx="4117">
                  <c:v>8.7001000000000005E-3</c:v>
                </c:pt>
                <c:pt idx="4118">
                  <c:v>8.9779000000000005E-3</c:v>
                </c:pt>
                <c:pt idx="4119">
                  <c:v>9.0983000000000001E-3</c:v>
                </c:pt>
                <c:pt idx="4120">
                  <c:v>8.9598999999999998E-3</c:v>
                </c:pt>
                <c:pt idx="4121">
                  <c:v>8.5442000000000001E-3</c:v>
                </c:pt>
                <c:pt idx="4122">
                  <c:v>8.5227999999999988E-3</c:v>
                </c:pt>
                <c:pt idx="4123">
                  <c:v>8.4965000000000006E-3</c:v>
                </c:pt>
                <c:pt idx="4124">
                  <c:v>8.5255000000000001E-3</c:v>
                </c:pt>
                <c:pt idx="4125">
                  <c:v>8.5722999999999997E-3</c:v>
                </c:pt>
                <c:pt idx="4126">
                  <c:v>8.7251000000000013E-3</c:v>
                </c:pt>
                <c:pt idx="4127">
                  <c:v>8.8044999999999998E-3</c:v>
                </c:pt>
                <c:pt idx="4128">
                  <c:v>8.8325000000000001E-3</c:v>
                </c:pt>
                <c:pt idx="4129">
                  <c:v>8.8849000000000011E-3</c:v>
                </c:pt>
                <c:pt idx="4130">
                  <c:v>9.1501000000000013E-3</c:v>
                </c:pt>
                <c:pt idx="4131">
                  <c:v>9.4528000000000008E-3</c:v>
                </c:pt>
                <c:pt idx="4132">
                  <c:v>9.4153000000000014E-3</c:v>
                </c:pt>
                <c:pt idx="4133">
                  <c:v>9.4564999999999996E-3</c:v>
                </c:pt>
                <c:pt idx="4134">
                  <c:v>9.0159999999999997E-3</c:v>
                </c:pt>
                <c:pt idx="4135">
                  <c:v>8.9437000000000006E-3</c:v>
                </c:pt>
                <c:pt idx="4136">
                  <c:v>9.5751000000000013E-3</c:v>
                </c:pt>
                <c:pt idx="4137">
                  <c:v>1.0119899999999999E-2</c:v>
                </c:pt>
                <c:pt idx="4138">
                  <c:v>1.0014199999999999E-2</c:v>
                </c:pt>
                <c:pt idx="4139">
                  <c:v>1.0631699999999999E-2</c:v>
                </c:pt>
                <c:pt idx="4140">
                  <c:v>9.4234999999999996E-3</c:v>
                </c:pt>
                <c:pt idx="4141">
                  <c:v>9.5285999999999999E-3</c:v>
                </c:pt>
                <c:pt idx="4142">
                  <c:v>9.9307000000000006E-3</c:v>
                </c:pt>
                <c:pt idx="4143">
                  <c:v>9.9544000000000004E-3</c:v>
                </c:pt>
                <c:pt idx="4144">
                  <c:v>9.665E-3</c:v>
                </c:pt>
                <c:pt idx="4145">
                  <c:v>9.2829999999999996E-3</c:v>
                </c:pt>
                <c:pt idx="4146">
                  <c:v>9.4566000000000008E-3</c:v>
                </c:pt>
                <c:pt idx="4147">
                  <c:v>9.4754999999999995E-3</c:v>
                </c:pt>
                <c:pt idx="4148">
                  <c:v>9.4818000000000003E-3</c:v>
                </c:pt>
                <c:pt idx="4149">
                  <c:v>9.2505E-3</c:v>
                </c:pt>
                <c:pt idx="4150">
                  <c:v>9.0814999999999993E-3</c:v>
                </c:pt>
                <c:pt idx="4151">
                  <c:v>8.8748999999999998E-3</c:v>
                </c:pt>
                <c:pt idx="4152">
                  <c:v>9.0810000000000005E-3</c:v>
                </c:pt>
                <c:pt idx="4153">
                  <c:v>8.9204000000000002E-3</c:v>
                </c:pt>
                <c:pt idx="4154">
                  <c:v>8.5129999999999997E-3</c:v>
                </c:pt>
                <c:pt idx="4155">
                  <c:v>7.9413999999999995E-3</c:v>
                </c:pt>
                <c:pt idx="4156">
                  <c:v>7.7012000000000001E-3</c:v>
                </c:pt>
                <c:pt idx="4157">
                  <c:v>7.6869E-3</c:v>
                </c:pt>
                <c:pt idx="4158">
                  <c:v>7.7257000000000003E-3</c:v>
                </c:pt>
                <c:pt idx="4159">
                  <c:v>7.7572000000000006E-3</c:v>
                </c:pt>
                <c:pt idx="4160">
                  <c:v>7.8995999999999997E-3</c:v>
                </c:pt>
                <c:pt idx="4161">
                  <c:v>8.4686000000000015E-3</c:v>
                </c:pt>
                <c:pt idx="4162">
                  <c:v>8.5686000000000009E-3</c:v>
                </c:pt>
                <c:pt idx="4163">
                  <c:v>8.5001999999999994E-3</c:v>
                </c:pt>
                <c:pt idx="4164">
                  <c:v>8.5188999999999994E-3</c:v>
                </c:pt>
                <c:pt idx="4165">
                  <c:v>8.3125000000000004E-3</c:v>
                </c:pt>
                <c:pt idx="4166">
                  <c:v>8.3566000000000005E-3</c:v>
                </c:pt>
                <c:pt idx="4167">
                  <c:v>8.4273000000000004E-3</c:v>
                </c:pt>
                <c:pt idx="4168">
                  <c:v>8.4510999999999996E-3</c:v>
                </c:pt>
                <c:pt idx="4169">
                  <c:v>8.4409999999999989E-3</c:v>
                </c:pt>
                <c:pt idx="4170">
                  <c:v>8.4078999999999994E-3</c:v>
                </c:pt>
                <c:pt idx="4171">
                  <c:v>8.3610999999999998E-3</c:v>
                </c:pt>
                <c:pt idx="4172">
                  <c:v>8.3996999999999995E-3</c:v>
                </c:pt>
                <c:pt idx="4173">
                  <c:v>8.3245000000000003E-3</c:v>
                </c:pt>
                <c:pt idx="4174">
                  <c:v>8.3047999999999993E-3</c:v>
                </c:pt>
                <c:pt idx="4175">
                  <c:v>8.3355000000000009E-3</c:v>
                </c:pt>
                <c:pt idx="4176">
                  <c:v>8.0193E-3</c:v>
                </c:pt>
                <c:pt idx="4177">
                  <c:v>7.9065999999999997E-3</c:v>
                </c:pt>
                <c:pt idx="4178">
                  <c:v>7.9512999999999997E-3</c:v>
                </c:pt>
                <c:pt idx="4179">
                  <c:v>8.0897E-3</c:v>
                </c:pt>
                <c:pt idx="4180">
                  <c:v>8.2864999999999987E-3</c:v>
                </c:pt>
                <c:pt idx="4181">
                  <c:v>8.2133999999999992E-3</c:v>
                </c:pt>
                <c:pt idx="4182">
                  <c:v>8.1888000000000013E-3</c:v>
                </c:pt>
                <c:pt idx="4183">
                  <c:v>8.1509000000000009E-3</c:v>
                </c:pt>
                <c:pt idx="4184">
                  <c:v>8.1236999999999993E-3</c:v>
                </c:pt>
                <c:pt idx="4185">
                  <c:v>8.1159000000000005E-3</c:v>
                </c:pt>
                <c:pt idx="4186">
                  <c:v>8.3607000000000004E-3</c:v>
                </c:pt>
                <c:pt idx="4187">
                  <c:v>8.4267999999999999E-3</c:v>
                </c:pt>
                <c:pt idx="4188">
                  <c:v>8.3263999999999994E-3</c:v>
                </c:pt>
                <c:pt idx="4189">
                  <c:v>8.1682000000000005E-3</c:v>
                </c:pt>
                <c:pt idx="4190">
                  <c:v>8.1989000000000003E-3</c:v>
                </c:pt>
                <c:pt idx="4191">
                  <c:v>8.1173000000000009E-3</c:v>
                </c:pt>
                <c:pt idx="4192">
                  <c:v>8.2552000000000007E-3</c:v>
                </c:pt>
                <c:pt idx="4193">
                  <c:v>8.2071999999999996E-3</c:v>
                </c:pt>
                <c:pt idx="4194">
                  <c:v>8.3483999999999989E-3</c:v>
                </c:pt>
                <c:pt idx="4195">
                  <c:v>8.2565E-3</c:v>
                </c:pt>
                <c:pt idx="4196">
                  <c:v>8.0557000000000007E-3</c:v>
                </c:pt>
                <c:pt idx="4197">
                  <c:v>7.8826E-3</c:v>
                </c:pt>
                <c:pt idx="4198">
                  <c:v>7.6223000000000003E-3</c:v>
                </c:pt>
                <c:pt idx="4199">
                  <c:v>7.6832999999999997E-3</c:v>
                </c:pt>
                <c:pt idx="4200">
                  <c:v>7.7850999999999997E-3</c:v>
                </c:pt>
                <c:pt idx="4201">
                  <c:v>7.8114000000000005E-3</c:v>
                </c:pt>
                <c:pt idx="4202">
                  <c:v>7.7200999999999997E-3</c:v>
                </c:pt>
                <c:pt idx="4203">
                  <c:v>7.6989000000000007E-3</c:v>
                </c:pt>
                <c:pt idx="4204">
                  <c:v>7.5349999999999992E-3</c:v>
                </c:pt>
                <c:pt idx="4205">
                  <c:v>7.5579999999999996E-3</c:v>
                </c:pt>
                <c:pt idx="4206">
                  <c:v>7.8014E-3</c:v>
                </c:pt>
                <c:pt idx="4207">
                  <c:v>8.0775000000000013E-3</c:v>
                </c:pt>
                <c:pt idx="4208">
                  <c:v>8.1811999999999996E-3</c:v>
                </c:pt>
                <c:pt idx="4209">
                  <c:v>8.1924000000000007E-3</c:v>
                </c:pt>
                <c:pt idx="4210">
                  <c:v>7.7751000000000001E-3</c:v>
                </c:pt>
                <c:pt idx="4211">
                  <c:v>7.4817999999999994E-3</c:v>
                </c:pt>
                <c:pt idx="4212">
                  <c:v>7.3834E-3</c:v>
                </c:pt>
                <c:pt idx="4213">
                  <c:v>7.3852999999999992E-3</c:v>
                </c:pt>
                <c:pt idx="4214">
                  <c:v>7.3995000000000007E-3</c:v>
                </c:pt>
                <c:pt idx="4215">
                  <c:v>7.3412999999999994E-3</c:v>
                </c:pt>
                <c:pt idx="4216">
                  <c:v>6.9347999999999996E-3</c:v>
                </c:pt>
                <c:pt idx="4217">
                  <c:v>7.2063000000000006E-3</c:v>
                </c:pt>
                <c:pt idx="4218">
                  <c:v>7.1123999999999996E-3</c:v>
                </c:pt>
                <c:pt idx="4219">
                  <c:v>7.0504999999999995E-3</c:v>
                </c:pt>
                <c:pt idx="4220">
                  <c:v>7.1189999999999995E-3</c:v>
                </c:pt>
                <c:pt idx="4221">
                  <c:v>7.5231999999999999E-3</c:v>
                </c:pt>
                <c:pt idx="4222">
                  <c:v>7.5561999999999999E-3</c:v>
                </c:pt>
                <c:pt idx="4223">
                  <c:v>7.4507999999999996E-3</c:v>
                </c:pt>
                <c:pt idx="4224">
                  <c:v>7.4483999999999991E-3</c:v>
                </c:pt>
                <c:pt idx="4225">
                  <c:v>7.5849000000000003E-3</c:v>
                </c:pt>
                <c:pt idx="4226">
                  <c:v>7.1018000000000001E-3</c:v>
                </c:pt>
                <c:pt idx="4227">
                  <c:v>7.1710999999999997E-3</c:v>
                </c:pt>
                <c:pt idx="4228">
                  <c:v>6.9796000000000007E-3</c:v>
                </c:pt>
                <c:pt idx="4229">
                  <c:v>7.6356999999999996E-3</c:v>
                </c:pt>
                <c:pt idx="4230">
                  <c:v>7.8501000000000005E-3</c:v>
                </c:pt>
                <c:pt idx="4231">
                  <c:v>7.8574000000000005E-3</c:v>
                </c:pt>
                <c:pt idx="4232">
                  <c:v>7.7730000000000004E-3</c:v>
                </c:pt>
                <c:pt idx="4233">
                  <c:v>7.5388999999999994E-3</c:v>
                </c:pt>
                <c:pt idx="4234">
                  <c:v>7.5784999999999993E-3</c:v>
                </c:pt>
                <c:pt idx="4235">
                  <c:v>7.4260000000000003E-3</c:v>
                </c:pt>
                <c:pt idx="4236">
                  <c:v>7.2391000000000009E-3</c:v>
                </c:pt>
                <c:pt idx="4237">
                  <c:v>7.1053000000000002E-3</c:v>
                </c:pt>
                <c:pt idx="4238">
                  <c:v>7.2153999999999994E-3</c:v>
                </c:pt>
                <c:pt idx="4239">
                  <c:v>7.228E-3</c:v>
                </c:pt>
                <c:pt idx="4240">
                  <c:v>7.2462999999999998E-3</c:v>
                </c:pt>
                <c:pt idx="4241">
                  <c:v>7.306E-3</c:v>
                </c:pt>
                <c:pt idx="4242">
                  <c:v>7.316500000000001E-3</c:v>
                </c:pt>
                <c:pt idx="4243">
                  <c:v>7.2549000000000008E-3</c:v>
                </c:pt>
                <c:pt idx="4244">
                  <c:v>7.2203000000000007E-3</c:v>
                </c:pt>
                <c:pt idx="4245">
                  <c:v>7.3238000000000001E-3</c:v>
                </c:pt>
                <c:pt idx="4246">
                  <c:v>7.5602000000000004E-3</c:v>
                </c:pt>
                <c:pt idx="4247">
                  <c:v>7.5429E-3</c:v>
                </c:pt>
                <c:pt idx="4248">
                  <c:v>7.5587999999999992E-3</c:v>
                </c:pt>
                <c:pt idx="4249">
                  <c:v>7.7432000000000004E-3</c:v>
                </c:pt>
                <c:pt idx="4250">
                  <c:v>7.8241000000000005E-3</c:v>
                </c:pt>
                <c:pt idx="4251">
                  <c:v>7.9121E-3</c:v>
                </c:pt>
                <c:pt idx="4252">
                  <c:v>7.8650999999999999E-3</c:v>
                </c:pt>
                <c:pt idx="4253">
                  <c:v>7.7861999999999992E-3</c:v>
                </c:pt>
                <c:pt idx="4254">
                  <c:v>7.4294000000000001E-3</c:v>
                </c:pt>
                <c:pt idx="4255">
                  <c:v>7.2477999999999996E-3</c:v>
                </c:pt>
                <c:pt idx="4256">
                  <c:v>7.3568000000000001E-3</c:v>
                </c:pt>
                <c:pt idx="4257">
                  <c:v>7.2915999999999996E-3</c:v>
                </c:pt>
                <c:pt idx="4258">
                  <c:v>7.2464000000000001E-3</c:v>
                </c:pt>
                <c:pt idx="4259">
                  <c:v>7.2168000000000006E-3</c:v>
                </c:pt>
                <c:pt idx="4260">
                  <c:v>7.2234999999999999E-3</c:v>
                </c:pt>
                <c:pt idx="4261">
                  <c:v>7.2198999999999996E-3</c:v>
                </c:pt>
                <c:pt idx="4262">
                  <c:v>7.4936999999999998E-3</c:v>
                </c:pt>
                <c:pt idx="4263">
                  <c:v>7.4168000000000003E-3</c:v>
                </c:pt>
                <c:pt idx="4264">
                  <c:v>7.4945999999999997E-3</c:v>
                </c:pt>
                <c:pt idx="4265">
                  <c:v>7.504900000000001E-3</c:v>
                </c:pt>
                <c:pt idx="4266">
                  <c:v>7.3022999999999994E-3</c:v>
                </c:pt>
                <c:pt idx="4267">
                  <c:v>7.2831000000000007E-3</c:v>
                </c:pt>
                <c:pt idx="4268">
                  <c:v>7.2941999999999989E-3</c:v>
                </c:pt>
                <c:pt idx="4269">
                  <c:v>7.1769000000000008E-3</c:v>
                </c:pt>
                <c:pt idx="4270">
                  <c:v>7.1082999999999997E-3</c:v>
                </c:pt>
                <c:pt idx="4271">
                  <c:v>7.3937999999999999E-3</c:v>
                </c:pt>
                <c:pt idx="4272">
                  <c:v>7.3849000000000007E-3</c:v>
                </c:pt>
                <c:pt idx="4273">
                  <c:v>7.1590000000000004E-3</c:v>
                </c:pt>
                <c:pt idx="4274">
                  <c:v>7.1081999999999994E-3</c:v>
                </c:pt>
                <c:pt idx="4275">
                  <c:v>7.0381000000000003E-3</c:v>
                </c:pt>
                <c:pt idx="4276">
                  <c:v>6.9813000000000002E-3</c:v>
                </c:pt>
                <c:pt idx="4277">
                  <c:v>7.0319000000000007E-3</c:v>
                </c:pt>
                <c:pt idx="4278">
                  <c:v>7.0548E-3</c:v>
                </c:pt>
                <c:pt idx="4279">
                  <c:v>7.0704999999999995E-3</c:v>
                </c:pt>
                <c:pt idx="4280">
                  <c:v>7.0528000000000006E-3</c:v>
                </c:pt>
                <c:pt idx="4281">
                  <c:v>7.0493999999999999E-3</c:v>
                </c:pt>
                <c:pt idx="4282">
                  <c:v>7.0026999999999997E-3</c:v>
                </c:pt>
                <c:pt idx="4283">
                  <c:v>6.9352999999999993E-3</c:v>
                </c:pt>
                <c:pt idx="4284">
                  <c:v>6.8544000000000001E-3</c:v>
                </c:pt>
                <c:pt idx="4285">
                  <c:v>6.8357000000000001E-3</c:v>
                </c:pt>
                <c:pt idx="4286">
                  <c:v>6.8555000000000005E-3</c:v>
                </c:pt>
                <c:pt idx="4287">
                  <c:v>6.8853999999999999E-3</c:v>
                </c:pt>
                <c:pt idx="4288">
                  <c:v>6.8501999999999999E-3</c:v>
                </c:pt>
                <c:pt idx="4289">
                  <c:v>6.8722999999999996E-3</c:v>
                </c:pt>
                <c:pt idx="4290">
                  <c:v>6.7188000000000005E-3</c:v>
                </c:pt>
                <c:pt idx="4291">
                  <c:v>6.5820999999999996E-3</c:v>
                </c:pt>
                <c:pt idx="4292">
                  <c:v>6.7391999999999999E-3</c:v>
                </c:pt>
                <c:pt idx="4293">
                  <c:v>6.8595000000000001E-3</c:v>
                </c:pt>
                <c:pt idx="4294">
                  <c:v>6.8611000000000002E-3</c:v>
                </c:pt>
                <c:pt idx="4295">
                  <c:v>6.8867999999999993E-3</c:v>
                </c:pt>
                <c:pt idx="4296">
                  <c:v>6.9955E-3</c:v>
                </c:pt>
                <c:pt idx="4297">
                  <c:v>6.7980999999999996E-3</c:v>
                </c:pt>
                <c:pt idx="4298">
                  <c:v>6.6450999999999993E-3</c:v>
                </c:pt>
                <c:pt idx="4299">
                  <c:v>6.5288999999999998E-3</c:v>
                </c:pt>
                <c:pt idx="4300">
                  <c:v>6.5174999999999999E-3</c:v>
                </c:pt>
                <c:pt idx="4301">
                  <c:v>6.4681000000000001E-3</c:v>
                </c:pt>
                <c:pt idx="4302">
                  <c:v>6.6271000000000004E-3</c:v>
                </c:pt>
                <c:pt idx="4303">
                  <c:v>6.5924000000000009E-3</c:v>
                </c:pt>
                <c:pt idx="4304">
                  <c:v>6.6066000000000007E-3</c:v>
                </c:pt>
                <c:pt idx="4305">
                  <c:v>6.5030000000000001E-3</c:v>
                </c:pt>
                <c:pt idx="4306">
                  <c:v>6.6164000000000006E-3</c:v>
                </c:pt>
                <c:pt idx="4307">
                  <c:v>6.7726000000000001E-3</c:v>
                </c:pt>
                <c:pt idx="4308">
                  <c:v>6.7031999999999994E-3</c:v>
                </c:pt>
                <c:pt idx="4309">
                  <c:v>6.6162999999999994E-3</c:v>
                </c:pt>
                <c:pt idx="4310">
                  <c:v>6.6175000000000001E-3</c:v>
                </c:pt>
                <c:pt idx="4311">
                  <c:v>6.504600000000001E-3</c:v>
                </c:pt>
                <c:pt idx="4312">
                  <c:v>6.4739999999999997E-3</c:v>
                </c:pt>
                <c:pt idx="4313">
                  <c:v>6.6474000000000004E-3</c:v>
                </c:pt>
                <c:pt idx="4314">
                  <c:v>6.5989000000000004E-3</c:v>
                </c:pt>
                <c:pt idx="4315">
                  <c:v>6.6426000000000002E-3</c:v>
                </c:pt>
                <c:pt idx="4316">
                  <c:v>6.5644000000000006E-3</c:v>
                </c:pt>
                <c:pt idx="4317">
                  <c:v>6.5361999999999998E-3</c:v>
                </c:pt>
                <c:pt idx="4318">
                  <c:v>6.5550000000000001E-3</c:v>
                </c:pt>
                <c:pt idx="4319">
                  <c:v>6.6230000000000004E-3</c:v>
                </c:pt>
                <c:pt idx="4320">
                  <c:v>6.7311000000000003E-3</c:v>
                </c:pt>
                <c:pt idx="4321">
                  <c:v>6.6918000000000004E-3</c:v>
                </c:pt>
                <c:pt idx="4322">
                  <c:v>6.6496999999999997E-3</c:v>
                </c:pt>
                <c:pt idx="4323">
                  <c:v>6.6174000000000007E-3</c:v>
                </c:pt>
                <c:pt idx="4324">
                  <c:v>6.4733000000000004E-3</c:v>
                </c:pt>
                <c:pt idx="4325">
                  <c:v>6.3718999999999998E-3</c:v>
                </c:pt>
                <c:pt idx="4326">
                  <c:v>6.3412999999999994E-3</c:v>
                </c:pt>
                <c:pt idx="4327">
                  <c:v>6.2472999999999999E-3</c:v>
                </c:pt>
                <c:pt idx="4328">
                  <c:v>6.234E-3</c:v>
                </c:pt>
                <c:pt idx="4329">
                  <c:v>6.123E-3</c:v>
                </c:pt>
                <c:pt idx="4330">
                  <c:v>6.1898000000000005E-3</c:v>
                </c:pt>
                <c:pt idx="4331">
                  <c:v>6.2913999999999999E-3</c:v>
                </c:pt>
                <c:pt idx="4332">
                  <c:v>6.4776E-3</c:v>
                </c:pt>
                <c:pt idx="4333">
                  <c:v>6.5025999999999999E-3</c:v>
                </c:pt>
                <c:pt idx="4334">
                  <c:v>6.4743999999999999E-3</c:v>
                </c:pt>
                <c:pt idx="4335">
                  <c:v>6.2363999999999996E-3</c:v>
                </c:pt>
                <c:pt idx="4336">
                  <c:v>6.1973999999999996E-3</c:v>
                </c:pt>
                <c:pt idx="4337">
                  <c:v>6.2808999999999999E-3</c:v>
                </c:pt>
                <c:pt idx="4338">
                  <c:v>6.1355999999999997E-3</c:v>
                </c:pt>
                <c:pt idx="4339">
                  <c:v>6.1427999999999995E-3</c:v>
                </c:pt>
                <c:pt idx="4340">
                  <c:v>6.2014000000000001E-3</c:v>
                </c:pt>
                <c:pt idx="4341">
                  <c:v>6.1837000000000003E-3</c:v>
                </c:pt>
                <c:pt idx="4342">
                  <c:v>6.1444999999999998E-3</c:v>
                </c:pt>
                <c:pt idx="4343">
                  <c:v>6.1119999999999994E-3</c:v>
                </c:pt>
                <c:pt idx="4344">
                  <c:v>6.0761000000000001E-3</c:v>
                </c:pt>
                <c:pt idx="4345">
                  <c:v>6.0720000000000001E-3</c:v>
                </c:pt>
                <c:pt idx="4346">
                  <c:v>5.9075999999999998E-3</c:v>
                </c:pt>
                <c:pt idx="4347">
                  <c:v>5.8167000000000002E-3</c:v>
                </c:pt>
                <c:pt idx="4348">
                  <c:v>5.7710999999999995E-3</c:v>
                </c:pt>
                <c:pt idx="4349">
                  <c:v>5.7203000000000002E-3</c:v>
                </c:pt>
                <c:pt idx="4350">
                  <c:v>5.6711000000000001E-3</c:v>
                </c:pt>
                <c:pt idx="4351">
                  <c:v>5.6406E-3</c:v>
                </c:pt>
                <c:pt idx="4352">
                  <c:v>5.5249000000000001E-3</c:v>
                </c:pt>
                <c:pt idx="4353">
                  <c:v>5.5301000000000005E-3</c:v>
                </c:pt>
                <c:pt idx="4354">
                  <c:v>5.4298000000000003E-3</c:v>
                </c:pt>
                <c:pt idx="4355">
                  <c:v>5.4613999999999999E-3</c:v>
                </c:pt>
                <c:pt idx="4356">
                  <c:v>5.3165999999999995E-3</c:v>
                </c:pt>
                <c:pt idx="4357">
                  <c:v>5.3933999999999996E-3</c:v>
                </c:pt>
                <c:pt idx="4358">
                  <c:v>5.1845999999999993E-3</c:v>
                </c:pt>
                <c:pt idx="4359">
                  <c:v>5.0748E-3</c:v>
                </c:pt>
                <c:pt idx="4360">
                  <c:v>5.2127000000000007E-3</c:v>
                </c:pt>
                <c:pt idx="4361">
                  <c:v>5.9332999999999999E-3</c:v>
                </c:pt>
                <c:pt idx="4362">
                  <c:v>6.0927000000000004E-3</c:v>
                </c:pt>
                <c:pt idx="4363">
                  <c:v>6.0134999999999997E-3</c:v>
                </c:pt>
                <c:pt idx="4364">
                  <c:v>6.2064999999999993E-3</c:v>
                </c:pt>
                <c:pt idx="4365">
                  <c:v>6.1517000000000004E-3</c:v>
                </c:pt>
                <c:pt idx="4366">
                  <c:v>6.1149000000000004E-3</c:v>
                </c:pt>
                <c:pt idx="4367">
                  <c:v>5.9641E-3</c:v>
                </c:pt>
                <c:pt idx="4368">
                  <c:v>5.8904999999999999E-3</c:v>
                </c:pt>
                <c:pt idx="4369">
                  <c:v>5.7594999999999999E-3</c:v>
                </c:pt>
                <c:pt idx="4370">
                  <c:v>5.5669999999999999E-3</c:v>
                </c:pt>
                <c:pt idx="4371">
                  <c:v>5.5234999999999998E-3</c:v>
                </c:pt>
                <c:pt idx="4372">
                  <c:v>5.5411000000000002E-3</c:v>
                </c:pt>
                <c:pt idx="4373">
                  <c:v>5.5777999999999999E-3</c:v>
                </c:pt>
                <c:pt idx="4374">
                  <c:v>5.6220999999999997E-3</c:v>
                </c:pt>
                <c:pt idx="4375">
                  <c:v>5.6628999999999994E-3</c:v>
                </c:pt>
                <c:pt idx="4376">
                  <c:v>5.5994999999999994E-3</c:v>
                </c:pt>
                <c:pt idx="4377">
                  <c:v>5.6438E-3</c:v>
                </c:pt>
                <c:pt idx="4378">
                  <c:v>5.5986999999999999E-3</c:v>
                </c:pt>
                <c:pt idx="4379">
                  <c:v>5.6039999999999996E-3</c:v>
                </c:pt>
                <c:pt idx="4380">
                  <c:v>5.5065000000000001E-3</c:v>
                </c:pt>
                <c:pt idx="4381">
                  <c:v>5.4381000000000004E-3</c:v>
                </c:pt>
                <c:pt idx="4382">
                  <c:v>5.4177999999999995E-3</c:v>
                </c:pt>
                <c:pt idx="4383">
                  <c:v>5.4276999999999997E-3</c:v>
                </c:pt>
                <c:pt idx="4384">
                  <c:v>5.3776000000000006E-3</c:v>
                </c:pt>
                <c:pt idx="4385">
                  <c:v>5.3524999999999996E-3</c:v>
                </c:pt>
                <c:pt idx="4386">
                  <c:v>5.3495000000000001E-3</c:v>
                </c:pt>
                <c:pt idx="4387">
                  <c:v>5.3959000000000003E-3</c:v>
                </c:pt>
                <c:pt idx="4388">
                  <c:v>5.1481000000000001E-3</c:v>
                </c:pt>
                <c:pt idx="4389">
                  <c:v>5.1049999999999993E-3</c:v>
                </c:pt>
                <c:pt idx="4390">
                  <c:v>5.0937999999999999E-3</c:v>
                </c:pt>
                <c:pt idx="4391">
                  <c:v>5.0707999999999994E-3</c:v>
                </c:pt>
                <c:pt idx="4392">
                  <c:v>5.0631999999999995E-3</c:v>
                </c:pt>
                <c:pt idx="4393">
                  <c:v>5.0788999999999999E-3</c:v>
                </c:pt>
                <c:pt idx="4394">
                  <c:v>5.0726999999999994E-3</c:v>
                </c:pt>
                <c:pt idx="4395">
                  <c:v>5.2389000000000003E-3</c:v>
                </c:pt>
                <c:pt idx="4396">
                  <c:v>5.2693000000000002E-3</c:v>
                </c:pt>
                <c:pt idx="4397">
                  <c:v>5.3073E-3</c:v>
                </c:pt>
                <c:pt idx="4398">
                  <c:v>5.359E-3</c:v>
                </c:pt>
                <c:pt idx="4399">
                  <c:v>5.3487999999999999E-3</c:v>
                </c:pt>
                <c:pt idx="4400">
                  <c:v>5.4152999999999996E-3</c:v>
                </c:pt>
                <c:pt idx="4401">
                  <c:v>5.4776E-3</c:v>
                </c:pt>
                <c:pt idx="4402">
                  <c:v>5.2703999999999997E-3</c:v>
                </c:pt>
                <c:pt idx="4403">
                  <c:v>5.1998000000000001E-3</c:v>
                </c:pt>
                <c:pt idx="4404">
                  <c:v>5.3170000000000005E-3</c:v>
                </c:pt>
                <c:pt idx="4405">
                  <c:v>5.3173999999999999E-3</c:v>
                </c:pt>
                <c:pt idx="4406">
                  <c:v>5.2813000000000001E-3</c:v>
                </c:pt>
                <c:pt idx="4407">
                  <c:v>5.2588999999999995E-3</c:v>
                </c:pt>
                <c:pt idx="4408">
                  <c:v>5.2240999999999998E-3</c:v>
                </c:pt>
                <c:pt idx="4409">
                  <c:v>5.2021999999999997E-3</c:v>
                </c:pt>
                <c:pt idx="4410">
                  <c:v>5.2748999999999999E-3</c:v>
                </c:pt>
                <c:pt idx="4411">
                  <c:v>5.4175999999999998E-3</c:v>
                </c:pt>
                <c:pt idx="4412">
                  <c:v>5.4930999999999999E-3</c:v>
                </c:pt>
                <c:pt idx="4413">
                  <c:v>5.4681E-3</c:v>
                </c:pt>
                <c:pt idx="4414">
                  <c:v>5.4079000000000002E-3</c:v>
                </c:pt>
                <c:pt idx="4415">
                  <c:v>5.5463999999999999E-3</c:v>
                </c:pt>
                <c:pt idx="4416">
                  <c:v>5.8317999999999998E-3</c:v>
                </c:pt>
                <c:pt idx="4417">
                  <c:v>5.7504000000000001E-3</c:v>
                </c:pt>
                <c:pt idx="4418">
                  <c:v>5.6473999999999995E-3</c:v>
                </c:pt>
                <c:pt idx="4419">
                  <c:v>5.6560000000000004E-3</c:v>
                </c:pt>
                <c:pt idx="4420">
                  <c:v>5.6204000000000002E-3</c:v>
                </c:pt>
                <c:pt idx="4421">
                  <c:v>5.4101000000000002E-3</c:v>
                </c:pt>
                <c:pt idx="4422">
                  <c:v>5.4127999999999997E-3</c:v>
                </c:pt>
                <c:pt idx="4423">
                  <c:v>5.4900000000000001E-3</c:v>
                </c:pt>
                <c:pt idx="4424">
                  <c:v>5.2250999999999999E-3</c:v>
                </c:pt>
                <c:pt idx="4425">
                  <c:v>5.0699999999999999E-3</c:v>
                </c:pt>
                <c:pt idx="4426">
                  <c:v>4.9842000000000003E-3</c:v>
                </c:pt>
                <c:pt idx="4427">
                  <c:v>4.9401000000000002E-3</c:v>
                </c:pt>
                <c:pt idx="4428">
                  <c:v>4.9537999999999995E-3</c:v>
                </c:pt>
                <c:pt idx="4429">
                  <c:v>4.9481000000000004E-3</c:v>
                </c:pt>
                <c:pt idx="4430">
                  <c:v>4.9372000000000001E-3</c:v>
                </c:pt>
                <c:pt idx="4431">
                  <c:v>4.9265000000000003E-3</c:v>
                </c:pt>
                <c:pt idx="4432">
                  <c:v>4.9097999999999998E-3</c:v>
                </c:pt>
                <c:pt idx="4433">
                  <c:v>4.8901999999999999E-3</c:v>
                </c:pt>
                <c:pt idx="4434">
                  <c:v>4.8831000000000005E-3</c:v>
                </c:pt>
                <c:pt idx="4435">
                  <c:v>4.7518999999999999E-3</c:v>
                </c:pt>
                <c:pt idx="4436">
                  <c:v>4.7017999999999999E-3</c:v>
                </c:pt>
                <c:pt idx="4437">
                  <c:v>4.6189000000000004E-3</c:v>
                </c:pt>
                <c:pt idx="4438">
                  <c:v>4.6164999999999999E-3</c:v>
                </c:pt>
                <c:pt idx="4439">
                  <c:v>4.5415999999999998E-3</c:v>
                </c:pt>
                <c:pt idx="4440">
                  <c:v>4.5043999999999996E-3</c:v>
                </c:pt>
                <c:pt idx="4441">
                  <c:v>4.5588E-3</c:v>
                </c:pt>
                <c:pt idx="4442">
                  <c:v>4.4535E-3</c:v>
                </c:pt>
                <c:pt idx="4443">
                  <c:v>4.3482999999999994E-3</c:v>
                </c:pt>
                <c:pt idx="4444">
                  <c:v>4.3838000000000002E-3</c:v>
                </c:pt>
                <c:pt idx="4445">
                  <c:v>4.3046999999999998E-3</c:v>
                </c:pt>
                <c:pt idx="4446">
                  <c:v>4.2288999999999998E-3</c:v>
                </c:pt>
                <c:pt idx="4447">
                  <c:v>4.2109000000000001E-3</c:v>
                </c:pt>
                <c:pt idx="4448">
                  <c:v>4.2616999999999993E-3</c:v>
                </c:pt>
                <c:pt idx="4449">
                  <c:v>4.2661000000000001E-3</c:v>
                </c:pt>
                <c:pt idx="4450">
                  <c:v>4.3656999999999993E-3</c:v>
                </c:pt>
                <c:pt idx="4451">
                  <c:v>4.2877000000000002E-3</c:v>
                </c:pt>
                <c:pt idx="4452">
                  <c:v>4.2478000000000004E-3</c:v>
                </c:pt>
                <c:pt idx="4453">
                  <c:v>4.1665000000000001E-3</c:v>
                </c:pt>
                <c:pt idx="4454">
                  <c:v>4.2731000000000002E-3</c:v>
                </c:pt>
                <c:pt idx="4455">
                  <c:v>4.2713999999999998E-3</c:v>
                </c:pt>
                <c:pt idx="4456">
                  <c:v>4.1929000000000003E-3</c:v>
                </c:pt>
                <c:pt idx="4457">
                  <c:v>4.2052000000000001E-3</c:v>
                </c:pt>
                <c:pt idx="4458">
                  <c:v>4.5340000000000007E-3</c:v>
                </c:pt>
                <c:pt idx="4459">
                  <c:v>4.6511E-3</c:v>
                </c:pt>
                <c:pt idx="4460">
                  <c:v>4.5368000000000006E-3</c:v>
                </c:pt>
                <c:pt idx="4461">
                  <c:v>4.5601999999999995E-3</c:v>
                </c:pt>
                <c:pt idx="4462">
                  <c:v>4.9150000000000001E-3</c:v>
                </c:pt>
                <c:pt idx="4463">
                  <c:v>5.4226999999999999E-3</c:v>
                </c:pt>
                <c:pt idx="4464">
                  <c:v>5.4632999999999999E-3</c:v>
                </c:pt>
                <c:pt idx="4465">
                  <c:v>5.6176000000000004E-3</c:v>
                </c:pt>
                <c:pt idx="4466">
                  <c:v>5.4656000000000001E-3</c:v>
                </c:pt>
                <c:pt idx="4467">
                  <c:v>5.1805000000000002E-3</c:v>
                </c:pt>
                <c:pt idx="4468">
                  <c:v>4.8380999999999997E-3</c:v>
                </c:pt>
                <c:pt idx="4469">
                  <c:v>4.8222999999999999E-3</c:v>
                </c:pt>
                <c:pt idx="4470">
                  <c:v>4.7311999999999996E-3</c:v>
                </c:pt>
                <c:pt idx="4471">
                  <c:v>4.7378000000000003E-3</c:v>
                </c:pt>
                <c:pt idx="4472">
                  <c:v>4.6046999999999998E-3</c:v>
                </c:pt>
                <c:pt idx="4473">
                  <c:v>4.5273000000000006E-3</c:v>
                </c:pt>
                <c:pt idx="4474">
                  <c:v>4.4079999999999996E-3</c:v>
                </c:pt>
                <c:pt idx="4475">
                  <c:v>4.4029000000000004E-3</c:v>
                </c:pt>
                <c:pt idx="4476">
                  <c:v>4.5006999999999998E-3</c:v>
                </c:pt>
                <c:pt idx="4477">
                  <c:v>4.6448999999999995E-3</c:v>
                </c:pt>
                <c:pt idx="4478">
                  <c:v>4.6064000000000001E-3</c:v>
                </c:pt>
                <c:pt idx="4479">
                  <c:v>4.3798999999999999E-3</c:v>
                </c:pt>
                <c:pt idx="4480">
                  <c:v>4.3676999999999995E-3</c:v>
                </c:pt>
                <c:pt idx="4481">
                  <c:v>4.4485000000000002E-3</c:v>
                </c:pt>
                <c:pt idx="4482">
                  <c:v>4.4789000000000001E-3</c:v>
                </c:pt>
                <c:pt idx="4483">
                  <c:v>4.2832999999999994E-3</c:v>
                </c:pt>
                <c:pt idx="4484">
                  <c:v>4.3008000000000005E-3</c:v>
                </c:pt>
                <c:pt idx="4485">
                  <c:v>4.2674999999999996E-3</c:v>
                </c:pt>
                <c:pt idx="4486">
                  <c:v>4.2633999999999997E-3</c:v>
                </c:pt>
                <c:pt idx="4487">
                  <c:v>4.3768000000000001E-3</c:v>
                </c:pt>
                <c:pt idx="4488">
                  <c:v>4.3697000000000007E-3</c:v>
                </c:pt>
                <c:pt idx="4489">
                  <c:v>4.5576000000000002E-3</c:v>
                </c:pt>
                <c:pt idx="4490">
                  <c:v>5.1188000000000006E-3</c:v>
                </c:pt>
                <c:pt idx="4491">
                  <c:v>5.0552999999999996E-3</c:v>
                </c:pt>
                <c:pt idx="4492">
                  <c:v>5.3401000000000004E-3</c:v>
                </c:pt>
                <c:pt idx="4493">
                  <c:v>5.5281000000000002E-3</c:v>
                </c:pt>
                <c:pt idx="4494">
                  <c:v>5.372E-3</c:v>
                </c:pt>
                <c:pt idx="4495">
                  <c:v>5.3921000000000004E-3</c:v>
                </c:pt>
                <c:pt idx="4496">
                  <c:v>5.2871000000000003E-3</c:v>
                </c:pt>
                <c:pt idx="4497">
                  <c:v>5.1259000000000001E-3</c:v>
                </c:pt>
                <c:pt idx="4498">
                  <c:v>5.1060999999999997E-3</c:v>
                </c:pt>
                <c:pt idx="4499">
                  <c:v>5.1453000000000002E-3</c:v>
                </c:pt>
                <c:pt idx="4500">
                  <c:v>5.0350999999999998E-3</c:v>
                </c:pt>
                <c:pt idx="4501">
                  <c:v>4.9350999999999996E-3</c:v>
                </c:pt>
                <c:pt idx="4502">
                  <c:v>4.8310999999999996E-3</c:v>
                </c:pt>
                <c:pt idx="4503">
                  <c:v>4.8326999999999997E-3</c:v>
                </c:pt>
                <c:pt idx="4504">
                  <c:v>4.7822000000000003E-3</c:v>
                </c:pt>
                <c:pt idx="4505">
                  <c:v>4.6921000000000003E-3</c:v>
                </c:pt>
                <c:pt idx="4506">
                  <c:v>4.5907999999999999E-3</c:v>
                </c:pt>
                <c:pt idx="4507">
                  <c:v>4.5818999999999999E-3</c:v>
                </c:pt>
                <c:pt idx="4508">
                  <c:v>4.6315000000000002E-3</c:v>
                </c:pt>
                <c:pt idx="4509">
                  <c:v>4.64E-3</c:v>
                </c:pt>
                <c:pt idx="4510">
                  <c:v>4.6240000000000005E-3</c:v>
                </c:pt>
                <c:pt idx="4511">
                  <c:v>4.5496E-3</c:v>
                </c:pt>
                <c:pt idx="4512">
                  <c:v>4.6064000000000001E-3</c:v>
                </c:pt>
                <c:pt idx="4513">
                  <c:v>4.6803000000000001E-3</c:v>
                </c:pt>
                <c:pt idx="4514">
                  <c:v>4.7648999999999999E-3</c:v>
                </c:pt>
                <c:pt idx="4515">
                  <c:v>4.8934E-3</c:v>
                </c:pt>
                <c:pt idx="4516">
                  <c:v>4.9753999999999996E-3</c:v>
                </c:pt>
                <c:pt idx="4517">
                  <c:v>4.9585999999999996E-3</c:v>
                </c:pt>
                <c:pt idx="4518">
                  <c:v>4.9103999999999997E-3</c:v>
                </c:pt>
                <c:pt idx="4519">
                  <c:v>5.0983000000000001E-3</c:v>
                </c:pt>
                <c:pt idx="4520">
                  <c:v>5.1679999999999999E-3</c:v>
                </c:pt>
                <c:pt idx="4521">
                  <c:v>5.2694000000000005E-3</c:v>
                </c:pt>
                <c:pt idx="4522">
                  <c:v>5.5456000000000004E-3</c:v>
                </c:pt>
                <c:pt idx="4523">
                  <c:v>5.2881000000000004E-3</c:v>
                </c:pt>
                <c:pt idx="4524">
                  <c:v>5.3447E-3</c:v>
                </c:pt>
                <c:pt idx="4525">
                  <c:v>5.7285000000000001E-3</c:v>
                </c:pt>
                <c:pt idx="4526">
                  <c:v>5.5030999999999995E-3</c:v>
                </c:pt>
                <c:pt idx="4527">
                  <c:v>5.2529000000000005E-3</c:v>
                </c:pt>
                <c:pt idx="4528">
                  <c:v>5.2887000000000003E-3</c:v>
                </c:pt>
                <c:pt idx="4529">
                  <c:v>5.3658000000000004E-3</c:v>
                </c:pt>
                <c:pt idx="4530">
                  <c:v>5.3953999999999998E-3</c:v>
                </c:pt>
                <c:pt idx="4531">
                  <c:v>5.3740999999999997E-3</c:v>
                </c:pt>
                <c:pt idx="4532">
                  <c:v>5.6375000000000001E-3</c:v>
                </c:pt>
                <c:pt idx="4533">
                  <c:v>5.7131999999999999E-3</c:v>
                </c:pt>
                <c:pt idx="4534">
                  <c:v>5.6042999999999996E-3</c:v>
                </c:pt>
                <c:pt idx="4535">
                  <c:v>5.5420000000000001E-3</c:v>
                </c:pt>
                <c:pt idx="4536">
                  <c:v>5.4686999999999999E-3</c:v>
                </c:pt>
                <c:pt idx="4537">
                  <c:v>5.2959000000000001E-3</c:v>
                </c:pt>
                <c:pt idx="4538">
                  <c:v>5.3384999999999995E-3</c:v>
                </c:pt>
                <c:pt idx="4539">
                  <c:v>5.3138999999999999E-3</c:v>
                </c:pt>
                <c:pt idx="4540">
                  <c:v>5.8217E-3</c:v>
                </c:pt>
                <c:pt idx="4541">
                  <c:v>5.7421E-3</c:v>
                </c:pt>
                <c:pt idx="4542">
                  <c:v>5.8198999999999994E-3</c:v>
                </c:pt>
                <c:pt idx="4543">
                  <c:v>5.7536000000000002E-3</c:v>
                </c:pt>
                <c:pt idx="4544">
                  <c:v>5.5846999999999997E-3</c:v>
                </c:pt>
                <c:pt idx="4545">
                  <c:v>5.6313999999999999E-3</c:v>
                </c:pt>
                <c:pt idx="4546">
                  <c:v>5.5662000000000003E-3</c:v>
                </c:pt>
                <c:pt idx="4547">
                  <c:v>5.6899999999999997E-3</c:v>
                </c:pt>
                <c:pt idx="4548">
                  <c:v>5.7216000000000003E-3</c:v>
                </c:pt>
                <c:pt idx="4549">
                  <c:v>5.7295999999999996E-3</c:v>
                </c:pt>
                <c:pt idx="4550">
                  <c:v>5.7204000000000005E-3</c:v>
                </c:pt>
                <c:pt idx="4551">
                  <c:v>5.6151999999999999E-3</c:v>
                </c:pt>
                <c:pt idx="4552">
                  <c:v>5.6397000000000001E-3</c:v>
                </c:pt>
                <c:pt idx="4553">
                  <c:v>5.5857999999999993E-3</c:v>
                </c:pt>
                <c:pt idx="4554">
                  <c:v>5.6451000000000001E-3</c:v>
                </c:pt>
                <c:pt idx="4555">
                  <c:v>5.7232000000000003E-3</c:v>
                </c:pt>
                <c:pt idx="4556">
                  <c:v>5.7628999999999996E-3</c:v>
                </c:pt>
                <c:pt idx="4557">
                  <c:v>5.7067000000000003E-3</c:v>
                </c:pt>
                <c:pt idx="4558">
                  <c:v>5.6639000000000004E-3</c:v>
                </c:pt>
                <c:pt idx="4559">
                  <c:v>5.6767000000000007E-3</c:v>
                </c:pt>
                <c:pt idx="4560">
                  <c:v>5.7315999999999999E-3</c:v>
                </c:pt>
                <c:pt idx="4561">
                  <c:v>5.8450000000000004E-3</c:v>
                </c:pt>
                <c:pt idx="4562">
                  <c:v>5.9128000000000002E-3</c:v>
                </c:pt>
                <c:pt idx="4563">
                  <c:v>6.0698000000000002E-3</c:v>
                </c:pt>
                <c:pt idx="4564">
                  <c:v>6.1901000000000005E-3</c:v>
                </c:pt>
                <c:pt idx="4565">
                  <c:v>6.2036999999999995E-3</c:v>
                </c:pt>
                <c:pt idx="4566">
                  <c:v>6.1732000000000002E-3</c:v>
                </c:pt>
                <c:pt idx="4567">
                  <c:v>6.0368000000000002E-3</c:v>
                </c:pt>
                <c:pt idx="4568">
                  <c:v>5.8864E-3</c:v>
                </c:pt>
                <c:pt idx="4569">
                  <c:v>5.7255000000000006E-3</c:v>
                </c:pt>
                <c:pt idx="4570">
                  <c:v>5.6040999999999999E-3</c:v>
                </c:pt>
                <c:pt idx="4571">
                  <c:v>5.8371999999999999E-3</c:v>
                </c:pt>
                <c:pt idx="4572">
                  <c:v>5.6470000000000001E-3</c:v>
                </c:pt>
                <c:pt idx="4573">
                  <c:v>5.4631999999999997E-3</c:v>
                </c:pt>
                <c:pt idx="4574">
                  <c:v>5.6175000000000001E-3</c:v>
                </c:pt>
                <c:pt idx="4575">
                  <c:v>5.6246999999999998E-3</c:v>
                </c:pt>
                <c:pt idx="4576">
                  <c:v>5.5555999999999999E-3</c:v>
                </c:pt>
                <c:pt idx="4577">
                  <c:v>5.6456000000000006E-3</c:v>
                </c:pt>
                <c:pt idx="4578">
                  <c:v>5.5796999999999999E-3</c:v>
                </c:pt>
                <c:pt idx="4579">
                  <c:v>5.5361999999999998E-3</c:v>
                </c:pt>
                <c:pt idx="4580">
                  <c:v>5.5577999999999999E-3</c:v>
                </c:pt>
                <c:pt idx="4581">
                  <c:v>5.2992999999999998E-3</c:v>
                </c:pt>
                <c:pt idx="4582">
                  <c:v>5.1200000000000004E-3</c:v>
                </c:pt>
                <c:pt idx="4583">
                  <c:v>5.0067999999999996E-3</c:v>
                </c:pt>
                <c:pt idx="4584">
                  <c:v>4.8057000000000004E-3</c:v>
                </c:pt>
                <c:pt idx="4585">
                  <c:v>4.8354000000000001E-3</c:v>
                </c:pt>
                <c:pt idx="4586">
                  <c:v>4.8663999999999999E-3</c:v>
                </c:pt>
                <c:pt idx="4587">
                  <c:v>4.9056999999999998E-3</c:v>
                </c:pt>
                <c:pt idx="4588">
                  <c:v>4.8292999999999999E-3</c:v>
                </c:pt>
                <c:pt idx="4589">
                  <c:v>4.8348000000000002E-3</c:v>
                </c:pt>
                <c:pt idx="4590">
                  <c:v>4.8338999999999995E-3</c:v>
                </c:pt>
                <c:pt idx="4591">
                  <c:v>4.8129000000000002E-3</c:v>
                </c:pt>
                <c:pt idx="4592">
                  <c:v>5.0845999999999999E-3</c:v>
                </c:pt>
                <c:pt idx="4593">
                  <c:v>5.1932999999999997E-3</c:v>
                </c:pt>
                <c:pt idx="4594">
                  <c:v>5.2616999999999994E-3</c:v>
                </c:pt>
                <c:pt idx="4595">
                  <c:v>5.2252000000000002E-3</c:v>
                </c:pt>
                <c:pt idx="4596">
                  <c:v>5.2430000000000003E-3</c:v>
                </c:pt>
                <c:pt idx="4597">
                  <c:v>5.0662999999999993E-3</c:v>
                </c:pt>
                <c:pt idx="4598">
                  <c:v>5.0972999999999999E-3</c:v>
                </c:pt>
                <c:pt idx="4599">
                  <c:v>5.0038000000000001E-3</c:v>
                </c:pt>
                <c:pt idx="4600">
                  <c:v>5.0726999999999994E-3</c:v>
                </c:pt>
                <c:pt idx="4601">
                  <c:v>5.1332000000000001E-3</c:v>
                </c:pt>
                <c:pt idx="4602">
                  <c:v>5.2966000000000003E-3</c:v>
                </c:pt>
                <c:pt idx="4603">
                  <c:v>5.2994000000000001E-3</c:v>
                </c:pt>
                <c:pt idx="4604">
                  <c:v>5.2636000000000002E-3</c:v>
                </c:pt>
                <c:pt idx="4605">
                  <c:v>5.2854E-3</c:v>
                </c:pt>
                <c:pt idx="4606">
                  <c:v>5.2231999999999999E-3</c:v>
                </c:pt>
                <c:pt idx="4607">
                  <c:v>5.5683E-3</c:v>
                </c:pt>
                <c:pt idx="4608">
                  <c:v>5.5623000000000001E-3</c:v>
                </c:pt>
                <c:pt idx="4609">
                  <c:v>5.5630999999999996E-3</c:v>
                </c:pt>
                <c:pt idx="4610">
                  <c:v>5.7959999999999999E-3</c:v>
                </c:pt>
                <c:pt idx="4611">
                  <c:v>5.8301000000000004E-3</c:v>
                </c:pt>
                <c:pt idx="4612">
                  <c:v>5.7466000000000001E-3</c:v>
                </c:pt>
                <c:pt idx="4613">
                  <c:v>5.7033000000000006E-3</c:v>
                </c:pt>
                <c:pt idx="4614">
                  <c:v>5.7540999999999998E-3</c:v>
                </c:pt>
                <c:pt idx="4615">
                  <c:v>5.6622999999999995E-3</c:v>
                </c:pt>
                <c:pt idx="4616">
                  <c:v>5.1871E-3</c:v>
                </c:pt>
                <c:pt idx="4617">
                  <c:v>4.9624999999999999E-3</c:v>
                </c:pt>
                <c:pt idx="4618">
                  <c:v>4.7838999999999998E-3</c:v>
                </c:pt>
                <c:pt idx="4619">
                  <c:v>4.6103000000000003E-3</c:v>
                </c:pt>
                <c:pt idx="4620">
                  <c:v>4.6083000000000001E-3</c:v>
                </c:pt>
                <c:pt idx="4621">
                  <c:v>4.5125999999999994E-3</c:v>
                </c:pt>
                <c:pt idx="4622">
                  <c:v>4.8290999999999994E-3</c:v>
                </c:pt>
                <c:pt idx="4623">
                  <c:v>4.6014000000000003E-3</c:v>
                </c:pt>
                <c:pt idx="4624">
                  <c:v>4.5382E-3</c:v>
                </c:pt>
                <c:pt idx="4625">
                  <c:v>4.5347E-3</c:v>
                </c:pt>
                <c:pt idx="4626">
                  <c:v>4.4922E-3</c:v>
                </c:pt>
                <c:pt idx="4627">
                  <c:v>4.3084999999999998E-3</c:v>
                </c:pt>
                <c:pt idx="4628">
                  <c:v>4.4231999999999995E-3</c:v>
                </c:pt>
                <c:pt idx="4629">
                  <c:v>4.4297E-3</c:v>
                </c:pt>
                <c:pt idx="4630">
                  <c:v>4.2445999999999994E-3</c:v>
                </c:pt>
                <c:pt idx="4631">
                  <c:v>4.3566999999999998E-3</c:v>
                </c:pt>
                <c:pt idx="4632">
                  <c:v>4.6013E-3</c:v>
                </c:pt>
                <c:pt idx="4633">
                  <c:v>4.6235E-3</c:v>
                </c:pt>
                <c:pt idx="4634">
                  <c:v>4.6302000000000001E-3</c:v>
                </c:pt>
                <c:pt idx="4635">
                  <c:v>4.6100999999999998E-3</c:v>
                </c:pt>
                <c:pt idx="4636">
                  <c:v>4.9072000000000005E-3</c:v>
                </c:pt>
                <c:pt idx="4637">
                  <c:v>4.7841999999999997E-3</c:v>
                </c:pt>
                <c:pt idx="4638">
                  <c:v>4.6924999999999996E-3</c:v>
                </c:pt>
                <c:pt idx="4639">
                  <c:v>4.594E-3</c:v>
                </c:pt>
                <c:pt idx="4640">
                  <c:v>4.5135000000000002E-3</c:v>
                </c:pt>
                <c:pt idx="4641">
                  <c:v>4.6356999999999995E-3</c:v>
                </c:pt>
                <c:pt idx="4642">
                  <c:v>4.8859000000000003E-3</c:v>
                </c:pt>
                <c:pt idx="4643">
                  <c:v>4.9088000000000005E-3</c:v>
                </c:pt>
                <c:pt idx="4644">
                  <c:v>4.8878000000000003E-3</c:v>
                </c:pt>
                <c:pt idx="4645">
                  <c:v>4.8567999999999997E-3</c:v>
                </c:pt>
                <c:pt idx="4646">
                  <c:v>5.0166999999999998E-3</c:v>
                </c:pt>
                <c:pt idx="4647">
                  <c:v>4.9350999999999996E-3</c:v>
                </c:pt>
                <c:pt idx="4648">
                  <c:v>4.9998999999999998E-3</c:v>
                </c:pt>
                <c:pt idx="4649">
                  <c:v>5.1042000000000006E-3</c:v>
                </c:pt>
                <c:pt idx="4650">
                  <c:v>5.1665999999999995E-3</c:v>
                </c:pt>
                <c:pt idx="4651">
                  <c:v>5.2706000000000003E-3</c:v>
                </c:pt>
                <c:pt idx="4652">
                  <c:v>5.2123999999999998E-3</c:v>
                </c:pt>
                <c:pt idx="4653">
                  <c:v>5.0898000000000002E-3</c:v>
                </c:pt>
                <c:pt idx="4654">
                  <c:v>4.9823999999999997E-3</c:v>
                </c:pt>
                <c:pt idx="4655">
                  <c:v>4.9727E-3</c:v>
                </c:pt>
                <c:pt idx="4656">
                  <c:v>4.8701000000000005E-3</c:v>
                </c:pt>
                <c:pt idx="4657">
                  <c:v>4.9613000000000001E-3</c:v>
                </c:pt>
                <c:pt idx="4658">
                  <c:v>4.9826000000000002E-3</c:v>
                </c:pt>
                <c:pt idx="4659">
                  <c:v>5.0011000000000005E-3</c:v>
                </c:pt>
                <c:pt idx="4660">
                  <c:v>5.1247000000000003E-3</c:v>
                </c:pt>
                <c:pt idx="4661">
                  <c:v>5.0276000000000001E-3</c:v>
                </c:pt>
                <c:pt idx="4662">
                  <c:v>5.1308999999999999E-3</c:v>
                </c:pt>
                <c:pt idx="4663">
                  <c:v>5.1544E-3</c:v>
                </c:pt>
                <c:pt idx="4664">
                  <c:v>5.3505999999999996E-3</c:v>
                </c:pt>
                <c:pt idx="4665">
                  <c:v>5.6219E-3</c:v>
                </c:pt>
                <c:pt idx="4666">
                  <c:v>5.6366999999999997E-3</c:v>
                </c:pt>
                <c:pt idx="4667">
                  <c:v>5.6084000000000004E-3</c:v>
                </c:pt>
                <c:pt idx="4668">
                  <c:v>5.8292000000000005E-3</c:v>
                </c:pt>
                <c:pt idx="4669">
                  <c:v>6.1066999999999996E-3</c:v>
                </c:pt>
                <c:pt idx="4670">
                  <c:v>6.1253000000000002E-3</c:v>
                </c:pt>
                <c:pt idx="4671">
                  <c:v>5.7832000000000005E-3</c:v>
                </c:pt>
                <c:pt idx="4672">
                  <c:v>5.7232999999999997E-3</c:v>
                </c:pt>
                <c:pt idx="4673">
                  <c:v>5.6630000000000005E-3</c:v>
                </c:pt>
                <c:pt idx="4674">
                  <c:v>5.5431999999999999E-3</c:v>
                </c:pt>
                <c:pt idx="4675">
                  <c:v>5.6670999999999996E-3</c:v>
                </c:pt>
                <c:pt idx="4676">
                  <c:v>5.7354999999999993E-3</c:v>
                </c:pt>
                <c:pt idx="4677">
                  <c:v>5.8688999999999998E-3</c:v>
                </c:pt>
                <c:pt idx="4678">
                  <c:v>5.8872999999999998E-3</c:v>
                </c:pt>
                <c:pt idx="4679">
                  <c:v>5.9198000000000002E-3</c:v>
                </c:pt>
                <c:pt idx="4680">
                  <c:v>5.8942999999999999E-3</c:v>
                </c:pt>
                <c:pt idx="4681">
                  <c:v>5.7514999999999997E-3</c:v>
                </c:pt>
                <c:pt idx="4682">
                  <c:v>5.5604999999999995E-3</c:v>
                </c:pt>
                <c:pt idx="4683">
                  <c:v>5.6008999999999998E-3</c:v>
                </c:pt>
                <c:pt idx="4684">
                  <c:v>5.5932999999999998E-3</c:v>
                </c:pt>
                <c:pt idx="4685">
                  <c:v>5.6865000000000006E-3</c:v>
                </c:pt>
                <c:pt idx="4686">
                  <c:v>5.8850999999999999E-3</c:v>
                </c:pt>
                <c:pt idx="4687">
                  <c:v>6.0784000000000003E-3</c:v>
                </c:pt>
                <c:pt idx="4688">
                  <c:v>6.2871999999999997E-3</c:v>
                </c:pt>
                <c:pt idx="4689">
                  <c:v>6.5272000000000004E-3</c:v>
                </c:pt>
                <c:pt idx="4690">
                  <c:v>6.5111999999999991E-3</c:v>
                </c:pt>
                <c:pt idx="4691">
                  <c:v>6.4480000000000006E-3</c:v>
                </c:pt>
                <c:pt idx="4692">
                  <c:v>6.4153000000000005E-3</c:v>
                </c:pt>
                <c:pt idx="4693">
                  <c:v>6.3204000000000003E-3</c:v>
                </c:pt>
                <c:pt idx="4694">
                  <c:v>6.2706999999999997E-3</c:v>
                </c:pt>
                <c:pt idx="4695">
                  <c:v>6.2688000000000006E-3</c:v>
                </c:pt>
                <c:pt idx="4696">
                  <c:v>6.2310000000000004E-3</c:v>
                </c:pt>
                <c:pt idx="4697">
                  <c:v>6.1575000000000006E-3</c:v>
                </c:pt>
                <c:pt idx="4698">
                  <c:v>5.7628999999999996E-3</c:v>
                </c:pt>
                <c:pt idx="4699">
                  <c:v>5.5158000000000004E-3</c:v>
                </c:pt>
                <c:pt idx="4700">
                  <c:v>5.6036000000000002E-3</c:v>
                </c:pt>
                <c:pt idx="4701">
                  <c:v>5.4594000000000005E-3</c:v>
                </c:pt>
                <c:pt idx="4702">
                  <c:v>5.4174000000000002E-3</c:v>
                </c:pt>
                <c:pt idx="4703">
                  <c:v>5.4748000000000002E-3</c:v>
                </c:pt>
                <c:pt idx="4704">
                  <c:v>5.3784999999999996E-3</c:v>
                </c:pt>
                <c:pt idx="4705">
                  <c:v>5.3038E-3</c:v>
                </c:pt>
                <c:pt idx="4706">
                  <c:v>5.2119000000000002E-3</c:v>
                </c:pt>
                <c:pt idx="4707">
                  <c:v>5.0980000000000001E-3</c:v>
                </c:pt>
                <c:pt idx="4708">
                  <c:v>4.7682000000000002E-3</c:v>
                </c:pt>
                <c:pt idx="4709">
                  <c:v>4.7325000000000006E-3</c:v>
                </c:pt>
                <c:pt idx="4710">
                  <c:v>5.0267999999999997E-3</c:v>
                </c:pt>
                <c:pt idx="4711">
                  <c:v>4.8837999999999998E-3</c:v>
                </c:pt>
                <c:pt idx="4712">
                  <c:v>4.8834999999999998E-3</c:v>
                </c:pt>
                <c:pt idx="4713">
                  <c:v>4.8749000000000006E-3</c:v>
                </c:pt>
                <c:pt idx="4714">
                  <c:v>4.9706000000000004E-3</c:v>
                </c:pt>
                <c:pt idx="4715">
                  <c:v>4.9969000000000003E-3</c:v>
                </c:pt>
                <c:pt idx="4716">
                  <c:v>4.8233E-3</c:v>
                </c:pt>
                <c:pt idx="4717">
                  <c:v>4.6417000000000003E-3</c:v>
                </c:pt>
                <c:pt idx="4718">
                  <c:v>4.6543000000000001E-3</c:v>
                </c:pt>
                <c:pt idx="4719">
                  <c:v>4.5867E-3</c:v>
                </c:pt>
                <c:pt idx="4720">
                  <c:v>4.5526000000000004E-3</c:v>
                </c:pt>
                <c:pt idx="4721">
                  <c:v>4.6356000000000001E-3</c:v>
                </c:pt>
                <c:pt idx="4722">
                  <c:v>4.7723999999999996E-3</c:v>
                </c:pt>
                <c:pt idx="4723">
                  <c:v>4.8853999999999998E-3</c:v>
                </c:pt>
                <c:pt idx="4724">
                  <c:v>4.9179999999999996E-3</c:v>
                </c:pt>
                <c:pt idx="4725">
                  <c:v>4.7594000000000004E-3</c:v>
                </c:pt>
                <c:pt idx="4726">
                  <c:v>4.8091000000000002E-3</c:v>
                </c:pt>
                <c:pt idx="4727">
                  <c:v>4.8081E-3</c:v>
                </c:pt>
                <c:pt idx="4728">
                  <c:v>4.7546000000000003E-3</c:v>
                </c:pt>
                <c:pt idx="4729">
                  <c:v>4.7889999999999999E-3</c:v>
                </c:pt>
                <c:pt idx="4730">
                  <c:v>4.7866999999999996E-3</c:v>
                </c:pt>
                <c:pt idx="4731">
                  <c:v>4.7866999999999996E-3</c:v>
                </c:pt>
                <c:pt idx="4732">
                  <c:v>4.7710000000000001E-3</c:v>
                </c:pt>
                <c:pt idx="4733">
                  <c:v>4.7633000000000007E-3</c:v>
                </c:pt>
                <c:pt idx="4734">
                  <c:v>4.5360999999999995E-3</c:v>
                </c:pt>
                <c:pt idx="4735">
                  <c:v>4.5430999999999996E-3</c:v>
                </c:pt>
                <c:pt idx="4736">
                  <c:v>4.4259999999999994E-3</c:v>
                </c:pt>
                <c:pt idx="4737">
                  <c:v>4.5338000000000002E-3</c:v>
                </c:pt>
                <c:pt idx="4738">
                  <c:v>4.5786000000000004E-3</c:v>
                </c:pt>
                <c:pt idx="4739">
                  <c:v>4.6709000000000004E-3</c:v>
                </c:pt>
                <c:pt idx="4740">
                  <c:v>4.6591999999999996E-3</c:v>
                </c:pt>
                <c:pt idx="4741">
                  <c:v>4.6924000000000002E-3</c:v>
                </c:pt>
                <c:pt idx="4742">
                  <c:v>4.7499999999999999E-3</c:v>
                </c:pt>
                <c:pt idx="4743">
                  <c:v>4.7470999999999998E-3</c:v>
                </c:pt>
                <c:pt idx="4744">
                  <c:v>4.6268999999999998E-3</c:v>
                </c:pt>
                <c:pt idx="4745">
                  <c:v>4.6058999999999996E-3</c:v>
                </c:pt>
                <c:pt idx="4746">
                  <c:v>4.5503999999999996E-3</c:v>
                </c:pt>
                <c:pt idx="4747">
                  <c:v>4.5408000000000002E-3</c:v>
                </c:pt>
                <c:pt idx="4748">
                  <c:v>4.5120999999999998E-3</c:v>
                </c:pt>
                <c:pt idx="4749">
                  <c:v>4.28E-3</c:v>
                </c:pt>
                <c:pt idx="4750">
                  <c:v>4.3238E-3</c:v>
                </c:pt>
                <c:pt idx="4751">
                  <c:v>4.7158E-3</c:v>
                </c:pt>
                <c:pt idx="4752">
                  <c:v>4.6217000000000003E-3</c:v>
                </c:pt>
                <c:pt idx="4753">
                  <c:v>4.8514999999999999E-3</c:v>
                </c:pt>
                <c:pt idx="4754">
                  <c:v>4.8076999999999998E-3</c:v>
                </c:pt>
                <c:pt idx="4755">
                  <c:v>4.7090999999999999E-3</c:v>
                </c:pt>
                <c:pt idx="4756">
                  <c:v>4.7314999999999996E-3</c:v>
                </c:pt>
                <c:pt idx="4757">
                  <c:v>4.6781000000000001E-3</c:v>
                </c:pt>
                <c:pt idx="4758">
                  <c:v>4.5173999999999995E-3</c:v>
                </c:pt>
                <c:pt idx="4759">
                  <c:v>4.4216000000000004E-3</c:v>
                </c:pt>
                <c:pt idx="4760">
                  <c:v>4.2862999999999998E-3</c:v>
                </c:pt>
                <c:pt idx="4761">
                  <c:v>4.1494999999999995E-3</c:v>
                </c:pt>
                <c:pt idx="4762">
                  <c:v>4.1427E-3</c:v>
                </c:pt>
                <c:pt idx="4763">
                  <c:v>4.1091000000000001E-3</c:v>
                </c:pt>
                <c:pt idx="4764">
                  <c:v>4.1146000000000004E-3</c:v>
                </c:pt>
                <c:pt idx="4765">
                  <c:v>4.0356999999999997E-3</c:v>
                </c:pt>
                <c:pt idx="4766">
                  <c:v>4.0622000000000002E-3</c:v>
                </c:pt>
                <c:pt idx="4767">
                  <c:v>4.0661999999999998E-3</c:v>
                </c:pt>
                <c:pt idx="4768">
                  <c:v>3.8435000000000001E-3</c:v>
                </c:pt>
                <c:pt idx="4769">
                  <c:v>3.7720999999999996E-3</c:v>
                </c:pt>
                <c:pt idx="4770">
                  <c:v>3.7091999999999997E-3</c:v>
                </c:pt>
                <c:pt idx="4771">
                  <c:v>3.6145999999999999E-3</c:v>
                </c:pt>
                <c:pt idx="4772">
                  <c:v>3.6540000000000001E-3</c:v>
                </c:pt>
                <c:pt idx="4773">
                  <c:v>3.6470999999999995E-3</c:v>
                </c:pt>
                <c:pt idx="4774">
                  <c:v>3.5703000000000002E-3</c:v>
                </c:pt>
                <c:pt idx="4775">
                  <c:v>3.7192000000000002E-3</c:v>
                </c:pt>
                <c:pt idx="4776">
                  <c:v>3.8970999999999997E-3</c:v>
                </c:pt>
                <c:pt idx="4777">
                  <c:v>3.8543999999999996E-3</c:v>
                </c:pt>
                <c:pt idx="4778">
                  <c:v>3.8359000000000002E-3</c:v>
                </c:pt>
                <c:pt idx="4779">
                  <c:v>3.8027E-3</c:v>
                </c:pt>
                <c:pt idx="4780">
                  <c:v>3.8473000000000001E-3</c:v>
                </c:pt>
                <c:pt idx="4781">
                  <c:v>3.9480000000000001E-3</c:v>
                </c:pt>
                <c:pt idx="4782">
                  <c:v>4.0575000000000003E-3</c:v>
                </c:pt>
                <c:pt idx="4783">
                  <c:v>3.9344999999999996E-3</c:v>
                </c:pt>
                <c:pt idx="4784">
                  <c:v>4.0401000000000005E-3</c:v>
                </c:pt>
                <c:pt idx="4785">
                  <c:v>4.2686E-3</c:v>
                </c:pt>
                <c:pt idx="4786">
                  <c:v>4.2548999999999998E-3</c:v>
                </c:pt>
                <c:pt idx="4787">
                  <c:v>4.3084000000000004E-3</c:v>
                </c:pt>
                <c:pt idx="4788">
                  <c:v>4.3454000000000001E-3</c:v>
                </c:pt>
                <c:pt idx="4789">
                  <c:v>4.6899000000000003E-3</c:v>
                </c:pt>
                <c:pt idx="4790">
                  <c:v>4.4642000000000006E-3</c:v>
                </c:pt>
                <c:pt idx="4791">
                  <c:v>4.5875999999999998E-3</c:v>
                </c:pt>
                <c:pt idx="4792">
                  <c:v>4.6164999999999999E-3</c:v>
                </c:pt>
                <c:pt idx="4793">
                  <c:v>4.6671999999999998E-3</c:v>
                </c:pt>
                <c:pt idx="4794">
                  <c:v>4.6473E-3</c:v>
                </c:pt>
                <c:pt idx="4795">
                  <c:v>4.5087E-3</c:v>
                </c:pt>
                <c:pt idx="4796">
                  <c:v>4.6947999999999998E-3</c:v>
                </c:pt>
                <c:pt idx="4797">
                  <c:v>4.9091999999999998E-3</c:v>
                </c:pt>
                <c:pt idx="4798">
                  <c:v>4.8590000000000005E-3</c:v>
                </c:pt>
                <c:pt idx="4799">
                  <c:v>4.8736999999999999E-3</c:v>
                </c:pt>
                <c:pt idx="4800">
                  <c:v>4.9756999999999996E-3</c:v>
                </c:pt>
                <c:pt idx="4801">
                  <c:v>5.0014999999999999E-3</c:v>
                </c:pt>
                <c:pt idx="4802">
                  <c:v>5.0314999999999995E-3</c:v>
                </c:pt>
                <c:pt idx="4803">
                  <c:v>5.0930000000000003E-3</c:v>
                </c:pt>
                <c:pt idx="4804">
                  <c:v>5.0086000000000002E-3</c:v>
                </c:pt>
                <c:pt idx="4805">
                  <c:v>4.8726999999999998E-3</c:v>
                </c:pt>
                <c:pt idx="4806">
                  <c:v>4.7805999999999994E-3</c:v>
                </c:pt>
                <c:pt idx="4807">
                  <c:v>4.7066E-3</c:v>
                </c:pt>
                <c:pt idx="4808">
                  <c:v>4.4875999999999996E-3</c:v>
                </c:pt>
                <c:pt idx="4809">
                  <c:v>4.333E-3</c:v>
                </c:pt>
                <c:pt idx="4810">
                  <c:v>4.2293000000000001E-3</c:v>
                </c:pt>
                <c:pt idx="4811">
                  <c:v>4.2655999999999996E-3</c:v>
                </c:pt>
                <c:pt idx="4812">
                  <c:v>4.1343999999999999E-3</c:v>
                </c:pt>
                <c:pt idx="4813">
                  <c:v>4.1014000000000007E-3</c:v>
                </c:pt>
                <c:pt idx="4814">
                  <c:v>4.1437000000000002E-3</c:v>
                </c:pt>
                <c:pt idx="4815">
                  <c:v>3.9608999999999998E-3</c:v>
                </c:pt>
                <c:pt idx="4816">
                  <c:v>3.81E-3</c:v>
                </c:pt>
                <c:pt idx="4817">
                  <c:v>3.7478000000000003E-3</c:v>
                </c:pt>
                <c:pt idx="4818">
                  <c:v>3.8011000000000004E-3</c:v>
                </c:pt>
                <c:pt idx="4819">
                  <c:v>3.9677000000000002E-3</c:v>
                </c:pt>
                <c:pt idx="4820">
                  <c:v>4.0061999999999997E-3</c:v>
                </c:pt>
                <c:pt idx="4821">
                  <c:v>3.9819E-3</c:v>
                </c:pt>
                <c:pt idx="4822">
                  <c:v>3.8792000000000002E-3</c:v>
                </c:pt>
                <c:pt idx="4823">
                  <c:v>3.8796E-3</c:v>
                </c:pt>
                <c:pt idx="4824">
                  <c:v>3.6752999999999998E-3</c:v>
                </c:pt>
                <c:pt idx="4825">
                  <c:v>3.679E-3</c:v>
                </c:pt>
                <c:pt idx="4826">
                  <c:v>3.7345999999999998E-3</c:v>
                </c:pt>
                <c:pt idx="4827">
                  <c:v>3.7353999999999998E-3</c:v>
                </c:pt>
                <c:pt idx="4828">
                  <c:v>3.7339000000000001E-3</c:v>
                </c:pt>
                <c:pt idx="4829">
                  <c:v>3.7664999999999999E-3</c:v>
                </c:pt>
                <c:pt idx="4830">
                  <c:v>3.7472E-3</c:v>
                </c:pt>
                <c:pt idx="4831">
                  <c:v>3.6655999999999998E-3</c:v>
                </c:pt>
                <c:pt idx="4832">
                  <c:v>3.6356000000000001E-3</c:v>
                </c:pt>
                <c:pt idx="4833">
                  <c:v>3.5063000000000004E-3</c:v>
                </c:pt>
                <c:pt idx="4834">
                  <c:v>3.5100000000000001E-3</c:v>
                </c:pt>
                <c:pt idx="4835">
                  <c:v>3.5090000000000004E-3</c:v>
                </c:pt>
                <c:pt idx="4836">
                  <c:v>3.5936999999999996E-3</c:v>
                </c:pt>
                <c:pt idx="4837">
                  <c:v>3.5439999999999998E-3</c:v>
                </c:pt>
                <c:pt idx="4838">
                  <c:v>3.5517999999999999E-3</c:v>
                </c:pt>
                <c:pt idx="4839">
                  <c:v>3.5531999999999998E-3</c:v>
                </c:pt>
                <c:pt idx="4840">
                  <c:v>3.5261000000000003E-3</c:v>
                </c:pt>
                <c:pt idx="4841">
                  <c:v>3.4923000000000003E-3</c:v>
                </c:pt>
                <c:pt idx="4842">
                  <c:v>3.4389000000000004E-3</c:v>
                </c:pt>
                <c:pt idx="4843">
                  <c:v>3.3851999999999997E-3</c:v>
                </c:pt>
                <c:pt idx="4844">
                  <c:v>3.4188000000000001E-3</c:v>
                </c:pt>
                <c:pt idx="4845">
                  <c:v>3.5225999999999999E-3</c:v>
                </c:pt>
                <c:pt idx="4846">
                  <c:v>3.5458E-3</c:v>
                </c:pt>
                <c:pt idx="4847">
                  <c:v>3.6405000000000001E-3</c:v>
                </c:pt>
                <c:pt idx="4848">
                  <c:v>3.7255999999999999E-3</c:v>
                </c:pt>
                <c:pt idx="4849">
                  <c:v>4.1527999999999999E-3</c:v>
                </c:pt>
                <c:pt idx="4850">
                  <c:v>4.2444000000000006E-3</c:v>
                </c:pt>
                <c:pt idx="4851">
                  <c:v>4.1631000000000003E-3</c:v>
                </c:pt>
                <c:pt idx="4852">
                  <c:v>3.9559E-3</c:v>
                </c:pt>
                <c:pt idx="4853">
                  <c:v>4.0051999999999996E-3</c:v>
                </c:pt>
                <c:pt idx="4854">
                  <c:v>4.1752000000000004E-3</c:v>
                </c:pt>
                <c:pt idx="4855">
                  <c:v>4.0997999999999998E-3</c:v>
                </c:pt>
                <c:pt idx="4856">
                  <c:v>4.1405999999999995E-3</c:v>
                </c:pt>
                <c:pt idx="4857">
                  <c:v>4.0210000000000003E-3</c:v>
                </c:pt>
                <c:pt idx="4858">
                  <c:v>3.8728E-3</c:v>
                </c:pt>
                <c:pt idx="4859">
                  <c:v>3.8509E-3</c:v>
                </c:pt>
                <c:pt idx="4860">
                  <c:v>3.8329000000000002E-3</c:v>
                </c:pt>
                <c:pt idx="4861">
                  <c:v>3.6909E-3</c:v>
                </c:pt>
                <c:pt idx="4862">
                  <c:v>3.7033000000000001E-3</c:v>
                </c:pt>
                <c:pt idx="4863">
                  <c:v>3.7819000000000004E-3</c:v>
                </c:pt>
                <c:pt idx="4864">
                  <c:v>3.8265E-3</c:v>
                </c:pt>
                <c:pt idx="4865">
                  <c:v>3.8012999999999996E-3</c:v>
                </c:pt>
                <c:pt idx="4866">
                  <c:v>3.7293999999999999E-3</c:v>
                </c:pt>
                <c:pt idx="4867">
                  <c:v>3.6427999999999999E-3</c:v>
                </c:pt>
                <c:pt idx="4868">
                  <c:v>3.6002000000000004E-3</c:v>
                </c:pt>
                <c:pt idx="4869">
                  <c:v>3.5598999999999995E-3</c:v>
                </c:pt>
                <c:pt idx="4870">
                  <c:v>3.4768999999999998E-3</c:v>
                </c:pt>
                <c:pt idx="4871">
                  <c:v>3.3970999999999997E-3</c:v>
                </c:pt>
                <c:pt idx="4872">
                  <c:v>3.2174E-3</c:v>
                </c:pt>
                <c:pt idx="4873">
                  <c:v>3.2148000000000003E-3</c:v>
                </c:pt>
                <c:pt idx="4874">
                  <c:v>3.1979999999999999E-3</c:v>
                </c:pt>
                <c:pt idx="4875">
                  <c:v>3.1908000000000001E-3</c:v>
                </c:pt>
                <c:pt idx="4876">
                  <c:v>3.1348999999999999E-3</c:v>
                </c:pt>
                <c:pt idx="4877">
                  <c:v>3.0838000000000003E-3</c:v>
                </c:pt>
                <c:pt idx="4878">
                  <c:v>3.1302999999999999E-3</c:v>
                </c:pt>
                <c:pt idx="4879">
                  <c:v>3.1955999999999998E-3</c:v>
                </c:pt>
                <c:pt idx="4880">
                  <c:v>3.1871999999999998E-3</c:v>
                </c:pt>
                <c:pt idx="4881">
                  <c:v>3.1475000000000001E-3</c:v>
                </c:pt>
                <c:pt idx="4882">
                  <c:v>3.0953E-3</c:v>
                </c:pt>
                <c:pt idx="4883">
                  <c:v>3.5643000000000003E-3</c:v>
                </c:pt>
                <c:pt idx="4884">
                  <c:v>3.5941000000000002E-3</c:v>
                </c:pt>
                <c:pt idx="4885">
                  <c:v>3.7101E-3</c:v>
                </c:pt>
                <c:pt idx="4886">
                  <c:v>3.7384999999999996E-3</c:v>
                </c:pt>
                <c:pt idx="4887">
                  <c:v>3.6850999999999997E-3</c:v>
                </c:pt>
                <c:pt idx="4888">
                  <c:v>3.7334000000000004E-3</c:v>
                </c:pt>
                <c:pt idx="4889">
                  <c:v>3.6628999999999997E-3</c:v>
                </c:pt>
                <c:pt idx="4890">
                  <c:v>3.7213000000000003E-3</c:v>
                </c:pt>
                <c:pt idx="4891">
                  <c:v>3.7247999999999999E-3</c:v>
                </c:pt>
                <c:pt idx="4892">
                  <c:v>3.7074E-3</c:v>
                </c:pt>
                <c:pt idx="4893">
                  <c:v>3.7095999999999995E-3</c:v>
                </c:pt>
                <c:pt idx="4894">
                  <c:v>3.6991999999999997E-3</c:v>
                </c:pt>
                <c:pt idx="4895">
                  <c:v>3.7988999999999996E-3</c:v>
                </c:pt>
                <c:pt idx="4896">
                  <c:v>3.6837000000000003E-3</c:v>
                </c:pt>
                <c:pt idx="4897">
                  <c:v>3.5944000000000002E-3</c:v>
                </c:pt>
                <c:pt idx="4898">
                  <c:v>3.5115000000000003E-3</c:v>
                </c:pt>
                <c:pt idx="4899">
                  <c:v>3.4926000000000002E-3</c:v>
                </c:pt>
                <c:pt idx="4900">
                  <c:v>3.4491000000000001E-3</c:v>
                </c:pt>
                <c:pt idx="4901">
                  <c:v>3.3158000000000003E-3</c:v>
                </c:pt>
                <c:pt idx="4902">
                  <c:v>3.2170000000000002E-3</c:v>
                </c:pt>
                <c:pt idx="4903">
                  <c:v>3.3655999999999998E-3</c:v>
                </c:pt>
                <c:pt idx="4904">
                  <c:v>3.4941999999999998E-3</c:v>
                </c:pt>
                <c:pt idx="4905">
                  <c:v>3.8162000000000001E-3</c:v>
                </c:pt>
                <c:pt idx="4906">
                  <c:v>3.6591000000000002E-3</c:v>
                </c:pt>
                <c:pt idx="4907">
                  <c:v>3.7514000000000002E-3</c:v>
                </c:pt>
                <c:pt idx="4908">
                  <c:v>3.8426000000000003E-3</c:v>
                </c:pt>
                <c:pt idx="4909">
                  <c:v>3.7798000000000003E-3</c:v>
                </c:pt>
                <c:pt idx="4910">
                  <c:v>3.7994999999999999E-3</c:v>
                </c:pt>
                <c:pt idx="4911">
                  <c:v>4.1402000000000001E-3</c:v>
                </c:pt>
                <c:pt idx="4912">
                  <c:v>4.2898000000000007E-3</c:v>
                </c:pt>
                <c:pt idx="4913">
                  <c:v>4.1754000000000001E-3</c:v>
                </c:pt>
                <c:pt idx="4914">
                  <c:v>3.9947000000000003E-3</c:v>
                </c:pt>
                <c:pt idx="4915">
                  <c:v>4.2912999999999996E-3</c:v>
                </c:pt>
                <c:pt idx="4916">
                  <c:v>4.2634999999999999E-3</c:v>
                </c:pt>
                <c:pt idx="4917">
                  <c:v>4.1468E-3</c:v>
                </c:pt>
                <c:pt idx="4918">
                  <c:v>4.1622999999999999E-3</c:v>
                </c:pt>
                <c:pt idx="4919">
                  <c:v>4.2431999999999999E-3</c:v>
                </c:pt>
                <c:pt idx="4920">
                  <c:v>4.5963999999999996E-3</c:v>
                </c:pt>
                <c:pt idx="4921">
                  <c:v>4.6905999999999996E-3</c:v>
                </c:pt>
                <c:pt idx="4922">
                  <c:v>5.2732999999999999E-3</c:v>
                </c:pt>
                <c:pt idx="4923">
                  <c:v>4.8075000000000001E-3</c:v>
                </c:pt>
                <c:pt idx="4924">
                  <c:v>4.9024000000000003E-3</c:v>
                </c:pt>
                <c:pt idx="4925">
                  <c:v>5.1279000000000003E-3</c:v>
                </c:pt>
                <c:pt idx="4926">
                  <c:v>5.5937000000000001E-3</c:v>
                </c:pt>
                <c:pt idx="4927">
                  <c:v>5.4698000000000004E-3</c:v>
                </c:pt>
                <c:pt idx="4928">
                  <c:v>5.5791E-3</c:v>
                </c:pt>
                <c:pt idx="4929">
                  <c:v>5.5110999999999997E-3</c:v>
                </c:pt>
                <c:pt idx="4930">
                  <c:v>5.5338000000000002E-3</c:v>
                </c:pt>
                <c:pt idx="4931">
                  <c:v>5.6026000000000001E-3</c:v>
                </c:pt>
                <c:pt idx="4932">
                  <c:v>5.6781000000000002E-3</c:v>
                </c:pt>
                <c:pt idx="4933">
                  <c:v>5.6464000000000002E-3</c:v>
                </c:pt>
                <c:pt idx="4934">
                  <c:v>5.5926999999999999E-3</c:v>
                </c:pt>
                <c:pt idx="4935">
                  <c:v>5.6112000000000002E-3</c:v>
                </c:pt>
                <c:pt idx="4936">
                  <c:v>5.4051999999999998E-3</c:v>
                </c:pt>
                <c:pt idx="4937">
                  <c:v>5.2060000000000006E-3</c:v>
                </c:pt>
                <c:pt idx="4938">
                  <c:v>5.0676000000000002E-3</c:v>
                </c:pt>
                <c:pt idx="4939">
                  <c:v>4.947E-3</c:v>
                </c:pt>
                <c:pt idx="4940">
                  <c:v>4.9175E-3</c:v>
                </c:pt>
                <c:pt idx="4941">
                  <c:v>4.6223999999999996E-3</c:v>
                </c:pt>
                <c:pt idx="4942">
                  <c:v>4.4317000000000002E-3</c:v>
                </c:pt>
                <c:pt idx="4943">
                  <c:v>4.3503999999999999E-3</c:v>
                </c:pt>
                <c:pt idx="4944">
                  <c:v>4.2886000000000001E-3</c:v>
                </c:pt>
                <c:pt idx="4945">
                  <c:v>4.1619999999999999E-3</c:v>
                </c:pt>
                <c:pt idx="4946">
                  <c:v>4.1003000000000003E-3</c:v>
                </c:pt>
                <c:pt idx="4947">
                  <c:v>4.2613E-3</c:v>
                </c:pt>
                <c:pt idx="4948">
                  <c:v>4.3555E-3</c:v>
                </c:pt>
                <c:pt idx="4949">
                  <c:v>4.3685E-3</c:v>
                </c:pt>
                <c:pt idx="4950">
                  <c:v>4.3552999999999994E-3</c:v>
                </c:pt>
                <c:pt idx="4951">
                  <c:v>4.3575000000000003E-3</c:v>
                </c:pt>
                <c:pt idx="4952">
                  <c:v>4.3347999999999998E-3</c:v>
                </c:pt>
                <c:pt idx="4953">
                  <c:v>4.2521E-3</c:v>
                </c:pt>
                <c:pt idx="4954">
                  <c:v>4.1749000000000005E-3</c:v>
                </c:pt>
                <c:pt idx="4955">
                  <c:v>4.2347000000000001E-3</c:v>
                </c:pt>
                <c:pt idx="4956">
                  <c:v>4.2122999999999996E-3</c:v>
                </c:pt>
                <c:pt idx="4957">
                  <c:v>4.0311000000000001E-3</c:v>
                </c:pt>
                <c:pt idx="4958">
                  <c:v>4.0689000000000003E-3</c:v>
                </c:pt>
                <c:pt idx="4959">
                  <c:v>4.1357999999999994E-3</c:v>
                </c:pt>
                <c:pt idx="4960">
                  <c:v>4.2884000000000004E-3</c:v>
                </c:pt>
                <c:pt idx="4961">
                  <c:v>4.2176999999999996E-3</c:v>
                </c:pt>
                <c:pt idx="4962">
                  <c:v>4.2433000000000002E-3</c:v>
                </c:pt>
                <c:pt idx="4963">
                  <c:v>4.3168E-3</c:v>
                </c:pt>
                <c:pt idx="4964">
                  <c:v>4.3908999999999997E-3</c:v>
                </c:pt>
                <c:pt idx="4965">
                  <c:v>4.4315999999999999E-3</c:v>
                </c:pt>
                <c:pt idx="4966">
                  <c:v>4.4685000000000002E-3</c:v>
                </c:pt>
                <c:pt idx="4967">
                  <c:v>4.4930999999999999E-3</c:v>
                </c:pt>
                <c:pt idx="4968">
                  <c:v>4.5220999999999994E-3</c:v>
                </c:pt>
                <c:pt idx="4969">
                  <c:v>4.5139999999999998E-3</c:v>
                </c:pt>
                <c:pt idx="4970">
                  <c:v>4.5848999999999994E-3</c:v>
                </c:pt>
                <c:pt idx="4971">
                  <c:v>4.6840000000000007E-3</c:v>
                </c:pt>
                <c:pt idx="4972">
                  <c:v>4.7653000000000001E-3</c:v>
                </c:pt>
                <c:pt idx="4973">
                  <c:v>4.9378999999999994E-3</c:v>
                </c:pt>
                <c:pt idx="4974">
                  <c:v>5.2212999999999999E-3</c:v>
                </c:pt>
                <c:pt idx="4975">
                  <c:v>4.8301000000000004E-3</c:v>
                </c:pt>
                <c:pt idx="4976">
                  <c:v>4.6194000000000001E-3</c:v>
                </c:pt>
                <c:pt idx="4977">
                  <c:v>4.7606000000000002E-3</c:v>
                </c:pt>
                <c:pt idx="4978">
                  <c:v>5.1465E-3</c:v>
                </c:pt>
                <c:pt idx="4979">
                  <c:v>5.0686000000000004E-3</c:v>
                </c:pt>
                <c:pt idx="4980">
                  <c:v>4.9509999999999997E-3</c:v>
                </c:pt>
                <c:pt idx="4981">
                  <c:v>4.7458999999999999E-3</c:v>
                </c:pt>
                <c:pt idx="4982">
                  <c:v>4.6880999999999997E-3</c:v>
                </c:pt>
                <c:pt idx="4983">
                  <c:v>4.8037000000000002E-3</c:v>
                </c:pt>
                <c:pt idx="4984">
                  <c:v>4.9277999999999995E-3</c:v>
                </c:pt>
                <c:pt idx="4985">
                  <c:v>4.8633000000000001E-3</c:v>
                </c:pt>
                <c:pt idx="4986">
                  <c:v>4.7704999999999996E-3</c:v>
                </c:pt>
                <c:pt idx="4987">
                  <c:v>4.6747999999999998E-3</c:v>
                </c:pt>
                <c:pt idx="4988">
                  <c:v>4.6529000000000006E-3</c:v>
                </c:pt>
                <c:pt idx="4989">
                  <c:v>4.6075000000000005E-3</c:v>
                </c:pt>
                <c:pt idx="4990">
                  <c:v>4.5898000000000007E-3</c:v>
                </c:pt>
                <c:pt idx="4991">
                  <c:v>4.5615999999999999E-3</c:v>
                </c:pt>
                <c:pt idx="4992">
                  <c:v>4.5665000000000002E-3</c:v>
                </c:pt>
                <c:pt idx="4993">
                  <c:v>4.5120999999999998E-3</c:v>
                </c:pt>
                <c:pt idx="4994">
                  <c:v>4.7165000000000002E-3</c:v>
                </c:pt>
                <c:pt idx="4995">
                  <c:v>4.9290999999999996E-3</c:v>
                </c:pt>
                <c:pt idx="4996">
                  <c:v>5.0676000000000002E-3</c:v>
                </c:pt>
                <c:pt idx="4997">
                  <c:v>5.6557000000000005E-3</c:v>
                </c:pt>
                <c:pt idx="4998">
                  <c:v>6.5295000000000006E-3</c:v>
                </c:pt>
                <c:pt idx="4999">
                  <c:v>6.7497E-3</c:v>
                </c:pt>
                <c:pt idx="5000">
                  <c:v>6.6484999999999999E-3</c:v>
                </c:pt>
                <c:pt idx="5001">
                  <c:v>6.1208E-3</c:v>
                </c:pt>
                <c:pt idx="5002">
                  <c:v>6.7058999999999999E-3</c:v>
                </c:pt>
                <c:pt idx="5003">
                  <c:v>7.4202000000000001E-3</c:v>
                </c:pt>
                <c:pt idx="5004">
                  <c:v>1.00169E-2</c:v>
                </c:pt>
                <c:pt idx="5005">
                  <c:v>9.9805000000000015E-3</c:v>
                </c:pt>
                <c:pt idx="5006">
                  <c:v>1.1221399999999999E-2</c:v>
                </c:pt>
                <c:pt idx="5007">
                  <c:v>1.1992900000000001E-2</c:v>
                </c:pt>
                <c:pt idx="5008">
                  <c:v>1.1213599999999999E-2</c:v>
                </c:pt>
                <c:pt idx="5009">
                  <c:v>1.26605E-2</c:v>
                </c:pt>
                <c:pt idx="5010">
                  <c:v>1.23088E-2</c:v>
                </c:pt>
                <c:pt idx="5011">
                  <c:v>1.5140799999999999E-2</c:v>
                </c:pt>
                <c:pt idx="5012">
                  <c:v>1.5398400000000001E-2</c:v>
                </c:pt>
                <c:pt idx="5013">
                  <c:v>1.5659800000000001E-2</c:v>
                </c:pt>
                <c:pt idx="5014">
                  <c:v>1.6784299999999999E-2</c:v>
                </c:pt>
                <c:pt idx="5015">
                  <c:v>1.49312E-2</c:v>
                </c:pt>
                <c:pt idx="5016">
                  <c:v>1.1668700000000001E-2</c:v>
                </c:pt>
                <c:pt idx="5017">
                  <c:v>1.02313E-2</c:v>
                </c:pt>
                <c:pt idx="5018">
                  <c:v>1.2240000000000001E-2</c:v>
                </c:pt>
                <c:pt idx="5019">
                  <c:v>1.30452E-2</c:v>
                </c:pt>
                <c:pt idx="5020">
                  <c:v>1.3017900000000001E-2</c:v>
                </c:pt>
                <c:pt idx="5021">
                  <c:v>1.4994499999999999E-2</c:v>
                </c:pt>
                <c:pt idx="5022">
                  <c:v>1.5084800000000001E-2</c:v>
                </c:pt>
                <c:pt idx="5023">
                  <c:v>1.5913999999999998E-2</c:v>
                </c:pt>
                <c:pt idx="5024">
                  <c:v>1.53064E-2</c:v>
                </c:pt>
                <c:pt idx="5025">
                  <c:v>1.4515500000000001E-2</c:v>
                </c:pt>
                <c:pt idx="5026">
                  <c:v>1.3497E-2</c:v>
                </c:pt>
                <c:pt idx="5027">
                  <c:v>1.18353E-2</c:v>
                </c:pt>
                <c:pt idx="5028">
                  <c:v>1.14527E-2</c:v>
                </c:pt>
                <c:pt idx="5029">
                  <c:v>1.04873E-2</c:v>
                </c:pt>
                <c:pt idx="5030">
                  <c:v>1.0034900000000001E-2</c:v>
                </c:pt>
                <c:pt idx="5031">
                  <c:v>1.05784E-2</c:v>
                </c:pt>
                <c:pt idx="5032">
                  <c:v>1.12979E-2</c:v>
                </c:pt>
                <c:pt idx="5033">
                  <c:v>1.1126499999999999E-2</c:v>
                </c:pt>
                <c:pt idx="5034">
                  <c:v>1.14512E-2</c:v>
                </c:pt>
                <c:pt idx="5035">
                  <c:v>1.21228E-2</c:v>
                </c:pt>
                <c:pt idx="5036">
                  <c:v>1.1896299999999999E-2</c:v>
                </c:pt>
                <c:pt idx="5037">
                  <c:v>1.1874599999999999E-2</c:v>
                </c:pt>
                <c:pt idx="5038">
                  <c:v>1.2046299999999999E-2</c:v>
                </c:pt>
                <c:pt idx="5039">
                  <c:v>1.22446E-2</c:v>
                </c:pt>
                <c:pt idx="5040">
                  <c:v>1.1969E-2</c:v>
                </c:pt>
                <c:pt idx="5041">
                  <c:v>1.12059E-2</c:v>
                </c:pt>
                <c:pt idx="5042">
                  <c:v>1.05532E-2</c:v>
                </c:pt>
                <c:pt idx="5043">
                  <c:v>1.0889599999999999E-2</c:v>
                </c:pt>
                <c:pt idx="5044">
                  <c:v>1.10907E-2</c:v>
                </c:pt>
                <c:pt idx="5045">
                  <c:v>1.05319E-2</c:v>
                </c:pt>
                <c:pt idx="5046">
                  <c:v>1.0500300000000001E-2</c:v>
                </c:pt>
                <c:pt idx="5047">
                  <c:v>1.03645E-2</c:v>
                </c:pt>
                <c:pt idx="5048">
                  <c:v>1.0194499999999999E-2</c:v>
                </c:pt>
                <c:pt idx="5049">
                  <c:v>1.0179800000000001E-2</c:v>
                </c:pt>
                <c:pt idx="5050">
                  <c:v>1.0203199999999999E-2</c:v>
                </c:pt>
                <c:pt idx="5051">
                  <c:v>1.0740399999999999E-2</c:v>
                </c:pt>
                <c:pt idx="5052">
                  <c:v>1.12675E-2</c:v>
                </c:pt>
                <c:pt idx="5053">
                  <c:v>1.1454000000000001E-2</c:v>
                </c:pt>
                <c:pt idx="5054">
                  <c:v>1.08384E-2</c:v>
                </c:pt>
                <c:pt idx="5055">
                  <c:v>1.0695699999999999E-2</c:v>
                </c:pt>
                <c:pt idx="5056">
                  <c:v>1.0083799999999999E-2</c:v>
                </c:pt>
                <c:pt idx="5057">
                  <c:v>9.7178000000000004E-3</c:v>
                </c:pt>
                <c:pt idx="5058">
                  <c:v>9.6808999999999992E-3</c:v>
                </c:pt>
                <c:pt idx="5059">
                  <c:v>9.8123999999999989E-3</c:v>
                </c:pt>
                <c:pt idx="5060">
                  <c:v>9.1075999999999987E-3</c:v>
                </c:pt>
                <c:pt idx="5061">
                  <c:v>8.9563999999999998E-3</c:v>
                </c:pt>
                <c:pt idx="5062">
                  <c:v>9.155700000000001E-3</c:v>
                </c:pt>
                <c:pt idx="5063">
                  <c:v>9.2776999999999998E-3</c:v>
                </c:pt>
                <c:pt idx="5064">
                  <c:v>9.1069999999999988E-3</c:v>
                </c:pt>
                <c:pt idx="5065">
                  <c:v>8.3152E-3</c:v>
                </c:pt>
                <c:pt idx="5066">
                  <c:v>7.7055999999999999E-3</c:v>
                </c:pt>
                <c:pt idx="5067">
                  <c:v>7.7485000000000002E-3</c:v>
                </c:pt>
                <c:pt idx="5068">
                  <c:v>7.2031999999999999E-3</c:v>
                </c:pt>
                <c:pt idx="5069">
                  <c:v>7.1498999999999998E-3</c:v>
                </c:pt>
                <c:pt idx="5070">
                  <c:v>7.4974999999999998E-3</c:v>
                </c:pt>
                <c:pt idx="5071">
                  <c:v>7.6585999999999998E-3</c:v>
                </c:pt>
                <c:pt idx="5072">
                  <c:v>8.7615999999999996E-3</c:v>
                </c:pt>
                <c:pt idx="5073">
                  <c:v>9.0229000000000004E-3</c:v>
                </c:pt>
                <c:pt idx="5074">
                  <c:v>8.8462000000000002E-3</c:v>
                </c:pt>
                <c:pt idx="5075">
                  <c:v>8.6336E-3</c:v>
                </c:pt>
                <c:pt idx="5076">
                  <c:v>8.8214000000000001E-3</c:v>
                </c:pt>
                <c:pt idx="5077">
                  <c:v>8.5123000000000004E-3</c:v>
                </c:pt>
                <c:pt idx="5078">
                  <c:v>8.4425000000000004E-3</c:v>
                </c:pt>
                <c:pt idx="5079">
                  <c:v>8.4086999999999999E-3</c:v>
                </c:pt>
                <c:pt idx="5080">
                  <c:v>8.1471000000000009E-3</c:v>
                </c:pt>
                <c:pt idx="5081">
                  <c:v>8.4385999999999992E-3</c:v>
                </c:pt>
                <c:pt idx="5082">
                  <c:v>8.4642999999999993E-3</c:v>
                </c:pt>
                <c:pt idx="5083">
                  <c:v>8.7469000000000002E-3</c:v>
                </c:pt>
                <c:pt idx="5084">
                  <c:v>8.7781999999999999E-3</c:v>
                </c:pt>
                <c:pt idx="5085">
                  <c:v>8.6452999999999999E-3</c:v>
                </c:pt>
                <c:pt idx="5086">
                  <c:v>8.2755999999999993E-3</c:v>
                </c:pt>
                <c:pt idx="5087">
                  <c:v>7.6406999999999994E-3</c:v>
                </c:pt>
                <c:pt idx="5088">
                  <c:v>7.5168000000000006E-3</c:v>
                </c:pt>
                <c:pt idx="5089">
                  <c:v>7.3025999999999994E-3</c:v>
                </c:pt>
                <c:pt idx="5090">
                  <c:v>7.3219999999999995E-3</c:v>
                </c:pt>
                <c:pt idx="5091">
                  <c:v>7.4118999999999999E-3</c:v>
                </c:pt>
                <c:pt idx="5092">
                  <c:v>7.4888999999999997E-3</c:v>
                </c:pt>
                <c:pt idx="5093">
                  <c:v>7.4923000000000003E-3</c:v>
                </c:pt>
                <c:pt idx="5094">
                  <c:v>7.5724999999999994E-3</c:v>
                </c:pt>
                <c:pt idx="5095">
                  <c:v>7.5817999999999997E-3</c:v>
                </c:pt>
                <c:pt idx="5096">
                  <c:v>7.4834999999999997E-3</c:v>
                </c:pt>
                <c:pt idx="5097">
                  <c:v>7.6177000000000007E-3</c:v>
                </c:pt>
                <c:pt idx="5098">
                  <c:v>7.5424000000000003E-3</c:v>
                </c:pt>
                <c:pt idx="5099">
                  <c:v>7.2125000000000002E-3</c:v>
                </c:pt>
                <c:pt idx="5100">
                  <c:v>6.7194999999999989E-3</c:v>
                </c:pt>
                <c:pt idx="5101">
                  <c:v>6.4813999999999991E-3</c:v>
                </c:pt>
                <c:pt idx="5102">
                  <c:v>6.7942999999999996E-3</c:v>
                </c:pt>
                <c:pt idx="5103">
                  <c:v>6.9575999999999995E-3</c:v>
                </c:pt>
                <c:pt idx="5104">
                  <c:v>6.9688999999999992E-3</c:v>
                </c:pt>
                <c:pt idx="5105">
                  <c:v>7.0742999999999995E-3</c:v>
                </c:pt>
                <c:pt idx="5106">
                  <c:v>6.9635000000000009E-3</c:v>
                </c:pt>
                <c:pt idx="5107">
                  <c:v>7.0485000000000001E-3</c:v>
                </c:pt>
                <c:pt idx="5108">
                  <c:v>7.0445999999999998E-3</c:v>
                </c:pt>
                <c:pt idx="5109">
                  <c:v>7.0501000000000001E-3</c:v>
                </c:pt>
                <c:pt idx="5110">
                  <c:v>7.1096999999999992E-3</c:v>
                </c:pt>
                <c:pt idx="5111">
                  <c:v>6.9671999999999998E-3</c:v>
                </c:pt>
                <c:pt idx="5112">
                  <c:v>6.8271E-3</c:v>
                </c:pt>
                <c:pt idx="5113">
                  <c:v>6.7853999999999996E-3</c:v>
                </c:pt>
                <c:pt idx="5114">
                  <c:v>6.7745000000000001E-3</c:v>
                </c:pt>
                <c:pt idx="5115">
                  <c:v>6.741500000000001E-3</c:v>
                </c:pt>
                <c:pt idx="5116">
                  <c:v>6.7497E-3</c:v>
                </c:pt>
                <c:pt idx="5117">
                  <c:v>6.8314999999999999E-3</c:v>
                </c:pt>
                <c:pt idx="5118">
                  <c:v>6.8522000000000001E-3</c:v>
                </c:pt>
                <c:pt idx="5119">
                  <c:v>6.8498000000000005E-3</c:v>
                </c:pt>
                <c:pt idx="5120">
                  <c:v>6.7460999999999997E-3</c:v>
                </c:pt>
                <c:pt idx="5121">
                  <c:v>6.6418000000000007E-3</c:v>
                </c:pt>
                <c:pt idx="5122">
                  <c:v>6.5074E-3</c:v>
                </c:pt>
                <c:pt idx="5123">
                  <c:v>6.4535E-3</c:v>
                </c:pt>
                <c:pt idx="5124">
                  <c:v>6.2801000000000003E-3</c:v>
                </c:pt>
                <c:pt idx="5125">
                  <c:v>6.1865000000000002E-3</c:v>
                </c:pt>
                <c:pt idx="5126">
                  <c:v>6.1802000000000003E-3</c:v>
                </c:pt>
                <c:pt idx="5127">
                  <c:v>6.2119000000000002E-3</c:v>
                </c:pt>
                <c:pt idx="5128">
                  <c:v>6.0959999999999999E-3</c:v>
                </c:pt>
                <c:pt idx="5129">
                  <c:v>5.9840000000000006E-3</c:v>
                </c:pt>
                <c:pt idx="5130">
                  <c:v>5.679E-3</c:v>
                </c:pt>
                <c:pt idx="5131">
                  <c:v>5.6322000000000004E-3</c:v>
                </c:pt>
                <c:pt idx="5132">
                  <c:v>5.9280999999999995E-3</c:v>
                </c:pt>
                <c:pt idx="5133">
                  <c:v>6.1346999999999999E-3</c:v>
                </c:pt>
                <c:pt idx="5134">
                  <c:v>6.1799999999999997E-3</c:v>
                </c:pt>
                <c:pt idx="5135">
                  <c:v>6.3039999999999997E-3</c:v>
                </c:pt>
                <c:pt idx="5136">
                  <c:v>6.2256000000000004E-3</c:v>
                </c:pt>
                <c:pt idx="5137">
                  <c:v>6.2115E-3</c:v>
                </c:pt>
                <c:pt idx="5138">
                  <c:v>6.1685000000000004E-3</c:v>
                </c:pt>
                <c:pt idx="5139">
                  <c:v>6.0536999999999995E-3</c:v>
                </c:pt>
                <c:pt idx="5140">
                  <c:v>5.9226000000000001E-3</c:v>
                </c:pt>
                <c:pt idx="5141">
                  <c:v>5.8306E-3</c:v>
                </c:pt>
                <c:pt idx="5142">
                  <c:v>5.7926000000000002E-3</c:v>
                </c:pt>
                <c:pt idx="5143">
                  <c:v>5.7929999999999995E-3</c:v>
                </c:pt>
                <c:pt idx="5144">
                  <c:v>6.9049000000000003E-3</c:v>
                </c:pt>
                <c:pt idx="5145">
                  <c:v>7.2551000000000004E-3</c:v>
                </c:pt>
                <c:pt idx="5146">
                  <c:v>7.6311000000000009E-3</c:v>
                </c:pt>
                <c:pt idx="5147">
                  <c:v>7.6192999999999999E-3</c:v>
                </c:pt>
                <c:pt idx="5148">
                  <c:v>7.2686000000000009E-3</c:v>
                </c:pt>
                <c:pt idx="5149">
                  <c:v>7.0117000000000001E-3</c:v>
                </c:pt>
                <c:pt idx="5150">
                  <c:v>6.9620000000000003E-3</c:v>
                </c:pt>
                <c:pt idx="5151">
                  <c:v>6.8592000000000002E-3</c:v>
                </c:pt>
                <c:pt idx="5152">
                  <c:v>6.6879999999999995E-3</c:v>
                </c:pt>
                <c:pt idx="5153">
                  <c:v>6.7278000000000008E-3</c:v>
                </c:pt>
                <c:pt idx="5154">
                  <c:v>6.4182000000000006E-3</c:v>
                </c:pt>
                <c:pt idx="5155">
                  <c:v>6.2417999999999996E-3</c:v>
                </c:pt>
                <c:pt idx="5156">
                  <c:v>5.9804999999999997E-3</c:v>
                </c:pt>
                <c:pt idx="5157">
                  <c:v>5.6969000000000004E-3</c:v>
                </c:pt>
                <c:pt idx="5158">
                  <c:v>5.2661000000000001E-3</c:v>
                </c:pt>
                <c:pt idx="5159">
                  <c:v>5.1608000000000001E-3</c:v>
                </c:pt>
                <c:pt idx="5160">
                  <c:v>5.2021999999999997E-3</c:v>
                </c:pt>
                <c:pt idx="5161">
                  <c:v>5.2675999999999999E-3</c:v>
                </c:pt>
                <c:pt idx="5162">
                  <c:v>5.3401999999999998E-3</c:v>
                </c:pt>
                <c:pt idx="5163">
                  <c:v>5.2363000000000002E-3</c:v>
                </c:pt>
                <c:pt idx="5164">
                  <c:v>5.2456999999999998E-3</c:v>
                </c:pt>
                <c:pt idx="5165">
                  <c:v>5.1988999999999994E-3</c:v>
                </c:pt>
                <c:pt idx="5166">
                  <c:v>5.1673999999999999E-3</c:v>
                </c:pt>
                <c:pt idx="5167">
                  <c:v>5.2328000000000001E-3</c:v>
                </c:pt>
                <c:pt idx="5168">
                  <c:v>5.4048999999999998E-3</c:v>
                </c:pt>
                <c:pt idx="5169">
                  <c:v>5.5223E-3</c:v>
                </c:pt>
                <c:pt idx="5170">
                  <c:v>5.4594000000000005E-3</c:v>
                </c:pt>
                <c:pt idx="5171">
                  <c:v>5.6359000000000001E-3</c:v>
                </c:pt>
                <c:pt idx="5172">
                  <c:v>5.5846999999999997E-3</c:v>
                </c:pt>
                <c:pt idx="5173">
                  <c:v>5.7250999999999995E-3</c:v>
                </c:pt>
                <c:pt idx="5174">
                  <c:v>5.7185999999999999E-3</c:v>
                </c:pt>
                <c:pt idx="5175">
                  <c:v>5.6188000000000002E-3</c:v>
                </c:pt>
                <c:pt idx="5176">
                  <c:v>5.5256999999999997E-3</c:v>
                </c:pt>
                <c:pt idx="5177">
                  <c:v>5.4895999999999999E-3</c:v>
                </c:pt>
                <c:pt idx="5178">
                  <c:v>5.3457999999999995E-3</c:v>
                </c:pt>
                <c:pt idx="5179">
                  <c:v>5.0835000000000003E-3</c:v>
                </c:pt>
                <c:pt idx="5180">
                  <c:v>5.0915999999999999E-3</c:v>
                </c:pt>
                <c:pt idx="5181">
                  <c:v>5.0990999999999996E-3</c:v>
                </c:pt>
                <c:pt idx="5182">
                  <c:v>5.3847999999999995E-3</c:v>
                </c:pt>
                <c:pt idx="5183">
                  <c:v>5.4869000000000003E-3</c:v>
                </c:pt>
                <c:pt idx="5184">
                  <c:v>5.4377000000000002E-3</c:v>
                </c:pt>
                <c:pt idx="5185">
                  <c:v>5.4651999999999999E-3</c:v>
                </c:pt>
                <c:pt idx="5186">
                  <c:v>5.4516E-3</c:v>
                </c:pt>
                <c:pt idx="5187">
                  <c:v>5.4063000000000002E-3</c:v>
                </c:pt>
                <c:pt idx="5188">
                  <c:v>5.3600999999999996E-3</c:v>
                </c:pt>
                <c:pt idx="5189">
                  <c:v>5.3661999999999998E-3</c:v>
                </c:pt>
                <c:pt idx="5190">
                  <c:v>5.1127999999999998E-3</c:v>
                </c:pt>
                <c:pt idx="5191">
                  <c:v>5.0155E-3</c:v>
                </c:pt>
                <c:pt idx="5192">
                  <c:v>5.0070999999999996E-3</c:v>
                </c:pt>
                <c:pt idx="5193">
                  <c:v>4.9088999999999999E-3</c:v>
                </c:pt>
                <c:pt idx="5194">
                  <c:v>4.9584E-3</c:v>
                </c:pt>
                <c:pt idx="5195">
                  <c:v>4.7329E-3</c:v>
                </c:pt>
                <c:pt idx="5196">
                  <c:v>4.7780999999999995E-3</c:v>
                </c:pt>
                <c:pt idx="5197">
                  <c:v>4.7745000000000001E-3</c:v>
                </c:pt>
                <c:pt idx="5198">
                  <c:v>4.7329E-3</c:v>
                </c:pt>
                <c:pt idx="5199">
                  <c:v>4.8295000000000005E-3</c:v>
                </c:pt>
                <c:pt idx="5200">
                  <c:v>4.8051999999999999E-3</c:v>
                </c:pt>
                <c:pt idx="5201">
                  <c:v>4.8345000000000003E-3</c:v>
                </c:pt>
                <c:pt idx="5202">
                  <c:v>4.8487000000000001E-3</c:v>
                </c:pt>
                <c:pt idx="5203">
                  <c:v>4.8205000000000001E-3</c:v>
                </c:pt>
                <c:pt idx="5204">
                  <c:v>4.7476999999999997E-3</c:v>
                </c:pt>
                <c:pt idx="5205">
                  <c:v>4.7413999999999998E-3</c:v>
                </c:pt>
                <c:pt idx="5206">
                  <c:v>4.6369000000000002E-3</c:v>
                </c:pt>
                <c:pt idx="5207">
                  <c:v>4.5903000000000003E-3</c:v>
                </c:pt>
                <c:pt idx="5208">
                  <c:v>4.6074000000000002E-3</c:v>
                </c:pt>
                <c:pt idx="5209">
                  <c:v>4.7692999999999998E-3</c:v>
                </c:pt>
                <c:pt idx="5210">
                  <c:v>4.8009000000000003E-3</c:v>
                </c:pt>
                <c:pt idx="5211">
                  <c:v>4.7165999999999996E-3</c:v>
                </c:pt>
                <c:pt idx="5212">
                  <c:v>4.6756999999999996E-3</c:v>
                </c:pt>
                <c:pt idx="5213">
                  <c:v>4.6302000000000001E-3</c:v>
                </c:pt>
                <c:pt idx="5214">
                  <c:v>4.6030999999999997E-3</c:v>
                </c:pt>
                <c:pt idx="5215">
                  <c:v>4.5829999999999994E-3</c:v>
                </c:pt>
                <c:pt idx="5216">
                  <c:v>4.5278000000000002E-3</c:v>
                </c:pt>
                <c:pt idx="5217">
                  <c:v>4.4802000000000002E-3</c:v>
                </c:pt>
                <c:pt idx="5218">
                  <c:v>4.4847999999999997E-3</c:v>
                </c:pt>
                <c:pt idx="5219">
                  <c:v>4.5154000000000001E-3</c:v>
                </c:pt>
                <c:pt idx="5220">
                  <c:v>4.5848E-3</c:v>
                </c:pt>
                <c:pt idx="5221">
                  <c:v>4.5732000000000004E-3</c:v>
                </c:pt>
                <c:pt idx="5222">
                  <c:v>4.5938999999999997E-3</c:v>
                </c:pt>
                <c:pt idx="5223">
                  <c:v>4.5465000000000002E-3</c:v>
                </c:pt>
                <c:pt idx="5224">
                  <c:v>4.6148999999999999E-3</c:v>
                </c:pt>
                <c:pt idx="5225">
                  <c:v>4.8973999999999997E-3</c:v>
                </c:pt>
                <c:pt idx="5226">
                  <c:v>5.0051000000000002E-3</c:v>
                </c:pt>
                <c:pt idx="5227">
                  <c:v>5.1976000000000001E-3</c:v>
                </c:pt>
                <c:pt idx="5228">
                  <c:v>5.3857000000000002E-3</c:v>
                </c:pt>
                <c:pt idx="5229">
                  <c:v>5.3921000000000004E-3</c:v>
                </c:pt>
                <c:pt idx="5230">
                  <c:v>5.3156999999999996E-3</c:v>
                </c:pt>
                <c:pt idx="5231">
                  <c:v>5.2159999999999993E-3</c:v>
                </c:pt>
                <c:pt idx="5232">
                  <c:v>5.2005999999999997E-3</c:v>
                </c:pt>
                <c:pt idx="5233">
                  <c:v>5.2728000000000002E-3</c:v>
                </c:pt>
                <c:pt idx="5234">
                  <c:v>5.3588999999999998E-3</c:v>
                </c:pt>
                <c:pt idx="5235">
                  <c:v>5.3309999999999998E-3</c:v>
                </c:pt>
                <c:pt idx="5236">
                  <c:v>5.4754000000000001E-3</c:v>
                </c:pt>
                <c:pt idx="5237">
                  <c:v>5.3765000000000002E-3</c:v>
                </c:pt>
                <c:pt idx="5238">
                  <c:v>5.4004999999999999E-3</c:v>
                </c:pt>
                <c:pt idx="5239">
                  <c:v>5.2756000000000001E-3</c:v>
                </c:pt>
                <c:pt idx="5240">
                  <c:v>5.1037999999999995E-3</c:v>
                </c:pt>
                <c:pt idx="5241">
                  <c:v>4.8533999999999999E-3</c:v>
                </c:pt>
                <c:pt idx="5242">
                  <c:v>4.7054999999999996E-3</c:v>
                </c:pt>
                <c:pt idx="5243">
                  <c:v>4.5081000000000001E-3</c:v>
                </c:pt>
                <c:pt idx="5244">
                  <c:v>4.4191999999999999E-3</c:v>
                </c:pt>
                <c:pt idx="5245">
                  <c:v>4.5152999999999999E-3</c:v>
                </c:pt>
                <c:pt idx="5246">
                  <c:v>4.4876999999999998E-3</c:v>
                </c:pt>
                <c:pt idx="5247">
                  <c:v>4.4244999999999996E-3</c:v>
                </c:pt>
                <c:pt idx="5248">
                  <c:v>4.3981000000000003E-3</c:v>
                </c:pt>
                <c:pt idx="5249">
                  <c:v>4.4058999999999999E-3</c:v>
                </c:pt>
                <c:pt idx="5250">
                  <c:v>4.4835999999999999E-3</c:v>
                </c:pt>
                <c:pt idx="5251">
                  <c:v>4.5234999999999997E-3</c:v>
                </c:pt>
                <c:pt idx="5252">
                  <c:v>4.5732000000000004E-3</c:v>
                </c:pt>
                <c:pt idx="5253">
                  <c:v>4.6265000000000004E-3</c:v>
                </c:pt>
                <c:pt idx="5254">
                  <c:v>4.9378E-3</c:v>
                </c:pt>
                <c:pt idx="5255">
                  <c:v>4.8651000000000007E-3</c:v>
                </c:pt>
                <c:pt idx="5256">
                  <c:v>4.7609000000000002E-3</c:v>
                </c:pt>
                <c:pt idx="5257">
                  <c:v>5.0939000000000002E-3</c:v>
                </c:pt>
                <c:pt idx="5258">
                  <c:v>5.4107000000000001E-3</c:v>
                </c:pt>
                <c:pt idx="5259">
                  <c:v>5.1881000000000002E-3</c:v>
                </c:pt>
                <c:pt idx="5260">
                  <c:v>5.2436999999999996E-3</c:v>
                </c:pt>
                <c:pt idx="5261">
                  <c:v>5.5069999999999997E-3</c:v>
                </c:pt>
                <c:pt idx="5262">
                  <c:v>5.7042000000000004E-3</c:v>
                </c:pt>
                <c:pt idx="5263">
                  <c:v>5.7188999999999999E-3</c:v>
                </c:pt>
                <c:pt idx="5264">
                  <c:v>6.0087999999999999E-3</c:v>
                </c:pt>
                <c:pt idx="5265">
                  <c:v>5.7444000000000002E-3</c:v>
                </c:pt>
                <c:pt idx="5266">
                  <c:v>5.5002000000000002E-3</c:v>
                </c:pt>
                <c:pt idx="5267">
                  <c:v>4.9695E-3</c:v>
                </c:pt>
                <c:pt idx="5268">
                  <c:v>5.1000999999999998E-3</c:v>
                </c:pt>
                <c:pt idx="5269">
                  <c:v>5.1484E-3</c:v>
                </c:pt>
                <c:pt idx="5270">
                  <c:v>5.1475000000000002E-3</c:v>
                </c:pt>
                <c:pt idx="5271">
                  <c:v>4.9515000000000002E-3</c:v>
                </c:pt>
                <c:pt idx="5272">
                  <c:v>5.0996000000000001E-3</c:v>
                </c:pt>
                <c:pt idx="5273">
                  <c:v>5.0181000000000002E-3</c:v>
                </c:pt>
                <c:pt idx="5274">
                  <c:v>5.496E-3</c:v>
                </c:pt>
                <c:pt idx="5275">
                  <c:v>5.7260000000000002E-3</c:v>
                </c:pt>
                <c:pt idx="5276">
                  <c:v>5.7485000000000001E-3</c:v>
                </c:pt>
                <c:pt idx="5277">
                  <c:v>5.8698999999999999E-3</c:v>
                </c:pt>
                <c:pt idx="5278">
                  <c:v>5.9030000000000003E-3</c:v>
                </c:pt>
                <c:pt idx="5279">
                  <c:v>5.9621000000000006E-3</c:v>
                </c:pt>
                <c:pt idx="5280">
                  <c:v>5.9950999999999997E-3</c:v>
                </c:pt>
                <c:pt idx="5281">
                  <c:v>5.9039999999999995E-3</c:v>
                </c:pt>
                <c:pt idx="5282">
                  <c:v>5.7473999999999997E-3</c:v>
                </c:pt>
                <c:pt idx="5283">
                  <c:v>5.7213000000000003E-3</c:v>
                </c:pt>
                <c:pt idx="5284">
                  <c:v>5.6551000000000006E-3</c:v>
                </c:pt>
                <c:pt idx="5285">
                  <c:v>5.5456000000000004E-3</c:v>
                </c:pt>
                <c:pt idx="5286">
                  <c:v>5.5979000000000003E-3</c:v>
                </c:pt>
                <c:pt idx="5287">
                  <c:v>5.5481999999999997E-3</c:v>
                </c:pt>
                <c:pt idx="5288">
                  <c:v>5.5543999999999993E-3</c:v>
                </c:pt>
                <c:pt idx="5289">
                  <c:v>5.6000999999999993E-3</c:v>
                </c:pt>
                <c:pt idx="5290">
                  <c:v>5.5095999999999999E-3</c:v>
                </c:pt>
                <c:pt idx="5291">
                  <c:v>5.3885000000000001E-3</c:v>
                </c:pt>
                <c:pt idx="5292">
                  <c:v>5.2201999999999995E-3</c:v>
                </c:pt>
                <c:pt idx="5293">
                  <c:v>4.9966999999999998E-3</c:v>
                </c:pt>
                <c:pt idx="5294">
                  <c:v>4.9963999999999998E-3</c:v>
                </c:pt>
                <c:pt idx="5295">
                  <c:v>5.1476999999999998E-3</c:v>
                </c:pt>
                <c:pt idx="5296">
                  <c:v>5.2138000000000002E-3</c:v>
                </c:pt>
                <c:pt idx="5297">
                  <c:v>5.1926000000000003E-3</c:v>
                </c:pt>
                <c:pt idx="5298">
                  <c:v>5.1469000000000003E-3</c:v>
                </c:pt>
                <c:pt idx="5299">
                  <c:v>5.2747000000000002E-3</c:v>
                </c:pt>
                <c:pt idx="5300">
                  <c:v>5.3473999999999995E-3</c:v>
                </c:pt>
                <c:pt idx="5301">
                  <c:v>5.3423999999999998E-3</c:v>
                </c:pt>
                <c:pt idx="5302">
                  <c:v>5.1892000000000006E-3</c:v>
                </c:pt>
                <c:pt idx="5303">
                  <c:v>5.2705E-3</c:v>
                </c:pt>
                <c:pt idx="5304">
                  <c:v>5.3131000000000003E-3</c:v>
                </c:pt>
                <c:pt idx="5305">
                  <c:v>5.4819999999999999E-3</c:v>
                </c:pt>
                <c:pt idx="5306">
                  <c:v>5.5079999999999999E-3</c:v>
                </c:pt>
                <c:pt idx="5307">
                  <c:v>5.4359000000000005E-3</c:v>
                </c:pt>
                <c:pt idx="5308">
                  <c:v>5.2061999999999994E-3</c:v>
                </c:pt>
                <c:pt idx="5309">
                  <c:v>5.0361E-3</c:v>
                </c:pt>
                <c:pt idx="5310">
                  <c:v>5.1542000000000003E-3</c:v>
                </c:pt>
                <c:pt idx="5311">
                  <c:v>5.5764999999999999E-3</c:v>
                </c:pt>
                <c:pt idx="5312">
                  <c:v>5.5151000000000002E-3</c:v>
                </c:pt>
                <c:pt idx="5313">
                  <c:v>5.3970999999999993E-3</c:v>
                </c:pt>
                <c:pt idx="5314">
                  <c:v>6.0162000000000002E-3</c:v>
                </c:pt>
                <c:pt idx="5315">
                  <c:v>6.2985000000000003E-3</c:v>
                </c:pt>
                <c:pt idx="5316">
                  <c:v>6.695099999999999E-3</c:v>
                </c:pt>
                <c:pt idx="5317">
                  <c:v>6.7626000000000006E-3</c:v>
                </c:pt>
                <c:pt idx="5318">
                  <c:v>6.9036000000000002E-3</c:v>
                </c:pt>
                <c:pt idx="5319">
                  <c:v>7.2361999999999991E-3</c:v>
                </c:pt>
                <c:pt idx="5320">
                  <c:v>7.1571999999999998E-3</c:v>
                </c:pt>
                <c:pt idx="5321">
                  <c:v>7.0433000000000006E-3</c:v>
                </c:pt>
                <c:pt idx="5322">
                  <c:v>6.9656000000000006E-3</c:v>
                </c:pt>
                <c:pt idx="5323">
                  <c:v>6.8133999999999998E-3</c:v>
                </c:pt>
                <c:pt idx="5324">
                  <c:v>6.7855999999999993E-3</c:v>
                </c:pt>
                <c:pt idx="5325">
                  <c:v>6.6882000000000009E-3</c:v>
                </c:pt>
                <c:pt idx="5326">
                  <c:v>6.5848E-3</c:v>
                </c:pt>
                <c:pt idx="5327">
                  <c:v>6.6971000000000001E-3</c:v>
                </c:pt>
                <c:pt idx="5328">
                  <c:v>6.6409999999999993E-3</c:v>
                </c:pt>
                <c:pt idx="5329">
                  <c:v>6.5989000000000004E-3</c:v>
                </c:pt>
                <c:pt idx="5330">
                  <c:v>6.4971999999999999E-3</c:v>
                </c:pt>
                <c:pt idx="5331">
                  <c:v>6.4200000000000004E-3</c:v>
                </c:pt>
                <c:pt idx="5332">
                  <c:v>6.4462999999999994E-3</c:v>
                </c:pt>
                <c:pt idx="5333">
                  <c:v>6.4513000000000001E-3</c:v>
                </c:pt>
                <c:pt idx="5334">
                  <c:v>6.5167000000000003E-3</c:v>
                </c:pt>
                <c:pt idx="5335">
                  <c:v>6.5549000000000007E-3</c:v>
                </c:pt>
                <c:pt idx="5336">
                  <c:v>6.5789000000000004E-3</c:v>
                </c:pt>
                <c:pt idx="5337">
                  <c:v>6.5671000000000011E-3</c:v>
                </c:pt>
                <c:pt idx="5338">
                  <c:v>6.5985000000000002E-3</c:v>
                </c:pt>
                <c:pt idx="5339">
                  <c:v>6.5200000000000006E-3</c:v>
                </c:pt>
                <c:pt idx="5340">
                  <c:v>6.4787999999999998E-3</c:v>
                </c:pt>
                <c:pt idx="5341">
                  <c:v>6.3075000000000006E-3</c:v>
                </c:pt>
                <c:pt idx="5342">
                  <c:v>6.2134999999999994E-3</c:v>
                </c:pt>
                <c:pt idx="5343">
                  <c:v>6.1297000000000001E-3</c:v>
                </c:pt>
                <c:pt idx="5344">
                  <c:v>6.0124999999999996E-3</c:v>
                </c:pt>
                <c:pt idx="5345">
                  <c:v>5.9622E-3</c:v>
                </c:pt>
                <c:pt idx="5346">
                  <c:v>5.8323000000000003E-3</c:v>
                </c:pt>
                <c:pt idx="5347">
                  <c:v>5.7875000000000001E-3</c:v>
                </c:pt>
                <c:pt idx="5348">
                  <c:v>5.8037999999999996E-3</c:v>
                </c:pt>
                <c:pt idx="5349">
                  <c:v>5.7247000000000001E-3</c:v>
                </c:pt>
                <c:pt idx="5350">
                  <c:v>5.8076999999999998E-3</c:v>
                </c:pt>
                <c:pt idx="5351">
                  <c:v>5.8016999999999999E-3</c:v>
                </c:pt>
                <c:pt idx="5352">
                  <c:v>5.8935999999999997E-3</c:v>
                </c:pt>
                <c:pt idx="5353">
                  <c:v>5.8763000000000001E-3</c:v>
                </c:pt>
                <c:pt idx="5354">
                  <c:v>6.0470999999999997E-3</c:v>
                </c:pt>
                <c:pt idx="5355">
                  <c:v>6.3157999999999999E-3</c:v>
                </c:pt>
                <c:pt idx="5356">
                  <c:v>6.3781000000000003E-3</c:v>
                </c:pt>
                <c:pt idx="5357">
                  <c:v>6.5227000000000002E-3</c:v>
                </c:pt>
                <c:pt idx="5358">
                  <c:v>6.5334E-3</c:v>
                </c:pt>
                <c:pt idx="5359">
                  <c:v>6.6822000000000001E-3</c:v>
                </c:pt>
                <c:pt idx="5360">
                  <c:v>6.4531000000000007E-3</c:v>
                </c:pt>
                <c:pt idx="5361">
                  <c:v>6.4081999999999993E-3</c:v>
                </c:pt>
                <c:pt idx="5362">
                  <c:v>6.5239E-3</c:v>
                </c:pt>
                <c:pt idx="5363">
                  <c:v>6.5415999999999998E-3</c:v>
                </c:pt>
                <c:pt idx="5364">
                  <c:v>6.5840000000000004E-3</c:v>
                </c:pt>
                <c:pt idx="5365">
                  <c:v>6.7339000000000001E-3</c:v>
                </c:pt>
                <c:pt idx="5366">
                  <c:v>6.8188999999999993E-3</c:v>
                </c:pt>
                <c:pt idx="5367">
                  <c:v>6.7144000000000006E-3</c:v>
                </c:pt>
                <c:pt idx="5368">
                  <c:v>6.9642999999999997E-3</c:v>
                </c:pt>
                <c:pt idx="5369">
                  <c:v>7.0239000000000005E-3</c:v>
                </c:pt>
                <c:pt idx="5370">
                  <c:v>6.9353999999999996E-3</c:v>
                </c:pt>
                <c:pt idx="5371">
                  <c:v>6.9522000000000004E-3</c:v>
                </c:pt>
                <c:pt idx="5372">
                  <c:v>6.9662000000000005E-3</c:v>
                </c:pt>
                <c:pt idx="5373">
                  <c:v>6.9558000000000007E-3</c:v>
                </c:pt>
                <c:pt idx="5374">
                  <c:v>6.9980000000000007E-3</c:v>
                </c:pt>
                <c:pt idx="5375">
                  <c:v>6.9656000000000006E-3</c:v>
                </c:pt>
                <c:pt idx="5376">
                  <c:v>6.9578999999999995E-3</c:v>
                </c:pt>
                <c:pt idx="5377">
                  <c:v>6.7908000000000005E-3</c:v>
                </c:pt>
                <c:pt idx="5378">
                  <c:v>6.7545000000000001E-3</c:v>
                </c:pt>
                <c:pt idx="5379">
                  <c:v>6.7712000000000007E-3</c:v>
                </c:pt>
                <c:pt idx="5380">
                  <c:v>6.8642E-3</c:v>
                </c:pt>
                <c:pt idx="5381">
                  <c:v>6.8274E-3</c:v>
                </c:pt>
                <c:pt idx="5382">
                  <c:v>6.8701999999999999E-3</c:v>
                </c:pt>
                <c:pt idx="5383">
                  <c:v>6.8501000000000005E-3</c:v>
                </c:pt>
                <c:pt idx="5384">
                  <c:v>6.7805999999999995E-3</c:v>
                </c:pt>
                <c:pt idx="5385">
                  <c:v>6.6594999999999996E-3</c:v>
                </c:pt>
                <c:pt idx="5386">
                  <c:v>6.5382000000000001E-3</c:v>
                </c:pt>
                <c:pt idx="5387">
                  <c:v>6.4872000000000003E-3</c:v>
                </c:pt>
                <c:pt idx="5388">
                  <c:v>6.0536000000000001E-3</c:v>
                </c:pt>
                <c:pt idx="5389">
                  <c:v>6.0550999999999999E-3</c:v>
                </c:pt>
                <c:pt idx="5390">
                  <c:v>6.1427999999999995E-3</c:v>
                </c:pt>
                <c:pt idx="5391">
                  <c:v>6.2204999999999995E-3</c:v>
                </c:pt>
                <c:pt idx="5392">
                  <c:v>6.2728000000000003E-3</c:v>
                </c:pt>
                <c:pt idx="5393">
                  <c:v>6.2829999999999995E-3</c:v>
                </c:pt>
                <c:pt idx="5394">
                  <c:v>6.2665999999999998E-3</c:v>
                </c:pt>
                <c:pt idx="5395">
                  <c:v>6.3723E-3</c:v>
                </c:pt>
                <c:pt idx="5396">
                  <c:v>6.5025000000000005E-3</c:v>
                </c:pt>
                <c:pt idx="5397">
                  <c:v>6.5480999999999994E-3</c:v>
                </c:pt>
                <c:pt idx="5398">
                  <c:v>6.5325000000000001E-3</c:v>
                </c:pt>
                <c:pt idx="5399">
                  <c:v>6.5796000000000006E-3</c:v>
                </c:pt>
                <c:pt idx="5400">
                  <c:v>6.7308999999999997E-3</c:v>
                </c:pt>
                <c:pt idx="5401">
                  <c:v>6.6959000000000003E-3</c:v>
                </c:pt>
                <c:pt idx="5402">
                  <c:v>6.6874999999999999E-3</c:v>
                </c:pt>
                <c:pt idx="5403">
                  <c:v>6.6904E-3</c:v>
                </c:pt>
                <c:pt idx="5404">
                  <c:v>7.5429E-3</c:v>
                </c:pt>
                <c:pt idx="5405">
                  <c:v>7.8415000000000012E-3</c:v>
                </c:pt>
                <c:pt idx="5406">
                  <c:v>7.8385999999999994E-3</c:v>
                </c:pt>
                <c:pt idx="5407">
                  <c:v>7.9635999999999995E-3</c:v>
                </c:pt>
                <c:pt idx="5408">
                  <c:v>8.2106999999999996E-3</c:v>
                </c:pt>
                <c:pt idx="5409">
                  <c:v>8.5025000000000014E-3</c:v>
                </c:pt>
                <c:pt idx="5410">
                  <c:v>8.7688999999999996E-3</c:v>
                </c:pt>
                <c:pt idx="5411">
                  <c:v>8.8718000000000009E-3</c:v>
                </c:pt>
                <c:pt idx="5412">
                  <c:v>8.822E-3</c:v>
                </c:pt>
                <c:pt idx="5413">
                  <c:v>8.6996999999999994E-3</c:v>
                </c:pt>
                <c:pt idx="5414">
                  <c:v>8.7226000000000005E-3</c:v>
                </c:pt>
                <c:pt idx="5415">
                  <c:v>8.6051000000000009E-3</c:v>
                </c:pt>
                <c:pt idx="5416">
                  <c:v>8.7739999999999988E-3</c:v>
                </c:pt>
                <c:pt idx="5417">
                  <c:v>8.6128000000000003E-3</c:v>
                </c:pt>
                <c:pt idx="5418">
                  <c:v>8.6240999999999991E-3</c:v>
                </c:pt>
                <c:pt idx="5419">
                  <c:v>8.5959000000000001E-3</c:v>
                </c:pt>
                <c:pt idx="5420">
                  <c:v>8.8096000000000008E-3</c:v>
                </c:pt>
                <c:pt idx="5421">
                  <c:v>8.8742999999999999E-3</c:v>
                </c:pt>
                <c:pt idx="5422">
                  <c:v>8.7592E-3</c:v>
                </c:pt>
                <c:pt idx="5423">
                  <c:v>8.9090999999999997E-3</c:v>
                </c:pt>
                <c:pt idx="5424">
                  <c:v>8.9567999999999991E-3</c:v>
                </c:pt>
                <c:pt idx="5425">
                  <c:v>8.6928000000000005E-3</c:v>
                </c:pt>
                <c:pt idx="5426">
                  <c:v>8.6227000000000005E-3</c:v>
                </c:pt>
                <c:pt idx="5427">
                  <c:v>8.7387999999999997E-3</c:v>
                </c:pt>
                <c:pt idx="5428">
                  <c:v>8.8495999999999991E-3</c:v>
                </c:pt>
                <c:pt idx="5429">
                  <c:v>8.6473999999999995E-3</c:v>
                </c:pt>
                <c:pt idx="5430">
                  <c:v>8.3815000000000001E-3</c:v>
                </c:pt>
                <c:pt idx="5431">
                  <c:v>8.4947000000000009E-3</c:v>
                </c:pt>
                <c:pt idx="5432">
                  <c:v>8.6405000000000006E-3</c:v>
                </c:pt>
                <c:pt idx="5433">
                  <c:v>8.8272999999999997E-3</c:v>
                </c:pt>
                <c:pt idx="5434">
                  <c:v>8.8603999999999992E-3</c:v>
                </c:pt>
                <c:pt idx="5435">
                  <c:v>8.6452999999999999E-3</c:v>
                </c:pt>
                <c:pt idx="5436">
                  <c:v>8.4078999999999994E-3</c:v>
                </c:pt>
                <c:pt idx="5437">
                  <c:v>8.1124999999999999E-3</c:v>
                </c:pt>
                <c:pt idx="5438">
                  <c:v>7.9525999999999989E-3</c:v>
                </c:pt>
                <c:pt idx="5439">
                  <c:v>7.7749999999999998E-3</c:v>
                </c:pt>
                <c:pt idx="5440">
                  <c:v>7.5969999999999996E-3</c:v>
                </c:pt>
                <c:pt idx="5441">
                  <c:v>7.8198999999999994E-3</c:v>
                </c:pt>
                <c:pt idx="5442">
                  <c:v>7.8636000000000001E-3</c:v>
                </c:pt>
                <c:pt idx="5443">
                  <c:v>7.7987999999999998E-3</c:v>
                </c:pt>
                <c:pt idx="5444">
                  <c:v>7.8061000000000007E-3</c:v>
                </c:pt>
                <c:pt idx="5445">
                  <c:v>7.9343999999999994E-3</c:v>
                </c:pt>
                <c:pt idx="5446">
                  <c:v>8.6496999999999997E-3</c:v>
                </c:pt>
                <c:pt idx="5447">
                  <c:v>8.8882000000000006E-3</c:v>
                </c:pt>
                <c:pt idx="5448">
                  <c:v>8.9924000000000011E-3</c:v>
                </c:pt>
                <c:pt idx="5449">
                  <c:v>8.4936999999999999E-3</c:v>
                </c:pt>
                <c:pt idx="5450">
                  <c:v>8.6324999999999995E-3</c:v>
                </c:pt>
                <c:pt idx="5451">
                  <c:v>8.6825999999999987E-3</c:v>
                </c:pt>
                <c:pt idx="5452">
                  <c:v>8.6189999999999999E-3</c:v>
                </c:pt>
                <c:pt idx="5453">
                  <c:v>9.560299999999999E-3</c:v>
                </c:pt>
                <c:pt idx="5454">
                  <c:v>9.4412999999999997E-3</c:v>
                </c:pt>
                <c:pt idx="5455">
                  <c:v>9.4944000000000001E-3</c:v>
                </c:pt>
                <c:pt idx="5456">
                  <c:v>9.3212E-3</c:v>
                </c:pt>
                <c:pt idx="5457">
                  <c:v>9.0188000000000004E-3</c:v>
                </c:pt>
                <c:pt idx="5458">
                  <c:v>9.0369999999999999E-3</c:v>
                </c:pt>
                <c:pt idx="5459">
                  <c:v>8.8939999999999991E-3</c:v>
                </c:pt>
                <c:pt idx="5460">
                  <c:v>8.8661E-3</c:v>
                </c:pt>
                <c:pt idx="5461">
                  <c:v>8.6467000000000002E-3</c:v>
                </c:pt>
                <c:pt idx="5462">
                  <c:v>8.7618000000000001E-3</c:v>
                </c:pt>
                <c:pt idx="5463">
                  <c:v>8.7189999999999993E-3</c:v>
                </c:pt>
                <c:pt idx="5464">
                  <c:v>8.7107E-3</c:v>
                </c:pt>
                <c:pt idx="5465">
                  <c:v>8.5091999999999998E-3</c:v>
                </c:pt>
                <c:pt idx="5466">
                  <c:v>8.4504999999999997E-3</c:v>
                </c:pt>
                <c:pt idx="5467">
                  <c:v>8.427500000000001E-3</c:v>
                </c:pt>
                <c:pt idx="5468">
                  <c:v>8.4864999999999993E-3</c:v>
                </c:pt>
                <c:pt idx="5469">
                  <c:v>8.5188999999999994E-3</c:v>
                </c:pt>
                <c:pt idx="5470">
                  <c:v>8.3659000000000008E-3</c:v>
                </c:pt>
                <c:pt idx="5471">
                  <c:v>8.1300000000000001E-3</c:v>
                </c:pt>
                <c:pt idx="5472">
                  <c:v>7.8207999999999993E-3</c:v>
                </c:pt>
                <c:pt idx="5473">
                  <c:v>7.7135999999999993E-3</c:v>
                </c:pt>
                <c:pt idx="5474">
                  <c:v>7.5630999999999997E-3</c:v>
                </c:pt>
                <c:pt idx="5475">
                  <c:v>7.4824000000000002E-3</c:v>
                </c:pt>
                <c:pt idx="5476">
                  <c:v>7.2659999999999999E-3</c:v>
                </c:pt>
                <c:pt idx="5477">
                  <c:v>7.0933000000000003E-3</c:v>
                </c:pt>
                <c:pt idx="5478">
                  <c:v>7.0757000000000007E-3</c:v>
                </c:pt>
                <c:pt idx="5479">
                  <c:v>7.0311999999999996E-3</c:v>
                </c:pt>
                <c:pt idx="5480">
                  <c:v>7.3507000000000008E-3</c:v>
                </c:pt>
                <c:pt idx="5481">
                  <c:v>7.5968000000000008E-3</c:v>
                </c:pt>
                <c:pt idx="5482">
                  <c:v>7.5804000000000002E-3</c:v>
                </c:pt>
                <c:pt idx="5483">
                  <c:v>7.5543000000000008E-3</c:v>
                </c:pt>
                <c:pt idx="5484">
                  <c:v>7.6020999999999997E-3</c:v>
                </c:pt>
                <c:pt idx="5485">
                  <c:v>7.5876999999999993E-3</c:v>
                </c:pt>
                <c:pt idx="5486">
                  <c:v>7.5819999999999993E-3</c:v>
                </c:pt>
                <c:pt idx="5487">
                  <c:v>7.8198E-3</c:v>
                </c:pt>
                <c:pt idx="5488">
                  <c:v>8.0797000000000004E-3</c:v>
                </c:pt>
                <c:pt idx="5489">
                  <c:v>8.1636E-3</c:v>
                </c:pt>
                <c:pt idx="5490">
                  <c:v>8.2063999999999991E-3</c:v>
                </c:pt>
                <c:pt idx="5491">
                  <c:v>8.0697000000000008E-3</c:v>
                </c:pt>
                <c:pt idx="5492">
                  <c:v>7.9700999999999991E-3</c:v>
                </c:pt>
                <c:pt idx="5493">
                  <c:v>7.7625000000000003E-3</c:v>
                </c:pt>
                <c:pt idx="5494">
                  <c:v>7.7501000000000002E-3</c:v>
                </c:pt>
                <c:pt idx="5495">
                  <c:v>7.8168999999999999E-3</c:v>
                </c:pt>
                <c:pt idx="5496">
                  <c:v>7.8881999999999997E-3</c:v>
                </c:pt>
                <c:pt idx="5497">
                  <c:v>8.3840000000000008E-3</c:v>
                </c:pt>
                <c:pt idx="5498">
                  <c:v>8.329099999999999E-3</c:v>
                </c:pt>
                <c:pt idx="5499">
                  <c:v>8.1671999999999995E-3</c:v>
                </c:pt>
                <c:pt idx="5500">
                  <c:v>7.8632000000000007E-3</c:v>
                </c:pt>
                <c:pt idx="5501">
                  <c:v>7.6578000000000002E-3</c:v>
                </c:pt>
                <c:pt idx="5502">
                  <c:v>7.7772000000000006E-3</c:v>
                </c:pt>
                <c:pt idx="5503">
                  <c:v>7.9475999999999991E-3</c:v>
                </c:pt>
                <c:pt idx="5504">
                  <c:v>8.0634000000000001E-3</c:v>
                </c:pt>
                <c:pt idx="5505">
                  <c:v>8.0709000000000006E-3</c:v>
                </c:pt>
                <c:pt idx="5506">
                  <c:v>7.9646999999999999E-3</c:v>
                </c:pt>
                <c:pt idx="5507">
                  <c:v>8.1352999999999998E-3</c:v>
                </c:pt>
                <c:pt idx="5508">
                  <c:v>8.3346999999999987E-3</c:v>
                </c:pt>
                <c:pt idx="5509">
                  <c:v>8.3155E-3</c:v>
                </c:pt>
                <c:pt idx="5510">
                  <c:v>8.1191000000000006E-3</c:v>
                </c:pt>
                <c:pt idx="5511">
                  <c:v>7.9325999999999997E-3</c:v>
                </c:pt>
                <c:pt idx="5512">
                  <c:v>7.9319000000000004E-3</c:v>
                </c:pt>
                <c:pt idx="5513">
                  <c:v>8.0902000000000005E-3</c:v>
                </c:pt>
                <c:pt idx="5514">
                  <c:v>8.1250999999999997E-3</c:v>
                </c:pt>
                <c:pt idx="5515">
                  <c:v>8.1110000000000002E-3</c:v>
                </c:pt>
                <c:pt idx="5516">
                  <c:v>8.3385999999999998E-3</c:v>
                </c:pt>
                <c:pt idx="5517">
                  <c:v>8.316200000000001E-3</c:v>
                </c:pt>
                <c:pt idx="5518">
                  <c:v>8.1212000000000003E-3</c:v>
                </c:pt>
                <c:pt idx="5519">
                  <c:v>8.2632999999999995E-3</c:v>
                </c:pt>
                <c:pt idx="5520">
                  <c:v>8.2456999999999999E-3</c:v>
                </c:pt>
                <c:pt idx="5521">
                  <c:v>8.2961000000000007E-3</c:v>
                </c:pt>
                <c:pt idx="5522">
                  <c:v>8.170199999999999E-3</c:v>
                </c:pt>
                <c:pt idx="5523">
                  <c:v>8.4674999999999993E-3</c:v>
                </c:pt>
                <c:pt idx="5524">
                  <c:v>8.7688000000000002E-3</c:v>
                </c:pt>
                <c:pt idx="5525">
                  <c:v>8.6183000000000006E-3</c:v>
                </c:pt>
                <c:pt idx="5526">
                  <c:v>8.071E-3</c:v>
                </c:pt>
                <c:pt idx="5527">
                  <c:v>7.9810000000000002E-3</c:v>
                </c:pt>
                <c:pt idx="5528">
                  <c:v>8.0397999999999997E-3</c:v>
                </c:pt>
                <c:pt idx="5529">
                  <c:v>8.0498999999999987E-3</c:v>
                </c:pt>
                <c:pt idx="5530">
                  <c:v>7.8924000000000008E-3</c:v>
                </c:pt>
                <c:pt idx="5531">
                  <c:v>7.4563999999999993E-3</c:v>
                </c:pt>
                <c:pt idx="5532">
                  <c:v>7.1454999999999999E-3</c:v>
                </c:pt>
                <c:pt idx="5533">
                  <c:v>6.9427999999999998E-3</c:v>
                </c:pt>
                <c:pt idx="5534">
                  <c:v>7.506699999999999E-3</c:v>
                </c:pt>
                <c:pt idx="5535">
                  <c:v>7.4752999999999998E-3</c:v>
                </c:pt>
                <c:pt idx="5536">
                  <c:v>7.6438000000000001E-3</c:v>
                </c:pt>
                <c:pt idx="5537">
                  <c:v>7.4197000000000004E-3</c:v>
                </c:pt>
                <c:pt idx="5538">
                  <c:v>7.2721000000000001E-3</c:v>
                </c:pt>
                <c:pt idx="5539">
                  <c:v>7.1391000000000007E-3</c:v>
                </c:pt>
                <c:pt idx="5540">
                  <c:v>6.8985000000000001E-3</c:v>
                </c:pt>
                <c:pt idx="5541">
                  <c:v>6.7790999999999997E-3</c:v>
                </c:pt>
                <c:pt idx="5542">
                  <c:v>6.9376000000000004E-3</c:v>
                </c:pt>
                <c:pt idx="5543">
                  <c:v>6.9874999999999998E-3</c:v>
                </c:pt>
                <c:pt idx="5544">
                  <c:v>6.7156999999999998E-3</c:v>
                </c:pt>
                <c:pt idx="5545">
                  <c:v>7.0028000000000009E-3</c:v>
                </c:pt>
                <c:pt idx="5546">
                  <c:v>7.3718999999999998E-3</c:v>
                </c:pt>
                <c:pt idx="5547">
                  <c:v>7.5916999999999998E-3</c:v>
                </c:pt>
                <c:pt idx="5548">
                  <c:v>7.9661000000000003E-3</c:v>
                </c:pt>
                <c:pt idx="5549">
                  <c:v>8.4378999999999999E-3</c:v>
                </c:pt>
                <c:pt idx="5550">
                  <c:v>8.6125999999999998E-3</c:v>
                </c:pt>
                <c:pt idx="5551">
                  <c:v>8.6791999999999998E-3</c:v>
                </c:pt>
                <c:pt idx="5552">
                  <c:v>8.9049000000000003E-3</c:v>
                </c:pt>
                <c:pt idx="5553">
                  <c:v>8.9899000000000003E-3</c:v>
                </c:pt>
                <c:pt idx="5554">
                  <c:v>9.1143999999999999E-3</c:v>
                </c:pt>
                <c:pt idx="5555">
                  <c:v>9.2043000000000003E-3</c:v>
                </c:pt>
                <c:pt idx="5556">
                  <c:v>9.1709999999999986E-3</c:v>
                </c:pt>
                <c:pt idx="5557">
                  <c:v>9.4468999999999994E-3</c:v>
                </c:pt>
                <c:pt idx="5558">
                  <c:v>9.8709000000000002E-3</c:v>
                </c:pt>
                <c:pt idx="5559">
                  <c:v>9.7909999999999994E-3</c:v>
                </c:pt>
                <c:pt idx="5560">
                  <c:v>9.9245999999999987E-3</c:v>
                </c:pt>
                <c:pt idx="5561">
                  <c:v>9.9378000000000001E-3</c:v>
                </c:pt>
                <c:pt idx="5562">
                  <c:v>9.9143000000000009E-3</c:v>
                </c:pt>
                <c:pt idx="5563">
                  <c:v>1.0522700000000001E-2</c:v>
                </c:pt>
                <c:pt idx="5564">
                  <c:v>1.09546E-2</c:v>
                </c:pt>
                <c:pt idx="5565">
                  <c:v>1.0755900000000001E-2</c:v>
                </c:pt>
                <c:pt idx="5566">
                  <c:v>1.0297499999999999E-2</c:v>
                </c:pt>
                <c:pt idx="5567">
                  <c:v>1.03321E-2</c:v>
                </c:pt>
                <c:pt idx="5568">
                  <c:v>1.06035E-2</c:v>
                </c:pt>
                <c:pt idx="5569">
                  <c:v>1.10483E-2</c:v>
                </c:pt>
                <c:pt idx="5570">
                  <c:v>1.0999699999999999E-2</c:v>
                </c:pt>
                <c:pt idx="5571">
                  <c:v>1.08301E-2</c:v>
                </c:pt>
                <c:pt idx="5572">
                  <c:v>1.08433E-2</c:v>
                </c:pt>
                <c:pt idx="5573">
                  <c:v>1.05924E-2</c:v>
                </c:pt>
                <c:pt idx="5574">
                  <c:v>1.0481000000000001E-2</c:v>
                </c:pt>
                <c:pt idx="5575">
                  <c:v>1.0218600000000001E-2</c:v>
                </c:pt>
                <c:pt idx="5576">
                  <c:v>1.06003E-2</c:v>
                </c:pt>
                <c:pt idx="5577">
                  <c:v>1.0722199999999999E-2</c:v>
                </c:pt>
                <c:pt idx="5578">
                  <c:v>1.0714400000000001E-2</c:v>
                </c:pt>
                <c:pt idx="5579">
                  <c:v>1.03791E-2</c:v>
                </c:pt>
                <c:pt idx="5580">
                  <c:v>1.00968E-2</c:v>
                </c:pt>
                <c:pt idx="5581">
                  <c:v>9.5452999999999996E-3</c:v>
                </c:pt>
                <c:pt idx="5582">
                  <c:v>8.7391000000000014E-3</c:v>
                </c:pt>
                <c:pt idx="5583">
                  <c:v>8.5848000000000001E-3</c:v>
                </c:pt>
                <c:pt idx="5584">
                  <c:v>8.4770000000000002E-3</c:v>
                </c:pt>
                <c:pt idx="5585">
                  <c:v>8.6049000000000004E-3</c:v>
                </c:pt>
                <c:pt idx="5586">
                  <c:v>8.4960000000000001E-3</c:v>
                </c:pt>
                <c:pt idx="5587">
                  <c:v>8.2956999999999996E-3</c:v>
                </c:pt>
                <c:pt idx="5588">
                  <c:v>8.2292000000000008E-3</c:v>
                </c:pt>
                <c:pt idx="5589">
                  <c:v>8.269799999999999E-3</c:v>
                </c:pt>
                <c:pt idx="5590">
                  <c:v>8.362399999999999E-3</c:v>
                </c:pt>
                <c:pt idx="5591">
                  <c:v>8.6420999999999998E-3</c:v>
                </c:pt>
                <c:pt idx="5592">
                  <c:v>9.0885000000000011E-3</c:v>
                </c:pt>
                <c:pt idx="5593">
                  <c:v>9.5242E-3</c:v>
                </c:pt>
                <c:pt idx="5594">
                  <c:v>1.06528E-2</c:v>
                </c:pt>
                <c:pt idx="5595">
                  <c:v>1.1137300000000001E-2</c:v>
                </c:pt>
                <c:pt idx="5596">
                  <c:v>1.06222E-2</c:v>
                </c:pt>
                <c:pt idx="5597">
                  <c:v>1.10857E-2</c:v>
                </c:pt>
                <c:pt idx="5598">
                  <c:v>1.10606E-2</c:v>
                </c:pt>
                <c:pt idx="5599">
                  <c:v>1.1025199999999999E-2</c:v>
                </c:pt>
                <c:pt idx="5600">
                  <c:v>1.06678E-2</c:v>
                </c:pt>
                <c:pt idx="5601">
                  <c:v>1.07309E-2</c:v>
                </c:pt>
                <c:pt idx="5602">
                  <c:v>1.0868300000000001E-2</c:v>
                </c:pt>
                <c:pt idx="5603">
                  <c:v>1.0711700000000001E-2</c:v>
                </c:pt>
                <c:pt idx="5604">
                  <c:v>1.07356E-2</c:v>
                </c:pt>
                <c:pt idx="5605">
                  <c:v>1.12412E-2</c:v>
                </c:pt>
                <c:pt idx="5606">
                  <c:v>1.1240099999999999E-2</c:v>
                </c:pt>
                <c:pt idx="5607">
                  <c:v>1.12391E-2</c:v>
                </c:pt>
                <c:pt idx="5608">
                  <c:v>1.13533E-2</c:v>
                </c:pt>
                <c:pt idx="5609">
                  <c:v>1.13533E-2</c:v>
                </c:pt>
                <c:pt idx="5610">
                  <c:v>1.15529E-2</c:v>
                </c:pt>
                <c:pt idx="5611">
                  <c:v>1.1730299999999999E-2</c:v>
                </c:pt>
                <c:pt idx="5612">
                  <c:v>1.15426E-2</c:v>
                </c:pt>
                <c:pt idx="5613">
                  <c:v>1.13565E-2</c:v>
                </c:pt>
                <c:pt idx="5614">
                  <c:v>1.1767700000000001E-2</c:v>
                </c:pt>
                <c:pt idx="5615">
                  <c:v>1.24717E-2</c:v>
                </c:pt>
                <c:pt idx="5616">
                  <c:v>1.29692E-2</c:v>
                </c:pt>
                <c:pt idx="5617">
                  <c:v>1.3499000000000001E-2</c:v>
                </c:pt>
                <c:pt idx="5618">
                  <c:v>1.3821399999999999E-2</c:v>
                </c:pt>
                <c:pt idx="5619">
                  <c:v>1.42538E-2</c:v>
                </c:pt>
                <c:pt idx="5620">
                  <c:v>1.40594E-2</c:v>
                </c:pt>
                <c:pt idx="5621">
                  <c:v>1.3851800000000001E-2</c:v>
                </c:pt>
                <c:pt idx="5622">
                  <c:v>1.3820900000000001E-2</c:v>
                </c:pt>
                <c:pt idx="5623">
                  <c:v>1.3872300000000001E-2</c:v>
                </c:pt>
                <c:pt idx="5624">
                  <c:v>1.35605E-2</c:v>
                </c:pt>
                <c:pt idx="5625">
                  <c:v>1.40927E-2</c:v>
                </c:pt>
                <c:pt idx="5626">
                  <c:v>1.37138E-2</c:v>
                </c:pt>
                <c:pt idx="5627">
                  <c:v>1.32636E-2</c:v>
                </c:pt>
                <c:pt idx="5628">
                  <c:v>1.2891300000000001E-2</c:v>
                </c:pt>
                <c:pt idx="5629">
                  <c:v>1.2989799999999999E-2</c:v>
                </c:pt>
                <c:pt idx="5630">
                  <c:v>1.3384100000000001E-2</c:v>
                </c:pt>
                <c:pt idx="5631">
                  <c:v>1.3378800000000001E-2</c:v>
                </c:pt>
                <c:pt idx="5632">
                  <c:v>1.32359E-2</c:v>
                </c:pt>
                <c:pt idx="5633">
                  <c:v>1.35631E-2</c:v>
                </c:pt>
                <c:pt idx="5634">
                  <c:v>1.34083E-2</c:v>
                </c:pt>
                <c:pt idx="5635">
                  <c:v>1.36268E-2</c:v>
                </c:pt>
                <c:pt idx="5636">
                  <c:v>1.2815500000000001E-2</c:v>
                </c:pt>
                <c:pt idx="5637">
                  <c:v>1.2496800000000001E-2</c:v>
                </c:pt>
                <c:pt idx="5638">
                  <c:v>1.22025E-2</c:v>
                </c:pt>
                <c:pt idx="5639">
                  <c:v>1.22931E-2</c:v>
                </c:pt>
                <c:pt idx="5640">
                  <c:v>1.2810800000000001E-2</c:v>
                </c:pt>
                <c:pt idx="5641">
                  <c:v>1.3062700000000002E-2</c:v>
                </c:pt>
                <c:pt idx="5642">
                  <c:v>1.3051800000000001E-2</c:v>
                </c:pt>
                <c:pt idx="5643">
                  <c:v>1.45183E-2</c:v>
                </c:pt>
                <c:pt idx="5644">
                  <c:v>1.53397E-2</c:v>
                </c:pt>
                <c:pt idx="5645">
                  <c:v>1.5092E-2</c:v>
                </c:pt>
                <c:pt idx="5646">
                  <c:v>1.46371E-2</c:v>
                </c:pt>
                <c:pt idx="5647">
                  <c:v>1.4473699999999999E-2</c:v>
                </c:pt>
                <c:pt idx="5648">
                  <c:v>1.4808199999999999E-2</c:v>
                </c:pt>
                <c:pt idx="5649">
                  <c:v>1.50428E-2</c:v>
                </c:pt>
                <c:pt idx="5650">
                  <c:v>1.5055699999999998E-2</c:v>
                </c:pt>
                <c:pt idx="5651">
                  <c:v>1.5253399999999999E-2</c:v>
                </c:pt>
                <c:pt idx="5652">
                  <c:v>1.5163900000000001E-2</c:v>
                </c:pt>
                <c:pt idx="5653">
                  <c:v>1.4506100000000001E-2</c:v>
                </c:pt>
                <c:pt idx="5654">
                  <c:v>1.4468399999999999E-2</c:v>
                </c:pt>
                <c:pt idx="5655">
                  <c:v>1.33703E-2</c:v>
                </c:pt>
                <c:pt idx="5656">
                  <c:v>1.25089E-2</c:v>
                </c:pt>
                <c:pt idx="5657">
                  <c:v>1.2101000000000001E-2</c:v>
                </c:pt>
                <c:pt idx="5658">
                  <c:v>1.1669199999999999E-2</c:v>
                </c:pt>
                <c:pt idx="5659">
                  <c:v>1.1625E-2</c:v>
                </c:pt>
                <c:pt idx="5660">
                  <c:v>1.25063E-2</c:v>
                </c:pt>
                <c:pt idx="5661">
                  <c:v>1.2868600000000001E-2</c:v>
                </c:pt>
                <c:pt idx="5662">
                  <c:v>1.31363E-2</c:v>
                </c:pt>
                <c:pt idx="5663">
                  <c:v>1.34179E-2</c:v>
                </c:pt>
                <c:pt idx="5664">
                  <c:v>1.3276900000000001E-2</c:v>
                </c:pt>
                <c:pt idx="5665">
                  <c:v>1.4785900000000001E-2</c:v>
                </c:pt>
                <c:pt idx="5666">
                  <c:v>1.4790899999999999E-2</c:v>
                </c:pt>
                <c:pt idx="5667">
                  <c:v>1.47417E-2</c:v>
                </c:pt>
                <c:pt idx="5668">
                  <c:v>1.4959200000000001E-2</c:v>
                </c:pt>
                <c:pt idx="5669">
                  <c:v>1.5510499999999998E-2</c:v>
                </c:pt>
                <c:pt idx="5670">
                  <c:v>1.6383600000000002E-2</c:v>
                </c:pt>
                <c:pt idx="5671">
                  <c:v>1.6173400000000001E-2</c:v>
                </c:pt>
                <c:pt idx="5672">
                  <c:v>1.6492400000000001E-2</c:v>
                </c:pt>
                <c:pt idx="5673">
                  <c:v>1.69173E-2</c:v>
                </c:pt>
                <c:pt idx="5674">
                  <c:v>1.6225999999999997E-2</c:v>
                </c:pt>
                <c:pt idx="5675">
                  <c:v>1.5225200000000001E-2</c:v>
                </c:pt>
                <c:pt idx="5676">
                  <c:v>1.5540199999999999E-2</c:v>
                </c:pt>
                <c:pt idx="5677">
                  <c:v>1.56635E-2</c:v>
                </c:pt>
                <c:pt idx="5678">
                  <c:v>1.65264E-2</c:v>
                </c:pt>
                <c:pt idx="5679">
                  <c:v>1.7037099999999999E-2</c:v>
                </c:pt>
                <c:pt idx="5680">
                  <c:v>1.6852699999999998E-2</c:v>
                </c:pt>
                <c:pt idx="5681">
                  <c:v>1.70172E-2</c:v>
                </c:pt>
                <c:pt idx="5682">
                  <c:v>1.71159E-2</c:v>
                </c:pt>
                <c:pt idx="5683">
                  <c:v>1.7700800000000003E-2</c:v>
                </c:pt>
                <c:pt idx="5684">
                  <c:v>1.754E-2</c:v>
                </c:pt>
                <c:pt idx="5685">
                  <c:v>1.7057200000000002E-2</c:v>
                </c:pt>
                <c:pt idx="5686">
                  <c:v>1.7276799999999998E-2</c:v>
                </c:pt>
                <c:pt idx="5687">
                  <c:v>1.7505400000000001E-2</c:v>
                </c:pt>
                <c:pt idx="5688">
                  <c:v>1.72181E-2</c:v>
                </c:pt>
                <c:pt idx="5689">
                  <c:v>1.6910599999999998E-2</c:v>
                </c:pt>
                <c:pt idx="5690">
                  <c:v>1.65743E-2</c:v>
                </c:pt>
                <c:pt idx="5691">
                  <c:v>1.6331100000000001E-2</c:v>
                </c:pt>
                <c:pt idx="5692">
                  <c:v>1.5671600000000001E-2</c:v>
                </c:pt>
                <c:pt idx="5693">
                  <c:v>1.51451E-2</c:v>
                </c:pt>
                <c:pt idx="5694">
                  <c:v>1.5266499999999999E-2</c:v>
                </c:pt>
                <c:pt idx="5695">
                  <c:v>1.5115799999999999E-2</c:v>
                </c:pt>
                <c:pt idx="5696">
                  <c:v>1.53166E-2</c:v>
                </c:pt>
                <c:pt idx="5697">
                  <c:v>1.5502199999999999E-2</c:v>
                </c:pt>
                <c:pt idx="5698">
                  <c:v>1.5070500000000001E-2</c:v>
                </c:pt>
                <c:pt idx="5699">
                  <c:v>1.4243700000000001E-2</c:v>
                </c:pt>
                <c:pt idx="5700">
                  <c:v>1.3442500000000001E-2</c:v>
                </c:pt>
                <c:pt idx="5701">
                  <c:v>1.3555899999999999E-2</c:v>
                </c:pt>
                <c:pt idx="5702">
                  <c:v>1.21586E-2</c:v>
                </c:pt>
                <c:pt idx="5703">
                  <c:v>1.1561400000000001E-2</c:v>
                </c:pt>
                <c:pt idx="5704">
                  <c:v>1.17404E-2</c:v>
                </c:pt>
                <c:pt idx="5705">
                  <c:v>1.1618699999999999E-2</c:v>
                </c:pt>
                <c:pt idx="5706">
                  <c:v>1.20118E-2</c:v>
                </c:pt>
                <c:pt idx="5707">
                  <c:v>1.21967E-2</c:v>
                </c:pt>
                <c:pt idx="5708">
                  <c:v>1.2263899999999999E-2</c:v>
                </c:pt>
                <c:pt idx="5709">
                  <c:v>1.2275599999999999E-2</c:v>
                </c:pt>
                <c:pt idx="5710">
                  <c:v>1.1848000000000001E-2</c:v>
                </c:pt>
                <c:pt idx="5711">
                  <c:v>1.1485500000000001E-2</c:v>
                </c:pt>
                <c:pt idx="5712">
                  <c:v>1.1308799999999999E-2</c:v>
                </c:pt>
                <c:pt idx="5713">
                  <c:v>1.13721E-2</c:v>
                </c:pt>
                <c:pt idx="5714">
                  <c:v>1.17409E-2</c:v>
                </c:pt>
                <c:pt idx="5715">
                  <c:v>1.1667700000000001E-2</c:v>
                </c:pt>
                <c:pt idx="5716">
                  <c:v>1.12698E-2</c:v>
                </c:pt>
                <c:pt idx="5717">
                  <c:v>1.09584E-2</c:v>
                </c:pt>
                <c:pt idx="5718">
                  <c:v>1.08504E-2</c:v>
                </c:pt>
                <c:pt idx="5719">
                  <c:v>1.1098200000000001E-2</c:v>
                </c:pt>
                <c:pt idx="5720">
                  <c:v>1.13775E-2</c:v>
                </c:pt>
                <c:pt idx="5721">
                  <c:v>1.13829E-2</c:v>
                </c:pt>
                <c:pt idx="5722">
                  <c:v>1.12158E-2</c:v>
                </c:pt>
                <c:pt idx="5723">
                  <c:v>1.1018699999999999E-2</c:v>
                </c:pt>
                <c:pt idx="5724">
                  <c:v>1.10156E-2</c:v>
                </c:pt>
                <c:pt idx="5725">
                  <c:v>1.05816E-2</c:v>
                </c:pt>
                <c:pt idx="5726">
                  <c:v>1.03021E-2</c:v>
                </c:pt>
                <c:pt idx="5727">
                  <c:v>1.0493500000000001E-2</c:v>
                </c:pt>
                <c:pt idx="5728">
                  <c:v>1.1107299999999999E-2</c:v>
                </c:pt>
                <c:pt idx="5729">
                  <c:v>1.1384399999999999E-2</c:v>
                </c:pt>
                <c:pt idx="5730">
                  <c:v>1.1417199999999999E-2</c:v>
                </c:pt>
                <c:pt idx="5731">
                  <c:v>1.0906600000000001E-2</c:v>
                </c:pt>
                <c:pt idx="5732">
                  <c:v>1.09876E-2</c:v>
                </c:pt>
                <c:pt idx="5733">
                  <c:v>1.09693E-2</c:v>
                </c:pt>
                <c:pt idx="5734">
                  <c:v>1.0891899999999999E-2</c:v>
                </c:pt>
                <c:pt idx="5735">
                  <c:v>1.09093E-2</c:v>
                </c:pt>
                <c:pt idx="5736">
                  <c:v>1.0865999999999999E-2</c:v>
                </c:pt>
                <c:pt idx="5737">
                  <c:v>1.0810699999999999E-2</c:v>
                </c:pt>
                <c:pt idx="5738">
                  <c:v>1.0794499999999999E-2</c:v>
                </c:pt>
                <c:pt idx="5739">
                  <c:v>1.08322E-2</c:v>
                </c:pt>
                <c:pt idx="5740">
                  <c:v>1.08205E-2</c:v>
                </c:pt>
                <c:pt idx="5741">
                  <c:v>1.09678E-2</c:v>
                </c:pt>
                <c:pt idx="5742">
                  <c:v>1.1582800000000001E-2</c:v>
                </c:pt>
                <c:pt idx="5743">
                  <c:v>1.15458E-2</c:v>
                </c:pt>
                <c:pt idx="5744">
                  <c:v>1.13875E-2</c:v>
                </c:pt>
                <c:pt idx="5745">
                  <c:v>1.16271E-2</c:v>
                </c:pt>
                <c:pt idx="5746">
                  <c:v>1.16907E-2</c:v>
                </c:pt>
                <c:pt idx="5747">
                  <c:v>1.1563E-2</c:v>
                </c:pt>
                <c:pt idx="5748">
                  <c:v>1.1426500000000001E-2</c:v>
                </c:pt>
                <c:pt idx="5749">
                  <c:v>1.14419E-2</c:v>
                </c:pt>
                <c:pt idx="5750">
                  <c:v>1.1507E-2</c:v>
                </c:pt>
                <c:pt idx="5751">
                  <c:v>1.1499500000000001E-2</c:v>
                </c:pt>
                <c:pt idx="5752">
                  <c:v>1.1507E-2</c:v>
                </c:pt>
                <c:pt idx="5753">
                  <c:v>1.1299399999999999E-2</c:v>
                </c:pt>
                <c:pt idx="5754">
                  <c:v>1.1117799999999999E-2</c:v>
                </c:pt>
                <c:pt idx="5755">
                  <c:v>1.0883E-2</c:v>
                </c:pt>
                <c:pt idx="5756">
                  <c:v>1.08734E-2</c:v>
                </c:pt>
                <c:pt idx="5757">
                  <c:v>1.0541099999999999E-2</c:v>
                </c:pt>
                <c:pt idx="5758">
                  <c:v>1.01365E-2</c:v>
                </c:pt>
                <c:pt idx="5759">
                  <c:v>1.0258499999999999E-2</c:v>
                </c:pt>
                <c:pt idx="5760">
                  <c:v>9.9917000000000009E-3</c:v>
                </c:pt>
                <c:pt idx="5761">
                  <c:v>9.7800000000000005E-3</c:v>
                </c:pt>
                <c:pt idx="5762">
                  <c:v>9.4342000000000002E-3</c:v>
                </c:pt>
                <c:pt idx="5763">
                  <c:v>9.5411000000000003E-3</c:v>
                </c:pt>
                <c:pt idx="5764">
                  <c:v>9.8054000000000006E-3</c:v>
                </c:pt>
                <c:pt idx="5765">
                  <c:v>9.6845000000000004E-3</c:v>
                </c:pt>
                <c:pt idx="5766">
                  <c:v>9.8788000000000001E-3</c:v>
                </c:pt>
                <c:pt idx="5767">
                  <c:v>9.9843999999999992E-3</c:v>
                </c:pt>
                <c:pt idx="5768">
                  <c:v>9.9942999999999994E-3</c:v>
                </c:pt>
                <c:pt idx="5769">
                  <c:v>9.8909000000000011E-3</c:v>
                </c:pt>
                <c:pt idx="5770">
                  <c:v>9.5471999999999987E-3</c:v>
                </c:pt>
                <c:pt idx="5771">
                  <c:v>9.4004999999999991E-3</c:v>
                </c:pt>
                <c:pt idx="5772">
                  <c:v>9.4055000000000007E-3</c:v>
                </c:pt>
                <c:pt idx="5773">
                  <c:v>9.5233999999999996E-3</c:v>
                </c:pt>
                <c:pt idx="5774">
                  <c:v>9.4489999999999991E-3</c:v>
                </c:pt>
                <c:pt idx="5775">
                  <c:v>9.6311000000000001E-3</c:v>
                </c:pt>
                <c:pt idx="5776">
                  <c:v>9.3298000000000009E-3</c:v>
                </c:pt>
                <c:pt idx="5777">
                  <c:v>9.0431999999999995E-3</c:v>
                </c:pt>
                <c:pt idx="5778">
                  <c:v>9.2522999999999998E-3</c:v>
                </c:pt>
                <c:pt idx="5779">
                  <c:v>9.2002999999999998E-3</c:v>
                </c:pt>
                <c:pt idx="5780">
                  <c:v>9.2151999999999998E-3</c:v>
                </c:pt>
                <c:pt idx="5781">
                  <c:v>9.1932000000000003E-3</c:v>
                </c:pt>
                <c:pt idx="5782">
                  <c:v>9.1619000000000006E-3</c:v>
                </c:pt>
                <c:pt idx="5783">
                  <c:v>8.9113000000000005E-3</c:v>
                </c:pt>
                <c:pt idx="5784">
                  <c:v>8.6878000000000007E-3</c:v>
                </c:pt>
                <c:pt idx="5785">
                  <c:v>9.1488999999999997E-3</c:v>
                </c:pt>
                <c:pt idx="5786">
                  <c:v>9.4549999999999999E-3</c:v>
                </c:pt>
                <c:pt idx="5787">
                  <c:v>9.6915000000000005E-3</c:v>
                </c:pt>
                <c:pt idx="5788">
                  <c:v>1.00473E-2</c:v>
                </c:pt>
                <c:pt idx="5789">
                  <c:v>1.10387E-2</c:v>
                </c:pt>
                <c:pt idx="5790">
                  <c:v>1.1035400000000001E-2</c:v>
                </c:pt>
                <c:pt idx="5791">
                  <c:v>1.1504E-2</c:v>
                </c:pt>
                <c:pt idx="5792">
                  <c:v>1.12295E-2</c:v>
                </c:pt>
                <c:pt idx="5793">
                  <c:v>1.1473499999999999E-2</c:v>
                </c:pt>
                <c:pt idx="5794">
                  <c:v>1.27165E-2</c:v>
                </c:pt>
                <c:pt idx="5795">
                  <c:v>1.2052999999999999E-2</c:v>
                </c:pt>
                <c:pt idx="5796">
                  <c:v>1.19189E-2</c:v>
                </c:pt>
                <c:pt idx="5797">
                  <c:v>1.20772E-2</c:v>
                </c:pt>
                <c:pt idx="5798">
                  <c:v>1.1985599999999999E-2</c:v>
                </c:pt>
                <c:pt idx="5799">
                  <c:v>1.1138500000000001E-2</c:v>
                </c:pt>
                <c:pt idx="5800">
                  <c:v>1.0952699999999999E-2</c:v>
                </c:pt>
                <c:pt idx="5801">
                  <c:v>1.0685099999999999E-2</c:v>
                </c:pt>
                <c:pt idx="5802">
                  <c:v>1.0606000000000001E-2</c:v>
                </c:pt>
                <c:pt idx="5803">
                  <c:v>1.04242E-2</c:v>
                </c:pt>
                <c:pt idx="5804">
                  <c:v>1.03754E-2</c:v>
                </c:pt>
                <c:pt idx="5805">
                  <c:v>1.05553E-2</c:v>
                </c:pt>
                <c:pt idx="5806">
                  <c:v>1.0982200000000001E-2</c:v>
                </c:pt>
                <c:pt idx="5807">
                  <c:v>1.1039199999999999E-2</c:v>
                </c:pt>
                <c:pt idx="5808">
                  <c:v>1.10662E-2</c:v>
                </c:pt>
                <c:pt idx="5809">
                  <c:v>1.1038800000000001E-2</c:v>
                </c:pt>
                <c:pt idx="5810">
                  <c:v>1.0818700000000001E-2</c:v>
                </c:pt>
                <c:pt idx="5811">
                  <c:v>1.05986E-2</c:v>
                </c:pt>
                <c:pt idx="5812">
                  <c:v>1.0439799999999999E-2</c:v>
                </c:pt>
                <c:pt idx="5813">
                  <c:v>1.03239E-2</c:v>
                </c:pt>
                <c:pt idx="5814">
                  <c:v>1.0343999999999999E-2</c:v>
                </c:pt>
                <c:pt idx="5815">
                  <c:v>1.03555E-2</c:v>
                </c:pt>
                <c:pt idx="5816">
                  <c:v>1.03973E-2</c:v>
                </c:pt>
                <c:pt idx="5817">
                  <c:v>1.05209E-2</c:v>
                </c:pt>
                <c:pt idx="5818">
                  <c:v>1.05346E-2</c:v>
                </c:pt>
                <c:pt idx="5819">
                  <c:v>1.0556100000000001E-2</c:v>
                </c:pt>
                <c:pt idx="5820">
                  <c:v>1.0554000000000001E-2</c:v>
                </c:pt>
                <c:pt idx="5821">
                  <c:v>1.0619400000000001E-2</c:v>
                </c:pt>
                <c:pt idx="5822">
                  <c:v>1.04884E-2</c:v>
                </c:pt>
                <c:pt idx="5823">
                  <c:v>1.0318600000000001E-2</c:v>
                </c:pt>
                <c:pt idx="5824">
                  <c:v>9.6985999999999999E-3</c:v>
                </c:pt>
                <c:pt idx="5825">
                  <c:v>9.6714999999999995E-3</c:v>
                </c:pt>
                <c:pt idx="5826">
                  <c:v>9.7371000000000003E-3</c:v>
                </c:pt>
                <c:pt idx="5827">
                  <c:v>9.9901999999999994E-3</c:v>
                </c:pt>
                <c:pt idx="5828">
                  <c:v>9.8754000000000012E-3</c:v>
                </c:pt>
                <c:pt idx="5829">
                  <c:v>9.8857000000000007E-3</c:v>
                </c:pt>
                <c:pt idx="5830">
                  <c:v>9.9795999999999999E-3</c:v>
                </c:pt>
                <c:pt idx="5831">
                  <c:v>9.7653000000000011E-3</c:v>
                </c:pt>
                <c:pt idx="5832">
                  <c:v>9.476E-3</c:v>
                </c:pt>
                <c:pt idx="5833">
                  <c:v>9.5075000000000003E-3</c:v>
                </c:pt>
                <c:pt idx="5834">
                  <c:v>9.560599999999999E-3</c:v>
                </c:pt>
                <c:pt idx="5835">
                  <c:v>9.5294000000000004E-3</c:v>
                </c:pt>
                <c:pt idx="5836">
                  <c:v>9.1988E-3</c:v>
                </c:pt>
                <c:pt idx="5837">
                  <c:v>8.8757999999999997E-3</c:v>
                </c:pt>
                <c:pt idx="5838">
                  <c:v>8.8240999999999997E-3</c:v>
                </c:pt>
                <c:pt idx="5839">
                  <c:v>8.7381999999999998E-3</c:v>
                </c:pt>
                <c:pt idx="5840">
                  <c:v>8.6175999999999996E-3</c:v>
                </c:pt>
                <c:pt idx="5841">
                  <c:v>8.6828000000000009E-3</c:v>
                </c:pt>
                <c:pt idx="5842">
                  <c:v>8.5463999999999991E-3</c:v>
                </c:pt>
                <c:pt idx="5843">
                  <c:v>8.490300000000001E-3</c:v>
                </c:pt>
                <c:pt idx="5844">
                  <c:v>8.4046999999999993E-3</c:v>
                </c:pt>
                <c:pt idx="5845">
                  <c:v>8.4153000000000006E-3</c:v>
                </c:pt>
                <c:pt idx="5846">
                  <c:v>8.5281000000000003E-3</c:v>
                </c:pt>
                <c:pt idx="5847">
                  <c:v>8.4343000000000005E-3</c:v>
                </c:pt>
                <c:pt idx="5848">
                  <c:v>8.2296999999999995E-3</c:v>
                </c:pt>
                <c:pt idx="5849">
                  <c:v>8.1218000000000002E-3</c:v>
                </c:pt>
                <c:pt idx="5850">
                  <c:v>8.0402000000000008E-3</c:v>
                </c:pt>
                <c:pt idx="5851">
                  <c:v>7.9500999999999999E-3</c:v>
                </c:pt>
                <c:pt idx="5852">
                  <c:v>7.9292000000000008E-3</c:v>
                </c:pt>
                <c:pt idx="5853">
                  <c:v>7.796599999999999E-3</c:v>
                </c:pt>
                <c:pt idx="5854">
                  <c:v>7.6900999999999992E-3</c:v>
                </c:pt>
                <c:pt idx="5855">
                  <c:v>7.4462E-3</c:v>
                </c:pt>
                <c:pt idx="5856">
                  <c:v>7.4825000000000004E-3</c:v>
                </c:pt>
                <c:pt idx="5857">
                  <c:v>7.4462999999999994E-3</c:v>
                </c:pt>
                <c:pt idx="5858">
                  <c:v>7.4000000000000003E-3</c:v>
                </c:pt>
                <c:pt idx="5859">
                  <c:v>7.4040000000000009E-3</c:v>
                </c:pt>
                <c:pt idx="5860">
                  <c:v>7.3343999999999996E-3</c:v>
                </c:pt>
                <c:pt idx="5861">
                  <c:v>7.2459000000000004E-3</c:v>
                </c:pt>
                <c:pt idx="5862">
                  <c:v>7.1709E-3</c:v>
                </c:pt>
                <c:pt idx="5863">
                  <c:v>7.2122000000000002E-3</c:v>
                </c:pt>
                <c:pt idx="5864">
                  <c:v>7.2911E-3</c:v>
                </c:pt>
                <c:pt idx="5865">
                  <c:v>7.3200999999999995E-3</c:v>
                </c:pt>
                <c:pt idx="5866">
                  <c:v>7.3233000000000005E-3</c:v>
                </c:pt>
                <c:pt idx="5867">
                  <c:v>7.3568000000000001E-3</c:v>
                </c:pt>
                <c:pt idx="5868">
                  <c:v>7.2436000000000011E-3</c:v>
                </c:pt>
                <c:pt idx="5869">
                  <c:v>7.2367999999999998E-3</c:v>
                </c:pt>
                <c:pt idx="5870">
                  <c:v>7.2117999999999991E-3</c:v>
                </c:pt>
                <c:pt idx="5871">
                  <c:v>7.2918999999999996E-3</c:v>
                </c:pt>
                <c:pt idx="5872">
                  <c:v>7.5629000000000009E-3</c:v>
                </c:pt>
                <c:pt idx="5873">
                  <c:v>7.7159000000000004E-3</c:v>
                </c:pt>
                <c:pt idx="5874">
                  <c:v>7.9924000000000002E-3</c:v>
                </c:pt>
                <c:pt idx="5875">
                  <c:v>7.9457E-3</c:v>
                </c:pt>
                <c:pt idx="5876">
                  <c:v>7.7212000000000001E-3</c:v>
                </c:pt>
                <c:pt idx="5877">
                  <c:v>7.4666999999999997E-3</c:v>
                </c:pt>
                <c:pt idx="5878">
                  <c:v>7.4914000000000005E-3</c:v>
                </c:pt>
                <c:pt idx="5879">
                  <c:v>7.5873999999999994E-3</c:v>
                </c:pt>
                <c:pt idx="5880">
                  <c:v>7.5763999999999996E-3</c:v>
                </c:pt>
                <c:pt idx="5881">
                  <c:v>7.4870999999999991E-3</c:v>
                </c:pt>
                <c:pt idx="5882">
                  <c:v>7.5832999999999994E-3</c:v>
                </c:pt>
                <c:pt idx="5883">
                  <c:v>7.4600999999999999E-3</c:v>
                </c:pt>
                <c:pt idx="5884">
                  <c:v>7.3011999999999999E-3</c:v>
                </c:pt>
                <c:pt idx="5885">
                  <c:v>7.1449E-3</c:v>
                </c:pt>
                <c:pt idx="5886">
                  <c:v>6.9322999999999997E-3</c:v>
                </c:pt>
                <c:pt idx="5887">
                  <c:v>6.6751000000000007E-3</c:v>
                </c:pt>
                <c:pt idx="5888">
                  <c:v>6.3452999999999999E-3</c:v>
                </c:pt>
                <c:pt idx="5889">
                  <c:v>6.2692999999999994E-3</c:v>
                </c:pt>
                <c:pt idx="5890">
                  <c:v>6.2801999999999997E-3</c:v>
                </c:pt>
                <c:pt idx="5891">
                  <c:v>6.3731000000000005E-3</c:v>
                </c:pt>
                <c:pt idx="5892">
                  <c:v>6.4060000000000002E-3</c:v>
                </c:pt>
                <c:pt idx="5893">
                  <c:v>6.3445000000000003E-3</c:v>
                </c:pt>
                <c:pt idx="5894">
                  <c:v>6.2341999999999996E-3</c:v>
                </c:pt>
                <c:pt idx="5895">
                  <c:v>6.1592000000000001E-3</c:v>
                </c:pt>
                <c:pt idx="5896">
                  <c:v>6.2930999999999994E-3</c:v>
                </c:pt>
                <c:pt idx="5897">
                  <c:v>6.2569000000000001E-3</c:v>
                </c:pt>
                <c:pt idx="5898">
                  <c:v>6.2506999999999997E-3</c:v>
                </c:pt>
                <c:pt idx="5899">
                  <c:v>6.5343999999999992E-3</c:v>
                </c:pt>
                <c:pt idx="5900">
                  <c:v>6.8355000000000004E-3</c:v>
                </c:pt>
                <c:pt idx="5901">
                  <c:v>6.8858999999999995E-3</c:v>
                </c:pt>
                <c:pt idx="5902">
                  <c:v>6.9456999999999991E-3</c:v>
                </c:pt>
                <c:pt idx="5903">
                  <c:v>6.9614999999999998E-3</c:v>
                </c:pt>
                <c:pt idx="5904">
                  <c:v>6.8071E-3</c:v>
                </c:pt>
                <c:pt idx="5905">
                  <c:v>6.6337000000000002E-3</c:v>
                </c:pt>
                <c:pt idx="5906">
                  <c:v>6.2159999999999993E-3</c:v>
                </c:pt>
                <c:pt idx="5907">
                  <c:v>6.1180000000000002E-3</c:v>
                </c:pt>
                <c:pt idx="5908">
                  <c:v>6.1254999999999999E-3</c:v>
                </c:pt>
                <c:pt idx="5909">
                  <c:v>5.8383999999999997E-3</c:v>
                </c:pt>
                <c:pt idx="5910">
                  <c:v>5.6938000000000006E-3</c:v>
                </c:pt>
                <c:pt idx="5911">
                  <c:v>5.6119999999999998E-3</c:v>
                </c:pt>
                <c:pt idx="5912">
                  <c:v>5.7020000000000005E-3</c:v>
                </c:pt>
                <c:pt idx="5913">
                  <c:v>5.6165999999999994E-3</c:v>
                </c:pt>
                <c:pt idx="5914">
                  <c:v>5.6134999999999996E-3</c:v>
                </c:pt>
                <c:pt idx="5915">
                  <c:v>5.7561000000000001E-3</c:v>
                </c:pt>
                <c:pt idx="5916">
                  <c:v>5.9478999999999999E-3</c:v>
                </c:pt>
                <c:pt idx="5917">
                  <c:v>5.9969999999999997E-3</c:v>
                </c:pt>
                <c:pt idx="5918">
                  <c:v>5.9481999999999998E-3</c:v>
                </c:pt>
                <c:pt idx="5919">
                  <c:v>6.0152999999999995E-3</c:v>
                </c:pt>
                <c:pt idx="5920">
                  <c:v>6.1035999999999998E-3</c:v>
                </c:pt>
                <c:pt idx="5921">
                  <c:v>6.0482999999999995E-3</c:v>
                </c:pt>
                <c:pt idx="5922">
                  <c:v>5.8534999999999993E-3</c:v>
                </c:pt>
                <c:pt idx="5923">
                  <c:v>5.8590999999999999E-3</c:v>
                </c:pt>
                <c:pt idx="5924">
                  <c:v>5.9395999999999997E-3</c:v>
                </c:pt>
                <c:pt idx="5925">
                  <c:v>5.8676000000000006E-3</c:v>
                </c:pt>
                <c:pt idx="5926">
                  <c:v>6.6513999999999992E-3</c:v>
                </c:pt>
                <c:pt idx="5927">
                  <c:v>6.9636999999999998E-3</c:v>
                </c:pt>
                <c:pt idx="5928">
                  <c:v>6.8242999999999993E-3</c:v>
                </c:pt>
                <c:pt idx="5929">
                  <c:v>6.8777000000000005E-3</c:v>
                </c:pt>
                <c:pt idx="5930">
                  <c:v>7.0665999999999993E-3</c:v>
                </c:pt>
                <c:pt idx="5931">
                  <c:v>7.3508999999999996E-3</c:v>
                </c:pt>
                <c:pt idx="5932">
                  <c:v>7.3486999999999997E-3</c:v>
                </c:pt>
                <c:pt idx="5933">
                  <c:v>7.3444000000000001E-3</c:v>
                </c:pt>
                <c:pt idx="5934">
                  <c:v>7.5409000000000006E-3</c:v>
                </c:pt>
                <c:pt idx="5935">
                  <c:v>8.0995000000000008E-3</c:v>
                </c:pt>
                <c:pt idx="5936">
                  <c:v>8.1405000000000002E-3</c:v>
                </c:pt>
                <c:pt idx="5937">
                  <c:v>8.1730999999999991E-3</c:v>
                </c:pt>
                <c:pt idx="5938">
                  <c:v>8.0686000000000004E-3</c:v>
                </c:pt>
                <c:pt idx="5939">
                  <c:v>8.0623999999999991E-3</c:v>
                </c:pt>
                <c:pt idx="5940">
                  <c:v>7.6650999999999993E-3</c:v>
                </c:pt>
                <c:pt idx="5941">
                  <c:v>7.4950999999999993E-3</c:v>
                </c:pt>
                <c:pt idx="5942">
                  <c:v>7.5580999999999999E-3</c:v>
                </c:pt>
                <c:pt idx="5943">
                  <c:v>7.7323999999999995E-3</c:v>
                </c:pt>
                <c:pt idx="5944">
                  <c:v>7.4796000000000003E-3</c:v>
                </c:pt>
                <c:pt idx="5945">
                  <c:v>7.4181999999999998E-3</c:v>
                </c:pt>
                <c:pt idx="5946">
                  <c:v>7.7286000000000004E-3</c:v>
                </c:pt>
                <c:pt idx="5947">
                  <c:v>7.9346E-3</c:v>
                </c:pt>
                <c:pt idx="5948">
                  <c:v>8.096299999999999E-3</c:v>
                </c:pt>
                <c:pt idx="5949">
                  <c:v>7.984999999999999E-3</c:v>
                </c:pt>
                <c:pt idx="5950">
                  <c:v>7.8256000000000003E-3</c:v>
                </c:pt>
                <c:pt idx="5951">
                  <c:v>7.8309999999999994E-3</c:v>
                </c:pt>
                <c:pt idx="5952">
                  <c:v>7.9594999999999996E-3</c:v>
                </c:pt>
                <c:pt idx="5953">
                  <c:v>8.0526E-3</c:v>
                </c:pt>
                <c:pt idx="5954">
                  <c:v>7.9509999999999997E-3</c:v>
                </c:pt>
                <c:pt idx="5955">
                  <c:v>7.8578999999999993E-3</c:v>
                </c:pt>
                <c:pt idx="5956">
                  <c:v>7.6019000000000008E-3</c:v>
                </c:pt>
                <c:pt idx="5957">
                  <c:v>7.0742000000000001E-3</c:v>
                </c:pt>
                <c:pt idx="5958">
                  <c:v>6.6888999999999994E-3</c:v>
                </c:pt>
                <c:pt idx="5959">
                  <c:v>6.7102000000000004E-3</c:v>
                </c:pt>
                <c:pt idx="5960">
                  <c:v>6.7343000000000004E-3</c:v>
                </c:pt>
                <c:pt idx="5961">
                  <c:v>6.7055999999999999E-3</c:v>
                </c:pt>
                <c:pt idx="5962">
                  <c:v>6.8370000000000002E-3</c:v>
                </c:pt>
                <c:pt idx="5963">
                  <c:v>6.7284999999999992E-3</c:v>
                </c:pt>
                <c:pt idx="5964">
                  <c:v>6.6782999999999999E-3</c:v>
                </c:pt>
                <c:pt idx="5965">
                  <c:v>6.3794999999999998E-3</c:v>
                </c:pt>
                <c:pt idx="5966">
                  <c:v>6.2323999999999999E-3</c:v>
                </c:pt>
                <c:pt idx="5967">
                  <c:v>6.1799000000000003E-3</c:v>
                </c:pt>
                <c:pt idx="5968">
                  <c:v>6.0828000000000002E-3</c:v>
                </c:pt>
                <c:pt idx="5969">
                  <c:v>5.8479999999999999E-3</c:v>
                </c:pt>
                <c:pt idx="5970">
                  <c:v>5.8114999999999998E-3</c:v>
                </c:pt>
                <c:pt idx="5971">
                  <c:v>5.8726999999999998E-3</c:v>
                </c:pt>
                <c:pt idx="5972">
                  <c:v>5.8901000000000005E-3</c:v>
                </c:pt>
                <c:pt idx="5973">
                  <c:v>5.8085999999999997E-3</c:v>
                </c:pt>
                <c:pt idx="5974">
                  <c:v>5.7939999999999997E-3</c:v>
                </c:pt>
                <c:pt idx="5975">
                  <c:v>5.7549000000000003E-3</c:v>
                </c:pt>
                <c:pt idx="5976">
                  <c:v>5.5474000000000001E-3</c:v>
                </c:pt>
                <c:pt idx="5977">
                  <c:v>5.5703000000000003E-3</c:v>
                </c:pt>
                <c:pt idx="5978">
                  <c:v>5.5332999999999997E-3</c:v>
                </c:pt>
                <c:pt idx="5979">
                  <c:v>5.3993000000000001E-3</c:v>
                </c:pt>
                <c:pt idx="5980">
                  <c:v>5.4793999999999997E-3</c:v>
                </c:pt>
                <c:pt idx="5981">
                  <c:v>5.6779999999999999E-3</c:v>
                </c:pt>
                <c:pt idx="5982">
                  <c:v>5.8167999999999996E-3</c:v>
                </c:pt>
                <c:pt idx="5983">
                  <c:v>5.7470999999999998E-3</c:v>
                </c:pt>
                <c:pt idx="5984">
                  <c:v>5.6091999999999999E-3</c:v>
                </c:pt>
                <c:pt idx="5985">
                  <c:v>5.6303999999999998E-3</c:v>
                </c:pt>
                <c:pt idx="5986">
                  <c:v>5.4317000000000002E-3</c:v>
                </c:pt>
                <c:pt idx="5987">
                  <c:v>5.2117999999999999E-3</c:v>
                </c:pt>
                <c:pt idx="5988">
                  <c:v>5.2634999999999999E-3</c:v>
                </c:pt>
                <c:pt idx="5989">
                  <c:v>5.2901000000000007E-3</c:v>
                </c:pt>
                <c:pt idx="5990">
                  <c:v>5.2630999999999997E-3</c:v>
                </c:pt>
                <c:pt idx="5991">
                  <c:v>5.2835E-3</c:v>
                </c:pt>
                <c:pt idx="5992">
                  <c:v>5.1392E-3</c:v>
                </c:pt>
                <c:pt idx="5993">
                  <c:v>5.0930000000000003E-3</c:v>
                </c:pt>
                <c:pt idx="5994">
                  <c:v>5.0628000000000001E-3</c:v>
                </c:pt>
                <c:pt idx="5995">
                  <c:v>5.1066999999999996E-3</c:v>
                </c:pt>
                <c:pt idx="5996">
                  <c:v>5.0905000000000004E-3</c:v>
                </c:pt>
                <c:pt idx="5997">
                  <c:v>5.0285E-3</c:v>
                </c:pt>
                <c:pt idx="5998">
                  <c:v>5.0128000000000004E-3</c:v>
                </c:pt>
                <c:pt idx="5999">
                  <c:v>5.0292999999999996E-3</c:v>
                </c:pt>
                <c:pt idx="6000">
                  <c:v>5.5382000000000001E-3</c:v>
                </c:pt>
                <c:pt idx="6001">
                  <c:v>5.8839000000000001E-3</c:v>
                </c:pt>
                <c:pt idx="6002">
                  <c:v>5.9621000000000006E-3</c:v>
                </c:pt>
                <c:pt idx="6003">
                  <c:v>5.9430999999999998E-3</c:v>
                </c:pt>
                <c:pt idx="6004">
                  <c:v>5.8276999999999999E-3</c:v>
                </c:pt>
                <c:pt idx="6005">
                  <c:v>5.7729999999999995E-3</c:v>
                </c:pt>
                <c:pt idx="6006">
                  <c:v>5.5688999999999999E-3</c:v>
                </c:pt>
                <c:pt idx="6007">
                  <c:v>5.4435999999999998E-3</c:v>
                </c:pt>
                <c:pt idx="6008">
                  <c:v>5.3656999999999993E-3</c:v>
                </c:pt>
                <c:pt idx="6009">
                  <c:v>5.3046999999999999E-3</c:v>
                </c:pt>
                <c:pt idx="6010">
                  <c:v>5.3633999999999999E-3</c:v>
                </c:pt>
                <c:pt idx="6011">
                  <c:v>5.5545999999999998E-3</c:v>
                </c:pt>
                <c:pt idx="6012">
                  <c:v>5.5012000000000004E-3</c:v>
                </c:pt>
                <c:pt idx="6013">
                  <c:v>5.5100000000000001E-3</c:v>
                </c:pt>
                <c:pt idx="6014">
                  <c:v>5.5065000000000001E-3</c:v>
                </c:pt>
                <c:pt idx="6015">
                  <c:v>5.6186999999999999E-3</c:v>
                </c:pt>
                <c:pt idx="6016">
                  <c:v>5.7185999999999999E-3</c:v>
                </c:pt>
                <c:pt idx="6017">
                  <c:v>5.5592000000000003E-3</c:v>
                </c:pt>
                <c:pt idx="6018">
                  <c:v>5.3664999999999997E-3</c:v>
                </c:pt>
                <c:pt idx="6019">
                  <c:v>5.3238000000000001E-3</c:v>
                </c:pt>
                <c:pt idx="6020">
                  <c:v>5.2566000000000002E-3</c:v>
                </c:pt>
                <c:pt idx="6021">
                  <c:v>5.4228000000000002E-3</c:v>
                </c:pt>
                <c:pt idx="6022">
                  <c:v>5.3268999999999999E-3</c:v>
                </c:pt>
                <c:pt idx="6023">
                  <c:v>5.2989999999999999E-3</c:v>
                </c:pt>
                <c:pt idx="6024">
                  <c:v>5.4645000000000006E-3</c:v>
                </c:pt>
                <c:pt idx="6025">
                  <c:v>5.4073000000000003E-3</c:v>
                </c:pt>
                <c:pt idx="6026">
                  <c:v>5.3244999999999994E-3</c:v>
                </c:pt>
                <c:pt idx="6027">
                  <c:v>5.5190999999999999E-3</c:v>
                </c:pt>
                <c:pt idx="6028">
                  <c:v>5.6807000000000003E-3</c:v>
                </c:pt>
                <c:pt idx="6029">
                  <c:v>5.7746000000000004E-3</c:v>
                </c:pt>
                <c:pt idx="6030">
                  <c:v>5.7746000000000004E-3</c:v>
                </c:pt>
                <c:pt idx="6031">
                  <c:v>5.4668E-3</c:v>
                </c:pt>
                <c:pt idx="6032">
                  <c:v>5.2377999999999999E-3</c:v>
                </c:pt>
                <c:pt idx="6033">
                  <c:v>5.1356000000000006E-3</c:v>
                </c:pt>
                <c:pt idx="6034">
                  <c:v>5.1603999999999999E-3</c:v>
                </c:pt>
                <c:pt idx="6035">
                  <c:v>5.4174000000000002E-3</c:v>
                </c:pt>
                <c:pt idx="6036">
                  <c:v>5.3247999999999993E-3</c:v>
                </c:pt>
                <c:pt idx="6037">
                  <c:v>5.0834000000000001E-3</c:v>
                </c:pt>
                <c:pt idx="6038">
                  <c:v>4.8162999999999999E-3</c:v>
                </c:pt>
                <c:pt idx="6039">
                  <c:v>4.7404999999999999E-3</c:v>
                </c:pt>
                <c:pt idx="6040">
                  <c:v>4.8907999999999998E-3</c:v>
                </c:pt>
                <c:pt idx="6041">
                  <c:v>4.9670000000000001E-3</c:v>
                </c:pt>
                <c:pt idx="6042">
                  <c:v>4.7156999999999998E-3</c:v>
                </c:pt>
                <c:pt idx="6043">
                  <c:v>4.5009000000000004E-3</c:v>
                </c:pt>
                <c:pt idx="6044">
                  <c:v>4.4600999999999998E-3</c:v>
                </c:pt>
                <c:pt idx="6045">
                  <c:v>4.6106000000000003E-3</c:v>
                </c:pt>
                <c:pt idx="6046">
                  <c:v>4.6462999999999999E-3</c:v>
                </c:pt>
                <c:pt idx="6047">
                  <c:v>4.7908000000000004E-3</c:v>
                </c:pt>
                <c:pt idx="6048">
                  <c:v>4.9106999999999996E-3</c:v>
                </c:pt>
                <c:pt idx="6049">
                  <c:v>4.9173999999999997E-3</c:v>
                </c:pt>
                <c:pt idx="6050">
                  <c:v>4.7493000000000006E-3</c:v>
                </c:pt>
                <c:pt idx="6051">
                  <c:v>4.7675E-3</c:v>
                </c:pt>
                <c:pt idx="6052">
                  <c:v>4.9728000000000003E-3</c:v>
                </c:pt>
                <c:pt idx="6053">
                  <c:v>5.1168000000000003E-3</c:v>
                </c:pt>
                <c:pt idx="6054">
                  <c:v>5.0459000000000007E-3</c:v>
                </c:pt>
                <c:pt idx="6055">
                  <c:v>4.9688000000000006E-3</c:v>
                </c:pt>
                <c:pt idx="6056">
                  <c:v>5.4743999999999999E-3</c:v>
                </c:pt>
                <c:pt idx="6057">
                  <c:v>5.2456000000000004E-3</c:v>
                </c:pt>
                <c:pt idx="6058">
                  <c:v>5.4256999999999994E-3</c:v>
                </c:pt>
                <c:pt idx="6059">
                  <c:v>5.4586000000000001E-3</c:v>
                </c:pt>
                <c:pt idx="6060">
                  <c:v>5.4860999999999998E-3</c:v>
                </c:pt>
                <c:pt idx="6061">
                  <c:v>5.5060999999999999E-3</c:v>
                </c:pt>
                <c:pt idx="6062">
                  <c:v>5.4694000000000001E-3</c:v>
                </c:pt>
                <c:pt idx="6063">
                  <c:v>5.4612999999999997E-3</c:v>
                </c:pt>
                <c:pt idx="6064">
                  <c:v>5.5112E-3</c:v>
                </c:pt>
                <c:pt idx="6065">
                  <c:v>5.5811999999999997E-3</c:v>
                </c:pt>
                <c:pt idx="6066">
                  <c:v>5.6714000000000001E-3</c:v>
                </c:pt>
                <c:pt idx="6067">
                  <c:v>5.7597000000000004E-3</c:v>
                </c:pt>
                <c:pt idx="6068">
                  <c:v>5.6996E-3</c:v>
                </c:pt>
                <c:pt idx="6069">
                  <c:v>5.4710000000000002E-3</c:v>
                </c:pt>
                <c:pt idx="6070">
                  <c:v>5.3287999999999999E-3</c:v>
                </c:pt>
                <c:pt idx="6071">
                  <c:v>5.5694999999999998E-3</c:v>
                </c:pt>
                <c:pt idx="6072">
                  <c:v>5.7039000000000005E-3</c:v>
                </c:pt>
                <c:pt idx="6073">
                  <c:v>6.1971999999999999E-3</c:v>
                </c:pt>
                <c:pt idx="6074">
                  <c:v>6.5896000000000001E-3</c:v>
                </c:pt>
                <c:pt idx="6075">
                  <c:v>6.6021000000000005E-3</c:v>
                </c:pt>
                <c:pt idx="6076">
                  <c:v>6.4200999999999998E-3</c:v>
                </c:pt>
                <c:pt idx="6077">
                  <c:v>6.3920999999999995E-3</c:v>
                </c:pt>
                <c:pt idx="6078">
                  <c:v>6.4777000000000003E-3</c:v>
                </c:pt>
                <c:pt idx="6079">
                  <c:v>6.2264E-3</c:v>
                </c:pt>
                <c:pt idx="6080">
                  <c:v>5.9966000000000004E-3</c:v>
                </c:pt>
                <c:pt idx="6081">
                  <c:v>6.0086000000000002E-3</c:v>
                </c:pt>
                <c:pt idx="6082">
                  <c:v>6.1479999999999998E-3</c:v>
                </c:pt>
                <c:pt idx="6083">
                  <c:v>6.1533999999999998E-3</c:v>
                </c:pt>
                <c:pt idx="6084">
                  <c:v>5.9820000000000003E-3</c:v>
                </c:pt>
                <c:pt idx="6085">
                  <c:v>6.1703000000000001E-3</c:v>
                </c:pt>
                <c:pt idx="6086">
                  <c:v>6.2341999999999996E-3</c:v>
                </c:pt>
                <c:pt idx="6087">
                  <c:v>6.0729E-3</c:v>
                </c:pt>
                <c:pt idx="6088">
                  <c:v>5.8233E-3</c:v>
                </c:pt>
                <c:pt idx="6089">
                  <c:v>5.6756000000000003E-3</c:v>
                </c:pt>
                <c:pt idx="6090">
                  <c:v>5.6075999999999999E-3</c:v>
                </c:pt>
                <c:pt idx="6091">
                  <c:v>5.6813000000000002E-3</c:v>
                </c:pt>
                <c:pt idx="6092">
                  <c:v>5.5287999999999995E-3</c:v>
                </c:pt>
                <c:pt idx="6093">
                  <c:v>5.3628E-3</c:v>
                </c:pt>
                <c:pt idx="6094">
                  <c:v>5.2047999999999999E-3</c:v>
                </c:pt>
                <c:pt idx="6095">
                  <c:v>5.1875000000000003E-3</c:v>
                </c:pt>
                <c:pt idx="6096">
                  <c:v>4.8764999999999998E-3</c:v>
                </c:pt>
                <c:pt idx="6097">
                  <c:v>4.7645999999999999E-3</c:v>
                </c:pt>
                <c:pt idx="6098">
                  <c:v>4.8529000000000003E-3</c:v>
                </c:pt>
                <c:pt idx="6099">
                  <c:v>4.9053999999999999E-3</c:v>
                </c:pt>
                <c:pt idx="6100">
                  <c:v>4.9394E-3</c:v>
                </c:pt>
                <c:pt idx="6101">
                  <c:v>5.0648999999999998E-3</c:v>
                </c:pt>
                <c:pt idx="6102">
                  <c:v>5.2756000000000001E-3</c:v>
                </c:pt>
                <c:pt idx="6103">
                  <c:v>5.2938999999999998E-3</c:v>
                </c:pt>
                <c:pt idx="6104">
                  <c:v>5.3013000000000001E-3</c:v>
                </c:pt>
                <c:pt idx="6105">
                  <c:v>5.2167000000000003E-3</c:v>
                </c:pt>
                <c:pt idx="6106">
                  <c:v>5.1871E-3</c:v>
                </c:pt>
                <c:pt idx="6107">
                  <c:v>5.0832000000000004E-3</c:v>
                </c:pt>
                <c:pt idx="6108">
                  <c:v>5.0222999999999995E-3</c:v>
                </c:pt>
                <c:pt idx="6109">
                  <c:v>4.9448999999999995E-3</c:v>
                </c:pt>
                <c:pt idx="6110">
                  <c:v>5.091E-3</c:v>
                </c:pt>
                <c:pt idx="6111">
                  <c:v>4.9440999999999999E-3</c:v>
                </c:pt>
                <c:pt idx="6112">
                  <c:v>4.9684999999999998E-3</c:v>
                </c:pt>
                <c:pt idx="6113">
                  <c:v>4.9843000000000005E-3</c:v>
                </c:pt>
                <c:pt idx="6114">
                  <c:v>4.9472000000000006E-3</c:v>
                </c:pt>
                <c:pt idx="6115">
                  <c:v>5.0079999999999994E-3</c:v>
                </c:pt>
                <c:pt idx="6116">
                  <c:v>5.0257000000000001E-3</c:v>
                </c:pt>
                <c:pt idx="6117">
                  <c:v>5.0597999999999997E-3</c:v>
                </c:pt>
                <c:pt idx="6118">
                  <c:v>5.2090000000000001E-3</c:v>
                </c:pt>
                <c:pt idx="6119">
                  <c:v>5.3682000000000001E-3</c:v>
                </c:pt>
                <c:pt idx="6120">
                  <c:v>5.2887999999999998E-3</c:v>
                </c:pt>
                <c:pt idx="6121">
                  <c:v>5.2358999999999999E-3</c:v>
                </c:pt>
                <c:pt idx="6122">
                  <c:v>5.3552999999999995E-3</c:v>
                </c:pt>
                <c:pt idx="6123">
                  <c:v>5.4906999999999994E-3</c:v>
                </c:pt>
                <c:pt idx="6124">
                  <c:v>5.4418000000000001E-3</c:v>
                </c:pt>
                <c:pt idx="6125">
                  <c:v>5.4087000000000007E-3</c:v>
                </c:pt>
                <c:pt idx="6126">
                  <c:v>5.4814E-3</c:v>
                </c:pt>
                <c:pt idx="6127">
                  <c:v>5.6804000000000004E-3</c:v>
                </c:pt>
                <c:pt idx="6128">
                  <c:v>5.7378999999999998E-3</c:v>
                </c:pt>
                <c:pt idx="6129">
                  <c:v>5.6866999999999994E-3</c:v>
                </c:pt>
                <c:pt idx="6130">
                  <c:v>5.6223000000000002E-3</c:v>
                </c:pt>
                <c:pt idx="6131">
                  <c:v>5.3921999999999998E-3</c:v>
                </c:pt>
                <c:pt idx="6132">
                  <c:v>5.4215000000000001E-3</c:v>
                </c:pt>
                <c:pt idx="6133">
                  <c:v>5.2217000000000001E-3</c:v>
                </c:pt>
                <c:pt idx="6134">
                  <c:v>5.0759999999999998E-3</c:v>
                </c:pt>
                <c:pt idx="6135">
                  <c:v>5.2119000000000002E-3</c:v>
                </c:pt>
                <c:pt idx="6136">
                  <c:v>5.0179000000000005E-3</c:v>
                </c:pt>
                <c:pt idx="6137">
                  <c:v>5.0667000000000004E-3</c:v>
                </c:pt>
                <c:pt idx="6138">
                  <c:v>4.8523000000000004E-3</c:v>
                </c:pt>
                <c:pt idx="6139">
                  <c:v>4.8676000000000006E-3</c:v>
                </c:pt>
                <c:pt idx="6140">
                  <c:v>4.8856000000000004E-3</c:v>
                </c:pt>
                <c:pt idx="6141">
                  <c:v>5.0219999999999996E-3</c:v>
                </c:pt>
                <c:pt idx="6142">
                  <c:v>5.3704E-3</c:v>
                </c:pt>
                <c:pt idx="6143">
                  <c:v>5.6020000000000002E-3</c:v>
                </c:pt>
                <c:pt idx="6144">
                  <c:v>5.4298999999999997E-3</c:v>
                </c:pt>
                <c:pt idx="6145">
                  <c:v>5.4253000000000001E-3</c:v>
                </c:pt>
                <c:pt idx="6146">
                  <c:v>5.8395000000000001E-3</c:v>
                </c:pt>
                <c:pt idx="6147">
                  <c:v>5.8304000000000003E-3</c:v>
                </c:pt>
                <c:pt idx="6148">
                  <c:v>5.6036999999999997E-3</c:v>
                </c:pt>
                <c:pt idx="6149">
                  <c:v>5.7177999999999994E-3</c:v>
                </c:pt>
                <c:pt idx="6150">
                  <c:v>5.8444000000000005E-3</c:v>
                </c:pt>
                <c:pt idx="6151">
                  <c:v>5.7384999999999997E-3</c:v>
                </c:pt>
                <c:pt idx="6152">
                  <c:v>5.8537999999999993E-3</c:v>
                </c:pt>
                <c:pt idx="6153">
                  <c:v>6.3762999999999997E-3</c:v>
                </c:pt>
                <c:pt idx="6154">
                  <c:v>6.3327000000000001E-3</c:v>
                </c:pt>
                <c:pt idx="6155">
                  <c:v>6.2385000000000001E-3</c:v>
                </c:pt>
                <c:pt idx="6156">
                  <c:v>6.3173000000000005E-3</c:v>
                </c:pt>
                <c:pt idx="6157">
                  <c:v>6.0185000000000004E-3</c:v>
                </c:pt>
                <c:pt idx="6158">
                  <c:v>5.9296000000000001E-3</c:v>
                </c:pt>
                <c:pt idx="6159">
                  <c:v>6.136E-3</c:v>
                </c:pt>
                <c:pt idx="6160">
                  <c:v>6.2177999999999999E-3</c:v>
                </c:pt>
                <c:pt idx="6161">
                  <c:v>6.1744E-3</c:v>
                </c:pt>
                <c:pt idx="6162">
                  <c:v>5.8167000000000002E-3</c:v>
                </c:pt>
                <c:pt idx="6163">
                  <c:v>5.3869999999999994E-3</c:v>
                </c:pt>
                <c:pt idx="6164">
                  <c:v>5.0058999999999998E-3</c:v>
                </c:pt>
                <c:pt idx="6165">
                  <c:v>5.1119E-3</c:v>
                </c:pt>
                <c:pt idx="6166">
                  <c:v>5.0804999999999999E-3</c:v>
                </c:pt>
                <c:pt idx="6167">
                  <c:v>5.1890999999999994E-3</c:v>
                </c:pt>
                <c:pt idx="6168">
                  <c:v>4.9182000000000002E-3</c:v>
                </c:pt>
                <c:pt idx="6169">
                  <c:v>4.8954999999999997E-3</c:v>
                </c:pt>
                <c:pt idx="6170">
                  <c:v>4.8735999999999996E-3</c:v>
                </c:pt>
                <c:pt idx="6171">
                  <c:v>4.9414999999999997E-3</c:v>
                </c:pt>
                <c:pt idx="6172">
                  <c:v>4.9880000000000002E-3</c:v>
                </c:pt>
                <c:pt idx="6173">
                  <c:v>5.0274999999999999E-3</c:v>
                </c:pt>
                <c:pt idx="6174">
                  <c:v>5.032E-3</c:v>
                </c:pt>
                <c:pt idx="6175">
                  <c:v>5.3603000000000001E-3</c:v>
                </c:pt>
                <c:pt idx="6176">
                  <c:v>5.3331999999999997E-3</c:v>
                </c:pt>
                <c:pt idx="6177">
                  <c:v>5.3270000000000001E-3</c:v>
                </c:pt>
                <c:pt idx="6178">
                  <c:v>5.3264999999999996E-3</c:v>
                </c:pt>
                <c:pt idx="6179">
                  <c:v>5.2750000000000002E-3</c:v>
                </c:pt>
                <c:pt idx="6180">
                  <c:v>5.4156999999999999E-3</c:v>
                </c:pt>
                <c:pt idx="6181">
                  <c:v>5.3550999999999998E-3</c:v>
                </c:pt>
                <c:pt idx="6182">
                  <c:v>5.2487000000000002E-3</c:v>
                </c:pt>
                <c:pt idx="6183">
                  <c:v>5.156E-3</c:v>
                </c:pt>
                <c:pt idx="6184">
                  <c:v>5.1158000000000002E-3</c:v>
                </c:pt>
                <c:pt idx="6185">
                  <c:v>4.9565E-3</c:v>
                </c:pt>
                <c:pt idx="6186">
                  <c:v>4.9286E-3</c:v>
                </c:pt>
                <c:pt idx="6187">
                  <c:v>4.6893000000000004E-3</c:v>
                </c:pt>
                <c:pt idx="6188">
                  <c:v>5.4631999999999997E-3</c:v>
                </c:pt>
                <c:pt idx="6189">
                  <c:v>5.6241999999999993E-3</c:v>
                </c:pt>
                <c:pt idx="6190">
                  <c:v>5.4894000000000002E-3</c:v>
                </c:pt>
                <c:pt idx="6191">
                  <c:v>5.6546999999999995E-3</c:v>
                </c:pt>
                <c:pt idx="6192">
                  <c:v>5.4784999999999999E-3</c:v>
                </c:pt>
                <c:pt idx="6193">
                  <c:v>5.4026000000000005E-3</c:v>
                </c:pt>
                <c:pt idx="6194">
                  <c:v>5.4099999999999999E-3</c:v>
                </c:pt>
                <c:pt idx="6195">
                  <c:v>5.4340000000000005E-3</c:v>
                </c:pt>
                <c:pt idx="6196">
                  <c:v>5.4155000000000002E-3</c:v>
                </c:pt>
                <c:pt idx="6197">
                  <c:v>5.4437000000000001E-3</c:v>
                </c:pt>
                <c:pt idx="6198">
                  <c:v>5.3658999999999998E-3</c:v>
                </c:pt>
                <c:pt idx="6199">
                  <c:v>5.4606999999999998E-3</c:v>
                </c:pt>
                <c:pt idx="6200">
                  <c:v>5.4660999999999998E-3</c:v>
                </c:pt>
                <c:pt idx="6201">
                  <c:v>5.4990999999999998E-3</c:v>
                </c:pt>
                <c:pt idx="6202">
                  <c:v>5.6388000000000002E-3</c:v>
                </c:pt>
                <c:pt idx="6203">
                  <c:v>5.5843000000000004E-3</c:v>
                </c:pt>
                <c:pt idx="6204">
                  <c:v>5.7095000000000002E-3</c:v>
                </c:pt>
                <c:pt idx="6205">
                  <c:v>5.7603999999999997E-3</c:v>
                </c:pt>
                <c:pt idx="6206">
                  <c:v>5.7258000000000005E-3</c:v>
                </c:pt>
                <c:pt idx="6207">
                  <c:v>5.7872999999999996E-3</c:v>
                </c:pt>
                <c:pt idx="6208">
                  <c:v>5.7426999999999999E-3</c:v>
                </c:pt>
                <c:pt idx="6209">
                  <c:v>5.7914000000000004E-3</c:v>
                </c:pt>
                <c:pt idx="6210">
                  <c:v>5.8108999999999999E-3</c:v>
                </c:pt>
                <c:pt idx="6211">
                  <c:v>5.6918999999999997E-3</c:v>
                </c:pt>
                <c:pt idx="6212">
                  <c:v>5.5923000000000006E-3</c:v>
                </c:pt>
                <c:pt idx="6213">
                  <c:v>5.6683999999999997E-3</c:v>
                </c:pt>
                <c:pt idx="6214">
                  <c:v>5.5519000000000002E-3</c:v>
                </c:pt>
                <c:pt idx="6215">
                  <c:v>5.5360000000000001E-3</c:v>
                </c:pt>
                <c:pt idx="6216">
                  <c:v>5.6509999999999998E-3</c:v>
                </c:pt>
                <c:pt idx="6217">
                  <c:v>5.803E-3</c:v>
                </c:pt>
                <c:pt idx="6218">
                  <c:v>5.9074000000000002E-3</c:v>
                </c:pt>
                <c:pt idx="6219">
                  <c:v>6.2236000000000001E-3</c:v>
                </c:pt>
                <c:pt idx="6220">
                  <c:v>6.0363999999999999E-3</c:v>
                </c:pt>
                <c:pt idx="6221">
                  <c:v>5.7469000000000001E-3</c:v>
                </c:pt>
                <c:pt idx="6222">
                  <c:v>5.6416000000000001E-3</c:v>
                </c:pt>
                <c:pt idx="6223">
                  <c:v>5.7067000000000003E-3</c:v>
                </c:pt>
                <c:pt idx="6224">
                  <c:v>5.5001E-3</c:v>
                </c:pt>
                <c:pt idx="6225">
                  <c:v>5.6823999999999998E-3</c:v>
                </c:pt>
                <c:pt idx="6226">
                  <c:v>5.7386E-3</c:v>
                </c:pt>
                <c:pt idx="6227">
                  <c:v>5.8097999999999995E-3</c:v>
                </c:pt>
                <c:pt idx="6228">
                  <c:v>5.8872000000000004E-3</c:v>
                </c:pt>
                <c:pt idx="6229">
                  <c:v>6.0727999999999997E-3</c:v>
                </c:pt>
                <c:pt idx="6230">
                  <c:v>5.8694000000000003E-3</c:v>
                </c:pt>
                <c:pt idx="6231">
                  <c:v>5.8122E-3</c:v>
                </c:pt>
                <c:pt idx="6232">
                  <c:v>5.6958E-3</c:v>
                </c:pt>
                <c:pt idx="6233">
                  <c:v>5.7825999999999997E-3</c:v>
                </c:pt>
                <c:pt idx="6234">
                  <c:v>5.5848999999999994E-3</c:v>
                </c:pt>
                <c:pt idx="6235">
                  <c:v>5.5411000000000002E-3</c:v>
                </c:pt>
                <c:pt idx="6236">
                  <c:v>5.6103000000000004E-3</c:v>
                </c:pt>
                <c:pt idx="6237">
                  <c:v>5.5951999999999998E-3</c:v>
                </c:pt>
                <c:pt idx="6238">
                  <c:v>5.4987000000000005E-3</c:v>
                </c:pt>
                <c:pt idx="6239">
                  <c:v>5.5215000000000004E-3</c:v>
                </c:pt>
                <c:pt idx="6240">
                  <c:v>5.5926000000000005E-3</c:v>
                </c:pt>
                <c:pt idx="6241">
                  <c:v>5.548E-3</c:v>
                </c:pt>
                <c:pt idx="6242">
                  <c:v>5.4780999999999996E-3</c:v>
                </c:pt>
                <c:pt idx="6243">
                  <c:v>5.4314999999999997E-3</c:v>
                </c:pt>
                <c:pt idx="6244">
                  <c:v>5.4833E-3</c:v>
                </c:pt>
                <c:pt idx="6245">
                  <c:v>5.5113000000000002E-3</c:v>
                </c:pt>
                <c:pt idx="6246">
                  <c:v>5.4197000000000004E-3</c:v>
                </c:pt>
                <c:pt idx="6247">
                  <c:v>5.4491000000000001E-3</c:v>
                </c:pt>
                <c:pt idx="6248">
                  <c:v>5.5087000000000001E-3</c:v>
                </c:pt>
                <c:pt idx="6249">
                  <c:v>5.6489000000000001E-3</c:v>
                </c:pt>
                <c:pt idx="6250">
                  <c:v>5.6939E-3</c:v>
                </c:pt>
                <c:pt idx="6251">
                  <c:v>5.9686999999999995E-3</c:v>
                </c:pt>
                <c:pt idx="6252">
                  <c:v>5.9622E-3</c:v>
                </c:pt>
                <c:pt idx="6253">
                  <c:v>5.8399000000000003E-3</c:v>
                </c:pt>
                <c:pt idx="6254">
                  <c:v>5.9554999999999999E-3</c:v>
                </c:pt>
                <c:pt idx="6255">
                  <c:v>5.9813000000000002E-3</c:v>
                </c:pt>
                <c:pt idx="6256">
                  <c:v>5.9854000000000001E-3</c:v>
                </c:pt>
                <c:pt idx="6257">
                  <c:v>6.0301E-3</c:v>
                </c:pt>
                <c:pt idx="6258">
                  <c:v>6.1687000000000001E-3</c:v>
                </c:pt>
                <c:pt idx="6259">
                  <c:v>6.2834000000000006E-3</c:v>
                </c:pt>
                <c:pt idx="6260">
                  <c:v>6.2906999999999998E-3</c:v>
                </c:pt>
                <c:pt idx="6261">
                  <c:v>6.4608999999999995E-3</c:v>
                </c:pt>
                <c:pt idx="6262">
                  <c:v>6.2640000000000005E-3</c:v>
                </c:pt>
                <c:pt idx="6263">
                  <c:v>6.2326999999999999E-3</c:v>
                </c:pt>
                <c:pt idx="6264">
                  <c:v>6.2159999999999993E-3</c:v>
                </c:pt>
                <c:pt idx="6265">
                  <c:v>6.2439999999999996E-3</c:v>
                </c:pt>
                <c:pt idx="6266">
                  <c:v>6.3112000000000003E-3</c:v>
                </c:pt>
                <c:pt idx="6267">
                  <c:v>6.3033000000000004E-3</c:v>
                </c:pt>
                <c:pt idx="6268">
                  <c:v>6.6263999999999993E-3</c:v>
                </c:pt>
                <c:pt idx="6269">
                  <c:v>6.3712000000000005E-3</c:v>
                </c:pt>
                <c:pt idx="6270">
                  <c:v>6.3308999999999995E-3</c:v>
                </c:pt>
                <c:pt idx="6271">
                  <c:v>6.2576999999999997E-3</c:v>
                </c:pt>
                <c:pt idx="6272">
                  <c:v>6.2217000000000001E-3</c:v>
                </c:pt>
                <c:pt idx="6273">
                  <c:v>6.1942000000000004E-3</c:v>
                </c:pt>
                <c:pt idx="6274">
                  <c:v>6.1304000000000003E-3</c:v>
                </c:pt>
                <c:pt idx="6275">
                  <c:v>6.0052999999999999E-3</c:v>
                </c:pt>
                <c:pt idx="6276">
                  <c:v>5.8789999999999997E-3</c:v>
                </c:pt>
                <c:pt idx="6277">
                  <c:v>5.875E-3</c:v>
                </c:pt>
                <c:pt idx="6278">
                  <c:v>5.8674999999999995E-3</c:v>
                </c:pt>
                <c:pt idx="6279">
                  <c:v>5.9664000000000002E-3</c:v>
                </c:pt>
                <c:pt idx="6280">
                  <c:v>5.9307000000000006E-3</c:v>
                </c:pt>
                <c:pt idx="6281">
                  <c:v>5.9496000000000002E-3</c:v>
                </c:pt>
                <c:pt idx="6282">
                  <c:v>5.9594000000000001E-3</c:v>
                </c:pt>
                <c:pt idx="6283">
                  <c:v>6.0292999999999996E-3</c:v>
                </c:pt>
                <c:pt idx="6284">
                  <c:v>6.0673000000000003E-3</c:v>
                </c:pt>
                <c:pt idx="6285">
                  <c:v>5.9965000000000001E-3</c:v>
                </c:pt>
                <c:pt idx="6286">
                  <c:v>5.9798000000000004E-3</c:v>
                </c:pt>
                <c:pt idx="6287">
                  <c:v>5.9529000000000006E-3</c:v>
                </c:pt>
                <c:pt idx="6288">
                  <c:v>5.9008999999999997E-3</c:v>
                </c:pt>
                <c:pt idx="6289">
                  <c:v>5.7654000000000004E-3</c:v>
                </c:pt>
                <c:pt idx="6290">
                  <c:v>5.5588999999999994E-3</c:v>
                </c:pt>
                <c:pt idx="6291">
                  <c:v>5.5018000000000003E-3</c:v>
                </c:pt>
                <c:pt idx="6292">
                  <c:v>5.2941000000000004E-3</c:v>
                </c:pt>
                <c:pt idx="6293">
                  <c:v>5.4520999999999997E-3</c:v>
                </c:pt>
                <c:pt idx="6294">
                  <c:v>5.3715000000000004E-3</c:v>
                </c:pt>
                <c:pt idx="6295">
                  <c:v>5.2259000000000003E-3</c:v>
                </c:pt>
                <c:pt idx="6296">
                  <c:v>5.2781999999999994E-3</c:v>
                </c:pt>
                <c:pt idx="6297">
                  <c:v>5.3061999999999996E-3</c:v>
                </c:pt>
                <c:pt idx="6298">
                  <c:v>5.5773999999999997E-3</c:v>
                </c:pt>
                <c:pt idx="6299">
                  <c:v>5.6658000000000003E-3</c:v>
                </c:pt>
                <c:pt idx="6300">
                  <c:v>5.6274999999999997E-3</c:v>
                </c:pt>
                <c:pt idx="6301">
                  <c:v>5.5523000000000005E-3</c:v>
                </c:pt>
                <c:pt idx="6302">
                  <c:v>5.6351999999999999E-3</c:v>
                </c:pt>
                <c:pt idx="6303">
                  <c:v>5.5996000000000006E-3</c:v>
                </c:pt>
                <c:pt idx="6304">
                  <c:v>5.6439999999999997E-3</c:v>
                </c:pt>
                <c:pt idx="6305">
                  <c:v>5.3892999999999996E-3</c:v>
                </c:pt>
                <c:pt idx="6306">
                  <c:v>5.3229999999999996E-3</c:v>
                </c:pt>
                <c:pt idx="6307">
                  <c:v>5.4597000000000005E-3</c:v>
                </c:pt>
                <c:pt idx="6308">
                  <c:v>5.4551000000000001E-3</c:v>
                </c:pt>
                <c:pt idx="6309">
                  <c:v>5.6537000000000002E-3</c:v>
                </c:pt>
                <c:pt idx="6310">
                  <c:v>5.6251000000000001E-3</c:v>
                </c:pt>
                <c:pt idx="6311">
                  <c:v>5.6159999999999995E-3</c:v>
                </c:pt>
                <c:pt idx="6312">
                  <c:v>5.7673999999999998E-3</c:v>
                </c:pt>
                <c:pt idx="6313">
                  <c:v>5.7201999999999999E-3</c:v>
                </c:pt>
                <c:pt idx="6314">
                  <c:v>5.6694000000000007E-3</c:v>
                </c:pt>
                <c:pt idx="6315">
                  <c:v>5.7174000000000001E-3</c:v>
                </c:pt>
                <c:pt idx="6316">
                  <c:v>5.6395999999999998E-3</c:v>
                </c:pt>
                <c:pt idx="6317">
                  <c:v>6.2347000000000001E-3</c:v>
                </c:pt>
                <c:pt idx="6318">
                  <c:v>6.4334000000000006E-3</c:v>
                </c:pt>
                <c:pt idx="6319">
                  <c:v>5.9765E-3</c:v>
                </c:pt>
                <c:pt idx="6320">
                  <c:v>5.8161999999999997E-3</c:v>
                </c:pt>
                <c:pt idx="6321">
                  <c:v>5.9319999999999998E-3</c:v>
                </c:pt>
                <c:pt idx="6322">
                  <c:v>5.9112999999999995E-3</c:v>
                </c:pt>
                <c:pt idx="6323">
                  <c:v>6.0460999999999996E-3</c:v>
                </c:pt>
                <c:pt idx="6324">
                  <c:v>6.0342E-3</c:v>
                </c:pt>
                <c:pt idx="6325">
                  <c:v>5.986E-3</c:v>
                </c:pt>
                <c:pt idx="6326">
                  <c:v>6.032E-3</c:v>
                </c:pt>
                <c:pt idx="6327">
                  <c:v>6.3039999999999997E-3</c:v>
                </c:pt>
                <c:pt idx="6328">
                  <c:v>7.2721000000000001E-3</c:v>
                </c:pt>
                <c:pt idx="6329">
                  <c:v>7.9964000000000007E-3</c:v>
                </c:pt>
                <c:pt idx="6330">
                  <c:v>8.3070000000000001E-3</c:v>
                </c:pt>
                <c:pt idx="6331">
                  <c:v>6.7912000000000007E-3</c:v>
                </c:pt>
                <c:pt idx="6332">
                  <c:v>8.0727999999999998E-3</c:v>
                </c:pt>
                <c:pt idx="6333">
                  <c:v>7.8474000000000009E-3</c:v>
                </c:pt>
                <c:pt idx="6334">
                  <c:v>7.5950000000000002E-3</c:v>
                </c:pt>
                <c:pt idx="6335">
                  <c:v>7.6740999999999997E-3</c:v>
                </c:pt>
                <c:pt idx="6336">
                  <c:v>7.8788999999999994E-3</c:v>
                </c:pt>
                <c:pt idx="6337">
                  <c:v>7.8465999999999987E-3</c:v>
                </c:pt>
                <c:pt idx="6338">
                  <c:v>7.7278999999999994E-3</c:v>
                </c:pt>
                <c:pt idx="6339">
                  <c:v>7.9326999999999991E-3</c:v>
                </c:pt>
                <c:pt idx="6340">
                  <c:v>7.9760999999999999E-3</c:v>
                </c:pt>
                <c:pt idx="6341">
                  <c:v>7.7118999999999998E-3</c:v>
                </c:pt>
                <c:pt idx="6342">
                  <c:v>7.1570999999999996E-3</c:v>
                </c:pt>
                <c:pt idx="6343">
                  <c:v>6.9093999999999996E-3</c:v>
                </c:pt>
                <c:pt idx="6344">
                  <c:v>6.9291999999999999E-3</c:v>
                </c:pt>
                <c:pt idx="6345">
                  <c:v>6.8526999999999998E-3</c:v>
                </c:pt>
                <c:pt idx="6346">
                  <c:v>6.9334000000000002E-3</c:v>
                </c:pt>
                <c:pt idx="6347">
                  <c:v>7.1004999999999992E-3</c:v>
                </c:pt>
                <c:pt idx="6348">
                  <c:v>7.0105999999999996E-3</c:v>
                </c:pt>
                <c:pt idx="6349">
                  <c:v>6.9974E-3</c:v>
                </c:pt>
                <c:pt idx="6350">
                  <c:v>6.8968000000000007E-3</c:v>
                </c:pt>
                <c:pt idx="6351">
                  <c:v>6.8805000000000003E-3</c:v>
                </c:pt>
                <c:pt idx="6352">
                  <c:v>6.8126999999999997E-3</c:v>
                </c:pt>
                <c:pt idx="6353">
                  <c:v>6.7583000000000001E-3</c:v>
                </c:pt>
                <c:pt idx="6354">
                  <c:v>6.0743000000000004E-3</c:v>
                </c:pt>
                <c:pt idx="6355">
                  <c:v>5.5163E-3</c:v>
                </c:pt>
                <c:pt idx="6356">
                  <c:v>5.6487000000000004E-3</c:v>
                </c:pt>
                <c:pt idx="6357">
                  <c:v>5.6695999999999995E-3</c:v>
                </c:pt>
                <c:pt idx="6358">
                  <c:v>5.6628999999999994E-3</c:v>
                </c:pt>
                <c:pt idx="6359">
                  <c:v>5.6423999999999997E-3</c:v>
                </c:pt>
                <c:pt idx="6360">
                  <c:v>5.6237000000000006E-3</c:v>
                </c:pt>
                <c:pt idx="6361">
                  <c:v>5.7518999999999999E-3</c:v>
                </c:pt>
                <c:pt idx="6362">
                  <c:v>5.7628000000000002E-3</c:v>
                </c:pt>
                <c:pt idx="6363">
                  <c:v>5.8576000000000001E-3</c:v>
                </c:pt>
                <c:pt idx="6364">
                  <c:v>5.9180999999999999E-3</c:v>
                </c:pt>
                <c:pt idx="6365">
                  <c:v>5.7767000000000001E-3</c:v>
                </c:pt>
                <c:pt idx="6366">
                  <c:v>5.7917000000000003E-3</c:v>
                </c:pt>
                <c:pt idx="6367">
                  <c:v>5.8107999999999996E-3</c:v>
                </c:pt>
                <c:pt idx="6368">
                  <c:v>5.9176999999999997E-3</c:v>
                </c:pt>
                <c:pt idx="6369">
                  <c:v>5.8289000000000006E-3</c:v>
                </c:pt>
                <c:pt idx="6370">
                  <c:v>5.7423999999999999E-3</c:v>
                </c:pt>
                <c:pt idx="6371">
                  <c:v>5.7713E-3</c:v>
                </c:pt>
                <c:pt idx="6372">
                  <c:v>5.8640999999999997E-3</c:v>
                </c:pt>
                <c:pt idx="6373">
                  <c:v>5.7537999999999999E-3</c:v>
                </c:pt>
                <c:pt idx="6374">
                  <c:v>5.5459999999999997E-3</c:v>
                </c:pt>
                <c:pt idx="6375">
                  <c:v>5.4715000000000007E-3</c:v>
                </c:pt>
                <c:pt idx="6376">
                  <c:v>5.4075E-3</c:v>
                </c:pt>
                <c:pt idx="6377">
                  <c:v>5.3999E-3</c:v>
                </c:pt>
                <c:pt idx="6378">
                  <c:v>5.4822000000000004E-3</c:v>
                </c:pt>
                <c:pt idx="6379">
                  <c:v>5.3804999999999999E-3</c:v>
                </c:pt>
                <c:pt idx="6380">
                  <c:v>5.4438999999999998E-3</c:v>
                </c:pt>
                <c:pt idx="6381">
                  <c:v>5.5710000000000004E-3</c:v>
                </c:pt>
                <c:pt idx="6382">
                  <c:v>5.5850000000000006E-3</c:v>
                </c:pt>
                <c:pt idx="6383">
                  <c:v>5.5553E-3</c:v>
                </c:pt>
                <c:pt idx="6384">
                  <c:v>5.5094999999999996E-3</c:v>
                </c:pt>
                <c:pt idx="6385">
                  <c:v>5.3924000000000003E-3</c:v>
                </c:pt>
                <c:pt idx="6386">
                  <c:v>5.4866999999999997E-3</c:v>
                </c:pt>
                <c:pt idx="6387">
                  <c:v>5.4765999999999999E-3</c:v>
                </c:pt>
                <c:pt idx="6388">
                  <c:v>5.4929000000000002E-3</c:v>
                </c:pt>
                <c:pt idx="6389">
                  <c:v>5.3664000000000003E-3</c:v>
                </c:pt>
                <c:pt idx="6390">
                  <c:v>5.2756999999999995E-3</c:v>
                </c:pt>
                <c:pt idx="6391">
                  <c:v>5.2414000000000002E-3</c:v>
                </c:pt>
                <c:pt idx="6392">
                  <c:v>5.2234999999999998E-3</c:v>
                </c:pt>
                <c:pt idx="6393">
                  <c:v>5.1259000000000001E-3</c:v>
                </c:pt>
                <c:pt idx="6394">
                  <c:v>5.3892000000000002E-3</c:v>
                </c:pt>
                <c:pt idx="6395">
                  <c:v>5.4437000000000001E-3</c:v>
                </c:pt>
                <c:pt idx="6396">
                  <c:v>5.2924999999999995E-3</c:v>
                </c:pt>
                <c:pt idx="6397">
                  <c:v>5.2689999999999994E-3</c:v>
                </c:pt>
                <c:pt idx="6398">
                  <c:v>5.4150999999999999E-3</c:v>
                </c:pt>
                <c:pt idx="6399">
                  <c:v>5.4127000000000003E-3</c:v>
                </c:pt>
                <c:pt idx="6400">
                  <c:v>5.4624000000000001E-3</c:v>
                </c:pt>
                <c:pt idx="6401">
                  <c:v>5.5772E-3</c:v>
                </c:pt>
                <c:pt idx="6402">
                  <c:v>5.5423E-3</c:v>
                </c:pt>
                <c:pt idx="6403">
                  <c:v>5.561E-3</c:v>
                </c:pt>
                <c:pt idx="6404">
                  <c:v>5.5014E-3</c:v>
                </c:pt>
                <c:pt idx="6405">
                  <c:v>5.5969999999999995E-3</c:v>
                </c:pt>
                <c:pt idx="6406">
                  <c:v>5.4572000000000006E-3</c:v>
                </c:pt>
                <c:pt idx="6407">
                  <c:v>5.4156999999999999E-3</c:v>
                </c:pt>
                <c:pt idx="6408">
                  <c:v>5.4743000000000005E-3</c:v>
                </c:pt>
                <c:pt idx="6409">
                  <c:v>5.5031999999999998E-3</c:v>
                </c:pt>
                <c:pt idx="6410">
                  <c:v>5.4754000000000001E-3</c:v>
                </c:pt>
                <c:pt idx="6411">
                  <c:v>5.4984999999999999E-3</c:v>
                </c:pt>
                <c:pt idx="6412">
                  <c:v>5.4911000000000005E-3</c:v>
                </c:pt>
                <c:pt idx="6413">
                  <c:v>5.5919999999999997E-3</c:v>
                </c:pt>
                <c:pt idx="6414">
                  <c:v>5.6102000000000001E-3</c:v>
                </c:pt>
                <c:pt idx="6415">
                  <c:v>5.6016E-3</c:v>
                </c:pt>
                <c:pt idx="6416">
                  <c:v>5.4968999999999999E-3</c:v>
                </c:pt>
                <c:pt idx="6417">
                  <c:v>5.4463000000000003E-3</c:v>
                </c:pt>
                <c:pt idx="6418">
                  <c:v>5.4354999999999994E-3</c:v>
                </c:pt>
                <c:pt idx="6419">
                  <c:v>5.2985000000000003E-3</c:v>
                </c:pt>
                <c:pt idx="6420">
                  <c:v>5.1340999999999999E-3</c:v>
                </c:pt>
                <c:pt idx="6421">
                  <c:v>5.0807000000000005E-3</c:v>
                </c:pt>
                <c:pt idx="6422">
                  <c:v>5.0911000000000003E-3</c:v>
                </c:pt>
                <c:pt idx="6423">
                  <c:v>5.0932E-3</c:v>
                </c:pt>
                <c:pt idx="6424">
                  <c:v>5.0832000000000004E-3</c:v>
                </c:pt>
                <c:pt idx="6425">
                  <c:v>5.0822999999999997E-3</c:v>
                </c:pt>
                <c:pt idx="6426">
                  <c:v>5.1329000000000001E-3</c:v>
                </c:pt>
                <c:pt idx="6427">
                  <c:v>5.3103000000000004E-3</c:v>
                </c:pt>
                <c:pt idx="6428">
                  <c:v>5.1831999999999998E-3</c:v>
                </c:pt>
                <c:pt idx="6429">
                  <c:v>5.195E-3</c:v>
                </c:pt>
                <c:pt idx="6430">
                  <c:v>5.1850999999999998E-3</c:v>
                </c:pt>
                <c:pt idx="6431">
                  <c:v>5.1545999999999996E-3</c:v>
                </c:pt>
                <c:pt idx="6432">
                  <c:v>5.0885000000000001E-3</c:v>
                </c:pt>
                <c:pt idx="6433">
                  <c:v>5.1029000000000005E-3</c:v>
                </c:pt>
                <c:pt idx="6434">
                  <c:v>5.1183999999999995E-3</c:v>
                </c:pt>
                <c:pt idx="6435">
                  <c:v>5.1852000000000001E-3</c:v>
                </c:pt>
                <c:pt idx="6436">
                  <c:v>5.1578000000000006E-3</c:v>
                </c:pt>
                <c:pt idx="6437">
                  <c:v>5.0319000000000006E-3</c:v>
                </c:pt>
                <c:pt idx="6438">
                  <c:v>4.9121E-3</c:v>
                </c:pt>
                <c:pt idx="6439">
                  <c:v>4.8254999999999999E-3</c:v>
                </c:pt>
                <c:pt idx="6440">
                  <c:v>4.6552E-3</c:v>
                </c:pt>
                <c:pt idx="6441">
                  <c:v>4.6118000000000001E-3</c:v>
                </c:pt>
                <c:pt idx="6442">
                  <c:v>4.529E-3</c:v>
                </c:pt>
                <c:pt idx="6443">
                  <c:v>4.6046999999999998E-3</c:v>
                </c:pt>
                <c:pt idx="6444">
                  <c:v>4.5348999999999997E-3</c:v>
                </c:pt>
                <c:pt idx="6445">
                  <c:v>4.6740999999999996E-3</c:v>
                </c:pt>
                <c:pt idx="6446">
                  <c:v>4.7185999999999999E-3</c:v>
                </c:pt>
                <c:pt idx="6447">
                  <c:v>4.6860999999999995E-3</c:v>
                </c:pt>
                <c:pt idx="6448">
                  <c:v>4.6411999999999998E-3</c:v>
                </c:pt>
                <c:pt idx="6449">
                  <c:v>5.0355E-3</c:v>
                </c:pt>
                <c:pt idx="6450">
                  <c:v>4.9862000000000005E-3</c:v>
                </c:pt>
                <c:pt idx="6451">
                  <c:v>4.9841E-3</c:v>
                </c:pt>
                <c:pt idx="6452">
                  <c:v>5.1558999999999997E-3</c:v>
                </c:pt>
                <c:pt idx="6453">
                  <c:v>5.1527000000000005E-3</c:v>
                </c:pt>
                <c:pt idx="6454">
                  <c:v>5.1005E-3</c:v>
                </c:pt>
                <c:pt idx="6455">
                  <c:v>5.1123000000000002E-3</c:v>
                </c:pt>
                <c:pt idx="6456">
                  <c:v>5.1124999999999999E-3</c:v>
                </c:pt>
                <c:pt idx="6457">
                  <c:v>5.1802999999999997E-3</c:v>
                </c:pt>
                <c:pt idx="6458">
                  <c:v>5.1133999999999997E-3</c:v>
                </c:pt>
                <c:pt idx="6459">
                  <c:v>5.0967E-3</c:v>
                </c:pt>
                <c:pt idx="6460">
                  <c:v>5.1422999999999998E-3</c:v>
                </c:pt>
                <c:pt idx="6461">
                  <c:v>5.1837999999999997E-3</c:v>
                </c:pt>
                <c:pt idx="6462">
                  <c:v>5.313E-3</c:v>
                </c:pt>
                <c:pt idx="6463">
                  <c:v>5.7712000000000006E-3</c:v>
                </c:pt>
                <c:pt idx="6464">
                  <c:v>5.8152000000000004E-3</c:v>
                </c:pt>
                <c:pt idx="6465">
                  <c:v>5.6195999999999998E-3</c:v>
                </c:pt>
                <c:pt idx="6466">
                  <c:v>5.3828000000000001E-3</c:v>
                </c:pt>
                <c:pt idx="6467">
                  <c:v>5.6255000000000003E-3</c:v>
                </c:pt>
                <c:pt idx="6468">
                  <c:v>5.5361999999999998E-3</c:v>
                </c:pt>
                <c:pt idx="6469">
                  <c:v>5.1698999999999998E-3</c:v>
                </c:pt>
                <c:pt idx="6470">
                  <c:v>5.1124000000000005E-3</c:v>
                </c:pt>
                <c:pt idx="6471">
                  <c:v>5.2125000000000001E-3</c:v>
                </c:pt>
                <c:pt idx="6472">
                  <c:v>5.1993000000000004E-3</c:v>
                </c:pt>
                <c:pt idx="6473">
                  <c:v>5.0701000000000001E-3</c:v>
                </c:pt>
                <c:pt idx="6474">
                  <c:v>4.8247000000000003E-3</c:v>
                </c:pt>
                <c:pt idx="6475">
                  <c:v>4.9680999999999996E-3</c:v>
                </c:pt>
                <c:pt idx="6476">
                  <c:v>5.2037999999999997E-3</c:v>
                </c:pt>
                <c:pt idx="6477">
                  <c:v>5.2316999999999997E-3</c:v>
                </c:pt>
                <c:pt idx="6478">
                  <c:v>5.2560999999999997E-3</c:v>
                </c:pt>
                <c:pt idx="6479">
                  <c:v>5.3024999999999999E-3</c:v>
                </c:pt>
                <c:pt idx="6480">
                  <c:v>5.4844000000000004E-3</c:v>
                </c:pt>
                <c:pt idx="6481">
                  <c:v>5.4954000000000001E-3</c:v>
                </c:pt>
                <c:pt idx="6482">
                  <c:v>5.7194000000000004E-3</c:v>
                </c:pt>
                <c:pt idx="6483">
                  <c:v>5.7255000000000006E-3</c:v>
                </c:pt>
                <c:pt idx="6484">
                  <c:v>5.5141000000000001E-3</c:v>
                </c:pt>
                <c:pt idx="6485">
                  <c:v>5.4557E-3</c:v>
                </c:pt>
                <c:pt idx="6486">
                  <c:v>5.4954999999999995E-3</c:v>
                </c:pt>
                <c:pt idx="6487">
                  <c:v>5.5011000000000001E-3</c:v>
                </c:pt>
                <c:pt idx="6488">
                  <c:v>5.4868E-3</c:v>
                </c:pt>
                <c:pt idx="6489">
                  <c:v>5.3207000000000003E-3</c:v>
                </c:pt>
                <c:pt idx="6490">
                  <c:v>5.2585999999999996E-3</c:v>
                </c:pt>
                <c:pt idx="6491">
                  <c:v>5.2402999999999998E-3</c:v>
                </c:pt>
                <c:pt idx="6492">
                  <c:v>5.3617999999999999E-3</c:v>
                </c:pt>
                <c:pt idx="6493">
                  <c:v>5.2801999999999997E-3</c:v>
                </c:pt>
                <c:pt idx="6494">
                  <c:v>5.1368000000000004E-3</c:v>
                </c:pt>
                <c:pt idx="6495">
                  <c:v>4.8595999999999995E-3</c:v>
                </c:pt>
                <c:pt idx="6496">
                  <c:v>4.7904000000000002E-3</c:v>
                </c:pt>
                <c:pt idx="6497">
                  <c:v>4.8184999999999999E-3</c:v>
                </c:pt>
                <c:pt idx="6498">
                  <c:v>4.7005000000000007E-3</c:v>
                </c:pt>
                <c:pt idx="6499">
                  <c:v>4.5918E-3</c:v>
                </c:pt>
                <c:pt idx="6500">
                  <c:v>4.5665000000000002E-3</c:v>
                </c:pt>
                <c:pt idx="6501">
                  <c:v>4.4067999999999998E-3</c:v>
                </c:pt>
                <c:pt idx="6502">
                  <c:v>4.6863999999999994E-3</c:v>
                </c:pt>
                <c:pt idx="6503">
                  <c:v>4.6151999999999999E-3</c:v>
                </c:pt>
                <c:pt idx="6504">
                  <c:v>4.5932000000000004E-3</c:v>
                </c:pt>
                <c:pt idx="6505">
                  <c:v>4.5924999999999994E-3</c:v>
                </c:pt>
                <c:pt idx="6506">
                  <c:v>4.4019000000000003E-3</c:v>
                </c:pt>
                <c:pt idx="6507">
                  <c:v>4.4131999999999999E-3</c:v>
                </c:pt>
                <c:pt idx="6508">
                  <c:v>4.3978999999999997E-3</c:v>
                </c:pt>
                <c:pt idx="6509">
                  <c:v>4.3401000000000004E-3</c:v>
                </c:pt>
                <c:pt idx="6510">
                  <c:v>4.3807000000000004E-3</c:v>
                </c:pt>
                <c:pt idx="6511">
                  <c:v>4.3838000000000002E-3</c:v>
                </c:pt>
                <c:pt idx="6512">
                  <c:v>4.3673999999999996E-3</c:v>
                </c:pt>
                <c:pt idx="6513">
                  <c:v>4.3151000000000005E-3</c:v>
                </c:pt>
                <c:pt idx="6514">
                  <c:v>4.3140000000000001E-3</c:v>
                </c:pt>
                <c:pt idx="6515">
                  <c:v>4.3195999999999998E-3</c:v>
                </c:pt>
                <c:pt idx="6516">
                  <c:v>4.3219E-3</c:v>
                </c:pt>
                <c:pt idx="6517">
                  <c:v>4.3534999999999997E-3</c:v>
                </c:pt>
                <c:pt idx="6518">
                  <c:v>4.2580999999999999E-3</c:v>
                </c:pt>
                <c:pt idx="6519">
                  <c:v>4.2794E-3</c:v>
                </c:pt>
                <c:pt idx="6520">
                  <c:v>4.2883000000000001E-3</c:v>
                </c:pt>
                <c:pt idx="6521">
                  <c:v>4.2705E-3</c:v>
                </c:pt>
                <c:pt idx="6522">
                  <c:v>4.3122999999999998E-3</c:v>
                </c:pt>
                <c:pt idx="6523">
                  <c:v>4.3042000000000002E-3</c:v>
                </c:pt>
                <c:pt idx="6524">
                  <c:v>4.3038E-3</c:v>
                </c:pt>
                <c:pt idx="6525">
                  <c:v>4.2182000000000001E-3</c:v>
                </c:pt>
                <c:pt idx="6526">
                  <c:v>4.3436000000000004E-3</c:v>
                </c:pt>
                <c:pt idx="6527">
                  <c:v>4.2542000000000005E-3</c:v>
                </c:pt>
                <c:pt idx="6528">
                  <c:v>4.2431999999999999E-3</c:v>
                </c:pt>
                <c:pt idx="6529">
                  <c:v>4.2040000000000003E-3</c:v>
                </c:pt>
                <c:pt idx="6530">
                  <c:v>4.1561999999999997E-3</c:v>
                </c:pt>
                <c:pt idx="6531">
                  <c:v>4.0948E-3</c:v>
                </c:pt>
                <c:pt idx="6532">
                  <c:v>4.1326000000000002E-3</c:v>
                </c:pt>
                <c:pt idx="6533">
                  <c:v>4.1218000000000001E-3</c:v>
                </c:pt>
                <c:pt idx="6534">
                  <c:v>4.1256000000000001E-3</c:v>
                </c:pt>
                <c:pt idx="6535">
                  <c:v>4.1287999999999993E-3</c:v>
                </c:pt>
                <c:pt idx="6536">
                  <c:v>4.0273000000000002E-3</c:v>
                </c:pt>
                <c:pt idx="6537">
                  <c:v>3.9877000000000003E-3</c:v>
                </c:pt>
                <c:pt idx="6538">
                  <c:v>3.9712000000000003E-3</c:v>
                </c:pt>
                <c:pt idx="6539">
                  <c:v>3.9528000000000002E-3</c:v>
                </c:pt>
                <c:pt idx="6540">
                  <c:v>3.9139999999999999E-3</c:v>
                </c:pt>
                <c:pt idx="6541">
                  <c:v>3.9229999999999994E-3</c:v>
                </c:pt>
                <c:pt idx="6542">
                  <c:v>3.9137999999999994E-3</c:v>
                </c:pt>
                <c:pt idx="6543">
                  <c:v>3.9846999999999999E-3</c:v>
                </c:pt>
                <c:pt idx="6544">
                  <c:v>3.9003000000000002E-3</c:v>
                </c:pt>
                <c:pt idx="6545">
                  <c:v>3.999E-3</c:v>
                </c:pt>
                <c:pt idx="6546">
                  <c:v>4.0600000000000002E-3</c:v>
                </c:pt>
                <c:pt idx="6547">
                  <c:v>4.1857999999999999E-3</c:v>
                </c:pt>
                <c:pt idx="6548">
                  <c:v>3.9794000000000001E-3</c:v>
                </c:pt>
                <c:pt idx="6549">
                  <c:v>3.9880999999999996E-3</c:v>
                </c:pt>
                <c:pt idx="6550">
                  <c:v>4.0496000000000004E-3</c:v>
                </c:pt>
                <c:pt idx="6551">
                  <c:v>4.0531999999999999E-3</c:v>
                </c:pt>
                <c:pt idx="6552">
                  <c:v>4.1248999999999999E-3</c:v>
                </c:pt>
                <c:pt idx="6553">
                  <c:v>4.1524999999999999E-3</c:v>
                </c:pt>
                <c:pt idx="6554">
                  <c:v>4.1313000000000001E-3</c:v>
                </c:pt>
                <c:pt idx="6555">
                  <c:v>4.1584000000000005E-3</c:v>
                </c:pt>
                <c:pt idx="6556">
                  <c:v>4.2155999999999999E-3</c:v>
                </c:pt>
                <c:pt idx="6557">
                  <c:v>4.3274999999999997E-3</c:v>
                </c:pt>
                <c:pt idx="6558">
                  <c:v>4.2626000000000001E-3</c:v>
                </c:pt>
                <c:pt idx="6559">
                  <c:v>4.2951999999999999E-3</c:v>
                </c:pt>
                <c:pt idx="6560">
                  <c:v>4.3198000000000004E-3</c:v>
                </c:pt>
                <c:pt idx="6561">
                  <c:v>4.3403000000000001E-3</c:v>
                </c:pt>
                <c:pt idx="6562">
                  <c:v>4.4076999999999996E-3</c:v>
                </c:pt>
                <c:pt idx="6563">
                  <c:v>4.6055999999999996E-3</c:v>
                </c:pt>
                <c:pt idx="6564">
                  <c:v>4.6611999999999999E-3</c:v>
                </c:pt>
                <c:pt idx="6565">
                  <c:v>4.7548E-3</c:v>
                </c:pt>
                <c:pt idx="6566">
                  <c:v>4.7609999999999996E-3</c:v>
                </c:pt>
                <c:pt idx="6567">
                  <c:v>4.8892000000000007E-3</c:v>
                </c:pt>
                <c:pt idx="6568">
                  <c:v>5.1743000000000006E-3</c:v>
                </c:pt>
                <c:pt idx="6569">
                  <c:v>5.1976000000000001E-3</c:v>
                </c:pt>
                <c:pt idx="6570">
                  <c:v>4.9297999999999998E-3</c:v>
                </c:pt>
                <c:pt idx="6571">
                  <c:v>5.0246000000000006E-3</c:v>
                </c:pt>
                <c:pt idx="6572">
                  <c:v>5.2909999999999997E-3</c:v>
                </c:pt>
                <c:pt idx="6573">
                  <c:v>5.4597000000000005E-3</c:v>
                </c:pt>
                <c:pt idx="6574">
                  <c:v>5.3409E-3</c:v>
                </c:pt>
                <c:pt idx="6575">
                  <c:v>5.1192E-3</c:v>
                </c:pt>
                <c:pt idx="6576">
                  <c:v>5.2593000000000006E-3</c:v>
                </c:pt>
                <c:pt idx="6577">
                  <c:v>5.1387000000000004E-3</c:v>
                </c:pt>
                <c:pt idx="6578">
                  <c:v>5.6297999999999999E-3</c:v>
                </c:pt>
                <c:pt idx="6579">
                  <c:v>5.4761999999999996E-3</c:v>
                </c:pt>
                <c:pt idx="6580">
                  <c:v>5.5515E-3</c:v>
                </c:pt>
                <c:pt idx="6581">
                  <c:v>5.4637000000000002E-3</c:v>
                </c:pt>
                <c:pt idx="6582">
                  <c:v>5.9036999999999996E-3</c:v>
                </c:pt>
                <c:pt idx="6583">
                  <c:v>6.2918999999999996E-3</c:v>
                </c:pt>
                <c:pt idx="6584">
                  <c:v>6.3847000000000001E-3</c:v>
                </c:pt>
                <c:pt idx="6585">
                  <c:v>6.3799999999999994E-3</c:v>
                </c:pt>
                <c:pt idx="6586">
                  <c:v>6.2193999999999999E-3</c:v>
                </c:pt>
                <c:pt idx="6587">
                  <c:v>6.1038999999999998E-3</c:v>
                </c:pt>
                <c:pt idx="6588">
                  <c:v>6.1149000000000004E-3</c:v>
                </c:pt>
                <c:pt idx="6589">
                  <c:v>6.0334000000000004E-3</c:v>
                </c:pt>
                <c:pt idx="6590">
                  <c:v>5.8656999999999997E-3</c:v>
                </c:pt>
                <c:pt idx="6591">
                  <c:v>5.0557000000000006E-3</c:v>
                </c:pt>
                <c:pt idx="6592">
                  <c:v>5.1862999999999996E-3</c:v>
                </c:pt>
                <c:pt idx="6593">
                  <c:v>5.3064000000000002E-3</c:v>
                </c:pt>
                <c:pt idx="6594">
                  <c:v>4.7930000000000004E-3</c:v>
                </c:pt>
                <c:pt idx="6595">
                  <c:v>5.1847999999999998E-3</c:v>
                </c:pt>
                <c:pt idx="6596">
                  <c:v>4.7950000000000007E-3</c:v>
                </c:pt>
                <c:pt idx="6597">
                  <c:v>4.9033000000000002E-3</c:v>
                </c:pt>
                <c:pt idx="6598">
                  <c:v>5.0249000000000005E-3</c:v>
                </c:pt>
                <c:pt idx="6599">
                  <c:v>4.9792000000000005E-3</c:v>
                </c:pt>
                <c:pt idx="6600">
                  <c:v>4.5700000000000003E-3</c:v>
                </c:pt>
                <c:pt idx="6601">
                  <c:v>4.4967000000000002E-3</c:v>
                </c:pt>
                <c:pt idx="6602">
                  <c:v>4.5463000000000005E-3</c:v>
                </c:pt>
                <c:pt idx="6603">
                  <c:v>4.9975000000000002E-3</c:v>
                </c:pt>
                <c:pt idx="6604">
                  <c:v>4.5239E-3</c:v>
                </c:pt>
                <c:pt idx="6605">
                  <c:v>4.5618999999999998E-3</c:v>
                </c:pt>
                <c:pt idx="6606">
                  <c:v>4.9430000000000003E-3</c:v>
                </c:pt>
                <c:pt idx="6607">
                  <c:v>4.4681E-3</c:v>
                </c:pt>
                <c:pt idx="6608">
                  <c:v>5.0286999999999997E-3</c:v>
                </c:pt>
                <c:pt idx="6609">
                  <c:v>5.1392E-3</c:v>
                </c:pt>
                <c:pt idx="6610">
                  <c:v>5.0880000000000005E-3</c:v>
                </c:pt>
                <c:pt idx="6611">
                  <c:v>4.5975E-3</c:v>
                </c:pt>
                <c:pt idx="6612">
                  <c:v>4.6443999999999999E-3</c:v>
                </c:pt>
                <c:pt idx="6613">
                  <c:v>5.0100000000000006E-3</c:v>
                </c:pt>
                <c:pt idx="6614">
                  <c:v>5.0616000000000003E-3</c:v>
                </c:pt>
                <c:pt idx="6615">
                  <c:v>4.6395000000000004E-3</c:v>
                </c:pt>
                <c:pt idx="6616">
                  <c:v>5.0774000000000001E-3</c:v>
                </c:pt>
                <c:pt idx="6617">
                  <c:v>5.1259999999999995E-3</c:v>
                </c:pt>
                <c:pt idx="6618">
                  <c:v>5.202E-3</c:v>
                </c:pt>
                <c:pt idx="6619">
                  <c:v>5.2046999999999996E-3</c:v>
                </c:pt>
                <c:pt idx="6620">
                  <c:v>4.8307999999999997E-3</c:v>
                </c:pt>
                <c:pt idx="6621">
                  <c:v>4.6084999999999997E-3</c:v>
                </c:pt>
                <c:pt idx="6622">
                  <c:v>4.5031999999999997E-3</c:v>
                </c:pt>
                <c:pt idx="6623">
                  <c:v>4.9843999999999999E-3</c:v>
                </c:pt>
                <c:pt idx="6624">
                  <c:v>5.0939999999999996E-3</c:v>
                </c:pt>
                <c:pt idx="6625">
                  <c:v>4.4186E-3</c:v>
                </c:pt>
                <c:pt idx="6626">
                  <c:v>4.4057999999999996E-3</c:v>
                </c:pt>
                <c:pt idx="6627">
                  <c:v>4.3648999999999997E-3</c:v>
                </c:pt>
                <c:pt idx="6628">
                  <c:v>4.1706E-3</c:v>
                </c:pt>
                <c:pt idx="6629">
                  <c:v>4.1869000000000003E-3</c:v>
                </c:pt>
                <c:pt idx="6630">
                  <c:v>4.1247000000000002E-3</c:v>
                </c:pt>
                <c:pt idx="6631">
                  <c:v>4.2393999999999999E-3</c:v>
                </c:pt>
                <c:pt idx="6632">
                  <c:v>4.3023000000000002E-3</c:v>
                </c:pt>
                <c:pt idx="6633">
                  <c:v>4.4377000000000002E-3</c:v>
                </c:pt>
                <c:pt idx="6634">
                  <c:v>4.4308000000000004E-3</c:v>
                </c:pt>
                <c:pt idx="6635">
                  <c:v>4.3838000000000002E-3</c:v>
                </c:pt>
                <c:pt idx="6636">
                  <c:v>4.4656999999999995E-3</c:v>
                </c:pt>
                <c:pt idx="6637">
                  <c:v>4.2436999999999996E-3</c:v>
                </c:pt>
                <c:pt idx="6638">
                  <c:v>4.2490999999999996E-3</c:v>
                </c:pt>
                <c:pt idx="6639">
                  <c:v>4.0479999999999995E-3</c:v>
                </c:pt>
                <c:pt idx="6640">
                  <c:v>4.1390999999999997E-3</c:v>
                </c:pt>
                <c:pt idx="6641">
                  <c:v>4.2880000000000001E-3</c:v>
                </c:pt>
                <c:pt idx="6642">
                  <c:v>4.2453999999999999E-3</c:v>
                </c:pt>
                <c:pt idx="6643">
                  <c:v>4.2585000000000001E-3</c:v>
                </c:pt>
                <c:pt idx="6644">
                  <c:v>4.1895000000000005E-3</c:v>
                </c:pt>
                <c:pt idx="6645">
                  <c:v>4.2659999999999998E-3</c:v>
                </c:pt>
                <c:pt idx="6646">
                  <c:v>4.2744000000000002E-3</c:v>
                </c:pt>
                <c:pt idx="6647">
                  <c:v>4.2883000000000001E-3</c:v>
                </c:pt>
                <c:pt idx="6648">
                  <c:v>4.2756999999999995E-3</c:v>
                </c:pt>
                <c:pt idx="6649">
                  <c:v>4.2744000000000002E-3</c:v>
                </c:pt>
                <c:pt idx="6650">
                  <c:v>4.2718000000000001E-3</c:v>
                </c:pt>
                <c:pt idx="6651">
                  <c:v>4.2001E-3</c:v>
                </c:pt>
                <c:pt idx="6652">
                  <c:v>4.2411000000000003E-3</c:v>
                </c:pt>
                <c:pt idx="6653">
                  <c:v>4.2859000000000005E-3</c:v>
                </c:pt>
                <c:pt idx="6654">
                  <c:v>4.2436000000000001E-3</c:v>
                </c:pt>
                <c:pt idx="6655">
                  <c:v>4.3101999999999993E-3</c:v>
                </c:pt>
                <c:pt idx="6656">
                  <c:v>4.3438000000000001E-3</c:v>
                </c:pt>
                <c:pt idx="6657">
                  <c:v>4.3784000000000002E-3</c:v>
                </c:pt>
                <c:pt idx="6658">
                  <c:v>4.3756999999999997E-3</c:v>
                </c:pt>
                <c:pt idx="6659">
                  <c:v>4.4210999999999999E-3</c:v>
                </c:pt>
                <c:pt idx="6660">
                  <c:v>4.3912999999999999E-3</c:v>
                </c:pt>
                <c:pt idx="6661">
                  <c:v>4.4402E-3</c:v>
                </c:pt>
                <c:pt idx="6662">
                  <c:v>4.4749999999999998E-3</c:v>
                </c:pt>
                <c:pt idx="6663">
                  <c:v>4.5890999999999996E-3</c:v>
                </c:pt>
                <c:pt idx="6664">
                  <c:v>4.6515999999999997E-3</c:v>
                </c:pt>
                <c:pt idx="6665">
                  <c:v>4.5634000000000004E-3</c:v>
                </c:pt>
                <c:pt idx="6666">
                  <c:v>4.6454999999999995E-3</c:v>
                </c:pt>
                <c:pt idx="6667">
                  <c:v>4.8552999999999999E-3</c:v>
                </c:pt>
                <c:pt idx="6668">
                  <c:v>4.7694E-3</c:v>
                </c:pt>
                <c:pt idx="6669">
                  <c:v>4.7810000000000005E-3</c:v>
                </c:pt>
                <c:pt idx="6670">
                  <c:v>4.8009999999999997E-3</c:v>
                </c:pt>
                <c:pt idx="6671">
                  <c:v>4.8786999999999997E-3</c:v>
                </c:pt>
                <c:pt idx="6672">
                  <c:v>4.7194999999999997E-3</c:v>
                </c:pt>
                <c:pt idx="6673">
                  <c:v>4.7869999999999996E-3</c:v>
                </c:pt>
                <c:pt idx="6674">
                  <c:v>4.5996000000000006E-3</c:v>
                </c:pt>
                <c:pt idx="6675">
                  <c:v>4.5236E-3</c:v>
                </c:pt>
                <c:pt idx="6676">
                  <c:v>4.6277999999999996E-3</c:v>
                </c:pt>
                <c:pt idx="6677">
                  <c:v>4.6078999999999998E-3</c:v>
                </c:pt>
                <c:pt idx="6678">
                  <c:v>4.4751000000000001E-3</c:v>
                </c:pt>
                <c:pt idx="6679">
                  <c:v>4.4294E-3</c:v>
                </c:pt>
                <c:pt idx="6680">
                  <c:v>4.3984999999999996E-3</c:v>
                </c:pt>
                <c:pt idx="6681">
                  <c:v>4.3460999999999994E-3</c:v>
                </c:pt>
                <c:pt idx="6682">
                  <c:v>4.1345999999999996E-3</c:v>
                </c:pt>
                <c:pt idx="6683">
                  <c:v>4.1082999999999996E-3</c:v>
                </c:pt>
                <c:pt idx="6684">
                  <c:v>4.1564000000000002E-3</c:v>
                </c:pt>
                <c:pt idx="6685">
                  <c:v>4.2434999999999999E-3</c:v>
                </c:pt>
                <c:pt idx="6686">
                  <c:v>4.1767000000000002E-3</c:v>
                </c:pt>
                <c:pt idx="6687">
                  <c:v>4.1869999999999997E-3</c:v>
                </c:pt>
                <c:pt idx="6688">
                  <c:v>4.1475000000000001E-3</c:v>
                </c:pt>
                <c:pt idx="6689">
                  <c:v>4.1561000000000002E-3</c:v>
                </c:pt>
                <c:pt idx="6690">
                  <c:v>4.1221000000000001E-3</c:v>
                </c:pt>
                <c:pt idx="6691">
                  <c:v>4.1075E-3</c:v>
                </c:pt>
                <c:pt idx="6692">
                  <c:v>4.0872999999999994E-3</c:v>
                </c:pt>
                <c:pt idx="6693">
                  <c:v>4.1088999999999995E-3</c:v>
                </c:pt>
                <c:pt idx="6694">
                  <c:v>4.1238999999999998E-3</c:v>
                </c:pt>
                <c:pt idx="6695">
                  <c:v>4.1520000000000003E-3</c:v>
                </c:pt>
                <c:pt idx="6696">
                  <c:v>4.1541E-3</c:v>
                </c:pt>
                <c:pt idx="6697">
                  <c:v>4.1308999999999998E-3</c:v>
                </c:pt>
                <c:pt idx="6698">
                  <c:v>4.1598999999999994E-3</c:v>
                </c:pt>
                <c:pt idx="6699">
                  <c:v>4.1612000000000003E-3</c:v>
                </c:pt>
                <c:pt idx="6700">
                  <c:v>4.1744E-3</c:v>
                </c:pt>
                <c:pt idx="6701">
                  <c:v>4.2418999999999998E-3</c:v>
                </c:pt>
                <c:pt idx="6702">
                  <c:v>4.3139000000000007E-3</c:v>
                </c:pt>
                <c:pt idx="6703">
                  <c:v>4.3072000000000006E-3</c:v>
                </c:pt>
                <c:pt idx="6704">
                  <c:v>4.4212000000000001E-3</c:v>
                </c:pt>
                <c:pt idx="6705">
                  <c:v>4.483E-3</c:v>
                </c:pt>
                <c:pt idx="6706">
                  <c:v>4.4561999999999996E-3</c:v>
                </c:pt>
                <c:pt idx="6707">
                  <c:v>4.3625000000000001E-3</c:v>
                </c:pt>
                <c:pt idx="6708">
                  <c:v>4.6223999999999996E-3</c:v>
                </c:pt>
                <c:pt idx="6709">
                  <c:v>4.7959000000000005E-3</c:v>
                </c:pt>
                <c:pt idx="6710">
                  <c:v>4.8520000000000004E-3</c:v>
                </c:pt>
                <c:pt idx="6711">
                  <c:v>4.9591999999999995E-3</c:v>
                </c:pt>
                <c:pt idx="6712">
                  <c:v>5.1662000000000001E-3</c:v>
                </c:pt>
                <c:pt idx="6713">
                  <c:v>5.2155000000000005E-3</c:v>
                </c:pt>
                <c:pt idx="6714">
                  <c:v>5.5472000000000004E-3</c:v>
                </c:pt>
                <c:pt idx="6715">
                  <c:v>5.4810000000000006E-3</c:v>
                </c:pt>
                <c:pt idx="6716">
                  <c:v>5.6857999999999995E-3</c:v>
                </c:pt>
                <c:pt idx="6717">
                  <c:v>5.9319999999999998E-3</c:v>
                </c:pt>
                <c:pt idx="6718">
                  <c:v>6.0156999999999997E-3</c:v>
                </c:pt>
                <c:pt idx="6719">
                  <c:v>5.6822000000000001E-3</c:v>
                </c:pt>
                <c:pt idx="6720">
                  <c:v>5.4332E-3</c:v>
                </c:pt>
                <c:pt idx="6721">
                  <c:v>5.5937000000000001E-3</c:v>
                </c:pt>
                <c:pt idx="6722">
                  <c:v>5.6040999999999999E-3</c:v>
                </c:pt>
                <c:pt idx="6723">
                  <c:v>5.4444999999999997E-3</c:v>
                </c:pt>
                <c:pt idx="6724">
                  <c:v>5.5148000000000003E-3</c:v>
                </c:pt>
                <c:pt idx="6725">
                  <c:v>5.5001E-3</c:v>
                </c:pt>
                <c:pt idx="6726">
                  <c:v>5.5415999999999998E-3</c:v>
                </c:pt>
                <c:pt idx="6727">
                  <c:v>5.5167999999999997E-3</c:v>
                </c:pt>
                <c:pt idx="6728">
                  <c:v>5.5068000000000001E-3</c:v>
                </c:pt>
                <c:pt idx="6729">
                  <c:v>5.3639000000000004E-3</c:v>
                </c:pt>
                <c:pt idx="6730">
                  <c:v>5.3936000000000001E-3</c:v>
                </c:pt>
              </c:numCache>
            </c:numRef>
          </c:val>
          <c:smooth val="0"/>
          <c:extLst>
            <c:ext xmlns:c16="http://schemas.microsoft.com/office/drawing/2014/chart" uri="{C3380CC4-5D6E-409C-BE32-E72D297353CC}">
              <c16:uniqueId val="{00000003-E73A-4117-BC58-4A6B7AF4ADB5}"/>
            </c:ext>
          </c:extLst>
        </c:ser>
        <c:ser>
          <c:idx val="5"/>
          <c:order val="5"/>
          <c:tx>
            <c:strRef>
              <c:f>Spread_Calc!$AB$6</c:f>
              <c:strCache>
                <c:ptCount val="1"/>
                <c:pt idx="0">
                  <c:v>UR CDS 5y</c:v>
                </c:pt>
              </c:strCache>
              <c:extLst xmlns:c15="http://schemas.microsoft.com/office/drawing/2012/chart"/>
            </c:strRef>
          </c:tx>
          <c:marker>
            <c:symbol val="none"/>
          </c:marker>
          <c:cat>
            <c:numRef>
              <c:f>Spread_Calc!$B$7:$B$7000</c:f>
              <c:numCache>
                <c:formatCode>m/d/yyyy</c:formatCode>
                <c:ptCount val="6994"/>
                <c:pt idx="0">
                  <c:v>36893</c:v>
                </c:pt>
                <c:pt idx="1">
                  <c:v>36894</c:v>
                </c:pt>
                <c:pt idx="2">
                  <c:v>36895</c:v>
                </c:pt>
                <c:pt idx="3">
                  <c:v>36896</c:v>
                </c:pt>
                <c:pt idx="4">
                  <c:v>36899</c:v>
                </c:pt>
                <c:pt idx="5">
                  <c:v>36900</c:v>
                </c:pt>
                <c:pt idx="6">
                  <c:v>36901</c:v>
                </c:pt>
                <c:pt idx="7">
                  <c:v>36902</c:v>
                </c:pt>
                <c:pt idx="8">
                  <c:v>36903</c:v>
                </c:pt>
                <c:pt idx="9">
                  <c:v>36906</c:v>
                </c:pt>
                <c:pt idx="10">
                  <c:v>36907</c:v>
                </c:pt>
                <c:pt idx="11">
                  <c:v>36908</c:v>
                </c:pt>
                <c:pt idx="12">
                  <c:v>36909</c:v>
                </c:pt>
                <c:pt idx="13">
                  <c:v>36910</c:v>
                </c:pt>
                <c:pt idx="14">
                  <c:v>36913</c:v>
                </c:pt>
                <c:pt idx="15">
                  <c:v>36914</c:v>
                </c:pt>
                <c:pt idx="16">
                  <c:v>36915</c:v>
                </c:pt>
                <c:pt idx="17">
                  <c:v>36916</c:v>
                </c:pt>
                <c:pt idx="18">
                  <c:v>36917</c:v>
                </c:pt>
                <c:pt idx="19">
                  <c:v>36920</c:v>
                </c:pt>
                <c:pt idx="20">
                  <c:v>36921</c:v>
                </c:pt>
                <c:pt idx="21">
                  <c:v>36922</c:v>
                </c:pt>
                <c:pt idx="22">
                  <c:v>36923</c:v>
                </c:pt>
                <c:pt idx="23">
                  <c:v>36924</c:v>
                </c:pt>
                <c:pt idx="24">
                  <c:v>36927</c:v>
                </c:pt>
                <c:pt idx="25">
                  <c:v>36928</c:v>
                </c:pt>
                <c:pt idx="26">
                  <c:v>36929</c:v>
                </c:pt>
                <c:pt idx="27">
                  <c:v>36930</c:v>
                </c:pt>
                <c:pt idx="28">
                  <c:v>36931</c:v>
                </c:pt>
                <c:pt idx="29">
                  <c:v>36934</c:v>
                </c:pt>
                <c:pt idx="30">
                  <c:v>36935</c:v>
                </c:pt>
                <c:pt idx="31">
                  <c:v>36936</c:v>
                </c:pt>
                <c:pt idx="32">
                  <c:v>36937</c:v>
                </c:pt>
                <c:pt idx="33">
                  <c:v>36938</c:v>
                </c:pt>
                <c:pt idx="34">
                  <c:v>36941</c:v>
                </c:pt>
                <c:pt idx="35">
                  <c:v>36942</c:v>
                </c:pt>
                <c:pt idx="36">
                  <c:v>36943</c:v>
                </c:pt>
                <c:pt idx="37">
                  <c:v>36944</c:v>
                </c:pt>
                <c:pt idx="38">
                  <c:v>36945</c:v>
                </c:pt>
                <c:pt idx="39">
                  <c:v>36948</c:v>
                </c:pt>
                <c:pt idx="40">
                  <c:v>36949</c:v>
                </c:pt>
                <c:pt idx="41">
                  <c:v>36950</c:v>
                </c:pt>
                <c:pt idx="42">
                  <c:v>36951</c:v>
                </c:pt>
                <c:pt idx="43">
                  <c:v>36952</c:v>
                </c:pt>
                <c:pt idx="44">
                  <c:v>36955</c:v>
                </c:pt>
                <c:pt idx="45">
                  <c:v>36956</c:v>
                </c:pt>
                <c:pt idx="46">
                  <c:v>36957</c:v>
                </c:pt>
                <c:pt idx="47">
                  <c:v>36958</c:v>
                </c:pt>
                <c:pt idx="48">
                  <c:v>36959</c:v>
                </c:pt>
                <c:pt idx="49">
                  <c:v>36962</c:v>
                </c:pt>
                <c:pt idx="50">
                  <c:v>36963</c:v>
                </c:pt>
                <c:pt idx="51">
                  <c:v>36964</c:v>
                </c:pt>
                <c:pt idx="52">
                  <c:v>36965</c:v>
                </c:pt>
                <c:pt idx="53">
                  <c:v>36966</c:v>
                </c:pt>
                <c:pt idx="54">
                  <c:v>36969</c:v>
                </c:pt>
                <c:pt idx="55">
                  <c:v>36970</c:v>
                </c:pt>
                <c:pt idx="56">
                  <c:v>36971</c:v>
                </c:pt>
                <c:pt idx="57">
                  <c:v>36972</c:v>
                </c:pt>
                <c:pt idx="58">
                  <c:v>36973</c:v>
                </c:pt>
                <c:pt idx="59">
                  <c:v>36976</c:v>
                </c:pt>
                <c:pt idx="60">
                  <c:v>36977</c:v>
                </c:pt>
                <c:pt idx="61">
                  <c:v>36978</c:v>
                </c:pt>
                <c:pt idx="62">
                  <c:v>36979</c:v>
                </c:pt>
                <c:pt idx="63">
                  <c:v>36980</c:v>
                </c:pt>
                <c:pt idx="64">
                  <c:v>36983</c:v>
                </c:pt>
                <c:pt idx="65">
                  <c:v>36984</c:v>
                </c:pt>
                <c:pt idx="66">
                  <c:v>36985</c:v>
                </c:pt>
                <c:pt idx="67">
                  <c:v>36986</c:v>
                </c:pt>
                <c:pt idx="68">
                  <c:v>36987</c:v>
                </c:pt>
                <c:pt idx="69">
                  <c:v>36990</c:v>
                </c:pt>
                <c:pt idx="70">
                  <c:v>36991</c:v>
                </c:pt>
                <c:pt idx="71">
                  <c:v>36992</c:v>
                </c:pt>
                <c:pt idx="72">
                  <c:v>36993</c:v>
                </c:pt>
                <c:pt idx="73">
                  <c:v>36994</c:v>
                </c:pt>
                <c:pt idx="74">
                  <c:v>36997</c:v>
                </c:pt>
                <c:pt idx="75">
                  <c:v>36998</c:v>
                </c:pt>
                <c:pt idx="76">
                  <c:v>36999</c:v>
                </c:pt>
                <c:pt idx="77">
                  <c:v>37000</c:v>
                </c:pt>
                <c:pt idx="78">
                  <c:v>37001</c:v>
                </c:pt>
                <c:pt idx="79">
                  <c:v>37004</c:v>
                </c:pt>
                <c:pt idx="80">
                  <c:v>37005</c:v>
                </c:pt>
                <c:pt idx="81">
                  <c:v>37006</c:v>
                </c:pt>
                <c:pt idx="82">
                  <c:v>37007</c:v>
                </c:pt>
                <c:pt idx="83">
                  <c:v>37008</c:v>
                </c:pt>
                <c:pt idx="84">
                  <c:v>37011</c:v>
                </c:pt>
                <c:pt idx="85">
                  <c:v>37012</c:v>
                </c:pt>
                <c:pt idx="86">
                  <c:v>37013</c:v>
                </c:pt>
                <c:pt idx="87">
                  <c:v>37014</c:v>
                </c:pt>
                <c:pt idx="88">
                  <c:v>37015</c:v>
                </c:pt>
                <c:pt idx="89">
                  <c:v>37018</c:v>
                </c:pt>
                <c:pt idx="90">
                  <c:v>37019</c:v>
                </c:pt>
                <c:pt idx="91">
                  <c:v>37020</c:v>
                </c:pt>
                <c:pt idx="92">
                  <c:v>37021</c:v>
                </c:pt>
                <c:pt idx="93">
                  <c:v>37022</c:v>
                </c:pt>
                <c:pt idx="94">
                  <c:v>37025</c:v>
                </c:pt>
                <c:pt idx="95">
                  <c:v>37026</c:v>
                </c:pt>
                <c:pt idx="96">
                  <c:v>37027</c:v>
                </c:pt>
                <c:pt idx="97">
                  <c:v>37028</c:v>
                </c:pt>
                <c:pt idx="98">
                  <c:v>37029</c:v>
                </c:pt>
                <c:pt idx="99">
                  <c:v>37032</c:v>
                </c:pt>
                <c:pt idx="100">
                  <c:v>37033</c:v>
                </c:pt>
                <c:pt idx="101">
                  <c:v>37034</c:v>
                </c:pt>
                <c:pt idx="102">
                  <c:v>37035</c:v>
                </c:pt>
                <c:pt idx="103">
                  <c:v>37036</c:v>
                </c:pt>
                <c:pt idx="104">
                  <c:v>37039</c:v>
                </c:pt>
                <c:pt idx="105">
                  <c:v>37040</c:v>
                </c:pt>
                <c:pt idx="106">
                  <c:v>37041</c:v>
                </c:pt>
                <c:pt idx="107">
                  <c:v>37042</c:v>
                </c:pt>
                <c:pt idx="108">
                  <c:v>37043</c:v>
                </c:pt>
                <c:pt idx="109">
                  <c:v>37046</c:v>
                </c:pt>
                <c:pt idx="110">
                  <c:v>37047</c:v>
                </c:pt>
                <c:pt idx="111">
                  <c:v>37048</c:v>
                </c:pt>
                <c:pt idx="112">
                  <c:v>37049</c:v>
                </c:pt>
                <c:pt idx="113">
                  <c:v>37050</c:v>
                </c:pt>
                <c:pt idx="114">
                  <c:v>37053</c:v>
                </c:pt>
                <c:pt idx="115">
                  <c:v>37054</c:v>
                </c:pt>
                <c:pt idx="116">
                  <c:v>37055</c:v>
                </c:pt>
                <c:pt idx="117">
                  <c:v>37056</c:v>
                </c:pt>
                <c:pt idx="118">
                  <c:v>37057</c:v>
                </c:pt>
                <c:pt idx="119">
                  <c:v>37060</c:v>
                </c:pt>
                <c:pt idx="120">
                  <c:v>37061</c:v>
                </c:pt>
                <c:pt idx="121">
                  <c:v>37062</c:v>
                </c:pt>
                <c:pt idx="122">
                  <c:v>37063</c:v>
                </c:pt>
                <c:pt idx="123">
                  <c:v>37064</c:v>
                </c:pt>
                <c:pt idx="124">
                  <c:v>37067</c:v>
                </c:pt>
                <c:pt idx="125">
                  <c:v>37068</c:v>
                </c:pt>
                <c:pt idx="126">
                  <c:v>37069</c:v>
                </c:pt>
                <c:pt idx="127">
                  <c:v>37070</c:v>
                </c:pt>
                <c:pt idx="128">
                  <c:v>37071</c:v>
                </c:pt>
                <c:pt idx="129">
                  <c:v>37074</c:v>
                </c:pt>
                <c:pt idx="130">
                  <c:v>37075</c:v>
                </c:pt>
                <c:pt idx="131">
                  <c:v>37076</c:v>
                </c:pt>
                <c:pt idx="132">
                  <c:v>37077</c:v>
                </c:pt>
                <c:pt idx="133">
                  <c:v>37078</c:v>
                </c:pt>
                <c:pt idx="134">
                  <c:v>37081</c:v>
                </c:pt>
                <c:pt idx="135">
                  <c:v>37082</c:v>
                </c:pt>
                <c:pt idx="136">
                  <c:v>37083</c:v>
                </c:pt>
                <c:pt idx="137">
                  <c:v>37084</c:v>
                </c:pt>
                <c:pt idx="138">
                  <c:v>37085</c:v>
                </c:pt>
                <c:pt idx="139">
                  <c:v>37088</c:v>
                </c:pt>
                <c:pt idx="140">
                  <c:v>37089</c:v>
                </c:pt>
                <c:pt idx="141">
                  <c:v>37090</c:v>
                </c:pt>
                <c:pt idx="142">
                  <c:v>37091</c:v>
                </c:pt>
                <c:pt idx="143">
                  <c:v>37092</c:v>
                </c:pt>
                <c:pt idx="144">
                  <c:v>37095</c:v>
                </c:pt>
                <c:pt idx="145">
                  <c:v>37096</c:v>
                </c:pt>
                <c:pt idx="146">
                  <c:v>37097</c:v>
                </c:pt>
                <c:pt idx="147">
                  <c:v>37098</c:v>
                </c:pt>
                <c:pt idx="148">
                  <c:v>37099</c:v>
                </c:pt>
                <c:pt idx="149">
                  <c:v>37102</c:v>
                </c:pt>
                <c:pt idx="150">
                  <c:v>37103</c:v>
                </c:pt>
                <c:pt idx="151">
                  <c:v>37104</c:v>
                </c:pt>
                <c:pt idx="152">
                  <c:v>37105</c:v>
                </c:pt>
                <c:pt idx="153">
                  <c:v>37106</c:v>
                </c:pt>
                <c:pt idx="154">
                  <c:v>37109</c:v>
                </c:pt>
                <c:pt idx="155">
                  <c:v>37110</c:v>
                </c:pt>
                <c:pt idx="156">
                  <c:v>37111</c:v>
                </c:pt>
                <c:pt idx="157">
                  <c:v>37112</c:v>
                </c:pt>
                <c:pt idx="158">
                  <c:v>37113</c:v>
                </c:pt>
                <c:pt idx="159">
                  <c:v>37116</c:v>
                </c:pt>
                <c:pt idx="160">
                  <c:v>37117</c:v>
                </c:pt>
                <c:pt idx="161">
                  <c:v>37118</c:v>
                </c:pt>
                <c:pt idx="162">
                  <c:v>37119</c:v>
                </c:pt>
                <c:pt idx="163">
                  <c:v>37120</c:v>
                </c:pt>
                <c:pt idx="164">
                  <c:v>37123</c:v>
                </c:pt>
                <c:pt idx="165">
                  <c:v>37124</c:v>
                </c:pt>
                <c:pt idx="166">
                  <c:v>37125</c:v>
                </c:pt>
                <c:pt idx="167">
                  <c:v>37126</c:v>
                </c:pt>
                <c:pt idx="168">
                  <c:v>37127</c:v>
                </c:pt>
                <c:pt idx="169">
                  <c:v>37130</c:v>
                </c:pt>
                <c:pt idx="170">
                  <c:v>37131</c:v>
                </c:pt>
                <c:pt idx="171">
                  <c:v>37132</c:v>
                </c:pt>
                <c:pt idx="172">
                  <c:v>37133</c:v>
                </c:pt>
                <c:pt idx="173">
                  <c:v>37134</c:v>
                </c:pt>
                <c:pt idx="174">
                  <c:v>37137</c:v>
                </c:pt>
                <c:pt idx="175">
                  <c:v>37138</c:v>
                </c:pt>
                <c:pt idx="176">
                  <c:v>37139</c:v>
                </c:pt>
                <c:pt idx="177">
                  <c:v>37140</c:v>
                </c:pt>
                <c:pt idx="178">
                  <c:v>37141</c:v>
                </c:pt>
                <c:pt idx="179">
                  <c:v>37144</c:v>
                </c:pt>
                <c:pt idx="180">
                  <c:v>37145</c:v>
                </c:pt>
                <c:pt idx="181">
                  <c:v>37146</c:v>
                </c:pt>
                <c:pt idx="182">
                  <c:v>37147</c:v>
                </c:pt>
                <c:pt idx="183">
                  <c:v>37148</c:v>
                </c:pt>
                <c:pt idx="184">
                  <c:v>37151</c:v>
                </c:pt>
                <c:pt idx="185">
                  <c:v>37152</c:v>
                </c:pt>
                <c:pt idx="186">
                  <c:v>37153</c:v>
                </c:pt>
                <c:pt idx="187">
                  <c:v>37154</c:v>
                </c:pt>
                <c:pt idx="188">
                  <c:v>37155</c:v>
                </c:pt>
                <c:pt idx="189">
                  <c:v>37158</c:v>
                </c:pt>
                <c:pt idx="190">
                  <c:v>37159</c:v>
                </c:pt>
                <c:pt idx="191">
                  <c:v>37160</c:v>
                </c:pt>
                <c:pt idx="192">
                  <c:v>37161</c:v>
                </c:pt>
                <c:pt idx="193">
                  <c:v>37162</c:v>
                </c:pt>
                <c:pt idx="194">
                  <c:v>37165</c:v>
                </c:pt>
                <c:pt idx="195">
                  <c:v>37166</c:v>
                </c:pt>
                <c:pt idx="196">
                  <c:v>37167</c:v>
                </c:pt>
                <c:pt idx="197">
                  <c:v>37168</c:v>
                </c:pt>
                <c:pt idx="198">
                  <c:v>37169</c:v>
                </c:pt>
                <c:pt idx="199">
                  <c:v>37172</c:v>
                </c:pt>
                <c:pt idx="200">
                  <c:v>37173</c:v>
                </c:pt>
                <c:pt idx="201">
                  <c:v>37174</c:v>
                </c:pt>
                <c:pt idx="202">
                  <c:v>37175</c:v>
                </c:pt>
                <c:pt idx="203">
                  <c:v>37176</c:v>
                </c:pt>
                <c:pt idx="204">
                  <c:v>37179</c:v>
                </c:pt>
                <c:pt idx="205">
                  <c:v>37180</c:v>
                </c:pt>
                <c:pt idx="206">
                  <c:v>37181</c:v>
                </c:pt>
                <c:pt idx="207">
                  <c:v>37182</c:v>
                </c:pt>
                <c:pt idx="208">
                  <c:v>37183</c:v>
                </c:pt>
                <c:pt idx="209">
                  <c:v>37186</c:v>
                </c:pt>
                <c:pt idx="210">
                  <c:v>37187</c:v>
                </c:pt>
                <c:pt idx="211">
                  <c:v>37188</c:v>
                </c:pt>
                <c:pt idx="212">
                  <c:v>37189</c:v>
                </c:pt>
                <c:pt idx="213">
                  <c:v>37190</c:v>
                </c:pt>
                <c:pt idx="214">
                  <c:v>37193</c:v>
                </c:pt>
                <c:pt idx="215">
                  <c:v>37194</c:v>
                </c:pt>
                <c:pt idx="216">
                  <c:v>37195</c:v>
                </c:pt>
                <c:pt idx="217">
                  <c:v>37196</c:v>
                </c:pt>
                <c:pt idx="218">
                  <c:v>37197</c:v>
                </c:pt>
                <c:pt idx="219">
                  <c:v>37200</c:v>
                </c:pt>
                <c:pt idx="220">
                  <c:v>37201</c:v>
                </c:pt>
                <c:pt idx="221">
                  <c:v>37202</c:v>
                </c:pt>
                <c:pt idx="222">
                  <c:v>37203</c:v>
                </c:pt>
                <c:pt idx="223">
                  <c:v>37204</c:v>
                </c:pt>
                <c:pt idx="224">
                  <c:v>37207</c:v>
                </c:pt>
                <c:pt idx="225">
                  <c:v>37208</c:v>
                </c:pt>
                <c:pt idx="226">
                  <c:v>37209</c:v>
                </c:pt>
                <c:pt idx="227">
                  <c:v>37210</c:v>
                </c:pt>
                <c:pt idx="228">
                  <c:v>37211</c:v>
                </c:pt>
                <c:pt idx="229">
                  <c:v>37214</c:v>
                </c:pt>
                <c:pt idx="230">
                  <c:v>37215</c:v>
                </c:pt>
                <c:pt idx="231">
                  <c:v>37216</c:v>
                </c:pt>
                <c:pt idx="232">
                  <c:v>37217</c:v>
                </c:pt>
                <c:pt idx="233">
                  <c:v>37218</c:v>
                </c:pt>
                <c:pt idx="234">
                  <c:v>37221</c:v>
                </c:pt>
                <c:pt idx="235">
                  <c:v>37222</c:v>
                </c:pt>
                <c:pt idx="236">
                  <c:v>37223</c:v>
                </c:pt>
                <c:pt idx="237">
                  <c:v>37224</c:v>
                </c:pt>
                <c:pt idx="238">
                  <c:v>37225</c:v>
                </c:pt>
                <c:pt idx="239">
                  <c:v>37228</c:v>
                </c:pt>
                <c:pt idx="240">
                  <c:v>37229</c:v>
                </c:pt>
                <c:pt idx="241">
                  <c:v>37230</c:v>
                </c:pt>
                <c:pt idx="242">
                  <c:v>37231</c:v>
                </c:pt>
                <c:pt idx="243">
                  <c:v>37232</c:v>
                </c:pt>
                <c:pt idx="244">
                  <c:v>37235</c:v>
                </c:pt>
                <c:pt idx="245">
                  <c:v>37236</c:v>
                </c:pt>
                <c:pt idx="246">
                  <c:v>37237</c:v>
                </c:pt>
                <c:pt idx="247">
                  <c:v>37238</c:v>
                </c:pt>
                <c:pt idx="248">
                  <c:v>37239</c:v>
                </c:pt>
                <c:pt idx="249">
                  <c:v>37242</c:v>
                </c:pt>
                <c:pt idx="250">
                  <c:v>37243</c:v>
                </c:pt>
                <c:pt idx="251">
                  <c:v>37244</c:v>
                </c:pt>
                <c:pt idx="252">
                  <c:v>37245</c:v>
                </c:pt>
                <c:pt idx="253">
                  <c:v>37246</c:v>
                </c:pt>
                <c:pt idx="254">
                  <c:v>37249</c:v>
                </c:pt>
                <c:pt idx="255">
                  <c:v>37250</c:v>
                </c:pt>
                <c:pt idx="256">
                  <c:v>37251</c:v>
                </c:pt>
                <c:pt idx="257">
                  <c:v>37252</c:v>
                </c:pt>
                <c:pt idx="258">
                  <c:v>37253</c:v>
                </c:pt>
                <c:pt idx="259">
                  <c:v>37256</c:v>
                </c:pt>
                <c:pt idx="260">
                  <c:v>37257</c:v>
                </c:pt>
                <c:pt idx="261">
                  <c:v>37258</c:v>
                </c:pt>
                <c:pt idx="262">
                  <c:v>37259</c:v>
                </c:pt>
                <c:pt idx="263">
                  <c:v>37260</c:v>
                </c:pt>
                <c:pt idx="264">
                  <c:v>37263</c:v>
                </c:pt>
                <c:pt idx="265">
                  <c:v>37264</c:v>
                </c:pt>
                <c:pt idx="266">
                  <c:v>37265</c:v>
                </c:pt>
                <c:pt idx="267">
                  <c:v>37266</c:v>
                </c:pt>
                <c:pt idx="268">
                  <c:v>37267</c:v>
                </c:pt>
                <c:pt idx="269">
                  <c:v>37270</c:v>
                </c:pt>
                <c:pt idx="270">
                  <c:v>37271</c:v>
                </c:pt>
                <c:pt idx="271">
                  <c:v>37272</c:v>
                </c:pt>
                <c:pt idx="272">
                  <c:v>37273</c:v>
                </c:pt>
                <c:pt idx="273">
                  <c:v>37274</c:v>
                </c:pt>
                <c:pt idx="274">
                  <c:v>37277</c:v>
                </c:pt>
                <c:pt idx="275">
                  <c:v>37278</c:v>
                </c:pt>
                <c:pt idx="276">
                  <c:v>37279</c:v>
                </c:pt>
                <c:pt idx="277">
                  <c:v>37280</c:v>
                </c:pt>
                <c:pt idx="278">
                  <c:v>37281</c:v>
                </c:pt>
                <c:pt idx="279">
                  <c:v>37284</c:v>
                </c:pt>
                <c:pt idx="280">
                  <c:v>37285</c:v>
                </c:pt>
                <c:pt idx="281">
                  <c:v>37286</c:v>
                </c:pt>
                <c:pt idx="282">
                  <c:v>37287</c:v>
                </c:pt>
                <c:pt idx="283">
                  <c:v>37288</c:v>
                </c:pt>
                <c:pt idx="284">
                  <c:v>37291</c:v>
                </c:pt>
                <c:pt idx="285">
                  <c:v>37292</c:v>
                </c:pt>
                <c:pt idx="286">
                  <c:v>37293</c:v>
                </c:pt>
                <c:pt idx="287">
                  <c:v>37294</c:v>
                </c:pt>
                <c:pt idx="288">
                  <c:v>37295</c:v>
                </c:pt>
                <c:pt idx="289">
                  <c:v>37298</c:v>
                </c:pt>
                <c:pt idx="290">
                  <c:v>37299</c:v>
                </c:pt>
                <c:pt idx="291">
                  <c:v>37300</c:v>
                </c:pt>
                <c:pt idx="292">
                  <c:v>37301</c:v>
                </c:pt>
                <c:pt idx="293">
                  <c:v>37302</c:v>
                </c:pt>
                <c:pt idx="294">
                  <c:v>37305</c:v>
                </c:pt>
                <c:pt idx="295">
                  <c:v>37306</c:v>
                </c:pt>
                <c:pt idx="296">
                  <c:v>37307</c:v>
                </c:pt>
                <c:pt idx="297">
                  <c:v>37308</c:v>
                </c:pt>
                <c:pt idx="298">
                  <c:v>37309</c:v>
                </c:pt>
                <c:pt idx="299">
                  <c:v>37312</c:v>
                </c:pt>
                <c:pt idx="300">
                  <c:v>37313</c:v>
                </c:pt>
                <c:pt idx="301">
                  <c:v>37314</c:v>
                </c:pt>
                <c:pt idx="302">
                  <c:v>37315</c:v>
                </c:pt>
                <c:pt idx="303">
                  <c:v>37316</c:v>
                </c:pt>
                <c:pt idx="304">
                  <c:v>37319</c:v>
                </c:pt>
                <c:pt idx="305">
                  <c:v>37320</c:v>
                </c:pt>
                <c:pt idx="306">
                  <c:v>37321</c:v>
                </c:pt>
                <c:pt idx="307">
                  <c:v>37322</c:v>
                </c:pt>
                <c:pt idx="308">
                  <c:v>37323</c:v>
                </c:pt>
                <c:pt idx="309">
                  <c:v>37326</c:v>
                </c:pt>
                <c:pt idx="310">
                  <c:v>37327</c:v>
                </c:pt>
                <c:pt idx="311">
                  <c:v>37328</c:v>
                </c:pt>
                <c:pt idx="312">
                  <c:v>37329</c:v>
                </c:pt>
                <c:pt idx="313">
                  <c:v>37330</c:v>
                </c:pt>
                <c:pt idx="314">
                  <c:v>37333</c:v>
                </c:pt>
                <c:pt idx="315">
                  <c:v>37334</c:v>
                </c:pt>
                <c:pt idx="316">
                  <c:v>37335</c:v>
                </c:pt>
                <c:pt idx="317">
                  <c:v>37336</c:v>
                </c:pt>
                <c:pt idx="318">
                  <c:v>37337</c:v>
                </c:pt>
                <c:pt idx="319">
                  <c:v>37340</c:v>
                </c:pt>
                <c:pt idx="320">
                  <c:v>37341</c:v>
                </c:pt>
                <c:pt idx="321">
                  <c:v>37342</c:v>
                </c:pt>
                <c:pt idx="322">
                  <c:v>37343</c:v>
                </c:pt>
                <c:pt idx="323">
                  <c:v>37344</c:v>
                </c:pt>
                <c:pt idx="324">
                  <c:v>37347</c:v>
                </c:pt>
                <c:pt idx="325">
                  <c:v>37348</c:v>
                </c:pt>
                <c:pt idx="326">
                  <c:v>37349</c:v>
                </c:pt>
                <c:pt idx="327">
                  <c:v>37350</c:v>
                </c:pt>
                <c:pt idx="328">
                  <c:v>37351</c:v>
                </c:pt>
                <c:pt idx="329">
                  <c:v>37354</c:v>
                </c:pt>
                <c:pt idx="330">
                  <c:v>37355</c:v>
                </c:pt>
                <c:pt idx="331">
                  <c:v>37356</c:v>
                </c:pt>
                <c:pt idx="332">
                  <c:v>37357</c:v>
                </c:pt>
                <c:pt idx="333">
                  <c:v>37358</c:v>
                </c:pt>
                <c:pt idx="334">
                  <c:v>37361</c:v>
                </c:pt>
                <c:pt idx="335">
                  <c:v>37362</c:v>
                </c:pt>
                <c:pt idx="336">
                  <c:v>37363</c:v>
                </c:pt>
                <c:pt idx="337">
                  <c:v>37364</c:v>
                </c:pt>
                <c:pt idx="338">
                  <c:v>37365</c:v>
                </c:pt>
                <c:pt idx="339">
                  <c:v>37368</c:v>
                </c:pt>
                <c:pt idx="340">
                  <c:v>37369</c:v>
                </c:pt>
                <c:pt idx="341">
                  <c:v>37370</c:v>
                </c:pt>
                <c:pt idx="342">
                  <c:v>37371</c:v>
                </c:pt>
                <c:pt idx="343">
                  <c:v>37372</c:v>
                </c:pt>
                <c:pt idx="344">
                  <c:v>37375</c:v>
                </c:pt>
                <c:pt idx="345">
                  <c:v>37376</c:v>
                </c:pt>
                <c:pt idx="346">
                  <c:v>37377</c:v>
                </c:pt>
                <c:pt idx="347">
                  <c:v>37378</c:v>
                </c:pt>
                <c:pt idx="348">
                  <c:v>37379</c:v>
                </c:pt>
                <c:pt idx="349">
                  <c:v>37382</c:v>
                </c:pt>
                <c:pt idx="350">
                  <c:v>37383</c:v>
                </c:pt>
                <c:pt idx="351">
                  <c:v>37384</c:v>
                </c:pt>
                <c:pt idx="352">
                  <c:v>37385</c:v>
                </c:pt>
                <c:pt idx="353">
                  <c:v>37386</c:v>
                </c:pt>
                <c:pt idx="354">
                  <c:v>37389</c:v>
                </c:pt>
                <c:pt idx="355">
                  <c:v>37390</c:v>
                </c:pt>
                <c:pt idx="356">
                  <c:v>37391</c:v>
                </c:pt>
                <c:pt idx="357">
                  <c:v>37392</c:v>
                </c:pt>
                <c:pt idx="358">
                  <c:v>37393</c:v>
                </c:pt>
                <c:pt idx="359">
                  <c:v>37396</c:v>
                </c:pt>
                <c:pt idx="360">
                  <c:v>37397</c:v>
                </c:pt>
                <c:pt idx="361">
                  <c:v>37398</c:v>
                </c:pt>
                <c:pt idx="362">
                  <c:v>37399</c:v>
                </c:pt>
                <c:pt idx="363">
                  <c:v>37400</c:v>
                </c:pt>
                <c:pt idx="364">
                  <c:v>37403</c:v>
                </c:pt>
                <c:pt idx="365">
                  <c:v>37404</c:v>
                </c:pt>
                <c:pt idx="366">
                  <c:v>37405</c:v>
                </c:pt>
                <c:pt idx="367">
                  <c:v>37406</c:v>
                </c:pt>
                <c:pt idx="368">
                  <c:v>37407</c:v>
                </c:pt>
                <c:pt idx="369">
                  <c:v>37410</c:v>
                </c:pt>
                <c:pt idx="370">
                  <c:v>37411</c:v>
                </c:pt>
                <c:pt idx="371">
                  <c:v>37412</c:v>
                </c:pt>
                <c:pt idx="372">
                  <c:v>37413</c:v>
                </c:pt>
                <c:pt idx="373">
                  <c:v>37414</c:v>
                </c:pt>
                <c:pt idx="374">
                  <c:v>37417</c:v>
                </c:pt>
                <c:pt idx="375">
                  <c:v>37418</c:v>
                </c:pt>
                <c:pt idx="376">
                  <c:v>37419</c:v>
                </c:pt>
                <c:pt idx="377">
                  <c:v>37420</c:v>
                </c:pt>
                <c:pt idx="378">
                  <c:v>37421</c:v>
                </c:pt>
                <c:pt idx="379">
                  <c:v>37424</c:v>
                </c:pt>
                <c:pt idx="380">
                  <c:v>37425</c:v>
                </c:pt>
                <c:pt idx="381">
                  <c:v>37426</c:v>
                </c:pt>
                <c:pt idx="382">
                  <c:v>37427</c:v>
                </c:pt>
                <c:pt idx="383">
                  <c:v>37428</c:v>
                </c:pt>
                <c:pt idx="384">
                  <c:v>37431</c:v>
                </c:pt>
                <c:pt idx="385">
                  <c:v>37432</c:v>
                </c:pt>
                <c:pt idx="386">
                  <c:v>37433</c:v>
                </c:pt>
                <c:pt idx="387">
                  <c:v>37434</c:v>
                </c:pt>
                <c:pt idx="388">
                  <c:v>37435</c:v>
                </c:pt>
                <c:pt idx="389">
                  <c:v>37438</c:v>
                </c:pt>
                <c:pt idx="390">
                  <c:v>37439</c:v>
                </c:pt>
                <c:pt idx="391">
                  <c:v>37440</c:v>
                </c:pt>
                <c:pt idx="392">
                  <c:v>37441</c:v>
                </c:pt>
                <c:pt idx="393">
                  <c:v>37442</c:v>
                </c:pt>
                <c:pt idx="394">
                  <c:v>37445</c:v>
                </c:pt>
                <c:pt idx="395">
                  <c:v>37446</c:v>
                </c:pt>
                <c:pt idx="396">
                  <c:v>37447</c:v>
                </c:pt>
                <c:pt idx="397">
                  <c:v>37448</c:v>
                </c:pt>
                <c:pt idx="398">
                  <c:v>37449</c:v>
                </c:pt>
                <c:pt idx="399">
                  <c:v>37452</c:v>
                </c:pt>
                <c:pt idx="400">
                  <c:v>37453</c:v>
                </c:pt>
                <c:pt idx="401">
                  <c:v>37454</c:v>
                </c:pt>
                <c:pt idx="402">
                  <c:v>37455</c:v>
                </c:pt>
                <c:pt idx="403">
                  <c:v>37456</c:v>
                </c:pt>
                <c:pt idx="404">
                  <c:v>37459</c:v>
                </c:pt>
                <c:pt idx="405">
                  <c:v>37460</c:v>
                </c:pt>
                <c:pt idx="406">
                  <c:v>37461</c:v>
                </c:pt>
                <c:pt idx="407">
                  <c:v>37462</c:v>
                </c:pt>
                <c:pt idx="408">
                  <c:v>37463</c:v>
                </c:pt>
                <c:pt idx="409">
                  <c:v>37466</c:v>
                </c:pt>
                <c:pt idx="410">
                  <c:v>37467</c:v>
                </c:pt>
                <c:pt idx="411">
                  <c:v>37468</c:v>
                </c:pt>
                <c:pt idx="412">
                  <c:v>37469</c:v>
                </c:pt>
                <c:pt idx="413">
                  <c:v>37470</c:v>
                </c:pt>
                <c:pt idx="414">
                  <c:v>37473</c:v>
                </c:pt>
                <c:pt idx="415">
                  <c:v>37474</c:v>
                </c:pt>
                <c:pt idx="416">
                  <c:v>37475</c:v>
                </c:pt>
                <c:pt idx="417">
                  <c:v>37476</c:v>
                </c:pt>
                <c:pt idx="418">
                  <c:v>37477</c:v>
                </c:pt>
                <c:pt idx="419">
                  <c:v>37480</c:v>
                </c:pt>
                <c:pt idx="420">
                  <c:v>37481</c:v>
                </c:pt>
                <c:pt idx="421">
                  <c:v>37482</c:v>
                </c:pt>
                <c:pt idx="422">
                  <c:v>37483</c:v>
                </c:pt>
                <c:pt idx="423">
                  <c:v>37484</c:v>
                </c:pt>
                <c:pt idx="424">
                  <c:v>37487</c:v>
                </c:pt>
                <c:pt idx="425">
                  <c:v>37488</c:v>
                </c:pt>
                <c:pt idx="426">
                  <c:v>37489</c:v>
                </c:pt>
                <c:pt idx="427">
                  <c:v>37490</c:v>
                </c:pt>
                <c:pt idx="428">
                  <c:v>37491</c:v>
                </c:pt>
                <c:pt idx="429">
                  <c:v>37494</c:v>
                </c:pt>
                <c:pt idx="430">
                  <c:v>37495</c:v>
                </c:pt>
                <c:pt idx="431">
                  <c:v>37496</c:v>
                </c:pt>
                <c:pt idx="432">
                  <c:v>37497</c:v>
                </c:pt>
                <c:pt idx="433">
                  <c:v>37498</c:v>
                </c:pt>
                <c:pt idx="434">
                  <c:v>37501</c:v>
                </c:pt>
                <c:pt idx="435">
                  <c:v>37502</c:v>
                </c:pt>
                <c:pt idx="436">
                  <c:v>37503</c:v>
                </c:pt>
                <c:pt idx="437">
                  <c:v>37504</c:v>
                </c:pt>
                <c:pt idx="438">
                  <c:v>37505</c:v>
                </c:pt>
                <c:pt idx="439">
                  <c:v>37508</c:v>
                </c:pt>
                <c:pt idx="440">
                  <c:v>37509</c:v>
                </c:pt>
                <c:pt idx="441">
                  <c:v>37510</c:v>
                </c:pt>
                <c:pt idx="442">
                  <c:v>37511</c:v>
                </c:pt>
                <c:pt idx="443">
                  <c:v>37512</c:v>
                </c:pt>
                <c:pt idx="444">
                  <c:v>37515</c:v>
                </c:pt>
                <c:pt idx="445">
                  <c:v>37516</c:v>
                </c:pt>
                <c:pt idx="446">
                  <c:v>37517</c:v>
                </c:pt>
                <c:pt idx="447">
                  <c:v>37518</c:v>
                </c:pt>
                <c:pt idx="448">
                  <c:v>37519</c:v>
                </c:pt>
                <c:pt idx="449">
                  <c:v>37522</c:v>
                </c:pt>
                <c:pt idx="450">
                  <c:v>37523</c:v>
                </c:pt>
                <c:pt idx="451">
                  <c:v>37524</c:v>
                </c:pt>
                <c:pt idx="452">
                  <c:v>37525</c:v>
                </c:pt>
                <c:pt idx="453">
                  <c:v>37526</c:v>
                </c:pt>
                <c:pt idx="454">
                  <c:v>37529</c:v>
                </c:pt>
                <c:pt idx="455">
                  <c:v>37530</c:v>
                </c:pt>
                <c:pt idx="456">
                  <c:v>37531</c:v>
                </c:pt>
                <c:pt idx="457">
                  <c:v>37532</c:v>
                </c:pt>
                <c:pt idx="458">
                  <c:v>37533</c:v>
                </c:pt>
                <c:pt idx="459">
                  <c:v>37536</c:v>
                </c:pt>
                <c:pt idx="460">
                  <c:v>37537</c:v>
                </c:pt>
                <c:pt idx="461">
                  <c:v>37538</c:v>
                </c:pt>
                <c:pt idx="462">
                  <c:v>37539</c:v>
                </c:pt>
                <c:pt idx="463">
                  <c:v>37540</c:v>
                </c:pt>
                <c:pt idx="464">
                  <c:v>37543</c:v>
                </c:pt>
                <c:pt idx="465">
                  <c:v>37544</c:v>
                </c:pt>
                <c:pt idx="466">
                  <c:v>37545</c:v>
                </c:pt>
                <c:pt idx="467">
                  <c:v>37546</c:v>
                </c:pt>
                <c:pt idx="468">
                  <c:v>37547</c:v>
                </c:pt>
                <c:pt idx="469">
                  <c:v>37550</c:v>
                </c:pt>
                <c:pt idx="470">
                  <c:v>37551</c:v>
                </c:pt>
                <c:pt idx="471">
                  <c:v>37552</c:v>
                </c:pt>
                <c:pt idx="472">
                  <c:v>37553</c:v>
                </c:pt>
                <c:pt idx="473">
                  <c:v>37554</c:v>
                </c:pt>
                <c:pt idx="474">
                  <c:v>37557</c:v>
                </c:pt>
                <c:pt idx="475">
                  <c:v>37558</c:v>
                </c:pt>
                <c:pt idx="476">
                  <c:v>37559</c:v>
                </c:pt>
                <c:pt idx="477">
                  <c:v>37560</c:v>
                </c:pt>
                <c:pt idx="478">
                  <c:v>37561</c:v>
                </c:pt>
                <c:pt idx="479">
                  <c:v>37564</c:v>
                </c:pt>
                <c:pt idx="480">
                  <c:v>37565</c:v>
                </c:pt>
                <c:pt idx="481">
                  <c:v>37566</c:v>
                </c:pt>
                <c:pt idx="482">
                  <c:v>37567</c:v>
                </c:pt>
                <c:pt idx="483">
                  <c:v>37568</c:v>
                </c:pt>
                <c:pt idx="484">
                  <c:v>37571</c:v>
                </c:pt>
                <c:pt idx="485">
                  <c:v>37572</c:v>
                </c:pt>
                <c:pt idx="486">
                  <c:v>37573</c:v>
                </c:pt>
                <c:pt idx="487">
                  <c:v>37574</c:v>
                </c:pt>
                <c:pt idx="488">
                  <c:v>37575</c:v>
                </c:pt>
                <c:pt idx="489">
                  <c:v>37578</c:v>
                </c:pt>
                <c:pt idx="490">
                  <c:v>37579</c:v>
                </c:pt>
                <c:pt idx="491">
                  <c:v>37580</c:v>
                </c:pt>
                <c:pt idx="492">
                  <c:v>37581</c:v>
                </c:pt>
                <c:pt idx="493">
                  <c:v>37582</c:v>
                </c:pt>
                <c:pt idx="494">
                  <c:v>37585</c:v>
                </c:pt>
                <c:pt idx="495">
                  <c:v>37586</c:v>
                </c:pt>
                <c:pt idx="496">
                  <c:v>37587</c:v>
                </c:pt>
                <c:pt idx="497">
                  <c:v>37588</c:v>
                </c:pt>
                <c:pt idx="498">
                  <c:v>37589</c:v>
                </c:pt>
                <c:pt idx="499">
                  <c:v>37592</c:v>
                </c:pt>
                <c:pt idx="500">
                  <c:v>37593</c:v>
                </c:pt>
                <c:pt idx="501">
                  <c:v>37594</c:v>
                </c:pt>
                <c:pt idx="502">
                  <c:v>37595</c:v>
                </c:pt>
                <c:pt idx="503">
                  <c:v>37596</c:v>
                </c:pt>
                <c:pt idx="504">
                  <c:v>37599</c:v>
                </c:pt>
                <c:pt idx="505">
                  <c:v>37600</c:v>
                </c:pt>
                <c:pt idx="506">
                  <c:v>37601</c:v>
                </c:pt>
                <c:pt idx="507">
                  <c:v>37602</c:v>
                </c:pt>
                <c:pt idx="508">
                  <c:v>37603</c:v>
                </c:pt>
                <c:pt idx="509">
                  <c:v>37606</c:v>
                </c:pt>
                <c:pt idx="510">
                  <c:v>37607</c:v>
                </c:pt>
                <c:pt idx="511">
                  <c:v>37608</c:v>
                </c:pt>
                <c:pt idx="512">
                  <c:v>37609</c:v>
                </c:pt>
                <c:pt idx="513">
                  <c:v>37610</c:v>
                </c:pt>
                <c:pt idx="514">
                  <c:v>37613</c:v>
                </c:pt>
                <c:pt idx="515">
                  <c:v>37614</c:v>
                </c:pt>
                <c:pt idx="516">
                  <c:v>37615</c:v>
                </c:pt>
                <c:pt idx="517">
                  <c:v>37616</c:v>
                </c:pt>
                <c:pt idx="518">
                  <c:v>37617</c:v>
                </c:pt>
                <c:pt idx="519">
                  <c:v>37620</c:v>
                </c:pt>
                <c:pt idx="520">
                  <c:v>37621</c:v>
                </c:pt>
                <c:pt idx="521">
                  <c:v>37622</c:v>
                </c:pt>
                <c:pt idx="522">
                  <c:v>37623</c:v>
                </c:pt>
                <c:pt idx="523">
                  <c:v>37624</c:v>
                </c:pt>
                <c:pt idx="524">
                  <c:v>37627</c:v>
                </c:pt>
                <c:pt idx="525">
                  <c:v>37628</c:v>
                </c:pt>
                <c:pt idx="526">
                  <c:v>37629</c:v>
                </c:pt>
                <c:pt idx="527">
                  <c:v>37630</c:v>
                </c:pt>
                <c:pt idx="528">
                  <c:v>37631</c:v>
                </c:pt>
                <c:pt idx="529">
                  <c:v>37634</c:v>
                </c:pt>
                <c:pt idx="530">
                  <c:v>37635</c:v>
                </c:pt>
                <c:pt idx="531">
                  <c:v>37636</c:v>
                </c:pt>
                <c:pt idx="532">
                  <c:v>37637</c:v>
                </c:pt>
                <c:pt idx="533">
                  <c:v>37638</c:v>
                </c:pt>
                <c:pt idx="534">
                  <c:v>37641</c:v>
                </c:pt>
                <c:pt idx="535">
                  <c:v>37642</c:v>
                </c:pt>
                <c:pt idx="536">
                  <c:v>37643</c:v>
                </c:pt>
                <c:pt idx="537">
                  <c:v>37644</c:v>
                </c:pt>
                <c:pt idx="538">
                  <c:v>37645</c:v>
                </c:pt>
                <c:pt idx="539">
                  <c:v>37648</c:v>
                </c:pt>
                <c:pt idx="540">
                  <c:v>37649</c:v>
                </c:pt>
                <c:pt idx="541">
                  <c:v>37650</c:v>
                </c:pt>
                <c:pt idx="542">
                  <c:v>37651</c:v>
                </c:pt>
                <c:pt idx="543">
                  <c:v>37652</c:v>
                </c:pt>
                <c:pt idx="544">
                  <c:v>37655</c:v>
                </c:pt>
                <c:pt idx="545">
                  <c:v>37656</c:v>
                </c:pt>
                <c:pt idx="546">
                  <c:v>37657</c:v>
                </c:pt>
                <c:pt idx="547">
                  <c:v>37658</c:v>
                </c:pt>
                <c:pt idx="548">
                  <c:v>37659</c:v>
                </c:pt>
                <c:pt idx="549">
                  <c:v>37662</c:v>
                </c:pt>
                <c:pt idx="550">
                  <c:v>37663</c:v>
                </c:pt>
                <c:pt idx="551">
                  <c:v>37664</c:v>
                </c:pt>
                <c:pt idx="552">
                  <c:v>37665</c:v>
                </c:pt>
                <c:pt idx="553">
                  <c:v>37666</c:v>
                </c:pt>
                <c:pt idx="554">
                  <c:v>37669</c:v>
                </c:pt>
                <c:pt idx="555">
                  <c:v>37670</c:v>
                </c:pt>
                <c:pt idx="556">
                  <c:v>37671</c:v>
                </c:pt>
                <c:pt idx="557">
                  <c:v>37672</c:v>
                </c:pt>
                <c:pt idx="558">
                  <c:v>37673</c:v>
                </c:pt>
                <c:pt idx="559">
                  <c:v>37676</c:v>
                </c:pt>
                <c:pt idx="560">
                  <c:v>37677</c:v>
                </c:pt>
                <c:pt idx="561">
                  <c:v>37678</c:v>
                </c:pt>
                <c:pt idx="562">
                  <c:v>37679</c:v>
                </c:pt>
                <c:pt idx="563">
                  <c:v>37680</c:v>
                </c:pt>
                <c:pt idx="564">
                  <c:v>37683</c:v>
                </c:pt>
                <c:pt idx="565">
                  <c:v>37684</c:v>
                </c:pt>
                <c:pt idx="566">
                  <c:v>37685</c:v>
                </c:pt>
                <c:pt idx="567">
                  <c:v>37686</c:v>
                </c:pt>
                <c:pt idx="568">
                  <c:v>37687</c:v>
                </c:pt>
                <c:pt idx="569">
                  <c:v>37690</c:v>
                </c:pt>
                <c:pt idx="570">
                  <c:v>37691</c:v>
                </c:pt>
                <c:pt idx="571">
                  <c:v>37692</c:v>
                </c:pt>
                <c:pt idx="572">
                  <c:v>37693</c:v>
                </c:pt>
                <c:pt idx="573">
                  <c:v>37694</c:v>
                </c:pt>
                <c:pt idx="574">
                  <c:v>37697</c:v>
                </c:pt>
                <c:pt idx="575">
                  <c:v>37698</c:v>
                </c:pt>
                <c:pt idx="576">
                  <c:v>37699</c:v>
                </c:pt>
                <c:pt idx="577">
                  <c:v>37700</c:v>
                </c:pt>
                <c:pt idx="578">
                  <c:v>37701</c:v>
                </c:pt>
                <c:pt idx="579">
                  <c:v>37704</c:v>
                </c:pt>
                <c:pt idx="580">
                  <c:v>37705</c:v>
                </c:pt>
                <c:pt idx="581">
                  <c:v>37706</c:v>
                </c:pt>
                <c:pt idx="582">
                  <c:v>37707</c:v>
                </c:pt>
                <c:pt idx="583">
                  <c:v>37708</c:v>
                </c:pt>
                <c:pt idx="584">
                  <c:v>37711</c:v>
                </c:pt>
                <c:pt idx="585">
                  <c:v>37712</c:v>
                </c:pt>
                <c:pt idx="586">
                  <c:v>37713</c:v>
                </c:pt>
                <c:pt idx="587">
                  <c:v>37714</c:v>
                </c:pt>
                <c:pt idx="588">
                  <c:v>37715</c:v>
                </c:pt>
                <c:pt idx="589">
                  <c:v>37718</c:v>
                </c:pt>
                <c:pt idx="590">
                  <c:v>37719</c:v>
                </c:pt>
                <c:pt idx="591">
                  <c:v>37720</c:v>
                </c:pt>
                <c:pt idx="592">
                  <c:v>37721</c:v>
                </c:pt>
                <c:pt idx="593">
                  <c:v>37722</c:v>
                </c:pt>
                <c:pt idx="594">
                  <c:v>37725</c:v>
                </c:pt>
                <c:pt idx="595">
                  <c:v>37726</c:v>
                </c:pt>
                <c:pt idx="596">
                  <c:v>37727</c:v>
                </c:pt>
                <c:pt idx="597">
                  <c:v>37728</c:v>
                </c:pt>
                <c:pt idx="598">
                  <c:v>37729</c:v>
                </c:pt>
                <c:pt idx="599">
                  <c:v>37732</c:v>
                </c:pt>
                <c:pt idx="600">
                  <c:v>37733</c:v>
                </c:pt>
                <c:pt idx="601">
                  <c:v>37734</c:v>
                </c:pt>
                <c:pt idx="602">
                  <c:v>37735</c:v>
                </c:pt>
                <c:pt idx="603">
                  <c:v>37736</c:v>
                </c:pt>
                <c:pt idx="604">
                  <c:v>37739</c:v>
                </c:pt>
                <c:pt idx="605">
                  <c:v>37740</c:v>
                </c:pt>
                <c:pt idx="606">
                  <c:v>37741</c:v>
                </c:pt>
                <c:pt idx="607">
                  <c:v>37742</c:v>
                </c:pt>
                <c:pt idx="608">
                  <c:v>37743</c:v>
                </c:pt>
                <c:pt idx="609">
                  <c:v>37746</c:v>
                </c:pt>
                <c:pt idx="610">
                  <c:v>37747</c:v>
                </c:pt>
                <c:pt idx="611">
                  <c:v>37748</c:v>
                </c:pt>
                <c:pt idx="612">
                  <c:v>37749</c:v>
                </c:pt>
                <c:pt idx="613">
                  <c:v>37750</c:v>
                </c:pt>
                <c:pt idx="614">
                  <c:v>37753</c:v>
                </c:pt>
                <c:pt idx="615">
                  <c:v>37754</c:v>
                </c:pt>
                <c:pt idx="616">
                  <c:v>37755</c:v>
                </c:pt>
                <c:pt idx="617">
                  <c:v>37756</c:v>
                </c:pt>
                <c:pt idx="618">
                  <c:v>37757</c:v>
                </c:pt>
                <c:pt idx="619">
                  <c:v>37760</c:v>
                </c:pt>
                <c:pt idx="620">
                  <c:v>37761</c:v>
                </c:pt>
                <c:pt idx="621">
                  <c:v>37762</c:v>
                </c:pt>
                <c:pt idx="622">
                  <c:v>37763</c:v>
                </c:pt>
                <c:pt idx="623">
                  <c:v>37764</c:v>
                </c:pt>
                <c:pt idx="624">
                  <c:v>37767</c:v>
                </c:pt>
                <c:pt idx="625">
                  <c:v>37768</c:v>
                </c:pt>
                <c:pt idx="626">
                  <c:v>37769</c:v>
                </c:pt>
                <c:pt idx="627">
                  <c:v>37770</c:v>
                </c:pt>
                <c:pt idx="628">
                  <c:v>37771</c:v>
                </c:pt>
                <c:pt idx="629">
                  <c:v>37774</c:v>
                </c:pt>
                <c:pt idx="630">
                  <c:v>37775</c:v>
                </c:pt>
                <c:pt idx="631">
                  <c:v>37776</c:v>
                </c:pt>
                <c:pt idx="632">
                  <c:v>37777</c:v>
                </c:pt>
                <c:pt idx="633">
                  <c:v>37778</c:v>
                </c:pt>
                <c:pt idx="634">
                  <c:v>37781</c:v>
                </c:pt>
                <c:pt idx="635">
                  <c:v>37782</c:v>
                </c:pt>
                <c:pt idx="636">
                  <c:v>37783</c:v>
                </c:pt>
                <c:pt idx="637">
                  <c:v>37784</c:v>
                </c:pt>
                <c:pt idx="638">
                  <c:v>37785</c:v>
                </c:pt>
                <c:pt idx="639">
                  <c:v>37788</c:v>
                </c:pt>
                <c:pt idx="640">
                  <c:v>37789</c:v>
                </c:pt>
                <c:pt idx="641">
                  <c:v>37790</c:v>
                </c:pt>
                <c:pt idx="642">
                  <c:v>37791</c:v>
                </c:pt>
                <c:pt idx="643">
                  <c:v>37792</c:v>
                </c:pt>
                <c:pt idx="644">
                  <c:v>37795</c:v>
                </c:pt>
                <c:pt idx="645">
                  <c:v>37796</c:v>
                </c:pt>
                <c:pt idx="646">
                  <c:v>37797</c:v>
                </c:pt>
                <c:pt idx="647">
                  <c:v>37798</c:v>
                </c:pt>
                <c:pt idx="648">
                  <c:v>37799</c:v>
                </c:pt>
                <c:pt idx="649">
                  <c:v>37802</c:v>
                </c:pt>
                <c:pt idx="650">
                  <c:v>37803</c:v>
                </c:pt>
                <c:pt idx="651">
                  <c:v>37804</c:v>
                </c:pt>
                <c:pt idx="652">
                  <c:v>37805</c:v>
                </c:pt>
                <c:pt idx="653">
                  <c:v>37806</c:v>
                </c:pt>
                <c:pt idx="654">
                  <c:v>37809</c:v>
                </c:pt>
                <c:pt idx="655">
                  <c:v>37810</c:v>
                </c:pt>
                <c:pt idx="656">
                  <c:v>37811</c:v>
                </c:pt>
                <c:pt idx="657">
                  <c:v>37812</c:v>
                </c:pt>
                <c:pt idx="658">
                  <c:v>37813</c:v>
                </c:pt>
                <c:pt idx="659">
                  <c:v>37816</c:v>
                </c:pt>
                <c:pt idx="660">
                  <c:v>37817</c:v>
                </c:pt>
                <c:pt idx="661">
                  <c:v>37818</c:v>
                </c:pt>
                <c:pt idx="662">
                  <c:v>37819</c:v>
                </c:pt>
                <c:pt idx="663">
                  <c:v>37820</c:v>
                </c:pt>
                <c:pt idx="664">
                  <c:v>37823</c:v>
                </c:pt>
                <c:pt idx="665">
                  <c:v>37824</c:v>
                </c:pt>
                <c:pt idx="666">
                  <c:v>37825</c:v>
                </c:pt>
                <c:pt idx="667">
                  <c:v>37826</c:v>
                </c:pt>
                <c:pt idx="668">
                  <c:v>37827</c:v>
                </c:pt>
                <c:pt idx="669">
                  <c:v>37830</c:v>
                </c:pt>
                <c:pt idx="670">
                  <c:v>37831</c:v>
                </c:pt>
                <c:pt idx="671">
                  <c:v>37832</c:v>
                </c:pt>
                <c:pt idx="672">
                  <c:v>37833</c:v>
                </c:pt>
                <c:pt idx="673">
                  <c:v>37834</c:v>
                </c:pt>
                <c:pt idx="674">
                  <c:v>37837</c:v>
                </c:pt>
                <c:pt idx="675">
                  <c:v>37838</c:v>
                </c:pt>
                <c:pt idx="676">
                  <c:v>37839</c:v>
                </c:pt>
                <c:pt idx="677">
                  <c:v>37840</c:v>
                </c:pt>
                <c:pt idx="678">
                  <c:v>37841</c:v>
                </c:pt>
                <c:pt idx="679">
                  <c:v>37844</c:v>
                </c:pt>
                <c:pt idx="680">
                  <c:v>37845</c:v>
                </c:pt>
                <c:pt idx="681">
                  <c:v>37846</c:v>
                </c:pt>
                <c:pt idx="682">
                  <c:v>37847</c:v>
                </c:pt>
                <c:pt idx="683">
                  <c:v>37848</c:v>
                </c:pt>
                <c:pt idx="684">
                  <c:v>37851</c:v>
                </c:pt>
                <c:pt idx="685">
                  <c:v>37852</c:v>
                </c:pt>
                <c:pt idx="686">
                  <c:v>37853</c:v>
                </c:pt>
                <c:pt idx="687">
                  <c:v>37854</c:v>
                </c:pt>
                <c:pt idx="688">
                  <c:v>37855</c:v>
                </c:pt>
                <c:pt idx="689">
                  <c:v>37858</c:v>
                </c:pt>
                <c:pt idx="690">
                  <c:v>37859</c:v>
                </c:pt>
                <c:pt idx="691">
                  <c:v>37860</c:v>
                </c:pt>
                <c:pt idx="692">
                  <c:v>37861</c:v>
                </c:pt>
                <c:pt idx="693">
                  <c:v>37862</c:v>
                </c:pt>
                <c:pt idx="694">
                  <c:v>37865</c:v>
                </c:pt>
                <c:pt idx="695">
                  <c:v>37866</c:v>
                </c:pt>
                <c:pt idx="696">
                  <c:v>37867</c:v>
                </c:pt>
                <c:pt idx="697">
                  <c:v>37868</c:v>
                </c:pt>
                <c:pt idx="698">
                  <c:v>37869</c:v>
                </c:pt>
                <c:pt idx="699">
                  <c:v>37872</c:v>
                </c:pt>
                <c:pt idx="700">
                  <c:v>37873</c:v>
                </c:pt>
                <c:pt idx="701">
                  <c:v>37874</c:v>
                </c:pt>
                <c:pt idx="702">
                  <c:v>37875</c:v>
                </c:pt>
                <c:pt idx="703">
                  <c:v>37876</c:v>
                </c:pt>
                <c:pt idx="704">
                  <c:v>37879</c:v>
                </c:pt>
                <c:pt idx="705">
                  <c:v>37880</c:v>
                </c:pt>
                <c:pt idx="706">
                  <c:v>37881</c:v>
                </c:pt>
                <c:pt idx="707">
                  <c:v>37882</c:v>
                </c:pt>
                <c:pt idx="708">
                  <c:v>37883</c:v>
                </c:pt>
                <c:pt idx="709">
                  <c:v>37886</c:v>
                </c:pt>
                <c:pt idx="710">
                  <c:v>37887</c:v>
                </c:pt>
                <c:pt idx="711">
                  <c:v>37888</c:v>
                </c:pt>
                <c:pt idx="712">
                  <c:v>37889</c:v>
                </c:pt>
                <c:pt idx="713">
                  <c:v>37890</c:v>
                </c:pt>
                <c:pt idx="714">
                  <c:v>37893</c:v>
                </c:pt>
                <c:pt idx="715">
                  <c:v>37894</c:v>
                </c:pt>
                <c:pt idx="716">
                  <c:v>37895</c:v>
                </c:pt>
                <c:pt idx="717">
                  <c:v>37896</c:v>
                </c:pt>
                <c:pt idx="718">
                  <c:v>37897</c:v>
                </c:pt>
                <c:pt idx="719">
                  <c:v>37900</c:v>
                </c:pt>
                <c:pt idx="720">
                  <c:v>37901</c:v>
                </c:pt>
                <c:pt idx="721">
                  <c:v>37902</c:v>
                </c:pt>
                <c:pt idx="722">
                  <c:v>37903</c:v>
                </c:pt>
                <c:pt idx="723">
                  <c:v>37904</c:v>
                </c:pt>
                <c:pt idx="724">
                  <c:v>37907</c:v>
                </c:pt>
                <c:pt idx="725">
                  <c:v>37908</c:v>
                </c:pt>
                <c:pt idx="726">
                  <c:v>37909</c:v>
                </c:pt>
                <c:pt idx="727">
                  <c:v>37910</c:v>
                </c:pt>
                <c:pt idx="728">
                  <c:v>37911</c:v>
                </c:pt>
                <c:pt idx="729">
                  <c:v>37914</c:v>
                </c:pt>
                <c:pt idx="730">
                  <c:v>37915</c:v>
                </c:pt>
                <c:pt idx="731">
                  <c:v>37916</c:v>
                </c:pt>
                <c:pt idx="732">
                  <c:v>37917</c:v>
                </c:pt>
                <c:pt idx="733">
                  <c:v>37918</c:v>
                </c:pt>
                <c:pt idx="734">
                  <c:v>37921</c:v>
                </c:pt>
                <c:pt idx="735">
                  <c:v>37922</c:v>
                </c:pt>
                <c:pt idx="736">
                  <c:v>37923</c:v>
                </c:pt>
                <c:pt idx="737">
                  <c:v>37924</c:v>
                </c:pt>
                <c:pt idx="738">
                  <c:v>37925</c:v>
                </c:pt>
                <c:pt idx="739">
                  <c:v>37928</c:v>
                </c:pt>
                <c:pt idx="740">
                  <c:v>37929</c:v>
                </c:pt>
                <c:pt idx="741">
                  <c:v>37930</c:v>
                </c:pt>
                <c:pt idx="742">
                  <c:v>37931</c:v>
                </c:pt>
                <c:pt idx="743">
                  <c:v>37932</c:v>
                </c:pt>
                <c:pt idx="744">
                  <c:v>37935</c:v>
                </c:pt>
                <c:pt idx="745">
                  <c:v>37936</c:v>
                </c:pt>
                <c:pt idx="746">
                  <c:v>37937</c:v>
                </c:pt>
                <c:pt idx="747">
                  <c:v>37938</c:v>
                </c:pt>
                <c:pt idx="748">
                  <c:v>37939</c:v>
                </c:pt>
                <c:pt idx="749">
                  <c:v>37942</c:v>
                </c:pt>
                <c:pt idx="750">
                  <c:v>37943</c:v>
                </c:pt>
                <c:pt idx="751">
                  <c:v>37944</c:v>
                </c:pt>
                <c:pt idx="752">
                  <c:v>37945</c:v>
                </c:pt>
                <c:pt idx="753">
                  <c:v>37946</c:v>
                </c:pt>
                <c:pt idx="754">
                  <c:v>37949</c:v>
                </c:pt>
                <c:pt idx="755">
                  <c:v>37950</c:v>
                </c:pt>
                <c:pt idx="756">
                  <c:v>37951</c:v>
                </c:pt>
                <c:pt idx="757">
                  <c:v>37952</c:v>
                </c:pt>
                <c:pt idx="758">
                  <c:v>37953</c:v>
                </c:pt>
                <c:pt idx="759">
                  <c:v>37956</c:v>
                </c:pt>
                <c:pt idx="760">
                  <c:v>37957</c:v>
                </c:pt>
                <c:pt idx="761">
                  <c:v>37958</c:v>
                </c:pt>
                <c:pt idx="762">
                  <c:v>37959</c:v>
                </c:pt>
                <c:pt idx="763">
                  <c:v>37960</c:v>
                </c:pt>
                <c:pt idx="764">
                  <c:v>37963</c:v>
                </c:pt>
                <c:pt idx="765">
                  <c:v>37964</c:v>
                </c:pt>
                <c:pt idx="766">
                  <c:v>37965</c:v>
                </c:pt>
                <c:pt idx="767">
                  <c:v>37966</c:v>
                </c:pt>
                <c:pt idx="768">
                  <c:v>37967</c:v>
                </c:pt>
                <c:pt idx="769">
                  <c:v>37970</c:v>
                </c:pt>
                <c:pt idx="770">
                  <c:v>37971</c:v>
                </c:pt>
                <c:pt idx="771">
                  <c:v>37972</c:v>
                </c:pt>
                <c:pt idx="772">
                  <c:v>37973</c:v>
                </c:pt>
                <c:pt idx="773">
                  <c:v>37974</c:v>
                </c:pt>
                <c:pt idx="774">
                  <c:v>37977</c:v>
                </c:pt>
                <c:pt idx="775">
                  <c:v>37978</c:v>
                </c:pt>
                <c:pt idx="776">
                  <c:v>37979</c:v>
                </c:pt>
                <c:pt idx="777">
                  <c:v>37980</c:v>
                </c:pt>
                <c:pt idx="778">
                  <c:v>37981</c:v>
                </c:pt>
                <c:pt idx="779">
                  <c:v>37984</c:v>
                </c:pt>
                <c:pt idx="780">
                  <c:v>37985</c:v>
                </c:pt>
                <c:pt idx="781">
                  <c:v>37986</c:v>
                </c:pt>
                <c:pt idx="782">
                  <c:v>37987</c:v>
                </c:pt>
                <c:pt idx="783">
                  <c:v>37988</c:v>
                </c:pt>
                <c:pt idx="784">
                  <c:v>37991</c:v>
                </c:pt>
                <c:pt idx="785">
                  <c:v>37992</c:v>
                </c:pt>
                <c:pt idx="786">
                  <c:v>37993</c:v>
                </c:pt>
                <c:pt idx="787">
                  <c:v>37994</c:v>
                </c:pt>
                <c:pt idx="788">
                  <c:v>37995</c:v>
                </c:pt>
                <c:pt idx="789">
                  <c:v>37998</c:v>
                </c:pt>
                <c:pt idx="790">
                  <c:v>37999</c:v>
                </c:pt>
                <c:pt idx="791">
                  <c:v>38000</c:v>
                </c:pt>
                <c:pt idx="792">
                  <c:v>38001</c:v>
                </c:pt>
                <c:pt idx="793">
                  <c:v>38002</c:v>
                </c:pt>
                <c:pt idx="794">
                  <c:v>38005</c:v>
                </c:pt>
                <c:pt idx="795">
                  <c:v>38006</c:v>
                </c:pt>
                <c:pt idx="796">
                  <c:v>38007</c:v>
                </c:pt>
                <c:pt idx="797">
                  <c:v>38008</c:v>
                </c:pt>
                <c:pt idx="798">
                  <c:v>38009</c:v>
                </c:pt>
                <c:pt idx="799">
                  <c:v>38012</c:v>
                </c:pt>
                <c:pt idx="800">
                  <c:v>38013</c:v>
                </c:pt>
                <c:pt idx="801">
                  <c:v>38014</c:v>
                </c:pt>
                <c:pt idx="802">
                  <c:v>38015</c:v>
                </c:pt>
                <c:pt idx="803">
                  <c:v>38016</c:v>
                </c:pt>
                <c:pt idx="804">
                  <c:v>38019</c:v>
                </c:pt>
                <c:pt idx="805">
                  <c:v>38020</c:v>
                </c:pt>
                <c:pt idx="806">
                  <c:v>38021</c:v>
                </c:pt>
                <c:pt idx="807">
                  <c:v>38022</c:v>
                </c:pt>
                <c:pt idx="808">
                  <c:v>38023</c:v>
                </c:pt>
                <c:pt idx="809">
                  <c:v>38026</c:v>
                </c:pt>
                <c:pt idx="810">
                  <c:v>38027</c:v>
                </c:pt>
                <c:pt idx="811">
                  <c:v>38028</c:v>
                </c:pt>
                <c:pt idx="812">
                  <c:v>38029</c:v>
                </c:pt>
                <c:pt idx="813">
                  <c:v>38030</c:v>
                </c:pt>
                <c:pt idx="814">
                  <c:v>38033</c:v>
                </c:pt>
                <c:pt idx="815">
                  <c:v>38034</c:v>
                </c:pt>
                <c:pt idx="816">
                  <c:v>38035</c:v>
                </c:pt>
                <c:pt idx="817">
                  <c:v>38036</c:v>
                </c:pt>
                <c:pt idx="818">
                  <c:v>38037</c:v>
                </c:pt>
                <c:pt idx="819">
                  <c:v>38040</c:v>
                </c:pt>
                <c:pt idx="820">
                  <c:v>38041</c:v>
                </c:pt>
                <c:pt idx="821">
                  <c:v>38042</c:v>
                </c:pt>
                <c:pt idx="822">
                  <c:v>38043</c:v>
                </c:pt>
                <c:pt idx="823">
                  <c:v>38044</c:v>
                </c:pt>
                <c:pt idx="824">
                  <c:v>38047</c:v>
                </c:pt>
                <c:pt idx="825">
                  <c:v>38048</c:v>
                </c:pt>
                <c:pt idx="826">
                  <c:v>38049</c:v>
                </c:pt>
                <c:pt idx="827">
                  <c:v>38050</c:v>
                </c:pt>
                <c:pt idx="828">
                  <c:v>38051</c:v>
                </c:pt>
                <c:pt idx="829">
                  <c:v>38054</c:v>
                </c:pt>
                <c:pt idx="830">
                  <c:v>38055</c:v>
                </c:pt>
                <c:pt idx="831">
                  <c:v>38056</c:v>
                </c:pt>
                <c:pt idx="832">
                  <c:v>38057</c:v>
                </c:pt>
                <c:pt idx="833">
                  <c:v>38058</c:v>
                </c:pt>
                <c:pt idx="834">
                  <c:v>38061</c:v>
                </c:pt>
                <c:pt idx="835">
                  <c:v>38062</c:v>
                </c:pt>
                <c:pt idx="836">
                  <c:v>38063</c:v>
                </c:pt>
                <c:pt idx="837">
                  <c:v>38064</c:v>
                </c:pt>
                <c:pt idx="838">
                  <c:v>38065</c:v>
                </c:pt>
                <c:pt idx="839">
                  <c:v>38068</c:v>
                </c:pt>
                <c:pt idx="840">
                  <c:v>38069</c:v>
                </c:pt>
                <c:pt idx="841">
                  <c:v>38070</c:v>
                </c:pt>
                <c:pt idx="842">
                  <c:v>38071</c:v>
                </c:pt>
                <c:pt idx="843">
                  <c:v>38072</c:v>
                </c:pt>
                <c:pt idx="844">
                  <c:v>38075</c:v>
                </c:pt>
                <c:pt idx="845">
                  <c:v>38076</c:v>
                </c:pt>
                <c:pt idx="846">
                  <c:v>38077</c:v>
                </c:pt>
                <c:pt idx="847">
                  <c:v>38078</c:v>
                </c:pt>
                <c:pt idx="848">
                  <c:v>38079</c:v>
                </c:pt>
                <c:pt idx="849">
                  <c:v>38082</c:v>
                </c:pt>
                <c:pt idx="850">
                  <c:v>38083</c:v>
                </c:pt>
                <c:pt idx="851">
                  <c:v>38084</c:v>
                </c:pt>
                <c:pt idx="852">
                  <c:v>38085</c:v>
                </c:pt>
                <c:pt idx="853">
                  <c:v>38086</c:v>
                </c:pt>
                <c:pt idx="854">
                  <c:v>38089</c:v>
                </c:pt>
                <c:pt idx="855">
                  <c:v>38090</c:v>
                </c:pt>
                <c:pt idx="856">
                  <c:v>38091</c:v>
                </c:pt>
                <c:pt idx="857">
                  <c:v>38092</c:v>
                </c:pt>
                <c:pt idx="858">
                  <c:v>38093</c:v>
                </c:pt>
                <c:pt idx="859">
                  <c:v>38096</c:v>
                </c:pt>
                <c:pt idx="860">
                  <c:v>38097</c:v>
                </c:pt>
                <c:pt idx="861">
                  <c:v>38098</c:v>
                </c:pt>
                <c:pt idx="862">
                  <c:v>38099</c:v>
                </c:pt>
                <c:pt idx="863">
                  <c:v>38100</c:v>
                </c:pt>
                <c:pt idx="864">
                  <c:v>38103</c:v>
                </c:pt>
                <c:pt idx="865">
                  <c:v>38104</c:v>
                </c:pt>
                <c:pt idx="866">
                  <c:v>38105</c:v>
                </c:pt>
                <c:pt idx="867">
                  <c:v>38106</c:v>
                </c:pt>
                <c:pt idx="868">
                  <c:v>38107</c:v>
                </c:pt>
                <c:pt idx="869">
                  <c:v>38110</c:v>
                </c:pt>
                <c:pt idx="870">
                  <c:v>38111</c:v>
                </c:pt>
                <c:pt idx="871">
                  <c:v>38112</c:v>
                </c:pt>
                <c:pt idx="872">
                  <c:v>38113</c:v>
                </c:pt>
                <c:pt idx="873">
                  <c:v>38114</c:v>
                </c:pt>
                <c:pt idx="874">
                  <c:v>38117</c:v>
                </c:pt>
                <c:pt idx="875">
                  <c:v>38118</c:v>
                </c:pt>
                <c:pt idx="876">
                  <c:v>38119</c:v>
                </c:pt>
                <c:pt idx="877">
                  <c:v>38120</c:v>
                </c:pt>
                <c:pt idx="878">
                  <c:v>38121</c:v>
                </c:pt>
                <c:pt idx="879">
                  <c:v>38124</c:v>
                </c:pt>
                <c:pt idx="880">
                  <c:v>38125</c:v>
                </c:pt>
                <c:pt idx="881">
                  <c:v>38126</c:v>
                </c:pt>
                <c:pt idx="882">
                  <c:v>38127</c:v>
                </c:pt>
                <c:pt idx="883">
                  <c:v>38128</c:v>
                </c:pt>
                <c:pt idx="884">
                  <c:v>38131</c:v>
                </c:pt>
                <c:pt idx="885">
                  <c:v>38132</c:v>
                </c:pt>
                <c:pt idx="886">
                  <c:v>38133</c:v>
                </c:pt>
                <c:pt idx="887">
                  <c:v>38134</c:v>
                </c:pt>
                <c:pt idx="888">
                  <c:v>38135</c:v>
                </c:pt>
                <c:pt idx="889">
                  <c:v>38138</c:v>
                </c:pt>
                <c:pt idx="890">
                  <c:v>38139</c:v>
                </c:pt>
                <c:pt idx="891">
                  <c:v>38140</c:v>
                </c:pt>
                <c:pt idx="892">
                  <c:v>38141</c:v>
                </c:pt>
                <c:pt idx="893">
                  <c:v>38142</c:v>
                </c:pt>
                <c:pt idx="894">
                  <c:v>38145</c:v>
                </c:pt>
                <c:pt idx="895">
                  <c:v>38146</c:v>
                </c:pt>
                <c:pt idx="896">
                  <c:v>38147</c:v>
                </c:pt>
                <c:pt idx="897">
                  <c:v>38148</c:v>
                </c:pt>
                <c:pt idx="898">
                  <c:v>38149</c:v>
                </c:pt>
                <c:pt idx="899">
                  <c:v>38152</c:v>
                </c:pt>
                <c:pt idx="900">
                  <c:v>38153</c:v>
                </c:pt>
                <c:pt idx="901">
                  <c:v>38154</c:v>
                </c:pt>
                <c:pt idx="902">
                  <c:v>38155</c:v>
                </c:pt>
                <c:pt idx="903">
                  <c:v>38156</c:v>
                </c:pt>
                <c:pt idx="904">
                  <c:v>38159</c:v>
                </c:pt>
                <c:pt idx="905">
                  <c:v>38160</c:v>
                </c:pt>
                <c:pt idx="906">
                  <c:v>38161</c:v>
                </c:pt>
                <c:pt idx="907">
                  <c:v>38162</c:v>
                </c:pt>
                <c:pt idx="908">
                  <c:v>38163</c:v>
                </c:pt>
                <c:pt idx="909">
                  <c:v>38166</c:v>
                </c:pt>
                <c:pt idx="910">
                  <c:v>38167</c:v>
                </c:pt>
                <c:pt idx="911">
                  <c:v>38168</c:v>
                </c:pt>
                <c:pt idx="912">
                  <c:v>38169</c:v>
                </c:pt>
                <c:pt idx="913">
                  <c:v>38170</c:v>
                </c:pt>
                <c:pt idx="914">
                  <c:v>38173</c:v>
                </c:pt>
                <c:pt idx="915">
                  <c:v>38174</c:v>
                </c:pt>
                <c:pt idx="916">
                  <c:v>38175</c:v>
                </c:pt>
                <c:pt idx="917">
                  <c:v>38176</c:v>
                </c:pt>
                <c:pt idx="918">
                  <c:v>38177</c:v>
                </c:pt>
                <c:pt idx="919">
                  <c:v>38180</c:v>
                </c:pt>
                <c:pt idx="920">
                  <c:v>38181</c:v>
                </c:pt>
                <c:pt idx="921">
                  <c:v>38182</c:v>
                </c:pt>
                <c:pt idx="922">
                  <c:v>38183</c:v>
                </c:pt>
                <c:pt idx="923">
                  <c:v>38184</c:v>
                </c:pt>
                <c:pt idx="924">
                  <c:v>38187</c:v>
                </c:pt>
                <c:pt idx="925">
                  <c:v>38188</c:v>
                </c:pt>
                <c:pt idx="926">
                  <c:v>38189</c:v>
                </c:pt>
                <c:pt idx="927">
                  <c:v>38190</c:v>
                </c:pt>
                <c:pt idx="928">
                  <c:v>38191</c:v>
                </c:pt>
                <c:pt idx="929">
                  <c:v>38194</c:v>
                </c:pt>
                <c:pt idx="930">
                  <c:v>38195</c:v>
                </c:pt>
                <c:pt idx="931">
                  <c:v>38196</c:v>
                </c:pt>
                <c:pt idx="932">
                  <c:v>38197</c:v>
                </c:pt>
                <c:pt idx="933">
                  <c:v>38198</c:v>
                </c:pt>
                <c:pt idx="934">
                  <c:v>38201</c:v>
                </c:pt>
                <c:pt idx="935">
                  <c:v>38202</c:v>
                </c:pt>
                <c:pt idx="936">
                  <c:v>38203</c:v>
                </c:pt>
                <c:pt idx="937">
                  <c:v>38204</c:v>
                </c:pt>
                <c:pt idx="938">
                  <c:v>38205</c:v>
                </c:pt>
                <c:pt idx="939">
                  <c:v>38208</c:v>
                </c:pt>
                <c:pt idx="940">
                  <c:v>38209</c:v>
                </c:pt>
                <c:pt idx="941">
                  <c:v>38210</c:v>
                </c:pt>
                <c:pt idx="942">
                  <c:v>38211</c:v>
                </c:pt>
                <c:pt idx="943">
                  <c:v>38212</c:v>
                </c:pt>
                <c:pt idx="944">
                  <c:v>38215</c:v>
                </c:pt>
                <c:pt idx="945">
                  <c:v>38216</c:v>
                </c:pt>
                <c:pt idx="946">
                  <c:v>38217</c:v>
                </c:pt>
                <c:pt idx="947">
                  <c:v>38218</c:v>
                </c:pt>
                <c:pt idx="948">
                  <c:v>38219</c:v>
                </c:pt>
                <c:pt idx="949">
                  <c:v>38222</c:v>
                </c:pt>
                <c:pt idx="950">
                  <c:v>38223</c:v>
                </c:pt>
                <c:pt idx="951">
                  <c:v>38224</c:v>
                </c:pt>
                <c:pt idx="952">
                  <c:v>38225</c:v>
                </c:pt>
                <c:pt idx="953">
                  <c:v>38226</c:v>
                </c:pt>
                <c:pt idx="954">
                  <c:v>38229</c:v>
                </c:pt>
                <c:pt idx="955">
                  <c:v>38230</c:v>
                </c:pt>
                <c:pt idx="956">
                  <c:v>38231</c:v>
                </c:pt>
                <c:pt idx="957">
                  <c:v>38232</c:v>
                </c:pt>
                <c:pt idx="958">
                  <c:v>38233</c:v>
                </c:pt>
                <c:pt idx="959">
                  <c:v>38236</c:v>
                </c:pt>
                <c:pt idx="960">
                  <c:v>38237</c:v>
                </c:pt>
                <c:pt idx="961">
                  <c:v>38238</c:v>
                </c:pt>
                <c:pt idx="962">
                  <c:v>38239</c:v>
                </c:pt>
                <c:pt idx="963">
                  <c:v>38240</c:v>
                </c:pt>
                <c:pt idx="964">
                  <c:v>38243</c:v>
                </c:pt>
                <c:pt idx="965">
                  <c:v>38244</c:v>
                </c:pt>
                <c:pt idx="966">
                  <c:v>38245</c:v>
                </c:pt>
                <c:pt idx="967">
                  <c:v>38246</c:v>
                </c:pt>
                <c:pt idx="968">
                  <c:v>38247</c:v>
                </c:pt>
                <c:pt idx="969">
                  <c:v>38250</c:v>
                </c:pt>
                <c:pt idx="970">
                  <c:v>38251</c:v>
                </c:pt>
                <c:pt idx="971">
                  <c:v>38252</c:v>
                </c:pt>
                <c:pt idx="972">
                  <c:v>38253</c:v>
                </c:pt>
                <c:pt idx="973">
                  <c:v>38254</c:v>
                </c:pt>
                <c:pt idx="974">
                  <c:v>38257</c:v>
                </c:pt>
                <c:pt idx="975">
                  <c:v>38258</c:v>
                </c:pt>
                <c:pt idx="976">
                  <c:v>38259</c:v>
                </c:pt>
                <c:pt idx="977">
                  <c:v>38260</c:v>
                </c:pt>
                <c:pt idx="978">
                  <c:v>38261</c:v>
                </c:pt>
                <c:pt idx="979">
                  <c:v>38264</c:v>
                </c:pt>
                <c:pt idx="980">
                  <c:v>38265</c:v>
                </c:pt>
                <c:pt idx="981">
                  <c:v>38266</c:v>
                </c:pt>
                <c:pt idx="982">
                  <c:v>38267</c:v>
                </c:pt>
                <c:pt idx="983">
                  <c:v>38268</c:v>
                </c:pt>
                <c:pt idx="984">
                  <c:v>38271</c:v>
                </c:pt>
                <c:pt idx="985">
                  <c:v>38272</c:v>
                </c:pt>
                <c:pt idx="986">
                  <c:v>38273</c:v>
                </c:pt>
                <c:pt idx="987">
                  <c:v>38274</c:v>
                </c:pt>
                <c:pt idx="988">
                  <c:v>38275</c:v>
                </c:pt>
                <c:pt idx="989">
                  <c:v>38278</c:v>
                </c:pt>
                <c:pt idx="990">
                  <c:v>38279</c:v>
                </c:pt>
                <c:pt idx="991">
                  <c:v>38280</c:v>
                </c:pt>
                <c:pt idx="992">
                  <c:v>38281</c:v>
                </c:pt>
                <c:pt idx="993">
                  <c:v>38282</c:v>
                </c:pt>
                <c:pt idx="994">
                  <c:v>38285</c:v>
                </c:pt>
                <c:pt idx="995">
                  <c:v>38286</c:v>
                </c:pt>
                <c:pt idx="996">
                  <c:v>38287</c:v>
                </c:pt>
                <c:pt idx="997">
                  <c:v>38288</c:v>
                </c:pt>
                <c:pt idx="998">
                  <c:v>38289</c:v>
                </c:pt>
                <c:pt idx="999">
                  <c:v>38292</c:v>
                </c:pt>
                <c:pt idx="1000">
                  <c:v>38293</c:v>
                </c:pt>
                <c:pt idx="1001">
                  <c:v>38294</c:v>
                </c:pt>
                <c:pt idx="1002">
                  <c:v>38295</c:v>
                </c:pt>
                <c:pt idx="1003">
                  <c:v>38296</c:v>
                </c:pt>
                <c:pt idx="1004">
                  <c:v>38299</c:v>
                </c:pt>
                <c:pt idx="1005">
                  <c:v>38300</c:v>
                </c:pt>
                <c:pt idx="1006">
                  <c:v>38301</c:v>
                </c:pt>
                <c:pt idx="1007">
                  <c:v>38302</c:v>
                </c:pt>
                <c:pt idx="1008">
                  <c:v>38303</c:v>
                </c:pt>
                <c:pt idx="1009">
                  <c:v>38306</c:v>
                </c:pt>
                <c:pt idx="1010">
                  <c:v>38307</c:v>
                </c:pt>
                <c:pt idx="1011">
                  <c:v>38308</c:v>
                </c:pt>
                <c:pt idx="1012">
                  <c:v>38309</c:v>
                </c:pt>
                <c:pt idx="1013">
                  <c:v>38310</c:v>
                </c:pt>
                <c:pt idx="1014">
                  <c:v>38313</c:v>
                </c:pt>
                <c:pt idx="1015">
                  <c:v>38314</c:v>
                </c:pt>
                <c:pt idx="1016">
                  <c:v>38315</c:v>
                </c:pt>
                <c:pt idx="1017">
                  <c:v>38316</c:v>
                </c:pt>
                <c:pt idx="1018">
                  <c:v>38317</c:v>
                </c:pt>
                <c:pt idx="1019">
                  <c:v>38320</c:v>
                </c:pt>
                <c:pt idx="1020">
                  <c:v>38321</c:v>
                </c:pt>
                <c:pt idx="1021">
                  <c:v>38322</c:v>
                </c:pt>
                <c:pt idx="1022">
                  <c:v>38323</c:v>
                </c:pt>
                <c:pt idx="1023">
                  <c:v>38324</c:v>
                </c:pt>
                <c:pt idx="1024">
                  <c:v>38327</c:v>
                </c:pt>
                <c:pt idx="1025">
                  <c:v>38328</c:v>
                </c:pt>
                <c:pt idx="1026">
                  <c:v>38329</c:v>
                </c:pt>
                <c:pt idx="1027">
                  <c:v>38330</c:v>
                </c:pt>
                <c:pt idx="1028">
                  <c:v>38331</c:v>
                </c:pt>
                <c:pt idx="1029">
                  <c:v>38334</c:v>
                </c:pt>
                <c:pt idx="1030">
                  <c:v>38335</c:v>
                </c:pt>
                <c:pt idx="1031">
                  <c:v>38336</c:v>
                </c:pt>
                <c:pt idx="1032">
                  <c:v>38337</c:v>
                </c:pt>
                <c:pt idx="1033">
                  <c:v>38338</c:v>
                </c:pt>
                <c:pt idx="1034">
                  <c:v>38341</c:v>
                </c:pt>
                <c:pt idx="1035">
                  <c:v>38342</c:v>
                </c:pt>
                <c:pt idx="1036">
                  <c:v>38343</c:v>
                </c:pt>
                <c:pt idx="1037">
                  <c:v>38344</c:v>
                </c:pt>
                <c:pt idx="1038">
                  <c:v>38345</c:v>
                </c:pt>
                <c:pt idx="1039">
                  <c:v>38348</c:v>
                </c:pt>
                <c:pt idx="1040">
                  <c:v>38349</c:v>
                </c:pt>
                <c:pt idx="1041">
                  <c:v>38350</c:v>
                </c:pt>
                <c:pt idx="1042">
                  <c:v>38351</c:v>
                </c:pt>
                <c:pt idx="1043">
                  <c:v>38352</c:v>
                </c:pt>
                <c:pt idx="1044">
                  <c:v>38355</c:v>
                </c:pt>
                <c:pt idx="1045">
                  <c:v>38356</c:v>
                </c:pt>
                <c:pt idx="1046">
                  <c:v>38357</c:v>
                </c:pt>
                <c:pt idx="1047">
                  <c:v>38358</c:v>
                </c:pt>
                <c:pt idx="1048">
                  <c:v>38359</c:v>
                </c:pt>
                <c:pt idx="1049">
                  <c:v>38362</c:v>
                </c:pt>
                <c:pt idx="1050">
                  <c:v>38363</c:v>
                </c:pt>
                <c:pt idx="1051">
                  <c:v>38364</c:v>
                </c:pt>
                <c:pt idx="1052">
                  <c:v>38365</c:v>
                </c:pt>
                <c:pt idx="1053">
                  <c:v>38366</c:v>
                </c:pt>
                <c:pt idx="1054">
                  <c:v>38369</c:v>
                </c:pt>
                <c:pt idx="1055">
                  <c:v>38370</c:v>
                </c:pt>
                <c:pt idx="1056">
                  <c:v>38371</c:v>
                </c:pt>
                <c:pt idx="1057">
                  <c:v>38372</c:v>
                </c:pt>
                <c:pt idx="1058">
                  <c:v>38373</c:v>
                </c:pt>
                <c:pt idx="1059">
                  <c:v>38376</c:v>
                </c:pt>
                <c:pt idx="1060">
                  <c:v>38377</c:v>
                </c:pt>
                <c:pt idx="1061">
                  <c:v>38378</c:v>
                </c:pt>
                <c:pt idx="1062">
                  <c:v>38379</c:v>
                </c:pt>
                <c:pt idx="1063">
                  <c:v>38380</c:v>
                </c:pt>
                <c:pt idx="1064">
                  <c:v>38383</c:v>
                </c:pt>
                <c:pt idx="1065">
                  <c:v>38384</c:v>
                </c:pt>
                <c:pt idx="1066">
                  <c:v>38385</c:v>
                </c:pt>
                <c:pt idx="1067">
                  <c:v>38386</c:v>
                </c:pt>
                <c:pt idx="1068">
                  <c:v>38387</c:v>
                </c:pt>
                <c:pt idx="1069">
                  <c:v>38390</c:v>
                </c:pt>
                <c:pt idx="1070">
                  <c:v>38391</c:v>
                </c:pt>
                <c:pt idx="1071">
                  <c:v>38392</c:v>
                </c:pt>
                <c:pt idx="1072">
                  <c:v>38393</c:v>
                </c:pt>
                <c:pt idx="1073">
                  <c:v>38394</c:v>
                </c:pt>
                <c:pt idx="1074">
                  <c:v>38397</c:v>
                </c:pt>
                <c:pt idx="1075">
                  <c:v>38398</c:v>
                </c:pt>
                <c:pt idx="1076">
                  <c:v>38399</c:v>
                </c:pt>
                <c:pt idx="1077">
                  <c:v>38400</c:v>
                </c:pt>
                <c:pt idx="1078">
                  <c:v>38401</c:v>
                </c:pt>
                <c:pt idx="1079">
                  <c:v>38404</c:v>
                </c:pt>
                <c:pt idx="1080">
                  <c:v>38405</c:v>
                </c:pt>
                <c:pt idx="1081">
                  <c:v>38406</c:v>
                </c:pt>
                <c:pt idx="1082">
                  <c:v>38407</c:v>
                </c:pt>
                <c:pt idx="1083">
                  <c:v>38408</c:v>
                </c:pt>
                <c:pt idx="1084">
                  <c:v>38411</c:v>
                </c:pt>
                <c:pt idx="1085">
                  <c:v>38412</c:v>
                </c:pt>
                <c:pt idx="1086">
                  <c:v>38413</c:v>
                </c:pt>
                <c:pt idx="1087">
                  <c:v>38414</c:v>
                </c:pt>
                <c:pt idx="1088">
                  <c:v>38415</c:v>
                </c:pt>
                <c:pt idx="1089">
                  <c:v>38418</c:v>
                </c:pt>
                <c:pt idx="1090">
                  <c:v>38419</c:v>
                </c:pt>
                <c:pt idx="1091">
                  <c:v>38420</c:v>
                </c:pt>
                <c:pt idx="1092">
                  <c:v>38421</c:v>
                </c:pt>
                <c:pt idx="1093">
                  <c:v>38422</c:v>
                </c:pt>
                <c:pt idx="1094">
                  <c:v>38425</c:v>
                </c:pt>
                <c:pt idx="1095">
                  <c:v>38426</c:v>
                </c:pt>
                <c:pt idx="1096">
                  <c:v>38427</c:v>
                </c:pt>
                <c:pt idx="1097">
                  <c:v>38428</c:v>
                </c:pt>
                <c:pt idx="1098">
                  <c:v>38429</c:v>
                </c:pt>
                <c:pt idx="1099">
                  <c:v>38432</c:v>
                </c:pt>
                <c:pt idx="1100">
                  <c:v>38433</c:v>
                </c:pt>
                <c:pt idx="1101">
                  <c:v>38434</c:v>
                </c:pt>
                <c:pt idx="1102">
                  <c:v>38435</c:v>
                </c:pt>
                <c:pt idx="1103">
                  <c:v>38436</c:v>
                </c:pt>
                <c:pt idx="1104">
                  <c:v>38439</c:v>
                </c:pt>
                <c:pt idx="1105">
                  <c:v>38440</c:v>
                </c:pt>
                <c:pt idx="1106">
                  <c:v>38441</c:v>
                </c:pt>
                <c:pt idx="1107">
                  <c:v>38442</c:v>
                </c:pt>
                <c:pt idx="1108">
                  <c:v>38443</c:v>
                </c:pt>
                <c:pt idx="1109">
                  <c:v>38446</c:v>
                </c:pt>
                <c:pt idx="1110">
                  <c:v>38447</c:v>
                </c:pt>
                <c:pt idx="1111">
                  <c:v>38448</c:v>
                </c:pt>
                <c:pt idx="1112">
                  <c:v>38449</c:v>
                </c:pt>
                <c:pt idx="1113">
                  <c:v>38450</c:v>
                </c:pt>
                <c:pt idx="1114">
                  <c:v>38453</c:v>
                </c:pt>
                <c:pt idx="1115">
                  <c:v>38454</c:v>
                </c:pt>
                <c:pt idx="1116">
                  <c:v>38455</c:v>
                </c:pt>
                <c:pt idx="1117">
                  <c:v>38456</c:v>
                </c:pt>
                <c:pt idx="1118">
                  <c:v>38457</c:v>
                </c:pt>
                <c:pt idx="1119">
                  <c:v>38460</c:v>
                </c:pt>
                <c:pt idx="1120">
                  <c:v>38461</c:v>
                </c:pt>
                <c:pt idx="1121">
                  <c:v>38462</c:v>
                </c:pt>
                <c:pt idx="1122">
                  <c:v>38463</c:v>
                </c:pt>
                <c:pt idx="1123">
                  <c:v>38464</c:v>
                </c:pt>
                <c:pt idx="1124">
                  <c:v>38467</c:v>
                </c:pt>
                <c:pt idx="1125">
                  <c:v>38468</c:v>
                </c:pt>
                <c:pt idx="1126">
                  <c:v>38469</c:v>
                </c:pt>
                <c:pt idx="1127">
                  <c:v>38470</c:v>
                </c:pt>
                <c:pt idx="1128">
                  <c:v>38471</c:v>
                </c:pt>
                <c:pt idx="1129">
                  <c:v>38474</c:v>
                </c:pt>
                <c:pt idx="1130">
                  <c:v>38475</c:v>
                </c:pt>
                <c:pt idx="1131">
                  <c:v>38476</c:v>
                </c:pt>
                <c:pt idx="1132">
                  <c:v>38477</c:v>
                </c:pt>
                <c:pt idx="1133">
                  <c:v>38478</c:v>
                </c:pt>
                <c:pt idx="1134">
                  <c:v>38481</c:v>
                </c:pt>
                <c:pt idx="1135">
                  <c:v>38482</c:v>
                </c:pt>
                <c:pt idx="1136">
                  <c:v>38483</c:v>
                </c:pt>
                <c:pt idx="1137">
                  <c:v>38484</c:v>
                </c:pt>
                <c:pt idx="1138">
                  <c:v>38485</c:v>
                </c:pt>
                <c:pt idx="1139">
                  <c:v>38488</c:v>
                </c:pt>
                <c:pt idx="1140">
                  <c:v>38489</c:v>
                </c:pt>
                <c:pt idx="1141">
                  <c:v>38490</c:v>
                </c:pt>
                <c:pt idx="1142">
                  <c:v>38491</c:v>
                </c:pt>
                <c:pt idx="1143">
                  <c:v>38492</c:v>
                </c:pt>
                <c:pt idx="1144">
                  <c:v>38495</c:v>
                </c:pt>
                <c:pt idx="1145">
                  <c:v>38496</c:v>
                </c:pt>
                <c:pt idx="1146">
                  <c:v>38497</c:v>
                </c:pt>
                <c:pt idx="1147">
                  <c:v>38498</c:v>
                </c:pt>
                <c:pt idx="1148">
                  <c:v>38499</c:v>
                </c:pt>
                <c:pt idx="1149">
                  <c:v>38502</c:v>
                </c:pt>
                <c:pt idx="1150">
                  <c:v>38503</c:v>
                </c:pt>
                <c:pt idx="1151">
                  <c:v>38504</c:v>
                </c:pt>
                <c:pt idx="1152">
                  <c:v>38505</c:v>
                </c:pt>
                <c:pt idx="1153">
                  <c:v>38506</c:v>
                </c:pt>
                <c:pt idx="1154">
                  <c:v>38509</c:v>
                </c:pt>
                <c:pt idx="1155">
                  <c:v>38510</c:v>
                </c:pt>
                <c:pt idx="1156">
                  <c:v>38511</c:v>
                </c:pt>
                <c:pt idx="1157">
                  <c:v>38512</c:v>
                </c:pt>
                <c:pt idx="1158">
                  <c:v>38513</c:v>
                </c:pt>
                <c:pt idx="1159">
                  <c:v>38516</c:v>
                </c:pt>
                <c:pt idx="1160">
                  <c:v>38517</c:v>
                </c:pt>
                <c:pt idx="1161">
                  <c:v>38518</c:v>
                </c:pt>
                <c:pt idx="1162">
                  <c:v>38519</c:v>
                </c:pt>
                <c:pt idx="1163">
                  <c:v>38520</c:v>
                </c:pt>
                <c:pt idx="1164">
                  <c:v>38523</c:v>
                </c:pt>
                <c:pt idx="1165">
                  <c:v>38524</c:v>
                </c:pt>
                <c:pt idx="1166">
                  <c:v>38525</c:v>
                </c:pt>
                <c:pt idx="1167">
                  <c:v>38526</c:v>
                </c:pt>
                <c:pt idx="1168">
                  <c:v>38527</c:v>
                </c:pt>
                <c:pt idx="1169">
                  <c:v>38530</c:v>
                </c:pt>
                <c:pt idx="1170">
                  <c:v>38531</c:v>
                </c:pt>
                <c:pt idx="1171">
                  <c:v>38532</c:v>
                </c:pt>
                <c:pt idx="1172">
                  <c:v>38533</c:v>
                </c:pt>
                <c:pt idx="1173">
                  <c:v>38534</c:v>
                </c:pt>
                <c:pt idx="1174">
                  <c:v>38537</c:v>
                </c:pt>
                <c:pt idx="1175">
                  <c:v>38538</c:v>
                </c:pt>
                <c:pt idx="1176">
                  <c:v>38539</c:v>
                </c:pt>
                <c:pt idx="1177">
                  <c:v>38540</c:v>
                </c:pt>
                <c:pt idx="1178">
                  <c:v>38541</c:v>
                </c:pt>
                <c:pt idx="1179">
                  <c:v>38544</c:v>
                </c:pt>
                <c:pt idx="1180">
                  <c:v>38545</c:v>
                </c:pt>
                <c:pt idx="1181">
                  <c:v>38546</c:v>
                </c:pt>
                <c:pt idx="1182">
                  <c:v>38547</c:v>
                </c:pt>
                <c:pt idx="1183">
                  <c:v>38548</c:v>
                </c:pt>
                <c:pt idx="1184">
                  <c:v>38551</c:v>
                </c:pt>
                <c:pt idx="1185">
                  <c:v>38552</c:v>
                </c:pt>
                <c:pt idx="1186">
                  <c:v>38553</c:v>
                </c:pt>
                <c:pt idx="1187">
                  <c:v>38554</c:v>
                </c:pt>
                <c:pt idx="1188">
                  <c:v>38555</c:v>
                </c:pt>
                <c:pt idx="1189">
                  <c:v>38558</c:v>
                </c:pt>
                <c:pt idx="1190">
                  <c:v>38559</c:v>
                </c:pt>
                <c:pt idx="1191">
                  <c:v>38560</c:v>
                </c:pt>
                <c:pt idx="1192">
                  <c:v>38561</c:v>
                </c:pt>
                <c:pt idx="1193">
                  <c:v>38562</c:v>
                </c:pt>
                <c:pt idx="1194">
                  <c:v>38565</c:v>
                </c:pt>
                <c:pt idx="1195">
                  <c:v>38566</c:v>
                </c:pt>
                <c:pt idx="1196">
                  <c:v>38567</c:v>
                </c:pt>
                <c:pt idx="1197">
                  <c:v>38568</c:v>
                </c:pt>
                <c:pt idx="1198">
                  <c:v>38569</c:v>
                </c:pt>
                <c:pt idx="1199">
                  <c:v>38572</c:v>
                </c:pt>
                <c:pt idx="1200">
                  <c:v>38573</c:v>
                </c:pt>
                <c:pt idx="1201">
                  <c:v>38574</c:v>
                </c:pt>
                <c:pt idx="1202">
                  <c:v>38575</c:v>
                </c:pt>
                <c:pt idx="1203">
                  <c:v>38576</c:v>
                </c:pt>
                <c:pt idx="1204">
                  <c:v>38579</c:v>
                </c:pt>
                <c:pt idx="1205">
                  <c:v>38580</c:v>
                </c:pt>
                <c:pt idx="1206">
                  <c:v>38581</c:v>
                </c:pt>
                <c:pt idx="1207">
                  <c:v>38582</c:v>
                </c:pt>
                <c:pt idx="1208">
                  <c:v>38583</c:v>
                </c:pt>
                <c:pt idx="1209">
                  <c:v>38586</c:v>
                </c:pt>
                <c:pt idx="1210">
                  <c:v>38587</c:v>
                </c:pt>
                <c:pt idx="1211">
                  <c:v>38588</c:v>
                </c:pt>
                <c:pt idx="1212">
                  <c:v>38589</c:v>
                </c:pt>
                <c:pt idx="1213">
                  <c:v>38590</c:v>
                </c:pt>
                <c:pt idx="1214">
                  <c:v>38593</c:v>
                </c:pt>
                <c:pt idx="1215">
                  <c:v>38594</c:v>
                </c:pt>
                <c:pt idx="1216">
                  <c:v>38595</c:v>
                </c:pt>
                <c:pt idx="1217">
                  <c:v>38596</c:v>
                </c:pt>
                <c:pt idx="1218">
                  <c:v>38597</c:v>
                </c:pt>
                <c:pt idx="1219">
                  <c:v>38600</c:v>
                </c:pt>
                <c:pt idx="1220">
                  <c:v>38601</c:v>
                </c:pt>
                <c:pt idx="1221">
                  <c:v>38602</c:v>
                </c:pt>
                <c:pt idx="1222">
                  <c:v>38603</c:v>
                </c:pt>
                <c:pt idx="1223">
                  <c:v>38604</c:v>
                </c:pt>
                <c:pt idx="1224">
                  <c:v>38607</c:v>
                </c:pt>
                <c:pt idx="1225">
                  <c:v>38608</c:v>
                </c:pt>
                <c:pt idx="1226">
                  <c:v>38609</c:v>
                </c:pt>
                <c:pt idx="1227">
                  <c:v>38610</c:v>
                </c:pt>
                <c:pt idx="1228">
                  <c:v>38611</c:v>
                </c:pt>
                <c:pt idx="1229">
                  <c:v>38614</c:v>
                </c:pt>
                <c:pt idx="1230">
                  <c:v>38615</c:v>
                </c:pt>
                <c:pt idx="1231">
                  <c:v>38616</c:v>
                </c:pt>
                <c:pt idx="1232">
                  <c:v>38617</c:v>
                </c:pt>
                <c:pt idx="1233">
                  <c:v>38618</c:v>
                </c:pt>
                <c:pt idx="1234">
                  <c:v>38621</c:v>
                </c:pt>
                <c:pt idx="1235">
                  <c:v>38622</c:v>
                </c:pt>
                <c:pt idx="1236">
                  <c:v>38623</c:v>
                </c:pt>
                <c:pt idx="1237">
                  <c:v>38624</c:v>
                </c:pt>
                <c:pt idx="1238">
                  <c:v>38625</c:v>
                </c:pt>
                <c:pt idx="1239">
                  <c:v>38628</c:v>
                </c:pt>
                <c:pt idx="1240">
                  <c:v>38629</c:v>
                </c:pt>
                <c:pt idx="1241">
                  <c:v>38630</c:v>
                </c:pt>
                <c:pt idx="1242">
                  <c:v>38631</c:v>
                </c:pt>
                <c:pt idx="1243">
                  <c:v>38632</c:v>
                </c:pt>
                <c:pt idx="1244">
                  <c:v>38635</c:v>
                </c:pt>
                <c:pt idx="1245">
                  <c:v>38636</c:v>
                </c:pt>
                <c:pt idx="1246">
                  <c:v>38637</c:v>
                </c:pt>
                <c:pt idx="1247">
                  <c:v>38638</c:v>
                </c:pt>
                <c:pt idx="1248">
                  <c:v>38639</c:v>
                </c:pt>
                <c:pt idx="1249">
                  <c:v>38642</c:v>
                </c:pt>
                <c:pt idx="1250">
                  <c:v>38643</c:v>
                </c:pt>
                <c:pt idx="1251">
                  <c:v>38644</c:v>
                </c:pt>
                <c:pt idx="1252">
                  <c:v>38645</c:v>
                </c:pt>
                <c:pt idx="1253">
                  <c:v>38646</c:v>
                </c:pt>
                <c:pt idx="1254">
                  <c:v>38649</c:v>
                </c:pt>
                <c:pt idx="1255">
                  <c:v>38650</c:v>
                </c:pt>
                <c:pt idx="1256">
                  <c:v>38651</c:v>
                </c:pt>
                <c:pt idx="1257">
                  <c:v>38652</c:v>
                </c:pt>
                <c:pt idx="1258">
                  <c:v>38653</c:v>
                </c:pt>
                <c:pt idx="1259">
                  <c:v>38656</c:v>
                </c:pt>
                <c:pt idx="1260">
                  <c:v>38657</c:v>
                </c:pt>
                <c:pt idx="1261">
                  <c:v>38658</c:v>
                </c:pt>
                <c:pt idx="1262">
                  <c:v>38659</c:v>
                </c:pt>
                <c:pt idx="1263">
                  <c:v>38660</c:v>
                </c:pt>
                <c:pt idx="1264">
                  <c:v>38663</c:v>
                </c:pt>
                <c:pt idx="1265">
                  <c:v>38664</c:v>
                </c:pt>
                <c:pt idx="1266">
                  <c:v>38665</c:v>
                </c:pt>
                <c:pt idx="1267">
                  <c:v>38666</c:v>
                </c:pt>
                <c:pt idx="1268">
                  <c:v>38667</c:v>
                </c:pt>
                <c:pt idx="1269">
                  <c:v>38670</c:v>
                </c:pt>
                <c:pt idx="1270">
                  <c:v>38671</c:v>
                </c:pt>
                <c:pt idx="1271">
                  <c:v>38672</c:v>
                </c:pt>
                <c:pt idx="1272">
                  <c:v>38673</c:v>
                </c:pt>
                <c:pt idx="1273">
                  <c:v>38674</c:v>
                </c:pt>
                <c:pt idx="1274">
                  <c:v>38677</c:v>
                </c:pt>
                <c:pt idx="1275">
                  <c:v>38678</c:v>
                </c:pt>
                <c:pt idx="1276">
                  <c:v>38679</c:v>
                </c:pt>
                <c:pt idx="1277">
                  <c:v>38680</c:v>
                </c:pt>
                <c:pt idx="1278">
                  <c:v>38681</c:v>
                </c:pt>
                <c:pt idx="1279">
                  <c:v>38684</c:v>
                </c:pt>
                <c:pt idx="1280">
                  <c:v>38685</c:v>
                </c:pt>
                <c:pt idx="1281">
                  <c:v>38686</c:v>
                </c:pt>
                <c:pt idx="1282">
                  <c:v>38687</c:v>
                </c:pt>
                <c:pt idx="1283">
                  <c:v>38688</c:v>
                </c:pt>
                <c:pt idx="1284">
                  <c:v>38691</c:v>
                </c:pt>
                <c:pt idx="1285">
                  <c:v>38692</c:v>
                </c:pt>
                <c:pt idx="1286">
                  <c:v>38693</c:v>
                </c:pt>
                <c:pt idx="1287">
                  <c:v>38694</c:v>
                </c:pt>
                <c:pt idx="1288">
                  <c:v>38695</c:v>
                </c:pt>
                <c:pt idx="1289">
                  <c:v>38698</c:v>
                </c:pt>
                <c:pt idx="1290">
                  <c:v>38699</c:v>
                </c:pt>
                <c:pt idx="1291">
                  <c:v>38700</c:v>
                </c:pt>
                <c:pt idx="1292">
                  <c:v>38701</c:v>
                </c:pt>
                <c:pt idx="1293">
                  <c:v>38702</c:v>
                </c:pt>
                <c:pt idx="1294">
                  <c:v>38705</c:v>
                </c:pt>
                <c:pt idx="1295">
                  <c:v>38706</c:v>
                </c:pt>
                <c:pt idx="1296">
                  <c:v>38707</c:v>
                </c:pt>
                <c:pt idx="1297">
                  <c:v>38708</c:v>
                </c:pt>
                <c:pt idx="1298">
                  <c:v>38709</c:v>
                </c:pt>
                <c:pt idx="1299">
                  <c:v>38712</c:v>
                </c:pt>
                <c:pt idx="1300">
                  <c:v>38713</c:v>
                </c:pt>
                <c:pt idx="1301">
                  <c:v>38714</c:v>
                </c:pt>
                <c:pt idx="1302">
                  <c:v>38715</c:v>
                </c:pt>
                <c:pt idx="1303">
                  <c:v>38716</c:v>
                </c:pt>
                <c:pt idx="1304">
                  <c:v>38719</c:v>
                </c:pt>
                <c:pt idx="1305">
                  <c:v>38720</c:v>
                </c:pt>
                <c:pt idx="1306">
                  <c:v>38721</c:v>
                </c:pt>
                <c:pt idx="1307">
                  <c:v>38722</c:v>
                </c:pt>
                <c:pt idx="1308">
                  <c:v>38723</c:v>
                </c:pt>
                <c:pt idx="1309">
                  <c:v>38726</c:v>
                </c:pt>
                <c:pt idx="1310">
                  <c:v>38727</c:v>
                </c:pt>
                <c:pt idx="1311">
                  <c:v>38728</c:v>
                </c:pt>
                <c:pt idx="1312">
                  <c:v>38729</c:v>
                </c:pt>
                <c:pt idx="1313">
                  <c:v>38730</c:v>
                </c:pt>
                <c:pt idx="1314">
                  <c:v>38733</c:v>
                </c:pt>
                <c:pt idx="1315">
                  <c:v>38734</c:v>
                </c:pt>
                <c:pt idx="1316">
                  <c:v>38735</c:v>
                </c:pt>
                <c:pt idx="1317">
                  <c:v>38736</c:v>
                </c:pt>
                <c:pt idx="1318">
                  <c:v>38737</c:v>
                </c:pt>
                <c:pt idx="1319">
                  <c:v>38740</c:v>
                </c:pt>
                <c:pt idx="1320">
                  <c:v>38741</c:v>
                </c:pt>
                <c:pt idx="1321">
                  <c:v>38742</c:v>
                </c:pt>
                <c:pt idx="1322">
                  <c:v>38743</c:v>
                </c:pt>
                <c:pt idx="1323">
                  <c:v>38744</c:v>
                </c:pt>
                <c:pt idx="1324">
                  <c:v>38747</c:v>
                </c:pt>
                <c:pt idx="1325">
                  <c:v>38748</c:v>
                </c:pt>
                <c:pt idx="1326">
                  <c:v>38749</c:v>
                </c:pt>
                <c:pt idx="1327">
                  <c:v>38750</c:v>
                </c:pt>
                <c:pt idx="1328">
                  <c:v>38751</c:v>
                </c:pt>
                <c:pt idx="1329">
                  <c:v>38754</c:v>
                </c:pt>
                <c:pt idx="1330">
                  <c:v>38755</c:v>
                </c:pt>
                <c:pt idx="1331">
                  <c:v>38756</c:v>
                </c:pt>
                <c:pt idx="1332">
                  <c:v>38757</c:v>
                </c:pt>
                <c:pt idx="1333">
                  <c:v>38758</c:v>
                </c:pt>
                <c:pt idx="1334">
                  <c:v>38761</c:v>
                </c:pt>
                <c:pt idx="1335">
                  <c:v>38762</c:v>
                </c:pt>
                <c:pt idx="1336">
                  <c:v>38763</c:v>
                </c:pt>
                <c:pt idx="1337">
                  <c:v>38764</c:v>
                </c:pt>
                <c:pt idx="1338">
                  <c:v>38765</c:v>
                </c:pt>
                <c:pt idx="1339">
                  <c:v>38768</c:v>
                </c:pt>
                <c:pt idx="1340">
                  <c:v>38769</c:v>
                </c:pt>
                <c:pt idx="1341">
                  <c:v>38770</c:v>
                </c:pt>
                <c:pt idx="1342">
                  <c:v>38771</c:v>
                </c:pt>
                <c:pt idx="1343">
                  <c:v>38772</c:v>
                </c:pt>
                <c:pt idx="1344">
                  <c:v>38775</c:v>
                </c:pt>
                <c:pt idx="1345">
                  <c:v>38776</c:v>
                </c:pt>
                <c:pt idx="1346">
                  <c:v>38777</c:v>
                </c:pt>
                <c:pt idx="1347">
                  <c:v>38778</c:v>
                </c:pt>
                <c:pt idx="1348">
                  <c:v>38779</c:v>
                </c:pt>
                <c:pt idx="1349">
                  <c:v>38782</c:v>
                </c:pt>
                <c:pt idx="1350">
                  <c:v>38783</c:v>
                </c:pt>
                <c:pt idx="1351">
                  <c:v>38784</c:v>
                </c:pt>
                <c:pt idx="1352">
                  <c:v>38785</c:v>
                </c:pt>
                <c:pt idx="1353">
                  <c:v>38786</c:v>
                </c:pt>
                <c:pt idx="1354">
                  <c:v>38789</c:v>
                </c:pt>
                <c:pt idx="1355">
                  <c:v>38790</c:v>
                </c:pt>
                <c:pt idx="1356">
                  <c:v>38791</c:v>
                </c:pt>
                <c:pt idx="1357">
                  <c:v>38792</c:v>
                </c:pt>
                <c:pt idx="1358">
                  <c:v>38793</c:v>
                </c:pt>
                <c:pt idx="1359">
                  <c:v>38796</c:v>
                </c:pt>
                <c:pt idx="1360">
                  <c:v>38797</c:v>
                </c:pt>
                <c:pt idx="1361">
                  <c:v>38798</c:v>
                </c:pt>
                <c:pt idx="1362">
                  <c:v>38799</c:v>
                </c:pt>
                <c:pt idx="1363">
                  <c:v>38800</c:v>
                </c:pt>
                <c:pt idx="1364">
                  <c:v>38803</c:v>
                </c:pt>
                <c:pt idx="1365">
                  <c:v>38804</c:v>
                </c:pt>
                <c:pt idx="1366">
                  <c:v>38805</c:v>
                </c:pt>
                <c:pt idx="1367">
                  <c:v>38806</c:v>
                </c:pt>
                <c:pt idx="1368">
                  <c:v>38807</c:v>
                </c:pt>
                <c:pt idx="1369">
                  <c:v>38810</c:v>
                </c:pt>
                <c:pt idx="1370">
                  <c:v>38811</c:v>
                </c:pt>
                <c:pt idx="1371">
                  <c:v>38812</c:v>
                </c:pt>
                <c:pt idx="1372">
                  <c:v>38813</c:v>
                </c:pt>
                <c:pt idx="1373">
                  <c:v>38814</c:v>
                </c:pt>
                <c:pt idx="1374">
                  <c:v>38817</c:v>
                </c:pt>
                <c:pt idx="1375">
                  <c:v>38818</c:v>
                </c:pt>
                <c:pt idx="1376">
                  <c:v>38819</c:v>
                </c:pt>
                <c:pt idx="1377">
                  <c:v>38820</c:v>
                </c:pt>
                <c:pt idx="1378">
                  <c:v>38821</c:v>
                </c:pt>
                <c:pt idx="1379">
                  <c:v>38824</c:v>
                </c:pt>
                <c:pt idx="1380">
                  <c:v>38825</c:v>
                </c:pt>
                <c:pt idx="1381">
                  <c:v>38826</c:v>
                </c:pt>
                <c:pt idx="1382">
                  <c:v>38827</c:v>
                </c:pt>
                <c:pt idx="1383">
                  <c:v>38828</c:v>
                </c:pt>
                <c:pt idx="1384">
                  <c:v>38831</c:v>
                </c:pt>
                <c:pt idx="1385">
                  <c:v>38832</c:v>
                </c:pt>
                <c:pt idx="1386">
                  <c:v>38833</c:v>
                </c:pt>
                <c:pt idx="1387">
                  <c:v>38834</c:v>
                </c:pt>
                <c:pt idx="1388">
                  <c:v>38835</c:v>
                </c:pt>
                <c:pt idx="1389">
                  <c:v>38838</c:v>
                </c:pt>
                <c:pt idx="1390">
                  <c:v>38839</c:v>
                </c:pt>
                <c:pt idx="1391">
                  <c:v>38840</c:v>
                </c:pt>
                <c:pt idx="1392">
                  <c:v>38841</c:v>
                </c:pt>
                <c:pt idx="1393">
                  <c:v>38842</c:v>
                </c:pt>
                <c:pt idx="1394">
                  <c:v>38845</c:v>
                </c:pt>
                <c:pt idx="1395">
                  <c:v>38846</c:v>
                </c:pt>
                <c:pt idx="1396">
                  <c:v>38847</c:v>
                </c:pt>
                <c:pt idx="1397">
                  <c:v>38848</c:v>
                </c:pt>
                <c:pt idx="1398">
                  <c:v>38849</c:v>
                </c:pt>
                <c:pt idx="1399">
                  <c:v>38852</c:v>
                </c:pt>
                <c:pt idx="1400">
                  <c:v>38853</c:v>
                </c:pt>
                <c:pt idx="1401">
                  <c:v>38854</c:v>
                </c:pt>
                <c:pt idx="1402">
                  <c:v>38855</c:v>
                </c:pt>
                <c:pt idx="1403">
                  <c:v>38856</c:v>
                </c:pt>
                <c:pt idx="1404">
                  <c:v>38859</c:v>
                </c:pt>
                <c:pt idx="1405">
                  <c:v>38860</c:v>
                </c:pt>
                <c:pt idx="1406">
                  <c:v>38861</c:v>
                </c:pt>
                <c:pt idx="1407">
                  <c:v>38862</c:v>
                </c:pt>
                <c:pt idx="1408">
                  <c:v>38863</c:v>
                </c:pt>
                <c:pt idx="1409">
                  <c:v>38866</c:v>
                </c:pt>
                <c:pt idx="1410">
                  <c:v>38867</c:v>
                </c:pt>
                <c:pt idx="1411">
                  <c:v>38868</c:v>
                </c:pt>
                <c:pt idx="1412">
                  <c:v>38869</c:v>
                </c:pt>
                <c:pt idx="1413">
                  <c:v>38870</c:v>
                </c:pt>
                <c:pt idx="1414">
                  <c:v>38873</c:v>
                </c:pt>
                <c:pt idx="1415">
                  <c:v>38874</c:v>
                </c:pt>
                <c:pt idx="1416">
                  <c:v>38875</c:v>
                </c:pt>
                <c:pt idx="1417">
                  <c:v>38876</c:v>
                </c:pt>
                <c:pt idx="1418">
                  <c:v>38877</c:v>
                </c:pt>
                <c:pt idx="1419">
                  <c:v>38880</c:v>
                </c:pt>
                <c:pt idx="1420">
                  <c:v>38881</c:v>
                </c:pt>
                <c:pt idx="1421">
                  <c:v>38882</c:v>
                </c:pt>
                <c:pt idx="1422">
                  <c:v>38883</c:v>
                </c:pt>
                <c:pt idx="1423">
                  <c:v>38884</c:v>
                </c:pt>
                <c:pt idx="1424">
                  <c:v>38887</c:v>
                </c:pt>
                <c:pt idx="1425">
                  <c:v>38888</c:v>
                </c:pt>
                <c:pt idx="1426">
                  <c:v>38889</c:v>
                </c:pt>
                <c:pt idx="1427">
                  <c:v>38890</c:v>
                </c:pt>
                <c:pt idx="1428">
                  <c:v>38891</c:v>
                </c:pt>
                <c:pt idx="1429">
                  <c:v>38894</c:v>
                </c:pt>
                <c:pt idx="1430">
                  <c:v>38895</c:v>
                </c:pt>
                <c:pt idx="1431">
                  <c:v>38896</c:v>
                </c:pt>
                <c:pt idx="1432">
                  <c:v>38897</c:v>
                </c:pt>
                <c:pt idx="1433">
                  <c:v>38898</c:v>
                </c:pt>
                <c:pt idx="1434">
                  <c:v>38901</c:v>
                </c:pt>
                <c:pt idx="1435">
                  <c:v>38902</c:v>
                </c:pt>
                <c:pt idx="1436">
                  <c:v>38903</c:v>
                </c:pt>
                <c:pt idx="1437">
                  <c:v>38904</c:v>
                </c:pt>
                <c:pt idx="1438">
                  <c:v>38905</c:v>
                </c:pt>
                <c:pt idx="1439">
                  <c:v>38908</c:v>
                </c:pt>
                <c:pt idx="1440">
                  <c:v>38909</c:v>
                </c:pt>
                <c:pt idx="1441">
                  <c:v>38910</c:v>
                </c:pt>
                <c:pt idx="1442">
                  <c:v>38911</c:v>
                </c:pt>
                <c:pt idx="1443">
                  <c:v>38912</c:v>
                </c:pt>
                <c:pt idx="1444">
                  <c:v>38915</c:v>
                </c:pt>
                <c:pt idx="1445">
                  <c:v>38916</c:v>
                </c:pt>
                <c:pt idx="1446">
                  <c:v>38917</c:v>
                </c:pt>
                <c:pt idx="1447">
                  <c:v>38918</c:v>
                </c:pt>
                <c:pt idx="1448">
                  <c:v>38919</c:v>
                </c:pt>
                <c:pt idx="1449">
                  <c:v>38922</c:v>
                </c:pt>
                <c:pt idx="1450">
                  <c:v>38923</c:v>
                </c:pt>
                <c:pt idx="1451">
                  <c:v>38924</c:v>
                </c:pt>
                <c:pt idx="1452">
                  <c:v>38925</c:v>
                </c:pt>
                <c:pt idx="1453">
                  <c:v>38926</c:v>
                </c:pt>
                <c:pt idx="1454">
                  <c:v>38929</c:v>
                </c:pt>
                <c:pt idx="1455">
                  <c:v>38930</c:v>
                </c:pt>
                <c:pt idx="1456">
                  <c:v>38931</c:v>
                </c:pt>
                <c:pt idx="1457">
                  <c:v>38932</c:v>
                </c:pt>
                <c:pt idx="1458">
                  <c:v>38933</c:v>
                </c:pt>
                <c:pt idx="1459">
                  <c:v>38936</c:v>
                </c:pt>
                <c:pt idx="1460">
                  <c:v>38937</c:v>
                </c:pt>
                <c:pt idx="1461">
                  <c:v>38938</c:v>
                </c:pt>
                <c:pt idx="1462">
                  <c:v>38939</c:v>
                </c:pt>
                <c:pt idx="1463">
                  <c:v>38940</c:v>
                </c:pt>
                <c:pt idx="1464">
                  <c:v>38943</c:v>
                </c:pt>
                <c:pt idx="1465">
                  <c:v>38944</c:v>
                </c:pt>
                <c:pt idx="1466">
                  <c:v>38945</c:v>
                </c:pt>
                <c:pt idx="1467">
                  <c:v>38946</c:v>
                </c:pt>
                <c:pt idx="1468">
                  <c:v>38947</c:v>
                </c:pt>
                <c:pt idx="1469">
                  <c:v>38950</c:v>
                </c:pt>
                <c:pt idx="1470">
                  <c:v>38951</c:v>
                </c:pt>
                <c:pt idx="1471">
                  <c:v>38952</c:v>
                </c:pt>
                <c:pt idx="1472">
                  <c:v>38953</c:v>
                </c:pt>
                <c:pt idx="1473">
                  <c:v>38954</c:v>
                </c:pt>
                <c:pt idx="1474">
                  <c:v>38957</c:v>
                </c:pt>
                <c:pt idx="1475">
                  <c:v>38958</c:v>
                </c:pt>
                <c:pt idx="1476">
                  <c:v>38959</c:v>
                </c:pt>
                <c:pt idx="1477">
                  <c:v>38960</c:v>
                </c:pt>
                <c:pt idx="1478">
                  <c:v>38961</c:v>
                </c:pt>
                <c:pt idx="1479">
                  <c:v>38964</c:v>
                </c:pt>
                <c:pt idx="1480">
                  <c:v>38965</c:v>
                </c:pt>
                <c:pt idx="1481">
                  <c:v>38966</c:v>
                </c:pt>
                <c:pt idx="1482">
                  <c:v>38967</c:v>
                </c:pt>
                <c:pt idx="1483">
                  <c:v>38968</c:v>
                </c:pt>
                <c:pt idx="1484">
                  <c:v>38971</c:v>
                </c:pt>
                <c:pt idx="1485">
                  <c:v>38972</c:v>
                </c:pt>
                <c:pt idx="1486">
                  <c:v>38973</c:v>
                </c:pt>
                <c:pt idx="1487">
                  <c:v>38974</c:v>
                </c:pt>
                <c:pt idx="1488">
                  <c:v>38975</c:v>
                </c:pt>
                <c:pt idx="1489">
                  <c:v>38978</c:v>
                </c:pt>
                <c:pt idx="1490">
                  <c:v>38979</c:v>
                </c:pt>
                <c:pt idx="1491">
                  <c:v>38980</c:v>
                </c:pt>
                <c:pt idx="1492">
                  <c:v>38981</c:v>
                </c:pt>
                <c:pt idx="1493">
                  <c:v>38982</c:v>
                </c:pt>
                <c:pt idx="1494">
                  <c:v>38985</c:v>
                </c:pt>
                <c:pt idx="1495">
                  <c:v>38986</c:v>
                </c:pt>
                <c:pt idx="1496">
                  <c:v>38987</c:v>
                </c:pt>
                <c:pt idx="1497">
                  <c:v>38988</c:v>
                </c:pt>
                <c:pt idx="1498">
                  <c:v>38989</c:v>
                </c:pt>
                <c:pt idx="1499">
                  <c:v>38992</c:v>
                </c:pt>
                <c:pt idx="1500">
                  <c:v>38993</c:v>
                </c:pt>
                <c:pt idx="1501">
                  <c:v>38994</c:v>
                </c:pt>
                <c:pt idx="1502">
                  <c:v>38995</c:v>
                </c:pt>
                <c:pt idx="1503">
                  <c:v>38996</c:v>
                </c:pt>
                <c:pt idx="1504">
                  <c:v>38999</c:v>
                </c:pt>
                <c:pt idx="1505">
                  <c:v>39000</c:v>
                </c:pt>
                <c:pt idx="1506">
                  <c:v>39001</c:v>
                </c:pt>
                <c:pt idx="1507">
                  <c:v>39002</c:v>
                </c:pt>
                <c:pt idx="1508">
                  <c:v>39003</c:v>
                </c:pt>
                <c:pt idx="1509">
                  <c:v>39006</c:v>
                </c:pt>
                <c:pt idx="1510">
                  <c:v>39007</c:v>
                </c:pt>
                <c:pt idx="1511">
                  <c:v>39008</c:v>
                </c:pt>
                <c:pt idx="1512">
                  <c:v>39009</c:v>
                </c:pt>
                <c:pt idx="1513">
                  <c:v>39010</c:v>
                </c:pt>
                <c:pt idx="1514">
                  <c:v>39013</c:v>
                </c:pt>
                <c:pt idx="1515">
                  <c:v>39014</c:v>
                </c:pt>
                <c:pt idx="1516">
                  <c:v>39015</c:v>
                </c:pt>
                <c:pt idx="1517">
                  <c:v>39016</c:v>
                </c:pt>
                <c:pt idx="1518">
                  <c:v>39017</c:v>
                </c:pt>
                <c:pt idx="1519">
                  <c:v>39020</c:v>
                </c:pt>
                <c:pt idx="1520">
                  <c:v>39021</c:v>
                </c:pt>
                <c:pt idx="1521">
                  <c:v>39022</c:v>
                </c:pt>
                <c:pt idx="1522">
                  <c:v>39023</c:v>
                </c:pt>
                <c:pt idx="1523">
                  <c:v>39024</c:v>
                </c:pt>
                <c:pt idx="1524">
                  <c:v>39027</c:v>
                </c:pt>
                <c:pt idx="1525">
                  <c:v>39028</c:v>
                </c:pt>
                <c:pt idx="1526">
                  <c:v>39029</c:v>
                </c:pt>
                <c:pt idx="1527">
                  <c:v>39030</c:v>
                </c:pt>
                <c:pt idx="1528">
                  <c:v>39031</c:v>
                </c:pt>
                <c:pt idx="1529">
                  <c:v>39034</c:v>
                </c:pt>
                <c:pt idx="1530">
                  <c:v>39035</c:v>
                </c:pt>
                <c:pt idx="1531">
                  <c:v>39036</c:v>
                </c:pt>
                <c:pt idx="1532">
                  <c:v>39037</c:v>
                </c:pt>
                <c:pt idx="1533">
                  <c:v>39038</c:v>
                </c:pt>
                <c:pt idx="1534">
                  <c:v>39041</c:v>
                </c:pt>
                <c:pt idx="1535">
                  <c:v>39042</c:v>
                </c:pt>
                <c:pt idx="1536">
                  <c:v>39043</c:v>
                </c:pt>
                <c:pt idx="1537">
                  <c:v>39044</c:v>
                </c:pt>
                <c:pt idx="1538">
                  <c:v>39045</c:v>
                </c:pt>
                <c:pt idx="1539">
                  <c:v>39048</c:v>
                </c:pt>
                <c:pt idx="1540">
                  <c:v>39049</c:v>
                </c:pt>
                <c:pt idx="1541">
                  <c:v>39050</c:v>
                </c:pt>
                <c:pt idx="1542">
                  <c:v>39051</c:v>
                </c:pt>
                <c:pt idx="1543">
                  <c:v>39052</c:v>
                </c:pt>
                <c:pt idx="1544">
                  <c:v>39055</c:v>
                </c:pt>
                <c:pt idx="1545">
                  <c:v>39056</c:v>
                </c:pt>
                <c:pt idx="1546">
                  <c:v>39057</c:v>
                </c:pt>
                <c:pt idx="1547">
                  <c:v>39058</c:v>
                </c:pt>
                <c:pt idx="1548">
                  <c:v>39059</c:v>
                </c:pt>
                <c:pt idx="1549">
                  <c:v>39062</c:v>
                </c:pt>
                <c:pt idx="1550">
                  <c:v>39063</c:v>
                </c:pt>
                <c:pt idx="1551">
                  <c:v>39064</c:v>
                </c:pt>
                <c:pt idx="1552">
                  <c:v>39065</c:v>
                </c:pt>
                <c:pt idx="1553">
                  <c:v>39066</c:v>
                </c:pt>
                <c:pt idx="1554">
                  <c:v>39069</c:v>
                </c:pt>
                <c:pt idx="1555">
                  <c:v>39070</c:v>
                </c:pt>
                <c:pt idx="1556">
                  <c:v>39071</c:v>
                </c:pt>
                <c:pt idx="1557">
                  <c:v>39072</c:v>
                </c:pt>
                <c:pt idx="1558">
                  <c:v>39073</c:v>
                </c:pt>
                <c:pt idx="1559">
                  <c:v>39076</c:v>
                </c:pt>
                <c:pt idx="1560">
                  <c:v>39077</c:v>
                </c:pt>
                <c:pt idx="1561">
                  <c:v>39078</c:v>
                </c:pt>
                <c:pt idx="1562">
                  <c:v>39079</c:v>
                </c:pt>
                <c:pt idx="1563">
                  <c:v>39080</c:v>
                </c:pt>
                <c:pt idx="1564">
                  <c:v>39083</c:v>
                </c:pt>
                <c:pt idx="1565">
                  <c:v>39084</c:v>
                </c:pt>
                <c:pt idx="1566">
                  <c:v>39085</c:v>
                </c:pt>
                <c:pt idx="1567">
                  <c:v>39086</c:v>
                </c:pt>
                <c:pt idx="1568">
                  <c:v>39087</c:v>
                </c:pt>
                <c:pt idx="1569">
                  <c:v>39090</c:v>
                </c:pt>
                <c:pt idx="1570">
                  <c:v>39091</c:v>
                </c:pt>
                <c:pt idx="1571">
                  <c:v>39092</c:v>
                </c:pt>
                <c:pt idx="1572">
                  <c:v>39093</c:v>
                </c:pt>
                <c:pt idx="1573">
                  <c:v>39094</c:v>
                </c:pt>
                <c:pt idx="1574">
                  <c:v>39097</c:v>
                </c:pt>
                <c:pt idx="1575">
                  <c:v>39098</c:v>
                </c:pt>
                <c:pt idx="1576">
                  <c:v>39099</c:v>
                </c:pt>
                <c:pt idx="1577">
                  <c:v>39100</c:v>
                </c:pt>
                <c:pt idx="1578">
                  <c:v>39101</c:v>
                </c:pt>
                <c:pt idx="1579">
                  <c:v>39104</c:v>
                </c:pt>
                <c:pt idx="1580">
                  <c:v>39105</c:v>
                </c:pt>
                <c:pt idx="1581">
                  <c:v>39106</c:v>
                </c:pt>
                <c:pt idx="1582">
                  <c:v>39107</c:v>
                </c:pt>
                <c:pt idx="1583">
                  <c:v>39108</c:v>
                </c:pt>
                <c:pt idx="1584">
                  <c:v>39111</c:v>
                </c:pt>
                <c:pt idx="1585">
                  <c:v>39112</c:v>
                </c:pt>
                <c:pt idx="1586">
                  <c:v>39113</c:v>
                </c:pt>
                <c:pt idx="1587">
                  <c:v>39114</c:v>
                </c:pt>
                <c:pt idx="1588">
                  <c:v>39115</c:v>
                </c:pt>
                <c:pt idx="1589">
                  <c:v>39118</c:v>
                </c:pt>
                <c:pt idx="1590">
                  <c:v>39119</c:v>
                </c:pt>
                <c:pt idx="1591">
                  <c:v>39120</c:v>
                </c:pt>
                <c:pt idx="1592">
                  <c:v>39121</c:v>
                </c:pt>
                <c:pt idx="1593">
                  <c:v>39122</c:v>
                </c:pt>
                <c:pt idx="1594">
                  <c:v>39125</c:v>
                </c:pt>
                <c:pt idx="1595">
                  <c:v>39126</c:v>
                </c:pt>
                <c:pt idx="1596">
                  <c:v>39127</c:v>
                </c:pt>
                <c:pt idx="1597">
                  <c:v>39128</c:v>
                </c:pt>
                <c:pt idx="1598">
                  <c:v>39129</c:v>
                </c:pt>
                <c:pt idx="1599">
                  <c:v>39132</c:v>
                </c:pt>
                <c:pt idx="1600">
                  <c:v>39133</c:v>
                </c:pt>
                <c:pt idx="1601">
                  <c:v>39134</c:v>
                </c:pt>
                <c:pt idx="1602">
                  <c:v>39135</c:v>
                </c:pt>
                <c:pt idx="1603">
                  <c:v>39136</c:v>
                </c:pt>
                <c:pt idx="1604">
                  <c:v>39139</c:v>
                </c:pt>
                <c:pt idx="1605">
                  <c:v>39140</c:v>
                </c:pt>
                <c:pt idx="1606">
                  <c:v>39141</c:v>
                </c:pt>
                <c:pt idx="1607">
                  <c:v>39142</c:v>
                </c:pt>
                <c:pt idx="1608">
                  <c:v>39143</c:v>
                </c:pt>
                <c:pt idx="1609">
                  <c:v>39146</c:v>
                </c:pt>
                <c:pt idx="1610">
                  <c:v>39147</c:v>
                </c:pt>
                <c:pt idx="1611">
                  <c:v>39148</c:v>
                </c:pt>
                <c:pt idx="1612">
                  <c:v>39149</c:v>
                </c:pt>
                <c:pt idx="1613">
                  <c:v>39150</c:v>
                </c:pt>
                <c:pt idx="1614">
                  <c:v>39153</c:v>
                </c:pt>
                <c:pt idx="1615">
                  <c:v>39154</c:v>
                </c:pt>
                <c:pt idx="1616">
                  <c:v>39155</c:v>
                </c:pt>
                <c:pt idx="1617">
                  <c:v>39156</c:v>
                </c:pt>
                <c:pt idx="1618">
                  <c:v>39157</c:v>
                </c:pt>
                <c:pt idx="1619">
                  <c:v>39160</c:v>
                </c:pt>
                <c:pt idx="1620">
                  <c:v>39161</c:v>
                </c:pt>
                <c:pt idx="1621">
                  <c:v>39162</c:v>
                </c:pt>
                <c:pt idx="1622">
                  <c:v>39163</c:v>
                </c:pt>
                <c:pt idx="1623">
                  <c:v>39164</c:v>
                </c:pt>
                <c:pt idx="1624">
                  <c:v>39167</c:v>
                </c:pt>
                <c:pt idx="1625">
                  <c:v>39168</c:v>
                </c:pt>
                <c:pt idx="1626">
                  <c:v>39169</c:v>
                </c:pt>
                <c:pt idx="1627">
                  <c:v>39170</c:v>
                </c:pt>
                <c:pt idx="1628">
                  <c:v>39171</c:v>
                </c:pt>
                <c:pt idx="1629">
                  <c:v>39174</c:v>
                </c:pt>
                <c:pt idx="1630">
                  <c:v>39175</c:v>
                </c:pt>
                <c:pt idx="1631">
                  <c:v>39176</c:v>
                </c:pt>
                <c:pt idx="1632">
                  <c:v>39177</c:v>
                </c:pt>
                <c:pt idx="1633">
                  <c:v>39178</c:v>
                </c:pt>
                <c:pt idx="1634">
                  <c:v>39181</c:v>
                </c:pt>
                <c:pt idx="1635">
                  <c:v>39182</c:v>
                </c:pt>
                <c:pt idx="1636">
                  <c:v>39183</c:v>
                </c:pt>
                <c:pt idx="1637">
                  <c:v>39184</c:v>
                </c:pt>
                <c:pt idx="1638">
                  <c:v>39185</c:v>
                </c:pt>
                <c:pt idx="1639">
                  <c:v>39188</c:v>
                </c:pt>
                <c:pt idx="1640">
                  <c:v>39189</c:v>
                </c:pt>
                <c:pt idx="1641">
                  <c:v>39190</c:v>
                </c:pt>
                <c:pt idx="1642">
                  <c:v>39191</c:v>
                </c:pt>
                <c:pt idx="1643">
                  <c:v>39192</c:v>
                </c:pt>
                <c:pt idx="1644">
                  <c:v>39195</c:v>
                </c:pt>
                <c:pt idx="1645">
                  <c:v>39196</c:v>
                </c:pt>
                <c:pt idx="1646">
                  <c:v>39197</c:v>
                </c:pt>
                <c:pt idx="1647">
                  <c:v>39198</c:v>
                </c:pt>
                <c:pt idx="1648">
                  <c:v>39199</c:v>
                </c:pt>
                <c:pt idx="1649">
                  <c:v>39202</c:v>
                </c:pt>
                <c:pt idx="1650">
                  <c:v>39203</c:v>
                </c:pt>
                <c:pt idx="1651">
                  <c:v>39204</c:v>
                </c:pt>
                <c:pt idx="1652">
                  <c:v>39205</c:v>
                </c:pt>
                <c:pt idx="1653">
                  <c:v>39206</c:v>
                </c:pt>
                <c:pt idx="1654">
                  <c:v>39209</c:v>
                </c:pt>
                <c:pt idx="1655">
                  <c:v>39210</c:v>
                </c:pt>
                <c:pt idx="1656">
                  <c:v>39211</c:v>
                </c:pt>
                <c:pt idx="1657">
                  <c:v>39212</c:v>
                </c:pt>
                <c:pt idx="1658">
                  <c:v>39213</c:v>
                </c:pt>
                <c:pt idx="1659">
                  <c:v>39216</c:v>
                </c:pt>
                <c:pt idx="1660">
                  <c:v>39217</c:v>
                </c:pt>
                <c:pt idx="1661">
                  <c:v>39218</c:v>
                </c:pt>
                <c:pt idx="1662">
                  <c:v>39219</c:v>
                </c:pt>
                <c:pt idx="1663">
                  <c:v>39220</c:v>
                </c:pt>
                <c:pt idx="1664">
                  <c:v>39223</c:v>
                </c:pt>
                <c:pt idx="1665">
                  <c:v>39224</c:v>
                </c:pt>
                <c:pt idx="1666">
                  <c:v>39225</c:v>
                </c:pt>
                <c:pt idx="1667">
                  <c:v>39226</c:v>
                </c:pt>
                <c:pt idx="1668">
                  <c:v>39227</c:v>
                </c:pt>
                <c:pt idx="1669">
                  <c:v>39230</c:v>
                </c:pt>
                <c:pt idx="1670">
                  <c:v>39231</c:v>
                </c:pt>
                <c:pt idx="1671">
                  <c:v>39232</c:v>
                </c:pt>
                <c:pt idx="1672">
                  <c:v>39233</c:v>
                </c:pt>
                <c:pt idx="1673">
                  <c:v>39234</c:v>
                </c:pt>
                <c:pt idx="1674">
                  <c:v>39237</c:v>
                </c:pt>
                <c:pt idx="1675">
                  <c:v>39238</c:v>
                </c:pt>
                <c:pt idx="1676">
                  <c:v>39239</c:v>
                </c:pt>
                <c:pt idx="1677">
                  <c:v>39240</c:v>
                </c:pt>
                <c:pt idx="1678">
                  <c:v>39241</c:v>
                </c:pt>
                <c:pt idx="1679">
                  <c:v>39244</c:v>
                </c:pt>
                <c:pt idx="1680">
                  <c:v>39245</c:v>
                </c:pt>
                <c:pt idx="1681">
                  <c:v>39246</c:v>
                </c:pt>
                <c:pt idx="1682">
                  <c:v>39247</c:v>
                </c:pt>
                <c:pt idx="1683">
                  <c:v>39248</c:v>
                </c:pt>
                <c:pt idx="1684">
                  <c:v>39251</c:v>
                </c:pt>
                <c:pt idx="1685">
                  <c:v>39252</c:v>
                </c:pt>
                <c:pt idx="1686">
                  <c:v>39253</c:v>
                </c:pt>
                <c:pt idx="1687">
                  <c:v>39254</c:v>
                </c:pt>
                <c:pt idx="1688">
                  <c:v>39255</c:v>
                </c:pt>
                <c:pt idx="1689">
                  <c:v>39258</c:v>
                </c:pt>
                <c:pt idx="1690">
                  <c:v>39259</c:v>
                </c:pt>
                <c:pt idx="1691">
                  <c:v>39260</c:v>
                </c:pt>
                <c:pt idx="1692">
                  <c:v>39261</c:v>
                </c:pt>
                <c:pt idx="1693">
                  <c:v>39262</c:v>
                </c:pt>
                <c:pt idx="1694">
                  <c:v>39265</c:v>
                </c:pt>
                <c:pt idx="1695">
                  <c:v>39266</c:v>
                </c:pt>
                <c:pt idx="1696">
                  <c:v>39267</c:v>
                </c:pt>
                <c:pt idx="1697">
                  <c:v>39268</c:v>
                </c:pt>
                <c:pt idx="1698">
                  <c:v>39269</c:v>
                </c:pt>
                <c:pt idx="1699">
                  <c:v>39272</c:v>
                </c:pt>
                <c:pt idx="1700">
                  <c:v>39273</c:v>
                </c:pt>
                <c:pt idx="1701">
                  <c:v>39274</c:v>
                </c:pt>
                <c:pt idx="1702">
                  <c:v>39275</c:v>
                </c:pt>
                <c:pt idx="1703">
                  <c:v>39276</c:v>
                </c:pt>
                <c:pt idx="1704">
                  <c:v>39279</c:v>
                </c:pt>
                <c:pt idx="1705">
                  <c:v>39280</c:v>
                </c:pt>
                <c:pt idx="1706">
                  <c:v>39281</c:v>
                </c:pt>
                <c:pt idx="1707">
                  <c:v>39282</c:v>
                </c:pt>
                <c:pt idx="1708">
                  <c:v>39283</c:v>
                </c:pt>
                <c:pt idx="1709">
                  <c:v>39286</c:v>
                </c:pt>
                <c:pt idx="1710">
                  <c:v>39287</c:v>
                </c:pt>
                <c:pt idx="1711">
                  <c:v>39288</c:v>
                </c:pt>
                <c:pt idx="1712">
                  <c:v>39289</c:v>
                </c:pt>
                <c:pt idx="1713">
                  <c:v>39290</c:v>
                </c:pt>
                <c:pt idx="1714">
                  <c:v>39293</c:v>
                </c:pt>
                <c:pt idx="1715">
                  <c:v>39294</c:v>
                </c:pt>
                <c:pt idx="1716">
                  <c:v>39295</c:v>
                </c:pt>
                <c:pt idx="1717">
                  <c:v>39296</c:v>
                </c:pt>
                <c:pt idx="1718">
                  <c:v>39297</c:v>
                </c:pt>
                <c:pt idx="1719">
                  <c:v>39300</c:v>
                </c:pt>
                <c:pt idx="1720">
                  <c:v>39301</c:v>
                </c:pt>
                <c:pt idx="1721">
                  <c:v>39302</c:v>
                </c:pt>
                <c:pt idx="1722">
                  <c:v>39303</c:v>
                </c:pt>
                <c:pt idx="1723">
                  <c:v>39304</c:v>
                </c:pt>
                <c:pt idx="1724">
                  <c:v>39307</c:v>
                </c:pt>
                <c:pt idx="1725">
                  <c:v>39308</c:v>
                </c:pt>
                <c:pt idx="1726">
                  <c:v>39309</c:v>
                </c:pt>
                <c:pt idx="1727">
                  <c:v>39310</c:v>
                </c:pt>
                <c:pt idx="1728">
                  <c:v>39311</c:v>
                </c:pt>
                <c:pt idx="1729">
                  <c:v>39314</c:v>
                </c:pt>
                <c:pt idx="1730">
                  <c:v>39315</c:v>
                </c:pt>
                <c:pt idx="1731">
                  <c:v>39316</c:v>
                </c:pt>
                <c:pt idx="1732">
                  <c:v>39317</c:v>
                </c:pt>
                <c:pt idx="1733">
                  <c:v>39318</c:v>
                </c:pt>
                <c:pt idx="1734">
                  <c:v>39321</c:v>
                </c:pt>
                <c:pt idx="1735">
                  <c:v>39322</c:v>
                </c:pt>
                <c:pt idx="1736">
                  <c:v>39323</c:v>
                </c:pt>
                <c:pt idx="1737">
                  <c:v>39324</c:v>
                </c:pt>
                <c:pt idx="1738">
                  <c:v>39325</c:v>
                </c:pt>
                <c:pt idx="1739">
                  <c:v>39328</c:v>
                </c:pt>
                <c:pt idx="1740">
                  <c:v>39329</c:v>
                </c:pt>
                <c:pt idx="1741">
                  <c:v>39330</c:v>
                </c:pt>
                <c:pt idx="1742">
                  <c:v>39331</c:v>
                </c:pt>
                <c:pt idx="1743">
                  <c:v>39332</c:v>
                </c:pt>
                <c:pt idx="1744">
                  <c:v>39335</c:v>
                </c:pt>
                <c:pt idx="1745">
                  <c:v>39336</c:v>
                </c:pt>
                <c:pt idx="1746">
                  <c:v>39337</c:v>
                </c:pt>
                <c:pt idx="1747">
                  <c:v>39338</c:v>
                </c:pt>
                <c:pt idx="1748">
                  <c:v>39339</c:v>
                </c:pt>
                <c:pt idx="1749">
                  <c:v>39342</c:v>
                </c:pt>
                <c:pt idx="1750">
                  <c:v>39343</c:v>
                </c:pt>
                <c:pt idx="1751">
                  <c:v>39344</c:v>
                </c:pt>
                <c:pt idx="1752">
                  <c:v>39345</c:v>
                </c:pt>
                <c:pt idx="1753">
                  <c:v>39346</c:v>
                </c:pt>
                <c:pt idx="1754">
                  <c:v>39349</c:v>
                </c:pt>
                <c:pt idx="1755">
                  <c:v>39350</c:v>
                </c:pt>
                <c:pt idx="1756">
                  <c:v>39351</c:v>
                </c:pt>
                <c:pt idx="1757">
                  <c:v>39352</c:v>
                </c:pt>
                <c:pt idx="1758">
                  <c:v>39353</c:v>
                </c:pt>
                <c:pt idx="1759">
                  <c:v>39356</c:v>
                </c:pt>
                <c:pt idx="1760">
                  <c:v>39357</c:v>
                </c:pt>
                <c:pt idx="1761">
                  <c:v>39358</c:v>
                </c:pt>
                <c:pt idx="1762">
                  <c:v>39359</c:v>
                </c:pt>
                <c:pt idx="1763">
                  <c:v>39360</c:v>
                </c:pt>
                <c:pt idx="1764">
                  <c:v>39363</c:v>
                </c:pt>
                <c:pt idx="1765">
                  <c:v>39364</c:v>
                </c:pt>
                <c:pt idx="1766">
                  <c:v>39365</c:v>
                </c:pt>
                <c:pt idx="1767">
                  <c:v>39366</c:v>
                </c:pt>
                <c:pt idx="1768">
                  <c:v>39367</c:v>
                </c:pt>
                <c:pt idx="1769">
                  <c:v>39370</c:v>
                </c:pt>
                <c:pt idx="1770">
                  <c:v>39371</c:v>
                </c:pt>
                <c:pt idx="1771">
                  <c:v>39372</c:v>
                </c:pt>
                <c:pt idx="1772">
                  <c:v>39373</c:v>
                </c:pt>
                <c:pt idx="1773">
                  <c:v>39374</c:v>
                </c:pt>
                <c:pt idx="1774">
                  <c:v>39377</c:v>
                </c:pt>
                <c:pt idx="1775">
                  <c:v>39378</c:v>
                </c:pt>
                <c:pt idx="1776">
                  <c:v>39379</c:v>
                </c:pt>
                <c:pt idx="1777">
                  <c:v>39380</c:v>
                </c:pt>
                <c:pt idx="1778">
                  <c:v>39381</c:v>
                </c:pt>
                <c:pt idx="1779">
                  <c:v>39384</c:v>
                </c:pt>
                <c:pt idx="1780">
                  <c:v>39385</c:v>
                </c:pt>
                <c:pt idx="1781">
                  <c:v>39386</c:v>
                </c:pt>
                <c:pt idx="1782">
                  <c:v>39387</c:v>
                </c:pt>
                <c:pt idx="1783">
                  <c:v>39388</c:v>
                </c:pt>
                <c:pt idx="1784">
                  <c:v>39391</c:v>
                </c:pt>
                <c:pt idx="1785">
                  <c:v>39392</c:v>
                </c:pt>
                <c:pt idx="1786">
                  <c:v>39393</c:v>
                </c:pt>
                <c:pt idx="1787">
                  <c:v>39394</c:v>
                </c:pt>
                <c:pt idx="1788">
                  <c:v>39395</c:v>
                </c:pt>
                <c:pt idx="1789">
                  <c:v>39398</c:v>
                </c:pt>
                <c:pt idx="1790">
                  <c:v>39399</c:v>
                </c:pt>
                <c:pt idx="1791">
                  <c:v>39400</c:v>
                </c:pt>
                <c:pt idx="1792">
                  <c:v>39401</c:v>
                </c:pt>
                <c:pt idx="1793">
                  <c:v>39402</c:v>
                </c:pt>
                <c:pt idx="1794">
                  <c:v>39405</c:v>
                </c:pt>
                <c:pt idx="1795">
                  <c:v>39406</c:v>
                </c:pt>
                <c:pt idx="1796">
                  <c:v>39407</c:v>
                </c:pt>
                <c:pt idx="1797">
                  <c:v>39408</c:v>
                </c:pt>
                <c:pt idx="1798">
                  <c:v>39409</c:v>
                </c:pt>
                <c:pt idx="1799">
                  <c:v>39412</c:v>
                </c:pt>
                <c:pt idx="1800">
                  <c:v>39413</c:v>
                </c:pt>
                <c:pt idx="1801">
                  <c:v>39414</c:v>
                </c:pt>
                <c:pt idx="1802">
                  <c:v>39415</c:v>
                </c:pt>
                <c:pt idx="1803">
                  <c:v>39416</c:v>
                </c:pt>
                <c:pt idx="1804">
                  <c:v>39419</c:v>
                </c:pt>
                <c:pt idx="1805">
                  <c:v>39420</c:v>
                </c:pt>
                <c:pt idx="1806">
                  <c:v>39421</c:v>
                </c:pt>
                <c:pt idx="1807">
                  <c:v>39422</c:v>
                </c:pt>
                <c:pt idx="1808">
                  <c:v>39423</c:v>
                </c:pt>
                <c:pt idx="1809">
                  <c:v>39426</c:v>
                </c:pt>
                <c:pt idx="1810">
                  <c:v>39427</c:v>
                </c:pt>
                <c:pt idx="1811">
                  <c:v>39428</c:v>
                </c:pt>
                <c:pt idx="1812">
                  <c:v>39429</c:v>
                </c:pt>
                <c:pt idx="1813">
                  <c:v>39430</c:v>
                </c:pt>
                <c:pt idx="1814">
                  <c:v>39433</c:v>
                </c:pt>
                <c:pt idx="1815">
                  <c:v>39434</c:v>
                </c:pt>
                <c:pt idx="1816">
                  <c:v>39435</c:v>
                </c:pt>
                <c:pt idx="1817">
                  <c:v>39436</c:v>
                </c:pt>
                <c:pt idx="1818">
                  <c:v>39437</c:v>
                </c:pt>
                <c:pt idx="1819">
                  <c:v>39440</c:v>
                </c:pt>
                <c:pt idx="1820">
                  <c:v>39441</c:v>
                </c:pt>
                <c:pt idx="1821">
                  <c:v>39442</c:v>
                </c:pt>
                <c:pt idx="1822">
                  <c:v>39443</c:v>
                </c:pt>
                <c:pt idx="1823">
                  <c:v>39444</c:v>
                </c:pt>
                <c:pt idx="1824">
                  <c:v>39447</c:v>
                </c:pt>
                <c:pt idx="1825">
                  <c:v>39448</c:v>
                </c:pt>
                <c:pt idx="1826">
                  <c:v>39449</c:v>
                </c:pt>
                <c:pt idx="1827">
                  <c:v>39450</c:v>
                </c:pt>
                <c:pt idx="1828">
                  <c:v>39451</c:v>
                </c:pt>
                <c:pt idx="1829">
                  <c:v>39454</c:v>
                </c:pt>
                <c:pt idx="1830">
                  <c:v>39455</c:v>
                </c:pt>
                <c:pt idx="1831">
                  <c:v>39456</c:v>
                </c:pt>
                <c:pt idx="1832">
                  <c:v>39457</c:v>
                </c:pt>
                <c:pt idx="1833">
                  <c:v>39458</c:v>
                </c:pt>
                <c:pt idx="1834">
                  <c:v>39461</c:v>
                </c:pt>
                <c:pt idx="1835">
                  <c:v>39462</c:v>
                </c:pt>
                <c:pt idx="1836">
                  <c:v>39463</c:v>
                </c:pt>
                <c:pt idx="1837">
                  <c:v>39464</c:v>
                </c:pt>
                <c:pt idx="1838">
                  <c:v>39465</c:v>
                </c:pt>
                <c:pt idx="1839">
                  <c:v>39468</c:v>
                </c:pt>
                <c:pt idx="1840">
                  <c:v>39469</c:v>
                </c:pt>
                <c:pt idx="1841">
                  <c:v>39470</c:v>
                </c:pt>
                <c:pt idx="1842">
                  <c:v>39471</c:v>
                </c:pt>
                <c:pt idx="1843">
                  <c:v>39472</c:v>
                </c:pt>
                <c:pt idx="1844">
                  <c:v>39475</c:v>
                </c:pt>
                <c:pt idx="1845">
                  <c:v>39476</c:v>
                </c:pt>
                <c:pt idx="1846">
                  <c:v>39477</c:v>
                </c:pt>
                <c:pt idx="1847">
                  <c:v>39478</c:v>
                </c:pt>
                <c:pt idx="1848">
                  <c:v>39479</c:v>
                </c:pt>
                <c:pt idx="1849">
                  <c:v>39482</c:v>
                </c:pt>
                <c:pt idx="1850">
                  <c:v>39483</c:v>
                </c:pt>
                <c:pt idx="1851">
                  <c:v>39484</c:v>
                </c:pt>
                <c:pt idx="1852">
                  <c:v>39485</c:v>
                </c:pt>
                <c:pt idx="1853">
                  <c:v>39486</c:v>
                </c:pt>
                <c:pt idx="1854">
                  <c:v>39489</c:v>
                </c:pt>
                <c:pt idx="1855">
                  <c:v>39490</c:v>
                </c:pt>
                <c:pt idx="1856">
                  <c:v>39491</c:v>
                </c:pt>
                <c:pt idx="1857">
                  <c:v>39492</c:v>
                </c:pt>
                <c:pt idx="1858">
                  <c:v>39493</c:v>
                </c:pt>
                <c:pt idx="1859">
                  <c:v>39496</c:v>
                </c:pt>
                <c:pt idx="1860">
                  <c:v>39497</c:v>
                </c:pt>
                <c:pt idx="1861">
                  <c:v>39498</c:v>
                </c:pt>
                <c:pt idx="1862">
                  <c:v>39499</c:v>
                </c:pt>
                <c:pt idx="1863">
                  <c:v>39500</c:v>
                </c:pt>
                <c:pt idx="1864">
                  <c:v>39503</c:v>
                </c:pt>
                <c:pt idx="1865">
                  <c:v>39504</c:v>
                </c:pt>
                <c:pt idx="1866">
                  <c:v>39505</c:v>
                </c:pt>
                <c:pt idx="1867">
                  <c:v>39506</c:v>
                </c:pt>
                <c:pt idx="1868">
                  <c:v>39507</c:v>
                </c:pt>
                <c:pt idx="1869">
                  <c:v>39510</c:v>
                </c:pt>
                <c:pt idx="1870">
                  <c:v>39511</c:v>
                </c:pt>
                <c:pt idx="1871">
                  <c:v>39512</c:v>
                </c:pt>
                <c:pt idx="1872">
                  <c:v>39513</c:v>
                </c:pt>
                <c:pt idx="1873">
                  <c:v>39514</c:v>
                </c:pt>
                <c:pt idx="1874">
                  <c:v>39517</c:v>
                </c:pt>
                <c:pt idx="1875">
                  <c:v>39518</c:v>
                </c:pt>
                <c:pt idx="1876">
                  <c:v>39519</c:v>
                </c:pt>
                <c:pt idx="1877">
                  <c:v>39520</c:v>
                </c:pt>
                <c:pt idx="1878">
                  <c:v>39521</c:v>
                </c:pt>
                <c:pt idx="1879">
                  <c:v>39524</c:v>
                </c:pt>
                <c:pt idx="1880">
                  <c:v>39525</c:v>
                </c:pt>
                <c:pt idx="1881">
                  <c:v>39526</c:v>
                </c:pt>
                <c:pt idx="1882">
                  <c:v>39527</c:v>
                </c:pt>
                <c:pt idx="1883">
                  <c:v>39528</c:v>
                </c:pt>
                <c:pt idx="1884">
                  <c:v>39531</c:v>
                </c:pt>
                <c:pt idx="1885">
                  <c:v>39532</c:v>
                </c:pt>
                <c:pt idx="1886">
                  <c:v>39533</c:v>
                </c:pt>
                <c:pt idx="1887">
                  <c:v>39534</c:v>
                </c:pt>
                <c:pt idx="1888">
                  <c:v>39535</c:v>
                </c:pt>
                <c:pt idx="1889">
                  <c:v>39538</c:v>
                </c:pt>
                <c:pt idx="1890">
                  <c:v>39539</c:v>
                </c:pt>
                <c:pt idx="1891">
                  <c:v>39540</c:v>
                </c:pt>
                <c:pt idx="1892">
                  <c:v>39541</c:v>
                </c:pt>
                <c:pt idx="1893">
                  <c:v>39542</c:v>
                </c:pt>
                <c:pt idx="1894">
                  <c:v>39545</c:v>
                </c:pt>
                <c:pt idx="1895">
                  <c:v>39546</c:v>
                </c:pt>
                <c:pt idx="1896">
                  <c:v>39547</c:v>
                </c:pt>
                <c:pt idx="1897">
                  <c:v>39548</c:v>
                </c:pt>
                <c:pt idx="1898">
                  <c:v>39549</c:v>
                </c:pt>
                <c:pt idx="1899">
                  <c:v>39552</c:v>
                </c:pt>
                <c:pt idx="1900">
                  <c:v>39553</c:v>
                </c:pt>
                <c:pt idx="1901">
                  <c:v>39554</c:v>
                </c:pt>
                <c:pt idx="1902">
                  <c:v>39555</c:v>
                </c:pt>
                <c:pt idx="1903">
                  <c:v>39556</c:v>
                </c:pt>
                <c:pt idx="1904">
                  <c:v>39559</c:v>
                </c:pt>
                <c:pt idx="1905">
                  <c:v>39560</c:v>
                </c:pt>
                <c:pt idx="1906">
                  <c:v>39561</c:v>
                </c:pt>
                <c:pt idx="1907">
                  <c:v>39562</c:v>
                </c:pt>
                <c:pt idx="1908">
                  <c:v>39563</c:v>
                </c:pt>
                <c:pt idx="1909">
                  <c:v>39566</c:v>
                </c:pt>
                <c:pt idx="1910">
                  <c:v>39567</c:v>
                </c:pt>
                <c:pt idx="1911">
                  <c:v>39568</c:v>
                </c:pt>
                <c:pt idx="1912">
                  <c:v>39569</c:v>
                </c:pt>
                <c:pt idx="1913">
                  <c:v>39570</c:v>
                </c:pt>
                <c:pt idx="1914">
                  <c:v>39573</c:v>
                </c:pt>
                <c:pt idx="1915">
                  <c:v>39574</c:v>
                </c:pt>
                <c:pt idx="1916">
                  <c:v>39575</c:v>
                </c:pt>
                <c:pt idx="1917">
                  <c:v>39576</c:v>
                </c:pt>
                <c:pt idx="1918">
                  <c:v>39577</c:v>
                </c:pt>
                <c:pt idx="1919">
                  <c:v>39580</c:v>
                </c:pt>
                <c:pt idx="1920">
                  <c:v>39581</c:v>
                </c:pt>
                <c:pt idx="1921">
                  <c:v>39582</c:v>
                </c:pt>
                <c:pt idx="1922">
                  <c:v>39583</c:v>
                </c:pt>
                <c:pt idx="1923">
                  <c:v>39584</c:v>
                </c:pt>
                <c:pt idx="1924">
                  <c:v>39587</c:v>
                </c:pt>
                <c:pt idx="1925">
                  <c:v>39588</c:v>
                </c:pt>
                <c:pt idx="1926">
                  <c:v>39589</c:v>
                </c:pt>
                <c:pt idx="1927">
                  <c:v>39590</c:v>
                </c:pt>
                <c:pt idx="1928">
                  <c:v>39591</c:v>
                </c:pt>
                <c:pt idx="1929">
                  <c:v>39594</c:v>
                </c:pt>
                <c:pt idx="1930">
                  <c:v>39595</c:v>
                </c:pt>
                <c:pt idx="1931">
                  <c:v>39596</c:v>
                </c:pt>
                <c:pt idx="1932">
                  <c:v>39597</c:v>
                </c:pt>
                <c:pt idx="1933">
                  <c:v>39598</c:v>
                </c:pt>
                <c:pt idx="1934">
                  <c:v>39601</c:v>
                </c:pt>
                <c:pt idx="1935">
                  <c:v>39602</c:v>
                </c:pt>
                <c:pt idx="1936">
                  <c:v>39603</c:v>
                </c:pt>
                <c:pt idx="1937">
                  <c:v>39604</c:v>
                </c:pt>
                <c:pt idx="1938">
                  <c:v>39605</c:v>
                </c:pt>
                <c:pt idx="1939">
                  <c:v>39608</c:v>
                </c:pt>
                <c:pt idx="1940">
                  <c:v>39609</c:v>
                </c:pt>
                <c:pt idx="1941">
                  <c:v>39610</c:v>
                </c:pt>
                <c:pt idx="1942">
                  <c:v>39611</c:v>
                </c:pt>
                <c:pt idx="1943">
                  <c:v>39612</c:v>
                </c:pt>
                <c:pt idx="1944">
                  <c:v>39615</c:v>
                </c:pt>
                <c:pt idx="1945">
                  <c:v>39616</c:v>
                </c:pt>
                <c:pt idx="1946">
                  <c:v>39617</c:v>
                </c:pt>
                <c:pt idx="1947">
                  <c:v>39618</c:v>
                </c:pt>
                <c:pt idx="1948">
                  <c:v>39619</c:v>
                </c:pt>
                <c:pt idx="1949">
                  <c:v>39622</c:v>
                </c:pt>
                <c:pt idx="1950">
                  <c:v>39623</c:v>
                </c:pt>
                <c:pt idx="1951">
                  <c:v>39624</c:v>
                </c:pt>
                <c:pt idx="1952">
                  <c:v>39625</c:v>
                </c:pt>
                <c:pt idx="1953">
                  <c:v>39626</c:v>
                </c:pt>
                <c:pt idx="1954">
                  <c:v>39629</c:v>
                </c:pt>
                <c:pt idx="1955">
                  <c:v>39630</c:v>
                </c:pt>
                <c:pt idx="1956">
                  <c:v>39631</c:v>
                </c:pt>
                <c:pt idx="1957">
                  <c:v>39632</c:v>
                </c:pt>
                <c:pt idx="1958">
                  <c:v>39633</c:v>
                </c:pt>
                <c:pt idx="1959">
                  <c:v>39636</c:v>
                </c:pt>
                <c:pt idx="1960">
                  <c:v>39637</c:v>
                </c:pt>
                <c:pt idx="1961">
                  <c:v>39638</c:v>
                </c:pt>
                <c:pt idx="1962">
                  <c:v>39639</c:v>
                </c:pt>
                <c:pt idx="1963">
                  <c:v>39640</c:v>
                </c:pt>
                <c:pt idx="1964">
                  <c:v>39643</c:v>
                </c:pt>
                <c:pt idx="1965">
                  <c:v>39644</c:v>
                </c:pt>
                <c:pt idx="1966">
                  <c:v>39645</c:v>
                </c:pt>
                <c:pt idx="1967">
                  <c:v>39646</c:v>
                </c:pt>
                <c:pt idx="1968">
                  <c:v>39647</c:v>
                </c:pt>
                <c:pt idx="1969">
                  <c:v>39650</c:v>
                </c:pt>
                <c:pt idx="1970">
                  <c:v>39651</c:v>
                </c:pt>
                <c:pt idx="1971">
                  <c:v>39652</c:v>
                </c:pt>
                <c:pt idx="1972">
                  <c:v>39653</c:v>
                </c:pt>
                <c:pt idx="1973">
                  <c:v>39654</c:v>
                </c:pt>
                <c:pt idx="1974">
                  <c:v>39657</c:v>
                </c:pt>
                <c:pt idx="1975">
                  <c:v>39658</c:v>
                </c:pt>
                <c:pt idx="1976">
                  <c:v>39659</c:v>
                </c:pt>
                <c:pt idx="1977">
                  <c:v>39660</c:v>
                </c:pt>
                <c:pt idx="1978">
                  <c:v>39661</c:v>
                </c:pt>
                <c:pt idx="1979">
                  <c:v>39664</c:v>
                </c:pt>
                <c:pt idx="1980">
                  <c:v>39665</c:v>
                </c:pt>
                <c:pt idx="1981">
                  <c:v>39666</c:v>
                </c:pt>
                <c:pt idx="1982">
                  <c:v>39667</c:v>
                </c:pt>
                <c:pt idx="1983">
                  <c:v>39668</c:v>
                </c:pt>
                <c:pt idx="1984">
                  <c:v>39671</c:v>
                </c:pt>
                <c:pt idx="1985">
                  <c:v>39672</c:v>
                </c:pt>
                <c:pt idx="1986">
                  <c:v>39673</c:v>
                </c:pt>
                <c:pt idx="1987">
                  <c:v>39674</c:v>
                </c:pt>
                <c:pt idx="1988">
                  <c:v>39675</c:v>
                </c:pt>
                <c:pt idx="1989">
                  <c:v>39678</c:v>
                </c:pt>
                <c:pt idx="1990">
                  <c:v>39679</c:v>
                </c:pt>
                <c:pt idx="1991">
                  <c:v>39680</c:v>
                </c:pt>
                <c:pt idx="1992">
                  <c:v>39681</c:v>
                </c:pt>
                <c:pt idx="1993">
                  <c:v>39682</c:v>
                </c:pt>
                <c:pt idx="1994">
                  <c:v>39685</c:v>
                </c:pt>
                <c:pt idx="1995">
                  <c:v>39686</c:v>
                </c:pt>
                <c:pt idx="1996">
                  <c:v>39687</c:v>
                </c:pt>
                <c:pt idx="1997">
                  <c:v>39688</c:v>
                </c:pt>
                <c:pt idx="1998">
                  <c:v>39689</c:v>
                </c:pt>
                <c:pt idx="1999">
                  <c:v>39692</c:v>
                </c:pt>
                <c:pt idx="2000">
                  <c:v>39693</c:v>
                </c:pt>
                <c:pt idx="2001">
                  <c:v>39694</c:v>
                </c:pt>
                <c:pt idx="2002">
                  <c:v>39695</c:v>
                </c:pt>
                <c:pt idx="2003">
                  <c:v>39696</c:v>
                </c:pt>
                <c:pt idx="2004">
                  <c:v>39699</c:v>
                </c:pt>
                <c:pt idx="2005">
                  <c:v>39700</c:v>
                </c:pt>
                <c:pt idx="2006">
                  <c:v>39701</c:v>
                </c:pt>
                <c:pt idx="2007">
                  <c:v>39702</c:v>
                </c:pt>
                <c:pt idx="2008">
                  <c:v>39703</c:v>
                </c:pt>
                <c:pt idx="2009">
                  <c:v>39706</c:v>
                </c:pt>
                <c:pt idx="2010">
                  <c:v>39707</c:v>
                </c:pt>
                <c:pt idx="2011">
                  <c:v>39708</c:v>
                </c:pt>
                <c:pt idx="2012">
                  <c:v>39709</c:v>
                </c:pt>
                <c:pt idx="2013">
                  <c:v>39710</c:v>
                </c:pt>
                <c:pt idx="2014">
                  <c:v>39713</c:v>
                </c:pt>
                <c:pt idx="2015">
                  <c:v>39714</c:v>
                </c:pt>
                <c:pt idx="2016">
                  <c:v>39715</c:v>
                </c:pt>
                <c:pt idx="2017">
                  <c:v>39716</c:v>
                </c:pt>
                <c:pt idx="2018">
                  <c:v>39717</c:v>
                </c:pt>
                <c:pt idx="2019">
                  <c:v>39720</c:v>
                </c:pt>
                <c:pt idx="2020">
                  <c:v>39721</c:v>
                </c:pt>
                <c:pt idx="2021">
                  <c:v>39722</c:v>
                </c:pt>
                <c:pt idx="2022">
                  <c:v>39723</c:v>
                </c:pt>
                <c:pt idx="2023">
                  <c:v>39724</c:v>
                </c:pt>
                <c:pt idx="2024">
                  <c:v>39727</c:v>
                </c:pt>
                <c:pt idx="2025">
                  <c:v>39728</c:v>
                </c:pt>
                <c:pt idx="2026">
                  <c:v>39729</c:v>
                </c:pt>
                <c:pt idx="2027">
                  <c:v>39730</c:v>
                </c:pt>
                <c:pt idx="2028">
                  <c:v>39731</c:v>
                </c:pt>
                <c:pt idx="2029">
                  <c:v>39734</c:v>
                </c:pt>
                <c:pt idx="2030">
                  <c:v>39735</c:v>
                </c:pt>
                <c:pt idx="2031">
                  <c:v>39736</c:v>
                </c:pt>
                <c:pt idx="2032">
                  <c:v>39737</c:v>
                </c:pt>
                <c:pt idx="2033">
                  <c:v>39738</c:v>
                </c:pt>
                <c:pt idx="2034">
                  <c:v>39741</c:v>
                </c:pt>
                <c:pt idx="2035">
                  <c:v>39742</c:v>
                </c:pt>
                <c:pt idx="2036">
                  <c:v>39743</c:v>
                </c:pt>
                <c:pt idx="2037">
                  <c:v>39744</c:v>
                </c:pt>
                <c:pt idx="2038">
                  <c:v>39745</c:v>
                </c:pt>
                <c:pt idx="2039">
                  <c:v>39748</c:v>
                </c:pt>
                <c:pt idx="2040">
                  <c:v>39749</c:v>
                </c:pt>
                <c:pt idx="2041">
                  <c:v>39750</c:v>
                </c:pt>
                <c:pt idx="2042">
                  <c:v>39751</c:v>
                </c:pt>
                <c:pt idx="2043">
                  <c:v>39752</c:v>
                </c:pt>
                <c:pt idx="2044">
                  <c:v>39755</c:v>
                </c:pt>
                <c:pt idx="2045">
                  <c:v>39756</c:v>
                </c:pt>
                <c:pt idx="2046">
                  <c:v>39757</c:v>
                </c:pt>
                <c:pt idx="2047">
                  <c:v>39758</c:v>
                </c:pt>
                <c:pt idx="2048">
                  <c:v>39759</c:v>
                </c:pt>
                <c:pt idx="2049">
                  <c:v>39762</c:v>
                </c:pt>
                <c:pt idx="2050">
                  <c:v>39763</c:v>
                </c:pt>
                <c:pt idx="2051">
                  <c:v>39764</c:v>
                </c:pt>
                <c:pt idx="2052">
                  <c:v>39765</c:v>
                </c:pt>
                <c:pt idx="2053">
                  <c:v>39766</c:v>
                </c:pt>
                <c:pt idx="2054">
                  <c:v>39769</c:v>
                </c:pt>
                <c:pt idx="2055">
                  <c:v>39770</c:v>
                </c:pt>
                <c:pt idx="2056">
                  <c:v>39771</c:v>
                </c:pt>
                <c:pt idx="2057">
                  <c:v>39772</c:v>
                </c:pt>
                <c:pt idx="2058">
                  <c:v>39773</c:v>
                </c:pt>
                <c:pt idx="2059">
                  <c:v>39776</c:v>
                </c:pt>
                <c:pt idx="2060">
                  <c:v>39777</c:v>
                </c:pt>
                <c:pt idx="2061">
                  <c:v>39778</c:v>
                </c:pt>
                <c:pt idx="2062">
                  <c:v>39779</c:v>
                </c:pt>
                <c:pt idx="2063">
                  <c:v>39780</c:v>
                </c:pt>
                <c:pt idx="2064">
                  <c:v>39783</c:v>
                </c:pt>
                <c:pt idx="2065">
                  <c:v>39784</c:v>
                </c:pt>
                <c:pt idx="2066">
                  <c:v>39785</c:v>
                </c:pt>
                <c:pt idx="2067">
                  <c:v>39786</c:v>
                </c:pt>
                <c:pt idx="2068">
                  <c:v>39787</c:v>
                </c:pt>
                <c:pt idx="2069">
                  <c:v>39790</c:v>
                </c:pt>
                <c:pt idx="2070">
                  <c:v>39791</c:v>
                </c:pt>
                <c:pt idx="2071">
                  <c:v>39792</c:v>
                </c:pt>
                <c:pt idx="2072">
                  <c:v>39793</c:v>
                </c:pt>
                <c:pt idx="2073">
                  <c:v>39794</c:v>
                </c:pt>
                <c:pt idx="2074">
                  <c:v>39797</c:v>
                </c:pt>
                <c:pt idx="2075">
                  <c:v>39798</c:v>
                </c:pt>
                <c:pt idx="2076">
                  <c:v>39799</c:v>
                </c:pt>
                <c:pt idx="2077">
                  <c:v>39800</c:v>
                </c:pt>
                <c:pt idx="2078">
                  <c:v>39801</c:v>
                </c:pt>
                <c:pt idx="2079">
                  <c:v>39804</c:v>
                </c:pt>
                <c:pt idx="2080">
                  <c:v>39805</c:v>
                </c:pt>
                <c:pt idx="2081">
                  <c:v>39806</c:v>
                </c:pt>
                <c:pt idx="2082">
                  <c:v>39807</c:v>
                </c:pt>
                <c:pt idx="2083">
                  <c:v>39808</c:v>
                </c:pt>
                <c:pt idx="2084">
                  <c:v>39811</c:v>
                </c:pt>
                <c:pt idx="2085">
                  <c:v>39812</c:v>
                </c:pt>
                <c:pt idx="2086">
                  <c:v>39813</c:v>
                </c:pt>
                <c:pt idx="2087">
                  <c:v>39814</c:v>
                </c:pt>
                <c:pt idx="2088">
                  <c:v>39815</c:v>
                </c:pt>
                <c:pt idx="2089">
                  <c:v>39818</c:v>
                </c:pt>
                <c:pt idx="2090">
                  <c:v>39819</c:v>
                </c:pt>
                <c:pt idx="2091">
                  <c:v>39820</c:v>
                </c:pt>
                <c:pt idx="2092">
                  <c:v>39821</c:v>
                </c:pt>
                <c:pt idx="2093">
                  <c:v>39822</c:v>
                </c:pt>
                <c:pt idx="2094">
                  <c:v>39825</c:v>
                </c:pt>
                <c:pt idx="2095">
                  <c:v>39826</c:v>
                </c:pt>
                <c:pt idx="2096">
                  <c:v>39827</c:v>
                </c:pt>
                <c:pt idx="2097">
                  <c:v>39828</c:v>
                </c:pt>
                <c:pt idx="2098">
                  <c:v>39829</c:v>
                </c:pt>
                <c:pt idx="2099">
                  <c:v>39832</c:v>
                </c:pt>
                <c:pt idx="2100">
                  <c:v>39833</c:v>
                </c:pt>
                <c:pt idx="2101">
                  <c:v>39834</c:v>
                </c:pt>
                <c:pt idx="2102">
                  <c:v>39835</c:v>
                </c:pt>
                <c:pt idx="2103">
                  <c:v>39836</c:v>
                </c:pt>
                <c:pt idx="2104">
                  <c:v>39839</c:v>
                </c:pt>
                <c:pt idx="2105">
                  <c:v>39840</c:v>
                </c:pt>
                <c:pt idx="2106">
                  <c:v>39841</c:v>
                </c:pt>
                <c:pt idx="2107">
                  <c:v>39842</c:v>
                </c:pt>
                <c:pt idx="2108">
                  <c:v>39843</c:v>
                </c:pt>
                <c:pt idx="2109">
                  <c:v>39846</c:v>
                </c:pt>
                <c:pt idx="2110">
                  <c:v>39847</c:v>
                </c:pt>
                <c:pt idx="2111">
                  <c:v>39848</c:v>
                </c:pt>
                <c:pt idx="2112">
                  <c:v>39849</c:v>
                </c:pt>
                <c:pt idx="2113">
                  <c:v>39850</c:v>
                </c:pt>
                <c:pt idx="2114">
                  <c:v>39853</c:v>
                </c:pt>
                <c:pt idx="2115">
                  <c:v>39854</c:v>
                </c:pt>
                <c:pt idx="2116">
                  <c:v>39855</c:v>
                </c:pt>
                <c:pt idx="2117">
                  <c:v>39856</c:v>
                </c:pt>
                <c:pt idx="2118">
                  <c:v>39857</c:v>
                </c:pt>
                <c:pt idx="2119">
                  <c:v>39860</c:v>
                </c:pt>
                <c:pt idx="2120">
                  <c:v>39861</c:v>
                </c:pt>
                <c:pt idx="2121">
                  <c:v>39862</c:v>
                </c:pt>
                <c:pt idx="2122">
                  <c:v>39863</c:v>
                </c:pt>
                <c:pt idx="2123">
                  <c:v>39864</c:v>
                </c:pt>
                <c:pt idx="2124">
                  <c:v>39867</c:v>
                </c:pt>
                <c:pt idx="2125">
                  <c:v>39868</c:v>
                </c:pt>
                <c:pt idx="2126">
                  <c:v>39869</c:v>
                </c:pt>
                <c:pt idx="2127">
                  <c:v>39870</c:v>
                </c:pt>
                <c:pt idx="2128">
                  <c:v>39871</c:v>
                </c:pt>
                <c:pt idx="2129">
                  <c:v>39874</c:v>
                </c:pt>
                <c:pt idx="2130">
                  <c:v>39875</c:v>
                </c:pt>
                <c:pt idx="2131">
                  <c:v>39876</c:v>
                </c:pt>
                <c:pt idx="2132">
                  <c:v>39877</c:v>
                </c:pt>
                <c:pt idx="2133">
                  <c:v>39878</c:v>
                </c:pt>
                <c:pt idx="2134">
                  <c:v>39881</c:v>
                </c:pt>
                <c:pt idx="2135">
                  <c:v>39882</c:v>
                </c:pt>
                <c:pt idx="2136">
                  <c:v>39883</c:v>
                </c:pt>
                <c:pt idx="2137">
                  <c:v>39884</c:v>
                </c:pt>
                <c:pt idx="2138">
                  <c:v>39885</c:v>
                </c:pt>
                <c:pt idx="2139">
                  <c:v>39888</c:v>
                </c:pt>
                <c:pt idx="2140">
                  <c:v>39889</c:v>
                </c:pt>
                <c:pt idx="2141">
                  <c:v>39890</c:v>
                </c:pt>
                <c:pt idx="2142">
                  <c:v>39891</c:v>
                </c:pt>
                <c:pt idx="2143">
                  <c:v>39892</c:v>
                </c:pt>
                <c:pt idx="2144">
                  <c:v>39895</c:v>
                </c:pt>
                <c:pt idx="2145">
                  <c:v>39896</c:v>
                </c:pt>
                <c:pt idx="2146">
                  <c:v>39897</c:v>
                </c:pt>
                <c:pt idx="2147">
                  <c:v>39898</c:v>
                </c:pt>
                <c:pt idx="2148">
                  <c:v>39899</c:v>
                </c:pt>
                <c:pt idx="2149">
                  <c:v>39902</c:v>
                </c:pt>
                <c:pt idx="2150">
                  <c:v>39903</c:v>
                </c:pt>
                <c:pt idx="2151">
                  <c:v>39904</c:v>
                </c:pt>
                <c:pt idx="2152">
                  <c:v>39905</c:v>
                </c:pt>
                <c:pt idx="2153">
                  <c:v>39906</c:v>
                </c:pt>
                <c:pt idx="2154">
                  <c:v>39909</c:v>
                </c:pt>
                <c:pt idx="2155">
                  <c:v>39910</c:v>
                </c:pt>
                <c:pt idx="2156">
                  <c:v>39911</c:v>
                </c:pt>
                <c:pt idx="2157">
                  <c:v>39912</c:v>
                </c:pt>
                <c:pt idx="2158">
                  <c:v>39913</c:v>
                </c:pt>
                <c:pt idx="2159">
                  <c:v>39916</c:v>
                </c:pt>
                <c:pt idx="2160">
                  <c:v>39917</c:v>
                </c:pt>
                <c:pt idx="2161">
                  <c:v>39918</c:v>
                </c:pt>
                <c:pt idx="2162">
                  <c:v>39919</c:v>
                </c:pt>
                <c:pt idx="2163">
                  <c:v>39920</c:v>
                </c:pt>
                <c:pt idx="2164">
                  <c:v>39923</c:v>
                </c:pt>
                <c:pt idx="2165">
                  <c:v>39924</c:v>
                </c:pt>
                <c:pt idx="2166">
                  <c:v>39925</c:v>
                </c:pt>
                <c:pt idx="2167">
                  <c:v>39926</c:v>
                </c:pt>
                <c:pt idx="2168">
                  <c:v>39927</c:v>
                </c:pt>
                <c:pt idx="2169">
                  <c:v>39930</c:v>
                </c:pt>
                <c:pt idx="2170">
                  <c:v>39931</c:v>
                </c:pt>
                <c:pt idx="2171">
                  <c:v>39932</c:v>
                </c:pt>
                <c:pt idx="2172">
                  <c:v>39933</c:v>
                </c:pt>
                <c:pt idx="2173">
                  <c:v>39934</c:v>
                </c:pt>
                <c:pt idx="2174">
                  <c:v>39937</c:v>
                </c:pt>
                <c:pt idx="2175">
                  <c:v>39938</c:v>
                </c:pt>
                <c:pt idx="2176">
                  <c:v>39939</c:v>
                </c:pt>
                <c:pt idx="2177">
                  <c:v>39940</c:v>
                </c:pt>
                <c:pt idx="2178">
                  <c:v>39941</c:v>
                </c:pt>
                <c:pt idx="2179">
                  <c:v>39944</c:v>
                </c:pt>
                <c:pt idx="2180">
                  <c:v>39945</c:v>
                </c:pt>
                <c:pt idx="2181">
                  <c:v>39946</c:v>
                </c:pt>
                <c:pt idx="2182">
                  <c:v>39947</c:v>
                </c:pt>
                <c:pt idx="2183">
                  <c:v>39948</c:v>
                </c:pt>
                <c:pt idx="2184">
                  <c:v>39951</c:v>
                </c:pt>
                <c:pt idx="2185">
                  <c:v>39952</c:v>
                </c:pt>
                <c:pt idx="2186">
                  <c:v>39953</c:v>
                </c:pt>
                <c:pt idx="2187">
                  <c:v>39954</c:v>
                </c:pt>
                <c:pt idx="2188">
                  <c:v>39955</c:v>
                </c:pt>
                <c:pt idx="2189">
                  <c:v>39958</c:v>
                </c:pt>
                <c:pt idx="2190">
                  <c:v>39959</c:v>
                </c:pt>
                <c:pt idx="2191">
                  <c:v>39960</c:v>
                </c:pt>
                <c:pt idx="2192">
                  <c:v>39961</c:v>
                </c:pt>
                <c:pt idx="2193">
                  <c:v>39962</c:v>
                </c:pt>
                <c:pt idx="2194">
                  <c:v>39965</c:v>
                </c:pt>
                <c:pt idx="2195">
                  <c:v>39966</c:v>
                </c:pt>
                <c:pt idx="2196">
                  <c:v>39967</c:v>
                </c:pt>
                <c:pt idx="2197">
                  <c:v>39968</c:v>
                </c:pt>
                <c:pt idx="2198">
                  <c:v>39969</c:v>
                </c:pt>
                <c:pt idx="2199">
                  <c:v>39972</c:v>
                </c:pt>
                <c:pt idx="2200">
                  <c:v>39973</c:v>
                </c:pt>
                <c:pt idx="2201">
                  <c:v>39974</c:v>
                </c:pt>
                <c:pt idx="2202">
                  <c:v>39975</c:v>
                </c:pt>
                <c:pt idx="2203">
                  <c:v>39976</c:v>
                </c:pt>
                <c:pt idx="2204">
                  <c:v>39979</c:v>
                </c:pt>
                <c:pt idx="2205">
                  <c:v>39980</c:v>
                </c:pt>
                <c:pt idx="2206">
                  <c:v>39981</c:v>
                </c:pt>
                <c:pt idx="2207">
                  <c:v>39982</c:v>
                </c:pt>
                <c:pt idx="2208">
                  <c:v>39983</c:v>
                </c:pt>
                <c:pt idx="2209">
                  <c:v>39986</c:v>
                </c:pt>
                <c:pt idx="2210">
                  <c:v>39987</c:v>
                </c:pt>
                <c:pt idx="2211">
                  <c:v>39988</c:v>
                </c:pt>
                <c:pt idx="2212">
                  <c:v>39989</c:v>
                </c:pt>
                <c:pt idx="2213">
                  <c:v>39990</c:v>
                </c:pt>
                <c:pt idx="2214">
                  <c:v>39993</c:v>
                </c:pt>
                <c:pt idx="2215">
                  <c:v>39994</c:v>
                </c:pt>
                <c:pt idx="2216">
                  <c:v>39995</c:v>
                </c:pt>
                <c:pt idx="2217">
                  <c:v>39996</c:v>
                </c:pt>
                <c:pt idx="2218">
                  <c:v>39997</c:v>
                </c:pt>
                <c:pt idx="2219">
                  <c:v>40000</c:v>
                </c:pt>
                <c:pt idx="2220">
                  <c:v>40001</c:v>
                </c:pt>
                <c:pt idx="2221">
                  <c:v>40002</c:v>
                </c:pt>
                <c:pt idx="2222">
                  <c:v>40003</c:v>
                </c:pt>
                <c:pt idx="2223">
                  <c:v>40004</c:v>
                </c:pt>
                <c:pt idx="2224">
                  <c:v>40007</c:v>
                </c:pt>
                <c:pt idx="2225">
                  <c:v>40008</c:v>
                </c:pt>
                <c:pt idx="2226">
                  <c:v>40009</c:v>
                </c:pt>
                <c:pt idx="2227">
                  <c:v>40010</c:v>
                </c:pt>
                <c:pt idx="2228">
                  <c:v>40011</c:v>
                </c:pt>
                <c:pt idx="2229">
                  <c:v>40014</c:v>
                </c:pt>
                <c:pt idx="2230">
                  <c:v>40015</c:v>
                </c:pt>
                <c:pt idx="2231">
                  <c:v>40016</c:v>
                </c:pt>
                <c:pt idx="2232">
                  <c:v>40017</c:v>
                </c:pt>
                <c:pt idx="2233">
                  <c:v>40018</c:v>
                </c:pt>
                <c:pt idx="2234">
                  <c:v>40021</c:v>
                </c:pt>
                <c:pt idx="2235">
                  <c:v>40022</c:v>
                </c:pt>
                <c:pt idx="2236">
                  <c:v>40023</c:v>
                </c:pt>
                <c:pt idx="2237">
                  <c:v>40024</c:v>
                </c:pt>
                <c:pt idx="2238">
                  <c:v>40025</c:v>
                </c:pt>
                <c:pt idx="2239">
                  <c:v>40028</c:v>
                </c:pt>
                <c:pt idx="2240">
                  <c:v>40029</c:v>
                </c:pt>
                <c:pt idx="2241">
                  <c:v>40030</c:v>
                </c:pt>
                <c:pt idx="2242">
                  <c:v>40031</c:v>
                </c:pt>
                <c:pt idx="2243">
                  <c:v>40032</c:v>
                </c:pt>
                <c:pt idx="2244">
                  <c:v>40035</c:v>
                </c:pt>
                <c:pt idx="2245">
                  <c:v>40036</c:v>
                </c:pt>
                <c:pt idx="2246">
                  <c:v>40037</c:v>
                </c:pt>
                <c:pt idx="2247">
                  <c:v>40038</c:v>
                </c:pt>
                <c:pt idx="2248">
                  <c:v>40039</c:v>
                </c:pt>
                <c:pt idx="2249">
                  <c:v>40042</c:v>
                </c:pt>
                <c:pt idx="2250">
                  <c:v>40043</c:v>
                </c:pt>
                <c:pt idx="2251">
                  <c:v>40044</c:v>
                </c:pt>
                <c:pt idx="2252">
                  <c:v>40045</c:v>
                </c:pt>
                <c:pt idx="2253">
                  <c:v>40046</c:v>
                </c:pt>
                <c:pt idx="2254">
                  <c:v>40049</c:v>
                </c:pt>
                <c:pt idx="2255">
                  <c:v>40050</c:v>
                </c:pt>
                <c:pt idx="2256">
                  <c:v>40051</c:v>
                </c:pt>
                <c:pt idx="2257">
                  <c:v>40052</c:v>
                </c:pt>
                <c:pt idx="2258">
                  <c:v>40053</c:v>
                </c:pt>
                <c:pt idx="2259">
                  <c:v>40056</c:v>
                </c:pt>
                <c:pt idx="2260">
                  <c:v>40057</c:v>
                </c:pt>
                <c:pt idx="2261">
                  <c:v>40058</c:v>
                </c:pt>
                <c:pt idx="2262">
                  <c:v>40059</c:v>
                </c:pt>
                <c:pt idx="2263">
                  <c:v>40060</c:v>
                </c:pt>
                <c:pt idx="2264">
                  <c:v>40063</c:v>
                </c:pt>
                <c:pt idx="2265">
                  <c:v>40064</c:v>
                </c:pt>
                <c:pt idx="2266">
                  <c:v>40065</c:v>
                </c:pt>
                <c:pt idx="2267">
                  <c:v>40066</c:v>
                </c:pt>
                <c:pt idx="2268">
                  <c:v>40067</c:v>
                </c:pt>
                <c:pt idx="2269">
                  <c:v>40070</c:v>
                </c:pt>
                <c:pt idx="2270">
                  <c:v>40071</c:v>
                </c:pt>
                <c:pt idx="2271">
                  <c:v>40072</c:v>
                </c:pt>
                <c:pt idx="2272">
                  <c:v>40073</c:v>
                </c:pt>
                <c:pt idx="2273">
                  <c:v>40074</c:v>
                </c:pt>
                <c:pt idx="2274">
                  <c:v>40077</c:v>
                </c:pt>
                <c:pt idx="2275">
                  <c:v>40078</c:v>
                </c:pt>
                <c:pt idx="2276">
                  <c:v>40079</c:v>
                </c:pt>
                <c:pt idx="2277">
                  <c:v>40080</c:v>
                </c:pt>
                <c:pt idx="2278">
                  <c:v>40081</c:v>
                </c:pt>
                <c:pt idx="2279">
                  <c:v>40084</c:v>
                </c:pt>
                <c:pt idx="2280">
                  <c:v>40085</c:v>
                </c:pt>
                <c:pt idx="2281">
                  <c:v>40086</c:v>
                </c:pt>
                <c:pt idx="2282">
                  <c:v>40087</c:v>
                </c:pt>
                <c:pt idx="2283">
                  <c:v>40088</c:v>
                </c:pt>
                <c:pt idx="2284">
                  <c:v>40091</c:v>
                </c:pt>
                <c:pt idx="2285">
                  <c:v>40092</c:v>
                </c:pt>
                <c:pt idx="2286">
                  <c:v>40093</c:v>
                </c:pt>
                <c:pt idx="2287">
                  <c:v>40094</c:v>
                </c:pt>
                <c:pt idx="2288">
                  <c:v>40095</c:v>
                </c:pt>
                <c:pt idx="2289">
                  <c:v>40098</c:v>
                </c:pt>
                <c:pt idx="2290">
                  <c:v>40099</c:v>
                </c:pt>
                <c:pt idx="2291">
                  <c:v>40100</c:v>
                </c:pt>
                <c:pt idx="2292">
                  <c:v>40101</c:v>
                </c:pt>
                <c:pt idx="2293">
                  <c:v>40102</c:v>
                </c:pt>
                <c:pt idx="2294">
                  <c:v>40105</c:v>
                </c:pt>
                <c:pt idx="2295">
                  <c:v>40106</c:v>
                </c:pt>
                <c:pt idx="2296">
                  <c:v>40107</c:v>
                </c:pt>
                <c:pt idx="2297">
                  <c:v>40108</c:v>
                </c:pt>
                <c:pt idx="2298">
                  <c:v>40109</c:v>
                </c:pt>
                <c:pt idx="2299">
                  <c:v>40112</c:v>
                </c:pt>
                <c:pt idx="2300">
                  <c:v>40113</c:v>
                </c:pt>
                <c:pt idx="2301">
                  <c:v>40114</c:v>
                </c:pt>
                <c:pt idx="2302">
                  <c:v>40115</c:v>
                </c:pt>
                <c:pt idx="2303">
                  <c:v>40116</c:v>
                </c:pt>
                <c:pt idx="2304">
                  <c:v>40119</c:v>
                </c:pt>
                <c:pt idx="2305">
                  <c:v>40120</c:v>
                </c:pt>
                <c:pt idx="2306">
                  <c:v>40121</c:v>
                </c:pt>
                <c:pt idx="2307">
                  <c:v>40122</c:v>
                </c:pt>
                <c:pt idx="2308">
                  <c:v>40123</c:v>
                </c:pt>
                <c:pt idx="2309">
                  <c:v>40126</c:v>
                </c:pt>
                <c:pt idx="2310">
                  <c:v>40127</c:v>
                </c:pt>
                <c:pt idx="2311">
                  <c:v>40128</c:v>
                </c:pt>
                <c:pt idx="2312">
                  <c:v>40129</c:v>
                </c:pt>
                <c:pt idx="2313">
                  <c:v>40130</c:v>
                </c:pt>
                <c:pt idx="2314">
                  <c:v>40133</c:v>
                </c:pt>
                <c:pt idx="2315">
                  <c:v>40134</c:v>
                </c:pt>
                <c:pt idx="2316">
                  <c:v>40135</c:v>
                </c:pt>
                <c:pt idx="2317">
                  <c:v>40136</c:v>
                </c:pt>
                <c:pt idx="2318">
                  <c:v>40137</c:v>
                </c:pt>
                <c:pt idx="2319">
                  <c:v>40140</c:v>
                </c:pt>
                <c:pt idx="2320">
                  <c:v>40141</c:v>
                </c:pt>
                <c:pt idx="2321">
                  <c:v>40142</c:v>
                </c:pt>
                <c:pt idx="2322">
                  <c:v>40143</c:v>
                </c:pt>
                <c:pt idx="2323">
                  <c:v>40144</c:v>
                </c:pt>
                <c:pt idx="2324">
                  <c:v>40147</c:v>
                </c:pt>
                <c:pt idx="2325">
                  <c:v>40148</c:v>
                </c:pt>
                <c:pt idx="2326">
                  <c:v>40149</c:v>
                </c:pt>
                <c:pt idx="2327">
                  <c:v>40150</c:v>
                </c:pt>
                <c:pt idx="2328">
                  <c:v>40151</c:v>
                </c:pt>
                <c:pt idx="2329">
                  <c:v>40154</c:v>
                </c:pt>
                <c:pt idx="2330">
                  <c:v>40155</c:v>
                </c:pt>
                <c:pt idx="2331">
                  <c:v>40156</c:v>
                </c:pt>
                <c:pt idx="2332">
                  <c:v>40157</c:v>
                </c:pt>
                <c:pt idx="2333">
                  <c:v>40158</c:v>
                </c:pt>
                <c:pt idx="2334">
                  <c:v>40161</c:v>
                </c:pt>
                <c:pt idx="2335">
                  <c:v>40162</c:v>
                </c:pt>
                <c:pt idx="2336">
                  <c:v>40163</c:v>
                </c:pt>
                <c:pt idx="2337">
                  <c:v>40164</c:v>
                </c:pt>
                <c:pt idx="2338">
                  <c:v>40165</c:v>
                </c:pt>
                <c:pt idx="2339">
                  <c:v>40168</c:v>
                </c:pt>
                <c:pt idx="2340">
                  <c:v>40169</c:v>
                </c:pt>
                <c:pt idx="2341">
                  <c:v>40170</c:v>
                </c:pt>
                <c:pt idx="2342">
                  <c:v>40171</c:v>
                </c:pt>
                <c:pt idx="2343">
                  <c:v>40172</c:v>
                </c:pt>
                <c:pt idx="2344">
                  <c:v>40175</c:v>
                </c:pt>
                <c:pt idx="2345">
                  <c:v>40176</c:v>
                </c:pt>
                <c:pt idx="2346">
                  <c:v>40177</c:v>
                </c:pt>
                <c:pt idx="2347">
                  <c:v>40178</c:v>
                </c:pt>
                <c:pt idx="2348">
                  <c:v>40179</c:v>
                </c:pt>
                <c:pt idx="2349">
                  <c:v>40182</c:v>
                </c:pt>
                <c:pt idx="2350">
                  <c:v>40183</c:v>
                </c:pt>
                <c:pt idx="2351">
                  <c:v>40184</c:v>
                </c:pt>
                <c:pt idx="2352">
                  <c:v>40185</c:v>
                </c:pt>
                <c:pt idx="2353">
                  <c:v>40186</c:v>
                </c:pt>
                <c:pt idx="2354">
                  <c:v>40189</c:v>
                </c:pt>
                <c:pt idx="2355">
                  <c:v>40190</c:v>
                </c:pt>
                <c:pt idx="2356">
                  <c:v>40191</c:v>
                </c:pt>
                <c:pt idx="2357">
                  <c:v>40192</c:v>
                </c:pt>
                <c:pt idx="2358">
                  <c:v>40193</c:v>
                </c:pt>
                <c:pt idx="2359">
                  <c:v>40196</c:v>
                </c:pt>
                <c:pt idx="2360">
                  <c:v>40197</c:v>
                </c:pt>
                <c:pt idx="2361">
                  <c:v>40198</c:v>
                </c:pt>
                <c:pt idx="2362">
                  <c:v>40199</c:v>
                </c:pt>
                <c:pt idx="2363">
                  <c:v>40200</c:v>
                </c:pt>
                <c:pt idx="2364">
                  <c:v>40203</c:v>
                </c:pt>
                <c:pt idx="2365">
                  <c:v>40204</c:v>
                </c:pt>
                <c:pt idx="2366">
                  <c:v>40205</c:v>
                </c:pt>
                <c:pt idx="2367">
                  <c:v>40206</c:v>
                </c:pt>
                <c:pt idx="2368">
                  <c:v>40207</c:v>
                </c:pt>
                <c:pt idx="2369">
                  <c:v>40210</c:v>
                </c:pt>
                <c:pt idx="2370">
                  <c:v>40211</c:v>
                </c:pt>
                <c:pt idx="2371">
                  <c:v>40212</c:v>
                </c:pt>
                <c:pt idx="2372">
                  <c:v>40213</c:v>
                </c:pt>
                <c:pt idx="2373">
                  <c:v>40214</c:v>
                </c:pt>
                <c:pt idx="2374">
                  <c:v>40217</c:v>
                </c:pt>
                <c:pt idx="2375">
                  <c:v>40218</c:v>
                </c:pt>
                <c:pt idx="2376">
                  <c:v>40219</c:v>
                </c:pt>
                <c:pt idx="2377">
                  <c:v>40220</c:v>
                </c:pt>
                <c:pt idx="2378">
                  <c:v>40221</c:v>
                </c:pt>
                <c:pt idx="2379">
                  <c:v>40224</c:v>
                </c:pt>
                <c:pt idx="2380">
                  <c:v>40225</c:v>
                </c:pt>
                <c:pt idx="2381">
                  <c:v>40226</c:v>
                </c:pt>
                <c:pt idx="2382">
                  <c:v>40227</c:v>
                </c:pt>
                <c:pt idx="2383">
                  <c:v>40228</c:v>
                </c:pt>
                <c:pt idx="2384">
                  <c:v>40231</c:v>
                </c:pt>
                <c:pt idx="2385">
                  <c:v>40232</c:v>
                </c:pt>
                <c:pt idx="2386">
                  <c:v>40233</c:v>
                </c:pt>
                <c:pt idx="2387">
                  <c:v>40234</c:v>
                </c:pt>
                <c:pt idx="2388">
                  <c:v>40235</c:v>
                </c:pt>
                <c:pt idx="2389">
                  <c:v>40238</c:v>
                </c:pt>
                <c:pt idx="2390">
                  <c:v>40239</c:v>
                </c:pt>
                <c:pt idx="2391">
                  <c:v>40240</c:v>
                </c:pt>
                <c:pt idx="2392">
                  <c:v>40241</c:v>
                </c:pt>
                <c:pt idx="2393">
                  <c:v>40242</c:v>
                </c:pt>
                <c:pt idx="2394">
                  <c:v>40245</c:v>
                </c:pt>
                <c:pt idx="2395">
                  <c:v>40246</c:v>
                </c:pt>
                <c:pt idx="2396">
                  <c:v>40247</c:v>
                </c:pt>
                <c:pt idx="2397">
                  <c:v>40248</c:v>
                </c:pt>
                <c:pt idx="2398">
                  <c:v>40249</c:v>
                </c:pt>
                <c:pt idx="2399">
                  <c:v>40252</c:v>
                </c:pt>
                <c:pt idx="2400">
                  <c:v>40253</c:v>
                </c:pt>
                <c:pt idx="2401">
                  <c:v>40254</c:v>
                </c:pt>
                <c:pt idx="2402">
                  <c:v>40255</c:v>
                </c:pt>
                <c:pt idx="2403">
                  <c:v>40256</c:v>
                </c:pt>
                <c:pt idx="2404">
                  <c:v>40259</c:v>
                </c:pt>
                <c:pt idx="2405">
                  <c:v>40260</c:v>
                </c:pt>
                <c:pt idx="2406">
                  <c:v>40261</c:v>
                </c:pt>
                <c:pt idx="2407">
                  <c:v>40262</c:v>
                </c:pt>
                <c:pt idx="2408">
                  <c:v>40263</c:v>
                </c:pt>
                <c:pt idx="2409">
                  <c:v>40266</c:v>
                </c:pt>
                <c:pt idx="2410">
                  <c:v>40267</c:v>
                </c:pt>
                <c:pt idx="2411">
                  <c:v>40268</c:v>
                </c:pt>
                <c:pt idx="2412">
                  <c:v>40269</c:v>
                </c:pt>
                <c:pt idx="2413">
                  <c:v>40270</c:v>
                </c:pt>
                <c:pt idx="2414">
                  <c:v>40273</c:v>
                </c:pt>
                <c:pt idx="2415">
                  <c:v>40274</c:v>
                </c:pt>
                <c:pt idx="2416">
                  <c:v>40275</c:v>
                </c:pt>
                <c:pt idx="2417">
                  <c:v>40276</c:v>
                </c:pt>
                <c:pt idx="2418">
                  <c:v>40277</c:v>
                </c:pt>
                <c:pt idx="2419">
                  <c:v>40280</c:v>
                </c:pt>
                <c:pt idx="2420">
                  <c:v>40281</c:v>
                </c:pt>
                <c:pt idx="2421">
                  <c:v>40282</c:v>
                </c:pt>
                <c:pt idx="2422">
                  <c:v>40283</c:v>
                </c:pt>
                <c:pt idx="2423">
                  <c:v>40284</c:v>
                </c:pt>
                <c:pt idx="2424">
                  <c:v>40287</c:v>
                </c:pt>
                <c:pt idx="2425">
                  <c:v>40288</c:v>
                </c:pt>
                <c:pt idx="2426">
                  <c:v>40289</c:v>
                </c:pt>
                <c:pt idx="2427">
                  <c:v>40290</c:v>
                </c:pt>
                <c:pt idx="2428">
                  <c:v>40291</c:v>
                </c:pt>
                <c:pt idx="2429">
                  <c:v>40294</c:v>
                </c:pt>
                <c:pt idx="2430">
                  <c:v>40295</c:v>
                </c:pt>
                <c:pt idx="2431">
                  <c:v>40296</c:v>
                </c:pt>
                <c:pt idx="2432">
                  <c:v>40297</c:v>
                </c:pt>
                <c:pt idx="2433">
                  <c:v>40298</c:v>
                </c:pt>
                <c:pt idx="2434">
                  <c:v>40301</c:v>
                </c:pt>
                <c:pt idx="2435">
                  <c:v>40302</c:v>
                </c:pt>
                <c:pt idx="2436">
                  <c:v>40303</c:v>
                </c:pt>
                <c:pt idx="2437">
                  <c:v>40304</c:v>
                </c:pt>
                <c:pt idx="2438">
                  <c:v>40305</c:v>
                </c:pt>
                <c:pt idx="2439">
                  <c:v>40308</c:v>
                </c:pt>
                <c:pt idx="2440">
                  <c:v>40309</c:v>
                </c:pt>
                <c:pt idx="2441">
                  <c:v>40310</c:v>
                </c:pt>
                <c:pt idx="2442">
                  <c:v>40311</c:v>
                </c:pt>
                <c:pt idx="2443">
                  <c:v>40312</c:v>
                </c:pt>
                <c:pt idx="2444">
                  <c:v>40315</c:v>
                </c:pt>
                <c:pt idx="2445">
                  <c:v>40316</c:v>
                </c:pt>
                <c:pt idx="2446">
                  <c:v>40317</c:v>
                </c:pt>
                <c:pt idx="2447">
                  <c:v>40318</c:v>
                </c:pt>
                <c:pt idx="2448">
                  <c:v>40319</c:v>
                </c:pt>
                <c:pt idx="2449">
                  <c:v>40322</c:v>
                </c:pt>
                <c:pt idx="2450">
                  <c:v>40323</c:v>
                </c:pt>
                <c:pt idx="2451">
                  <c:v>40324</c:v>
                </c:pt>
                <c:pt idx="2452">
                  <c:v>40325</c:v>
                </c:pt>
                <c:pt idx="2453">
                  <c:v>40326</c:v>
                </c:pt>
                <c:pt idx="2454">
                  <c:v>40329</c:v>
                </c:pt>
                <c:pt idx="2455">
                  <c:v>40330</c:v>
                </c:pt>
                <c:pt idx="2456">
                  <c:v>40331</c:v>
                </c:pt>
                <c:pt idx="2457">
                  <c:v>40332</c:v>
                </c:pt>
                <c:pt idx="2458">
                  <c:v>40333</c:v>
                </c:pt>
                <c:pt idx="2459">
                  <c:v>40336</c:v>
                </c:pt>
                <c:pt idx="2460">
                  <c:v>40337</c:v>
                </c:pt>
                <c:pt idx="2461">
                  <c:v>40338</c:v>
                </c:pt>
                <c:pt idx="2462">
                  <c:v>40339</c:v>
                </c:pt>
                <c:pt idx="2463">
                  <c:v>40340</c:v>
                </c:pt>
                <c:pt idx="2464">
                  <c:v>40343</c:v>
                </c:pt>
                <c:pt idx="2465">
                  <c:v>40344</c:v>
                </c:pt>
                <c:pt idx="2466">
                  <c:v>40345</c:v>
                </c:pt>
                <c:pt idx="2467">
                  <c:v>40346</c:v>
                </c:pt>
                <c:pt idx="2468">
                  <c:v>40347</c:v>
                </c:pt>
                <c:pt idx="2469">
                  <c:v>40350</c:v>
                </c:pt>
                <c:pt idx="2470">
                  <c:v>40351</c:v>
                </c:pt>
                <c:pt idx="2471">
                  <c:v>40352</c:v>
                </c:pt>
                <c:pt idx="2472">
                  <c:v>40353</c:v>
                </c:pt>
                <c:pt idx="2473">
                  <c:v>40354</c:v>
                </c:pt>
                <c:pt idx="2474">
                  <c:v>40357</c:v>
                </c:pt>
                <c:pt idx="2475">
                  <c:v>40358</c:v>
                </c:pt>
                <c:pt idx="2476">
                  <c:v>40359</c:v>
                </c:pt>
                <c:pt idx="2477">
                  <c:v>40360</c:v>
                </c:pt>
                <c:pt idx="2478">
                  <c:v>40361</c:v>
                </c:pt>
                <c:pt idx="2479">
                  <c:v>40364</c:v>
                </c:pt>
                <c:pt idx="2480">
                  <c:v>40365</c:v>
                </c:pt>
                <c:pt idx="2481">
                  <c:v>40366</c:v>
                </c:pt>
                <c:pt idx="2482">
                  <c:v>40367</c:v>
                </c:pt>
                <c:pt idx="2483">
                  <c:v>40368</c:v>
                </c:pt>
                <c:pt idx="2484">
                  <c:v>40371</c:v>
                </c:pt>
                <c:pt idx="2485">
                  <c:v>40372</c:v>
                </c:pt>
                <c:pt idx="2486">
                  <c:v>40373</c:v>
                </c:pt>
                <c:pt idx="2487">
                  <c:v>40374</c:v>
                </c:pt>
                <c:pt idx="2488">
                  <c:v>40375</c:v>
                </c:pt>
                <c:pt idx="2489">
                  <c:v>40378</c:v>
                </c:pt>
                <c:pt idx="2490">
                  <c:v>40379</c:v>
                </c:pt>
                <c:pt idx="2491">
                  <c:v>40380</c:v>
                </c:pt>
                <c:pt idx="2492">
                  <c:v>40381</c:v>
                </c:pt>
                <c:pt idx="2493">
                  <c:v>40382</c:v>
                </c:pt>
                <c:pt idx="2494">
                  <c:v>40385</c:v>
                </c:pt>
                <c:pt idx="2495">
                  <c:v>40386</c:v>
                </c:pt>
                <c:pt idx="2496">
                  <c:v>40387</c:v>
                </c:pt>
                <c:pt idx="2497">
                  <c:v>40388</c:v>
                </c:pt>
                <c:pt idx="2498">
                  <c:v>40389</c:v>
                </c:pt>
                <c:pt idx="2499">
                  <c:v>40392</c:v>
                </c:pt>
                <c:pt idx="2500">
                  <c:v>40393</c:v>
                </c:pt>
                <c:pt idx="2501">
                  <c:v>40394</c:v>
                </c:pt>
                <c:pt idx="2502">
                  <c:v>40395</c:v>
                </c:pt>
                <c:pt idx="2503">
                  <c:v>40396</c:v>
                </c:pt>
                <c:pt idx="2504">
                  <c:v>40399</c:v>
                </c:pt>
                <c:pt idx="2505">
                  <c:v>40400</c:v>
                </c:pt>
                <c:pt idx="2506">
                  <c:v>40401</c:v>
                </c:pt>
                <c:pt idx="2507">
                  <c:v>40402</c:v>
                </c:pt>
                <c:pt idx="2508">
                  <c:v>40403</c:v>
                </c:pt>
                <c:pt idx="2509">
                  <c:v>40406</c:v>
                </c:pt>
                <c:pt idx="2510">
                  <c:v>40407</c:v>
                </c:pt>
                <c:pt idx="2511">
                  <c:v>40408</c:v>
                </c:pt>
                <c:pt idx="2512">
                  <c:v>40409</c:v>
                </c:pt>
                <c:pt idx="2513">
                  <c:v>40410</c:v>
                </c:pt>
                <c:pt idx="2514">
                  <c:v>40413</c:v>
                </c:pt>
                <c:pt idx="2515">
                  <c:v>40414</c:v>
                </c:pt>
                <c:pt idx="2516">
                  <c:v>40415</c:v>
                </c:pt>
                <c:pt idx="2517">
                  <c:v>40416</c:v>
                </c:pt>
                <c:pt idx="2518">
                  <c:v>40417</c:v>
                </c:pt>
                <c:pt idx="2519">
                  <c:v>40420</c:v>
                </c:pt>
                <c:pt idx="2520">
                  <c:v>40421</c:v>
                </c:pt>
                <c:pt idx="2521">
                  <c:v>40422</c:v>
                </c:pt>
                <c:pt idx="2522">
                  <c:v>40423</c:v>
                </c:pt>
                <c:pt idx="2523">
                  <c:v>40424</c:v>
                </c:pt>
                <c:pt idx="2524">
                  <c:v>40427</c:v>
                </c:pt>
                <c:pt idx="2525">
                  <c:v>40428</c:v>
                </c:pt>
                <c:pt idx="2526">
                  <c:v>40429</c:v>
                </c:pt>
                <c:pt idx="2527">
                  <c:v>40430</c:v>
                </c:pt>
                <c:pt idx="2528">
                  <c:v>40431</c:v>
                </c:pt>
                <c:pt idx="2529">
                  <c:v>40434</c:v>
                </c:pt>
                <c:pt idx="2530">
                  <c:v>40435</c:v>
                </c:pt>
                <c:pt idx="2531">
                  <c:v>40436</c:v>
                </c:pt>
                <c:pt idx="2532">
                  <c:v>40437</c:v>
                </c:pt>
                <c:pt idx="2533">
                  <c:v>40438</c:v>
                </c:pt>
                <c:pt idx="2534">
                  <c:v>40441</c:v>
                </c:pt>
                <c:pt idx="2535">
                  <c:v>40442</c:v>
                </c:pt>
                <c:pt idx="2536">
                  <c:v>40443</c:v>
                </c:pt>
                <c:pt idx="2537">
                  <c:v>40444</c:v>
                </c:pt>
                <c:pt idx="2538">
                  <c:v>40445</c:v>
                </c:pt>
                <c:pt idx="2539">
                  <c:v>40448</c:v>
                </c:pt>
                <c:pt idx="2540">
                  <c:v>40449</c:v>
                </c:pt>
                <c:pt idx="2541">
                  <c:v>40450</c:v>
                </c:pt>
                <c:pt idx="2542">
                  <c:v>40451</c:v>
                </c:pt>
                <c:pt idx="2543">
                  <c:v>40452</c:v>
                </c:pt>
                <c:pt idx="2544">
                  <c:v>40455</c:v>
                </c:pt>
                <c:pt idx="2545">
                  <c:v>40456</c:v>
                </c:pt>
                <c:pt idx="2546">
                  <c:v>40457</c:v>
                </c:pt>
                <c:pt idx="2547">
                  <c:v>40458</c:v>
                </c:pt>
                <c:pt idx="2548">
                  <c:v>40459</c:v>
                </c:pt>
                <c:pt idx="2549">
                  <c:v>40462</c:v>
                </c:pt>
                <c:pt idx="2550">
                  <c:v>40463</c:v>
                </c:pt>
                <c:pt idx="2551">
                  <c:v>40464</c:v>
                </c:pt>
                <c:pt idx="2552">
                  <c:v>40465</c:v>
                </c:pt>
                <c:pt idx="2553">
                  <c:v>40466</c:v>
                </c:pt>
                <c:pt idx="2554">
                  <c:v>40469</c:v>
                </c:pt>
                <c:pt idx="2555">
                  <c:v>40470</c:v>
                </c:pt>
                <c:pt idx="2556">
                  <c:v>40471</c:v>
                </c:pt>
                <c:pt idx="2557">
                  <c:v>40472</c:v>
                </c:pt>
                <c:pt idx="2558">
                  <c:v>40473</c:v>
                </c:pt>
                <c:pt idx="2559">
                  <c:v>40476</c:v>
                </c:pt>
                <c:pt idx="2560">
                  <c:v>40477</c:v>
                </c:pt>
                <c:pt idx="2561">
                  <c:v>40478</c:v>
                </c:pt>
                <c:pt idx="2562">
                  <c:v>40479</c:v>
                </c:pt>
                <c:pt idx="2563">
                  <c:v>40480</c:v>
                </c:pt>
                <c:pt idx="2564">
                  <c:v>40483</c:v>
                </c:pt>
                <c:pt idx="2565">
                  <c:v>40484</c:v>
                </c:pt>
                <c:pt idx="2566">
                  <c:v>40485</c:v>
                </c:pt>
                <c:pt idx="2567">
                  <c:v>40486</c:v>
                </c:pt>
                <c:pt idx="2568">
                  <c:v>40487</c:v>
                </c:pt>
                <c:pt idx="2569">
                  <c:v>40490</c:v>
                </c:pt>
                <c:pt idx="2570">
                  <c:v>40491</c:v>
                </c:pt>
                <c:pt idx="2571">
                  <c:v>40492</c:v>
                </c:pt>
                <c:pt idx="2572">
                  <c:v>40493</c:v>
                </c:pt>
                <c:pt idx="2573">
                  <c:v>40494</c:v>
                </c:pt>
                <c:pt idx="2574">
                  <c:v>40497</c:v>
                </c:pt>
                <c:pt idx="2575">
                  <c:v>40498</c:v>
                </c:pt>
                <c:pt idx="2576">
                  <c:v>40499</c:v>
                </c:pt>
                <c:pt idx="2577">
                  <c:v>40500</c:v>
                </c:pt>
                <c:pt idx="2578">
                  <c:v>40501</c:v>
                </c:pt>
                <c:pt idx="2579">
                  <c:v>40504</c:v>
                </c:pt>
                <c:pt idx="2580">
                  <c:v>40505</c:v>
                </c:pt>
                <c:pt idx="2581">
                  <c:v>40506</c:v>
                </c:pt>
                <c:pt idx="2582">
                  <c:v>40507</c:v>
                </c:pt>
                <c:pt idx="2583">
                  <c:v>40508</c:v>
                </c:pt>
                <c:pt idx="2584">
                  <c:v>40511</c:v>
                </c:pt>
                <c:pt idx="2585">
                  <c:v>40512</c:v>
                </c:pt>
                <c:pt idx="2586">
                  <c:v>40513</c:v>
                </c:pt>
                <c:pt idx="2587">
                  <c:v>40514</c:v>
                </c:pt>
                <c:pt idx="2588">
                  <c:v>40515</c:v>
                </c:pt>
                <c:pt idx="2589">
                  <c:v>40518</c:v>
                </c:pt>
                <c:pt idx="2590">
                  <c:v>40519</c:v>
                </c:pt>
                <c:pt idx="2591">
                  <c:v>40520</c:v>
                </c:pt>
                <c:pt idx="2592">
                  <c:v>40521</c:v>
                </c:pt>
                <c:pt idx="2593">
                  <c:v>40522</c:v>
                </c:pt>
                <c:pt idx="2594">
                  <c:v>40525</c:v>
                </c:pt>
                <c:pt idx="2595">
                  <c:v>40526</c:v>
                </c:pt>
                <c:pt idx="2596">
                  <c:v>40527</c:v>
                </c:pt>
                <c:pt idx="2597">
                  <c:v>40528</c:v>
                </c:pt>
                <c:pt idx="2598">
                  <c:v>40529</c:v>
                </c:pt>
                <c:pt idx="2599">
                  <c:v>40532</c:v>
                </c:pt>
                <c:pt idx="2600">
                  <c:v>40533</c:v>
                </c:pt>
                <c:pt idx="2601">
                  <c:v>40534</c:v>
                </c:pt>
                <c:pt idx="2602">
                  <c:v>40535</c:v>
                </c:pt>
                <c:pt idx="2603">
                  <c:v>40536</c:v>
                </c:pt>
                <c:pt idx="2604">
                  <c:v>40539</c:v>
                </c:pt>
                <c:pt idx="2605">
                  <c:v>40540</c:v>
                </c:pt>
                <c:pt idx="2606">
                  <c:v>40541</c:v>
                </c:pt>
                <c:pt idx="2607">
                  <c:v>40542</c:v>
                </c:pt>
                <c:pt idx="2608">
                  <c:v>40543</c:v>
                </c:pt>
                <c:pt idx="2609">
                  <c:v>40546</c:v>
                </c:pt>
                <c:pt idx="2610">
                  <c:v>40547</c:v>
                </c:pt>
                <c:pt idx="2611">
                  <c:v>40548</c:v>
                </c:pt>
                <c:pt idx="2612">
                  <c:v>40549</c:v>
                </c:pt>
                <c:pt idx="2613">
                  <c:v>40550</c:v>
                </c:pt>
                <c:pt idx="2614">
                  <c:v>40553</c:v>
                </c:pt>
                <c:pt idx="2615">
                  <c:v>40554</c:v>
                </c:pt>
                <c:pt idx="2616">
                  <c:v>40555</c:v>
                </c:pt>
                <c:pt idx="2617">
                  <c:v>40556</c:v>
                </c:pt>
                <c:pt idx="2618">
                  <c:v>40557</c:v>
                </c:pt>
                <c:pt idx="2619">
                  <c:v>40560</c:v>
                </c:pt>
                <c:pt idx="2620">
                  <c:v>40561</c:v>
                </c:pt>
                <c:pt idx="2621">
                  <c:v>40562</c:v>
                </c:pt>
                <c:pt idx="2622">
                  <c:v>40563</c:v>
                </c:pt>
                <c:pt idx="2623">
                  <c:v>40564</c:v>
                </c:pt>
                <c:pt idx="2624">
                  <c:v>40567</c:v>
                </c:pt>
                <c:pt idx="2625">
                  <c:v>40568</c:v>
                </c:pt>
                <c:pt idx="2626">
                  <c:v>40569</c:v>
                </c:pt>
                <c:pt idx="2627">
                  <c:v>40570</c:v>
                </c:pt>
                <c:pt idx="2628">
                  <c:v>40571</c:v>
                </c:pt>
                <c:pt idx="2629">
                  <c:v>40574</c:v>
                </c:pt>
                <c:pt idx="2630">
                  <c:v>40575</c:v>
                </c:pt>
                <c:pt idx="2631">
                  <c:v>40576</c:v>
                </c:pt>
                <c:pt idx="2632">
                  <c:v>40577</c:v>
                </c:pt>
                <c:pt idx="2633">
                  <c:v>40578</c:v>
                </c:pt>
                <c:pt idx="2634">
                  <c:v>40581</c:v>
                </c:pt>
                <c:pt idx="2635">
                  <c:v>40582</c:v>
                </c:pt>
                <c:pt idx="2636">
                  <c:v>40583</c:v>
                </c:pt>
                <c:pt idx="2637">
                  <c:v>40584</c:v>
                </c:pt>
                <c:pt idx="2638">
                  <c:v>40585</c:v>
                </c:pt>
                <c:pt idx="2639">
                  <c:v>40588</c:v>
                </c:pt>
                <c:pt idx="2640">
                  <c:v>40589</c:v>
                </c:pt>
                <c:pt idx="2641">
                  <c:v>40590</c:v>
                </c:pt>
                <c:pt idx="2642">
                  <c:v>40591</c:v>
                </c:pt>
                <c:pt idx="2643">
                  <c:v>40592</c:v>
                </c:pt>
                <c:pt idx="2644">
                  <c:v>40595</c:v>
                </c:pt>
                <c:pt idx="2645">
                  <c:v>40596</c:v>
                </c:pt>
                <c:pt idx="2646">
                  <c:v>40597</c:v>
                </c:pt>
                <c:pt idx="2647">
                  <c:v>40598</c:v>
                </c:pt>
                <c:pt idx="2648">
                  <c:v>40599</c:v>
                </c:pt>
                <c:pt idx="2649">
                  <c:v>40602</c:v>
                </c:pt>
                <c:pt idx="2650">
                  <c:v>40603</c:v>
                </c:pt>
                <c:pt idx="2651">
                  <c:v>40604</c:v>
                </c:pt>
                <c:pt idx="2652">
                  <c:v>40605</c:v>
                </c:pt>
                <c:pt idx="2653">
                  <c:v>40606</c:v>
                </c:pt>
                <c:pt idx="2654">
                  <c:v>40609</c:v>
                </c:pt>
                <c:pt idx="2655">
                  <c:v>40610</c:v>
                </c:pt>
                <c:pt idx="2656">
                  <c:v>40611</c:v>
                </c:pt>
                <c:pt idx="2657">
                  <c:v>40612</c:v>
                </c:pt>
                <c:pt idx="2658">
                  <c:v>40613</c:v>
                </c:pt>
                <c:pt idx="2659">
                  <c:v>40616</c:v>
                </c:pt>
                <c:pt idx="2660">
                  <c:v>40617</c:v>
                </c:pt>
                <c:pt idx="2661">
                  <c:v>40618</c:v>
                </c:pt>
                <c:pt idx="2662">
                  <c:v>40619</c:v>
                </c:pt>
                <c:pt idx="2663">
                  <c:v>40620</c:v>
                </c:pt>
                <c:pt idx="2664">
                  <c:v>40623</c:v>
                </c:pt>
                <c:pt idx="2665">
                  <c:v>40624</c:v>
                </c:pt>
                <c:pt idx="2666">
                  <c:v>40625</c:v>
                </c:pt>
                <c:pt idx="2667">
                  <c:v>40626</c:v>
                </c:pt>
                <c:pt idx="2668">
                  <c:v>40627</c:v>
                </c:pt>
                <c:pt idx="2669">
                  <c:v>40630</c:v>
                </c:pt>
                <c:pt idx="2670">
                  <c:v>40631</c:v>
                </c:pt>
                <c:pt idx="2671">
                  <c:v>40632</c:v>
                </c:pt>
                <c:pt idx="2672">
                  <c:v>40633</c:v>
                </c:pt>
                <c:pt idx="2673">
                  <c:v>40634</c:v>
                </c:pt>
                <c:pt idx="2674">
                  <c:v>40637</c:v>
                </c:pt>
                <c:pt idx="2675">
                  <c:v>40638</c:v>
                </c:pt>
                <c:pt idx="2676">
                  <c:v>40639</c:v>
                </c:pt>
                <c:pt idx="2677">
                  <c:v>40640</c:v>
                </c:pt>
                <c:pt idx="2678">
                  <c:v>40641</c:v>
                </c:pt>
                <c:pt idx="2679">
                  <c:v>40644</c:v>
                </c:pt>
                <c:pt idx="2680">
                  <c:v>40645</c:v>
                </c:pt>
                <c:pt idx="2681">
                  <c:v>40646</c:v>
                </c:pt>
                <c:pt idx="2682">
                  <c:v>40647</c:v>
                </c:pt>
                <c:pt idx="2683">
                  <c:v>40648</c:v>
                </c:pt>
                <c:pt idx="2684">
                  <c:v>40651</c:v>
                </c:pt>
                <c:pt idx="2685">
                  <c:v>40652</c:v>
                </c:pt>
                <c:pt idx="2686">
                  <c:v>40653</c:v>
                </c:pt>
                <c:pt idx="2687">
                  <c:v>40654</c:v>
                </c:pt>
                <c:pt idx="2688">
                  <c:v>40655</c:v>
                </c:pt>
                <c:pt idx="2689">
                  <c:v>40658</c:v>
                </c:pt>
                <c:pt idx="2690">
                  <c:v>40659</c:v>
                </c:pt>
                <c:pt idx="2691">
                  <c:v>40660</c:v>
                </c:pt>
                <c:pt idx="2692">
                  <c:v>40661</c:v>
                </c:pt>
                <c:pt idx="2693">
                  <c:v>40662</c:v>
                </c:pt>
                <c:pt idx="2694">
                  <c:v>40665</c:v>
                </c:pt>
                <c:pt idx="2695">
                  <c:v>40666</c:v>
                </c:pt>
                <c:pt idx="2696">
                  <c:v>40667</c:v>
                </c:pt>
                <c:pt idx="2697">
                  <c:v>40668</c:v>
                </c:pt>
                <c:pt idx="2698">
                  <c:v>40669</c:v>
                </c:pt>
                <c:pt idx="2699">
                  <c:v>40672</c:v>
                </c:pt>
                <c:pt idx="2700">
                  <c:v>40673</c:v>
                </c:pt>
                <c:pt idx="2701">
                  <c:v>40674</c:v>
                </c:pt>
                <c:pt idx="2702">
                  <c:v>40675</c:v>
                </c:pt>
                <c:pt idx="2703">
                  <c:v>40676</c:v>
                </c:pt>
                <c:pt idx="2704">
                  <c:v>40679</c:v>
                </c:pt>
                <c:pt idx="2705">
                  <c:v>40680</c:v>
                </c:pt>
                <c:pt idx="2706">
                  <c:v>40681</c:v>
                </c:pt>
                <c:pt idx="2707">
                  <c:v>40682</c:v>
                </c:pt>
                <c:pt idx="2708">
                  <c:v>40683</c:v>
                </c:pt>
                <c:pt idx="2709">
                  <c:v>40686</c:v>
                </c:pt>
                <c:pt idx="2710">
                  <c:v>40687</c:v>
                </c:pt>
                <c:pt idx="2711">
                  <c:v>40688</c:v>
                </c:pt>
                <c:pt idx="2712">
                  <c:v>40689</c:v>
                </c:pt>
                <c:pt idx="2713">
                  <c:v>40690</c:v>
                </c:pt>
                <c:pt idx="2714">
                  <c:v>40693</c:v>
                </c:pt>
                <c:pt idx="2715">
                  <c:v>40694</c:v>
                </c:pt>
                <c:pt idx="2716">
                  <c:v>40695</c:v>
                </c:pt>
                <c:pt idx="2717">
                  <c:v>40696</c:v>
                </c:pt>
                <c:pt idx="2718">
                  <c:v>40697</c:v>
                </c:pt>
                <c:pt idx="2719">
                  <c:v>40700</c:v>
                </c:pt>
                <c:pt idx="2720">
                  <c:v>40701</c:v>
                </c:pt>
                <c:pt idx="2721">
                  <c:v>40702</c:v>
                </c:pt>
                <c:pt idx="2722">
                  <c:v>40703</c:v>
                </c:pt>
                <c:pt idx="2723">
                  <c:v>40704</c:v>
                </c:pt>
                <c:pt idx="2724">
                  <c:v>40707</c:v>
                </c:pt>
                <c:pt idx="2725">
                  <c:v>40708</c:v>
                </c:pt>
                <c:pt idx="2726">
                  <c:v>40709</c:v>
                </c:pt>
                <c:pt idx="2727">
                  <c:v>40710</c:v>
                </c:pt>
                <c:pt idx="2728">
                  <c:v>40711</c:v>
                </c:pt>
                <c:pt idx="2729">
                  <c:v>40714</c:v>
                </c:pt>
                <c:pt idx="2730">
                  <c:v>40715</c:v>
                </c:pt>
                <c:pt idx="2731">
                  <c:v>40716</c:v>
                </c:pt>
                <c:pt idx="2732">
                  <c:v>40717</c:v>
                </c:pt>
                <c:pt idx="2733">
                  <c:v>40718</c:v>
                </c:pt>
                <c:pt idx="2734">
                  <c:v>40721</c:v>
                </c:pt>
                <c:pt idx="2735">
                  <c:v>40722</c:v>
                </c:pt>
                <c:pt idx="2736">
                  <c:v>40723</c:v>
                </c:pt>
                <c:pt idx="2737">
                  <c:v>40724</c:v>
                </c:pt>
                <c:pt idx="2738">
                  <c:v>40725</c:v>
                </c:pt>
                <c:pt idx="2739">
                  <c:v>40728</c:v>
                </c:pt>
                <c:pt idx="2740">
                  <c:v>40729</c:v>
                </c:pt>
                <c:pt idx="2741">
                  <c:v>40730</c:v>
                </c:pt>
                <c:pt idx="2742">
                  <c:v>40731</c:v>
                </c:pt>
                <c:pt idx="2743">
                  <c:v>40732</c:v>
                </c:pt>
                <c:pt idx="2744">
                  <c:v>40735</c:v>
                </c:pt>
                <c:pt idx="2745">
                  <c:v>40736</c:v>
                </c:pt>
                <c:pt idx="2746">
                  <c:v>40737</c:v>
                </c:pt>
                <c:pt idx="2747">
                  <c:v>40738</c:v>
                </c:pt>
                <c:pt idx="2748">
                  <c:v>40739</c:v>
                </c:pt>
                <c:pt idx="2749">
                  <c:v>40742</c:v>
                </c:pt>
                <c:pt idx="2750">
                  <c:v>40743</c:v>
                </c:pt>
                <c:pt idx="2751">
                  <c:v>40744</c:v>
                </c:pt>
                <c:pt idx="2752">
                  <c:v>40745</c:v>
                </c:pt>
                <c:pt idx="2753">
                  <c:v>40746</c:v>
                </c:pt>
                <c:pt idx="2754">
                  <c:v>40749</c:v>
                </c:pt>
                <c:pt idx="2755">
                  <c:v>40750</c:v>
                </c:pt>
                <c:pt idx="2756">
                  <c:v>40751</c:v>
                </c:pt>
                <c:pt idx="2757">
                  <c:v>40752</c:v>
                </c:pt>
                <c:pt idx="2758">
                  <c:v>40753</c:v>
                </c:pt>
                <c:pt idx="2759">
                  <c:v>40756</c:v>
                </c:pt>
                <c:pt idx="2760">
                  <c:v>40757</c:v>
                </c:pt>
                <c:pt idx="2761">
                  <c:v>40758</c:v>
                </c:pt>
                <c:pt idx="2762">
                  <c:v>40759</c:v>
                </c:pt>
                <c:pt idx="2763">
                  <c:v>40760</c:v>
                </c:pt>
                <c:pt idx="2764">
                  <c:v>40763</c:v>
                </c:pt>
                <c:pt idx="2765">
                  <c:v>40764</c:v>
                </c:pt>
                <c:pt idx="2766">
                  <c:v>40765</c:v>
                </c:pt>
                <c:pt idx="2767">
                  <c:v>40766</c:v>
                </c:pt>
                <c:pt idx="2768">
                  <c:v>40767</c:v>
                </c:pt>
                <c:pt idx="2769">
                  <c:v>40770</c:v>
                </c:pt>
                <c:pt idx="2770">
                  <c:v>40771</c:v>
                </c:pt>
                <c:pt idx="2771">
                  <c:v>40772</c:v>
                </c:pt>
                <c:pt idx="2772">
                  <c:v>40773</c:v>
                </c:pt>
                <c:pt idx="2773">
                  <c:v>40774</c:v>
                </c:pt>
                <c:pt idx="2774">
                  <c:v>40777</c:v>
                </c:pt>
                <c:pt idx="2775">
                  <c:v>40778</c:v>
                </c:pt>
                <c:pt idx="2776">
                  <c:v>40779</c:v>
                </c:pt>
                <c:pt idx="2777">
                  <c:v>40780</c:v>
                </c:pt>
                <c:pt idx="2778">
                  <c:v>40781</c:v>
                </c:pt>
                <c:pt idx="2779">
                  <c:v>40784</c:v>
                </c:pt>
                <c:pt idx="2780">
                  <c:v>40785</c:v>
                </c:pt>
                <c:pt idx="2781">
                  <c:v>40786</c:v>
                </c:pt>
                <c:pt idx="2782">
                  <c:v>40787</c:v>
                </c:pt>
                <c:pt idx="2783">
                  <c:v>40788</c:v>
                </c:pt>
                <c:pt idx="2784">
                  <c:v>40791</c:v>
                </c:pt>
                <c:pt idx="2785">
                  <c:v>40792</c:v>
                </c:pt>
                <c:pt idx="2786">
                  <c:v>40793</c:v>
                </c:pt>
                <c:pt idx="2787">
                  <c:v>40794</c:v>
                </c:pt>
                <c:pt idx="2788">
                  <c:v>40795</c:v>
                </c:pt>
                <c:pt idx="2789">
                  <c:v>40798</c:v>
                </c:pt>
                <c:pt idx="2790">
                  <c:v>40799</c:v>
                </c:pt>
                <c:pt idx="2791">
                  <c:v>40800</c:v>
                </c:pt>
                <c:pt idx="2792">
                  <c:v>40801</c:v>
                </c:pt>
                <c:pt idx="2793">
                  <c:v>40802</c:v>
                </c:pt>
                <c:pt idx="2794">
                  <c:v>40805</c:v>
                </c:pt>
                <c:pt idx="2795">
                  <c:v>40806</c:v>
                </c:pt>
                <c:pt idx="2796">
                  <c:v>40807</c:v>
                </c:pt>
                <c:pt idx="2797">
                  <c:v>40808</c:v>
                </c:pt>
                <c:pt idx="2798">
                  <c:v>40809</c:v>
                </c:pt>
                <c:pt idx="2799">
                  <c:v>40812</c:v>
                </c:pt>
                <c:pt idx="2800">
                  <c:v>40813</c:v>
                </c:pt>
                <c:pt idx="2801">
                  <c:v>40814</c:v>
                </c:pt>
                <c:pt idx="2802">
                  <c:v>40815</c:v>
                </c:pt>
                <c:pt idx="2803">
                  <c:v>40816</c:v>
                </c:pt>
                <c:pt idx="2804">
                  <c:v>40819</c:v>
                </c:pt>
                <c:pt idx="2805">
                  <c:v>40820</c:v>
                </c:pt>
                <c:pt idx="2806">
                  <c:v>40821</c:v>
                </c:pt>
                <c:pt idx="2807">
                  <c:v>40822</c:v>
                </c:pt>
                <c:pt idx="2808">
                  <c:v>40823</c:v>
                </c:pt>
                <c:pt idx="2809">
                  <c:v>40826</c:v>
                </c:pt>
                <c:pt idx="2810">
                  <c:v>40827</c:v>
                </c:pt>
                <c:pt idx="2811">
                  <c:v>40828</c:v>
                </c:pt>
                <c:pt idx="2812">
                  <c:v>40829</c:v>
                </c:pt>
                <c:pt idx="2813">
                  <c:v>40830</c:v>
                </c:pt>
                <c:pt idx="2814">
                  <c:v>40833</c:v>
                </c:pt>
                <c:pt idx="2815">
                  <c:v>40834</c:v>
                </c:pt>
                <c:pt idx="2816">
                  <c:v>40835</c:v>
                </c:pt>
                <c:pt idx="2817">
                  <c:v>40836</c:v>
                </c:pt>
                <c:pt idx="2818">
                  <c:v>40837</c:v>
                </c:pt>
                <c:pt idx="2819">
                  <c:v>40840</c:v>
                </c:pt>
                <c:pt idx="2820">
                  <c:v>40841</c:v>
                </c:pt>
                <c:pt idx="2821">
                  <c:v>40842</c:v>
                </c:pt>
                <c:pt idx="2822">
                  <c:v>40843</c:v>
                </c:pt>
                <c:pt idx="2823">
                  <c:v>40844</c:v>
                </c:pt>
                <c:pt idx="2824">
                  <c:v>40847</c:v>
                </c:pt>
                <c:pt idx="2825">
                  <c:v>40848</c:v>
                </c:pt>
                <c:pt idx="2826">
                  <c:v>40849</c:v>
                </c:pt>
                <c:pt idx="2827">
                  <c:v>40850</c:v>
                </c:pt>
                <c:pt idx="2828">
                  <c:v>40851</c:v>
                </c:pt>
                <c:pt idx="2829">
                  <c:v>40854</c:v>
                </c:pt>
                <c:pt idx="2830">
                  <c:v>40855</c:v>
                </c:pt>
                <c:pt idx="2831">
                  <c:v>40856</c:v>
                </c:pt>
                <c:pt idx="2832">
                  <c:v>40857</c:v>
                </c:pt>
                <c:pt idx="2833">
                  <c:v>40858</c:v>
                </c:pt>
                <c:pt idx="2834">
                  <c:v>40861</c:v>
                </c:pt>
                <c:pt idx="2835">
                  <c:v>40862</c:v>
                </c:pt>
                <c:pt idx="2836">
                  <c:v>40863</c:v>
                </c:pt>
                <c:pt idx="2837">
                  <c:v>40864</c:v>
                </c:pt>
                <c:pt idx="2838">
                  <c:v>40865</c:v>
                </c:pt>
                <c:pt idx="2839">
                  <c:v>40868</c:v>
                </c:pt>
                <c:pt idx="2840">
                  <c:v>40869</c:v>
                </c:pt>
                <c:pt idx="2841">
                  <c:v>40870</c:v>
                </c:pt>
                <c:pt idx="2842">
                  <c:v>40871</c:v>
                </c:pt>
                <c:pt idx="2843">
                  <c:v>40872</c:v>
                </c:pt>
                <c:pt idx="2844">
                  <c:v>40875</c:v>
                </c:pt>
                <c:pt idx="2845">
                  <c:v>40876</c:v>
                </c:pt>
                <c:pt idx="2846">
                  <c:v>40877</c:v>
                </c:pt>
                <c:pt idx="2847">
                  <c:v>40878</c:v>
                </c:pt>
                <c:pt idx="2848">
                  <c:v>40879</c:v>
                </c:pt>
                <c:pt idx="2849">
                  <c:v>40882</c:v>
                </c:pt>
                <c:pt idx="2850">
                  <c:v>40883</c:v>
                </c:pt>
                <c:pt idx="2851">
                  <c:v>40884</c:v>
                </c:pt>
                <c:pt idx="2852">
                  <c:v>40885</c:v>
                </c:pt>
                <c:pt idx="2853">
                  <c:v>40886</c:v>
                </c:pt>
                <c:pt idx="2854">
                  <c:v>40889</c:v>
                </c:pt>
                <c:pt idx="2855">
                  <c:v>40890</c:v>
                </c:pt>
                <c:pt idx="2856">
                  <c:v>40891</c:v>
                </c:pt>
                <c:pt idx="2857">
                  <c:v>40892</c:v>
                </c:pt>
                <c:pt idx="2858">
                  <c:v>40893</c:v>
                </c:pt>
                <c:pt idx="2859">
                  <c:v>40896</c:v>
                </c:pt>
                <c:pt idx="2860">
                  <c:v>40897</c:v>
                </c:pt>
                <c:pt idx="2861">
                  <c:v>40898</c:v>
                </c:pt>
                <c:pt idx="2862">
                  <c:v>40899</c:v>
                </c:pt>
                <c:pt idx="2863">
                  <c:v>40900</c:v>
                </c:pt>
                <c:pt idx="2864">
                  <c:v>40903</c:v>
                </c:pt>
                <c:pt idx="2865">
                  <c:v>40904</c:v>
                </c:pt>
                <c:pt idx="2866">
                  <c:v>40905</c:v>
                </c:pt>
                <c:pt idx="2867">
                  <c:v>40906</c:v>
                </c:pt>
                <c:pt idx="2868">
                  <c:v>40907</c:v>
                </c:pt>
                <c:pt idx="2869">
                  <c:v>40910</c:v>
                </c:pt>
                <c:pt idx="2870">
                  <c:v>40911</c:v>
                </c:pt>
                <c:pt idx="2871">
                  <c:v>40912</c:v>
                </c:pt>
                <c:pt idx="2872">
                  <c:v>40913</c:v>
                </c:pt>
                <c:pt idx="2873">
                  <c:v>40914</c:v>
                </c:pt>
                <c:pt idx="2874">
                  <c:v>40917</c:v>
                </c:pt>
                <c:pt idx="2875">
                  <c:v>40918</c:v>
                </c:pt>
                <c:pt idx="2876">
                  <c:v>40919</c:v>
                </c:pt>
                <c:pt idx="2877">
                  <c:v>40920</c:v>
                </c:pt>
                <c:pt idx="2878">
                  <c:v>40921</c:v>
                </c:pt>
                <c:pt idx="2879">
                  <c:v>40924</c:v>
                </c:pt>
                <c:pt idx="2880">
                  <c:v>40925</c:v>
                </c:pt>
                <c:pt idx="2881">
                  <c:v>40926</c:v>
                </c:pt>
                <c:pt idx="2882">
                  <c:v>40927</c:v>
                </c:pt>
                <c:pt idx="2883">
                  <c:v>40928</c:v>
                </c:pt>
                <c:pt idx="2884">
                  <c:v>40931</c:v>
                </c:pt>
                <c:pt idx="2885">
                  <c:v>40932</c:v>
                </c:pt>
                <c:pt idx="2886">
                  <c:v>40933</c:v>
                </c:pt>
                <c:pt idx="2887">
                  <c:v>40934</c:v>
                </c:pt>
                <c:pt idx="2888">
                  <c:v>40935</c:v>
                </c:pt>
                <c:pt idx="2889">
                  <c:v>40938</c:v>
                </c:pt>
                <c:pt idx="2890">
                  <c:v>40939</c:v>
                </c:pt>
                <c:pt idx="2891">
                  <c:v>40940</c:v>
                </c:pt>
                <c:pt idx="2892">
                  <c:v>40941</c:v>
                </c:pt>
                <c:pt idx="2893">
                  <c:v>40942</c:v>
                </c:pt>
                <c:pt idx="2894">
                  <c:v>40945</c:v>
                </c:pt>
                <c:pt idx="2895">
                  <c:v>40946</c:v>
                </c:pt>
                <c:pt idx="2896">
                  <c:v>40947</c:v>
                </c:pt>
                <c:pt idx="2897">
                  <c:v>40948</c:v>
                </c:pt>
                <c:pt idx="2898">
                  <c:v>40949</c:v>
                </c:pt>
                <c:pt idx="2899">
                  <c:v>40952</c:v>
                </c:pt>
                <c:pt idx="2900">
                  <c:v>40953</c:v>
                </c:pt>
                <c:pt idx="2901">
                  <c:v>40954</c:v>
                </c:pt>
                <c:pt idx="2902">
                  <c:v>40955</c:v>
                </c:pt>
                <c:pt idx="2903">
                  <c:v>40956</c:v>
                </c:pt>
                <c:pt idx="2904">
                  <c:v>40959</c:v>
                </c:pt>
                <c:pt idx="2905">
                  <c:v>40960</c:v>
                </c:pt>
                <c:pt idx="2906">
                  <c:v>40961</c:v>
                </c:pt>
                <c:pt idx="2907">
                  <c:v>40962</c:v>
                </c:pt>
                <c:pt idx="2908">
                  <c:v>40963</c:v>
                </c:pt>
                <c:pt idx="2909">
                  <c:v>40966</c:v>
                </c:pt>
                <c:pt idx="2910">
                  <c:v>40967</c:v>
                </c:pt>
                <c:pt idx="2911">
                  <c:v>40968</c:v>
                </c:pt>
                <c:pt idx="2912">
                  <c:v>40969</c:v>
                </c:pt>
                <c:pt idx="2913">
                  <c:v>40970</c:v>
                </c:pt>
                <c:pt idx="2914">
                  <c:v>40973</c:v>
                </c:pt>
                <c:pt idx="2915">
                  <c:v>40974</c:v>
                </c:pt>
                <c:pt idx="2916">
                  <c:v>40975</c:v>
                </c:pt>
                <c:pt idx="2917">
                  <c:v>40976</c:v>
                </c:pt>
                <c:pt idx="2918">
                  <c:v>40977</c:v>
                </c:pt>
                <c:pt idx="2919">
                  <c:v>40980</c:v>
                </c:pt>
                <c:pt idx="2920">
                  <c:v>40981</c:v>
                </c:pt>
                <c:pt idx="2921">
                  <c:v>40982</c:v>
                </c:pt>
                <c:pt idx="2922">
                  <c:v>40983</c:v>
                </c:pt>
                <c:pt idx="2923">
                  <c:v>40984</c:v>
                </c:pt>
                <c:pt idx="2924">
                  <c:v>40987</c:v>
                </c:pt>
                <c:pt idx="2925">
                  <c:v>40988</c:v>
                </c:pt>
                <c:pt idx="2926">
                  <c:v>40989</c:v>
                </c:pt>
                <c:pt idx="2927">
                  <c:v>40990</c:v>
                </c:pt>
                <c:pt idx="2928">
                  <c:v>40991</c:v>
                </c:pt>
                <c:pt idx="2929">
                  <c:v>40994</c:v>
                </c:pt>
                <c:pt idx="2930">
                  <c:v>40995</c:v>
                </c:pt>
                <c:pt idx="2931">
                  <c:v>40996</c:v>
                </c:pt>
                <c:pt idx="2932">
                  <c:v>40997</c:v>
                </c:pt>
                <c:pt idx="2933">
                  <c:v>40998</c:v>
                </c:pt>
                <c:pt idx="2934">
                  <c:v>41001</c:v>
                </c:pt>
                <c:pt idx="2935">
                  <c:v>41002</c:v>
                </c:pt>
                <c:pt idx="2936">
                  <c:v>41003</c:v>
                </c:pt>
                <c:pt idx="2937">
                  <c:v>41004</c:v>
                </c:pt>
                <c:pt idx="2938">
                  <c:v>41005</c:v>
                </c:pt>
                <c:pt idx="2939">
                  <c:v>41008</c:v>
                </c:pt>
                <c:pt idx="2940">
                  <c:v>41009</c:v>
                </c:pt>
                <c:pt idx="2941">
                  <c:v>41010</c:v>
                </c:pt>
                <c:pt idx="2942">
                  <c:v>41011</c:v>
                </c:pt>
                <c:pt idx="2943">
                  <c:v>41012</c:v>
                </c:pt>
                <c:pt idx="2944">
                  <c:v>41015</c:v>
                </c:pt>
                <c:pt idx="2945">
                  <c:v>41016</c:v>
                </c:pt>
                <c:pt idx="2946">
                  <c:v>41017</c:v>
                </c:pt>
                <c:pt idx="2947">
                  <c:v>41018</c:v>
                </c:pt>
                <c:pt idx="2948">
                  <c:v>41019</c:v>
                </c:pt>
                <c:pt idx="2949">
                  <c:v>41022</c:v>
                </c:pt>
                <c:pt idx="2950">
                  <c:v>41023</c:v>
                </c:pt>
                <c:pt idx="2951">
                  <c:v>41024</c:v>
                </c:pt>
                <c:pt idx="2952">
                  <c:v>41025</c:v>
                </c:pt>
                <c:pt idx="2953">
                  <c:v>41026</c:v>
                </c:pt>
                <c:pt idx="2954">
                  <c:v>41029</c:v>
                </c:pt>
                <c:pt idx="2955">
                  <c:v>41030</c:v>
                </c:pt>
                <c:pt idx="2956">
                  <c:v>41031</c:v>
                </c:pt>
                <c:pt idx="2957">
                  <c:v>41032</c:v>
                </c:pt>
                <c:pt idx="2958">
                  <c:v>41033</c:v>
                </c:pt>
                <c:pt idx="2959">
                  <c:v>41036</c:v>
                </c:pt>
                <c:pt idx="2960">
                  <c:v>41037</c:v>
                </c:pt>
                <c:pt idx="2961">
                  <c:v>41038</c:v>
                </c:pt>
                <c:pt idx="2962">
                  <c:v>41039</c:v>
                </c:pt>
                <c:pt idx="2963">
                  <c:v>41040</c:v>
                </c:pt>
                <c:pt idx="2964">
                  <c:v>41043</c:v>
                </c:pt>
                <c:pt idx="2965">
                  <c:v>41044</c:v>
                </c:pt>
                <c:pt idx="2966">
                  <c:v>41045</c:v>
                </c:pt>
                <c:pt idx="2967">
                  <c:v>41046</c:v>
                </c:pt>
                <c:pt idx="2968">
                  <c:v>41047</c:v>
                </c:pt>
                <c:pt idx="2969">
                  <c:v>41050</c:v>
                </c:pt>
                <c:pt idx="2970">
                  <c:v>41051</c:v>
                </c:pt>
                <c:pt idx="2971">
                  <c:v>41052</c:v>
                </c:pt>
                <c:pt idx="2972">
                  <c:v>41053</c:v>
                </c:pt>
                <c:pt idx="2973">
                  <c:v>41054</c:v>
                </c:pt>
                <c:pt idx="2974">
                  <c:v>41057</c:v>
                </c:pt>
                <c:pt idx="2975">
                  <c:v>41058</c:v>
                </c:pt>
                <c:pt idx="2976">
                  <c:v>41059</c:v>
                </c:pt>
                <c:pt idx="2977">
                  <c:v>41060</c:v>
                </c:pt>
                <c:pt idx="2978">
                  <c:v>41061</c:v>
                </c:pt>
                <c:pt idx="2979">
                  <c:v>41064</c:v>
                </c:pt>
                <c:pt idx="2980">
                  <c:v>41065</c:v>
                </c:pt>
                <c:pt idx="2981">
                  <c:v>41066</c:v>
                </c:pt>
                <c:pt idx="2982">
                  <c:v>41067</c:v>
                </c:pt>
                <c:pt idx="2983">
                  <c:v>41068</c:v>
                </c:pt>
                <c:pt idx="2984">
                  <c:v>41071</c:v>
                </c:pt>
                <c:pt idx="2985">
                  <c:v>41072</c:v>
                </c:pt>
                <c:pt idx="2986">
                  <c:v>41073</c:v>
                </c:pt>
                <c:pt idx="2987">
                  <c:v>41074</c:v>
                </c:pt>
                <c:pt idx="2988">
                  <c:v>41075</c:v>
                </c:pt>
                <c:pt idx="2989">
                  <c:v>41078</c:v>
                </c:pt>
                <c:pt idx="2990">
                  <c:v>41079</c:v>
                </c:pt>
                <c:pt idx="2991">
                  <c:v>41080</c:v>
                </c:pt>
                <c:pt idx="2992">
                  <c:v>41081</c:v>
                </c:pt>
                <c:pt idx="2993">
                  <c:v>41082</c:v>
                </c:pt>
                <c:pt idx="2994">
                  <c:v>41085</c:v>
                </c:pt>
                <c:pt idx="2995">
                  <c:v>41086</c:v>
                </c:pt>
                <c:pt idx="2996">
                  <c:v>41087</c:v>
                </c:pt>
                <c:pt idx="2997">
                  <c:v>41088</c:v>
                </c:pt>
                <c:pt idx="2998">
                  <c:v>41089</c:v>
                </c:pt>
                <c:pt idx="2999">
                  <c:v>41092</c:v>
                </c:pt>
                <c:pt idx="3000">
                  <c:v>41093</c:v>
                </c:pt>
                <c:pt idx="3001">
                  <c:v>41094</c:v>
                </c:pt>
                <c:pt idx="3002">
                  <c:v>41095</c:v>
                </c:pt>
                <c:pt idx="3003">
                  <c:v>41096</c:v>
                </c:pt>
                <c:pt idx="3004">
                  <c:v>41099</c:v>
                </c:pt>
                <c:pt idx="3005">
                  <c:v>41100</c:v>
                </c:pt>
                <c:pt idx="3006">
                  <c:v>41101</c:v>
                </c:pt>
                <c:pt idx="3007">
                  <c:v>41102</c:v>
                </c:pt>
                <c:pt idx="3008">
                  <c:v>41103</c:v>
                </c:pt>
                <c:pt idx="3009">
                  <c:v>41106</c:v>
                </c:pt>
                <c:pt idx="3010">
                  <c:v>41107</c:v>
                </c:pt>
                <c:pt idx="3011">
                  <c:v>41108</c:v>
                </c:pt>
                <c:pt idx="3012">
                  <c:v>41109</c:v>
                </c:pt>
                <c:pt idx="3013">
                  <c:v>41110</c:v>
                </c:pt>
                <c:pt idx="3014">
                  <c:v>41113</c:v>
                </c:pt>
                <c:pt idx="3015">
                  <c:v>41114</c:v>
                </c:pt>
                <c:pt idx="3016">
                  <c:v>41115</c:v>
                </c:pt>
                <c:pt idx="3017">
                  <c:v>41116</c:v>
                </c:pt>
                <c:pt idx="3018">
                  <c:v>41117</c:v>
                </c:pt>
                <c:pt idx="3019">
                  <c:v>41120</c:v>
                </c:pt>
                <c:pt idx="3020">
                  <c:v>41121</c:v>
                </c:pt>
                <c:pt idx="3021">
                  <c:v>41122</c:v>
                </c:pt>
                <c:pt idx="3022">
                  <c:v>41123</c:v>
                </c:pt>
                <c:pt idx="3023">
                  <c:v>41124</c:v>
                </c:pt>
                <c:pt idx="3024">
                  <c:v>41127</c:v>
                </c:pt>
                <c:pt idx="3025">
                  <c:v>41128</c:v>
                </c:pt>
                <c:pt idx="3026">
                  <c:v>41129</c:v>
                </c:pt>
                <c:pt idx="3027">
                  <c:v>41130</c:v>
                </c:pt>
                <c:pt idx="3028">
                  <c:v>41131</c:v>
                </c:pt>
                <c:pt idx="3029">
                  <c:v>41134</c:v>
                </c:pt>
                <c:pt idx="3030">
                  <c:v>41135</c:v>
                </c:pt>
                <c:pt idx="3031">
                  <c:v>41136</c:v>
                </c:pt>
                <c:pt idx="3032">
                  <c:v>41137</c:v>
                </c:pt>
                <c:pt idx="3033">
                  <c:v>41138</c:v>
                </c:pt>
                <c:pt idx="3034">
                  <c:v>41141</c:v>
                </c:pt>
                <c:pt idx="3035">
                  <c:v>41142</c:v>
                </c:pt>
                <c:pt idx="3036">
                  <c:v>41143</c:v>
                </c:pt>
                <c:pt idx="3037">
                  <c:v>41144</c:v>
                </c:pt>
                <c:pt idx="3038">
                  <c:v>41145</c:v>
                </c:pt>
                <c:pt idx="3039">
                  <c:v>41148</c:v>
                </c:pt>
                <c:pt idx="3040">
                  <c:v>41149</c:v>
                </c:pt>
                <c:pt idx="3041">
                  <c:v>41150</c:v>
                </c:pt>
                <c:pt idx="3042">
                  <c:v>41151</c:v>
                </c:pt>
                <c:pt idx="3043">
                  <c:v>41152</c:v>
                </c:pt>
                <c:pt idx="3044">
                  <c:v>41155</c:v>
                </c:pt>
                <c:pt idx="3045">
                  <c:v>41156</c:v>
                </c:pt>
                <c:pt idx="3046">
                  <c:v>41157</c:v>
                </c:pt>
                <c:pt idx="3047">
                  <c:v>41158</c:v>
                </c:pt>
                <c:pt idx="3048">
                  <c:v>41159</c:v>
                </c:pt>
                <c:pt idx="3049">
                  <c:v>41162</c:v>
                </c:pt>
                <c:pt idx="3050">
                  <c:v>41163</c:v>
                </c:pt>
                <c:pt idx="3051">
                  <c:v>41164</c:v>
                </c:pt>
                <c:pt idx="3052">
                  <c:v>41165</c:v>
                </c:pt>
                <c:pt idx="3053">
                  <c:v>41166</c:v>
                </c:pt>
                <c:pt idx="3054">
                  <c:v>41169</c:v>
                </c:pt>
                <c:pt idx="3055">
                  <c:v>41170</c:v>
                </c:pt>
                <c:pt idx="3056">
                  <c:v>41171</c:v>
                </c:pt>
                <c:pt idx="3057">
                  <c:v>41172</c:v>
                </c:pt>
                <c:pt idx="3058">
                  <c:v>41173</c:v>
                </c:pt>
                <c:pt idx="3059">
                  <c:v>41176</c:v>
                </c:pt>
                <c:pt idx="3060">
                  <c:v>41177</c:v>
                </c:pt>
                <c:pt idx="3061">
                  <c:v>41178</c:v>
                </c:pt>
                <c:pt idx="3062">
                  <c:v>41179</c:v>
                </c:pt>
                <c:pt idx="3063">
                  <c:v>41180</c:v>
                </c:pt>
                <c:pt idx="3064">
                  <c:v>41183</c:v>
                </c:pt>
                <c:pt idx="3065">
                  <c:v>41184</c:v>
                </c:pt>
                <c:pt idx="3066">
                  <c:v>41185</c:v>
                </c:pt>
                <c:pt idx="3067">
                  <c:v>41186</c:v>
                </c:pt>
                <c:pt idx="3068">
                  <c:v>41187</c:v>
                </c:pt>
                <c:pt idx="3069">
                  <c:v>41190</c:v>
                </c:pt>
                <c:pt idx="3070">
                  <c:v>41191</c:v>
                </c:pt>
                <c:pt idx="3071">
                  <c:v>41192</c:v>
                </c:pt>
                <c:pt idx="3072">
                  <c:v>41193</c:v>
                </c:pt>
                <c:pt idx="3073">
                  <c:v>41194</c:v>
                </c:pt>
                <c:pt idx="3074">
                  <c:v>41197</c:v>
                </c:pt>
                <c:pt idx="3075">
                  <c:v>41198</c:v>
                </c:pt>
                <c:pt idx="3076">
                  <c:v>41199</c:v>
                </c:pt>
                <c:pt idx="3077">
                  <c:v>41200</c:v>
                </c:pt>
                <c:pt idx="3078">
                  <c:v>41201</c:v>
                </c:pt>
                <c:pt idx="3079">
                  <c:v>41204</c:v>
                </c:pt>
                <c:pt idx="3080">
                  <c:v>41205</c:v>
                </c:pt>
                <c:pt idx="3081">
                  <c:v>41206</c:v>
                </c:pt>
                <c:pt idx="3082">
                  <c:v>41207</c:v>
                </c:pt>
                <c:pt idx="3083">
                  <c:v>41208</c:v>
                </c:pt>
                <c:pt idx="3084">
                  <c:v>41211</c:v>
                </c:pt>
                <c:pt idx="3085">
                  <c:v>41212</c:v>
                </c:pt>
                <c:pt idx="3086">
                  <c:v>41213</c:v>
                </c:pt>
                <c:pt idx="3087">
                  <c:v>41214</c:v>
                </c:pt>
                <c:pt idx="3088">
                  <c:v>41215</c:v>
                </c:pt>
                <c:pt idx="3089">
                  <c:v>41218</c:v>
                </c:pt>
                <c:pt idx="3090">
                  <c:v>41219</c:v>
                </c:pt>
                <c:pt idx="3091">
                  <c:v>41220</c:v>
                </c:pt>
                <c:pt idx="3092">
                  <c:v>41221</c:v>
                </c:pt>
                <c:pt idx="3093">
                  <c:v>41222</c:v>
                </c:pt>
                <c:pt idx="3094">
                  <c:v>41225</c:v>
                </c:pt>
                <c:pt idx="3095">
                  <c:v>41226</c:v>
                </c:pt>
                <c:pt idx="3096">
                  <c:v>41227</c:v>
                </c:pt>
                <c:pt idx="3097">
                  <c:v>41228</c:v>
                </c:pt>
                <c:pt idx="3098">
                  <c:v>41229</c:v>
                </c:pt>
                <c:pt idx="3099">
                  <c:v>41232</c:v>
                </c:pt>
                <c:pt idx="3100">
                  <c:v>41233</c:v>
                </c:pt>
                <c:pt idx="3101">
                  <c:v>41234</c:v>
                </c:pt>
                <c:pt idx="3102">
                  <c:v>41235</c:v>
                </c:pt>
                <c:pt idx="3103">
                  <c:v>41236</c:v>
                </c:pt>
                <c:pt idx="3104">
                  <c:v>41239</c:v>
                </c:pt>
                <c:pt idx="3105">
                  <c:v>41240</c:v>
                </c:pt>
                <c:pt idx="3106">
                  <c:v>41241</c:v>
                </c:pt>
                <c:pt idx="3107">
                  <c:v>41242</c:v>
                </c:pt>
                <c:pt idx="3108">
                  <c:v>41243</c:v>
                </c:pt>
                <c:pt idx="3109">
                  <c:v>41246</c:v>
                </c:pt>
                <c:pt idx="3110">
                  <c:v>41247</c:v>
                </c:pt>
                <c:pt idx="3111">
                  <c:v>41248</c:v>
                </c:pt>
                <c:pt idx="3112">
                  <c:v>41249</c:v>
                </c:pt>
                <c:pt idx="3113">
                  <c:v>41250</c:v>
                </c:pt>
                <c:pt idx="3114">
                  <c:v>41253</c:v>
                </c:pt>
                <c:pt idx="3115">
                  <c:v>41254</c:v>
                </c:pt>
                <c:pt idx="3116">
                  <c:v>41255</c:v>
                </c:pt>
                <c:pt idx="3117">
                  <c:v>41256</c:v>
                </c:pt>
                <c:pt idx="3118">
                  <c:v>41257</c:v>
                </c:pt>
                <c:pt idx="3119">
                  <c:v>41260</c:v>
                </c:pt>
                <c:pt idx="3120">
                  <c:v>41261</c:v>
                </c:pt>
                <c:pt idx="3121">
                  <c:v>41262</c:v>
                </c:pt>
                <c:pt idx="3122">
                  <c:v>41263</c:v>
                </c:pt>
                <c:pt idx="3123">
                  <c:v>41264</c:v>
                </c:pt>
                <c:pt idx="3124">
                  <c:v>41267</c:v>
                </c:pt>
                <c:pt idx="3125">
                  <c:v>41268</c:v>
                </c:pt>
                <c:pt idx="3126">
                  <c:v>41269</c:v>
                </c:pt>
                <c:pt idx="3127">
                  <c:v>41270</c:v>
                </c:pt>
                <c:pt idx="3128">
                  <c:v>41271</c:v>
                </c:pt>
                <c:pt idx="3129">
                  <c:v>41274</c:v>
                </c:pt>
                <c:pt idx="3130">
                  <c:v>41275</c:v>
                </c:pt>
                <c:pt idx="3131">
                  <c:v>41276</c:v>
                </c:pt>
                <c:pt idx="3132">
                  <c:v>41277</c:v>
                </c:pt>
                <c:pt idx="3133">
                  <c:v>41278</c:v>
                </c:pt>
                <c:pt idx="3134">
                  <c:v>41281</c:v>
                </c:pt>
                <c:pt idx="3135">
                  <c:v>41282</c:v>
                </c:pt>
                <c:pt idx="3136">
                  <c:v>41283</c:v>
                </c:pt>
                <c:pt idx="3137">
                  <c:v>41284</c:v>
                </c:pt>
                <c:pt idx="3138">
                  <c:v>41285</c:v>
                </c:pt>
                <c:pt idx="3139">
                  <c:v>41288</c:v>
                </c:pt>
                <c:pt idx="3140">
                  <c:v>41289</c:v>
                </c:pt>
                <c:pt idx="3141">
                  <c:v>41290</c:v>
                </c:pt>
                <c:pt idx="3142">
                  <c:v>41291</c:v>
                </c:pt>
                <c:pt idx="3143">
                  <c:v>41292</c:v>
                </c:pt>
                <c:pt idx="3144">
                  <c:v>41295</c:v>
                </c:pt>
                <c:pt idx="3145">
                  <c:v>41296</c:v>
                </c:pt>
                <c:pt idx="3146">
                  <c:v>41297</c:v>
                </c:pt>
                <c:pt idx="3147">
                  <c:v>41298</c:v>
                </c:pt>
                <c:pt idx="3148">
                  <c:v>41299</c:v>
                </c:pt>
                <c:pt idx="3149">
                  <c:v>41302</c:v>
                </c:pt>
                <c:pt idx="3150">
                  <c:v>41303</c:v>
                </c:pt>
                <c:pt idx="3151">
                  <c:v>41304</c:v>
                </c:pt>
                <c:pt idx="3152">
                  <c:v>41305</c:v>
                </c:pt>
                <c:pt idx="3153">
                  <c:v>41306</c:v>
                </c:pt>
                <c:pt idx="3154">
                  <c:v>41309</c:v>
                </c:pt>
                <c:pt idx="3155">
                  <c:v>41310</c:v>
                </c:pt>
                <c:pt idx="3156">
                  <c:v>41311</c:v>
                </c:pt>
                <c:pt idx="3157">
                  <c:v>41312</c:v>
                </c:pt>
                <c:pt idx="3158">
                  <c:v>41313</c:v>
                </c:pt>
                <c:pt idx="3159">
                  <c:v>41316</c:v>
                </c:pt>
                <c:pt idx="3160">
                  <c:v>41317</c:v>
                </c:pt>
                <c:pt idx="3161">
                  <c:v>41318</c:v>
                </c:pt>
                <c:pt idx="3162">
                  <c:v>41319</c:v>
                </c:pt>
                <c:pt idx="3163">
                  <c:v>41320</c:v>
                </c:pt>
                <c:pt idx="3164">
                  <c:v>41323</c:v>
                </c:pt>
                <c:pt idx="3165">
                  <c:v>41324</c:v>
                </c:pt>
                <c:pt idx="3166">
                  <c:v>41325</c:v>
                </c:pt>
                <c:pt idx="3167">
                  <c:v>41326</c:v>
                </c:pt>
                <c:pt idx="3168">
                  <c:v>41327</c:v>
                </c:pt>
                <c:pt idx="3169">
                  <c:v>41330</c:v>
                </c:pt>
                <c:pt idx="3170">
                  <c:v>41331</c:v>
                </c:pt>
                <c:pt idx="3171">
                  <c:v>41332</c:v>
                </c:pt>
                <c:pt idx="3172">
                  <c:v>41333</c:v>
                </c:pt>
                <c:pt idx="3173">
                  <c:v>41334</c:v>
                </c:pt>
                <c:pt idx="3174">
                  <c:v>41337</c:v>
                </c:pt>
                <c:pt idx="3175">
                  <c:v>41338</c:v>
                </c:pt>
                <c:pt idx="3176">
                  <c:v>41339</c:v>
                </c:pt>
                <c:pt idx="3177">
                  <c:v>41340</c:v>
                </c:pt>
                <c:pt idx="3178">
                  <c:v>41341</c:v>
                </c:pt>
                <c:pt idx="3179">
                  <c:v>41344</c:v>
                </c:pt>
                <c:pt idx="3180">
                  <c:v>41345</c:v>
                </c:pt>
                <c:pt idx="3181">
                  <c:v>41346</c:v>
                </c:pt>
                <c:pt idx="3182">
                  <c:v>41347</c:v>
                </c:pt>
                <c:pt idx="3183">
                  <c:v>41348</c:v>
                </c:pt>
                <c:pt idx="3184">
                  <c:v>41351</c:v>
                </c:pt>
                <c:pt idx="3185">
                  <c:v>41352</c:v>
                </c:pt>
                <c:pt idx="3186">
                  <c:v>41353</c:v>
                </c:pt>
                <c:pt idx="3187">
                  <c:v>41354</c:v>
                </c:pt>
                <c:pt idx="3188">
                  <c:v>41355</c:v>
                </c:pt>
                <c:pt idx="3189">
                  <c:v>41358</c:v>
                </c:pt>
                <c:pt idx="3190">
                  <c:v>41359</c:v>
                </c:pt>
                <c:pt idx="3191">
                  <c:v>41360</c:v>
                </c:pt>
                <c:pt idx="3192">
                  <c:v>41361</c:v>
                </c:pt>
                <c:pt idx="3193">
                  <c:v>41362</c:v>
                </c:pt>
                <c:pt idx="3194">
                  <c:v>41365</c:v>
                </c:pt>
                <c:pt idx="3195">
                  <c:v>41366</c:v>
                </c:pt>
                <c:pt idx="3196">
                  <c:v>41367</c:v>
                </c:pt>
                <c:pt idx="3197">
                  <c:v>41368</c:v>
                </c:pt>
                <c:pt idx="3198">
                  <c:v>41369</c:v>
                </c:pt>
                <c:pt idx="3199">
                  <c:v>41372</c:v>
                </c:pt>
                <c:pt idx="3200">
                  <c:v>41373</c:v>
                </c:pt>
                <c:pt idx="3201">
                  <c:v>41374</c:v>
                </c:pt>
                <c:pt idx="3202">
                  <c:v>41375</c:v>
                </c:pt>
                <c:pt idx="3203">
                  <c:v>41376</c:v>
                </c:pt>
                <c:pt idx="3204">
                  <c:v>41379</c:v>
                </c:pt>
                <c:pt idx="3205">
                  <c:v>41380</c:v>
                </c:pt>
                <c:pt idx="3206">
                  <c:v>41381</c:v>
                </c:pt>
                <c:pt idx="3207">
                  <c:v>41382</c:v>
                </c:pt>
                <c:pt idx="3208">
                  <c:v>41383</c:v>
                </c:pt>
                <c:pt idx="3209">
                  <c:v>41386</c:v>
                </c:pt>
                <c:pt idx="3210">
                  <c:v>41387</c:v>
                </c:pt>
                <c:pt idx="3211">
                  <c:v>41388</c:v>
                </c:pt>
                <c:pt idx="3212">
                  <c:v>41389</c:v>
                </c:pt>
                <c:pt idx="3213">
                  <c:v>41390</c:v>
                </c:pt>
                <c:pt idx="3214">
                  <c:v>41393</c:v>
                </c:pt>
                <c:pt idx="3215">
                  <c:v>41394</c:v>
                </c:pt>
                <c:pt idx="3216">
                  <c:v>41395</c:v>
                </c:pt>
                <c:pt idx="3217">
                  <c:v>41396</c:v>
                </c:pt>
                <c:pt idx="3218">
                  <c:v>41397</c:v>
                </c:pt>
                <c:pt idx="3219">
                  <c:v>41400</c:v>
                </c:pt>
                <c:pt idx="3220">
                  <c:v>41401</c:v>
                </c:pt>
                <c:pt idx="3221">
                  <c:v>41402</c:v>
                </c:pt>
                <c:pt idx="3222">
                  <c:v>41403</c:v>
                </c:pt>
                <c:pt idx="3223">
                  <c:v>41404</c:v>
                </c:pt>
                <c:pt idx="3224">
                  <c:v>41407</c:v>
                </c:pt>
                <c:pt idx="3225">
                  <c:v>41408</c:v>
                </c:pt>
                <c:pt idx="3226">
                  <c:v>41409</c:v>
                </c:pt>
                <c:pt idx="3227">
                  <c:v>41410</c:v>
                </c:pt>
                <c:pt idx="3228">
                  <c:v>41411</c:v>
                </c:pt>
                <c:pt idx="3229">
                  <c:v>41414</c:v>
                </c:pt>
                <c:pt idx="3230">
                  <c:v>41415</c:v>
                </c:pt>
                <c:pt idx="3231">
                  <c:v>41416</c:v>
                </c:pt>
                <c:pt idx="3232">
                  <c:v>41417</c:v>
                </c:pt>
                <c:pt idx="3233">
                  <c:v>41418</c:v>
                </c:pt>
                <c:pt idx="3234">
                  <c:v>41421</c:v>
                </c:pt>
                <c:pt idx="3235">
                  <c:v>41422</c:v>
                </c:pt>
                <c:pt idx="3236">
                  <c:v>41423</c:v>
                </c:pt>
                <c:pt idx="3237">
                  <c:v>41424</c:v>
                </c:pt>
                <c:pt idx="3238">
                  <c:v>41425</c:v>
                </c:pt>
                <c:pt idx="3239">
                  <c:v>41428</c:v>
                </c:pt>
                <c:pt idx="3240">
                  <c:v>41429</c:v>
                </c:pt>
                <c:pt idx="3241">
                  <c:v>41430</c:v>
                </c:pt>
                <c:pt idx="3242">
                  <c:v>41431</c:v>
                </c:pt>
                <c:pt idx="3243">
                  <c:v>41432</c:v>
                </c:pt>
                <c:pt idx="3244">
                  <c:v>41435</c:v>
                </c:pt>
                <c:pt idx="3245">
                  <c:v>41436</c:v>
                </c:pt>
                <c:pt idx="3246">
                  <c:v>41437</c:v>
                </c:pt>
                <c:pt idx="3247">
                  <c:v>41438</c:v>
                </c:pt>
                <c:pt idx="3248">
                  <c:v>41439</c:v>
                </c:pt>
                <c:pt idx="3249">
                  <c:v>41442</c:v>
                </c:pt>
                <c:pt idx="3250">
                  <c:v>41443</c:v>
                </c:pt>
                <c:pt idx="3251">
                  <c:v>41444</c:v>
                </c:pt>
                <c:pt idx="3252">
                  <c:v>41445</c:v>
                </c:pt>
                <c:pt idx="3253">
                  <c:v>41446</c:v>
                </c:pt>
                <c:pt idx="3254">
                  <c:v>41449</c:v>
                </c:pt>
                <c:pt idx="3255">
                  <c:v>41450</c:v>
                </c:pt>
                <c:pt idx="3256">
                  <c:v>41451</c:v>
                </c:pt>
                <c:pt idx="3257">
                  <c:v>41452</c:v>
                </c:pt>
                <c:pt idx="3258">
                  <c:v>41453</c:v>
                </c:pt>
                <c:pt idx="3259">
                  <c:v>41456</c:v>
                </c:pt>
                <c:pt idx="3260">
                  <c:v>41457</c:v>
                </c:pt>
                <c:pt idx="3261">
                  <c:v>41458</c:v>
                </c:pt>
                <c:pt idx="3262">
                  <c:v>41459</c:v>
                </c:pt>
                <c:pt idx="3263">
                  <c:v>41460</c:v>
                </c:pt>
                <c:pt idx="3264">
                  <c:v>41463</c:v>
                </c:pt>
                <c:pt idx="3265">
                  <c:v>41464</c:v>
                </c:pt>
                <c:pt idx="3266">
                  <c:v>41465</c:v>
                </c:pt>
                <c:pt idx="3267">
                  <c:v>41466</c:v>
                </c:pt>
                <c:pt idx="3268">
                  <c:v>41467</c:v>
                </c:pt>
                <c:pt idx="3269">
                  <c:v>41470</c:v>
                </c:pt>
                <c:pt idx="3270">
                  <c:v>41471</c:v>
                </c:pt>
                <c:pt idx="3271">
                  <c:v>41472</c:v>
                </c:pt>
                <c:pt idx="3272">
                  <c:v>41473</c:v>
                </c:pt>
                <c:pt idx="3273">
                  <c:v>41474</c:v>
                </c:pt>
                <c:pt idx="3274">
                  <c:v>41477</c:v>
                </c:pt>
                <c:pt idx="3275">
                  <c:v>41478</c:v>
                </c:pt>
                <c:pt idx="3276">
                  <c:v>41479</c:v>
                </c:pt>
                <c:pt idx="3277">
                  <c:v>41480</c:v>
                </c:pt>
                <c:pt idx="3278">
                  <c:v>41481</c:v>
                </c:pt>
                <c:pt idx="3279">
                  <c:v>41484</c:v>
                </c:pt>
                <c:pt idx="3280">
                  <c:v>41485</c:v>
                </c:pt>
                <c:pt idx="3281">
                  <c:v>41486</c:v>
                </c:pt>
                <c:pt idx="3282">
                  <c:v>41487</c:v>
                </c:pt>
                <c:pt idx="3283">
                  <c:v>41488</c:v>
                </c:pt>
                <c:pt idx="3284">
                  <c:v>41491</c:v>
                </c:pt>
                <c:pt idx="3285">
                  <c:v>41492</c:v>
                </c:pt>
                <c:pt idx="3286">
                  <c:v>41493</c:v>
                </c:pt>
                <c:pt idx="3287">
                  <c:v>41494</c:v>
                </c:pt>
                <c:pt idx="3288">
                  <c:v>41495</c:v>
                </c:pt>
                <c:pt idx="3289">
                  <c:v>41498</c:v>
                </c:pt>
                <c:pt idx="3290">
                  <c:v>41499</c:v>
                </c:pt>
                <c:pt idx="3291">
                  <c:v>41500</c:v>
                </c:pt>
                <c:pt idx="3292">
                  <c:v>41501</c:v>
                </c:pt>
                <c:pt idx="3293">
                  <c:v>41502</c:v>
                </c:pt>
                <c:pt idx="3294">
                  <c:v>41505</c:v>
                </c:pt>
                <c:pt idx="3295">
                  <c:v>41506</c:v>
                </c:pt>
                <c:pt idx="3296">
                  <c:v>41507</c:v>
                </c:pt>
                <c:pt idx="3297">
                  <c:v>41508</c:v>
                </c:pt>
                <c:pt idx="3298">
                  <c:v>41509</c:v>
                </c:pt>
                <c:pt idx="3299">
                  <c:v>41512</c:v>
                </c:pt>
                <c:pt idx="3300">
                  <c:v>41513</c:v>
                </c:pt>
                <c:pt idx="3301">
                  <c:v>41514</c:v>
                </c:pt>
                <c:pt idx="3302">
                  <c:v>41515</c:v>
                </c:pt>
                <c:pt idx="3303">
                  <c:v>41516</c:v>
                </c:pt>
                <c:pt idx="3304">
                  <c:v>41519</c:v>
                </c:pt>
                <c:pt idx="3305">
                  <c:v>41520</c:v>
                </c:pt>
                <c:pt idx="3306">
                  <c:v>41521</c:v>
                </c:pt>
                <c:pt idx="3307">
                  <c:v>41522</c:v>
                </c:pt>
                <c:pt idx="3308">
                  <c:v>41523</c:v>
                </c:pt>
                <c:pt idx="3309">
                  <c:v>41526</c:v>
                </c:pt>
                <c:pt idx="3310">
                  <c:v>41527</c:v>
                </c:pt>
                <c:pt idx="3311">
                  <c:v>41528</c:v>
                </c:pt>
                <c:pt idx="3312">
                  <c:v>41529</c:v>
                </c:pt>
                <c:pt idx="3313">
                  <c:v>41530</c:v>
                </c:pt>
                <c:pt idx="3314">
                  <c:v>41533</c:v>
                </c:pt>
                <c:pt idx="3315">
                  <c:v>41534</c:v>
                </c:pt>
                <c:pt idx="3316">
                  <c:v>41535</c:v>
                </c:pt>
                <c:pt idx="3317">
                  <c:v>41536</c:v>
                </c:pt>
                <c:pt idx="3318">
                  <c:v>41537</c:v>
                </c:pt>
                <c:pt idx="3319">
                  <c:v>41540</c:v>
                </c:pt>
                <c:pt idx="3320">
                  <c:v>41541</c:v>
                </c:pt>
                <c:pt idx="3321">
                  <c:v>41542</c:v>
                </c:pt>
                <c:pt idx="3322">
                  <c:v>41543</c:v>
                </c:pt>
                <c:pt idx="3323">
                  <c:v>41544</c:v>
                </c:pt>
                <c:pt idx="3324">
                  <c:v>41547</c:v>
                </c:pt>
                <c:pt idx="3325">
                  <c:v>41548</c:v>
                </c:pt>
                <c:pt idx="3326">
                  <c:v>41549</c:v>
                </c:pt>
                <c:pt idx="3327">
                  <c:v>41550</c:v>
                </c:pt>
                <c:pt idx="3328">
                  <c:v>41551</c:v>
                </c:pt>
                <c:pt idx="3329">
                  <c:v>41554</c:v>
                </c:pt>
                <c:pt idx="3330">
                  <c:v>41555</c:v>
                </c:pt>
                <c:pt idx="3331">
                  <c:v>41556</c:v>
                </c:pt>
                <c:pt idx="3332">
                  <c:v>41557</c:v>
                </c:pt>
                <c:pt idx="3333">
                  <c:v>41558</c:v>
                </c:pt>
                <c:pt idx="3334">
                  <c:v>41561</c:v>
                </c:pt>
                <c:pt idx="3335">
                  <c:v>41562</c:v>
                </c:pt>
                <c:pt idx="3336">
                  <c:v>41563</c:v>
                </c:pt>
                <c:pt idx="3337">
                  <c:v>41564</c:v>
                </c:pt>
                <c:pt idx="3338">
                  <c:v>41565</c:v>
                </c:pt>
                <c:pt idx="3339">
                  <c:v>41568</c:v>
                </c:pt>
                <c:pt idx="3340">
                  <c:v>41569</c:v>
                </c:pt>
                <c:pt idx="3341">
                  <c:v>41570</c:v>
                </c:pt>
                <c:pt idx="3342">
                  <c:v>41571</c:v>
                </c:pt>
                <c:pt idx="3343">
                  <c:v>41572</c:v>
                </c:pt>
                <c:pt idx="3344">
                  <c:v>41575</c:v>
                </c:pt>
                <c:pt idx="3345">
                  <c:v>41576</c:v>
                </c:pt>
                <c:pt idx="3346">
                  <c:v>41577</c:v>
                </c:pt>
                <c:pt idx="3347">
                  <c:v>41578</c:v>
                </c:pt>
                <c:pt idx="3348">
                  <c:v>41579</c:v>
                </c:pt>
                <c:pt idx="3349">
                  <c:v>41582</c:v>
                </c:pt>
                <c:pt idx="3350">
                  <c:v>41583</c:v>
                </c:pt>
                <c:pt idx="3351">
                  <c:v>41584</c:v>
                </c:pt>
                <c:pt idx="3352">
                  <c:v>41585</c:v>
                </c:pt>
                <c:pt idx="3353">
                  <c:v>41586</c:v>
                </c:pt>
                <c:pt idx="3354">
                  <c:v>41589</c:v>
                </c:pt>
                <c:pt idx="3355">
                  <c:v>41590</c:v>
                </c:pt>
                <c:pt idx="3356">
                  <c:v>41591</c:v>
                </c:pt>
                <c:pt idx="3357">
                  <c:v>41592</c:v>
                </c:pt>
                <c:pt idx="3358">
                  <c:v>41593</c:v>
                </c:pt>
                <c:pt idx="3359">
                  <c:v>41596</c:v>
                </c:pt>
                <c:pt idx="3360">
                  <c:v>41597</c:v>
                </c:pt>
                <c:pt idx="3361">
                  <c:v>41598</c:v>
                </c:pt>
                <c:pt idx="3362">
                  <c:v>41599</c:v>
                </c:pt>
                <c:pt idx="3363">
                  <c:v>41600</c:v>
                </c:pt>
                <c:pt idx="3364">
                  <c:v>41603</c:v>
                </c:pt>
                <c:pt idx="3365">
                  <c:v>41604</c:v>
                </c:pt>
                <c:pt idx="3366">
                  <c:v>41605</c:v>
                </c:pt>
                <c:pt idx="3367">
                  <c:v>41606</c:v>
                </c:pt>
                <c:pt idx="3368">
                  <c:v>41607</c:v>
                </c:pt>
                <c:pt idx="3369">
                  <c:v>41610</c:v>
                </c:pt>
                <c:pt idx="3370">
                  <c:v>41611</c:v>
                </c:pt>
                <c:pt idx="3371">
                  <c:v>41612</c:v>
                </c:pt>
                <c:pt idx="3372">
                  <c:v>41613</c:v>
                </c:pt>
                <c:pt idx="3373">
                  <c:v>41614</c:v>
                </c:pt>
                <c:pt idx="3374">
                  <c:v>41617</c:v>
                </c:pt>
                <c:pt idx="3375">
                  <c:v>41618</c:v>
                </c:pt>
                <c:pt idx="3376">
                  <c:v>41619</c:v>
                </c:pt>
                <c:pt idx="3377">
                  <c:v>41620</c:v>
                </c:pt>
                <c:pt idx="3378">
                  <c:v>41621</c:v>
                </c:pt>
                <c:pt idx="3379">
                  <c:v>41624</c:v>
                </c:pt>
                <c:pt idx="3380">
                  <c:v>41625</c:v>
                </c:pt>
                <c:pt idx="3381">
                  <c:v>41626</c:v>
                </c:pt>
                <c:pt idx="3382">
                  <c:v>41627</c:v>
                </c:pt>
                <c:pt idx="3383">
                  <c:v>41628</c:v>
                </c:pt>
                <c:pt idx="3384">
                  <c:v>41631</c:v>
                </c:pt>
                <c:pt idx="3385">
                  <c:v>41632</c:v>
                </c:pt>
                <c:pt idx="3386">
                  <c:v>41633</c:v>
                </c:pt>
                <c:pt idx="3387">
                  <c:v>41634</c:v>
                </c:pt>
                <c:pt idx="3388">
                  <c:v>41635</c:v>
                </c:pt>
                <c:pt idx="3389">
                  <c:v>41638</c:v>
                </c:pt>
                <c:pt idx="3390">
                  <c:v>41639</c:v>
                </c:pt>
                <c:pt idx="3391">
                  <c:v>41640</c:v>
                </c:pt>
                <c:pt idx="3392">
                  <c:v>41641</c:v>
                </c:pt>
                <c:pt idx="3393">
                  <c:v>41642</c:v>
                </c:pt>
                <c:pt idx="3394">
                  <c:v>41645</c:v>
                </c:pt>
                <c:pt idx="3395">
                  <c:v>41646</c:v>
                </c:pt>
                <c:pt idx="3396">
                  <c:v>41647</c:v>
                </c:pt>
                <c:pt idx="3397">
                  <c:v>41648</c:v>
                </c:pt>
                <c:pt idx="3398">
                  <c:v>41649</c:v>
                </c:pt>
                <c:pt idx="3399">
                  <c:v>41652</c:v>
                </c:pt>
                <c:pt idx="3400">
                  <c:v>41653</c:v>
                </c:pt>
                <c:pt idx="3401">
                  <c:v>41654</c:v>
                </c:pt>
                <c:pt idx="3402">
                  <c:v>41655</c:v>
                </c:pt>
                <c:pt idx="3403">
                  <c:v>41656</c:v>
                </c:pt>
                <c:pt idx="3404">
                  <c:v>41659</c:v>
                </c:pt>
                <c:pt idx="3405">
                  <c:v>41660</c:v>
                </c:pt>
                <c:pt idx="3406">
                  <c:v>41661</c:v>
                </c:pt>
                <c:pt idx="3407">
                  <c:v>41662</c:v>
                </c:pt>
                <c:pt idx="3408">
                  <c:v>41663</c:v>
                </c:pt>
                <c:pt idx="3409">
                  <c:v>41666</c:v>
                </c:pt>
                <c:pt idx="3410">
                  <c:v>41667</c:v>
                </c:pt>
                <c:pt idx="3411">
                  <c:v>41668</c:v>
                </c:pt>
                <c:pt idx="3412">
                  <c:v>41669</c:v>
                </c:pt>
                <c:pt idx="3413">
                  <c:v>41670</c:v>
                </c:pt>
                <c:pt idx="3414">
                  <c:v>41673</c:v>
                </c:pt>
                <c:pt idx="3415">
                  <c:v>41674</c:v>
                </c:pt>
                <c:pt idx="3416">
                  <c:v>41675</c:v>
                </c:pt>
                <c:pt idx="3417">
                  <c:v>41676</c:v>
                </c:pt>
                <c:pt idx="3418">
                  <c:v>41677</c:v>
                </c:pt>
                <c:pt idx="3419">
                  <c:v>41680</c:v>
                </c:pt>
                <c:pt idx="3420">
                  <c:v>41681</c:v>
                </c:pt>
                <c:pt idx="3421">
                  <c:v>41682</c:v>
                </c:pt>
                <c:pt idx="3422">
                  <c:v>41683</c:v>
                </c:pt>
                <c:pt idx="3423">
                  <c:v>41684</c:v>
                </c:pt>
                <c:pt idx="3424">
                  <c:v>41687</c:v>
                </c:pt>
                <c:pt idx="3425">
                  <c:v>41688</c:v>
                </c:pt>
                <c:pt idx="3426">
                  <c:v>41689</c:v>
                </c:pt>
                <c:pt idx="3427">
                  <c:v>41690</c:v>
                </c:pt>
                <c:pt idx="3428">
                  <c:v>41691</c:v>
                </c:pt>
                <c:pt idx="3429">
                  <c:v>41694</c:v>
                </c:pt>
                <c:pt idx="3430">
                  <c:v>41695</c:v>
                </c:pt>
                <c:pt idx="3431">
                  <c:v>41696</c:v>
                </c:pt>
                <c:pt idx="3432">
                  <c:v>41697</c:v>
                </c:pt>
                <c:pt idx="3433">
                  <c:v>41698</c:v>
                </c:pt>
                <c:pt idx="3434">
                  <c:v>41701</c:v>
                </c:pt>
                <c:pt idx="3435">
                  <c:v>41702</c:v>
                </c:pt>
                <c:pt idx="3436">
                  <c:v>41703</c:v>
                </c:pt>
                <c:pt idx="3437">
                  <c:v>41704</c:v>
                </c:pt>
                <c:pt idx="3438">
                  <c:v>41705</c:v>
                </c:pt>
                <c:pt idx="3439">
                  <c:v>41708</c:v>
                </c:pt>
                <c:pt idx="3440">
                  <c:v>41709</c:v>
                </c:pt>
                <c:pt idx="3441">
                  <c:v>41710</c:v>
                </c:pt>
                <c:pt idx="3442">
                  <c:v>41711</c:v>
                </c:pt>
                <c:pt idx="3443">
                  <c:v>41712</c:v>
                </c:pt>
                <c:pt idx="3444">
                  <c:v>41715</c:v>
                </c:pt>
                <c:pt idx="3445">
                  <c:v>41716</c:v>
                </c:pt>
                <c:pt idx="3446">
                  <c:v>41717</c:v>
                </c:pt>
                <c:pt idx="3447">
                  <c:v>41718</c:v>
                </c:pt>
                <c:pt idx="3448">
                  <c:v>41719</c:v>
                </c:pt>
                <c:pt idx="3449">
                  <c:v>41722</c:v>
                </c:pt>
                <c:pt idx="3450">
                  <c:v>41723</c:v>
                </c:pt>
                <c:pt idx="3451">
                  <c:v>41724</c:v>
                </c:pt>
                <c:pt idx="3452">
                  <c:v>41725</c:v>
                </c:pt>
                <c:pt idx="3453">
                  <c:v>41726</c:v>
                </c:pt>
                <c:pt idx="3454">
                  <c:v>41729</c:v>
                </c:pt>
                <c:pt idx="3455">
                  <c:v>41730</c:v>
                </c:pt>
                <c:pt idx="3456">
                  <c:v>41731</c:v>
                </c:pt>
                <c:pt idx="3457">
                  <c:v>41732</c:v>
                </c:pt>
                <c:pt idx="3458">
                  <c:v>41733</c:v>
                </c:pt>
                <c:pt idx="3459">
                  <c:v>41736</c:v>
                </c:pt>
                <c:pt idx="3460">
                  <c:v>41737</c:v>
                </c:pt>
                <c:pt idx="3461">
                  <c:v>41738</c:v>
                </c:pt>
                <c:pt idx="3462">
                  <c:v>41739</c:v>
                </c:pt>
                <c:pt idx="3463">
                  <c:v>41740</c:v>
                </c:pt>
                <c:pt idx="3464">
                  <c:v>41743</c:v>
                </c:pt>
                <c:pt idx="3465">
                  <c:v>41744</c:v>
                </c:pt>
                <c:pt idx="3466">
                  <c:v>41745</c:v>
                </c:pt>
                <c:pt idx="3467">
                  <c:v>41746</c:v>
                </c:pt>
                <c:pt idx="3468">
                  <c:v>41747</c:v>
                </c:pt>
                <c:pt idx="3469">
                  <c:v>41750</c:v>
                </c:pt>
                <c:pt idx="3470">
                  <c:v>41751</c:v>
                </c:pt>
                <c:pt idx="3471">
                  <c:v>41752</c:v>
                </c:pt>
                <c:pt idx="3472">
                  <c:v>41753</c:v>
                </c:pt>
                <c:pt idx="3473">
                  <c:v>41754</c:v>
                </c:pt>
                <c:pt idx="3474">
                  <c:v>41757</c:v>
                </c:pt>
                <c:pt idx="3475">
                  <c:v>41758</c:v>
                </c:pt>
                <c:pt idx="3476">
                  <c:v>41759</c:v>
                </c:pt>
                <c:pt idx="3477">
                  <c:v>41760</c:v>
                </c:pt>
                <c:pt idx="3478">
                  <c:v>41761</c:v>
                </c:pt>
                <c:pt idx="3479">
                  <c:v>41764</c:v>
                </c:pt>
                <c:pt idx="3480">
                  <c:v>41765</c:v>
                </c:pt>
                <c:pt idx="3481">
                  <c:v>41766</c:v>
                </c:pt>
                <c:pt idx="3482">
                  <c:v>41767</c:v>
                </c:pt>
                <c:pt idx="3483">
                  <c:v>41768</c:v>
                </c:pt>
                <c:pt idx="3484">
                  <c:v>41771</c:v>
                </c:pt>
                <c:pt idx="3485">
                  <c:v>41772</c:v>
                </c:pt>
                <c:pt idx="3486">
                  <c:v>41773</c:v>
                </c:pt>
                <c:pt idx="3487">
                  <c:v>41774</c:v>
                </c:pt>
                <c:pt idx="3488">
                  <c:v>41775</c:v>
                </c:pt>
                <c:pt idx="3489">
                  <c:v>41778</c:v>
                </c:pt>
                <c:pt idx="3490">
                  <c:v>41779</c:v>
                </c:pt>
                <c:pt idx="3491">
                  <c:v>41780</c:v>
                </c:pt>
                <c:pt idx="3492">
                  <c:v>41781</c:v>
                </c:pt>
                <c:pt idx="3493">
                  <c:v>41782</c:v>
                </c:pt>
                <c:pt idx="3494">
                  <c:v>41785</c:v>
                </c:pt>
                <c:pt idx="3495">
                  <c:v>41786</c:v>
                </c:pt>
                <c:pt idx="3496">
                  <c:v>41787</c:v>
                </c:pt>
                <c:pt idx="3497">
                  <c:v>41788</c:v>
                </c:pt>
                <c:pt idx="3498">
                  <c:v>41789</c:v>
                </c:pt>
                <c:pt idx="3499">
                  <c:v>41792</c:v>
                </c:pt>
                <c:pt idx="3500">
                  <c:v>41793</c:v>
                </c:pt>
                <c:pt idx="3501">
                  <c:v>41794</c:v>
                </c:pt>
                <c:pt idx="3502">
                  <c:v>41795</c:v>
                </c:pt>
                <c:pt idx="3503">
                  <c:v>41796</c:v>
                </c:pt>
                <c:pt idx="3504">
                  <c:v>41799</c:v>
                </c:pt>
                <c:pt idx="3505">
                  <c:v>41800</c:v>
                </c:pt>
                <c:pt idx="3506">
                  <c:v>41801</c:v>
                </c:pt>
                <c:pt idx="3507">
                  <c:v>41802</c:v>
                </c:pt>
                <c:pt idx="3508">
                  <c:v>41803</c:v>
                </c:pt>
                <c:pt idx="3509">
                  <c:v>41806</c:v>
                </c:pt>
                <c:pt idx="3510">
                  <c:v>41807</c:v>
                </c:pt>
                <c:pt idx="3511">
                  <c:v>41808</c:v>
                </c:pt>
                <c:pt idx="3512">
                  <c:v>41809</c:v>
                </c:pt>
                <c:pt idx="3513">
                  <c:v>41810</c:v>
                </c:pt>
                <c:pt idx="3514">
                  <c:v>41813</c:v>
                </c:pt>
                <c:pt idx="3515">
                  <c:v>41814</c:v>
                </c:pt>
                <c:pt idx="3516">
                  <c:v>41815</c:v>
                </c:pt>
                <c:pt idx="3517">
                  <c:v>41816</c:v>
                </c:pt>
                <c:pt idx="3518">
                  <c:v>41817</c:v>
                </c:pt>
                <c:pt idx="3519">
                  <c:v>41820</c:v>
                </c:pt>
                <c:pt idx="3520">
                  <c:v>41821</c:v>
                </c:pt>
                <c:pt idx="3521">
                  <c:v>41822</c:v>
                </c:pt>
                <c:pt idx="3522">
                  <c:v>41823</c:v>
                </c:pt>
                <c:pt idx="3523">
                  <c:v>41824</c:v>
                </c:pt>
                <c:pt idx="3524">
                  <c:v>41827</c:v>
                </c:pt>
                <c:pt idx="3525">
                  <c:v>41828</c:v>
                </c:pt>
                <c:pt idx="3526">
                  <c:v>41829</c:v>
                </c:pt>
                <c:pt idx="3527">
                  <c:v>41830</c:v>
                </c:pt>
                <c:pt idx="3528">
                  <c:v>41831</c:v>
                </c:pt>
                <c:pt idx="3529">
                  <c:v>41834</c:v>
                </c:pt>
                <c:pt idx="3530">
                  <c:v>41835</c:v>
                </c:pt>
                <c:pt idx="3531">
                  <c:v>41836</c:v>
                </c:pt>
                <c:pt idx="3532">
                  <c:v>41837</c:v>
                </c:pt>
                <c:pt idx="3533">
                  <c:v>41838</c:v>
                </c:pt>
                <c:pt idx="3534">
                  <c:v>41841</c:v>
                </c:pt>
                <c:pt idx="3535">
                  <c:v>41842</c:v>
                </c:pt>
                <c:pt idx="3536">
                  <c:v>41843</c:v>
                </c:pt>
                <c:pt idx="3537">
                  <c:v>41844</c:v>
                </c:pt>
                <c:pt idx="3538">
                  <c:v>41845</c:v>
                </c:pt>
                <c:pt idx="3539">
                  <c:v>41848</c:v>
                </c:pt>
                <c:pt idx="3540">
                  <c:v>41849</c:v>
                </c:pt>
                <c:pt idx="3541">
                  <c:v>41850</c:v>
                </c:pt>
                <c:pt idx="3542">
                  <c:v>41851</c:v>
                </c:pt>
                <c:pt idx="3543">
                  <c:v>41852</c:v>
                </c:pt>
                <c:pt idx="3544">
                  <c:v>41855</c:v>
                </c:pt>
                <c:pt idx="3545">
                  <c:v>41856</c:v>
                </c:pt>
                <c:pt idx="3546">
                  <c:v>41857</c:v>
                </c:pt>
                <c:pt idx="3547">
                  <c:v>41858</c:v>
                </c:pt>
                <c:pt idx="3548">
                  <c:v>41859</c:v>
                </c:pt>
                <c:pt idx="3549">
                  <c:v>41862</c:v>
                </c:pt>
                <c:pt idx="3550">
                  <c:v>41863</c:v>
                </c:pt>
                <c:pt idx="3551">
                  <c:v>41864</c:v>
                </c:pt>
                <c:pt idx="3552">
                  <c:v>41865</c:v>
                </c:pt>
                <c:pt idx="3553">
                  <c:v>41866</c:v>
                </c:pt>
                <c:pt idx="3554">
                  <c:v>41869</c:v>
                </c:pt>
                <c:pt idx="3555">
                  <c:v>41870</c:v>
                </c:pt>
                <c:pt idx="3556">
                  <c:v>41871</c:v>
                </c:pt>
                <c:pt idx="3557">
                  <c:v>41872</c:v>
                </c:pt>
                <c:pt idx="3558">
                  <c:v>41873</c:v>
                </c:pt>
                <c:pt idx="3559">
                  <c:v>41876</c:v>
                </c:pt>
                <c:pt idx="3560">
                  <c:v>41877</c:v>
                </c:pt>
                <c:pt idx="3561">
                  <c:v>41878</c:v>
                </c:pt>
                <c:pt idx="3562">
                  <c:v>41879</c:v>
                </c:pt>
                <c:pt idx="3563">
                  <c:v>41880</c:v>
                </c:pt>
                <c:pt idx="3564">
                  <c:v>41883</c:v>
                </c:pt>
                <c:pt idx="3565">
                  <c:v>41884</c:v>
                </c:pt>
                <c:pt idx="3566">
                  <c:v>41885</c:v>
                </c:pt>
                <c:pt idx="3567">
                  <c:v>41886</c:v>
                </c:pt>
                <c:pt idx="3568">
                  <c:v>41887</c:v>
                </c:pt>
                <c:pt idx="3569">
                  <c:v>41890</c:v>
                </c:pt>
                <c:pt idx="3570">
                  <c:v>41891</c:v>
                </c:pt>
                <c:pt idx="3571">
                  <c:v>41892</c:v>
                </c:pt>
                <c:pt idx="3572">
                  <c:v>41893</c:v>
                </c:pt>
                <c:pt idx="3573">
                  <c:v>41894</c:v>
                </c:pt>
                <c:pt idx="3574">
                  <c:v>41897</c:v>
                </c:pt>
                <c:pt idx="3575">
                  <c:v>41898</c:v>
                </c:pt>
                <c:pt idx="3576">
                  <c:v>41899</c:v>
                </c:pt>
                <c:pt idx="3577">
                  <c:v>41900</c:v>
                </c:pt>
                <c:pt idx="3578">
                  <c:v>41901</c:v>
                </c:pt>
                <c:pt idx="3579">
                  <c:v>41904</c:v>
                </c:pt>
                <c:pt idx="3580">
                  <c:v>41905</c:v>
                </c:pt>
                <c:pt idx="3581">
                  <c:v>41906</c:v>
                </c:pt>
                <c:pt idx="3582">
                  <c:v>41907</c:v>
                </c:pt>
                <c:pt idx="3583">
                  <c:v>41908</c:v>
                </c:pt>
                <c:pt idx="3584">
                  <c:v>41911</c:v>
                </c:pt>
                <c:pt idx="3585">
                  <c:v>41912</c:v>
                </c:pt>
                <c:pt idx="3586">
                  <c:v>41913</c:v>
                </c:pt>
                <c:pt idx="3587">
                  <c:v>41914</c:v>
                </c:pt>
                <c:pt idx="3588">
                  <c:v>41915</c:v>
                </c:pt>
                <c:pt idx="3589">
                  <c:v>41918</c:v>
                </c:pt>
                <c:pt idx="3590">
                  <c:v>41919</c:v>
                </c:pt>
                <c:pt idx="3591">
                  <c:v>41920</c:v>
                </c:pt>
                <c:pt idx="3592">
                  <c:v>41921</c:v>
                </c:pt>
                <c:pt idx="3593">
                  <c:v>41922</c:v>
                </c:pt>
                <c:pt idx="3594">
                  <c:v>41925</c:v>
                </c:pt>
                <c:pt idx="3595">
                  <c:v>41926</c:v>
                </c:pt>
                <c:pt idx="3596">
                  <c:v>41927</c:v>
                </c:pt>
                <c:pt idx="3597">
                  <c:v>41928</c:v>
                </c:pt>
                <c:pt idx="3598">
                  <c:v>41929</c:v>
                </c:pt>
                <c:pt idx="3599">
                  <c:v>41932</c:v>
                </c:pt>
                <c:pt idx="3600">
                  <c:v>41933</c:v>
                </c:pt>
                <c:pt idx="3601">
                  <c:v>41934</c:v>
                </c:pt>
                <c:pt idx="3602">
                  <c:v>41935</c:v>
                </c:pt>
                <c:pt idx="3603">
                  <c:v>41936</c:v>
                </c:pt>
                <c:pt idx="3604">
                  <c:v>41939</c:v>
                </c:pt>
                <c:pt idx="3605">
                  <c:v>41940</c:v>
                </c:pt>
                <c:pt idx="3606">
                  <c:v>41941</c:v>
                </c:pt>
                <c:pt idx="3607">
                  <c:v>41942</c:v>
                </c:pt>
                <c:pt idx="3608">
                  <c:v>41943</c:v>
                </c:pt>
                <c:pt idx="3609">
                  <c:v>41946</c:v>
                </c:pt>
                <c:pt idx="3610">
                  <c:v>41947</c:v>
                </c:pt>
                <c:pt idx="3611">
                  <c:v>41948</c:v>
                </c:pt>
                <c:pt idx="3612">
                  <c:v>41949</c:v>
                </c:pt>
                <c:pt idx="3613">
                  <c:v>41950</c:v>
                </c:pt>
                <c:pt idx="3614">
                  <c:v>41953</c:v>
                </c:pt>
                <c:pt idx="3615">
                  <c:v>41954</c:v>
                </c:pt>
                <c:pt idx="3616">
                  <c:v>41955</c:v>
                </c:pt>
                <c:pt idx="3617">
                  <c:v>41956</c:v>
                </c:pt>
                <c:pt idx="3618">
                  <c:v>41957</c:v>
                </c:pt>
                <c:pt idx="3619">
                  <c:v>41960</c:v>
                </c:pt>
                <c:pt idx="3620">
                  <c:v>41961</c:v>
                </c:pt>
                <c:pt idx="3621">
                  <c:v>41962</c:v>
                </c:pt>
                <c:pt idx="3622">
                  <c:v>41963</c:v>
                </c:pt>
                <c:pt idx="3623">
                  <c:v>41964</c:v>
                </c:pt>
                <c:pt idx="3624">
                  <c:v>41967</c:v>
                </c:pt>
                <c:pt idx="3625">
                  <c:v>41968</c:v>
                </c:pt>
                <c:pt idx="3626">
                  <c:v>41969</c:v>
                </c:pt>
                <c:pt idx="3627">
                  <c:v>41970</c:v>
                </c:pt>
                <c:pt idx="3628">
                  <c:v>41971</c:v>
                </c:pt>
                <c:pt idx="3629">
                  <c:v>41974</c:v>
                </c:pt>
                <c:pt idx="3630">
                  <c:v>41975</c:v>
                </c:pt>
                <c:pt idx="3631">
                  <c:v>41976</c:v>
                </c:pt>
                <c:pt idx="3632">
                  <c:v>41977</c:v>
                </c:pt>
                <c:pt idx="3633">
                  <c:v>41978</c:v>
                </c:pt>
                <c:pt idx="3634">
                  <c:v>41981</c:v>
                </c:pt>
                <c:pt idx="3635">
                  <c:v>41982</c:v>
                </c:pt>
                <c:pt idx="3636">
                  <c:v>41983</c:v>
                </c:pt>
                <c:pt idx="3637">
                  <c:v>41984</c:v>
                </c:pt>
                <c:pt idx="3638">
                  <c:v>41985</c:v>
                </c:pt>
                <c:pt idx="3639">
                  <c:v>41988</c:v>
                </c:pt>
                <c:pt idx="3640">
                  <c:v>41989</c:v>
                </c:pt>
                <c:pt idx="3641">
                  <c:v>41990</c:v>
                </c:pt>
                <c:pt idx="3642">
                  <c:v>41991</c:v>
                </c:pt>
                <c:pt idx="3643">
                  <c:v>41992</c:v>
                </c:pt>
                <c:pt idx="3644">
                  <c:v>41995</c:v>
                </c:pt>
                <c:pt idx="3645">
                  <c:v>41996</c:v>
                </c:pt>
                <c:pt idx="3646">
                  <c:v>41997</c:v>
                </c:pt>
                <c:pt idx="3647">
                  <c:v>41998</c:v>
                </c:pt>
                <c:pt idx="3648">
                  <c:v>41999</c:v>
                </c:pt>
                <c:pt idx="3649">
                  <c:v>42002</c:v>
                </c:pt>
                <c:pt idx="3650">
                  <c:v>42003</c:v>
                </c:pt>
                <c:pt idx="3651">
                  <c:v>42004</c:v>
                </c:pt>
                <c:pt idx="3652">
                  <c:v>42005</c:v>
                </c:pt>
                <c:pt idx="3653">
                  <c:v>42006</c:v>
                </c:pt>
                <c:pt idx="3654">
                  <c:v>42009</c:v>
                </c:pt>
                <c:pt idx="3655">
                  <c:v>42010</c:v>
                </c:pt>
                <c:pt idx="3656">
                  <c:v>42011</c:v>
                </c:pt>
                <c:pt idx="3657">
                  <c:v>42012</c:v>
                </c:pt>
                <c:pt idx="3658">
                  <c:v>42013</c:v>
                </c:pt>
                <c:pt idx="3659">
                  <c:v>42016</c:v>
                </c:pt>
                <c:pt idx="3660">
                  <c:v>42017</c:v>
                </c:pt>
                <c:pt idx="3661">
                  <c:v>42018</c:v>
                </c:pt>
                <c:pt idx="3662">
                  <c:v>42019</c:v>
                </c:pt>
                <c:pt idx="3663">
                  <c:v>42020</c:v>
                </c:pt>
                <c:pt idx="3664">
                  <c:v>42023</c:v>
                </c:pt>
                <c:pt idx="3665">
                  <c:v>42024</c:v>
                </c:pt>
                <c:pt idx="3666">
                  <c:v>42025</c:v>
                </c:pt>
                <c:pt idx="3667">
                  <c:v>42026</c:v>
                </c:pt>
                <c:pt idx="3668">
                  <c:v>42027</c:v>
                </c:pt>
                <c:pt idx="3669">
                  <c:v>42030</c:v>
                </c:pt>
                <c:pt idx="3670">
                  <c:v>42031</c:v>
                </c:pt>
                <c:pt idx="3671">
                  <c:v>42032</c:v>
                </c:pt>
                <c:pt idx="3672">
                  <c:v>42033</c:v>
                </c:pt>
                <c:pt idx="3673">
                  <c:v>42034</c:v>
                </c:pt>
                <c:pt idx="3674">
                  <c:v>42037</c:v>
                </c:pt>
                <c:pt idx="3675">
                  <c:v>42038</c:v>
                </c:pt>
                <c:pt idx="3676">
                  <c:v>42039</c:v>
                </c:pt>
                <c:pt idx="3677">
                  <c:v>42040</c:v>
                </c:pt>
                <c:pt idx="3678">
                  <c:v>42041</c:v>
                </c:pt>
                <c:pt idx="3679">
                  <c:v>42044</c:v>
                </c:pt>
                <c:pt idx="3680">
                  <c:v>42045</c:v>
                </c:pt>
                <c:pt idx="3681">
                  <c:v>42046</c:v>
                </c:pt>
                <c:pt idx="3682">
                  <c:v>42047</c:v>
                </c:pt>
                <c:pt idx="3683">
                  <c:v>42048</c:v>
                </c:pt>
                <c:pt idx="3684">
                  <c:v>42051</c:v>
                </c:pt>
                <c:pt idx="3685">
                  <c:v>42052</c:v>
                </c:pt>
                <c:pt idx="3686">
                  <c:v>42053</c:v>
                </c:pt>
                <c:pt idx="3687">
                  <c:v>42054</c:v>
                </c:pt>
                <c:pt idx="3688">
                  <c:v>42055</c:v>
                </c:pt>
                <c:pt idx="3689">
                  <c:v>42058</c:v>
                </c:pt>
                <c:pt idx="3690">
                  <c:v>42059</c:v>
                </c:pt>
                <c:pt idx="3691">
                  <c:v>42060</c:v>
                </c:pt>
                <c:pt idx="3692">
                  <c:v>42061</c:v>
                </c:pt>
                <c:pt idx="3693">
                  <c:v>42062</c:v>
                </c:pt>
                <c:pt idx="3694">
                  <c:v>42065</c:v>
                </c:pt>
                <c:pt idx="3695">
                  <c:v>42066</c:v>
                </c:pt>
                <c:pt idx="3696">
                  <c:v>42067</c:v>
                </c:pt>
                <c:pt idx="3697">
                  <c:v>42068</c:v>
                </c:pt>
                <c:pt idx="3698">
                  <c:v>42069</c:v>
                </c:pt>
                <c:pt idx="3699">
                  <c:v>42072</c:v>
                </c:pt>
                <c:pt idx="3700">
                  <c:v>42073</c:v>
                </c:pt>
                <c:pt idx="3701">
                  <c:v>42074</c:v>
                </c:pt>
                <c:pt idx="3702">
                  <c:v>42075</c:v>
                </c:pt>
                <c:pt idx="3703">
                  <c:v>42076</c:v>
                </c:pt>
                <c:pt idx="3704">
                  <c:v>42079</c:v>
                </c:pt>
                <c:pt idx="3705">
                  <c:v>42080</c:v>
                </c:pt>
                <c:pt idx="3706">
                  <c:v>42081</c:v>
                </c:pt>
                <c:pt idx="3707">
                  <c:v>42082</c:v>
                </c:pt>
                <c:pt idx="3708">
                  <c:v>42083</c:v>
                </c:pt>
                <c:pt idx="3709">
                  <c:v>42086</c:v>
                </c:pt>
                <c:pt idx="3710">
                  <c:v>42087</c:v>
                </c:pt>
                <c:pt idx="3711">
                  <c:v>42088</c:v>
                </c:pt>
                <c:pt idx="3712">
                  <c:v>42089</c:v>
                </c:pt>
                <c:pt idx="3713">
                  <c:v>42090</c:v>
                </c:pt>
                <c:pt idx="3714">
                  <c:v>42093</c:v>
                </c:pt>
                <c:pt idx="3715">
                  <c:v>42094</c:v>
                </c:pt>
                <c:pt idx="3716">
                  <c:v>42095</c:v>
                </c:pt>
                <c:pt idx="3717">
                  <c:v>42096</c:v>
                </c:pt>
                <c:pt idx="3718">
                  <c:v>42097</c:v>
                </c:pt>
                <c:pt idx="3719">
                  <c:v>42100</c:v>
                </c:pt>
                <c:pt idx="3720">
                  <c:v>42101</c:v>
                </c:pt>
                <c:pt idx="3721">
                  <c:v>42102</c:v>
                </c:pt>
                <c:pt idx="3722">
                  <c:v>42103</c:v>
                </c:pt>
                <c:pt idx="3723">
                  <c:v>42104</c:v>
                </c:pt>
                <c:pt idx="3724">
                  <c:v>42107</c:v>
                </c:pt>
                <c:pt idx="3725">
                  <c:v>42108</c:v>
                </c:pt>
                <c:pt idx="3726">
                  <c:v>42109</c:v>
                </c:pt>
                <c:pt idx="3727">
                  <c:v>42110</c:v>
                </c:pt>
                <c:pt idx="3728">
                  <c:v>42111</c:v>
                </c:pt>
                <c:pt idx="3729">
                  <c:v>42114</c:v>
                </c:pt>
                <c:pt idx="3730">
                  <c:v>42115</c:v>
                </c:pt>
                <c:pt idx="3731">
                  <c:v>42116</c:v>
                </c:pt>
                <c:pt idx="3732">
                  <c:v>42117</c:v>
                </c:pt>
                <c:pt idx="3733">
                  <c:v>42118</c:v>
                </c:pt>
                <c:pt idx="3734">
                  <c:v>42121</c:v>
                </c:pt>
                <c:pt idx="3735">
                  <c:v>42122</c:v>
                </c:pt>
                <c:pt idx="3736">
                  <c:v>42123</c:v>
                </c:pt>
                <c:pt idx="3737">
                  <c:v>42124</c:v>
                </c:pt>
                <c:pt idx="3738">
                  <c:v>42125</c:v>
                </c:pt>
                <c:pt idx="3739">
                  <c:v>42128</c:v>
                </c:pt>
                <c:pt idx="3740">
                  <c:v>42129</c:v>
                </c:pt>
                <c:pt idx="3741">
                  <c:v>42130</c:v>
                </c:pt>
                <c:pt idx="3742">
                  <c:v>42131</c:v>
                </c:pt>
                <c:pt idx="3743">
                  <c:v>42132</c:v>
                </c:pt>
                <c:pt idx="3744">
                  <c:v>42135</c:v>
                </c:pt>
                <c:pt idx="3745">
                  <c:v>42136</c:v>
                </c:pt>
                <c:pt idx="3746">
                  <c:v>42137</c:v>
                </c:pt>
                <c:pt idx="3747">
                  <c:v>42138</c:v>
                </c:pt>
                <c:pt idx="3748">
                  <c:v>42139</c:v>
                </c:pt>
                <c:pt idx="3749">
                  <c:v>42142</c:v>
                </c:pt>
                <c:pt idx="3750">
                  <c:v>42143</c:v>
                </c:pt>
                <c:pt idx="3751">
                  <c:v>42144</c:v>
                </c:pt>
                <c:pt idx="3752">
                  <c:v>42145</c:v>
                </c:pt>
                <c:pt idx="3753">
                  <c:v>42146</c:v>
                </c:pt>
                <c:pt idx="3754">
                  <c:v>42149</c:v>
                </c:pt>
                <c:pt idx="3755">
                  <c:v>42150</c:v>
                </c:pt>
                <c:pt idx="3756">
                  <c:v>42151</c:v>
                </c:pt>
                <c:pt idx="3757">
                  <c:v>42152</c:v>
                </c:pt>
                <c:pt idx="3758">
                  <c:v>42153</c:v>
                </c:pt>
                <c:pt idx="3759">
                  <c:v>42156</c:v>
                </c:pt>
                <c:pt idx="3760">
                  <c:v>42157</c:v>
                </c:pt>
                <c:pt idx="3761">
                  <c:v>42158</c:v>
                </c:pt>
                <c:pt idx="3762">
                  <c:v>42159</c:v>
                </c:pt>
                <c:pt idx="3763">
                  <c:v>42160</c:v>
                </c:pt>
                <c:pt idx="3764">
                  <c:v>42163</c:v>
                </c:pt>
                <c:pt idx="3765">
                  <c:v>42164</c:v>
                </c:pt>
                <c:pt idx="3766">
                  <c:v>42165</c:v>
                </c:pt>
                <c:pt idx="3767">
                  <c:v>42166</c:v>
                </c:pt>
                <c:pt idx="3768">
                  <c:v>42167</c:v>
                </c:pt>
                <c:pt idx="3769">
                  <c:v>42170</c:v>
                </c:pt>
                <c:pt idx="3770">
                  <c:v>42171</c:v>
                </c:pt>
                <c:pt idx="3771">
                  <c:v>42172</c:v>
                </c:pt>
                <c:pt idx="3772">
                  <c:v>42173</c:v>
                </c:pt>
                <c:pt idx="3773">
                  <c:v>42174</c:v>
                </c:pt>
                <c:pt idx="3774">
                  <c:v>42177</c:v>
                </c:pt>
                <c:pt idx="3775">
                  <c:v>42178</c:v>
                </c:pt>
                <c:pt idx="3776">
                  <c:v>42179</c:v>
                </c:pt>
                <c:pt idx="3777">
                  <c:v>42180</c:v>
                </c:pt>
                <c:pt idx="3778">
                  <c:v>42181</c:v>
                </c:pt>
                <c:pt idx="3779">
                  <c:v>42184</c:v>
                </c:pt>
                <c:pt idx="3780">
                  <c:v>42185</c:v>
                </c:pt>
                <c:pt idx="3781">
                  <c:v>42186</c:v>
                </c:pt>
                <c:pt idx="3782">
                  <c:v>42187</c:v>
                </c:pt>
                <c:pt idx="3783">
                  <c:v>42188</c:v>
                </c:pt>
                <c:pt idx="3784">
                  <c:v>42191</c:v>
                </c:pt>
                <c:pt idx="3785">
                  <c:v>42192</c:v>
                </c:pt>
                <c:pt idx="3786">
                  <c:v>42193</c:v>
                </c:pt>
                <c:pt idx="3787">
                  <c:v>42194</c:v>
                </c:pt>
                <c:pt idx="3788">
                  <c:v>42195</c:v>
                </c:pt>
                <c:pt idx="3789">
                  <c:v>42198</c:v>
                </c:pt>
                <c:pt idx="3790">
                  <c:v>42199</c:v>
                </c:pt>
                <c:pt idx="3791">
                  <c:v>42200</c:v>
                </c:pt>
                <c:pt idx="3792">
                  <c:v>42201</c:v>
                </c:pt>
                <c:pt idx="3793">
                  <c:v>42202</c:v>
                </c:pt>
                <c:pt idx="3794">
                  <c:v>42205</c:v>
                </c:pt>
                <c:pt idx="3795">
                  <c:v>42206</c:v>
                </c:pt>
                <c:pt idx="3796">
                  <c:v>42207</c:v>
                </c:pt>
                <c:pt idx="3797">
                  <c:v>42208</c:v>
                </c:pt>
                <c:pt idx="3798">
                  <c:v>42209</c:v>
                </c:pt>
                <c:pt idx="3799">
                  <c:v>42212</c:v>
                </c:pt>
                <c:pt idx="3800">
                  <c:v>42213</c:v>
                </c:pt>
                <c:pt idx="3801">
                  <c:v>42214</c:v>
                </c:pt>
                <c:pt idx="3802">
                  <c:v>42215</c:v>
                </c:pt>
                <c:pt idx="3803">
                  <c:v>42216</c:v>
                </c:pt>
                <c:pt idx="3804">
                  <c:v>42219</c:v>
                </c:pt>
                <c:pt idx="3805">
                  <c:v>42220</c:v>
                </c:pt>
                <c:pt idx="3806">
                  <c:v>42221</c:v>
                </c:pt>
                <c:pt idx="3807">
                  <c:v>42222</c:v>
                </c:pt>
                <c:pt idx="3808">
                  <c:v>42223</c:v>
                </c:pt>
                <c:pt idx="3809">
                  <c:v>42226</c:v>
                </c:pt>
                <c:pt idx="3810">
                  <c:v>42227</c:v>
                </c:pt>
                <c:pt idx="3811">
                  <c:v>42228</c:v>
                </c:pt>
                <c:pt idx="3812">
                  <c:v>42229</c:v>
                </c:pt>
                <c:pt idx="3813">
                  <c:v>42230</c:v>
                </c:pt>
                <c:pt idx="3814">
                  <c:v>42233</c:v>
                </c:pt>
                <c:pt idx="3815">
                  <c:v>42234</c:v>
                </c:pt>
                <c:pt idx="3816">
                  <c:v>42235</c:v>
                </c:pt>
                <c:pt idx="3817">
                  <c:v>42236</c:v>
                </c:pt>
                <c:pt idx="3818">
                  <c:v>42237</c:v>
                </c:pt>
                <c:pt idx="3819">
                  <c:v>42240</c:v>
                </c:pt>
                <c:pt idx="3820">
                  <c:v>42241</c:v>
                </c:pt>
                <c:pt idx="3821">
                  <c:v>42242</c:v>
                </c:pt>
                <c:pt idx="3822">
                  <c:v>42243</c:v>
                </c:pt>
                <c:pt idx="3823">
                  <c:v>42244</c:v>
                </c:pt>
                <c:pt idx="3824">
                  <c:v>42247</c:v>
                </c:pt>
                <c:pt idx="3825">
                  <c:v>42248</c:v>
                </c:pt>
                <c:pt idx="3826">
                  <c:v>42249</c:v>
                </c:pt>
                <c:pt idx="3827">
                  <c:v>42250</c:v>
                </c:pt>
                <c:pt idx="3828">
                  <c:v>42251</c:v>
                </c:pt>
                <c:pt idx="3829">
                  <c:v>42254</c:v>
                </c:pt>
                <c:pt idx="3830">
                  <c:v>42255</c:v>
                </c:pt>
                <c:pt idx="3831">
                  <c:v>42256</c:v>
                </c:pt>
                <c:pt idx="3832">
                  <c:v>42257</c:v>
                </c:pt>
                <c:pt idx="3833">
                  <c:v>42258</c:v>
                </c:pt>
                <c:pt idx="3834">
                  <c:v>42261</c:v>
                </c:pt>
                <c:pt idx="3835">
                  <c:v>42262</c:v>
                </c:pt>
                <c:pt idx="3836">
                  <c:v>42263</c:v>
                </c:pt>
                <c:pt idx="3837">
                  <c:v>42264</c:v>
                </c:pt>
                <c:pt idx="3838">
                  <c:v>42265</c:v>
                </c:pt>
                <c:pt idx="3839">
                  <c:v>42268</c:v>
                </c:pt>
                <c:pt idx="3840">
                  <c:v>42269</c:v>
                </c:pt>
                <c:pt idx="3841">
                  <c:v>42270</c:v>
                </c:pt>
                <c:pt idx="3842">
                  <c:v>42271</c:v>
                </c:pt>
                <c:pt idx="3843">
                  <c:v>42272</c:v>
                </c:pt>
                <c:pt idx="3844">
                  <c:v>42275</c:v>
                </c:pt>
                <c:pt idx="3845">
                  <c:v>42276</c:v>
                </c:pt>
                <c:pt idx="3846">
                  <c:v>42277</c:v>
                </c:pt>
                <c:pt idx="3847">
                  <c:v>42278</c:v>
                </c:pt>
                <c:pt idx="3848">
                  <c:v>42279</c:v>
                </c:pt>
                <c:pt idx="3849">
                  <c:v>42282</c:v>
                </c:pt>
                <c:pt idx="3850">
                  <c:v>42283</c:v>
                </c:pt>
                <c:pt idx="3851">
                  <c:v>42284</c:v>
                </c:pt>
                <c:pt idx="3852">
                  <c:v>42285</c:v>
                </c:pt>
                <c:pt idx="3853">
                  <c:v>42286</c:v>
                </c:pt>
                <c:pt idx="3854">
                  <c:v>42289</c:v>
                </c:pt>
                <c:pt idx="3855">
                  <c:v>42290</c:v>
                </c:pt>
                <c:pt idx="3856">
                  <c:v>42291</c:v>
                </c:pt>
                <c:pt idx="3857">
                  <c:v>42292</c:v>
                </c:pt>
                <c:pt idx="3858">
                  <c:v>42293</c:v>
                </c:pt>
                <c:pt idx="3859">
                  <c:v>42296</c:v>
                </c:pt>
                <c:pt idx="3860">
                  <c:v>42297</c:v>
                </c:pt>
                <c:pt idx="3861">
                  <c:v>42298</c:v>
                </c:pt>
                <c:pt idx="3862">
                  <c:v>42299</c:v>
                </c:pt>
                <c:pt idx="3863">
                  <c:v>42300</c:v>
                </c:pt>
                <c:pt idx="3864">
                  <c:v>42303</c:v>
                </c:pt>
                <c:pt idx="3865">
                  <c:v>42304</c:v>
                </c:pt>
                <c:pt idx="3866">
                  <c:v>42305</c:v>
                </c:pt>
                <c:pt idx="3867">
                  <c:v>42306</c:v>
                </c:pt>
                <c:pt idx="3868">
                  <c:v>42307</c:v>
                </c:pt>
                <c:pt idx="3869">
                  <c:v>42310</c:v>
                </c:pt>
                <c:pt idx="3870">
                  <c:v>42311</c:v>
                </c:pt>
                <c:pt idx="3871">
                  <c:v>42312</c:v>
                </c:pt>
                <c:pt idx="3872">
                  <c:v>42313</c:v>
                </c:pt>
                <c:pt idx="3873">
                  <c:v>42314</c:v>
                </c:pt>
                <c:pt idx="3874">
                  <c:v>42317</c:v>
                </c:pt>
                <c:pt idx="3875">
                  <c:v>42318</c:v>
                </c:pt>
                <c:pt idx="3876">
                  <c:v>42319</c:v>
                </c:pt>
                <c:pt idx="3877">
                  <c:v>42320</c:v>
                </c:pt>
                <c:pt idx="3878">
                  <c:v>42321</c:v>
                </c:pt>
                <c:pt idx="3879">
                  <c:v>42324</c:v>
                </c:pt>
                <c:pt idx="3880">
                  <c:v>42325</c:v>
                </c:pt>
                <c:pt idx="3881">
                  <c:v>42326</c:v>
                </c:pt>
                <c:pt idx="3882">
                  <c:v>42327</c:v>
                </c:pt>
                <c:pt idx="3883">
                  <c:v>42328</c:v>
                </c:pt>
                <c:pt idx="3884">
                  <c:v>42331</c:v>
                </c:pt>
                <c:pt idx="3885">
                  <c:v>42332</c:v>
                </c:pt>
                <c:pt idx="3886">
                  <c:v>42333</c:v>
                </c:pt>
                <c:pt idx="3887">
                  <c:v>42334</c:v>
                </c:pt>
                <c:pt idx="3888">
                  <c:v>42335</c:v>
                </c:pt>
                <c:pt idx="3889">
                  <c:v>42338</c:v>
                </c:pt>
                <c:pt idx="3890">
                  <c:v>42339</c:v>
                </c:pt>
                <c:pt idx="3891">
                  <c:v>42340</c:v>
                </c:pt>
                <c:pt idx="3892">
                  <c:v>42341</c:v>
                </c:pt>
                <c:pt idx="3893">
                  <c:v>42342</c:v>
                </c:pt>
                <c:pt idx="3894">
                  <c:v>42345</c:v>
                </c:pt>
                <c:pt idx="3895">
                  <c:v>42346</c:v>
                </c:pt>
                <c:pt idx="3896">
                  <c:v>42347</c:v>
                </c:pt>
                <c:pt idx="3897">
                  <c:v>42348</c:v>
                </c:pt>
                <c:pt idx="3898">
                  <c:v>42349</c:v>
                </c:pt>
                <c:pt idx="3899">
                  <c:v>42352</c:v>
                </c:pt>
                <c:pt idx="3900">
                  <c:v>42353</c:v>
                </c:pt>
                <c:pt idx="3901">
                  <c:v>42354</c:v>
                </c:pt>
                <c:pt idx="3902">
                  <c:v>42355</c:v>
                </c:pt>
                <c:pt idx="3903">
                  <c:v>42356</c:v>
                </c:pt>
                <c:pt idx="3904">
                  <c:v>42359</c:v>
                </c:pt>
                <c:pt idx="3905">
                  <c:v>42360</c:v>
                </c:pt>
                <c:pt idx="3906">
                  <c:v>42361</c:v>
                </c:pt>
                <c:pt idx="3907">
                  <c:v>42362</c:v>
                </c:pt>
                <c:pt idx="3908">
                  <c:v>42363</c:v>
                </c:pt>
                <c:pt idx="3909">
                  <c:v>42366</c:v>
                </c:pt>
                <c:pt idx="3910">
                  <c:v>42367</c:v>
                </c:pt>
                <c:pt idx="3911">
                  <c:v>42368</c:v>
                </c:pt>
                <c:pt idx="3912">
                  <c:v>42369</c:v>
                </c:pt>
                <c:pt idx="3913">
                  <c:v>42370</c:v>
                </c:pt>
                <c:pt idx="3914">
                  <c:v>42373</c:v>
                </c:pt>
                <c:pt idx="3915">
                  <c:v>42374</c:v>
                </c:pt>
                <c:pt idx="3916">
                  <c:v>42375</c:v>
                </c:pt>
                <c:pt idx="3917">
                  <c:v>42376</c:v>
                </c:pt>
                <c:pt idx="3918">
                  <c:v>42377</c:v>
                </c:pt>
                <c:pt idx="3919">
                  <c:v>42380</c:v>
                </c:pt>
                <c:pt idx="3920">
                  <c:v>42381</c:v>
                </c:pt>
                <c:pt idx="3921">
                  <c:v>42382</c:v>
                </c:pt>
                <c:pt idx="3922">
                  <c:v>42383</c:v>
                </c:pt>
                <c:pt idx="3923">
                  <c:v>42384</c:v>
                </c:pt>
                <c:pt idx="3924">
                  <c:v>42387</c:v>
                </c:pt>
                <c:pt idx="3925">
                  <c:v>42388</c:v>
                </c:pt>
                <c:pt idx="3926">
                  <c:v>42389</c:v>
                </c:pt>
                <c:pt idx="3927">
                  <c:v>42390</c:v>
                </c:pt>
                <c:pt idx="3928">
                  <c:v>42391</c:v>
                </c:pt>
                <c:pt idx="3929">
                  <c:v>42394</c:v>
                </c:pt>
                <c:pt idx="3930">
                  <c:v>42395</c:v>
                </c:pt>
                <c:pt idx="3931">
                  <c:v>42396</c:v>
                </c:pt>
                <c:pt idx="3932">
                  <c:v>42397</c:v>
                </c:pt>
                <c:pt idx="3933">
                  <c:v>42398</c:v>
                </c:pt>
                <c:pt idx="3934">
                  <c:v>42401</c:v>
                </c:pt>
                <c:pt idx="3935">
                  <c:v>42402</c:v>
                </c:pt>
                <c:pt idx="3936">
                  <c:v>42403</c:v>
                </c:pt>
                <c:pt idx="3937">
                  <c:v>42404</c:v>
                </c:pt>
                <c:pt idx="3938">
                  <c:v>42405</c:v>
                </c:pt>
                <c:pt idx="3939">
                  <c:v>42408</c:v>
                </c:pt>
                <c:pt idx="3940">
                  <c:v>42409</c:v>
                </c:pt>
                <c:pt idx="3941">
                  <c:v>42410</c:v>
                </c:pt>
                <c:pt idx="3942">
                  <c:v>42411</c:v>
                </c:pt>
                <c:pt idx="3943">
                  <c:v>42412</c:v>
                </c:pt>
                <c:pt idx="3944">
                  <c:v>42415</c:v>
                </c:pt>
                <c:pt idx="3945">
                  <c:v>42416</c:v>
                </c:pt>
                <c:pt idx="3946">
                  <c:v>42417</c:v>
                </c:pt>
                <c:pt idx="3947">
                  <c:v>42418</c:v>
                </c:pt>
                <c:pt idx="3948">
                  <c:v>42419</c:v>
                </c:pt>
                <c:pt idx="3949">
                  <c:v>42422</c:v>
                </c:pt>
                <c:pt idx="3950">
                  <c:v>42423</c:v>
                </c:pt>
                <c:pt idx="3951">
                  <c:v>42424</c:v>
                </c:pt>
                <c:pt idx="3952">
                  <c:v>42425</c:v>
                </c:pt>
                <c:pt idx="3953">
                  <c:v>42426</c:v>
                </c:pt>
                <c:pt idx="3954">
                  <c:v>42429</c:v>
                </c:pt>
                <c:pt idx="3955">
                  <c:v>42430</c:v>
                </c:pt>
                <c:pt idx="3956">
                  <c:v>42431</c:v>
                </c:pt>
                <c:pt idx="3957">
                  <c:v>42432</c:v>
                </c:pt>
                <c:pt idx="3958">
                  <c:v>42433</c:v>
                </c:pt>
                <c:pt idx="3959">
                  <c:v>42436</c:v>
                </c:pt>
                <c:pt idx="3960">
                  <c:v>42437</c:v>
                </c:pt>
                <c:pt idx="3961">
                  <c:v>42438</c:v>
                </c:pt>
                <c:pt idx="3962">
                  <c:v>42439</c:v>
                </c:pt>
                <c:pt idx="3963">
                  <c:v>42440</c:v>
                </c:pt>
                <c:pt idx="3964">
                  <c:v>42443</c:v>
                </c:pt>
                <c:pt idx="3965">
                  <c:v>42444</c:v>
                </c:pt>
                <c:pt idx="3966">
                  <c:v>42445</c:v>
                </c:pt>
                <c:pt idx="3967">
                  <c:v>42446</c:v>
                </c:pt>
                <c:pt idx="3968">
                  <c:v>42447</c:v>
                </c:pt>
                <c:pt idx="3969">
                  <c:v>42450</c:v>
                </c:pt>
                <c:pt idx="3970">
                  <c:v>42451</c:v>
                </c:pt>
                <c:pt idx="3971">
                  <c:v>42452</c:v>
                </c:pt>
                <c:pt idx="3972">
                  <c:v>42453</c:v>
                </c:pt>
                <c:pt idx="3973">
                  <c:v>42454</c:v>
                </c:pt>
                <c:pt idx="3974">
                  <c:v>42457</c:v>
                </c:pt>
                <c:pt idx="3975">
                  <c:v>42458</c:v>
                </c:pt>
                <c:pt idx="3976">
                  <c:v>42459</c:v>
                </c:pt>
                <c:pt idx="3977">
                  <c:v>42460</c:v>
                </c:pt>
                <c:pt idx="3978">
                  <c:v>42461</c:v>
                </c:pt>
                <c:pt idx="3979">
                  <c:v>42464</c:v>
                </c:pt>
                <c:pt idx="3980">
                  <c:v>42465</c:v>
                </c:pt>
                <c:pt idx="3981">
                  <c:v>42466</c:v>
                </c:pt>
                <c:pt idx="3982">
                  <c:v>42467</c:v>
                </c:pt>
                <c:pt idx="3983">
                  <c:v>42468</c:v>
                </c:pt>
                <c:pt idx="3984">
                  <c:v>42471</c:v>
                </c:pt>
                <c:pt idx="3985">
                  <c:v>42472</c:v>
                </c:pt>
                <c:pt idx="3986">
                  <c:v>42473</c:v>
                </c:pt>
                <c:pt idx="3987">
                  <c:v>42474</c:v>
                </c:pt>
                <c:pt idx="3988">
                  <c:v>42475</c:v>
                </c:pt>
                <c:pt idx="3989">
                  <c:v>42478</c:v>
                </c:pt>
                <c:pt idx="3990">
                  <c:v>42479</c:v>
                </c:pt>
                <c:pt idx="3991">
                  <c:v>42480</c:v>
                </c:pt>
                <c:pt idx="3992">
                  <c:v>42481</c:v>
                </c:pt>
                <c:pt idx="3993">
                  <c:v>42482</c:v>
                </c:pt>
                <c:pt idx="3994">
                  <c:v>42485</c:v>
                </c:pt>
                <c:pt idx="3995">
                  <c:v>42486</c:v>
                </c:pt>
                <c:pt idx="3996">
                  <c:v>42487</c:v>
                </c:pt>
                <c:pt idx="3997">
                  <c:v>42488</c:v>
                </c:pt>
                <c:pt idx="3998">
                  <c:v>42489</c:v>
                </c:pt>
                <c:pt idx="3999">
                  <c:v>42492</c:v>
                </c:pt>
                <c:pt idx="4000">
                  <c:v>42493</c:v>
                </c:pt>
                <c:pt idx="4001">
                  <c:v>42494</c:v>
                </c:pt>
                <c:pt idx="4002">
                  <c:v>42495</c:v>
                </c:pt>
                <c:pt idx="4003">
                  <c:v>42496</c:v>
                </c:pt>
                <c:pt idx="4004">
                  <c:v>42499</c:v>
                </c:pt>
                <c:pt idx="4005">
                  <c:v>42500</c:v>
                </c:pt>
                <c:pt idx="4006">
                  <c:v>42501</c:v>
                </c:pt>
                <c:pt idx="4007">
                  <c:v>42502</c:v>
                </c:pt>
                <c:pt idx="4008">
                  <c:v>42503</c:v>
                </c:pt>
                <c:pt idx="4009">
                  <c:v>42506</c:v>
                </c:pt>
                <c:pt idx="4010">
                  <c:v>42507</c:v>
                </c:pt>
                <c:pt idx="4011">
                  <c:v>42508</c:v>
                </c:pt>
                <c:pt idx="4012">
                  <c:v>42509</c:v>
                </c:pt>
                <c:pt idx="4013">
                  <c:v>42510</c:v>
                </c:pt>
                <c:pt idx="4014">
                  <c:v>42513</c:v>
                </c:pt>
                <c:pt idx="4015">
                  <c:v>42514</c:v>
                </c:pt>
                <c:pt idx="4016">
                  <c:v>42515</c:v>
                </c:pt>
                <c:pt idx="4017">
                  <c:v>42516</c:v>
                </c:pt>
                <c:pt idx="4018">
                  <c:v>42517</c:v>
                </c:pt>
                <c:pt idx="4019">
                  <c:v>42520</c:v>
                </c:pt>
                <c:pt idx="4020">
                  <c:v>42521</c:v>
                </c:pt>
                <c:pt idx="4021">
                  <c:v>42522</c:v>
                </c:pt>
                <c:pt idx="4022">
                  <c:v>42523</c:v>
                </c:pt>
                <c:pt idx="4023">
                  <c:v>42524</c:v>
                </c:pt>
                <c:pt idx="4024">
                  <c:v>42527</c:v>
                </c:pt>
                <c:pt idx="4025">
                  <c:v>42528</c:v>
                </c:pt>
                <c:pt idx="4026">
                  <c:v>42529</c:v>
                </c:pt>
                <c:pt idx="4027">
                  <c:v>42530</c:v>
                </c:pt>
                <c:pt idx="4028">
                  <c:v>42531</c:v>
                </c:pt>
                <c:pt idx="4029">
                  <c:v>42534</c:v>
                </c:pt>
                <c:pt idx="4030">
                  <c:v>42535</c:v>
                </c:pt>
                <c:pt idx="4031">
                  <c:v>42536</c:v>
                </c:pt>
                <c:pt idx="4032">
                  <c:v>42537</c:v>
                </c:pt>
                <c:pt idx="4033">
                  <c:v>42538</c:v>
                </c:pt>
                <c:pt idx="4034">
                  <c:v>42541</c:v>
                </c:pt>
                <c:pt idx="4035">
                  <c:v>42542</c:v>
                </c:pt>
                <c:pt idx="4036">
                  <c:v>42543</c:v>
                </c:pt>
                <c:pt idx="4037">
                  <c:v>42544</c:v>
                </c:pt>
                <c:pt idx="4038">
                  <c:v>42545</c:v>
                </c:pt>
                <c:pt idx="4039">
                  <c:v>42548</c:v>
                </c:pt>
                <c:pt idx="4040">
                  <c:v>42549</c:v>
                </c:pt>
                <c:pt idx="4041">
                  <c:v>42550</c:v>
                </c:pt>
                <c:pt idx="4042">
                  <c:v>42551</c:v>
                </c:pt>
                <c:pt idx="4043">
                  <c:v>42552</c:v>
                </c:pt>
                <c:pt idx="4044">
                  <c:v>42555</c:v>
                </c:pt>
                <c:pt idx="4045">
                  <c:v>42556</c:v>
                </c:pt>
                <c:pt idx="4046">
                  <c:v>42557</c:v>
                </c:pt>
                <c:pt idx="4047">
                  <c:v>42558</c:v>
                </c:pt>
                <c:pt idx="4048">
                  <c:v>42559</c:v>
                </c:pt>
                <c:pt idx="4049">
                  <c:v>42562</c:v>
                </c:pt>
                <c:pt idx="4050">
                  <c:v>42563</c:v>
                </c:pt>
                <c:pt idx="4051">
                  <c:v>42564</c:v>
                </c:pt>
                <c:pt idx="4052">
                  <c:v>42565</c:v>
                </c:pt>
                <c:pt idx="4053">
                  <c:v>42566</c:v>
                </c:pt>
                <c:pt idx="4054">
                  <c:v>42569</c:v>
                </c:pt>
                <c:pt idx="4055">
                  <c:v>42570</c:v>
                </c:pt>
                <c:pt idx="4056">
                  <c:v>42571</c:v>
                </c:pt>
                <c:pt idx="4057">
                  <c:v>42572</c:v>
                </c:pt>
                <c:pt idx="4058">
                  <c:v>42573</c:v>
                </c:pt>
                <c:pt idx="4059">
                  <c:v>42576</c:v>
                </c:pt>
                <c:pt idx="4060">
                  <c:v>42577</c:v>
                </c:pt>
                <c:pt idx="4061">
                  <c:v>42578</c:v>
                </c:pt>
                <c:pt idx="4062">
                  <c:v>42579</c:v>
                </c:pt>
                <c:pt idx="4063">
                  <c:v>42580</c:v>
                </c:pt>
                <c:pt idx="4064">
                  <c:v>42583</c:v>
                </c:pt>
                <c:pt idx="4065">
                  <c:v>42584</c:v>
                </c:pt>
                <c:pt idx="4066">
                  <c:v>42585</c:v>
                </c:pt>
                <c:pt idx="4067">
                  <c:v>42586</c:v>
                </c:pt>
                <c:pt idx="4068">
                  <c:v>42587</c:v>
                </c:pt>
                <c:pt idx="4069">
                  <c:v>42590</c:v>
                </c:pt>
                <c:pt idx="4070">
                  <c:v>42591</c:v>
                </c:pt>
                <c:pt idx="4071">
                  <c:v>42592</c:v>
                </c:pt>
                <c:pt idx="4072">
                  <c:v>42593</c:v>
                </c:pt>
                <c:pt idx="4073">
                  <c:v>42594</c:v>
                </c:pt>
                <c:pt idx="4074">
                  <c:v>42597</c:v>
                </c:pt>
                <c:pt idx="4075">
                  <c:v>42598</c:v>
                </c:pt>
                <c:pt idx="4076">
                  <c:v>42599</c:v>
                </c:pt>
                <c:pt idx="4077">
                  <c:v>42600</c:v>
                </c:pt>
                <c:pt idx="4078">
                  <c:v>42601</c:v>
                </c:pt>
                <c:pt idx="4079">
                  <c:v>42604</c:v>
                </c:pt>
                <c:pt idx="4080">
                  <c:v>42605</c:v>
                </c:pt>
                <c:pt idx="4081">
                  <c:v>42606</c:v>
                </c:pt>
                <c:pt idx="4082">
                  <c:v>42607</c:v>
                </c:pt>
                <c:pt idx="4083">
                  <c:v>42608</c:v>
                </c:pt>
                <c:pt idx="4084">
                  <c:v>42611</c:v>
                </c:pt>
                <c:pt idx="4085">
                  <c:v>42612</c:v>
                </c:pt>
                <c:pt idx="4086">
                  <c:v>42613</c:v>
                </c:pt>
                <c:pt idx="4087">
                  <c:v>42614</c:v>
                </c:pt>
                <c:pt idx="4088">
                  <c:v>42615</c:v>
                </c:pt>
                <c:pt idx="4089">
                  <c:v>42618</c:v>
                </c:pt>
                <c:pt idx="4090">
                  <c:v>42619</c:v>
                </c:pt>
                <c:pt idx="4091">
                  <c:v>42620</c:v>
                </c:pt>
                <c:pt idx="4092">
                  <c:v>42621</c:v>
                </c:pt>
                <c:pt idx="4093">
                  <c:v>42622</c:v>
                </c:pt>
                <c:pt idx="4094">
                  <c:v>42625</c:v>
                </c:pt>
                <c:pt idx="4095">
                  <c:v>42626</c:v>
                </c:pt>
                <c:pt idx="4096">
                  <c:v>42627</c:v>
                </c:pt>
                <c:pt idx="4097">
                  <c:v>42628</c:v>
                </c:pt>
                <c:pt idx="4098">
                  <c:v>42629</c:v>
                </c:pt>
                <c:pt idx="4099">
                  <c:v>42632</c:v>
                </c:pt>
                <c:pt idx="4100">
                  <c:v>42633</c:v>
                </c:pt>
                <c:pt idx="4101">
                  <c:v>42634</c:v>
                </c:pt>
                <c:pt idx="4102">
                  <c:v>42635</c:v>
                </c:pt>
                <c:pt idx="4103">
                  <c:v>42636</c:v>
                </c:pt>
                <c:pt idx="4104">
                  <c:v>42639</c:v>
                </c:pt>
                <c:pt idx="4105">
                  <c:v>42640</c:v>
                </c:pt>
                <c:pt idx="4106">
                  <c:v>42641</c:v>
                </c:pt>
                <c:pt idx="4107">
                  <c:v>42642</c:v>
                </c:pt>
                <c:pt idx="4108">
                  <c:v>42643</c:v>
                </c:pt>
                <c:pt idx="4109">
                  <c:v>42646</c:v>
                </c:pt>
                <c:pt idx="4110">
                  <c:v>42647</c:v>
                </c:pt>
                <c:pt idx="4111">
                  <c:v>42648</c:v>
                </c:pt>
                <c:pt idx="4112">
                  <c:v>42649</c:v>
                </c:pt>
                <c:pt idx="4113">
                  <c:v>42650</c:v>
                </c:pt>
                <c:pt idx="4114">
                  <c:v>42653</c:v>
                </c:pt>
                <c:pt idx="4115">
                  <c:v>42654</c:v>
                </c:pt>
                <c:pt idx="4116">
                  <c:v>42655</c:v>
                </c:pt>
                <c:pt idx="4117">
                  <c:v>42656</c:v>
                </c:pt>
                <c:pt idx="4118">
                  <c:v>42657</c:v>
                </c:pt>
                <c:pt idx="4119">
                  <c:v>42660</c:v>
                </c:pt>
                <c:pt idx="4120">
                  <c:v>42661</c:v>
                </c:pt>
                <c:pt idx="4121">
                  <c:v>42662</c:v>
                </c:pt>
                <c:pt idx="4122">
                  <c:v>42663</c:v>
                </c:pt>
                <c:pt idx="4123">
                  <c:v>42664</c:v>
                </c:pt>
                <c:pt idx="4124">
                  <c:v>42667</c:v>
                </c:pt>
                <c:pt idx="4125">
                  <c:v>42668</c:v>
                </c:pt>
                <c:pt idx="4126">
                  <c:v>42669</c:v>
                </c:pt>
                <c:pt idx="4127">
                  <c:v>42670</c:v>
                </c:pt>
                <c:pt idx="4128">
                  <c:v>42671</c:v>
                </c:pt>
                <c:pt idx="4129">
                  <c:v>42674</c:v>
                </c:pt>
                <c:pt idx="4130">
                  <c:v>42675</c:v>
                </c:pt>
                <c:pt idx="4131">
                  <c:v>42676</c:v>
                </c:pt>
                <c:pt idx="4132">
                  <c:v>42677</c:v>
                </c:pt>
                <c:pt idx="4133">
                  <c:v>42678</c:v>
                </c:pt>
                <c:pt idx="4134">
                  <c:v>42681</c:v>
                </c:pt>
                <c:pt idx="4135">
                  <c:v>42682</c:v>
                </c:pt>
                <c:pt idx="4136">
                  <c:v>42683</c:v>
                </c:pt>
                <c:pt idx="4137">
                  <c:v>42684</c:v>
                </c:pt>
                <c:pt idx="4138">
                  <c:v>42685</c:v>
                </c:pt>
                <c:pt idx="4139">
                  <c:v>42688</c:v>
                </c:pt>
                <c:pt idx="4140">
                  <c:v>42689</c:v>
                </c:pt>
                <c:pt idx="4141">
                  <c:v>42690</c:v>
                </c:pt>
                <c:pt idx="4142">
                  <c:v>42691</c:v>
                </c:pt>
                <c:pt idx="4143">
                  <c:v>42692</c:v>
                </c:pt>
                <c:pt idx="4144">
                  <c:v>42695</c:v>
                </c:pt>
                <c:pt idx="4145">
                  <c:v>42696</c:v>
                </c:pt>
                <c:pt idx="4146">
                  <c:v>42697</c:v>
                </c:pt>
                <c:pt idx="4147">
                  <c:v>42698</c:v>
                </c:pt>
                <c:pt idx="4148">
                  <c:v>42699</c:v>
                </c:pt>
                <c:pt idx="4149">
                  <c:v>42702</c:v>
                </c:pt>
                <c:pt idx="4150">
                  <c:v>42703</c:v>
                </c:pt>
                <c:pt idx="4151">
                  <c:v>42704</c:v>
                </c:pt>
                <c:pt idx="4152">
                  <c:v>42705</c:v>
                </c:pt>
                <c:pt idx="4153">
                  <c:v>42706</c:v>
                </c:pt>
                <c:pt idx="4154">
                  <c:v>42709</c:v>
                </c:pt>
                <c:pt idx="4155">
                  <c:v>42710</c:v>
                </c:pt>
                <c:pt idx="4156">
                  <c:v>42711</c:v>
                </c:pt>
                <c:pt idx="4157">
                  <c:v>42712</c:v>
                </c:pt>
                <c:pt idx="4158">
                  <c:v>42713</c:v>
                </c:pt>
                <c:pt idx="4159">
                  <c:v>42716</c:v>
                </c:pt>
                <c:pt idx="4160">
                  <c:v>42717</c:v>
                </c:pt>
                <c:pt idx="4161">
                  <c:v>42718</c:v>
                </c:pt>
                <c:pt idx="4162">
                  <c:v>42719</c:v>
                </c:pt>
                <c:pt idx="4163">
                  <c:v>42720</c:v>
                </c:pt>
                <c:pt idx="4164">
                  <c:v>42723</c:v>
                </c:pt>
                <c:pt idx="4165">
                  <c:v>42724</c:v>
                </c:pt>
                <c:pt idx="4166">
                  <c:v>42725</c:v>
                </c:pt>
                <c:pt idx="4167">
                  <c:v>42726</c:v>
                </c:pt>
                <c:pt idx="4168">
                  <c:v>42727</c:v>
                </c:pt>
                <c:pt idx="4169">
                  <c:v>42730</c:v>
                </c:pt>
                <c:pt idx="4170">
                  <c:v>42731</c:v>
                </c:pt>
                <c:pt idx="4171">
                  <c:v>42732</c:v>
                </c:pt>
                <c:pt idx="4172">
                  <c:v>42733</c:v>
                </c:pt>
                <c:pt idx="4173">
                  <c:v>42734</c:v>
                </c:pt>
                <c:pt idx="4174">
                  <c:v>42737</c:v>
                </c:pt>
                <c:pt idx="4175">
                  <c:v>42738</c:v>
                </c:pt>
                <c:pt idx="4176">
                  <c:v>42739</c:v>
                </c:pt>
                <c:pt idx="4177">
                  <c:v>42740</c:v>
                </c:pt>
                <c:pt idx="4178">
                  <c:v>42741</c:v>
                </c:pt>
                <c:pt idx="4179">
                  <c:v>42744</c:v>
                </c:pt>
                <c:pt idx="4180">
                  <c:v>42745</c:v>
                </c:pt>
                <c:pt idx="4181">
                  <c:v>42746</c:v>
                </c:pt>
                <c:pt idx="4182">
                  <c:v>42747</c:v>
                </c:pt>
                <c:pt idx="4183">
                  <c:v>42748</c:v>
                </c:pt>
                <c:pt idx="4184">
                  <c:v>42751</c:v>
                </c:pt>
                <c:pt idx="4185">
                  <c:v>42752</c:v>
                </c:pt>
                <c:pt idx="4186">
                  <c:v>42753</c:v>
                </c:pt>
                <c:pt idx="4187">
                  <c:v>42754</c:v>
                </c:pt>
                <c:pt idx="4188">
                  <c:v>42755</c:v>
                </c:pt>
                <c:pt idx="4189">
                  <c:v>42758</c:v>
                </c:pt>
                <c:pt idx="4190">
                  <c:v>42759</c:v>
                </c:pt>
                <c:pt idx="4191">
                  <c:v>42760</c:v>
                </c:pt>
                <c:pt idx="4192">
                  <c:v>42761</c:v>
                </c:pt>
                <c:pt idx="4193">
                  <c:v>42762</c:v>
                </c:pt>
                <c:pt idx="4194">
                  <c:v>42765</c:v>
                </c:pt>
                <c:pt idx="4195">
                  <c:v>42766</c:v>
                </c:pt>
                <c:pt idx="4196">
                  <c:v>42767</c:v>
                </c:pt>
                <c:pt idx="4197">
                  <c:v>42768</c:v>
                </c:pt>
                <c:pt idx="4198">
                  <c:v>42769</c:v>
                </c:pt>
                <c:pt idx="4199">
                  <c:v>42772</c:v>
                </c:pt>
                <c:pt idx="4200">
                  <c:v>42773</c:v>
                </c:pt>
                <c:pt idx="4201">
                  <c:v>42774</c:v>
                </c:pt>
                <c:pt idx="4202">
                  <c:v>42775</c:v>
                </c:pt>
                <c:pt idx="4203">
                  <c:v>42776</c:v>
                </c:pt>
                <c:pt idx="4204">
                  <c:v>42779</c:v>
                </c:pt>
                <c:pt idx="4205">
                  <c:v>42780</c:v>
                </c:pt>
                <c:pt idx="4206">
                  <c:v>42781</c:v>
                </c:pt>
                <c:pt idx="4207">
                  <c:v>42782</c:v>
                </c:pt>
                <c:pt idx="4208">
                  <c:v>42783</c:v>
                </c:pt>
                <c:pt idx="4209">
                  <c:v>42786</c:v>
                </c:pt>
                <c:pt idx="4210">
                  <c:v>42787</c:v>
                </c:pt>
                <c:pt idx="4211">
                  <c:v>42788</c:v>
                </c:pt>
                <c:pt idx="4212">
                  <c:v>42789</c:v>
                </c:pt>
                <c:pt idx="4213">
                  <c:v>42790</c:v>
                </c:pt>
                <c:pt idx="4214">
                  <c:v>42793</c:v>
                </c:pt>
                <c:pt idx="4215">
                  <c:v>42794</c:v>
                </c:pt>
                <c:pt idx="4216">
                  <c:v>42795</c:v>
                </c:pt>
                <c:pt idx="4217">
                  <c:v>42796</c:v>
                </c:pt>
                <c:pt idx="4218">
                  <c:v>42797</c:v>
                </c:pt>
                <c:pt idx="4219">
                  <c:v>42800</c:v>
                </c:pt>
                <c:pt idx="4220">
                  <c:v>42801</c:v>
                </c:pt>
                <c:pt idx="4221">
                  <c:v>42802</c:v>
                </c:pt>
                <c:pt idx="4222">
                  <c:v>42803</c:v>
                </c:pt>
                <c:pt idx="4223">
                  <c:v>42804</c:v>
                </c:pt>
                <c:pt idx="4224">
                  <c:v>42807</c:v>
                </c:pt>
                <c:pt idx="4225">
                  <c:v>42808</c:v>
                </c:pt>
                <c:pt idx="4226">
                  <c:v>42809</c:v>
                </c:pt>
                <c:pt idx="4227">
                  <c:v>42810</c:v>
                </c:pt>
                <c:pt idx="4228">
                  <c:v>42811</c:v>
                </c:pt>
                <c:pt idx="4229">
                  <c:v>42814</c:v>
                </c:pt>
                <c:pt idx="4230">
                  <c:v>42815</c:v>
                </c:pt>
                <c:pt idx="4231">
                  <c:v>42816</c:v>
                </c:pt>
                <c:pt idx="4232">
                  <c:v>42817</c:v>
                </c:pt>
                <c:pt idx="4233">
                  <c:v>42818</c:v>
                </c:pt>
                <c:pt idx="4234">
                  <c:v>42821</c:v>
                </c:pt>
                <c:pt idx="4235">
                  <c:v>42822</c:v>
                </c:pt>
                <c:pt idx="4236">
                  <c:v>42823</c:v>
                </c:pt>
                <c:pt idx="4237">
                  <c:v>42824</c:v>
                </c:pt>
                <c:pt idx="4238">
                  <c:v>42825</c:v>
                </c:pt>
                <c:pt idx="4239">
                  <c:v>42828</c:v>
                </c:pt>
                <c:pt idx="4240">
                  <c:v>42829</c:v>
                </c:pt>
                <c:pt idx="4241">
                  <c:v>42830</c:v>
                </c:pt>
                <c:pt idx="4242">
                  <c:v>42831</c:v>
                </c:pt>
                <c:pt idx="4243">
                  <c:v>42832</c:v>
                </c:pt>
                <c:pt idx="4244">
                  <c:v>42835</c:v>
                </c:pt>
                <c:pt idx="4245">
                  <c:v>42836</c:v>
                </c:pt>
                <c:pt idx="4246">
                  <c:v>42837</c:v>
                </c:pt>
                <c:pt idx="4247">
                  <c:v>42838</c:v>
                </c:pt>
                <c:pt idx="4248">
                  <c:v>42839</c:v>
                </c:pt>
                <c:pt idx="4249">
                  <c:v>42842</c:v>
                </c:pt>
                <c:pt idx="4250">
                  <c:v>42843</c:v>
                </c:pt>
                <c:pt idx="4251">
                  <c:v>42844</c:v>
                </c:pt>
                <c:pt idx="4252">
                  <c:v>42845</c:v>
                </c:pt>
                <c:pt idx="4253">
                  <c:v>42846</c:v>
                </c:pt>
                <c:pt idx="4254">
                  <c:v>42849</c:v>
                </c:pt>
                <c:pt idx="4255">
                  <c:v>42850</c:v>
                </c:pt>
                <c:pt idx="4256">
                  <c:v>42851</c:v>
                </c:pt>
                <c:pt idx="4257">
                  <c:v>42852</c:v>
                </c:pt>
                <c:pt idx="4258">
                  <c:v>42853</c:v>
                </c:pt>
                <c:pt idx="4259">
                  <c:v>42856</c:v>
                </c:pt>
                <c:pt idx="4260">
                  <c:v>42857</c:v>
                </c:pt>
                <c:pt idx="4261">
                  <c:v>42858</c:v>
                </c:pt>
                <c:pt idx="4262">
                  <c:v>42859</c:v>
                </c:pt>
                <c:pt idx="4263">
                  <c:v>42860</c:v>
                </c:pt>
                <c:pt idx="4264">
                  <c:v>42863</c:v>
                </c:pt>
                <c:pt idx="4265">
                  <c:v>42864</c:v>
                </c:pt>
                <c:pt idx="4266">
                  <c:v>42865</c:v>
                </c:pt>
                <c:pt idx="4267">
                  <c:v>42866</c:v>
                </c:pt>
                <c:pt idx="4268">
                  <c:v>42867</c:v>
                </c:pt>
                <c:pt idx="4269">
                  <c:v>42870</c:v>
                </c:pt>
                <c:pt idx="4270">
                  <c:v>42871</c:v>
                </c:pt>
                <c:pt idx="4271">
                  <c:v>42872</c:v>
                </c:pt>
                <c:pt idx="4272">
                  <c:v>42873</c:v>
                </c:pt>
                <c:pt idx="4273">
                  <c:v>42874</c:v>
                </c:pt>
                <c:pt idx="4274">
                  <c:v>42877</c:v>
                </c:pt>
                <c:pt idx="4275">
                  <c:v>42878</c:v>
                </c:pt>
                <c:pt idx="4276">
                  <c:v>42879</c:v>
                </c:pt>
                <c:pt idx="4277">
                  <c:v>42880</c:v>
                </c:pt>
                <c:pt idx="4278">
                  <c:v>42881</c:v>
                </c:pt>
                <c:pt idx="4279">
                  <c:v>42884</c:v>
                </c:pt>
                <c:pt idx="4280">
                  <c:v>42885</c:v>
                </c:pt>
                <c:pt idx="4281">
                  <c:v>42886</c:v>
                </c:pt>
                <c:pt idx="4282">
                  <c:v>42887</c:v>
                </c:pt>
                <c:pt idx="4283">
                  <c:v>42888</c:v>
                </c:pt>
                <c:pt idx="4284">
                  <c:v>42891</c:v>
                </c:pt>
                <c:pt idx="4285">
                  <c:v>42892</c:v>
                </c:pt>
                <c:pt idx="4286">
                  <c:v>42893</c:v>
                </c:pt>
                <c:pt idx="4287">
                  <c:v>42894</c:v>
                </c:pt>
                <c:pt idx="4288">
                  <c:v>42895</c:v>
                </c:pt>
                <c:pt idx="4289">
                  <c:v>42898</c:v>
                </c:pt>
                <c:pt idx="4290">
                  <c:v>42899</c:v>
                </c:pt>
                <c:pt idx="4291">
                  <c:v>42900</c:v>
                </c:pt>
                <c:pt idx="4292">
                  <c:v>42901</c:v>
                </c:pt>
                <c:pt idx="4293">
                  <c:v>42902</c:v>
                </c:pt>
                <c:pt idx="4294">
                  <c:v>42905</c:v>
                </c:pt>
                <c:pt idx="4295">
                  <c:v>42906</c:v>
                </c:pt>
                <c:pt idx="4296">
                  <c:v>42907</c:v>
                </c:pt>
                <c:pt idx="4297">
                  <c:v>42908</c:v>
                </c:pt>
                <c:pt idx="4298">
                  <c:v>42909</c:v>
                </c:pt>
                <c:pt idx="4299">
                  <c:v>42912</c:v>
                </c:pt>
                <c:pt idx="4300">
                  <c:v>42913</c:v>
                </c:pt>
                <c:pt idx="4301">
                  <c:v>42914</c:v>
                </c:pt>
                <c:pt idx="4302">
                  <c:v>42915</c:v>
                </c:pt>
                <c:pt idx="4303">
                  <c:v>42916</c:v>
                </c:pt>
                <c:pt idx="4304">
                  <c:v>42919</c:v>
                </c:pt>
                <c:pt idx="4305">
                  <c:v>42920</c:v>
                </c:pt>
                <c:pt idx="4306">
                  <c:v>42921</c:v>
                </c:pt>
                <c:pt idx="4307">
                  <c:v>42922</c:v>
                </c:pt>
                <c:pt idx="4308">
                  <c:v>42923</c:v>
                </c:pt>
                <c:pt idx="4309">
                  <c:v>42926</c:v>
                </c:pt>
                <c:pt idx="4310">
                  <c:v>42927</c:v>
                </c:pt>
                <c:pt idx="4311">
                  <c:v>42928</c:v>
                </c:pt>
                <c:pt idx="4312">
                  <c:v>42929</c:v>
                </c:pt>
                <c:pt idx="4313">
                  <c:v>42930</c:v>
                </c:pt>
                <c:pt idx="4314">
                  <c:v>42933</c:v>
                </c:pt>
                <c:pt idx="4315">
                  <c:v>42934</c:v>
                </c:pt>
                <c:pt idx="4316">
                  <c:v>42935</c:v>
                </c:pt>
                <c:pt idx="4317">
                  <c:v>42936</c:v>
                </c:pt>
                <c:pt idx="4318">
                  <c:v>42937</c:v>
                </c:pt>
                <c:pt idx="4319">
                  <c:v>42940</c:v>
                </c:pt>
                <c:pt idx="4320">
                  <c:v>42941</c:v>
                </c:pt>
                <c:pt idx="4321">
                  <c:v>42942</c:v>
                </c:pt>
                <c:pt idx="4322">
                  <c:v>42943</c:v>
                </c:pt>
                <c:pt idx="4323">
                  <c:v>42944</c:v>
                </c:pt>
                <c:pt idx="4324">
                  <c:v>42947</c:v>
                </c:pt>
                <c:pt idx="4325">
                  <c:v>42948</c:v>
                </c:pt>
                <c:pt idx="4326">
                  <c:v>42949</c:v>
                </c:pt>
                <c:pt idx="4327">
                  <c:v>42950</c:v>
                </c:pt>
                <c:pt idx="4328">
                  <c:v>42951</c:v>
                </c:pt>
                <c:pt idx="4329">
                  <c:v>42954</c:v>
                </c:pt>
                <c:pt idx="4330">
                  <c:v>42955</c:v>
                </c:pt>
                <c:pt idx="4331">
                  <c:v>42956</c:v>
                </c:pt>
                <c:pt idx="4332">
                  <c:v>42957</c:v>
                </c:pt>
                <c:pt idx="4333">
                  <c:v>42958</c:v>
                </c:pt>
                <c:pt idx="4334">
                  <c:v>42961</c:v>
                </c:pt>
                <c:pt idx="4335">
                  <c:v>42962</c:v>
                </c:pt>
                <c:pt idx="4336">
                  <c:v>42963</c:v>
                </c:pt>
                <c:pt idx="4337">
                  <c:v>42964</c:v>
                </c:pt>
                <c:pt idx="4338">
                  <c:v>42965</c:v>
                </c:pt>
                <c:pt idx="4339">
                  <c:v>42968</c:v>
                </c:pt>
                <c:pt idx="4340">
                  <c:v>42969</c:v>
                </c:pt>
                <c:pt idx="4341">
                  <c:v>42970</c:v>
                </c:pt>
                <c:pt idx="4342">
                  <c:v>42971</c:v>
                </c:pt>
                <c:pt idx="4343">
                  <c:v>42972</c:v>
                </c:pt>
                <c:pt idx="4344">
                  <c:v>42975</c:v>
                </c:pt>
                <c:pt idx="4345">
                  <c:v>42976</c:v>
                </c:pt>
                <c:pt idx="4346">
                  <c:v>42977</c:v>
                </c:pt>
                <c:pt idx="4347">
                  <c:v>42978</c:v>
                </c:pt>
                <c:pt idx="4348">
                  <c:v>42979</c:v>
                </c:pt>
                <c:pt idx="4349">
                  <c:v>42982</c:v>
                </c:pt>
                <c:pt idx="4350">
                  <c:v>42983</c:v>
                </c:pt>
                <c:pt idx="4351">
                  <c:v>42984</c:v>
                </c:pt>
                <c:pt idx="4352">
                  <c:v>42985</c:v>
                </c:pt>
                <c:pt idx="4353">
                  <c:v>42986</c:v>
                </c:pt>
                <c:pt idx="4354">
                  <c:v>42989</c:v>
                </c:pt>
                <c:pt idx="4355">
                  <c:v>42990</c:v>
                </c:pt>
                <c:pt idx="4356">
                  <c:v>42991</c:v>
                </c:pt>
                <c:pt idx="4357">
                  <c:v>42992</c:v>
                </c:pt>
                <c:pt idx="4358">
                  <c:v>42993</c:v>
                </c:pt>
                <c:pt idx="4359">
                  <c:v>42996</c:v>
                </c:pt>
                <c:pt idx="4360">
                  <c:v>42997</c:v>
                </c:pt>
                <c:pt idx="4361">
                  <c:v>42998</c:v>
                </c:pt>
                <c:pt idx="4362">
                  <c:v>42999</c:v>
                </c:pt>
                <c:pt idx="4363">
                  <c:v>43000</c:v>
                </c:pt>
                <c:pt idx="4364">
                  <c:v>43003</c:v>
                </c:pt>
                <c:pt idx="4365">
                  <c:v>43004</c:v>
                </c:pt>
                <c:pt idx="4366">
                  <c:v>43005</c:v>
                </c:pt>
                <c:pt idx="4367">
                  <c:v>43006</c:v>
                </c:pt>
                <c:pt idx="4368">
                  <c:v>43007</c:v>
                </c:pt>
                <c:pt idx="4369">
                  <c:v>43010</c:v>
                </c:pt>
                <c:pt idx="4370">
                  <c:v>43011</c:v>
                </c:pt>
                <c:pt idx="4371">
                  <c:v>43012</c:v>
                </c:pt>
                <c:pt idx="4372">
                  <c:v>43013</c:v>
                </c:pt>
                <c:pt idx="4373">
                  <c:v>43014</c:v>
                </c:pt>
                <c:pt idx="4374">
                  <c:v>43017</c:v>
                </c:pt>
                <c:pt idx="4375">
                  <c:v>43018</c:v>
                </c:pt>
                <c:pt idx="4376">
                  <c:v>43019</c:v>
                </c:pt>
                <c:pt idx="4377">
                  <c:v>43020</c:v>
                </c:pt>
                <c:pt idx="4378">
                  <c:v>43021</c:v>
                </c:pt>
                <c:pt idx="4379">
                  <c:v>43024</c:v>
                </c:pt>
                <c:pt idx="4380">
                  <c:v>43025</c:v>
                </c:pt>
                <c:pt idx="4381">
                  <c:v>43026</c:v>
                </c:pt>
                <c:pt idx="4382">
                  <c:v>43027</c:v>
                </c:pt>
                <c:pt idx="4383">
                  <c:v>43028</c:v>
                </c:pt>
                <c:pt idx="4384">
                  <c:v>43031</c:v>
                </c:pt>
                <c:pt idx="4385">
                  <c:v>43032</c:v>
                </c:pt>
                <c:pt idx="4386">
                  <c:v>43033</c:v>
                </c:pt>
                <c:pt idx="4387">
                  <c:v>43034</c:v>
                </c:pt>
                <c:pt idx="4388">
                  <c:v>43035</c:v>
                </c:pt>
                <c:pt idx="4389">
                  <c:v>43038</c:v>
                </c:pt>
                <c:pt idx="4390">
                  <c:v>43039</c:v>
                </c:pt>
                <c:pt idx="4391">
                  <c:v>43040</c:v>
                </c:pt>
                <c:pt idx="4392">
                  <c:v>43041</c:v>
                </c:pt>
                <c:pt idx="4393">
                  <c:v>43042</c:v>
                </c:pt>
                <c:pt idx="4394">
                  <c:v>43045</c:v>
                </c:pt>
                <c:pt idx="4395">
                  <c:v>43046</c:v>
                </c:pt>
                <c:pt idx="4396">
                  <c:v>43047</c:v>
                </c:pt>
                <c:pt idx="4397">
                  <c:v>43048</c:v>
                </c:pt>
                <c:pt idx="4398">
                  <c:v>43049</c:v>
                </c:pt>
                <c:pt idx="4399">
                  <c:v>43052</c:v>
                </c:pt>
                <c:pt idx="4400">
                  <c:v>43053</c:v>
                </c:pt>
                <c:pt idx="4401">
                  <c:v>43054</c:v>
                </c:pt>
                <c:pt idx="4402">
                  <c:v>43055</c:v>
                </c:pt>
                <c:pt idx="4403">
                  <c:v>43056</c:v>
                </c:pt>
                <c:pt idx="4404">
                  <c:v>43059</c:v>
                </c:pt>
                <c:pt idx="4405">
                  <c:v>43060</c:v>
                </c:pt>
                <c:pt idx="4406">
                  <c:v>43061</c:v>
                </c:pt>
                <c:pt idx="4407">
                  <c:v>43062</c:v>
                </c:pt>
                <c:pt idx="4408">
                  <c:v>43063</c:v>
                </c:pt>
                <c:pt idx="4409">
                  <c:v>43066</c:v>
                </c:pt>
                <c:pt idx="4410">
                  <c:v>43067</c:v>
                </c:pt>
                <c:pt idx="4411">
                  <c:v>43068</c:v>
                </c:pt>
                <c:pt idx="4412">
                  <c:v>43069</c:v>
                </c:pt>
                <c:pt idx="4413">
                  <c:v>43070</c:v>
                </c:pt>
                <c:pt idx="4414">
                  <c:v>43073</c:v>
                </c:pt>
                <c:pt idx="4415">
                  <c:v>43074</c:v>
                </c:pt>
                <c:pt idx="4416">
                  <c:v>43075</c:v>
                </c:pt>
                <c:pt idx="4417">
                  <c:v>43076</c:v>
                </c:pt>
                <c:pt idx="4418">
                  <c:v>43077</c:v>
                </c:pt>
                <c:pt idx="4419">
                  <c:v>43080</c:v>
                </c:pt>
                <c:pt idx="4420">
                  <c:v>43081</c:v>
                </c:pt>
                <c:pt idx="4421">
                  <c:v>43082</c:v>
                </c:pt>
                <c:pt idx="4422">
                  <c:v>43083</c:v>
                </c:pt>
                <c:pt idx="4423">
                  <c:v>43084</c:v>
                </c:pt>
                <c:pt idx="4424">
                  <c:v>43087</c:v>
                </c:pt>
                <c:pt idx="4425">
                  <c:v>43088</c:v>
                </c:pt>
                <c:pt idx="4426">
                  <c:v>43089</c:v>
                </c:pt>
                <c:pt idx="4427">
                  <c:v>43090</c:v>
                </c:pt>
                <c:pt idx="4428">
                  <c:v>43091</c:v>
                </c:pt>
                <c:pt idx="4429">
                  <c:v>43094</c:v>
                </c:pt>
                <c:pt idx="4430">
                  <c:v>43095</c:v>
                </c:pt>
                <c:pt idx="4431">
                  <c:v>43096</c:v>
                </c:pt>
                <c:pt idx="4432">
                  <c:v>43097</c:v>
                </c:pt>
                <c:pt idx="4433">
                  <c:v>43098</c:v>
                </c:pt>
                <c:pt idx="4434">
                  <c:v>43101</c:v>
                </c:pt>
                <c:pt idx="4435">
                  <c:v>43102</c:v>
                </c:pt>
                <c:pt idx="4436">
                  <c:v>43103</c:v>
                </c:pt>
                <c:pt idx="4437">
                  <c:v>43104</c:v>
                </c:pt>
                <c:pt idx="4438">
                  <c:v>43105</c:v>
                </c:pt>
                <c:pt idx="4439">
                  <c:v>43108</c:v>
                </c:pt>
                <c:pt idx="4440">
                  <c:v>43109</c:v>
                </c:pt>
                <c:pt idx="4441">
                  <c:v>43110</c:v>
                </c:pt>
                <c:pt idx="4442">
                  <c:v>43111</c:v>
                </c:pt>
                <c:pt idx="4443">
                  <c:v>43112</c:v>
                </c:pt>
                <c:pt idx="4444">
                  <c:v>43115</c:v>
                </c:pt>
                <c:pt idx="4445">
                  <c:v>43116</c:v>
                </c:pt>
                <c:pt idx="4446">
                  <c:v>43117</c:v>
                </c:pt>
                <c:pt idx="4447">
                  <c:v>43118</c:v>
                </c:pt>
                <c:pt idx="4448">
                  <c:v>43119</c:v>
                </c:pt>
                <c:pt idx="4449">
                  <c:v>43122</c:v>
                </c:pt>
                <c:pt idx="4450">
                  <c:v>43123</c:v>
                </c:pt>
                <c:pt idx="4451">
                  <c:v>43124</c:v>
                </c:pt>
                <c:pt idx="4452">
                  <c:v>43125</c:v>
                </c:pt>
                <c:pt idx="4453">
                  <c:v>43126</c:v>
                </c:pt>
                <c:pt idx="4454">
                  <c:v>43129</c:v>
                </c:pt>
                <c:pt idx="4455">
                  <c:v>43130</c:v>
                </c:pt>
                <c:pt idx="4456">
                  <c:v>43131</c:v>
                </c:pt>
                <c:pt idx="4457">
                  <c:v>43132</c:v>
                </c:pt>
                <c:pt idx="4458">
                  <c:v>43133</c:v>
                </c:pt>
                <c:pt idx="4459">
                  <c:v>43136</c:v>
                </c:pt>
                <c:pt idx="4460">
                  <c:v>43137</c:v>
                </c:pt>
                <c:pt idx="4461">
                  <c:v>43138</c:v>
                </c:pt>
                <c:pt idx="4462">
                  <c:v>43139</c:v>
                </c:pt>
                <c:pt idx="4463">
                  <c:v>43140</c:v>
                </c:pt>
                <c:pt idx="4464">
                  <c:v>43143</c:v>
                </c:pt>
                <c:pt idx="4465">
                  <c:v>43144</c:v>
                </c:pt>
                <c:pt idx="4466">
                  <c:v>43145</c:v>
                </c:pt>
                <c:pt idx="4467">
                  <c:v>43146</c:v>
                </c:pt>
                <c:pt idx="4468">
                  <c:v>43147</c:v>
                </c:pt>
                <c:pt idx="4469">
                  <c:v>43150</c:v>
                </c:pt>
                <c:pt idx="4470">
                  <c:v>43151</c:v>
                </c:pt>
                <c:pt idx="4471">
                  <c:v>43152</c:v>
                </c:pt>
                <c:pt idx="4472">
                  <c:v>43153</c:v>
                </c:pt>
                <c:pt idx="4473">
                  <c:v>43154</c:v>
                </c:pt>
                <c:pt idx="4474">
                  <c:v>43157</c:v>
                </c:pt>
                <c:pt idx="4475">
                  <c:v>43158</c:v>
                </c:pt>
                <c:pt idx="4476">
                  <c:v>43159</c:v>
                </c:pt>
                <c:pt idx="4477">
                  <c:v>43160</c:v>
                </c:pt>
                <c:pt idx="4478">
                  <c:v>43161</c:v>
                </c:pt>
                <c:pt idx="4479">
                  <c:v>43164</c:v>
                </c:pt>
                <c:pt idx="4480">
                  <c:v>43165</c:v>
                </c:pt>
                <c:pt idx="4481">
                  <c:v>43166</c:v>
                </c:pt>
                <c:pt idx="4482">
                  <c:v>43167</c:v>
                </c:pt>
                <c:pt idx="4483">
                  <c:v>43168</c:v>
                </c:pt>
                <c:pt idx="4484">
                  <c:v>43171</c:v>
                </c:pt>
                <c:pt idx="4485">
                  <c:v>43172</c:v>
                </c:pt>
                <c:pt idx="4486">
                  <c:v>43173</c:v>
                </c:pt>
                <c:pt idx="4487">
                  <c:v>43174</c:v>
                </c:pt>
                <c:pt idx="4488">
                  <c:v>43175</c:v>
                </c:pt>
                <c:pt idx="4489">
                  <c:v>43178</c:v>
                </c:pt>
                <c:pt idx="4490">
                  <c:v>43179</c:v>
                </c:pt>
                <c:pt idx="4491">
                  <c:v>43180</c:v>
                </c:pt>
                <c:pt idx="4492">
                  <c:v>43181</c:v>
                </c:pt>
                <c:pt idx="4493">
                  <c:v>43182</c:v>
                </c:pt>
                <c:pt idx="4494">
                  <c:v>43185</c:v>
                </c:pt>
                <c:pt idx="4495">
                  <c:v>43186</c:v>
                </c:pt>
                <c:pt idx="4496">
                  <c:v>43187</c:v>
                </c:pt>
                <c:pt idx="4497">
                  <c:v>43188</c:v>
                </c:pt>
                <c:pt idx="4498">
                  <c:v>43189</c:v>
                </c:pt>
                <c:pt idx="4499">
                  <c:v>43192</c:v>
                </c:pt>
                <c:pt idx="4500">
                  <c:v>43193</c:v>
                </c:pt>
                <c:pt idx="4501">
                  <c:v>43194</c:v>
                </c:pt>
                <c:pt idx="4502">
                  <c:v>43195</c:v>
                </c:pt>
                <c:pt idx="4503">
                  <c:v>43196</c:v>
                </c:pt>
                <c:pt idx="4504">
                  <c:v>43199</c:v>
                </c:pt>
                <c:pt idx="4505">
                  <c:v>43200</c:v>
                </c:pt>
                <c:pt idx="4506">
                  <c:v>43201</c:v>
                </c:pt>
                <c:pt idx="4507">
                  <c:v>43202</c:v>
                </c:pt>
                <c:pt idx="4508">
                  <c:v>43203</c:v>
                </c:pt>
                <c:pt idx="4509">
                  <c:v>43206</c:v>
                </c:pt>
                <c:pt idx="4510">
                  <c:v>43207</c:v>
                </c:pt>
                <c:pt idx="4511">
                  <c:v>43208</c:v>
                </c:pt>
                <c:pt idx="4512">
                  <c:v>43209</c:v>
                </c:pt>
                <c:pt idx="4513">
                  <c:v>43210</c:v>
                </c:pt>
                <c:pt idx="4514">
                  <c:v>43213</c:v>
                </c:pt>
                <c:pt idx="4515">
                  <c:v>43214</c:v>
                </c:pt>
                <c:pt idx="4516">
                  <c:v>43215</c:v>
                </c:pt>
                <c:pt idx="4517">
                  <c:v>43216</c:v>
                </c:pt>
                <c:pt idx="4518">
                  <c:v>43217</c:v>
                </c:pt>
                <c:pt idx="4519">
                  <c:v>43220</c:v>
                </c:pt>
                <c:pt idx="4520">
                  <c:v>43221</c:v>
                </c:pt>
                <c:pt idx="4521">
                  <c:v>43222</c:v>
                </c:pt>
                <c:pt idx="4522">
                  <c:v>43223</c:v>
                </c:pt>
                <c:pt idx="4523">
                  <c:v>43224</c:v>
                </c:pt>
                <c:pt idx="4524">
                  <c:v>43227</c:v>
                </c:pt>
                <c:pt idx="4525">
                  <c:v>43228</c:v>
                </c:pt>
                <c:pt idx="4526">
                  <c:v>43229</c:v>
                </c:pt>
                <c:pt idx="4527">
                  <c:v>43230</c:v>
                </c:pt>
                <c:pt idx="4528">
                  <c:v>43231</c:v>
                </c:pt>
                <c:pt idx="4529">
                  <c:v>43234</c:v>
                </c:pt>
                <c:pt idx="4530">
                  <c:v>43235</c:v>
                </c:pt>
                <c:pt idx="4531">
                  <c:v>43236</c:v>
                </c:pt>
                <c:pt idx="4532">
                  <c:v>43237</c:v>
                </c:pt>
                <c:pt idx="4533">
                  <c:v>43238</c:v>
                </c:pt>
                <c:pt idx="4534">
                  <c:v>43241</c:v>
                </c:pt>
                <c:pt idx="4535">
                  <c:v>43242</c:v>
                </c:pt>
                <c:pt idx="4536">
                  <c:v>43243</c:v>
                </c:pt>
                <c:pt idx="4537">
                  <c:v>43244</c:v>
                </c:pt>
                <c:pt idx="4538">
                  <c:v>43245</c:v>
                </c:pt>
                <c:pt idx="4539">
                  <c:v>43248</c:v>
                </c:pt>
                <c:pt idx="4540">
                  <c:v>43249</c:v>
                </c:pt>
                <c:pt idx="4541">
                  <c:v>43250</c:v>
                </c:pt>
                <c:pt idx="4542">
                  <c:v>43251</c:v>
                </c:pt>
                <c:pt idx="4543">
                  <c:v>43252</c:v>
                </c:pt>
                <c:pt idx="4544">
                  <c:v>43255</c:v>
                </c:pt>
                <c:pt idx="4545">
                  <c:v>43256</c:v>
                </c:pt>
                <c:pt idx="4546">
                  <c:v>43257</c:v>
                </c:pt>
                <c:pt idx="4547">
                  <c:v>43258</c:v>
                </c:pt>
                <c:pt idx="4548">
                  <c:v>43259</c:v>
                </c:pt>
                <c:pt idx="4549">
                  <c:v>43262</c:v>
                </c:pt>
                <c:pt idx="4550">
                  <c:v>43263</c:v>
                </c:pt>
                <c:pt idx="4551">
                  <c:v>43264</c:v>
                </c:pt>
                <c:pt idx="4552">
                  <c:v>43265</c:v>
                </c:pt>
                <c:pt idx="4553">
                  <c:v>43266</c:v>
                </c:pt>
                <c:pt idx="4554">
                  <c:v>43269</c:v>
                </c:pt>
                <c:pt idx="4555">
                  <c:v>43270</c:v>
                </c:pt>
                <c:pt idx="4556">
                  <c:v>43271</c:v>
                </c:pt>
                <c:pt idx="4557">
                  <c:v>43272</c:v>
                </c:pt>
                <c:pt idx="4558">
                  <c:v>43273</c:v>
                </c:pt>
                <c:pt idx="4559">
                  <c:v>43276</c:v>
                </c:pt>
                <c:pt idx="4560">
                  <c:v>43277</c:v>
                </c:pt>
                <c:pt idx="4561">
                  <c:v>43278</c:v>
                </c:pt>
                <c:pt idx="4562">
                  <c:v>43279</c:v>
                </c:pt>
                <c:pt idx="4563">
                  <c:v>43280</c:v>
                </c:pt>
                <c:pt idx="4564">
                  <c:v>43283</c:v>
                </c:pt>
                <c:pt idx="4565">
                  <c:v>43284</c:v>
                </c:pt>
                <c:pt idx="4566">
                  <c:v>43285</c:v>
                </c:pt>
                <c:pt idx="4567">
                  <c:v>43286</c:v>
                </c:pt>
                <c:pt idx="4568">
                  <c:v>43287</c:v>
                </c:pt>
                <c:pt idx="4569">
                  <c:v>43290</c:v>
                </c:pt>
                <c:pt idx="4570">
                  <c:v>43291</c:v>
                </c:pt>
                <c:pt idx="4571">
                  <c:v>43292</c:v>
                </c:pt>
                <c:pt idx="4572">
                  <c:v>43293</c:v>
                </c:pt>
                <c:pt idx="4573">
                  <c:v>43294</c:v>
                </c:pt>
                <c:pt idx="4574">
                  <c:v>43297</c:v>
                </c:pt>
                <c:pt idx="4575">
                  <c:v>43298</c:v>
                </c:pt>
                <c:pt idx="4576">
                  <c:v>43299</c:v>
                </c:pt>
                <c:pt idx="4577">
                  <c:v>43300</c:v>
                </c:pt>
                <c:pt idx="4578">
                  <c:v>43301</c:v>
                </c:pt>
                <c:pt idx="4579">
                  <c:v>43304</c:v>
                </c:pt>
                <c:pt idx="4580">
                  <c:v>43305</c:v>
                </c:pt>
                <c:pt idx="4581">
                  <c:v>43306</c:v>
                </c:pt>
                <c:pt idx="4582">
                  <c:v>43307</c:v>
                </c:pt>
                <c:pt idx="4583">
                  <c:v>43308</c:v>
                </c:pt>
                <c:pt idx="4584">
                  <c:v>43311</c:v>
                </c:pt>
                <c:pt idx="4585">
                  <c:v>43312</c:v>
                </c:pt>
                <c:pt idx="4586">
                  <c:v>43313</c:v>
                </c:pt>
                <c:pt idx="4587">
                  <c:v>43314</c:v>
                </c:pt>
                <c:pt idx="4588">
                  <c:v>43315</c:v>
                </c:pt>
                <c:pt idx="4589">
                  <c:v>43318</c:v>
                </c:pt>
                <c:pt idx="4590">
                  <c:v>43319</c:v>
                </c:pt>
                <c:pt idx="4591">
                  <c:v>43320</c:v>
                </c:pt>
                <c:pt idx="4592">
                  <c:v>43321</c:v>
                </c:pt>
                <c:pt idx="4593">
                  <c:v>43322</c:v>
                </c:pt>
                <c:pt idx="4594">
                  <c:v>43325</c:v>
                </c:pt>
                <c:pt idx="4595">
                  <c:v>43326</c:v>
                </c:pt>
                <c:pt idx="4596">
                  <c:v>43327</c:v>
                </c:pt>
                <c:pt idx="4597">
                  <c:v>43328</c:v>
                </c:pt>
                <c:pt idx="4598">
                  <c:v>43329</c:v>
                </c:pt>
                <c:pt idx="4599">
                  <c:v>43332</c:v>
                </c:pt>
                <c:pt idx="4600">
                  <c:v>43333</c:v>
                </c:pt>
                <c:pt idx="4601">
                  <c:v>43334</c:v>
                </c:pt>
                <c:pt idx="4602">
                  <c:v>43335</c:v>
                </c:pt>
                <c:pt idx="4603">
                  <c:v>43336</c:v>
                </c:pt>
                <c:pt idx="4604">
                  <c:v>43339</c:v>
                </c:pt>
                <c:pt idx="4605">
                  <c:v>43340</c:v>
                </c:pt>
                <c:pt idx="4606">
                  <c:v>43341</c:v>
                </c:pt>
                <c:pt idx="4607">
                  <c:v>43342</c:v>
                </c:pt>
                <c:pt idx="4608">
                  <c:v>43343</c:v>
                </c:pt>
                <c:pt idx="4609">
                  <c:v>43346</c:v>
                </c:pt>
                <c:pt idx="4610">
                  <c:v>43347</c:v>
                </c:pt>
                <c:pt idx="4611">
                  <c:v>43348</c:v>
                </c:pt>
                <c:pt idx="4612">
                  <c:v>43349</c:v>
                </c:pt>
                <c:pt idx="4613">
                  <c:v>43350</c:v>
                </c:pt>
                <c:pt idx="4614">
                  <c:v>43353</c:v>
                </c:pt>
                <c:pt idx="4615">
                  <c:v>43354</c:v>
                </c:pt>
                <c:pt idx="4616">
                  <c:v>43355</c:v>
                </c:pt>
                <c:pt idx="4617">
                  <c:v>43356</c:v>
                </c:pt>
                <c:pt idx="4618">
                  <c:v>43357</c:v>
                </c:pt>
                <c:pt idx="4619">
                  <c:v>43360</c:v>
                </c:pt>
                <c:pt idx="4620">
                  <c:v>43361</c:v>
                </c:pt>
                <c:pt idx="4621">
                  <c:v>43362</c:v>
                </c:pt>
                <c:pt idx="4622">
                  <c:v>43363</c:v>
                </c:pt>
                <c:pt idx="4623">
                  <c:v>43364</c:v>
                </c:pt>
                <c:pt idx="4624">
                  <c:v>43367</c:v>
                </c:pt>
                <c:pt idx="4625">
                  <c:v>43368</c:v>
                </c:pt>
                <c:pt idx="4626">
                  <c:v>43369</c:v>
                </c:pt>
                <c:pt idx="4627">
                  <c:v>43370</c:v>
                </c:pt>
                <c:pt idx="4628">
                  <c:v>43371</c:v>
                </c:pt>
                <c:pt idx="4629">
                  <c:v>43374</c:v>
                </c:pt>
                <c:pt idx="4630">
                  <c:v>43375</c:v>
                </c:pt>
                <c:pt idx="4631">
                  <c:v>43376</c:v>
                </c:pt>
                <c:pt idx="4632">
                  <c:v>43377</c:v>
                </c:pt>
                <c:pt idx="4633">
                  <c:v>43378</c:v>
                </c:pt>
                <c:pt idx="4634">
                  <c:v>43381</c:v>
                </c:pt>
                <c:pt idx="4635">
                  <c:v>43382</c:v>
                </c:pt>
                <c:pt idx="4636">
                  <c:v>43383</c:v>
                </c:pt>
                <c:pt idx="4637">
                  <c:v>43384</c:v>
                </c:pt>
                <c:pt idx="4638">
                  <c:v>43385</c:v>
                </c:pt>
                <c:pt idx="4639">
                  <c:v>43388</c:v>
                </c:pt>
                <c:pt idx="4640">
                  <c:v>43389</c:v>
                </c:pt>
                <c:pt idx="4641">
                  <c:v>43390</c:v>
                </c:pt>
                <c:pt idx="4642">
                  <c:v>43391</c:v>
                </c:pt>
                <c:pt idx="4643">
                  <c:v>43392</c:v>
                </c:pt>
                <c:pt idx="4644">
                  <c:v>43395</c:v>
                </c:pt>
                <c:pt idx="4645">
                  <c:v>43396</c:v>
                </c:pt>
                <c:pt idx="4646">
                  <c:v>43397</c:v>
                </c:pt>
                <c:pt idx="4647">
                  <c:v>43398</c:v>
                </c:pt>
                <c:pt idx="4648">
                  <c:v>43399</c:v>
                </c:pt>
                <c:pt idx="4649">
                  <c:v>43402</c:v>
                </c:pt>
                <c:pt idx="4650">
                  <c:v>43403</c:v>
                </c:pt>
                <c:pt idx="4651">
                  <c:v>43404</c:v>
                </c:pt>
                <c:pt idx="4652">
                  <c:v>43405</c:v>
                </c:pt>
                <c:pt idx="4653">
                  <c:v>43406</c:v>
                </c:pt>
                <c:pt idx="4654">
                  <c:v>43409</c:v>
                </c:pt>
                <c:pt idx="4655">
                  <c:v>43410</c:v>
                </c:pt>
                <c:pt idx="4656">
                  <c:v>43411</c:v>
                </c:pt>
                <c:pt idx="4657">
                  <c:v>43412</c:v>
                </c:pt>
                <c:pt idx="4658">
                  <c:v>43413</c:v>
                </c:pt>
                <c:pt idx="4659">
                  <c:v>43416</c:v>
                </c:pt>
                <c:pt idx="4660">
                  <c:v>43417</c:v>
                </c:pt>
                <c:pt idx="4661">
                  <c:v>43418</c:v>
                </c:pt>
                <c:pt idx="4662">
                  <c:v>43419</c:v>
                </c:pt>
                <c:pt idx="4663">
                  <c:v>43420</c:v>
                </c:pt>
                <c:pt idx="4664">
                  <c:v>43423</c:v>
                </c:pt>
                <c:pt idx="4665">
                  <c:v>43424</c:v>
                </c:pt>
                <c:pt idx="4666">
                  <c:v>43425</c:v>
                </c:pt>
                <c:pt idx="4667">
                  <c:v>43426</c:v>
                </c:pt>
                <c:pt idx="4668">
                  <c:v>43427</c:v>
                </c:pt>
                <c:pt idx="4669">
                  <c:v>43430</c:v>
                </c:pt>
                <c:pt idx="4670">
                  <c:v>43431</c:v>
                </c:pt>
                <c:pt idx="4671">
                  <c:v>43432</c:v>
                </c:pt>
                <c:pt idx="4672">
                  <c:v>43433</c:v>
                </c:pt>
                <c:pt idx="4673">
                  <c:v>43434</c:v>
                </c:pt>
                <c:pt idx="4674">
                  <c:v>43437</c:v>
                </c:pt>
                <c:pt idx="4675">
                  <c:v>43438</c:v>
                </c:pt>
                <c:pt idx="4676">
                  <c:v>43439</c:v>
                </c:pt>
                <c:pt idx="4677">
                  <c:v>43440</c:v>
                </c:pt>
                <c:pt idx="4678">
                  <c:v>43441</c:v>
                </c:pt>
                <c:pt idx="4679">
                  <c:v>43444</c:v>
                </c:pt>
                <c:pt idx="4680">
                  <c:v>43445</c:v>
                </c:pt>
                <c:pt idx="4681">
                  <c:v>43446</c:v>
                </c:pt>
                <c:pt idx="4682">
                  <c:v>43447</c:v>
                </c:pt>
                <c:pt idx="4683">
                  <c:v>43448</c:v>
                </c:pt>
                <c:pt idx="4684">
                  <c:v>43451</c:v>
                </c:pt>
                <c:pt idx="4685">
                  <c:v>43452</c:v>
                </c:pt>
                <c:pt idx="4686">
                  <c:v>43453</c:v>
                </c:pt>
                <c:pt idx="4687">
                  <c:v>43454</c:v>
                </c:pt>
                <c:pt idx="4688">
                  <c:v>43455</c:v>
                </c:pt>
                <c:pt idx="4689">
                  <c:v>43458</c:v>
                </c:pt>
                <c:pt idx="4690">
                  <c:v>43459</c:v>
                </c:pt>
                <c:pt idx="4691">
                  <c:v>43460</c:v>
                </c:pt>
                <c:pt idx="4692">
                  <c:v>43461</c:v>
                </c:pt>
                <c:pt idx="4693">
                  <c:v>43462</c:v>
                </c:pt>
                <c:pt idx="4694">
                  <c:v>43465</c:v>
                </c:pt>
                <c:pt idx="4695">
                  <c:v>43466</c:v>
                </c:pt>
                <c:pt idx="4696">
                  <c:v>43467</c:v>
                </c:pt>
                <c:pt idx="4697">
                  <c:v>43468</c:v>
                </c:pt>
                <c:pt idx="4698">
                  <c:v>43469</c:v>
                </c:pt>
                <c:pt idx="4699">
                  <c:v>43472</c:v>
                </c:pt>
                <c:pt idx="4700">
                  <c:v>43473</c:v>
                </c:pt>
                <c:pt idx="4701">
                  <c:v>43474</c:v>
                </c:pt>
                <c:pt idx="4702">
                  <c:v>43475</c:v>
                </c:pt>
                <c:pt idx="4703">
                  <c:v>43476</c:v>
                </c:pt>
                <c:pt idx="4704">
                  <c:v>43479</c:v>
                </c:pt>
                <c:pt idx="4705">
                  <c:v>43480</c:v>
                </c:pt>
                <c:pt idx="4706">
                  <c:v>43481</c:v>
                </c:pt>
                <c:pt idx="4707">
                  <c:v>43482</c:v>
                </c:pt>
                <c:pt idx="4708">
                  <c:v>43483</c:v>
                </c:pt>
                <c:pt idx="4709">
                  <c:v>43486</c:v>
                </c:pt>
                <c:pt idx="4710">
                  <c:v>43487</c:v>
                </c:pt>
                <c:pt idx="4711">
                  <c:v>43488</c:v>
                </c:pt>
                <c:pt idx="4712">
                  <c:v>43489</c:v>
                </c:pt>
                <c:pt idx="4713">
                  <c:v>43490</c:v>
                </c:pt>
                <c:pt idx="4714">
                  <c:v>43493</c:v>
                </c:pt>
                <c:pt idx="4715">
                  <c:v>43494</c:v>
                </c:pt>
                <c:pt idx="4716">
                  <c:v>43495</c:v>
                </c:pt>
                <c:pt idx="4717">
                  <c:v>43496</c:v>
                </c:pt>
                <c:pt idx="4718">
                  <c:v>43497</c:v>
                </c:pt>
                <c:pt idx="4719">
                  <c:v>43500</c:v>
                </c:pt>
                <c:pt idx="4720">
                  <c:v>43501</c:v>
                </c:pt>
                <c:pt idx="4721">
                  <c:v>43502</c:v>
                </c:pt>
                <c:pt idx="4722">
                  <c:v>43503</c:v>
                </c:pt>
                <c:pt idx="4723">
                  <c:v>43504</c:v>
                </c:pt>
                <c:pt idx="4724">
                  <c:v>43507</c:v>
                </c:pt>
                <c:pt idx="4725">
                  <c:v>43508</c:v>
                </c:pt>
                <c:pt idx="4726">
                  <c:v>43509</c:v>
                </c:pt>
                <c:pt idx="4727">
                  <c:v>43510</c:v>
                </c:pt>
                <c:pt idx="4728">
                  <c:v>43511</c:v>
                </c:pt>
                <c:pt idx="4729">
                  <c:v>43514</c:v>
                </c:pt>
                <c:pt idx="4730">
                  <c:v>43515</c:v>
                </c:pt>
                <c:pt idx="4731">
                  <c:v>43516</c:v>
                </c:pt>
                <c:pt idx="4732">
                  <c:v>43517</c:v>
                </c:pt>
                <c:pt idx="4733">
                  <c:v>43518</c:v>
                </c:pt>
                <c:pt idx="4734">
                  <c:v>43521</c:v>
                </c:pt>
                <c:pt idx="4735">
                  <c:v>43522</c:v>
                </c:pt>
                <c:pt idx="4736">
                  <c:v>43523</c:v>
                </c:pt>
                <c:pt idx="4737">
                  <c:v>43524</c:v>
                </c:pt>
                <c:pt idx="4738">
                  <c:v>43525</c:v>
                </c:pt>
                <c:pt idx="4739">
                  <c:v>43528</c:v>
                </c:pt>
                <c:pt idx="4740">
                  <c:v>43529</c:v>
                </c:pt>
                <c:pt idx="4741">
                  <c:v>43530</c:v>
                </c:pt>
                <c:pt idx="4742">
                  <c:v>43531</c:v>
                </c:pt>
                <c:pt idx="4743">
                  <c:v>43532</c:v>
                </c:pt>
                <c:pt idx="4744">
                  <c:v>43535</c:v>
                </c:pt>
                <c:pt idx="4745">
                  <c:v>43536</c:v>
                </c:pt>
                <c:pt idx="4746">
                  <c:v>43537</c:v>
                </c:pt>
                <c:pt idx="4747">
                  <c:v>43538</c:v>
                </c:pt>
                <c:pt idx="4748">
                  <c:v>43539</c:v>
                </c:pt>
                <c:pt idx="4749">
                  <c:v>43542</c:v>
                </c:pt>
                <c:pt idx="4750">
                  <c:v>43543</c:v>
                </c:pt>
                <c:pt idx="4751">
                  <c:v>43544</c:v>
                </c:pt>
                <c:pt idx="4752">
                  <c:v>43545</c:v>
                </c:pt>
                <c:pt idx="4753">
                  <c:v>43546</c:v>
                </c:pt>
                <c:pt idx="4754">
                  <c:v>43549</c:v>
                </c:pt>
                <c:pt idx="4755">
                  <c:v>43550</c:v>
                </c:pt>
                <c:pt idx="4756">
                  <c:v>43551</c:v>
                </c:pt>
                <c:pt idx="4757">
                  <c:v>43552</c:v>
                </c:pt>
                <c:pt idx="4758">
                  <c:v>43553</c:v>
                </c:pt>
                <c:pt idx="4759">
                  <c:v>43556</c:v>
                </c:pt>
                <c:pt idx="4760">
                  <c:v>43557</c:v>
                </c:pt>
                <c:pt idx="4761">
                  <c:v>43558</c:v>
                </c:pt>
                <c:pt idx="4762">
                  <c:v>43559</c:v>
                </c:pt>
                <c:pt idx="4763">
                  <c:v>43560</c:v>
                </c:pt>
                <c:pt idx="4764">
                  <c:v>43563</c:v>
                </c:pt>
                <c:pt idx="4765">
                  <c:v>43564</c:v>
                </c:pt>
                <c:pt idx="4766">
                  <c:v>43565</c:v>
                </c:pt>
                <c:pt idx="4767">
                  <c:v>43566</c:v>
                </c:pt>
                <c:pt idx="4768">
                  <c:v>43567</c:v>
                </c:pt>
                <c:pt idx="4769">
                  <c:v>43570</c:v>
                </c:pt>
                <c:pt idx="4770">
                  <c:v>43571</c:v>
                </c:pt>
                <c:pt idx="4771">
                  <c:v>43572</c:v>
                </c:pt>
                <c:pt idx="4772">
                  <c:v>43573</c:v>
                </c:pt>
                <c:pt idx="4773">
                  <c:v>43574</c:v>
                </c:pt>
                <c:pt idx="4774">
                  <c:v>43577</c:v>
                </c:pt>
                <c:pt idx="4775">
                  <c:v>43578</c:v>
                </c:pt>
                <c:pt idx="4776">
                  <c:v>43579</c:v>
                </c:pt>
                <c:pt idx="4777">
                  <c:v>43580</c:v>
                </c:pt>
                <c:pt idx="4778">
                  <c:v>43581</c:v>
                </c:pt>
                <c:pt idx="4779">
                  <c:v>43584</c:v>
                </c:pt>
                <c:pt idx="4780">
                  <c:v>43585</c:v>
                </c:pt>
                <c:pt idx="4781">
                  <c:v>43586</c:v>
                </c:pt>
                <c:pt idx="4782">
                  <c:v>43587</c:v>
                </c:pt>
                <c:pt idx="4783">
                  <c:v>43588</c:v>
                </c:pt>
                <c:pt idx="4784">
                  <c:v>43591</c:v>
                </c:pt>
                <c:pt idx="4785">
                  <c:v>43592</c:v>
                </c:pt>
                <c:pt idx="4786">
                  <c:v>43593</c:v>
                </c:pt>
                <c:pt idx="4787">
                  <c:v>43594</c:v>
                </c:pt>
                <c:pt idx="4788">
                  <c:v>43595</c:v>
                </c:pt>
                <c:pt idx="4789">
                  <c:v>43598</c:v>
                </c:pt>
                <c:pt idx="4790">
                  <c:v>43599</c:v>
                </c:pt>
                <c:pt idx="4791">
                  <c:v>43600</c:v>
                </c:pt>
                <c:pt idx="4792">
                  <c:v>43601</c:v>
                </c:pt>
                <c:pt idx="4793">
                  <c:v>43602</c:v>
                </c:pt>
                <c:pt idx="4794">
                  <c:v>43605</c:v>
                </c:pt>
                <c:pt idx="4795">
                  <c:v>43606</c:v>
                </c:pt>
                <c:pt idx="4796">
                  <c:v>43607</c:v>
                </c:pt>
                <c:pt idx="4797">
                  <c:v>43608</c:v>
                </c:pt>
                <c:pt idx="4798">
                  <c:v>43609</c:v>
                </c:pt>
                <c:pt idx="4799">
                  <c:v>43612</c:v>
                </c:pt>
                <c:pt idx="4800">
                  <c:v>43613</c:v>
                </c:pt>
                <c:pt idx="4801">
                  <c:v>43614</c:v>
                </c:pt>
                <c:pt idx="4802">
                  <c:v>43615</c:v>
                </c:pt>
                <c:pt idx="4803">
                  <c:v>43616</c:v>
                </c:pt>
                <c:pt idx="4804">
                  <c:v>43619</c:v>
                </c:pt>
                <c:pt idx="4805">
                  <c:v>43620</c:v>
                </c:pt>
                <c:pt idx="4806">
                  <c:v>43621</c:v>
                </c:pt>
                <c:pt idx="4807">
                  <c:v>43622</c:v>
                </c:pt>
                <c:pt idx="4808">
                  <c:v>43623</c:v>
                </c:pt>
                <c:pt idx="4809">
                  <c:v>43626</c:v>
                </c:pt>
                <c:pt idx="4810">
                  <c:v>43627</c:v>
                </c:pt>
                <c:pt idx="4811">
                  <c:v>43628</c:v>
                </c:pt>
                <c:pt idx="4812">
                  <c:v>43629</c:v>
                </c:pt>
                <c:pt idx="4813">
                  <c:v>43630</c:v>
                </c:pt>
                <c:pt idx="4814">
                  <c:v>43633</c:v>
                </c:pt>
                <c:pt idx="4815">
                  <c:v>43634</c:v>
                </c:pt>
                <c:pt idx="4816">
                  <c:v>43635</c:v>
                </c:pt>
                <c:pt idx="4817">
                  <c:v>43636</c:v>
                </c:pt>
                <c:pt idx="4818">
                  <c:v>43637</c:v>
                </c:pt>
                <c:pt idx="4819">
                  <c:v>43640</c:v>
                </c:pt>
                <c:pt idx="4820">
                  <c:v>43641</c:v>
                </c:pt>
                <c:pt idx="4821">
                  <c:v>43642</c:v>
                </c:pt>
                <c:pt idx="4822">
                  <c:v>43643</c:v>
                </c:pt>
                <c:pt idx="4823">
                  <c:v>43644</c:v>
                </c:pt>
                <c:pt idx="4824">
                  <c:v>43647</c:v>
                </c:pt>
                <c:pt idx="4825">
                  <c:v>43648</c:v>
                </c:pt>
                <c:pt idx="4826">
                  <c:v>43649</c:v>
                </c:pt>
                <c:pt idx="4827">
                  <c:v>43650</c:v>
                </c:pt>
                <c:pt idx="4828">
                  <c:v>43651</c:v>
                </c:pt>
                <c:pt idx="4829">
                  <c:v>43654</c:v>
                </c:pt>
                <c:pt idx="4830">
                  <c:v>43655</c:v>
                </c:pt>
                <c:pt idx="4831">
                  <c:v>43656</c:v>
                </c:pt>
                <c:pt idx="4832">
                  <c:v>43657</c:v>
                </c:pt>
                <c:pt idx="4833">
                  <c:v>43658</c:v>
                </c:pt>
                <c:pt idx="4834">
                  <c:v>43661</c:v>
                </c:pt>
                <c:pt idx="4835">
                  <c:v>43662</c:v>
                </c:pt>
                <c:pt idx="4836">
                  <c:v>43663</c:v>
                </c:pt>
                <c:pt idx="4837">
                  <c:v>43664</c:v>
                </c:pt>
                <c:pt idx="4838">
                  <c:v>43665</c:v>
                </c:pt>
                <c:pt idx="4839">
                  <c:v>43668</c:v>
                </c:pt>
                <c:pt idx="4840">
                  <c:v>43669</c:v>
                </c:pt>
                <c:pt idx="4841">
                  <c:v>43670</c:v>
                </c:pt>
                <c:pt idx="4842">
                  <c:v>43671</c:v>
                </c:pt>
                <c:pt idx="4843">
                  <c:v>43672</c:v>
                </c:pt>
                <c:pt idx="4844">
                  <c:v>43675</c:v>
                </c:pt>
                <c:pt idx="4845">
                  <c:v>43676</c:v>
                </c:pt>
                <c:pt idx="4846">
                  <c:v>43677</c:v>
                </c:pt>
                <c:pt idx="4847">
                  <c:v>43678</c:v>
                </c:pt>
                <c:pt idx="4848">
                  <c:v>43679</c:v>
                </c:pt>
                <c:pt idx="4849">
                  <c:v>43682</c:v>
                </c:pt>
                <c:pt idx="4850">
                  <c:v>43683</c:v>
                </c:pt>
                <c:pt idx="4851">
                  <c:v>43684</c:v>
                </c:pt>
                <c:pt idx="4852">
                  <c:v>43685</c:v>
                </c:pt>
                <c:pt idx="4853">
                  <c:v>43686</c:v>
                </c:pt>
                <c:pt idx="4854">
                  <c:v>43689</c:v>
                </c:pt>
                <c:pt idx="4855">
                  <c:v>43690</c:v>
                </c:pt>
                <c:pt idx="4856">
                  <c:v>43691</c:v>
                </c:pt>
                <c:pt idx="4857">
                  <c:v>43692</c:v>
                </c:pt>
                <c:pt idx="4858">
                  <c:v>43693</c:v>
                </c:pt>
                <c:pt idx="4859">
                  <c:v>43696</c:v>
                </c:pt>
                <c:pt idx="4860">
                  <c:v>43697</c:v>
                </c:pt>
                <c:pt idx="4861">
                  <c:v>43698</c:v>
                </c:pt>
                <c:pt idx="4862">
                  <c:v>43699</c:v>
                </c:pt>
                <c:pt idx="4863">
                  <c:v>43700</c:v>
                </c:pt>
                <c:pt idx="4864">
                  <c:v>43703</c:v>
                </c:pt>
                <c:pt idx="4865">
                  <c:v>43704</c:v>
                </c:pt>
                <c:pt idx="4866">
                  <c:v>43705</c:v>
                </c:pt>
                <c:pt idx="4867">
                  <c:v>43706</c:v>
                </c:pt>
                <c:pt idx="4868">
                  <c:v>43707</c:v>
                </c:pt>
                <c:pt idx="4869">
                  <c:v>43710</c:v>
                </c:pt>
                <c:pt idx="4870">
                  <c:v>43711</c:v>
                </c:pt>
                <c:pt idx="4871">
                  <c:v>43712</c:v>
                </c:pt>
                <c:pt idx="4872">
                  <c:v>43713</c:v>
                </c:pt>
                <c:pt idx="4873">
                  <c:v>43714</c:v>
                </c:pt>
                <c:pt idx="4874">
                  <c:v>43717</c:v>
                </c:pt>
                <c:pt idx="4875">
                  <c:v>43718</c:v>
                </c:pt>
                <c:pt idx="4876">
                  <c:v>43719</c:v>
                </c:pt>
                <c:pt idx="4877">
                  <c:v>43720</c:v>
                </c:pt>
                <c:pt idx="4878">
                  <c:v>43721</c:v>
                </c:pt>
                <c:pt idx="4879">
                  <c:v>43724</c:v>
                </c:pt>
                <c:pt idx="4880">
                  <c:v>43725</c:v>
                </c:pt>
                <c:pt idx="4881">
                  <c:v>43726</c:v>
                </c:pt>
                <c:pt idx="4882">
                  <c:v>43727</c:v>
                </c:pt>
                <c:pt idx="4883">
                  <c:v>43728</c:v>
                </c:pt>
                <c:pt idx="4884">
                  <c:v>43731</c:v>
                </c:pt>
                <c:pt idx="4885">
                  <c:v>43732</c:v>
                </c:pt>
                <c:pt idx="4886">
                  <c:v>43733</c:v>
                </c:pt>
                <c:pt idx="4887">
                  <c:v>43734</c:v>
                </c:pt>
                <c:pt idx="4888">
                  <c:v>43735</c:v>
                </c:pt>
                <c:pt idx="4889">
                  <c:v>43738</c:v>
                </c:pt>
                <c:pt idx="4890">
                  <c:v>43739</c:v>
                </c:pt>
                <c:pt idx="4891">
                  <c:v>43740</c:v>
                </c:pt>
                <c:pt idx="4892">
                  <c:v>43741</c:v>
                </c:pt>
                <c:pt idx="4893">
                  <c:v>43742</c:v>
                </c:pt>
                <c:pt idx="4894">
                  <c:v>43745</c:v>
                </c:pt>
                <c:pt idx="4895">
                  <c:v>43746</c:v>
                </c:pt>
                <c:pt idx="4896">
                  <c:v>43747</c:v>
                </c:pt>
                <c:pt idx="4897">
                  <c:v>43748</c:v>
                </c:pt>
                <c:pt idx="4898">
                  <c:v>43749</c:v>
                </c:pt>
                <c:pt idx="4899">
                  <c:v>43752</c:v>
                </c:pt>
                <c:pt idx="4900">
                  <c:v>43753</c:v>
                </c:pt>
                <c:pt idx="4901">
                  <c:v>43754</c:v>
                </c:pt>
                <c:pt idx="4902">
                  <c:v>43755</c:v>
                </c:pt>
                <c:pt idx="4903">
                  <c:v>43756</c:v>
                </c:pt>
                <c:pt idx="4904">
                  <c:v>43759</c:v>
                </c:pt>
                <c:pt idx="4905">
                  <c:v>43760</c:v>
                </c:pt>
                <c:pt idx="4906">
                  <c:v>43761</c:v>
                </c:pt>
                <c:pt idx="4907">
                  <c:v>43762</c:v>
                </c:pt>
                <c:pt idx="4908">
                  <c:v>43763</c:v>
                </c:pt>
                <c:pt idx="4909">
                  <c:v>43766</c:v>
                </c:pt>
                <c:pt idx="4910">
                  <c:v>43767</c:v>
                </c:pt>
                <c:pt idx="4911">
                  <c:v>43768</c:v>
                </c:pt>
                <c:pt idx="4912">
                  <c:v>43769</c:v>
                </c:pt>
                <c:pt idx="4913">
                  <c:v>43770</c:v>
                </c:pt>
                <c:pt idx="4914">
                  <c:v>43773</c:v>
                </c:pt>
                <c:pt idx="4915">
                  <c:v>43774</c:v>
                </c:pt>
                <c:pt idx="4916">
                  <c:v>43775</c:v>
                </c:pt>
                <c:pt idx="4917">
                  <c:v>43776</c:v>
                </c:pt>
                <c:pt idx="4918">
                  <c:v>43777</c:v>
                </c:pt>
                <c:pt idx="4919">
                  <c:v>43780</c:v>
                </c:pt>
                <c:pt idx="4920">
                  <c:v>43781</c:v>
                </c:pt>
                <c:pt idx="4921">
                  <c:v>43782</c:v>
                </c:pt>
                <c:pt idx="4922">
                  <c:v>43783</c:v>
                </c:pt>
                <c:pt idx="4923">
                  <c:v>43784</c:v>
                </c:pt>
                <c:pt idx="4924">
                  <c:v>43787</c:v>
                </c:pt>
                <c:pt idx="4925">
                  <c:v>43788</c:v>
                </c:pt>
                <c:pt idx="4926">
                  <c:v>43789</c:v>
                </c:pt>
                <c:pt idx="4927">
                  <c:v>43790</c:v>
                </c:pt>
                <c:pt idx="4928">
                  <c:v>43791</c:v>
                </c:pt>
                <c:pt idx="4929">
                  <c:v>43794</c:v>
                </c:pt>
                <c:pt idx="4930">
                  <c:v>43795</c:v>
                </c:pt>
                <c:pt idx="4931">
                  <c:v>43796</c:v>
                </c:pt>
                <c:pt idx="4932">
                  <c:v>43797</c:v>
                </c:pt>
                <c:pt idx="4933">
                  <c:v>43798</c:v>
                </c:pt>
                <c:pt idx="4934">
                  <c:v>43801</c:v>
                </c:pt>
                <c:pt idx="4935">
                  <c:v>43802</c:v>
                </c:pt>
                <c:pt idx="4936">
                  <c:v>43803</c:v>
                </c:pt>
                <c:pt idx="4937">
                  <c:v>43804</c:v>
                </c:pt>
                <c:pt idx="4938">
                  <c:v>43805</c:v>
                </c:pt>
                <c:pt idx="4939">
                  <c:v>43808</c:v>
                </c:pt>
                <c:pt idx="4940">
                  <c:v>43809</c:v>
                </c:pt>
                <c:pt idx="4941">
                  <c:v>43810</c:v>
                </c:pt>
                <c:pt idx="4942">
                  <c:v>43811</c:v>
                </c:pt>
                <c:pt idx="4943">
                  <c:v>43812</c:v>
                </c:pt>
                <c:pt idx="4944">
                  <c:v>43815</c:v>
                </c:pt>
                <c:pt idx="4945">
                  <c:v>43816</c:v>
                </c:pt>
                <c:pt idx="4946">
                  <c:v>43817</c:v>
                </c:pt>
                <c:pt idx="4947">
                  <c:v>43818</c:v>
                </c:pt>
                <c:pt idx="4948">
                  <c:v>43819</c:v>
                </c:pt>
                <c:pt idx="4949">
                  <c:v>43822</c:v>
                </c:pt>
                <c:pt idx="4950">
                  <c:v>43823</c:v>
                </c:pt>
                <c:pt idx="4951">
                  <c:v>43824</c:v>
                </c:pt>
                <c:pt idx="4952">
                  <c:v>43825</c:v>
                </c:pt>
                <c:pt idx="4953">
                  <c:v>43826</c:v>
                </c:pt>
                <c:pt idx="4954">
                  <c:v>43829</c:v>
                </c:pt>
                <c:pt idx="4955">
                  <c:v>43830</c:v>
                </c:pt>
                <c:pt idx="4956">
                  <c:v>43831</c:v>
                </c:pt>
                <c:pt idx="4957">
                  <c:v>43832</c:v>
                </c:pt>
                <c:pt idx="4958">
                  <c:v>43833</c:v>
                </c:pt>
                <c:pt idx="4959">
                  <c:v>43836</c:v>
                </c:pt>
                <c:pt idx="4960">
                  <c:v>43837</c:v>
                </c:pt>
                <c:pt idx="4961">
                  <c:v>43838</c:v>
                </c:pt>
                <c:pt idx="4962">
                  <c:v>43839</c:v>
                </c:pt>
                <c:pt idx="4963">
                  <c:v>43840</c:v>
                </c:pt>
                <c:pt idx="4964">
                  <c:v>43843</c:v>
                </c:pt>
                <c:pt idx="4965">
                  <c:v>43844</c:v>
                </c:pt>
                <c:pt idx="4966">
                  <c:v>43845</c:v>
                </c:pt>
                <c:pt idx="4967">
                  <c:v>43846</c:v>
                </c:pt>
                <c:pt idx="4968">
                  <c:v>43847</c:v>
                </c:pt>
                <c:pt idx="4969">
                  <c:v>43850</c:v>
                </c:pt>
                <c:pt idx="4970">
                  <c:v>43851</c:v>
                </c:pt>
                <c:pt idx="4971">
                  <c:v>43852</c:v>
                </c:pt>
                <c:pt idx="4972">
                  <c:v>43853</c:v>
                </c:pt>
                <c:pt idx="4973">
                  <c:v>43854</c:v>
                </c:pt>
                <c:pt idx="4974">
                  <c:v>43857</c:v>
                </c:pt>
                <c:pt idx="4975">
                  <c:v>43858</c:v>
                </c:pt>
                <c:pt idx="4976">
                  <c:v>43859</c:v>
                </c:pt>
                <c:pt idx="4977">
                  <c:v>43860</c:v>
                </c:pt>
                <c:pt idx="4978">
                  <c:v>43861</c:v>
                </c:pt>
                <c:pt idx="4979">
                  <c:v>43864</c:v>
                </c:pt>
                <c:pt idx="4980">
                  <c:v>43865</c:v>
                </c:pt>
                <c:pt idx="4981">
                  <c:v>43866</c:v>
                </c:pt>
                <c:pt idx="4982">
                  <c:v>43867</c:v>
                </c:pt>
                <c:pt idx="4983">
                  <c:v>43868</c:v>
                </c:pt>
                <c:pt idx="4984">
                  <c:v>43871</c:v>
                </c:pt>
                <c:pt idx="4985">
                  <c:v>43872</c:v>
                </c:pt>
                <c:pt idx="4986">
                  <c:v>43873</c:v>
                </c:pt>
                <c:pt idx="4987">
                  <c:v>43874</c:v>
                </c:pt>
                <c:pt idx="4988">
                  <c:v>43875</c:v>
                </c:pt>
                <c:pt idx="4989">
                  <c:v>43878</c:v>
                </c:pt>
                <c:pt idx="4990">
                  <c:v>43879</c:v>
                </c:pt>
                <c:pt idx="4991">
                  <c:v>43880</c:v>
                </c:pt>
                <c:pt idx="4992">
                  <c:v>43881</c:v>
                </c:pt>
                <c:pt idx="4993">
                  <c:v>43882</c:v>
                </c:pt>
                <c:pt idx="4994">
                  <c:v>43885</c:v>
                </c:pt>
                <c:pt idx="4995">
                  <c:v>43886</c:v>
                </c:pt>
                <c:pt idx="4996">
                  <c:v>43887</c:v>
                </c:pt>
                <c:pt idx="4997">
                  <c:v>43888</c:v>
                </c:pt>
                <c:pt idx="4998">
                  <c:v>43889</c:v>
                </c:pt>
                <c:pt idx="4999">
                  <c:v>43892</c:v>
                </c:pt>
                <c:pt idx="5000">
                  <c:v>43893</c:v>
                </c:pt>
                <c:pt idx="5001">
                  <c:v>43894</c:v>
                </c:pt>
                <c:pt idx="5002">
                  <c:v>43895</c:v>
                </c:pt>
                <c:pt idx="5003">
                  <c:v>43896</c:v>
                </c:pt>
                <c:pt idx="5004">
                  <c:v>43899</c:v>
                </c:pt>
                <c:pt idx="5005">
                  <c:v>43900</c:v>
                </c:pt>
                <c:pt idx="5006">
                  <c:v>43901</c:v>
                </c:pt>
                <c:pt idx="5007">
                  <c:v>43902</c:v>
                </c:pt>
                <c:pt idx="5008">
                  <c:v>43903</c:v>
                </c:pt>
                <c:pt idx="5009">
                  <c:v>43906</c:v>
                </c:pt>
                <c:pt idx="5010">
                  <c:v>43907</c:v>
                </c:pt>
                <c:pt idx="5011">
                  <c:v>43908</c:v>
                </c:pt>
                <c:pt idx="5012">
                  <c:v>43909</c:v>
                </c:pt>
                <c:pt idx="5013">
                  <c:v>43910</c:v>
                </c:pt>
                <c:pt idx="5014">
                  <c:v>43913</c:v>
                </c:pt>
                <c:pt idx="5015">
                  <c:v>43914</c:v>
                </c:pt>
                <c:pt idx="5016">
                  <c:v>43915</c:v>
                </c:pt>
                <c:pt idx="5017">
                  <c:v>43916</c:v>
                </c:pt>
                <c:pt idx="5018">
                  <c:v>43917</c:v>
                </c:pt>
                <c:pt idx="5019">
                  <c:v>43920</c:v>
                </c:pt>
                <c:pt idx="5020">
                  <c:v>43921</c:v>
                </c:pt>
                <c:pt idx="5021">
                  <c:v>43922</c:v>
                </c:pt>
                <c:pt idx="5022">
                  <c:v>43923</c:v>
                </c:pt>
                <c:pt idx="5023">
                  <c:v>43924</c:v>
                </c:pt>
                <c:pt idx="5024">
                  <c:v>43927</c:v>
                </c:pt>
                <c:pt idx="5025">
                  <c:v>43928</c:v>
                </c:pt>
                <c:pt idx="5026">
                  <c:v>43929</c:v>
                </c:pt>
                <c:pt idx="5027">
                  <c:v>43930</c:v>
                </c:pt>
                <c:pt idx="5028">
                  <c:v>43931</c:v>
                </c:pt>
                <c:pt idx="5029">
                  <c:v>43934</c:v>
                </c:pt>
                <c:pt idx="5030">
                  <c:v>43935</c:v>
                </c:pt>
                <c:pt idx="5031">
                  <c:v>43936</c:v>
                </c:pt>
                <c:pt idx="5032">
                  <c:v>43937</c:v>
                </c:pt>
                <c:pt idx="5033">
                  <c:v>43938</c:v>
                </c:pt>
                <c:pt idx="5034">
                  <c:v>43941</c:v>
                </c:pt>
                <c:pt idx="5035">
                  <c:v>43942</c:v>
                </c:pt>
                <c:pt idx="5036">
                  <c:v>43943</c:v>
                </c:pt>
                <c:pt idx="5037">
                  <c:v>43944</c:v>
                </c:pt>
                <c:pt idx="5038">
                  <c:v>43945</c:v>
                </c:pt>
                <c:pt idx="5039">
                  <c:v>43948</c:v>
                </c:pt>
                <c:pt idx="5040">
                  <c:v>43949</c:v>
                </c:pt>
                <c:pt idx="5041">
                  <c:v>43950</c:v>
                </c:pt>
                <c:pt idx="5042">
                  <c:v>43951</c:v>
                </c:pt>
                <c:pt idx="5043">
                  <c:v>43952</c:v>
                </c:pt>
                <c:pt idx="5044">
                  <c:v>43955</c:v>
                </c:pt>
                <c:pt idx="5045">
                  <c:v>43956</c:v>
                </c:pt>
                <c:pt idx="5046">
                  <c:v>43957</c:v>
                </c:pt>
                <c:pt idx="5047">
                  <c:v>43958</c:v>
                </c:pt>
                <c:pt idx="5048">
                  <c:v>43959</c:v>
                </c:pt>
                <c:pt idx="5049">
                  <c:v>43962</c:v>
                </c:pt>
                <c:pt idx="5050">
                  <c:v>43963</c:v>
                </c:pt>
                <c:pt idx="5051">
                  <c:v>43964</c:v>
                </c:pt>
                <c:pt idx="5052">
                  <c:v>43965</c:v>
                </c:pt>
                <c:pt idx="5053">
                  <c:v>43966</c:v>
                </c:pt>
                <c:pt idx="5054">
                  <c:v>43969</c:v>
                </c:pt>
                <c:pt idx="5055">
                  <c:v>43970</c:v>
                </c:pt>
                <c:pt idx="5056">
                  <c:v>43971</c:v>
                </c:pt>
                <c:pt idx="5057">
                  <c:v>43972</c:v>
                </c:pt>
                <c:pt idx="5058">
                  <c:v>43973</c:v>
                </c:pt>
                <c:pt idx="5059">
                  <c:v>43976</c:v>
                </c:pt>
                <c:pt idx="5060">
                  <c:v>43977</c:v>
                </c:pt>
                <c:pt idx="5061">
                  <c:v>43978</c:v>
                </c:pt>
                <c:pt idx="5062">
                  <c:v>43979</c:v>
                </c:pt>
                <c:pt idx="5063">
                  <c:v>43980</c:v>
                </c:pt>
                <c:pt idx="5064">
                  <c:v>43983</c:v>
                </c:pt>
                <c:pt idx="5065">
                  <c:v>43984</c:v>
                </c:pt>
                <c:pt idx="5066">
                  <c:v>43985</c:v>
                </c:pt>
                <c:pt idx="5067">
                  <c:v>43986</c:v>
                </c:pt>
                <c:pt idx="5068">
                  <c:v>43987</c:v>
                </c:pt>
                <c:pt idx="5069">
                  <c:v>43990</c:v>
                </c:pt>
                <c:pt idx="5070">
                  <c:v>43991</c:v>
                </c:pt>
                <c:pt idx="5071">
                  <c:v>43992</c:v>
                </c:pt>
                <c:pt idx="5072">
                  <c:v>43993</c:v>
                </c:pt>
                <c:pt idx="5073">
                  <c:v>43994</c:v>
                </c:pt>
                <c:pt idx="5074">
                  <c:v>43997</c:v>
                </c:pt>
                <c:pt idx="5075">
                  <c:v>43998</c:v>
                </c:pt>
                <c:pt idx="5076">
                  <c:v>43999</c:v>
                </c:pt>
                <c:pt idx="5077">
                  <c:v>44000</c:v>
                </c:pt>
                <c:pt idx="5078">
                  <c:v>44001</c:v>
                </c:pt>
                <c:pt idx="5079">
                  <c:v>44004</c:v>
                </c:pt>
                <c:pt idx="5080">
                  <c:v>44005</c:v>
                </c:pt>
                <c:pt idx="5081">
                  <c:v>44006</c:v>
                </c:pt>
                <c:pt idx="5082">
                  <c:v>44007</c:v>
                </c:pt>
                <c:pt idx="5083">
                  <c:v>44008</c:v>
                </c:pt>
                <c:pt idx="5084">
                  <c:v>44011</c:v>
                </c:pt>
                <c:pt idx="5085">
                  <c:v>44012</c:v>
                </c:pt>
                <c:pt idx="5086">
                  <c:v>44013</c:v>
                </c:pt>
                <c:pt idx="5087">
                  <c:v>44014</c:v>
                </c:pt>
                <c:pt idx="5088">
                  <c:v>44015</c:v>
                </c:pt>
                <c:pt idx="5089">
                  <c:v>44018</c:v>
                </c:pt>
                <c:pt idx="5090">
                  <c:v>44019</c:v>
                </c:pt>
                <c:pt idx="5091">
                  <c:v>44020</c:v>
                </c:pt>
                <c:pt idx="5092">
                  <c:v>44021</c:v>
                </c:pt>
                <c:pt idx="5093">
                  <c:v>44022</c:v>
                </c:pt>
                <c:pt idx="5094">
                  <c:v>44025</c:v>
                </c:pt>
                <c:pt idx="5095">
                  <c:v>44026</c:v>
                </c:pt>
                <c:pt idx="5096">
                  <c:v>44027</c:v>
                </c:pt>
                <c:pt idx="5097">
                  <c:v>44028</c:v>
                </c:pt>
                <c:pt idx="5098">
                  <c:v>44029</c:v>
                </c:pt>
                <c:pt idx="5099">
                  <c:v>44032</c:v>
                </c:pt>
                <c:pt idx="5100">
                  <c:v>44033</c:v>
                </c:pt>
                <c:pt idx="5101">
                  <c:v>44034</c:v>
                </c:pt>
                <c:pt idx="5102">
                  <c:v>44035</c:v>
                </c:pt>
                <c:pt idx="5103">
                  <c:v>44036</c:v>
                </c:pt>
                <c:pt idx="5104">
                  <c:v>44039</c:v>
                </c:pt>
                <c:pt idx="5105">
                  <c:v>44040</c:v>
                </c:pt>
                <c:pt idx="5106">
                  <c:v>44041</c:v>
                </c:pt>
                <c:pt idx="5107">
                  <c:v>44042</c:v>
                </c:pt>
                <c:pt idx="5108">
                  <c:v>44043</c:v>
                </c:pt>
                <c:pt idx="5109">
                  <c:v>44046</c:v>
                </c:pt>
                <c:pt idx="5110">
                  <c:v>44047</c:v>
                </c:pt>
                <c:pt idx="5111">
                  <c:v>44048</c:v>
                </c:pt>
                <c:pt idx="5112">
                  <c:v>44049</c:v>
                </c:pt>
                <c:pt idx="5113">
                  <c:v>44050</c:v>
                </c:pt>
                <c:pt idx="5114">
                  <c:v>44053</c:v>
                </c:pt>
                <c:pt idx="5115">
                  <c:v>44054</c:v>
                </c:pt>
                <c:pt idx="5116">
                  <c:v>44055</c:v>
                </c:pt>
                <c:pt idx="5117">
                  <c:v>44056</c:v>
                </c:pt>
                <c:pt idx="5118">
                  <c:v>44057</c:v>
                </c:pt>
                <c:pt idx="5119">
                  <c:v>44060</c:v>
                </c:pt>
                <c:pt idx="5120">
                  <c:v>44061</c:v>
                </c:pt>
                <c:pt idx="5121">
                  <c:v>44062</c:v>
                </c:pt>
                <c:pt idx="5122">
                  <c:v>44063</c:v>
                </c:pt>
                <c:pt idx="5123">
                  <c:v>44064</c:v>
                </c:pt>
                <c:pt idx="5124">
                  <c:v>44067</c:v>
                </c:pt>
                <c:pt idx="5125">
                  <c:v>44068</c:v>
                </c:pt>
                <c:pt idx="5126">
                  <c:v>44069</c:v>
                </c:pt>
                <c:pt idx="5127">
                  <c:v>44070</c:v>
                </c:pt>
                <c:pt idx="5128">
                  <c:v>44071</c:v>
                </c:pt>
                <c:pt idx="5129">
                  <c:v>44074</c:v>
                </c:pt>
                <c:pt idx="5130">
                  <c:v>44075</c:v>
                </c:pt>
                <c:pt idx="5131">
                  <c:v>44076</c:v>
                </c:pt>
                <c:pt idx="5132">
                  <c:v>44077</c:v>
                </c:pt>
                <c:pt idx="5133">
                  <c:v>44078</c:v>
                </c:pt>
                <c:pt idx="5134">
                  <c:v>44081</c:v>
                </c:pt>
                <c:pt idx="5135">
                  <c:v>44082</c:v>
                </c:pt>
                <c:pt idx="5136">
                  <c:v>44083</c:v>
                </c:pt>
                <c:pt idx="5137">
                  <c:v>44084</c:v>
                </c:pt>
                <c:pt idx="5138">
                  <c:v>44085</c:v>
                </c:pt>
                <c:pt idx="5139">
                  <c:v>44088</c:v>
                </c:pt>
                <c:pt idx="5140">
                  <c:v>44089</c:v>
                </c:pt>
                <c:pt idx="5141">
                  <c:v>44090</c:v>
                </c:pt>
                <c:pt idx="5142">
                  <c:v>44091</c:v>
                </c:pt>
                <c:pt idx="5143">
                  <c:v>44092</c:v>
                </c:pt>
                <c:pt idx="5144">
                  <c:v>44095</c:v>
                </c:pt>
                <c:pt idx="5145">
                  <c:v>44096</c:v>
                </c:pt>
                <c:pt idx="5146">
                  <c:v>44097</c:v>
                </c:pt>
                <c:pt idx="5147">
                  <c:v>44098</c:v>
                </c:pt>
                <c:pt idx="5148">
                  <c:v>44099</c:v>
                </c:pt>
                <c:pt idx="5149">
                  <c:v>44102</c:v>
                </c:pt>
                <c:pt idx="5150">
                  <c:v>44103</c:v>
                </c:pt>
                <c:pt idx="5151">
                  <c:v>44104</c:v>
                </c:pt>
                <c:pt idx="5152">
                  <c:v>44105</c:v>
                </c:pt>
                <c:pt idx="5153">
                  <c:v>44106</c:v>
                </c:pt>
                <c:pt idx="5154">
                  <c:v>44109</c:v>
                </c:pt>
                <c:pt idx="5155">
                  <c:v>44110</c:v>
                </c:pt>
                <c:pt idx="5156">
                  <c:v>44111</c:v>
                </c:pt>
                <c:pt idx="5157">
                  <c:v>44112</c:v>
                </c:pt>
                <c:pt idx="5158">
                  <c:v>44113</c:v>
                </c:pt>
                <c:pt idx="5159">
                  <c:v>44116</c:v>
                </c:pt>
                <c:pt idx="5160">
                  <c:v>44117</c:v>
                </c:pt>
                <c:pt idx="5161">
                  <c:v>44118</c:v>
                </c:pt>
                <c:pt idx="5162">
                  <c:v>44119</c:v>
                </c:pt>
                <c:pt idx="5163">
                  <c:v>44120</c:v>
                </c:pt>
                <c:pt idx="5164">
                  <c:v>44123</c:v>
                </c:pt>
                <c:pt idx="5165">
                  <c:v>44124</c:v>
                </c:pt>
                <c:pt idx="5166">
                  <c:v>44125</c:v>
                </c:pt>
                <c:pt idx="5167">
                  <c:v>44126</c:v>
                </c:pt>
                <c:pt idx="5168">
                  <c:v>44127</c:v>
                </c:pt>
                <c:pt idx="5169">
                  <c:v>44130</c:v>
                </c:pt>
                <c:pt idx="5170">
                  <c:v>44131</c:v>
                </c:pt>
                <c:pt idx="5171">
                  <c:v>44132</c:v>
                </c:pt>
                <c:pt idx="5172">
                  <c:v>44133</c:v>
                </c:pt>
                <c:pt idx="5173">
                  <c:v>44134</c:v>
                </c:pt>
                <c:pt idx="5174">
                  <c:v>44137</c:v>
                </c:pt>
                <c:pt idx="5175">
                  <c:v>44138</c:v>
                </c:pt>
                <c:pt idx="5176">
                  <c:v>44139</c:v>
                </c:pt>
                <c:pt idx="5177">
                  <c:v>44140</c:v>
                </c:pt>
                <c:pt idx="5178">
                  <c:v>44141</c:v>
                </c:pt>
                <c:pt idx="5179">
                  <c:v>44144</c:v>
                </c:pt>
                <c:pt idx="5180">
                  <c:v>44145</c:v>
                </c:pt>
                <c:pt idx="5181">
                  <c:v>44146</c:v>
                </c:pt>
                <c:pt idx="5182">
                  <c:v>44147</c:v>
                </c:pt>
                <c:pt idx="5183">
                  <c:v>44148</c:v>
                </c:pt>
                <c:pt idx="5184">
                  <c:v>44151</c:v>
                </c:pt>
                <c:pt idx="5185">
                  <c:v>44152</c:v>
                </c:pt>
                <c:pt idx="5186">
                  <c:v>44153</c:v>
                </c:pt>
                <c:pt idx="5187">
                  <c:v>44154</c:v>
                </c:pt>
                <c:pt idx="5188">
                  <c:v>44155</c:v>
                </c:pt>
                <c:pt idx="5189">
                  <c:v>44158</c:v>
                </c:pt>
                <c:pt idx="5190">
                  <c:v>44159</c:v>
                </c:pt>
                <c:pt idx="5191">
                  <c:v>44160</c:v>
                </c:pt>
                <c:pt idx="5192">
                  <c:v>44161</c:v>
                </c:pt>
                <c:pt idx="5193">
                  <c:v>44162</c:v>
                </c:pt>
                <c:pt idx="5194">
                  <c:v>44165</c:v>
                </c:pt>
                <c:pt idx="5195">
                  <c:v>44166</c:v>
                </c:pt>
                <c:pt idx="5196">
                  <c:v>44167</c:v>
                </c:pt>
                <c:pt idx="5197">
                  <c:v>44168</c:v>
                </c:pt>
                <c:pt idx="5198">
                  <c:v>44169</c:v>
                </c:pt>
                <c:pt idx="5199">
                  <c:v>44172</c:v>
                </c:pt>
                <c:pt idx="5200">
                  <c:v>44173</c:v>
                </c:pt>
                <c:pt idx="5201">
                  <c:v>44174</c:v>
                </c:pt>
                <c:pt idx="5202">
                  <c:v>44175</c:v>
                </c:pt>
                <c:pt idx="5203">
                  <c:v>44176</c:v>
                </c:pt>
                <c:pt idx="5204">
                  <c:v>44179</c:v>
                </c:pt>
                <c:pt idx="5205">
                  <c:v>44180</c:v>
                </c:pt>
                <c:pt idx="5206">
                  <c:v>44181</c:v>
                </c:pt>
                <c:pt idx="5207">
                  <c:v>44182</c:v>
                </c:pt>
                <c:pt idx="5208">
                  <c:v>44183</c:v>
                </c:pt>
                <c:pt idx="5209">
                  <c:v>44186</c:v>
                </c:pt>
                <c:pt idx="5210">
                  <c:v>44187</c:v>
                </c:pt>
                <c:pt idx="5211">
                  <c:v>44188</c:v>
                </c:pt>
                <c:pt idx="5212">
                  <c:v>44189</c:v>
                </c:pt>
                <c:pt idx="5213">
                  <c:v>44190</c:v>
                </c:pt>
                <c:pt idx="5214">
                  <c:v>44193</c:v>
                </c:pt>
                <c:pt idx="5215">
                  <c:v>44194</c:v>
                </c:pt>
                <c:pt idx="5216">
                  <c:v>44195</c:v>
                </c:pt>
                <c:pt idx="5217">
                  <c:v>44196</c:v>
                </c:pt>
                <c:pt idx="5218">
                  <c:v>44197</c:v>
                </c:pt>
                <c:pt idx="5219">
                  <c:v>44200</c:v>
                </c:pt>
                <c:pt idx="5220">
                  <c:v>44201</c:v>
                </c:pt>
                <c:pt idx="5221">
                  <c:v>44202</c:v>
                </c:pt>
                <c:pt idx="5222">
                  <c:v>44203</c:v>
                </c:pt>
                <c:pt idx="5223">
                  <c:v>44204</c:v>
                </c:pt>
                <c:pt idx="5224">
                  <c:v>44207</c:v>
                </c:pt>
                <c:pt idx="5225">
                  <c:v>44208</c:v>
                </c:pt>
                <c:pt idx="5226">
                  <c:v>44209</c:v>
                </c:pt>
                <c:pt idx="5227">
                  <c:v>44210</c:v>
                </c:pt>
                <c:pt idx="5228">
                  <c:v>44211</c:v>
                </c:pt>
                <c:pt idx="5229">
                  <c:v>44214</c:v>
                </c:pt>
                <c:pt idx="5230">
                  <c:v>44215</c:v>
                </c:pt>
                <c:pt idx="5231">
                  <c:v>44216</c:v>
                </c:pt>
                <c:pt idx="5232">
                  <c:v>44217</c:v>
                </c:pt>
                <c:pt idx="5233">
                  <c:v>44218</c:v>
                </c:pt>
                <c:pt idx="5234">
                  <c:v>44221</c:v>
                </c:pt>
                <c:pt idx="5235">
                  <c:v>44222</c:v>
                </c:pt>
                <c:pt idx="5236">
                  <c:v>44223</c:v>
                </c:pt>
                <c:pt idx="5237">
                  <c:v>44224</c:v>
                </c:pt>
                <c:pt idx="5238">
                  <c:v>44225</c:v>
                </c:pt>
                <c:pt idx="5239">
                  <c:v>44228</c:v>
                </c:pt>
                <c:pt idx="5240">
                  <c:v>44229</c:v>
                </c:pt>
                <c:pt idx="5241">
                  <c:v>44230</c:v>
                </c:pt>
                <c:pt idx="5242">
                  <c:v>44231</c:v>
                </c:pt>
                <c:pt idx="5243">
                  <c:v>44232</c:v>
                </c:pt>
                <c:pt idx="5244">
                  <c:v>44235</c:v>
                </c:pt>
                <c:pt idx="5245">
                  <c:v>44236</c:v>
                </c:pt>
                <c:pt idx="5246">
                  <c:v>44237</c:v>
                </c:pt>
                <c:pt idx="5247">
                  <c:v>44238</c:v>
                </c:pt>
                <c:pt idx="5248">
                  <c:v>44239</c:v>
                </c:pt>
                <c:pt idx="5249">
                  <c:v>44242</c:v>
                </c:pt>
                <c:pt idx="5250">
                  <c:v>44243</c:v>
                </c:pt>
                <c:pt idx="5251">
                  <c:v>44244</c:v>
                </c:pt>
                <c:pt idx="5252">
                  <c:v>44245</c:v>
                </c:pt>
                <c:pt idx="5253">
                  <c:v>44246</c:v>
                </c:pt>
                <c:pt idx="5254">
                  <c:v>44249</c:v>
                </c:pt>
                <c:pt idx="5255">
                  <c:v>44250</c:v>
                </c:pt>
                <c:pt idx="5256">
                  <c:v>44251</c:v>
                </c:pt>
                <c:pt idx="5257">
                  <c:v>44252</c:v>
                </c:pt>
                <c:pt idx="5258">
                  <c:v>44253</c:v>
                </c:pt>
                <c:pt idx="5259">
                  <c:v>44256</c:v>
                </c:pt>
                <c:pt idx="5260">
                  <c:v>44257</c:v>
                </c:pt>
                <c:pt idx="5261">
                  <c:v>44258</c:v>
                </c:pt>
                <c:pt idx="5262">
                  <c:v>44259</c:v>
                </c:pt>
                <c:pt idx="5263">
                  <c:v>44260</c:v>
                </c:pt>
                <c:pt idx="5264">
                  <c:v>44263</c:v>
                </c:pt>
                <c:pt idx="5265">
                  <c:v>44264</c:v>
                </c:pt>
                <c:pt idx="5266">
                  <c:v>44265</c:v>
                </c:pt>
                <c:pt idx="5267">
                  <c:v>44266</c:v>
                </c:pt>
                <c:pt idx="5268">
                  <c:v>44267</c:v>
                </c:pt>
                <c:pt idx="5269">
                  <c:v>44270</c:v>
                </c:pt>
                <c:pt idx="5270">
                  <c:v>44271</c:v>
                </c:pt>
                <c:pt idx="5271">
                  <c:v>44272</c:v>
                </c:pt>
                <c:pt idx="5272">
                  <c:v>44273</c:v>
                </c:pt>
                <c:pt idx="5273">
                  <c:v>44274</c:v>
                </c:pt>
                <c:pt idx="5274">
                  <c:v>44277</c:v>
                </c:pt>
                <c:pt idx="5275">
                  <c:v>44278</c:v>
                </c:pt>
                <c:pt idx="5276">
                  <c:v>44279</c:v>
                </c:pt>
                <c:pt idx="5277">
                  <c:v>44280</c:v>
                </c:pt>
                <c:pt idx="5278">
                  <c:v>44281</c:v>
                </c:pt>
                <c:pt idx="5279">
                  <c:v>44284</c:v>
                </c:pt>
                <c:pt idx="5280">
                  <c:v>44285</c:v>
                </c:pt>
                <c:pt idx="5281">
                  <c:v>44286</c:v>
                </c:pt>
                <c:pt idx="5282">
                  <c:v>44287</c:v>
                </c:pt>
                <c:pt idx="5283">
                  <c:v>44288</c:v>
                </c:pt>
                <c:pt idx="5284">
                  <c:v>44291</c:v>
                </c:pt>
                <c:pt idx="5285">
                  <c:v>44292</c:v>
                </c:pt>
                <c:pt idx="5286">
                  <c:v>44293</c:v>
                </c:pt>
                <c:pt idx="5287">
                  <c:v>44294</c:v>
                </c:pt>
                <c:pt idx="5288">
                  <c:v>44295</c:v>
                </c:pt>
                <c:pt idx="5289">
                  <c:v>44298</c:v>
                </c:pt>
                <c:pt idx="5290">
                  <c:v>44299</c:v>
                </c:pt>
                <c:pt idx="5291">
                  <c:v>44300</c:v>
                </c:pt>
                <c:pt idx="5292">
                  <c:v>44301</c:v>
                </c:pt>
                <c:pt idx="5293">
                  <c:v>44302</c:v>
                </c:pt>
                <c:pt idx="5294">
                  <c:v>44305</c:v>
                </c:pt>
                <c:pt idx="5295">
                  <c:v>44306</c:v>
                </c:pt>
                <c:pt idx="5296">
                  <c:v>44307</c:v>
                </c:pt>
                <c:pt idx="5297">
                  <c:v>44308</c:v>
                </c:pt>
                <c:pt idx="5298">
                  <c:v>44309</c:v>
                </c:pt>
                <c:pt idx="5299">
                  <c:v>44312</c:v>
                </c:pt>
                <c:pt idx="5300">
                  <c:v>44313</c:v>
                </c:pt>
                <c:pt idx="5301">
                  <c:v>44314</c:v>
                </c:pt>
                <c:pt idx="5302">
                  <c:v>44315</c:v>
                </c:pt>
                <c:pt idx="5303">
                  <c:v>44316</c:v>
                </c:pt>
                <c:pt idx="5304">
                  <c:v>44319</c:v>
                </c:pt>
                <c:pt idx="5305">
                  <c:v>44320</c:v>
                </c:pt>
                <c:pt idx="5306">
                  <c:v>44321</c:v>
                </c:pt>
                <c:pt idx="5307">
                  <c:v>44322</c:v>
                </c:pt>
                <c:pt idx="5308">
                  <c:v>44323</c:v>
                </c:pt>
                <c:pt idx="5309">
                  <c:v>44326</c:v>
                </c:pt>
                <c:pt idx="5310">
                  <c:v>44327</c:v>
                </c:pt>
                <c:pt idx="5311">
                  <c:v>44328</c:v>
                </c:pt>
                <c:pt idx="5312">
                  <c:v>44329</c:v>
                </c:pt>
                <c:pt idx="5313">
                  <c:v>44330</c:v>
                </c:pt>
                <c:pt idx="5314">
                  <c:v>44333</c:v>
                </c:pt>
                <c:pt idx="5315">
                  <c:v>44334</c:v>
                </c:pt>
                <c:pt idx="5316">
                  <c:v>44335</c:v>
                </c:pt>
                <c:pt idx="5317">
                  <c:v>44336</c:v>
                </c:pt>
                <c:pt idx="5318">
                  <c:v>44337</c:v>
                </c:pt>
                <c:pt idx="5319">
                  <c:v>44340</c:v>
                </c:pt>
                <c:pt idx="5320">
                  <c:v>44341</c:v>
                </c:pt>
                <c:pt idx="5321">
                  <c:v>44342</c:v>
                </c:pt>
                <c:pt idx="5322">
                  <c:v>44343</c:v>
                </c:pt>
                <c:pt idx="5323">
                  <c:v>44344</c:v>
                </c:pt>
                <c:pt idx="5324">
                  <c:v>44347</c:v>
                </c:pt>
                <c:pt idx="5325">
                  <c:v>44348</c:v>
                </c:pt>
                <c:pt idx="5326">
                  <c:v>44349</c:v>
                </c:pt>
                <c:pt idx="5327">
                  <c:v>44350</c:v>
                </c:pt>
                <c:pt idx="5328">
                  <c:v>44351</c:v>
                </c:pt>
                <c:pt idx="5329">
                  <c:v>44354</c:v>
                </c:pt>
                <c:pt idx="5330">
                  <c:v>44355</c:v>
                </c:pt>
                <c:pt idx="5331">
                  <c:v>44356</c:v>
                </c:pt>
                <c:pt idx="5332">
                  <c:v>44357</c:v>
                </c:pt>
                <c:pt idx="5333">
                  <c:v>44358</c:v>
                </c:pt>
                <c:pt idx="5334">
                  <c:v>44361</c:v>
                </c:pt>
                <c:pt idx="5335">
                  <c:v>44362</c:v>
                </c:pt>
                <c:pt idx="5336">
                  <c:v>44363</c:v>
                </c:pt>
                <c:pt idx="5337">
                  <c:v>44364</c:v>
                </c:pt>
                <c:pt idx="5338">
                  <c:v>44365</c:v>
                </c:pt>
                <c:pt idx="5339">
                  <c:v>44368</c:v>
                </c:pt>
                <c:pt idx="5340">
                  <c:v>44369</c:v>
                </c:pt>
                <c:pt idx="5341">
                  <c:v>44370</c:v>
                </c:pt>
                <c:pt idx="5342">
                  <c:v>44371</c:v>
                </c:pt>
                <c:pt idx="5343">
                  <c:v>44372</c:v>
                </c:pt>
                <c:pt idx="5344">
                  <c:v>44375</c:v>
                </c:pt>
                <c:pt idx="5345">
                  <c:v>44376</c:v>
                </c:pt>
                <c:pt idx="5346">
                  <c:v>44377</c:v>
                </c:pt>
                <c:pt idx="5347">
                  <c:v>44378</c:v>
                </c:pt>
                <c:pt idx="5348">
                  <c:v>44379</c:v>
                </c:pt>
                <c:pt idx="5349">
                  <c:v>44382</c:v>
                </c:pt>
                <c:pt idx="5350">
                  <c:v>44383</c:v>
                </c:pt>
                <c:pt idx="5351">
                  <c:v>44384</c:v>
                </c:pt>
                <c:pt idx="5352">
                  <c:v>44385</c:v>
                </c:pt>
                <c:pt idx="5353">
                  <c:v>44386</c:v>
                </c:pt>
                <c:pt idx="5354">
                  <c:v>44389</c:v>
                </c:pt>
                <c:pt idx="5355">
                  <c:v>44390</c:v>
                </c:pt>
                <c:pt idx="5356">
                  <c:v>44391</c:v>
                </c:pt>
                <c:pt idx="5357">
                  <c:v>44392</c:v>
                </c:pt>
                <c:pt idx="5358">
                  <c:v>44393</c:v>
                </c:pt>
                <c:pt idx="5359">
                  <c:v>44396</c:v>
                </c:pt>
                <c:pt idx="5360">
                  <c:v>44397</c:v>
                </c:pt>
                <c:pt idx="5361">
                  <c:v>44398</c:v>
                </c:pt>
                <c:pt idx="5362">
                  <c:v>44399</c:v>
                </c:pt>
                <c:pt idx="5363">
                  <c:v>44400</c:v>
                </c:pt>
                <c:pt idx="5364">
                  <c:v>44403</c:v>
                </c:pt>
                <c:pt idx="5365">
                  <c:v>44404</c:v>
                </c:pt>
                <c:pt idx="5366">
                  <c:v>44405</c:v>
                </c:pt>
                <c:pt idx="5367">
                  <c:v>44406</c:v>
                </c:pt>
                <c:pt idx="5368">
                  <c:v>44407</c:v>
                </c:pt>
                <c:pt idx="5369">
                  <c:v>44410</c:v>
                </c:pt>
                <c:pt idx="5370">
                  <c:v>44411</c:v>
                </c:pt>
                <c:pt idx="5371">
                  <c:v>44412</c:v>
                </c:pt>
                <c:pt idx="5372">
                  <c:v>44413</c:v>
                </c:pt>
                <c:pt idx="5373">
                  <c:v>44414</c:v>
                </c:pt>
                <c:pt idx="5374">
                  <c:v>44417</c:v>
                </c:pt>
                <c:pt idx="5375">
                  <c:v>44418</c:v>
                </c:pt>
                <c:pt idx="5376">
                  <c:v>44419</c:v>
                </c:pt>
                <c:pt idx="5377">
                  <c:v>44420</c:v>
                </c:pt>
                <c:pt idx="5378">
                  <c:v>44421</c:v>
                </c:pt>
                <c:pt idx="5379">
                  <c:v>44424</c:v>
                </c:pt>
                <c:pt idx="5380">
                  <c:v>44425</c:v>
                </c:pt>
                <c:pt idx="5381">
                  <c:v>44426</c:v>
                </c:pt>
                <c:pt idx="5382">
                  <c:v>44427</c:v>
                </c:pt>
                <c:pt idx="5383">
                  <c:v>44428</c:v>
                </c:pt>
                <c:pt idx="5384">
                  <c:v>44431</c:v>
                </c:pt>
                <c:pt idx="5385">
                  <c:v>44432</c:v>
                </c:pt>
                <c:pt idx="5386">
                  <c:v>44433</c:v>
                </c:pt>
                <c:pt idx="5387">
                  <c:v>44434</c:v>
                </c:pt>
                <c:pt idx="5388">
                  <c:v>44435</c:v>
                </c:pt>
                <c:pt idx="5389">
                  <c:v>44438</c:v>
                </c:pt>
                <c:pt idx="5390">
                  <c:v>44439</c:v>
                </c:pt>
                <c:pt idx="5391">
                  <c:v>44440</c:v>
                </c:pt>
                <c:pt idx="5392">
                  <c:v>44441</c:v>
                </c:pt>
                <c:pt idx="5393">
                  <c:v>44442</c:v>
                </c:pt>
                <c:pt idx="5394">
                  <c:v>44445</c:v>
                </c:pt>
                <c:pt idx="5395">
                  <c:v>44446</c:v>
                </c:pt>
                <c:pt idx="5396">
                  <c:v>44447</c:v>
                </c:pt>
                <c:pt idx="5397">
                  <c:v>44448</c:v>
                </c:pt>
                <c:pt idx="5398">
                  <c:v>44449</c:v>
                </c:pt>
                <c:pt idx="5399">
                  <c:v>44452</c:v>
                </c:pt>
                <c:pt idx="5400">
                  <c:v>44453</c:v>
                </c:pt>
                <c:pt idx="5401">
                  <c:v>44454</c:v>
                </c:pt>
                <c:pt idx="5402">
                  <c:v>44455</c:v>
                </c:pt>
                <c:pt idx="5403">
                  <c:v>44456</c:v>
                </c:pt>
                <c:pt idx="5404">
                  <c:v>44459</c:v>
                </c:pt>
                <c:pt idx="5405">
                  <c:v>44460</c:v>
                </c:pt>
                <c:pt idx="5406">
                  <c:v>44461</c:v>
                </c:pt>
                <c:pt idx="5407">
                  <c:v>44462</c:v>
                </c:pt>
                <c:pt idx="5408">
                  <c:v>44463</c:v>
                </c:pt>
                <c:pt idx="5409">
                  <c:v>44466</c:v>
                </c:pt>
                <c:pt idx="5410">
                  <c:v>44467</c:v>
                </c:pt>
                <c:pt idx="5411">
                  <c:v>44468</c:v>
                </c:pt>
                <c:pt idx="5412">
                  <c:v>44469</c:v>
                </c:pt>
                <c:pt idx="5413">
                  <c:v>44470</c:v>
                </c:pt>
                <c:pt idx="5414">
                  <c:v>44473</c:v>
                </c:pt>
                <c:pt idx="5415">
                  <c:v>44474</c:v>
                </c:pt>
                <c:pt idx="5416">
                  <c:v>44475</c:v>
                </c:pt>
                <c:pt idx="5417">
                  <c:v>44476</c:v>
                </c:pt>
                <c:pt idx="5418">
                  <c:v>44477</c:v>
                </c:pt>
                <c:pt idx="5419">
                  <c:v>44480</c:v>
                </c:pt>
                <c:pt idx="5420">
                  <c:v>44481</c:v>
                </c:pt>
                <c:pt idx="5421">
                  <c:v>44482</c:v>
                </c:pt>
                <c:pt idx="5422">
                  <c:v>44483</c:v>
                </c:pt>
                <c:pt idx="5423">
                  <c:v>44484</c:v>
                </c:pt>
                <c:pt idx="5424">
                  <c:v>44487</c:v>
                </c:pt>
                <c:pt idx="5425">
                  <c:v>44488</c:v>
                </c:pt>
                <c:pt idx="5426">
                  <c:v>44489</c:v>
                </c:pt>
                <c:pt idx="5427">
                  <c:v>44490</c:v>
                </c:pt>
                <c:pt idx="5428">
                  <c:v>44491</c:v>
                </c:pt>
                <c:pt idx="5429">
                  <c:v>44494</c:v>
                </c:pt>
                <c:pt idx="5430">
                  <c:v>44495</c:v>
                </c:pt>
                <c:pt idx="5431">
                  <c:v>44496</c:v>
                </c:pt>
                <c:pt idx="5432">
                  <c:v>44497</c:v>
                </c:pt>
                <c:pt idx="5433">
                  <c:v>44498</c:v>
                </c:pt>
                <c:pt idx="5434">
                  <c:v>44501</c:v>
                </c:pt>
                <c:pt idx="5435">
                  <c:v>44502</c:v>
                </c:pt>
                <c:pt idx="5436">
                  <c:v>44503</c:v>
                </c:pt>
                <c:pt idx="5437">
                  <c:v>44504</c:v>
                </c:pt>
                <c:pt idx="5438">
                  <c:v>44505</c:v>
                </c:pt>
                <c:pt idx="5439">
                  <c:v>44508</c:v>
                </c:pt>
                <c:pt idx="5440">
                  <c:v>44509</c:v>
                </c:pt>
                <c:pt idx="5441">
                  <c:v>44510</c:v>
                </c:pt>
                <c:pt idx="5442">
                  <c:v>44511</c:v>
                </c:pt>
                <c:pt idx="5443">
                  <c:v>44512</c:v>
                </c:pt>
                <c:pt idx="5444">
                  <c:v>44515</c:v>
                </c:pt>
                <c:pt idx="5445">
                  <c:v>44516</c:v>
                </c:pt>
                <c:pt idx="5446">
                  <c:v>44517</c:v>
                </c:pt>
                <c:pt idx="5447">
                  <c:v>44518</c:v>
                </c:pt>
                <c:pt idx="5448">
                  <c:v>44519</c:v>
                </c:pt>
                <c:pt idx="5449">
                  <c:v>44522</c:v>
                </c:pt>
                <c:pt idx="5450">
                  <c:v>44523</c:v>
                </c:pt>
                <c:pt idx="5451">
                  <c:v>44524</c:v>
                </c:pt>
                <c:pt idx="5452">
                  <c:v>44525</c:v>
                </c:pt>
                <c:pt idx="5453">
                  <c:v>44526</c:v>
                </c:pt>
                <c:pt idx="5454">
                  <c:v>44529</c:v>
                </c:pt>
                <c:pt idx="5455">
                  <c:v>44530</c:v>
                </c:pt>
                <c:pt idx="5456">
                  <c:v>44531</c:v>
                </c:pt>
                <c:pt idx="5457">
                  <c:v>44532</c:v>
                </c:pt>
                <c:pt idx="5458">
                  <c:v>44533</c:v>
                </c:pt>
                <c:pt idx="5459">
                  <c:v>44536</c:v>
                </c:pt>
                <c:pt idx="5460">
                  <c:v>44537</c:v>
                </c:pt>
                <c:pt idx="5461">
                  <c:v>44538</c:v>
                </c:pt>
                <c:pt idx="5462">
                  <c:v>44539</c:v>
                </c:pt>
                <c:pt idx="5463">
                  <c:v>44540</c:v>
                </c:pt>
                <c:pt idx="5464">
                  <c:v>44543</c:v>
                </c:pt>
                <c:pt idx="5465">
                  <c:v>44544</c:v>
                </c:pt>
                <c:pt idx="5466">
                  <c:v>44545</c:v>
                </c:pt>
                <c:pt idx="5467">
                  <c:v>44546</c:v>
                </c:pt>
                <c:pt idx="5468">
                  <c:v>44547</c:v>
                </c:pt>
                <c:pt idx="5469">
                  <c:v>44550</c:v>
                </c:pt>
                <c:pt idx="5470">
                  <c:v>44551</c:v>
                </c:pt>
                <c:pt idx="5471">
                  <c:v>44552</c:v>
                </c:pt>
                <c:pt idx="5472">
                  <c:v>44553</c:v>
                </c:pt>
                <c:pt idx="5473">
                  <c:v>44554</c:v>
                </c:pt>
                <c:pt idx="5474">
                  <c:v>44557</c:v>
                </c:pt>
                <c:pt idx="5475">
                  <c:v>44558</c:v>
                </c:pt>
                <c:pt idx="5476">
                  <c:v>44559</c:v>
                </c:pt>
                <c:pt idx="5477">
                  <c:v>44560</c:v>
                </c:pt>
                <c:pt idx="5478">
                  <c:v>44561</c:v>
                </c:pt>
                <c:pt idx="5479">
                  <c:v>44564</c:v>
                </c:pt>
                <c:pt idx="5480">
                  <c:v>44565</c:v>
                </c:pt>
                <c:pt idx="5481">
                  <c:v>44566</c:v>
                </c:pt>
                <c:pt idx="5482">
                  <c:v>44567</c:v>
                </c:pt>
                <c:pt idx="5483">
                  <c:v>44568</c:v>
                </c:pt>
                <c:pt idx="5484">
                  <c:v>44571</c:v>
                </c:pt>
                <c:pt idx="5485">
                  <c:v>44572</c:v>
                </c:pt>
                <c:pt idx="5486">
                  <c:v>44573</c:v>
                </c:pt>
                <c:pt idx="5487">
                  <c:v>44574</c:v>
                </c:pt>
                <c:pt idx="5488">
                  <c:v>44575</c:v>
                </c:pt>
                <c:pt idx="5489">
                  <c:v>44578</c:v>
                </c:pt>
                <c:pt idx="5490">
                  <c:v>44579</c:v>
                </c:pt>
                <c:pt idx="5491">
                  <c:v>44580</c:v>
                </c:pt>
                <c:pt idx="5492">
                  <c:v>44581</c:v>
                </c:pt>
                <c:pt idx="5493">
                  <c:v>44582</c:v>
                </c:pt>
                <c:pt idx="5494">
                  <c:v>44585</c:v>
                </c:pt>
                <c:pt idx="5495">
                  <c:v>44586</c:v>
                </c:pt>
                <c:pt idx="5496">
                  <c:v>44587</c:v>
                </c:pt>
                <c:pt idx="5497">
                  <c:v>44588</c:v>
                </c:pt>
                <c:pt idx="5498">
                  <c:v>44589</c:v>
                </c:pt>
                <c:pt idx="5499">
                  <c:v>44592</c:v>
                </c:pt>
                <c:pt idx="5500">
                  <c:v>44593</c:v>
                </c:pt>
                <c:pt idx="5501">
                  <c:v>44594</c:v>
                </c:pt>
                <c:pt idx="5502">
                  <c:v>44595</c:v>
                </c:pt>
                <c:pt idx="5503">
                  <c:v>44596</c:v>
                </c:pt>
                <c:pt idx="5504">
                  <c:v>44599</c:v>
                </c:pt>
                <c:pt idx="5505">
                  <c:v>44600</c:v>
                </c:pt>
                <c:pt idx="5506">
                  <c:v>44601</c:v>
                </c:pt>
                <c:pt idx="5507">
                  <c:v>44602</c:v>
                </c:pt>
                <c:pt idx="5508">
                  <c:v>44603</c:v>
                </c:pt>
                <c:pt idx="5509">
                  <c:v>44606</c:v>
                </c:pt>
                <c:pt idx="5510">
                  <c:v>44607</c:v>
                </c:pt>
                <c:pt idx="5511">
                  <c:v>44608</c:v>
                </c:pt>
                <c:pt idx="5512">
                  <c:v>44609</c:v>
                </c:pt>
                <c:pt idx="5513">
                  <c:v>44610</c:v>
                </c:pt>
                <c:pt idx="5514">
                  <c:v>44613</c:v>
                </c:pt>
                <c:pt idx="5515">
                  <c:v>44614</c:v>
                </c:pt>
                <c:pt idx="5516">
                  <c:v>44615</c:v>
                </c:pt>
                <c:pt idx="5517">
                  <c:v>44616</c:v>
                </c:pt>
                <c:pt idx="5518">
                  <c:v>44617</c:v>
                </c:pt>
                <c:pt idx="5519">
                  <c:v>44620</c:v>
                </c:pt>
                <c:pt idx="5520">
                  <c:v>44621</c:v>
                </c:pt>
                <c:pt idx="5521">
                  <c:v>44622</c:v>
                </c:pt>
                <c:pt idx="5522">
                  <c:v>44623</c:v>
                </c:pt>
                <c:pt idx="5523">
                  <c:v>44624</c:v>
                </c:pt>
                <c:pt idx="5524">
                  <c:v>44627</c:v>
                </c:pt>
                <c:pt idx="5525">
                  <c:v>44628</c:v>
                </c:pt>
                <c:pt idx="5526">
                  <c:v>44629</c:v>
                </c:pt>
                <c:pt idx="5527">
                  <c:v>44630</c:v>
                </c:pt>
                <c:pt idx="5528">
                  <c:v>44631</c:v>
                </c:pt>
                <c:pt idx="5529">
                  <c:v>44634</c:v>
                </c:pt>
                <c:pt idx="5530">
                  <c:v>44635</c:v>
                </c:pt>
                <c:pt idx="5531">
                  <c:v>44636</c:v>
                </c:pt>
                <c:pt idx="5532">
                  <c:v>44637</c:v>
                </c:pt>
                <c:pt idx="5533">
                  <c:v>44638</c:v>
                </c:pt>
                <c:pt idx="5534">
                  <c:v>44641</c:v>
                </c:pt>
                <c:pt idx="5535">
                  <c:v>44642</c:v>
                </c:pt>
                <c:pt idx="5536">
                  <c:v>44643</c:v>
                </c:pt>
                <c:pt idx="5537">
                  <c:v>44644</c:v>
                </c:pt>
                <c:pt idx="5538">
                  <c:v>44645</c:v>
                </c:pt>
                <c:pt idx="5539">
                  <c:v>44648</c:v>
                </c:pt>
                <c:pt idx="5540">
                  <c:v>44649</c:v>
                </c:pt>
                <c:pt idx="5541">
                  <c:v>44650</c:v>
                </c:pt>
                <c:pt idx="5542">
                  <c:v>44651</c:v>
                </c:pt>
                <c:pt idx="5543">
                  <c:v>44652</c:v>
                </c:pt>
                <c:pt idx="5544">
                  <c:v>44655</c:v>
                </c:pt>
                <c:pt idx="5545">
                  <c:v>44656</c:v>
                </c:pt>
                <c:pt idx="5546">
                  <c:v>44657</c:v>
                </c:pt>
                <c:pt idx="5547">
                  <c:v>44658</c:v>
                </c:pt>
                <c:pt idx="5548">
                  <c:v>44659</c:v>
                </c:pt>
                <c:pt idx="5549">
                  <c:v>44662</c:v>
                </c:pt>
                <c:pt idx="5550">
                  <c:v>44663</c:v>
                </c:pt>
                <c:pt idx="5551">
                  <c:v>44664</c:v>
                </c:pt>
                <c:pt idx="5552">
                  <c:v>44665</c:v>
                </c:pt>
                <c:pt idx="5553">
                  <c:v>44666</c:v>
                </c:pt>
                <c:pt idx="5554">
                  <c:v>44669</c:v>
                </c:pt>
                <c:pt idx="5555">
                  <c:v>44670</c:v>
                </c:pt>
                <c:pt idx="5556">
                  <c:v>44671</c:v>
                </c:pt>
                <c:pt idx="5557">
                  <c:v>44672</c:v>
                </c:pt>
                <c:pt idx="5558">
                  <c:v>44673</c:v>
                </c:pt>
                <c:pt idx="5559">
                  <c:v>44676</c:v>
                </c:pt>
                <c:pt idx="5560">
                  <c:v>44677</c:v>
                </c:pt>
                <c:pt idx="5561">
                  <c:v>44678</c:v>
                </c:pt>
                <c:pt idx="5562">
                  <c:v>44679</c:v>
                </c:pt>
                <c:pt idx="5563">
                  <c:v>44680</c:v>
                </c:pt>
                <c:pt idx="5564">
                  <c:v>44683</c:v>
                </c:pt>
                <c:pt idx="5565">
                  <c:v>44684</c:v>
                </c:pt>
                <c:pt idx="5566">
                  <c:v>44685</c:v>
                </c:pt>
                <c:pt idx="5567">
                  <c:v>44686</c:v>
                </c:pt>
                <c:pt idx="5568">
                  <c:v>44687</c:v>
                </c:pt>
                <c:pt idx="5569">
                  <c:v>44690</c:v>
                </c:pt>
                <c:pt idx="5570">
                  <c:v>44691</c:v>
                </c:pt>
                <c:pt idx="5571">
                  <c:v>44692</c:v>
                </c:pt>
                <c:pt idx="5572">
                  <c:v>44693</c:v>
                </c:pt>
                <c:pt idx="5573">
                  <c:v>44694</c:v>
                </c:pt>
                <c:pt idx="5574">
                  <c:v>44697</c:v>
                </c:pt>
                <c:pt idx="5575">
                  <c:v>44698</c:v>
                </c:pt>
                <c:pt idx="5576">
                  <c:v>44699</c:v>
                </c:pt>
                <c:pt idx="5577">
                  <c:v>44700</c:v>
                </c:pt>
                <c:pt idx="5578">
                  <c:v>44701</c:v>
                </c:pt>
                <c:pt idx="5579">
                  <c:v>44704</c:v>
                </c:pt>
                <c:pt idx="5580">
                  <c:v>44705</c:v>
                </c:pt>
                <c:pt idx="5581">
                  <c:v>44706</c:v>
                </c:pt>
                <c:pt idx="5582">
                  <c:v>44707</c:v>
                </c:pt>
                <c:pt idx="5583">
                  <c:v>44708</c:v>
                </c:pt>
                <c:pt idx="5584">
                  <c:v>44711</c:v>
                </c:pt>
                <c:pt idx="5585">
                  <c:v>44712</c:v>
                </c:pt>
                <c:pt idx="5586">
                  <c:v>44713</c:v>
                </c:pt>
                <c:pt idx="5587">
                  <c:v>44714</c:v>
                </c:pt>
                <c:pt idx="5588">
                  <c:v>44715</c:v>
                </c:pt>
                <c:pt idx="5589">
                  <c:v>44718</c:v>
                </c:pt>
                <c:pt idx="5590">
                  <c:v>44719</c:v>
                </c:pt>
                <c:pt idx="5591">
                  <c:v>44720</c:v>
                </c:pt>
                <c:pt idx="5592">
                  <c:v>44721</c:v>
                </c:pt>
                <c:pt idx="5593">
                  <c:v>44722</c:v>
                </c:pt>
                <c:pt idx="5594">
                  <c:v>44725</c:v>
                </c:pt>
                <c:pt idx="5595">
                  <c:v>44726</c:v>
                </c:pt>
                <c:pt idx="5596">
                  <c:v>44727</c:v>
                </c:pt>
                <c:pt idx="5597">
                  <c:v>44728</c:v>
                </c:pt>
                <c:pt idx="5598">
                  <c:v>44729</c:v>
                </c:pt>
                <c:pt idx="5599">
                  <c:v>44732</c:v>
                </c:pt>
                <c:pt idx="5600">
                  <c:v>44733</c:v>
                </c:pt>
                <c:pt idx="5601">
                  <c:v>44734</c:v>
                </c:pt>
                <c:pt idx="5602">
                  <c:v>44735</c:v>
                </c:pt>
                <c:pt idx="5603">
                  <c:v>44736</c:v>
                </c:pt>
                <c:pt idx="5604">
                  <c:v>44739</c:v>
                </c:pt>
                <c:pt idx="5605">
                  <c:v>44740</c:v>
                </c:pt>
                <c:pt idx="5606">
                  <c:v>44741</c:v>
                </c:pt>
                <c:pt idx="5607">
                  <c:v>44742</c:v>
                </c:pt>
                <c:pt idx="5608">
                  <c:v>44743</c:v>
                </c:pt>
                <c:pt idx="5609">
                  <c:v>44746</c:v>
                </c:pt>
                <c:pt idx="5610">
                  <c:v>44747</c:v>
                </c:pt>
                <c:pt idx="5611">
                  <c:v>44748</c:v>
                </c:pt>
                <c:pt idx="5612">
                  <c:v>44749</c:v>
                </c:pt>
                <c:pt idx="5613">
                  <c:v>44750</c:v>
                </c:pt>
                <c:pt idx="5614">
                  <c:v>44753</c:v>
                </c:pt>
                <c:pt idx="5615">
                  <c:v>44754</c:v>
                </c:pt>
                <c:pt idx="5616">
                  <c:v>44755</c:v>
                </c:pt>
                <c:pt idx="5617">
                  <c:v>44756</c:v>
                </c:pt>
                <c:pt idx="5618">
                  <c:v>44757</c:v>
                </c:pt>
                <c:pt idx="5619">
                  <c:v>44760</c:v>
                </c:pt>
                <c:pt idx="5620">
                  <c:v>44761</c:v>
                </c:pt>
                <c:pt idx="5621">
                  <c:v>44762</c:v>
                </c:pt>
                <c:pt idx="5622">
                  <c:v>44763</c:v>
                </c:pt>
                <c:pt idx="5623">
                  <c:v>44764</c:v>
                </c:pt>
                <c:pt idx="5624">
                  <c:v>44767</c:v>
                </c:pt>
                <c:pt idx="5625">
                  <c:v>44768</c:v>
                </c:pt>
                <c:pt idx="5626">
                  <c:v>44769</c:v>
                </c:pt>
                <c:pt idx="5627">
                  <c:v>44770</c:v>
                </c:pt>
                <c:pt idx="5628">
                  <c:v>44771</c:v>
                </c:pt>
                <c:pt idx="5629">
                  <c:v>44774</c:v>
                </c:pt>
                <c:pt idx="5630">
                  <c:v>44775</c:v>
                </c:pt>
                <c:pt idx="5631">
                  <c:v>44776</c:v>
                </c:pt>
                <c:pt idx="5632">
                  <c:v>44777</c:v>
                </c:pt>
                <c:pt idx="5633">
                  <c:v>44778</c:v>
                </c:pt>
                <c:pt idx="5634">
                  <c:v>44781</c:v>
                </c:pt>
                <c:pt idx="5635">
                  <c:v>44782</c:v>
                </c:pt>
                <c:pt idx="5636">
                  <c:v>44783</c:v>
                </c:pt>
                <c:pt idx="5637">
                  <c:v>44784</c:v>
                </c:pt>
                <c:pt idx="5638">
                  <c:v>44785</c:v>
                </c:pt>
                <c:pt idx="5639">
                  <c:v>44788</c:v>
                </c:pt>
                <c:pt idx="5640">
                  <c:v>44789</c:v>
                </c:pt>
                <c:pt idx="5641">
                  <c:v>44790</c:v>
                </c:pt>
                <c:pt idx="5642">
                  <c:v>44791</c:v>
                </c:pt>
                <c:pt idx="5643">
                  <c:v>44792</c:v>
                </c:pt>
                <c:pt idx="5644">
                  <c:v>44795</c:v>
                </c:pt>
                <c:pt idx="5645">
                  <c:v>44796</c:v>
                </c:pt>
                <c:pt idx="5646">
                  <c:v>44797</c:v>
                </c:pt>
                <c:pt idx="5647">
                  <c:v>44798</c:v>
                </c:pt>
                <c:pt idx="5648">
                  <c:v>44799</c:v>
                </c:pt>
                <c:pt idx="5649">
                  <c:v>44802</c:v>
                </c:pt>
                <c:pt idx="5650">
                  <c:v>44803</c:v>
                </c:pt>
                <c:pt idx="5651">
                  <c:v>44804</c:v>
                </c:pt>
                <c:pt idx="5652">
                  <c:v>44805</c:v>
                </c:pt>
                <c:pt idx="5653">
                  <c:v>44806</c:v>
                </c:pt>
                <c:pt idx="5654">
                  <c:v>44809</c:v>
                </c:pt>
                <c:pt idx="5655">
                  <c:v>44810</c:v>
                </c:pt>
                <c:pt idx="5656">
                  <c:v>44811</c:v>
                </c:pt>
                <c:pt idx="5657">
                  <c:v>44812</c:v>
                </c:pt>
                <c:pt idx="5658">
                  <c:v>44813</c:v>
                </c:pt>
                <c:pt idx="5659">
                  <c:v>44816</c:v>
                </c:pt>
                <c:pt idx="5660">
                  <c:v>44817</c:v>
                </c:pt>
                <c:pt idx="5661">
                  <c:v>44818</c:v>
                </c:pt>
                <c:pt idx="5662">
                  <c:v>44819</c:v>
                </c:pt>
                <c:pt idx="5663">
                  <c:v>44820</c:v>
                </c:pt>
                <c:pt idx="5664">
                  <c:v>44823</c:v>
                </c:pt>
                <c:pt idx="5665">
                  <c:v>44824</c:v>
                </c:pt>
                <c:pt idx="5666">
                  <c:v>44825</c:v>
                </c:pt>
                <c:pt idx="5667">
                  <c:v>44826</c:v>
                </c:pt>
                <c:pt idx="5668">
                  <c:v>44827</c:v>
                </c:pt>
                <c:pt idx="5669">
                  <c:v>44830</c:v>
                </c:pt>
                <c:pt idx="5670">
                  <c:v>44831</c:v>
                </c:pt>
                <c:pt idx="5671">
                  <c:v>44832</c:v>
                </c:pt>
                <c:pt idx="5672">
                  <c:v>44833</c:v>
                </c:pt>
                <c:pt idx="5673">
                  <c:v>44834</c:v>
                </c:pt>
                <c:pt idx="5674">
                  <c:v>44837</c:v>
                </c:pt>
                <c:pt idx="5675">
                  <c:v>44838</c:v>
                </c:pt>
                <c:pt idx="5676">
                  <c:v>44839</c:v>
                </c:pt>
                <c:pt idx="5677">
                  <c:v>44840</c:v>
                </c:pt>
                <c:pt idx="5678">
                  <c:v>44841</c:v>
                </c:pt>
                <c:pt idx="5679">
                  <c:v>44844</c:v>
                </c:pt>
                <c:pt idx="5680">
                  <c:v>44845</c:v>
                </c:pt>
                <c:pt idx="5681">
                  <c:v>44846</c:v>
                </c:pt>
                <c:pt idx="5682">
                  <c:v>44847</c:v>
                </c:pt>
                <c:pt idx="5683">
                  <c:v>44848</c:v>
                </c:pt>
                <c:pt idx="5684">
                  <c:v>44851</c:v>
                </c:pt>
                <c:pt idx="5685">
                  <c:v>44852</c:v>
                </c:pt>
                <c:pt idx="5686">
                  <c:v>44853</c:v>
                </c:pt>
                <c:pt idx="5687">
                  <c:v>44854</c:v>
                </c:pt>
                <c:pt idx="5688">
                  <c:v>44855</c:v>
                </c:pt>
                <c:pt idx="5689">
                  <c:v>44858</c:v>
                </c:pt>
                <c:pt idx="5690">
                  <c:v>44859</c:v>
                </c:pt>
                <c:pt idx="5691">
                  <c:v>44860</c:v>
                </c:pt>
                <c:pt idx="5692">
                  <c:v>44861</c:v>
                </c:pt>
                <c:pt idx="5693">
                  <c:v>44862</c:v>
                </c:pt>
                <c:pt idx="5694">
                  <c:v>44865</c:v>
                </c:pt>
                <c:pt idx="5695">
                  <c:v>44866</c:v>
                </c:pt>
                <c:pt idx="5696">
                  <c:v>44867</c:v>
                </c:pt>
                <c:pt idx="5697">
                  <c:v>44868</c:v>
                </c:pt>
                <c:pt idx="5698">
                  <c:v>44869</c:v>
                </c:pt>
                <c:pt idx="5699">
                  <c:v>44872</c:v>
                </c:pt>
                <c:pt idx="5700">
                  <c:v>44873</c:v>
                </c:pt>
                <c:pt idx="5701">
                  <c:v>44874</c:v>
                </c:pt>
                <c:pt idx="5702">
                  <c:v>44875</c:v>
                </c:pt>
                <c:pt idx="5703">
                  <c:v>44876</c:v>
                </c:pt>
                <c:pt idx="5704">
                  <c:v>44879</c:v>
                </c:pt>
                <c:pt idx="5705">
                  <c:v>44880</c:v>
                </c:pt>
                <c:pt idx="5706">
                  <c:v>44881</c:v>
                </c:pt>
                <c:pt idx="5707">
                  <c:v>44882</c:v>
                </c:pt>
                <c:pt idx="5708">
                  <c:v>44883</c:v>
                </c:pt>
                <c:pt idx="5709">
                  <c:v>44886</c:v>
                </c:pt>
                <c:pt idx="5710">
                  <c:v>44887</c:v>
                </c:pt>
                <c:pt idx="5711">
                  <c:v>44888</c:v>
                </c:pt>
                <c:pt idx="5712">
                  <c:v>44889</c:v>
                </c:pt>
                <c:pt idx="5713">
                  <c:v>44890</c:v>
                </c:pt>
                <c:pt idx="5714">
                  <c:v>44893</c:v>
                </c:pt>
                <c:pt idx="5715">
                  <c:v>44894</c:v>
                </c:pt>
                <c:pt idx="5716">
                  <c:v>44895</c:v>
                </c:pt>
                <c:pt idx="5717">
                  <c:v>44896</c:v>
                </c:pt>
                <c:pt idx="5718">
                  <c:v>44897</c:v>
                </c:pt>
                <c:pt idx="5719">
                  <c:v>44900</c:v>
                </c:pt>
                <c:pt idx="5720">
                  <c:v>44901</c:v>
                </c:pt>
                <c:pt idx="5721">
                  <c:v>44902</c:v>
                </c:pt>
                <c:pt idx="5722">
                  <c:v>44903</c:v>
                </c:pt>
                <c:pt idx="5723">
                  <c:v>44904</c:v>
                </c:pt>
                <c:pt idx="5724">
                  <c:v>44907</c:v>
                </c:pt>
                <c:pt idx="5725">
                  <c:v>44908</c:v>
                </c:pt>
                <c:pt idx="5726">
                  <c:v>44909</c:v>
                </c:pt>
                <c:pt idx="5727">
                  <c:v>44910</c:v>
                </c:pt>
                <c:pt idx="5728">
                  <c:v>44911</c:v>
                </c:pt>
                <c:pt idx="5729">
                  <c:v>44914</c:v>
                </c:pt>
                <c:pt idx="5730">
                  <c:v>44915</c:v>
                </c:pt>
                <c:pt idx="5731">
                  <c:v>44916</c:v>
                </c:pt>
                <c:pt idx="5732">
                  <c:v>44917</c:v>
                </c:pt>
                <c:pt idx="5733">
                  <c:v>44918</c:v>
                </c:pt>
                <c:pt idx="5734">
                  <c:v>44921</c:v>
                </c:pt>
                <c:pt idx="5735">
                  <c:v>44922</c:v>
                </c:pt>
                <c:pt idx="5736">
                  <c:v>44923</c:v>
                </c:pt>
                <c:pt idx="5737">
                  <c:v>44924</c:v>
                </c:pt>
                <c:pt idx="5738">
                  <c:v>44925</c:v>
                </c:pt>
                <c:pt idx="5739">
                  <c:v>44928</c:v>
                </c:pt>
                <c:pt idx="5740">
                  <c:v>44929</c:v>
                </c:pt>
                <c:pt idx="5741">
                  <c:v>44930</c:v>
                </c:pt>
                <c:pt idx="5742">
                  <c:v>44931</c:v>
                </c:pt>
                <c:pt idx="5743">
                  <c:v>44932</c:v>
                </c:pt>
                <c:pt idx="5744">
                  <c:v>44935</c:v>
                </c:pt>
                <c:pt idx="5745">
                  <c:v>44936</c:v>
                </c:pt>
                <c:pt idx="5746">
                  <c:v>44937</c:v>
                </c:pt>
                <c:pt idx="5747">
                  <c:v>44938</c:v>
                </c:pt>
                <c:pt idx="5748">
                  <c:v>44939</c:v>
                </c:pt>
                <c:pt idx="5749">
                  <c:v>44942</c:v>
                </c:pt>
                <c:pt idx="5750">
                  <c:v>44943</c:v>
                </c:pt>
                <c:pt idx="5751">
                  <c:v>44944</c:v>
                </c:pt>
                <c:pt idx="5752">
                  <c:v>44945</c:v>
                </c:pt>
                <c:pt idx="5753">
                  <c:v>44946</c:v>
                </c:pt>
                <c:pt idx="5754">
                  <c:v>44949</c:v>
                </c:pt>
                <c:pt idx="5755">
                  <c:v>44950</c:v>
                </c:pt>
                <c:pt idx="5756">
                  <c:v>44951</c:v>
                </c:pt>
                <c:pt idx="5757">
                  <c:v>44952</c:v>
                </c:pt>
                <c:pt idx="5758">
                  <c:v>44953</c:v>
                </c:pt>
                <c:pt idx="5759">
                  <c:v>44956</c:v>
                </c:pt>
                <c:pt idx="5760">
                  <c:v>44957</c:v>
                </c:pt>
                <c:pt idx="5761">
                  <c:v>44958</c:v>
                </c:pt>
                <c:pt idx="5762">
                  <c:v>44959</c:v>
                </c:pt>
                <c:pt idx="5763">
                  <c:v>44960</c:v>
                </c:pt>
                <c:pt idx="5764">
                  <c:v>44963</c:v>
                </c:pt>
                <c:pt idx="5765">
                  <c:v>44964</c:v>
                </c:pt>
                <c:pt idx="5766">
                  <c:v>44965</c:v>
                </c:pt>
                <c:pt idx="5767">
                  <c:v>44966</c:v>
                </c:pt>
                <c:pt idx="5768">
                  <c:v>44967</c:v>
                </c:pt>
                <c:pt idx="5769">
                  <c:v>44970</c:v>
                </c:pt>
                <c:pt idx="5770">
                  <c:v>44971</c:v>
                </c:pt>
                <c:pt idx="5771">
                  <c:v>44972</c:v>
                </c:pt>
                <c:pt idx="5772">
                  <c:v>44973</c:v>
                </c:pt>
                <c:pt idx="5773">
                  <c:v>44974</c:v>
                </c:pt>
                <c:pt idx="5774">
                  <c:v>44977</c:v>
                </c:pt>
                <c:pt idx="5775">
                  <c:v>44978</c:v>
                </c:pt>
                <c:pt idx="5776">
                  <c:v>44979</c:v>
                </c:pt>
                <c:pt idx="5777">
                  <c:v>44980</c:v>
                </c:pt>
                <c:pt idx="5778">
                  <c:v>44981</c:v>
                </c:pt>
                <c:pt idx="5779">
                  <c:v>44984</c:v>
                </c:pt>
                <c:pt idx="5780">
                  <c:v>44985</c:v>
                </c:pt>
                <c:pt idx="5781">
                  <c:v>44986</c:v>
                </c:pt>
                <c:pt idx="5782">
                  <c:v>44987</c:v>
                </c:pt>
                <c:pt idx="5783">
                  <c:v>44988</c:v>
                </c:pt>
                <c:pt idx="5784">
                  <c:v>44991</c:v>
                </c:pt>
                <c:pt idx="5785">
                  <c:v>44992</c:v>
                </c:pt>
                <c:pt idx="5786">
                  <c:v>44993</c:v>
                </c:pt>
                <c:pt idx="5787">
                  <c:v>44994</c:v>
                </c:pt>
                <c:pt idx="5788">
                  <c:v>44995</c:v>
                </c:pt>
                <c:pt idx="5789">
                  <c:v>44998</c:v>
                </c:pt>
                <c:pt idx="5790">
                  <c:v>44999</c:v>
                </c:pt>
                <c:pt idx="5791">
                  <c:v>45000</c:v>
                </c:pt>
                <c:pt idx="5792">
                  <c:v>45001</c:v>
                </c:pt>
                <c:pt idx="5793">
                  <c:v>45002</c:v>
                </c:pt>
                <c:pt idx="5794">
                  <c:v>45005</c:v>
                </c:pt>
                <c:pt idx="5795">
                  <c:v>45006</c:v>
                </c:pt>
                <c:pt idx="5796">
                  <c:v>45007</c:v>
                </c:pt>
                <c:pt idx="5797">
                  <c:v>45008</c:v>
                </c:pt>
                <c:pt idx="5798">
                  <c:v>45009</c:v>
                </c:pt>
                <c:pt idx="5799">
                  <c:v>45012</c:v>
                </c:pt>
                <c:pt idx="5800">
                  <c:v>45013</c:v>
                </c:pt>
                <c:pt idx="5801">
                  <c:v>45014</c:v>
                </c:pt>
                <c:pt idx="5802">
                  <c:v>45015</c:v>
                </c:pt>
                <c:pt idx="5803">
                  <c:v>45016</c:v>
                </c:pt>
                <c:pt idx="5804">
                  <c:v>45019</c:v>
                </c:pt>
                <c:pt idx="5805">
                  <c:v>45020</c:v>
                </c:pt>
                <c:pt idx="5806">
                  <c:v>45021</c:v>
                </c:pt>
                <c:pt idx="5807">
                  <c:v>45022</c:v>
                </c:pt>
                <c:pt idx="5808">
                  <c:v>45023</c:v>
                </c:pt>
                <c:pt idx="5809">
                  <c:v>45026</c:v>
                </c:pt>
                <c:pt idx="5810">
                  <c:v>45027</c:v>
                </c:pt>
                <c:pt idx="5811">
                  <c:v>45028</c:v>
                </c:pt>
                <c:pt idx="5812">
                  <c:v>45029</c:v>
                </c:pt>
                <c:pt idx="5813">
                  <c:v>45030</c:v>
                </c:pt>
                <c:pt idx="5814">
                  <c:v>45033</c:v>
                </c:pt>
                <c:pt idx="5815">
                  <c:v>45034</c:v>
                </c:pt>
                <c:pt idx="5816">
                  <c:v>45035</c:v>
                </c:pt>
                <c:pt idx="5817">
                  <c:v>45036</c:v>
                </c:pt>
                <c:pt idx="5818">
                  <c:v>45037</c:v>
                </c:pt>
                <c:pt idx="5819">
                  <c:v>45040</c:v>
                </c:pt>
                <c:pt idx="5820">
                  <c:v>45041</c:v>
                </c:pt>
                <c:pt idx="5821">
                  <c:v>45042</c:v>
                </c:pt>
                <c:pt idx="5822">
                  <c:v>45043</c:v>
                </c:pt>
                <c:pt idx="5823">
                  <c:v>45044</c:v>
                </c:pt>
                <c:pt idx="5824">
                  <c:v>45047</c:v>
                </c:pt>
                <c:pt idx="5825">
                  <c:v>45048</c:v>
                </c:pt>
                <c:pt idx="5826">
                  <c:v>45049</c:v>
                </c:pt>
                <c:pt idx="5827">
                  <c:v>45050</c:v>
                </c:pt>
                <c:pt idx="5828">
                  <c:v>45051</c:v>
                </c:pt>
                <c:pt idx="5829">
                  <c:v>45054</c:v>
                </c:pt>
                <c:pt idx="5830">
                  <c:v>45055</c:v>
                </c:pt>
                <c:pt idx="5831">
                  <c:v>45056</c:v>
                </c:pt>
                <c:pt idx="5832">
                  <c:v>45057</c:v>
                </c:pt>
                <c:pt idx="5833">
                  <c:v>45058</c:v>
                </c:pt>
                <c:pt idx="5834">
                  <c:v>45061</c:v>
                </c:pt>
                <c:pt idx="5835">
                  <c:v>45062</c:v>
                </c:pt>
                <c:pt idx="5836">
                  <c:v>45063</c:v>
                </c:pt>
                <c:pt idx="5837">
                  <c:v>45064</c:v>
                </c:pt>
                <c:pt idx="5838">
                  <c:v>45065</c:v>
                </c:pt>
                <c:pt idx="5839">
                  <c:v>45068</c:v>
                </c:pt>
                <c:pt idx="5840">
                  <c:v>45069</c:v>
                </c:pt>
                <c:pt idx="5841">
                  <c:v>45070</c:v>
                </c:pt>
                <c:pt idx="5842">
                  <c:v>45071</c:v>
                </c:pt>
                <c:pt idx="5843">
                  <c:v>45072</c:v>
                </c:pt>
                <c:pt idx="5844">
                  <c:v>45075</c:v>
                </c:pt>
                <c:pt idx="5845">
                  <c:v>45076</c:v>
                </c:pt>
                <c:pt idx="5846">
                  <c:v>45077</c:v>
                </c:pt>
                <c:pt idx="5847">
                  <c:v>45078</c:v>
                </c:pt>
                <c:pt idx="5848">
                  <c:v>45079</c:v>
                </c:pt>
                <c:pt idx="5849">
                  <c:v>45082</c:v>
                </c:pt>
                <c:pt idx="5850">
                  <c:v>45083</c:v>
                </c:pt>
                <c:pt idx="5851">
                  <c:v>45084</c:v>
                </c:pt>
                <c:pt idx="5852">
                  <c:v>45085</c:v>
                </c:pt>
                <c:pt idx="5853">
                  <c:v>45086</c:v>
                </c:pt>
                <c:pt idx="5854">
                  <c:v>45089</c:v>
                </c:pt>
                <c:pt idx="5855">
                  <c:v>45090</c:v>
                </c:pt>
                <c:pt idx="5856">
                  <c:v>45091</c:v>
                </c:pt>
                <c:pt idx="5857">
                  <c:v>45092</c:v>
                </c:pt>
                <c:pt idx="5858">
                  <c:v>45093</c:v>
                </c:pt>
                <c:pt idx="5859">
                  <c:v>45096</c:v>
                </c:pt>
                <c:pt idx="5860">
                  <c:v>45097</c:v>
                </c:pt>
                <c:pt idx="5861">
                  <c:v>45098</c:v>
                </c:pt>
                <c:pt idx="5862">
                  <c:v>45099</c:v>
                </c:pt>
                <c:pt idx="5863">
                  <c:v>45100</c:v>
                </c:pt>
                <c:pt idx="5864">
                  <c:v>45103</c:v>
                </c:pt>
                <c:pt idx="5865">
                  <c:v>45104</c:v>
                </c:pt>
                <c:pt idx="5866">
                  <c:v>45105</c:v>
                </c:pt>
                <c:pt idx="5867">
                  <c:v>45106</c:v>
                </c:pt>
                <c:pt idx="5868">
                  <c:v>45107</c:v>
                </c:pt>
                <c:pt idx="5869">
                  <c:v>45110</c:v>
                </c:pt>
                <c:pt idx="5870">
                  <c:v>45111</c:v>
                </c:pt>
                <c:pt idx="5871">
                  <c:v>45112</c:v>
                </c:pt>
                <c:pt idx="5872">
                  <c:v>45113</c:v>
                </c:pt>
                <c:pt idx="5873">
                  <c:v>45114</c:v>
                </c:pt>
                <c:pt idx="5874">
                  <c:v>45117</c:v>
                </c:pt>
                <c:pt idx="5875">
                  <c:v>45118</c:v>
                </c:pt>
                <c:pt idx="5876">
                  <c:v>45119</c:v>
                </c:pt>
                <c:pt idx="5877">
                  <c:v>45120</c:v>
                </c:pt>
                <c:pt idx="5878">
                  <c:v>45121</c:v>
                </c:pt>
                <c:pt idx="5879">
                  <c:v>45124</c:v>
                </c:pt>
                <c:pt idx="5880">
                  <c:v>45125</c:v>
                </c:pt>
                <c:pt idx="5881">
                  <c:v>45126</c:v>
                </c:pt>
                <c:pt idx="5882">
                  <c:v>45127</c:v>
                </c:pt>
                <c:pt idx="5883">
                  <c:v>45128</c:v>
                </c:pt>
                <c:pt idx="5884">
                  <c:v>45131</c:v>
                </c:pt>
                <c:pt idx="5885">
                  <c:v>45132</c:v>
                </c:pt>
                <c:pt idx="5886">
                  <c:v>45133</c:v>
                </c:pt>
                <c:pt idx="5887">
                  <c:v>45134</c:v>
                </c:pt>
                <c:pt idx="5888">
                  <c:v>45135</c:v>
                </c:pt>
                <c:pt idx="5889">
                  <c:v>45138</c:v>
                </c:pt>
                <c:pt idx="5890">
                  <c:v>45139</c:v>
                </c:pt>
                <c:pt idx="5891">
                  <c:v>45140</c:v>
                </c:pt>
                <c:pt idx="5892">
                  <c:v>45141</c:v>
                </c:pt>
                <c:pt idx="5893">
                  <c:v>45142</c:v>
                </c:pt>
                <c:pt idx="5894">
                  <c:v>45145</c:v>
                </c:pt>
                <c:pt idx="5895">
                  <c:v>45146</c:v>
                </c:pt>
                <c:pt idx="5896">
                  <c:v>45147</c:v>
                </c:pt>
                <c:pt idx="5897">
                  <c:v>45148</c:v>
                </c:pt>
                <c:pt idx="5898">
                  <c:v>45149</c:v>
                </c:pt>
                <c:pt idx="5899">
                  <c:v>45152</c:v>
                </c:pt>
                <c:pt idx="5900">
                  <c:v>45153</c:v>
                </c:pt>
                <c:pt idx="5901">
                  <c:v>45154</c:v>
                </c:pt>
                <c:pt idx="5902">
                  <c:v>45155</c:v>
                </c:pt>
                <c:pt idx="5903">
                  <c:v>45156</c:v>
                </c:pt>
                <c:pt idx="5904">
                  <c:v>45159</c:v>
                </c:pt>
                <c:pt idx="5905">
                  <c:v>45160</c:v>
                </c:pt>
                <c:pt idx="5906">
                  <c:v>45161</c:v>
                </c:pt>
                <c:pt idx="5907">
                  <c:v>45162</c:v>
                </c:pt>
                <c:pt idx="5908">
                  <c:v>45163</c:v>
                </c:pt>
                <c:pt idx="5909">
                  <c:v>45166</c:v>
                </c:pt>
                <c:pt idx="5910">
                  <c:v>45167</c:v>
                </c:pt>
                <c:pt idx="5911">
                  <c:v>45168</c:v>
                </c:pt>
                <c:pt idx="5912">
                  <c:v>45169</c:v>
                </c:pt>
                <c:pt idx="5913">
                  <c:v>45170</c:v>
                </c:pt>
                <c:pt idx="5914">
                  <c:v>45173</c:v>
                </c:pt>
                <c:pt idx="5915">
                  <c:v>45174</c:v>
                </c:pt>
                <c:pt idx="5916">
                  <c:v>45175</c:v>
                </c:pt>
                <c:pt idx="5917">
                  <c:v>45176</c:v>
                </c:pt>
                <c:pt idx="5918">
                  <c:v>45177</c:v>
                </c:pt>
                <c:pt idx="5919">
                  <c:v>45180</c:v>
                </c:pt>
                <c:pt idx="5920">
                  <c:v>45181</c:v>
                </c:pt>
                <c:pt idx="5921">
                  <c:v>45182</c:v>
                </c:pt>
                <c:pt idx="5922">
                  <c:v>45183</c:v>
                </c:pt>
                <c:pt idx="5923">
                  <c:v>45184</c:v>
                </c:pt>
                <c:pt idx="5924">
                  <c:v>45187</c:v>
                </c:pt>
                <c:pt idx="5925">
                  <c:v>45188</c:v>
                </c:pt>
                <c:pt idx="5926">
                  <c:v>45189</c:v>
                </c:pt>
                <c:pt idx="5927">
                  <c:v>45190</c:v>
                </c:pt>
                <c:pt idx="5928">
                  <c:v>45191</c:v>
                </c:pt>
                <c:pt idx="5929">
                  <c:v>45194</c:v>
                </c:pt>
                <c:pt idx="5930">
                  <c:v>45195</c:v>
                </c:pt>
                <c:pt idx="5931">
                  <c:v>45196</c:v>
                </c:pt>
                <c:pt idx="5932">
                  <c:v>45197</c:v>
                </c:pt>
                <c:pt idx="5933">
                  <c:v>45198</c:v>
                </c:pt>
                <c:pt idx="5934">
                  <c:v>45201</c:v>
                </c:pt>
                <c:pt idx="5935">
                  <c:v>45202</c:v>
                </c:pt>
                <c:pt idx="5936">
                  <c:v>45203</c:v>
                </c:pt>
                <c:pt idx="5937">
                  <c:v>45204</c:v>
                </c:pt>
                <c:pt idx="5938">
                  <c:v>45205</c:v>
                </c:pt>
                <c:pt idx="5939">
                  <c:v>45208</c:v>
                </c:pt>
                <c:pt idx="5940">
                  <c:v>45209</c:v>
                </c:pt>
                <c:pt idx="5941">
                  <c:v>45210</c:v>
                </c:pt>
                <c:pt idx="5942">
                  <c:v>45211</c:v>
                </c:pt>
                <c:pt idx="5943">
                  <c:v>45212</c:v>
                </c:pt>
                <c:pt idx="5944">
                  <c:v>45215</c:v>
                </c:pt>
                <c:pt idx="5945">
                  <c:v>45216</c:v>
                </c:pt>
                <c:pt idx="5946">
                  <c:v>45217</c:v>
                </c:pt>
                <c:pt idx="5947">
                  <c:v>45218</c:v>
                </c:pt>
                <c:pt idx="5948">
                  <c:v>45219</c:v>
                </c:pt>
                <c:pt idx="5949">
                  <c:v>45222</c:v>
                </c:pt>
                <c:pt idx="5950">
                  <c:v>45223</c:v>
                </c:pt>
                <c:pt idx="5951">
                  <c:v>45224</c:v>
                </c:pt>
                <c:pt idx="5952">
                  <c:v>45225</c:v>
                </c:pt>
                <c:pt idx="5953">
                  <c:v>45226</c:v>
                </c:pt>
                <c:pt idx="5954">
                  <c:v>45229</c:v>
                </c:pt>
                <c:pt idx="5955">
                  <c:v>45230</c:v>
                </c:pt>
                <c:pt idx="5956">
                  <c:v>45231</c:v>
                </c:pt>
                <c:pt idx="5957">
                  <c:v>45232</c:v>
                </c:pt>
                <c:pt idx="5958">
                  <c:v>45233</c:v>
                </c:pt>
                <c:pt idx="5959">
                  <c:v>45236</c:v>
                </c:pt>
                <c:pt idx="5960">
                  <c:v>45237</c:v>
                </c:pt>
                <c:pt idx="5961">
                  <c:v>45238</c:v>
                </c:pt>
                <c:pt idx="5962">
                  <c:v>45239</c:v>
                </c:pt>
                <c:pt idx="5963">
                  <c:v>45240</c:v>
                </c:pt>
                <c:pt idx="5964">
                  <c:v>45243</c:v>
                </c:pt>
                <c:pt idx="5965">
                  <c:v>45244</c:v>
                </c:pt>
                <c:pt idx="5966">
                  <c:v>45245</c:v>
                </c:pt>
                <c:pt idx="5967">
                  <c:v>45246</c:v>
                </c:pt>
                <c:pt idx="5968">
                  <c:v>45247</c:v>
                </c:pt>
                <c:pt idx="5969">
                  <c:v>45250</c:v>
                </c:pt>
                <c:pt idx="5970">
                  <c:v>45251</c:v>
                </c:pt>
                <c:pt idx="5971">
                  <c:v>45252</c:v>
                </c:pt>
                <c:pt idx="5972">
                  <c:v>45253</c:v>
                </c:pt>
                <c:pt idx="5973">
                  <c:v>45254</c:v>
                </c:pt>
                <c:pt idx="5974">
                  <c:v>45257</c:v>
                </c:pt>
                <c:pt idx="5975">
                  <c:v>45258</c:v>
                </c:pt>
                <c:pt idx="5976">
                  <c:v>45259</c:v>
                </c:pt>
                <c:pt idx="5977">
                  <c:v>45260</c:v>
                </c:pt>
                <c:pt idx="5978">
                  <c:v>45261</c:v>
                </c:pt>
                <c:pt idx="5979">
                  <c:v>45264</c:v>
                </c:pt>
                <c:pt idx="5980">
                  <c:v>45265</c:v>
                </c:pt>
                <c:pt idx="5981">
                  <c:v>45266</c:v>
                </c:pt>
                <c:pt idx="5982">
                  <c:v>45267</c:v>
                </c:pt>
                <c:pt idx="5983">
                  <c:v>45268</c:v>
                </c:pt>
                <c:pt idx="5984">
                  <c:v>45271</c:v>
                </c:pt>
                <c:pt idx="5985">
                  <c:v>45272</c:v>
                </c:pt>
                <c:pt idx="5986">
                  <c:v>45273</c:v>
                </c:pt>
                <c:pt idx="5987">
                  <c:v>45274</c:v>
                </c:pt>
                <c:pt idx="5988">
                  <c:v>45275</c:v>
                </c:pt>
                <c:pt idx="5989">
                  <c:v>45278</c:v>
                </c:pt>
                <c:pt idx="5990">
                  <c:v>45279</c:v>
                </c:pt>
                <c:pt idx="5991">
                  <c:v>45280</c:v>
                </c:pt>
                <c:pt idx="5992">
                  <c:v>45281</c:v>
                </c:pt>
                <c:pt idx="5993">
                  <c:v>45282</c:v>
                </c:pt>
                <c:pt idx="5994">
                  <c:v>45285</c:v>
                </c:pt>
                <c:pt idx="5995">
                  <c:v>45286</c:v>
                </c:pt>
                <c:pt idx="5996">
                  <c:v>45287</c:v>
                </c:pt>
                <c:pt idx="5997">
                  <c:v>45288</c:v>
                </c:pt>
                <c:pt idx="5998">
                  <c:v>45289</c:v>
                </c:pt>
                <c:pt idx="5999">
                  <c:v>45292</c:v>
                </c:pt>
                <c:pt idx="6000">
                  <c:v>45293</c:v>
                </c:pt>
                <c:pt idx="6001">
                  <c:v>45294</c:v>
                </c:pt>
                <c:pt idx="6002">
                  <c:v>45295</c:v>
                </c:pt>
                <c:pt idx="6003">
                  <c:v>45296</c:v>
                </c:pt>
                <c:pt idx="6004">
                  <c:v>45299</c:v>
                </c:pt>
                <c:pt idx="6005">
                  <c:v>45300</c:v>
                </c:pt>
                <c:pt idx="6006">
                  <c:v>45301</c:v>
                </c:pt>
                <c:pt idx="6007">
                  <c:v>45302</c:v>
                </c:pt>
                <c:pt idx="6008">
                  <c:v>45303</c:v>
                </c:pt>
                <c:pt idx="6009">
                  <c:v>45306</c:v>
                </c:pt>
                <c:pt idx="6010">
                  <c:v>45307</c:v>
                </c:pt>
                <c:pt idx="6011">
                  <c:v>45308</c:v>
                </c:pt>
                <c:pt idx="6012">
                  <c:v>45309</c:v>
                </c:pt>
                <c:pt idx="6013">
                  <c:v>45310</c:v>
                </c:pt>
                <c:pt idx="6014">
                  <c:v>45313</c:v>
                </c:pt>
                <c:pt idx="6015">
                  <c:v>45314</c:v>
                </c:pt>
                <c:pt idx="6016">
                  <c:v>45315</c:v>
                </c:pt>
                <c:pt idx="6017">
                  <c:v>45316</c:v>
                </c:pt>
                <c:pt idx="6018">
                  <c:v>45317</c:v>
                </c:pt>
                <c:pt idx="6019">
                  <c:v>45320</c:v>
                </c:pt>
                <c:pt idx="6020">
                  <c:v>45321</c:v>
                </c:pt>
                <c:pt idx="6021">
                  <c:v>45322</c:v>
                </c:pt>
                <c:pt idx="6022">
                  <c:v>45323</c:v>
                </c:pt>
                <c:pt idx="6023">
                  <c:v>45324</c:v>
                </c:pt>
                <c:pt idx="6024">
                  <c:v>45327</c:v>
                </c:pt>
                <c:pt idx="6025">
                  <c:v>45328</c:v>
                </c:pt>
                <c:pt idx="6026">
                  <c:v>45329</c:v>
                </c:pt>
                <c:pt idx="6027">
                  <c:v>45330</c:v>
                </c:pt>
                <c:pt idx="6028">
                  <c:v>45331</c:v>
                </c:pt>
                <c:pt idx="6029">
                  <c:v>45334</c:v>
                </c:pt>
                <c:pt idx="6030">
                  <c:v>45335</c:v>
                </c:pt>
                <c:pt idx="6031">
                  <c:v>45336</c:v>
                </c:pt>
                <c:pt idx="6032">
                  <c:v>45337</c:v>
                </c:pt>
                <c:pt idx="6033">
                  <c:v>45338</c:v>
                </c:pt>
                <c:pt idx="6034">
                  <c:v>45341</c:v>
                </c:pt>
                <c:pt idx="6035">
                  <c:v>45342</c:v>
                </c:pt>
                <c:pt idx="6036">
                  <c:v>45343</c:v>
                </c:pt>
                <c:pt idx="6037">
                  <c:v>45344</c:v>
                </c:pt>
                <c:pt idx="6038">
                  <c:v>45345</c:v>
                </c:pt>
                <c:pt idx="6039">
                  <c:v>45348</c:v>
                </c:pt>
                <c:pt idx="6040">
                  <c:v>45349</c:v>
                </c:pt>
                <c:pt idx="6041">
                  <c:v>45350</c:v>
                </c:pt>
                <c:pt idx="6042">
                  <c:v>45351</c:v>
                </c:pt>
                <c:pt idx="6043">
                  <c:v>45352</c:v>
                </c:pt>
                <c:pt idx="6044">
                  <c:v>45355</c:v>
                </c:pt>
                <c:pt idx="6045">
                  <c:v>45356</c:v>
                </c:pt>
                <c:pt idx="6046">
                  <c:v>45357</c:v>
                </c:pt>
                <c:pt idx="6047">
                  <c:v>45358</c:v>
                </c:pt>
                <c:pt idx="6048">
                  <c:v>45359</c:v>
                </c:pt>
                <c:pt idx="6049">
                  <c:v>45362</c:v>
                </c:pt>
                <c:pt idx="6050">
                  <c:v>45363</c:v>
                </c:pt>
                <c:pt idx="6051">
                  <c:v>45364</c:v>
                </c:pt>
                <c:pt idx="6052">
                  <c:v>45365</c:v>
                </c:pt>
                <c:pt idx="6053">
                  <c:v>45366</c:v>
                </c:pt>
                <c:pt idx="6054">
                  <c:v>45369</c:v>
                </c:pt>
                <c:pt idx="6055">
                  <c:v>45370</c:v>
                </c:pt>
                <c:pt idx="6056">
                  <c:v>45371</c:v>
                </c:pt>
                <c:pt idx="6057">
                  <c:v>45372</c:v>
                </c:pt>
                <c:pt idx="6058">
                  <c:v>45373</c:v>
                </c:pt>
                <c:pt idx="6059">
                  <c:v>45376</c:v>
                </c:pt>
                <c:pt idx="6060">
                  <c:v>45377</c:v>
                </c:pt>
                <c:pt idx="6061">
                  <c:v>45378</c:v>
                </c:pt>
                <c:pt idx="6062">
                  <c:v>45379</c:v>
                </c:pt>
                <c:pt idx="6063">
                  <c:v>45380</c:v>
                </c:pt>
                <c:pt idx="6064">
                  <c:v>45383</c:v>
                </c:pt>
                <c:pt idx="6065">
                  <c:v>45384</c:v>
                </c:pt>
                <c:pt idx="6066">
                  <c:v>45385</c:v>
                </c:pt>
                <c:pt idx="6067">
                  <c:v>45386</c:v>
                </c:pt>
                <c:pt idx="6068">
                  <c:v>45387</c:v>
                </c:pt>
                <c:pt idx="6069">
                  <c:v>45390</c:v>
                </c:pt>
                <c:pt idx="6070">
                  <c:v>45391</c:v>
                </c:pt>
                <c:pt idx="6071">
                  <c:v>45392</c:v>
                </c:pt>
                <c:pt idx="6072">
                  <c:v>45393</c:v>
                </c:pt>
                <c:pt idx="6073">
                  <c:v>45394</c:v>
                </c:pt>
                <c:pt idx="6074">
                  <c:v>45397</c:v>
                </c:pt>
                <c:pt idx="6075">
                  <c:v>45398</c:v>
                </c:pt>
                <c:pt idx="6076">
                  <c:v>45399</c:v>
                </c:pt>
                <c:pt idx="6077">
                  <c:v>45400</c:v>
                </c:pt>
                <c:pt idx="6078">
                  <c:v>45401</c:v>
                </c:pt>
                <c:pt idx="6079">
                  <c:v>45404</c:v>
                </c:pt>
                <c:pt idx="6080">
                  <c:v>45405</c:v>
                </c:pt>
                <c:pt idx="6081">
                  <c:v>45406</c:v>
                </c:pt>
                <c:pt idx="6082">
                  <c:v>45407</c:v>
                </c:pt>
                <c:pt idx="6083">
                  <c:v>45408</c:v>
                </c:pt>
                <c:pt idx="6084">
                  <c:v>45411</c:v>
                </c:pt>
                <c:pt idx="6085">
                  <c:v>45412</c:v>
                </c:pt>
                <c:pt idx="6086">
                  <c:v>45413</c:v>
                </c:pt>
                <c:pt idx="6087">
                  <c:v>45414</c:v>
                </c:pt>
                <c:pt idx="6088">
                  <c:v>45415</c:v>
                </c:pt>
                <c:pt idx="6089">
                  <c:v>45418</c:v>
                </c:pt>
                <c:pt idx="6090">
                  <c:v>45419</c:v>
                </c:pt>
                <c:pt idx="6091">
                  <c:v>45420</c:v>
                </c:pt>
                <c:pt idx="6092">
                  <c:v>45421</c:v>
                </c:pt>
                <c:pt idx="6093">
                  <c:v>45422</c:v>
                </c:pt>
                <c:pt idx="6094">
                  <c:v>45425</c:v>
                </c:pt>
                <c:pt idx="6095">
                  <c:v>45426</c:v>
                </c:pt>
                <c:pt idx="6096">
                  <c:v>45427</c:v>
                </c:pt>
                <c:pt idx="6097">
                  <c:v>45428</c:v>
                </c:pt>
                <c:pt idx="6098">
                  <c:v>45429</c:v>
                </c:pt>
                <c:pt idx="6099">
                  <c:v>45432</c:v>
                </c:pt>
                <c:pt idx="6100">
                  <c:v>45433</c:v>
                </c:pt>
                <c:pt idx="6101">
                  <c:v>45434</c:v>
                </c:pt>
                <c:pt idx="6102">
                  <c:v>45435</c:v>
                </c:pt>
                <c:pt idx="6103">
                  <c:v>45436</c:v>
                </c:pt>
                <c:pt idx="6104">
                  <c:v>45439</c:v>
                </c:pt>
                <c:pt idx="6105">
                  <c:v>45440</c:v>
                </c:pt>
                <c:pt idx="6106">
                  <c:v>45441</c:v>
                </c:pt>
                <c:pt idx="6107">
                  <c:v>45442</c:v>
                </c:pt>
                <c:pt idx="6108">
                  <c:v>45443</c:v>
                </c:pt>
                <c:pt idx="6109">
                  <c:v>45446</c:v>
                </c:pt>
                <c:pt idx="6110">
                  <c:v>45447</c:v>
                </c:pt>
                <c:pt idx="6111">
                  <c:v>45448</c:v>
                </c:pt>
                <c:pt idx="6112">
                  <c:v>45449</c:v>
                </c:pt>
                <c:pt idx="6113">
                  <c:v>45450</c:v>
                </c:pt>
                <c:pt idx="6114">
                  <c:v>45453</c:v>
                </c:pt>
                <c:pt idx="6115">
                  <c:v>45454</c:v>
                </c:pt>
                <c:pt idx="6116">
                  <c:v>45455</c:v>
                </c:pt>
                <c:pt idx="6117">
                  <c:v>45456</c:v>
                </c:pt>
                <c:pt idx="6118">
                  <c:v>45457</c:v>
                </c:pt>
                <c:pt idx="6119">
                  <c:v>45460</c:v>
                </c:pt>
                <c:pt idx="6120">
                  <c:v>45461</c:v>
                </c:pt>
                <c:pt idx="6121">
                  <c:v>45462</c:v>
                </c:pt>
                <c:pt idx="6122">
                  <c:v>45463</c:v>
                </c:pt>
                <c:pt idx="6123">
                  <c:v>45464</c:v>
                </c:pt>
                <c:pt idx="6124">
                  <c:v>45467</c:v>
                </c:pt>
                <c:pt idx="6125">
                  <c:v>45468</c:v>
                </c:pt>
                <c:pt idx="6126">
                  <c:v>45469</c:v>
                </c:pt>
                <c:pt idx="6127">
                  <c:v>45470</c:v>
                </c:pt>
                <c:pt idx="6128">
                  <c:v>45471</c:v>
                </c:pt>
                <c:pt idx="6129">
                  <c:v>45474</c:v>
                </c:pt>
                <c:pt idx="6130">
                  <c:v>45475</c:v>
                </c:pt>
                <c:pt idx="6131">
                  <c:v>45476</c:v>
                </c:pt>
                <c:pt idx="6132">
                  <c:v>45477</c:v>
                </c:pt>
                <c:pt idx="6133">
                  <c:v>45478</c:v>
                </c:pt>
                <c:pt idx="6134">
                  <c:v>45481</c:v>
                </c:pt>
                <c:pt idx="6135">
                  <c:v>45482</c:v>
                </c:pt>
                <c:pt idx="6136">
                  <c:v>45483</c:v>
                </c:pt>
                <c:pt idx="6137">
                  <c:v>45484</c:v>
                </c:pt>
                <c:pt idx="6138">
                  <c:v>45485</c:v>
                </c:pt>
                <c:pt idx="6139">
                  <c:v>45488</c:v>
                </c:pt>
                <c:pt idx="6140">
                  <c:v>45489</c:v>
                </c:pt>
                <c:pt idx="6141">
                  <c:v>45490</c:v>
                </c:pt>
                <c:pt idx="6142">
                  <c:v>45491</c:v>
                </c:pt>
                <c:pt idx="6143">
                  <c:v>45492</c:v>
                </c:pt>
                <c:pt idx="6144">
                  <c:v>45495</c:v>
                </c:pt>
                <c:pt idx="6145">
                  <c:v>45496</c:v>
                </c:pt>
                <c:pt idx="6146">
                  <c:v>45497</c:v>
                </c:pt>
                <c:pt idx="6147">
                  <c:v>45498</c:v>
                </c:pt>
                <c:pt idx="6148">
                  <c:v>45499</c:v>
                </c:pt>
                <c:pt idx="6149">
                  <c:v>45502</c:v>
                </c:pt>
                <c:pt idx="6150">
                  <c:v>45503</c:v>
                </c:pt>
                <c:pt idx="6151">
                  <c:v>45504</c:v>
                </c:pt>
                <c:pt idx="6152">
                  <c:v>45505</c:v>
                </c:pt>
                <c:pt idx="6153">
                  <c:v>45506</c:v>
                </c:pt>
                <c:pt idx="6154">
                  <c:v>45509</c:v>
                </c:pt>
                <c:pt idx="6155">
                  <c:v>45510</c:v>
                </c:pt>
                <c:pt idx="6156">
                  <c:v>45511</c:v>
                </c:pt>
                <c:pt idx="6157">
                  <c:v>45512</c:v>
                </c:pt>
                <c:pt idx="6158">
                  <c:v>45513</c:v>
                </c:pt>
                <c:pt idx="6159">
                  <c:v>45516</c:v>
                </c:pt>
                <c:pt idx="6160">
                  <c:v>45517</c:v>
                </c:pt>
                <c:pt idx="6161">
                  <c:v>45518</c:v>
                </c:pt>
                <c:pt idx="6162">
                  <c:v>45519</c:v>
                </c:pt>
                <c:pt idx="6163">
                  <c:v>45520</c:v>
                </c:pt>
                <c:pt idx="6164">
                  <c:v>45523</c:v>
                </c:pt>
                <c:pt idx="6165">
                  <c:v>45524</c:v>
                </c:pt>
                <c:pt idx="6166">
                  <c:v>45525</c:v>
                </c:pt>
                <c:pt idx="6167">
                  <c:v>45526</c:v>
                </c:pt>
                <c:pt idx="6168">
                  <c:v>45527</c:v>
                </c:pt>
                <c:pt idx="6169">
                  <c:v>45530</c:v>
                </c:pt>
                <c:pt idx="6170">
                  <c:v>45531</c:v>
                </c:pt>
                <c:pt idx="6171">
                  <c:v>45532</c:v>
                </c:pt>
                <c:pt idx="6172">
                  <c:v>45533</c:v>
                </c:pt>
                <c:pt idx="6173">
                  <c:v>45534</c:v>
                </c:pt>
                <c:pt idx="6174">
                  <c:v>45537</c:v>
                </c:pt>
                <c:pt idx="6175">
                  <c:v>45538</c:v>
                </c:pt>
                <c:pt idx="6176">
                  <c:v>45539</c:v>
                </c:pt>
                <c:pt idx="6177">
                  <c:v>45540</c:v>
                </c:pt>
                <c:pt idx="6178">
                  <c:v>45541</c:v>
                </c:pt>
                <c:pt idx="6179">
                  <c:v>45544</c:v>
                </c:pt>
                <c:pt idx="6180">
                  <c:v>45545</c:v>
                </c:pt>
                <c:pt idx="6181">
                  <c:v>45546</c:v>
                </c:pt>
                <c:pt idx="6182">
                  <c:v>45547</c:v>
                </c:pt>
                <c:pt idx="6183">
                  <c:v>45548</c:v>
                </c:pt>
                <c:pt idx="6184">
                  <c:v>45551</c:v>
                </c:pt>
                <c:pt idx="6185">
                  <c:v>45552</c:v>
                </c:pt>
                <c:pt idx="6186">
                  <c:v>45553</c:v>
                </c:pt>
                <c:pt idx="6187">
                  <c:v>45554</c:v>
                </c:pt>
                <c:pt idx="6188">
                  <c:v>45555</c:v>
                </c:pt>
                <c:pt idx="6189">
                  <c:v>45558</c:v>
                </c:pt>
                <c:pt idx="6190">
                  <c:v>45559</c:v>
                </c:pt>
                <c:pt idx="6191">
                  <c:v>45560</c:v>
                </c:pt>
                <c:pt idx="6192">
                  <c:v>45561</c:v>
                </c:pt>
                <c:pt idx="6193">
                  <c:v>45562</c:v>
                </c:pt>
                <c:pt idx="6194">
                  <c:v>45565</c:v>
                </c:pt>
                <c:pt idx="6195">
                  <c:v>45566</c:v>
                </c:pt>
                <c:pt idx="6196">
                  <c:v>45567</c:v>
                </c:pt>
                <c:pt idx="6197">
                  <c:v>45568</c:v>
                </c:pt>
                <c:pt idx="6198">
                  <c:v>45569</c:v>
                </c:pt>
                <c:pt idx="6199">
                  <c:v>45572</c:v>
                </c:pt>
                <c:pt idx="6200">
                  <c:v>45573</c:v>
                </c:pt>
                <c:pt idx="6201">
                  <c:v>45574</c:v>
                </c:pt>
                <c:pt idx="6202">
                  <c:v>45575</c:v>
                </c:pt>
                <c:pt idx="6203">
                  <c:v>45576</c:v>
                </c:pt>
                <c:pt idx="6204">
                  <c:v>45579</c:v>
                </c:pt>
                <c:pt idx="6205">
                  <c:v>45580</c:v>
                </c:pt>
                <c:pt idx="6206">
                  <c:v>45581</c:v>
                </c:pt>
                <c:pt idx="6207">
                  <c:v>45582</c:v>
                </c:pt>
                <c:pt idx="6208">
                  <c:v>45583</c:v>
                </c:pt>
                <c:pt idx="6209">
                  <c:v>45586</c:v>
                </c:pt>
                <c:pt idx="6210">
                  <c:v>45587</c:v>
                </c:pt>
                <c:pt idx="6211">
                  <c:v>45588</c:v>
                </c:pt>
                <c:pt idx="6212">
                  <c:v>45589</c:v>
                </c:pt>
                <c:pt idx="6213">
                  <c:v>45590</c:v>
                </c:pt>
                <c:pt idx="6214">
                  <c:v>45593</c:v>
                </c:pt>
                <c:pt idx="6215">
                  <c:v>45594</c:v>
                </c:pt>
                <c:pt idx="6216">
                  <c:v>45595</c:v>
                </c:pt>
                <c:pt idx="6217">
                  <c:v>45596</c:v>
                </c:pt>
                <c:pt idx="6218">
                  <c:v>45597</c:v>
                </c:pt>
                <c:pt idx="6219">
                  <c:v>45600</c:v>
                </c:pt>
                <c:pt idx="6220">
                  <c:v>45601</c:v>
                </c:pt>
                <c:pt idx="6221">
                  <c:v>45602</c:v>
                </c:pt>
                <c:pt idx="6222">
                  <c:v>45603</c:v>
                </c:pt>
                <c:pt idx="6223">
                  <c:v>45604</c:v>
                </c:pt>
                <c:pt idx="6224">
                  <c:v>45607</c:v>
                </c:pt>
                <c:pt idx="6225">
                  <c:v>45608</c:v>
                </c:pt>
                <c:pt idx="6226">
                  <c:v>45609</c:v>
                </c:pt>
                <c:pt idx="6227">
                  <c:v>45610</c:v>
                </c:pt>
                <c:pt idx="6228">
                  <c:v>45611</c:v>
                </c:pt>
                <c:pt idx="6229">
                  <c:v>45614</c:v>
                </c:pt>
                <c:pt idx="6230">
                  <c:v>45615</c:v>
                </c:pt>
                <c:pt idx="6231">
                  <c:v>45616</c:v>
                </c:pt>
                <c:pt idx="6232">
                  <c:v>45617</c:v>
                </c:pt>
                <c:pt idx="6233">
                  <c:v>45618</c:v>
                </c:pt>
                <c:pt idx="6234">
                  <c:v>45621</c:v>
                </c:pt>
                <c:pt idx="6235">
                  <c:v>45622</c:v>
                </c:pt>
                <c:pt idx="6236">
                  <c:v>45623</c:v>
                </c:pt>
                <c:pt idx="6237">
                  <c:v>45624</c:v>
                </c:pt>
                <c:pt idx="6238">
                  <c:v>45625</c:v>
                </c:pt>
                <c:pt idx="6239">
                  <c:v>45628</c:v>
                </c:pt>
                <c:pt idx="6240">
                  <c:v>45629</c:v>
                </c:pt>
                <c:pt idx="6241">
                  <c:v>45630</c:v>
                </c:pt>
                <c:pt idx="6242">
                  <c:v>45631</c:v>
                </c:pt>
                <c:pt idx="6243">
                  <c:v>45632</c:v>
                </c:pt>
                <c:pt idx="6244">
                  <c:v>45635</c:v>
                </c:pt>
                <c:pt idx="6245">
                  <c:v>45636</c:v>
                </c:pt>
                <c:pt idx="6246">
                  <c:v>45637</c:v>
                </c:pt>
                <c:pt idx="6247">
                  <c:v>45638</c:v>
                </c:pt>
                <c:pt idx="6248">
                  <c:v>45639</c:v>
                </c:pt>
                <c:pt idx="6249">
                  <c:v>45642</c:v>
                </c:pt>
                <c:pt idx="6250">
                  <c:v>45643</c:v>
                </c:pt>
                <c:pt idx="6251">
                  <c:v>45644</c:v>
                </c:pt>
                <c:pt idx="6252">
                  <c:v>45645</c:v>
                </c:pt>
                <c:pt idx="6253">
                  <c:v>45646</c:v>
                </c:pt>
                <c:pt idx="6254">
                  <c:v>45649</c:v>
                </c:pt>
                <c:pt idx="6255">
                  <c:v>45650</c:v>
                </c:pt>
                <c:pt idx="6256">
                  <c:v>45651</c:v>
                </c:pt>
                <c:pt idx="6257">
                  <c:v>45652</c:v>
                </c:pt>
                <c:pt idx="6258">
                  <c:v>45653</c:v>
                </c:pt>
                <c:pt idx="6259">
                  <c:v>45656</c:v>
                </c:pt>
                <c:pt idx="6260">
                  <c:v>45657</c:v>
                </c:pt>
                <c:pt idx="6261">
                  <c:v>45658</c:v>
                </c:pt>
                <c:pt idx="6262">
                  <c:v>45659</c:v>
                </c:pt>
                <c:pt idx="6263">
                  <c:v>45660</c:v>
                </c:pt>
                <c:pt idx="6264">
                  <c:v>45663</c:v>
                </c:pt>
                <c:pt idx="6265">
                  <c:v>45664</c:v>
                </c:pt>
                <c:pt idx="6266">
                  <c:v>45665</c:v>
                </c:pt>
                <c:pt idx="6267">
                  <c:v>45666</c:v>
                </c:pt>
                <c:pt idx="6268">
                  <c:v>45667</c:v>
                </c:pt>
                <c:pt idx="6269">
                  <c:v>45670</c:v>
                </c:pt>
                <c:pt idx="6270">
                  <c:v>45671</c:v>
                </c:pt>
                <c:pt idx="6271">
                  <c:v>45672</c:v>
                </c:pt>
                <c:pt idx="6272">
                  <c:v>45673</c:v>
                </c:pt>
                <c:pt idx="6273">
                  <c:v>45674</c:v>
                </c:pt>
                <c:pt idx="6274">
                  <c:v>45677</c:v>
                </c:pt>
                <c:pt idx="6275">
                  <c:v>45678</c:v>
                </c:pt>
                <c:pt idx="6276">
                  <c:v>45679</c:v>
                </c:pt>
                <c:pt idx="6277">
                  <c:v>45680</c:v>
                </c:pt>
                <c:pt idx="6278">
                  <c:v>45681</c:v>
                </c:pt>
                <c:pt idx="6279">
                  <c:v>45684</c:v>
                </c:pt>
                <c:pt idx="6280">
                  <c:v>45685</c:v>
                </c:pt>
                <c:pt idx="6281">
                  <c:v>45686</c:v>
                </c:pt>
                <c:pt idx="6282">
                  <c:v>45687</c:v>
                </c:pt>
                <c:pt idx="6283">
                  <c:v>45688</c:v>
                </c:pt>
                <c:pt idx="6284">
                  <c:v>45691</c:v>
                </c:pt>
                <c:pt idx="6285">
                  <c:v>45692</c:v>
                </c:pt>
                <c:pt idx="6286">
                  <c:v>45693</c:v>
                </c:pt>
                <c:pt idx="6287">
                  <c:v>45694</c:v>
                </c:pt>
                <c:pt idx="6288">
                  <c:v>45695</c:v>
                </c:pt>
                <c:pt idx="6289">
                  <c:v>45698</c:v>
                </c:pt>
                <c:pt idx="6290">
                  <c:v>45699</c:v>
                </c:pt>
                <c:pt idx="6291">
                  <c:v>45700</c:v>
                </c:pt>
                <c:pt idx="6292">
                  <c:v>45701</c:v>
                </c:pt>
                <c:pt idx="6293">
                  <c:v>45702</c:v>
                </c:pt>
                <c:pt idx="6294">
                  <c:v>45705</c:v>
                </c:pt>
                <c:pt idx="6295">
                  <c:v>45706</c:v>
                </c:pt>
                <c:pt idx="6296">
                  <c:v>45707</c:v>
                </c:pt>
                <c:pt idx="6297">
                  <c:v>45708</c:v>
                </c:pt>
                <c:pt idx="6298">
                  <c:v>45709</c:v>
                </c:pt>
                <c:pt idx="6299">
                  <c:v>45712</c:v>
                </c:pt>
                <c:pt idx="6300">
                  <c:v>45713</c:v>
                </c:pt>
                <c:pt idx="6301">
                  <c:v>45714</c:v>
                </c:pt>
                <c:pt idx="6302">
                  <c:v>45715</c:v>
                </c:pt>
                <c:pt idx="6303">
                  <c:v>45716</c:v>
                </c:pt>
                <c:pt idx="6304">
                  <c:v>45719</c:v>
                </c:pt>
                <c:pt idx="6305">
                  <c:v>45720</c:v>
                </c:pt>
                <c:pt idx="6306">
                  <c:v>45721</c:v>
                </c:pt>
                <c:pt idx="6307">
                  <c:v>45722</c:v>
                </c:pt>
                <c:pt idx="6308">
                  <c:v>45723</c:v>
                </c:pt>
                <c:pt idx="6309">
                  <c:v>45726</c:v>
                </c:pt>
                <c:pt idx="6310">
                  <c:v>45727</c:v>
                </c:pt>
                <c:pt idx="6311">
                  <c:v>45728</c:v>
                </c:pt>
                <c:pt idx="6312">
                  <c:v>45729</c:v>
                </c:pt>
                <c:pt idx="6313">
                  <c:v>45730</c:v>
                </c:pt>
                <c:pt idx="6314">
                  <c:v>45733</c:v>
                </c:pt>
                <c:pt idx="6315">
                  <c:v>45734</c:v>
                </c:pt>
                <c:pt idx="6316">
                  <c:v>45735</c:v>
                </c:pt>
                <c:pt idx="6317">
                  <c:v>45736</c:v>
                </c:pt>
                <c:pt idx="6318">
                  <c:v>45737</c:v>
                </c:pt>
                <c:pt idx="6319">
                  <c:v>45740</c:v>
                </c:pt>
                <c:pt idx="6320">
                  <c:v>45741</c:v>
                </c:pt>
                <c:pt idx="6321">
                  <c:v>45742</c:v>
                </c:pt>
                <c:pt idx="6322">
                  <c:v>45743</c:v>
                </c:pt>
                <c:pt idx="6323">
                  <c:v>45744</c:v>
                </c:pt>
                <c:pt idx="6324">
                  <c:v>45747</c:v>
                </c:pt>
                <c:pt idx="6325">
                  <c:v>45748</c:v>
                </c:pt>
                <c:pt idx="6326">
                  <c:v>45749</c:v>
                </c:pt>
                <c:pt idx="6327">
                  <c:v>45750</c:v>
                </c:pt>
                <c:pt idx="6328">
                  <c:v>45751</c:v>
                </c:pt>
                <c:pt idx="6329">
                  <c:v>45754</c:v>
                </c:pt>
                <c:pt idx="6330">
                  <c:v>45755</c:v>
                </c:pt>
                <c:pt idx="6331">
                  <c:v>45756</c:v>
                </c:pt>
                <c:pt idx="6332">
                  <c:v>45757</c:v>
                </c:pt>
                <c:pt idx="6333">
                  <c:v>45758</c:v>
                </c:pt>
                <c:pt idx="6334">
                  <c:v>45761</c:v>
                </c:pt>
                <c:pt idx="6335">
                  <c:v>45762</c:v>
                </c:pt>
                <c:pt idx="6336">
                  <c:v>45763</c:v>
                </c:pt>
                <c:pt idx="6337">
                  <c:v>45764</c:v>
                </c:pt>
                <c:pt idx="6338">
                  <c:v>45765</c:v>
                </c:pt>
                <c:pt idx="6339">
                  <c:v>45768</c:v>
                </c:pt>
                <c:pt idx="6340">
                  <c:v>45769</c:v>
                </c:pt>
                <c:pt idx="6341">
                  <c:v>45770</c:v>
                </c:pt>
                <c:pt idx="6342">
                  <c:v>45771</c:v>
                </c:pt>
                <c:pt idx="6343">
                  <c:v>45772</c:v>
                </c:pt>
                <c:pt idx="6344">
                  <c:v>45775</c:v>
                </c:pt>
                <c:pt idx="6345">
                  <c:v>45776</c:v>
                </c:pt>
                <c:pt idx="6346">
                  <c:v>45777</c:v>
                </c:pt>
                <c:pt idx="6347">
                  <c:v>45778</c:v>
                </c:pt>
                <c:pt idx="6348">
                  <c:v>45779</c:v>
                </c:pt>
                <c:pt idx="6349">
                  <c:v>45782</c:v>
                </c:pt>
                <c:pt idx="6350">
                  <c:v>45783</c:v>
                </c:pt>
                <c:pt idx="6351">
                  <c:v>45784</c:v>
                </c:pt>
                <c:pt idx="6352">
                  <c:v>45785</c:v>
                </c:pt>
                <c:pt idx="6353">
                  <c:v>45786</c:v>
                </c:pt>
                <c:pt idx="6354">
                  <c:v>45789</c:v>
                </c:pt>
                <c:pt idx="6355">
                  <c:v>45790</c:v>
                </c:pt>
                <c:pt idx="6356">
                  <c:v>45791</c:v>
                </c:pt>
                <c:pt idx="6357">
                  <c:v>45792</c:v>
                </c:pt>
                <c:pt idx="6358">
                  <c:v>45793</c:v>
                </c:pt>
                <c:pt idx="6359">
                  <c:v>45796</c:v>
                </c:pt>
                <c:pt idx="6360">
                  <c:v>45797</c:v>
                </c:pt>
                <c:pt idx="6361">
                  <c:v>45798</c:v>
                </c:pt>
                <c:pt idx="6362">
                  <c:v>45799</c:v>
                </c:pt>
                <c:pt idx="6363">
                  <c:v>45800</c:v>
                </c:pt>
                <c:pt idx="6364">
                  <c:v>45803</c:v>
                </c:pt>
                <c:pt idx="6365">
                  <c:v>45804</c:v>
                </c:pt>
                <c:pt idx="6366">
                  <c:v>45805</c:v>
                </c:pt>
                <c:pt idx="6367">
                  <c:v>45806</c:v>
                </c:pt>
                <c:pt idx="6368">
                  <c:v>45807</c:v>
                </c:pt>
                <c:pt idx="6369">
                  <c:v>45810</c:v>
                </c:pt>
                <c:pt idx="6370">
                  <c:v>45811</c:v>
                </c:pt>
                <c:pt idx="6371">
                  <c:v>45812</c:v>
                </c:pt>
                <c:pt idx="6372">
                  <c:v>45813</c:v>
                </c:pt>
                <c:pt idx="6373">
                  <c:v>45814</c:v>
                </c:pt>
                <c:pt idx="6374">
                  <c:v>45817</c:v>
                </c:pt>
                <c:pt idx="6375">
                  <c:v>45818</c:v>
                </c:pt>
                <c:pt idx="6376">
                  <c:v>45819</c:v>
                </c:pt>
                <c:pt idx="6377">
                  <c:v>45820</c:v>
                </c:pt>
                <c:pt idx="6378">
                  <c:v>45821</c:v>
                </c:pt>
                <c:pt idx="6379">
                  <c:v>45824</c:v>
                </c:pt>
                <c:pt idx="6380">
                  <c:v>45825</c:v>
                </c:pt>
                <c:pt idx="6381">
                  <c:v>45826</c:v>
                </c:pt>
                <c:pt idx="6382">
                  <c:v>45827</c:v>
                </c:pt>
                <c:pt idx="6383">
                  <c:v>45828</c:v>
                </c:pt>
                <c:pt idx="6384">
                  <c:v>45831</c:v>
                </c:pt>
                <c:pt idx="6385">
                  <c:v>45832</c:v>
                </c:pt>
                <c:pt idx="6386">
                  <c:v>45833</c:v>
                </c:pt>
                <c:pt idx="6387">
                  <c:v>45834</c:v>
                </c:pt>
                <c:pt idx="6388">
                  <c:v>45835</c:v>
                </c:pt>
                <c:pt idx="6389">
                  <c:v>45838</c:v>
                </c:pt>
                <c:pt idx="6390">
                  <c:v>45839</c:v>
                </c:pt>
                <c:pt idx="6391">
                  <c:v>45840</c:v>
                </c:pt>
                <c:pt idx="6392">
                  <c:v>45841</c:v>
                </c:pt>
                <c:pt idx="6393">
                  <c:v>45842</c:v>
                </c:pt>
                <c:pt idx="6394">
                  <c:v>45845</c:v>
                </c:pt>
                <c:pt idx="6395">
                  <c:v>45846</c:v>
                </c:pt>
                <c:pt idx="6396">
                  <c:v>45847</c:v>
                </c:pt>
                <c:pt idx="6397">
                  <c:v>45848</c:v>
                </c:pt>
                <c:pt idx="6398">
                  <c:v>45849</c:v>
                </c:pt>
                <c:pt idx="6399">
                  <c:v>45852</c:v>
                </c:pt>
                <c:pt idx="6400">
                  <c:v>45853</c:v>
                </c:pt>
                <c:pt idx="6401">
                  <c:v>45854</c:v>
                </c:pt>
                <c:pt idx="6402">
                  <c:v>45855</c:v>
                </c:pt>
                <c:pt idx="6403">
                  <c:v>45856</c:v>
                </c:pt>
                <c:pt idx="6404">
                  <c:v>45859</c:v>
                </c:pt>
                <c:pt idx="6405">
                  <c:v>45860</c:v>
                </c:pt>
                <c:pt idx="6406">
                  <c:v>45861</c:v>
                </c:pt>
                <c:pt idx="6407">
                  <c:v>45862</c:v>
                </c:pt>
                <c:pt idx="6408">
                  <c:v>45863</c:v>
                </c:pt>
                <c:pt idx="6409">
                  <c:v>45866</c:v>
                </c:pt>
                <c:pt idx="6410">
                  <c:v>45867</c:v>
                </c:pt>
                <c:pt idx="6411">
                  <c:v>45868</c:v>
                </c:pt>
                <c:pt idx="6412">
                  <c:v>45869</c:v>
                </c:pt>
                <c:pt idx="6413">
                  <c:v>45870</c:v>
                </c:pt>
                <c:pt idx="6414">
                  <c:v>45873</c:v>
                </c:pt>
                <c:pt idx="6415">
                  <c:v>45874</c:v>
                </c:pt>
                <c:pt idx="6416">
                  <c:v>45875</c:v>
                </c:pt>
                <c:pt idx="6417">
                  <c:v>45876</c:v>
                </c:pt>
                <c:pt idx="6418">
                  <c:v>45877</c:v>
                </c:pt>
                <c:pt idx="6419">
                  <c:v>45880</c:v>
                </c:pt>
                <c:pt idx="6420">
                  <c:v>45881</c:v>
                </c:pt>
                <c:pt idx="6421">
                  <c:v>45882</c:v>
                </c:pt>
                <c:pt idx="6422">
                  <c:v>45883</c:v>
                </c:pt>
                <c:pt idx="6423">
                  <c:v>45884</c:v>
                </c:pt>
                <c:pt idx="6424">
                  <c:v>45887</c:v>
                </c:pt>
                <c:pt idx="6425">
                  <c:v>45888</c:v>
                </c:pt>
                <c:pt idx="6426">
                  <c:v>45889</c:v>
                </c:pt>
                <c:pt idx="6427">
                  <c:v>45890</c:v>
                </c:pt>
                <c:pt idx="6428">
                  <c:v>45891</c:v>
                </c:pt>
                <c:pt idx="6429">
                  <c:v>45894</c:v>
                </c:pt>
                <c:pt idx="6430">
                  <c:v>45895</c:v>
                </c:pt>
                <c:pt idx="6431">
                  <c:v>45896</c:v>
                </c:pt>
                <c:pt idx="6432">
                  <c:v>45897</c:v>
                </c:pt>
                <c:pt idx="6433">
                  <c:v>45898</c:v>
                </c:pt>
                <c:pt idx="6434">
                  <c:v>45901</c:v>
                </c:pt>
                <c:pt idx="6435">
                  <c:v>45902</c:v>
                </c:pt>
                <c:pt idx="6436">
                  <c:v>45903</c:v>
                </c:pt>
                <c:pt idx="6437">
                  <c:v>45904</c:v>
                </c:pt>
                <c:pt idx="6438">
                  <c:v>45905</c:v>
                </c:pt>
                <c:pt idx="6439">
                  <c:v>45908</c:v>
                </c:pt>
                <c:pt idx="6440">
                  <c:v>45909</c:v>
                </c:pt>
                <c:pt idx="6441">
                  <c:v>45910</c:v>
                </c:pt>
                <c:pt idx="6442">
                  <c:v>45911</c:v>
                </c:pt>
                <c:pt idx="6443">
                  <c:v>45912</c:v>
                </c:pt>
                <c:pt idx="6444">
                  <c:v>45915</c:v>
                </c:pt>
                <c:pt idx="6445">
                  <c:v>45916</c:v>
                </c:pt>
                <c:pt idx="6446">
                  <c:v>45917</c:v>
                </c:pt>
                <c:pt idx="6447">
                  <c:v>45918</c:v>
                </c:pt>
                <c:pt idx="6448">
                  <c:v>45919</c:v>
                </c:pt>
                <c:pt idx="6449">
                  <c:v>45922</c:v>
                </c:pt>
                <c:pt idx="6450">
                  <c:v>45923</c:v>
                </c:pt>
                <c:pt idx="6451">
                  <c:v>45924</c:v>
                </c:pt>
                <c:pt idx="6452">
                  <c:v>45925</c:v>
                </c:pt>
                <c:pt idx="6453">
                  <c:v>45926</c:v>
                </c:pt>
                <c:pt idx="6454">
                  <c:v>45929</c:v>
                </c:pt>
                <c:pt idx="6455">
                  <c:v>45930</c:v>
                </c:pt>
                <c:pt idx="6456">
                  <c:v>45931</c:v>
                </c:pt>
                <c:pt idx="6457">
                  <c:v>45932</c:v>
                </c:pt>
                <c:pt idx="6458">
                  <c:v>45933</c:v>
                </c:pt>
                <c:pt idx="6459">
                  <c:v>45936</c:v>
                </c:pt>
                <c:pt idx="6460">
                  <c:v>45937</c:v>
                </c:pt>
                <c:pt idx="6461">
                  <c:v>45938</c:v>
                </c:pt>
                <c:pt idx="6462">
                  <c:v>45939</c:v>
                </c:pt>
                <c:pt idx="6463">
                  <c:v>45940</c:v>
                </c:pt>
                <c:pt idx="6464">
                  <c:v>45943</c:v>
                </c:pt>
                <c:pt idx="6465">
                  <c:v>45944</c:v>
                </c:pt>
                <c:pt idx="6466">
                  <c:v>45945</c:v>
                </c:pt>
                <c:pt idx="6467">
                  <c:v>45946</c:v>
                </c:pt>
                <c:pt idx="6468">
                  <c:v>45947</c:v>
                </c:pt>
                <c:pt idx="6469">
                  <c:v>45950</c:v>
                </c:pt>
                <c:pt idx="6470">
                  <c:v>45951</c:v>
                </c:pt>
                <c:pt idx="6471">
                  <c:v>45952</c:v>
                </c:pt>
                <c:pt idx="6472">
                  <c:v>45953</c:v>
                </c:pt>
                <c:pt idx="6473">
                  <c:v>45954</c:v>
                </c:pt>
                <c:pt idx="6474">
                  <c:v>45957</c:v>
                </c:pt>
                <c:pt idx="6475">
                  <c:v>45958</c:v>
                </c:pt>
                <c:pt idx="6476">
                  <c:v>45959</c:v>
                </c:pt>
                <c:pt idx="6477">
                  <c:v>45960</c:v>
                </c:pt>
                <c:pt idx="6478">
                  <c:v>45961</c:v>
                </c:pt>
                <c:pt idx="6479">
                  <c:v>45964</c:v>
                </c:pt>
                <c:pt idx="6480">
                  <c:v>45965</c:v>
                </c:pt>
                <c:pt idx="6481">
                  <c:v>45966</c:v>
                </c:pt>
                <c:pt idx="6482">
                  <c:v>45967</c:v>
                </c:pt>
                <c:pt idx="6483">
                  <c:v>45968</c:v>
                </c:pt>
                <c:pt idx="6484">
                  <c:v>45971</c:v>
                </c:pt>
                <c:pt idx="6485">
                  <c:v>45972</c:v>
                </c:pt>
                <c:pt idx="6486">
                  <c:v>45973</c:v>
                </c:pt>
                <c:pt idx="6487">
                  <c:v>45974</c:v>
                </c:pt>
                <c:pt idx="6488">
                  <c:v>45975</c:v>
                </c:pt>
                <c:pt idx="6489">
                  <c:v>45978</c:v>
                </c:pt>
                <c:pt idx="6490">
                  <c:v>45979</c:v>
                </c:pt>
                <c:pt idx="6491">
                  <c:v>45980</c:v>
                </c:pt>
                <c:pt idx="6492">
                  <c:v>45981</c:v>
                </c:pt>
                <c:pt idx="6493">
                  <c:v>45982</c:v>
                </c:pt>
                <c:pt idx="6494">
                  <c:v>45985</c:v>
                </c:pt>
                <c:pt idx="6495">
                  <c:v>45986</c:v>
                </c:pt>
                <c:pt idx="6496">
                  <c:v>45987</c:v>
                </c:pt>
                <c:pt idx="6497">
                  <c:v>45988</c:v>
                </c:pt>
                <c:pt idx="6498">
                  <c:v>45989</c:v>
                </c:pt>
                <c:pt idx="6499">
                  <c:v>45992</c:v>
                </c:pt>
                <c:pt idx="6500">
                  <c:v>45993</c:v>
                </c:pt>
                <c:pt idx="6501">
                  <c:v>45994</c:v>
                </c:pt>
                <c:pt idx="6502">
                  <c:v>45995</c:v>
                </c:pt>
                <c:pt idx="6503">
                  <c:v>45996</c:v>
                </c:pt>
                <c:pt idx="6504">
                  <c:v>45999</c:v>
                </c:pt>
                <c:pt idx="6505">
                  <c:v>46000</c:v>
                </c:pt>
                <c:pt idx="6506">
                  <c:v>46001</c:v>
                </c:pt>
                <c:pt idx="6507">
                  <c:v>46002</c:v>
                </c:pt>
                <c:pt idx="6508">
                  <c:v>46003</c:v>
                </c:pt>
                <c:pt idx="6509">
                  <c:v>46006</c:v>
                </c:pt>
                <c:pt idx="6510">
                  <c:v>46007</c:v>
                </c:pt>
                <c:pt idx="6511">
                  <c:v>46008</c:v>
                </c:pt>
                <c:pt idx="6512">
                  <c:v>46009</c:v>
                </c:pt>
                <c:pt idx="6513">
                  <c:v>46010</c:v>
                </c:pt>
                <c:pt idx="6514">
                  <c:v>46013</c:v>
                </c:pt>
                <c:pt idx="6515">
                  <c:v>46014</c:v>
                </c:pt>
                <c:pt idx="6516">
                  <c:v>46015</c:v>
                </c:pt>
                <c:pt idx="6517">
                  <c:v>46016</c:v>
                </c:pt>
                <c:pt idx="6518">
                  <c:v>46017</c:v>
                </c:pt>
                <c:pt idx="6519">
                  <c:v>46020</c:v>
                </c:pt>
                <c:pt idx="6520">
                  <c:v>46021</c:v>
                </c:pt>
                <c:pt idx="6521">
                  <c:v>46022</c:v>
                </c:pt>
                <c:pt idx="6522">
                  <c:v>46023</c:v>
                </c:pt>
                <c:pt idx="6523">
                  <c:v>46024</c:v>
                </c:pt>
                <c:pt idx="6524">
                  <c:v>46027</c:v>
                </c:pt>
                <c:pt idx="6525">
                  <c:v>46028</c:v>
                </c:pt>
                <c:pt idx="6526">
                  <c:v>46029</c:v>
                </c:pt>
                <c:pt idx="6527">
                  <c:v>46030</c:v>
                </c:pt>
                <c:pt idx="6528">
                  <c:v>46031</c:v>
                </c:pt>
                <c:pt idx="6529">
                  <c:v>46034</c:v>
                </c:pt>
                <c:pt idx="6530">
                  <c:v>46035</c:v>
                </c:pt>
                <c:pt idx="6531">
                  <c:v>46036</c:v>
                </c:pt>
                <c:pt idx="6532">
                  <c:v>46037</c:v>
                </c:pt>
                <c:pt idx="6533">
                  <c:v>46038</c:v>
                </c:pt>
                <c:pt idx="6534">
                  <c:v>46041</c:v>
                </c:pt>
                <c:pt idx="6535">
                  <c:v>46042</c:v>
                </c:pt>
                <c:pt idx="6536">
                  <c:v>46043</c:v>
                </c:pt>
                <c:pt idx="6537">
                  <c:v>46044</c:v>
                </c:pt>
                <c:pt idx="6538">
                  <c:v>46045</c:v>
                </c:pt>
                <c:pt idx="6539">
                  <c:v>46048</c:v>
                </c:pt>
                <c:pt idx="6540">
                  <c:v>46049</c:v>
                </c:pt>
                <c:pt idx="6541">
                  <c:v>46050</c:v>
                </c:pt>
                <c:pt idx="6542">
                  <c:v>46051</c:v>
                </c:pt>
                <c:pt idx="6543">
                  <c:v>46052</c:v>
                </c:pt>
                <c:pt idx="6544">
                  <c:v>46055</c:v>
                </c:pt>
                <c:pt idx="6545">
                  <c:v>46056</c:v>
                </c:pt>
                <c:pt idx="6546">
                  <c:v>46057</c:v>
                </c:pt>
                <c:pt idx="6547">
                  <c:v>46058</c:v>
                </c:pt>
                <c:pt idx="6548">
                  <c:v>46059</c:v>
                </c:pt>
                <c:pt idx="6549">
                  <c:v>46062</c:v>
                </c:pt>
                <c:pt idx="6550">
                  <c:v>46063</c:v>
                </c:pt>
                <c:pt idx="6551">
                  <c:v>46064</c:v>
                </c:pt>
                <c:pt idx="6552">
                  <c:v>46065</c:v>
                </c:pt>
                <c:pt idx="6553">
                  <c:v>46066</c:v>
                </c:pt>
                <c:pt idx="6554">
                  <c:v>46069</c:v>
                </c:pt>
                <c:pt idx="6555">
                  <c:v>46070</c:v>
                </c:pt>
                <c:pt idx="6556">
                  <c:v>46071</c:v>
                </c:pt>
                <c:pt idx="6557">
                  <c:v>46072</c:v>
                </c:pt>
                <c:pt idx="6558">
                  <c:v>46073</c:v>
                </c:pt>
                <c:pt idx="6559">
                  <c:v>46076</c:v>
                </c:pt>
                <c:pt idx="6560">
                  <c:v>46077</c:v>
                </c:pt>
                <c:pt idx="6561">
                  <c:v>46078</c:v>
                </c:pt>
                <c:pt idx="6562">
                  <c:v>46079</c:v>
                </c:pt>
                <c:pt idx="6563">
                  <c:v>46080</c:v>
                </c:pt>
                <c:pt idx="6564">
                  <c:v>46083</c:v>
                </c:pt>
                <c:pt idx="6565">
                  <c:v>46084</c:v>
                </c:pt>
                <c:pt idx="6566">
                  <c:v>46085</c:v>
                </c:pt>
                <c:pt idx="6567">
                  <c:v>46086</c:v>
                </c:pt>
                <c:pt idx="6568">
                  <c:v>46087</c:v>
                </c:pt>
                <c:pt idx="6569">
                  <c:v>46090</c:v>
                </c:pt>
                <c:pt idx="6570">
                  <c:v>46091</c:v>
                </c:pt>
                <c:pt idx="6571">
                  <c:v>46092</c:v>
                </c:pt>
                <c:pt idx="6572">
                  <c:v>46093</c:v>
                </c:pt>
                <c:pt idx="6573">
                  <c:v>46094</c:v>
                </c:pt>
                <c:pt idx="6574">
                  <c:v>46097</c:v>
                </c:pt>
                <c:pt idx="6575">
                  <c:v>46098</c:v>
                </c:pt>
                <c:pt idx="6576">
                  <c:v>46099</c:v>
                </c:pt>
                <c:pt idx="6577">
                  <c:v>46100</c:v>
                </c:pt>
                <c:pt idx="6578">
                  <c:v>46101</c:v>
                </c:pt>
                <c:pt idx="6579">
                  <c:v>46104</c:v>
                </c:pt>
                <c:pt idx="6580">
                  <c:v>46105</c:v>
                </c:pt>
                <c:pt idx="6581">
                  <c:v>46106</c:v>
                </c:pt>
                <c:pt idx="6582">
                  <c:v>46107</c:v>
                </c:pt>
                <c:pt idx="6583">
                  <c:v>46108</c:v>
                </c:pt>
                <c:pt idx="6584">
                  <c:v>46111</c:v>
                </c:pt>
                <c:pt idx="6585">
                  <c:v>46112</c:v>
                </c:pt>
                <c:pt idx="6586">
                  <c:v>46113</c:v>
                </c:pt>
                <c:pt idx="6587">
                  <c:v>46114</c:v>
                </c:pt>
                <c:pt idx="6588">
                  <c:v>46115</c:v>
                </c:pt>
                <c:pt idx="6589">
                  <c:v>46118</c:v>
                </c:pt>
                <c:pt idx="6590">
                  <c:v>46119</c:v>
                </c:pt>
                <c:pt idx="6591">
                  <c:v>46120</c:v>
                </c:pt>
                <c:pt idx="6592">
                  <c:v>46121</c:v>
                </c:pt>
                <c:pt idx="6593">
                  <c:v>46122</c:v>
                </c:pt>
                <c:pt idx="6594">
                  <c:v>46125</c:v>
                </c:pt>
                <c:pt idx="6595">
                  <c:v>46126</c:v>
                </c:pt>
                <c:pt idx="6596">
                  <c:v>46127</c:v>
                </c:pt>
                <c:pt idx="6597">
                  <c:v>46128</c:v>
                </c:pt>
                <c:pt idx="6598">
                  <c:v>46129</c:v>
                </c:pt>
                <c:pt idx="6599">
                  <c:v>46132</c:v>
                </c:pt>
                <c:pt idx="6600">
                  <c:v>46133</c:v>
                </c:pt>
                <c:pt idx="6601">
                  <c:v>46134</c:v>
                </c:pt>
                <c:pt idx="6602">
                  <c:v>46135</c:v>
                </c:pt>
                <c:pt idx="6603">
                  <c:v>46136</c:v>
                </c:pt>
                <c:pt idx="6604">
                  <c:v>46139</c:v>
                </c:pt>
                <c:pt idx="6605">
                  <c:v>46140</c:v>
                </c:pt>
                <c:pt idx="6606">
                  <c:v>46141</c:v>
                </c:pt>
                <c:pt idx="6607">
                  <c:v>46142</c:v>
                </c:pt>
                <c:pt idx="6608">
                  <c:v>46143</c:v>
                </c:pt>
                <c:pt idx="6609">
                  <c:v>46146</c:v>
                </c:pt>
                <c:pt idx="6610">
                  <c:v>46147</c:v>
                </c:pt>
                <c:pt idx="6611">
                  <c:v>46148</c:v>
                </c:pt>
                <c:pt idx="6612">
                  <c:v>46149</c:v>
                </c:pt>
                <c:pt idx="6613">
                  <c:v>46150</c:v>
                </c:pt>
                <c:pt idx="6614">
                  <c:v>46153</c:v>
                </c:pt>
                <c:pt idx="6615">
                  <c:v>46154</c:v>
                </c:pt>
                <c:pt idx="6616">
                  <c:v>46155</c:v>
                </c:pt>
                <c:pt idx="6617">
                  <c:v>46156</c:v>
                </c:pt>
                <c:pt idx="6618">
                  <c:v>46157</c:v>
                </c:pt>
                <c:pt idx="6619">
                  <c:v>46160</c:v>
                </c:pt>
                <c:pt idx="6620">
                  <c:v>46161</c:v>
                </c:pt>
                <c:pt idx="6621">
                  <c:v>46162</c:v>
                </c:pt>
                <c:pt idx="6622">
                  <c:v>46163</c:v>
                </c:pt>
                <c:pt idx="6623">
                  <c:v>46164</c:v>
                </c:pt>
                <c:pt idx="6624">
                  <c:v>46167</c:v>
                </c:pt>
                <c:pt idx="6625">
                  <c:v>46168</c:v>
                </c:pt>
                <c:pt idx="6626">
                  <c:v>46169</c:v>
                </c:pt>
                <c:pt idx="6627">
                  <c:v>46170</c:v>
                </c:pt>
                <c:pt idx="6628">
                  <c:v>46171</c:v>
                </c:pt>
                <c:pt idx="6629">
                  <c:v>46174</c:v>
                </c:pt>
                <c:pt idx="6630">
                  <c:v>46175</c:v>
                </c:pt>
                <c:pt idx="6631">
                  <c:v>46176</c:v>
                </c:pt>
                <c:pt idx="6632">
                  <c:v>46177</c:v>
                </c:pt>
                <c:pt idx="6633">
                  <c:v>46178</c:v>
                </c:pt>
                <c:pt idx="6634">
                  <c:v>46181</c:v>
                </c:pt>
                <c:pt idx="6635">
                  <c:v>46182</c:v>
                </c:pt>
                <c:pt idx="6636">
                  <c:v>46183</c:v>
                </c:pt>
                <c:pt idx="6637">
                  <c:v>46184</c:v>
                </c:pt>
                <c:pt idx="6638">
                  <c:v>46185</c:v>
                </c:pt>
                <c:pt idx="6639">
                  <c:v>46188</c:v>
                </c:pt>
                <c:pt idx="6640">
                  <c:v>46189</c:v>
                </c:pt>
                <c:pt idx="6641">
                  <c:v>46190</c:v>
                </c:pt>
                <c:pt idx="6642">
                  <c:v>46191</c:v>
                </c:pt>
                <c:pt idx="6643">
                  <c:v>46192</c:v>
                </c:pt>
                <c:pt idx="6644">
                  <c:v>46195</c:v>
                </c:pt>
                <c:pt idx="6645">
                  <c:v>46196</c:v>
                </c:pt>
                <c:pt idx="6646">
                  <c:v>46197</c:v>
                </c:pt>
                <c:pt idx="6647">
                  <c:v>46198</c:v>
                </c:pt>
                <c:pt idx="6648">
                  <c:v>46199</c:v>
                </c:pt>
                <c:pt idx="6649">
                  <c:v>46202</c:v>
                </c:pt>
                <c:pt idx="6650">
                  <c:v>46203</c:v>
                </c:pt>
                <c:pt idx="6651">
                  <c:v>46204</c:v>
                </c:pt>
                <c:pt idx="6652">
                  <c:v>46205</c:v>
                </c:pt>
                <c:pt idx="6653">
                  <c:v>46206</c:v>
                </c:pt>
                <c:pt idx="6654">
                  <c:v>46209</c:v>
                </c:pt>
                <c:pt idx="6655">
                  <c:v>46210</c:v>
                </c:pt>
                <c:pt idx="6656">
                  <c:v>46211</c:v>
                </c:pt>
                <c:pt idx="6657">
                  <c:v>46212</c:v>
                </c:pt>
                <c:pt idx="6658">
                  <c:v>46213</c:v>
                </c:pt>
                <c:pt idx="6659">
                  <c:v>46216</c:v>
                </c:pt>
                <c:pt idx="6660">
                  <c:v>46217</c:v>
                </c:pt>
                <c:pt idx="6661">
                  <c:v>46218</c:v>
                </c:pt>
                <c:pt idx="6662">
                  <c:v>46219</c:v>
                </c:pt>
                <c:pt idx="6663">
                  <c:v>46220</c:v>
                </c:pt>
                <c:pt idx="6664">
                  <c:v>46223</c:v>
                </c:pt>
                <c:pt idx="6665">
                  <c:v>46224</c:v>
                </c:pt>
                <c:pt idx="6666">
                  <c:v>46225</c:v>
                </c:pt>
                <c:pt idx="6667">
                  <c:v>46226</c:v>
                </c:pt>
                <c:pt idx="6668">
                  <c:v>46227</c:v>
                </c:pt>
                <c:pt idx="6669">
                  <c:v>46230</c:v>
                </c:pt>
                <c:pt idx="6670">
                  <c:v>46231</c:v>
                </c:pt>
                <c:pt idx="6671">
                  <c:v>46232</c:v>
                </c:pt>
                <c:pt idx="6672">
                  <c:v>46233</c:v>
                </c:pt>
                <c:pt idx="6673">
                  <c:v>46234</c:v>
                </c:pt>
                <c:pt idx="6674">
                  <c:v>46237</c:v>
                </c:pt>
                <c:pt idx="6675">
                  <c:v>46238</c:v>
                </c:pt>
                <c:pt idx="6676">
                  <c:v>46239</c:v>
                </c:pt>
                <c:pt idx="6677">
                  <c:v>46240</c:v>
                </c:pt>
                <c:pt idx="6678">
                  <c:v>46241</c:v>
                </c:pt>
                <c:pt idx="6679">
                  <c:v>46244</c:v>
                </c:pt>
                <c:pt idx="6680">
                  <c:v>46245</c:v>
                </c:pt>
                <c:pt idx="6681">
                  <c:v>46246</c:v>
                </c:pt>
                <c:pt idx="6682">
                  <c:v>46247</c:v>
                </c:pt>
                <c:pt idx="6683">
                  <c:v>46248</c:v>
                </c:pt>
                <c:pt idx="6684">
                  <c:v>46251</c:v>
                </c:pt>
                <c:pt idx="6685">
                  <c:v>46252</c:v>
                </c:pt>
                <c:pt idx="6686">
                  <c:v>46253</c:v>
                </c:pt>
                <c:pt idx="6687">
                  <c:v>46254</c:v>
                </c:pt>
                <c:pt idx="6688">
                  <c:v>46255</c:v>
                </c:pt>
                <c:pt idx="6689">
                  <c:v>46258</c:v>
                </c:pt>
                <c:pt idx="6690">
                  <c:v>46259</c:v>
                </c:pt>
                <c:pt idx="6691">
                  <c:v>46260</c:v>
                </c:pt>
                <c:pt idx="6692">
                  <c:v>46261</c:v>
                </c:pt>
                <c:pt idx="6693">
                  <c:v>46262</c:v>
                </c:pt>
                <c:pt idx="6694">
                  <c:v>46265</c:v>
                </c:pt>
                <c:pt idx="6695">
                  <c:v>46266</c:v>
                </c:pt>
                <c:pt idx="6696">
                  <c:v>46267</c:v>
                </c:pt>
                <c:pt idx="6697">
                  <c:v>46268</c:v>
                </c:pt>
                <c:pt idx="6698">
                  <c:v>46269</c:v>
                </c:pt>
                <c:pt idx="6699">
                  <c:v>46272</c:v>
                </c:pt>
                <c:pt idx="6700">
                  <c:v>46273</c:v>
                </c:pt>
                <c:pt idx="6701">
                  <c:v>46274</c:v>
                </c:pt>
                <c:pt idx="6702">
                  <c:v>46275</c:v>
                </c:pt>
                <c:pt idx="6703">
                  <c:v>46276</c:v>
                </c:pt>
                <c:pt idx="6704">
                  <c:v>46279</c:v>
                </c:pt>
                <c:pt idx="6705">
                  <c:v>46280</c:v>
                </c:pt>
                <c:pt idx="6706">
                  <c:v>46281</c:v>
                </c:pt>
                <c:pt idx="6707">
                  <c:v>46282</c:v>
                </c:pt>
                <c:pt idx="6708">
                  <c:v>46283</c:v>
                </c:pt>
                <c:pt idx="6709">
                  <c:v>46286</c:v>
                </c:pt>
                <c:pt idx="6710">
                  <c:v>46287</c:v>
                </c:pt>
                <c:pt idx="6711">
                  <c:v>46288</c:v>
                </c:pt>
                <c:pt idx="6712">
                  <c:v>46289</c:v>
                </c:pt>
                <c:pt idx="6713">
                  <c:v>46290</c:v>
                </c:pt>
                <c:pt idx="6714">
                  <c:v>46293</c:v>
                </c:pt>
                <c:pt idx="6715">
                  <c:v>46294</c:v>
                </c:pt>
                <c:pt idx="6716">
                  <c:v>46295</c:v>
                </c:pt>
                <c:pt idx="6717">
                  <c:v>46296</c:v>
                </c:pt>
                <c:pt idx="6718">
                  <c:v>46297</c:v>
                </c:pt>
                <c:pt idx="6719">
                  <c:v>46300</c:v>
                </c:pt>
                <c:pt idx="6720">
                  <c:v>46301</c:v>
                </c:pt>
                <c:pt idx="6721">
                  <c:v>46302</c:v>
                </c:pt>
                <c:pt idx="6722">
                  <c:v>46303</c:v>
                </c:pt>
                <c:pt idx="6723">
                  <c:v>46304</c:v>
                </c:pt>
                <c:pt idx="6724">
                  <c:v>46307</c:v>
                </c:pt>
                <c:pt idx="6725">
                  <c:v>46308</c:v>
                </c:pt>
                <c:pt idx="6726">
                  <c:v>46309</c:v>
                </c:pt>
                <c:pt idx="6727">
                  <c:v>46310</c:v>
                </c:pt>
                <c:pt idx="6728">
                  <c:v>46311</c:v>
                </c:pt>
                <c:pt idx="6729">
                  <c:v>46314</c:v>
                </c:pt>
                <c:pt idx="6730">
                  <c:v>46315</c:v>
                </c:pt>
              </c:numCache>
            </c:numRef>
          </c:cat>
          <c:val>
            <c:numRef>
              <c:f>Spread_Calc!$AB$7:$AB$7000</c:f>
              <c:numCache>
                <c:formatCode>_(#,##0.00%_);\(#,##0.00%\);_("–"_)_%;_(@_)_%</c:formatCode>
                <c:ptCount val="6994"/>
                <c:pt idx="0">
                  <c:v>#N/A</c:v>
                </c:pt>
                <c:pt idx="1">
                  <c:v>#N/A</c:v>
                </c:pt>
                <c:pt idx="2">
                  <c:v>#N/A</c:v>
                </c:pt>
                <c:pt idx="3">
                  <c:v>#N/A</c:v>
                </c:pt>
                <c:pt idx="4">
                  <c:v>#N/A</c:v>
                </c:pt>
                <c:pt idx="5">
                  <c:v>#N/A</c:v>
                </c:pt>
                <c:pt idx="6">
                  <c:v>#N/A</c:v>
                </c:pt>
                <c:pt idx="7">
                  <c:v>#N/A</c:v>
                </c:pt>
                <c:pt idx="8">
                  <c:v>#N/A</c:v>
                </c:pt>
                <c:pt idx="9">
                  <c:v>#N/A</c:v>
                </c:pt>
                <c:pt idx="10">
                  <c:v>#N/A</c:v>
                </c:pt>
                <c:pt idx="11">
                  <c:v>#N/A</c:v>
                </c:pt>
                <c:pt idx="12">
                  <c:v>#N/A</c:v>
                </c:pt>
                <c:pt idx="13">
                  <c:v>#N/A</c:v>
                </c:pt>
                <c:pt idx="14">
                  <c:v>#N/A</c:v>
                </c:pt>
                <c:pt idx="15">
                  <c:v>#N/A</c:v>
                </c:pt>
                <c:pt idx="16">
                  <c:v>#N/A</c:v>
                </c:pt>
                <c:pt idx="17">
                  <c:v>#N/A</c:v>
                </c:pt>
                <c:pt idx="18">
                  <c:v>#N/A</c:v>
                </c:pt>
                <c:pt idx="19">
                  <c:v>#N/A</c:v>
                </c:pt>
                <c:pt idx="20">
                  <c:v>#N/A</c:v>
                </c:pt>
                <c:pt idx="21">
                  <c:v>#N/A</c:v>
                </c:pt>
                <c:pt idx="22">
                  <c:v>#N/A</c:v>
                </c:pt>
                <c:pt idx="23">
                  <c:v>#N/A</c:v>
                </c:pt>
                <c:pt idx="24">
                  <c:v>#N/A</c:v>
                </c:pt>
                <c:pt idx="25">
                  <c:v>#N/A</c:v>
                </c:pt>
                <c:pt idx="26">
                  <c:v>#N/A</c:v>
                </c:pt>
                <c:pt idx="27">
                  <c:v>#N/A</c:v>
                </c:pt>
                <c:pt idx="28">
                  <c:v>#N/A</c:v>
                </c:pt>
                <c:pt idx="29">
                  <c:v>#N/A</c:v>
                </c:pt>
                <c:pt idx="30">
                  <c:v>#N/A</c:v>
                </c:pt>
                <c:pt idx="31">
                  <c:v>#N/A</c:v>
                </c:pt>
                <c:pt idx="32">
                  <c:v>#N/A</c:v>
                </c:pt>
                <c:pt idx="33">
                  <c:v>#N/A</c:v>
                </c:pt>
                <c:pt idx="34">
                  <c:v>#N/A</c:v>
                </c:pt>
                <c:pt idx="35">
                  <c:v>#N/A</c:v>
                </c:pt>
                <c:pt idx="36">
                  <c:v>#N/A</c:v>
                </c:pt>
                <c:pt idx="37">
                  <c:v>#N/A</c:v>
                </c:pt>
                <c:pt idx="38">
                  <c:v>#N/A</c:v>
                </c:pt>
                <c:pt idx="39">
                  <c:v>#N/A</c:v>
                </c:pt>
                <c:pt idx="40">
                  <c:v>#N/A</c:v>
                </c:pt>
                <c:pt idx="41">
                  <c:v>#N/A</c:v>
                </c:pt>
                <c:pt idx="42">
                  <c:v>#N/A</c:v>
                </c:pt>
                <c:pt idx="43">
                  <c:v>#N/A</c:v>
                </c:pt>
                <c:pt idx="44">
                  <c:v>#N/A</c:v>
                </c:pt>
                <c:pt idx="45">
                  <c:v>#N/A</c:v>
                </c:pt>
                <c:pt idx="46">
                  <c:v>#N/A</c:v>
                </c:pt>
                <c:pt idx="47">
                  <c:v>#N/A</c:v>
                </c:pt>
                <c:pt idx="48">
                  <c:v>#N/A</c:v>
                </c:pt>
                <c:pt idx="49">
                  <c:v>#N/A</c:v>
                </c:pt>
                <c:pt idx="50">
                  <c:v>#N/A</c:v>
                </c:pt>
                <c:pt idx="51">
                  <c:v>#N/A</c:v>
                </c:pt>
                <c:pt idx="52">
                  <c:v>#N/A</c:v>
                </c:pt>
                <c:pt idx="53">
                  <c:v>#N/A</c:v>
                </c:pt>
                <c:pt idx="54">
                  <c:v>#N/A</c:v>
                </c:pt>
                <c:pt idx="55">
                  <c:v>#N/A</c:v>
                </c:pt>
                <c:pt idx="56">
                  <c:v>#N/A</c:v>
                </c:pt>
                <c:pt idx="57">
                  <c:v>#N/A</c:v>
                </c:pt>
                <c:pt idx="58">
                  <c:v>#N/A</c:v>
                </c:pt>
                <c:pt idx="59">
                  <c:v>#N/A</c:v>
                </c:pt>
                <c:pt idx="60">
                  <c:v>#N/A</c:v>
                </c:pt>
                <c:pt idx="61">
                  <c:v>#N/A</c:v>
                </c:pt>
                <c:pt idx="62">
                  <c:v>#N/A</c:v>
                </c:pt>
                <c:pt idx="63">
                  <c:v>#N/A</c:v>
                </c:pt>
                <c:pt idx="64">
                  <c:v>#N/A</c:v>
                </c:pt>
                <c:pt idx="65">
                  <c:v>#N/A</c:v>
                </c:pt>
                <c:pt idx="66">
                  <c:v>#N/A</c:v>
                </c:pt>
                <c:pt idx="67">
                  <c:v>#N/A</c:v>
                </c:pt>
                <c:pt idx="68">
                  <c:v>#N/A</c:v>
                </c:pt>
                <c:pt idx="69">
                  <c:v>#N/A</c:v>
                </c:pt>
                <c:pt idx="70">
                  <c:v>#N/A</c:v>
                </c:pt>
                <c:pt idx="71">
                  <c:v>#N/A</c:v>
                </c:pt>
                <c:pt idx="72">
                  <c:v>#N/A</c:v>
                </c:pt>
                <c:pt idx="73">
                  <c:v>#N/A</c:v>
                </c:pt>
                <c:pt idx="74">
                  <c:v>#N/A</c:v>
                </c:pt>
                <c:pt idx="75">
                  <c:v>#N/A</c:v>
                </c:pt>
                <c:pt idx="76">
                  <c:v>#N/A</c:v>
                </c:pt>
                <c:pt idx="77">
                  <c:v>#N/A</c:v>
                </c:pt>
                <c:pt idx="78">
                  <c:v>#N/A</c:v>
                </c:pt>
                <c:pt idx="79">
                  <c:v>#N/A</c:v>
                </c:pt>
                <c:pt idx="80">
                  <c:v>#N/A</c:v>
                </c:pt>
                <c:pt idx="81">
                  <c:v>#N/A</c:v>
                </c:pt>
                <c:pt idx="82">
                  <c:v>#N/A</c:v>
                </c:pt>
                <c:pt idx="83">
                  <c:v>#N/A</c:v>
                </c:pt>
                <c:pt idx="84">
                  <c:v>#N/A</c:v>
                </c:pt>
                <c:pt idx="85">
                  <c:v>#N/A</c:v>
                </c:pt>
                <c:pt idx="86">
                  <c:v>#N/A</c:v>
                </c:pt>
                <c:pt idx="87">
                  <c:v>#N/A</c:v>
                </c:pt>
                <c:pt idx="88">
                  <c:v>#N/A</c:v>
                </c:pt>
                <c:pt idx="89">
                  <c:v>#N/A</c:v>
                </c:pt>
                <c:pt idx="90">
                  <c:v>#N/A</c:v>
                </c:pt>
                <c:pt idx="91">
                  <c:v>#N/A</c:v>
                </c:pt>
                <c:pt idx="92">
                  <c:v>#N/A</c:v>
                </c:pt>
                <c:pt idx="93">
                  <c:v>#N/A</c:v>
                </c:pt>
                <c:pt idx="94">
                  <c:v>#N/A</c:v>
                </c:pt>
                <c:pt idx="95">
                  <c:v>#N/A</c:v>
                </c:pt>
                <c:pt idx="96">
                  <c:v>#N/A</c:v>
                </c:pt>
                <c:pt idx="97">
                  <c:v>#N/A</c:v>
                </c:pt>
                <c:pt idx="98">
                  <c:v>#N/A</c:v>
                </c:pt>
                <c:pt idx="99">
                  <c:v>#N/A</c:v>
                </c:pt>
                <c:pt idx="100">
                  <c:v>#N/A</c:v>
                </c:pt>
                <c:pt idx="101">
                  <c:v>#N/A</c:v>
                </c:pt>
                <c:pt idx="102">
                  <c:v>#N/A</c:v>
                </c:pt>
                <c:pt idx="103">
                  <c:v>#N/A</c:v>
                </c:pt>
                <c:pt idx="104">
                  <c:v>#N/A</c:v>
                </c:pt>
                <c:pt idx="105">
                  <c:v>#N/A</c:v>
                </c:pt>
                <c:pt idx="106">
                  <c:v>#N/A</c:v>
                </c:pt>
                <c:pt idx="107">
                  <c:v>#N/A</c:v>
                </c:pt>
                <c:pt idx="108">
                  <c:v>#N/A</c:v>
                </c:pt>
                <c:pt idx="109">
                  <c:v>#N/A</c:v>
                </c:pt>
                <c:pt idx="110">
                  <c:v>#N/A</c:v>
                </c:pt>
                <c:pt idx="111">
                  <c:v>#N/A</c:v>
                </c:pt>
                <c:pt idx="112">
                  <c:v>#N/A</c:v>
                </c:pt>
                <c:pt idx="113">
                  <c:v>#N/A</c:v>
                </c:pt>
                <c:pt idx="114">
                  <c:v>#N/A</c:v>
                </c:pt>
                <c:pt idx="115">
                  <c:v>#N/A</c:v>
                </c:pt>
                <c:pt idx="116">
                  <c:v>#N/A</c:v>
                </c:pt>
                <c:pt idx="117">
                  <c:v>#N/A</c:v>
                </c:pt>
                <c:pt idx="118">
                  <c:v>#N/A</c:v>
                </c:pt>
                <c:pt idx="119">
                  <c:v>#N/A</c:v>
                </c:pt>
                <c:pt idx="120">
                  <c:v>#N/A</c:v>
                </c:pt>
                <c:pt idx="121">
                  <c:v>#N/A</c:v>
                </c:pt>
                <c:pt idx="122">
                  <c:v>#N/A</c:v>
                </c:pt>
                <c:pt idx="123">
                  <c:v>#N/A</c:v>
                </c:pt>
                <c:pt idx="124">
                  <c:v>#N/A</c:v>
                </c:pt>
                <c:pt idx="125">
                  <c:v>#N/A</c:v>
                </c:pt>
                <c:pt idx="126">
                  <c:v>#N/A</c:v>
                </c:pt>
                <c:pt idx="127">
                  <c:v>#N/A</c:v>
                </c:pt>
                <c:pt idx="128">
                  <c:v>#N/A</c:v>
                </c:pt>
                <c:pt idx="129">
                  <c:v>#N/A</c:v>
                </c:pt>
                <c:pt idx="130">
                  <c:v>#N/A</c:v>
                </c:pt>
                <c:pt idx="131">
                  <c:v>#N/A</c:v>
                </c:pt>
                <c:pt idx="132">
                  <c:v>#N/A</c:v>
                </c:pt>
                <c:pt idx="133">
                  <c:v>#N/A</c:v>
                </c:pt>
                <c:pt idx="134">
                  <c:v>#N/A</c:v>
                </c:pt>
                <c:pt idx="135">
                  <c:v>#N/A</c:v>
                </c:pt>
                <c:pt idx="136">
                  <c:v>#N/A</c:v>
                </c:pt>
                <c:pt idx="137">
                  <c:v>#N/A</c:v>
                </c:pt>
                <c:pt idx="138">
                  <c:v>#N/A</c:v>
                </c:pt>
                <c:pt idx="139">
                  <c:v>#N/A</c:v>
                </c:pt>
                <c:pt idx="140">
                  <c:v>#N/A</c:v>
                </c:pt>
                <c:pt idx="141">
                  <c:v>#N/A</c:v>
                </c:pt>
                <c:pt idx="142">
                  <c:v>#N/A</c:v>
                </c:pt>
                <c:pt idx="143">
                  <c:v>#N/A</c:v>
                </c:pt>
                <c:pt idx="144">
                  <c:v>#N/A</c:v>
                </c:pt>
                <c:pt idx="145">
                  <c:v>#N/A</c:v>
                </c:pt>
                <c:pt idx="146">
                  <c:v>#N/A</c:v>
                </c:pt>
                <c:pt idx="147">
                  <c:v>#N/A</c:v>
                </c:pt>
                <c:pt idx="148">
                  <c:v>#N/A</c:v>
                </c:pt>
                <c:pt idx="149">
                  <c:v>#N/A</c:v>
                </c:pt>
                <c:pt idx="150">
                  <c:v>#N/A</c:v>
                </c:pt>
                <c:pt idx="151">
                  <c:v>#N/A</c:v>
                </c:pt>
                <c:pt idx="152">
                  <c:v>#N/A</c:v>
                </c:pt>
                <c:pt idx="153">
                  <c:v>#N/A</c:v>
                </c:pt>
                <c:pt idx="154">
                  <c:v>#N/A</c:v>
                </c:pt>
                <c:pt idx="155">
                  <c:v>#N/A</c:v>
                </c:pt>
                <c:pt idx="156">
                  <c:v>#N/A</c:v>
                </c:pt>
                <c:pt idx="157">
                  <c:v>#N/A</c:v>
                </c:pt>
                <c:pt idx="158">
                  <c:v>#N/A</c:v>
                </c:pt>
                <c:pt idx="159">
                  <c:v>#N/A</c:v>
                </c:pt>
                <c:pt idx="160">
                  <c:v>#N/A</c:v>
                </c:pt>
                <c:pt idx="161">
                  <c:v>#N/A</c:v>
                </c:pt>
                <c:pt idx="162">
                  <c:v>#N/A</c:v>
                </c:pt>
                <c:pt idx="163">
                  <c:v>#N/A</c:v>
                </c:pt>
                <c:pt idx="164">
                  <c:v>#N/A</c:v>
                </c:pt>
                <c:pt idx="165">
                  <c:v>#N/A</c:v>
                </c:pt>
                <c:pt idx="166">
                  <c:v>#N/A</c:v>
                </c:pt>
                <c:pt idx="167">
                  <c:v>#N/A</c:v>
                </c:pt>
                <c:pt idx="168">
                  <c:v>#N/A</c:v>
                </c:pt>
                <c:pt idx="169">
                  <c:v>#N/A</c:v>
                </c:pt>
                <c:pt idx="170">
                  <c:v>#N/A</c:v>
                </c:pt>
                <c:pt idx="171">
                  <c:v>#N/A</c:v>
                </c:pt>
                <c:pt idx="172">
                  <c:v>#N/A</c:v>
                </c:pt>
                <c:pt idx="173">
                  <c:v>#N/A</c:v>
                </c:pt>
                <c:pt idx="174">
                  <c:v>#N/A</c:v>
                </c:pt>
                <c:pt idx="175">
                  <c:v>#N/A</c:v>
                </c:pt>
                <c:pt idx="176">
                  <c:v>#N/A</c:v>
                </c:pt>
                <c:pt idx="177">
                  <c:v>#N/A</c:v>
                </c:pt>
                <c:pt idx="178">
                  <c:v>#N/A</c:v>
                </c:pt>
                <c:pt idx="179">
                  <c:v>#N/A</c:v>
                </c:pt>
                <c:pt idx="180">
                  <c:v>#N/A</c:v>
                </c:pt>
                <c:pt idx="181">
                  <c:v>#N/A</c:v>
                </c:pt>
                <c:pt idx="182">
                  <c:v>#N/A</c:v>
                </c:pt>
                <c:pt idx="183">
                  <c:v>#N/A</c:v>
                </c:pt>
                <c:pt idx="184">
                  <c:v>#N/A</c:v>
                </c:pt>
                <c:pt idx="185">
                  <c:v>#N/A</c:v>
                </c:pt>
                <c:pt idx="186">
                  <c:v>#N/A</c:v>
                </c:pt>
                <c:pt idx="187">
                  <c:v>#N/A</c:v>
                </c:pt>
                <c:pt idx="188">
                  <c:v>#N/A</c:v>
                </c:pt>
                <c:pt idx="189">
                  <c:v>#N/A</c:v>
                </c:pt>
                <c:pt idx="190">
                  <c:v>#N/A</c:v>
                </c:pt>
                <c:pt idx="191">
                  <c:v>#N/A</c:v>
                </c:pt>
                <c:pt idx="192">
                  <c:v>#N/A</c:v>
                </c:pt>
                <c:pt idx="193">
                  <c:v>#N/A</c:v>
                </c:pt>
                <c:pt idx="194">
                  <c:v>#N/A</c:v>
                </c:pt>
                <c:pt idx="195">
                  <c:v>#N/A</c:v>
                </c:pt>
                <c:pt idx="196">
                  <c:v>#N/A</c:v>
                </c:pt>
                <c:pt idx="197">
                  <c:v>#N/A</c:v>
                </c:pt>
                <c:pt idx="198">
                  <c:v>#N/A</c:v>
                </c:pt>
                <c:pt idx="199">
                  <c:v>#N/A</c:v>
                </c:pt>
                <c:pt idx="200">
                  <c:v>#N/A</c:v>
                </c:pt>
                <c:pt idx="201">
                  <c:v>#N/A</c:v>
                </c:pt>
                <c:pt idx="202">
                  <c:v>#N/A</c:v>
                </c:pt>
                <c:pt idx="203">
                  <c:v>#N/A</c:v>
                </c:pt>
                <c:pt idx="204">
                  <c:v>#N/A</c:v>
                </c:pt>
                <c:pt idx="205">
                  <c:v>#N/A</c:v>
                </c:pt>
                <c:pt idx="206">
                  <c:v>#N/A</c:v>
                </c:pt>
                <c:pt idx="207">
                  <c:v>#N/A</c:v>
                </c:pt>
                <c:pt idx="208">
                  <c:v>#N/A</c:v>
                </c:pt>
                <c:pt idx="209">
                  <c:v>#N/A</c:v>
                </c:pt>
                <c:pt idx="210">
                  <c:v>#N/A</c:v>
                </c:pt>
                <c:pt idx="211">
                  <c:v>#N/A</c:v>
                </c:pt>
                <c:pt idx="212">
                  <c:v>#N/A</c:v>
                </c:pt>
                <c:pt idx="213">
                  <c:v>#N/A</c:v>
                </c:pt>
                <c:pt idx="214">
                  <c:v>#N/A</c:v>
                </c:pt>
                <c:pt idx="215">
                  <c:v>#N/A</c:v>
                </c:pt>
                <c:pt idx="216">
                  <c:v>#N/A</c:v>
                </c:pt>
                <c:pt idx="217">
                  <c:v>#N/A</c:v>
                </c:pt>
                <c:pt idx="218">
                  <c:v>#N/A</c:v>
                </c:pt>
                <c:pt idx="219">
                  <c:v>#N/A</c:v>
                </c:pt>
                <c:pt idx="220">
                  <c:v>#N/A</c:v>
                </c:pt>
                <c:pt idx="221">
                  <c:v>#N/A</c:v>
                </c:pt>
                <c:pt idx="222">
                  <c:v>#N/A</c:v>
                </c:pt>
                <c:pt idx="223">
                  <c:v>#N/A</c:v>
                </c:pt>
                <c:pt idx="224">
                  <c:v>#N/A</c:v>
                </c:pt>
                <c:pt idx="225">
                  <c:v>#N/A</c:v>
                </c:pt>
                <c:pt idx="226">
                  <c:v>#N/A</c:v>
                </c:pt>
                <c:pt idx="227">
                  <c:v>#N/A</c:v>
                </c:pt>
                <c:pt idx="228">
                  <c:v>#N/A</c:v>
                </c:pt>
                <c:pt idx="229">
                  <c:v>#N/A</c:v>
                </c:pt>
                <c:pt idx="230">
                  <c:v>#N/A</c:v>
                </c:pt>
                <c:pt idx="231">
                  <c:v>#N/A</c:v>
                </c:pt>
                <c:pt idx="232">
                  <c:v>#N/A</c:v>
                </c:pt>
                <c:pt idx="233">
                  <c:v>#N/A</c:v>
                </c:pt>
                <c:pt idx="234">
                  <c:v>#N/A</c:v>
                </c:pt>
                <c:pt idx="235">
                  <c:v>#N/A</c:v>
                </c:pt>
                <c:pt idx="236">
                  <c:v>#N/A</c:v>
                </c:pt>
                <c:pt idx="237">
                  <c:v>#N/A</c:v>
                </c:pt>
                <c:pt idx="238">
                  <c:v>#N/A</c:v>
                </c:pt>
                <c:pt idx="239">
                  <c:v>#N/A</c:v>
                </c:pt>
                <c:pt idx="240">
                  <c:v>#N/A</c:v>
                </c:pt>
                <c:pt idx="241">
                  <c:v>#N/A</c:v>
                </c:pt>
                <c:pt idx="242">
                  <c:v>#N/A</c:v>
                </c:pt>
                <c:pt idx="243">
                  <c:v>#N/A</c:v>
                </c:pt>
                <c:pt idx="244">
                  <c:v>#N/A</c:v>
                </c:pt>
                <c:pt idx="245">
                  <c:v>#N/A</c:v>
                </c:pt>
                <c:pt idx="246">
                  <c:v>#N/A</c:v>
                </c:pt>
                <c:pt idx="247">
                  <c:v>#N/A</c:v>
                </c:pt>
                <c:pt idx="248">
                  <c:v>#N/A</c:v>
                </c:pt>
                <c:pt idx="249">
                  <c:v>#N/A</c:v>
                </c:pt>
                <c:pt idx="250">
                  <c:v>#N/A</c:v>
                </c:pt>
                <c:pt idx="251">
                  <c:v>#N/A</c:v>
                </c:pt>
                <c:pt idx="252">
                  <c:v>#N/A</c:v>
                </c:pt>
                <c:pt idx="253">
                  <c:v>#N/A</c:v>
                </c:pt>
                <c:pt idx="254">
                  <c:v>#N/A</c:v>
                </c:pt>
                <c:pt idx="255">
                  <c:v>#N/A</c:v>
                </c:pt>
                <c:pt idx="256">
                  <c:v>#N/A</c:v>
                </c:pt>
                <c:pt idx="257">
                  <c:v>#N/A</c:v>
                </c:pt>
                <c:pt idx="258">
                  <c:v>#N/A</c:v>
                </c:pt>
                <c:pt idx="259">
                  <c:v>#N/A</c:v>
                </c:pt>
                <c:pt idx="260">
                  <c:v>#N/A</c:v>
                </c:pt>
                <c:pt idx="261">
                  <c:v>#N/A</c:v>
                </c:pt>
                <c:pt idx="262">
                  <c:v>#N/A</c:v>
                </c:pt>
                <c:pt idx="263">
                  <c:v>#N/A</c:v>
                </c:pt>
                <c:pt idx="264">
                  <c:v>#N/A</c:v>
                </c:pt>
                <c:pt idx="265">
                  <c:v>#N/A</c:v>
                </c:pt>
                <c:pt idx="266">
                  <c:v>#N/A</c:v>
                </c:pt>
                <c:pt idx="267">
                  <c:v>#N/A</c:v>
                </c:pt>
                <c:pt idx="268">
                  <c:v>#N/A</c:v>
                </c:pt>
                <c:pt idx="269">
                  <c:v>#N/A</c:v>
                </c:pt>
                <c:pt idx="270">
                  <c:v>#N/A</c:v>
                </c:pt>
                <c:pt idx="271">
                  <c:v>#N/A</c:v>
                </c:pt>
                <c:pt idx="272">
                  <c:v>#N/A</c:v>
                </c:pt>
                <c:pt idx="273">
                  <c:v>#N/A</c:v>
                </c:pt>
                <c:pt idx="274">
                  <c:v>#N/A</c:v>
                </c:pt>
                <c:pt idx="275">
                  <c:v>#N/A</c:v>
                </c:pt>
                <c:pt idx="276">
                  <c:v>#N/A</c:v>
                </c:pt>
                <c:pt idx="277">
                  <c:v>#N/A</c:v>
                </c:pt>
                <c:pt idx="278">
                  <c:v>#N/A</c:v>
                </c:pt>
                <c:pt idx="279">
                  <c:v>#N/A</c:v>
                </c:pt>
                <c:pt idx="280">
                  <c:v>#N/A</c:v>
                </c:pt>
                <c:pt idx="281">
                  <c:v>#N/A</c:v>
                </c:pt>
                <c:pt idx="282">
                  <c:v>#N/A</c:v>
                </c:pt>
                <c:pt idx="283">
                  <c:v>#N/A</c:v>
                </c:pt>
                <c:pt idx="284">
                  <c:v>#N/A</c:v>
                </c:pt>
                <c:pt idx="285">
                  <c:v>#N/A</c:v>
                </c:pt>
                <c:pt idx="286">
                  <c:v>#N/A</c:v>
                </c:pt>
                <c:pt idx="287">
                  <c:v>#N/A</c:v>
                </c:pt>
                <c:pt idx="288">
                  <c:v>#N/A</c:v>
                </c:pt>
                <c:pt idx="289">
                  <c:v>#N/A</c:v>
                </c:pt>
                <c:pt idx="290">
                  <c:v>#N/A</c:v>
                </c:pt>
                <c:pt idx="291">
                  <c:v>#N/A</c:v>
                </c:pt>
                <c:pt idx="292">
                  <c:v>#N/A</c:v>
                </c:pt>
                <c:pt idx="293">
                  <c:v>#N/A</c:v>
                </c:pt>
                <c:pt idx="294">
                  <c:v>#N/A</c:v>
                </c:pt>
                <c:pt idx="295">
                  <c:v>#N/A</c:v>
                </c:pt>
                <c:pt idx="296">
                  <c:v>#N/A</c:v>
                </c:pt>
                <c:pt idx="297">
                  <c:v>#N/A</c:v>
                </c:pt>
                <c:pt idx="298">
                  <c:v>#N/A</c:v>
                </c:pt>
                <c:pt idx="299">
                  <c:v>#N/A</c:v>
                </c:pt>
                <c:pt idx="300">
                  <c:v>#N/A</c:v>
                </c:pt>
                <c:pt idx="301">
                  <c:v>#N/A</c:v>
                </c:pt>
                <c:pt idx="302">
                  <c:v>#N/A</c:v>
                </c:pt>
                <c:pt idx="303">
                  <c:v>#N/A</c:v>
                </c:pt>
                <c:pt idx="304">
                  <c:v>#N/A</c:v>
                </c:pt>
                <c:pt idx="305">
                  <c:v>#N/A</c:v>
                </c:pt>
                <c:pt idx="306">
                  <c:v>#N/A</c:v>
                </c:pt>
                <c:pt idx="307">
                  <c:v>#N/A</c:v>
                </c:pt>
                <c:pt idx="308">
                  <c:v>#N/A</c:v>
                </c:pt>
                <c:pt idx="309">
                  <c:v>#N/A</c:v>
                </c:pt>
                <c:pt idx="310">
                  <c:v>#N/A</c:v>
                </c:pt>
                <c:pt idx="311">
                  <c:v>#N/A</c:v>
                </c:pt>
                <c:pt idx="312">
                  <c:v>#N/A</c:v>
                </c:pt>
                <c:pt idx="313">
                  <c:v>#N/A</c:v>
                </c:pt>
                <c:pt idx="314">
                  <c:v>#N/A</c:v>
                </c:pt>
                <c:pt idx="315">
                  <c:v>#N/A</c:v>
                </c:pt>
                <c:pt idx="316">
                  <c:v>#N/A</c:v>
                </c:pt>
                <c:pt idx="317">
                  <c:v>#N/A</c:v>
                </c:pt>
                <c:pt idx="318">
                  <c:v>#N/A</c:v>
                </c:pt>
                <c:pt idx="319">
                  <c:v>#N/A</c:v>
                </c:pt>
                <c:pt idx="320">
                  <c:v>#N/A</c:v>
                </c:pt>
                <c:pt idx="321">
                  <c:v>#N/A</c:v>
                </c:pt>
                <c:pt idx="322">
                  <c:v>#N/A</c:v>
                </c:pt>
                <c:pt idx="323">
                  <c:v>#N/A</c:v>
                </c:pt>
                <c:pt idx="324">
                  <c:v>#N/A</c:v>
                </c:pt>
                <c:pt idx="325">
                  <c:v>#N/A</c:v>
                </c:pt>
                <c:pt idx="326">
                  <c:v>#N/A</c:v>
                </c:pt>
                <c:pt idx="327">
                  <c:v>#N/A</c:v>
                </c:pt>
                <c:pt idx="328">
                  <c:v>#N/A</c:v>
                </c:pt>
                <c:pt idx="329">
                  <c:v>#N/A</c:v>
                </c:pt>
                <c:pt idx="330">
                  <c:v>#N/A</c:v>
                </c:pt>
                <c:pt idx="331">
                  <c:v>#N/A</c:v>
                </c:pt>
                <c:pt idx="332">
                  <c:v>#N/A</c:v>
                </c:pt>
                <c:pt idx="333">
                  <c:v>#N/A</c:v>
                </c:pt>
                <c:pt idx="334">
                  <c:v>#N/A</c:v>
                </c:pt>
                <c:pt idx="335">
                  <c:v>#N/A</c:v>
                </c:pt>
                <c:pt idx="336">
                  <c:v>#N/A</c:v>
                </c:pt>
                <c:pt idx="337">
                  <c:v>#N/A</c:v>
                </c:pt>
                <c:pt idx="338">
                  <c:v>#N/A</c:v>
                </c:pt>
                <c:pt idx="339">
                  <c:v>#N/A</c:v>
                </c:pt>
                <c:pt idx="340">
                  <c:v>#N/A</c:v>
                </c:pt>
                <c:pt idx="341">
                  <c:v>#N/A</c:v>
                </c:pt>
                <c:pt idx="342">
                  <c:v>#N/A</c:v>
                </c:pt>
                <c:pt idx="343">
                  <c:v>#N/A</c:v>
                </c:pt>
                <c:pt idx="344">
                  <c:v>#N/A</c:v>
                </c:pt>
                <c:pt idx="345">
                  <c:v>#N/A</c:v>
                </c:pt>
                <c:pt idx="346">
                  <c:v>#N/A</c:v>
                </c:pt>
                <c:pt idx="347">
                  <c:v>#N/A</c:v>
                </c:pt>
                <c:pt idx="348">
                  <c:v>#N/A</c:v>
                </c:pt>
                <c:pt idx="349">
                  <c:v>#N/A</c:v>
                </c:pt>
                <c:pt idx="350">
                  <c:v>#N/A</c:v>
                </c:pt>
                <c:pt idx="351">
                  <c:v>#N/A</c:v>
                </c:pt>
                <c:pt idx="352">
                  <c:v>#N/A</c:v>
                </c:pt>
                <c:pt idx="353">
                  <c:v>#N/A</c:v>
                </c:pt>
                <c:pt idx="354">
                  <c:v>#N/A</c:v>
                </c:pt>
                <c:pt idx="355">
                  <c:v>#N/A</c:v>
                </c:pt>
                <c:pt idx="356">
                  <c:v>#N/A</c:v>
                </c:pt>
                <c:pt idx="357">
                  <c:v>#N/A</c:v>
                </c:pt>
                <c:pt idx="358">
                  <c:v>#N/A</c:v>
                </c:pt>
                <c:pt idx="359">
                  <c:v>#N/A</c:v>
                </c:pt>
                <c:pt idx="360">
                  <c:v>#N/A</c:v>
                </c:pt>
                <c:pt idx="361">
                  <c:v>#N/A</c:v>
                </c:pt>
                <c:pt idx="362">
                  <c:v>#N/A</c:v>
                </c:pt>
                <c:pt idx="363">
                  <c:v>#N/A</c:v>
                </c:pt>
                <c:pt idx="364">
                  <c:v>#N/A</c:v>
                </c:pt>
                <c:pt idx="365">
                  <c:v>#N/A</c:v>
                </c:pt>
                <c:pt idx="366">
                  <c:v>#N/A</c:v>
                </c:pt>
                <c:pt idx="367">
                  <c:v>#N/A</c:v>
                </c:pt>
                <c:pt idx="368">
                  <c:v>#N/A</c:v>
                </c:pt>
                <c:pt idx="369">
                  <c:v>#N/A</c:v>
                </c:pt>
                <c:pt idx="370">
                  <c:v>#N/A</c:v>
                </c:pt>
                <c:pt idx="371">
                  <c:v>#N/A</c:v>
                </c:pt>
                <c:pt idx="372">
                  <c:v>#N/A</c:v>
                </c:pt>
                <c:pt idx="373">
                  <c:v>#N/A</c:v>
                </c:pt>
                <c:pt idx="374">
                  <c:v>#N/A</c:v>
                </c:pt>
                <c:pt idx="375">
                  <c:v>#N/A</c:v>
                </c:pt>
                <c:pt idx="376">
                  <c:v>#N/A</c:v>
                </c:pt>
                <c:pt idx="377">
                  <c:v>#N/A</c:v>
                </c:pt>
                <c:pt idx="378">
                  <c:v>#N/A</c:v>
                </c:pt>
                <c:pt idx="379">
                  <c:v>#N/A</c:v>
                </c:pt>
                <c:pt idx="380">
                  <c:v>#N/A</c:v>
                </c:pt>
                <c:pt idx="381">
                  <c:v>#N/A</c:v>
                </c:pt>
                <c:pt idx="382">
                  <c:v>#N/A</c:v>
                </c:pt>
                <c:pt idx="383">
                  <c:v>#N/A</c:v>
                </c:pt>
                <c:pt idx="384">
                  <c:v>#N/A</c:v>
                </c:pt>
                <c:pt idx="385">
                  <c:v>#N/A</c:v>
                </c:pt>
                <c:pt idx="386">
                  <c:v>#N/A</c:v>
                </c:pt>
                <c:pt idx="387">
                  <c:v>#N/A</c:v>
                </c:pt>
                <c:pt idx="388">
                  <c:v>#N/A</c:v>
                </c:pt>
                <c:pt idx="389">
                  <c:v>#N/A</c:v>
                </c:pt>
                <c:pt idx="390">
                  <c:v>#N/A</c:v>
                </c:pt>
                <c:pt idx="391">
                  <c:v>#N/A</c:v>
                </c:pt>
                <c:pt idx="392">
                  <c:v>#N/A</c:v>
                </c:pt>
                <c:pt idx="393">
                  <c:v>#N/A</c:v>
                </c:pt>
                <c:pt idx="394">
                  <c:v>#N/A</c:v>
                </c:pt>
                <c:pt idx="395">
                  <c:v>#N/A</c:v>
                </c:pt>
                <c:pt idx="396">
                  <c:v>#N/A</c:v>
                </c:pt>
                <c:pt idx="397">
                  <c:v>#N/A</c:v>
                </c:pt>
                <c:pt idx="398">
                  <c:v>#N/A</c:v>
                </c:pt>
                <c:pt idx="399">
                  <c:v>#N/A</c:v>
                </c:pt>
                <c:pt idx="400">
                  <c:v>#N/A</c:v>
                </c:pt>
                <c:pt idx="401">
                  <c:v>#N/A</c:v>
                </c:pt>
                <c:pt idx="402">
                  <c:v>#N/A</c:v>
                </c:pt>
                <c:pt idx="403">
                  <c:v>#N/A</c:v>
                </c:pt>
                <c:pt idx="404">
                  <c:v>#N/A</c:v>
                </c:pt>
                <c:pt idx="405">
                  <c:v>#N/A</c:v>
                </c:pt>
                <c:pt idx="406">
                  <c:v>#N/A</c:v>
                </c:pt>
                <c:pt idx="407">
                  <c:v>#N/A</c:v>
                </c:pt>
                <c:pt idx="408">
                  <c:v>#N/A</c:v>
                </c:pt>
                <c:pt idx="409">
                  <c:v>#N/A</c:v>
                </c:pt>
                <c:pt idx="410">
                  <c:v>#N/A</c:v>
                </c:pt>
                <c:pt idx="411">
                  <c:v>#N/A</c:v>
                </c:pt>
                <c:pt idx="412">
                  <c:v>#N/A</c:v>
                </c:pt>
                <c:pt idx="413">
                  <c:v>#N/A</c:v>
                </c:pt>
                <c:pt idx="414">
                  <c:v>#N/A</c:v>
                </c:pt>
                <c:pt idx="415">
                  <c:v>#N/A</c:v>
                </c:pt>
                <c:pt idx="416">
                  <c:v>#N/A</c:v>
                </c:pt>
                <c:pt idx="417">
                  <c:v>#N/A</c:v>
                </c:pt>
                <c:pt idx="418">
                  <c:v>#N/A</c:v>
                </c:pt>
                <c:pt idx="419">
                  <c:v>#N/A</c:v>
                </c:pt>
                <c:pt idx="420">
                  <c:v>#N/A</c:v>
                </c:pt>
                <c:pt idx="421">
                  <c:v>#N/A</c:v>
                </c:pt>
                <c:pt idx="422">
                  <c:v>#N/A</c:v>
                </c:pt>
                <c:pt idx="423">
                  <c:v>#N/A</c:v>
                </c:pt>
                <c:pt idx="424">
                  <c:v>#N/A</c:v>
                </c:pt>
                <c:pt idx="425">
                  <c:v>#N/A</c:v>
                </c:pt>
                <c:pt idx="426">
                  <c:v>#N/A</c:v>
                </c:pt>
                <c:pt idx="427">
                  <c:v>#N/A</c:v>
                </c:pt>
                <c:pt idx="428">
                  <c:v>#N/A</c:v>
                </c:pt>
                <c:pt idx="429">
                  <c:v>#N/A</c:v>
                </c:pt>
                <c:pt idx="430">
                  <c:v>#N/A</c:v>
                </c:pt>
                <c:pt idx="431">
                  <c:v>#N/A</c:v>
                </c:pt>
                <c:pt idx="432">
                  <c:v>#N/A</c:v>
                </c:pt>
                <c:pt idx="433">
                  <c:v>#N/A</c:v>
                </c:pt>
                <c:pt idx="434">
                  <c:v>#N/A</c:v>
                </c:pt>
                <c:pt idx="435">
                  <c:v>#N/A</c:v>
                </c:pt>
                <c:pt idx="436">
                  <c:v>#N/A</c:v>
                </c:pt>
                <c:pt idx="437">
                  <c:v>#N/A</c:v>
                </c:pt>
                <c:pt idx="438">
                  <c:v>#N/A</c:v>
                </c:pt>
                <c:pt idx="439">
                  <c:v>#N/A</c:v>
                </c:pt>
                <c:pt idx="440">
                  <c:v>#N/A</c:v>
                </c:pt>
                <c:pt idx="441">
                  <c:v>#N/A</c:v>
                </c:pt>
                <c:pt idx="442">
                  <c:v>#N/A</c:v>
                </c:pt>
                <c:pt idx="443">
                  <c:v>#N/A</c:v>
                </c:pt>
                <c:pt idx="444">
                  <c:v>#N/A</c:v>
                </c:pt>
                <c:pt idx="445">
                  <c:v>#N/A</c:v>
                </c:pt>
                <c:pt idx="446">
                  <c:v>#N/A</c:v>
                </c:pt>
                <c:pt idx="447">
                  <c:v>#N/A</c:v>
                </c:pt>
                <c:pt idx="448">
                  <c:v>#N/A</c:v>
                </c:pt>
                <c:pt idx="449">
                  <c:v>#N/A</c:v>
                </c:pt>
                <c:pt idx="450">
                  <c:v>#N/A</c:v>
                </c:pt>
                <c:pt idx="451">
                  <c:v>#N/A</c:v>
                </c:pt>
                <c:pt idx="452">
                  <c:v>#N/A</c:v>
                </c:pt>
                <c:pt idx="453">
                  <c:v>#N/A</c:v>
                </c:pt>
                <c:pt idx="454">
                  <c:v>#N/A</c:v>
                </c:pt>
                <c:pt idx="455">
                  <c:v>#N/A</c:v>
                </c:pt>
                <c:pt idx="456">
                  <c:v>#N/A</c:v>
                </c:pt>
                <c:pt idx="457">
                  <c:v>#N/A</c:v>
                </c:pt>
                <c:pt idx="458">
                  <c:v>#N/A</c:v>
                </c:pt>
                <c:pt idx="459">
                  <c:v>#N/A</c:v>
                </c:pt>
                <c:pt idx="460">
                  <c:v>#N/A</c:v>
                </c:pt>
                <c:pt idx="461">
                  <c:v>#N/A</c:v>
                </c:pt>
                <c:pt idx="462">
                  <c:v>#N/A</c:v>
                </c:pt>
                <c:pt idx="463">
                  <c:v>#N/A</c:v>
                </c:pt>
                <c:pt idx="464">
                  <c:v>#N/A</c:v>
                </c:pt>
                <c:pt idx="465">
                  <c:v>#N/A</c:v>
                </c:pt>
                <c:pt idx="466">
                  <c:v>#N/A</c:v>
                </c:pt>
                <c:pt idx="467">
                  <c:v>#N/A</c:v>
                </c:pt>
                <c:pt idx="468">
                  <c:v>#N/A</c:v>
                </c:pt>
                <c:pt idx="469">
                  <c:v>#N/A</c:v>
                </c:pt>
                <c:pt idx="470">
                  <c:v>#N/A</c:v>
                </c:pt>
                <c:pt idx="471">
                  <c:v>#N/A</c:v>
                </c:pt>
                <c:pt idx="472">
                  <c:v>#N/A</c:v>
                </c:pt>
                <c:pt idx="473">
                  <c:v>#N/A</c:v>
                </c:pt>
                <c:pt idx="474">
                  <c:v>#N/A</c:v>
                </c:pt>
                <c:pt idx="475">
                  <c:v>#N/A</c:v>
                </c:pt>
                <c:pt idx="476">
                  <c:v>#N/A</c:v>
                </c:pt>
                <c:pt idx="477">
                  <c:v>#N/A</c:v>
                </c:pt>
                <c:pt idx="478">
                  <c:v>#N/A</c:v>
                </c:pt>
                <c:pt idx="479">
                  <c:v>#N/A</c:v>
                </c:pt>
                <c:pt idx="480">
                  <c:v>#N/A</c:v>
                </c:pt>
                <c:pt idx="481">
                  <c:v>#N/A</c:v>
                </c:pt>
                <c:pt idx="482">
                  <c:v>#N/A</c:v>
                </c:pt>
                <c:pt idx="483">
                  <c:v>#N/A</c:v>
                </c:pt>
                <c:pt idx="484">
                  <c:v>#N/A</c:v>
                </c:pt>
                <c:pt idx="485">
                  <c:v>#N/A</c:v>
                </c:pt>
                <c:pt idx="486">
                  <c:v>#N/A</c:v>
                </c:pt>
                <c:pt idx="487">
                  <c:v>#N/A</c:v>
                </c:pt>
                <c:pt idx="488">
                  <c:v>#N/A</c:v>
                </c:pt>
                <c:pt idx="489">
                  <c:v>#N/A</c:v>
                </c:pt>
                <c:pt idx="490">
                  <c:v>#N/A</c:v>
                </c:pt>
                <c:pt idx="491">
                  <c:v>#N/A</c:v>
                </c:pt>
                <c:pt idx="492">
                  <c:v>#N/A</c:v>
                </c:pt>
                <c:pt idx="493">
                  <c:v>#N/A</c:v>
                </c:pt>
                <c:pt idx="494">
                  <c:v>#N/A</c:v>
                </c:pt>
                <c:pt idx="495">
                  <c:v>#N/A</c:v>
                </c:pt>
                <c:pt idx="496">
                  <c:v>#N/A</c:v>
                </c:pt>
                <c:pt idx="497">
                  <c:v>#N/A</c:v>
                </c:pt>
                <c:pt idx="498">
                  <c:v>#N/A</c:v>
                </c:pt>
                <c:pt idx="499">
                  <c:v>#N/A</c:v>
                </c:pt>
                <c:pt idx="500">
                  <c:v>#N/A</c:v>
                </c:pt>
                <c:pt idx="501">
                  <c:v>#N/A</c:v>
                </c:pt>
                <c:pt idx="502">
                  <c:v>#N/A</c:v>
                </c:pt>
                <c:pt idx="503">
                  <c:v>#N/A</c:v>
                </c:pt>
                <c:pt idx="504">
                  <c:v>#N/A</c:v>
                </c:pt>
                <c:pt idx="505">
                  <c:v>#N/A</c:v>
                </c:pt>
                <c:pt idx="506">
                  <c:v>#N/A</c:v>
                </c:pt>
                <c:pt idx="507">
                  <c:v>#N/A</c:v>
                </c:pt>
                <c:pt idx="508">
                  <c:v>#N/A</c:v>
                </c:pt>
                <c:pt idx="509">
                  <c:v>#N/A</c:v>
                </c:pt>
                <c:pt idx="510">
                  <c:v>#N/A</c:v>
                </c:pt>
                <c:pt idx="511">
                  <c:v>#N/A</c:v>
                </c:pt>
                <c:pt idx="512">
                  <c:v>#N/A</c:v>
                </c:pt>
                <c:pt idx="513">
                  <c:v>#N/A</c:v>
                </c:pt>
                <c:pt idx="514">
                  <c:v>#N/A</c:v>
                </c:pt>
                <c:pt idx="515">
                  <c:v>#N/A</c:v>
                </c:pt>
                <c:pt idx="516">
                  <c:v>#N/A</c:v>
                </c:pt>
                <c:pt idx="517">
                  <c:v>#N/A</c:v>
                </c:pt>
                <c:pt idx="518">
                  <c:v>#N/A</c:v>
                </c:pt>
                <c:pt idx="519">
                  <c:v>#N/A</c:v>
                </c:pt>
                <c:pt idx="520">
                  <c:v>#N/A</c:v>
                </c:pt>
                <c:pt idx="521">
                  <c:v>#N/A</c:v>
                </c:pt>
                <c:pt idx="522">
                  <c:v>#N/A</c:v>
                </c:pt>
                <c:pt idx="523">
                  <c:v>#N/A</c:v>
                </c:pt>
                <c:pt idx="524">
                  <c:v>#N/A</c:v>
                </c:pt>
                <c:pt idx="525">
                  <c:v>#N/A</c:v>
                </c:pt>
                <c:pt idx="526">
                  <c:v>#N/A</c:v>
                </c:pt>
                <c:pt idx="527">
                  <c:v>#N/A</c:v>
                </c:pt>
                <c:pt idx="528">
                  <c:v>#N/A</c:v>
                </c:pt>
                <c:pt idx="529">
                  <c:v>#N/A</c:v>
                </c:pt>
                <c:pt idx="530">
                  <c:v>#N/A</c:v>
                </c:pt>
                <c:pt idx="531">
                  <c:v>#N/A</c:v>
                </c:pt>
                <c:pt idx="532">
                  <c:v>#N/A</c:v>
                </c:pt>
                <c:pt idx="533">
                  <c:v>#N/A</c:v>
                </c:pt>
                <c:pt idx="534">
                  <c:v>#N/A</c:v>
                </c:pt>
                <c:pt idx="535">
                  <c:v>#N/A</c:v>
                </c:pt>
                <c:pt idx="536">
                  <c:v>#N/A</c:v>
                </c:pt>
                <c:pt idx="537">
                  <c:v>#N/A</c:v>
                </c:pt>
                <c:pt idx="538">
                  <c:v>#N/A</c:v>
                </c:pt>
                <c:pt idx="539">
                  <c:v>#N/A</c:v>
                </c:pt>
                <c:pt idx="540">
                  <c:v>#N/A</c:v>
                </c:pt>
                <c:pt idx="541">
                  <c:v>#N/A</c:v>
                </c:pt>
                <c:pt idx="542">
                  <c:v>#N/A</c:v>
                </c:pt>
                <c:pt idx="543">
                  <c:v>#N/A</c:v>
                </c:pt>
                <c:pt idx="544">
                  <c:v>#N/A</c:v>
                </c:pt>
                <c:pt idx="545">
                  <c:v>#N/A</c:v>
                </c:pt>
                <c:pt idx="546">
                  <c:v>#N/A</c:v>
                </c:pt>
                <c:pt idx="547">
                  <c:v>#N/A</c:v>
                </c:pt>
                <c:pt idx="548">
                  <c:v>#N/A</c:v>
                </c:pt>
                <c:pt idx="549">
                  <c:v>#N/A</c:v>
                </c:pt>
                <c:pt idx="550">
                  <c:v>#N/A</c:v>
                </c:pt>
                <c:pt idx="551">
                  <c:v>#N/A</c:v>
                </c:pt>
                <c:pt idx="552">
                  <c:v>#N/A</c:v>
                </c:pt>
                <c:pt idx="553">
                  <c:v>#N/A</c:v>
                </c:pt>
                <c:pt idx="554">
                  <c:v>#N/A</c:v>
                </c:pt>
                <c:pt idx="555">
                  <c:v>#N/A</c:v>
                </c:pt>
                <c:pt idx="556">
                  <c:v>#N/A</c:v>
                </c:pt>
                <c:pt idx="557">
                  <c:v>#N/A</c:v>
                </c:pt>
                <c:pt idx="558">
                  <c:v>#N/A</c:v>
                </c:pt>
                <c:pt idx="559">
                  <c:v>#N/A</c:v>
                </c:pt>
                <c:pt idx="560">
                  <c:v>#N/A</c:v>
                </c:pt>
                <c:pt idx="561">
                  <c:v>#N/A</c:v>
                </c:pt>
                <c:pt idx="562">
                  <c:v>#N/A</c:v>
                </c:pt>
                <c:pt idx="563">
                  <c:v>#N/A</c:v>
                </c:pt>
                <c:pt idx="564">
                  <c:v>#N/A</c:v>
                </c:pt>
                <c:pt idx="565">
                  <c:v>#N/A</c:v>
                </c:pt>
                <c:pt idx="566">
                  <c:v>#N/A</c:v>
                </c:pt>
                <c:pt idx="567">
                  <c:v>#N/A</c:v>
                </c:pt>
                <c:pt idx="568">
                  <c:v>#N/A</c:v>
                </c:pt>
                <c:pt idx="569">
                  <c:v>#N/A</c:v>
                </c:pt>
                <c:pt idx="570">
                  <c:v>#N/A</c:v>
                </c:pt>
                <c:pt idx="571">
                  <c:v>#N/A</c:v>
                </c:pt>
                <c:pt idx="572">
                  <c:v>#N/A</c:v>
                </c:pt>
                <c:pt idx="573">
                  <c:v>#N/A</c:v>
                </c:pt>
                <c:pt idx="574">
                  <c:v>#N/A</c:v>
                </c:pt>
                <c:pt idx="575">
                  <c:v>#N/A</c:v>
                </c:pt>
                <c:pt idx="576">
                  <c:v>#N/A</c:v>
                </c:pt>
                <c:pt idx="577">
                  <c:v>#N/A</c:v>
                </c:pt>
                <c:pt idx="578">
                  <c:v>#N/A</c:v>
                </c:pt>
                <c:pt idx="579">
                  <c:v>#N/A</c:v>
                </c:pt>
                <c:pt idx="580">
                  <c:v>#N/A</c:v>
                </c:pt>
                <c:pt idx="581">
                  <c:v>#N/A</c:v>
                </c:pt>
                <c:pt idx="582">
                  <c:v>#N/A</c:v>
                </c:pt>
                <c:pt idx="583">
                  <c:v>#N/A</c:v>
                </c:pt>
                <c:pt idx="584">
                  <c:v>#N/A</c:v>
                </c:pt>
                <c:pt idx="585">
                  <c:v>#N/A</c:v>
                </c:pt>
                <c:pt idx="586">
                  <c:v>#N/A</c:v>
                </c:pt>
                <c:pt idx="587">
                  <c:v>#N/A</c:v>
                </c:pt>
                <c:pt idx="588">
                  <c:v>#N/A</c:v>
                </c:pt>
                <c:pt idx="589">
                  <c:v>#N/A</c:v>
                </c:pt>
                <c:pt idx="590">
                  <c:v>#N/A</c:v>
                </c:pt>
                <c:pt idx="591">
                  <c:v>#N/A</c:v>
                </c:pt>
                <c:pt idx="592">
                  <c:v>#N/A</c:v>
                </c:pt>
                <c:pt idx="593">
                  <c:v>#N/A</c:v>
                </c:pt>
                <c:pt idx="594">
                  <c:v>#N/A</c:v>
                </c:pt>
                <c:pt idx="595">
                  <c:v>#N/A</c:v>
                </c:pt>
                <c:pt idx="596">
                  <c:v>#N/A</c:v>
                </c:pt>
                <c:pt idx="597">
                  <c:v>#N/A</c:v>
                </c:pt>
                <c:pt idx="598">
                  <c:v>#N/A</c:v>
                </c:pt>
                <c:pt idx="599">
                  <c:v>#N/A</c:v>
                </c:pt>
                <c:pt idx="600">
                  <c:v>#N/A</c:v>
                </c:pt>
                <c:pt idx="601">
                  <c:v>#N/A</c:v>
                </c:pt>
                <c:pt idx="602">
                  <c:v>#N/A</c:v>
                </c:pt>
                <c:pt idx="603">
                  <c:v>#N/A</c:v>
                </c:pt>
                <c:pt idx="604">
                  <c:v>#N/A</c:v>
                </c:pt>
                <c:pt idx="605">
                  <c:v>#N/A</c:v>
                </c:pt>
                <c:pt idx="606">
                  <c:v>#N/A</c:v>
                </c:pt>
                <c:pt idx="607">
                  <c:v>#N/A</c:v>
                </c:pt>
                <c:pt idx="608">
                  <c:v>#N/A</c:v>
                </c:pt>
                <c:pt idx="609">
                  <c:v>#N/A</c:v>
                </c:pt>
                <c:pt idx="610">
                  <c:v>#N/A</c:v>
                </c:pt>
                <c:pt idx="611">
                  <c:v>#N/A</c:v>
                </c:pt>
                <c:pt idx="612">
                  <c:v>#N/A</c:v>
                </c:pt>
                <c:pt idx="613">
                  <c:v>#N/A</c:v>
                </c:pt>
                <c:pt idx="614">
                  <c:v>#N/A</c:v>
                </c:pt>
                <c:pt idx="615">
                  <c:v>#N/A</c:v>
                </c:pt>
                <c:pt idx="616">
                  <c:v>#N/A</c:v>
                </c:pt>
                <c:pt idx="617">
                  <c:v>#N/A</c:v>
                </c:pt>
                <c:pt idx="618">
                  <c:v>#N/A</c:v>
                </c:pt>
                <c:pt idx="619">
                  <c:v>#N/A</c:v>
                </c:pt>
                <c:pt idx="620">
                  <c:v>#N/A</c:v>
                </c:pt>
                <c:pt idx="621">
                  <c:v>#N/A</c:v>
                </c:pt>
                <c:pt idx="622">
                  <c:v>#N/A</c:v>
                </c:pt>
                <c:pt idx="623">
                  <c:v>#N/A</c:v>
                </c:pt>
                <c:pt idx="624">
                  <c:v>#N/A</c:v>
                </c:pt>
                <c:pt idx="625">
                  <c:v>#N/A</c:v>
                </c:pt>
                <c:pt idx="626">
                  <c:v>#N/A</c:v>
                </c:pt>
                <c:pt idx="627">
                  <c:v>#N/A</c:v>
                </c:pt>
                <c:pt idx="628">
                  <c:v>#N/A</c:v>
                </c:pt>
                <c:pt idx="629">
                  <c:v>#N/A</c:v>
                </c:pt>
                <c:pt idx="630">
                  <c:v>#N/A</c:v>
                </c:pt>
                <c:pt idx="631">
                  <c:v>#N/A</c:v>
                </c:pt>
                <c:pt idx="632">
                  <c:v>#N/A</c:v>
                </c:pt>
                <c:pt idx="633">
                  <c:v>#N/A</c:v>
                </c:pt>
                <c:pt idx="634">
                  <c:v>#N/A</c:v>
                </c:pt>
                <c:pt idx="635">
                  <c:v>#N/A</c:v>
                </c:pt>
                <c:pt idx="636">
                  <c:v>#N/A</c:v>
                </c:pt>
                <c:pt idx="637">
                  <c:v>#N/A</c:v>
                </c:pt>
                <c:pt idx="638">
                  <c:v>#N/A</c:v>
                </c:pt>
                <c:pt idx="639">
                  <c:v>#N/A</c:v>
                </c:pt>
                <c:pt idx="640">
                  <c:v>#N/A</c:v>
                </c:pt>
                <c:pt idx="641">
                  <c:v>#N/A</c:v>
                </c:pt>
                <c:pt idx="642">
                  <c:v>#N/A</c:v>
                </c:pt>
                <c:pt idx="643">
                  <c:v>#N/A</c:v>
                </c:pt>
                <c:pt idx="644">
                  <c:v>#N/A</c:v>
                </c:pt>
                <c:pt idx="645">
                  <c:v>#N/A</c:v>
                </c:pt>
                <c:pt idx="646">
                  <c:v>#N/A</c:v>
                </c:pt>
                <c:pt idx="647">
                  <c:v>#N/A</c:v>
                </c:pt>
                <c:pt idx="648">
                  <c:v>#N/A</c:v>
                </c:pt>
                <c:pt idx="649">
                  <c:v>#N/A</c:v>
                </c:pt>
                <c:pt idx="650">
                  <c:v>#N/A</c:v>
                </c:pt>
                <c:pt idx="651">
                  <c:v>#N/A</c:v>
                </c:pt>
                <c:pt idx="652">
                  <c:v>#N/A</c:v>
                </c:pt>
                <c:pt idx="653">
                  <c:v>#N/A</c:v>
                </c:pt>
                <c:pt idx="654">
                  <c:v>#N/A</c:v>
                </c:pt>
                <c:pt idx="655">
                  <c:v>#N/A</c:v>
                </c:pt>
                <c:pt idx="656">
                  <c:v>#N/A</c:v>
                </c:pt>
                <c:pt idx="657">
                  <c:v>#N/A</c:v>
                </c:pt>
                <c:pt idx="658">
                  <c:v>#N/A</c:v>
                </c:pt>
                <c:pt idx="659">
                  <c:v>#N/A</c:v>
                </c:pt>
                <c:pt idx="660">
                  <c:v>#N/A</c:v>
                </c:pt>
                <c:pt idx="661">
                  <c:v>#N/A</c:v>
                </c:pt>
                <c:pt idx="662">
                  <c:v>#N/A</c:v>
                </c:pt>
                <c:pt idx="663">
                  <c:v>#N/A</c:v>
                </c:pt>
                <c:pt idx="664">
                  <c:v>#N/A</c:v>
                </c:pt>
                <c:pt idx="665">
                  <c:v>#N/A</c:v>
                </c:pt>
                <c:pt idx="666">
                  <c:v>#N/A</c:v>
                </c:pt>
                <c:pt idx="667">
                  <c:v>#N/A</c:v>
                </c:pt>
                <c:pt idx="668">
                  <c:v>#N/A</c:v>
                </c:pt>
                <c:pt idx="669">
                  <c:v>#N/A</c:v>
                </c:pt>
                <c:pt idx="670">
                  <c:v>#N/A</c:v>
                </c:pt>
                <c:pt idx="671">
                  <c:v>#N/A</c:v>
                </c:pt>
                <c:pt idx="672">
                  <c:v>#N/A</c:v>
                </c:pt>
                <c:pt idx="673">
                  <c:v>#N/A</c:v>
                </c:pt>
                <c:pt idx="674">
                  <c:v>#N/A</c:v>
                </c:pt>
                <c:pt idx="675">
                  <c:v>#N/A</c:v>
                </c:pt>
                <c:pt idx="676">
                  <c:v>#N/A</c:v>
                </c:pt>
                <c:pt idx="677">
                  <c:v>#N/A</c:v>
                </c:pt>
                <c:pt idx="678">
                  <c:v>#N/A</c:v>
                </c:pt>
                <c:pt idx="679">
                  <c:v>#N/A</c:v>
                </c:pt>
                <c:pt idx="680">
                  <c:v>#N/A</c:v>
                </c:pt>
                <c:pt idx="681">
                  <c:v>#N/A</c:v>
                </c:pt>
                <c:pt idx="682">
                  <c:v>#N/A</c:v>
                </c:pt>
                <c:pt idx="683">
                  <c:v>#N/A</c:v>
                </c:pt>
                <c:pt idx="684">
                  <c:v>#N/A</c:v>
                </c:pt>
                <c:pt idx="685">
                  <c:v>#N/A</c:v>
                </c:pt>
                <c:pt idx="686">
                  <c:v>#N/A</c:v>
                </c:pt>
                <c:pt idx="687">
                  <c:v>#N/A</c:v>
                </c:pt>
                <c:pt idx="688">
                  <c:v>#N/A</c:v>
                </c:pt>
                <c:pt idx="689">
                  <c:v>#N/A</c:v>
                </c:pt>
                <c:pt idx="690">
                  <c:v>#N/A</c:v>
                </c:pt>
                <c:pt idx="691">
                  <c:v>#N/A</c:v>
                </c:pt>
                <c:pt idx="692">
                  <c:v>#N/A</c:v>
                </c:pt>
                <c:pt idx="693">
                  <c:v>#N/A</c:v>
                </c:pt>
                <c:pt idx="694">
                  <c:v>#N/A</c:v>
                </c:pt>
                <c:pt idx="695">
                  <c:v>#N/A</c:v>
                </c:pt>
                <c:pt idx="696">
                  <c:v>#N/A</c:v>
                </c:pt>
                <c:pt idx="697">
                  <c:v>#N/A</c:v>
                </c:pt>
                <c:pt idx="698">
                  <c:v>#N/A</c:v>
                </c:pt>
                <c:pt idx="699">
                  <c:v>#N/A</c:v>
                </c:pt>
                <c:pt idx="700">
                  <c:v>#N/A</c:v>
                </c:pt>
                <c:pt idx="701">
                  <c:v>#N/A</c:v>
                </c:pt>
                <c:pt idx="702">
                  <c:v>#N/A</c:v>
                </c:pt>
                <c:pt idx="703">
                  <c:v>#N/A</c:v>
                </c:pt>
                <c:pt idx="704">
                  <c:v>#N/A</c:v>
                </c:pt>
                <c:pt idx="705">
                  <c:v>#N/A</c:v>
                </c:pt>
                <c:pt idx="706">
                  <c:v>#N/A</c:v>
                </c:pt>
                <c:pt idx="707">
                  <c:v>#N/A</c:v>
                </c:pt>
                <c:pt idx="708">
                  <c:v>#N/A</c:v>
                </c:pt>
                <c:pt idx="709">
                  <c:v>#N/A</c:v>
                </c:pt>
                <c:pt idx="710">
                  <c:v>#N/A</c:v>
                </c:pt>
                <c:pt idx="711">
                  <c:v>#N/A</c:v>
                </c:pt>
                <c:pt idx="712">
                  <c:v>#N/A</c:v>
                </c:pt>
                <c:pt idx="713">
                  <c:v>#N/A</c:v>
                </c:pt>
                <c:pt idx="714">
                  <c:v>#N/A</c:v>
                </c:pt>
                <c:pt idx="715">
                  <c:v>#N/A</c:v>
                </c:pt>
                <c:pt idx="716">
                  <c:v>#N/A</c:v>
                </c:pt>
                <c:pt idx="717">
                  <c:v>#N/A</c:v>
                </c:pt>
                <c:pt idx="718">
                  <c:v>#N/A</c:v>
                </c:pt>
                <c:pt idx="719">
                  <c:v>#N/A</c:v>
                </c:pt>
                <c:pt idx="720">
                  <c:v>#N/A</c:v>
                </c:pt>
                <c:pt idx="721">
                  <c:v>#N/A</c:v>
                </c:pt>
                <c:pt idx="722">
                  <c:v>#N/A</c:v>
                </c:pt>
                <c:pt idx="723">
                  <c:v>#N/A</c:v>
                </c:pt>
                <c:pt idx="724">
                  <c:v>#N/A</c:v>
                </c:pt>
                <c:pt idx="725">
                  <c:v>#N/A</c:v>
                </c:pt>
                <c:pt idx="726">
                  <c:v>#N/A</c:v>
                </c:pt>
                <c:pt idx="727">
                  <c:v>#N/A</c:v>
                </c:pt>
                <c:pt idx="728">
                  <c:v>#N/A</c:v>
                </c:pt>
                <c:pt idx="729">
                  <c:v>#N/A</c:v>
                </c:pt>
                <c:pt idx="730">
                  <c:v>#N/A</c:v>
                </c:pt>
                <c:pt idx="731">
                  <c:v>#N/A</c:v>
                </c:pt>
                <c:pt idx="732">
                  <c:v>#N/A</c:v>
                </c:pt>
                <c:pt idx="733">
                  <c:v>#N/A</c:v>
                </c:pt>
                <c:pt idx="734">
                  <c:v>#N/A</c:v>
                </c:pt>
                <c:pt idx="735">
                  <c:v>#N/A</c:v>
                </c:pt>
                <c:pt idx="736">
                  <c:v>#N/A</c:v>
                </c:pt>
                <c:pt idx="737">
                  <c:v>#N/A</c:v>
                </c:pt>
                <c:pt idx="738">
                  <c:v>#N/A</c:v>
                </c:pt>
                <c:pt idx="739">
                  <c:v>#N/A</c:v>
                </c:pt>
                <c:pt idx="740">
                  <c:v>#N/A</c:v>
                </c:pt>
                <c:pt idx="741">
                  <c:v>#N/A</c:v>
                </c:pt>
                <c:pt idx="742">
                  <c:v>#N/A</c:v>
                </c:pt>
                <c:pt idx="743">
                  <c:v>#N/A</c:v>
                </c:pt>
                <c:pt idx="744">
                  <c:v>#N/A</c:v>
                </c:pt>
                <c:pt idx="745">
                  <c:v>#N/A</c:v>
                </c:pt>
                <c:pt idx="746">
                  <c:v>#N/A</c:v>
                </c:pt>
                <c:pt idx="747">
                  <c:v>#N/A</c:v>
                </c:pt>
                <c:pt idx="748">
                  <c:v>#N/A</c:v>
                </c:pt>
                <c:pt idx="749">
                  <c:v>#N/A</c:v>
                </c:pt>
                <c:pt idx="750">
                  <c:v>#N/A</c:v>
                </c:pt>
                <c:pt idx="751">
                  <c:v>#N/A</c:v>
                </c:pt>
                <c:pt idx="752">
                  <c:v>#N/A</c:v>
                </c:pt>
                <c:pt idx="753">
                  <c:v>#N/A</c:v>
                </c:pt>
                <c:pt idx="754">
                  <c:v>#N/A</c:v>
                </c:pt>
                <c:pt idx="755">
                  <c:v>#N/A</c:v>
                </c:pt>
                <c:pt idx="756">
                  <c:v>#N/A</c:v>
                </c:pt>
                <c:pt idx="757">
                  <c:v>#N/A</c:v>
                </c:pt>
                <c:pt idx="758">
                  <c:v>#N/A</c:v>
                </c:pt>
                <c:pt idx="759">
                  <c:v>#N/A</c:v>
                </c:pt>
                <c:pt idx="760">
                  <c:v>#N/A</c:v>
                </c:pt>
                <c:pt idx="761">
                  <c:v>#N/A</c:v>
                </c:pt>
                <c:pt idx="762">
                  <c:v>#N/A</c:v>
                </c:pt>
                <c:pt idx="763">
                  <c:v>#N/A</c:v>
                </c:pt>
                <c:pt idx="764">
                  <c:v>#N/A</c:v>
                </c:pt>
                <c:pt idx="765">
                  <c:v>#N/A</c:v>
                </c:pt>
                <c:pt idx="766">
                  <c:v>#N/A</c:v>
                </c:pt>
                <c:pt idx="767">
                  <c:v>#N/A</c:v>
                </c:pt>
                <c:pt idx="768">
                  <c:v>#N/A</c:v>
                </c:pt>
                <c:pt idx="769">
                  <c:v>#N/A</c:v>
                </c:pt>
                <c:pt idx="770">
                  <c:v>#N/A</c:v>
                </c:pt>
                <c:pt idx="771">
                  <c:v>#N/A</c:v>
                </c:pt>
                <c:pt idx="772">
                  <c:v>#N/A</c:v>
                </c:pt>
                <c:pt idx="773">
                  <c:v>#N/A</c:v>
                </c:pt>
                <c:pt idx="774">
                  <c:v>#N/A</c:v>
                </c:pt>
                <c:pt idx="775">
                  <c:v>#N/A</c:v>
                </c:pt>
                <c:pt idx="776">
                  <c:v>#N/A</c:v>
                </c:pt>
                <c:pt idx="777">
                  <c:v>#N/A</c:v>
                </c:pt>
                <c:pt idx="778">
                  <c:v>#N/A</c:v>
                </c:pt>
                <c:pt idx="779">
                  <c:v>#N/A</c:v>
                </c:pt>
                <c:pt idx="780">
                  <c:v>#N/A</c:v>
                </c:pt>
                <c:pt idx="781">
                  <c:v>#N/A</c:v>
                </c:pt>
                <c:pt idx="782">
                  <c:v>#N/A</c:v>
                </c:pt>
                <c:pt idx="783">
                  <c:v>#N/A</c:v>
                </c:pt>
                <c:pt idx="784">
                  <c:v>#N/A</c:v>
                </c:pt>
                <c:pt idx="785">
                  <c:v>#N/A</c:v>
                </c:pt>
                <c:pt idx="786">
                  <c:v>#N/A</c:v>
                </c:pt>
                <c:pt idx="787">
                  <c:v>#N/A</c:v>
                </c:pt>
                <c:pt idx="788">
                  <c:v>#N/A</c:v>
                </c:pt>
                <c:pt idx="789">
                  <c:v>#N/A</c:v>
                </c:pt>
                <c:pt idx="790">
                  <c:v>#N/A</c:v>
                </c:pt>
                <c:pt idx="791">
                  <c:v>#N/A</c:v>
                </c:pt>
                <c:pt idx="792">
                  <c:v>#N/A</c:v>
                </c:pt>
                <c:pt idx="793">
                  <c:v>#N/A</c:v>
                </c:pt>
                <c:pt idx="794">
                  <c:v>#N/A</c:v>
                </c:pt>
                <c:pt idx="795">
                  <c:v>#N/A</c:v>
                </c:pt>
                <c:pt idx="796">
                  <c:v>#N/A</c:v>
                </c:pt>
                <c:pt idx="797">
                  <c:v>#N/A</c:v>
                </c:pt>
                <c:pt idx="798">
                  <c:v>#N/A</c:v>
                </c:pt>
                <c:pt idx="799">
                  <c:v>#N/A</c:v>
                </c:pt>
                <c:pt idx="800">
                  <c:v>#N/A</c:v>
                </c:pt>
                <c:pt idx="801">
                  <c:v>#N/A</c:v>
                </c:pt>
                <c:pt idx="802">
                  <c:v>#N/A</c:v>
                </c:pt>
                <c:pt idx="803">
                  <c:v>#N/A</c:v>
                </c:pt>
                <c:pt idx="804">
                  <c:v>#N/A</c:v>
                </c:pt>
                <c:pt idx="805">
                  <c:v>#N/A</c:v>
                </c:pt>
                <c:pt idx="806">
                  <c:v>#N/A</c:v>
                </c:pt>
                <c:pt idx="807">
                  <c:v>#N/A</c:v>
                </c:pt>
                <c:pt idx="808">
                  <c:v>#N/A</c:v>
                </c:pt>
                <c:pt idx="809">
                  <c:v>#N/A</c:v>
                </c:pt>
                <c:pt idx="810">
                  <c:v>#N/A</c:v>
                </c:pt>
                <c:pt idx="811">
                  <c:v>#N/A</c:v>
                </c:pt>
                <c:pt idx="812">
                  <c:v>#N/A</c:v>
                </c:pt>
                <c:pt idx="813">
                  <c:v>#N/A</c:v>
                </c:pt>
                <c:pt idx="814">
                  <c:v>#N/A</c:v>
                </c:pt>
                <c:pt idx="815">
                  <c:v>#N/A</c:v>
                </c:pt>
                <c:pt idx="816">
                  <c:v>#N/A</c:v>
                </c:pt>
                <c:pt idx="817">
                  <c:v>#N/A</c:v>
                </c:pt>
                <c:pt idx="818">
                  <c:v>#N/A</c:v>
                </c:pt>
                <c:pt idx="819">
                  <c:v>#N/A</c:v>
                </c:pt>
                <c:pt idx="820">
                  <c:v>#N/A</c:v>
                </c:pt>
                <c:pt idx="821">
                  <c:v>#N/A</c:v>
                </c:pt>
                <c:pt idx="822">
                  <c:v>#N/A</c:v>
                </c:pt>
                <c:pt idx="823">
                  <c:v>#N/A</c:v>
                </c:pt>
                <c:pt idx="824">
                  <c:v>#N/A</c:v>
                </c:pt>
                <c:pt idx="825">
                  <c:v>#N/A</c:v>
                </c:pt>
                <c:pt idx="826">
                  <c:v>#N/A</c:v>
                </c:pt>
                <c:pt idx="827">
                  <c:v>#N/A</c:v>
                </c:pt>
                <c:pt idx="828">
                  <c:v>#N/A</c:v>
                </c:pt>
                <c:pt idx="829">
                  <c:v>#N/A</c:v>
                </c:pt>
                <c:pt idx="830">
                  <c:v>#N/A</c:v>
                </c:pt>
                <c:pt idx="831">
                  <c:v>#N/A</c:v>
                </c:pt>
                <c:pt idx="832">
                  <c:v>#N/A</c:v>
                </c:pt>
                <c:pt idx="833">
                  <c:v>#N/A</c:v>
                </c:pt>
                <c:pt idx="834">
                  <c:v>#N/A</c:v>
                </c:pt>
                <c:pt idx="835">
                  <c:v>#N/A</c:v>
                </c:pt>
                <c:pt idx="836">
                  <c:v>#N/A</c:v>
                </c:pt>
                <c:pt idx="837">
                  <c:v>#N/A</c:v>
                </c:pt>
                <c:pt idx="838">
                  <c:v>#N/A</c:v>
                </c:pt>
                <c:pt idx="839">
                  <c:v>#N/A</c:v>
                </c:pt>
                <c:pt idx="840">
                  <c:v>#N/A</c:v>
                </c:pt>
                <c:pt idx="841">
                  <c:v>#N/A</c:v>
                </c:pt>
                <c:pt idx="842">
                  <c:v>#N/A</c:v>
                </c:pt>
                <c:pt idx="843">
                  <c:v>#N/A</c:v>
                </c:pt>
                <c:pt idx="844">
                  <c:v>#N/A</c:v>
                </c:pt>
                <c:pt idx="845">
                  <c:v>#N/A</c:v>
                </c:pt>
                <c:pt idx="846">
                  <c:v>#N/A</c:v>
                </c:pt>
                <c:pt idx="847">
                  <c:v>#N/A</c:v>
                </c:pt>
                <c:pt idx="848">
                  <c:v>#N/A</c:v>
                </c:pt>
                <c:pt idx="849">
                  <c:v>#N/A</c:v>
                </c:pt>
                <c:pt idx="850">
                  <c:v>#N/A</c:v>
                </c:pt>
                <c:pt idx="851">
                  <c:v>#N/A</c:v>
                </c:pt>
                <c:pt idx="852">
                  <c:v>#N/A</c:v>
                </c:pt>
                <c:pt idx="853">
                  <c:v>#N/A</c:v>
                </c:pt>
                <c:pt idx="854">
                  <c:v>#N/A</c:v>
                </c:pt>
                <c:pt idx="855">
                  <c:v>#N/A</c:v>
                </c:pt>
                <c:pt idx="856">
                  <c:v>#N/A</c:v>
                </c:pt>
                <c:pt idx="857">
                  <c:v>#N/A</c:v>
                </c:pt>
                <c:pt idx="858">
                  <c:v>#N/A</c:v>
                </c:pt>
                <c:pt idx="859">
                  <c:v>#N/A</c:v>
                </c:pt>
                <c:pt idx="860">
                  <c:v>#N/A</c:v>
                </c:pt>
                <c:pt idx="861">
                  <c:v>#N/A</c:v>
                </c:pt>
                <c:pt idx="862">
                  <c:v>#N/A</c:v>
                </c:pt>
                <c:pt idx="863">
                  <c:v>#N/A</c:v>
                </c:pt>
                <c:pt idx="864">
                  <c:v>#N/A</c:v>
                </c:pt>
                <c:pt idx="865">
                  <c:v>#N/A</c:v>
                </c:pt>
                <c:pt idx="866">
                  <c:v>#N/A</c:v>
                </c:pt>
                <c:pt idx="867">
                  <c:v>#N/A</c:v>
                </c:pt>
                <c:pt idx="868">
                  <c:v>#N/A</c:v>
                </c:pt>
                <c:pt idx="869">
                  <c:v>#N/A</c:v>
                </c:pt>
                <c:pt idx="870">
                  <c:v>#N/A</c:v>
                </c:pt>
                <c:pt idx="871">
                  <c:v>#N/A</c:v>
                </c:pt>
                <c:pt idx="872">
                  <c:v>#N/A</c:v>
                </c:pt>
                <c:pt idx="873">
                  <c:v>#N/A</c:v>
                </c:pt>
                <c:pt idx="874">
                  <c:v>#N/A</c:v>
                </c:pt>
                <c:pt idx="875">
                  <c:v>#N/A</c:v>
                </c:pt>
                <c:pt idx="876">
                  <c:v>#N/A</c:v>
                </c:pt>
                <c:pt idx="877">
                  <c:v>#N/A</c:v>
                </c:pt>
                <c:pt idx="878">
                  <c:v>#N/A</c:v>
                </c:pt>
                <c:pt idx="879">
                  <c:v>#N/A</c:v>
                </c:pt>
                <c:pt idx="880">
                  <c:v>#N/A</c:v>
                </c:pt>
                <c:pt idx="881">
                  <c:v>#N/A</c:v>
                </c:pt>
                <c:pt idx="882">
                  <c:v>#N/A</c:v>
                </c:pt>
                <c:pt idx="883">
                  <c:v>#N/A</c:v>
                </c:pt>
                <c:pt idx="884">
                  <c:v>#N/A</c:v>
                </c:pt>
                <c:pt idx="885">
                  <c:v>#N/A</c:v>
                </c:pt>
                <c:pt idx="886">
                  <c:v>#N/A</c:v>
                </c:pt>
                <c:pt idx="887">
                  <c:v>#N/A</c:v>
                </c:pt>
                <c:pt idx="888">
                  <c:v>#N/A</c:v>
                </c:pt>
                <c:pt idx="889">
                  <c:v>#N/A</c:v>
                </c:pt>
                <c:pt idx="890">
                  <c:v>#N/A</c:v>
                </c:pt>
                <c:pt idx="891">
                  <c:v>#N/A</c:v>
                </c:pt>
                <c:pt idx="892">
                  <c:v>#N/A</c:v>
                </c:pt>
                <c:pt idx="893">
                  <c:v>#N/A</c:v>
                </c:pt>
                <c:pt idx="894">
                  <c:v>#N/A</c:v>
                </c:pt>
                <c:pt idx="895">
                  <c:v>#N/A</c:v>
                </c:pt>
                <c:pt idx="896">
                  <c:v>#N/A</c:v>
                </c:pt>
                <c:pt idx="897">
                  <c:v>#N/A</c:v>
                </c:pt>
                <c:pt idx="898">
                  <c:v>#N/A</c:v>
                </c:pt>
                <c:pt idx="899">
                  <c:v>#N/A</c:v>
                </c:pt>
                <c:pt idx="900">
                  <c:v>#N/A</c:v>
                </c:pt>
                <c:pt idx="901">
                  <c:v>#N/A</c:v>
                </c:pt>
                <c:pt idx="902">
                  <c:v>#N/A</c:v>
                </c:pt>
                <c:pt idx="903">
                  <c:v>#N/A</c:v>
                </c:pt>
                <c:pt idx="904">
                  <c:v>#N/A</c:v>
                </c:pt>
                <c:pt idx="905">
                  <c:v>#N/A</c:v>
                </c:pt>
                <c:pt idx="906">
                  <c:v>#N/A</c:v>
                </c:pt>
                <c:pt idx="907">
                  <c:v>#N/A</c:v>
                </c:pt>
                <c:pt idx="908">
                  <c:v>#N/A</c:v>
                </c:pt>
                <c:pt idx="909">
                  <c:v>#N/A</c:v>
                </c:pt>
                <c:pt idx="910">
                  <c:v>#N/A</c:v>
                </c:pt>
                <c:pt idx="911">
                  <c:v>#N/A</c:v>
                </c:pt>
                <c:pt idx="912">
                  <c:v>#N/A</c:v>
                </c:pt>
                <c:pt idx="913">
                  <c:v>#N/A</c:v>
                </c:pt>
                <c:pt idx="914">
                  <c:v>#N/A</c:v>
                </c:pt>
                <c:pt idx="915">
                  <c:v>#N/A</c:v>
                </c:pt>
                <c:pt idx="916">
                  <c:v>#N/A</c:v>
                </c:pt>
                <c:pt idx="917">
                  <c:v>#N/A</c:v>
                </c:pt>
                <c:pt idx="918">
                  <c:v>#N/A</c:v>
                </c:pt>
                <c:pt idx="919">
                  <c:v>#N/A</c:v>
                </c:pt>
                <c:pt idx="920">
                  <c:v>#N/A</c:v>
                </c:pt>
                <c:pt idx="921">
                  <c:v>#N/A</c:v>
                </c:pt>
                <c:pt idx="922">
                  <c:v>#N/A</c:v>
                </c:pt>
                <c:pt idx="923">
                  <c:v>#N/A</c:v>
                </c:pt>
                <c:pt idx="924">
                  <c:v>#N/A</c:v>
                </c:pt>
                <c:pt idx="925">
                  <c:v>#N/A</c:v>
                </c:pt>
                <c:pt idx="926">
                  <c:v>#N/A</c:v>
                </c:pt>
                <c:pt idx="927">
                  <c:v>#N/A</c:v>
                </c:pt>
                <c:pt idx="928">
                  <c:v>#N/A</c:v>
                </c:pt>
                <c:pt idx="929">
                  <c:v>#N/A</c:v>
                </c:pt>
                <c:pt idx="930">
                  <c:v>#N/A</c:v>
                </c:pt>
                <c:pt idx="931">
                  <c:v>#N/A</c:v>
                </c:pt>
                <c:pt idx="932">
                  <c:v>#N/A</c:v>
                </c:pt>
                <c:pt idx="933">
                  <c:v>#N/A</c:v>
                </c:pt>
                <c:pt idx="934">
                  <c:v>#N/A</c:v>
                </c:pt>
                <c:pt idx="935">
                  <c:v>#N/A</c:v>
                </c:pt>
                <c:pt idx="936">
                  <c:v>#N/A</c:v>
                </c:pt>
                <c:pt idx="937">
                  <c:v>#N/A</c:v>
                </c:pt>
                <c:pt idx="938">
                  <c:v>#N/A</c:v>
                </c:pt>
                <c:pt idx="939">
                  <c:v>#N/A</c:v>
                </c:pt>
                <c:pt idx="940">
                  <c:v>#N/A</c:v>
                </c:pt>
                <c:pt idx="941">
                  <c:v>#N/A</c:v>
                </c:pt>
                <c:pt idx="942">
                  <c:v>#N/A</c:v>
                </c:pt>
                <c:pt idx="943">
                  <c:v>#N/A</c:v>
                </c:pt>
                <c:pt idx="944">
                  <c:v>#N/A</c:v>
                </c:pt>
                <c:pt idx="945">
                  <c:v>#N/A</c:v>
                </c:pt>
                <c:pt idx="946">
                  <c:v>#N/A</c:v>
                </c:pt>
                <c:pt idx="947">
                  <c:v>#N/A</c:v>
                </c:pt>
                <c:pt idx="948">
                  <c:v>#N/A</c:v>
                </c:pt>
                <c:pt idx="949">
                  <c:v>#N/A</c:v>
                </c:pt>
                <c:pt idx="950">
                  <c:v>#N/A</c:v>
                </c:pt>
                <c:pt idx="951">
                  <c:v>#N/A</c:v>
                </c:pt>
                <c:pt idx="952">
                  <c:v>#N/A</c:v>
                </c:pt>
                <c:pt idx="953">
                  <c:v>#N/A</c:v>
                </c:pt>
                <c:pt idx="954">
                  <c:v>#N/A</c:v>
                </c:pt>
                <c:pt idx="955">
                  <c:v>#N/A</c:v>
                </c:pt>
                <c:pt idx="956">
                  <c:v>#N/A</c:v>
                </c:pt>
                <c:pt idx="957">
                  <c:v>#N/A</c:v>
                </c:pt>
                <c:pt idx="958">
                  <c:v>#N/A</c:v>
                </c:pt>
                <c:pt idx="959">
                  <c:v>#N/A</c:v>
                </c:pt>
                <c:pt idx="960">
                  <c:v>#N/A</c:v>
                </c:pt>
                <c:pt idx="961">
                  <c:v>#N/A</c:v>
                </c:pt>
                <c:pt idx="962">
                  <c:v>#N/A</c:v>
                </c:pt>
                <c:pt idx="963">
                  <c:v>#N/A</c:v>
                </c:pt>
                <c:pt idx="964">
                  <c:v>#N/A</c:v>
                </c:pt>
                <c:pt idx="965">
                  <c:v>#N/A</c:v>
                </c:pt>
                <c:pt idx="966">
                  <c:v>#N/A</c:v>
                </c:pt>
                <c:pt idx="967">
                  <c:v>#N/A</c:v>
                </c:pt>
                <c:pt idx="968">
                  <c:v>#N/A</c:v>
                </c:pt>
                <c:pt idx="969">
                  <c:v>#N/A</c:v>
                </c:pt>
                <c:pt idx="970">
                  <c:v>#N/A</c:v>
                </c:pt>
                <c:pt idx="971">
                  <c:v>#N/A</c:v>
                </c:pt>
                <c:pt idx="972">
                  <c:v>#N/A</c:v>
                </c:pt>
                <c:pt idx="973">
                  <c:v>#N/A</c:v>
                </c:pt>
                <c:pt idx="974">
                  <c:v>#N/A</c:v>
                </c:pt>
                <c:pt idx="975">
                  <c:v>#N/A</c:v>
                </c:pt>
                <c:pt idx="976">
                  <c:v>#N/A</c:v>
                </c:pt>
                <c:pt idx="977">
                  <c:v>#N/A</c:v>
                </c:pt>
                <c:pt idx="978">
                  <c:v>#N/A</c:v>
                </c:pt>
                <c:pt idx="979">
                  <c:v>#N/A</c:v>
                </c:pt>
                <c:pt idx="980">
                  <c:v>#N/A</c:v>
                </c:pt>
                <c:pt idx="981">
                  <c:v>#N/A</c:v>
                </c:pt>
                <c:pt idx="982">
                  <c:v>#N/A</c:v>
                </c:pt>
                <c:pt idx="983">
                  <c:v>#N/A</c:v>
                </c:pt>
                <c:pt idx="984">
                  <c:v>#N/A</c:v>
                </c:pt>
                <c:pt idx="985">
                  <c:v>#N/A</c:v>
                </c:pt>
                <c:pt idx="986">
                  <c:v>#N/A</c:v>
                </c:pt>
                <c:pt idx="987">
                  <c:v>#N/A</c:v>
                </c:pt>
                <c:pt idx="988">
                  <c:v>#N/A</c:v>
                </c:pt>
                <c:pt idx="989">
                  <c:v>#N/A</c:v>
                </c:pt>
                <c:pt idx="990">
                  <c:v>#N/A</c:v>
                </c:pt>
                <c:pt idx="991">
                  <c:v>#N/A</c:v>
                </c:pt>
                <c:pt idx="992">
                  <c:v>#N/A</c:v>
                </c:pt>
                <c:pt idx="993">
                  <c:v>#N/A</c:v>
                </c:pt>
                <c:pt idx="994">
                  <c:v>#N/A</c:v>
                </c:pt>
                <c:pt idx="995">
                  <c:v>#N/A</c:v>
                </c:pt>
                <c:pt idx="996">
                  <c:v>#N/A</c:v>
                </c:pt>
                <c:pt idx="997">
                  <c:v>#N/A</c:v>
                </c:pt>
                <c:pt idx="998">
                  <c:v>#N/A</c:v>
                </c:pt>
                <c:pt idx="999">
                  <c:v>#N/A</c:v>
                </c:pt>
                <c:pt idx="1000">
                  <c:v>#N/A</c:v>
                </c:pt>
                <c:pt idx="1001">
                  <c:v>#N/A</c:v>
                </c:pt>
                <c:pt idx="1002">
                  <c:v>#N/A</c:v>
                </c:pt>
                <c:pt idx="1003">
                  <c:v>#N/A</c:v>
                </c:pt>
                <c:pt idx="1004">
                  <c:v>#N/A</c:v>
                </c:pt>
                <c:pt idx="1005">
                  <c:v>#N/A</c:v>
                </c:pt>
                <c:pt idx="1006">
                  <c:v>#N/A</c:v>
                </c:pt>
                <c:pt idx="1007">
                  <c:v>#N/A</c:v>
                </c:pt>
                <c:pt idx="1008">
                  <c:v>#N/A</c:v>
                </c:pt>
                <c:pt idx="1009">
                  <c:v>#N/A</c:v>
                </c:pt>
                <c:pt idx="1010">
                  <c:v>#N/A</c:v>
                </c:pt>
                <c:pt idx="1011">
                  <c:v>#N/A</c:v>
                </c:pt>
                <c:pt idx="1012">
                  <c:v>#N/A</c:v>
                </c:pt>
                <c:pt idx="1013">
                  <c:v>#N/A</c:v>
                </c:pt>
                <c:pt idx="1014">
                  <c:v>#N/A</c:v>
                </c:pt>
                <c:pt idx="1015">
                  <c:v>#N/A</c:v>
                </c:pt>
                <c:pt idx="1016">
                  <c:v>#N/A</c:v>
                </c:pt>
                <c:pt idx="1017">
                  <c:v>#N/A</c:v>
                </c:pt>
                <c:pt idx="1018">
                  <c:v>#N/A</c:v>
                </c:pt>
                <c:pt idx="1019">
                  <c:v>#N/A</c:v>
                </c:pt>
                <c:pt idx="1020">
                  <c:v>#N/A</c:v>
                </c:pt>
                <c:pt idx="1021">
                  <c:v>#N/A</c:v>
                </c:pt>
                <c:pt idx="1022">
                  <c:v>#N/A</c:v>
                </c:pt>
                <c:pt idx="1023">
                  <c:v>#N/A</c:v>
                </c:pt>
                <c:pt idx="1024">
                  <c:v>#N/A</c:v>
                </c:pt>
                <c:pt idx="1025">
                  <c:v>#N/A</c:v>
                </c:pt>
                <c:pt idx="1026">
                  <c:v>#N/A</c:v>
                </c:pt>
                <c:pt idx="1027">
                  <c:v>#N/A</c:v>
                </c:pt>
                <c:pt idx="1028">
                  <c:v>#N/A</c:v>
                </c:pt>
                <c:pt idx="1029">
                  <c:v>#N/A</c:v>
                </c:pt>
                <c:pt idx="1030">
                  <c:v>#N/A</c:v>
                </c:pt>
                <c:pt idx="1031">
                  <c:v>#N/A</c:v>
                </c:pt>
                <c:pt idx="1032">
                  <c:v>#N/A</c:v>
                </c:pt>
                <c:pt idx="1033">
                  <c:v>#N/A</c:v>
                </c:pt>
                <c:pt idx="1034">
                  <c:v>#N/A</c:v>
                </c:pt>
                <c:pt idx="1035">
                  <c:v>#N/A</c:v>
                </c:pt>
                <c:pt idx="1036">
                  <c:v>#N/A</c:v>
                </c:pt>
                <c:pt idx="1037">
                  <c:v>#N/A</c:v>
                </c:pt>
                <c:pt idx="1038">
                  <c:v>#N/A</c:v>
                </c:pt>
                <c:pt idx="1039">
                  <c:v>#N/A</c:v>
                </c:pt>
                <c:pt idx="1040">
                  <c:v>#N/A</c:v>
                </c:pt>
                <c:pt idx="1041">
                  <c:v>#N/A</c:v>
                </c:pt>
                <c:pt idx="1042">
                  <c:v>#N/A</c:v>
                </c:pt>
                <c:pt idx="1043">
                  <c:v>#N/A</c:v>
                </c:pt>
                <c:pt idx="1044">
                  <c:v>#N/A</c:v>
                </c:pt>
                <c:pt idx="1045">
                  <c:v>#N/A</c:v>
                </c:pt>
                <c:pt idx="1046">
                  <c:v>#N/A</c:v>
                </c:pt>
                <c:pt idx="1047">
                  <c:v>#N/A</c:v>
                </c:pt>
                <c:pt idx="1048">
                  <c:v>#N/A</c:v>
                </c:pt>
                <c:pt idx="1049">
                  <c:v>#N/A</c:v>
                </c:pt>
                <c:pt idx="1050">
                  <c:v>#N/A</c:v>
                </c:pt>
                <c:pt idx="1051">
                  <c:v>#N/A</c:v>
                </c:pt>
                <c:pt idx="1052">
                  <c:v>#N/A</c:v>
                </c:pt>
                <c:pt idx="1053">
                  <c:v>#N/A</c:v>
                </c:pt>
                <c:pt idx="1054">
                  <c:v>#N/A</c:v>
                </c:pt>
                <c:pt idx="1055">
                  <c:v>#N/A</c:v>
                </c:pt>
                <c:pt idx="1056">
                  <c:v>#N/A</c:v>
                </c:pt>
                <c:pt idx="1057">
                  <c:v>#N/A</c:v>
                </c:pt>
                <c:pt idx="1058">
                  <c:v>#N/A</c:v>
                </c:pt>
                <c:pt idx="1059">
                  <c:v>#N/A</c:v>
                </c:pt>
                <c:pt idx="1060">
                  <c:v>#N/A</c:v>
                </c:pt>
                <c:pt idx="1061">
                  <c:v>#N/A</c:v>
                </c:pt>
                <c:pt idx="1062">
                  <c:v>#N/A</c:v>
                </c:pt>
                <c:pt idx="1063">
                  <c:v>#N/A</c:v>
                </c:pt>
                <c:pt idx="1064">
                  <c:v>#N/A</c:v>
                </c:pt>
                <c:pt idx="1065">
                  <c:v>#N/A</c:v>
                </c:pt>
                <c:pt idx="1066">
                  <c:v>#N/A</c:v>
                </c:pt>
                <c:pt idx="1067">
                  <c:v>#N/A</c:v>
                </c:pt>
                <c:pt idx="1068">
                  <c:v>#N/A</c:v>
                </c:pt>
                <c:pt idx="1069">
                  <c:v>#N/A</c:v>
                </c:pt>
                <c:pt idx="1070">
                  <c:v>#N/A</c:v>
                </c:pt>
                <c:pt idx="1071">
                  <c:v>#N/A</c:v>
                </c:pt>
                <c:pt idx="1072">
                  <c:v>#N/A</c:v>
                </c:pt>
                <c:pt idx="1073">
                  <c:v>#N/A</c:v>
                </c:pt>
                <c:pt idx="1074">
                  <c:v>#N/A</c:v>
                </c:pt>
                <c:pt idx="1075">
                  <c:v>#N/A</c:v>
                </c:pt>
                <c:pt idx="1076">
                  <c:v>#N/A</c:v>
                </c:pt>
                <c:pt idx="1077">
                  <c:v>#N/A</c:v>
                </c:pt>
                <c:pt idx="1078">
                  <c:v>#N/A</c:v>
                </c:pt>
                <c:pt idx="1079">
                  <c:v>#N/A</c:v>
                </c:pt>
                <c:pt idx="1080">
                  <c:v>#N/A</c:v>
                </c:pt>
                <c:pt idx="1081">
                  <c:v>#N/A</c:v>
                </c:pt>
                <c:pt idx="1082">
                  <c:v>#N/A</c:v>
                </c:pt>
                <c:pt idx="1083">
                  <c:v>#N/A</c:v>
                </c:pt>
                <c:pt idx="1084">
                  <c:v>#N/A</c:v>
                </c:pt>
                <c:pt idx="1085">
                  <c:v>#N/A</c:v>
                </c:pt>
                <c:pt idx="1086">
                  <c:v>#N/A</c:v>
                </c:pt>
                <c:pt idx="1087">
                  <c:v>#N/A</c:v>
                </c:pt>
                <c:pt idx="1088">
                  <c:v>#N/A</c:v>
                </c:pt>
                <c:pt idx="1089">
                  <c:v>#N/A</c:v>
                </c:pt>
                <c:pt idx="1090">
                  <c:v>#N/A</c:v>
                </c:pt>
                <c:pt idx="1091">
                  <c:v>#N/A</c:v>
                </c:pt>
                <c:pt idx="1092">
                  <c:v>#N/A</c:v>
                </c:pt>
                <c:pt idx="1093">
                  <c:v>#N/A</c:v>
                </c:pt>
                <c:pt idx="1094">
                  <c:v>#N/A</c:v>
                </c:pt>
                <c:pt idx="1095">
                  <c:v>#N/A</c:v>
                </c:pt>
                <c:pt idx="1096">
                  <c:v>#N/A</c:v>
                </c:pt>
                <c:pt idx="1097">
                  <c:v>#N/A</c:v>
                </c:pt>
                <c:pt idx="1098">
                  <c:v>#N/A</c:v>
                </c:pt>
                <c:pt idx="1099">
                  <c:v>#N/A</c:v>
                </c:pt>
                <c:pt idx="1100">
                  <c:v>#N/A</c:v>
                </c:pt>
                <c:pt idx="1101">
                  <c:v>#N/A</c:v>
                </c:pt>
                <c:pt idx="1102">
                  <c:v>#N/A</c:v>
                </c:pt>
                <c:pt idx="1103">
                  <c:v>#N/A</c:v>
                </c:pt>
                <c:pt idx="1104">
                  <c:v>#N/A</c:v>
                </c:pt>
                <c:pt idx="1105">
                  <c:v>#N/A</c:v>
                </c:pt>
                <c:pt idx="1106">
                  <c:v>#N/A</c:v>
                </c:pt>
                <c:pt idx="1107">
                  <c:v>#N/A</c:v>
                </c:pt>
                <c:pt idx="1108">
                  <c:v>#N/A</c:v>
                </c:pt>
                <c:pt idx="1109">
                  <c:v>#N/A</c:v>
                </c:pt>
                <c:pt idx="1110">
                  <c:v>#N/A</c:v>
                </c:pt>
                <c:pt idx="1111">
                  <c:v>#N/A</c:v>
                </c:pt>
                <c:pt idx="1112">
                  <c:v>#N/A</c:v>
                </c:pt>
                <c:pt idx="1113">
                  <c:v>#N/A</c:v>
                </c:pt>
                <c:pt idx="1114">
                  <c:v>#N/A</c:v>
                </c:pt>
                <c:pt idx="1115">
                  <c:v>#N/A</c:v>
                </c:pt>
                <c:pt idx="1116">
                  <c:v>#N/A</c:v>
                </c:pt>
                <c:pt idx="1117">
                  <c:v>#N/A</c:v>
                </c:pt>
                <c:pt idx="1118">
                  <c:v>#N/A</c:v>
                </c:pt>
                <c:pt idx="1119">
                  <c:v>#N/A</c:v>
                </c:pt>
                <c:pt idx="1120">
                  <c:v>#N/A</c:v>
                </c:pt>
                <c:pt idx="1121">
                  <c:v>#N/A</c:v>
                </c:pt>
                <c:pt idx="1122">
                  <c:v>#N/A</c:v>
                </c:pt>
                <c:pt idx="1123">
                  <c:v>#N/A</c:v>
                </c:pt>
                <c:pt idx="1124">
                  <c:v>#N/A</c:v>
                </c:pt>
                <c:pt idx="1125">
                  <c:v>#N/A</c:v>
                </c:pt>
                <c:pt idx="1126">
                  <c:v>#N/A</c:v>
                </c:pt>
                <c:pt idx="1127">
                  <c:v>#N/A</c:v>
                </c:pt>
                <c:pt idx="1128">
                  <c:v>#N/A</c:v>
                </c:pt>
                <c:pt idx="1129">
                  <c:v>#N/A</c:v>
                </c:pt>
                <c:pt idx="1130">
                  <c:v>#N/A</c:v>
                </c:pt>
                <c:pt idx="1131">
                  <c:v>#N/A</c:v>
                </c:pt>
                <c:pt idx="1132">
                  <c:v>#N/A</c:v>
                </c:pt>
                <c:pt idx="1133">
                  <c:v>#N/A</c:v>
                </c:pt>
                <c:pt idx="1134">
                  <c:v>#N/A</c:v>
                </c:pt>
                <c:pt idx="1135">
                  <c:v>#N/A</c:v>
                </c:pt>
                <c:pt idx="1136">
                  <c:v>#N/A</c:v>
                </c:pt>
                <c:pt idx="1137">
                  <c:v>#N/A</c:v>
                </c:pt>
                <c:pt idx="1138">
                  <c:v>#N/A</c:v>
                </c:pt>
                <c:pt idx="1139">
                  <c:v>#N/A</c:v>
                </c:pt>
                <c:pt idx="1140">
                  <c:v>#N/A</c:v>
                </c:pt>
                <c:pt idx="1141">
                  <c:v>#N/A</c:v>
                </c:pt>
                <c:pt idx="1142">
                  <c:v>#N/A</c:v>
                </c:pt>
                <c:pt idx="1143">
                  <c:v>#N/A</c:v>
                </c:pt>
                <c:pt idx="1144">
                  <c:v>#N/A</c:v>
                </c:pt>
                <c:pt idx="1145">
                  <c:v>#N/A</c:v>
                </c:pt>
                <c:pt idx="1146">
                  <c:v>#N/A</c:v>
                </c:pt>
                <c:pt idx="1147">
                  <c:v>#N/A</c:v>
                </c:pt>
                <c:pt idx="1148">
                  <c:v>#N/A</c:v>
                </c:pt>
                <c:pt idx="1149">
                  <c:v>#N/A</c:v>
                </c:pt>
                <c:pt idx="1150">
                  <c:v>#N/A</c:v>
                </c:pt>
                <c:pt idx="1151">
                  <c:v>#N/A</c:v>
                </c:pt>
                <c:pt idx="1152">
                  <c:v>#N/A</c:v>
                </c:pt>
                <c:pt idx="1153">
                  <c:v>#N/A</c:v>
                </c:pt>
                <c:pt idx="1154">
                  <c:v>#N/A</c:v>
                </c:pt>
                <c:pt idx="1155">
                  <c:v>#N/A</c:v>
                </c:pt>
                <c:pt idx="1156">
                  <c:v>#N/A</c:v>
                </c:pt>
                <c:pt idx="1157">
                  <c:v>#N/A</c:v>
                </c:pt>
                <c:pt idx="1158">
                  <c:v>#N/A</c:v>
                </c:pt>
                <c:pt idx="1159">
                  <c:v>#N/A</c:v>
                </c:pt>
                <c:pt idx="1160">
                  <c:v>#N/A</c:v>
                </c:pt>
                <c:pt idx="1161">
                  <c:v>#N/A</c:v>
                </c:pt>
                <c:pt idx="1162">
                  <c:v>#N/A</c:v>
                </c:pt>
                <c:pt idx="1163">
                  <c:v>#N/A</c:v>
                </c:pt>
                <c:pt idx="1164">
                  <c:v>#N/A</c:v>
                </c:pt>
                <c:pt idx="1165">
                  <c:v>#N/A</c:v>
                </c:pt>
                <c:pt idx="1166">
                  <c:v>#N/A</c:v>
                </c:pt>
                <c:pt idx="1167">
                  <c:v>#N/A</c:v>
                </c:pt>
                <c:pt idx="1168">
                  <c:v>#N/A</c:v>
                </c:pt>
                <c:pt idx="1169">
                  <c:v>#N/A</c:v>
                </c:pt>
                <c:pt idx="1170">
                  <c:v>#N/A</c:v>
                </c:pt>
                <c:pt idx="1171">
                  <c:v>#N/A</c:v>
                </c:pt>
                <c:pt idx="1172">
                  <c:v>#N/A</c:v>
                </c:pt>
                <c:pt idx="1173">
                  <c:v>#N/A</c:v>
                </c:pt>
                <c:pt idx="1174">
                  <c:v>#N/A</c:v>
                </c:pt>
                <c:pt idx="1175">
                  <c:v>#N/A</c:v>
                </c:pt>
                <c:pt idx="1176">
                  <c:v>#N/A</c:v>
                </c:pt>
                <c:pt idx="1177">
                  <c:v>#N/A</c:v>
                </c:pt>
                <c:pt idx="1178">
                  <c:v>#N/A</c:v>
                </c:pt>
                <c:pt idx="1179">
                  <c:v>#N/A</c:v>
                </c:pt>
                <c:pt idx="1180">
                  <c:v>#N/A</c:v>
                </c:pt>
                <c:pt idx="1181">
                  <c:v>#N/A</c:v>
                </c:pt>
                <c:pt idx="1182">
                  <c:v>#N/A</c:v>
                </c:pt>
                <c:pt idx="1183">
                  <c:v>#N/A</c:v>
                </c:pt>
                <c:pt idx="1184">
                  <c:v>#N/A</c:v>
                </c:pt>
                <c:pt idx="1185">
                  <c:v>#N/A</c:v>
                </c:pt>
                <c:pt idx="1186">
                  <c:v>#N/A</c:v>
                </c:pt>
                <c:pt idx="1187">
                  <c:v>#N/A</c:v>
                </c:pt>
                <c:pt idx="1188">
                  <c:v>#N/A</c:v>
                </c:pt>
                <c:pt idx="1189">
                  <c:v>#N/A</c:v>
                </c:pt>
                <c:pt idx="1190">
                  <c:v>#N/A</c:v>
                </c:pt>
                <c:pt idx="1191">
                  <c:v>#N/A</c:v>
                </c:pt>
                <c:pt idx="1192">
                  <c:v>#N/A</c:v>
                </c:pt>
                <c:pt idx="1193">
                  <c:v>#N/A</c:v>
                </c:pt>
                <c:pt idx="1194">
                  <c:v>#N/A</c:v>
                </c:pt>
                <c:pt idx="1195">
                  <c:v>#N/A</c:v>
                </c:pt>
                <c:pt idx="1196">
                  <c:v>#N/A</c:v>
                </c:pt>
                <c:pt idx="1197">
                  <c:v>#N/A</c:v>
                </c:pt>
                <c:pt idx="1198">
                  <c:v>#N/A</c:v>
                </c:pt>
                <c:pt idx="1199">
                  <c:v>#N/A</c:v>
                </c:pt>
                <c:pt idx="1200">
                  <c:v>#N/A</c:v>
                </c:pt>
                <c:pt idx="1201">
                  <c:v>#N/A</c:v>
                </c:pt>
                <c:pt idx="1202">
                  <c:v>#N/A</c:v>
                </c:pt>
                <c:pt idx="1203">
                  <c:v>#N/A</c:v>
                </c:pt>
                <c:pt idx="1204">
                  <c:v>#N/A</c:v>
                </c:pt>
                <c:pt idx="1205">
                  <c:v>#N/A</c:v>
                </c:pt>
                <c:pt idx="1206">
                  <c:v>#N/A</c:v>
                </c:pt>
                <c:pt idx="1207">
                  <c:v>#N/A</c:v>
                </c:pt>
                <c:pt idx="1208">
                  <c:v>#N/A</c:v>
                </c:pt>
                <c:pt idx="1209">
                  <c:v>#N/A</c:v>
                </c:pt>
                <c:pt idx="1210">
                  <c:v>#N/A</c:v>
                </c:pt>
                <c:pt idx="1211">
                  <c:v>#N/A</c:v>
                </c:pt>
                <c:pt idx="1212">
                  <c:v>#N/A</c:v>
                </c:pt>
                <c:pt idx="1213">
                  <c:v>#N/A</c:v>
                </c:pt>
                <c:pt idx="1214">
                  <c:v>#N/A</c:v>
                </c:pt>
                <c:pt idx="1215">
                  <c:v>#N/A</c:v>
                </c:pt>
                <c:pt idx="1216">
                  <c:v>#N/A</c:v>
                </c:pt>
                <c:pt idx="1217">
                  <c:v>#N/A</c:v>
                </c:pt>
                <c:pt idx="1218">
                  <c:v>#N/A</c:v>
                </c:pt>
                <c:pt idx="1219">
                  <c:v>#N/A</c:v>
                </c:pt>
                <c:pt idx="1220">
                  <c:v>#N/A</c:v>
                </c:pt>
                <c:pt idx="1221">
                  <c:v>#N/A</c:v>
                </c:pt>
                <c:pt idx="1222">
                  <c:v>#N/A</c:v>
                </c:pt>
                <c:pt idx="1223">
                  <c:v>#N/A</c:v>
                </c:pt>
                <c:pt idx="1224">
                  <c:v>#N/A</c:v>
                </c:pt>
                <c:pt idx="1225">
                  <c:v>#N/A</c:v>
                </c:pt>
                <c:pt idx="1226">
                  <c:v>#N/A</c:v>
                </c:pt>
                <c:pt idx="1227">
                  <c:v>#N/A</c:v>
                </c:pt>
                <c:pt idx="1228">
                  <c:v>#N/A</c:v>
                </c:pt>
                <c:pt idx="1229">
                  <c:v>#N/A</c:v>
                </c:pt>
                <c:pt idx="1230">
                  <c:v>#N/A</c:v>
                </c:pt>
                <c:pt idx="1231">
                  <c:v>#N/A</c:v>
                </c:pt>
                <c:pt idx="1232">
                  <c:v>#N/A</c:v>
                </c:pt>
                <c:pt idx="1233">
                  <c:v>#N/A</c:v>
                </c:pt>
                <c:pt idx="1234">
                  <c:v>#N/A</c:v>
                </c:pt>
                <c:pt idx="1235">
                  <c:v>#N/A</c:v>
                </c:pt>
                <c:pt idx="1236">
                  <c:v>#N/A</c:v>
                </c:pt>
                <c:pt idx="1237">
                  <c:v>#N/A</c:v>
                </c:pt>
                <c:pt idx="1238">
                  <c:v>#N/A</c:v>
                </c:pt>
                <c:pt idx="1239">
                  <c:v>#N/A</c:v>
                </c:pt>
                <c:pt idx="1240">
                  <c:v>#N/A</c:v>
                </c:pt>
                <c:pt idx="1241">
                  <c:v>#N/A</c:v>
                </c:pt>
                <c:pt idx="1242">
                  <c:v>#N/A</c:v>
                </c:pt>
                <c:pt idx="1243">
                  <c:v>#N/A</c:v>
                </c:pt>
                <c:pt idx="1244">
                  <c:v>#N/A</c:v>
                </c:pt>
                <c:pt idx="1245">
                  <c:v>#N/A</c:v>
                </c:pt>
                <c:pt idx="1246">
                  <c:v>#N/A</c:v>
                </c:pt>
                <c:pt idx="1247">
                  <c:v>#N/A</c:v>
                </c:pt>
                <c:pt idx="1248">
                  <c:v>#N/A</c:v>
                </c:pt>
                <c:pt idx="1249">
                  <c:v>#N/A</c:v>
                </c:pt>
                <c:pt idx="1250">
                  <c:v>#N/A</c:v>
                </c:pt>
                <c:pt idx="1251">
                  <c:v>#N/A</c:v>
                </c:pt>
                <c:pt idx="1252">
                  <c:v>#N/A</c:v>
                </c:pt>
                <c:pt idx="1253">
                  <c:v>#N/A</c:v>
                </c:pt>
                <c:pt idx="1254">
                  <c:v>#N/A</c:v>
                </c:pt>
                <c:pt idx="1255">
                  <c:v>#N/A</c:v>
                </c:pt>
                <c:pt idx="1256">
                  <c:v>#N/A</c:v>
                </c:pt>
                <c:pt idx="1257">
                  <c:v>#N/A</c:v>
                </c:pt>
                <c:pt idx="1258">
                  <c:v>#N/A</c:v>
                </c:pt>
                <c:pt idx="1259">
                  <c:v>#N/A</c:v>
                </c:pt>
                <c:pt idx="1260">
                  <c:v>#N/A</c:v>
                </c:pt>
                <c:pt idx="1261">
                  <c:v>#N/A</c:v>
                </c:pt>
                <c:pt idx="1262">
                  <c:v>#N/A</c:v>
                </c:pt>
                <c:pt idx="1263">
                  <c:v>#N/A</c:v>
                </c:pt>
                <c:pt idx="1264">
                  <c:v>#N/A</c:v>
                </c:pt>
                <c:pt idx="1265">
                  <c:v>#N/A</c:v>
                </c:pt>
                <c:pt idx="1266">
                  <c:v>#N/A</c:v>
                </c:pt>
                <c:pt idx="1267">
                  <c:v>#N/A</c:v>
                </c:pt>
                <c:pt idx="1268">
                  <c:v>#N/A</c:v>
                </c:pt>
                <c:pt idx="1269">
                  <c:v>#N/A</c:v>
                </c:pt>
                <c:pt idx="1270">
                  <c:v>#N/A</c:v>
                </c:pt>
                <c:pt idx="1271">
                  <c:v>#N/A</c:v>
                </c:pt>
                <c:pt idx="1272">
                  <c:v>#N/A</c:v>
                </c:pt>
                <c:pt idx="1273">
                  <c:v>#N/A</c:v>
                </c:pt>
                <c:pt idx="1274">
                  <c:v>#N/A</c:v>
                </c:pt>
                <c:pt idx="1275">
                  <c:v>#N/A</c:v>
                </c:pt>
                <c:pt idx="1276">
                  <c:v>#N/A</c:v>
                </c:pt>
                <c:pt idx="1277">
                  <c:v>#N/A</c:v>
                </c:pt>
                <c:pt idx="1278">
                  <c:v>#N/A</c:v>
                </c:pt>
                <c:pt idx="1279">
                  <c:v>#N/A</c:v>
                </c:pt>
                <c:pt idx="1280">
                  <c:v>#N/A</c:v>
                </c:pt>
                <c:pt idx="1281">
                  <c:v>#N/A</c:v>
                </c:pt>
                <c:pt idx="1282">
                  <c:v>#N/A</c:v>
                </c:pt>
                <c:pt idx="1283">
                  <c:v>#N/A</c:v>
                </c:pt>
                <c:pt idx="1284">
                  <c:v>#N/A</c:v>
                </c:pt>
                <c:pt idx="1285">
                  <c:v>#N/A</c:v>
                </c:pt>
                <c:pt idx="1286">
                  <c:v>#N/A</c:v>
                </c:pt>
                <c:pt idx="1287">
                  <c:v>#N/A</c:v>
                </c:pt>
                <c:pt idx="1288">
                  <c:v>#N/A</c:v>
                </c:pt>
                <c:pt idx="1289">
                  <c:v>#N/A</c:v>
                </c:pt>
                <c:pt idx="1290">
                  <c:v>#N/A</c:v>
                </c:pt>
                <c:pt idx="1291">
                  <c:v>#N/A</c:v>
                </c:pt>
                <c:pt idx="1292">
                  <c:v>#N/A</c:v>
                </c:pt>
                <c:pt idx="1293">
                  <c:v>#N/A</c:v>
                </c:pt>
                <c:pt idx="1294">
                  <c:v>#N/A</c:v>
                </c:pt>
                <c:pt idx="1295">
                  <c:v>#N/A</c:v>
                </c:pt>
                <c:pt idx="1296">
                  <c:v>#N/A</c:v>
                </c:pt>
                <c:pt idx="1297">
                  <c:v>#N/A</c:v>
                </c:pt>
                <c:pt idx="1298">
                  <c:v>#N/A</c:v>
                </c:pt>
                <c:pt idx="1299">
                  <c:v>#N/A</c:v>
                </c:pt>
                <c:pt idx="1300">
                  <c:v>#N/A</c:v>
                </c:pt>
                <c:pt idx="1301">
                  <c:v>#N/A</c:v>
                </c:pt>
                <c:pt idx="1302">
                  <c:v>#N/A</c:v>
                </c:pt>
                <c:pt idx="1303">
                  <c:v>#N/A</c:v>
                </c:pt>
                <c:pt idx="1304">
                  <c:v>#N/A</c:v>
                </c:pt>
                <c:pt idx="1305">
                  <c:v>#N/A</c:v>
                </c:pt>
                <c:pt idx="1306">
                  <c:v>#N/A</c:v>
                </c:pt>
                <c:pt idx="1307">
                  <c:v>#N/A</c:v>
                </c:pt>
                <c:pt idx="1308">
                  <c:v>#N/A</c:v>
                </c:pt>
                <c:pt idx="1309">
                  <c:v>#N/A</c:v>
                </c:pt>
                <c:pt idx="1310">
                  <c:v>#N/A</c:v>
                </c:pt>
                <c:pt idx="1311">
                  <c:v>#N/A</c:v>
                </c:pt>
                <c:pt idx="1312">
                  <c:v>#N/A</c:v>
                </c:pt>
                <c:pt idx="1313">
                  <c:v>#N/A</c:v>
                </c:pt>
                <c:pt idx="1314">
                  <c:v>#N/A</c:v>
                </c:pt>
                <c:pt idx="1315">
                  <c:v>#N/A</c:v>
                </c:pt>
                <c:pt idx="1316">
                  <c:v>#N/A</c:v>
                </c:pt>
                <c:pt idx="1317">
                  <c:v>#N/A</c:v>
                </c:pt>
                <c:pt idx="1318">
                  <c:v>#N/A</c:v>
                </c:pt>
                <c:pt idx="1319">
                  <c:v>#N/A</c:v>
                </c:pt>
                <c:pt idx="1320">
                  <c:v>#N/A</c:v>
                </c:pt>
                <c:pt idx="1321">
                  <c:v>#N/A</c:v>
                </c:pt>
                <c:pt idx="1322">
                  <c:v>#N/A</c:v>
                </c:pt>
                <c:pt idx="1323">
                  <c:v>#N/A</c:v>
                </c:pt>
                <c:pt idx="1324">
                  <c:v>#N/A</c:v>
                </c:pt>
                <c:pt idx="1325">
                  <c:v>#N/A</c:v>
                </c:pt>
                <c:pt idx="1326">
                  <c:v>#N/A</c:v>
                </c:pt>
                <c:pt idx="1327">
                  <c:v>#N/A</c:v>
                </c:pt>
                <c:pt idx="1328">
                  <c:v>#N/A</c:v>
                </c:pt>
                <c:pt idx="1329">
                  <c:v>#N/A</c:v>
                </c:pt>
                <c:pt idx="1330">
                  <c:v>#N/A</c:v>
                </c:pt>
                <c:pt idx="1331">
                  <c:v>#N/A</c:v>
                </c:pt>
                <c:pt idx="1332">
                  <c:v>#N/A</c:v>
                </c:pt>
                <c:pt idx="1333">
                  <c:v>#N/A</c:v>
                </c:pt>
                <c:pt idx="1334">
                  <c:v>#N/A</c:v>
                </c:pt>
                <c:pt idx="1335">
                  <c:v>#N/A</c:v>
                </c:pt>
                <c:pt idx="1336">
                  <c:v>#N/A</c:v>
                </c:pt>
                <c:pt idx="1337">
                  <c:v>#N/A</c:v>
                </c:pt>
                <c:pt idx="1338">
                  <c:v>#N/A</c:v>
                </c:pt>
                <c:pt idx="1339">
                  <c:v>#N/A</c:v>
                </c:pt>
                <c:pt idx="1340">
                  <c:v>#N/A</c:v>
                </c:pt>
                <c:pt idx="1341">
                  <c:v>#N/A</c:v>
                </c:pt>
                <c:pt idx="1342">
                  <c:v>#N/A</c:v>
                </c:pt>
                <c:pt idx="1343">
                  <c:v>#N/A</c:v>
                </c:pt>
                <c:pt idx="1344">
                  <c:v>#N/A</c:v>
                </c:pt>
                <c:pt idx="1345">
                  <c:v>#N/A</c:v>
                </c:pt>
                <c:pt idx="1346">
                  <c:v>#N/A</c:v>
                </c:pt>
                <c:pt idx="1347">
                  <c:v>#N/A</c:v>
                </c:pt>
                <c:pt idx="1348">
                  <c:v>#N/A</c:v>
                </c:pt>
                <c:pt idx="1349">
                  <c:v>#N/A</c:v>
                </c:pt>
                <c:pt idx="1350">
                  <c:v>#N/A</c:v>
                </c:pt>
                <c:pt idx="1351">
                  <c:v>#N/A</c:v>
                </c:pt>
                <c:pt idx="1352">
                  <c:v>#N/A</c:v>
                </c:pt>
                <c:pt idx="1353">
                  <c:v>#N/A</c:v>
                </c:pt>
                <c:pt idx="1354">
                  <c:v>#N/A</c:v>
                </c:pt>
                <c:pt idx="1355">
                  <c:v>#N/A</c:v>
                </c:pt>
                <c:pt idx="1356">
                  <c:v>#N/A</c:v>
                </c:pt>
                <c:pt idx="1357">
                  <c:v>#N/A</c:v>
                </c:pt>
                <c:pt idx="1358">
                  <c:v>#N/A</c:v>
                </c:pt>
                <c:pt idx="1359">
                  <c:v>#N/A</c:v>
                </c:pt>
                <c:pt idx="1360">
                  <c:v>#N/A</c:v>
                </c:pt>
                <c:pt idx="1361">
                  <c:v>#N/A</c:v>
                </c:pt>
                <c:pt idx="1362">
                  <c:v>#N/A</c:v>
                </c:pt>
                <c:pt idx="1363">
                  <c:v>#N/A</c:v>
                </c:pt>
                <c:pt idx="1364">
                  <c:v>#N/A</c:v>
                </c:pt>
                <c:pt idx="1365">
                  <c:v>#N/A</c:v>
                </c:pt>
                <c:pt idx="1366">
                  <c:v>#N/A</c:v>
                </c:pt>
                <c:pt idx="1367">
                  <c:v>#N/A</c:v>
                </c:pt>
                <c:pt idx="1368">
                  <c:v>#N/A</c:v>
                </c:pt>
                <c:pt idx="1369">
                  <c:v>#N/A</c:v>
                </c:pt>
                <c:pt idx="1370">
                  <c:v>#N/A</c:v>
                </c:pt>
                <c:pt idx="1371">
                  <c:v>#N/A</c:v>
                </c:pt>
                <c:pt idx="1372">
                  <c:v>#N/A</c:v>
                </c:pt>
                <c:pt idx="1373">
                  <c:v>#N/A</c:v>
                </c:pt>
                <c:pt idx="1374">
                  <c:v>#N/A</c:v>
                </c:pt>
                <c:pt idx="1375">
                  <c:v>#N/A</c:v>
                </c:pt>
                <c:pt idx="1376">
                  <c:v>#N/A</c:v>
                </c:pt>
                <c:pt idx="1377">
                  <c:v>#N/A</c:v>
                </c:pt>
                <c:pt idx="1378">
                  <c:v>#N/A</c:v>
                </c:pt>
                <c:pt idx="1379">
                  <c:v>#N/A</c:v>
                </c:pt>
                <c:pt idx="1380">
                  <c:v>#N/A</c:v>
                </c:pt>
                <c:pt idx="1381">
                  <c:v>#N/A</c:v>
                </c:pt>
                <c:pt idx="1382">
                  <c:v>#N/A</c:v>
                </c:pt>
                <c:pt idx="1383">
                  <c:v>#N/A</c:v>
                </c:pt>
                <c:pt idx="1384">
                  <c:v>#N/A</c:v>
                </c:pt>
                <c:pt idx="1385">
                  <c:v>#N/A</c:v>
                </c:pt>
                <c:pt idx="1386">
                  <c:v>#N/A</c:v>
                </c:pt>
                <c:pt idx="1387">
                  <c:v>#N/A</c:v>
                </c:pt>
                <c:pt idx="1388">
                  <c:v>#N/A</c:v>
                </c:pt>
                <c:pt idx="1389">
                  <c:v>#N/A</c:v>
                </c:pt>
                <c:pt idx="1390">
                  <c:v>#N/A</c:v>
                </c:pt>
                <c:pt idx="1391">
                  <c:v>#N/A</c:v>
                </c:pt>
                <c:pt idx="1392">
                  <c:v>#N/A</c:v>
                </c:pt>
                <c:pt idx="1393">
                  <c:v>#N/A</c:v>
                </c:pt>
                <c:pt idx="1394">
                  <c:v>#N/A</c:v>
                </c:pt>
                <c:pt idx="1395">
                  <c:v>#N/A</c:v>
                </c:pt>
                <c:pt idx="1396">
                  <c:v>#N/A</c:v>
                </c:pt>
                <c:pt idx="1397">
                  <c:v>#N/A</c:v>
                </c:pt>
                <c:pt idx="1398">
                  <c:v>#N/A</c:v>
                </c:pt>
                <c:pt idx="1399">
                  <c:v>#N/A</c:v>
                </c:pt>
                <c:pt idx="1400">
                  <c:v>#N/A</c:v>
                </c:pt>
                <c:pt idx="1401">
                  <c:v>#N/A</c:v>
                </c:pt>
                <c:pt idx="1402">
                  <c:v>#N/A</c:v>
                </c:pt>
                <c:pt idx="1403">
                  <c:v>#N/A</c:v>
                </c:pt>
                <c:pt idx="1404">
                  <c:v>#N/A</c:v>
                </c:pt>
                <c:pt idx="1405">
                  <c:v>#N/A</c:v>
                </c:pt>
                <c:pt idx="1406">
                  <c:v>#N/A</c:v>
                </c:pt>
                <c:pt idx="1407">
                  <c:v>#N/A</c:v>
                </c:pt>
                <c:pt idx="1408">
                  <c:v>#N/A</c:v>
                </c:pt>
                <c:pt idx="1409">
                  <c:v>#N/A</c:v>
                </c:pt>
                <c:pt idx="1410">
                  <c:v>#N/A</c:v>
                </c:pt>
                <c:pt idx="1411">
                  <c:v>#N/A</c:v>
                </c:pt>
                <c:pt idx="1412">
                  <c:v>#N/A</c:v>
                </c:pt>
                <c:pt idx="1413">
                  <c:v>#N/A</c:v>
                </c:pt>
                <c:pt idx="1414">
                  <c:v>#N/A</c:v>
                </c:pt>
                <c:pt idx="1415">
                  <c:v>#N/A</c:v>
                </c:pt>
                <c:pt idx="1416">
                  <c:v>#N/A</c:v>
                </c:pt>
                <c:pt idx="1417">
                  <c:v>#N/A</c:v>
                </c:pt>
                <c:pt idx="1418">
                  <c:v>#N/A</c:v>
                </c:pt>
                <c:pt idx="1419">
                  <c:v>#N/A</c:v>
                </c:pt>
                <c:pt idx="1420">
                  <c:v>#N/A</c:v>
                </c:pt>
                <c:pt idx="1421">
                  <c:v>#N/A</c:v>
                </c:pt>
                <c:pt idx="1422">
                  <c:v>#N/A</c:v>
                </c:pt>
                <c:pt idx="1423">
                  <c:v>#N/A</c:v>
                </c:pt>
                <c:pt idx="1424">
                  <c:v>#N/A</c:v>
                </c:pt>
                <c:pt idx="1425">
                  <c:v>#N/A</c:v>
                </c:pt>
                <c:pt idx="1426">
                  <c:v>#N/A</c:v>
                </c:pt>
                <c:pt idx="1427">
                  <c:v>#N/A</c:v>
                </c:pt>
                <c:pt idx="1428">
                  <c:v>#N/A</c:v>
                </c:pt>
                <c:pt idx="1429">
                  <c:v>#N/A</c:v>
                </c:pt>
                <c:pt idx="1430">
                  <c:v>#N/A</c:v>
                </c:pt>
                <c:pt idx="1431">
                  <c:v>#N/A</c:v>
                </c:pt>
                <c:pt idx="1432">
                  <c:v>#N/A</c:v>
                </c:pt>
                <c:pt idx="1433">
                  <c:v>#N/A</c:v>
                </c:pt>
                <c:pt idx="1434">
                  <c:v>#N/A</c:v>
                </c:pt>
                <c:pt idx="1435">
                  <c:v>#N/A</c:v>
                </c:pt>
                <c:pt idx="1436">
                  <c:v>#N/A</c:v>
                </c:pt>
                <c:pt idx="1437">
                  <c:v>#N/A</c:v>
                </c:pt>
                <c:pt idx="1438">
                  <c:v>#N/A</c:v>
                </c:pt>
                <c:pt idx="1439">
                  <c:v>#N/A</c:v>
                </c:pt>
                <c:pt idx="1440">
                  <c:v>#N/A</c:v>
                </c:pt>
                <c:pt idx="1441">
                  <c:v>#N/A</c:v>
                </c:pt>
                <c:pt idx="1442">
                  <c:v>#N/A</c:v>
                </c:pt>
                <c:pt idx="1443">
                  <c:v>#N/A</c:v>
                </c:pt>
                <c:pt idx="1444">
                  <c:v>#N/A</c:v>
                </c:pt>
                <c:pt idx="1445">
                  <c:v>#N/A</c:v>
                </c:pt>
                <c:pt idx="1446">
                  <c:v>#N/A</c:v>
                </c:pt>
                <c:pt idx="1447">
                  <c:v>#N/A</c:v>
                </c:pt>
                <c:pt idx="1448">
                  <c:v>#N/A</c:v>
                </c:pt>
                <c:pt idx="1449">
                  <c:v>#N/A</c:v>
                </c:pt>
                <c:pt idx="1450">
                  <c:v>#N/A</c:v>
                </c:pt>
                <c:pt idx="1451">
                  <c:v>#N/A</c:v>
                </c:pt>
                <c:pt idx="1452">
                  <c:v>#N/A</c:v>
                </c:pt>
                <c:pt idx="1453">
                  <c:v>#N/A</c:v>
                </c:pt>
                <c:pt idx="1454">
                  <c:v>#N/A</c:v>
                </c:pt>
                <c:pt idx="1455">
                  <c:v>#N/A</c:v>
                </c:pt>
                <c:pt idx="1456">
                  <c:v>#N/A</c:v>
                </c:pt>
                <c:pt idx="1457">
                  <c:v>#N/A</c:v>
                </c:pt>
                <c:pt idx="1458">
                  <c:v>#N/A</c:v>
                </c:pt>
                <c:pt idx="1459">
                  <c:v>#N/A</c:v>
                </c:pt>
                <c:pt idx="1460">
                  <c:v>#N/A</c:v>
                </c:pt>
                <c:pt idx="1461">
                  <c:v>#N/A</c:v>
                </c:pt>
                <c:pt idx="1462">
                  <c:v>#N/A</c:v>
                </c:pt>
                <c:pt idx="1463">
                  <c:v>#N/A</c:v>
                </c:pt>
                <c:pt idx="1464">
                  <c:v>#N/A</c:v>
                </c:pt>
                <c:pt idx="1465">
                  <c:v>#N/A</c:v>
                </c:pt>
                <c:pt idx="1466">
                  <c:v>#N/A</c:v>
                </c:pt>
                <c:pt idx="1467">
                  <c:v>#N/A</c:v>
                </c:pt>
                <c:pt idx="1468">
                  <c:v>#N/A</c:v>
                </c:pt>
                <c:pt idx="1469">
                  <c:v>#N/A</c:v>
                </c:pt>
                <c:pt idx="1470">
                  <c:v>#N/A</c:v>
                </c:pt>
                <c:pt idx="1471">
                  <c:v>#N/A</c:v>
                </c:pt>
                <c:pt idx="1472">
                  <c:v>#N/A</c:v>
                </c:pt>
                <c:pt idx="1473">
                  <c:v>#N/A</c:v>
                </c:pt>
                <c:pt idx="1474">
                  <c:v>#N/A</c:v>
                </c:pt>
                <c:pt idx="1475">
                  <c:v>#N/A</c:v>
                </c:pt>
                <c:pt idx="1476">
                  <c:v>#N/A</c:v>
                </c:pt>
                <c:pt idx="1477">
                  <c:v>#N/A</c:v>
                </c:pt>
                <c:pt idx="1478">
                  <c:v>#N/A</c:v>
                </c:pt>
                <c:pt idx="1479">
                  <c:v>#N/A</c:v>
                </c:pt>
                <c:pt idx="1480">
                  <c:v>#N/A</c:v>
                </c:pt>
                <c:pt idx="1481">
                  <c:v>#N/A</c:v>
                </c:pt>
                <c:pt idx="1482">
                  <c:v>#N/A</c:v>
                </c:pt>
                <c:pt idx="1483">
                  <c:v>#N/A</c:v>
                </c:pt>
                <c:pt idx="1484">
                  <c:v>#N/A</c:v>
                </c:pt>
                <c:pt idx="1485">
                  <c:v>#N/A</c:v>
                </c:pt>
                <c:pt idx="1486">
                  <c:v>#N/A</c:v>
                </c:pt>
                <c:pt idx="1487">
                  <c:v>#N/A</c:v>
                </c:pt>
                <c:pt idx="1488">
                  <c:v>#N/A</c:v>
                </c:pt>
                <c:pt idx="1489">
                  <c:v>#N/A</c:v>
                </c:pt>
                <c:pt idx="1490">
                  <c:v>#N/A</c:v>
                </c:pt>
                <c:pt idx="1491">
                  <c:v>#N/A</c:v>
                </c:pt>
                <c:pt idx="1492">
                  <c:v>#N/A</c:v>
                </c:pt>
                <c:pt idx="1493">
                  <c:v>#N/A</c:v>
                </c:pt>
                <c:pt idx="1494">
                  <c:v>#N/A</c:v>
                </c:pt>
                <c:pt idx="1495">
                  <c:v>#N/A</c:v>
                </c:pt>
                <c:pt idx="1496">
                  <c:v>#N/A</c:v>
                </c:pt>
                <c:pt idx="1497">
                  <c:v>#N/A</c:v>
                </c:pt>
                <c:pt idx="1498">
                  <c:v>#N/A</c:v>
                </c:pt>
                <c:pt idx="1499">
                  <c:v>#N/A</c:v>
                </c:pt>
                <c:pt idx="1500">
                  <c:v>#N/A</c:v>
                </c:pt>
                <c:pt idx="1501">
                  <c:v>#N/A</c:v>
                </c:pt>
                <c:pt idx="1502">
                  <c:v>#N/A</c:v>
                </c:pt>
                <c:pt idx="1503">
                  <c:v>#N/A</c:v>
                </c:pt>
                <c:pt idx="1504">
                  <c:v>#N/A</c:v>
                </c:pt>
                <c:pt idx="1505">
                  <c:v>#N/A</c:v>
                </c:pt>
                <c:pt idx="1506">
                  <c:v>#N/A</c:v>
                </c:pt>
                <c:pt idx="1507">
                  <c:v>#N/A</c:v>
                </c:pt>
                <c:pt idx="1508">
                  <c:v>#N/A</c:v>
                </c:pt>
                <c:pt idx="1509">
                  <c:v>#N/A</c:v>
                </c:pt>
                <c:pt idx="1510">
                  <c:v>#N/A</c:v>
                </c:pt>
                <c:pt idx="1511">
                  <c:v>#N/A</c:v>
                </c:pt>
                <c:pt idx="1512">
                  <c:v>#N/A</c:v>
                </c:pt>
                <c:pt idx="1513">
                  <c:v>#N/A</c:v>
                </c:pt>
                <c:pt idx="1514">
                  <c:v>#N/A</c:v>
                </c:pt>
                <c:pt idx="1515">
                  <c:v>#N/A</c:v>
                </c:pt>
                <c:pt idx="1516">
                  <c:v>#N/A</c:v>
                </c:pt>
                <c:pt idx="1517">
                  <c:v>#N/A</c:v>
                </c:pt>
                <c:pt idx="1518">
                  <c:v>#N/A</c:v>
                </c:pt>
                <c:pt idx="1519">
                  <c:v>#N/A</c:v>
                </c:pt>
                <c:pt idx="1520">
                  <c:v>#N/A</c:v>
                </c:pt>
                <c:pt idx="1521">
                  <c:v>#N/A</c:v>
                </c:pt>
                <c:pt idx="1522">
                  <c:v>#N/A</c:v>
                </c:pt>
                <c:pt idx="1523">
                  <c:v>#N/A</c:v>
                </c:pt>
                <c:pt idx="1524">
                  <c:v>#N/A</c:v>
                </c:pt>
                <c:pt idx="1525">
                  <c:v>#N/A</c:v>
                </c:pt>
                <c:pt idx="1526">
                  <c:v>#N/A</c:v>
                </c:pt>
                <c:pt idx="1527">
                  <c:v>#N/A</c:v>
                </c:pt>
                <c:pt idx="1528">
                  <c:v>#N/A</c:v>
                </c:pt>
                <c:pt idx="1529">
                  <c:v>#N/A</c:v>
                </c:pt>
                <c:pt idx="1530">
                  <c:v>#N/A</c:v>
                </c:pt>
                <c:pt idx="1531">
                  <c:v>#N/A</c:v>
                </c:pt>
                <c:pt idx="1532">
                  <c:v>#N/A</c:v>
                </c:pt>
                <c:pt idx="1533">
                  <c:v>#N/A</c:v>
                </c:pt>
                <c:pt idx="1534">
                  <c:v>#N/A</c:v>
                </c:pt>
                <c:pt idx="1535">
                  <c:v>#N/A</c:v>
                </c:pt>
                <c:pt idx="1536">
                  <c:v>#N/A</c:v>
                </c:pt>
                <c:pt idx="1537">
                  <c:v>#N/A</c:v>
                </c:pt>
                <c:pt idx="1538">
                  <c:v>#N/A</c:v>
                </c:pt>
                <c:pt idx="1539">
                  <c:v>#N/A</c:v>
                </c:pt>
                <c:pt idx="1540">
                  <c:v>#N/A</c:v>
                </c:pt>
                <c:pt idx="1541">
                  <c:v>#N/A</c:v>
                </c:pt>
                <c:pt idx="1542">
                  <c:v>#N/A</c:v>
                </c:pt>
                <c:pt idx="1543">
                  <c:v>#N/A</c:v>
                </c:pt>
                <c:pt idx="1544">
                  <c:v>#N/A</c:v>
                </c:pt>
                <c:pt idx="1545">
                  <c:v>#N/A</c:v>
                </c:pt>
                <c:pt idx="1546">
                  <c:v>#N/A</c:v>
                </c:pt>
                <c:pt idx="1547">
                  <c:v>#N/A</c:v>
                </c:pt>
                <c:pt idx="1548">
                  <c:v>#N/A</c:v>
                </c:pt>
                <c:pt idx="1549">
                  <c:v>#N/A</c:v>
                </c:pt>
                <c:pt idx="1550">
                  <c:v>#N/A</c:v>
                </c:pt>
                <c:pt idx="1551">
                  <c:v>#N/A</c:v>
                </c:pt>
                <c:pt idx="1552">
                  <c:v>#N/A</c:v>
                </c:pt>
                <c:pt idx="1553">
                  <c:v>#N/A</c:v>
                </c:pt>
                <c:pt idx="1554">
                  <c:v>#N/A</c:v>
                </c:pt>
                <c:pt idx="1555">
                  <c:v>#N/A</c:v>
                </c:pt>
                <c:pt idx="1556">
                  <c:v>#N/A</c:v>
                </c:pt>
                <c:pt idx="1557">
                  <c:v>#N/A</c:v>
                </c:pt>
                <c:pt idx="1558">
                  <c:v>#N/A</c:v>
                </c:pt>
                <c:pt idx="1559">
                  <c:v>#N/A</c:v>
                </c:pt>
                <c:pt idx="1560">
                  <c:v>#N/A</c:v>
                </c:pt>
                <c:pt idx="1561">
                  <c:v>#N/A</c:v>
                </c:pt>
                <c:pt idx="1562">
                  <c:v>#N/A</c:v>
                </c:pt>
                <c:pt idx="1563">
                  <c:v>#N/A</c:v>
                </c:pt>
                <c:pt idx="1564">
                  <c:v>#N/A</c:v>
                </c:pt>
                <c:pt idx="1565">
                  <c:v>#N/A</c:v>
                </c:pt>
                <c:pt idx="1566">
                  <c:v>#N/A</c:v>
                </c:pt>
                <c:pt idx="1567">
                  <c:v>#N/A</c:v>
                </c:pt>
                <c:pt idx="1568">
                  <c:v>#N/A</c:v>
                </c:pt>
                <c:pt idx="1569">
                  <c:v>#N/A</c:v>
                </c:pt>
                <c:pt idx="1570">
                  <c:v>#N/A</c:v>
                </c:pt>
                <c:pt idx="1571">
                  <c:v>#N/A</c:v>
                </c:pt>
                <c:pt idx="1572">
                  <c:v>#N/A</c:v>
                </c:pt>
                <c:pt idx="1573">
                  <c:v>#N/A</c:v>
                </c:pt>
                <c:pt idx="1574">
                  <c:v>#N/A</c:v>
                </c:pt>
                <c:pt idx="1575">
                  <c:v>#N/A</c:v>
                </c:pt>
                <c:pt idx="1576">
                  <c:v>#N/A</c:v>
                </c:pt>
                <c:pt idx="1577">
                  <c:v>#N/A</c:v>
                </c:pt>
                <c:pt idx="1578">
                  <c:v>#N/A</c:v>
                </c:pt>
                <c:pt idx="1579">
                  <c:v>#N/A</c:v>
                </c:pt>
                <c:pt idx="1580">
                  <c:v>#N/A</c:v>
                </c:pt>
                <c:pt idx="1581">
                  <c:v>#N/A</c:v>
                </c:pt>
                <c:pt idx="1582">
                  <c:v>#N/A</c:v>
                </c:pt>
                <c:pt idx="1583">
                  <c:v>#N/A</c:v>
                </c:pt>
                <c:pt idx="1584">
                  <c:v>#N/A</c:v>
                </c:pt>
                <c:pt idx="1585">
                  <c:v>#N/A</c:v>
                </c:pt>
                <c:pt idx="1586">
                  <c:v>#N/A</c:v>
                </c:pt>
                <c:pt idx="1587">
                  <c:v>#N/A</c:v>
                </c:pt>
                <c:pt idx="1588">
                  <c:v>#N/A</c:v>
                </c:pt>
                <c:pt idx="1589">
                  <c:v>#N/A</c:v>
                </c:pt>
                <c:pt idx="1590">
                  <c:v>#N/A</c:v>
                </c:pt>
                <c:pt idx="1591">
                  <c:v>#N/A</c:v>
                </c:pt>
                <c:pt idx="1592">
                  <c:v>#N/A</c:v>
                </c:pt>
                <c:pt idx="1593">
                  <c:v>#N/A</c:v>
                </c:pt>
                <c:pt idx="1594">
                  <c:v>#N/A</c:v>
                </c:pt>
                <c:pt idx="1595">
                  <c:v>#N/A</c:v>
                </c:pt>
                <c:pt idx="1596">
                  <c:v>#N/A</c:v>
                </c:pt>
                <c:pt idx="1597">
                  <c:v>#N/A</c:v>
                </c:pt>
                <c:pt idx="1598">
                  <c:v>#N/A</c:v>
                </c:pt>
                <c:pt idx="1599">
                  <c:v>#N/A</c:v>
                </c:pt>
                <c:pt idx="1600">
                  <c:v>#N/A</c:v>
                </c:pt>
                <c:pt idx="1601">
                  <c:v>#N/A</c:v>
                </c:pt>
                <c:pt idx="1602">
                  <c:v>#N/A</c:v>
                </c:pt>
                <c:pt idx="1603">
                  <c:v>#N/A</c:v>
                </c:pt>
                <c:pt idx="1604">
                  <c:v>#N/A</c:v>
                </c:pt>
                <c:pt idx="1605">
                  <c:v>#N/A</c:v>
                </c:pt>
                <c:pt idx="1606">
                  <c:v>#N/A</c:v>
                </c:pt>
                <c:pt idx="1607">
                  <c:v>#N/A</c:v>
                </c:pt>
                <c:pt idx="1608">
                  <c:v>#N/A</c:v>
                </c:pt>
                <c:pt idx="1609">
                  <c:v>#N/A</c:v>
                </c:pt>
                <c:pt idx="1610">
                  <c:v>#N/A</c:v>
                </c:pt>
                <c:pt idx="1611">
                  <c:v>#N/A</c:v>
                </c:pt>
                <c:pt idx="1612">
                  <c:v>#N/A</c:v>
                </c:pt>
                <c:pt idx="1613">
                  <c:v>#N/A</c:v>
                </c:pt>
                <c:pt idx="1614">
                  <c:v>#N/A</c:v>
                </c:pt>
                <c:pt idx="1615">
                  <c:v>#N/A</c:v>
                </c:pt>
                <c:pt idx="1616">
                  <c:v>#N/A</c:v>
                </c:pt>
                <c:pt idx="1617">
                  <c:v>#N/A</c:v>
                </c:pt>
                <c:pt idx="1618">
                  <c:v>#N/A</c:v>
                </c:pt>
                <c:pt idx="1619">
                  <c:v>#N/A</c:v>
                </c:pt>
                <c:pt idx="1620">
                  <c:v>#N/A</c:v>
                </c:pt>
                <c:pt idx="1621">
                  <c:v>#N/A</c:v>
                </c:pt>
                <c:pt idx="1622">
                  <c:v>#N/A</c:v>
                </c:pt>
                <c:pt idx="1623">
                  <c:v>#N/A</c:v>
                </c:pt>
                <c:pt idx="1624">
                  <c:v>#N/A</c:v>
                </c:pt>
                <c:pt idx="1625">
                  <c:v>#N/A</c:v>
                </c:pt>
                <c:pt idx="1626">
                  <c:v>#N/A</c:v>
                </c:pt>
                <c:pt idx="1627">
                  <c:v>#N/A</c:v>
                </c:pt>
                <c:pt idx="1628">
                  <c:v>#N/A</c:v>
                </c:pt>
                <c:pt idx="1629">
                  <c:v>#N/A</c:v>
                </c:pt>
                <c:pt idx="1630">
                  <c:v>#N/A</c:v>
                </c:pt>
                <c:pt idx="1631">
                  <c:v>#N/A</c:v>
                </c:pt>
                <c:pt idx="1632">
                  <c:v>#N/A</c:v>
                </c:pt>
                <c:pt idx="1633">
                  <c:v>#N/A</c:v>
                </c:pt>
                <c:pt idx="1634">
                  <c:v>#N/A</c:v>
                </c:pt>
                <c:pt idx="1635">
                  <c:v>#N/A</c:v>
                </c:pt>
                <c:pt idx="1636">
                  <c:v>#N/A</c:v>
                </c:pt>
                <c:pt idx="1637">
                  <c:v>#N/A</c:v>
                </c:pt>
                <c:pt idx="1638">
                  <c:v>#N/A</c:v>
                </c:pt>
                <c:pt idx="1639">
                  <c:v>#N/A</c:v>
                </c:pt>
                <c:pt idx="1640">
                  <c:v>#N/A</c:v>
                </c:pt>
                <c:pt idx="1641">
                  <c:v>#N/A</c:v>
                </c:pt>
                <c:pt idx="1642">
                  <c:v>#N/A</c:v>
                </c:pt>
                <c:pt idx="1643">
                  <c:v>#N/A</c:v>
                </c:pt>
                <c:pt idx="1644">
                  <c:v>#N/A</c:v>
                </c:pt>
                <c:pt idx="1645">
                  <c:v>#N/A</c:v>
                </c:pt>
                <c:pt idx="1646">
                  <c:v>#N/A</c:v>
                </c:pt>
                <c:pt idx="1647">
                  <c:v>#N/A</c:v>
                </c:pt>
                <c:pt idx="1648">
                  <c:v>#N/A</c:v>
                </c:pt>
                <c:pt idx="1649">
                  <c:v>#N/A</c:v>
                </c:pt>
                <c:pt idx="1650">
                  <c:v>#N/A</c:v>
                </c:pt>
                <c:pt idx="1651">
                  <c:v>#N/A</c:v>
                </c:pt>
                <c:pt idx="1652">
                  <c:v>#N/A</c:v>
                </c:pt>
                <c:pt idx="1653">
                  <c:v>#N/A</c:v>
                </c:pt>
                <c:pt idx="1654">
                  <c:v>#N/A</c:v>
                </c:pt>
                <c:pt idx="1655">
                  <c:v>#N/A</c:v>
                </c:pt>
                <c:pt idx="1656">
                  <c:v>#N/A</c:v>
                </c:pt>
                <c:pt idx="1657">
                  <c:v>#N/A</c:v>
                </c:pt>
                <c:pt idx="1658">
                  <c:v>#N/A</c:v>
                </c:pt>
                <c:pt idx="1659">
                  <c:v>#N/A</c:v>
                </c:pt>
                <c:pt idx="1660">
                  <c:v>#N/A</c:v>
                </c:pt>
                <c:pt idx="1661">
                  <c:v>#N/A</c:v>
                </c:pt>
                <c:pt idx="1662">
                  <c:v>#N/A</c:v>
                </c:pt>
                <c:pt idx="1663">
                  <c:v>#N/A</c:v>
                </c:pt>
                <c:pt idx="1664">
                  <c:v>#N/A</c:v>
                </c:pt>
                <c:pt idx="1665">
                  <c:v>#N/A</c:v>
                </c:pt>
                <c:pt idx="1666">
                  <c:v>#N/A</c:v>
                </c:pt>
                <c:pt idx="1667">
                  <c:v>#N/A</c:v>
                </c:pt>
                <c:pt idx="1668">
                  <c:v>#N/A</c:v>
                </c:pt>
                <c:pt idx="1669">
                  <c:v>#N/A</c:v>
                </c:pt>
                <c:pt idx="1670">
                  <c:v>#N/A</c:v>
                </c:pt>
                <c:pt idx="1671">
                  <c:v>#N/A</c:v>
                </c:pt>
                <c:pt idx="1672">
                  <c:v>#N/A</c:v>
                </c:pt>
                <c:pt idx="1673">
                  <c:v>#N/A</c:v>
                </c:pt>
                <c:pt idx="1674">
                  <c:v>#N/A</c:v>
                </c:pt>
                <c:pt idx="1675">
                  <c:v>#N/A</c:v>
                </c:pt>
                <c:pt idx="1676">
                  <c:v>#N/A</c:v>
                </c:pt>
                <c:pt idx="1677">
                  <c:v>#N/A</c:v>
                </c:pt>
                <c:pt idx="1678">
                  <c:v>#N/A</c:v>
                </c:pt>
                <c:pt idx="1679">
                  <c:v>#N/A</c:v>
                </c:pt>
                <c:pt idx="1680">
                  <c:v>#N/A</c:v>
                </c:pt>
                <c:pt idx="1681">
                  <c:v>#N/A</c:v>
                </c:pt>
                <c:pt idx="1682">
                  <c:v>#N/A</c:v>
                </c:pt>
                <c:pt idx="1683">
                  <c:v>#N/A</c:v>
                </c:pt>
                <c:pt idx="1684">
                  <c:v>#N/A</c:v>
                </c:pt>
                <c:pt idx="1685">
                  <c:v>#N/A</c:v>
                </c:pt>
                <c:pt idx="1686">
                  <c:v>#N/A</c:v>
                </c:pt>
                <c:pt idx="1687">
                  <c:v>#N/A</c:v>
                </c:pt>
                <c:pt idx="1688">
                  <c:v>#N/A</c:v>
                </c:pt>
                <c:pt idx="1689">
                  <c:v>#N/A</c:v>
                </c:pt>
                <c:pt idx="1690">
                  <c:v>#N/A</c:v>
                </c:pt>
                <c:pt idx="1691">
                  <c:v>#N/A</c:v>
                </c:pt>
                <c:pt idx="1692">
                  <c:v>#N/A</c:v>
                </c:pt>
                <c:pt idx="1693">
                  <c:v>#N/A</c:v>
                </c:pt>
                <c:pt idx="1694">
                  <c:v>#N/A</c:v>
                </c:pt>
                <c:pt idx="1695">
                  <c:v>#N/A</c:v>
                </c:pt>
                <c:pt idx="1696">
                  <c:v>#N/A</c:v>
                </c:pt>
                <c:pt idx="1697">
                  <c:v>#N/A</c:v>
                </c:pt>
                <c:pt idx="1698">
                  <c:v>#N/A</c:v>
                </c:pt>
                <c:pt idx="1699">
                  <c:v>#N/A</c:v>
                </c:pt>
                <c:pt idx="1700">
                  <c:v>#N/A</c:v>
                </c:pt>
                <c:pt idx="1701">
                  <c:v>#N/A</c:v>
                </c:pt>
                <c:pt idx="1702">
                  <c:v>#N/A</c:v>
                </c:pt>
                <c:pt idx="1703">
                  <c:v>#N/A</c:v>
                </c:pt>
                <c:pt idx="1704">
                  <c:v>#N/A</c:v>
                </c:pt>
                <c:pt idx="1705">
                  <c:v>#N/A</c:v>
                </c:pt>
                <c:pt idx="1706">
                  <c:v>#N/A</c:v>
                </c:pt>
                <c:pt idx="1707">
                  <c:v>#N/A</c:v>
                </c:pt>
                <c:pt idx="1708">
                  <c:v>#N/A</c:v>
                </c:pt>
                <c:pt idx="1709">
                  <c:v>#N/A</c:v>
                </c:pt>
                <c:pt idx="1710">
                  <c:v>#N/A</c:v>
                </c:pt>
                <c:pt idx="1711">
                  <c:v>#N/A</c:v>
                </c:pt>
                <c:pt idx="1712">
                  <c:v>#N/A</c:v>
                </c:pt>
                <c:pt idx="1713">
                  <c:v>#N/A</c:v>
                </c:pt>
                <c:pt idx="1714">
                  <c:v>#N/A</c:v>
                </c:pt>
                <c:pt idx="1715">
                  <c:v>#N/A</c:v>
                </c:pt>
                <c:pt idx="1716">
                  <c:v>#N/A</c:v>
                </c:pt>
                <c:pt idx="1717">
                  <c:v>#N/A</c:v>
                </c:pt>
                <c:pt idx="1718">
                  <c:v>#N/A</c:v>
                </c:pt>
                <c:pt idx="1719">
                  <c:v>#N/A</c:v>
                </c:pt>
                <c:pt idx="1720">
                  <c:v>#N/A</c:v>
                </c:pt>
                <c:pt idx="1721">
                  <c:v>#N/A</c:v>
                </c:pt>
                <c:pt idx="1722">
                  <c:v>#N/A</c:v>
                </c:pt>
                <c:pt idx="1723">
                  <c:v>#N/A</c:v>
                </c:pt>
                <c:pt idx="1724">
                  <c:v>#N/A</c:v>
                </c:pt>
                <c:pt idx="1725">
                  <c:v>#N/A</c:v>
                </c:pt>
                <c:pt idx="1726">
                  <c:v>#N/A</c:v>
                </c:pt>
                <c:pt idx="1727">
                  <c:v>#N/A</c:v>
                </c:pt>
                <c:pt idx="1728">
                  <c:v>#N/A</c:v>
                </c:pt>
                <c:pt idx="1729">
                  <c:v>#N/A</c:v>
                </c:pt>
                <c:pt idx="1730">
                  <c:v>#N/A</c:v>
                </c:pt>
                <c:pt idx="1731">
                  <c:v>#N/A</c:v>
                </c:pt>
                <c:pt idx="1732">
                  <c:v>#N/A</c:v>
                </c:pt>
                <c:pt idx="1733">
                  <c:v>#N/A</c:v>
                </c:pt>
                <c:pt idx="1734">
                  <c:v>#N/A</c:v>
                </c:pt>
                <c:pt idx="1735">
                  <c:v>#N/A</c:v>
                </c:pt>
                <c:pt idx="1736">
                  <c:v>#N/A</c:v>
                </c:pt>
                <c:pt idx="1737">
                  <c:v>#N/A</c:v>
                </c:pt>
                <c:pt idx="1738">
                  <c:v>#N/A</c:v>
                </c:pt>
                <c:pt idx="1739">
                  <c:v>#N/A</c:v>
                </c:pt>
                <c:pt idx="1740">
                  <c:v>#N/A</c:v>
                </c:pt>
                <c:pt idx="1741">
                  <c:v>#N/A</c:v>
                </c:pt>
                <c:pt idx="1742">
                  <c:v>#N/A</c:v>
                </c:pt>
                <c:pt idx="1743">
                  <c:v>#N/A</c:v>
                </c:pt>
                <c:pt idx="1744">
                  <c:v>#N/A</c:v>
                </c:pt>
                <c:pt idx="1745">
                  <c:v>#N/A</c:v>
                </c:pt>
                <c:pt idx="1746">
                  <c:v>#N/A</c:v>
                </c:pt>
                <c:pt idx="1747">
                  <c:v>#N/A</c:v>
                </c:pt>
                <c:pt idx="1748">
                  <c:v>#N/A</c:v>
                </c:pt>
                <c:pt idx="1749">
                  <c:v>#N/A</c:v>
                </c:pt>
                <c:pt idx="1750">
                  <c:v>#N/A</c:v>
                </c:pt>
                <c:pt idx="1751">
                  <c:v>#N/A</c:v>
                </c:pt>
                <c:pt idx="1752">
                  <c:v>#N/A</c:v>
                </c:pt>
                <c:pt idx="1753">
                  <c:v>#N/A</c:v>
                </c:pt>
                <c:pt idx="1754">
                  <c:v>#N/A</c:v>
                </c:pt>
                <c:pt idx="1755">
                  <c:v>#N/A</c:v>
                </c:pt>
                <c:pt idx="1756">
                  <c:v>#N/A</c:v>
                </c:pt>
                <c:pt idx="1757">
                  <c:v>#N/A</c:v>
                </c:pt>
                <c:pt idx="1758">
                  <c:v>#N/A</c:v>
                </c:pt>
                <c:pt idx="1759">
                  <c:v>#N/A</c:v>
                </c:pt>
                <c:pt idx="1760">
                  <c:v>#N/A</c:v>
                </c:pt>
                <c:pt idx="1761">
                  <c:v>#N/A</c:v>
                </c:pt>
                <c:pt idx="1762">
                  <c:v>#N/A</c:v>
                </c:pt>
                <c:pt idx="1763">
                  <c:v>#N/A</c:v>
                </c:pt>
                <c:pt idx="1764">
                  <c:v>#N/A</c:v>
                </c:pt>
                <c:pt idx="1765">
                  <c:v>#N/A</c:v>
                </c:pt>
                <c:pt idx="1766">
                  <c:v>#N/A</c:v>
                </c:pt>
                <c:pt idx="1767">
                  <c:v>#N/A</c:v>
                </c:pt>
                <c:pt idx="1768">
                  <c:v>#N/A</c:v>
                </c:pt>
                <c:pt idx="1769">
                  <c:v>#N/A</c:v>
                </c:pt>
                <c:pt idx="1770">
                  <c:v>#N/A</c:v>
                </c:pt>
                <c:pt idx="1771">
                  <c:v>#N/A</c:v>
                </c:pt>
                <c:pt idx="1772">
                  <c:v>#N/A</c:v>
                </c:pt>
                <c:pt idx="1773">
                  <c:v>#N/A</c:v>
                </c:pt>
                <c:pt idx="1774">
                  <c:v>#N/A</c:v>
                </c:pt>
                <c:pt idx="1775">
                  <c:v>#N/A</c:v>
                </c:pt>
                <c:pt idx="1776">
                  <c:v>#N/A</c:v>
                </c:pt>
                <c:pt idx="1777">
                  <c:v>#N/A</c:v>
                </c:pt>
                <c:pt idx="1778">
                  <c:v>#N/A</c:v>
                </c:pt>
                <c:pt idx="1779">
                  <c:v>#N/A</c:v>
                </c:pt>
                <c:pt idx="1780">
                  <c:v>#N/A</c:v>
                </c:pt>
                <c:pt idx="1781">
                  <c:v>#N/A</c:v>
                </c:pt>
                <c:pt idx="1782">
                  <c:v>#N/A</c:v>
                </c:pt>
                <c:pt idx="1783">
                  <c:v>#N/A</c:v>
                </c:pt>
                <c:pt idx="1784">
                  <c:v>#N/A</c:v>
                </c:pt>
                <c:pt idx="1785">
                  <c:v>#N/A</c:v>
                </c:pt>
                <c:pt idx="1786">
                  <c:v>#N/A</c:v>
                </c:pt>
                <c:pt idx="1787">
                  <c:v>#N/A</c:v>
                </c:pt>
                <c:pt idx="1788">
                  <c:v>#N/A</c:v>
                </c:pt>
                <c:pt idx="1789">
                  <c:v>#N/A</c:v>
                </c:pt>
                <c:pt idx="1790">
                  <c:v>#N/A</c:v>
                </c:pt>
                <c:pt idx="1791">
                  <c:v>#N/A</c:v>
                </c:pt>
                <c:pt idx="1792">
                  <c:v>#N/A</c:v>
                </c:pt>
                <c:pt idx="1793">
                  <c:v>#N/A</c:v>
                </c:pt>
                <c:pt idx="1794">
                  <c:v>#N/A</c:v>
                </c:pt>
                <c:pt idx="1795">
                  <c:v>#N/A</c:v>
                </c:pt>
                <c:pt idx="1796">
                  <c:v>#N/A</c:v>
                </c:pt>
                <c:pt idx="1797">
                  <c:v>#N/A</c:v>
                </c:pt>
                <c:pt idx="1798">
                  <c:v>#N/A</c:v>
                </c:pt>
                <c:pt idx="1799">
                  <c:v>#N/A</c:v>
                </c:pt>
                <c:pt idx="1800">
                  <c:v>#N/A</c:v>
                </c:pt>
                <c:pt idx="1801">
                  <c:v>#N/A</c:v>
                </c:pt>
                <c:pt idx="1802">
                  <c:v>#N/A</c:v>
                </c:pt>
                <c:pt idx="1803">
                  <c:v>#N/A</c:v>
                </c:pt>
                <c:pt idx="1804">
                  <c:v>#N/A</c:v>
                </c:pt>
                <c:pt idx="1805">
                  <c:v>#N/A</c:v>
                </c:pt>
                <c:pt idx="1806">
                  <c:v>#N/A</c:v>
                </c:pt>
                <c:pt idx="1807">
                  <c:v>#N/A</c:v>
                </c:pt>
                <c:pt idx="1808">
                  <c:v>#N/A</c:v>
                </c:pt>
                <c:pt idx="1809">
                  <c:v>#N/A</c:v>
                </c:pt>
                <c:pt idx="1810">
                  <c:v>#N/A</c:v>
                </c:pt>
                <c:pt idx="1811">
                  <c:v>#N/A</c:v>
                </c:pt>
                <c:pt idx="1812">
                  <c:v>#N/A</c:v>
                </c:pt>
                <c:pt idx="1813">
                  <c:v>#N/A</c:v>
                </c:pt>
                <c:pt idx="1814">
                  <c:v>#N/A</c:v>
                </c:pt>
                <c:pt idx="1815">
                  <c:v>#N/A</c:v>
                </c:pt>
                <c:pt idx="1816">
                  <c:v>#N/A</c:v>
                </c:pt>
                <c:pt idx="1817">
                  <c:v>#N/A</c:v>
                </c:pt>
                <c:pt idx="1818">
                  <c:v>#N/A</c:v>
                </c:pt>
                <c:pt idx="1819">
                  <c:v>#N/A</c:v>
                </c:pt>
                <c:pt idx="1820">
                  <c:v>#N/A</c:v>
                </c:pt>
                <c:pt idx="1821">
                  <c:v>#N/A</c:v>
                </c:pt>
                <c:pt idx="1822">
                  <c:v>#N/A</c:v>
                </c:pt>
                <c:pt idx="1823">
                  <c:v>#N/A</c:v>
                </c:pt>
                <c:pt idx="1824">
                  <c:v>#N/A</c:v>
                </c:pt>
                <c:pt idx="1825">
                  <c:v>#N/A</c:v>
                </c:pt>
                <c:pt idx="1826">
                  <c:v>#N/A</c:v>
                </c:pt>
                <c:pt idx="1827">
                  <c:v>#N/A</c:v>
                </c:pt>
                <c:pt idx="1828">
                  <c:v>#N/A</c:v>
                </c:pt>
                <c:pt idx="1829">
                  <c:v>#N/A</c:v>
                </c:pt>
                <c:pt idx="1830">
                  <c:v>#N/A</c:v>
                </c:pt>
                <c:pt idx="1831">
                  <c:v>#N/A</c:v>
                </c:pt>
                <c:pt idx="1832">
                  <c:v>#N/A</c:v>
                </c:pt>
                <c:pt idx="1833">
                  <c:v>#N/A</c:v>
                </c:pt>
                <c:pt idx="1834">
                  <c:v>#N/A</c:v>
                </c:pt>
                <c:pt idx="1835">
                  <c:v>#N/A</c:v>
                </c:pt>
                <c:pt idx="1836">
                  <c:v>#N/A</c:v>
                </c:pt>
                <c:pt idx="1837">
                  <c:v>#N/A</c:v>
                </c:pt>
                <c:pt idx="1838">
                  <c:v>#N/A</c:v>
                </c:pt>
                <c:pt idx="1839">
                  <c:v>#N/A</c:v>
                </c:pt>
                <c:pt idx="1840">
                  <c:v>#N/A</c:v>
                </c:pt>
                <c:pt idx="1841">
                  <c:v>#N/A</c:v>
                </c:pt>
                <c:pt idx="1842">
                  <c:v>#N/A</c:v>
                </c:pt>
                <c:pt idx="1843">
                  <c:v>#N/A</c:v>
                </c:pt>
                <c:pt idx="1844">
                  <c:v>#N/A</c:v>
                </c:pt>
                <c:pt idx="1845">
                  <c:v>#N/A</c:v>
                </c:pt>
                <c:pt idx="1846">
                  <c:v>#N/A</c:v>
                </c:pt>
                <c:pt idx="1847">
                  <c:v>#N/A</c:v>
                </c:pt>
                <c:pt idx="1848">
                  <c:v>#N/A</c:v>
                </c:pt>
                <c:pt idx="1849">
                  <c:v>#N/A</c:v>
                </c:pt>
                <c:pt idx="1850">
                  <c:v>#N/A</c:v>
                </c:pt>
                <c:pt idx="1851">
                  <c:v>#N/A</c:v>
                </c:pt>
                <c:pt idx="1852">
                  <c:v>#N/A</c:v>
                </c:pt>
                <c:pt idx="1853">
                  <c:v>#N/A</c:v>
                </c:pt>
                <c:pt idx="1854">
                  <c:v>#N/A</c:v>
                </c:pt>
                <c:pt idx="1855">
                  <c:v>#N/A</c:v>
                </c:pt>
                <c:pt idx="1856">
                  <c:v>#N/A</c:v>
                </c:pt>
                <c:pt idx="1857">
                  <c:v>#N/A</c:v>
                </c:pt>
                <c:pt idx="1858">
                  <c:v>#N/A</c:v>
                </c:pt>
                <c:pt idx="1859">
                  <c:v>#N/A</c:v>
                </c:pt>
                <c:pt idx="1860">
                  <c:v>#N/A</c:v>
                </c:pt>
                <c:pt idx="1861">
                  <c:v>#N/A</c:v>
                </c:pt>
                <c:pt idx="1862">
                  <c:v>#N/A</c:v>
                </c:pt>
                <c:pt idx="1863">
                  <c:v>#N/A</c:v>
                </c:pt>
                <c:pt idx="1864">
                  <c:v>#N/A</c:v>
                </c:pt>
                <c:pt idx="1865">
                  <c:v>#N/A</c:v>
                </c:pt>
                <c:pt idx="1866">
                  <c:v>#N/A</c:v>
                </c:pt>
                <c:pt idx="1867">
                  <c:v>#N/A</c:v>
                </c:pt>
                <c:pt idx="1868">
                  <c:v>#N/A</c:v>
                </c:pt>
                <c:pt idx="1869">
                  <c:v>#N/A</c:v>
                </c:pt>
                <c:pt idx="1870">
                  <c:v>#N/A</c:v>
                </c:pt>
                <c:pt idx="1871">
                  <c:v>#N/A</c:v>
                </c:pt>
                <c:pt idx="1872">
                  <c:v>#N/A</c:v>
                </c:pt>
                <c:pt idx="1873">
                  <c:v>#N/A</c:v>
                </c:pt>
                <c:pt idx="1874">
                  <c:v>#N/A</c:v>
                </c:pt>
                <c:pt idx="1875">
                  <c:v>#N/A</c:v>
                </c:pt>
                <c:pt idx="1876">
                  <c:v>#N/A</c:v>
                </c:pt>
                <c:pt idx="1877">
                  <c:v>#N/A</c:v>
                </c:pt>
                <c:pt idx="1878">
                  <c:v>#N/A</c:v>
                </c:pt>
                <c:pt idx="1879">
                  <c:v>#N/A</c:v>
                </c:pt>
                <c:pt idx="1880">
                  <c:v>#N/A</c:v>
                </c:pt>
                <c:pt idx="1881">
                  <c:v>#N/A</c:v>
                </c:pt>
                <c:pt idx="1882">
                  <c:v>#N/A</c:v>
                </c:pt>
                <c:pt idx="1883">
                  <c:v>#N/A</c:v>
                </c:pt>
                <c:pt idx="1884">
                  <c:v>#N/A</c:v>
                </c:pt>
                <c:pt idx="1885">
                  <c:v>#N/A</c:v>
                </c:pt>
                <c:pt idx="1886">
                  <c:v>#N/A</c:v>
                </c:pt>
                <c:pt idx="1887">
                  <c:v>#N/A</c:v>
                </c:pt>
                <c:pt idx="1888">
                  <c:v>#N/A</c:v>
                </c:pt>
                <c:pt idx="1889">
                  <c:v>#N/A</c:v>
                </c:pt>
                <c:pt idx="1890">
                  <c:v>#N/A</c:v>
                </c:pt>
                <c:pt idx="1891">
                  <c:v>#N/A</c:v>
                </c:pt>
                <c:pt idx="1892">
                  <c:v>#N/A</c:v>
                </c:pt>
                <c:pt idx="1893">
                  <c:v>#N/A</c:v>
                </c:pt>
                <c:pt idx="1894">
                  <c:v>#N/A</c:v>
                </c:pt>
                <c:pt idx="1895">
                  <c:v>#N/A</c:v>
                </c:pt>
                <c:pt idx="1896">
                  <c:v>#N/A</c:v>
                </c:pt>
                <c:pt idx="1897">
                  <c:v>#N/A</c:v>
                </c:pt>
                <c:pt idx="1898">
                  <c:v>#N/A</c:v>
                </c:pt>
                <c:pt idx="1899">
                  <c:v>#N/A</c:v>
                </c:pt>
                <c:pt idx="1900">
                  <c:v>#N/A</c:v>
                </c:pt>
                <c:pt idx="1901">
                  <c:v>#N/A</c:v>
                </c:pt>
                <c:pt idx="1902">
                  <c:v>#N/A</c:v>
                </c:pt>
                <c:pt idx="1903">
                  <c:v>#N/A</c:v>
                </c:pt>
                <c:pt idx="1904">
                  <c:v>#N/A</c:v>
                </c:pt>
                <c:pt idx="1905">
                  <c:v>#N/A</c:v>
                </c:pt>
                <c:pt idx="1906">
                  <c:v>#N/A</c:v>
                </c:pt>
                <c:pt idx="1907">
                  <c:v>#N/A</c:v>
                </c:pt>
                <c:pt idx="1908">
                  <c:v>#N/A</c:v>
                </c:pt>
                <c:pt idx="1909">
                  <c:v>#N/A</c:v>
                </c:pt>
                <c:pt idx="1910">
                  <c:v>#N/A</c:v>
                </c:pt>
                <c:pt idx="1911">
                  <c:v>#N/A</c:v>
                </c:pt>
                <c:pt idx="1912">
                  <c:v>#N/A</c:v>
                </c:pt>
                <c:pt idx="1913">
                  <c:v>#N/A</c:v>
                </c:pt>
                <c:pt idx="1914">
                  <c:v>#N/A</c:v>
                </c:pt>
                <c:pt idx="1915">
                  <c:v>#N/A</c:v>
                </c:pt>
                <c:pt idx="1916">
                  <c:v>#N/A</c:v>
                </c:pt>
                <c:pt idx="1917">
                  <c:v>#N/A</c:v>
                </c:pt>
                <c:pt idx="1918">
                  <c:v>#N/A</c:v>
                </c:pt>
                <c:pt idx="1919">
                  <c:v>#N/A</c:v>
                </c:pt>
                <c:pt idx="1920">
                  <c:v>#N/A</c:v>
                </c:pt>
                <c:pt idx="1921">
                  <c:v>#N/A</c:v>
                </c:pt>
                <c:pt idx="1922">
                  <c:v>#N/A</c:v>
                </c:pt>
                <c:pt idx="1923">
                  <c:v>#N/A</c:v>
                </c:pt>
                <c:pt idx="1924">
                  <c:v>#N/A</c:v>
                </c:pt>
                <c:pt idx="1925">
                  <c:v>#N/A</c:v>
                </c:pt>
                <c:pt idx="1926">
                  <c:v>#N/A</c:v>
                </c:pt>
                <c:pt idx="1927">
                  <c:v>#N/A</c:v>
                </c:pt>
                <c:pt idx="1928">
                  <c:v>#N/A</c:v>
                </c:pt>
                <c:pt idx="1929">
                  <c:v>#N/A</c:v>
                </c:pt>
                <c:pt idx="1930">
                  <c:v>#N/A</c:v>
                </c:pt>
                <c:pt idx="1931">
                  <c:v>#N/A</c:v>
                </c:pt>
                <c:pt idx="1932">
                  <c:v>#N/A</c:v>
                </c:pt>
                <c:pt idx="1933">
                  <c:v>#N/A</c:v>
                </c:pt>
                <c:pt idx="1934">
                  <c:v>#N/A</c:v>
                </c:pt>
                <c:pt idx="1935">
                  <c:v>#N/A</c:v>
                </c:pt>
                <c:pt idx="1936">
                  <c:v>#N/A</c:v>
                </c:pt>
                <c:pt idx="1937">
                  <c:v>#N/A</c:v>
                </c:pt>
                <c:pt idx="1938">
                  <c:v>#N/A</c:v>
                </c:pt>
                <c:pt idx="1939">
                  <c:v>#N/A</c:v>
                </c:pt>
                <c:pt idx="1940">
                  <c:v>#N/A</c:v>
                </c:pt>
                <c:pt idx="1941">
                  <c:v>#N/A</c:v>
                </c:pt>
                <c:pt idx="1942">
                  <c:v>#N/A</c:v>
                </c:pt>
                <c:pt idx="1943">
                  <c:v>#N/A</c:v>
                </c:pt>
                <c:pt idx="1944">
                  <c:v>#N/A</c:v>
                </c:pt>
                <c:pt idx="1945">
                  <c:v>#N/A</c:v>
                </c:pt>
                <c:pt idx="1946">
                  <c:v>#N/A</c:v>
                </c:pt>
                <c:pt idx="1947">
                  <c:v>#N/A</c:v>
                </c:pt>
                <c:pt idx="1948">
                  <c:v>#N/A</c:v>
                </c:pt>
                <c:pt idx="1949">
                  <c:v>#N/A</c:v>
                </c:pt>
                <c:pt idx="1950">
                  <c:v>#N/A</c:v>
                </c:pt>
                <c:pt idx="1951">
                  <c:v>#N/A</c:v>
                </c:pt>
                <c:pt idx="1952">
                  <c:v>#N/A</c:v>
                </c:pt>
                <c:pt idx="1953">
                  <c:v>#N/A</c:v>
                </c:pt>
                <c:pt idx="1954">
                  <c:v>#N/A</c:v>
                </c:pt>
                <c:pt idx="1955">
                  <c:v>#N/A</c:v>
                </c:pt>
                <c:pt idx="1956">
                  <c:v>#N/A</c:v>
                </c:pt>
                <c:pt idx="1957">
                  <c:v>#N/A</c:v>
                </c:pt>
                <c:pt idx="1958">
                  <c:v>#N/A</c:v>
                </c:pt>
                <c:pt idx="1959">
                  <c:v>#N/A</c:v>
                </c:pt>
                <c:pt idx="1960">
                  <c:v>#N/A</c:v>
                </c:pt>
                <c:pt idx="1961">
                  <c:v>#N/A</c:v>
                </c:pt>
                <c:pt idx="1962">
                  <c:v>#N/A</c:v>
                </c:pt>
                <c:pt idx="1963">
                  <c:v>#N/A</c:v>
                </c:pt>
                <c:pt idx="1964">
                  <c:v>#N/A</c:v>
                </c:pt>
                <c:pt idx="1965">
                  <c:v>#N/A</c:v>
                </c:pt>
                <c:pt idx="1966">
                  <c:v>#N/A</c:v>
                </c:pt>
                <c:pt idx="1967">
                  <c:v>#N/A</c:v>
                </c:pt>
                <c:pt idx="1968">
                  <c:v>#N/A</c:v>
                </c:pt>
                <c:pt idx="1969">
                  <c:v>#N/A</c:v>
                </c:pt>
                <c:pt idx="1970">
                  <c:v>#N/A</c:v>
                </c:pt>
                <c:pt idx="1971">
                  <c:v>#N/A</c:v>
                </c:pt>
                <c:pt idx="1972">
                  <c:v>#N/A</c:v>
                </c:pt>
                <c:pt idx="1973">
                  <c:v>#N/A</c:v>
                </c:pt>
                <c:pt idx="1974">
                  <c:v>#N/A</c:v>
                </c:pt>
                <c:pt idx="1975">
                  <c:v>#N/A</c:v>
                </c:pt>
                <c:pt idx="1976">
                  <c:v>#N/A</c:v>
                </c:pt>
                <c:pt idx="1977">
                  <c:v>#N/A</c:v>
                </c:pt>
                <c:pt idx="1978">
                  <c:v>#N/A</c:v>
                </c:pt>
                <c:pt idx="1979">
                  <c:v>#N/A</c:v>
                </c:pt>
                <c:pt idx="1980">
                  <c:v>#N/A</c:v>
                </c:pt>
                <c:pt idx="1981">
                  <c:v>#N/A</c:v>
                </c:pt>
                <c:pt idx="1982">
                  <c:v>#N/A</c:v>
                </c:pt>
                <c:pt idx="1983">
                  <c:v>#N/A</c:v>
                </c:pt>
                <c:pt idx="1984">
                  <c:v>#N/A</c:v>
                </c:pt>
                <c:pt idx="1985">
                  <c:v>#N/A</c:v>
                </c:pt>
                <c:pt idx="1986">
                  <c:v>#N/A</c:v>
                </c:pt>
                <c:pt idx="1987">
                  <c:v>#N/A</c:v>
                </c:pt>
                <c:pt idx="1988">
                  <c:v>#N/A</c:v>
                </c:pt>
                <c:pt idx="1989">
                  <c:v>#N/A</c:v>
                </c:pt>
                <c:pt idx="1990">
                  <c:v>#N/A</c:v>
                </c:pt>
                <c:pt idx="1991">
                  <c:v>#N/A</c:v>
                </c:pt>
                <c:pt idx="1992">
                  <c:v>#N/A</c:v>
                </c:pt>
                <c:pt idx="1993">
                  <c:v>#N/A</c:v>
                </c:pt>
                <c:pt idx="1994">
                  <c:v>#N/A</c:v>
                </c:pt>
                <c:pt idx="1995">
                  <c:v>#N/A</c:v>
                </c:pt>
                <c:pt idx="1996">
                  <c:v>#N/A</c:v>
                </c:pt>
                <c:pt idx="1997">
                  <c:v>#N/A</c:v>
                </c:pt>
                <c:pt idx="1998">
                  <c:v>#N/A</c:v>
                </c:pt>
                <c:pt idx="1999">
                  <c:v>#N/A</c:v>
                </c:pt>
                <c:pt idx="2000">
                  <c:v>#N/A</c:v>
                </c:pt>
                <c:pt idx="2001">
                  <c:v>#N/A</c:v>
                </c:pt>
                <c:pt idx="2002">
                  <c:v>#N/A</c:v>
                </c:pt>
                <c:pt idx="2003">
                  <c:v>#N/A</c:v>
                </c:pt>
                <c:pt idx="2004">
                  <c:v>#N/A</c:v>
                </c:pt>
                <c:pt idx="2005">
                  <c:v>#N/A</c:v>
                </c:pt>
                <c:pt idx="2006">
                  <c:v>#N/A</c:v>
                </c:pt>
                <c:pt idx="2007">
                  <c:v>#N/A</c:v>
                </c:pt>
                <c:pt idx="2008">
                  <c:v>#N/A</c:v>
                </c:pt>
                <c:pt idx="2009">
                  <c:v>#N/A</c:v>
                </c:pt>
                <c:pt idx="2010">
                  <c:v>#N/A</c:v>
                </c:pt>
                <c:pt idx="2011">
                  <c:v>#N/A</c:v>
                </c:pt>
                <c:pt idx="2012">
                  <c:v>#N/A</c:v>
                </c:pt>
                <c:pt idx="2013">
                  <c:v>#N/A</c:v>
                </c:pt>
                <c:pt idx="2014">
                  <c:v>#N/A</c:v>
                </c:pt>
                <c:pt idx="2015">
                  <c:v>#N/A</c:v>
                </c:pt>
                <c:pt idx="2016">
                  <c:v>#N/A</c:v>
                </c:pt>
                <c:pt idx="2017">
                  <c:v>#N/A</c:v>
                </c:pt>
                <c:pt idx="2018">
                  <c:v>#N/A</c:v>
                </c:pt>
                <c:pt idx="2019">
                  <c:v>#N/A</c:v>
                </c:pt>
                <c:pt idx="2020">
                  <c:v>#N/A</c:v>
                </c:pt>
                <c:pt idx="2021">
                  <c:v>#N/A</c:v>
                </c:pt>
                <c:pt idx="2022">
                  <c:v>#N/A</c:v>
                </c:pt>
                <c:pt idx="2023">
                  <c:v>#N/A</c:v>
                </c:pt>
                <c:pt idx="2024">
                  <c:v>#N/A</c:v>
                </c:pt>
                <c:pt idx="2025">
                  <c:v>#N/A</c:v>
                </c:pt>
                <c:pt idx="2026">
                  <c:v>#N/A</c:v>
                </c:pt>
                <c:pt idx="2027">
                  <c:v>#N/A</c:v>
                </c:pt>
                <c:pt idx="2028">
                  <c:v>#N/A</c:v>
                </c:pt>
                <c:pt idx="2029">
                  <c:v>#N/A</c:v>
                </c:pt>
                <c:pt idx="2030">
                  <c:v>#N/A</c:v>
                </c:pt>
                <c:pt idx="2031">
                  <c:v>#N/A</c:v>
                </c:pt>
                <c:pt idx="2032">
                  <c:v>#N/A</c:v>
                </c:pt>
                <c:pt idx="2033">
                  <c:v>#N/A</c:v>
                </c:pt>
                <c:pt idx="2034">
                  <c:v>#N/A</c:v>
                </c:pt>
                <c:pt idx="2035">
                  <c:v>#N/A</c:v>
                </c:pt>
                <c:pt idx="2036">
                  <c:v>#N/A</c:v>
                </c:pt>
                <c:pt idx="2037">
                  <c:v>#N/A</c:v>
                </c:pt>
                <c:pt idx="2038">
                  <c:v>#N/A</c:v>
                </c:pt>
                <c:pt idx="2039">
                  <c:v>#N/A</c:v>
                </c:pt>
                <c:pt idx="2040">
                  <c:v>#N/A</c:v>
                </c:pt>
                <c:pt idx="2041">
                  <c:v>#N/A</c:v>
                </c:pt>
                <c:pt idx="2042">
                  <c:v>#N/A</c:v>
                </c:pt>
                <c:pt idx="2043">
                  <c:v>#N/A</c:v>
                </c:pt>
                <c:pt idx="2044">
                  <c:v>#N/A</c:v>
                </c:pt>
                <c:pt idx="2045">
                  <c:v>#N/A</c:v>
                </c:pt>
                <c:pt idx="2046">
                  <c:v>#N/A</c:v>
                </c:pt>
                <c:pt idx="2047">
                  <c:v>#N/A</c:v>
                </c:pt>
                <c:pt idx="2048">
                  <c:v>#N/A</c:v>
                </c:pt>
                <c:pt idx="2049">
                  <c:v>#N/A</c:v>
                </c:pt>
                <c:pt idx="2050">
                  <c:v>#N/A</c:v>
                </c:pt>
                <c:pt idx="2051">
                  <c:v>#N/A</c:v>
                </c:pt>
                <c:pt idx="2052">
                  <c:v>#N/A</c:v>
                </c:pt>
                <c:pt idx="2053">
                  <c:v>#N/A</c:v>
                </c:pt>
                <c:pt idx="2054">
                  <c:v>#N/A</c:v>
                </c:pt>
                <c:pt idx="2055">
                  <c:v>#N/A</c:v>
                </c:pt>
                <c:pt idx="2056">
                  <c:v>#N/A</c:v>
                </c:pt>
                <c:pt idx="2057">
                  <c:v>#N/A</c:v>
                </c:pt>
                <c:pt idx="2058">
                  <c:v>#N/A</c:v>
                </c:pt>
                <c:pt idx="2059">
                  <c:v>#N/A</c:v>
                </c:pt>
                <c:pt idx="2060">
                  <c:v>#N/A</c:v>
                </c:pt>
                <c:pt idx="2061">
                  <c:v>#N/A</c:v>
                </c:pt>
                <c:pt idx="2062">
                  <c:v>#N/A</c:v>
                </c:pt>
                <c:pt idx="2063">
                  <c:v>#N/A</c:v>
                </c:pt>
                <c:pt idx="2064">
                  <c:v>#N/A</c:v>
                </c:pt>
                <c:pt idx="2065">
                  <c:v>#N/A</c:v>
                </c:pt>
                <c:pt idx="2066">
                  <c:v>#N/A</c:v>
                </c:pt>
                <c:pt idx="2067">
                  <c:v>#N/A</c:v>
                </c:pt>
                <c:pt idx="2068">
                  <c:v>#N/A</c:v>
                </c:pt>
                <c:pt idx="2069">
                  <c:v>#N/A</c:v>
                </c:pt>
                <c:pt idx="2070">
                  <c:v>#N/A</c:v>
                </c:pt>
                <c:pt idx="2071">
                  <c:v>#N/A</c:v>
                </c:pt>
                <c:pt idx="2072">
                  <c:v>#N/A</c:v>
                </c:pt>
                <c:pt idx="2073">
                  <c:v>#N/A</c:v>
                </c:pt>
                <c:pt idx="2074">
                  <c:v>#N/A</c:v>
                </c:pt>
                <c:pt idx="2075">
                  <c:v>#N/A</c:v>
                </c:pt>
                <c:pt idx="2076">
                  <c:v>#N/A</c:v>
                </c:pt>
                <c:pt idx="2077">
                  <c:v>#N/A</c:v>
                </c:pt>
                <c:pt idx="2078">
                  <c:v>#N/A</c:v>
                </c:pt>
                <c:pt idx="2079">
                  <c:v>#N/A</c:v>
                </c:pt>
                <c:pt idx="2080">
                  <c:v>#N/A</c:v>
                </c:pt>
                <c:pt idx="2081">
                  <c:v>#N/A</c:v>
                </c:pt>
                <c:pt idx="2082">
                  <c:v>#N/A</c:v>
                </c:pt>
                <c:pt idx="2083">
                  <c:v>#N/A</c:v>
                </c:pt>
                <c:pt idx="2084">
                  <c:v>#N/A</c:v>
                </c:pt>
                <c:pt idx="2085">
                  <c:v>#N/A</c:v>
                </c:pt>
                <c:pt idx="2086">
                  <c:v>#N/A</c:v>
                </c:pt>
                <c:pt idx="2087">
                  <c:v>#N/A</c:v>
                </c:pt>
                <c:pt idx="2088">
                  <c:v>#N/A</c:v>
                </c:pt>
                <c:pt idx="2089">
                  <c:v>#N/A</c:v>
                </c:pt>
                <c:pt idx="2090">
                  <c:v>#N/A</c:v>
                </c:pt>
                <c:pt idx="2091">
                  <c:v>#N/A</c:v>
                </c:pt>
                <c:pt idx="2092">
                  <c:v>#N/A</c:v>
                </c:pt>
                <c:pt idx="2093">
                  <c:v>#N/A</c:v>
                </c:pt>
                <c:pt idx="2094">
                  <c:v>#N/A</c:v>
                </c:pt>
                <c:pt idx="2095">
                  <c:v>#N/A</c:v>
                </c:pt>
                <c:pt idx="2096">
                  <c:v>#N/A</c:v>
                </c:pt>
                <c:pt idx="2097">
                  <c:v>#N/A</c:v>
                </c:pt>
                <c:pt idx="2098">
                  <c:v>#N/A</c:v>
                </c:pt>
                <c:pt idx="2099">
                  <c:v>#N/A</c:v>
                </c:pt>
                <c:pt idx="2100">
                  <c:v>#N/A</c:v>
                </c:pt>
                <c:pt idx="2101">
                  <c:v>#N/A</c:v>
                </c:pt>
                <c:pt idx="2102">
                  <c:v>#N/A</c:v>
                </c:pt>
                <c:pt idx="2103">
                  <c:v>#N/A</c:v>
                </c:pt>
                <c:pt idx="2104">
                  <c:v>#N/A</c:v>
                </c:pt>
                <c:pt idx="2105">
                  <c:v>#N/A</c:v>
                </c:pt>
                <c:pt idx="2106">
                  <c:v>#N/A</c:v>
                </c:pt>
                <c:pt idx="2107">
                  <c:v>#N/A</c:v>
                </c:pt>
                <c:pt idx="2108">
                  <c:v>#N/A</c:v>
                </c:pt>
                <c:pt idx="2109">
                  <c:v>#N/A</c:v>
                </c:pt>
                <c:pt idx="2110">
                  <c:v>#N/A</c:v>
                </c:pt>
                <c:pt idx="2111">
                  <c:v>#N/A</c:v>
                </c:pt>
                <c:pt idx="2112">
                  <c:v>#N/A</c:v>
                </c:pt>
                <c:pt idx="2113">
                  <c:v>#N/A</c:v>
                </c:pt>
                <c:pt idx="2114">
                  <c:v>#N/A</c:v>
                </c:pt>
                <c:pt idx="2115">
                  <c:v>#N/A</c:v>
                </c:pt>
                <c:pt idx="2116">
                  <c:v>#N/A</c:v>
                </c:pt>
                <c:pt idx="2117">
                  <c:v>#N/A</c:v>
                </c:pt>
                <c:pt idx="2118">
                  <c:v>#N/A</c:v>
                </c:pt>
                <c:pt idx="2119">
                  <c:v>#N/A</c:v>
                </c:pt>
                <c:pt idx="2120">
                  <c:v>#N/A</c:v>
                </c:pt>
                <c:pt idx="2121">
                  <c:v>#N/A</c:v>
                </c:pt>
                <c:pt idx="2122">
                  <c:v>#N/A</c:v>
                </c:pt>
                <c:pt idx="2123">
                  <c:v>#N/A</c:v>
                </c:pt>
                <c:pt idx="2124">
                  <c:v>#N/A</c:v>
                </c:pt>
                <c:pt idx="2125">
                  <c:v>#N/A</c:v>
                </c:pt>
                <c:pt idx="2126">
                  <c:v>#N/A</c:v>
                </c:pt>
                <c:pt idx="2127">
                  <c:v>#N/A</c:v>
                </c:pt>
                <c:pt idx="2128">
                  <c:v>#N/A</c:v>
                </c:pt>
                <c:pt idx="2129">
                  <c:v>#N/A</c:v>
                </c:pt>
                <c:pt idx="2130">
                  <c:v>#N/A</c:v>
                </c:pt>
                <c:pt idx="2131">
                  <c:v>#N/A</c:v>
                </c:pt>
                <c:pt idx="2132">
                  <c:v>#N/A</c:v>
                </c:pt>
                <c:pt idx="2133">
                  <c:v>#N/A</c:v>
                </c:pt>
                <c:pt idx="2134">
                  <c:v>#N/A</c:v>
                </c:pt>
                <c:pt idx="2135">
                  <c:v>#N/A</c:v>
                </c:pt>
                <c:pt idx="2136">
                  <c:v>#N/A</c:v>
                </c:pt>
                <c:pt idx="2137">
                  <c:v>#N/A</c:v>
                </c:pt>
                <c:pt idx="2138">
                  <c:v>#N/A</c:v>
                </c:pt>
                <c:pt idx="2139">
                  <c:v>#N/A</c:v>
                </c:pt>
                <c:pt idx="2140">
                  <c:v>#N/A</c:v>
                </c:pt>
                <c:pt idx="2141">
                  <c:v>#N/A</c:v>
                </c:pt>
                <c:pt idx="2142">
                  <c:v>#N/A</c:v>
                </c:pt>
                <c:pt idx="2143">
                  <c:v>#N/A</c:v>
                </c:pt>
                <c:pt idx="2144">
                  <c:v>#N/A</c:v>
                </c:pt>
                <c:pt idx="2145">
                  <c:v>#N/A</c:v>
                </c:pt>
                <c:pt idx="2146">
                  <c:v>#N/A</c:v>
                </c:pt>
                <c:pt idx="2147">
                  <c:v>#N/A</c:v>
                </c:pt>
                <c:pt idx="2148">
                  <c:v>#N/A</c:v>
                </c:pt>
                <c:pt idx="2149">
                  <c:v>#N/A</c:v>
                </c:pt>
                <c:pt idx="2150">
                  <c:v>#N/A</c:v>
                </c:pt>
                <c:pt idx="2151">
                  <c:v>#N/A</c:v>
                </c:pt>
                <c:pt idx="2152">
                  <c:v>#N/A</c:v>
                </c:pt>
                <c:pt idx="2153">
                  <c:v>#N/A</c:v>
                </c:pt>
                <c:pt idx="2154">
                  <c:v>#N/A</c:v>
                </c:pt>
                <c:pt idx="2155">
                  <c:v>#N/A</c:v>
                </c:pt>
                <c:pt idx="2156">
                  <c:v>#N/A</c:v>
                </c:pt>
                <c:pt idx="2157">
                  <c:v>#N/A</c:v>
                </c:pt>
                <c:pt idx="2158">
                  <c:v>#N/A</c:v>
                </c:pt>
                <c:pt idx="2159">
                  <c:v>#N/A</c:v>
                </c:pt>
                <c:pt idx="2160">
                  <c:v>#N/A</c:v>
                </c:pt>
                <c:pt idx="2161">
                  <c:v>#N/A</c:v>
                </c:pt>
                <c:pt idx="2162">
                  <c:v>#N/A</c:v>
                </c:pt>
                <c:pt idx="2163">
                  <c:v>#N/A</c:v>
                </c:pt>
                <c:pt idx="2164">
                  <c:v>#N/A</c:v>
                </c:pt>
                <c:pt idx="2165">
                  <c:v>#N/A</c:v>
                </c:pt>
                <c:pt idx="2166">
                  <c:v>#N/A</c:v>
                </c:pt>
                <c:pt idx="2167">
                  <c:v>#N/A</c:v>
                </c:pt>
                <c:pt idx="2168">
                  <c:v>#N/A</c:v>
                </c:pt>
                <c:pt idx="2169">
                  <c:v>#N/A</c:v>
                </c:pt>
                <c:pt idx="2170">
                  <c:v>#N/A</c:v>
                </c:pt>
                <c:pt idx="2171">
                  <c:v>#N/A</c:v>
                </c:pt>
                <c:pt idx="2172">
                  <c:v>#N/A</c:v>
                </c:pt>
                <c:pt idx="2173">
                  <c:v>#N/A</c:v>
                </c:pt>
                <c:pt idx="2174">
                  <c:v>#N/A</c:v>
                </c:pt>
                <c:pt idx="2175">
                  <c:v>#N/A</c:v>
                </c:pt>
                <c:pt idx="2176">
                  <c:v>#N/A</c:v>
                </c:pt>
                <c:pt idx="2177">
                  <c:v>#N/A</c:v>
                </c:pt>
                <c:pt idx="2178">
                  <c:v>#N/A</c:v>
                </c:pt>
                <c:pt idx="2179">
                  <c:v>#N/A</c:v>
                </c:pt>
                <c:pt idx="2180">
                  <c:v>#N/A</c:v>
                </c:pt>
                <c:pt idx="2181">
                  <c:v>#N/A</c:v>
                </c:pt>
                <c:pt idx="2182">
                  <c:v>#N/A</c:v>
                </c:pt>
                <c:pt idx="2183">
                  <c:v>#N/A</c:v>
                </c:pt>
                <c:pt idx="2184">
                  <c:v>#N/A</c:v>
                </c:pt>
                <c:pt idx="2185">
                  <c:v>#N/A</c:v>
                </c:pt>
                <c:pt idx="2186">
                  <c:v>#N/A</c:v>
                </c:pt>
                <c:pt idx="2187">
                  <c:v>#N/A</c:v>
                </c:pt>
                <c:pt idx="2188">
                  <c:v>#N/A</c:v>
                </c:pt>
                <c:pt idx="2189">
                  <c:v>#N/A</c:v>
                </c:pt>
                <c:pt idx="2190">
                  <c:v>#N/A</c:v>
                </c:pt>
                <c:pt idx="2191">
                  <c:v>#N/A</c:v>
                </c:pt>
                <c:pt idx="2192">
                  <c:v>#N/A</c:v>
                </c:pt>
                <c:pt idx="2193">
                  <c:v>#N/A</c:v>
                </c:pt>
                <c:pt idx="2194">
                  <c:v>#N/A</c:v>
                </c:pt>
                <c:pt idx="2195">
                  <c:v>#N/A</c:v>
                </c:pt>
                <c:pt idx="2196">
                  <c:v>#N/A</c:v>
                </c:pt>
                <c:pt idx="2197">
                  <c:v>#N/A</c:v>
                </c:pt>
                <c:pt idx="2198">
                  <c:v>#N/A</c:v>
                </c:pt>
                <c:pt idx="2199">
                  <c:v>#N/A</c:v>
                </c:pt>
                <c:pt idx="2200">
                  <c:v>#N/A</c:v>
                </c:pt>
                <c:pt idx="2201">
                  <c:v>#N/A</c:v>
                </c:pt>
                <c:pt idx="2202">
                  <c:v>#N/A</c:v>
                </c:pt>
                <c:pt idx="2203">
                  <c:v>#N/A</c:v>
                </c:pt>
                <c:pt idx="2204">
                  <c:v>#N/A</c:v>
                </c:pt>
                <c:pt idx="2205">
                  <c:v>#N/A</c:v>
                </c:pt>
                <c:pt idx="2206">
                  <c:v>#N/A</c:v>
                </c:pt>
                <c:pt idx="2207">
                  <c:v>#N/A</c:v>
                </c:pt>
                <c:pt idx="2208">
                  <c:v>#N/A</c:v>
                </c:pt>
                <c:pt idx="2209">
                  <c:v>#N/A</c:v>
                </c:pt>
                <c:pt idx="2210">
                  <c:v>#N/A</c:v>
                </c:pt>
                <c:pt idx="2211">
                  <c:v>#N/A</c:v>
                </c:pt>
                <c:pt idx="2212">
                  <c:v>#N/A</c:v>
                </c:pt>
                <c:pt idx="2213">
                  <c:v>#N/A</c:v>
                </c:pt>
                <c:pt idx="2214">
                  <c:v>#N/A</c:v>
                </c:pt>
                <c:pt idx="2215">
                  <c:v>#N/A</c:v>
                </c:pt>
                <c:pt idx="2216">
                  <c:v>#N/A</c:v>
                </c:pt>
                <c:pt idx="2217">
                  <c:v>#N/A</c:v>
                </c:pt>
                <c:pt idx="2218">
                  <c:v>#N/A</c:v>
                </c:pt>
                <c:pt idx="2219">
                  <c:v>#N/A</c:v>
                </c:pt>
                <c:pt idx="2220">
                  <c:v>#N/A</c:v>
                </c:pt>
                <c:pt idx="2221">
                  <c:v>#N/A</c:v>
                </c:pt>
                <c:pt idx="2222">
                  <c:v>#N/A</c:v>
                </c:pt>
                <c:pt idx="2223">
                  <c:v>#N/A</c:v>
                </c:pt>
                <c:pt idx="2224">
                  <c:v>#N/A</c:v>
                </c:pt>
                <c:pt idx="2225">
                  <c:v>#N/A</c:v>
                </c:pt>
                <c:pt idx="2226">
                  <c:v>#N/A</c:v>
                </c:pt>
                <c:pt idx="2227">
                  <c:v>#N/A</c:v>
                </c:pt>
                <c:pt idx="2228">
                  <c:v>#N/A</c:v>
                </c:pt>
                <c:pt idx="2229">
                  <c:v>#N/A</c:v>
                </c:pt>
                <c:pt idx="2230">
                  <c:v>#N/A</c:v>
                </c:pt>
                <c:pt idx="2231">
                  <c:v>#N/A</c:v>
                </c:pt>
                <c:pt idx="2232">
                  <c:v>#N/A</c:v>
                </c:pt>
                <c:pt idx="2233">
                  <c:v>#N/A</c:v>
                </c:pt>
                <c:pt idx="2234">
                  <c:v>#N/A</c:v>
                </c:pt>
                <c:pt idx="2235">
                  <c:v>#N/A</c:v>
                </c:pt>
                <c:pt idx="2236">
                  <c:v>#N/A</c:v>
                </c:pt>
                <c:pt idx="2237">
                  <c:v>#N/A</c:v>
                </c:pt>
                <c:pt idx="2238">
                  <c:v>#N/A</c:v>
                </c:pt>
                <c:pt idx="2239">
                  <c:v>#N/A</c:v>
                </c:pt>
                <c:pt idx="2240">
                  <c:v>#N/A</c:v>
                </c:pt>
                <c:pt idx="2241">
                  <c:v>#N/A</c:v>
                </c:pt>
                <c:pt idx="2242">
                  <c:v>#N/A</c:v>
                </c:pt>
                <c:pt idx="2243">
                  <c:v>#N/A</c:v>
                </c:pt>
                <c:pt idx="2244">
                  <c:v>#N/A</c:v>
                </c:pt>
                <c:pt idx="2245">
                  <c:v>#N/A</c:v>
                </c:pt>
                <c:pt idx="2246">
                  <c:v>#N/A</c:v>
                </c:pt>
                <c:pt idx="2247">
                  <c:v>#N/A</c:v>
                </c:pt>
                <c:pt idx="2248">
                  <c:v>#N/A</c:v>
                </c:pt>
                <c:pt idx="2249">
                  <c:v>#N/A</c:v>
                </c:pt>
                <c:pt idx="2250">
                  <c:v>#N/A</c:v>
                </c:pt>
                <c:pt idx="2251">
                  <c:v>#N/A</c:v>
                </c:pt>
                <c:pt idx="2252">
                  <c:v>#N/A</c:v>
                </c:pt>
                <c:pt idx="2253">
                  <c:v>#N/A</c:v>
                </c:pt>
                <c:pt idx="2254">
                  <c:v>#N/A</c:v>
                </c:pt>
                <c:pt idx="2255">
                  <c:v>#N/A</c:v>
                </c:pt>
                <c:pt idx="2256">
                  <c:v>#N/A</c:v>
                </c:pt>
                <c:pt idx="2257">
                  <c:v>#N/A</c:v>
                </c:pt>
                <c:pt idx="2258">
                  <c:v>#N/A</c:v>
                </c:pt>
                <c:pt idx="2259">
                  <c:v>#N/A</c:v>
                </c:pt>
                <c:pt idx="2260">
                  <c:v>#N/A</c:v>
                </c:pt>
                <c:pt idx="2261">
                  <c:v>#N/A</c:v>
                </c:pt>
                <c:pt idx="2262">
                  <c:v>#N/A</c:v>
                </c:pt>
                <c:pt idx="2263">
                  <c:v>#N/A</c:v>
                </c:pt>
                <c:pt idx="2264">
                  <c:v>#N/A</c:v>
                </c:pt>
                <c:pt idx="2265">
                  <c:v>#N/A</c:v>
                </c:pt>
                <c:pt idx="2266">
                  <c:v>#N/A</c:v>
                </c:pt>
                <c:pt idx="2267">
                  <c:v>#N/A</c:v>
                </c:pt>
                <c:pt idx="2268">
                  <c:v>#N/A</c:v>
                </c:pt>
                <c:pt idx="2269">
                  <c:v>#N/A</c:v>
                </c:pt>
                <c:pt idx="2270">
                  <c:v>#N/A</c:v>
                </c:pt>
                <c:pt idx="2271">
                  <c:v>#N/A</c:v>
                </c:pt>
                <c:pt idx="2272">
                  <c:v>#N/A</c:v>
                </c:pt>
                <c:pt idx="2273">
                  <c:v>#N/A</c:v>
                </c:pt>
                <c:pt idx="2274">
                  <c:v>#N/A</c:v>
                </c:pt>
                <c:pt idx="2275">
                  <c:v>#N/A</c:v>
                </c:pt>
                <c:pt idx="2276">
                  <c:v>#N/A</c:v>
                </c:pt>
                <c:pt idx="2277">
                  <c:v>#N/A</c:v>
                </c:pt>
                <c:pt idx="2278">
                  <c:v>#N/A</c:v>
                </c:pt>
                <c:pt idx="2279">
                  <c:v>#N/A</c:v>
                </c:pt>
                <c:pt idx="2280">
                  <c:v>#N/A</c:v>
                </c:pt>
                <c:pt idx="2281">
                  <c:v>#N/A</c:v>
                </c:pt>
                <c:pt idx="2282">
                  <c:v>#N/A</c:v>
                </c:pt>
                <c:pt idx="2283">
                  <c:v>#N/A</c:v>
                </c:pt>
                <c:pt idx="2284">
                  <c:v>#N/A</c:v>
                </c:pt>
                <c:pt idx="2285">
                  <c:v>#N/A</c:v>
                </c:pt>
                <c:pt idx="2286">
                  <c:v>#N/A</c:v>
                </c:pt>
                <c:pt idx="2287">
                  <c:v>#N/A</c:v>
                </c:pt>
                <c:pt idx="2288">
                  <c:v>#N/A</c:v>
                </c:pt>
                <c:pt idx="2289">
                  <c:v>#N/A</c:v>
                </c:pt>
                <c:pt idx="2290">
                  <c:v>#N/A</c:v>
                </c:pt>
                <c:pt idx="2291">
                  <c:v>#N/A</c:v>
                </c:pt>
                <c:pt idx="2292">
                  <c:v>#N/A</c:v>
                </c:pt>
                <c:pt idx="2293">
                  <c:v>#N/A</c:v>
                </c:pt>
                <c:pt idx="2294">
                  <c:v>#N/A</c:v>
                </c:pt>
                <c:pt idx="2295">
                  <c:v>#N/A</c:v>
                </c:pt>
                <c:pt idx="2296">
                  <c:v>#N/A</c:v>
                </c:pt>
                <c:pt idx="2297">
                  <c:v>#N/A</c:v>
                </c:pt>
                <c:pt idx="2298">
                  <c:v>#N/A</c:v>
                </c:pt>
                <c:pt idx="2299">
                  <c:v>#N/A</c:v>
                </c:pt>
                <c:pt idx="2300">
                  <c:v>#N/A</c:v>
                </c:pt>
                <c:pt idx="2301">
                  <c:v>#N/A</c:v>
                </c:pt>
                <c:pt idx="2302">
                  <c:v>#N/A</c:v>
                </c:pt>
                <c:pt idx="2303">
                  <c:v>#N/A</c:v>
                </c:pt>
                <c:pt idx="2304">
                  <c:v>#N/A</c:v>
                </c:pt>
                <c:pt idx="2305">
                  <c:v>#N/A</c:v>
                </c:pt>
                <c:pt idx="2306">
                  <c:v>#N/A</c:v>
                </c:pt>
                <c:pt idx="2307">
                  <c:v>#N/A</c:v>
                </c:pt>
                <c:pt idx="2308">
                  <c:v>#N/A</c:v>
                </c:pt>
                <c:pt idx="2309">
                  <c:v>#N/A</c:v>
                </c:pt>
                <c:pt idx="2310">
                  <c:v>#N/A</c:v>
                </c:pt>
                <c:pt idx="2311">
                  <c:v>#N/A</c:v>
                </c:pt>
                <c:pt idx="2312">
                  <c:v>#N/A</c:v>
                </c:pt>
                <c:pt idx="2313">
                  <c:v>#N/A</c:v>
                </c:pt>
                <c:pt idx="2314">
                  <c:v>#N/A</c:v>
                </c:pt>
                <c:pt idx="2315">
                  <c:v>#N/A</c:v>
                </c:pt>
                <c:pt idx="2316">
                  <c:v>#N/A</c:v>
                </c:pt>
                <c:pt idx="2317">
                  <c:v>#N/A</c:v>
                </c:pt>
                <c:pt idx="2318">
                  <c:v>#N/A</c:v>
                </c:pt>
                <c:pt idx="2319">
                  <c:v>#N/A</c:v>
                </c:pt>
                <c:pt idx="2320">
                  <c:v>#N/A</c:v>
                </c:pt>
                <c:pt idx="2321">
                  <c:v>#N/A</c:v>
                </c:pt>
                <c:pt idx="2322">
                  <c:v>#N/A</c:v>
                </c:pt>
                <c:pt idx="2323">
                  <c:v>#N/A</c:v>
                </c:pt>
                <c:pt idx="2324">
                  <c:v>#N/A</c:v>
                </c:pt>
                <c:pt idx="2325">
                  <c:v>#N/A</c:v>
                </c:pt>
                <c:pt idx="2326">
                  <c:v>#N/A</c:v>
                </c:pt>
                <c:pt idx="2327">
                  <c:v>#N/A</c:v>
                </c:pt>
                <c:pt idx="2328">
                  <c:v>#N/A</c:v>
                </c:pt>
                <c:pt idx="2329">
                  <c:v>#N/A</c:v>
                </c:pt>
                <c:pt idx="2330">
                  <c:v>#N/A</c:v>
                </c:pt>
                <c:pt idx="2331">
                  <c:v>#N/A</c:v>
                </c:pt>
                <c:pt idx="2332">
                  <c:v>#N/A</c:v>
                </c:pt>
                <c:pt idx="2333">
                  <c:v>#N/A</c:v>
                </c:pt>
                <c:pt idx="2334">
                  <c:v>#N/A</c:v>
                </c:pt>
                <c:pt idx="2335">
                  <c:v>#N/A</c:v>
                </c:pt>
                <c:pt idx="2336">
                  <c:v>#N/A</c:v>
                </c:pt>
                <c:pt idx="2337">
                  <c:v>#N/A</c:v>
                </c:pt>
                <c:pt idx="2338">
                  <c:v>#N/A</c:v>
                </c:pt>
                <c:pt idx="2339">
                  <c:v>#N/A</c:v>
                </c:pt>
                <c:pt idx="2340">
                  <c:v>#N/A</c:v>
                </c:pt>
                <c:pt idx="2341">
                  <c:v>#N/A</c:v>
                </c:pt>
                <c:pt idx="2342">
                  <c:v>#N/A</c:v>
                </c:pt>
                <c:pt idx="2343">
                  <c:v>#N/A</c:v>
                </c:pt>
                <c:pt idx="2344">
                  <c:v>#N/A</c:v>
                </c:pt>
                <c:pt idx="2345">
                  <c:v>#N/A</c:v>
                </c:pt>
                <c:pt idx="2346">
                  <c:v>#N/A</c:v>
                </c:pt>
                <c:pt idx="2347">
                  <c:v>#N/A</c:v>
                </c:pt>
                <c:pt idx="2348">
                  <c:v>#N/A</c:v>
                </c:pt>
                <c:pt idx="2349">
                  <c:v>#N/A</c:v>
                </c:pt>
                <c:pt idx="2350">
                  <c:v>#N/A</c:v>
                </c:pt>
                <c:pt idx="2351">
                  <c:v>#N/A</c:v>
                </c:pt>
                <c:pt idx="2352">
                  <c:v>#N/A</c:v>
                </c:pt>
                <c:pt idx="2353">
                  <c:v>#N/A</c:v>
                </c:pt>
                <c:pt idx="2354">
                  <c:v>#N/A</c:v>
                </c:pt>
                <c:pt idx="2355">
                  <c:v>#N/A</c:v>
                </c:pt>
                <c:pt idx="2356">
                  <c:v>#N/A</c:v>
                </c:pt>
                <c:pt idx="2357">
                  <c:v>#N/A</c:v>
                </c:pt>
                <c:pt idx="2358">
                  <c:v>#N/A</c:v>
                </c:pt>
                <c:pt idx="2359">
                  <c:v>#N/A</c:v>
                </c:pt>
                <c:pt idx="2360">
                  <c:v>#N/A</c:v>
                </c:pt>
                <c:pt idx="2361">
                  <c:v>#N/A</c:v>
                </c:pt>
                <c:pt idx="2362">
                  <c:v>#N/A</c:v>
                </c:pt>
                <c:pt idx="2363">
                  <c:v>#N/A</c:v>
                </c:pt>
                <c:pt idx="2364">
                  <c:v>#N/A</c:v>
                </c:pt>
                <c:pt idx="2365">
                  <c:v>#N/A</c:v>
                </c:pt>
                <c:pt idx="2366">
                  <c:v>#N/A</c:v>
                </c:pt>
                <c:pt idx="2367">
                  <c:v>#N/A</c:v>
                </c:pt>
                <c:pt idx="2368">
                  <c:v>#N/A</c:v>
                </c:pt>
                <c:pt idx="2369">
                  <c:v>#N/A</c:v>
                </c:pt>
                <c:pt idx="2370">
                  <c:v>#N/A</c:v>
                </c:pt>
                <c:pt idx="2371">
                  <c:v>#N/A</c:v>
                </c:pt>
                <c:pt idx="2372">
                  <c:v>#N/A</c:v>
                </c:pt>
                <c:pt idx="2373">
                  <c:v>#N/A</c:v>
                </c:pt>
                <c:pt idx="2374">
                  <c:v>#N/A</c:v>
                </c:pt>
                <c:pt idx="2375">
                  <c:v>#N/A</c:v>
                </c:pt>
                <c:pt idx="2376">
                  <c:v>#N/A</c:v>
                </c:pt>
                <c:pt idx="2377">
                  <c:v>#N/A</c:v>
                </c:pt>
                <c:pt idx="2378">
                  <c:v>#N/A</c:v>
                </c:pt>
                <c:pt idx="2379">
                  <c:v>#N/A</c:v>
                </c:pt>
                <c:pt idx="2380">
                  <c:v>#N/A</c:v>
                </c:pt>
                <c:pt idx="2381">
                  <c:v>#N/A</c:v>
                </c:pt>
                <c:pt idx="2382">
                  <c:v>#N/A</c:v>
                </c:pt>
                <c:pt idx="2383">
                  <c:v>#N/A</c:v>
                </c:pt>
                <c:pt idx="2384">
                  <c:v>#N/A</c:v>
                </c:pt>
                <c:pt idx="2385">
                  <c:v>#N/A</c:v>
                </c:pt>
                <c:pt idx="2386">
                  <c:v>#N/A</c:v>
                </c:pt>
                <c:pt idx="2387">
                  <c:v>#N/A</c:v>
                </c:pt>
                <c:pt idx="2388">
                  <c:v>#N/A</c:v>
                </c:pt>
                <c:pt idx="2389">
                  <c:v>#N/A</c:v>
                </c:pt>
                <c:pt idx="2390">
                  <c:v>#N/A</c:v>
                </c:pt>
                <c:pt idx="2391">
                  <c:v>#N/A</c:v>
                </c:pt>
                <c:pt idx="2392">
                  <c:v>#N/A</c:v>
                </c:pt>
                <c:pt idx="2393">
                  <c:v>#N/A</c:v>
                </c:pt>
                <c:pt idx="2394">
                  <c:v>#N/A</c:v>
                </c:pt>
                <c:pt idx="2395">
                  <c:v>#N/A</c:v>
                </c:pt>
                <c:pt idx="2396">
                  <c:v>#N/A</c:v>
                </c:pt>
                <c:pt idx="2397">
                  <c:v>#N/A</c:v>
                </c:pt>
                <c:pt idx="2398">
                  <c:v>#N/A</c:v>
                </c:pt>
                <c:pt idx="2399">
                  <c:v>#N/A</c:v>
                </c:pt>
                <c:pt idx="2400">
                  <c:v>#N/A</c:v>
                </c:pt>
                <c:pt idx="2401">
                  <c:v>#N/A</c:v>
                </c:pt>
                <c:pt idx="2402">
                  <c:v>#N/A</c:v>
                </c:pt>
                <c:pt idx="2403">
                  <c:v>#N/A</c:v>
                </c:pt>
                <c:pt idx="2404">
                  <c:v>#N/A</c:v>
                </c:pt>
                <c:pt idx="2405">
                  <c:v>#N/A</c:v>
                </c:pt>
                <c:pt idx="2406">
                  <c:v>#N/A</c:v>
                </c:pt>
                <c:pt idx="2407">
                  <c:v>#N/A</c:v>
                </c:pt>
                <c:pt idx="2408">
                  <c:v>#N/A</c:v>
                </c:pt>
                <c:pt idx="2409">
                  <c:v>#N/A</c:v>
                </c:pt>
                <c:pt idx="2410">
                  <c:v>#N/A</c:v>
                </c:pt>
                <c:pt idx="2411">
                  <c:v>#N/A</c:v>
                </c:pt>
                <c:pt idx="2412">
                  <c:v>#N/A</c:v>
                </c:pt>
                <c:pt idx="2413">
                  <c:v>#N/A</c:v>
                </c:pt>
                <c:pt idx="2414">
                  <c:v>#N/A</c:v>
                </c:pt>
                <c:pt idx="2415">
                  <c:v>#N/A</c:v>
                </c:pt>
                <c:pt idx="2416">
                  <c:v>#N/A</c:v>
                </c:pt>
                <c:pt idx="2417">
                  <c:v>#N/A</c:v>
                </c:pt>
                <c:pt idx="2418">
                  <c:v>#N/A</c:v>
                </c:pt>
                <c:pt idx="2419">
                  <c:v>#N/A</c:v>
                </c:pt>
                <c:pt idx="2420">
                  <c:v>#N/A</c:v>
                </c:pt>
                <c:pt idx="2421">
                  <c:v>#N/A</c:v>
                </c:pt>
                <c:pt idx="2422">
                  <c:v>#N/A</c:v>
                </c:pt>
                <c:pt idx="2423">
                  <c:v>#N/A</c:v>
                </c:pt>
                <c:pt idx="2424">
                  <c:v>#N/A</c:v>
                </c:pt>
                <c:pt idx="2425">
                  <c:v>#N/A</c:v>
                </c:pt>
                <c:pt idx="2426">
                  <c:v>#N/A</c:v>
                </c:pt>
                <c:pt idx="2427">
                  <c:v>#N/A</c:v>
                </c:pt>
                <c:pt idx="2428">
                  <c:v>#N/A</c:v>
                </c:pt>
                <c:pt idx="2429">
                  <c:v>#N/A</c:v>
                </c:pt>
                <c:pt idx="2430">
                  <c:v>#N/A</c:v>
                </c:pt>
                <c:pt idx="2431">
                  <c:v>#N/A</c:v>
                </c:pt>
                <c:pt idx="2432">
                  <c:v>#N/A</c:v>
                </c:pt>
                <c:pt idx="2433">
                  <c:v>#N/A</c:v>
                </c:pt>
                <c:pt idx="2434">
                  <c:v>#N/A</c:v>
                </c:pt>
                <c:pt idx="2435">
                  <c:v>#N/A</c:v>
                </c:pt>
                <c:pt idx="2436">
                  <c:v>#N/A</c:v>
                </c:pt>
                <c:pt idx="2437">
                  <c:v>#N/A</c:v>
                </c:pt>
                <c:pt idx="2438">
                  <c:v>#N/A</c:v>
                </c:pt>
                <c:pt idx="2439">
                  <c:v>#N/A</c:v>
                </c:pt>
                <c:pt idx="2440">
                  <c:v>#N/A</c:v>
                </c:pt>
                <c:pt idx="2441">
                  <c:v>#N/A</c:v>
                </c:pt>
                <c:pt idx="2442">
                  <c:v>#N/A</c:v>
                </c:pt>
                <c:pt idx="2443">
                  <c:v>#N/A</c:v>
                </c:pt>
                <c:pt idx="2444">
                  <c:v>#N/A</c:v>
                </c:pt>
                <c:pt idx="2445">
                  <c:v>#N/A</c:v>
                </c:pt>
                <c:pt idx="2446">
                  <c:v>#N/A</c:v>
                </c:pt>
                <c:pt idx="2447">
                  <c:v>#N/A</c:v>
                </c:pt>
                <c:pt idx="2448">
                  <c:v>#N/A</c:v>
                </c:pt>
                <c:pt idx="2449">
                  <c:v>#N/A</c:v>
                </c:pt>
                <c:pt idx="2450">
                  <c:v>#N/A</c:v>
                </c:pt>
                <c:pt idx="2451">
                  <c:v>#N/A</c:v>
                </c:pt>
                <c:pt idx="2452">
                  <c:v>#N/A</c:v>
                </c:pt>
                <c:pt idx="2453">
                  <c:v>#N/A</c:v>
                </c:pt>
                <c:pt idx="2454">
                  <c:v>#N/A</c:v>
                </c:pt>
                <c:pt idx="2455">
                  <c:v>#N/A</c:v>
                </c:pt>
                <c:pt idx="2456">
                  <c:v>#N/A</c:v>
                </c:pt>
                <c:pt idx="2457">
                  <c:v>#N/A</c:v>
                </c:pt>
                <c:pt idx="2458">
                  <c:v>#N/A</c:v>
                </c:pt>
                <c:pt idx="2459">
                  <c:v>#N/A</c:v>
                </c:pt>
                <c:pt idx="2460">
                  <c:v>#N/A</c:v>
                </c:pt>
                <c:pt idx="2461">
                  <c:v>#N/A</c:v>
                </c:pt>
                <c:pt idx="2462">
                  <c:v>#N/A</c:v>
                </c:pt>
                <c:pt idx="2463">
                  <c:v>#N/A</c:v>
                </c:pt>
                <c:pt idx="2464">
                  <c:v>#N/A</c:v>
                </c:pt>
                <c:pt idx="2465">
                  <c:v>#N/A</c:v>
                </c:pt>
                <c:pt idx="2466">
                  <c:v>#N/A</c:v>
                </c:pt>
                <c:pt idx="2467">
                  <c:v>#N/A</c:v>
                </c:pt>
                <c:pt idx="2468">
                  <c:v>#N/A</c:v>
                </c:pt>
                <c:pt idx="2469">
                  <c:v>#N/A</c:v>
                </c:pt>
                <c:pt idx="2470">
                  <c:v>#N/A</c:v>
                </c:pt>
                <c:pt idx="2471">
                  <c:v>#N/A</c:v>
                </c:pt>
                <c:pt idx="2472">
                  <c:v>#N/A</c:v>
                </c:pt>
                <c:pt idx="2473">
                  <c:v>#N/A</c:v>
                </c:pt>
                <c:pt idx="2474">
                  <c:v>#N/A</c:v>
                </c:pt>
                <c:pt idx="2475">
                  <c:v>#N/A</c:v>
                </c:pt>
                <c:pt idx="2476">
                  <c:v>#N/A</c:v>
                </c:pt>
                <c:pt idx="2477">
                  <c:v>#N/A</c:v>
                </c:pt>
                <c:pt idx="2478">
                  <c:v>#N/A</c:v>
                </c:pt>
                <c:pt idx="2479">
                  <c:v>#N/A</c:v>
                </c:pt>
                <c:pt idx="2480">
                  <c:v>#N/A</c:v>
                </c:pt>
                <c:pt idx="2481">
                  <c:v>#N/A</c:v>
                </c:pt>
                <c:pt idx="2482">
                  <c:v>#N/A</c:v>
                </c:pt>
                <c:pt idx="2483">
                  <c:v>#N/A</c:v>
                </c:pt>
                <c:pt idx="2484">
                  <c:v>#N/A</c:v>
                </c:pt>
                <c:pt idx="2485">
                  <c:v>#N/A</c:v>
                </c:pt>
                <c:pt idx="2486">
                  <c:v>#N/A</c:v>
                </c:pt>
                <c:pt idx="2487">
                  <c:v>#N/A</c:v>
                </c:pt>
                <c:pt idx="2488">
                  <c:v>#N/A</c:v>
                </c:pt>
                <c:pt idx="2489">
                  <c:v>#N/A</c:v>
                </c:pt>
                <c:pt idx="2490">
                  <c:v>#N/A</c:v>
                </c:pt>
                <c:pt idx="2491">
                  <c:v>#N/A</c:v>
                </c:pt>
                <c:pt idx="2492">
                  <c:v>#N/A</c:v>
                </c:pt>
                <c:pt idx="2493">
                  <c:v>#N/A</c:v>
                </c:pt>
                <c:pt idx="2494">
                  <c:v>#N/A</c:v>
                </c:pt>
                <c:pt idx="2495">
                  <c:v>#N/A</c:v>
                </c:pt>
                <c:pt idx="2496">
                  <c:v>#N/A</c:v>
                </c:pt>
                <c:pt idx="2497">
                  <c:v>#N/A</c:v>
                </c:pt>
                <c:pt idx="2498">
                  <c:v>#N/A</c:v>
                </c:pt>
                <c:pt idx="2499">
                  <c:v>#N/A</c:v>
                </c:pt>
                <c:pt idx="2500">
                  <c:v>#N/A</c:v>
                </c:pt>
                <c:pt idx="2501">
                  <c:v>#N/A</c:v>
                </c:pt>
                <c:pt idx="2502">
                  <c:v>#N/A</c:v>
                </c:pt>
                <c:pt idx="2503">
                  <c:v>#N/A</c:v>
                </c:pt>
                <c:pt idx="2504">
                  <c:v>#N/A</c:v>
                </c:pt>
                <c:pt idx="2505">
                  <c:v>#N/A</c:v>
                </c:pt>
                <c:pt idx="2506">
                  <c:v>#N/A</c:v>
                </c:pt>
                <c:pt idx="2507">
                  <c:v>#N/A</c:v>
                </c:pt>
                <c:pt idx="2508">
                  <c:v>#N/A</c:v>
                </c:pt>
                <c:pt idx="2509">
                  <c:v>#N/A</c:v>
                </c:pt>
                <c:pt idx="2510">
                  <c:v>#N/A</c:v>
                </c:pt>
                <c:pt idx="2511">
                  <c:v>#N/A</c:v>
                </c:pt>
                <c:pt idx="2512">
                  <c:v>#N/A</c:v>
                </c:pt>
                <c:pt idx="2513">
                  <c:v>#N/A</c:v>
                </c:pt>
                <c:pt idx="2514">
                  <c:v>#N/A</c:v>
                </c:pt>
                <c:pt idx="2515">
                  <c:v>#N/A</c:v>
                </c:pt>
                <c:pt idx="2516">
                  <c:v>#N/A</c:v>
                </c:pt>
                <c:pt idx="2517">
                  <c:v>#N/A</c:v>
                </c:pt>
                <c:pt idx="2518">
                  <c:v>#N/A</c:v>
                </c:pt>
                <c:pt idx="2519">
                  <c:v>#N/A</c:v>
                </c:pt>
                <c:pt idx="2520">
                  <c:v>#N/A</c:v>
                </c:pt>
                <c:pt idx="2521">
                  <c:v>#N/A</c:v>
                </c:pt>
                <c:pt idx="2522">
                  <c:v>#N/A</c:v>
                </c:pt>
                <c:pt idx="2523">
                  <c:v>#N/A</c:v>
                </c:pt>
                <c:pt idx="2524">
                  <c:v>#N/A</c:v>
                </c:pt>
                <c:pt idx="2525">
                  <c:v>#N/A</c:v>
                </c:pt>
                <c:pt idx="2526">
                  <c:v>#N/A</c:v>
                </c:pt>
                <c:pt idx="2527">
                  <c:v>#N/A</c:v>
                </c:pt>
                <c:pt idx="2528">
                  <c:v>#N/A</c:v>
                </c:pt>
                <c:pt idx="2529">
                  <c:v>#N/A</c:v>
                </c:pt>
                <c:pt idx="2530">
                  <c:v>#N/A</c:v>
                </c:pt>
                <c:pt idx="2531">
                  <c:v>#N/A</c:v>
                </c:pt>
                <c:pt idx="2532">
                  <c:v>#N/A</c:v>
                </c:pt>
                <c:pt idx="2533">
                  <c:v>#N/A</c:v>
                </c:pt>
                <c:pt idx="2534">
                  <c:v>#N/A</c:v>
                </c:pt>
                <c:pt idx="2535">
                  <c:v>#N/A</c:v>
                </c:pt>
                <c:pt idx="2536">
                  <c:v>#N/A</c:v>
                </c:pt>
                <c:pt idx="2537">
                  <c:v>#N/A</c:v>
                </c:pt>
                <c:pt idx="2538">
                  <c:v>#N/A</c:v>
                </c:pt>
                <c:pt idx="2539">
                  <c:v>#N/A</c:v>
                </c:pt>
                <c:pt idx="2540">
                  <c:v>#N/A</c:v>
                </c:pt>
                <c:pt idx="2541">
                  <c:v>#N/A</c:v>
                </c:pt>
                <c:pt idx="2542">
                  <c:v>#N/A</c:v>
                </c:pt>
                <c:pt idx="2543">
                  <c:v>#N/A</c:v>
                </c:pt>
                <c:pt idx="2544">
                  <c:v>#N/A</c:v>
                </c:pt>
                <c:pt idx="2545">
                  <c:v>#N/A</c:v>
                </c:pt>
                <c:pt idx="2546">
                  <c:v>#N/A</c:v>
                </c:pt>
                <c:pt idx="2547">
                  <c:v>#N/A</c:v>
                </c:pt>
                <c:pt idx="2548">
                  <c:v>#N/A</c:v>
                </c:pt>
                <c:pt idx="2549">
                  <c:v>#N/A</c:v>
                </c:pt>
                <c:pt idx="2550">
                  <c:v>#N/A</c:v>
                </c:pt>
                <c:pt idx="2551">
                  <c:v>#N/A</c:v>
                </c:pt>
                <c:pt idx="2552">
                  <c:v>#N/A</c:v>
                </c:pt>
                <c:pt idx="2553">
                  <c:v>#N/A</c:v>
                </c:pt>
                <c:pt idx="2554">
                  <c:v>#N/A</c:v>
                </c:pt>
                <c:pt idx="2555">
                  <c:v>#N/A</c:v>
                </c:pt>
                <c:pt idx="2556">
                  <c:v>#N/A</c:v>
                </c:pt>
                <c:pt idx="2557">
                  <c:v>#N/A</c:v>
                </c:pt>
                <c:pt idx="2558">
                  <c:v>#N/A</c:v>
                </c:pt>
                <c:pt idx="2559">
                  <c:v>#N/A</c:v>
                </c:pt>
                <c:pt idx="2560">
                  <c:v>#N/A</c:v>
                </c:pt>
                <c:pt idx="2561">
                  <c:v>#N/A</c:v>
                </c:pt>
                <c:pt idx="2562">
                  <c:v>#N/A</c:v>
                </c:pt>
                <c:pt idx="2563">
                  <c:v>#N/A</c:v>
                </c:pt>
                <c:pt idx="2564">
                  <c:v>#N/A</c:v>
                </c:pt>
                <c:pt idx="2565">
                  <c:v>#N/A</c:v>
                </c:pt>
                <c:pt idx="2566">
                  <c:v>#N/A</c:v>
                </c:pt>
                <c:pt idx="2567">
                  <c:v>#N/A</c:v>
                </c:pt>
                <c:pt idx="2568">
                  <c:v>#N/A</c:v>
                </c:pt>
                <c:pt idx="2569">
                  <c:v>#N/A</c:v>
                </c:pt>
                <c:pt idx="2570">
                  <c:v>#N/A</c:v>
                </c:pt>
                <c:pt idx="2571">
                  <c:v>#N/A</c:v>
                </c:pt>
                <c:pt idx="2572">
                  <c:v>#N/A</c:v>
                </c:pt>
                <c:pt idx="2573">
                  <c:v>#N/A</c:v>
                </c:pt>
                <c:pt idx="2574">
                  <c:v>#N/A</c:v>
                </c:pt>
                <c:pt idx="2575">
                  <c:v>#N/A</c:v>
                </c:pt>
                <c:pt idx="2576">
                  <c:v>#N/A</c:v>
                </c:pt>
                <c:pt idx="2577">
                  <c:v>#N/A</c:v>
                </c:pt>
                <c:pt idx="2578">
                  <c:v>#N/A</c:v>
                </c:pt>
                <c:pt idx="2579">
                  <c:v>#N/A</c:v>
                </c:pt>
                <c:pt idx="2580">
                  <c:v>#N/A</c:v>
                </c:pt>
                <c:pt idx="2581">
                  <c:v>#N/A</c:v>
                </c:pt>
                <c:pt idx="2582">
                  <c:v>#N/A</c:v>
                </c:pt>
                <c:pt idx="2583">
                  <c:v>#N/A</c:v>
                </c:pt>
                <c:pt idx="2584">
                  <c:v>#N/A</c:v>
                </c:pt>
                <c:pt idx="2585">
                  <c:v>#N/A</c:v>
                </c:pt>
                <c:pt idx="2586">
                  <c:v>#N/A</c:v>
                </c:pt>
                <c:pt idx="2587">
                  <c:v>#N/A</c:v>
                </c:pt>
                <c:pt idx="2588">
                  <c:v>#N/A</c:v>
                </c:pt>
                <c:pt idx="2589">
                  <c:v>#N/A</c:v>
                </c:pt>
                <c:pt idx="2590">
                  <c:v>#N/A</c:v>
                </c:pt>
                <c:pt idx="2591">
                  <c:v>#N/A</c:v>
                </c:pt>
                <c:pt idx="2592">
                  <c:v>#N/A</c:v>
                </c:pt>
                <c:pt idx="2593">
                  <c:v>#N/A</c:v>
                </c:pt>
                <c:pt idx="2594">
                  <c:v>#N/A</c:v>
                </c:pt>
                <c:pt idx="2595">
                  <c:v>#N/A</c:v>
                </c:pt>
                <c:pt idx="2596">
                  <c:v>#N/A</c:v>
                </c:pt>
                <c:pt idx="2597">
                  <c:v>#N/A</c:v>
                </c:pt>
                <c:pt idx="2598">
                  <c:v>#N/A</c:v>
                </c:pt>
                <c:pt idx="2599">
                  <c:v>#N/A</c:v>
                </c:pt>
                <c:pt idx="2600">
                  <c:v>#N/A</c:v>
                </c:pt>
                <c:pt idx="2601">
                  <c:v>#N/A</c:v>
                </c:pt>
                <c:pt idx="2602">
                  <c:v>#N/A</c:v>
                </c:pt>
                <c:pt idx="2603">
                  <c:v>#N/A</c:v>
                </c:pt>
                <c:pt idx="2604">
                  <c:v>#N/A</c:v>
                </c:pt>
                <c:pt idx="2605">
                  <c:v>#N/A</c:v>
                </c:pt>
                <c:pt idx="2606">
                  <c:v>#N/A</c:v>
                </c:pt>
                <c:pt idx="2607">
                  <c:v>#N/A</c:v>
                </c:pt>
                <c:pt idx="2608">
                  <c:v>#N/A</c:v>
                </c:pt>
                <c:pt idx="2609">
                  <c:v>#N/A</c:v>
                </c:pt>
                <c:pt idx="2610">
                  <c:v>#N/A</c:v>
                </c:pt>
                <c:pt idx="2611">
                  <c:v>#N/A</c:v>
                </c:pt>
                <c:pt idx="2612">
                  <c:v>#N/A</c:v>
                </c:pt>
                <c:pt idx="2613">
                  <c:v>#N/A</c:v>
                </c:pt>
                <c:pt idx="2614">
                  <c:v>#N/A</c:v>
                </c:pt>
                <c:pt idx="2615">
                  <c:v>#N/A</c:v>
                </c:pt>
                <c:pt idx="2616">
                  <c:v>#N/A</c:v>
                </c:pt>
                <c:pt idx="2617">
                  <c:v>#N/A</c:v>
                </c:pt>
                <c:pt idx="2618">
                  <c:v>#N/A</c:v>
                </c:pt>
                <c:pt idx="2619">
                  <c:v>#N/A</c:v>
                </c:pt>
                <c:pt idx="2620">
                  <c:v>#N/A</c:v>
                </c:pt>
                <c:pt idx="2621">
                  <c:v>#N/A</c:v>
                </c:pt>
                <c:pt idx="2622">
                  <c:v>#N/A</c:v>
                </c:pt>
                <c:pt idx="2623">
                  <c:v>#N/A</c:v>
                </c:pt>
                <c:pt idx="2624">
                  <c:v>#N/A</c:v>
                </c:pt>
                <c:pt idx="2625">
                  <c:v>#N/A</c:v>
                </c:pt>
                <c:pt idx="2626">
                  <c:v>#N/A</c:v>
                </c:pt>
                <c:pt idx="2627">
                  <c:v>#N/A</c:v>
                </c:pt>
                <c:pt idx="2628">
                  <c:v>#N/A</c:v>
                </c:pt>
                <c:pt idx="2629">
                  <c:v>#N/A</c:v>
                </c:pt>
                <c:pt idx="2630">
                  <c:v>#N/A</c:v>
                </c:pt>
                <c:pt idx="2631">
                  <c:v>#N/A</c:v>
                </c:pt>
                <c:pt idx="2632">
                  <c:v>#N/A</c:v>
                </c:pt>
                <c:pt idx="2633">
                  <c:v>#N/A</c:v>
                </c:pt>
                <c:pt idx="2634">
                  <c:v>#N/A</c:v>
                </c:pt>
                <c:pt idx="2635">
                  <c:v>#N/A</c:v>
                </c:pt>
                <c:pt idx="2636">
                  <c:v>#N/A</c:v>
                </c:pt>
                <c:pt idx="2637">
                  <c:v>#N/A</c:v>
                </c:pt>
                <c:pt idx="2638">
                  <c:v>#N/A</c:v>
                </c:pt>
                <c:pt idx="2639">
                  <c:v>#N/A</c:v>
                </c:pt>
                <c:pt idx="2640">
                  <c:v>#N/A</c:v>
                </c:pt>
                <c:pt idx="2641">
                  <c:v>#N/A</c:v>
                </c:pt>
                <c:pt idx="2642">
                  <c:v>#N/A</c:v>
                </c:pt>
                <c:pt idx="2643">
                  <c:v>#N/A</c:v>
                </c:pt>
                <c:pt idx="2644">
                  <c:v>#N/A</c:v>
                </c:pt>
                <c:pt idx="2645">
                  <c:v>#N/A</c:v>
                </c:pt>
                <c:pt idx="2646">
                  <c:v>#N/A</c:v>
                </c:pt>
                <c:pt idx="2647">
                  <c:v>#N/A</c:v>
                </c:pt>
                <c:pt idx="2648">
                  <c:v>#N/A</c:v>
                </c:pt>
                <c:pt idx="2649">
                  <c:v>#N/A</c:v>
                </c:pt>
                <c:pt idx="2650">
                  <c:v>#N/A</c:v>
                </c:pt>
                <c:pt idx="2651">
                  <c:v>#N/A</c:v>
                </c:pt>
                <c:pt idx="2652">
                  <c:v>#N/A</c:v>
                </c:pt>
                <c:pt idx="2653">
                  <c:v>#N/A</c:v>
                </c:pt>
                <c:pt idx="2654">
                  <c:v>#N/A</c:v>
                </c:pt>
                <c:pt idx="2655">
                  <c:v>#N/A</c:v>
                </c:pt>
                <c:pt idx="2656">
                  <c:v>#N/A</c:v>
                </c:pt>
                <c:pt idx="2657">
                  <c:v>#N/A</c:v>
                </c:pt>
                <c:pt idx="2658">
                  <c:v>#N/A</c:v>
                </c:pt>
                <c:pt idx="2659">
                  <c:v>#N/A</c:v>
                </c:pt>
                <c:pt idx="2660">
                  <c:v>#N/A</c:v>
                </c:pt>
                <c:pt idx="2661">
                  <c:v>#N/A</c:v>
                </c:pt>
                <c:pt idx="2662">
                  <c:v>#N/A</c:v>
                </c:pt>
                <c:pt idx="2663">
                  <c:v>#N/A</c:v>
                </c:pt>
                <c:pt idx="2664">
                  <c:v>#N/A</c:v>
                </c:pt>
                <c:pt idx="2665">
                  <c:v>#N/A</c:v>
                </c:pt>
                <c:pt idx="2666">
                  <c:v>#N/A</c:v>
                </c:pt>
                <c:pt idx="2667">
                  <c:v>#N/A</c:v>
                </c:pt>
                <c:pt idx="2668">
                  <c:v>#N/A</c:v>
                </c:pt>
                <c:pt idx="2669">
                  <c:v>#N/A</c:v>
                </c:pt>
                <c:pt idx="2670">
                  <c:v>#N/A</c:v>
                </c:pt>
                <c:pt idx="2671">
                  <c:v>#N/A</c:v>
                </c:pt>
                <c:pt idx="2672">
                  <c:v>#N/A</c:v>
                </c:pt>
                <c:pt idx="2673">
                  <c:v>#N/A</c:v>
                </c:pt>
                <c:pt idx="2674">
                  <c:v>#N/A</c:v>
                </c:pt>
                <c:pt idx="2675">
                  <c:v>#N/A</c:v>
                </c:pt>
                <c:pt idx="2676">
                  <c:v>#N/A</c:v>
                </c:pt>
                <c:pt idx="2677">
                  <c:v>#N/A</c:v>
                </c:pt>
                <c:pt idx="2678">
                  <c:v>#N/A</c:v>
                </c:pt>
                <c:pt idx="2679">
                  <c:v>#N/A</c:v>
                </c:pt>
                <c:pt idx="2680">
                  <c:v>#N/A</c:v>
                </c:pt>
                <c:pt idx="2681">
                  <c:v>#N/A</c:v>
                </c:pt>
                <c:pt idx="2682">
                  <c:v>#N/A</c:v>
                </c:pt>
                <c:pt idx="2683">
                  <c:v>#N/A</c:v>
                </c:pt>
                <c:pt idx="2684">
                  <c:v>#N/A</c:v>
                </c:pt>
                <c:pt idx="2685">
                  <c:v>#N/A</c:v>
                </c:pt>
                <c:pt idx="2686">
                  <c:v>#N/A</c:v>
                </c:pt>
                <c:pt idx="2687">
                  <c:v>#N/A</c:v>
                </c:pt>
                <c:pt idx="2688">
                  <c:v>#N/A</c:v>
                </c:pt>
                <c:pt idx="2689">
                  <c:v>#N/A</c:v>
                </c:pt>
                <c:pt idx="2690">
                  <c:v>#N/A</c:v>
                </c:pt>
                <c:pt idx="2691">
                  <c:v>#N/A</c:v>
                </c:pt>
                <c:pt idx="2692">
                  <c:v>#N/A</c:v>
                </c:pt>
                <c:pt idx="2693">
                  <c:v>#N/A</c:v>
                </c:pt>
                <c:pt idx="2694">
                  <c:v>#N/A</c:v>
                </c:pt>
                <c:pt idx="2695">
                  <c:v>#N/A</c:v>
                </c:pt>
                <c:pt idx="2696">
                  <c:v>#N/A</c:v>
                </c:pt>
                <c:pt idx="2697">
                  <c:v>#N/A</c:v>
                </c:pt>
                <c:pt idx="2698">
                  <c:v>#N/A</c:v>
                </c:pt>
                <c:pt idx="2699">
                  <c:v>#N/A</c:v>
                </c:pt>
                <c:pt idx="2700">
                  <c:v>#N/A</c:v>
                </c:pt>
                <c:pt idx="2701">
                  <c:v>#N/A</c:v>
                </c:pt>
                <c:pt idx="2702">
                  <c:v>#N/A</c:v>
                </c:pt>
                <c:pt idx="2703">
                  <c:v>#N/A</c:v>
                </c:pt>
                <c:pt idx="2704">
                  <c:v>#N/A</c:v>
                </c:pt>
                <c:pt idx="2705">
                  <c:v>#N/A</c:v>
                </c:pt>
                <c:pt idx="2706">
                  <c:v>#N/A</c:v>
                </c:pt>
                <c:pt idx="2707">
                  <c:v>#N/A</c:v>
                </c:pt>
                <c:pt idx="2708">
                  <c:v>#N/A</c:v>
                </c:pt>
                <c:pt idx="2709">
                  <c:v>#N/A</c:v>
                </c:pt>
                <c:pt idx="2710">
                  <c:v>#N/A</c:v>
                </c:pt>
                <c:pt idx="2711">
                  <c:v>#N/A</c:v>
                </c:pt>
                <c:pt idx="2712">
                  <c:v>#N/A</c:v>
                </c:pt>
                <c:pt idx="2713">
                  <c:v>#N/A</c:v>
                </c:pt>
                <c:pt idx="2714">
                  <c:v>#N/A</c:v>
                </c:pt>
                <c:pt idx="2715">
                  <c:v>#N/A</c:v>
                </c:pt>
                <c:pt idx="2716">
                  <c:v>#N/A</c:v>
                </c:pt>
                <c:pt idx="2717">
                  <c:v>#N/A</c:v>
                </c:pt>
                <c:pt idx="2718">
                  <c:v>#N/A</c:v>
                </c:pt>
                <c:pt idx="2719">
                  <c:v>#N/A</c:v>
                </c:pt>
                <c:pt idx="2720">
                  <c:v>#N/A</c:v>
                </c:pt>
                <c:pt idx="2721">
                  <c:v>#N/A</c:v>
                </c:pt>
                <c:pt idx="2722">
                  <c:v>#N/A</c:v>
                </c:pt>
                <c:pt idx="2723">
                  <c:v>#N/A</c:v>
                </c:pt>
                <c:pt idx="2724">
                  <c:v>#N/A</c:v>
                </c:pt>
                <c:pt idx="2725">
                  <c:v>#N/A</c:v>
                </c:pt>
                <c:pt idx="2726">
                  <c:v>#N/A</c:v>
                </c:pt>
                <c:pt idx="2727">
                  <c:v>#N/A</c:v>
                </c:pt>
                <c:pt idx="2728">
                  <c:v>#N/A</c:v>
                </c:pt>
                <c:pt idx="2729">
                  <c:v>#N/A</c:v>
                </c:pt>
                <c:pt idx="2730">
                  <c:v>#N/A</c:v>
                </c:pt>
                <c:pt idx="2731">
                  <c:v>#N/A</c:v>
                </c:pt>
                <c:pt idx="2732">
                  <c:v>#N/A</c:v>
                </c:pt>
                <c:pt idx="2733">
                  <c:v>#N/A</c:v>
                </c:pt>
                <c:pt idx="2734">
                  <c:v>#N/A</c:v>
                </c:pt>
                <c:pt idx="2735">
                  <c:v>#N/A</c:v>
                </c:pt>
                <c:pt idx="2736">
                  <c:v>#N/A</c:v>
                </c:pt>
                <c:pt idx="2737">
                  <c:v>#N/A</c:v>
                </c:pt>
                <c:pt idx="2738">
                  <c:v>#N/A</c:v>
                </c:pt>
                <c:pt idx="2739">
                  <c:v>#N/A</c:v>
                </c:pt>
                <c:pt idx="2740">
                  <c:v>#N/A</c:v>
                </c:pt>
                <c:pt idx="2741">
                  <c:v>#N/A</c:v>
                </c:pt>
                <c:pt idx="2742">
                  <c:v>#N/A</c:v>
                </c:pt>
                <c:pt idx="2743">
                  <c:v>#N/A</c:v>
                </c:pt>
                <c:pt idx="2744">
                  <c:v>#N/A</c:v>
                </c:pt>
                <c:pt idx="2745">
                  <c:v>#N/A</c:v>
                </c:pt>
                <c:pt idx="2746">
                  <c:v>#N/A</c:v>
                </c:pt>
                <c:pt idx="2747">
                  <c:v>#N/A</c:v>
                </c:pt>
                <c:pt idx="2748">
                  <c:v>#N/A</c:v>
                </c:pt>
                <c:pt idx="2749">
                  <c:v>#N/A</c:v>
                </c:pt>
                <c:pt idx="2750">
                  <c:v>#N/A</c:v>
                </c:pt>
                <c:pt idx="2751">
                  <c:v>#N/A</c:v>
                </c:pt>
                <c:pt idx="2752">
                  <c:v>#N/A</c:v>
                </c:pt>
                <c:pt idx="2753">
                  <c:v>#N/A</c:v>
                </c:pt>
                <c:pt idx="2754">
                  <c:v>#N/A</c:v>
                </c:pt>
                <c:pt idx="2755">
                  <c:v>#N/A</c:v>
                </c:pt>
                <c:pt idx="2756">
                  <c:v>#N/A</c:v>
                </c:pt>
                <c:pt idx="2757">
                  <c:v>#N/A</c:v>
                </c:pt>
                <c:pt idx="2758">
                  <c:v>#N/A</c:v>
                </c:pt>
                <c:pt idx="2759">
                  <c:v>#N/A</c:v>
                </c:pt>
                <c:pt idx="2760">
                  <c:v>#N/A</c:v>
                </c:pt>
                <c:pt idx="2761">
                  <c:v>#N/A</c:v>
                </c:pt>
                <c:pt idx="2762">
                  <c:v>#N/A</c:v>
                </c:pt>
                <c:pt idx="2763">
                  <c:v>#N/A</c:v>
                </c:pt>
                <c:pt idx="2764">
                  <c:v>#N/A</c:v>
                </c:pt>
                <c:pt idx="2765">
                  <c:v>#N/A</c:v>
                </c:pt>
                <c:pt idx="2766">
                  <c:v>#N/A</c:v>
                </c:pt>
                <c:pt idx="2767">
                  <c:v>#N/A</c:v>
                </c:pt>
                <c:pt idx="2768">
                  <c:v>#N/A</c:v>
                </c:pt>
                <c:pt idx="2769">
                  <c:v>#N/A</c:v>
                </c:pt>
                <c:pt idx="2770">
                  <c:v>#N/A</c:v>
                </c:pt>
                <c:pt idx="2771">
                  <c:v>#N/A</c:v>
                </c:pt>
                <c:pt idx="2772">
                  <c:v>#N/A</c:v>
                </c:pt>
                <c:pt idx="2773">
                  <c:v>#N/A</c:v>
                </c:pt>
                <c:pt idx="2774">
                  <c:v>#N/A</c:v>
                </c:pt>
                <c:pt idx="2775">
                  <c:v>#N/A</c:v>
                </c:pt>
                <c:pt idx="2776">
                  <c:v>#N/A</c:v>
                </c:pt>
                <c:pt idx="2777">
                  <c:v>#N/A</c:v>
                </c:pt>
                <c:pt idx="2778">
                  <c:v>#N/A</c:v>
                </c:pt>
                <c:pt idx="2779">
                  <c:v>#N/A</c:v>
                </c:pt>
                <c:pt idx="2780">
                  <c:v>#N/A</c:v>
                </c:pt>
                <c:pt idx="2781">
                  <c:v>#N/A</c:v>
                </c:pt>
                <c:pt idx="2782">
                  <c:v>#N/A</c:v>
                </c:pt>
                <c:pt idx="2783">
                  <c:v>#N/A</c:v>
                </c:pt>
                <c:pt idx="2784">
                  <c:v>#N/A</c:v>
                </c:pt>
                <c:pt idx="2785">
                  <c:v>#N/A</c:v>
                </c:pt>
                <c:pt idx="2786">
                  <c:v>#N/A</c:v>
                </c:pt>
                <c:pt idx="2787">
                  <c:v>#N/A</c:v>
                </c:pt>
                <c:pt idx="2788">
                  <c:v>#N/A</c:v>
                </c:pt>
                <c:pt idx="2789">
                  <c:v>#N/A</c:v>
                </c:pt>
                <c:pt idx="2790">
                  <c:v>#N/A</c:v>
                </c:pt>
                <c:pt idx="2791">
                  <c:v>#N/A</c:v>
                </c:pt>
                <c:pt idx="2792">
                  <c:v>#N/A</c:v>
                </c:pt>
                <c:pt idx="2793">
                  <c:v>#N/A</c:v>
                </c:pt>
                <c:pt idx="2794">
                  <c:v>#N/A</c:v>
                </c:pt>
                <c:pt idx="2795">
                  <c:v>#N/A</c:v>
                </c:pt>
                <c:pt idx="2796">
                  <c:v>#N/A</c:v>
                </c:pt>
                <c:pt idx="2797">
                  <c:v>#N/A</c:v>
                </c:pt>
                <c:pt idx="2798">
                  <c:v>#N/A</c:v>
                </c:pt>
                <c:pt idx="2799">
                  <c:v>#N/A</c:v>
                </c:pt>
                <c:pt idx="2800">
                  <c:v>#N/A</c:v>
                </c:pt>
                <c:pt idx="2801">
                  <c:v>#N/A</c:v>
                </c:pt>
                <c:pt idx="2802">
                  <c:v>#N/A</c:v>
                </c:pt>
                <c:pt idx="2803">
                  <c:v>#N/A</c:v>
                </c:pt>
                <c:pt idx="2804">
                  <c:v>#N/A</c:v>
                </c:pt>
                <c:pt idx="2805">
                  <c:v>#N/A</c:v>
                </c:pt>
                <c:pt idx="2806">
                  <c:v>#N/A</c:v>
                </c:pt>
                <c:pt idx="2807">
                  <c:v>#N/A</c:v>
                </c:pt>
                <c:pt idx="2808">
                  <c:v>#N/A</c:v>
                </c:pt>
                <c:pt idx="2809">
                  <c:v>#N/A</c:v>
                </c:pt>
                <c:pt idx="2810">
                  <c:v>#N/A</c:v>
                </c:pt>
                <c:pt idx="2811">
                  <c:v>#N/A</c:v>
                </c:pt>
                <c:pt idx="2812">
                  <c:v>#N/A</c:v>
                </c:pt>
                <c:pt idx="2813">
                  <c:v>#N/A</c:v>
                </c:pt>
                <c:pt idx="2814">
                  <c:v>#N/A</c:v>
                </c:pt>
                <c:pt idx="2815">
                  <c:v>#N/A</c:v>
                </c:pt>
                <c:pt idx="2816">
                  <c:v>#N/A</c:v>
                </c:pt>
                <c:pt idx="2817">
                  <c:v>#N/A</c:v>
                </c:pt>
                <c:pt idx="2818">
                  <c:v>#N/A</c:v>
                </c:pt>
                <c:pt idx="2819">
                  <c:v>#N/A</c:v>
                </c:pt>
                <c:pt idx="2820">
                  <c:v>#N/A</c:v>
                </c:pt>
                <c:pt idx="2821">
                  <c:v>#N/A</c:v>
                </c:pt>
                <c:pt idx="2822">
                  <c:v>#N/A</c:v>
                </c:pt>
                <c:pt idx="2823">
                  <c:v>#N/A</c:v>
                </c:pt>
                <c:pt idx="2824">
                  <c:v>#N/A</c:v>
                </c:pt>
                <c:pt idx="2825">
                  <c:v>#N/A</c:v>
                </c:pt>
                <c:pt idx="2826">
                  <c:v>#N/A</c:v>
                </c:pt>
                <c:pt idx="2827">
                  <c:v>#N/A</c:v>
                </c:pt>
                <c:pt idx="2828">
                  <c:v>#N/A</c:v>
                </c:pt>
                <c:pt idx="2829">
                  <c:v>#N/A</c:v>
                </c:pt>
                <c:pt idx="2830">
                  <c:v>#N/A</c:v>
                </c:pt>
                <c:pt idx="2831">
                  <c:v>#N/A</c:v>
                </c:pt>
                <c:pt idx="2832">
                  <c:v>#N/A</c:v>
                </c:pt>
                <c:pt idx="2833">
                  <c:v>#N/A</c:v>
                </c:pt>
                <c:pt idx="2834">
                  <c:v>#N/A</c:v>
                </c:pt>
                <c:pt idx="2835">
                  <c:v>#N/A</c:v>
                </c:pt>
                <c:pt idx="2836">
                  <c:v>#N/A</c:v>
                </c:pt>
                <c:pt idx="2837">
                  <c:v>#N/A</c:v>
                </c:pt>
                <c:pt idx="2838">
                  <c:v>#N/A</c:v>
                </c:pt>
                <c:pt idx="2839">
                  <c:v>#N/A</c:v>
                </c:pt>
                <c:pt idx="2840">
                  <c:v>#N/A</c:v>
                </c:pt>
                <c:pt idx="2841">
                  <c:v>#N/A</c:v>
                </c:pt>
                <c:pt idx="2842">
                  <c:v>#N/A</c:v>
                </c:pt>
                <c:pt idx="2843">
                  <c:v>#N/A</c:v>
                </c:pt>
                <c:pt idx="2844">
                  <c:v>#N/A</c:v>
                </c:pt>
                <c:pt idx="2845">
                  <c:v>#N/A</c:v>
                </c:pt>
                <c:pt idx="2846">
                  <c:v>#N/A</c:v>
                </c:pt>
                <c:pt idx="2847">
                  <c:v>#N/A</c:v>
                </c:pt>
                <c:pt idx="2848">
                  <c:v>#N/A</c:v>
                </c:pt>
                <c:pt idx="2849">
                  <c:v>#N/A</c:v>
                </c:pt>
                <c:pt idx="2850">
                  <c:v>#N/A</c:v>
                </c:pt>
                <c:pt idx="2851">
                  <c:v>#N/A</c:v>
                </c:pt>
                <c:pt idx="2852">
                  <c:v>#N/A</c:v>
                </c:pt>
                <c:pt idx="2853">
                  <c:v>#N/A</c:v>
                </c:pt>
                <c:pt idx="2854">
                  <c:v>#N/A</c:v>
                </c:pt>
                <c:pt idx="2855">
                  <c:v>#N/A</c:v>
                </c:pt>
                <c:pt idx="2856">
                  <c:v>#N/A</c:v>
                </c:pt>
                <c:pt idx="2857">
                  <c:v>#N/A</c:v>
                </c:pt>
                <c:pt idx="2858">
                  <c:v>#N/A</c:v>
                </c:pt>
                <c:pt idx="2859">
                  <c:v>#N/A</c:v>
                </c:pt>
                <c:pt idx="2860">
                  <c:v>#N/A</c:v>
                </c:pt>
                <c:pt idx="2861">
                  <c:v>#N/A</c:v>
                </c:pt>
                <c:pt idx="2862">
                  <c:v>#N/A</c:v>
                </c:pt>
                <c:pt idx="2863">
                  <c:v>#N/A</c:v>
                </c:pt>
                <c:pt idx="2864">
                  <c:v>#N/A</c:v>
                </c:pt>
                <c:pt idx="2865">
                  <c:v>#N/A</c:v>
                </c:pt>
                <c:pt idx="2866">
                  <c:v>#N/A</c:v>
                </c:pt>
                <c:pt idx="2867">
                  <c:v>#N/A</c:v>
                </c:pt>
                <c:pt idx="2868">
                  <c:v>#N/A</c:v>
                </c:pt>
                <c:pt idx="2869">
                  <c:v>#N/A</c:v>
                </c:pt>
                <c:pt idx="2870">
                  <c:v>#N/A</c:v>
                </c:pt>
                <c:pt idx="2871">
                  <c:v>#N/A</c:v>
                </c:pt>
                <c:pt idx="2872">
                  <c:v>#N/A</c:v>
                </c:pt>
                <c:pt idx="2873">
                  <c:v>#N/A</c:v>
                </c:pt>
                <c:pt idx="2874">
                  <c:v>#N/A</c:v>
                </c:pt>
                <c:pt idx="2875">
                  <c:v>#N/A</c:v>
                </c:pt>
                <c:pt idx="2876">
                  <c:v>#N/A</c:v>
                </c:pt>
                <c:pt idx="2877">
                  <c:v>#N/A</c:v>
                </c:pt>
                <c:pt idx="2878">
                  <c:v>#N/A</c:v>
                </c:pt>
                <c:pt idx="2879">
                  <c:v>#N/A</c:v>
                </c:pt>
                <c:pt idx="2880">
                  <c:v>#N/A</c:v>
                </c:pt>
                <c:pt idx="2881">
                  <c:v>#N/A</c:v>
                </c:pt>
                <c:pt idx="2882">
                  <c:v>#N/A</c:v>
                </c:pt>
                <c:pt idx="2883">
                  <c:v>#N/A</c:v>
                </c:pt>
                <c:pt idx="2884">
                  <c:v>#N/A</c:v>
                </c:pt>
                <c:pt idx="2885">
                  <c:v>#N/A</c:v>
                </c:pt>
                <c:pt idx="2886">
                  <c:v>#N/A</c:v>
                </c:pt>
                <c:pt idx="2887">
                  <c:v>#N/A</c:v>
                </c:pt>
                <c:pt idx="2888">
                  <c:v>#N/A</c:v>
                </c:pt>
                <c:pt idx="2889">
                  <c:v>#N/A</c:v>
                </c:pt>
                <c:pt idx="2890">
                  <c:v>#N/A</c:v>
                </c:pt>
                <c:pt idx="2891">
                  <c:v>#N/A</c:v>
                </c:pt>
                <c:pt idx="2892">
                  <c:v>#N/A</c:v>
                </c:pt>
                <c:pt idx="2893">
                  <c:v>#N/A</c:v>
                </c:pt>
                <c:pt idx="2894">
                  <c:v>#N/A</c:v>
                </c:pt>
                <c:pt idx="2895">
                  <c:v>#N/A</c:v>
                </c:pt>
                <c:pt idx="2896">
                  <c:v>#N/A</c:v>
                </c:pt>
                <c:pt idx="2897">
                  <c:v>#N/A</c:v>
                </c:pt>
                <c:pt idx="2898">
                  <c:v>#N/A</c:v>
                </c:pt>
                <c:pt idx="2899">
                  <c:v>#N/A</c:v>
                </c:pt>
                <c:pt idx="2900">
                  <c:v>#N/A</c:v>
                </c:pt>
                <c:pt idx="2901">
                  <c:v>#N/A</c:v>
                </c:pt>
                <c:pt idx="2902">
                  <c:v>#N/A</c:v>
                </c:pt>
                <c:pt idx="2903">
                  <c:v>#N/A</c:v>
                </c:pt>
                <c:pt idx="2904">
                  <c:v>#N/A</c:v>
                </c:pt>
                <c:pt idx="2905">
                  <c:v>#N/A</c:v>
                </c:pt>
                <c:pt idx="2906">
                  <c:v>#N/A</c:v>
                </c:pt>
                <c:pt idx="2907">
                  <c:v>#N/A</c:v>
                </c:pt>
                <c:pt idx="2908">
                  <c:v>#N/A</c:v>
                </c:pt>
                <c:pt idx="2909">
                  <c:v>#N/A</c:v>
                </c:pt>
                <c:pt idx="2910">
                  <c:v>#N/A</c:v>
                </c:pt>
                <c:pt idx="2911">
                  <c:v>#N/A</c:v>
                </c:pt>
                <c:pt idx="2912">
                  <c:v>#N/A</c:v>
                </c:pt>
                <c:pt idx="2913">
                  <c:v>#N/A</c:v>
                </c:pt>
                <c:pt idx="2914">
                  <c:v>#N/A</c:v>
                </c:pt>
                <c:pt idx="2915">
                  <c:v>#N/A</c:v>
                </c:pt>
                <c:pt idx="2916">
                  <c:v>#N/A</c:v>
                </c:pt>
                <c:pt idx="2917">
                  <c:v>#N/A</c:v>
                </c:pt>
                <c:pt idx="2918">
                  <c:v>#N/A</c:v>
                </c:pt>
                <c:pt idx="2919">
                  <c:v>#N/A</c:v>
                </c:pt>
                <c:pt idx="2920">
                  <c:v>#N/A</c:v>
                </c:pt>
                <c:pt idx="2921">
                  <c:v>#N/A</c:v>
                </c:pt>
                <c:pt idx="2922">
                  <c:v>#N/A</c:v>
                </c:pt>
                <c:pt idx="2923">
                  <c:v>#N/A</c:v>
                </c:pt>
                <c:pt idx="2924">
                  <c:v>#N/A</c:v>
                </c:pt>
                <c:pt idx="2925">
                  <c:v>#N/A</c:v>
                </c:pt>
                <c:pt idx="2926">
                  <c:v>#N/A</c:v>
                </c:pt>
                <c:pt idx="2927">
                  <c:v>#N/A</c:v>
                </c:pt>
                <c:pt idx="2928">
                  <c:v>#N/A</c:v>
                </c:pt>
                <c:pt idx="2929">
                  <c:v>#N/A</c:v>
                </c:pt>
                <c:pt idx="2930">
                  <c:v>#N/A</c:v>
                </c:pt>
                <c:pt idx="2931">
                  <c:v>#N/A</c:v>
                </c:pt>
                <c:pt idx="2932">
                  <c:v>#N/A</c:v>
                </c:pt>
                <c:pt idx="2933">
                  <c:v>#N/A</c:v>
                </c:pt>
                <c:pt idx="2934">
                  <c:v>#N/A</c:v>
                </c:pt>
                <c:pt idx="2935">
                  <c:v>#N/A</c:v>
                </c:pt>
                <c:pt idx="2936">
                  <c:v>#N/A</c:v>
                </c:pt>
                <c:pt idx="2937">
                  <c:v>#N/A</c:v>
                </c:pt>
                <c:pt idx="2938">
                  <c:v>#N/A</c:v>
                </c:pt>
                <c:pt idx="2939">
                  <c:v>#N/A</c:v>
                </c:pt>
                <c:pt idx="2940">
                  <c:v>#N/A</c:v>
                </c:pt>
                <c:pt idx="2941">
                  <c:v>#N/A</c:v>
                </c:pt>
                <c:pt idx="2942">
                  <c:v>#N/A</c:v>
                </c:pt>
                <c:pt idx="2943">
                  <c:v>#N/A</c:v>
                </c:pt>
                <c:pt idx="2944">
                  <c:v>#N/A</c:v>
                </c:pt>
                <c:pt idx="2945">
                  <c:v>#N/A</c:v>
                </c:pt>
                <c:pt idx="2946">
                  <c:v>#N/A</c:v>
                </c:pt>
                <c:pt idx="2947">
                  <c:v>#N/A</c:v>
                </c:pt>
                <c:pt idx="2948">
                  <c:v>#N/A</c:v>
                </c:pt>
                <c:pt idx="2949">
                  <c:v>#N/A</c:v>
                </c:pt>
                <c:pt idx="2950">
                  <c:v>#N/A</c:v>
                </c:pt>
                <c:pt idx="2951">
                  <c:v>#N/A</c:v>
                </c:pt>
                <c:pt idx="2952">
                  <c:v>#N/A</c:v>
                </c:pt>
                <c:pt idx="2953">
                  <c:v>#N/A</c:v>
                </c:pt>
                <c:pt idx="2954">
                  <c:v>#N/A</c:v>
                </c:pt>
                <c:pt idx="2955">
                  <c:v>#N/A</c:v>
                </c:pt>
                <c:pt idx="2956">
                  <c:v>#N/A</c:v>
                </c:pt>
                <c:pt idx="2957">
                  <c:v>#N/A</c:v>
                </c:pt>
                <c:pt idx="2958">
                  <c:v>#N/A</c:v>
                </c:pt>
                <c:pt idx="2959">
                  <c:v>#N/A</c:v>
                </c:pt>
                <c:pt idx="2960">
                  <c:v>#N/A</c:v>
                </c:pt>
                <c:pt idx="2961">
                  <c:v>#N/A</c:v>
                </c:pt>
                <c:pt idx="2962">
                  <c:v>#N/A</c:v>
                </c:pt>
                <c:pt idx="2963">
                  <c:v>#N/A</c:v>
                </c:pt>
                <c:pt idx="2964">
                  <c:v>#N/A</c:v>
                </c:pt>
                <c:pt idx="2965">
                  <c:v>#N/A</c:v>
                </c:pt>
                <c:pt idx="2966">
                  <c:v>#N/A</c:v>
                </c:pt>
                <c:pt idx="2967">
                  <c:v>#N/A</c:v>
                </c:pt>
                <c:pt idx="2968">
                  <c:v>#N/A</c:v>
                </c:pt>
                <c:pt idx="2969">
                  <c:v>#N/A</c:v>
                </c:pt>
                <c:pt idx="2970">
                  <c:v>#N/A</c:v>
                </c:pt>
                <c:pt idx="2971">
                  <c:v>#N/A</c:v>
                </c:pt>
                <c:pt idx="2972">
                  <c:v>#N/A</c:v>
                </c:pt>
                <c:pt idx="2973">
                  <c:v>#N/A</c:v>
                </c:pt>
                <c:pt idx="2974">
                  <c:v>#N/A</c:v>
                </c:pt>
                <c:pt idx="2975">
                  <c:v>#N/A</c:v>
                </c:pt>
                <c:pt idx="2976">
                  <c:v>#N/A</c:v>
                </c:pt>
                <c:pt idx="2977">
                  <c:v>#N/A</c:v>
                </c:pt>
                <c:pt idx="2978">
                  <c:v>#N/A</c:v>
                </c:pt>
                <c:pt idx="2979">
                  <c:v>#N/A</c:v>
                </c:pt>
                <c:pt idx="2980">
                  <c:v>#N/A</c:v>
                </c:pt>
                <c:pt idx="2981">
                  <c:v>#N/A</c:v>
                </c:pt>
                <c:pt idx="2982">
                  <c:v>#N/A</c:v>
                </c:pt>
                <c:pt idx="2983">
                  <c:v>#N/A</c:v>
                </c:pt>
                <c:pt idx="2984">
                  <c:v>#N/A</c:v>
                </c:pt>
                <c:pt idx="2985">
                  <c:v>#N/A</c:v>
                </c:pt>
                <c:pt idx="2986">
                  <c:v>#N/A</c:v>
                </c:pt>
                <c:pt idx="2987">
                  <c:v>#N/A</c:v>
                </c:pt>
                <c:pt idx="2988">
                  <c:v>#N/A</c:v>
                </c:pt>
                <c:pt idx="2989">
                  <c:v>#N/A</c:v>
                </c:pt>
                <c:pt idx="2990">
                  <c:v>#N/A</c:v>
                </c:pt>
                <c:pt idx="2991">
                  <c:v>#N/A</c:v>
                </c:pt>
                <c:pt idx="2992">
                  <c:v>#N/A</c:v>
                </c:pt>
                <c:pt idx="2993">
                  <c:v>#N/A</c:v>
                </c:pt>
                <c:pt idx="2994">
                  <c:v>#N/A</c:v>
                </c:pt>
                <c:pt idx="2995">
                  <c:v>#N/A</c:v>
                </c:pt>
                <c:pt idx="2996">
                  <c:v>#N/A</c:v>
                </c:pt>
                <c:pt idx="2997">
                  <c:v>#N/A</c:v>
                </c:pt>
                <c:pt idx="2998">
                  <c:v>#N/A</c:v>
                </c:pt>
                <c:pt idx="2999">
                  <c:v>#N/A</c:v>
                </c:pt>
                <c:pt idx="3000">
                  <c:v>#N/A</c:v>
                </c:pt>
                <c:pt idx="3001">
                  <c:v>#N/A</c:v>
                </c:pt>
                <c:pt idx="3002">
                  <c:v>#N/A</c:v>
                </c:pt>
                <c:pt idx="3003">
                  <c:v>#N/A</c:v>
                </c:pt>
                <c:pt idx="3004">
                  <c:v>#N/A</c:v>
                </c:pt>
                <c:pt idx="3005">
                  <c:v>#N/A</c:v>
                </c:pt>
                <c:pt idx="3006">
                  <c:v>#N/A</c:v>
                </c:pt>
                <c:pt idx="3007">
                  <c:v>#N/A</c:v>
                </c:pt>
                <c:pt idx="3008">
                  <c:v>#N/A</c:v>
                </c:pt>
                <c:pt idx="3009">
                  <c:v>#N/A</c:v>
                </c:pt>
                <c:pt idx="3010">
                  <c:v>#N/A</c:v>
                </c:pt>
                <c:pt idx="3011">
                  <c:v>#N/A</c:v>
                </c:pt>
                <c:pt idx="3012">
                  <c:v>#N/A</c:v>
                </c:pt>
                <c:pt idx="3013">
                  <c:v>#N/A</c:v>
                </c:pt>
                <c:pt idx="3014">
                  <c:v>#N/A</c:v>
                </c:pt>
                <c:pt idx="3015">
                  <c:v>#N/A</c:v>
                </c:pt>
                <c:pt idx="3016">
                  <c:v>#N/A</c:v>
                </c:pt>
                <c:pt idx="3017">
                  <c:v>#N/A</c:v>
                </c:pt>
                <c:pt idx="3018">
                  <c:v>#N/A</c:v>
                </c:pt>
                <c:pt idx="3019">
                  <c:v>#N/A</c:v>
                </c:pt>
                <c:pt idx="3020">
                  <c:v>#N/A</c:v>
                </c:pt>
                <c:pt idx="3021">
                  <c:v>#N/A</c:v>
                </c:pt>
                <c:pt idx="3022">
                  <c:v>#N/A</c:v>
                </c:pt>
                <c:pt idx="3023">
                  <c:v>#N/A</c:v>
                </c:pt>
                <c:pt idx="3024">
                  <c:v>#N/A</c:v>
                </c:pt>
                <c:pt idx="3025">
                  <c:v>#N/A</c:v>
                </c:pt>
                <c:pt idx="3026">
                  <c:v>#N/A</c:v>
                </c:pt>
                <c:pt idx="3027">
                  <c:v>#N/A</c:v>
                </c:pt>
                <c:pt idx="3028">
                  <c:v>#N/A</c:v>
                </c:pt>
                <c:pt idx="3029">
                  <c:v>#N/A</c:v>
                </c:pt>
                <c:pt idx="3030">
                  <c:v>#N/A</c:v>
                </c:pt>
                <c:pt idx="3031">
                  <c:v>#N/A</c:v>
                </c:pt>
                <c:pt idx="3032">
                  <c:v>#N/A</c:v>
                </c:pt>
                <c:pt idx="3033">
                  <c:v>#N/A</c:v>
                </c:pt>
                <c:pt idx="3034">
                  <c:v>#N/A</c:v>
                </c:pt>
                <c:pt idx="3035">
                  <c:v>#N/A</c:v>
                </c:pt>
                <c:pt idx="3036">
                  <c:v>#N/A</c:v>
                </c:pt>
                <c:pt idx="3037">
                  <c:v>#N/A</c:v>
                </c:pt>
                <c:pt idx="3038">
                  <c:v>#N/A</c:v>
                </c:pt>
                <c:pt idx="3039">
                  <c:v>#N/A</c:v>
                </c:pt>
                <c:pt idx="3040">
                  <c:v>#N/A</c:v>
                </c:pt>
                <c:pt idx="3041">
                  <c:v>#N/A</c:v>
                </c:pt>
                <c:pt idx="3042">
                  <c:v>#N/A</c:v>
                </c:pt>
                <c:pt idx="3043">
                  <c:v>#N/A</c:v>
                </c:pt>
                <c:pt idx="3044">
                  <c:v>#N/A</c:v>
                </c:pt>
                <c:pt idx="3045">
                  <c:v>#N/A</c:v>
                </c:pt>
                <c:pt idx="3046">
                  <c:v>#N/A</c:v>
                </c:pt>
                <c:pt idx="3047">
                  <c:v>#N/A</c:v>
                </c:pt>
                <c:pt idx="3048">
                  <c:v>#N/A</c:v>
                </c:pt>
                <c:pt idx="3049">
                  <c:v>#N/A</c:v>
                </c:pt>
                <c:pt idx="3050">
                  <c:v>#N/A</c:v>
                </c:pt>
                <c:pt idx="3051">
                  <c:v>#N/A</c:v>
                </c:pt>
                <c:pt idx="3052">
                  <c:v>#N/A</c:v>
                </c:pt>
                <c:pt idx="3053">
                  <c:v>#N/A</c:v>
                </c:pt>
                <c:pt idx="3054">
                  <c:v>#N/A</c:v>
                </c:pt>
                <c:pt idx="3055">
                  <c:v>#N/A</c:v>
                </c:pt>
                <c:pt idx="3056">
                  <c:v>#N/A</c:v>
                </c:pt>
                <c:pt idx="3057">
                  <c:v>#N/A</c:v>
                </c:pt>
                <c:pt idx="3058">
                  <c:v>#N/A</c:v>
                </c:pt>
                <c:pt idx="3059">
                  <c:v>#N/A</c:v>
                </c:pt>
                <c:pt idx="3060">
                  <c:v>#N/A</c:v>
                </c:pt>
                <c:pt idx="3061">
                  <c:v>#N/A</c:v>
                </c:pt>
                <c:pt idx="3062">
                  <c:v>#N/A</c:v>
                </c:pt>
                <c:pt idx="3063">
                  <c:v>#N/A</c:v>
                </c:pt>
                <c:pt idx="3064">
                  <c:v>#N/A</c:v>
                </c:pt>
                <c:pt idx="3065">
                  <c:v>#N/A</c:v>
                </c:pt>
                <c:pt idx="3066">
                  <c:v>#N/A</c:v>
                </c:pt>
                <c:pt idx="3067">
                  <c:v>#N/A</c:v>
                </c:pt>
                <c:pt idx="3068">
                  <c:v>#N/A</c:v>
                </c:pt>
                <c:pt idx="3069">
                  <c:v>#N/A</c:v>
                </c:pt>
                <c:pt idx="3070">
                  <c:v>#N/A</c:v>
                </c:pt>
                <c:pt idx="3071">
                  <c:v>#N/A</c:v>
                </c:pt>
                <c:pt idx="3072">
                  <c:v>#N/A</c:v>
                </c:pt>
                <c:pt idx="3073">
                  <c:v>#N/A</c:v>
                </c:pt>
                <c:pt idx="3074">
                  <c:v>#N/A</c:v>
                </c:pt>
                <c:pt idx="3075">
                  <c:v>#N/A</c:v>
                </c:pt>
                <c:pt idx="3076">
                  <c:v>#N/A</c:v>
                </c:pt>
                <c:pt idx="3077">
                  <c:v>#N/A</c:v>
                </c:pt>
                <c:pt idx="3078">
                  <c:v>#N/A</c:v>
                </c:pt>
                <c:pt idx="3079">
                  <c:v>#N/A</c:v>
                </c:pt>
                <c:pt idx="3080">
                  <c:v>#N/A</c:v>
                </c:pt>
                <c:pt idx="3081">
                  <c:v>#N/A</c:v>
                </c:pt>
                <c:pt idx="3082">
                  <c:v>#N/A</c:v>
                </c:pt>
                <c:pt idx="3083">
                  <c:v>#N/A</c:v>
                </c:pt>
                <c:pt idx="3084">
                  <c:v>#N/A</c:v>
                </c:pt>
                <c:pt idx="3085">
                  <c:v>#N/A</c:v>
                </c:pt>
                <c:pt idx="3086">
                  <c:v>#N/A</c:v>
                </c:pt>
                <c:pt idx="3087">
                  <c:v>#N/A</c:v>
                </c:pt>
                <c:pt idx="3088">
                  <c:v>#N/A</c:v>
                </c:pt>
                <c:pt idx="3089">
                  <c:v>#N/A</c:v>
                </c:pt>
                <c:pt idx="3090">
                  <c:v>#N/A</c:v>
                </c:pt>
                <c:pt idx="3091">
                  <c:v>#N/A</c:v>
                </c:pt>
                <c:pt idx="3092">
                  <c:v>#N/A</c:v>
                </c:pt>
                <c:pt idx="3093">
                  <c:v>#N/A</c:v>
                </c:pt>
                <c:pt idx="3094">
                  <c:v>#N/A</c:v>
                </c:pt>
                <c:pt idx="3095">
                  <c:v>#N/A</c:v>
                </c:pt>
                <c:pt idx="3096">
                  <c:v>#N/A</c:v>
                </c:pt>
                <c:pt idx="3097">
                  <c:v>#N/A</c:v>
                </c:pt>
                <c:pt idx="3098">
                  <c:v>#N/A</c:v>
                </c:pt>
                <c:pt idx="3099">
                  <c:v>#N/A</c:v>
                </c:pt>
                <c:pt idx="3100">
                  <c:v>#N/A</c:v>
                </c:pt>
                <c:pt idx="3101">
                  <c:v>#N/A</c:v>
                </c:pt>
                <c:pt idx="3102">
                  <c:v>#N/A</c:v>
                </c:pt>
                <c:pt idx="3103">
                  <c:v>#N/A</c:v>
                </c:pt>
                <c:pt idx="3104">
                  <c:v>#N/A</c:v>
                </c:pt>
                <c:pt idx="3105">
                  <c:v>#N/A</c:v>
                </c:pt>
                <c:pt idx="3106">
                  <c:v>#N/A</c:v>
                </c:pt>
                <c:pt idx="3107">
                  <c:v>#N/A</c:v>
                </c:pt>
                <c:pt idx="3108">
                  <c:v>#N/A</c:v>
                </c:pt>
                <c:pt idx="3109">
                  <c:v>#N/A</c:v>
                </c:pt>
                <c:pt idx="3110">
                  <c:v>#N/A</c:v>
                </c:pt>
                <c:pt idx="3111">
                  <c:v>#N/A</c:v>
                </c:pt>
                <c:pt idx="3112">
                  <c:v>#N/A</c:v>
                </c:pt>
                <c:pt idx="3113">
                  <c:v>#N/A</c:v>
                </c:pt>
                <c:pt idx="3114">
                  <c:v>#N/A</c:v>
                </c:pt>
                <c:pt idx="3115">
                  <c:v>#N/A</c:v>
                </c:pt>
                <c:pt idx="3116">
                  <c:v>#N/A</c:v>
                </c:pt>
                <c:pt idx="3117">
                  <c:v>#N/A</c:v>
                </c:pt>
                <c:pt idx="3118">
                  <c:v>#N/A</c:v>
                </c:pt>
                <c:pt idx="3119">
                  <c:v>#N/A</c:v>
                </c:pt>
                <c:pt idx="3120">
                  <c:v>#N/A</c:v>
                </c:pt>
                <c:pt idx="3121">
                  <c:v>#N/A</c:v>
                </c:pt>
                <c:pt idx="3122">
                  <c:v>#N/A</c:v>
                </c:pt>
                <c:pt idx="3123">
                  <c:v>#N/A</c:v>
                </c:pt>
                <c:pt idx="3124">
                  <c:v>#N/A</c:v>
                </c:pt>
                <c:pt idx="3125">
                  <c:v>#N/A</c:v>
                </c:pt>
                <c:pt idx="3126">
                  <c:v>#N/A</c:v>
                </c:pt>
                <c:pt idx="3127">
                  <c:v>#N/A</c:v>
                </c:pt>
                <c:pt idx="3128">
                  <c:v>#N/A</c:v>
                </c:pt>
                <c:pt idx="3129">
                  <c:v>#N/A</c:v>
                </c:pt>
                <c:pt idx="3130">
                  <c:v>#N/A</c:v>
                </c:pt>
                <c:pt idx="3131">
                  <c:v>#N/A</c:v>
                </c:pt>
                <c:pt idx="3132">
                  <c:v>#N/A</c:v>
                </c:pt>
                <c:pt idx="3133">
                  <c:v>#N/A</c:v>
                </c:pt>
                <c:pt idx="3134">
                  <c:v>#N/A</c:v>
                </c:pt>
                <c:pt idx="3135">
                  <c:v>#N/A</c:v>
                </c:pt>
                <c:pt idx="3136">
                  <c:v>#N/A</c:v>
                </c:pt>
                <c:pt idx="3137">
                  <c:v>#N/A</c:v>
                </c:pt>
                <c:pt idx="3138">
                  <c:v>#N/A</c:v>
                </c:pt>
                <c:pt idx="3139">
                  <c:v>#N/A</c:v>
                </c:pt>
                <c:pt idx="3140">
                  <c:v>#N/A</c:v>
                </c:pt>
                <c:pt idx="3141">
                  <c:v>#N/A</c:v>
                </c:pt>
                <c:pt idx="3142">
                  <c:v>#N/A</c:v>
                </c:pt>
                <c:pt idx="3143">
                  <c:v>#N/A</c:v>
                </c:pt>
                <c:pt idx="3144">
                  <c:v>#N/A</c:v>
                </c:pt>
                <c:pt idx="3145">
                  <c:v>#N/A</c:v>
                </c:pt>
                <c:pt idx="3146">
                  <c:v>#N/A</c:v>
                </c:pt>
                <c:pt idx="3147">
                  <c:v>#N/A</c:v>
                </c:pt>
                <c:pt idx="3148">
                  <c:v>#N/A</c:v>
                </c:pt>
                <c:pt idx="3149">
                  <c:v>#N/A</c:v>
                </c:pt>
                <c:pt idx="3150">
                  <c:v>#N/A</c:v>
                </c:pt>
                <c:pt idx="3151">
                  <c:v>#N/A</c:v>
                </c:pt>
                <c:pt idx="3152">
                  <c:v>#N/A</c:v>
                </c:pt>
                <c:pt idx="3153">
                  <c:v>#N/A</c:v>
                </c:pt>
                <c:pt idx="3154">
                  <c:v>#N/A</c:v>
                </c:pt>
                <c:pt idx="3155">
                  <c:v>#N/A</c:v>
                </c:pt>
                <c:pt idx="3156">
                  <c:v>#N/A</c:v>
                </c:pt>
                <c:pt idx="3157">
                  <c:v>#N/A</c:v>
                </c:pt>
                <c:pt idx="3158">
                  <c:v>#N/A</c:v>
                </c:pt>
                <c:pt idx="3159">
                  <c:v>#N/A</c:v>
                </c:pt>
                <c:pt idx="3160">
                  <c:v>#N/A</c:v>
                </c:pt>
                <c:pt idx="3161">
                  <c:v>#N/A</c:v>
                </c:pt>
                <c:pt idx="3162">
                  <c:v>#N/A</c:v>
                </c:pt>
                <c:pt idx="3163">
                  <c:v>#N/A</c:v>
                </c:pt>
                <c:pt idx="3164">
                  <c:v>#N/A</c:v>
                </c:pt>
                <c:pt idx="3165">
                  <c:v>#N/A</c:v>
                </c:pt>
                <c:pt idx="3166">
                  <c:v>#N/A</c:v>
                </c:pt>
                <c:pt idx="3167">
                  <c:v>#N/A</c:v>
                </c:pt>
                <c:pt idx="3168">
                  <c:v>#N/A</c:v>
                </c:pt>
                <c:pt idx="3169">
                  <c:v>#N/A</c:v>
                </c:pt>
                <c:pt idx="3170">
                  <c:v>#N/A</c:v>
                </c:pt>
                <c:pt idx="3171">
                  <c:v>#N/A</c:v>
                </c:pt>
                <c:pt idx="3172">
                  <c:v>#N/A</c:v>
                </c:pt>
                <c:pt idx="3173">
                  <c:v>#N/A</c:v>
                </c:pt>
                <c:pt idx="3174">
                  <c:v>#N/A</c:v>
                </c:pt>
                <c:pt idx="3175">
                  <c:v>#N/A</c:v>
                </c:pt>
                <c:pt idx="3176">
                  <c:v>#N/A</c:v>
                </c:pt>
                <c:pt idx="3177">
                  <c:v>#N/A</c:v>
                </c:pt>
                <c:pt idx="3178">
                  <c:v>#N/A</c:v>
                </c:pt>
                <c:pt idx="3179">
                  <c:v>#N/A</c:v>
                </c:pt>
                <c:pt idx="3180">
                  <c:v>#N/A</c:v>
                </c:pt>
                <c:pt idx="3181">
                  <c:v>#N/A</c:v>
                </c:pt>
                <c:pt idx="3182">
                  <c:v>#N/A</c:v>
                </c:pt>
                <c:pt idx="3183">
                  <c:v>#N/A</c:v>
                </c:pt>
                <c:pt idx="3184">
                  <c:v>#N/A</c:v>
                </c:pt>
                <c:pt idx="3185">
                  <c:v>#N/A</c:v>
                </c:pt>
                <c:pt idx="3186">
                  <c:v>#N/A</c:v>
                </c:pt>
                <c:pt idx="3187">
                  <c:v>#N/A</c:v>
                </c:pt>
                <c:pt idx="3188">
                  <c:v>#N/A</c:v>
                </c:pt>
                <c:pt idx="3189">
                  <c:v>#N/A</c:v>
                </c:pt>
                <c:pt idx="3190">
                  <c:v>#N/A</c:v>
                </c:pt>
                <c:pt idx="3191">
                  <c:v>#N/A</c:v>
                </c:pt>
                <c:pt idx="3192">
                  <c:v>#N/A</c:v>
                </c:pt>
                <c:pt idx="3193">
                  <c:v>#N/A</c:v>
                </c:pt>
                <c:pt idx="3194">
                  <c:v>#N/A</c:v>
                </c:pt>
                <c:pt idx="3195">
                  <c:v>#N/A</c:v>
                </c:pt>
                <c:pt idx="3196">
                  <c:v>#N/A</c:v>
                </c:pt>
                <c:pt idx="3197">
                  <c:v>#N/A</c:v>
                </c:pt>
                <c:pt idx="3198">
                  <c:v>#N/A</c:v>
                </c:pt>
                <c:pt idx="3199">
                  <c:v>#N/A</c:v>
                </c:pt>
                <c:pt idx="3200">
                  <c:v>#N/A</c:v>
                </c:pt>
                <c:pt idx="3201">
                  <c:v>#N/A</c:v>
                </c:pt>
                <c:pt idx="3202">
                  <c:v>#N/A</c:v>
                </c:pt>
                <c:pt idx="3203">
                  <c:v>#N/A</c:v>
                </c:pt>
                <c:pt idx="3204">
                  <c:v>#N/A</c:v>
                </c:pt>
                <c:pt idx="3205">
                  <c:v>#N/A</c:v>
                </c:pt>
                <c:pt idx="3206">
                  <c:v>#N/A</c:v>
                </c:pt>
                <c:pt idx="3207">
                  <c:v>#N/A</c:v>
                </c:pt>
                <c:pt idx="3208">
                  <c:v>#N/A</c:v>
                </c:pt>
                <c:pt idx="3209">
                  <c:v>#N/A</c:v>
                </c:pt>
                <c:pt idx="3210">
                  <c:v>#N/A</c:v>
                </c:pt>
                <c:pt idx="3211">
                  <c:v>#N/A</c:v>
                </c:pt>
                <c:pt idx="3212">
                  <c:v>#N/A</c:v>
                </c:pt>
                <c:pt idx="3213">
                  <c:v>#N/A</c:v>
                </c:pt>
                <c:pt idx="3214">
                  <c:v>#N/A</c:v>
                </c:pt>
                <c:pt idx="3215">
                  <c:v>#N/A</c:v>
                </c:pt>
                <c:pt idx="3216">
                  <c:v>#N/A</c:v>
                </c:pt>
                <c:pt idx="3217">
                  <c:v>#N/A</c:v>
                </c:pt>
                <c:pt idx="3218">
                  <c:v>#N/A</c:v>
                </c:pt>
                <c:pt idx="3219">
                  <c:v>#N/A</c:v>
                </c:pt>
                <c:pt idx="3220">
                  <c:v>#N/A</c:v>
                </c:pt>
                <c:pt idx="3221">
                  <c:v>#N/A</c:v>
                </c:pt>
                <c:pt idx="3222">
                  <c:v>#N/A</c:v>
                </c:pt>
                <c:pt idx="3223">
                  <c:v>#N/A</c:v>
                </c:pt>
                <c:pt idx="3224">
                  <c:v>#N/A</c:v>
                </c:pt>
                <c:pt idx="3225">
                  <c:v>#N/A</c:v>
                </c:pt>
                <c:pt idx="3226">
                  <c:v>#N/A</c:v>
                </c:pt>
                <c:pt idx="3227">
                  <c:v>#N/A</c:v>
                </c:pt>
                <c:pt idx="3228">
                  <c:v>#N/A</c:v>
                </c:pt>
                <c:pt idx="3229">
                  <c:v>#N/A</c:v>
                </c:pt>
                <c:pt idx="3230">
                  <c:v>#N/A</c:v>
                </c:pt>
                <c:pt idx="3231">
                  <c:v>#N/A</c:v>
                </c:pt>
                <c:pt idx="3232">
                  <c:v>#N/A</c:v>
                </c:pt>
                <c:pt idx="3233">
                  <c:v>#N/A</c:v>
                </c:pt>
                <c:pt idx="3234">
                  <c:v>#N/A</c:v>
                </c:pt>
                <c:pt idx="3235">
                  <c:v>#N/A</c:v>
                </c:pt>
                <c:pt idx="3236">
                  <c:v>#N/A</c:v>
                </c:pt>
                <c:pt idx="3237">
                  <c:v>#N/A</c:v>
                </c:pt>
                <c:pt idx="3238">
                  <c:v>#N/A</c:v>
                </c:pt>
                <c:pt idx="3239">
                  <c:v>#N/A</c:v>
                </c:pt>
                <c:pt idx="3240">
                  <c:v>#N/A</c:v>
                </c:pt>
                <c:pt idx="3241">
                  <c:v>#N/A</c:v>
                </c:pt>
                <c:pt idx="3242">
                  <c:v>#N/A</c:v>
                </c:pt>
                <c:pt idx="3243">
                  <c:v>#N/A</c:v>
                </c:pt>
                <c:pt idx="3244">
                  <c:v>#N/A</c:v>
                </c:pt>
                <c:pt idx="3245">
                  <c:v>#N/A</c:v>
                </c:pt>
                <c:pt idx="3246">
                  <c:v>#N/A</c:v>
                </c:pt>
                <c:pt idx="3247">
                  <c:v>#N/A</c:v>
                </c:pt>
                <c:pt idx="3248">
                  <c:v>#N/A</c:v>
                </c:pt>
                <c:pt idx="3249">
                  <c:v>#N/A</c:v>
                </c:pt>
                <c:pt idx="3250">
                  <c:v>#N/A</c:v>
                </c:pt>
                <c:pt idx="3251">
                  <c:v>#N/A</c:v>
                </c:pt>
                <c:pt idx="3252">
                  <c:v>#N/A</c:v>
                </c:pt>
                <c:pt idx="3253">
                  <c:v>#N/A</c:v>
                </c:pt>
                <c:pt idx="3254">
                  <c:v>#N/A</c:v>
                </c:pt>
                <c:pt idx="3255">
                  <c:v>#N/A</c:v>
                </c:pt>
                <c:pt idx="3256">
                  <c:v>#N/A</c:v>
                </c:pt>
                <c:pt idx="3257">
                  <c:v>#N/A</c:v>
                </c:pt>
                <c:pt idx="3258">
                  <c:v>#N/A</c:v>
                </c:pt>
                <c:pt idx="3259">
                  <c:v>#N/A</c:v>
                </c:pt>
                <c:pt idx="3260">
                  <c:v>#N/A</c:v>
                </c:pt>
                <c:pt idx="3261">
                  <c:v>#N/A</c:v>
                </c:pt>
                <c:pt idx="3262">
                  <c:v>#N/A</c:v>
                </c:pt>
                <c:pt idx="3263">
                  <c:v>#N/A</c:v>
                </c:pt>
                <c:pt idx="3264">
                  <c:v>#N/A</c:v>
                </c:pt>
                <c:pt idx="3265">
                  <c:v>#N/A</c:v>
                </c:pt>
                <c:pt idx="3266">
                  <c:v>#N/A</c:v>
                </c:pt>
                <c:pt idx="3267">
                  <c:v>#N/A</c:v>
                </c:pt>
                <c:pt idx="3268">
                  <c:v>#N/A</c:v>
                </c:pt>
                <c:pt idx="3269">
                  <c:v>#N/A</c:v>
                </c:pt>
                <c:pt idx="3270">
                  <c:v>#N/A</c:v>
                </c:pt>
                <c:pt idx="3271">
                  <c:v>#N/A</c:v>
                </c:pt>
                <c:pt idx="3272">
                  <c:v>#N/A</c:v>
                </c:pt>
                <c:pt idx="3273">
                  <c:v>#N/A</c:v>
                </c:pt>
                <c:pt idx="3274">
                  <c:v>#N/A</c:v>
                </c:pt>
                <c:pt idx="3275">
                  <c:v>#N/A</c:v>
                </c:pt>
                <c:pt idx="3276">
                  <c:v>#N/A</c:v>
                </c:pt>
                <c:pt idx="3277">
                  <c:v>#N/A</c:v>
                </c:pt>
                <c:pt idx="3278">
                  <c:v>#N/A</c:v>
                </c:pt>
                <c:pt idx="3279">
                  <c:v>#N/A</c:v>
                </c:pt>
                <c:pt idx="3280">
                  <c:v>#N/A</c:v>
                </c:pt>
                <c:pt idx="3281">
                  <c:v>#N/A</c:v>
                </c:pt>
                <c:pt idx="3282">
                  <c:v>#N/A</c:v>
                </c:pt>
                <c:pt idx="3283">
                  <c:v>#N/A</c:v>
                </c:pt>
                <c:pt idx="3284">
                  <c:v>#N/A</c:v>
                </c:pt>
                <c:pt idx="3285">
                  <c:v>#N/A</c:v>
                </c:pt>
                <c:pt idx="3286">
                  <c:v>#N/A</c:v>
                </c:pt>
                <c:pt idx="3287">
                  <c:v>#N/A</c:v>
                </c:pt>
                <c:pt idx="3288">
                  <c:v>#N/A</c:v>
                </c:pt>
                <c:pt idx="3289">
                  <c:v>#N/A</c:v>
                </c:pt>
                <c:pt idx="3290">
                  <c:v>#N/A</c:v>
                </c:pt>
                <c:pt idx="3291">
                  <c:v>#N/A</c:v>
                </c:pt>
                <c:pt idx="3292">
                  <c:v>#N/A</c:v>
                </c:pt>
                <c:pt idx="3293">
                  <c:v>#N/A</c:v>
                </c:pt>
                <c:pt idx="3294">
                  <c:v>#N/A</c:v>
                </c:pt>
                <c:pt idx="3295">
                  <c:v>#N/A</c:v>
                </c:pt>
                <c:pt idx="3296">
                  <c:v>#N/A</c:v>
                </c:pt>
                <c:pt idx="3297">
                  <c:v>#N/A</c:v>
                </c:pt>
                <c:pt idx="3298">
                  <c:v>#N/A</c:v>
                </c:pt>
                <c:pt idx="3299">
                  <c:v>#N/A</c:v>
                </c:pt>
                <c:pt idx="3300">
                  <c:v>#N/A</c:v>
                </c:pt>
                <c:pt idx="3301">
                  <c:v>#N/A</c:v>
                </c:pt>
                <c:pt idx="3302">
                  <c:v>#N/A</c:v>
                </c:pt>
                <c:pt idx="3303">
                  <c:v>#N/A</c:v>
                </c:pt>
                <c:pt idx="3304">
                  <c:v>#N/A</c:v>
                </c:pt>
                <c:pt idx="3305">
                  <c:v>#N/A</c:v>
                </c:pt>
                <c:pt idx="3306">
                  <c:v>#N/A</c:v>
                </c:pt>
                <c:pt idx="3307">
                  <c:v>#N/A</c:v>
                </c:pt>
                <c:pt idx="3308">
                  <c:v>#N/A</c:v>
                </c:pt>
                <c:pt idx="3309">
                  <c:v>#N/A</c:v>
                </c:pt>
                <c:pt idx="3310">
                  <c:v>#N/A</c:v>
                </c:pt>
                <c:pt idx="3311">
                  <c:v>#N/A</c:v>
                </c:pt>
                <c:pt idx="3312">
                  <c:v>#N/A</c:v>
                </c:pt>
                <c:pt idx="3313">
                  <c:v>#N/A</c:v>
                </c:pt>
                <c:pt idx="3314">
                  <c:v>#N/A</c:v>
                </c:pt>
                <c:pt idx="3315">
                  <c:v>#N/A</c:v>
                </c:pt>
                <c:pt idx="3316">
                  <c:v>#N/A</c:v>
                </c:pt>
                <c:pt idx="3317">
                  <c:v>#N/A</c:v>
                </c:pt>
                <c:pt idx="3318">
                  <c:v>#N/A</c:v>
                </c:pt>
                <c:pt idx="3319">
                  <c:v>#N/A</c:v>
                </c:pt>
                <c:pt idx="3320">
                  <c:v>#N/A</c:v>
                </c:pt>
                <c:pt idx="3321">
                  <c:v>#N/A</c:v>
                </c:pt>
                <c:pt idx="3322">
                  <c:v>#N/A</c:v>
                </c:pt>
                <c:pt idx="3323">
                  <c:v>#N/A</c:v>
                </c:pt>
                <c:pt idx="3324">
                  <c:v>#N/A</c:v>
                </c:pt>
                <c:pt idx="3325">
                  <c:v>#N/A</c:v>
                </c:pt>
                <c:pt idx="3326">
                  <c:v>#N/A</c:v>
                </c:pt>
                <c:pt idx="3327">
                  <c:v>#N/A</c:v>
                </c:pt>
                <c:pt idx="3328">
                  <c:v>#N/A</c:v>
                </c:pt>
                <c:pt idx="3329">
                  <c:v>#N/A</c:v>
                </c:pt>
                <c:pt idx="3330">
                  <c:v>#N/A</c:v>
                </c:pt>
                <c:pt idx="3331">
                  <c:v>#N/A</c:v>
                </c:pt>
                <c:pt idx="3332">
                  <c:v>#N/A</c:v>
                </c:pt>
                <c:pt idx="3333">
                  <c:v>#N/A</c:v>
                </c:pt>
                <c:pt idx="3334">
                  <c:v>#N/A</c:v>
                </c:pt>
                <c:pt idx="3335">
                  <c:v>#N/A</c:v>
                </c:pt>
                <c:pt idx="3336">
                  <c:v>#N/A</c:v>
                </c:pt>
                <c:pt idx="3337">
                  <c:v>#N/A</c:v>
                </c:pt>
                <c:pt idx="3338">
                  <c:v>#N/A</c:v>
                </c:pt>
                <c:pt idx="3339">
                  <c:v>#N/A</c:v>
                </c:pt>
                <c:pt idx="3340">
                  <c:v>#N/A</c:v>
                </c:pt>
                <c:pt idx="3341">
                  <c:v>#N/A</c:v>
                </c:pt>
                <c:pt idx="3342">
                  <c:v>#N/A</c:v>
                </c:pt>
                <c:pt idx="3343">
                  <c:v>#N/A</c:v>
                </c:pt>
                <c:pt idx="3344">
                  <c:v>#N/A</c:v>
                </c:pt>
                <c:pt idx="3345">
                  <c:v>#N/A</c:v>
                </c:pt>
                <c:pt idx="3346">
                  <c:v>#N/A</c:v>
                </c:pt>
                <c:pt idx="3347">
                  <c:v>#N/A</c:v>
                </c:pt>
                <c:pt idx="3348">
                  <c:v>#N/A</c:v>
                </c:pt>
                <c:pt idx="3349">
                  <c:v>#N/A</c:v>
                </c:pt>
                <c:pt idx="3350">
                  <c:v>#N/A</c:v>
                </c:pt>
                <c:pt idx="3351">
                  <c:v>#N/A</c:v>
                </c:pt>
                <c:pt idx="3352">
                  <c:v>#N/A</c:v>
                </c:pt>
                <c:pt idx="3353">
                  <c:v>#N/A</c:v>
                </c:pt>
                <c:pt idx="3354">
                  <c:v>#N/A</c:v>
                </c:pt>
                <c:pt idx="3355">
                  <c:v>#N/A</c:v>
                </c:pt>
                <c:pt idx="3356">
                  <c:v>#N/A</c:v>
                </c:pt>
                <c:pt idx="3357">
                  <c:v>#N/A</c:v>
                </c:pt>
                <c:pt idx="3358">
                  <c:v>#N/A</c:v>
                </c:pt>
                <c:pt idx="3359">
                  <c:v>#N/A</c:v>
                </c:pt>
                <c:pt idx="3360">
                  <c:v>#N/A</c:v>
                </c:pt>
                <c:pt idx="3361">
                  <c:v>#N/A</c:v>
                </c:pt>
                <c:pt idx="3362">
                  <c:v>#N/A</c:v>
                </c:pt>
                <c:pt idx="3363">
                  <c:v>#N/A</c:v>
                </c:pt>
                <c:pt idx="3364">
                  <c:v>#N/A</c:v>
                </c:pt>
                <c:pt idx="3365">
                  <c:v>#N/A</c:v>
                </c:pt>
                <c:pt idx="3366">
                  <c:v>#N/A</c:v>
                </c:pt>
                <c:pt idx="3367">
                  <c:v>#N/A</c:v>
                </c:pt>
                <c:pt idx="3368">
                  <c:v>#N/A</c:v>
                </c:pt>
                <c:pt idx="3369">
                  <c:v>#N/A</c:v>
                </c:pt>
                <c:pt idx="3370">
                  <c:v>#N/A</c:v>
                </c:pt>
                <c:pt idx="3371">
                  <c:v>#N/A</c:v>
                </c:pt>
                <c:pt idx="3372">
                  <c:v>#N/A</c:v>
                </c:pt>
                <c:pt idx="3373">
                  <c:v>#N/A</c:v>
                </c:pt>
                <c:pt idx="3374">
                  <c:v>#N/A</c:v>
                </c:pt>
                <c:pt idx="3375">
                  <c:v>#N/A</c:v>
                </c:pt>
                <c:pt idx="3376">
                  <c:v>#N/A</c:v>
                </c:pt>
                <c:pt idx="3377">
                  <c:v>#N/A</c:v>
                </c:pt>
                <c:pt idx="3378">
                  <c:v>#N/A</c:v>
                </c:pt>
                <c:pt idx="3379">
                  <c:v>#N/A</c:v>
                </c:pt>
                <c:pt idx="3380">
                  <c:v>#N/A</c:v>
                </c:pt>
                <c:pt idx="3381">
                  <c:v>#N/A</c:v>
                </c:pt>
                <c:pt idx="3382">
                  <c:v>#N/A</c:v>
                </c:pt>
                <c:pt idx="3383">
                  <c:v>#N/A</c:v>
                </c:pt>
                <c:pt idx="3384">
                  <c:v>#N/A</c:v>
                </c:pt>
                <c:pt idx="3385">
                  <c:v>#N/A</c:v>
                </c:pt>
                <c:pt idx="3386">
                  <c:v>#N/A</c:v>
                </c:pt>
                <c:pt idx="3387">
                  <c:v>#N/A</c:v>
                </c:pt>
                <c:pt idx="3388">
                  <c:v>#N/A</c:v>
                </c:pt>
                <c:pt idx="3389">
                  <c:v>#N/A</c:v>
                </c:pt>
                <c:pt idx="3390">
                  <c:v>#N/A</c:v>
                </c:pt>
                <c:pt idx="3391">
                  <c:v>#N/A</c:v>
                </c:pt>
                <c:pt idx="3392">
                  <c:v>#N/A</c:v>
                </c:pt>
                <c:pt idx="3393">
                  <c:v>#N/A</c:v>
                </c:pt>
                <c:pt idx="3394">
                  <c:v>#N/A</c:v>
                </c:pt>
                <c:pt idx="3395">
                  <c:v>#N/A</c:v>
                </c:pt>
                <c:pt idx="3396">
                  <c:v>#N/A</c:v>
                </c:pt>
                <c:pt idx="3397">
                  <c:v>#N/A</c:v>
                </c:pt>
                <c:pt idx="3398">
                  <c:v>#N/A</c:v>
                </c:pt>
                <c:pt idx="3399">
                  <c:v>#N/A</c:v>
                </c:pt>
                <c:pt idx="3400">
                  <c:v>#N/A</c:v>
                </c:pt>
                <c:pt idx="3401">
                  <c:v>#N/A</c:v>
                </c:pt>
                <c:pt idx="3402">
                  <c:v>#N/A</c:v>
                </c:pt>
                <c:pt idx="3403">
                  <c:v>#N/A</c:v>
                </c:pt>
                <c:pt idx="3404">
                  <c:v>#N/A</c:v>
                </c:pt>
                <c:pt idx="3405">
                  <c:v>#N/A</c:v>
                </c:pt>
                <c:pt idx="3406">
                  <c:v>#N/A</c:v>
                </c:pt>
                <c:pt idx="3407">
                  <c:v>#N/A</c:v>
                </c:pt>
                <c:pt idx="3408">
                  <c:v>#N/A</c:v>
                </c:pt>
                <c:pt idx="3409">
                  <c:v>#N/A</c:v>
                </c:pt>
                <c:pt idx="3410">
                  <c:v>#N/A</c:v>
                </c:pt>
                <c:pt idx="3411">
                  <c:v>#N/A</c:v>
                </c:pt>
                <c:pt idx="3412">
                  <c:v>#N/A</c:v>
                </c:pt>
                <c:pt idx="3413">
                  <c:v>#N/A</c:v>
                </c:pt>
                <c:pt idx="3414">
                  <c:v>#N/A</c:v>
                </c:pt>
                <c:pt idx="3415">
                  <c:v>#N/A</c:v>
                </c:pt>
                <c:pt idx="3416">
                  <c:v>#N/A</c:v>
                </c:pt>
                <c:pt idx="3417">
                  <c:v>#N/A</c:v>
                </c:pt>
                <c:pt idx="3418">
                  <c:v>#N/A</c:v>
                </c:pt>
                <c:pt idx="3419">
                  <c:v>#N/A</c:v>
                </c:pt>
                <c:pt idx="3420">
                  <c:v>#N/A</c:v>
                </c:pt>
                <c:pt idx="3421">
                  <c:v>#N/A</c:v>
                </c:pt>
                <c:pt idx="3422">
                  <c:v>#N/A</c:v>
                </c:pt>
                <c:pt idx="3423">
                  <c:v>#N/A</c:v>
                </c:pt>
                <c:pt idx="3424">
                  <c:v>#N/A</c:v>
                </c:pt>
                <c:pt idx="3425">
                  <c:v>#N/A</c:v>
                </c:pt>
                <c:pt idx="3426">
                  <c:v>#N/A</c:v>
                </c:pt>
                <c:pt idx="3427">
                  <c:v>#N/A</c:v>
                </c:pt>
                <c:pt idx="3428">
                  <c:v>#N/A</c:v>
                </c:pt>
                <c:pt idx="3429">
                  <c:v>#N/A</c:v>
                </c:pt>
                <c:pt idx="3430">
                  <c:v>#N/A</c:v>
                </c:pt>
                <c:pt idx="3431">
                  <c:v>#N/A</c:v>
                </c:pt>
                <c:pt idx="3432">
                  <c:v>#N/A</c:v>
                </c:pt>
                <c:pt idx="3433">
                  <c:v>#N/A</c:v>
                </c:pt>
                <c:pt idx="3434">
                  <c:v>#N/A</c:v>
                </c:pt>
                <c:pt idx="3435">
                  <c:v>#N/A</c:v>
                </c:pt>
                <c:pt idx="3436">
                  <c:v>#N/A</c:v>
                </c:pt>
                <c:pt idx="3437">
                  <c:v>#N/A</c:v>
                </c:pt>
                <c:pt idx="3438">
                  <c:v>#N/A</c:v>
                </c:pt>
                <c:pt idx="3439">
                  <c:v>#N/A</c:v>
                </c:pt>
                <c:pt idx="3440">
                  <c:v>#N/A</c:v>
                </c:pt>
                <c:pt idx="3441">
                  <c:v>#N/A</c:v>
                </c:pt>
                <c:pt idx="3442">
                  <c:v>#N/A</c:v>
                </c:pt>
                <c:pt idx="3443">
                  <c:v>#N/A</c:v>
                </c:pt>
                <c:pt idx="3444">
                  <c:v>#N/A</c:v>
                </c:pt>
                <c:pt idx="3445">
                  <c:v>#N/A</c:v>
                </c:pt>
                <c:pt idx="3446">
                  <c:v>#N/A</c:v>
                </c:pt>
                <c:pt idx="3447">
                  <c:v>#N/A</c:v>
                </c:pt>
                <c:pt idx="3448">
                  <c:v>#N/A</c:v>
                </c:pt>
                <c:pt idx="3449">
                  <c:v>#N/A</c:v>
                </c:pt>
                <c:pt idx="3450">
                  <c:v>#N/A</c:v>
                </c:pt>
                <c:pt idx="3451">
                  <c:v>#N/A</c:v>
                </c:pt>
                <c:pt idx="3452">
                  <c:v>#N/A</c:v>
                </c:pt>
                <c:pt idx="3453">
                  <c:v>#N/A</c:v>
                </c:pt>
                <c:pt idx="3454">
                  <c:v>#N/A</c:v>
                </c:pt>
                <c:pt idx="3455">
                  <c:v>#N/A</c:v>
                </c:pt>
                <c:pt idx="3456">
                  <c:v>#N/A</c:v>
                </c:pt>
                <c:pt idx="3457">
                  <c:v>#N/A</c:v>
                </c:pt>
                <c:pt idx="3458">
                  <c:v>#N/A</c:v>
                </c:pt>
                <c:pt idx="3459">
                  <c:v>#N/A</c:v>
                </c:pt>
                <c:pt idx="3460">
                  <c:v>#N/A</c:v>
                </c:pt>
                <c:pt idx="3461">
                  <c:v>#N/A</c:v>
                </c:pt>
                <c:pt idx="3462">
                  <c:v>#N/A</c:v>
                </c:pt>
                <c:pt idx="3463">
                  <c:v>#N/A</c:v>
                </c:pt>
                <c:pt idx="3464">
                  <c:v>#N/A</c:v>
                </c:pt>
                <c:pt idx="3465">
                  <c:v>#N/A</c:v>
                </c:pt>
                <c:pt idx="3466">
                  <c:v>#N/A</c:v>
                </c:pt>
                <c:pt idx="3467">
                  <c:v>#N/A</c:v>
                </c:pt>
                <c:pt idx="3468">
                  <c:v>#N/A</c:v>
                </c:pt>
                <c:pt idx="3469">
                  <c:v>#N/A</c:v>
                </c:pt>
                <c:pt idx="3470">
                  <c:v>#N/A</c:v>
                </c:pt>
                <c:pt idx="3471">
                  <c:v>#N/A</c:v>
                </c:pt>
                <c:pt idx="3472">
                  <c:v>#N/A</c:v>
                </c:pt>
                <c:pt idx="3473">
                  <c:v>#N/A</c:v>
                </c:pt>
                <c:pt idx="3474">
                  <c:v>#N/A</c:v>
                </c:pt>
                <c:pt idx="3475">
                  <c:v>#N/A</c:v>
                </c:pt>
                <c:pt idx="3476">
                  <c:v>#N/A</c:v>
                </c:pt>
                <c:pt idx="3477">
                  <c:v>#N/A</c:v>
                </c:pt>
                <c:pt idx="3478">
                  <c:v>#N/A</c:v>
                </c:pt>
                <c:pt idx="3479">
                  <c:v>#N/A</c:v>
                </c:pt>
                <c:pt idx="3480">
                  <c:v>#N/A</c:v>
                </c:pt>
                <c:pt idx="3481">
                  <c:v>#N/A</c:v>
                </c:pt>
                <c:pt idx="3482">
                  <c:v>#N/A</c:v>
                </c:pt>
                <c:pt idx="3483">
                  <c:v>#N/A</c:v>
                </c:pt>
                <c:pt idx="3484">
                  <c:v>#N/A</c:v>
                </c:pt>
                <c:pt idx="3485">
                  <c:v>#N/A</c:v>
                </c:pt>
                <c:pt idx="3486">
                  <c:v>#N/A</c:v>
                </c:pt>
                <c:pt idx="3487">
                  <c:v>#N/A</c:v>
                </c:pt>
                <c:pt idx="3488">
                  <c:v>#N/A</c:v>
                </c:pt>
                <c:pt idx="3489">
                  <c:v>#N/A</c:v>
                </c:pt>
                <c:pt idx="3490">
                  <c:v>#N/A</c:v>
                </c:pt>
                <c:pt idx="3491">
                  <c:v>#N/A</c:v>
                </c:pt>
                <c:pt idx="3492">
                  <c:v>#N/A</c:v>
                </c:pt>
                <c:pt idx="3493">
                  <c:v>#N/A</c:v>
                </c:pt>
                <c:pt idx="3494">
                  <c:v>#N/A</c:v>
                </c:pt>
                <c:pt idx="3495">
                  <c:v>#N/A</c:v>
                </c:pt>
                <c:pt idx="3496">
                  <c:v>#N/A</c:v>
                </c:pt>
                <c:pt idx="3497">
                  <c:v>#N/A</c:v>
                </c:pt>
                <c:pt idx="3498">
                  <c:v>#N/A</c:v>
                </c:pt>
                <c:pt idx="3499">
                  <c:v>#N/A</c:v>
                </c:pt>
                <c:pt idx="3500">
                  <c:v>#N/A</c:v>
                </c:pt>
                <c:pt idx="3501">
                  <c:v>#N/A</c:v>
                </c:pt>
                <c:pt idx="3502">
                  <c:v>#N/A</c:v>
                </c:pt>
                <c:pt idx="3503">
                  <c:v>#N/A</c:v>
                </c:pt>
                <c:pt idx="3504">
                  <c:v>#N/A</c:v>
                </c:pt>
                <c:pt idx="3505">
                  <c:v>#N/A</c:v>
                </c:pt>
                <c:pt idx="3506">
                  <c:v>#N/A</c:v>
                </c:pt>
                <c:pt idx="3507">
                  <c:v>#N/A</c:v>
                </c:pt>
                <c:pt idx="3508">
                  <c:v>#N/A</c:v>
                </c:pt>
                <c:pt idx="3509">
                  <c:v>#N/A</c:v>
                </c:pt>
                <c:pt idx="3510">
                  <c:v>#N/A</c:v>
                </c:pt>
                <c:pt idx="3511">
                  <c:v>#N/A</c:v>
                </c:pt>
                <c:pt idx="3512">
                  <c:v>#N/A</c:v>
                </c:pt>
                <c:pt idx="3513">
                  <c:v>#N/A</c:v>
                </c:pt>
                <c:pt idx="3514">
                  <c:v>#N/A</c:v>
                </c:pt>
                <c:pt idx="3515">
                  <c:v>#N/A</c:v>
                </c:pt>
                <c:pt idx="3516">
                  <c:v>#N/A</c:v>
                </c:pt>
                <c:pt idx="3517">
                  <c:v>#N/A</c:v>
                </c:pt>
                <c:pt idx="3518">
                  <c:v>#N/A</c:v>
                </c:pt>
                <c:pt idx="3519">
                  <c:v>#N/A</c:v>
                </c:pt>
                <c:pt idx="3520">
                  <c:v>#N/A</c:v>
                </c:pt>
                <c:pt idx="3521">
                  <c:v>#N/A</c:v>
                </c:pt>
                <c:pt idx="3522">
                  <c:v>#N/A</c:v>
                </c:pt>
                <c:pt idx="3523">
                  <c:v>#N/A</c:v>
                </c:pt>
                <c:pt idx="3524">
                  <c:v>#N/A</c:v>
                </c:pt>
                <c:pt idx="3525">
                  <c:v>#N/A</c:v>
                </c:pt>
                <c:pt idx="3526">
                  <c:v>#N/A</c:v>
                </c:pt>
                <c:pt idx="3527">
                  <c:v>#N/A</c:v>
                </c:pt>
                <c:pt idx="3528">
                  <c:v>#N/A</c:v>
                </c:pt>
                <c:pt idx="3529">
                  <c:v>#N/A</c:v>
                </c:pt>
                <c:pt idx="3530">
                  <c:v>#N/A</c:v>
                </c:pt>
                <c:pt idx="3531">
                  <c:v>#N/A</c:v>
                </c:pt>
                <c:pt idx="3532">
                  <c:v>#N/A</c:v>
                </c:pt>
                <c:pt idx="3533">
                  <c:v>#N/A</c:v>
                </c:pt>
                <c:pt idx="3534">
                  <c:v>#N/A</c:v>
                </c:pt>
                <c:pt idx="3535">
                  <c:v>#N/A</c:v>
                </c:pt>
                <c:pt idx="3536">
                  <c:v>#N/A</c:v>
                </c:pt>
                <c:pt idx="3537">
                  <c:v>#N/A</c:v>
                </c:pt>
                <c:pt idx="3538">
                  <c:v>#N/A</c:v>
                </c:pt>
                <c:pt idx="3539">
                  <c:v>#N/A</c:v>
                </c:pt>
                <c:pt idx="3540">
                  <c:v>#N/A</c:v>
                </c:pt>
                <c:pt idx="3541">
                  <c:v>#N/A</c:v>
                </c:pt>
                <c:pt idx="3542">
                  <c:v>#N/A</c:v>
                </c:pt>
                <c:pt idx="3543">
                  <c:v>#N/A</c:v>
                </c:pt>
                <c:pt idx="3544">
                  <c:v>#N/A</c:v>
                </c:pt>
                <c:pt idx="3545">
                  <c:v>#N/A</c:v>
                </c:pt>
                <c:pt idx="3546">
                  <c:v>#N/A</c:v>
                </c:pt>
                <c:pt idx="3547">
                  <c:v>#N/A</c:v>
                </c:pt>
                <c:pt idx="3548">
                  <c:v>#N/A</c:v>
                </c:pt>
                <c:pt idx="3549">
                  <c:v>#N/A</c:v>
                </c:pt>
                <c:pt idx="3550">
                  <c:v>#N/A</c:v>
                </c:pt>
                <c:pt idx="3551">
                  <c:v>#N/A</c:v>
                </c:pt>
                <c:pt idx="3552">
                  <c:v>#N/A</c:v>
                </c:pt>
                <c:pt idx="3553">
                  <c:v>#N/A</c:v>
                </c:pt>
                <c:pt idx="3554">
                  <c:v>#N/A</c:v>
                </c:pt>
                <c:pt idx="3555">
                  <c:v>#N/A</c:v>
                </c:pt>
                <c:pt idx="3556">
                  <c:v>#N/A</c:v>
                </c:pt>
                <c:pt idx="3557">
                  <c:v>#N/A</c:v>
                </c:pt>
                <c:pt idx="3558">
                  <c:v>#N/A</c:v>
                </c:pt>
                <c:pt idx="3559">
                  <c:v>#N/A</c:v>
                </c:pt>
                <c:pt idx="3560">
                  <c:v>#N/A</c:v>
                </c:pt>
                <c:pt idx="3561">
                  <c:v>#N/A</c:v>
                </c:pt>
                <c:pt idx="3562">
                  <c:v>#N/A</c:v>
                </c:pt>
                <c:pt idx="3563">
                  <c:v>#N/A</c:v>
                </c:pt>
                <c:pt idx="3564">
                  <c:v>#N/A</c:v>
                </c:pt>
                <c:pt idx="3565">
                  <c:v>#N/A</c:v>
                </c:pt>
                <c:pt idx="3566">
                  <c:v>#N/A</c:v>
                </c:pt>
                <c:pt idx="3567">
                  <c:v>#N/A</c:v>
                </c:pt>
                <c:pt idx="3568">
                  <c:v>#N/A</c:v>
                </c:pt>
                <c:pt idx="3569">
                  <c:v>#N/A</c:v>
                </c:pt>
                <c:pt idx="3570">
                  <c:v>#N/A</c:v>
                </c:pt>
                <c:pt idx="3571">
                  <c:v>#N/A</c:v>
                </c:pt>
                <c:pt idx="3572">
                  <c:v>#N/A</c:v>
                </c:pt>
                <c:pt idx="3573">
                  <c:v>#N/A</c:v>
                </c:pt>
                <c:pt idx="3574">
                  <c:v>#N/A</c:v>
                </c:pt>
                <c:pt idx="3575">
                  <c:v>#N/A</c:v>
                </c:pt>
                <c:pt idx="3576">
                  <c:v>#N/A</c:v>
                </c:pt>
                <c:pt idx="3577">
                  <c:v>#N/A</c:v>
                </c:pt>
                <c:pt idx="3578">
                  <c:v>#N/A</c:v>
                </c:pt>
                <c:pt idx="3579">
                  <c:v>#N/A</c:v>
                </c:pt>
                <c:pt idx="3580">
                  <c:v>#N/A</c:v>
                </c:pt>
                <c:pt idx="3581">
                  <c:v>#N/A</c:v>
                </c:pt>
                <c:pt idx="3582">
                  <c:v>#N/A</c:v>
                </c:pt>
                <c:pt idx="3583">
                  <c:v>#N/A</c:v>
                </c:pt>
                <c:pt idx="3584">
                  <c:v>#N/A</c:v>
                </c:pt>
                <c:pt idx="3585">
                  <c:v>#N/A</c:v>
                </c:pt>
                <c:pt idx="3586">
                  <c:v>#N/A</c:v>
                </c:pt>
                <c:pt idx="3587">
                  <c:v>#N/A</c:v>
                </c:pt>
                <c:pt idx="3588">
                  <c:v>#N/A</c:v>
                </c:pt>
                <c:pt idx="3589">
                  <c:v>#N/A</c:v>
                </c:pt>
                <c:pt idx="3590">
                  <c:v>#N/A</c:v>
                </c:pt>
                <c:pt idx="3591">
                  <c:v>#N/A</c:v>
                </c:pt>
                <c:pt idx="3592">
                  <c:v>#N/A</c:v>
                </c:pt>
                <c:pt idx="3593">
                  <c:v>#N/A</c:v>
                </c:pt>
                <c:pt idx="3594">
                  <c:v>#N/A</c:v>
                </c:pt>
                <c:pt idx="3595">
                  <c:v>#N/A</c:v>
                </c:pt>
                <c:pt idx="3596">
                  <c:v>#N/A</c:v>
                </c:pt>
                <c:pt idx="3597">
                  <c:v>#N/A</c:v>
                </c:pt>
                <c:pt idx="3598">
                  <c:v>#N/A</c:v>
                </c:pt>
                <c:pt idx="3599">
                  <c:v>#N/A</c:v>
                </c:pt>
                <c:pt idx="3600">
                  <c:v>#N/A</c:v>
                </c:pt>
                <c:pt idx="3601">
                  <c:v>#N/A</c:v>
                </c:pt>
                <c:pt idx="3602">
                  <c:v>#N/A</c:v>
                </c:pt>
                <c:pt idx="3603">
                  <c:v>#N/A</c:v>
                </c:pt>
                <c:pt idx="3604">
                  <c:v>#N/A</c:v>
                </c:pt>
                <c:pt idx="3605">
                  <c:v>#N/A</c:v>
                </c:pt>
                <c:pt idx="3606">
                  <c:v>#N/A</c:v>
                </c:pt>
                <c:pt idx="3607">
                  <c:v>#N/A</c:v>
                </c:pt>
                <c:pt idx="3608">
                  <c:v>#N/A</c:v>
                </c:pt>
                <c:pt idx="3609">
                  <c:v>#N/A</c:v>
                </c:pt>
                <c:pt idx="3610">
                  <c:v>#N/A</c:v>
                </c:pt>
                <c:pt idx="3611">
                  <c:v>#N/A</c:v>
                </c:pt>
                <c:pt idx="3612">
                  <c:v>#N/A</c:v>
                </c:pt>
                <c:pt idx="3613">
                  <c:v>#N/A</c:v>
                </c:pt>
                <c:pt idx="3614">
                  <c:v>#N/A</c:v>
                </c:pt>
                <c:pt idx="3615">
                  <c:v>#N/A</c:v>
                </c:pt>
                <c:pt idx="3616">
                  <c:v>#N/A</c:v>
                </c:pt>
                <c:pt idx="3617">
                  <c:v>#N/A</c:v>
                </c:pt>
                <c:pt idx="3618">
                  <c:v>#N/A</c:v>
                </c:pt>
                <c:pt idx="3619">
                  <c:v>#N/A</c:v>
                </c:pt>
                <c:pt idx="3620">
                  <c:v>#N/A</c:v>
                </c:pt>
                <c:pt idx="3621">
                  <c:v>#N/A</c:v>
                </c:pt>
                <c:pt idx="3622">
                  <c:v>#N/A</c:v>
                </c:pt>
                <c:pt idx="3623">
                  <c:v>#N/A</c:v>
                </c:pt>
                <c:pt idx="3624">
                  <c:v>#N/A</c:v>
                </c:pt>
                <c:pt idx="3625">
                  <c:v>#N/A</c:v>
                </c:pt>
                <c:pt idx="3626">
                  <c:v>#N/A</c:v>
                </c:pt>
                <c:pt idx="3627">
                  <c:v>#N/A</c:v>
                </c:pt>
                <c:pt idx="3628">
                  <c:v>#N/A</c:v>
                </c:pt>
                <c:pt idx="3629">
                  <c:v>#N/A</c:v>
                </c:pt>
                <c:pt idx="3630">
                  <c:v>#N/A</c:v>
                </c:pt>
                <c:pt idx="3631">
                  <c:v>#N/A</c:v>
                </c:pt>
                <c:pt idx="3632">
                  <c:v>#N/A</c:v>
                </c:pt>
                <c:pt idx="3633">
                  <c:v>#N/A</c:v>
                </c:pt>
                <c:pt idx="3634">
                  <c:v>#N/A</c:v>
                </c:pt>
                <c:pt idx="3635">
                  <c:v>#N/A</c:v>
                </c:pt>
                <c:pt idx="3636">
                  <c:v>#N/A</c:v>
                </c:pt>
                <c:pt idx="3637">
                  <c:v>#N/A</c:v>
                </c:pt>
                <c:pt idx="3638">
                  <c:v>#N/A</c:v>
                </c:pt>
                <c:pt idx="3639">
                  <c:v>#N/A</c:v>
                </c:pt>
                <c:pt idx="3640">
                  <c:v>#N/A</c:v>
                </c:pt>
                <c:pt idx="3641">
                  <c:v>#N/A</c:v>
                </c:pt>
                <c:pt idx="3642">
                  <c:v>#N/A</c:v>
                </c:pt>
                <c:pt idx="3643">
                  <c:v>#N/A</c:v>
                </c:pt>
                <c:pt idx="3644">
                  <c:v>#N/A</c:v>
                </c:pt>
                <c:pt idx="3645">
                  <c:v>#N/A</c:v>
                </c:pt>
                <c:pt idx="3646">
                  <c:v>#N/A</c:v>
                </c:pt>
                <c:pt idx="3647">
                  <c:v>#N/A</c:v>
                </c:pt>
                <c:pt idx="3648">
                  <c:v>#N/A</c:v>
                </c:pt>
                <c:pt idx="3649">
                  <c:v>#N/A</c:v>
                </c:pt>
                <c:pt idx="3650">
                  <c:v>#N/A</c:v>
                </c:pt>
                <c:pt idx="3651">
                  <c:v>#N/A</c:v>
                </c:pt>
                <c:pt idx="3652">
                  <c:v>#N/A</c:v>
                </c:pt>
                <c:pt idx="3653">
                  <c:v>#N/A</c:v>
                </c:pt>
                <c:pt idx="3654">
                  <c:v>#N/A</c:v>
                </c:pt>
                <c:pt idx="3655">
                  <c:v>#N/A</c:v>
                </c:pt>
                <c:pt idx="3656">
                  <c:v>#N/A</c:v>
                </c:pt>
                <c:pt idx="3657">
                  <c:v>#N/A</c:v>
                </c:pt>
                <c:pt idx="3658">
                  <c:v>#N/A</c:v>
                </c:pt>
                <c:pt idx="3659">
                  <c:v>#N/A</c:v>
                </c:pt>
                <c:pt idx="3660">
                  <c:v>#N/A</c:v>
                </c:pt>
                <c:pt idx="3661">
                  <c:v>#N/A</c:v>
                </c:pt>
                <c:pt idx="3662">
                  <c:v>#N/A</c:v>
                </c:pt>
                <c:pt idx="3663">
                  <c:v>#N/A</c:v>
                </c:pt>
                <c:pt idx="3664">
                  <c:v>#N/A</c:v>
                </c:pt>
                <c:pt idx="3665">
                  <c:v>#N/A</c:v>
                </c:pt>
                <c:pt idx="3666">
                  <c:v>#N/A</c:v>
                </c:pt>
                <c:pt idx="3667">
                  <c:v>#N/A</c:v>
                </c:pt>
                <c:pt idx="3668">
                  <c:v>#N/A</c:v>
                </c:pt>
                <c:pt idx="3669">
                  <c:v>#N/A</c:v>
                </c:pt>
                <c:pt idx="3670">
                  <c:v>#N/A</c:v>
                </c:pt>
                <c:pt idx="3671">
                  <c:v>#N/A</c:v>
                </c:pt>
                <c:pt idx="3672">
                  <c:v>#N/A</c:v>
                </c:pt>
                <c:pt idx="3673">
                  <c:v>#N/A</c:v>
                </c:pt>
                <c:pt idx="3674">
                  <c:v>#N/A</c:v>
                </c:pt>
                <c:pt idx="3675">
                  <c:v>#N/A</c:v>
                </c:pt>
                <c:pt idx="3676">
                  <c:v>#N/A</c:v>
                </c:pt>
                <c:pt idx="3677">
                  <c:v>#N/A</c:v>
                </c:pt>
                <c:pt idx="3678">
                  <c:v>#N/A</c:v>
                </c:pt>
                <c:pt idx="3679">
                  <c:v>#N/A</c:v>
                </c:pt>
                <c:pt idx="3680">
                  <c:v>#N/A</c:v>
                </c:pt>
                <c:pt idx="3681">
                  <c:v>#N/A</c:v>
                </c:pt>
                <c:pt idx="3682">
                  <c:v>#N/A</c:v>
                </c:pt>
                <c:pt idx="3683">
                  <c:v>#N/A</c:v>
                </c:pt>
                <c:pt idx="3684">
                  <c:v>#N/A</c:v>
                </c:pt>
                <c:pt idx="3685">
                  <c:v>#N/A</c:v>
                </c:pt>
                <c:pt idx="3686">
                  <c:v>#N/A</c:v>
                </c:pt>
                <c:pt idx="3687">
                  <c:v>#N/A</c:v>
                </c:pt>
                <c:pt idx="3688">
                  <c:v>#N/A</c:v>
                </c:pt>
                <c:pt idx="3689">
                  <c:v>#N/A</c:v>
                </c:pt>
                <c:pt idx="3690">
                  <c:v>#N/A</c:v>
                </c:pt>
                <c:pt idx="3691">
                  <c:v>#N/A</c:v>
                </c:pt>
                <c:pt idx="3692">
                  <c:v>#N/A</c:v>
                </c:pt>
                <c:pt idx="3693">
                  <c:v>#N/A</c:v>
                </c:pt>
                <c:pt idx="3694">
                  <c:v>#N/A</c:v>
                </c:pt>
                <c:pt idx="3695">
                  <c:v>#N/A</c:v>
                </c:pt>
                <c:pt idx="3696">
                  <c:v>#N/A</c:v>
                </c:pt>
                <c:pt idx="3697">
                  <c:v>#N/A</c:v>
                </c:pt>
                <c:pt idx="3698">
                  <c:v>#N/A</c:v>
                </c:pt>
                <c:pt idx="3699">
                  <c:v>#N/A</c:v>
                </c:pt>
                <c:pt idx="3700">
                  <c:v>#N/A</c:v>
                </c:pt>
                <c:pt idx="3701">
                  <c:v>#N/A</c:v>
                </c:pt>
                <c:pt idx="3702">
                  <c:v>#N/A</c:v>
                </c:pt>
                <c:pt idx="3703">
                  <c:v>#N/A</c:v>
                </c:pt>
                <c:pt idx="3704">
                  <c:v>#N/A</c:v>
                </c:pt>
                <c:pt idx="3705">
                  <c:v>#N/A</c:v>
                </c:pt>
                <c:pt idx="3706">
                  <c:v>#N/A</c:v>
                </c:pt>
                <c:pt idx="3707">
                  <c:v>#N/A</c:v>
                </c:pt>
                <c:pt idx="3708">
                  <c:v>#N/A</c:v>
                </c:pt>
                <c:pt idx="3709">
                  <c:v>#N/A</c:v>
                </c:pt>
                <c:pt idx="3710">
                  <c:v>#N/A</c:v>
                </c:pt>
                <c:pt idx="3711">
                  <c:v>#N/A</c:v>
                </c:pt>
                <c:pt idx="3712">
                  <c:v>#N/A</c:v>
                </c:pt>
                <c:pt idx="3713">
                  <c:v>#N/A</c:v>
                </c:pt>
                <c:pt idx="3714">
                  <c:v>#N/A</c:v>
                </c:pt>
                <c:pt idx="3715">
                  <c:v>#N/A</c:v>
                </c:pt>
                <c:pt idx="3716">
                  <c:v>#N/A</c:v>
                </c:pt>
                <c:pt idx="3717">
                  <c:v>#N/A</c:v>
                </c:pt>
                <c:pt idx="3718">
                  <c:v>#N/A</c:v>
                </c:pt>
                <c:pt idx="3719">
                  <c:v>#N/A</c:v>
                </c:pt>
                <c:pt idx="3720">
                  <c:v>#N/A</c:v>
                </c:pt>
                <c:pt idx="3721">
                  <c:v>#N/A</c:v>
                </c:pt>
                <c:pt idx="3722">
                  <c:v>#N/A</c:v>
                </c:pt>
                <c:pt idx="3723">
                  <c:v>#N/A</c:v>
                </c:pt>
                <c:pt idx="3724">
                  <c:v>#N/A</c:v>
                </c:pt>
                <c:pt idx="3725">
                  <c:v>#N/A</c:v>
                </c:pt>
                <c:pt idx="3726">
                  <c:v>#N/A</c:v>
                </c:pt>
                <c:pt idx="3727">
                  <c:v>#N/A</c:v>
                </c:pt>
                <c:pt idx="3728">
                  <c:v>#N/A</c:v>
                </c:pt>
                <c:pt idx="3729">
                  <c:v>#N/A</c:v>
                </c:pt>
                <c:pt idx="3730">
                  <c:v>#N/A</c:v>
                </c:pt>
                <c:pt idx="3731">
                  <c:v>#N/A</c:v>
                </c:pt>
                <c:pt idx="3732">
                  <c:v>#N/A</c:v>
                </c:pt>
                <c:pt idx="3733">
                  <c:v>#N/A</c:v>
                </c:pt>
                <c:pt idx="3734">
                  <c:v>#N/A</c:v>
                </c:pt>
                <c:pt idx="3735">
                  <c:v>#N/A</c:v>
                </c:pt>
                <c:pt idx="3736">
                  <c:v>#N/A</c:v>
                </c:pt>
                <c:pt idx="3737">
                  <c:v>#N/A</c:v>
                </c:pt>
                <c:pt idx="3738">
                  <c:v>#N/A</c:v>
                </c:pt>
                <c:pt idx="3739">
                  <c:v>#N/A</c:v>
                </c:pt>
                <c:pt idx="3740">
                  <c:v>#N/A</c:v>
                </c:pt>
                <c:pt idx="3741">
                  <c:v>#N/A</c:v>
                </c:pt>
                <c:pt idx="3742">
                  <c:v>#N/A</c:v>
                </c:pt>
                <c:pt idx="3743">
                  <c:v>#N/A</c:v>
                </c:pt>
                <c:pt idx="3744">
                  <c:v>#N/A</c:v>
                </c:pt>
                <c:pt idx="3745">
                  <c:v>#N/A</c:v>
                </c:pt>
                <c:pt idx="3746">
                  <c:v>#N/A</c:v>
                </c:pt>
                <c:pt idx="3747">
                  <c:v>#N/A</c:v>
                </c:pt>
                <c:pt idx="3748">
                  <c:v>#N/A</c:v>
                </c:pt>
                <c:pt idx="3749">
                  <c:v>#N/A</c:v>
                </c:pt>
                <c:pt idx="3750">
                  <c:v>#N/A</c:v>
                </c:pt>
                <c:pt idx="3751">
                  <c:v>#N/A</c:v>
                </c:pt>
                <c:pt idx="3752">
                  <c:v>#N/A</c:v>
                </c:pt>
                <c:pt idx="3753">
                  <c:v>#N/A</c:v>
                </c:pt>
                <c:pt idx="3754">
                  <c:v>#N/A</c:v>
                </c:pt>
                <c:pt idx="3755">
                  <c:v>#N/A</c:v>
                </c:pt>
                <c:pt idx="3756">
                  <c:v>#N/A</c:v>
                </c:pt>
                <c:pt idx="3757">
                  <c:v>#N/A</c:v>
                </c:pt>
                <c:pt idx="3758">
                  <c:v>#N/A</c:v>
                </c:pt>
                <c:pt idx="3759">
                  <c:v>#N/A</c:v>
                </c:pt>
                <c:pt idx="3760">
                  <c:v>#N/A</c:v>
                </c:pt>
                <c:pt idx="3761">
                  <c:v>#N/A</c:v>
                </c:pt>
                <c:pt idx="3762">
                  <c:v>#N/A</c:v>
                </c:pt>
                <c:pt idx="3763">
                  <c:v>#N/A</c:v>
                </c:pt>
                <c:pt idx="3764">
                  <c:v>#N/A</c:v>
                </c:pt>
                <c:pt idx="3765">
                  <c:v>#N/A</c:v>
                </c:pt>
                <c:pt idx="3766">
                  <c:v>#N/A</c:v>
                </c:pt>
                <c:pt idx="3767">
                  <c:v>#N/A</c:v>
                </c:pt>
                <c:pt idx="3768">
                  <c:v>#N/A</c:v>
                </c:pt>
                <c:pt idx="3769">
                  <c:v>#N/A</c:v>
                </c:pt>
                <c:pt idx="3770">
                  <c:v>#N/A</c:v>
                </c:pt>
                <c:pt idx="3771">
                  <c:v>#N/A</c:v>
                </c:pt>
                <c:pt idx="3772">
                  <c:v>#N/A</c:v>
                </c:pt>
                <c:pt idx="3773">
                  <c:v>#N/A</c:v>
                </c:pt>
                <c:pt idx="3774">
                  <c:v>#N/A</c:v>
                </c:pt>
                <c:pt idx="3775">
                  <c:v>#N/A</c:v>
                </c:pt>
                <c:pt idx="3776">
                  <c:v>#N/A</c:v>
                </c:pt>
                <c:pt idx="3777">
                  <c:v>#N/A</c:v>
                </c:pt>
                <c:pt idx="3778">
                  <c:v>#N/A</c:v>
                </c:pt>
                <c:pt idx="3779">
                  <c:v>#N/A</c:v>
                </c:pt>
                <c:pt idx="3780">
                  <c:v>#N/A</c:v>
                </c:pt>
                <c:pt idx="3781">
                  <c:v>#N/A</c:v>
                </c:pt>
                <c:pt idx="3782">
                  <c:v>#N/A</c:v>
                </c:pt>
                <c:pt idx="3783">
                  <c:v>#N/A</c:v>
                </c:pt>
                <c:pt idx="3784">
                  <c:v>#N/A</c:v>
                </c:pt>
                <c:pt idx="3785">
                  <c:v>#N/A</c:v>
                </c:pt>
                <c:pt idx="3786">
                  <c:v>#N/A</c:v>
                </c:pt>
                <c:pt idx="3787">
                  <c:v>#N/A</c:v>
                </c:pt>
                <c:pt idx="3788">
                  <c:v>#N/A</c:v>
                </c:pt>
                <c:pt idx="3789">
                  <c:v>#N/A</c:v>
                </c:pt>
                <c:pt idx="3790">
                  <c:v>#N/A</c:v>
                </c:pt>
                <c:pt idx="3791">
                  <c:v>#N/A</c:v>
                </c:pt>
                <c:pt idx="3792">
                  <c:v>#N/A</c:v>
                </c:pt>
                <c:pt idx="3793">
                  <c:v>#N/A</c:v>
                </c:pt>
                <c:pt idx="3794">
                  <c:v>#N/A</c:v>
                </c:pt>
                <c:pt idx="3795">
                  <c:v>#N/A</c:v>
                </c:pt>
                <c:pt idx="3796">
                  <c:v>#N/A</c:v>
                </c:pt>
                <c:pt idx="3797">
                  <c:v>#N/A</c:v>
                </c:pt>
                <c:pt idx="3798">
                  <c:v>#N/A</c:v>
                </c:pt>
                <c:pt idx="3799">
                  <c:v>#N/A</c:v>
                </c:pt>
                <c:pt idx="3800">
                  <c:v>#N/A</c:v>
                </c:pt>
                <c:pt idx="3801">
                  <c:v>#N/A</c:v>
                </c:pt>
                <c:pt idx="3802">
                  <c:v>#N/A</c:v>
                </c:pt>
                <c:pt idx="3803">
                  <c:v>#N/A</c:v>
                </c:pt>
                <c:pt idx="3804">
                  <c:v>#N/A</c:v>
                </c:pt>
                <c:pt idx="3805">
                  <c:v>#N/A</c:v>
                </c:pt>
                <c:pt idx="3806">
                  <c:v>#N/A</c:v>
                </c:pt>
                <c:pt idx="3807">
                  <c:v>#N/A</c:v>
                </c:pt>
                <c:pt idx="3808">
                  <c:v>#N/A</c:v>
                </c:pt>
                <c:pt idx="3809">
                  <c:v>#N/A</c:v>
                </c:pt>
                <c:pt idx="3810">
                  <c:v>#N/A</c:v>
                </c:pt>
                <c:pt idx="3811">
                  <c:v>#N/A</c:v>
                </c:pt>
                <c:pt idx="3812">
                  <c:v>#N/A</c:v>
                </c:pt>
                <c:pt idx="3813">
                  <c:v>#N/A</c:v>
                </c:pt>
                <c:pt idx="3814">
                  <c:v>#N/A</c:v>
                </c:pt>
                <c:pt idx="3815">
                  <c:v>#N/A</c:v>
                </c:pt>
                <c:pt idx="3816">
                  <c:v>#N/A</c:v>
                </c:pt>
                <c:pt idx="3817">
                  <c:v>#N/A</c:v>
                </c:pt>
                <c:pt idx="3818">
                  <c:v>#N/A</c:v>
                </c:pt>
                <c:pt idx="3819">
                  <c:v>#N/A</c:v>
                </c:pt>
                <c:pt idx="3820">
                  <c:v>#N/A</c:v>
                </c:pt>
                <c:pt idx="3821">
                  <c:v>#N/A</c:v>
                </c:pt>
                <c:pt idx="3822">
                  <c:v>#N/A</c:v>
                </c:pt>
                <c:pt idx="3823">
                  <c:v>#N/A</c:v>
                </c:pt>
                <c:pt idx="3824">
                  <c:v>#N/A</c:v>
                </c:pt>
                <c:pt idx="3825">
                  <c:v>#N/A</c:v>
                </c:pt>
                <c:pt idx="3826">
                  <c:v>#N/A</c:v>
                </c:pt>
                <c:pt idx="3827">
                  <c:v>#N/A</c:v>
                </c:pt>
                <c:pt idx="3828">
                  <c:v>#N/A</c:v>
                </c:pt>
                <c:pt idx="3829">
                  <c:v>#N/A</c:v>
                </c:pt>
                <c:pt idx="3830">
                  <c:v>#N/A</c:v>
                </c:pt>
                <c:pt idx="3831">
                  <c:v>#N/A</c:v>
                </c:pt>
                <c:pt idx="3832">
                  <c:v>#N/A</c:v>
                </c:pt>
                <c:pt idx="3833">
                  <c:v>#N/A</c:v>
                </c:pt>
                <c:pt idx="3834">
                  <c:v>#N/A</c:v>
                </c:pt>
                <c:pt idx="3835">
                  <c:v>#N/A</c:v>
                </c:pt>
                <c:pt idx="3836">
                  <c:v>#N/A</c:v>
                </c:pt>
                <c:pt idx="3837">
                  <c:v>#N/A</c:v>
                </c:pt>
                <c:pt idx="3838">
                  <c:v>#N/A</c:v>
                </c:pt>
                <c:pt idx="3839">
                  <c:v>#N/A</c:v>
                </c:pt>
                <c:pt idx="3840">
                  <c:v>#N/A</c:v>
                </c:pt>
                <c:pt idx="3841">
                  <c:v>#N/A</c:v>
                </c:pt>
                <c:pt idx="3842">
                  <c:v>#N/A</c:v>
                </c:pt>
                <c:pt idx="3843">
                  <c:v>#N/A</c:v>
                </c:pt>
                <c:pt idx="3844">
                  <c:v>#N/A</c:v>
                </c:pt>
                <c:pt idx="3845">
                  <c:v>#N/A</c:v>
                </c:pt>
                <c:pt idx="3846">
                  <c:v>#N/A</c:v>
                </c:pt>
                <c:pt idx="3847">
                  <c:v>#N/A</c:v>
                </c:pt>
                <c:pt idx="3848">
                  <c:v>#N/A</c:v>
                </c:pt>
                <c:pt idx="3849">
                  <c:v>#N/A</c:v>
                </c:pt>
                <c:pt idx="3850">
                  <c:v>#N/A</c:v>
                </c:pt>
                <c:pt idx="3851">
                  <c:v>#N/A</c:v>
                </c:pt>
                <c:pt idx="3852">
                  <c:v>#N/A</c:v>
                </c:pt>
                <c:pt idx="3853">
                  <c:v>#N/A</c:v>
                </c:pt>
                <c:pt idx="3854">
                  <c:v>#N/A</c:v>
                </c:pt>
                <c:pt idx="3855">
                  <c:v>#N/A</c:v>
                </c:pt>
                <c:pt idx="3856">
                  <c:v>#N/A</c:v>
                </c:pt>
                <c:pt idx="3857">
                  <c:v>#N/A</c:v>
                </c:pt>
                <c:pt idx="3858">
                  <c:v>#N/A</c:v>
                </c:pt>
                <c:pt idx="3859">
                  <c:v>#N/A</c:v>
                </c:pt>
                <c:pt idx="3860">
                  <c:v>#N/A</c:v>
                </c:pt>
                <c:pt idx="3861">
                  <c:v>#N/A</c:v>
                </c:pt>
                <c:pt idx="3862">
                  <c:v>#N/A</c:v>
                </c:pt>
                <c:pt idx="3863">
                  <c:v>#N/A</c:v>
                </c:pt>
                <c:pt idx="3864">
                  <c:v>#N/A</c:v>
                </c:pt>
                <c:pt idx="3865">
                  <c:v>#N/A</c:v>
                </c:pt>
                <c:pt idx="3866">
                  <c:v>#N/A</c:v>
                </c:pt>
                <c:pt idx="3867">
                  <c:v>#N/A</c:v>
                </c:pt>
                <c:pt idx="3868">
                  <c:v>#N/A</c:v>
                </c:pt>
                <c:pt idx="3869">
                  <c:v>#N/A</c:v>
                </c:pt>
                <c:pt idx="3870">
                  <c:v>#N/A</c:v>
                </c:pt>
                <c:pt idx="3871">
                  <c:v>#N/A</c:v>
                </c:pt>
                <c:pt idx="3872">
                  <c:v>#N/A</c:v>
                </c:pt>
                <c:pt idx="3873">
                  <c:v>#N/A</c:v>
                </c:pt>
                <c:pt idx="3874">
                  <c:v>#N/A</c:v>
                </c:pt>
                <c:pt idx="3875">
                  <c:v>#N/A</c:v>
                </c:pt>
                <c:pt idx="3876">
                  <c:v>#N/A</c:v>
                </c:pt>
                <c:pt idx="3877">
                  <c:v>#N/A</c:v>
                </c:pt>
                <c:pt idx="3878">
                  <c:v>#N/A</c:v>
                </c:pt>
                <c:pt idx="3879">
                  <c:v>#N/A</c:v>
                </c:pt>
                <c:pt idx="3880">
                  <c:v>#N/A</c:v>
                </c:pt>
                <c:pt idx="3881">
                  <c:v>#N/A</c:v>
                </c:pt>
                <c:pt idx="3882">
                  <c:v>#N/A</c:v>
                </c:pt>
                <c:pt idx="3883">
                  <c:v>#N/A</c:v>
                </c:pt>
                <c:pt idx="3884">
                  <c:v>#N/A</c:v>
                </c:pt>
                <c:pt idx="3885">
                  <c:v>#N/A</c:v>
                </c:pt>
                <c:pt idx="3886">
                  <c:v>#N/A</c:v>
                </c:pt>
                <c:pt idx="3887">
                  <c:v>#N/A</c:v>
                </c:pt>
                <c:pt idx="3888">
                  <c:v>#N/A</c:v>
                </c:pt>
                <c:pt idx="3889">
                  <c:v>#N/A</c:v>
                </c:pt>
                <c:pt idx="3890">
                  <c:v>#N/A</c:v>
                </c:pt>
                <c:pt idx="3891">
                  <c:v>#N/A</c:v>
                </c:pt>
                <c:pt idx="3892">
                  <c:v>#N/A</c:v>
                </c:pt>
                <c:pt idx="3893">
                  <c:v>#N/A</c:v>
                </c:pt>
                <c:pt idx="3894">
                  <c:v>#N/A</c:v>
                </c:pt>
                <c:pt idx="3895">
                  <c:v>#N/A</c:v>
                </c:pt>
                <c:pt idx="3896">
                  <c:v>#N/A</c:v>
                </c:pt>
                <c:pt idx="3897">
                  <c:v>#N/A</c:v>
                </c:pt>
                <c:pt idx="3898">
                  <c:v>#N/A</c:v>
                </c:pt>
                <c:pt idx="3899">
                  <c:v>#N/A</c:v>
                </c:pt>
                <c:pt idx="3900">
                  <c:v>#N/A</c:v>
                </c:pt>
                <c:pt idx="3901">
                  <c:v>#N/A</c:v>
                </c:pt>
                <c:pt idx="3902">
                  <c:v>#N/A</c:v>
                </c:pt>
                <c:pt idx="3903">
                  <c:v>#N/A</c:v>
                </c:pt>
                <c:pt idx="3904">
                  <c:v>#N/A</c:v>
                </c:pt>
                <c:pt idx="3905">
                  <c:v>#N/A</c:v>
                </c:pt>
                <c:pt idx="3906">
                  <c:v>#N/A</c:v>
                </c:pt>
                <c:pt idx="3907">
                  <c:v>#N/A</c:v>
                </c:pt>
                <c:pt idx="3908">
                  <c:v>#N/A</c:v>
                </c:pt>
                <c:pt idx="3909">
                  <c:v>#N/A</c:v>
                </c:pt>
                <c:pt idx="3910">
                  <c:v>#N/A</c:v>
                </c:pt>
                <c:pt idx="3911">
                  <c:v>#N/A</c:v>
                </c:pt>
                <c:pt idx="3912">
                  <c:v>#N/A</c:v>
                </c:pt>
                <c:pt idx="3913">
                  <c:v>#N/A</c:v>
                </c:pt>
                <c:pt idx="3914">
                  <c:v>#N/A</c:v>
                </c:pt>
                <c:pt idx="3915">
                  <c:v>#N/A</c:v>
                </c:pt>
                <c:pt idx="3916">
                  <c:v>#N/A</c:v>
                </c:pt>
                <c:pt idx="3917">
                  <c:v>#N/A</c:v>
                </c:pt>
                <c:pt idx="3918">
                  <c:v>#N/A</c:v>
                </c:pt>
                <c:pt idx="3919">
                  <c:v>#N/A</c:v>
                </c:pt>
                <c:pt idx="3920">
                  <c:v>#N/A</c:v>
                </c:pt>
                <c:pt idx="3921">
                  <c:v>#N/A</c:v>
                </c:pt>
                <c:pt idx="3922">
                  <c:v>#N/A</c:v>
                </c:pt>
                <c:pt idx="3923">
                  <c:v>#N/A</c:v>
                </c:pt>
                <c:pt idx="3924">
                  <c:v>#N/A</c:v>
                </c:pt>
                <c:pt idx="3925">
                  <c:v>#N/A</c:v>
                </c:pt>
                <c:pt idx="3926">
                  <c:v>#N/A</c:v>
                </c:pt>
                <c:pt idx="3927">
                  <c:v>#N/A</c:v>
                </c:pt>
                <c:pt idx="3928">
                  <c:v>#N/A</c:v>
                </c:pt>
                <c:pt idx="3929">
                  <c:v>#N/A</c:v>
                </c:pt>
                <c:pt idx="3930">
                  <c:v>#N/A</c:v>
                </c:pt>
                <c:pt idx="3931">
                  <c:v>#N/A</c:v>
                </c:pt>
                <c:pt idx="3932">
                  <c:v>#N/A</c:v>
                </c:pt>
                <c:pt idx="3933">
                  <c:v>#N/A</c:v>
                </c:pt>
                <c:pt idx="3934">
                  <c:v>#N/A</c:v>
                </c:pt>
                <c:pt idx="3935">
                  <c:v>#N/A</c:v>
                </c:pt>
                <c:pt idx="3936">
                  <c:v>#N/A</c:v>
                </c:pt>
                <c:pt idx="3937">
                  <c:v>#N/A</c:v>
                </c:pt>
                <c:pt idx="3938">
                  <c:v>#N/A</c:v>
                </c:pt>
                <c:pt idx="3939">
                  <c:v>#N/A</c:v>
                </c:pt>
                <c:pt idx="3940">
                  <c:v>#N/A</c:v>
                </c:pt>
                <c:pt idx="3941">
                  <c:v>#N/A</c:v>
                </c:pt>
                <c:pt idx="3942">
                  <c:v>#N/A</c:v>
                </c:pt>
                <c:pt idx="3943">
                  <c:v>#N/A</c:v>
                </c:pt>
                <c:pt idx="3944">
                  <c:v>#N/A</c:v>
                </c:pt>
                <c:pt idx="3945">
                  <c:v>#N/A</c:v>
                </c:pt>
                <c:pt idx="3946">
                  <c:v>#N/A</c:v>
                </c:pt>
                <c:pt idx="3947">
                  <c:v>#N/A</c:v>
                </c:pt>
                <c:pt idx="3948">
                  <c:v>#N/A</c:v>
                </c:pt>
                <c:pt idx="3949">
                  <c:v>#N/A</c:v>
                </c:pt>
                <c:pt idx="3950">
                  <c:v>#N/A</c:v>
                </c:pt>
                <c:pt idx="3951">
                  <c:v>#N/A</c:v>
                </c:pt>
                <c:pt idx="3952">
                  <c:v>#N/A</c:v>
                </c:pt>
                <c:pt idx="3953">
                  <c:v>#N/A</c:v>
                </c:pt>
                <c:pt idx="3954">
                  <c:v>#N/A</c:v>
                </c:pt>
                <c:pt idx="3955">
                  <c:v>#N/A</c:v>
                </c:pt>
                <c:pt idx="3956">
                  <c:v>#N/A</c:v>
                </c:pt>
                <c:pt idx="3957">
                  <c:v>#N/A</c:v>
                </c:pt>
                <c:pt idx="3958">
                  <c:v>#N/A</c:v>
                </c:pt>
                <c:pt idx="3959">
                  <c:v>#N/A</c:v>
                </c:pt>
                <c:pt idx="3960">
                  <c:v>#N/A</c:v>
                </c:pt>
                <c:pt idx="3961">
                  <c:v>#N/A</c:v>
                </c:pt>
                <c:pt idx="3962">
                  <c:v>#N/A</c:v>
                </c:pt>
                <c:pt idx="3963">
                  <c:v>#N/A</c:v>
                </c:pt>
                <c:pt idx="3964">
                  <c:v>#N/A</c:v>
                </c:pt>
                <c:pt idx="3965">
                  <c:v>#N/A</c:v>
                </c:pt>
                <c:pt idx="3966">
                  <c:v>#N/A</c:v>
                </c:pt>
                <c:pt idx="3967">
                  <c:v>#N/A</c:v>
                </c:pt>
                <c:pt idx="3968">
                  <c:v>#N/A</c:v>
                </c:pt>
                <c:pt idx="3969">
                  <c:v>#N/A</c:v>
                </c:pt>
                <c:pt idx="3970">
                  <c:v>#N/A</c:v>
                </c:pt>
                <c:pt idx="3971">
                  <c:v>#N/A</c:v>
                </c:pt>
                <c:pt idx="3972">
                  <c:v>#N/A</c:v>
                </c:pt>
                <c:pt idx="3973">
                  <c:v>#N/A</c:v>
                </c:pt>
                <c:pt idx="3974">
                  <c:v>#N/A</c:v>
                </c:pt>
                <c:pt idx="3975">
                  <c:v>#N/A</c:v>
                </c:pt>
                <c:pt idx="3976">
                  <c:v>#N/A</c:v>
                </c:pt>
                <c:pt idx="3977">
                  <c:v>#N/A</c:v>
                </c:pt>
                <c:pt idx="3978">
                  <c:v>#N/A</c:v>
                </c:pt>
                <c:pt idx="3979">
                  <c:v>#N/A</c:v>
                </c:pt>
                <c:pt idx="3980">
                  <c:v>#N/A</c:v>
                </c:pt>
                <c:pt idx="3981">
                  <c:v>#N/A</c:v>
                </c:pt>
                <c:pt idx="3982">
                  <c:v>#N/A</c:v>
                </c:pt>
                <c:pt idx="3983">
                  <c:v>#N/A</c:v>
                </c:pt>
                <c:pt idx="3984">
                  <c:v>#N/A</c:v>
                </c:pt>
                <c:pt idx="3985">
                  <c:v>#N/A</c:v>
                </c:pt>
                <c:pt idx="3986">
                  <c:v>#N/A</c:v>
                </c:pt>
                <c:pt idx="3987">
                  <c:v>#N/A</c:v>
                </c:pt>
                <c:pt idx="3988">
                  <c:v>#N/A</c:v>
                </c:pt>
                <c:pt idx="3989">
                  <c:v>#N/A</c:v>
                </c:pt>
                <c:pt idx="3990">
                  <c:v>#N/A</c:v>
                </c:pt>
                <c:pt idx="3991">
                  <c:v>#N/A</c:v>
                </c:pt>
                <c:pt idx="3992">
                  <c:v>#N/A</c:v>
                </c:pt>
                <c:pt idx="3993">
                  <c:v>#N/A</c:v>
                </c:pt>
                <c:pt idx="3994">
                  <c:v>#N/A</c:v>
                </c:pt>
                <c:pt idx="3995">
                  <c:v>#N/A</c:v>
                </c:pt>
                <c:pt idx="3996">
                  <c:v>#N/A</c:v>
                </c:pt>
                <c:pt idx="3997">
                  <c:v>#N/A</c:v>
                </c:pt>
                <c:pt idx="3998">
                  <c:v>#N/A</c:v>
                </c:pt>
                <c:pt idx="3999">
                  <c:v>#N/A</c:v>
                </c:pt>
                <c:pt idx="4000">
                  <c:v>#N/A</c:v>
                </c:pt>
                <c:pt idx="4001">
                  <c:v>#N/A</c:v>
                </c:pt>
                <c:pt idx="4002">
                  <c:v>#N/A</c:v>
                </c:pt>
                <c:pt idx="4003">
                  <c:v>#N/A</c:v>
                </c:pt>
                <c:pt idx="4004">
                  <c:v>#N/A</c:v>
                </c:pt>
                <c:pt idx="4005">
                  <c:v>#N/A</c:v>
                </c:pt>
                <c:pt idx="4006">
                  <c:v>#N/A</c:v>
                </c:pt>
                <c:pt idx="4007">
                  <c:v>#N/A</c:v>
                </c:pt>
                <c:pt idx="4008">
                  <c:v>#N/A</c:v>
                </c:pt>
                <c:pt idx="4009">
                  <c:v>#N/A</c:v>
                </c:pt>
                <c:pt idx="4010">
                  <c:v>#N/A</c:v>
                </c:pt>
                <c:pt idx="4011">
                  <c:v>#N/A</c:v>
                </c:pt>
                <c:pt idx="4012">
                  <c:v>#N/A</c:v>
                </c:pt>
                <c:pt idx="4013">
                  <c:v>#N/A</c:v>
                </c:pt>
                <c:pt idx="4014">
                  <c:v>#N/A</c:v>
                </c:pt>
                <c:pt idx="4015">
                  <c:v>#N/A</c:v>
                </c:pt>
                <c:pt idx="4016">
                  <c:v>#N/A</c:v>
                </c:pt>
                <c:pt idx="4017">
                  <c:v>#N/A</c:v>
                </c:pt>
                <c:pt idx="4018">
                  <c:v>#N/A</c:v>
                </c:pt>
                <c:pt idx="4019">
                  <c:v>#N/A</c:v>
                </c:pt>
                <c:pt idx="4020">
                  <c:v>#N/A</c:v>
                </c:pt>
                <c:pt idx="4021">
                  <c:v>#N/A</c:v>
                </c:pt>
                <c:pt idx="4022">
                  <c:v>#N/A</c:v>
                </c:pt>
                <c:pt idx="4023">
                  <c:v>#N/A</c:v>
                </c:pt>
                <c:pt idx="4024">
                  <c:v>#N/A</c:v>
                </c:pt>
                <c:pt idx="4025">
                  <c:v>#N/A</c:v>
                </c:pt>
                <c:pt idx="4026">
                  <c:v>#N/A</c:v>
                </c:pt>
                <c:pt idx="4027">
                  <c:v>#N/A</c:v>
                </c:pt>
                <c:pt idx="4028">
                  <c:v>#N/A</c:v>
                </c:pt>
                <c:pt idx="4029">
                  <c:v>#N/A</c:v>
                </c:pt>
                <c:pt idx="4030">
                  <c:v>#N/A</c:v>
                </c:pt>
                <c:pt idx="4031">
                  <c:v>#N/A</c:v>
                </c:pt>
                <c:pt idx="4032">
                  <c:v>#N/A</c:v>
                </c:pt>
                <c:pt idx="4033">
                  <c:v>#N/A</c:v>
                </c:pt>
                <c:pt idx="4034">
                  <c:v>#N/A</c:v>
                </c:pt>
                <c:pt idx="4035">
                  <c:v>#N/A</c:v>
                </c:pt>
                <c:pt idx="4036">
                  <c:v>#N/A</c:v>
                </c:pt>
                <c:pt idx="4037">
                  <c:v>#N/A</c:v>
                </c:pt>
                <c:pt idx="4038">
                  <c:v>#N/A</c:v>
                </c:pt>
                <c:pt idx="4039">
                  <c:v>#N/A</c:v>
                </c:pt>
                <c:pt idx="4040">
                  <c:v>#N/A</c:v>
                </c:pt>
                <c:pt idx="4041">
                  <c:v>#N/A</c:v>
                </c:pt>
                <c:pt idx="4042">
                  <c:v>#N/A</c:v>
                </c:pt>
                <c:pt idx="4043">
                  <c:v>#N/A</c:v>
                </c:pt>
                <c:pt idx="4044">
                  <c:v>#N/A</c:v>
                </c:pt>
                <c:pt idx="4045">
                  <c:v>#N/A</c:v>
                </c:pt>
                <c:pt idx="4046">
                  <c:v>#N/A</c:v>
                </c:pt>
                <c:pt idx="4047">
                  <c:v>#N/A</c:v>
                </c:pt>
                <c:pt idx="4048">
                  <c:v>#N/A</c:v>
                </c:pt>
                <c:pt idx="4049">
                  <c:v>#N/A</c:v>
                </c:pt>
                <c:pt idx="4050">
                  <c:v>#N/A</c:v>
                </c:pt>
                <c:pt idx="4051">
                  <c:v>#N/A</c:v>
                </c:pt>
                <c:pt idx="4052">
                  <c:v>#N/A</c:v>
                </c:pt>
                <c:pt idx="4053">
                  <c:v>#N/A</c:v>
                </c:pt>
                <c:pt idx="4054">
                  <c:v>#N/A</c:v>
                </c:pt>
                <c:pt idx="4055">
                  <c:v>#N/A</c:v>
                </c:pt>
                <c:pt idx="4056">
                  <c:v>#N/A</c:v>
                </c:pt>
                <c:pt idx="4057">
                  <c:v>#N/A</c:v>
                </c:pt>
                <c:pt idx="4058">
                  <c:v>#N/A</c:v>
                </c:pt>
                <c:pt idx="4059">
                  <c:v>#N/A</c:v>
                </c:pt>
                <c:pt idx="4060">
                  <c:v>#N/A</c:v>
                </c:pt>
                <c:pt idx="4061">
                  <c:v>#N/A</c:v>
                </c:pt>
                <c:pt idx="4062">
                  <c:v>#N/A</c:v>
                </c:pt>
                <c:pt idx="4063">
                  <c:v>#N/A</c:v>
                </c:pt>
                <c:pt idx="4064">
                  <c:v>#N/A</c:v>
                </c:pt>
                <c:pt idx="4065">
                  <c:v>#N/A</c:v>
                </c:pt>
                <c:pt idx="4066">
                  <c:v>#N/A</c:v>
                </c:pt>
                <c:pt idx="4067">
                  <c:v>#N/A</c:v>
                </c:pt>
                <c:pt idx="4068">
                  <c:v>#N/A</c:v>
                </c:pt>
                <c:pt idx="4069">
                  <c:v>#N/A</c:v>
                </c:pt>
                <c:pt idx="4070">
                  <c:v>#N/A</c:v>
                </c:pt>
                <c:pt idx="4071">
                  <c:v>#N/A</c:v>
                </c:pt>
                <c:pt idx="4072">
                  <c:v>#N/A</c:v>
                </c:pt>
                <c:pt idx="4073">
                  <c:v>#N/A</c:v>
                </c:pt>
                <c:pt idx="4074">
                  <c:v>#N/A</c:v>
                </c:pt>
                <c:pt idx="4075">
                  <c:v>#N/A</c:v>
                </c:pt>
                <c:pt idx="4076">
                  <c:v>#N/A</c:v>
                </c:pt>
                <c:pt idx="4077">
                  <c:v>#N/A</c:v>
                </c:pt>
                <c:pt idx="4078">
                  <c:v>#N/A</c:v>
                </c:pt>
                <c:pt idx="4079">
                  <c:v>#N/A</c:v>
                </c:pt>
                <c:pt idx="4080">
                  <c:v>#N/A</c:v>
                </c:pt>
                <c:pt idx="4081">
                  <c:v>#N/A</c:v>
                </c:pt>
                <c:pt idx="4082">
                  <c:v>#N/A</c:v>
                </c:pt>
                <c:pt idx="4083">
                  <c:v>#N/A</c:v>
                </c:pt>
                <c:pt idx="4084">
                  <c:v>#N/A</c:v>
                </c:pt>
                <c:pt idx="4085">
                  <c:v>#N/A</c:v>
                </c:pt>
                <c:pt idx="4086">
                  <c:v>#N/A</c:v>
                </c:pt>
                <c:pt idx="4087">
                  <c:v>#N/A</c:v>
                </c:pt>
                <c:pt idx="4088">
                  <c:v>#N/A</c:v>
                </c:pt>
                <c:pt idx="4089">
                  <c:v>#N/A</c:v>
                </c:pt>
                <c:pt idx="4090">
                  <c:v>#N/A</c:v>
                </c:pt>
                <c:pt idx="4091">
                  <c:v>#N/A</c:v>
                </c:pt>
                <c:pt idx="4092">
                  <c:v>#N/A</c:v>
                </c:pt>
                <c:pt idx="4093">
                  <c:v>#N/A</c:v>
                </c:pt>
                <c:pt idx="4094">
                  <c:v>#N/A</c:v>
                </c:pt>
                <c:pt idx="4095">
                  <c:v>#N/A</c:v>
                </c:pt>
                <c:pt idx="4096">
                  <c:v>#N/A</c:v>
                </c:pt>
                <c:pt idx="4097">
                  <c:v>#N/A</c:v>
                </c:pt>
                <c:pt idx="4098">
                  <c:v>#N/A</c:v>
                </c:pt>
                <c:pt idx="4099">
                  <c:v>#N/A</c:v>
                </c:pt>
                <c:pt idx="4100">
                  <c:v>#N/A</c:v>
                </c:pt>
                <c:pt idx="4101">
                  <c:v>#N/A</c:v>
                </c:pt>
                <c:pt idx="4102">
                  <c:v>#N/A</c:v>
                </c:pt>
                <c:pt idx="4103">
                  <c:v>#N/A</c:v>
                </c:pt>
                <c:pt idx="4104">
                  <c:v>#N/A</c:v>
                </c:pt>
                <c:pt idx="4105">
                  <c:v>#N/A</c:v>
                </c:pt>
                <c:pt idx="4106">
                  <c:v>#N/A</c:v>
                </c:pt>
                <c:pt idx="4107">
                  <c:v>#N/A</c:v>
                </c:pt>
                <c:pt idx="4108">
                  <c:v>#N/A</c:v>
                </c:pt>
                <c:pt idx="4109">
                  <c:v>#N/A</c:v>
                </c:pt>
                <c:pt idx="4110">
                  <c:v>#N/A</c:v>
                </c:pt>
                <c:pt idx="4111">
                  <c:v>#N/A</c:v>
                </c:pt>
                <c:pt idx="4112">
                  <c:v>#N/A</c:v>
                </c:pt>
                <c:pt idx="4113">
                  <c:v>#N/A</c:v>
                </c:pt>
                <c:pt idx="4114">
                  <c:v>#N/A</c:v>
                </c:pt>
                <c:pt idx="4115">
                  <c:v>#N/A</c:v>
                </c:pt>
                <c:pt idx="4116">
                  <c:v>#N/A</c:v>
                </c:pt>
                <c:pt idx="4117">
                  <c:v>#N/A</c:v>
                </c:pt>
                <c:pt idx="4118">
                  <c:v>#N/A</c:v>
                </c:pt>
                <c:pt idx="4119">
                  <c:v>#N/A</c:v>
                </c:pt>
                <c:pt idx="4120">
                  <c:v>#N/A</c:v>
                </c:pt>
                <c:pt idx="4121">
                  <c:v>#N/A</c:v>
                </c:pt>
                <c:pt idx="4122">
                  <c:v>#N/A</c:v>
                </c:pt>
                <c:pt idx="4123">
                  <c:v>#N/A</c:v>
                </c:pt>
                <c:pt idx="4124">
                  <c:v>#N/A</c:v>
                </c:pt>
                <c:pt idx="4125">
                  <c:v>#N/A</c:v>
                </c:pt>
                <c:pt idx="4126">
                  <c:v>#N/A</c:v>
                </c:pt>
                <c:pt idx="4127">
                  <c:v>#N/A</c:v>
                </c:pt>
                <c:pt idx="4128">
                  <c:v>#N/A</c:v>
                </c:pt>
                <c:pt idx="4129">
                  <c:v>#N/A</c:v>
                </c:pt>
                <c:pt idx="4130">
                  <c:v>#N/A</c:v>
                </c:pt>
                <c:pt idx="4131">
                  <c:v>#N/A</c:v>
                </c:pt>
                <c:pt idx="4132">
                  <c:v>#N/A</c:v>
                </c:pt>
                <c:pt idx="4133">
                  <c:v>#N/A</c:v>
                </c:pt>
                <c:pt idx="4134">
                  <c:v>#N/A</c:v>
                </c:pt>
                <c:pt idx="4135">
                  <c:v>#N/A</c:v>
                </c:pt>
                <c:pt idx="4136">
                  <c:v>#N/A</c:v>
                </c:pt>
                <c:pt idx="4137">
                  <c:v>#N/A</c:v>
                </c:pt>
                <c:pt idx="4138">
                  <c:v>#N/A</c:v>
                </c:pt>
                <c:pt idx="4139">
                  <c:v>#N/A</c:v>
                </c:pt>
                <c:pt idx="4140">
                  <c:v>#N/A</c:v>
                </c:pt>
                <c:pt idx="4141">
                  <c:v>#N/A</c:v>
                </c:pt>
                <c:pt idx="4142">
                  <c:v>#N/A</c:v>
                </c:pt>
                <c:pt idx="4143">
                  <c:v>#N/A</c:v>
                </c:pt>
                <c:pt idx="4144">
                  <c:v>#N/A</c:v>
                </c:pt>
                <c:pt idx="4145">
                  <c:v>#N/A</c:v>
                </c:pt>
                <c:pt idx="4146">
                  <c:v>#N/A</c:v>
                </c:pt>
                <c:pt idx="4147">
                  <c:v>#N/A</c:v>
                </c:pt>
                <c:pt idx="4148">
                  <c:v>#N/A</c:v>
                </c:pt>
                <c:pt idx="4149">
                  <c:v>#N/A</c:v>
                </c:pt>
                <c:pt idx="4150">
                  <c:v>#N/A</c:v>
                </c:pt>
                <c:pt idx="4151">
                  <c:v>#N/A</c:v>
                </c:pt>
                <c:pt idx="4152">
                  <c:v>#N/A</c:v>
                </c:pt>
                <c:pt idx="4153">
                  <c:v>#N/A</c:v>
                </c:pt>
                <c:pt idx="4154">
                  <c:v>#N/A</c:v>
                </c:pt>
                <c:pt idx="4155">
                  <c:v>#N/A</c:v>
                </c:pt>
                <c:pt idx="4156">
                  <c:v>#N/A</c:v>
                </c:pt>
                <c:pt idx="4157">
                  <c:v>#N/A</c:v>
                </c:pt>
                <c:pt idx="4158">
                  <c:v>#N/A</c:v>
                </c:pt>
                <c:pt idx="4159">
                  <c:v>#N/A</c:v>
                </c:pt>
                <c:pt idx="4160">
                  <c:v>#N/A</c:v>
                </c:pt>
                <c:pt idx="4161">
                  <c:v>#N/A</c:v>
                </c:pt>
                <c:pt idx="4162">
                  <c:v>#N/A</c:v>
                </c:pt>
                <c:pt idx="4163">
                  <c:v>#N/A</c:v>
                </c:pt>
                <c:pt idx="4164">
                  <c:v>#N/A</c:v>
                </c:pt>
                <c:pt idx="4165">
                  <c:v>#N/A</c:v>
                </c:pt>
                <c:pt idx="4166">
                  <c:v>#N/A</c:v>
                </c:pt>
                <c:pt idx="4167">
                  <c:v>#N/A</c:v>
                </c:pt>
                <c:pt idx="4168">
                  <c:v>#N/A</c:v>
                </c:pt>
                <c:pt idx="4169">
                  <c:v>#N/A</c:v>
                </c:pt>
                <c:pt idx="4170">
                  <c:v>#N/A</c:v>
                </c:pt>
                <c:pt idx="4171">
                  <c:v>#N/A</c:v>
                </c:pt>
                <c:pt idx="4172">
                  <c:v>#N/A</c:v>
                </c:pt>
                <c:pt idx="4173">
                  <c:v>#N/A</c:v>
                </c:pt>
                <c:pt idx="4174">
                  <c:v>#N/A</c:v>
                </c:pt>
                <c:pt idx="4175">
                  <c:v>#N/A</c:v>
                </c:pt>
                <c:pt idx="4176">
                  <c:v>#N/A</c:v>
                </c:pt>
                <c:pt idx="4177">
                  <c:v>#N/A</c:v>
                </c:pt>
                <c:pt idx="4178">
                  <c:v>#N/A</c:v>
                </c:pt>
                <c:pt idx="4179">
                  <c:v>#N/A</c:v>
                </c:pt>
                <c:pt idx="4180">
                  <c:v>#N/A</c:v>
                </c:pt>
                <c:pt idx="4181">
                  <c:v>#N/A</c:v>
                </c:pt>
                <c:pt idx="4182">
                  <c:v>#N/A</c:v>
                </c:pt>
                <c:pt idx="4183">
                  <c:v>#N/A</c:v>
                </c:pt>
                <c:pt idx="4184">
                  <c:v>#N/A</c:v>
                </c:pt>
                <c:pt idx="4185">
                  <c:v>#N/A</c:v>
                </c:pt>
                <c:pt idx="4186">
                  <c:v>#N/A</c:v>
                </c:pt>
                <c:pt idx="4187">
                  <c:v>#N/A</c:v>
                </c:pt>
                <c:pt idx="4188">
                  <c:v>#N/A</c:v>
                </c:pt>
                <c:pt idx="4189">
                  <c:v>#N/A</c:v>
                </c:pt>
                <c:pt idx="4190">
                  <c:v>#N/A</c:v>
                </c:pt>
                <c:pt idx="4191">
                  <c:v>#N/A</c:v>
                </c:pt>
                <c:pt idx="4192">
                  <c:v>#N/A</c:v>
                </c:pt>
                <c:pt idx="4193">
                  <c:v>#N/A</c:v>
                </c:pt>
                <c:pt idx="4194">
                  <c:v>#N/A</c:v>
                </c:pt>
                <c:pt idx="4195">
                  <c:v>#N/A</c:v>
                </c:pt>
                <c:pt idx="4196">
                  <c:v>#N/A</c:v>
                </c:pt>
                <c:pt idx="4197">
                  <c:v>#N/A</c:v>
                </c:pt>
                <c:pt idx="4198">
                  <c:v>#N/A</c:v>
                </c:pt>
                <c:pt idx="4199">
                  <c:v>#N/A</c:v>
                </c:pt>
                <c:pt idx="4200">
                  <c:v>#N/A</c:v>
                </c:pt>
                <c:pt idx="4201">
                  <c:v>#N/A</c:v>
                </c:pt>
                <c:pt idx="4202">
                  <c:v>#N/A</c:v>
                </c:pt>
                <c:pt idx="4203">
                  <c:v>#N/A</c:v>
                </c:pt>
                <c:pt idx="4204">
                  <c:v>#N/A</c:v>
                </c:pt>
                <c:pt idx="4205">
                  <c:v>#N/A</c:v>
                </c:pt>
                <c:pt idx="4206">
                  <c:v>#N/A</c:v>
                </c:pt>
                <c:pt idx="4207">
                  <c:v>#N/A</c:v>
                </c:pt>
                <c:pt idx="4208">
                  <c:v>#N/A</c:v>
                </c:pt>
                <c:pt idx="4209">
                  <c:v>#N/A</c:v>
                </c:pt>
                <c:pt idx="4210">
                  <c:v>#N/A</c:v>
                </c:pt>
                <c:pt idx="4211">
                  <c:v>#N/A</c:v>
                </c:pt>
                <c:pt idx="4212">
                  <c:v>#N/A</c:v>
                </c:pt>
                <c:pt idx="4213">
                  <c:v>#N/A</c:v>
                </c:pt>
                <c:pt idx="4214">
                  <c:v>#N/A</c:v>
                </c:pt>
                <c:pt idx="4215">
                  <c:v>#N/A</c:v>
                </c:pt>
                <c:pt idx="4216">
                  <c:v>#N/A</c:v>
                </c:pt>
                <c:pt idx="4217">
                  <c:v>#N/A</c:v>
                </c:pt>
                <c:pt idx="4218">
                  <c:v>#N/A</c:v>
                </c:pt>
                <c:pt idx="4219">
                  <c:v>#N/A</c:v>
                </c:pt>
                <c:pt idx="4220">
                  <c:v>#N/A</c:v>
                </c:pt>
                <c:pt idx="4221">
                  <c:v>#N/A</c:v>
                </c:pt>
                <c:pt idx="4222">
                  <c:v>#N/A</c:v>
                </c:pt>
                <c:pt idx="4223">
                  <c:v>#N/A</c:v>
                </c:pt>
                <c:pt idx="4224">
                  <c:v>#N/A</c:v>
                </c:pt>
                <c:pt idx="4225">
                  <c:v>#N/A</c:v>
                </c:pt>
                <c:pt idx="4226">
                  <c:v>#N/A</c:v>
                </c:pt>
                <c:pt idx="4227">
                  <c:v>#N/A</c:v>
                </c:pt>
                <c:pt idx="4228">
                  <c:v>#N/A</c:v>
                </c:pt>
                <c:pt idx="4229">
                  <c:v>#N/A</c:v>
                </c:pt>
                <c:pt idx="4230">
                  <c:v>#N/A</c:v>
                </c:pt>
                <c:pt idx="4231">
                  <c:v>#N/A</c:v>
                </c:pt>
                <c:pt idx="4232">
                  <c:v>#N/A</c:v>
                </c:pt>
                <c:pt idx="4233">
                  <c:v>#N/A</c:v>
                </c:pt>
                <c:pt idx="4234">
                  <c:v>#N/A</c:v>
                </c:pt>
                <c:pt idx="4235">
                  <c:v>#N/A</c:v>
                </c:pt>
                <c:pt idx="4236">
                  <c:v>#N/A</c:v>
                </c:pt>
                <c:pt idx="4237">
                  <c:v>#N/A</c:v>
                </c:pt>
                <c:pt idx="4238">
                  <c:v>#N/A</c:v>
                </c:pt>
                <c:pt idx="4239">
                  <c:v>#N/A</c:v>
                </c:pt>
                <c:pt idx="4240">
                  <c:v>#N/A</c:v>
                </c:pt>
                <c:pt idx="4241">
                  <c:v>#N/A</c:v>
                </c:pt>
                <c:pt idx="4242">
                  <c:v>#N/A</c:v>
                </c:pt>
                <c:pt idx="4243">
                  <c:v>#N/A</c:v>
                </c:pt>
                <c:pt idx="4244">
                  <c:v>#N/A</c:v>
                </c:pt>
                <c:pt idx="4245">
                  <c:v>#N/A</c:v>
                </c:pt>
                <c:pt idx="4246">
                  <c:v>#N/A</c:v>
                </c:pt>
                <c:pt idx="4247">
                  <c:v>#N/A</c:v>
                </c:pt>
                <c:pt idx="4248">
                  <c:v>#N/A</c:v>
                </c:pt>
                <c:pt idx="4249">
                  <c:v>#N/A</c:v>
                </c:pt>
                <c:pt idx="4250">
                  <c:v>#N/A</c:v>
                </c:pt>
                <c:pt idx="4251">
                  <c:v>#N/A</c:v>
                </c:pt>
                <c:pt idx="4252">
                  <c:v>#N/A</c:v>
                </c:pt>
                <c:pt idx="4253">
                  <c:v>#N/A</c:v>
                </c:pt>
                <c:pt idx="4254">
                  <c:v>#N/A</c:v>
                </c:pt>
                <c:pt idx="4255">
                  <c:v>#N/A</c:v>
                </c:pt>
                <c:pt idx="4256">
                  <c:v>#N/A</c:v>
                </c:pt>
                <c:pt idx="4257">
                  <c:v>#N/A</c:v>
                </c:pt>
                <c:pt idx="4258">
                  <c:v>#N/A</c:v>
                </c:pt>
                <c:pt idx="4259">
                  <c:v>#N/A</c:v>
                </c:pt>
                <c:pt idx="4260">
                  <c:v>#N/A</c:v>
                </c:pt>
                <c:pt idx="4261">
                  <c:v>#N/A</c:v>
                </c:pt>
                <c:pt idx="4262">
                  <c:v>#N/A</c:v>
                </c:pt>
                <c:pt idx="4263">
                  <c:v>#N/A</c:v>
                </c:pt>
                <c:pt idx="4264">
                  <c:v>#N/A</c:v>
                </c:pt>
                <c:pt idx="4265">
                  <c:v>#N/A</c:v>
                </c:pt>
                <c:pt idx="4266">
                  <c:v>#N/A</c:v>
                </c:pt>
                <c:pt idx="4267">
                  <c:v>#N/A</c:v>
                </c:pt>
                <c:pt idx="4268">
                  <c:v>#N/A</c:v>
                </c:pt>
                <c:pt idx="4269">
                  <c:v>#N/A</c:v>
                </c:pt>
                <c:pt idx="4270">
                  <c:v>#N/A</c:v>
                </c:pt>
                <c:pt idx="4271">
                  <c:v>#N/A</c:v>
                </c:pt>
                <c:pt idx="4272">
                  <c:v>#N/A</c:v>
                </c:pt>
                <c:pt idx="4273">
                  <c:v>#N/A</c:v>
                </c:pt>
                <c:pt idx="4274">
                  <c:v>#N/A</c:v>
                </c:pt>
                <c:pt idx="4275">
                  <c:v>#N/A</c:v>
                </c:pt>
                <c:pt idx="4276">
                  <c:v>#N/A</c:v>
                </c:pt>
                <c:pt idx="4277">
                  <c:v>#N/A</c:v>
                </c:pt>
                <c:pt idx="4278">
                  <c:v>#N/A</c:v>
                </c:pt>
                <c:pt idx="4279">
                  <c:v>#N/A</c:v>
                </c:pt>
                <c:pt idx="4280">
                  <c:v>#N/A</c:v>
                </c:pt>
                <c:pt idx="4281">
                  <c:v>#N/A</c:v>
                </c:pt>
                <c:pt idx="4282">
                  <c:v>#N/A</c:v>
                </c:pt>
                <c:pt idx="4283">
                  <c:v>#N/A</c:v>
                </c:pt>
                <c:pt idx="4284">
                  <c:v>#N/A</c:v>
                </c:pt>
                <c:pt idx="4285">
                  <c:v>#N/A</c:v>
                </c:pt>
                <c:pt idx="4286">
                  <c:v>#N/A</c:v>
                </c:pt>
                <c:pt idx="4287">
                  <c:v>#N/A</c:v>
                </c:pt>
                <c:pt idx="4288">
                  <c:v>#N/A</c:v>
                </c:pt>
                <c:pt idx="4289">
                  <c:v>#N/A</c:v>
                </c:pt>
                <c:pt idx="4290">
                  <c:v>#N/A</c:v>
                </c:pt>
                <c:pt idx="4291">
                  <c:v>#N/A</c:v>
                </c:pt>
                <c:pt idx="4292">
                  <c:v>#N/A</c:v>
                </c:pt>
                <c:pt idx="4293">
                  <c:v>#N/A</c:v>
                </c:pt>
                <c:pt idx="4294">
                  <c:v>#N/A</c:v>
                </c:pt>
                <c:pt idx="4295">
                  <c:v>#N/A</c:v>
                </c:pt>
                <c:pt idx="4296">
                  <c:v>#N/A</c:v>
                </c:pt>
                <c:pt idx="4297">
                  <c:v>#N/A</c:v>
                </c:pt>
                <c:pt idx="4298">
                  <c:v>#N/A</c:v>
                </c:pt>
                <c:pt idx="4299">
                  <c:v>#N/A</c:v>
                </c:pt>
                <c:pt idx="4300">
                  <c:v>#N/A</c:v>
                </c:pt>
                <c:pt idx="4301">
                  <c:v>#N/A</c:v>
                </c:pt>
                <c:pt idx="4302">
                  <c:v>#N/A</c:v>
                </c:pt>
                <c:pt idx="4303">
                  <c:v>#N/A</c:v>
                </c:pt>
                <c:pt idx="4304">
                  <c:v>#N/A</c:v>
                </c:pt>
                <c:pt idx="4305">
                  <c:v>#N/A</c:v>
                </c:pt>
                <c:pt idx="4306">
                  <c:v>#N/A</c:v>
                </c:pt>
                <c:pt idx="4307">
                  <c:v>#N/A</c:v>
                </c:pt>
                <c:pt idx="4308">
                  <c:v>#N/A</c:v>
                </c:pt>
                <c:pt idx="4309">
                  <c:v>#N/A</c:v>
                </c:pt>
                <c:pt idx="4310">
                  <c:v>#N/A</c:v>
                </c:pt>
                <c:pt idx="4311">
                  <c:v>#N/A</c:v>
                </c:pt>
                <c:pt idx="4312">
                  <c:v>#N/A</c:v>
                </c:pt>
                <c:pt idx="4313">
                  <c:v>#N/A</c:v>
                </c:pt>
                <c:pt idx="4314">
                  <c:v>#N/A</c:v>
                </c:pt>
                <c:pt idx="4315">
                  <c:v>#N/A</c:v>
                </c:pt>
                <c:pt idx="4316">
                  <c:v>#N/A</c:v>
                </c:pt>
                <c:pt idx="4317">
                  <c:v>#N/A</c:v>
                </c:pt>
                <c:pt idx="4318">
                  <c:v>#N/A</c:v>
                </c:pt>
                <c:pt idx="4319">
                  <c:v>#N/A</c:v>
                </c:pt>
                <c:pt idx="4320">
                  <c:v>#N/A</c:v>
                </c:pt>
                <c:pt idx="4321">
                  <c:v>#N/A</c:v>
                </c:pt>
                <c:pt idx="4322">
                  <c:v>#N/A</c:v>
                </c:pt>
                <c:pt idx="4323">
                  <c:v>#N/A</c:v>
                </c:pt>
                <c:pt idx="4324">
                  <c:v>#N/A</c:v>
                </c:pt>
                <c:pt idx="4325">
                  <c:v>#N/A</c:v>
                </c:pt>
                <c:pt idx="4326">
                  <c:v>#N/A</c:v>
                </c:pt>
                <c:pt idx="4327">
                  <c:v>#N/A</c:v>
                </c:pt>
                <c:pt idx="4328">
                  <c:v>#N/A</c:v>
                </c:pt>
                <c:pt idx="4329">
                  <c:v>#N/A</c:v>
                </c:pt>
                <c:pt idx="4330">
                  <c:v>#N/A</c:v>
                </c:pt>
                <c:pt idx="4331">
                  <c:v>#N/A</c:v>
                </c:pt>
                <c:pt idx="4332">
                  <c:v>#N/A</c:v>
                </c:pt>
                <c:pt idx="4333">
                  <c:v>#N/A</c:v>
                </c:pt>
                <c:pt idx="4334">
                  <c:v>#N/A</c:v>
                </c:pt>
                <c:pt idx="4335">
                  <c:v>#N/A</c:v>
                </c:pt>
                <c:pt idx="4336">
                  <c:v>#N/A</c:v>
                </c:pt>
                <c:pt idx="4337">
                  <c:v>#N/A</c:v>
                </c:pt>
                <c:pt idx="4338">
                  <c:v>#N/A</c:v>
                </c:pt>
                <c:pt idx="4339">
                  <c:v>#N/A</c:v>
                </c:pt>
                <c:pt idx="4340">
                  <c:v>#N/A</c:v>
                </c:pt>
                <c:pt idx="4341">
                  <c:v>#N/A</c:v>
                </c:pt>
                <c:pt idx="4342">
                  <c:v>#N/A</c:v>
                </c:pt>
                <c:pt idx="4343">
                  <c:v>#N/A</c:v>
                </c:pt>
                <c:pt idx="4344">
                  <c:v>#N/A</c:v>
                </c:pt>
                <c:pt idx="4345">
                  <c:v>#N/A</c:v>
                </c:pt>
                <c:pt idx="4346">
                  <c:v>#N/A</c:v>
                </c:pt>
                <c:pt idx="4347">
                  <c:v>#N/A</c:v>
                </c:pt>
                <c:pt idx="4348">
                  <c:v>#N/A</c:v>
                </c:pt>
                <c:pt idx="4349">
                  <c:v>#N/A</c:v>
                </c:pt>
                <c:pt idx="4350">
                  <c:v>#N/A</c:v>
                </c:pt>
                <c:pt idx="4351">
                  <c:v>#N/A</c:v>
                </c:pt>
                <c:pt idx="4352">
                  <c:v>#N/A</c:v>
                </c:pt>
                <c:pt idx="4353">
                  <c:v>#N/A</c:v>
                </c:pt>
                <c:pt idx="4354">
                  <c:v>#N/A</c:v>
                </c:pt>
                <c:pt idx="4355">
                  <c:v>#N/A</c:v>
                </c:pt>
                <c:pt idx="4356">
                  <c:v>#N/A</c:v>
                </c:pt>
                <c:pt idx="4357">
                  <c:v>#N/A</c:v>
                </c:pt>
                <c:pt idx="4358">
                  <c:v>#N/A</c:v>
                </c:pt>
                <c:pt idx="4359">
                  <c:v>#N/A</c:v>
                </c:pt>
                <c:pt idx="4360">
                  <c:v>#N/A</c:v>
                </c:pt>
                <c:pt idx="4361">
                  <c:v>#N/A</c:v>
                </c:pt>
                <c:pt idx="4362">
                  <c:v>#N/A</c:v>
                </c:pt>
                <c:pt idx="4363">
                  <c:v>#N/A</c:v>
                </c:pt>
                <c:pt idx="4364">
                  <c:v>#N/A</c:v>
                </c:pt>
                <c:pt idx="4365">
                  <c:v>#N/A</c:v>
                </c:pt>
                <c:pt idx="4366">
                  <c:v>#N/A</c:v>
                </c:pt>
                <c:pt idx="4367">
                  <c:v>#N/A</c:v>
                </c:pt>
                <c:pt idx="4368">
                  <c:v>#N/A</c:v>
                </c:pt>
                <c:pt idx="4369">
                  <c:v>#N/A</c:v>
                </c:pt>
                <c:pt idx="4370">
                  <c:v>#N/A</c:v>
                </c:pt>
                <c:pt idx="4371">
                  <c:v>#N/A</c:v>
                </c:pt>
                <c:pt idx="4372">
                  <c:v>#N/A</c:v>
                </c:pt>
                <c:pt idx="4373">
                  <c:v>#N/A</c:v>
                </c:pt>
                <c:pt idx="4374">
                  <c:v>#N/A</c:v>
                </c:pt>
                <c:pt idx="4375">
                  <c:v>#N/A</c:v>
                </c:pt>
                <c:pt idx="4376">
                  <c:v>#N/A</c:v>
                </c:pt>
                <c:pt idx="4377">
                  <c:v>#N/A</c:v>
                </c:pt>
                <c:pt idx="4378">
                  <c:v>#N/A</c:v>
                </c:pt>
                <c:pt idx="4379">
                  <c:v>#N/A</c:v>
                </c:pt>
                <c:pt idx="4380">
                  <c:v>#N/A</c:v>
                </c:pt>
                <c:pt idx="4381">
                  <c:v>#N/A</c:v>
                </c:pt>
                <c:pt idx="4382">
                  <c:v>#N/A</c:v>
                </c:pt>
                <c:pt idx="4383">
                  <c:v>#N/A</c:v>
                </c:pt>
                <c:pt idx="4384">
                  <c:v>#N/A</c:v>
                </c:pt>
                <c:pt idx="4385">
                  <c:v>#N/A</c:v>
                </c:pt>
                <c:pt idx="4386">
                  <c:v>#N/A</c:v>
                </c:pt>
                <c:pt idx="4387">
                  <c:v>#N/A</c:v>
                </c:pt>
                <c:pt idx="4388">
                  <c:v>#N/A</c:v>
                </c:pt>
                <c:pt idx="4389">
                  <c:v>#N/A</c:v>
                </c:pt>
                <c:pt idx="4390">
                  <c:v>#N/A</c:v>
                </c:pt>
                <c:pt idx="4391">
                  <c:v>#N/A</c:v>
                </c:pt>
                <c:pt idx="4392">
                  <c:v>#N/A</c:v>
                </c:pt>
                <c:pt idx="4393">
                  <c:v>#N/A</c:v>
                </c:pt>
                <c:pt idx="4394">
                  <c:v>#N/A</c:v>
                </c:pt>
                <c:pt idx="4395">
                  <c:v>#N/A</c:v>
                </c:pt>
                <c:pt idx="4396">
                  <c:v>#N/A</c:v>
                </c:pt>
                <c:pt idx="4397">
                  <c:v>#N/A</c:v>
                </c:pt>
                <c:pt idx="4398">
                  <c:v>#N/A</c:v>
                </c:pt>
                <c:pt idx="4399">
                  <c:v>#N/A</c:v>
                </c:pt>
                <c:pt idx="4400">
                  <c:v>#N/A</c:v>
                </c:pt>
                <c:pt idx="4401">
                  <c:v>#N/A</c:v>
                </c:pt>
                <c:pt idx="4402">
                  <c:v>#N/A</c:v>
                </c:pt>
                <c:pt idx="4403">
                  <c:v>#N/A</c:v>
                </c:pt>
                <c:pt idx="4404">
                  <c:v>#N/A</c:v>
                </c:pt>
                <c:pt idx="4405">
                  <c:v>#N/A</c:v>
                </c:pt>
                <c:pt idx="4406">
                  <c:v>#N/A</c:v>
                </c:pt>
                <c:pt idx="4407">
                  <c:v>#N/A</c:v>
                </c:pt>
                <c:pt idx="4408">
                  <c:v>#N/A</c:v>
                </c:pt>
                <c:pt idx="4409">
                  <c:v>#N/A</c:v>
                </c:pt>
                <c:pt idx="4410">
                  <c:v>#N/A</c:v>
                </c:pt>
                <c:pt idx="4411">
                  <c:v>#N/A</c:v>
                </c:pt>
                <c:pt idx="4412">
                  <c:v>#N/A</c:v>
                </c:pt>
                <c:pt idx="4413">
                  <c:v>#N/A</c:v>
                </c:pt>
                <c:pt idx="4414">
                  <c:v>#N/A</c:v>
                </c:pt>
                <c:pt idx="4415">
                  <c:v>#N/A</c:v>
                </c:pt>
                <c:pt idx="4416">
                  <c:v>#N/A</c:v>
                </c:pt>
                <c:pt idx="4417">
                  <c:v>#N/A</c:v>
                </c:pt>
                <c:pt idx="4418">
                  <c:v>#N/A</c:v>
                </c:pt>
                <c:pt idx="4419">
                  <c:v>#N/A</c:v>
                </c:pt>
                <c:pt idx="4420">
                  <c:v>#N/A</c:v>
                </c:pt>
                <c:pt idx="4421">
                  <c:v>#N/A</c:v>
                </c:pt>
                <c:pt idx="4422">
                  <c:v>#N/A</c:v>
                </c:pt>
                <c:pt idx="4423">
                  <c:v>#N/A</c:v>
                </c:pt>
                <c:pt idx="4424">
                  <c:v>#N/A</c:v>
                </c:pt>
                <c:pt idx="4425">
                  <c:v>#N/A</c:v>
                </c:pt>
                <c:pt idx="4426">
                  <c:v>#N/A</c:v>
                </c:pt>
                <c:pt idx="4427">
                  <c:v>#N/A</c:v>
                </c:pt>
                <c:pt idx="4428">
                  <c:v>#N/A</c:v>
                </c:pt>
                <c:pt idx="4429">
                  <c:v>#N/A</c:v>
                </c:pt>
                <c:pt idx="4430">
                  <c:v>#N/A</c:v>
                </c:pt>
                <c:pt idx="4431">
                  <c:v>#N/A</c:v>
                </c:pt>
                <c:pt idx="4432">
                  <c:v>#N/A</c:v>
                </c:pt>
                <c:pt idx="4433">
                  <c:v>#N/A</c:v>
                </c:pt>
                <c:pt idx="4434">
                  <c:v>#N/A</c:v>
                </c:pt>
                <c:pt idx="4435">
                  <c:v>#N/A</c:v>
                </c:pt>
                <c:pt idx="4436">
                  <c:v>#N/A</c:v>
                </c:pt>
                <c:pt idx="4437">
                  <c:v>#N/A</c:v>
                </c:pt>
                <c:pt idx="4438">
                  <c:v>#N/A</c:v>
                </c:pt>
                <c:pt idx="4439">
                  <c:v>#N/A</c:v>
                </c:pt>
                <c:pt idx="4440">
                  <c:v>#N/A</c:v>
                </c:pt>
                <c:pt idx="4441">
                  <c:v>#N/A</c:v>
                </c:pt>
                <c:pt idx="4442">
                  <c:v>#N/A</c:v>
                </c:pt>
                <c:pt idx="4443">
                  <c:v>#N/A</c:v>
                </c:pt>
                <c:pt idx="4444">
                  <c:v>#N/A</c:v>
                </c:pt>
                <c:pt idx="4445">
                  <c:v>#N/A</c:v>
                </c:pt>
                <c:pt idx="4446">
                  <c:v>#N/A</c:v>
                </c:pt>
                <c:pt idx="4447">
                  <c:v>#N/A</c:v>
                </c:pt>
                <c:pt idx="4448">
                  <c:v>#N/A</c:v>
                </c:pt>
                <c:pt idx="4449">
                  <c:v>#N/A</c:v>
                </c:pt>
                <c:pt idx="4450">
                  <c:v>#N/A</c:v>
                </c:pt>
                <c:pt idx="4451">
                  <c:v>#N/A</c:v>
                </c:pt>
                <c:pt idx="4452">
                  <c:v>#N/A</c:v>
                </c:pt>
                <c:pt idx="4453">
                  <c:v>#N/A</c:v>
                </c:pt>
                <c:pt idx="4454">
                  <c:v>#N/A</c:v>
                </c:pt>
                <c:pt idx="4455">
                  <c:v>#N/A</c:v>
                </c:pt>
                <c:pt idx="4456">
                  <c:v>#N/A</c:v>
                </c:pt>
                <c:pt idx="4457">
                  <c:v>#N/A</c:v>
                </c:pt>
                <c:pt idx="4458">
                  <c:v>#N/A</c:v>
                </c:pt>
                <c:pt idx="4459">
                  <c:v>#N/A</c:v>
                </c:pt>
                <c:pt idx="4460">
                  <c:v>#N/A</c:v>
                </c:pt>
                <c:pt idx="4461">
                  <c:v>#N/A</c:v>
                </c:pt>
                <c:pt idx="4462">
                  <c:v>#N/A</c:v>
                </c:pt>
                <c:pt idx="4463">
                  <c:v>#N/A</c:v>
                </c:pt>
                <c:pt idx="4464">
                  <c:v>#N/A</c:v>
                </c:pt>
                <c:pt idx="4465">
                  <c:v>#N/A</c:v>
                </c:pt>
                <c:pt idx="4466">
                  <c:v>#N/A</c:v>
                </c:pt>
                <c:pt idx="4467">
                  <c:v>#N/A</c:v>
                </c:pt>
                <c:pt idx="4468">
                  <c:v>#N/A</c:v>
                </c:pt>
                <c:pt idx="4469">
                  <c:v>#N/A</c:v>
                </c:pt>
                <c:pt idx="4470">
                  <c:v>#N/A</c:v>
                </c:pt>
                <c:pt idx="4471">
                  <c:v>#N/A</c:v>
                </c:pt>
                <c:pt idx="4472">
                  <c:v>#N/A</c:v>
                </c:pt>
                <c:pt idx="4473">
                  <c:v>#N/A</c:v>
                </c:pt>
                <c:pt idx="4474">
                  <c:v>#N/A</c:v>
                </c:pt>
                <c:pt idx="4475">
                  <c:v>#N/A</c:v>
                </c:pt>
                <c:pt idx="4476">
                  <c:v>#N/A</c:v>
                </c:pt>
                <c:pt idx="4477">
                  <c:v>#N/A</c:v>
                </c:pt>
                <c:pt idx="4478">
                  <c:v>#N/A</c:v>
                </c:pt>
                <c:pt idx="4479">
                  <c:v>#N/A</c:v>
                </c:pt>
                <c:pt idx="4480">
                  <c:v>#N/A</c:v>
                </c:pt>
                <c:pt idx="4481">
                  <c:v>#N/A</c:v>
                </c:pt>
                <c:pt idx="4482">
                  <c:v>#N/A</c:v>
                </c:pt>
                <c:pt idx="4483">
                  <c:v>#N/A</c:v>
                </c:pt>
                <c:pt idx="4484">
                  <c:v>#N/A</c:v>
                </c:pt>
                <c:pt idx="4485">
                  <c:v>#N/A</c:v>
                </c:pt>
                <c:pt idx="4486">
                  <c:v>#N/A</c:v>
                </c:pt>
                <c:pt idx="4487">
                  <c:v>#N/A</c:v>
                </c:pt>
                <c:pt idx="4488">
                  <c:v>#N/A</c:v>
                </c:pt>
                <c:pt idx="4489">
                  <c:v>#N/A</c:v>
                </c:pt>
                <c:pt idx="4490">
                  <c:v>#N/A</c:v>
                </c:pt>
                <c:pt idx="4491">
                  <c:v>#N/A</c:v>
                </c:pt>
                <c:pt idx="4492">
                  <c:v>#N/A</c:v>
                </c:pt>
                <c:pt idx="4493">
                  <c:v>#N/A</c:v>
                </c:pt>
                <c:pt idx="4494">
                  <c:v>#N/A</c:v>
                </c:pt>
                <c:pt idx="4495">
                  <c:v>#N/A</c:v>
                </c:pt>
                <c:pt idx="4496">
                  <c:v>#N/A</c:v>
                </c:pt>
                <c:pt idx="4497">
                  <c:v>#N/A</c:v>
                </c:pt>
                <c:pt idx="4498">
                  <c:v>#N/A</c:v>
                </c:pt>
                <c:pt idx="4499">
                  <c:v>#N/A</c:v>
                </c:pt>
                <c:pt idx="4500">
                  <c:v>#N/A</c:v>
                </c:pt>
                <c:pt idx="4501">
                  <c:v>#N/A</c:v>
                </c:pt>
                <c:pt idx="4502">
                  <c:v>#N/A</c:v>
                </c:pt>
                <c:pt idx="4503">
                  <c:v>#N/A</c:v>
                </c:pt>
                <c:pt idx="4504">
                  <c:v>#N/A</c:v>
                </c:pt>
                <c:pt idx="4505">
                  <c:v>#N/A</c:v>
                </c:pt>
                <c:pt idx="4506">
                  <c:v>#N/A</c:v>
                </c:pt>
                <c:pt idx="4507">
                  <c:v>#N/A</c:v>
                </c:pt>
                <c:pt idx="4508">
                  <c:v>#N/A</c:v>
                </c:pt>
                <c:pt idx="4509">
                  <c:v>#N/A</c:v>
                </c:pt>
                <c:pt idx="4510">
                  <c:v>#N/A</c:v>
                </c:pt>
                <c:pt idx="4511">
                  <c:v>#N/A</c:v>
                </c:pt>
                <c:pt idx="4512">
                  <c:v>#N/A</c:v>
                </c:pt>
                <c:pt idx="4513">
                  <c:v>#N/A</c:v>
                </c:pt>
                <c:pt idx="4514">
                  <c:v>#N/A</c:v>
                </c:pt>
                <c:pt idx="4515">
                  <c:v>#N/A</c:v>
                </c:pt>
                <c:pt idx="4516">
                  <c:v>#N/A</c:v>
                </c:pt>
                <c:pt idx="4517">
                  <c:v>#N/A</c:v>
                </c:pt>
                <c:pt idx="4518">
                  <c:v>#N/A</c:v>
                </c:pt>
                <c:pt idx="4519">
                  <c:v>#N/A</c:v>
                </c:pt>
                <c:pt idx="4520">
                  <c:v>#N/A</c:v>
                </c:pt>
                <c:pt idx="4521">
                  <c:v>#N/A</c:v>
                </c:pt>
                <c:pt idx="4522">
                  <c:v>#N/A</c:v>
                </c:pt>
                <c:pt idx="4523">
                  <c:v>#N/A</c:v>
                </c:pt>
                <c:pt idx="4524">
                  <c:v>#N/A</c:v>
                </c:pt>
                <c:pt idx="4525">
                  <c:v>#N/A</c:v>
                </c:pt>
                <c:pt idx="4526">
                  <c:v>#N/A</c:v>
                </c:pt>
                <c:pt idx="4527">
                  <c:v>#N/A</c:v>
                </c:pt>
                <c:pt idx="4528">
                  <c:v>#N/A</c:v>
                </c:pt>
                <c:pt idx="4529">
                  <c:v>#N/A</c:v>
                </c:pt>
                <c:pt idx="4530">
                  <c:v>#N/A</c:v>
                </c:pt>
                <c:pt idx="4531">
                  <c:v>#N/A</c:v>
                </c:pt>
                <c:pt idx="4532">
                  <c:v>#N/A</c:v>
                </c:pt>
                <c:pt idx="4533">
                  <c:v>#N/A</c:v>
                </c:pt>
                <c:pt idx="4534">
                  <c:v>#N/A</c:v>
                </c:pt>
                <c:pt idx="4535">
                  <c:v>#N/A</c:v>
                </c:pt>
                <c:pt idx="4536">
                  <c:v>#N/A</c:v>
                </c:pt>
                <c:pt idx="4537">
                  <c:v>#N/A</c:v>
                </c:pt>
                <c:pt idx="4538">
                  <c:v>#N/A</c:v>
                </c:pt>
                <c:pt idx="4539">
                  <c:v>#N/A</c:v>
                </c:pt>
                <c:pt idx="4540">
                  <c:v>#N/A</c:v>
                </c:pt>
                <c:pt idx="4541">
                  <c:v>#N/A</c:v>
                </c:pt>
                <c:pt idx="4542">
                  <c:v>#N/A</c:v>
                </c:pt>
                <c:pt idx="4543">
                  <c:v>#N/A</c:v>
                </c:pt>
                <c:pt idx="4544">
                  <c:v>#N/A</c:v>
                </c:pt>
                <c:pt idx="4545">
                  <c:v>#N/A</c:v>
                </c:pt>
                <c:pt idx="4546">
                  <c:v>#N/A</c:v>
                </c:pt>
                <c:pt idx="4547">
                  <c:v>#N/A</c:v>
                </c:pt>
                <c:pt idx="4548">
                  <c:v>#N/A</c:v>
                </c:pt>
                <c:pt idx="4549">
                  <c:v>#N/A</c:v>
                </c:pt>
                <c:pt idx="4550">
                  <c:v>#N/A</c:v>
                </c:pt>
                <c:pt idx="4551">
                  <c:v>#N/A</c:v>
                </c:pt>
                <c:pt idx="4552">
                  <c:v>#N/A</c:v>
                </c:pt>
                <c:pt idx="4553">
                  <c:v>#N/A</c:v>
                </c:pt>
                <c:pt idx="4554">
                  <c:v>#N/A</c:v>
                </c:pt>
                <c:pt idx="4555">
                  <c:v>#N/A</c:v>
                </c:pt>
                <c:pt idx="4556">
                  <c:v>#N/A</c:v>
                </c:pt>
                <c:pt idx="4557">
                  <c:v>#N/A</c:v>
                </c:pt>
                <c:pt idx="4558">
                  <c:v>#N/A</c:v>
                </c:pt>
                <c:pt idx="4559">
                  <c:v>#N/A</c:v>
                </c:pt>
                <c:pt idx="4560">
                  <c:v>#N/A</c:v>
                </c:pt>
                <c:pt idx="4561">
                  <c:v>#N/A</c:v>
                </c:pt>
                <c:pt idx="4562">
                  <c:v>#N/A</c:v>
                </c:pt>
                <c:pt idx="4563">
                  <c:v>#N/A</c:v>
                </c:pt>
                <c:pt idx="4564">
                  <c:v>#N/A</c:v>
                </c:pt>
                <c:pt idx="4565">
                  <c:v>#N/A</c:v>
                </c:pt>
                <c:pt idx="4566">
                  <c:v>#N/A</c:v>
                </c:pt>
                <c:pt idx="4567">
                  <c:v>#N/A</c:v>
                </c:pt>
                <c:pt idx="4568">
                  <c:v>#N/A</c:v>
                </c:pt>
                <c:pt idx="4569">
                  <c:v>#N/A</c:v>
                </c:pt>
                <c:pt idx="4570">
                  <c:v>#N/A</c:v>
                </c:pt>
                <c:pt idx="4571">
                  <c:v>#N/A</c:v>
                </c:pt>
                <c:pt idx="4572">
                  <c:v>#N/A</c:v>
                </c:pt>
                <c:pt idx="4573">
                  <c:v>#N/A</c:v>
                </c:pt>
                <c:pt idx="4574">
                  <c:v>#N/A</c:v>
                </c:pt>
                <c:pt idx="4575">
                  <c:v>#N/A</c:v>
                </c:pt>
                <c:pt idx="4576">
                  <c:v>#N/A</c:v>
                </c:pt>
                <c:pt idx="4577">
                  <c:v>#N/A</c:v>
                </c:pt>
                <c:pt idx="4578">
                  <c:v>#N/A</c:v>
                </c:pt>
                <c:pt idx="4579">
                  <c:v>#N/A</c:v>
                </c:pt>
                <c:pt idx="4580">
                  <c:v>#N/A</c:v>
                </c:pt>
                <c:pt idx="4581">
                  <c:v>#N/A</c:v>
                </c:pt>
                <c:pt idx="4582">
                  <c:v>#N/A</c:v>
                </c:pt>
                <c:pt idx="4583">
                  <c:v>#N/A</c:v>
                </c:pt>
                <c:pt idx="4584">
                  <c:v>#N/A</c:v>
                </c:pt>
                <c:pt idx="4585">
                  <c:v>#N/A</c:v>
                </c:pt>
                <c:pt idx="4586">
                  <c:v>#N/A</c:v>
                </c:pt>
                <c:pt idx="4587">
                  <c:v>#N/A</c:v>
                </c:pt>
                <c:pt idx="4588">
                  <c:v>#N/A</c:v>
                </c:pt>
                <c:pt idx="4589">
                  <c:v>#N/A</c:v>
                </c:pt>
                <c:pt idx="4590">
                  <c:v>#N/A</c:v>
                </c:pt>
                <c:pt idx="4591">
                  <c:v>#N/A</c:v>
                </c:pt>
                <c:pt idx="4592">
                  <c:v>#N/A</c:v>
                </c:pt>
                <c:pt idx="4593">
                  <c:v>#N/A</c:v>
                </c:pt>
                <c:pt idx="4594">
                  <c:v>#N/A</c:v>
                </c:pt>
                <c:pt idx="4595">
                  <c:v>#N/A</c:v>
                </c:pt>
                <c:pt idx="4596">
                  <c:v>#N/A</c:v>
                </c:pt>
                <c:pt idx="4597">
                  <c:v>#N/A</c:v>
                </c:pt>
                <c:pt idx="4598">
                  <c:v>#N/A</c:v>
                </c:pt>
                <c:pt idx="4599">
                  <c:v>#N/A</c:v>
                </c:pt>
                <c:pt idx="4600">
                  <c:v>#N/A</c:v>
                </c:pt>
                <c:pt idx="4601">
                  <c:v>#N/A</c:v>
                </c:pt>
                <c:pt idx="4602">
                  <c:v>#N/A</c:v>
                </c:pt>
                <c:pt idx="4603">
                  <c:v>#N/A</c:v>
                </c:pt>
                <c:pt idx="4604">
                  <c:v>#N/A</c:v>
                </c:pt>
                <c:pt idx="4605">
                  <c:v>#N/A</c:v>
                </c:pt>
                <c:pt idx="4606">
                  <c:v>#N/A</c:v>
                </c:pt>
                <c:pt idx="4607">
                  <c:v>#N/A</c:v>
                </c:pt>
                <c:pt idx="4608">
                  <c:v>#N/A</c:v>
                </c:pt>
                <c:pt idx="4609">
                  <c:v>#N/A</c:v>
                </c:pt>
                <c:pt idx="4610">
                  <c:v>#N/A</c:v>
                </c:pt>
                <c:pt idx="4611">
                  <c:v>#N/A</c:v>
                </c:pt>
                <c:pt idx="4612">
                  <c:v>#N/A</c:v>
                </c:pt>
                <c:pt idx="4613">
                  <c:v>#N/A</c:v>
                </c:pt>
                <c:pt idx="4614">
                  <c:v>#N/A</c:v>
                </c:pt>
                <c:pt idx="4615">
                  <c:v>#N/A</c:v>
                </c:pt>
                <c:pt idx="4616">
                  <c:v>#N/A</c:v>
                </c:pt>
                <c:pt idx="4617">
                  <c:v>#N/A</c:v>
                </c:pt>
                <c:pt idx="4618">
                  <c:v>#N/A</c:v>
                </c:pt>
                <c:pt idx="4619">
                  <c:v>#N/A</c:v>
                </c:pt>
                <c:pt idx="4620">
                  <c:v>#N/A</c:v>
                </c:pt>
                <c:pt idx="4621">
                  <c:v>#N/A</c:v>
                </c:pt>
                <c:pt idx="4622">
                  <c:v>#N/A</c:v>
                </c:pt>
                <c:pt idx="4623">
                  <c:v>#N/A</c:v>
                </c:pt>
                <c:pt idx="4624">
                  <c:v>#N/A</c:v>
                </c:pt>
                <c:pt idx="4625">
                  <c:v>#N/A</c:v>
                </c:pt>
                <c:pt idx="4626">
                  <c:v>#N/A</c:v>
                </c:pt>
                <c:pt idx="4627">
                  <c:v>#N/A</c:v>
                </c:pt>
                <c:pt idx="4628">
                  <c:v>#N/A</c:v>
                </c:pt>
                <c:pt idx="4629">
                  <c:v>#N/A</c:v>
                </c:pt>
                <c:pt idx="4630">
                  <c:v>#N/A</c:v>
                </c:pt>
                <c:pt idx="4631">
                  <c:v>#N/A</c:v>
                </c:pt>
                <c:pt idx="4632">
                  <c:v>#N/A</c:v>
                </c:pt>
                <c:pt idx="4633">
                  <c:v>#N/A</c:v>
                </c:pt>
                <c:pt idx="4634">
                  <c:v>#N/A</c:v>
                </c:pt>
                <c:pt idx="4635">
                  <c:v>#N/A</c:v>
                </c:pt>
                <c:pt idx="4636">
                  <c:v>#N/A</c:v>
                </c:pt>
                <c:pt idx="4637">
                  <c:v>#N/A</c:v>
                </c:pt>
                <c:pt idx="4638">
                  <c:v>#N/A</c:v>
                </c:pt>
                <c:pt idx="4639">
                  <c:v>#N/A</c:v>
                </c:pt>
                <c:pt idx="4640">
                  <c:v>#N/A</c:v>
                </c:pt>
                <c:pt idx="4641">
                  <c:v>#N/A</c:v>
                </c:pt>
                <c:pt idx="4642">
                  <c:v>#N/A</c:v>
                </c:pt>
                <c:pt idx="4643">
                  <c:v>#N/A</c:v>
                </c:pt>
                <c:pt idx="4644">
                  <c:v>#N/A</c:v>
                </c:pt>
                <c:pt idx="4645">
                  <c:v>#N/A</c:v>
                </c:pt>
                <c:pt idx="4646">
                  <c:v>#N/A</c:v>
                </c:pt>
                <c:pt idx="4647">
                  <c:v>#N/A</c:v>
                </c:pt>
                <c:pt idx="4648">
                  <c:v>#N/A</c:v>
                </c:pt>
                <c:pt idx="4649">
                  <c:v>#N/A</c:v>
                </c:pt>
                <c:pt idx="4650">
                  <c:v>#N/A</c:v>
                </c:pt>
                <c:pt idx="4651">
                  <c:v>#N/A</c:v>
                </c:pt>
                <c:pt idx="4652">
                  <c:v>#N/A</c:v>
                </c:pt>
                <c:pt idx="4653">
                  <c:v>#N/A</c:v>
                </c:pt>
                <c:pt idx="4654">
                  <c:v>#N/A</c:v>
                </c:pt>
                <c:pt idx="4655">
                  <c:v>#N/A</c:v>
                </c:pt>
                <c:pt idx="4656">
                  <c:v>#N/A</c:v>
                </c:pt>
                <c:pt idx="4657">
                  <c:v>#N/A</c:v>
                </c:pt>
                <c:pt idx="4658">
                  <c:v>#N/A</c:v>
                </c:pt>
                <c:pt idx="4659">
                  <c:v>#N/A</c:v>
                </c:pt>
                <c:pt idx="4660">
                  <c:v>#N/A</c:v>
                </c:pt>
                <c:pt idx="4661">
                  <c:v>#N/A</c:v>
                </c:pt>
                <c:pt idx="4662">
                  <c:v>#N/A</c:v>
                </c:pt>
                <c:pt idx="4663">
                  <c:v>#N/A</c:v>
                </c:pt>
                <c:pt idx="4664">
                  <c:v>#N/A</c:v>
                </c:pt>
                <c:pt idx="4665">
                  <c:v>#N/A</c:v>
                </c:pt>
                <c:pt idx="4666">
                  <c:v>#N/A</c:v>
                </c:pt>
                <c:pt idx="4667">
                  <c:v>#N/A</c:v>
                </c:pt>
                <c:pt idx="4668">
                  <c:v>#N/A</c:v>
                </c:pt>
                <c:pt idx="4669">
                  <c:v>#N/A</c:v>
                </c:pt>
                <c:pt idx="4670">
                  <c:v>#N/A</c:v>
                </c:pt>
                <c:pt idx="4671">
                  <c:v>#N/A</c:v>
                </c:pt>
                <c:pt idx="4672">
                  <c:v>#N/A</c:v>
                </c:pt>
                <c:pt idx="4673">
                  <c:v>#N/A</c:v>
                </c:pt>
                <c:pt idx="4674">
                  <c:v>#N/A</c:v>
                </c:pt>
                <c:pt idx="4675">
                  <c:v>#N/A</c:v>
                </c:pt>
                <c:pt idx="4676">
                  <c:v>#N/A</c:v>
                </c:pt>
                <c:pt idx="4677">
                  <c:v>#N/A</c:v>
                </c:pt>
                <c:pt idx="4678">
                  <c:v>#N/A</c:v>
                </c:pt>
                <c:pt idx="4679">
                  <c:v>#N/A</c:v>
                </c:pt>
                <c:pt idx="4680">
                  <c:v>#N/A</c:v>
                </c:pt>
                <c:pt idx="4681">
                  <c:v>#N/A</c:v>
                </c:pt>
                <c:pt idx="4682">
                  <c:v>#N/A</c:v>
                </c:pt>
                <c:pt idx="4683">
                  <c:v>#N/A</c:v>
                </c:pt>
                <c:pt idx="4684">
                  <c:v>#N/A</c:v>
                </c:pt>
                <c:pt idx="4685">
                  <c:v>#N/A</c:v>
                </c:pt>
                <c:pt idx="4686">
                  <c:v>#N/A</c:v>
                </c:pt>
                <c:pt idx="4687">
                  <c:v>#N/A</c:v>
                </c:pt>
                <c:pt idx="4688">
                  <c:v>#N/A</c:v>
                </c:pt>
                <c:pt idx="4689">
                  <c:v>#N/A</c:v>
                </c:pt>
                <c:pt idx="4690">
                  <c:v>#N/A</c:v>
                </c:pt>
                <c:pt idx="4691">
                  <c:v>#N/A</c:v>
                </c:pt>
                <c:pt idx="4692">
                  <c:v>#N/A</c:v>
                </c:pt>
                <c:pt idx="4693">
                  <c:v>#N/A</c:v>
                </c:pt>
                <c:pt idx="4694">
                  <c:v>#N/A</c:v>
                </c:pt>
                <c:pt idx="4695">
                  <c:v>#N/A</c:v>
                </c:pt>
                <c:pt idx="4696">
                  <c:v>#N/A</c:v>
                </c:pt>
                <c:pt idx="4697">
                  <c:v>#N/A</c:v>
                </c:pt>
                <c:pt idx="4698">
                  <c:v>#N/A</c:v>
                </c:pt>
                <c:pt idx="4699">
                  <c:v>#N/A</c:v>
                </c:pt>
                <c:pt idx="4700">
                  <c:v>#N/A</c:v>
                </c:pt>
                <c:pt idx="4701">
                  <c:v>#N/A</c:v>
                </c:pt>
                <c:pt idx="4702">
                  <c:v>#N/A</c:v>
                </c:pt>
                <c:pt idx="4703">
                  <c:v>#N/A</c:v>
                </c:pt>
                <c:pt idx="4704">
                  <c:v>#N/A</c:v>
                </c:pt>
                <c:pt idx="4705">
                  <c:v>#N/A</c:v>
                </c:pt>
                <c:pt idx="4706">
                  <c:v>#N/A</c:v>
                </c:pt>
                <c:pt idx="4707">
                  <c:v>#N/A</c:v>
                </c:pt>
                <c:pt idx="4708">
                  <c:v>#N/A</c:v>
                </c:pt>
                <c:pt idx="4709">
                  <c:v>#N/A</c:v>
                </c:pt>
                <c:pt idx="4710">
                  <c:v>#N/A</c:v>
                </c:pt>
                <c:pt idx="4711">
                  <c:v>#N/A</c:v>
                </c:pt>
                <c:pt idx="4712">
                  <c:v>#N/A</c:v>
                </c:pt>
                <c:pt idx="4713">
                  <c:v>#N/A</c:v>
                </c:pt>
                <c:pt idx="4714">
                  <c:v>#N/A</c:v>
                </c:pt>
                <c:pt idx="4715">
                  <c:v>#N/A</c:v>
                </c:pt>
                <c:pt idx="4716">
                  <c:v>#N/A</c:v>
                </c:pt>
                <c:pt idx="4717">
                  <c:v>#N/A</c:v>
                </c:pt>
                <c:pt idx="4718">
                  <c:v>#N/A</c:v>
                </c:pt>
                <c:pt idx="4719">
                  <c:v>#N/A</c:v>
                </c:pt>
                <c:pt idx="4720">
                  <c:v>#N/A</c:v>
                </c:pt>
                <c:pt idx="4721">
                  <c:v>#N/A</c:v>
                </c:pt>
                <c:pt idx="4722">
                  <c:v>#N/A</c:v>
                </c:pt>
                <c:pt idx="4723">
                  <c:v>#N/A</c:v>
                </c:pt>
                <c:pt idx="4724">
                  <c:v>#N/A</c:v>
                </c:pt>
                <c:pt idx="4725">
                  <c:v>#N/A</c:v>
                </c:pt>
                <c:pt idx="4726">
                  <c:v>#N/A</c:v>
                </c:pt>
                <c:pt idx="4727">
                  <c:v>#N/A</c:v>
                </c:pt>
                <c:pt idx="4728">
                  <c:v>#N/A</c:v>
                </c:pt>
                <c:pt idx="4729">
                  <c:v>#N/A</c:v>
                </c:pt>
                <c:pt idx="4730">
                  <c:v>#N/A</c:v>
                </c:pt>
                <c:pt idx="4731">
                  <c:v>#N/A</c:v>
                </c:pt>
                <c:pt idx="4732">
                  <c:v>#N/A</c:v>
                </c:pt>
                <c:pt idx="4733">
                  <c:v>#N/A</c:v>
                </c:pt>
                <c:pt idx="4734">
                  <c:v>#N/A</c:v>
                </c:pt>
                <c:pt idx="4735">
                  <c:v>#N/A</c:v>
                </c:pt>
                <c:pt idx="4736">
                  <c:v>#N/A</c:v>
                </c:pt>
                <c:pt idx="4737">
                  <c:v>#N/A</c:v>
                </c:pt>
                <c:pt idx="4738">
                  <c:v>#N/A</c:v>
                </c:pt>
                <c:pt idx="4739">
                  <c:v>#N/A</c:v>
                </c:pt>
                <c:pt idx="4740">
                  <c:v>#N/A</c:v>
                </c:pt>
                <c:pt idx="4741">
                  <c:v>#N/A</c:v>
                </c:pt>
                <c:pt idx="4742">
                  <c:v>#N/A</c:v>
                </c:pt>
                <c:pt idx="4743">
                  <c:v>#N/A</c:v>
                </c:pt>
                <c:pt idx="4744">
                  <c:v>#N/A</c:v>
                </c:pt>
                <c:pt idx="4745">
                  <c:v>#N/A</c:v>
                </c:pt>
                <c:pt idx="4746">
                  <c:v>#N/A</c:v>
                </c:pt>
                <c:pt idx="4747">
                  <c:v>#N/A</c:v>
                </c:pt>
                <c:pt idx="4748">
                  <c:v>#N/A</c:v>
                </c:pt>
                <c:pt idx="4749">
                  <c:v>#N/A</c:v>
                </c:pt>
                <c:pt idx="4750">
                  <c:v>#N/A</c:v>
                </c:pt>
                <c:pt idx="4751">
                  <c:v>#N/A</c:v>
                </c:pt>
                <c:pt idx="4752">
                  <c:v>#N/A</c:v>
                </c:pt>
                <c:pt idx="4753">
                  <c:v>#N/A</c:v>
                </c:pt>
                <c:pt idx="4754">
                  <c:v>#N/A</c:v>
                </c:pt>
                <c:pt idx="4755">
                  <c:v>#N/A</c:v>
                </c:pt>
                <c:pt idx="4756">
                  <c:v>#N/A</c:v>
                </c:pt>
                <c:pt idx="4757">
                  <c:v>#N/A</c:v>
                </c:pt>
                <c:pt idx="4758">
                  <c:v>#N/A</c:v>
                </c:pt>
                <c:pt idx="4759">
                  <c:v>#N/A</c:v>
                </c:pt>
                <c:pt idx="4760">
                  <c:v>#N/A</c:v>
                </c:pt>
                <c:pt idx="4761">
                  <c:v>#N/A</c:v>
                </c:pt>
                <c:pt idx="4762">
                  <c:v>#N/A</c:v>
                </c:pt>
                <c:pt idx="4763">
                  <c:v>#N/A</c:v>
                </c:pt>
                <c:pt idx="4764">
                  <c:v>#N/A</c:v>
                </c:pt>
                <c:pt idx="4765">
                  <c:v>#N/A</c:v>
                </c:pt>
                <c:pt idx="4766">
                  <c:v>#N/A</c:v>
                </c:pt>
                <c:pt idx="4767">
                  <c:v>#N/A</c:v>
                </c:pt>
                <c:pt idx="4768">
                  <c:v>#N/A</c:v>
                </c:pt>
                <c:pt idx="4769">
                  <c:v>#N/A</c:v>
                </c:pt>
                <c:pt idx="4770">
                  <c:v>#N/A</c:v>
                </c:pt>
                <c:pt idx="4771">
                  <c:v>#N/A</c:v>
                </c:pt>
                <c:pt idx="4772">
                  <c:v>#N/A</c:v>
                </c:pt>
                <c:pt idx="4773">
                  <c:v>#N/A</c:v>
                </c:pt>
                <c:pt idx="4774">
                  <c:v>#N/A</c:v>
                </c:pt>
                <c:pt idx="4775">
                  <c:v>#N/A</c:v>
                </c:pt>
                <c:pt idx="4776">
                  <c:v>#N/A</c:v>
                </c:pt>
                <c:pt idx="4777">
                  <c:v>#N/A</c:v>
                </c:pt>
                <c:pt idx="4778">
                  <c:v>#N/A</c:v>
                </c:pt>
                <c:pt idx="4779">
                  <c:v>#N/A</c:v>
                </c:pt>
                <c:pt idx="4780">
                  <c:v>#N/A</c:v>
                </c:pt>
                <c:pt idx="4781">
                  <c:v>#N/A</c:v>
                </c:pt>
                <c:pt idx="4782">
                  <c:v>#N/A</c:v>
                </c:pt>
                <c:pt idx="4783">
                  <c:v>#N/A</c:v>
                </c:pt>
                <c:pt idx="4784">
                  <c:v>#N/A</c:v>
                </c:pt>
                <c:pt idx="4785">
                  <c:v>#N/A</c:v>
                </c:pt>
                <c:pt idx="4786">
                  <c:v>#N/A</c:v>
                </c:pt>
                <c:pt idx="4787">
                  <c:v>#N/A</c:v>
                </c:pt>
                <c:pt idx="4788">
                  <c:v>#N/A</c:v>
                </c:pt>
                <c:pt idx="4789">
                  <c:v>#N/A</c:v>
                </c:pt>
                <c:pt idx="4790">
                  <c:v>#N/A</c:v>
                </c:pt>
                <c:pt idx="4791">
                  <c:v>#N/A</c:v>
                </c:pt>
                <c:pt idx="4792">
                  <c:v>#N/A</c:v>
                </c:pt>
                <c:pt idx="4793">
                  <c:v>#N/A</c:v>
                </c:pt>
                <c:pt idx="4794">
                  <c:v>#N/A</c:v>
                </c:pt>
                <c:pt idx="4795">
                  <c:v>#N/A</c:v>
                </c:pt>
                <c:pt idx="4796">
                  <c:v>#N/A</c:v>
                </c:pt>
                <c:pt idx="4797">
                  <c:v>#N/A</c:v>
                </c:pt>
                <c:pt idx="4798">
                  <c:v>#N/A</c:v>
                </c:pt>
                <c:pt idx="4799">
                  <c:v>#N/A</c:v>
                </c:pt>
                <c:pt idx="4800">
                  <c:v>#N/A</c:v>
                </c:pt>
                <c:pt idx="4801">
                  <c:v>#N/A</c:v>
                </c:pt>
                <c:pt idx="4802">
                  <c:v>#N/A</c:v>
                </c:pt>
                <c:pt idx="4803">
                  <c:v>#N/A</c:v>
                </c:pt>
                <c:pt idx="4804">
                  <c:v>#N/A</c:v>
                </c:pt>
                <c:pt idx="4805">
                  <c:v>#N/A</c:v>
                </c:pt>
                <c:pt idx="4806">
                  <c:v>#N/A</c:v>
                </c:pt>
                <c:pt idx="4807">
                  <c:v>#N/A</c:v>
                </c:pt>
                <c:pt idx="4808">
                  <c:v>#N/A</c:v>
                </c:pt>
                <c:pt idx="4809">
                  <c:v>#N/A</c:v>
                </c:pt>
                <c:pt idx="4810">
                  <c:v>#N/A</c:v>
                </c:pt>
                <c:pt idx="4811">
                  <c:v>#N/A</c:v>
                </c:pt>
                <c:pt idx="4812">
                  <c:v>#N/A</c:v>
                </c:pt>
                <c:pt idx="4813">
                  <c:v>#N/A</c:v>
                </c:pt>
                <c:pt idx="4814">
                  <c:v>#N/A</c:v>
                </c:pt>
                <c:pt idx="4815">
                  <c:v>#N/A</c:v>
                </c:pt>
                <c:pt idx="4816">
                  <c:v>#N/A</c:v>
                </c:pt>
                <c:pt idx="4817">
                  <c:v>#N/A</c:v>
                </c:pt>
                <c:pt idx="4818">
                  <c:v>#N/A</c:v>
                </c:pt>
                <c:pt idx="4819">
                  <c:v>#N/A</c:v>
                </c:pt>
                <c:pt idx="4820">
                  <c:v>#N/A</c:v>
                </c:pt>
                <c:pt idx="4821">
                  <c:v>#N/A</c:v>
                </c:pt>
                <c:pt idx="4822">
                  <c:v>#N/A</c:v>
                </c:pt>
                <c:pt idx="4823">
                  <c:v>#N/A</c:v>
                </c:pt>
                <c:pt idx="4824">
                  <c:v>#N/A</c:v>
                </c:pt>
                <c:pt idx="4825">
                  <c:v>#N/A</c:v>
                </c:pt>
                <c:pt idx="4826">
                  <c:v>#N/A</c:v>
                </c:pt>
                <c:pt idx="4827">
                  <c:v>#N/A</c:v>
                </c:pt>
                <c:pt idx="4828">
                  <c:v>#N/A</c:v>
                </c:pt>
                <c:pt idx="4829">
                  <c:v>#N/A</c:v>
                </c:pt>
                <c:pt idx="4830">
                  <c:v>#N/A</c:v>
                </c:pt>
                <c:pt idx="4831">
                  <c:v>#N/A</c:v>
                </c:pt>
                <c:pt idx="4832">
                  <c:v>#N/A</c:v>
                </c:pt>
                <c:pt idx="4833">
                  <c:v>#N/A</c:v>
                </c:pt>
                <c:pt idx="4834">
                  <c:v>#N/A</c:v>
                </c:pt>
                <c:pt idx="4835">
                  <c:v>#N/A</c:v>
                </c:pt>
                <c:pt idx="4836">
                  <c:v>#N/A</c:v>
                </c:pt>
                <c:pt idx="4837">
                  <c:v>#N/A</c:v>
                </c:pt>
                <c:pt idx="4838">
                  <c:v>#N/A</c:v>
                </c:pt>
                <c:pt idx="4839">
                  <c:v>#N/A</c:v>
                </c:pt>
                <c:pt idx="4840">
                  <c:v>#N/A</c:v>
                </c:pt>
                <c:pt idx="4841">
                  <c:v>#N/A</c:v>
                </c:pt>
                <c:pt idx="4842">
                  <c:v>#N/A</c:v>
                </c:pt>
                <c:pt idx="4843">
                  <c:v>#N/A</c:v>
                </c:pt>
                <c:pt idx="4844">
                  <c:v>#N/A</c:v>
                </c:pt>
                <c:pt idx="4845">
                  <c:v>#N/A</c:v>
                </c:pt>
                <c:pt idx="4846">
                  <c:v>#N/A</c:v>
                </c:pt>
                <c:pt idx="4847">
                  <c:v>#N/A</c:v>
                </c:pt>
                <c:pt idx="4848">
                  <c:v>#N/A</c:v>
                </c:pt>
                <c:pt idx="4849">
                  <c:v>#N/A</c:v>
                </c:pt>
                <c:pt idx="4850">
                  <c:v>#N/A</c:v>
                </c:pt>
                <c:pt idx="4851">
                  <c:v>#N/A</c:v>
                </c:pt>
                <c:pt idx="4852">
                  <c:v>#N/A</c:v>
                </c:pt>
                <c:pt idx="4853">
                  <c:v>#N/A</c:v>
                </c:pt>
                <c:pt idx="4854">
                  <c:v>#N/A</c:v>
                </c:pt>
                <c:pt idx="4855">
                  <c:v>#N/A</c:v>
                </c:pt>
                <c:pt idx="4856">
                  <c:v>#N/A</c:v>
                </c:pt>
                <c:pt idx="4857">
                  <c:v>#N/A</c:v>
                </c:pt>
                <c:pt idx="4858">
                  <c:v>#N/A</c:v>
                </c:pt>
                <c:pt idx="4859">
                  <c:v>#N/A</c:v>
                </c:pt>
                <c:pt idx="4860">
                  <c:v>#N/A</c:v>
                </c:pt>
                <c:pt idx="4861">
                  <c:v>#N/A</c:v>
                </c:pt>
                <c:pt idx="4862">
                  <c:v>#N/A</c:v>
                </c:pt>
                <c:pt idx="4863">
                  <c:v>#N/A</c:v>
                </c:pt>
                <c:pt idx="4864">
                  <c:v>#N/A</c:v>
                </c:pt>
                <c:pt idx="4865">
                  <c:v>#N/A</c:v>
                </c:pt>
                <c:pt idx="4866">
                  <c:v>#N/A</c:v>
                </c:pt>
                <c:pt idx="4867">
                  <c:v>#N/A</c:v>
                </c:pt>
                <c:pt idx="4868">
                  <c:v>#N/A</c:v>
                </c:pt>
                <c:pt idx="4869">
                  <c:v>#N/A</c:v>
                </c:pt>
                <c:pt idx="4870">
                  <c:v>#N/A</c:v>
                </c:pt>
                <c:pt idx="4871">
                  <c:v>#N/A</c:v>
                </c:pt>
                <c:pt idx="4872">
                  <c:v>#N/A</c:v>
                </c:pt>
                <c:pt idx="4873">
                  <c:v>#N/A</c:v>
                </c:pt>
                <c:pt idx="4874">
                  <c:v>#N/A</c:v>
                </c:pt>
                <c:pt idx="4875">
                  <c:v>#N/A</c:v>
                </c:pt>
                <c:pt idx="4876">
                  <c:v>#N/A</c:v>
                </c:pt>
                <c:pt idx="4877">
                  <c:v>#N/A</c:v>
                </c:pt>
                <c:pt idx="4878">
                  <c:v>#N/A</c:v>
                </c:pt>
                <c:pt idx="4879">
                  <c:v>#N/A</c:v>
                </c:pt>
                <c:pt idx="4880">
                  <c:v>#N/A</c:v>
                </c:pt>
                <c:pt idx="4881">
                  <c:v>#N/A</c:v>
                </c:pt>
                <c:pt idx="4882">
                  <c:v>#N/A</c:v>
                </c:pt>
                <c:pt idx="4883">
                  <c:v>#N/A</c:v>
                </c:pt>
                <c:pt idx="4884">
                  <c:v>#N/A</c:v>
                </c:pt>
                <c:pt idx="4885">
                  <c:v>#N/A</c:v>
                </c:pt>
                <c:pt idx="4886">
                  <c:v>#N/A</c:v>
                </c:pt>
                <c:pt idx="4887">
                  <c:v>#N/A</c:v>
                </c:pt>
                <c:pt idx="4888">
                  <c:v>#N/A</c:v>
                </c:pt>
                <c:pt idx="4889">
                  <c:v>#N/A</c:v>
                </c:pt>
                <c:pt idx="4890">
                  <c:v>#N/A</c:v>
                </c:pt>
                <c:pt idx="4891">
                  <c:v>#N/A</c:v>
                </c:pt>
                <c:pt idx="4892">
                  <c:v>#N/A</c:v>
                </c:pt>
                <c:pt idx="4893">
                  <c:v>#N/A</c:v>
                </c:pt>
                <c:pt idx="4894">
                  <c:v>#N/A</c:v>
                </c:pt>
                <c:pt idx="4895">
                  <c:v>#N/A</c:v>
                </c:pt>
                <c:pt idx="4896">
                  <c:v>#N/A</c:v>
                </c:pt>
                <c:pt idx="4897">
                  <c:v>#N/A</c:v>
                </c:pt>
                <c:pt idx="4898">
                  <c:v>#N/A</c:v>
                </c:pt>
                <c:pt idx="4899">
                  <c:v>#N/A</c:v>
                </c:pt>
                <c:pt idx="4900">
                  <c:v>#N/A</c:v>
                </c:pt>
                <c:pt idx="4901">
                  <c:v>#N/A</c:v>
                </c:pt>
                <c:pt idx="4902">
                  <c:v>#N/A</c:v>
                </c:pt>
                <c:pt idx="4903">
                  <c:v>#N/A</c:v>
                </c:pt>
                <c:pt idx="4904">
                  <c:v>#N/A</c:v>
                </c:pt>
                <c:pt idx="4905">
                  <c:v>#N/A</c:v>
                </c:pt>
                <c:pt idx="4906">
                  <c:v>#N/A</c:v>
                </c:pt>
                <c:pt idx="4907">
                  <c:v>#N/A</c:v>
                </c:pt>
                <c:pt idx="4908">
                  <c:v>#N/A</c:v>
                </c:pt>
                <c:pt idx="4909">
                  <c:v>#N/A</c:v>
                </c:pt>
                <c:pt idx="4910">
                  <c:v>#N/A</c:v>
                </c:pt>
                <c:pt idx="4911">
                  <c:v>#N/A</c:v>
                </c:pt>
                <c:pt idx="4912">
                  <c:v>#N/A</c:v>
                </c:pt>
                <c:pt idx="4913">
                  <c:v>#N/A</c:v>
                </c:pt>
                <c:pt idx="4914">
                  <c:v>#N/A</c:v>
                </c:pt>
                <c:pt idx="4915">
                  <c:v>#N/A</c:v>
                </c:pt>
                <c:pt idx="4916">
                  <c:v>#N/A</c:v>
                </c:pt>
                <c:pt idx="4917">
                  <c:v>#N/A</c:v>
                </c:pt>
                <c:pt idx="4918">
                  <c:v>#N/A</c:v>
                </c:pt>
                <c:pt idx="4919">
                  <c:v>#N/A</c:v>
                </c:pt>
                <c:pt idx="4920">
                  <c:v>#N/A</c:v>
                </c:pt>
                <c:pt idx="4921">
                  <c:v>#N/A</c:v>
                </c:pt>
                <c:pt idx="4922">
                  <c:v>#N/A</c:v>
                </c:pt>
                <c:pt idx="4923">
                  <c:v>#N/A</c:v>
                </c:pt>
                <c:pt idx="4924">
                  <c:v>#N/A</c:v>
                </c:pt>
                <c:pt idx="4925">
                  <c:v>#N/A</c:v>
                </c:pt>
                <c:pt idx="4926">
                  <c:v>#N/A</c:v>
                </c:pt>
                <c:pt idx="4927">
                  <c:v>#N/A</c:v>
                </c:pt>
                <c:pt idx="4928">
                  <c:v>#N/A</c:v>
                </c:pt>
                <c:pt idx="4929">
                  <c:v>#N/A</c:v>
                </c:pt>
                <c:pt idx="4930">
                  <c:v>#N/A</c:v>
                </c:pt>
                <c:pt idx="4931">
                  <c:v>#N/A</c:v>
                </c:pt>
                <c:pt idx="4932">
                  <c:v>#N/A</c:v>
                </c:pt>
                <c:pt idx="4933">
                  <c:v>#N/A</c:v>
                </c:pt>
                <c:pt idx="4934">
                  <c:v>#N/A</c:v>
                </c:pt>
                <c:pt idx="4935">
                  <c:v>#N/A</c:v>
                </c:pt>
                <c:pt idx="4936">
                  <c:v>#N/A</c:v>
                </c:pt>
                <c:pt idx="4937">
                  <c:v>#N/A</c:v>
                </c:pt>
                <c:pt idx="4938">
                  <c:v>#N/A</c:v>
                </c:pt>
                <c:pt idx="4939">
                  <c:v>#N/A</c:v>
                </c:pt>
                <c:pt idx="4940">
                  <c:v>#N/A</c:v>
                </c:pt>
                <c:pt idx="4941">
                  <c:v>#N/A</c:v>
                </c:pt>
                <c:pt idx="4942">
                  <c:v>#N/A</c:v>
                </c:pt>
                <c:pt idx="4943">
                  <c:v>#N/A</c:v>
                </c:pt>
                <c:pt idx="4944">
                  <c:v>#N/A</c:v>
                </c:pt>
                <c:pt idx="4945">
                  <c:v>#N/A</c:v>
                </c:pt>
                <c:pt idx="4946">
                  <c:v>#N/A</c:v>
                </c:pt>
                <c:pt idx="4947">
                  <c:v>#N/A</c:v>
                </c:pt>
                <c:pt idx="4948">
                  <c:v>#N/A</c:v>
                </c:pt>
                <c:pt idx="4949">
                  <c:v>#N/A</c:v>
                </c:pt>
                <c:pt idx="4950">
                  <c:v>#N/A</c:v>
                </c:pt>
                <c:pt idx="4951">
                  <c:v>#N/A</c:v>
                </c:pt>
                <c:pt idx="4952">
                  <c:v>#N/A</c:v>
                </c:pt>
                <c:pt idx="4953">
                  <c:v>#N/A</c:v>
                </c:pt>
                <c:pt idx="4954">
                  <c:v>#N/A</c:v>
                </c:pt>
                <c:pt idx="4955">
                  <c:v>#N/A</c:v>
                </c:pt>
                <c:pt idx="4956">
                  <c:v>#N/A</c:v>
                </c:pt>
                <c:pt idx="4957">
                  <c:v>#N/A</c:v>
                </c:pt>
                <c:pt idx="4958">
                  <c:v>#N/A</c:v>
                </c:pt>
                <c:pt idx="4959">
                  <c:v>#N/A</c:v>
                </c:pt>
                <c:pt idx="4960">
                  <c:v>#N/A</c:v>
                </c:pt>
                <c:pt idx="4961">
                  <c:v>#N/A</c:v>
                </c:pt>
                <c:pt idx="4962">
                  <c:v>#N/A</c:v>
                </c:pt>
                <c:pt idx="4963">
                  <c:v>#N/A</c:v>
                </c:pt>
                <c:pt idx="4964">
                  <c:v>#N/A</c:v>
                </c:pt>
                <c:pt idx="4965">
                  <c:v>#N/A</c:v>
                </c:pt>
                <c:pt idx="4966">
                  <c:v>#N/A</c:v>
                </c:pt>
                <c:pt idx="4967">
                  <c:v>#N/A</c:v>
                </c:pt>
                <c:pt idx="4968">
                  <c:v>#N/A</c:v>
                </c:pt>
                <c:pt idx="4969">
                  <c:v>#N/A</c:v>
                </c:pt>
                <c:pt idx="4970">
                  <c:v>#N/A</c:v>
                </c:pt>
                <c:pt idx="4971">
                  <c:v>#N/A</c:v>
                </c:pt>
                <c:pt idx="4972">
                  <c:v>#N/A</c:v>
                </c:pt>
                <c:pt idx="4973">
                  <c:v>#N/A</c:v>
                </c:pt>
                <c:pt idx="4974">
                  <c:v>#N/A</c:v>
                </c:pt>
                <c:pt idx="4975">
                  <c:v>#N/A</c:v>
                </c:pt>
                <c:pt idx="4976">
                  <c:v>#N/A</c:v>
                </c:pt>
                <c:pt idx="4977">
                  <c:v>#N/A</c:v>
                </c:pt>
                <c:pt idx="4978">
                  <c:v>#N/A</c:v>
                </c:pt>
                <c:pt idx="4979">
                  <c:v>#N/A</c:v>
                </c:pt>
                <c:pt idx="4980">
                  <c:v>#N/A</c:v>
                </c:pt>
                <c:pt idx="4981">
                  <c:v>#N/A</c:v>
                </c:pt>
                <c:pt idx="4982">
                  <c:v>#N/A</c:v>
                </c:pt>
                <c:pt idx="4983">
                  <c:v>#N/A</c:v>
                </c:pt>
                <c:pt idx="4984">
                  <c:v>#N/A</c:v>
                </c:pt>
                <c:pt idx="4985">
                  <c:v>#N/A</c:v>
                </c:pt>
                <c:pt idx="4986">
                  <c:v>#N/A</c:v>
                </c:pt>
                <c:pt idx="4987">
                  <c:v>#N/A</c:v>
                </c:pt>
                <c:pt idx="4988">
                  <c:v>#N/A</c:v>
                </c:pt>
                <c:pt idx="4989">
                  <c:v>#N/A</c:v>
                </c:pt>
                <c:pt idx="4990">
                  <c:v>#N/A</c:v>
                </c:pt>
                <c:pt idx="4991">
                  <c:v>#N/A</c:v>
                </c:pt>
                <c:pt idx="4992">
                  <c:v>#N/A</c:v>
                </c:pt>
                <c:pt idx="4993">
                  <c:v>#N/A</c:v>
                </c:pt>
                <c:pt idx="4994">
                  <c:v>#N/A</c:v>
                </c:pt>
                <c:pt idx="4995">
                  <c:v>#N/A</c:v>
                </c:pt>
                <c:pt idx="4996">
                  <c:v>#N/A</c:v>
                </c:pt>
                <c:pt idx="4997">
                  <c:v>#N/A</c:v>
                </c:pt>
                <c:pt idx="4998">
                  <c:v>#N/A</c:v>
                </c:pt>
                <c:pt idx="4999">
                  <c:v>#N/A</c:v>
                </c:pt>
                <c:pt idx="5000">
                  <c:v>#N/A</c:v>
                </c:pt>
                <c:pt idx="5001">
                  <c:v>#N/A</c:v>
                </c:pt>
                <c:pt idx="5002">
                  <c:v>#N/A</c:v>
                </c:pt>
                <c:pt idx="5003">
                  <c:v>#N/A</c:v>
                </c:pt>
                <c:pt idx="5004">
                  <c:v>#N/A</c:v>
                </c:pt>
                <c:pt idx="5005">
                  <c:v>#N/A</c:v>
                </c:pt>
                <c:pt idx="5006">
                  <c:v>#N/A</c:v>
                </c:pt>
                <c:pt idx="5007">
                  <c:v>#N/A</c:v>
                </c:pt>
                <c:pt idx="5008">
                  <c:v>#N/A</c:v>
                </c:pt>
                <c:pt idx="5009">
                  <c:v>#N/A</c:v>
                </c:pt>
                <c:pt idx="5010">
                  <c:v>#N/A</c:v>
                </c:pt>
                <c:pt idx="5011">
                  <c:v>#N/A</c:v>
                </c:pt>
                <c:pt idx="5012">
                  <c:v>#N/A</c:v>
                </c:pt>
                <c:pt idx="5013">
                  <c:v>#N/A</c:v>
                </c:pt>
                <c:pt idx="5014">
                  <c:v>#N/A</c:v>
                </c:pt>
                <c:pt idx="5015">
                  <c:v>#N/A</c:v>
                </c:pt>
                <c:pt idx="5016">
                  <c:v>#N/A</c:v>
                </c:pt>
                <c:pt idx="5017">
                  <c:v>#N/A</c:v>
                </c:pt>
                <c:pt idx="5018">
                  <c:v>#N/A</c:v>
                </c:pt>
                <c:pt idx="5019">
                  <c:v>#N/A</c:v>
                </c:pt>
                <c:pt idx="5020">
                  <c:v>#N/A</c:v>
                </c:pt>
                <c:pt idx="5021">
                  <c:v>#N/A</c:v>
                </c:pt>
                <c:pt idx="5022">
                  <c:v>#N/A</c:v>
                </c:pt>
                <c:pt idx="5023">
                  <c:v>#N/A</c:v>
                </c:pt>
                <c:pt idx="5024">
                  <c:v>#N/A</c:v>
                </c:pt>
                <c:pt idx="5025">
                  <c:v>#N/A</c:v>
                </c:pt>
                <c:pt idx="5026">
                  <c:v>#N/A</c:v>
                </c:pt>
                <c:pt idx="5027">
                  <c:v>#N/A</c:v>
                </c:pt>
                <c:pt idx="5028">
                  <c:v>#N/A</c:v>
                </c:pt>
                <c:pt idx="5029">
                  <c:v>#N/A</c:v>
                </c:pt>
                <c:pt idx="5030">
                  <c:v>#N/A</c:v>
                </c:pt>
                <c:pt idx="5031">
                  <c:v>#N/A</c:v>
                </c:pt>
                <c:pt idx="5032">
                  <c:v>#N/A</c:v>
                </c:pt>
                <c:pt idx="5033">
                  <c:v>#N/A</c:v>
                </c:pt>
                <c:pt idx="5034">
                  <c:v>#N/A</c:v>
                </c:pt>
                <c:pt idx="5035">
                  <c:v>#N/A</c:v>
                </c:pt>
                <c:pt idx="5036">
                  <c:v>#N/A</c:v>
                </c:pt>
                <c:pt idx="5037">
                  <c:v>#N/A</c:v>
                </c:pt>
                <c:pt idx="5038">
                  <c:v>#N/A</c:v>
                </c:pt>
                <c:pt idx="5039">
                  <c:v>#N/A</c:v>
                </c:pt>
                <c:pt idx="5040">
                  <c:v>#N/A</c:v>
                </c:pt>
                <c:pt idx="5041">
                  <c:v>#N/A</c:v>
                </c:pt>
                <c:pt idx="5042">
                  <c:v>#N/A</c:v>
                </c:pt>
                <c:pt idx="5043">
                  <c:v>#N/A</c:v>
                </c:pt>
                <c:pt idx="5044">
                  <c:v>#N/A</c:v>
                </c:pt>
                <c:pt idx="5045">
                  <c:v>#N/A</c:v>
                </c:pt>
                <c:pt idx="5046">
                  <c:v>#N/A</c:v>
                </c:pt>
                <c:pt idx="5047">
                  <c:v>#N/A</c:v>
                </c:pt>
                <c:pt idx="5048">
                  <c:v>#N/A</c:v>
                </c:pt>
                <c:pt idx="5049">
                  <c:v>#N/A</c:v>
                </c:pt>
                <c:pt idx="5050">
                  <c:v>#N/A</c:v>
                </c:pt>
                <c:pt idx="5051">
                  <c:v>#N/A</c:v>
                </c:pt>
                <c:pt idx="5052">
                  <c:v>#N/A</c:v>
                </c:pt>
                <c:pt idx="5053">
                  <c:v>#N/A</c:v>
                </c:pt>
                <c:pt idx="5054">
                  <c:v>#N/A</c:v>
                </c:pt>
                <c:pt idx="5055">
                  <c:v>#N/A</c:v>
                </c:pt>
                <c:pt idx="5056">
                  <c:v>#N/A</c:v>
                </c:pt>
                <c:pt idx="5057">
                  <c:v>#N/A</c:v>
                </c:pt>
                <c:pt idx="5058">
                  <c:v>#N/A</c:v>
                </c:pt>
                <c:pt idx="5059">
                  <c:v>#N/A</c:v>
                </c:pt>
                <c:pt idx="5060">
                  <c:v>#N/A</c:v>
                </c:pt>
                <c:pt idx="5061">
                  <c:v>#N/A</c:v>
                </c:pt>
                <c:pt idx="5062">
                  <c:v>#N/A</c:v>
                </c:pt>
                <c:pt idx="5063">
                  <c:v>#N/A</c:v>
                </c:pt>
                <c:pt idx="5064">
                  <c:v>#N/A</c:v>
                </c:pt>
                <c:pt idx="5065">
                  <c:v>#N/A</c:v>
                </c:pt>
                <c:pt idx="5066">
                  <c:v>#N/A</c:v>
                </c:pt>
                <c:pt idx="5067">
                  <c:v>#N/A</c:v>
                </c:pt>
                <c:pt idx="5068">
                  <c:v>#N/A</c:v>
                </c:pt>
                <c:pt idx="5069">
                  <c:v>#N/A</c:v>
                </c:pt>
                <c:pt idx="5070">
                  <c:v>#N/A</c:v>
                </c:pt>
                <c:pt idx="5071">
                  <c:v>#N/A</c:v>
                </c:pt>
                <c:pt idx="5072">
                  <c:v>#N/A</c:v>
                </c:pt>
                <c:pt idx="5073">
                  <c:v>#N/A</c:v>
                </c:pt>
                <c:pt idx="5074">
                  <c:v>#N/A</c:v>
                </c:pt>
                <c:pt idx="5075">
                  <c:v>#N/A</c:v>
                </c:pt>
                <c:pt idx="5076">
                  <c:v>#N/A</c:v>
                </c:pt>
                <c:pt idx="5077">
                  <c:v>#N/A</c:v>
                </c:pt>
                <c:pt idx="5078">
                  <c:v>#N/A</c:v>
                </c:pt>
                <c:pt idx="5079">
                  <c:v>#N/A</c:v>
                </c:pt>
                <c:pt idx="5080">
                  <c:v>#N/A</c:v>
                </c:pt>
                <c:pt idx="5081">
                  <c:v>#N/A</c:v>
                </c:pt>
                <c:pt idx="5082">
                  <c:v>#N/A</c:v>
                </c:pt>
                <c:pt idx="5083">
                  <c:v>#N/A</c:v>
                </c:pt>
                <c:pt idx="5084">
                  <c:v>#N/A</c:v>
                </c:pt>
                <c:pt idx="5085">
                  <c:v>#N/A</c:v>
                </c:pt>
                <c:pt idx="5086">
                  <c:v>#N/A</c:v>
                </c:pt>
                <c:pt idx="5087">
                  <c:v>#N/A</c:v>
                </c:pt>
                <c:pt idx="5088">
                  <c:v>#N/A</c:v>
                </c:pt>
                <c:pt idx="5089">
                  <c:v>#N/A</c:v>
                </c:pt>
                <c:pt idx="5090">
                  <c:v>#N/A</c:v>
                </c:pt>
                <c:pt idx="5091">
                  <c:v>#N/A</c:v>
                </c:pt>
                <c:pt idx="5092">
                  <c:v>#N/A</c:v>
                </c:pt>
                <c:pt idx="5093">
                  <c:v>#N/A</c:v>
                </c:pt>
                <c:pt idx="5094">
                  <c:v>#N/A</c:v>
                </c:pt>
                <c:pt idx="5095">
                  <c:v>#N/A</c:v>
                </c:pt>
                <c:pt idx="5096">
                  <c:v>#N/A</c:v>
                </c:pt>
                <c:pt idx="5097">
                  <c:v>#N/A</c:v>
                </c:pt>
                <c:pt idx="5098">
                  <c:v>#N/A</c:v>
                </c:pt>
                <c:pt idx="5099">
                  <c:v>#N/A</c:v>
                </c:pt>
                <c:pt idx="5100">
                  <c:v>#N/A</c:v>
                </c:pt>
                <c:pt idx="5101">
                  <c:v>#N/A</c:v>
                </c:pt>
                <c:pt idx="5102">
                  <c:v>#N/A</c:v>
                </c:pt>
                <c:pt idx="5103">
                  <c:v>#N/A</c:v>
                </c:pt>
                <c:pt idx="5104">
                  <c:v>#N/A</c:v>
                </c:pt>
                <c:pt idx="5105">
                  <c:v>#N/A</c:v>
                </c:pt>
                <c:pt idx="5106">
                  <c:v>#N/A</c:v>
                </c:pt>
                <c:pt idx="5107">
                  <c:v>#N/A</c:v>
                </c:pt>
                <c:pt idx="5108">
                  <c:v>#N/A</c:v>
                </c:pt>
                <c:pt idx="5109">
                  <c:v>#N/A</c:v>
                </c:pt>
                <c:pt idx="5110">
                  <c:v>#N/A</c:v>
                </c:pt>
                <c:pt idx="5111">
                  <c:v>#N/A</c:v>
                </c:pt>
                <c:pt idx="5112">
                  <c:v>#N/A</c:v>
                </c:pt>
                <c:pt idx="5113">
                  <c:v>#N/A</c:v>
                </c:pt>
                <c:pt idx="5114">
                  <c:v>#N/A</c:v>
                </c:pt>
                <c:pt idx="5115">
                  <c:v>#N/A</c:v>
                </c:pt>
                <c:pt idx="5116">
                  <c:v>#N/A</c:v>
                </c:pt>
                <c:pt idx="5117">
                  <c:v>#N/A</c:v>
                </c:pt>
                <c:pt idx="5118">
                  <c:v>#N/A</c:v>
                </c:pt>
                <c:pt idx="5119">
                  <c:v>#N/A</c:v>
                </c:pt>
                <c:pt idx="5120">
                  <c:v>#N/A</c:v>
                </c:pt>
                <c:pt idx="5121">
                  <c:v>#N/A</c:v>
                </c:pt>
                <c:pt idx="5122">
                  <c:v>#N/A</c:v>
                </c:pt>
                <c:pt idx="5123">
                  <c:v>#N/A</c:v>
                </c:pt>
                <c:pt idx="5124">
                  <c:v>#N/A</c:v>
                </c:pt>
                <c:pt idx="5125">
                  <c:v>#N/A</c:v>
                </c:pt>
                <c:pt idx="5126">
                  <c:v>#N/A</c:v>
                </c:pt>
                <c:pt idx="5127">
                  <c:v>#N/A</c:v>
                </c:pt>
                <c:pt idx="5128">
                  <c:v>#N/A</c:v>
                </c:pt>
                <c:pt idx="5129">
                  <c:v>#N/A</c:v>
                </c:pt>
                <c:pt idx="5130">
                  <c:v>#N/A</c:v>
                </c:pt>
                <c:pt idx="5131">
                  <c:v>#N/A</c:v>
                </c:pt>
                <c:pt idx="5132">
                  <c:v>#N/A</c:v>
                </c:pt>
                <c:pt idx="5133">
                  <c:v>#N/A</c:v>
                </c:pt>
                <c:pt idx="5134">
                  <c:v>#N/A</c:v>
                </c:pt>
                <c:pt idx="5135">
                  <c:v>#N/A</c:v>
                </c:pt>
                <c:pt idx="5136">
                  <c:v>#N/A</c:v>
                </c:pt>
                <c:pt idx="5137">
                  <c:v>#N/A</c:v>
                </c:pt>
                <c:pt idx="5138">
                  <c:v>#N/A</c:v>
                </c:pt>
                <c:pt idx="5139">
                  <c:v>#N/A</c:v>
                </c:pt>
                <c:pt idx="5140">
                  <c:v>#N/A</c:v>
                </c:pt>
                <c:pt idx="5141">
                  <c:v>#N/A</c:v>
                </c:pt>
                <c:pt idx="5142">
                  <c:v>#N/A</c:v>
                </c:pt>
                <c:pt idx="5143">
                  <c:v>#N/A</c:v>
                </c:pt>
                <c:pt idx="5144">
                  <c:v>#N/A</c:v>
                </c:pt>
                <c:pt idx="5145">
                  <c:v>#N/A</c:v>
                </c:pt>
                <c:pt idx="5146">
                  <c:v>#N/A</c:v>
                </c:pt>
                <c:pt idx="5147">
                  <c:v>#N/A</c:v>
                </c:pt>
                <c:pt idx="5148">
                  <c:v>#N/A</c:v>
                </c:pt>
                <c:pt idx="5149">
                  <c:v>#N/A</c:v>
                </c:pt>
                <c:pt idx="5150">
                  <c:v>#N/A</c:v>
                </c:pt>
                <c:pt idx="5151">
                  <c:v>#N/A</c:v>
                </c:pt>
                <c:pt idx="5152">
                  <c:v>#N/A</c:v>
                </c:pt>
                <c:pt idx="5153">
                  <c:v>#N/A</c:v>
                </c:pt>
                <c:pt idx="5154">
                  <c:v>#N/A</c:v>
                </c:pt>
                <c:pt idx="5155">
                  <c:v>#N/A</c:v>
                </c:pt>
                <c:pt idx="5156">
                  <c:v>#N/A</c:v>
                </c:pt>
                <c:pt idx="5157">
                  <c:v>#N/A</c:v>
                </c:pt>
                <c:pt idx="5158">
                  <c:v>#N/A</c:v>
                </c:pt>
                <c:pt idx="5159">
                  <c:v>#N/A</c:v>
                </c:pt>
                <c:pt idx="5160">
                  <c:v>#N/A</c:v>
                </c:pt>
                <c:pt idx="5161">
                  <c:v>#N/A</c:v>
                </c:pt>
                <c:pt idx="5162">
                  <c:v>#N/A</c:v>
                </c:pt>
                <c:pt idx="5163">
                  <c:v>#N/A</c:v>
                </c:pt>
                <c:pt idx="5164">
                  <c:v>#N/A</c:v>
                </c:pt>
                <c:pt idx="5165">
                  <c:v>#N/A</c:v>
                </c:pt>
                <c:pt idx="5166">
                  <c:v>#N/A</c:v>
                </c:pt>
                <c:pt idx="5167">
                  <c:v>#N/A</c:v>
                </c:pt>
                <c:pt idx="5168">
                  <c:v>#N/A</c:v>
                </c:pt>
                <c:pt idx="5169">
                  <c:v>#N/A</c:v>
                </c:pt>
                <c:pt idx="5170">
                  <c:v>#N/A</c:v>
                </c:pt>
                <c:pt idx="5171">
                  <c:v>#N/A</c:v>
                </c:pt>
                <c:pt idx="5172">
                  <c:v>#N/A</c:v>
                </c:pt>
                <c:pt idx="5173">
                  <c:v>#N/A</c:v>
                </c:pt>
                <c:pt idx="5174">
                  <c:v>#N/A</c:v>
                </c:pt>
                <c:pt idx="5175">
                  <c:v>#N/A</c:v>
                </c:pt>
                <c:pt idx="5176">
                  <c:v>#N/A</c:v>
                </c:pt>
                <c:pt idx="5177">
                  <c:v>#N/A</c:v>
                </c:pt>
                <c:pt idx="5178">
                  <c:v>#N/A</c:v>
                </c:pt>
                <c:pt idx="5179">
                  <c:v>#N/A</c:v>
                </c:pt>
                <c:pt idx="5180">
                  <c:v>#N/A</c:v>
                </c:pt>
                <c:pt idx="5181">
                  <c:v>#N/A</c:v>
                </c:pt>
                <c:pt idx="5182">
                  <c:v>#N/A</c:v>
                </c:pt>
                <c:pt idx="5183">
                  <c:v>#N/A</c:v>
                </c:pt>
                <c:pt idx="5184">
                  <c:v>#N/A</c:v>
                </c:pt>
                <c:pt idx="5185">
                  <c:v>#N/A</c:v>
                </c:pt>
                <c:pt idx="5186">
                  <c:v>#N/A</c:v>
                </c:pt>
                <c:pt idx="5187">
                  <c:v>#N/A</c:v>
                </c:pt>
                <c:pt idx="5188">
                  <c:v>#N/A</c:v>
                </c:pt>
                <c:pt idx="5189">
                  <c:v>#N/A</c:v>
                </c:pt>
                <c:pt idx="5190">
                  <c:v>#N/A</c:v>
                </c:pt>
                <c:pt idx="5191">
                  <c:v>#N/A</c:v>
                </c:pt>
                <c:pt idx="5192">
                  <c:v>#N/A</c:v>
                </c:pt>
                <c:pt idx="5193">
                  <c:v>#N/A</c:v>
                </c:pt>
                <c:pt idx="5194">
                  <c:v>#N/A</c:v>
                </c:pt>
                <c:pt idx="5195">
                  <c:v>#N/A</c:v>
                </c:pt>
                <c:pt idx="5196">
                  <c:v>#N/A</c:v>
                </c:pt>
                <c:pt idx="5197">
                  <c:v>#N/A</c:v>
                </c:pt>
                <c:pt idx="5198">
                  <c:v>#N/A</c:v>
                </c:pt>
                <c:pt idx="5199">
                  <c:v>#N/A</c:v>
                </c:pt>
                <c:pt idx="5200">
                  <c:v>#N/A</c:v>
                </c:pt>
                <c:pt idx="5201">
                  <c:v>#N/A</c:v>
                </c:pt>
                <c:pt idx="5202">
                  <c:v>#N/A</c:v>
                </c:pt>
                <c:pt idx="5203">
                  <c:v>#N/A</c:v>
                </c:pt>
                <c:pt idx="5204">
                  <c:v>#N/A</c:v>
                </c:pt>
                <c:pt idx="5205">
                  <c:v>#N/A</c:v>
                </c:pt>
                <c:pt idx="5206">
                  <c:v>#N/A</c:v>
                </c:pt>
                <c:pt idx="5207">
                  <c:v>#N/A</c:v>
                </c:pt>
                <c:pt idx="5208">
                  <c:v>#N/A</c:v>
                </c:pt>
                <c:pt idx="5209">
                  <c:v>#N/A</c:v>
                </c:pt>
                <c:pt idx="5210">
                  <c:v>#N/A</c:v>
                </c:pt>
                <c:pt idx="5211">
                  <c:v>#N/A</c:v>
                </c:pt>
                <c:pt idx="5212">
                  <c:v>#N/A</c:v>
                </c:pt>
                <c:pt idx="5213">
                  <c:v>#N/A</c:v>
                </c:pt>
                <c:pt idx="5214">
                  <c:v>#N/A</c:v>
                </c:pt>
                <c:pt idx="5215">
                  <c:v>#N/A</c:v>
                </c:pt>
                <c:pt idx="5216">
                  <c:v>#N/A</c:v>
                </c:pt>
                <c:pt idx="5217">
                  <c:v>#N/A</c:v>
                </c:pt>
                <c:pt idx="5218">
                  <c:v>#N/A</c:v>
                </c:pt>
                <c:pt idx="5219">
                  <c:v>#N/A</c:v>
                </c:pt>
                <c:pt idx="5220">
                  <c:v>#N/A</c:v>
                </c:pt>
                <c:pt idx="5221">
                  <c:v>#N/A</c:v>
                </c:pt>
                <c:pt idx="5222">
                  <c:v>#N/A</c:v>
                </c:pt>
                <c:pt idx="5223">
                  <c:v>#N/A</c:v>
                </c:pt>
                <c:pt idx="5224">
                  <c:v>#N/A</c:v>
                </c:pt>
                <c:pt idx="5225">
                  <c:v>#N/A</c:v>
                </c:pt>
                <c:pt idx="5226">
                  <c:v>#N/A</c:v>
                </c:pt>
                <c:pt idx="5227">
                  <c:v>#N/A</c:v>
                </c:pt>
                <c:pt idx="5228">
                  <c:v>#N/A</c:v>
                </c:pt>
                <c:pt idx="5229">
                  <c:v>#N/A</c:v>
                </c:pt>
                <c:pt idx="5230">
                  <c:v>#N/A</c:v>
                </c:pt>
                <c:pt idx="5231">
                  <c:v>#N/A</c:v>
                </c:pt>
                <c:pt idx="5232">
                  <c:v>#N/A</c:v>
                </c:pt>
                <c:pt idx="5233">
                  <c:v>#N/A</c:v>
                </c:pt>
                <c:pt idx="5234">
                  <c:v>#N/A</c:v>
                </c:pt>
                <c:pt idx="5235">
                  <c:v>#N/A</c:v>
                </c:pt>
                <c:pt idx="5236">
                  <c:v>#N/A</c:v>
                </c:pt>
                <c:pt idx="5237">
                  <c:v>#N/A</c:v>
                </c:pt>
                <c:pt idx="5238">
                  <c:v>#N/A</c:v>
                </c:pt>
                <c:pt idx="5239">
                  <c:v>#N/A</c:v>
                </c:pt>
                <c:pt idx="5240">
                  <c:v>#N/A</c:v>
                </c:pt>
                <c:pt idx="5241">
                  <c:v>#N/A</c:v>
                </c:pt>
                <c:pt idx="5242">
                  <c:v>#N/A</c:v>
                </c:pt>
                <c:pt idx="5243">
                  <c:v>#N/A</c:v>
                </c:pt>
                <c:pt idx="5244">
                  <c:v>#N/A</c:v>
                </c:pt>
                <c:pt idx="5245">
                  <c:v>#N/A</c:v>
                </c:pt>
                <c:pt idx="5246">
                  <c:v>#N/A</c:v>
                </c:pt>
                <c:pt idx="5247">
                  <c:v>#N/A</c:v>
                </c:pt>
                <c:pt idx="5248">
                  <c:v>#N/A</c:v>
                </c:pt>
                <c:pt idx="5249">
                  <c:v>#N/A</c:v>
                </c:pt>
                <c:pt idx="5250">
                  <c:v>#N/A</c:v>
                </c:pt>
                <c:pt idx="5251">
                  <c:v>#N/A</c:v>
                </c:pt>
                <c:pt idx="5252">
                  <c:v>#N/A</c:v>
                </c:pt>
                <c:pt idx="5253">
                  <c:v>#N/A</c:v>
                </c:pt>
                <c:pt idx="5254">
                  <c:v>#N/A</c:v>
                </c:pt>
                <c:pt idx="5255">
                  <c:v>#N/A</c:v>
                </c:pt>
                <c:pt idx="5256">
                  <c:v>#N/A</c:v>
                </c:pt>
                <c:pt idx="5257">
                  <c:v>#N/A</c:v>
                </c:pt>
                <c:pt idx="5258">
                  <c:v>#N/A</c:v>
                </c:pt>
                <c:pt idx="5259">
                  <c:v>#N/A</c:v>
                </c:pt>
                <c:pt idx="5260">
                  <c:v>#N/A</c:v>
                </c:pt>
                <c:pt idx="5261">
                  <c:v>#N/A</c:v>
                </c:pt>
                <c:pt idx="5262">
                  <c:v>#N/A</c:v>
                </c:pt>
                <c:pt idx="5263">
                  <c:v>#N/A</c:v>
                </c:pt>
                <c:pt idx="5264">
                  <c:v>#N/A</c:v>
                </c:pt>
                <c:pt idx="5265">
                  <c:v>#N/A</c:v>
                </c:pt>
                <c:pt idx="5266">
                  <c:v>#N/A</c:v>
                </c:pt>
                <c:pt idx="5267">
                  <c:v>#N/A</c:v>
                </c:pt>
                <c:pt idx="5268">
                  <c:v>#N/A</c:v>
                </c:pt>
                <c:pt idx="5269">
                  <c:v>#N/A</c:v>
                </c:pt>
                <c:pt idx="5270">
                  <c:v>#N/A</c:v>
                </c:pt>
                <c:pt idx="5271">
                  <c:v>#N/A</c:v>
                </c:pt>
                <c:pt idx="5272">
                  <c:v>#N/A</c:v>
                </c:pt>
                <c:pt idx="5273">
                  <c:v>#N/A</c:v>
                </c:pt>
                <c:pt idx="5274">
                  <c:v>#N/A</c:v>
                </c:pt>
                <c:pt idx="5275">
                  <c:v>#N/A</c:v>
                </c:pt>
                <c:pt idx="5276">
                  <c:v>#N/A</c:v>
                </c:pt>
                <c:pt idx="5277">
                  <c:v>#N/A</c:v>
                </c:pt>
                <c:pt idx="5278">
                  <c:v>#N/A</c:v>
                </c:pt>
                <c:pt idx="5279">
                  <c:v>#N/A</c:v>
                </c:pt>
                <c:pt idx="5280">
                  <c:v>#N/A</c:v>
                </c:pt>
                <c:pt idx="5281">
                  <c:v>#N/A</c:v>
                </c:pt>
                <c:pt idx="5282">
                  <c:v>#N/A</c:v>
                </c:pt>
                <c:pt idx="5283">
                  <c:v>#N/A</c:v>
                </c:pt>
                <c:pt idx="5284">
                  <c:v>#N/A</c:v>
                </c:pt>
                <c:pt idx="5285">
                  <c:v>#N/A</c:v>
                </c:pt>
                <c:pt idx="5286">
                  <c:v>#N/A</c:v>
                </c:pt>
                <c:pt idx="5287">
                  <c:v>#N/A</c:v>
                </c:pt>
                <c:pt idx="5288">
                  <c:v>#N/A</c:v>
                </c:pt>
                <c:pt idx="5289">
                  <c:v>#N/A</c:v>
                </c:pt>
                <c:pt idx="5290">
                  <c:v>#N/A</c:v>
                </c:pt>
                <c:pt idx="5291">
                  <c:v>#N/A</c:v>
                </c:pt>
                <c:pt idx="5292">
                  <c:v>#N/A</c:v>
                </c:pt>
                <c:pt idx="5293">
                  <c:v>#N/A</c:v>
                </c:pt>
                <c:pt idx="5294">
                  <c:v>#N/A</c:v>
                </c:pt>
                <c:pt idx="5295">
                  <c:v>#N/A</c:v>
                </c:pt>
                <c:pt idx="5296">
                  <c:v>#N/A</c:v>
                </c:pt>
                <c:pt idx="5297">
                  <c:v>#N/A</c:v>
                </c:pt>
                <c:pt idx="5298">
                  <c:v>#N/A</c:v>
                </c:pt>
                <c:pt idx="5299">
                  <c:v>#N/A</c:v>
                </c:pt>
                <c:pt idx="5300">
                  <c:v>#N/A</c:v>
                </c:pt>
                <c:pt idx="5301">
                  <c:v>#N/A</c:v>
                </c:pt>
                <c:pt idx="5302">
                  <c:v>#N/A</c:v>
                </c:pt>
                <c:pt idx="5303">
                  <c:v>#N/A</c:v>
                </c:pt>
                <c:pt idx="5304">
                  <c:v>#N/A</c:v>
                </c:pt>
                <c:pt idx="5305">
                  <c:v>#N/A</c:v>
                </c:pt>
                <c:pt idx="5306">
                  <c:v>#N/A</c:v>
                </c:pt>
                <c:pt idx="5307">
                  <c:v>#N/A</c:v>
                </c:pt>
                <c:pt idx="5308">
                  <c:v>#N/A</c:v>
                </c:pt>
                <c:pt idx="5309">
                  <c:v>#N/A</c:v>
                </c:pt>
                <c:pt idx="5310">
                  <c:v>#N/A</c:v>
                </c:pt>
                <c:pt idx="5311">
                  <c:v>#N/A</c:v>
                </c:pt>
                <c:pt idx="5312">
                  <c:v>#N/A</c:v>
                </c:pt>
                <c:pt idx="5313">
                  <c:v>#N/A</c:v>
                </c:pt>
                <c:pt idx="5314">
                  <c:v>#N/A</c:v>
                </c:pt>
                <c:pt idx="5315">
                  <c:v>#N/A</c:v>
                </c:pt>
                <c:pt idx="5316">
                  <c:v>#N/A</c:v>
                </c:pt>
                <c:pt idx="5317">
                  <c:v>#N/A</c:v>
                </c:pt>
                <c:pt idx="5318">
                  <c:v>#N/A</c:v>
                </c:pt>
                <c:pt idx="5319">
                  <c:v>#N/A</c:v>
                </c:pt>
                <c:pt idx="5320">
                  <c:v>#N/A</c:v>
                </c:pt>
                <c:pt idx="5321">
                  <c:v>#N/A</c:v>
                </c:pt>
                <c:pt idx="5322">
                  <c:v>#N/A</c:v>
                </c:pt>
                <c:pt idx="5323">
                  <c:v>#N/A</c:v>
                </c:pt>
                <c:pt idx="5324">
                  <c:v>#N/A</c:v>
                </c:pt>
                <c:pt idx="5325">
                  <c:v>#N/A</c:v>
                </c:pt>
                <c:pt idx="5326">
                  <c:v>#N/A</c:v>
                </c:pt>
                <c:pt idx="5327">
                  <c:v>#N/A</c:v>
                </c:pt>
                <c:pt idx="5328">
                  <c:v>#N/A</c:v>
                </c:pt>
                <c:pt idx="5329">
                  <c:v>#N/A</c:v>
                </c:pt>
                <c:pt idx="5330">
                  <c:v>#N/A</c:v>
                </c:pt>
                <c:pt idx="5331">
                  <c:v>#N/A</c:v>
                </c:pt>
                <c:pt idx="5332">
                  <c:v>#N/A</c:v>
                </c:pt>
                <c:pt idx="5333">
                  <c:v>#N/A</c:v>
                </c:pt>
                <c:pt idx="5334">
                  <c:v>#N/A</c:v>
                </c:pt>
                <c:pt idx="5335">
                  <c:v>#N/A</c:v>
                </c:pt>
                <c:pt idx="5336">
                  <c:v>#N/A</c:v>
                </c:pt>
                <c:pt idx="5337">
                  <c:v>#N/A</c:v>
                </c:pt>
                <c:pt idx="5338">
                  <c:v>#N/A</c:v>
                </c:pt>
                <c:pt idx="5339">
                  <c:v>#N/A</c:v>
                </c:pt>
                <c:pt idx="5340">
                  <c:v>#N/A</c:v>
                </c:pt>
                <c:pt idx="5341">
                  <c:v>#N/A</c:v>
                </c:pt>
                <c:pt idx="5342">
                  <c:v>#N/A</c:v>
                </c:pt>
                <c:pt idx="5343">
                  <c:v>#N/A</c:v>
                </c:pt>
                <c:pt idx="5344">
                  <c:v>#N/A</c:v>
                </c:pt>
                <c:pt idx="5345">
                  <c:v>#N/A</c:v>
                </c:pt>
                <c:pt idx="5346">
                  <c:v>#N/A</c:v>
                </c:pt>
                <c:pt idx="5347">
                  <c:v>#N/A</c:v>
                </c:pt>
                <c:pt idx="5348">
                  <c:v>#N/A</c:v>
                </c:pt>
                <c:pt idx="5349">
                  <c:v>#N/A</c:v>
                </c:pt>
                <c:pt idx="5350">
                  <c:v>#N/A</c:v>
                </c:pt>
                <c:pt idx="5351">
                  <c:v>#N/A</c:v>
                </c:pt>
                <c:pt idx="5352">
                  <c:v>#N/A</c:v>
                </c:pt>
                <c:pt idx="5353">
                  <c:v>#N/A</c:v>
                </c:pt>
                <c:pt idx="5354">
                  <c:v>#N/A</c:v>
                </c:pt>
                <c:pt idx="5355">
                  <c:v>#N/A</c:v>
                </c:pt>
                <c:pt idx="5356">
                  <c:v>#N/A</c:v>
                </c:pt>
                <c:pt idx="5357">
                  <c:v>#N/A</c:v>
                </c:pt>
                <c:pt idx="5358">
                  <c:v>#N/A</c:v>
                </c:pt>
                <c:pt idx="5359">
                  <c:v>#N/A</c:v>
                </c:pt>
                <c:pt idx="5360">
                  <c:v>#N/A</c:v>
                </c:pt>
                <c:pt idx="5361">
                  <c:v>#N/A</c:v>
                </c:pt>
                <c:pt idx="5362">
                  <c:v>#N/A</c:v>
                </c:pt>
                <c:pt idx="5363">
                  <c:v>#N/A</c:v>
                </c:pt>
                <c:pt idx="5364">
                  <c:v>#N/A</c:v>
                </c:pt>
                <c:pt idx="5365">
                  <c:v>#N/A</c:v>
                </c:pt>
                <c:pt idx="5366">
                  <c:v>#N/A</c:v>
                </c:pt>
                <c:pt idx="5367">
                  <c:v>#N/A</c:v>
                </c:pt>
                <c:pt idx="5368">
                  <c:v>#N/A</c:v>
                </c:pt>
                <c:pt idx="5369">
                  <c:v>#N/A</c:v>
                </c:pt>
                <c:pt idx="5370">
                  <c:v>#N/A</c:v>
                </c:pt>
                <c:pt idx="5371">
                  <c:v>#N/A</c:v>
                </c:pt>
                <c:pt idx="5372">
                  <c:v>#N/A</c:v>
                </c:pt>
                <c:pt idx="5373">
                  <c:v>#N/A</c:v>
                </c:pt>
                <c:pt idx="5374">
                  <c:v>#N/A</c:v>
                </c:pt>
                <c:pt idx="5375">
                  <c:v>#N/A</c:v>
                </c:pt>
                <c:pt idx="5376">
                  <c:v>#N/A</c:v>
                </c:pt>
                <c:pt idx="5377">
                  <c:v>#N/A</c:v>
                </c:pt>
                <c:pt idx="5378">
                  <c:v>#N/A</c:v>
                </c:pt>
                <c:pt idx="5379">
                  <c:v>#N/A</c:v>
                </c:pt>
                <c:pt idx="5380">
                  <c:v>#N/A</c:v>
                </c:pt>
                <c:pt idx="5381">
                  <c:v>#N/A</c:v>
                </c:pt>
                <c:pt idx="5382">
                  <c:v>#N/A</c:v>
                </c:pt>
                <c:pt idx="5383">
                  <c:v>#N/A</c:v>
                </c:pt>
                <c:pt idx="5384">
                  <c:v>#N/A</c:v>
                </c:pt>
                <c:pt idx="5385">
                  <c:v>#N/A</c:v>
                </c:pt>
                <c:pt idx="5386">
                  <c:v>#N/A</c:v>
                </c:pt>
                <c:pt idx="5387">
                  <c:v>#N/A</c:v>
                </c:pt>
                <c:pt idx="5388">
                  <c:v>#N/A</c:v>
                </c:pt>
                <c:pt idx="5389">
                  <c:v>#N/A</c:v>
                </c:pt>
                <c:pt idx="5390">
                  <c:v>#N/A</c:v>
                </c:pt>
                <c:pt idx="5391">
                  <c:v>#N/A</c:v>
                </c:pt>
                <c:pt idx="5392">
                  <c:v>#N/A</c:v>
                </c:pt>
                <c:pt idx="5393">
                  <c:v>#N/A</c:v>
                </c:pt>
                <c:pt idx="5394">
                  <c:v>#N/A</c:v>
                </c:pt>
                <c:pt idx="5395">
                  <c:v>#N/A</c:v>
                </c:pt>
                <c:pt idx="5396">
                  <c:v>#N/A</c:v>
                </c:pt>
                <c:pt idx="5397">
                  <c:v>#N/A</c:v>
                </c:pt>
                <c:pt idx="5398">
                  <c:v>#N/A</c:v>
                </c:pt>
                <c:pt idx="5399">
                  <c:v>#N/A</c:v>
                </c:pt>
                <c:pt idx="5400">
                  <c:v>#N/A</c:v>
                </c:pt>
                <c:pt idx="5401">
                  <c:v>#N/A</c:v>
                </c:pt>
                <c:pt idx="5402">
                  <c:v>#N/A</c:v>
                </c:pt>
                <c:pt idx="5403">
                  <c:v>#N/A</c:v>
                </c:pt>
                <c:pt idx="5404">
                  <c:v>#N/A</c:v>
                </c:pt>
                <c:pt idx="5405">
                  <c:v>#N/A</c:v>
                </c:pt>
                <c:pt idx="5406">
                  <c:v>#N/A</c:v>
                </c:pt>
                <c:pt idx="5407">
                  <c:v>#N/A</c:v>
                </c:pt>
                <c:pt idx="5408">
                  <c:v>#N/A</c:v>
                </c:pt>
                <c:pt idx="5409">
                  <c:v>#N/A</c:v>
                </c:pt>
                <c:pt idx="5410">
                  <c:v>#N/A</c:v>
                </c:pt>
                <c:pt idx="5411">
                  <c:v>#N/A</c:v>
                </c:pt>
                <c:pt idx="5412">
                  <c:v>#N/A</c:v>
                </c:pt>
                <c:pt idx="5413">
                  <c:v>#N/A</c:v>
                </c:pt>
                <c:pt idx="5414">
                  <c:v>#N/A</c:v>
                </c:pt>
                <c:pt idx="5415">
                  <c:v>#N/A</c:v>
                </c:pt>
                <c:pt idx="5416">
                  <c:v>#N/A</c:v>
                </c:pt>
                <c:pt idx="5417">
                  <c:v>#N/A</c:v>
                </c:pt>
                <c:pt idx="5418">
                  <c:v>#N/A</c:v>
                </c:pt>
                <c:pt idx="5419">
                  <c:v>#N/A</c:v>
                </c:pt>
                <c:pt idx="5420">
                  <c:v>#N/A</c:v>
                </c:pt>
                <c:pt idx="5421">
                  <c:v>#N/A</c:v>
                </c:pt>
                <c:pt idx="5422">
                  <c:v>#N/A</c:v>
                </c:pt>
                <c:pt idx="5423">
                  <c:v>#N/A</c:v>
                </c:pt>
                <c:pt idx="5424">
                  <c:v>#N/A</c:v>
                </c:pt>
                <c:pt idx="5425">
                  <c:v>#N/A</c:v>
                </c:pt>
                <c:pt idx="5426">
                  <c:v>#N/A</c:v>
                </c:pt>
                <c:pt idx="5427">
                  <c:v>#N/A</c:v>
                </c:pt>
                <c:pt idx="5428">
                  <c:v>#N/A</c:v>
                </c:pt>
                <c:pt idx="5429">
                  <c:v>#N/A</c:v>
                </c:pt>
                <c:pt idx="5430">
                  <c:v>#N/A</c:v>
                </c:pt>
                <c:pt idx="5431">
                  <c:v>#N/A</c:v>
                </c:pt>
                <c:pt idx="5432">
                  <c:v>#N/A</c:v>
                </c:pt>
                <c:pt idx="5433">
                  <c:v>#N/A</c:v>
                </c:pt>
                <c:pt idx="5434">
                  <c:v>#N/A</c:v>
                </c:pt>
                <c:pt idx="5435">
                  <c:v>#N/A</c:v>
                </c:pt>
                <c:pt idx="5436">
                  <c:v>#N/A</c:v>
                </c:pt>
                <c:pt idx="5437">
                  <c:v>#N/A</c:v>
                </c:pt>
                <c:pt idx="5438">
                  <c:v>#N/A</c:v>
                </c:pt>
                <c:pt idx="5439">
                  <c:v>#N/A</c:v>
                </c:pt>
                <c:pt idx="5440">
                  <c:v>#N/A</c:v>
                </c:pt>
                <c:pt idx="5441">
                  <c:v>#N/A</c:v>
                </c:pt>
                <c:pt idx="5442">
                  <c:v>#N/A</c:v>
                </c:pt>
                <c:pt idx="5443">
                  <c:v>#N/A</c:v>
                </c:pt>
                <c:pt idx="5444">
                  <c:v>#N/A</c:v>
                </c:pt>
                <c:pt idx="5445">
                  <c:v>#N/A</c:v>
                </c:pt>
                <c:pt idx="5446">
                  <c:v>#N/A</c:v>
                </c:pt>
                <c:pt idx="5447">
                  <c:v>#N/A</c:v>
                </c:pt>
                <c:pt idx="5448">
                  <c:v>#N/A</c:v>
                </c:pt>
                <c:pt idx="5449">
                  <c:v>#N/A</c:v>
                </c:pt>
                <c:pt idx="5450">
                  <c:v>#N/A</c:v>
                </c:pt>
                <c:pt idx="5451">
                  <c:v>#N/A</c:v>
                </c:pt>
                <c:pt idx="5452">
                  <c:v>#N/A</c:v>
                </c:pt>
                <c:pt idx="5453">
                  <c:v>#N/A</c:v>
                </c:pt>
                <c:pt idx="5454">
                  <c:v>#N/A</c:v>
                </c:pt>
                <c:pt idx="5455">
                  <c:v>#N/A</c:v>
                </c:pt>
                <c:pt idx="5456">
                  <c:v>#N/A</c:v>
                </c:pt>
                <c:pt idx="5457">
                  <c:v>#N/A</c:v>
                </c:pt>
                <c:pt idx="5458">
                  <c:v>#N/A</c:v>
                </c:pt>
                <c:pt idx="5459">
                  <c:v>#N/A</c:v>
                </c:pt>
                <c:pt idx="5460">
                  <c:v>#N/A</c:v>
                </c:pt>
                <c:pt idx="5461">
                  <c:v>#N/A</c:v>
                </c:pt>
                <c:pt idx="5462">
                  <c:v>#N/A</c:v>
                </c:pt>
                <c:pt idx="5463">
                  <c:v>#N/A</c:v>
                </c:pt>
                <c:pt idx="5464">
                  <c:v>#N/A</c:v>
                </c:pt>
                <c:pt idx="5465">
                  <c:v>#N/A</c:v>
                </c:pt>
                <c:pt idx="5466">
                  <c:v>#N/A</c:v>
                </c:pt>
                <c:pt idx="5467">
                  <c:v>#N/A</c:v>
                </c:pt>
                <c:pt idx="5468">
                  <c:v>#N/A</c:v>
                </c:pt>
                <c:pt idx="5469">
                  <c:v>#N/A</c:v>
                </c:pt>
                <c:pt idx="5470">
                  <c:v>#N/A</c:v>
                </c:pt>
                <c:pt idx="5471">
                  <c:v>#N/A</c:v>
                </c:pt>
                <c:pt idx="5472">
                  <c:v>#N/A</c:v>
                </c:pt>
                <c:pt idx="5473">
                  <c:v>#N/A</c:v>
                </c:pt>
                <c:pt idx="5474">
                  <c:v>#N/A</c:v>
                </c:pt>
                <c:pt idx="5475">
                  <c:v>#N/A</c:v>
                </c:pt>
                <c:pt idx="5476">
                  <c:v>#N/A</c:v>
                </c:pt>
                <c:pt idx="5477">
                  <c:v>#N/A</c:v>
                </c:pt>
                <c:pt idx="5478">
                  <c:v>#N/A</c:v>
                </c:pt>
                <c:pt idx="5479">
                  <c:v>#N/A</c:v>
                </c:pt>
                <c:pt idx="5480">
                  <c:v>#N/A</c:v>
                </c:pt>
                <c:pt idx="5481">
                  <c:v>#N/A</c:v>
                </c:pt>
                <c:pt idx="5482">
                  <c:v>#N/A</c:v>
                </c:pt>
                <c:pt idx="5483">
                  <c:v>#N/A</c:v>
                </c:pt>
                <c:pt idx="5484">
                  <c:v>#N/A</c:v>
                </c:pt>
                <c:pt idx="5485">
                  <c:v>#N/A</c:v>
                </c:pt>
                <c:pt idx="5486">
                  <c:v>#N/A</c:v>
                </c:pt>
                <c:pt idx="5487">
                  <c:v>#N/A</c:v>
                </c:pt>
                <c:pt idx="5488">
                  <c:v>#N/A</c:v>
                </c:pt>
                <c:pt idx="5489">
                  <c:v>#N/A</c:v>
                </c:pt>
                <c:pt idx="5490">
                  <c:v>#N/A</c:v>
                </c:pt>
                <c:pt idx="5491">
                  <c:v>#N/A</c:v>
                </c:pt>
                <c:pt idx="5492">
                  <c:v>#N/A</c:v>
                </c:pt>
                <c:pt idx="5493">
                  <c:v>#N/A</c:v>
                </c:pt>
                <c:pt idx="5494">
                  <c:v>#N/A</c:v>
                </c:pt>
                <c:pt idx="5495">
                  <c:v>#N/A</c:v>
                </c:pt>
                <c:pt idx="5496">
                  <c:v>#N/A</c:v>
                </c:pt>
                <c:pt idx="5497">
                  <c:v>#N/A</c:v>
                </c:pt>
                <c:pt idx="5498">
                  <c:v>#N/A</c:v>
                </c:pt>
                <c:pt idx="5499">
                  <c:v>#N/A</c:v>
                </c:pt>
                <c:pt idx="5500">
                  <c:v>#N/A</c:v>
                </c:pt>
                <c:pt idx="5501">
                  <c:v>#N/A</c:v>
                </c:pt>
                <c:pt idx="5502">
                  <c:v>#N/A</c:v>
                </c:pt>
                <c:pt idx="5503">
                  <c:v>#N/A</c:v>
                </c:pt>
                <c:pt idx="5504">
                  <c:v>#N/A</c:v>
                </c:pt>
                <c:pt idx="5505">
                  <c:v>#N/A</c:v>
                </c:pt>
                <c:pt idx="5506">
                  <c:v>#N/A</c:v>
                </c:pt>
                <c:pt idx="5507">
                  <c:v>#N/A</c:v>
                </c:pt>
                <c:pt idx="5508">
                  <c:v>#N/A</c:v>
                </c:pt>
                <c:pt idx="5509">
                  <c:v>#N/A</c:v>
                </c:pt>
                <c:pt idx="5510">
                  <c:v>#N/A</c:v>
                </c:pt>
                <c:pt idx="5511">
                  <c:v>#N/A</c:v>
                </c:pt>
                <c:pt idx="5512">
                  <c:v>#N/A</c:v>
                </c:pt>
                <c:pt idx="5513">
                  <c:v>#N/A</c:v>
                </c:pt>
                <c:pt idx="5514">
                  <c:v>#N/A</c:v>
                </c:pt>
                <c:pt idx="5515">
                  <c:v>#N/A</c:v>
                </c:pt>
                <c:pt idx="5516">
                  <c:v>#N/A</c:v>
                </c:pt>
                <c:pt idx="5517">
                  <c:v>#N/A</c:v>
                </c:pt>
                <c:pt idx="5518">
                  <c:v>#N/A</c:v>
                </c:pt>
                <c:pt idx="5519">
                  <c:v>#N/A</c:v>
                </c:pt>
                <c:pt idx="5520">
                  <c:v>#N/A</c:v>
                </c:pt>
                <c:pt idx="5521">
                  <c:v>#N/A</c:v>
                </c:pt>
                <c:pt idx="5522">
                  <c:v>#N/A</c:v>
                </c:pt>
                <c:pt idx="5523">
                  <c:v>#N/A</c:v>
                </c:pt>
                <c:pt idx="5524">
                  <c:v>#N/A</c:v>
                </c:pt>
                <c:pt idx="5525">
                  <c:v>#N/A</c:v>
                </c:pt>
                <c:pt idx="5526">
                  <c:v>#N/A</c:v>
                </c:pt>
                <c:pt idx="5527">
                  <c:v>#N/A</c:v>
                </c:pt>
                <c:pt idx="5528">
                  <c:v>#N/A</c:v>
                </c:pt>
                <c:pt idx="5529">
                  <c:v>#N/A</c:v>
                </c:pt>
                <c:pt idx="5530">
                  <c:v>#N/A</c:v>
                </c:pt>
                <c:pt idx="5531">
                  <c:v>#N/A</c:v>
                </c:pt>
                <c:pt idx="5532">
                  <c:v>#N/A</c:v>
                </c:pt>
                <c:pt idx="5533">
                  <c:v>#N/A</c:v>
                </c:pt>
                <c:pt idx="5534">
                  <c:v>#N/A</c:v>
                </c:pt>
                <c:pt idx="5535">
                  <c:v>#N/A</c:v>
                </c:pt>
                <c:pt idx="5536">
                  <c:v>#N/A</c:v>
                </c:pt>
                <c:pt idx="5537">
                  <c:v>#N/A</c:v>
                </c:pt>
                <c:pt idx="5538">
                  <c:v>#N/A</c:v>
                </c:pt>
                <c:pt idx="5539">
                  <c:v>#N/A</c:v>
                </c:pt>
                <c:pt idx="5540">
                  <c:v>#N/A</c:v>
                </c:pt>
                <c:pt idx="5541">
                  <c:v>#N/A</c:v>
                </c:pt>
                <c:pt idx="5542">
                  <c:v>#N/A</c:v>
                </c:pt>
                <c:pt idx="5543">
                  <c:v>#N/A</c:v>
                </c:pt>
                <c:pt idx="5544">
                  <c:v>#N/A</c:v>
                </c:pt>
                <c:pt idx="5545">
                  <c:v>#N/A</c:v>
                </c:pt>
                <c:pt idx="5546">
                  <c:v>#N/A</c:v>
                </c:pt>
                <c:pt idx="5547">
                  <c:v>#N/A</c:v>
                </c:pt>
                <c:pt idx="5548">
                  <c:v>#N/A</c:v>
                </c:pt>
                <c:pt idx="5549">
                  <c:v>#N/A</c:v>
                </c:pt>
                <c:pt idx="5550">
                  <c:v>#N/A</c:v>
                </c:pt>
                <c:pt idx="5551">
                  <c:v>#N/A</c:v>
                </c:pt>
                <c:pt idx="5552">
                  <c:v>#N/A</c:v>
                </c:pt>
                <c:pt idx="5553">
                  <c:v>#N/A</c:v>
                </c:pt>
                <c:pt idx="5554">
                  <c:v>#N/A</c:v>
                </c:pt>
                <c:pt idx="5555">
                  <c:v>#N/A</c:v>
                </c:pt>
                <c:pt idx="5556">
                  <c:v>#N/A</c:v>
                </c:pt>
                <c:pt idx="5557">
                  <c:v>#N/A</c:v>
                </c:pt>
                <c:pt idx="5558">
                  <c:v>#N/A</c:v>
                </c:pt>
                <c:pt idx="5559">
                  <c:v>#N/A</c:v>
                </c:pt>
                <c:pt idx="5560">
                  <c:v>#N/A</c:v>
                </c:pt>
                <c:pt idx="5561">
                  <c:v>#N/A</c:v>
                </c:pt>
                <c:pt idx="5562">
                  <c:v>#N/A</c:v>
                </c:pt>
                <c:pt idx="5563">
                  <c:v>#N/A</c:v>
                </c:pt>
                <c:pt idx="5564">
                  <c:v>#N/A</c:v>
                </c:pt>
                <c:pt idx="5565">
                  <c:v>#N/A</c:v>
                </c:pt>
                <c:pt idx="5566">
                  <c:v>#N/A</c:v>
                </c:pt>
                <c:pt idx="5567">
                  <c:v>#N/A</c:v>
                </c:pt>
                <c:pt idx="5568">
                  <c:v>#N/A</c:v>
                </c:pt>
                <c:pt idx="5569">
                  <c:v>#N/A</c:v>
                </c:pt>
                <c:pt idx="5570">
                  <c:v>#N/A</c:v>
                </c:pt>
                <c:pt idx="5571">
                  <c:v>#N/A</c:v>
                </c:pt>
                <c:pt idx="5572">
                  <c:v>#N/A</c:v>
                </c:pt>
                <c:pt idx="5573">
                  <c:v>#N/A</c:v>
                </c:pt>
                <c:pt idx="5574">
                  <c:v>#N/A</c:v>
                </c:pt>
                <c:pt idx="5575">
                  <c:v>#N/A</c:v>
                </c:pt>
                <c:pt idx="5576">
                  <c:v>#N/A</c:v>
                </c:pt>
                <c:pt idx="5577">
                  <c:v>#N/A</c:v>
                </c:pt>
                <c:pt idx="5578">
                  <c:v>#N/A</c:v>
                </c:pt>
                <c:pt idx="5579">
                  <c:v>#N/A</c:v>
                </c:pt>
                <c:pt idx="5580">
                  <c:v>#N/A</c:v>
                </c:pt>
                <c:pt idx="5581">
                  <c:v>#N/A</c:v>
                </c:pt>
                <c:pt idx="5582">
                  <c:v>#N/A</c:v>
                </c:pt>
                <c:pt idx="5583">
                  <c:v>#N/A</c:v>
                </c:pt>
                <c:pt idx="5584">
                  <c:v>#N/A</c:v>
                </c:pt>
                <c:pt idx="5585">
                  <c:v>#N/A</c:v>
                </c:pt>
                <c:pt idx="5586">
                  <c:v>#N/A</c:v>
                </c:pt>
                <c:pt idx="5587">
                  <c:v>#N/A</c:v>
                </c:pt>
                <c:pt idx="5588">
                  <c:v>#N/A</c:v>
                </c:pt>
                <c:pt idx="5589">
                  <c:v>#N/A</c:v>
                </c:pt>
                <c:pt idx="5590">
                  <c:v>#N/A</c:v>
                </c:pt>
                <c:pt idx="5591">
                  <c:v>#N/A</c:v>
                </c:pt>
                <c:pt idx="5592">
                  <c:v>#N/A</c:v>
                </c:pt>
                <c:pt idx="5593">
                  <c:v>#N/A</c:v>
                </c:pt>
                <c:pt idx="5594">
                  <c:v>#N/A</c:v>
                </c:pt>
                <c:pt idx="5595">
                  <c:v>#N/A</c:v>
                </c:pt>
                <c:pt idx="5596">
                  <c:v>#N/A</c:v>
                </c:pt>
                <c:pt idx="5597">
                  <c:v>#N/A</c:v>
                </c:pt>
                <c:pt idx="5598">
                  <c:v>#N/A</c:v>
                </c:pt>
                <c:pt idx="5599">
                  <c:v>#N/A</c:v>
                </c:pt>
                <c:pt idx="5600">
                  <c:v>#N/A</c:v>
                </c:pt>
                <c:pt idx="5601">
                  <c:v>#N/A</c:v>
                </c:pt>
                <c:pt idx="5602">
                  <c:v>#N/A</c:v>
                </c:pt>
                <c:pt idx="5603">
                  <c:v>#N/A</c:v>
                </c:pt>
                <c:pt idx="5604">
                  <c:v>#N/A</c:v>
                </c:pt>
                <c:pt idx="5605">
                  <c:v>#N/A</c:v>
                </c:pt>
                <c:pt idx="5606">
                  <c:v>#N/A</c:v>
                </c:pt>
                <c:pt idx="5607">
                  <c:v>#N/A</c:v>
                </c:pt>
                <c:pt idx="5608">
                  <c:v>#N/A</c:v>
                </c:pt>
                <c:pt idx="5609">
                  <c:v>#N/A</c:v>
                </c:pt>
                <c:pt idx="5610">
                  <c:v>#N/A</c:v>
                </c:pt>
                <c:pt idx="5611">
                  <c:v>#N/A</c:v>
                </c:pt>
                <c:pt idx="5612">
                  <c:v>#N/A</c:v>
                </c:pt>
                <c:pt idx="5613">
                  <c:v>#N/A</c:v>
                </c:pt>
                <c:pt idx="5614">
                  <c:v>#N/A</c:v>
                </c:pt>
                <c:pt idx="5615">
                  <c:v>#N/A</c:v>
                </c:pt>
                <c:pt idx="5616">
                  <c:v>#N/A</c:v>
                </c:pt>
                <c:pt idx="5617">
                  <c:v>#N/A</c:v>
                </c:pt>
                <c:pt idx="5618">
                  <c:v>#N/A</c:v>
                </c:pt>
                <c:pt idx="5619">
                  <c:v>#N/A</c:v>
                </c:pt>
                <c:pt idx="5620">
                  <c:v>#N/A</c:v>
                </c:pt>
                <c:pt idx="5621">
                  <c:v>#N/A</c:v>
                </c:pt>
                <c:pt idx="5622">
                  <c:v>#N/A</c:v>
                </c:pt>
                <c:pt idx="5623">
                  <c:v>#N/A</c:v>
                </c:pt>
                <c:pt idx="5624">
                  <c:v>#N/A</c:v>
                </c:pt>
                <c:pt idx="5625">
                  <c:v>#N/A</c:v>
                </c:pt>
                <c:pt idx="5626">
                  <c:v>#N/A</c:v>
                </c:pt>
                <c:pt idx="5627">
                  <c:v>#N/A</c:v>
                </c:pt>
                <c:pt idx="5628">
                  <c:v>#N/A</c:v>
                </c:pt>
                <c:pt idx="5629">
                  <c:v>#N/A</c:v>
                </c:pt>
                <c:pt idx="5630">
                  <c:v>#N/A</c:v>
                </c:pt>
                <c:pt idx="5631">
                  <c:v>#N/A</c:v>
                </c:pt>
                <c:pt idx="5632">
                  <c:v>#N/A</c:v>
                </c:pt>
                <c:pt idx="5633">
                  <c:v>#N/A</c:v>
                </c:pt>
                <c:pt idx="5634">
                  <c:v>#N/A</c:v>
                </c:pt>
                <c:pt idx="5635">
                  <c:v>#N/A</c:v>
                </c:pt>
                <c:pt idx="5636">
                  <c:v>#N/A</c:v>
                </c:pt>
                <c:pt idx="5637">
                  <c:v>#N/A</c:v>
                </c:pt>
                <c:pt idx="5638">
                  <c:v>#N/A</c:v>
                </c:pt>
                <c:pt idx="5639">
                  <c:v>#N/A</c:v>
                </c:pt>
                <c:pt idx="5640">
                  <c:v>#N/A</c:v>
                </c:pt>
                <c:pt idx="5641">
                  <c:v>#N/A</c:v>
                </c:pt>
                <c:pt idx="5642">
                  <c:v>#N/A</c:v>
                </c:pt>
                <c:pt idx="5643">
                  <c:v>#N/A</c:v>
                </c:pt>
                <c:pt idx="5644">
                  <c:v>#N/A</c:v>
                </c:pt>
                <c:pt idx="5645">
                  <c:v>#N/A</c:v>
                </c:pt>
                <c:pt idx="5646">
                  <c:v>#N/A</c:v>
                </c:pt>
                <c:pt idx="5647">
                  <c:v>#N/A</c:v>
                </c:pt>
                <c:pt idx="5648">
                  <c:v>#N/A</c:v>
                </c:pt>
                <c:pt idx="5649">
                  <c:v>#N/A</c:v>
                </c:pt>
                <c:pt idx="5650">
                  <c:v>#N/A</c:v>
                </c:pt>
                <c:pt idx="5651">
                  <c:v>#N/A</c:v>
                </c:pt>
                <c:pt idx="5652">
                  <c:v>#N/A</c:v>
                </c:pt>
                <c:pt idx="5653">
                  <c:v>#N/A</c:v>
                </c:pt>
                <c:pt idx="5654">
                  <c:v>#N/A</c:v>
                </c:pt>
                <c:pt idx="5655">
                  <c:v>#N/A</c:v>
                </c:pt>
                <c:pt idx="5656">
                  <c:v>#N/A</c:v>
                </c:pt>
                <c:pt idx="5657">
                  <c:v>#N/A</c:v>
                </c:pt>
                <c:pt idx="5658">
                  <c:v>#N/A</c:v>
                </c:pt>
                <c:pt idx="5659">
                  <c:v>#N/A</c:v>
                </c:pt>
                <c:pt idx="5660">
                  <c:v>#N/A</c:v>
                </c:pt>
                <c:pt idx="5661">
                  <c:v>#N/A</c:v>
                </c:pt>
                <c:pt idx="5662">
                  <c:v>#N/A</c:v>
                </c:pt>
                <c:pt idx="5663">
                  <c:v>#N/A</c:v>
                </c:pt>
                <c:pt idx="5664">
                  <c:v>#N/A</c:v>
                </c:pt>
                <c:pt idx="5665">
                  <c:v>#N/A</c:v>
                </c:pt>
                <c:pt idx="5666">
                  <c:v>#N/A</c:v>
                </c:pt>
                <c:pt idx="5667">
                  <c:v>#N/A</c:v>
                </c:pt>
                <c:pt idx="5668">
                  <c:v>#N/A</c:v>
                </c:pt>
                <c:pt idx="5669">
                  <c:v>#N/A</c:v>
                </c:pt>
                <c:pt idx="5670">
                  <c:v>#N/A</c:v>
                </c:pt>
                <c:pt idx="5671">
                  <c:v>#N/A</c:v>
                </c:pt>
                <c:pt idx="5672">
                  <c:v>#N/A</c:v>
                </c:pt>
                <c:pt idx="5673">
                  <c:v>#N/A</c:v>
                </c:pt>
                <c:pt idx="5674">
                  <c:v>#N/A</c:v>
                </c:pt>
                <c:pt idx="5675">
                  <c:v>#N/A</c:v>
                </c:pt>
                <c:pt idx="5676">
                  <c:v>#N/A</c:v>
                </c:pt>
                <c:pt idx="5677">
                  <c:v>#N/A</c:v>
                </c:pt>
                <c:pt idx="5678">
                  <c:v>#N/A</c:v>
                </c:pt>
                <c:pt idx="5679">
                  <c:v>#N/A</c:v>
                </c:pt>
                <c:pt idx="5680">
                  <c:v>#N/A</c:v>
                </c:pt>
                <c:pt idx="5681">
                  <c:v>#N/A</c:v>
                </c:pt>
                <c:pt idx="5682">
                  <c:v>#N/A</c:v>
                </c:pt>
                <c:pt idx="5683">
                  <c:v>#N/A</c:v>
                </c:pt>
                <c:pt idx="5684">
                  <c:v>#N/A</c:v>
                </c:pt>
                <c:pt idx="5685">
                  <c:v>#N/A</c:v>
                </c:pt>
                <c:pt idx="5686">
                  <c:v>#N/A</c:v>
                </c:pt>
                <c:pt idx="5687">
                  <c:v>#N/A</c:v>
                </c:pt>
                <c:pt idx="5688">
                  <c:v>#N/A</c:v>
                </c:pt>
                <c:pt idx="5689">
                  <c:v>#N/A</c:v>
                </c:pt>
                <c:pt idx="5690">
                  <c:v>#N/A</c:v>
                </c:pt>
                <c:pt idx="5691">
                  <c:v>#N/A</c:v>
                </c:pt>
                <c:pt idx="5692">
                  <c:v>#N/A</c:v>
                </c:pt>
                <c:pt idx="5693">
                  <c:v>#N/A</c:v>
                </c:pt>
                <c:pt idx="5694">
                  <c:v>#N/A</c:v>
                </c:pt>
                <c:pt idx="5695">
                  <c:v>#N/A</c:v>
                </c:pt>
                <c:pt idx="5696">
                  <c:v>#N/A</c:v>
                </c:pt>
                <c:pt idx="5697">
                  <c:v>#N/A</c:v>
                </c:pt>
                <c:pt idx="5698">
                  <c:v>#N/A</c:v>
                </c:pt>
                <c:pt idx="5699">
                  <c:v>#N/A</c:v>
                </c:pt>
                <c:pt idx="5700">
                  <c:v>#N/A</c:v>
                </c:pt>
                <c:pt idx="5701">
                  <c:v>#N/A</c:v>
                </c:pt>
                <c:pt idx="5702">
                  <c:v>#N/A</c:v>
                </c:pt>
                <c:pt idx="5703">
                  <c:v>#N/A</c:v>
                </c:pt>
                <c:pt idx="5704">
                  <c:v>#N/A</c:v>
                </c:pt>
                <c:pt idx="5705">
                  <c:v>#N/A</c:v>
                </c:pt>
                <c:pt idx="5706">
                  <c:v>#N/A</c:v>
                </c:pt>
                <c:pt idx="5707">
                  <c:v>#N/A</c:v>
                </c:pt>
                <c:pt idx="5708">
                  <c:v>#N/A</c:v>
                </c:pt>
                <c:pt idx="5709">
                  <c:v>#N/A</c:v>
                </c:pt>
                <c:pt idx="5710">
                  <c:v>#N/A</c:v>
                </c:pt>
                <c:pt idx="5711">
                  <c:v>#N/A</c:v>
                </c:pt>
                <c:pt idx="5712">
                  <c:v>#N/A</c:v>
                </c:pt>
                <c:pt idx="5713">
                  <c:v>#N/A</c:v>
                </c:pt>
                <c:pt idx="5714">
                  <c:v>#N/A</c:v>
                </c:pt>
                <c:pt idx="5715">
                  <c:v>#N/A</c:v>
                </c:pt>
                <c:pt idx="5716">
                  <c:v>#N/A</c:v>
                </c:pt>
                <c:pt idx="5717">
                  <c:v>#N/A</c:v>
                </c:pt>
                <c:pt idx="5718">
                  <c:v>#N/A</c:v>
                </c:pt>
                <c:pt idx="5719">
                  <c:v>#N/A</c:v>
                </c:pt>
                <c:pt idx="5720">
                  <c:v>#N/A</c:v>
                </c:pt>
                <c:pt idx="5721">
                  <c:v>#N/A</c:v>
                </c:pt>
                <c:pt idx="5722">
                  <c:v>#N/A</c:v>
                </c:pt>
                <c:pt idx="5723">
                  <c:v>#N/A</c:v>
                </c:pt>
                <c:pt idx="5724">
                  <c:v>#N/A</c:v>
                </c:pt>
                <c:pt idx="5725">
                  <c:v>#N/A</c:v>
                </c:pt>
                <c:pt idx="5726">
                  <c:v>#N/A</c:v>
                </c:pt>
                <c:pt idx="5727">
                  <c:v>#N/A</c:v>
                </c:pt>
                <c:pt idx="5728">
                  <c:v>#N/A</c:v>
                </c:pt>
                <c:pt idx="5729">
                  <c:v>#N/A</c:v>
                </c:pt>
                <c:pt idx="5730">
                  <c:v>#N/A</c:v>
                </c:pt>
                <c:pt idx="5731">
                  <c:v>#N/A</c:v>
                </c:pt>
                <c:pt idx="5732">
                  <c:v>#N/A</c:v>
                </c:pt>
                <c:pt idx="5733">
                  <c:v>#N/A</c:v>
                </c:pt>
                <c:pt idx="5734">
                  <c:v>#N/A</c:v>
                </c:pt>
                <c:pt idx="5735">
                  <c:v>#N/A</c:v>
                </c:pt>
                <c:pt idx="5736">
                  <c:v>#N/A</c:v>
                </c:pt>
                <c:pt idx="5737">
                  <c:v>#N/A</c:v>
                </c:pt>
                <c:pt idx="5738">
                  <c:v>#N/A</c:v>
                </c:pt>
                <c:pt idx="5739">
                  <c:v>#N/A</c:v>
                </c:pt>
                <c:pt idx="5740">
                  <c:v>#N/A</c:v>
                </c:pt>
                <c:pt idx="5741">
                  <c:v>#N/A</c:v>
                </c:pt>
                <c:pt idx="5742">
                  <c:v>#N/A</c:v>
                </c:pt>
                <c:pt idx="5743">
                  <c:v>#N/A</c:v>
                </c:pt>
                <c:pt idx="5744">
                  <c:v>#N/A</c:v>
                </c:pt>
                <c:pt idx="5745">
                  <c:v>#N/A</c:v>
                </c:pt>
                <c:pt idx="5746">
                  <c:v>#N/A</c:v>
                </c:pt>
                <c:pt idx="5747">
                  <c:v>#N/A</c:v>
                </c:pt>
                <c:pt idx="5748">
                  <c:v>#N/A</c:v>
                </c:pt>
                <c:pt idx="5749">
                  <c:v>#N/A</c:v>
                </c:pt>
                <c:pt idx="5750">
                  <c:v>#N/A</c:v>
                </c:pt>
                <c:pt idx="5751">
                  <c:v>#N/A</c:v>
                </c:pt>
                <c:pt idx="5752">
                  <c:v>#N/A</c:v>
                </c:pt>
                <c:pt idx="5753">
                  <c:v>#N/A</c:v>
                </c:pt>
                <c:pt idx="5754">
                  <c:v>#N/A</c:v>
                </c:pt>
                <c:pt idx="5755">
                  <c:v>#N/A</c:v>
                </c:pt>
                <c:pt idx="5756">
                  <c:v>#N/A</c:v>
                </c:pt>
                <c:pt idx="5757">
                  <c:v>#N/A</c:v>
                </c:pt>
                <c:pt idx="5758">
                  <c:v>#N/A</c:v>
                </c:pt>
                <c:pt idx="5759">
                  <c:v>#N/A</c:v>
                </c:pt>
                <c:pt idx="5760">
                  <c:v>#N/A</c:v>
                </c:pt>
                <c:pt idx="5761">
                  <c:v>#N/A</c:v>
                </c:pt>
                <c:pt idx="5762">
                  <c:v>#N/A</c:v>
                </c:pt>
                <c:pt idx="5763">
                  <c:v>#N/A</c:v>
                </c:pt>
                <c:pt idx="5764">
                  <c:v>#N/A</c:v>
                </c:pt>
                <c:pt idx="5765">
                  <c:v>#N/A</c:v>
                </c:pt>
                <c:pt idx="5766">
                  <c:v>#N/A</c:v>
                </c:pt>
                <c:pt idx="5767">
                  <c:v>#N/A</c:v>
                </c:pt>
                <c:pt idx="5768">
                  <c:v>#N/A</c:v>
                </c:pt>
                <c:pt idx="5769">
                  <c:v>#N/A</c:v>
                </c:pt>
                <c:pt idx="5770">
                  <c:v>#N/A</c:v>
                </c:pt>
                <c:pt idx="5771">
                  <c:v>#N/A</c:v>
                </c:pt>
                <c:pt idx="5772">
                  <c:v>#N/A</c:v>
                </c:pt>
                <c:pt idx="5773">
                  <c:v>#N/A</c:v>
                </c:pt>
                <c:pt idx="5774">
                  <c:v>#N/A</c:v>
                </c:pt>
                <c:pt idx="5775">
                  <c:v>#N/A</c:v>
                </c:pt>
                <c:pt idx="5776">
                  <c:v>#N/A</c:v>
                </c:pt>
                <c:pt idx="5777">
                  <c:v>#N/A</c:v>
                </c:pt>
                <c:pt idx="5778">
                  <c:v>#N/A</c:v>
                </c:pt>
                <c:pt idx="5779">
                  <c:v>#N/A</c:v>
                </c:pt>
                <c:pt idx="5780">
                  <c:v>#N/A</c:v>
                </c:pt>
                <c:pt idx="5781">
                  <c:v>#N/A</c:v>
                </c:pt>
                <c:pt idx="5782">
                  <c:v>#N/A</c:v>
                </c:pt>
                <c:pt idx="5783">
                  <c:v>#N/A</c:v>
                </c:pt>
                <c:pt idx="5784">
                  <c:v>#N/A</c:v>
                </c:pt>
                <c:pt idx="5785">
                  <c:v>#N/A</c:v>
                </c:pt>
                <c:pt idx="5786">
                  <c:v>#N/A</c:v>
                </c:pt>
                <c:pt idx="5787">
                  <c:v>#N/A</c:v>
                </c:pt>
                <c:pt idx="5788">
                  <c:v>#N/A</c:v>
                </c:pt>
                <c:pt idx="5789">
                  <c:v>#N/A</c:v>
                </c:pt>
                <c:pt idx="5790">
                  <c:v>#N/A</c:v>
                </c:pt>
                <c:pt idx="5791">
                  <c:v>#N/A</c:v>
                </c:pt>
                <c:pt idx="5792">
                  <c:v>#N/A</c:v>
                </c:pt>
                <c:pt idx="5793">
                  <c:v>#N/A</c:v>
                </c:pt>
                <c:pt idx="5794">
                  <c:v>#N/A</c:v>
                </c:pt>
                <c:pt idx="5795">
                  <c:v>#N/A</c:v>
                </c:pt>
                <c:pt idx="5796">
                  <c:v>#N/A</c:v>
                </c:pt>
                <c:pt idx="5797">
                  <c:v>#N/A</c:v>
                </c:pt>
                <c:pt idx="5798">
                  <c:v>#N/A</c:v>
                </c:pt>
                <c:pt idx="5799">
                  <c:v>#N/A</c:v>
                </c:pt>
                <c:pt idx="5800">
                  <c:v>#N/A</c:v>
                </c:pt>
                <c:pt idx="5801">
                  <c:v>#N/A</c:v>
                </c:pt>
                <c:pt idx="5802">
                  <c:v>#N/A</c:v>
                </c:pt>
                <c:pt idx="5803">
                  <c:v>#N/A</c:v>
                </c:pt>
                <c:pt idx="5804">
                  <c:v>#N/A</c:v>
                </c:pt>
                <c:pt idx="5805">
                  <c:v>#N/A</c:v>
                </c:pt>
                <c:pt idx="5806">
                  <c:v>#N/A</c:v>
                </c:pt>
                <c:pt idx="5807">
                  <c:v>#N/A</c:v>
                </c:pt>
                <c:pt idx="5808">
                  <c:v>#N/A</c:v>
                </c:pt>
                <c:pt idx="5809">
                  <c:v>#N/A</c:v>
                </c:pt>
                <c:pt idx="5810">
                  <c:v>#N/A</c:v>
                </c:pt>
                <c:pt idx="5811">
                  <c:v>#N/A</c:v>
                </c:pt>
                <c:pt idx="5812">
                  <c:v>#N/A</c:v>
                </c:pt>
                <c:pt idx="5813">
                  <c:v>#N/A</c:v>
                </c:pt>
                <c:pt idx="5814">
                  <c:v>#N/A</c:v>
                </c:pt>
                <c:pt idx="5815">
                  <c:v>#N/A</c:v>
                </c:pt>
                <c:pt idx="5816">
                  <c:v>#N/A</c:v>
                </c:pt>
                <c:pt idx="5817">
                  <c:v>#N/A</c:v>
                </c:pt>
                <c:pt idx="5818">
                  <c:v>#N/A</c:v>
                </c:pt>
                <c:pt idx="5819">
                  <c:v>#N/A</c:v>
                </c:pt>
                <c:pt idx="5820">
                  <c:v>#N/A</c:v>
                </c:pt>
                <c:pt idx="5821">
                  <c:v>#N/A</c:v>
                </c:pt>
                <c:pt idx="5822">
                  <c:v>#N/A</c:v>
                </c:pt>
                <c:pt idx="5823">
                  <c:v>#N/A</c:v>
                </c:pt>
                <c:pt idx="5824">
                  <c:v>#N/A</c:v>
                </c:pt>
                <c:pt idx="5825">
                  <c:v>#N/A</c:v>
                </c:pt>
                <c:pt idx="5826">
                  <c:v>#N/A</c:v>
                </c:pt>
                <c:pt idx="5827">
                  <c:v>#N/A</c:v>
                </c:pt>
                <c:pt idx="5828">
                  <c:v>#N/A</c:v>
                </c:pt>
                <c:pt idx="5829">
                  <c:v>#N/A</c:v>
                </c:pt>
                <c:pt idx="5830">
                  <c:v>#N/A</c:v>
                </c:pt>
                <c:pt idx="5831">
                  <c:v>#N/A</c:v>
                </c:pt>
                <c:pt idx="5832">
                  <c:v>#N/A</c:v>
                </c:pt>
                <c:pt idx="5833">
                  <c:v>#N/A</c:v>
                </c:pt>
                <c:pt idx="5834">
                  <c:v>#N/A</c:v>
                </c:pt>
                <c:pt idx="5835">
                  <c:v>#N/A</c:v>
                </c:pt>
                <c:pt idx="5836">
                  <c:v>#N/A</c:v>
                </c:pt>
                <c:pt idx="5837">
                  <c:v>#N/A</c:v>
                </c:pt>
                <c:pt idx="5838">
                  <c:v>#N/A</c:v>
                </c:pt>
                <c:pt idx="5839">
                  <c:v>#N/A</c:v>
                </c:pt>
                <c:pt idx="5840">
                  <c:v>#N/A</c:v>
                </c:pt>
                <c:pt idx="5841">
                  <c:v>#N/A</c:v>
                </c:pt>
                <c:pt idx="5842">
                  <c:v>#N/A</c:v>
                </c:pt>
                <c:pt idx="5843">
                  <c:v>#N/A</c:v>
                </c:pt>
                <c:pt idx="5844">
                  <c:v>#N/A</c:v>
                </c:pt>
                <c:pt idx="5845">
                  <c:v>#N/A</c:v>
                </c:pt>
                <c:pt idx="5846">
                  <c:v>#N/A</c:v>
                </c:pt>
                <c:pt idx="5847">
                  <c:v>#N/A</c:v>
                </c:pt>
                <c:pt idx="5848">
                  <c:v>#N/A</c:v>
                </c:pt>
                <c:pt idx="5849">
                  <c:v>#N/A</c:v>
                </c:pt>
                <c:pt idx="5850">
                  <c:v>#N/A</c:v>
                </c:pt>
                <c:pt idx="5851">
                  <c:v>#N/A</c:v>
                </c:pt>
                <c:pt idx="5852">
                  <c:v>#N/A</c:v>
                </c:pt>
                <c:pt idx="5853">
                  <c:v>#N/A</c:v>
                </c:pt>
                <c:pt idx="5854">
                  <c:v>#N/A</c:v>
                </c:pt>
                <c:pt idx="5855">
                  <c:v>#N/A</c:v>
                </c:pt>
                <c:pt idx="5856">
                  <c:v>#N/A</c:v>
                </c:pt>
                <c:pt idx="5857">
                  <c:v>#N/A</c:v>
                </c:pt>
                <c:pt idx="5858">
                  <c:v>#N/A</c:v>
                </c:pt>
                <c:pt idx="5859">
                  <c:v>#N/A</c:v>
                </c:pt>
                <c:pt idx="5860">
                  <c:v>#N/A</c:v>
                </c:pt>
                <c:pt idx="5861">
                  <c:v>#N/A</c:v>
                </c:pt>
                <c:pt idx="5862">
                  <c:v>#N/A</c:v>
                </c:pt>
                <c:pt idx="5863">
                  <c:v>#N/A</c:v>
                </c:pt>
                <c:pt idx="5864">
                  <c:v>#N/A</c:v>
                </c:pt>
                <c:pt idx="5865">
                  <c:v>#N/A</c:v>
                </c:pt>
                <c:pt idx="5866">
                  <c:v>#N/A</c:v>
                </c:pt>
                <c:pt idx="5867">
                  <c:v>#N/A</c:v>
                </c:pt>
                <c:pt idx="5868">
                  <c:v>#N/A</c:v>
                </c:pt>
                <c:pt idx="5869">
                  <c:v>#N/A</c:v>
                </c:pt>
                <c:pt idx="5870">
                  <c:v>#N/A</c:v>
                </c:pt>
                <c:pt idx="5871">
                  <c:v>#N/A</c:v>
                </c:pt>
                <c:pt idx="5872">
                  <c:v>#N/A</c:v>
                </c:pt>
                <c:pt idx="5873">
                  <c:v>#N/A</c:v>
                </c:pt>
                <c:pt idx="5874">
                  <c:v>#N/A</c:v>
                </c:pt>
                <c:pt idx="5875">
                  <c:v>#N/A</c:v>
                </c:pt>
                <c:pt idx="5876">
                  <c:v>#N/A</c:v>
                </c:pt>
                <c:pt idx="5877">
                  <c:v>#N/A</c:v>
                </c:pt>
                <c:pt idx="5878">
                  <c:v>#N/A</c:v>
                </c:pt>
                <c:pt idx="5879">
                  <c:v>#N/A</c:v>
                </c:pt>
                <c:pt idx="5880">
                  <c:v>#N/A</c:v>
                </c:pt>
                <c:pt idx="5881">
                  <c:v>#N/A</c:v>
                </c:pt>
                <c:pt idx="5882">
                  <c:v>#N/A</c:v>
                </c:pt>
                <c:pt idx="5883">
                  <c:v>#N/A</c:v>
                </c:pt>
                <c:pt idx="5884">
                  <c:v>#N/A</c:v>
                </c:pt>
                <c:pt idx="5885">
                  <c:v>#N/A</c:v>
                </c:pt>
                <c:pt idx="5886">
                  <c:v>#N/A</c:v>
                </c:pt>
                <c:pt idx="5887">
                  <c:v>#N/A</c:v>
                </c:pt>
                <c:pt idx="5888">
                  <c:v>#N/A</c:v>
                </c:pt>
                <c:pt idx="5889">
                  <c:v>#N/A</c:v>
                </c:pt>
                <c:pt idx="5890">
                  <c:v>#N/A</c:v>
                </c:pt>
                <c:pt idx="5891">
                  <c:v>#N/A</c:v>
                </c:pt>
                <c:pt idx="5892">
                  <c:v>#N/A</c:v>
                </c:pt>
                <c:pt idx="5893">
                  <c:v>#N/A</c:v>
                </c:pt>
                <c:pt idx="5894">
                  <c:v>#N/A</c:v>
                </c:pt>
                <c:pt idx="5895">
                  <c:v>#N/A</c:v>
                </c:pt>
                <c:pt idx="5896">
                  <c:v>#N/A</c:v>
                </c:pt>
                <c:pt idx="5897">
                  <c:v>#N/A</c:v>
                </c:pt>
                <c:pt idx="5898">
                  <c:v>#N/A</c:v>
                </c:pt>
                <c:pt idx="5899">
                  <c:v>#N/A</c:v>
                </c:pt>
                <c:pt idx="5900">
                  <c:v>#N/A</c:v>
                </c:pt>
                <c:pt idx="5901">
                  <c:v>#N/A</c:v>
                </c:pt>
                <c:pt idx="5902">
                  <c:v>#N/A</c:v>
                </c:pt>
                <c:pt idx="5903">
                  <c:v>#N/A</c:v>
                </c:pt>
                <c:pt idx="5904">
                  <c:v>#N/A</c:v>
                </c:pt>
                <c:pt idx="5905">
                  <c:v>#N/A</c:v>
                </c:pt>
                <c:pt idx="5906">
                  <c:v>#N/A</c:v>
                </c:pt>
                <c:pt idx="5907">
                  <c:v>#N/A</c:v>
                </c:pt>
                <c:pt idx="5908">
                  <c:v>#N/A</c:v>
                </c:pt>
                <c:pt idx="5909">
                  <c:v>#N/A</c:v>
                </c:pt>
                <c:pt idx="5910">
                  <c:v>#N/A</c:v>
                </c:pt>
                <c:pt idx="5911">
                  <c:v>#N/A</c:v>
                </c:pt>
                <c:pt idx="5912">
                  <c:v>#N/A</c:v>
                </c:pt>
                <c:pt idx="5913">
                  <c:v>#N/A</c:v>
                </c:pt>
                <c:pt idx="5914">
                  <c:v>#N/A</c:v>
                </c:pt>
                <c:pt idx="5915">
                  <c:v>#N/A</c:v>
                </c:pt>
                <c:pt idx="5916">
                  <c:v>#N/A</c:v>
                </c:pt>
                <c:pt idx="5917">
                  <c:v>#N/A</c:v>
                </c:pt>
                <c:pt idx="5918">
                  <c:v>#N/A</c:v>
                </c:pt>
                <c:pt idx="5919">
                  <c:v>#N/A</c:v>
                </c:pt>
                <c:pt idx="5920">
                  <c:v>#N/A</c:v>
                </c:pt>
                <c:pt idx="5921">
                  <c:v>#N/A</c:v>
                </c:pt>
                <c:pt idx="5922">
                  <c:v>#N/A</c:v>
                </c:pt>
                <c:pt idx="5923">
                  <c:v>#N/A</c:v>
                </c:pt>
                <c:pt idx="5924">
                  <c:v>#N/A</c:v>
                </c:pt>
                <c:pt idx="5925">
                  <c:v>#N/A</c:v>
                </c:pt>
                <c:pt idx="5926">
                  <c:v>#N/A</c:v>
                </c:pt>
                <c:pt idx="5927">
                  <c:v>#N/A</c:v>
                </c:pt>
                <c:pt idx="5928">
                  <c:v>#N/A</c:v>
                </c:pt>
                <c:pt idx="5929">
                  <c:v>#N/A</c:v>
                </c:pt>
                <c:pt idx="5930">
                  <c:v>#N/A</c:v>
                </c:pt>
                <c:pt idx="5931">
                  <c:v>#N/A</c:v>
                </c:pt>
                <c:pt idx="5932">
                  <c:v>#N/A</c:v>
                </c:pt>
                <c:pt idx="5933">
                  <c:v>#N/A</c:v>
                </c:pt>
                <c:pt idx="5934">
                  <c:v>#N/A</c:v>
                </c:pt>
                <c:pt idx="5935">
                  <c:v>#N/A</c:v>
                </c:pt>
                <c:pt idx="5936">
                  <c:v>#N/A</c:v>
                </c:pt>
                <c:pt idx="5937">
                  <c:v>#N/A</c:v>
                </c:pt>
                <c:pt idx="5938">
                  <c:v>#N/A</c:v>
                </c:pt>
                <c:pt idx="5939">
                  <c:v>#N/A</c:v>
                </c:pt>
                <c:pt idx="5940">
                  <c:v>#N/A</c:v>
                </c:pt>
                <c:pt idx="5941">
                  <c:v>#N/A</c:v>
                </c:pt>
                <c:pt idx="5942">
                  <c:v>#N/A</c:v>
                </c:pt>
                <c:pt idx="5943">
                  <c:v>#N/A</c:v>
                </c:pt>
                <c:pt idx="5944">
                  <c:v>#N/A</c:v>
                </c:pt>
                <c:pt idx="5945">
                  <c:v>#N/A</c:v>
                </c:pt>
                <c:pt idx="5946">
                  <c:v>#N/A</c:v>
                </c:pt>
                <c:pt idx="5947">
                  <c:v>#N/A</c:v>
                </c:pt>
                <c:pt idx="5948">
                  <c:v>#N/A</c:v>
                </c:pt>
                <c:pt idx="5949">
                  <c:v>#N/A</c:v>
                </c:pt>
                <c:pt idx="5950">
                  <c:v>#N/A</c:v>
                </c:pt>
                <c:pt idx="5951">
                  <c:v>#N/A</c:v>
                </c:pt>
                <c:pt idx="5952">
                  <c:v>#N/A</c:v>
                </c:pt>
                <c:pt idx="5953">
                  <c:v>#N/A</c:v>
                </c:pt>
                <c:pt idx="5954">
                  <c:v>#N/A</c:v>
                </c:pt>
                <c:pt idx="5955">
                  <c:v>#N/A</c:v>
                </c:pt>
                <c:pt idx="5956">
                  <c:v>#N/A</c:v>
                </c:pt>
                <c:pt idx="5957">
                  <c:v>#N/A</c:v>
                </c:pt>
                <c:pt idx="5958">
                  <c:v>#N/A</c:v>
                </c:pt>
                <c:pt idx="5959">
                  <c:v>#N/A</c:v>
                </c:pt>
                <c:pt idx="5960">
                  <c:v>#N/A</c:v>
                </c:pt>
                <c:pt idx="5961">
                  <c:v>#N/A</c:v>
                </c:pt>
                <c:pt idx="5962">
                  <c:v>#N/A</c:v>
                </c:pt>
                <c:pt idx="5963">
                  <c:v>#N/A</c:v>
                </c:pt>
                <c:pt idx="5964">
                  <c:v>#N/A</c:v>
                </c:pt>
                <c:pt idx="5965">
                  <c:v>#N/A</c:v>
                </c:pt>
                <c:pt idx="5966">
                  <c:v>#N/A</c:v>
                </c:pt>
                <c:pt idx="5967">
                  <c:v>#N/A</c:v>
                </c:pt>
                <c:pt idx="5968">
                  <c:v>#N/A</c:v>
                </c:pt>
                <c:pt idx="5969">
                  <c:v>#N/A</c:v>
                </c:pt>
                <c:pt idx="5970">
                  <c:v>#N/A</c:v>
                </c:pt>
                <c:pt idx="5971">
                  <c:v>#N/A</c:v>
                </c:pt>
                <c:pt idx="5972">
                  <c:v>#N/A</c:v>
                </c:pt>
                <c:pt idx="5973">
                  <c:v>#N/A</c:v>
                </c:pt>
                <c:pt idx="5974">
                  <c:v>#N/A</c:v>
                </c:pt>
                <c:pt idx="5975">
                  <c:v>#N/A</c:v>
                </c:pt>
                <c:pt idx="5976">
                  <c:v>#N/A</c:v>
                </c:pt>
                <c:pt idx="5977">
                  <c:v>#N/A</c:v>
                </c:pt>
                <c:pt idx="5978">
                  <c:v>#N/A</c:v>
                </c:pt>
                <c:pt idx="5979">
                  <c:v>#N/A</c:v>
                </c:pt>
                <c:pt idx="5980">
                  <c:v>#N/A</c:v>
                </c:pt>
                <c:pt idx="5981">
                  <c:v>#N/A</c:v>
                </c:pt>
                <c:pt idx="5982">
                  <c:v>#N/A</c:v>
                </c:pt>
                <c:pt idx="5983">
                  <c:v>#N/A</c:v>
                </c:pt>
                <c:pt idx="5984">
                  <c:v>#N/A</c:v>
                </c:pt>
                <c:pt idx="5985">
                  <c:v>#N/A</c:v>
                </c:pt>
                <c:pt idx="5986">
                  <c:v>#N/A</c:v>
                </c:pt>
                <c:pt idx="5987">
                  <c:v>#N/A</c:v>
                </c:pt>
                <c:pt idx="5988">
                  <c:v>#N/A</c:v>
                </c:pt>
                <c:pt idx="5989">
                  <c:v>#N/A</c:v>
                </c:pt>
                <c:pt idx="5990">
                  <c:v>#N/A</c:v>
                </c:pt>
                <c:pt idx="5991">
                  <c:v>#N/A</c:v>
                </c:pt>
                <c:pt idx="5992">
                  <c:v>#N/A</c:v>
                </c:pt>
                <c:pt idx="5993">
                  <c:v>#N/A</c:v>
                </c:pt>
                <c:pt idx="5994">
                  <c:v>#N/A</c:v>
                </c:pt>
                <c:pt idx="5995">
                  <c:v>#N/A</c:v>
                </c:pt>
                <c:pt idx="5996">
                  <c:v>#N/A</c:v>
                </c:pt>
                <c:pt idx="5997">
                  <c:v>#N/A</c:v>
                </c:pt>
                <c:pt idx="5998">
                  <c:v>#N/A</c:v>
                </c:pt>
                <c:pt idx="5999">
                  <c:v>#N/A</c:v>
                </c:pt>
                <c:pt idx="6000">
                  <c:v>#N/A</c:v>
                </c:pt>
                <c:pt idx="6001">
                  <c:v>#N/A</c:v>
                </c:pt>
                <c:pt idx="6002">
                  <c:v>#N/A</c:v>
                </c:pt>
                <c:pt idx="6003">
                  <c:v>#N/A</c:v>
                </c:pt>
                <c:pt idx="6004">
                  <c:v>#N/A</c:v>
                </c:pt>
                <c:pt idx="6005">
                  <c:v>#N/A</c:v>
                </c:pt>
                <c:pt idx="6006">
                  <c:v>#N/A</c:v>
                </c:pt>
                <c:pt idx="6007">
                  <c:v>#N/A</c:v>
                </c:pt>
                <c:pt idx="6008">
                  <c:v>#N/A</c:v>
                </c:pt>
                <c:pt idx="6009">
                  <c:v>#N/A</c:v>
                </c:pt>
                <c:pt idx="6010">
                  <c:v>#N/A</c:v>
                </c:pt>
                <c:pt idx="6011">
                  <c:v>#N/A</c:v>
                </c:pt>
                <c:pt idx="6012">
                  <c:v>#N/A</c:v>
                </c:pt>
                <c:pt idx="6013">
                  <c:v>#N/A</c:v>
                </c:pt>
                <c:pt idx="6014">
                  <c:v>#N/A</c:v>
                </c:pt>
                <c:pt idx="6015">
                  <c:v>#N/A</c:v>
                </c:pt>
                <c:pt idx="6016">
                  <c:v>#N/A</c:v>
                </c:pt>
                <c:pt idx="6017">
                  <c:v>#N/A</c:v>
                </c:pt>
                <c:pt idx="6018">
                  <c:v>#N/A</c:v>
                </c:pt>
                <c:pt idx="6019">
                  <c:v>#N/A</c:v>
                </c:pt>
                <c:pt idx="6020">
                  <c:v>#N/A</c:v>
                </c:pt>
                <c:pt idx="6021">
                  <c:v>#N/A</c:v>
                </c:pt>
                <c:pt idx="6022">
                  <c:v>#N/A</c:v>
                </c:pt>
                <c:pt idx="6023">
                  <c:v>#N/A</c:v>
                </c:pt>
                <c:pt idx="6024">
                  <c:v>#N/A</c:v>
                </c:pt>
                <c:pt idx="6025">
                  <c:v>#N/A</c:v>
                </c:pt>
                <c:pt idx="6026">
                  <c:v>#N/A</c:v>
                </c:pt>
                <c:pt idx="6027">
                  <c:v>#N/A</c:v>
                </c:pt>
                <c:pt idx="6028">
                  <c:v>#N/A</c:v>
                </c:pt>
                <c:pt idx="6029">
                  <c:v>#N/A</c:v>
                </c:pt>
                <c:pt idx="6030">
                  <c:v>#N/A</c:v>
                </c:pt>
                <c:pt idx="6031">
                  <c:v>#N/A</c:v>
                </c:pt>
                <c:pt idx="6032">
                  <c:v>#N/A</c:v>
                </c:pt>
                <c:pt idx="6033">
                  <c:v>#N/A</c:v>
                </c:pt>
                <c:pt idx="6034">
                  <c:v>#N/A</c:v>
                </c:pt>
                <c:pt idx="6035">
                  <c:v>#N/A</c:v>
                </c:pt>
                <c:pt idx="6036">
                  <c:v>#N/A</c:v>
                </c:pt>
                <c:pt idx="6037">
                  <c:v>#N/A</c:v>
                </c:pt>
                <c:pt idx="6038">
                  <c:v>#N/A</c:v>
                </c:pt>
                <c:pt idx="6039">
                  <c:v>#N/A</c:v>
                </c:pt>
                <c:pt idx="6040">
                  <c:v>#N/A</c:v>
                </c:pt>
                <c:pt idx="6041">
                  <c:v>#N/A</c:v>
                </c:pt>
                <c:pt idx="6042">
                  <c:v>#N/A</c:v>
                </c:pt>
                <c:pt idx="6043">
                  <c:v>#N/A</c:v>
                </c:pt>
                <c:pt idx="6044">
                  <c:v>#N/A</c:v>
                </c:pt>
                <c:pt idx="6045">
                  <c:v>#N/A</c:v>
                </c:pt>
                <c:pt idx="6046">
                  <c:v>#N/A</c:v>
                </c:pt>
                <c:pt idx="6047">
                  <c:v>#N/A</c:v>
                </c:pt>
                <c:pt idx="6048">
                  <c:v>#N/A</c:v>
                </c:pt>
                <c:pt idx="6049">
                  <c:v>#N/A</c:v>
                </c:pt>
                <c:pt idx="6050">
                  <c:v>#N/A</c:v>
                </c:pt>
                <c:pt idx="6051">
                  <c:v>#N/A</c:v>
                </c:pt>
                <c:pt idx="6052">
                  <c:v>#N/A</c:v>
                </c:pt>
                <c:pt idx="6053">
                  <c:v>#N/A</c:v>
                </c:pt>
                <c:pt idx="6054">
                  <c:v>#N/A</c:v>
                </c:pt>
                <c:pt idx="6055">
                  <c:v>#N/A</c:v>
                </c:pt>
                <c:pt idx="6056">
                  <c:v>#N/A</c:v>
                </c:pt>
                <c:pt idx="6057">
                  <c:v>#N/A</c:v>
                </c:pt>
                <c:pt idx="6058">
                  <c:v>#N/A</c:v>
                </c:pt>
                <c:pt idx="6059">
                  <c:v>#N/A</c:v>
                </c:pt>
                <c:pt idx="6060">
                  <c:v>#N/A</c:v>
                </c:pt>
                <c:pt idx="6061">
                  <c:v>#N/A</c:v>
                </c:pt>
                <c:pt idx="6062">
                  <c:v>#N/A</c:v>
                </c:pt>
                <c:pt idx="6063">
                  <c:v>#N/A</c:v>
                </c:pt>
                <c:pt idx="6064">
                  <c:v>#N/A</c:v>
                </c:pt>
                <c:pt idx="6065">
                  <c:v>#N/A</c:v>
                </c:pt>
                <c:pt idx="6066">
                  <c:v>#N/A</c:v>
                </c:pt>
                <c:pt idx="6067">
                  <c:v>#N/A</c:v>
                </c:pt>
                <c:pt idx="6068">
                  <c:v>#N/A</c:v>
                </c:pt>
                <c:pt idx="6069">
                  <c:v>#N/A</c:v>
                </c:pt>
                <c:pt idx="6070">
                  <c:v>#N/A</c:v>
                </c:pt>
                <c:pt idx="6071">
                  <c:v>#N/A</c:v>
                </c:pt>
                <c:pt idx="6072">
                  <c:v>#N/A</c:v>
                </c:pt>
                <c:pt idx="6073">
                  <c:v>#N/A</c:v>
                </c:pt>
                <c:pt idx="6074">
                  <c:v>#N/A</c:v>
                </c:pt>
                <c:pt idx="6075">
                  <c:v>#N/A</c:v>
                </c:pt>
                <c:pt idx="6076">
                  <c:v>#N/A</c:v>
                </c:pt>
                <c:pt idx="6077">
                  <c:v>#N/A</c:v>
                </c:pt>
                <c:pt idx="6078">
                  <c:v>#N/A</c:v>
                </c:pt>
                <c:pt idx="6079">
                  <c:v>#N/A</c:v>
                </c:pt>
                <c:pt idx="6080">
                  <c:v>#N/A</c:v>
                </c:pt>
                <c:pt idx="6081">
                  <c:v>#N/A</c:v>
                </c:pt>
                <c:pt idx="6082">
                  <c:v>#N/A</c:v>
                </c:pt>
                <c:pt idx="6083">
                  <c:v>#N/A</c:v>
                </c:pt>
                <c:pt idx="6084">
                  <c:v>#N/A</c:v>
                </c:pt>
                <c:pt idx="6085">
                  <c:v>#N/A</c:v>
                </c:pt>
                <c:pt idx="6086">
                  <c:v>#N/A</c:v>
                </c:pt>
                <c:pt idx="6087">
                  <c:v>#N/A</c:v>
                </c:pt>
                <c:pt idx="6088">
                  <c:v>#N/A</c:v>
                </c:pt>
                <c:pt idx="6089">
                  <c:v>#N/A</c:v>
                </c:pt>
                <c:pt idx="6090">
                  <c:v>#N/A</c:v>
                </c:pt>
                <c:pt idx="6091">
                  <c:v>#N/A</c:v>
                </c:pt>
                <c:pt idx="6092">
                  <c:v>#N/A</c:v>
                </c:pt>
                <c:pt idx="6093">
                  <c:v>#N/A</c:v>
                </c:pt>
                <c:pt idx="6094">
                  <c:v>#N/A</c:v>
                </c:pt>
                <c:pt idx="6095">
                  <c:v>#N/A</c:v>
                </c:pt>
                <c:pt idx="6096">
                  <c:v>#N/A</c:v>
                </c:pt>
                <c:pt idx="6097">
                  <c:v>#N/A</c:v>
                </c:pt>
                <c:pt idx="6098">
                  <c:v>#N/A</c:v>
                </c:pt>
                <c:pt idx="6099">
                  <c:v>#N/A</c:v>
                </c:pt>
                <c:pt idx="6100">
                  <c:v>#N/A</c:v>
                </c:pt>
                <c:pt idx="6101">
                  <c:v>#N/A</c:v>
                </c:pt>
                <c:pt idx="6102">
                  <c:v>#N/A</c:v>
                </c:pt>
                <c:pt idx="6103">
                  <c:v>#N/A</c:v>
                </c:pt>
                <c:pt idx="6104">
                  <c:v>#N/A</c:v>
                </c:pt>
                <c:pt idx="6105">
                  <c:v>#N/A</c:v>
                </c:pt>
                <c:pt idx="6106">
                  <c:v>#N/A</c:v>
                </c:pt>
                <c:pt idx="6107">
                  <c:v>#N/A</c:v>
                </c:pt>
                <c:pt idx="6108">
                  <c:v>#N/A</c:v>
                </c:pt>
                <c:pt idx="6109">
                  <c:v>#N/A</c:v>
                </c:pt>
                <c:pt idx="6110">
                  <c:v>#N/A</c:v>
                </c:pt>
                <c:pt idx="6111">
                  <c:v>#N/A</c:v>
                </c:pt>
                <c:pt idx="6112">
                  <c:v>#N/A</c:v>
                </c:pt>
                <c:pt idx="6113">
                  <c:v>#N/A</c:v>
                </c:pt>
                <c:pt idx="6114">
                  <c:v>#N/A</c:v>
                </c:pt>
                <c:pt idx="6115">
                  <c:v>#N/A</c:v>
                </c:pt>
                <c:pt idx="6116">
                  <c:v>#N/A</c:v>
                </c:pt>
                <c:pt idx="6117">
                  <c:v>#N/A</c:v>
                </c:pt>
                <c:pt idx="6118">
                  <c:v>#N/A</c:v>
                </c:pt>
                <c:pt idx="6119">
                  <c:v>#N/A</c:v>
                </c:pt>
                <c:pt idx="6120">
                  <c:v>#N/A</c:v>
                </c:pt>
                <c:pt idx="6121">
                  <c:v>#N/A</c:v>
                </c:pt>
                <c:pt idx="6122">
                  <c:v>#N/A</c:v>
                </c:pt>
                <c:pt idx="6123">
                  <c:v>#N/A</c:v>
                </c:pt>
                <c:pt idx="6124">
                  <c:v>#N/A</c:v>
                </c:pt>
                <c:pt idx="6125">
                  <c:v>#N/A</c:v>
                </c:pt>
                <c:pt idx="6126">
                  <c:v>#N/A</c:v>
                </c:pt>
                <c:pt idx="6127">
                  <c:v>#N/A</c:v>
                </c:pt>
                <c:pt idx="6128">
                  <c:v>#N/A</c:v>
                </c:pt>
                <c:pt idx="6129">
                  <c:v>#N/A</c:v>
                </c:pt>
                <c:pt idx="6130">
                  <c:v>#N/A</c:v>
                </c:pt>
                <c:pt idx="6131">
                  <c:v>#N/A</c:v>
                </c:pt>
                <c:pt idx="6132">
                  <c:v>#N/A</c:v>
                </c:pt>
                <c:pt idx="6133">
                  <c:v>#N/A</c:v>
                </c:pt>
                <c:pt idx="6134">
                  <c:v>#N/A</c:v>
                </c:pt>
                <c:pt idx="6135">
                  <c:v>#N/A</c:v>
                </c:pt>
                <c:pt idx="6136">
                  <c:v>#N/A</c:v>
                </c:pt>
                <c:pt idx="6137">
                  <c:v>#N/A</c:v>
                </c:pt>
                <c:pt idx="6138">
                  <c:v>#N/A</c:v>
                </c:pt>
                <c:pt idx="6139">
                  <c:v>#N/A</c:v>
                </c:pt>
                <c:pt idx="6140">
                  <c:v>#N/A</c:v>
                </c:pt>
                <c:pt idx="6141">
                  <c:v>#N/A</c:v>
                </c:pt>
                <c:pt idx="6142">
                  <c:v>#N/A</c:v>
                </c:pt>
                <c:pt idx="6143">
                  <c:v>#N/A</c:v>
                </c:pt>
                <c:pt idx="6144">
                  <c:v>#N/A</c:v>
                </c:pt>
                <c:pt idx="6145">
                  <c:v>#N/A</c:v>
                </c:pt>
                <c:pt idx="6146">
                  <c:v>#N/A</c:v>
                </c:pt>
                <c:pt idx="6147">
                  <c:v>#N/A</c:v>
                </c:pt>
                <c:pt idx="6148">
                  <c:v>#N/A</c:v>
                </c:pt>
                <c:pt idx="6149">
                  <c:v>#N/A</c:v>
                </c:pt>
                <c:pt idx="6150">
                  <c:v>#N/A</c:v>
                </c:pt>
                <c:pt idx="6151">
                  <c:v>#N/A</c:v>
                </c:pt>
                <c:pt idx="6152">
                  <c:v>#N/A</c:v>
                </c:pt>
                <c:pt idx="6153">
                  <c:v>#N/A</c:v>
                </c:pt>
                <c:pt idx="6154">
                  <c:v>#N/A</c:v>
                </c:pt>
                <c:pt idx="6155">
                  <c:v>#N/A</c:v>
                </c:pt>
                <c:pt idx="6156">
                  <c:v>#N/A</c:v>
                </c:pt>
                <c:pt idx="6157">
                  <c:v>#N/A</c:v>
                </c:pt>
                <c:pt idx="6158">
                  <c:v>#N/A</c:v>
                </c:pt>
                <c:pt idx="6159">
                  <c:v>#N/A</c:v>
                </c:pt>
                <c:pt idx="6160">
                  <c:v>#N/A</c:v>
                </c:pt>
                <c:pt idx="6161">
                  <c:v>#N/A</c:v>
                </c:pt>
                <c:pt idx="6162">
                  <c:v>#N/A</c:v>
                </c:pt>
                <c:pt idx="6163">
                  <c:v>#N/A</c:v>
                </c:pt>
                <c:pt idx="6164">
                  <c:v>#N/A</c:v>
                </c:pt>
                <c:pt idx="6165">
                  <c:v>#N/A</c:v>
                </c:pt>
                <c:pt idx="6166">
                  <c:v>#N/A</c:v>
                </c:pt>
                <c:pt idx="6167">
                  <c:v>#N/A</c:v>
                </c:pt>
                <c:pt idx="6168">
                  <c:v>#N/A</c:v>
                </c:pt>
                <c:pt idx="6169">
                  <c:v>#N/A</c:v>
                </c:pt>
                <c:pt idx="6170">
                  <c:v>#N/A</c:v>
                </c:pt>
                <c:pt idx="6171">
                  <c:v>#N/A</c:v>
                </c:pt>
                <c:pt idx="6172">
                  <c:v>#N/A</c:v>
                </c:pt>
                <c:pt idx="6173">
                  <c:v>#N/A</c:v>
                </c:pt>
                <c:pt idx="6174">
                  <c:v>#N/A</c:v>
                </c:pt>
                <c:pt idx="6175">
                  <c:v>#N/A</c:v>
                </c:pt>
                <c:pt idx="6176">
                  <c:v>#N/A</c:v>
                </c:pt>
                <c:pt idx="6177">
                  <c:v>#N/A</c:v>
                </c:pt>
                <c:pt idx="6178">
                  <c:v>#N/A</c:v>
                </c:pt>
                <c:pt idx="6179">
                  <c:v>#N/A</c:v>
                </c:pt>
                <c:pt idx="6180">
                  <c:v>#N/A</c:v>
                </c:pt>
                <c:pt idx="6181">
                  <c:v>#N/A</c:v>
                </c:pt>
                <c:pt idx="6182">
                  <c:v>#N/A</c:v>
                </c:pt>
                <c:pt idx="6183">
                  <c:v>#N/A</c:v>
                </c:pt>
                <c:pt idx="6184">
                  <c:v>#N/A</c:v>
                </c:pt>
                <c:pt idx="6185">
                  <c:v>#N/A</c:v>
                </c:pt>
                <c:pt idx="6186">
                  <c:v>#N/A</c:v>
                </c:pt>
                <c:pt idx="6187">
                  <c:v>#N/A</c:v>
                </c:pt>
                <c:pt idx="6188">
                  <c:v>#N/A</c:v>
                </c:pt>
                <c:pt idx="6189">
                  <c:v>#N/A</c:v>
                </c:pt>
                <c:pt idx="6190">
                  <c:v>#N/A</c:v>
                </c:pt>
                <c:pt idx="6191">
                  <c:v>#N/A</c:v>
                </c:pt>
                <c:pt idx="6192">
                  <c:v>#N/A</c:v>
                </c:pt>
                <c:pt idx="6193">
                  <c:v>#N/A</c:v>
                </c:pt>
                <c:pt idx="6194">
                  <c:v>#N/A</c:v>
                </c:pt>
                <c:pt idx="6195">
                  <c:v>#N/A</c:v>
                </c:pt>
                <c:pt idx="6196">
                  <c:v>#N/A</c:v>
                </c:pt>
                <c:pt idx="6197">
                  <c:v>#N/A</c:v>
                </c:pt>
                <c:pt idx="6198">
                  <c:v>#N/A</c:v>
                </c:pt>
                <c:pt idx="6199">
                  <c:v>#N/A</c:v>
                </c:pt>
                <c:pt idx="6200">
                  <c:v>#N/A</c:v>
                </c:pt>
                <c:pt idx="6201">
                  <c:v>#N/A</c:v>
                </c:pt>
                <c:pt idx="6202">
                  <c:v>#N/A</c:v>
                </c:pt>
                <c:pt idx="6203">
                  <c:v>#N/A</c:v>
                </c:pt>
                <c:pt idx="6204">
                  <c:v>#N/A</c:v>
                </c:pt>
                <c:pt idx="6205">
                  <c:v>#N/A</c:v>
                </c:pt>
                <c:pt idx="6206">
                  <c:v>#N/A</c:v>
                </c:pt>
                <c:pt idx="6207">
                  <c:v>#N/A</c:v>
                </c:pt>
                <c:pt idx="6208">
                  <c:v>#N/A</c:v>
                </c:pt>
                <c:pt idx="6209">
                  <c:v>#N/A</c:v>
                </c:pt>
                <c:pt idx="6210">
                  <c:v>#N/A</c:v>
                </c:pt>
                <c:pt idx="6211">
                  <c:v>#N/A</c:v>
                </c:pt>
                <c:pt idx="6212">
                  <c:v>#N/A</c:v>
                </c:pt>
                <c:pt idx="6213">
                  <c:v>#N/A</c:v>
                </c:pt>
                <c:pt idx="6214">
                  <c:v>#N/A</c:v>
                </c:pt>
                <c:pt idx="6215">
                  <c:v>#N/A</c:v>
                </c:pt>
                <c:pt idx="6216">
                  <c:v>#N/A</c:v>
                </c:pt>
                <c:pt idx="6217">
                  <c:v>#N/A</c:v>
                </c:pt>
                <c:pt idx="6218">
                  <c:v>#N/A</c:v>
                </c:pt>
                <c:pt idx="6219">
                  <c:v>#N/A</c:v>
                </c:pt>
                <c:pt idx="6220">
                  <c:v>#N/A</c:v>
                </c:pt>
                <c:pt idx="6221">
                  <c:v>#N/A</c:v>
                </c:pt>
                <c:pt idx="6222">
                  <c:v>#N/A</c:v>
                </c:pt>
                <c:pt idx="6223">
                  <c:v>#N/A</c:v>
                </c:pt>
                <c:pt idx="6224">
                  <c:v>#N/A</c:v>
                </c:pt>
                <c:pt idx="6225">
                  <c:v>#N/A</c:v>
                </c:pt>
                <c:pt idx="6226">
                  <c:v>#N/A</c:v>
                </c:pt>
                <c:pt idx="6227">
                  <c:v>#N/A</c:v>
                </c:pt>
                <c:pt idx="6228">
                  <c:v>#N/A</c:v>
                </c:pt>
                <c:pt idx="6229">
                  <c:v>#N/A</c:v>
                </c:pt>
                <c:pt idx="6230">
                  <c:v>#N/A</c:v>
                </c:pt>
                <c:pt idx="6231">
                  <c:v>#N/A</c:v>
                </c:pt>
                <c:pt idx="6232">
                  <c:v>#N/A</c:v>
                </c:pt>
                <c:pt idx="6233">
                  <c:v>#N/A</c:v>
                </c:pt>
                <c:pt idx="6234">
                  <c:v>#N/A</c:v>
                </c:pt>
                <c:pt idx="6235">
                  <c:v>#N/A</c:v>
                </c:pt>
                <c:pt idx="6236">
                  <c:v>#N/A</c:v>
                </c:pt>
                <c:pt idx="6237">
                  <c:v>#N/A</c:v>
                </c:pt>
                <c:pt idx="6238">
                  <c:v>#N/A</c:v>
                </c:pt>
                <c:pt idx="6239">
                  <c:v>#N/A</c:v>
                </c:pt>
                <c:pt idx="6240">
                  <c:v>#N/A</c:v>
                </c:pt>
                <c:pt idx="6241">
                  <c:v>#N/A</c:v>
                </c:pt>
                <c:pt idx="6242">
                  <c:v>#N/A</c:v>
                </c:pt>
                <c:pt idx="6243">
                  <c:v>#N/A</c:v>
                </c:pt>
                <c:pt idx="6244">
                  <c:v>#N/A</c:v>
                </c:pt>
                <c:pt idx="6245">
                  <c:v>#N/A</c:v>
                </c:pt>
                <c:pt idx="6246">
                  <c:v>#N/A</c:v>
                </c:pt>
                <c:pt idx="6247">
                  <c:v>#N/A</c:v>
                </c:pt>
                <c:pt idx="6248">
                  <c:v>#N/A</c:v>
                </c:pt>
                <c:pt idx="6249">
                  <c:v>#N/A</c:v>
                </c:pt>
                <c:pt idx="6250">
                  <c:v>#N/A</c:v>
                </c:pt>
                <c:pt idx="6251">
                  <c:v>#N/A</c:v>
                </c:pt>
                <c:pt idx="6252">
                  <c:v>#N/A</c:v>
                </c:pt>
                <c:pt idx="6253">
                  <c:v>#N/A</c:v>
                </c:pt>
                <c:pt idx="6254">
                  <c:v>#N/A</c:v>
                </c:pt>
                <c:pt idx="6255">
                  <c:v>#N/A</c:v>
                </c:pt>
                <c:pt idx="6256">
                  <c:v>#N/A</c:v>
                </c:pt>
                <c:pt idx="6257">
                  <c:v>#N/A</c:v>
                </c:pt>
                <c:pt idx="6258">
                  <c:v>#N/A</c:v>
                </c:pt>
                <c:pt idx="6259">
                  <c:v>#N/A</c:v>
                </c:pt>
                <c:pt idx="6260">
                  <c:v>#N/A</c:v>
                </c:pt>
                <c:pt idx="6261">
                  <c:v>#N/A</c:v>
                </c:pt>
                <c:pt idx="6262">
                  <c:v>#N/A</c:v>
                </c:pt>
                <c:pt idx="6263">
                  <c:v>#N/A</c:v>
                </c:pt>
                <c:pt idx="6264">
                  <c:v>#N/A</c:v>
                </c:pt>
                <c:pt idx="6265">
                  <c:v>#N/A</c:v>
                </c:pt>
                <c:pt idx="6266">
                  <c:v>#N/A</c:v>
                </c:pt>
                <c:pt idx="6267">
                  <c:v>#N/A</c:v>
                </c:pt>
                <c:pt idx="6268">
                  <c:v>#N/A</c:v>
                </c:pt>
                <c:pt idx="6269">
                  <c:v>#N/A</c:v>
                </c:pt>
                <c:pt idx="6270">
                  <c:v>#N/A</c:v>
                </c:pt>
                <c:pt idx="6271">
                  <c:v>#N/A</c:v>
                </c:pt>
                <c:pt idx="6272">
                  <c:v>#N/A</c:v>
                </c:pt>
                <c:pt idx="6273">
                  <c:v>#N/A</c:v>
                </c:pt>
                <c:pt idx="6274">
                  <c:v>#N/A</c:v>
                </c:pt>
                <c:pt idx="6275">
                  <c:v>#N/A</c:v>
                </c:pt>
                <c:pt idx="6276">
                  <c:v>#N/A</c:v>
                </c:pt>
                <c:pt idx="6277">
                  <c:v>#N/A</c:v>
                </c:pt>
                <c:pt idx="6278">
                  <c:v>#N/A</c:v>
                </c:pt>
                <c:pt idx="6279">
                  <c:v>#N/A</c:v>
                </c:pt>
                <c:pt idx="6280">
                  <c:v>#N/A</c:v>
                </c:pt>
                <c:pt idx="6281">
                  <c:v>#N/A</c:v>
                </c:pt>
                <c:pt idx="6282">
                  <c:v>#N/A</c:v>
                </c:pt>
                <c:pt idx="6283">
                  <c:v>#N/A</c:v>
                </c:pt>
                <c:pt idx="6284">
                  <c:v>#N/A</c:v>
                </c:pt>
                <c:pt idx="6285">
                  <c:v>#N/A</c:v>
                </c:pt>
                <c:pt idx="6286">
                  <c:v>#N/A</c:v>
                </c:pt>
                <c:pt idx="6287">
                  <c:v>#N/A</c:v>
                </c:pt>
                <c:pt idx="6288">
                  <c:v>#N/A</c:v>
                </c:pt>
                <c:pt idx="6289">
                  <c:v>#N/A</c:v>
                </c:pt>
                <c:pt idx="6290">
                  <c:v>#N/A</c:v>
                </c:pt>
                <c:pt idx="6291">
                  <c:v>#N/A</c:v>
                </c:pt>
                <c:pt idx="6292">
                  <c:v>#N/A</c:v>
                </c:pt>
                <c:pt idx="6293">
                  <c:v>#N/A</c:v>
                </c:pt>
                <c:pt idx="6294">
                  <c:v>#N/A</c:v>
                </c:pt>
                <c:pt idx="6295">
                  <c:v>#N/A</c:v>
                </c:pt>
                <c:pt idx="6296">
                  <c:v>#N/A</c:v>
                </c:pt>
                <c:pt idx="6297">
                  <c:v>#N/A</c:v>
                </c:pt>
                <c:pt idx="6298">
                  <c:v>#N/A</c:v>
                </c:pt>
                <c:pt idx="6299">
                  <c:v>#N/A</c:v>
                </c:pt>
                <c:pt idx="6300">
                  <c:v>#N/A</c:v>
                </c:pt>
                <c:pt idx="6301">
                  <c:v>#N/A</c:v>
                </c:pt>
                <c:pt idx="6302">
                  <c:v>#N/A</c:v>
                </c:pt>
                <c:pt idx="6303">
                  <c:v>#N/A</c:v>
                </c:pt>
                <c:pt idx="6304">
                  <c:v>#N/A</c:v>
                </c:pt>
                <c:pt idx="6305">
                  <c:v>#N/A</c:v>
                </c:pt>
                <c:pt idx="6306">
                  <c:v>#N/A</c:v>
                </c:pt>
                <c:pt idx="6307">
                  <c:v>#N/A</c:v>
                </c:pt>
                <c:pt idx="6308">
                  <c:v>#N/A</c:v>
                </c:pt>
                <c:pt idx="6309">
                  <c:v>#N/A</c:v>
                </c:pt>
                <c:pt idx="6310">
                  <c:v>#N/A</c:v>
                </c:pt>
                <c:pt idx="6311">
                  <c:v>#N/A</c:v>
                </c:pt>
                <c:pt idx="6312">
                  <c:v>#N/A</c:v>
                </c:pt>
                <c:pt idx="6313">
                  <c:v>#N/A</c:v>
                </c:pt>
                <c:pt idx="6314">
                  <c:v>#N/A</c:v>
                </c:pt>
                <c:pt idx="6315">
                  <c:v>#N/A</c:v>
                </c:pt>
                <c:pt idx="6316">
                  <c:v>#N/A</c:v>
                </c:pt>
                <c:pt idx="6317">
                  <c:v>#N/A</c:v>
                </c:pt>
                <c:pt idx="6318">
                  <c:v>#N/A</c:v>
                </c:pt>
                <c:pt idx="6319">
                  <c:v>#N/A</c:v>
                </c:pt>
                <c:pt idx="6320">
                  <c:v>#N/A</c:v>
                </c:pt>
                <c:pt idx="6321">
                  <c:v>#N/A</c:v>
                </c:pt>
                <c:pt idx="6322">
                  <c:v>#N/A</c:v>
                </c:pt>
                <c:pt idx="6323">
                  <c:v>#N/A</c:v>
                </c:pt>
                <c:pt idx="6324">
                  <c:v>#N/A</c:v>
                </c:pt>
                <c:pt idx="6325">
                  <c:v>#N/A</c:v>
                </c:pt>
                <c:pt idx="6326">
                  <c:v>#N/A</c:v>
                </c:pt>
                <c:pt idx="6327">
                  <c:v>#N/A</c:v>
                </c:pt>
                <c:pt idx="6328">
                  <c:v>#N/A</c:v>
                </c:pt>
                <c:pt idx="6329">
                  <c:v>#N/A</c:v>
                </c:pt>
                <c:pt idx="6330">
                  <c:v>#N/A</c:v>
                </c:pt>
                <c:pt idx="6331">
                  <c:v>#N/A</c:v>
                </c:pt>
                <c:pt idx="6332">
                  <c:v>#N/A</c:v>
                </c:pt>
                <c:pt idx="6333">
                  <c:v>#N/A</c:v>
                </c:pt>
                <c:pt idx="6334">
                  <c:v>#N/A</c:v>
                </c:pt>
                <c:pt idx="6335">
                  <c:v>#N/A</c:v>
                </c:pt>
                <c:pt idx="6336">
                  <c:v>#N/A</c:v>
                </c:pt>
                <c:pt idx="6337">
                  <c:v>#N/A</c:v>
                </c:pt>
                <c:pt idx="6338">
                  <c:v>#N/A</c:v>
                </c:pt>
                <c:pt idx="6339">
                  <c:v>#N/A</c:v>
                </c:pt>
                <c:pt idx="6340">
                  <c:v>#N/A</c:v>
                </c:pt>
                <c:pt idx="6341">
                  <c:v>#N/A</c:v>
                </c:pt>
                <c:pt idx="6342">
                  <c:v>#N/A</c:v>
                </c:pt>
                <c:pt idx="6343">
                  <c:v>#N/A</c:v>
                </c:pt>
                <c:pt idx="6344">
                  <c:v>#N/A</c:v>
                </c:pt>
                <c:pt idx="6345">
                  <c:v>#N/A</c:v>
                </c:pt>
                <c:pt idx="6346">
                  <c:v>#N/A</c:v>
                </c:pt>
                <c:pt idx="6347">
                  <c:v>#N/A</c:v>
                </c:pt>
                <c:pt idx="6348">
                  <c:v>#N/A</c:v>
                </c:pt>
                <c:pt idx="6349">
                  <c:v>#N/A</c:v>
                </c:pt>
                <c:pt idx="6350">
                  <c:v>#N/A</c:v>
                </c:pt>
                <c:pt idx="6351">
                  <c:v>#N/A</c:v>
                </c:pt>
                <c:pt idx="6352">
                  <c:v>#N/A</c:v>
                </c:pt>
                <c:pt idx="6353">
                  <c:v>#N/A</c:v>
                </c:pt>
                <c:pt idx="6354">
                  <c:v>#N/A</c:v>
                </c:pt>
                <c:pt idx="6355">
                  <c:v>#N/A</c:v>
                </c:pt>
                <c:pt idx="6356">
                  <c:v>#N/A</c:v>
                </c:pt>
                <c:pt idx="6357">
                  <c:v>#N/A</c:v>
                </c:pt>
                <c:pt idx="6358">
                  <c:v>#N/A</c:v>
                </c:pt>
                <c:pt idx="6359">
                  <c:v>#N/A</c:v>
                </c:pt>
                <c:pt idx="6360">
                  <c:v>#N/A</c:v>
                </c:pt>
                <c:pt idx="6361">
                  <c:v>#N/A</c:v>
                </c:pt>
                <c:pt idx="6362">
                  <c:v>#N/A</c:v>
                </c:pt>
                <c:pt idx="6363">
                  <c:v>#N/A</c:v>
                </c:pt>
                <c:pt idx="6364">
                  <c:v>#N/A</c:v>
                </c:pt>
                <c:pt idx="6365">
                  <c:v>#N/A</c:v>
                </c:pt>
                <c:pt idx="6366">
                  <c:v>#N/A</c:v>
                </c:pt>
                <c:pt idx="6367">
                  <c:v>#N/A</c:v>
                </c:pt>
                <c:pt idx="6368">
                  <c:v>#N/A</c:v>
                </c:pt>
                <c:pt idx="6369">
                  <c:v>#N/A</c:v>
                </c:pt>
                <c:pt idx="6370">
                  <c:v>#N/A</c:v>
                </c:pt>
                <c:pt idx="6371">
                  <c:v>#N/A</c:v>
                </c:pt>
                <c:pt idx="6372">
                  <c:v>#N/A</c:v>
                </c:pt>
                <c:pt idx="6373">
                  <c:v>#N/A</c:v>
                </c:pt>
                <c:pt idx="6374">
                  <c:v>#N/A</c:v>
                </c:pt>
                <c:pt idx="6375">
                  <c:v>#N/A</c:v>
                </c:pt>
                <c:pt idx="6376">
                  <c:v>#N/A</c:v>
                </c:pt>
                <c:pt idx="6377">
                  <c:v>#N/A</c:v>
                </c:pt>
                <c:pt idx="6378">
                  <c:v>#N/A</c:v>
                </c:pt>
                <c:pt idx="6379">
                  <c:v>#N/A</c:v>
                </c:pt>
                <c:pt idx="6380">
                  <c:v>#N/A</c:v>
                </c:pt>
                <c:pt idx="6381">
                  <c:v>#N/A</c:v>
                </c:pt>
                <c:pt idx="6382">
                  <c:v>#N/A</c:v>
                </c:pt>
                <c:pt idx="6383">
                  <c:v>#N/A</c:v>
                </c:pt>
                <c:pt idx="6384">
                  <c:v>#N/A</c:v>
                </c:pt>
                <c:pt idx="6385">
                  <c:v>#N/A</c:v>
                </c:pt>
                <c:pt idx="6386">
                  <c:v>#N/A</c:v>
                </c:pt>
                <c:pt idx="6387">
                  <c:v>#N/A</c:v>
                </c:pt>
                <c:pt idx="6388">
                  <c:v>#N/A</c:v>
                </c:pt>
                <c:pt idx="6389">
                  <c:v>#N/A</c:v>
                </c:pt>
                <c:pt idx="6390">
                  <c:v>#N/A</c:v>
                </c:pt>
                <c:pt idx="6391">
                  <c:v>#N/A</c:v>
                </c:pt>
                <c:pt idx="6392">
                  <c:v>#N/A</c:v>
                </c:pt>
                <c:pt idx="6393">
                  <c:v>#N/A</c:v>
                </c:pt>
                <c:pt idx="6394">
                  <c:v>#N/A</c:v>
                </c:pt>
                <c:pt idx="6395">
                  <c:v>#N/A</c:v>
                </c:pt>
                <c:pt idx="6396">
                  <c:v>#N/A</c:v>
                </c:pt>
                <c:pt idx="6397">
                  <c:v>#N/A</c:v>
                </c:pt>
                <c:pt idx="6398">
                  <c:v>#N/A</c:v>
                </c:pt>
                <c:pt idx="6399">
                  <c:v>#N/A</c:v>
                </c:pt>
                <c:pt idx="6400">
                  <c:v>#N/A</c:v>
                </c:pt>
                <c:pt idx="6401">
                  <c:v>#N/A</c:v>
                </c:pt>
                <c:pt idx="6402">
                  <c:v>#N/A</c:v>
                </c:pt>
                <c:pt idx="6403">
                  <c:v>#N/A</c:v>
                </c:pt>
                <c:pt idx="6404">
                  <c:v>#N/A</c:v>
                </c:pt>
                <c:pt idx="6405">
                  <c:v>#N/A</c:v>
                </c:pt>
                <c:pt idx="6406">
                  <c:v>#N/A</c:v>
                </c:pt>
                <c:pt idx="6407">
                  <c:v>#N/A</c:v>
                </c:pt>
                <c:pt idx="6408">
                  <c:v>#N/A</c:v>
                </c:pt>
                <c:pt idx="6409">
                  <c:v>#N/A</c:v>
                </c:pt>
                <c:pt idx="6410">
                  <c:v>#N/A</c:v>
                </c:pt>
                <c:pt idx="6411">
                  <c:v>#N/A</c:v>
                </c:pt>
                <c:pt idx="6412">
                  <c:v>#N/A</c:v>
                </c:pt>
                <c:pt idx="6413">
                  <c:v>#N/A</c:v>
                </c:pt>
                <c:pt idx="6414">
                  <c:v>#N/A</c:v>
                </c:pt>
                <c:pt idx="6415">
                  <c:v>#N/A</c:v>
                </c:pt>
                <c:pt idx="6416">
                  <c:v>#N/A</c:v>
                </c:pt>
                <c:pt idx="6417">
                  <c:v>#N/A</c:v>
                </c:pt>
                <c:pt idx="6418">
                  <c:v>#N/A</c:v>
                </c:pt>
                <c:pt idx="6419">
                  <c:v>#N/A</c:v>
                </c:pt>
                <c:pt idx="6420">
                  <c:v>#N/A</c:v>
                </c:pt>
                <c:pt idx="6421">
                  <c:v>#N/A</c:v>
                </c:pt>
                <c:pt idx="6422">
                  <c:v>#N/A</c:v>
                </c:pt>
                <c:pt idx="6423">
                  <c:v>#N/A</c:v>
                </c:pt>
                <c:pt idx="6424">
                  <c:v>#N/A</c:v>
                </c:pt>
                <c:pt idx="6425">
                  <c:v>#N/A</c:v>
                </c:pt>
                <c:pt idx="6426">
                  <c:v>#N/A</c:v>
                </c:pt>
                <c:pt idx="6427">
                  <c:v>#N/A</c:v>
                </c:pt>
                <c:pt idx="6428">
                  <c:v>#N/A</c:v>
                </c:pt>
                <c:pt idx="6429">
                  <c:v>#N/A</c:v>
                </c:pt>
                <c:pt idx="6430">
                  <c:v>#N/A</c:v>
                </c:pt>
                <c:pt idx="6431">
                  <c:v>#N/A</c:v>
                </c:pt>
                <c:pt idx="6432">
                  <c:v>#N/A</c:v>
                </c:pt>
                <c:pt idx="6433">
                  <c:v>#N/A</c:v>
                </c:pt>
                <c:pt idx="6434">
                  <c:v>#N/A</c:v>
                </c:pt>
                <c:pt idx="6435">
                  <c:v>#N/A</c:v>
                </c:pt>
                <c:pt idx="6436">
                  <c:v>#N/A</c:v>
                </c:pt>
                <c:pt idx="6437">
                  <c:v>#N/A</c:v>
                </c:pt>
                <c:pt idx="6438">
                  <c:v>#N/A</c:v>
                </c:pt>
                <c:pt idx="6439">
                  <c:v>#N/A</c:v>
                </c:pt>
                <c:pt idx="6440">
                  <c:v>#N/A</c:v>
                </c:pt>
                <c:pt idx="6441">
                  <c:v>#N/A</c:v>
                </c:pt>
                <c:pt idx="6442">
                  <c:v>#N/A</c:v>
                </c:pt>
                <c:pt idx="6443">
                  <c:v>#N/A</c:v>
                </c:pt>
                <c:pt idx="6444">
                  <c:v>#N/A</c:v>
                </c:pt>
                <c:pt idx="6445">
                  <c:v>#N/A</c:v>
                </c:pt>
                <c:pt idx="6446">
                  <c:v>#N/A</c:v>
                </c:pt>
                <c:pt idx="6447">
                  <c:v>#N/A</c:v>
                </c:pt>
                <c:pt idx="6448">
                  <c:v>#N/A</c:v>
                </c:pt>
                <c:pt idx="6449">
                  <c:v>#N/A</c:v>
                </c:pt>
                <c:pt idx="6450">
                  <c:v>#N/A</c:v>
                </c:pt>
                <c:pt idx="6451">
                  <c:v>#N/A</c:v>
                </c:pt>
                <c:pt idx="6452">
                  <c:v>#N/A</c:v>
                </c:pt>
                <c:pt idx="6453">
                  <c:v>#N/A</c:v>
                </c:pt>
                <c:pt idx="6454">
                  <c:v>#N/A</c:v>
                </c:pt>
                <c:pt idx="6455">
                  <c:v>#N/A</c:v>
                </c:pt>
                <c:pt idx="6456">
                  <c:v>#N/A</c:v>
                </c:pt>
                <c:pt idx="6457">
                  <c:v>#N/A</c:v>
                </c:pt>
                <c:pt idx="6458">
                  <c:v>#N/A</c:v>
                </c:pt>
                <c:pt idx="6459">
                  <c:v>#N/A</c:v>
                </c:pt>
                <c:pt idx="6460">
                  <c:v>#N/A</c:v>
                </c:pt>
                <c:pt idx="6461">
                  <c:v>#N/A</c:v>
                </c:pt>
                <c:pt idx="6462">
                  <c:v>#N/A</c:v>
                </c:pt>
                <c:pt idx="6463">
                  <c:v>#N/A</c:v>
                </c:pt>
                <c:pt idx="6464">
                  <c:v>#N/A</c:v>
                </c:pt>
                <c:pt idx="6465">
                  <c:v>#N/A</c:v>
                </c:pt>
                <c:pt idx="6466">
                  <c:v>#N/A</c:v>
                </c:pt>
                <c:pt idx="6467">
                  <c:v>#N/A</c:v>
                </c:pt>
                <c:pt idx="6468">
                  <c:v>#N/A</c:v>
                </c:pt>
                <c:pt idx="6469">
                  <c:v>#N/A</c:v>
                </c:pt>
                <c:pt idx="6470">
                  <c:v>#N/A</c:v>
                </c:pt>
                <c:pt idx="6471">
                  <c:v>#N/A</c:v>
                </c:pt>
                <c:pt idx="6472">
                  <c:v>#N/A</c:v>
                </c:pt>
                <c:pt idx="6473">
                  <c:v>#N/A</c:v>
                </c:pt>
                <c:pt idx="6474">
                  <c:v>#N/A</c:v>
                </c:pt>
                <c:pt idx="6475">
                  <c:v>#N/A</c:v>
                </c:pt>
                <c:pt idx="6476">
                  <c:v>#N/A</c:v>
                </c:pt>
                <c:pt idx="6477">
                  <c:v>#N/A</c:v>
                </c:pt>
                <c:pt idx="6478">
                  <c:v>#N/A</c:v>
                </c:pt>
                <c:pt idx="6479">
                  <c:v>#N/A</c:v>
                </c:pt>
                <c:pt idx="6480">
                  <c:v>#N/A</c:v>
                </c:pt>
                <c:pt idx="6481">
                  <c:v>#N/A</c:v>
                </c:pt>
                <c:pt idx="6482">
                  <c:v>#N/A</c:v>
                </c:pt>
                <c:pt idx="6483">
                  <c:v>#N/A</c:v>
                </c:pt>
                <c:pt idx="6484">
                  <c:v>#N/A</c:v>
                </c:pt>
                <c:pt idx="6485">
                  <c:v>#N/A</c:v>
                </c:pt>
                <c:pt idx="6486">
                  <c:v>#N/A</c:v>
                </c:pt>
                <c:pt idx="6487">
                  <c:v>#N/A</c:v>
                </c:pt>
                <c:pt idx="6488">
                  <c:v>#N/A</c:v>
                </c:pt>
                <c:pt idx="6489">
                  <c:v>#N/A</c:v>
                </c:pt>
                <c:pt idx="6490">
                  <c:v>#N/A</c:v>
                </c:pt>
                <c:pt idx="6491">
                  <c:v>#N/A</c:v>
                </c:pt>
                <c:pt idx="6492">
                  <c:v>#N/A</c:v>
                </c:pt>
                <c:pt idx="6493">
                  <c:v>#N/A</c:v>
                </c:pt>
                <c:pt idx="6494">
                  <c:v>#N/A</c:v>
                </c:pt>
                <c:pt idx="6495">
                  <c:v>#N/A</c:v>
                </c:pt>
                <c:pt idx="6496">
                  <c:v>#N/A</c:v>
                </c:pt>
                <c:pt idx="6497">
                  <c:v>#N/A</c:v>
                </c:pt>
                <c:pt idx="6498">
                  <c:v>#N/A</c:v>
                </c:pt>
                <c:pt idx="6499">
                  <c:v>#N/A</c:v>
                </c:pt>
                <c:pt idx="6500">
                  <c:v>#N/A</c:v>
                </c:pt>
                <c:pt idx="6501">
                  <c:v>#N/A</c:v>
                </c:pt>
                <c:pt idx="6502">
                  <c:v>#N/A</c:v>
                </c:pt>
                <c:pt idx="6503">
                  <c:v>#N/A</c:v>
                </c:pt>
                <c:pt idx="6504">
                  <c:v>#N/A</c:v>
                </c:pt>
                <c:pt idx="6505">
                  <c:v>#N/A</c:v>
                </c:pt>
                <c:pt idx="6506">
                  <c:v>#N/A</c:v>
                </c:pt>
                <c:pt idx="6507">
                  <c:v>#N/A</c:v>
                </c:pt>
                <c:pt idx="6508">
                  <c:v>#N/A</c:v>
                </c:pt>
                <c:pt idx="6509">
                  <c:v>#N/A</c:v>
                </c:pt>
                <c:pt idx="6510">
                  <c:v>#N/A</c:v>
                </c:pt>
                <c:pt idx="6511">
                  <c:v>#N/A</c:v>
                </c:pt>
                <c:pt idx="6512">
                  <c:v>#N/A</c:v>
                </c:pt>
                <c:pt idx="6513">
                  <c:v>#N/A</c:v>
                </c:pt>
                <c:pt idx="6514">
                  <c:v>#N/A</c:v>
                </c:pt>
                <c:pt idx="6515">
                  <c:v>#N/A</c:v>
                </c:pt>
                <c:pt idx="6516">
                  <c:v>#N/A</c:v>
                </c:pt>
                <c:pt idx="6517">
                  <c:v>#N/A</c:v>
                </c:pt>
                <c:pt idx="6518">
                  <c:v>#N/A</c:v>
                </c:pt>
                <c:pt idx="6519">
                  <c:v>#N/A</c:v>
                </c:pt>
                <c:pt idx="6520">
                  <c:v>#N/A</c:v>
                </c:pt>
                <c:pt idx="6521">
                  <c:v>#N/A</c:v>
                </c:pt>
                <c:pt idx="6522">
                  <c:v>#N/A</c:v>
                </c:pt>
                <c:pt idx="6523">
                  <c:v>#N/A</c:v>
                </c:pt>
                <c:pt idx="6524">
                  <c:v>#N/A</c:v>
                </c:pt>
                <c:pt idx="6525">
                  <c:v>#N/A</c:v>
                </c:pt>
                <c:pt idx="6526">
                  <c:v>#N/A</c:v>
                </c:pt>
                <c:pt idx="6527">
                  <c:v>#N/A</c:v>
                </c:pt>
                <c:pt idx="6528">
                  <c:v>#N/A</c:v>
                </c:pt>
                <c:pt idx="6529">
                  <c:v>#N/A</c:v>
                </c:pt>
                <c:pt idx="6530">
                  <c:v>#N/A</c:v>
                </c:pt>
                <c:pt idx="6531">
                  <c:v>#N/A</c:v>
                </c:pt>
                <c:pt idx="6532">
                  <c:v>#N/A</c:v>
                </c:pt>
                <c:pt idx="6533">
                  <c:v>#N/A</c:v>
                </c:pt>
                <c:pt idx="6534">
                  <c:v>#N/A</c:v>
                </c:pt>
                <c:pt idx="6535">
                  <c:v>#N/A</c:v>
                </c:pt>
                <c:pt idx="6536">
                  <c:v>#N/A</c:v>
                </c:pt>
                <c:pt idx="6537">
                  <c:v>#N/A</c:v>
                </c:pt>
                <c:pt idx="6538">
                  <c:v>#N/A</c:v>
                </c:pt>
                <c:pt idx="6539">
                  <c:v>#N/A</c:v>
                </c:pt>
                <c:pt idx="6540">
                  <c:v>#N/A</c:v>
                </c:pt>
                <c:pt idx="6541">
                  <c:v>#N/A</c:v>
                </c:pt>
                <c:pt idx="6542">
                  <c:v>#N/A</c:v>
                </c:pt>
                <c:pt idx="6543">
                  <c:v>#N/A</c:v>
                </c:pt>
                <c:pt idx="6544">
                  <c:v>#N/A</c:v>
                </c:pt>
                <c:pt idx="6545">
                  <c:v>#N/A</c:v>
                </c:pt>
                <c:pt idx="6546">
                  <c:v>#N/A</c:v>
                </c:pt>
                <c:pt idx="6547">
                  <c:v>#N/A</c:v>
                </c:pt>
                <c:pt idx="6548">
                  <c:v>#N/A</c:v>
                </c:pt>
                <c:pt idx="6549">
                  <c:v>#N/A</c:v>
                </c:pt>
                <c:pt idx="6550">
                  <c:v>#N/A</c:v>
                </c:pt>
                <c:pt idx="6551">
                  <c:v>#N/A</c:v>
                </c:pt>
                <c:pt idx="6552">
                  <c:v>#N/A</c:v>
                </c:pt>
                <c:pt idx="6553">
                  <c:v>#N/A</c:v>
                </c:pt>
                <c:pt idx="6554">
                  <c:v>#N/A</c:v>
                </c:pt>
                <c:pt idx="6555">
                  <c:v>#N/A</c:v>
                </c:pt>
                <c:pt idx="6556">
                  <c:v>#N/A</c:v>
                </c:pt>
                <c:pt idx="6557">
                  <c:v>#N/A</c:v>
                </c:pt>
                <c:pt idx="6558">
                  <c:v>#N/A</c:v>
                </c:pt>
                <c:pt idx="6559">
                  <c:v>#N/A</c:v>
                </c:pt>
                <c:pt idx="6560">
                  <c:v>#N/A</c:v>
                </c:pt>
                <c:pt idx="6561">
                  <c:v>#N/A</c:v>
                </c:pt>
                <c:pt idx="6562">
                  <c:v>#N/A</c:v>
                </c:pt>
                <c:pt idx="6563">
                  <c:v>#N/A</c:v>
                </c:pt>
                <c:pt idx="6564">
                  <c:v>#N/A</c:v>
                </c:pt>
                <c:pt idx="6565">
                  <c:v>#N/A</c:v>
                </c:pt>
                <c:pt idx="6566">
                  <c:v>#N/A</c:v>
                </c:pt>
                <c:pt idx="6567">
                  <c:v>#N/A</c:v>
                </c:pt>
                <c:pt idx="6568">
                  <c:v>#N/A</c:v>
                </c:pt>
                <c:pt idx="6569">
                  <c:v>#N/A</c:v>
                </c:pt>
                <c:pt idx="6570">
                  <c:v>#N/A</c:v>
                </c:pt>
                <c:pt idx="6571">
                  <c:v>#N/A</c:v>
                </c:pt>
                <c:pt idx="6572">
                  <c:v>#N/A</c:v>
                </c:pt>
                <c:pt idx="6573">
                  <c:v>#N/A</c:v>
                </c:pt>
                <c:pt idx="6574">
                  <c:v>#N/A</c:v>
                </c:pt>
                <c:pt idx="6575">
                  <c:v>#N/A</c:v>
                </c:pt>
                <c:pt idx="6576">
                  <c:v>#N/A</c:v>
                </c:pt>
                <c:pt idx="6577">
                  <c:v>#N/A</c:v>
                </c:pt>
                <c:pt idx="6578">
                  <c:v>#N/A</c:v>
                </c:pt>
                <c:pt idx="6579">
                  <c:v>#N/A</c:v>
                </c:pt>
                <c:pt idx="6580">
                  <c:v>#N/A</c:v>
                </c:pt>
                <c:pt idx="6581">
                  <c:v>#N/A</c:v>
                </c:pt>
                <c:pt idx="6582">
                  <c:v>#N/A</c:v>
                </c:pt>
                <c:pt idx="6583">
                  <c:v>#N/A</c:v>
                </c:pt>
                <c:pt idx="6584">
                  <c:v>#N/A</c:v>
                </c:pt>
                <c:pt idx="6585">
                  <c:v>#N/A</c:v>
                </c:pt>
                <c:pt idx="6586">
                  <c:v>#N/A</c:v>
                </c:pt>
                <c:pt idx="6587">
                  <c:v>#N/A</c:v>
                </c:pt>
                <c:pt idx="6588">
                  <c:v>#N/A</c:v>
                </c:pt>
                <c:pt idx="6589">
                  <c:v>#N/A</c:v>
                </c:pt>
                <c:pt idx="6590">
                  <c:v>#N/A</c:v>
                </c:pt>
                <c:pt idx="6591">
                  <c:v>#N/A</c:v>
                </c:pt>
                <c:pt idx="6592">
                  <c:v>#N/A</c:v>
                </c:pt>
                <c:pt idx="6593">
                  <c:v>#N/A</c:v>
                </c:pt>
                <c:pt idx="6594">
                  <c:v>#N/A</c:v>
                </c:pt>
                <c:pt idx="6595">
                  <c:v>#N/A</c:v>
                </c:pt>
                <c:pt idx="6596">
                  <c:v>#N/A</c:v>
                </c:pt>
                <c:pt idx="6597">
                  <c:v>#N/A</c:v>
                </c:pt>
                <c:pt idx="6598">
                  <c:v>#N/A</c:v>
                </c:pt>
                <c:pt idx="6599">
                  <c:v>#N/A</c:v>
                </c:pt>
                <c:pt idx="6600">
                  <c:v>#N/A</c:v>
                </c:pt>
                <c:pt idx="6601">
                  <c:v>#N/A</c:v>
                </c:pt>
                <c:pt idx="6602">
                  <c:v>#N/A</c:v>
                </c:pt>
                <c:pt idx="6603">
                  <c:v>#N/A</c:v>
                </c:pt>
                <c:pt idx="6604">
                  <c:v>#N/A</c:v>
                </c:pt>
                <c:pt idx="6605">
                  <c:v>#N/A</c:v>
                </c:pt>
                <c:pt idx="6606">
                  <c:v>#N/A</c:v>
                </c:pt>
                <c:pt idx="6607">
                  <c:v>#N/A</c:v>
                </c:pt>
                <c:pt idx="6608">
                  <c:v>#N/A</c:v>
                </c:pt>
                <c:pt idx="6609">
                  <c:v>#N/A</c:v>
                </c:pt>
                <c:pt idx="6610">
                  <c:v>#N/A</c:v>
                </c:pt>
                <c:pt idx="6611">
                  <c:v>#N/A</c:v>
                </c:pt>
                <c:pt idx="6612">
                  <c:v>#N/A</c:v>
                </c:pt>
                <c:pt idx="6613">
                  <c:v>#N/A</c:v>
                </c:pt>
                <c:pt idx="6614">
                  <c:v>#N/A</c:v>
                </c:pt>
                <c:pt idx="6615">
                  <c:v>#N/A</c:v>
                </c:pt>
                <c:pt idx="6616">
                  <c:v>#N/A</c:v>
                </c:pt>
                <c:pt idx="6617">
                  <c:v>#N/A</c:v>
                </c:pt>
                <c:pt idx="6618">
                  <c:v>#N/A</c:v>
                </c:pt>
                <c:pt idx="6619">
                  <c:v>#N/A</c:v>
                </c:pt>
                <c:pt idx="6620">
                  <c:v>#N/A</c:v>
                </c:pt>
                <c:pt idx="6621">
                  <c:v>#N/A</c:v>
                </c:pt>
                <c:pt idx="6622">
                  <c:v>#N/A</c:v>
                </c:pt>
                <c:pt idx="6623">
                  <c:v>#N/A</c:v>
                </c:pt>
                <c:pt idx="6624">
                  <c:v>#N/A</c:v>
                </c:pt>
                <c:pt idx="6625">
                  <c:v>#N/A</c:v>
                </c:pt>
                <c:pt idx="6626">
                  <c:v>#N/A</c:v>
                </c:pt>
                <c:pt idx="6627">
                  <c:v>#N/A</c:v>
                </c:pt>
                <c:pt idx="6628">
                  <c:v>#N/A</c:v>
                </c:pt>
                <c:pt idx="6629">
                  <c:v>#N/A</c:v>
                </c:pt>
                <c:pt idx="6630">
                  <c:v>#N/A</c:v>
                </c:pt>
                <c:pt idx="6631">
                  <c:v>#N/A</c:v>
                </c:pt>
                <c:pt idx="6632">
                  <c:v>#N/A</c:v>
                </c:pt>
                <c:pt idx="6633">
                  <c:v>#N/A</c:v>
                </c:pt>
                <c:pt idx="6634">
                  <c:v>#N/A</c:v>
                </c:pt>
                <c:pt idx="6635">
                  <c:v>#N/A</c:v>
                </c:pt>
                <c:pt idx="6636">
                  <c:v>#N/A</c:v>
                </c:pt>
                <c:pt idx="6637">
                  <c:v>#N/A</c:v>
                </c:pt>
                <c:pt idx="6638">
                  <c:v>#N/A</c:v>
                </c:pt>
                <c:pt idx="6639">
                  <c:v>#N/A</c:v>
                </c:pt>
                <c:pt idx="6640">
                  <c:v>#N/A</c:v>
                </c:pt>
                <c:pt idx="6641">
                  <c:v>#N/A</c:v>
                </c:pt>
                <c:pt idx="6642">
                  <c:v>#N/A</c:v>
                </c:pt>
                <c:pt idx="6643">
                  <c:v>#N/A</c:v>
                </c:pt>
                <c:pt idx="6644">
                  <c:v>#N/A</c:v>
                </c:pt>
                <c:pt idx="6645">
                  <c:v>#N/A</c:v>
                </c:pt>
                <c:pt idx="6646">
                  <c:v>#N/A</c:v>
                </c:pt>
                <c:pt idx="6647">
                  <c:v>#N/A</c:v>
                </c:pt>
                <c:pt idx="6648">
                  <c:v>#N/A</c:v>
                </c:pt>
                <c:pt idx="6649">
                  <c:v>#N/A</c:v>
                </c:pt>
                <c:pt idx="6650">
                  <c:v>#N/A</c:v>
                </c:pt>
                <c:pt idx="6651">
                  <c:v>#N/A</c:v>
                </c:pt>
                <c:pt idx="6652">
                  <c:v>#N/A</c:v>
                </c:pt>
                <c:pt idx="6653">
                  <c:v>#N/A</c:v>
                </c:pt>
                <c:pt idx="6654">
                  <c:v>#N/A</c:v>
                </c:pt>
                <c:pt idx="6655">
                  <c:v>#N/A</c:v>
                </c:pt>
                <c:pt idx="6656">
                  <c:v>#N/A</c:v>
                </c:pt>
                <c:pt idx="6657">
                  <c:v>#N/A</c:v>
                </c:pt>
                <c:pt idx="6658">
                  <c:v>#N/A</c:v>
                </c:pt>
                <c:pt idx="6659">
                  <c:v>#N/A</c:v>
                </c:pt>
                <c:pt idx="6660">
                  <c:v>#N/A</c:v>
                </c:pt>
                <c:pt idx="6661">
                  <c:v>#N/A</c:v>
                </c:pt>
                <c:pt idx="6662">
                  <c:v>#N/A</c:v>
                </c:pt>
                <c:pt idx="6663">
                  <c:v>#N/A</c:v>
                </c:pt>
                <c:pt idx="6664">
                  <c:v>#N/A</c:v>
                </c:pt>
                <c:pt idx="6665">
                  <c:v>#N/A</c:v>
                </c:pt>
                <c:pt idx="6666">
                  <c:v>#N/A</c:v>
                </c:pt>
                <c:pt idx="6667">
                  <c:v>#N/A</c:v>
                </c:pt>
                <c:pt idx="6668">
                  <c:v>#N/A</c:v>
                </c:pt>
                <c:pt idx="6669">
                  <c:v>#N/A</c:v>
                </c:pt>
                <c:pt idx="6670">
                  <c:v>#N/A</c:v>
                </c:pt>
                <c:pt idx="6671">
                  <c:v>#N/A</c:v>
                </c:pt>
                <c:pt idx="6672">
                  <c:v>#N/A</c:v>
                </c:pt>
                <c:pt idx="6673">
                  <c:v>#N/A</c:v>
                </c:pt>
                <c:pt idx="6674">
                  <c:v>#N/A</c:v>
                </c:pt>
                <c:pt idx="6675">
                  <c:v>#N/A</c:v>
                </c:pt>
                <c:pt idx="6676">
                  <c:v>#N/A</c:v>
                </c:pt>
                <c:pt idx="6677">
                  <c:v>#N/A</c:v>
                </c:pt>
                <c:pt idx="6678">
                  <c:v>#N/A</c:v>
                </c:pt>
                <c:pt idx="6679">
                  <c:v>#N/A</c:v>
                </c:pt>
                <c:pt idx="6680">
                  <c:v>#N/A</c:v>
                </c:pt>
                <c:pt idx="6681">
                  <c:v>#N/A</c:v>
                </c:pt>
                <c:pt idx="6682">
                  <c:v>#N/A</c:v>
                </c:pt>
                <c:pt idx="6683">
                  <c:v>#N/A</c:v>
                </c:pt>
                <c:pt idx="6684">
                  <c:v>#N/A</c:v>
                </c:pt>
                <c:pt idx="6685">
                  <c:v>#N/A</c:v>
                </c:pt>
                <c:pt idx="6686">
                  <c:v>#N/A</c:v>
                </c:pt>
                <c:pt idx="6687">
                  <c:v>#N/A</c:v>
                </c:pt>
                <c:pt idx="6688">
                  <c:v>#N/A</c:v>
                </c:pt>
                <c:pt idx="6689">
                  <c:v>#N/A</c:v>
                </c:pt>
                <c:pt idx="6690">
                  <c:v>#N/A</c:v>
                </c:pt>
                <c:pt idx="6691">
                  <c:v>#N/A</c:v>
                </c:pt>
                <c:pt idx="6692">
                  <c:v>#N/A</c:v>
                </c:pt>
                <c:pt idx="6693">
                  <c:v>#N/A</c:v>
                </c:pt>
                <c:pt idx="6694">
                  <c:v>#N/A</c:v>
                </c:pt>
                <c:pt idx="6695">
                  <c:v>#N/A</c:v>
                </c:pt>
                <c:pt idx="6696">
                  <c:v>#N/A</c:v>
                </c:pt>
                <c:pt idx="6697">
                  <c:v>#N/A</c:v>
                </c:pt>
                <c:pt idx="6698">
                  <c:v>#N/A</c:v>
                </c:pt>
                <c:pt idx="6699">
                  <c:v>#N/A</c:v>
                </c:pt>
                <c:pt idx="6700">
                  <c:v>#N/A</c:v>
                </c:pt>
                <c:pt idx="6701">
                  <c:v>#N/A</c:v>
                </c:pt>
                <c:pt idx="6702">
                  <c:v>#N/A</c:v>
                </c:pt>
                <c:pt idx="6703">
                  <c:v>#N/A</c:v>
                </c:pt>
                <c:pt idx="6704">
                  <c:v>#N/A</c:v>
                </c:pt>
                <c:pt idx="6705">
                  <c:v>#N/A</c:v>
                </c:pt>
                <c:pt idx="6706">
                  <c:v>#N/A</c:v>
                </c:pt>
                <c:pt idx="6707">
                  <c:v>#N/A</c:v>
                </c:pt>
                <c:pt idx="6708">
                  <c:v>#N/A</c:v>
                </c:pt>
                <c:pt idx="6709">
                  <c:v>#N/A</c:v>
                </c:pt>
                <c:pt idx="6710">
                  <c:v>#N/A</c:v>
                </c:pt>
                <c:pt idx="6711">
                  <c:v>#N/A</c:v>
                </c:pt>
                <c:pt idx="6712">
                  <c:v>#N/A</c:v>
                </c:pt>
                <c:pt idx="6713">
                  <c:v>#N/A</c:v>
                </c:pt>
                <c:pt idx="6714">
                  <c:v>#N/A</c:v>
                </c:pt>
                <c:pt idx="6715">
                  <c:v>#N/A</c:v>
                </c:pt>
                <c:pt idx="6716">
                  <c:v>#N/A</c:v>
                </c:pt>
                <c:pt idx="6717">
                  <c:v>#N/A</c:v>
                </c:pt>
                <c:pt idx="6718">
                  <c:v>#N/A</c:v>
                </c:pt>
                <c:pt idx="6719">
                  <c:v>#N/A</c:v>
                </c:pt>
                <c:pt idx="6720">
                  <c:v>#N/A</c:v>
                </c:pt>
                <c:pt idx="6721">
                  <c:v>#N/A</c:v>
                </c:pt>
                <c:pt idx="6722">
                  <c:v>#N/A</c:v>
                </c:pt>
                <c:pt idx="6723">
                  <c:v>#N/A</c:v>
                </c:pt>
                <c:pt idx="6724">
                  <c:v>#N/A</c:v>
                </c:pt>
                <c:pt idx="6725">
                  <c:v>#N/A</c:v>
                </c:pt>
                <c:pt idx="6726">
                  <c:v>#N/A</c:v>
                </c:pt>
                <c:pt idx="6727">
                  <c:v>#N/A</c:v>
                </c:pt>
                <c:pt idx="6728">
                  <c:v>#N/A</c:v>
                </c:pt>
                <c:pt idx="6729">
                  <c:v>#N/A</c:v>
                </c:pt>
                <c:pt idx="6730">
                  <c:v>#N/A</c:v>
                </c:pt>
              </c:numCache>
            </c:numRef>
          </c:val>
          <c:smooth val="0"/>
          <c:extLst>
            <c:ext xmlns:c16="http://schemas.microsoft.com/office/drawing/2014/chart" uri="{C3380CC4-5D6E-409C-BE32-E72D297353CC}">
              <c16:uniqueId val="{00000004-E73A-4117-BC58-4A6B7AF4ADB5}"/>
            </c:ext>
          </c:extLst>
        </c:ser>
        <c:dLbls>
          <c:showLegendKey val="0"/>
          <c:showVal val="0"/>
          <c:showCatName val="0"/>
          <c:showSerName val="0"/>
          <c:showPercent val="0"/>
          <c:showBubbleSize val="0"/>
        </c:dLbls>
        <c:marker val="1"/>
        <c:smooth val="0"/>
        <c:axId val="-119008768"/>
        <c:axId val="-119023456"/>
      </c:lineChart>
      <c:lineChart>
        <c:grouping val="standard"/>
        <c:varyColors val="0"/>
        <c:ser>
          <c:idx val="3"/>
          <c:order val="3"/>
          <c:tx>
            <c:strRef>
              <c:f>Spread_Calc!$Z$6</c:f>
              <c:strCache>
                <c:ptCount val="1"/>
                <c:pt idx="0">
                  <c:v>BR CDS 5y</c:v>
                </c:pt>
              </c:strCache>
              <c:extLst xmlns:c15="http://schemas.microsoft.com/office/drawing/2012/chart"/>
            </c:strRef>
          </c:tx>
          <c:spPr>
            <a:ln w="12700">
              <a:solidFill>
                <a:schemeClr val="tx2"/>
              </a:solidFill>
            </a:ln>
          </c:spPr>
          <c:marker>
            <c:symbol val="none"/>
          </c:marker>
          <c:cat>
            <c:numRef>
              <c:f>Spread_Calc!$B$7:$B$3218</c:f>
              <c:numCache>
                <c:formatCode>m/d/yyyy</c:formatCode>
                <c:ptCount val="3212"/>
                <c:pt idx="0">
                  <c:v>36893</c:v>
                </c:pt>
                <c:pt idx="1">
                  <c:v>36894</c:v>
                </c:pt>
                <c:pt idx="2">
                  <c:v>36895</c:v>
                </c:pt>
                <c:pt idx="3">
                  <c:v>36896</c:v>
                </c:pt>
                <c:pt idx="4">
                  <c:v>36899</c:v>
                </c:pt>
                <c:pt idx="5">
                  <c:v>36900</c:v>
                </c:pt>
                <c:pt idx="6">
                  <c:v>36901</c:v>
                </c:pt>
                <c:pt idx="7">
                  <c:v>36902</c:v>
                </c:pt>
                <c:pt idx="8">
                  <c:v>36903</c:v>
                </c:pt>
                <c:pt idx="9">
                  <c:v>36906</c:v>
                </c:pt>
                <c:pt idx="10">
                  <c:v>36907</c:v>
                </c:pt>
                <c:pt idx="11">
                  <c:v>36908</c:v>
                </c:pt>
                <c:pt idx="12">
                  <c:v>36909</c:v>
                </c:pt>
                <c:pt idx="13">
                  <c:v>36910</c:v>
                </c:pt>
                <c:pt idx="14">
                  <c:v>36913</c:v>
                </c:pt>
                <c:pt idx="15">
                  <c:v>36914</c:v>
                </c:pt>
                <c:pt idx="16">
                  <c:v>36915</c:v>
                </c:pt>
                <c:pt idx="17">
                  <c:v>36916</c:v>
                </c:pt>
                <c:pt idx="18">
                  <c:v>36917</c:v>
                </c:pt>
                <c:pt idx="19">
                  <c:v>36920</c:v>
                </c:pt>
                <c:pt idx="20">
                  <c:v>36921</c:v>
                </c:pt>
                <c:pt idx="21">
                  <c:v>36922</c:v>
                </c:pt>
                <c:pt idx="22">
                  <c:v>36923</c:v>
                </c:pt>
                <c:pt idx="23">
                  <c:v>36924</c:v>
                </c:pt>
                <c:pt idx="24">
                  <c:v>36927</c:v>
                </c:pt>
                <c:pt idx="25">
                  <c:v>36928</c:v>
                </c:pt>
                <c:pt idx="26">
                  <c:v>36929</c:v>
                </c:pt>
                <c:pt idx="27">
                  <c:v>36930</c:v>
                </c:pt>
                <c:pt idx="28">
                  <c:v>36931</c:v>
                </c:pt>
                <c:pt idx="29">
                  <c:v>36934</c:v>
                </c:pt>
                <c:pt idx="30">
                  <c:v>36935</c:v>
                </c:pt>
                <c:pt idx="31">
                  <c:v>36936</c:v>
                </c:pt>
                <c:pt idx="32">
                  <c:v>36937</c:v>
                </c:pt>
                <c:pt idx="33">
                  <c:v>36938</c:v>
                </c:pt>
                <c:pt idx="34">
                  <c:v>36941</c:v>
                </c:pt>
                <c:pt idx="35">
                  <c:v>36942</c:v>
                </c:pt>
                <c:pt idx="36">
                  <c:v>36943</c:v>
                </c:pt>
                <c:pt idx="37">
                  <c:v>36944</c:v>
                </c:pt>
                <c:pt idx="38">
                  <c:v>36945</c:v>
                </c:pt>
                <c:pt idx="39">
                  <c:v>36948</c:v>
                </c:pt>
                <c:pt idx="40">
                  <c:v>36949</c:v>
                </c:pt>
                <c:pt idx="41">
                  <c:v>36950</c:v>
                </c:pt>
                <c:pt idx="42">
                  <c:v>36951</c:v>
                </c:pt>
                <c:pt idx="43">
                  <c:v>36952</c:v>
                </c:pt>
                <c:pt idx="44">
                  <c:v>36955</c:v>
                </c:pt>
                <c:pt idx="45">
                  <c:v>36956</c:v>
                </c:pt>
                <c:pt idx="46">
                  <c:v>36957</c:v>
                </c:pt>
                <c:pt idx="47">
                  <c:v>36958</c:v>
                </c:pt>
                <c:pt idx="48">
                  <c:v>36959</c:v>
                </c:pt>
                <c:pt idx="49">
                  <c:v>36962</c:v>
                </c:pt>
                <c:pt idx="50">
                  <c:v>36963</c:v>
                </c:pt>
                <c:pt idx="51">
                  <c:v>36964</c:v>
                </c:pt>
                <c:pt idx="52">
                  <c:v>36965</c:v>
                </c:pt>
                <c:pt idx="53">
                  <c:v>36966</c:v>
                </c:pt>
                <c:pt idx="54">
                  <c:v>36969</c:v>
                </c:pt>
                <c:pt idx="55">
                  <c:v>36970</c:v>
                </c:pt>
                <c:pt idx="56">
                  <c:v>36971</c:v>
                </c:pt>
                <c:pt idx="57">
                  <c:v>36972</c:v>
                </c:pt>
                <c:pt idx="58">
                  <c:v>36973</c:v>
                </c:pt>
                <c:pt idx="59">
                  <c:v>36976</c:v>
                </c:pt>
                <c:pt idx="60">
                  <c:v>36977</c:v>
                </c:pt>
                <c:pt idx="61">
                  <c:v>36978</c:v>
                </c:pt>
                <c:pt idx="62">
                  <c:v>36979</c:v>
                </c:pt>
                <c:pt idx="63">
                  <c:v>36980</c:v>
                </c:pt>
                <c:pt idx="64">
                  <c:v>36983</c:v>
                </c:pt>
                <c:pt idx="65">
                  <c:v>36984</c:v>
                </c:pt>
                <c:pt idx="66">
                  <c:v>36985</c:v>
                </c:pt>
                <c:pt idx="67">
                  <c:v>36986</c:v>
                </c:pt>
                <c:pt idx="68">
                  <c:v>36987</c:v>
                </c:pt>
                <c:pt idx="69">
                  <c:v>36990</c:v>
                </c:pt>
                <c:pt idx="70">
                  <c:v>36991</c:v>
                </c:pt>
                <c:pt idx="71">
                  <c:v>36992</c:v>
                </c:pt>
                <c:pt idx="72">
                  <c:v>36993</c:v>
                </c:pt>
                <c:pt idx="73">
                  <c:v>36994</c:v>
                </c:pt>
                <c:pt idx="74">
                  <c:v>36997</c:v>
                </c:pt>
                <c:pt idx="75">
                  <c:v>36998</c:v>
                </c:pt>
                <c:pt idx="76">
                  <c:v>36999</c:v>
                </c:pt>
                <c:pt idx="77">
                  <c:v>37000</c:v>
                </c:pt>
                <c:pt idx="78">
                  <c:v>37001</c:v>
                </c:pt>
                <c:pt idx="79">
                  <c:v>37004</c:v>
                </c:pt>
                <c:pt idx="80">
                  <c:v>37005</c:v>
                </c:pt>
                <c:pt idx="81">
                  <c:v>37006</c:v>
                </c:pt>
                <c:pt idx="82">
                  <c:v>37007</c:v>
                </c:pt>
                <c:pt idx="83">
                  <c:v>37008</c:v>
                </c:pt>
                <c:pt idx="84">
                  <c:v>37011</c:v>
                </c:pt>
                <c:pt idx="85">
                  <c:v>37012</c:v>
                </c:pt>
                <c:pt idx="86">
                  <c:v>37013</c:v>
                </c:pt>
                <c:pt idx="87">
                  <c:v>37014</c:v>
                </c:pt>
                <c:pt idx="88">
                  <c:v>37015</c:v>
                </c:pt>
                <c:pt idx="89">
                  <c:v>37018</c:v>
                </c:pt>
                <c:pt idx="90">
                  <c:v>37019</c:v>
                </c:pt>
                <c:pt idx="91">
                  <c:v>37020</c:v>
                </c:pt>
                <c:pt idx="92">
                  <c:v>37021</c:v>
                </c:pt>
                <c:pt idx="93">
                  <c:v>37022</c:v>
                </c:pt>
                <c:pt idx="94">
                  <c:v>37025</c:v>
                </c:pt>
                <c:pt idx="95">
                  <c:v>37026</c:v>
                </c:pt>
                <c:pt idx="96">
                  <c:v>37027</c:v>
                </c:pt>
                <c:pt idx="97">
                  <c:v>37028</c:v>
                </c:pt>
                <c:pt idx="98">
                  <c:v>37029</c:v>
                </c:pt>
                <c:pt idx="99">
                  <c:v>37032</c:v>
                </c:pt>
                <c:pt idx="100">
                  <c:v>37033</c:v>
                </c:pt>
                <c:pt idx="101">
                  <c:v>37034</c:v>
                </c:pt>
                <c:pt idx="102">
                  <c:v>37035</c:v>
                </c:pt>
                <c:pt idx="103">
                  <c:v>37036</c:v>
                </c:pt>
                <c:pt idx="104">
                  <c:v>37039</c:v>
                </c:pt>
                <c:pt idx="105">
                  <c:v>37040</c:v>
                </c:pt>
                <c:pt idx="106">
                  <c:v>37041</c:v>
                </c:pt>
                <c:pt idx="107">
                  <c:v>37042</c:v>
                </c:pt>
                <c:pt idx="108">
                  <c:v>37043</c:v>
                </c:pt>
                <c:pt idx="109">
                  <c:v>37046</c:v>
                </c:pt>
                <c:pt idx="110">
                  <c:v>37047</c:v>
                </c:pt>
                <c:pt idx="111">
                  <c:v>37048</c:v>
                </c:pt>
                <c:pt idx="112">
                  <c:v>37049</c:v>
                </c:pt>
                <c:pt idx="113">
                  <c:v>37050</c:v>
                </c:pt>
                <c:pt idx="114">
                  <c:v>37053</c:v>
                </c:pt>
                <c:pt idx="115">
                  <c:v>37054</c:v>
                </c:pt>
                <c:pt idx="116">
                  <c:v>37055</c:v>
                </c:pt>
                <c:pt idx="117">
                  <c:v>37056</c:v>
                </c:pt>
                <c:pt idx="118">
                  <c:v>37057</c:v>
                </c:pt>
                <c:pt idx="119">
                  <c:v>37060</c:v>
                </c:pt>
                <c:pt idx="120">
                  <c:v>37061</c:v>
                </c:pt>
                <c:pt idx="121">
                  <c:v>37062</c:v>
                </c:pt>
                <c:pt idx="122">
                  <c:v>37063</c:v>
                </c:pt>
                <c:pt idx="123">
                  <c:v>37064</c:v>
                </c:pt>
                <c:pt idx="124">
                  <c:v>37067</c:v>
                </c:pt>
                <c:pt idx="125">
                  <c:v>37068</c:v>
                </c:pt>
                <c:pt idx="126">
                  <c:v>37069</c:v>
                </c:pt>
                <c:pt idx="127">
                  <c:v>37070</c:v>
                </c:pt>
                <c:pt idx="128">
                  <c:v>37071</c:v>
                </c:pt>
                <c:pt idx="129">
                  <c:v>37074</c:v>
                </c:pt>
                <c:pt idx="130">
                  <c:v>37075</c:v>
                </c:pt>
                <c:pt idx="131">
                  <c:v>37076</c:v>
                </c:pt>
                <c:pt idx="132">
                  <c:v>37077</c:v>
                </c:pt>
                <c:pt idx="133">
                  <c:v>37078</c:v>
                </c:pt>
                <c:pt idx="134">
                  <c:v>37081</c:v>
                </c:pt>
                <c:pt idx="135">
                  <c:v>37082</c:v>
                </c:pt>
                <c:pt idx="136">
                  <c:v>37083</c:v>
                </c:pt>
                <c:pt idx="137">
                  <c:v>37084</c:v>
                </c:pt>
                <c:pt idx="138">
                  <c:v>37085</c:v>
                </c:pt>
                <c:pt idx="139">
                  <c:v>37088</c:v>
                </c:pt>
                <c:pt idx="140">
                  <c:v>37089</c:v>
                </c:pt>
                <c:pt idx="141">
                  <c:v>37090</c:v>
                </c:pt>
                <c:pt idx="142">
                  <c:v>37091</c:v>
                </c:pt>
                <c:pt idx="143">
                  <c:v>37092</c:v>
                </c:pt>
                <c:pt idx="144">
                  <c:v>37095</c:v>
                </c:pt>
                <c:pt idx="145">
                  <c:v>37096</c:v>
                </c:pt>
                <c:pt idx="146">
                  <c:v>37097</c:v>
                </c:pt>
                <c:pt idx="147">
                  <c:v>37098</c:v>
                </c:pt>
                <c:pt idx="148">
                  <c:v>37099</c:v>
                </c:pt>
                <c:pt idx="149">
                  <c:v>37102</c:v>
                </c:pt>
                <c:pt idx="150">
                  <c:v>37103</c:v>
                </c:pt>
                <c:pt idx="151">
                  <c:v>37104</c:v>
                </c:pt>
                <c:pt idx="152">
                  <c:v>37105</c:v>
                </c:pt>
                <c:pt idx="153">
                  <c:v>37106</c:v>
                </c:pt>
                <c:pt idx="154">
                  <c:v>37109</c:v>
                </c:pt>
                <c:pt idx="155">
                  <c:v>37110</c:v>
                </c:pt>
                <c:pt idx="156">
                  <c:v>37111</c:v>
                </c:pt>
                <c:pt idx="157">
                  <c:v>37112</c:v>
                </c:pt>
                <c:pt idx="158">
                  <c:v>37113</c:v>
                </c:pt>
                <c:pt idx="159">
                  <c:v>37116</c:v>
                </c:pt>
                <c:pt idx="160">
                  <c:v>37117</c:v>
                </c:pt>
                <c:pt idx="161">
                  <c:v>37118</c:v>
                </c:pt>
                <c:pt idx="162">
                  <c:v>37119</c:v>
                </c:pt>
                <c:pt idx="163">
                  <c:v>37120</c:v>
                </c:pt>
                <c:pt idx="164">
                  <c:v>37123</c:v>
                </c:pt>
                <c:pt idx="165">
                  <c:v>37124</c:v>
                </c:pt>
                <c:pt idx="166">
                  <c:v>37125</c:v>
                </c:pt>
                <c:pt idx="167">
                  <c:v>37126</c:v>
                </c:pt>
                <c:pt idx="168">
                  <c:v>37127</c:v>
                </c:pt>
                <c:pt idx="169">
                  <c:v>37130</c:v>
                </c:pt>
                <c:pt idx="170">
                  <c:v>37131</c:v>
                </c:pt>
                <c:pt idx="171">
                  <c:v>37132</c:v>
                </c:pt>
                <c:pt idx="172">
                  <c:v>37133</c:v>
                </c:pt>
                <c:pt idx="173">
                  <c:v>37134</c:v>
                </c:pt>
                <c:pt idx="174">
                  <c:v>37137</c:v>
                </c:pt>
                <c:pt idx="175">
                  <c:v>37138</c:v>
                </c:pt>
                <c:pt idx="176">
                  <c:v>37139</c:v>
                </c:pt>
                <c:pt idx="177">
                  <c:v>37140</c:v>
                </c:pt>
                <c:pt idx="178">
                  <c:v>37141</c:v>
                </c:pt>
                <c:pt idx="179">
                  <c:v>37144</c:v>
                </c:pt>
                <c:pt idx="180">
                  <c:v>37145</c:v>
                </c:pt>
                <c:pt idx="181">
                  <c:v>37146</c:v>
                </c:pt>
                <c:pt idx="182">
                  <c:v>37147</c:v>
                </c:pt>
                <c:pt idx="183">
                  <c:v>37148</c:v>
                </c:pt>
                <c:pt idx="184">
                  <c:v>37151</c:v>
                </c:pt>
                <c:pt idx="185">
                  <c:v>37152</c:v>
                </c:pt>
                <c:pt idx="186">
                  <c:v>37153</c:v>
                </c:pt>
                <c:pt idx="187">
                  <c:v>37154</c:v>
                </c:pt>
                <c:pt idx="188">
                  <c:v>37155</c:v>
                </c:pt>
                <c:pt idx="189">
                  <c:v>37158</c:v>
                </c:pt>
                <c:pt idx="190">
                  <c:v>37159</c:v>
                </c:pt>
                <c:pt idx="191">
                  <c:v>37160</c:v>
                </c:pt>
                <c:pt idx="192">
                  <c:v>37161</c:v>
                </c:pt>
                <c:pt idx="193">
                  <c:v>37162</c:v>
                </c:pt>
                <c:pt idx="194">
                  <c:v>37165</c:v>
                </c:pt>
                <c:pt idx="195">
                  <c:v>37166</c:v>
                </c:pt>
                <c:pt idx="196">
                  <c:v>37167</c:v>
                </c:pt>
                <c:pt idx="197">
                  <c:v>37168</c:v>
                </c:pt>
                <c:pt idx="198">
                  <c:v>37169</c:v>
                </c:pt>
                <c:pt idx="199">
                  <c:v>37172</c:v>
                </c:pt>
                <c:pt idx="200">
                  <c:v>37173</c:v>
                </c:pt>
                <c:pt idx="201">
                  <c:v>37174</c:v>
                </c:pt>
                <c:pt idx="202">
                  <c:v>37175</c:v>
                </c:pt>
                <c:pt idx="203">
                  <c:v>37176</c:v>
                </c:pt>
                <c:pt idx="204">
                  <c:v>37179</c:v>
                </c:pt>
                <c:pt idx="205">
                  <c:v>37180</c:v>
                </c:pt>
                <c:pt idx="206">
                  <c:v>37181</c:v>
                </c:pt>
                <c:pt idx="207">
                  <c:v>37182</c:v>
                </c:pt>
                <c:pt idx="208">
                  <c:v>37183</c:v>
                </c:pt>
                <c:pt idx="209">
                  <c:v>37186</c:v>
                </c:pt>
                <c:pt idx="210">
                  <c:v>37187</c:v>
                </c:pt>
                <c:pt idx="211">
                  <c:v>37188</c:v>
                </c:pt>
                <c:pt idx="212">
                  <c:v>37189</c:v>
                </c:pt>
                <c:pt idx="213">
                  <c:v>37190</c:v>
                </c:pt>
                <c:pt idx="214">
                  <c:v>37193</c:v>
                </c:pt>
                <c:pt idx="215">
                  <c:v>37194</c:v>
                </c:pt>
                <c:pt idx="216">
                  <c:v>37195</c:v>
                </c:pt>
                <c:pt idx="217">
                  <c:v>37196</c:v>
                </c:pt>
                <c:pt idx="218">
                  <c:v>37197</c:v>
                </c:pt>
                <c:pt idx="219">
                  <c:v>37200</c:v>
                </c:pt>
                <c:pt idx="220">
                  <c:v>37201</c:v>
                </c:pt>
                <c:pt idx="221">
                  <c:v>37202</c:v>
                </c:pt>
                <c:pt idx="222">
                  <c:v>37203</c:v>
                </c:pt>
                <c:pt idx="223">
                  <c:v>37204</c:v>
                </c:pt>
                <c:pt idx="224">
                  <c:v>37207</c:v>
                </c:pt>
                <c:pt idx="225">
                  <c:v>37208</c:v>
                </c:pt>
                <c:pt idx="226">
                  <c:v>37209</c:v>
                </c:pt>
                <c:pt idx="227">
                  <c:v>37210</c:v>
                </c:pt>
                <c:pt idx="228">
                  <c:v>37211</c:v>
                </c:pt>
                <c:pt idx="229">
                  <c:v>37214</c:v>
                </c:pt>
                <c:pt idx="230">
                  <c:v>37215</c:v>
                </c:pt>
                <c:pt idx="231">
                  <c:v>37216</c:v>
                </c:pt>
                <c:pt idx="232">
                  <c:v>37217</c:v>
                </c:pt>
                <c:pt idx="233">
                  <c:v>37218</c:v>
                </c:pt>
                <c:pt idx="234">
                  <c:v>37221</c:v>
                </c:pt>
                <c:pt idx="235">
                  <c:v>37222</c:v>
                </c:pt>
                <c:pt idx="236">
                  <c:v>37223</c:v>
                </c:pt>
                <c:pt idx="237">
                  <c:v>37224</c:v>
                </c:pt>
                <c:pt idx="238">
                  <c:v>37225</c:v>
                </c:pt>
                <c:pt idx="239">
                  <c:v>37228</c:v>
                </c:pt>
                <c:pt idx="240">
                  <c:v>37229</c:v>
                </c:pt>
                <c:pt idx="241">
                  <c:v>37230</c:v>
                </c:pt>
                <c:pt idx="242">
                  <c:v>37231</c:v>
                </c:pt>
                <c:pt idx="243">
                  <c:v>37232</c:v>
                </c:pt>
                <c:pt idx="244">
                  <c:v>37235</c:v>
                </c:pt>
                <c:pt idx="245">
                  <c:v>37236</c:v>
                </c:pt>
                <c:pt idx="246">
                  <c:v>37237</c:v>
                </c:pt>
                <c:pt idx="247">
                  <c:v>37238</c:v>
                </c:pt>
                <c:pt idx="248">
                  <c:v>37239</c:v>
                </c:pt>
                <c:pt idx="249">
                  <c:v>37242</c:v>
                </c:pt>
                <c:pt idx="250">
                  <c:v>37243</c:v>
                </c:pt>
                <c:pt idx="251">
                  <c:v>37244</c:v>
                </c:pt>
                <c:pt idx="252">
                  <c:v>37245</c:v>
                </c:pt>
                <c:pt idx="253">
                  <c:v>37246</c:v>
                </c:pt>
                <c:pt idx="254">
                  <c:v>37249</c:v>
                </c:pt>
                <c:pt idx="255">
                  <c:v>37250</c:v>
                </c:pt>
                <c:pt idx="256">
                  <c:v>37251</c:v>
                </c:pt>
                <c:pt idx="257">
                  <c:v>37252</c:v>
                </c:pt>
                <c:pt idx="258">
                  <c:v>37253</c:v>
                </c:pt>
                <c:pt idx="259">
                  <c:v>37256</c:v>
                </c:pt>
                <c:pt idx="260">
                  <c:v>37257</c:v>
                </c:pt>
                <c:pt idx="261">
                  <c:v>37258</c:v>
                </c:pt>
                <c:pt idx="262">
                  <c:v>37259</c:v>
                </c:pt>
                <c:pt idx="263">
                  <c:v>37260</c:v>
                </c:pt>
                <c:pt idx="264">
                  <c:v>37263</c:v>
                </c:pt>
                <c:pt idx="265">
                  <c:v>37264</c:v>
                </c:pt>
                <c:pt idx="266">
                  <c:v>37265</c:v>
                </c:pt>
                <c:pt idx="267">
                  <c:v>37266</c:v>
                </c:pt>
                <c:pt idx="268">
                  <c:v>37267</c:v>
                </c:pt>
                <c:pt idx="269">
                  <c:v>37270</c:v>
                </c:pt>
                <c:pt idx="270">
                  <c:v>37271</c:v>
                </c:pt>
                <c:pt idx="271">
                  <c:v>37272</c:v>
                </c:pt>
                <c:pt idx="272">
                  <c:v>37273</c:v>
                </c:pt>
                <c:pt idx="273">
                  <c:v>37274</c:v>
                </c:pt>
                <c:pt idx="274">
                  <c:v>37277</c:v>
                </c:pt>
                <c:pt idx="275">
                  <c:v>37278</c:v>
                </c:pt>
                <c:pt idx="276">
                  <c:v>37279</c:v>
                </c:pt>
                <c:pt idx="277">
                  <c:v>37280</c:v>
                </c:pt>
                <c:pt idx="278">
                  <c:v>37281</c:v>
                </c:pt>
                <c:pt idx="279">
                  <c:v>37284</c:v>
                </c:pt>
                <c:pt idx="280">
                  <c:v>37285</c:v>
                </c:pt>
                <c:pt idx="281">
                  <c:v>37286</c:v>
                </c:pt>
                <c:pt idx="282">
                  <c:v>37287</c:v>
                </c:pt>
                <c:pt idx="283">
                  <c:v>37288</c:v>
                </c:pt>
                <c:pt idx="284">
                  <c:v>37291</c:v>
                </c:pt>
                <c:pt idx="285">
                  <c:v>37292</c:v>
                </c:pt>
                <c:pt idx="286">
                  <c:v>37293</c:v>
                </c:pt>
                <c:pt idx="287">
                  <c:v>37294</c:v>
                </c:pt>
                <c:pt idx="288">
                  <c:v>37295</c:v>
                </c:pt>
                <c:pt idx="289">
                  <c:v>37298</c:v>
                </c:pt>
                <c:pt idx="290">
                  <c:v>37299</c:v>
                </c:pt>
                <c:pt idx="291">
                  <c:v>37300</c:v>
                </c:pt>
                <c:pt idx="292">
                  <c:v>37301</c:v>
                </c:pt>
                <c:pt idx="293">
                  <c:v>37302</c:v>
                </c:pt>
                <c:pt idx="294">
                  <c:v>37305</c:v>
                </c:pt>
                <c:pt idx="295">
                  <c:v>37306</c:v>
                </c:pt>
                <c:pt idx="296">
                  <c:v>37307</c:v>
                </c:pt>
                <c:pt idx="297">
                  <c:v>37308</c:v>
                </c:pt>
                <c:pt idx="298">
                  <c:v>37309</c:v>
                </c:pt>
                <c:pt idx="299">
                  <c:v>37312</c:v>
                </c:pt>
                <c:pt idx="300">
                  <c:v>37313</c:v>
                </c:pt>
                <c:pt idx="301">
                  <c:v>37314</c:v>
                </c:pt>
                <c:pt idx="302">
                  <c:v>37315</c:v>
                </c:pt>
                <c:pt idx="303">
                  <c:v>37316</c:v>
                </c:pt>
                <c:pt idx="304">
                  <c:v>37319</c:v>
                </c:pt>
                <c:pt idx="305">
                  <c:v>37320</c:v>
                </c:pt>
                <c:pt idx="306">
                  <c:v>37321</c:v>
                </c:pt>
                <c:pt idx="307">
                  <c:v>37322</c:v>
                </c:pt>
                <c:pt idx="308">
                  <c:v>37323</c:v>
                </c:pt>
                <c:pt idx="309">
                  <c:v>37326</c:v>
                </c:pt>
                <c:pt idx="310">
                  <c:v>37327</c:v>
                </c:pt>
                <c:pt idx="311">
                  <c:v>37328</c:v>
                </c:pt>
                <c:pt idx="312">
                  <c:v>37329</c:v>
                </c:pt>
                <c:pt idx="313">
                  <c:v>37330</c:v>
                </c:pt>
                <c:pt idx="314">
                  <c:v>37333</c:v>
                </c:pt>
                <c:pt idx="315">
                  <c:v>37334</c:v>
                </c:pt>
                <c:pt idx="316">
                  <c:v>37335</c:v>
                </c:pt>
                <c:pt idx="317">
                  <c:v>37336</c:v>
                </c:pt>
                <c:pt idx="318">
                  <c:v>37337</c:v>
                </c:pt>
                <c:pt idx="319">
                  <c:v>37340</c:v>
                </c:pt>
                <c:pt idx="320">
                  <c:v>37341</c:v>
                </c:pt>
                <c:pt idx="321">
                  <c:v>37342</c:v>
                </c:pt>
                <c:pt idx="322">
                  <c:v>37343</c:v>
                </c:pt>
                <c:pt idx="323">
                  <c:v>37344</c:v>
                </c:pt>
                <c:pt idx="324">
                  <c:v>37347</c:v>
                </c:pt>
                <c:pt idx="325">
                  <c:v>37348</c:v>
                </c:pt>
                <c:pt idx="326">
                  <c:v>37349</c:v>
                </c:pt>
                <c:pt idx="327">
                  <c:v>37350</c:v>
                </c:pt>
                <c:pt idx="328">
                  <c:v>37351</c:v>
                </c:pt>
                <c:pt idx="329">
                  <c:v>37354</c:v>
                </c:pt>
                <c:pt idx="330">
                  <c:v>37355</c:v>
                </c:pt>
                <c:pt idx="331">
                  <c:v>37356</c:v>
                </c:pt>
                <c:pt idx="332">
                  <c:v>37357</c:v>
                </c:pt>
                <c:pt idx="333">
                  <c:v>37358</c:v>
                </c:pt>
                <c:pt idx="334">
                  <c:v>37361</c:v>
                </c:pt>
                <c:pt idx="335">
                  <c:v>37362</c:v>
                </c:pt>
                <c:pt idx="336">
                  <c:v>37363</c:v>
                </c:pt>
                <c:pt idx="337">
                  <c:v>37364</c:v>
                </c:pt>
                <c:pt idx="338">
                  <c:v>37365</c:v>
                </c:pt>
                <c:pt idx="339">
                  <c:v>37368</c:v>
                </c:pt>
                <c:pt idx="340">
                  <c:v>37369</c:v>
                </c:pt>
                <c:pt idx="341">
                  <c:v>37370</c:v>
                </c:pt>
                <c:pt idx="342">
                  <c:v>37371</c:v>
                </c:pt>
                <c:pt idx="343">
                  <c:v>37372</c:v>
                </c:pt>
                <c:pt idx="344">
                  <c:v>37375</c:v>
                </c:pt>
                <c:pt idx="345">
                  <c:v>37376</c:v>
                </c:pt>
                <c:pt idx="346">
                  <c:v>37377</c:v>
                </c:pt>
                <c:pt idx="347">
                  <c:v>37378</c:v>
                </c:pt>
                <c:pt idx="348">
                  <c:v>37379</c:v>
                </c:pt>
                <c:pt idx="349">
                  <c:v>37382</c:v>
                </c:pt>
                <c:pt idx="350">
                  <c:v>37383</c:v>
                </c:pt>
                <c:pt idx="351">
                  <c:v>37384</c:v>
                </c:pt>
                <c:pt idx="352">
                  <c:v>37385</c:v>
                </c:pt>
                <c:pt idx="353">
                  <c:v>37386</c:v>
                </c:pt>
                <c:pt idx="354">
                  <c:v>37389</c:v>
                </c:pt>
                <c:pt idx="355">
                  <c:v>37390</c:v>
                </c:pt>
                <c:pt idx="356">
                  <c:v>37391</c:v>
                </c:pt>
                <c:pt idx="357">
                  <c:v>37392</c:v>
                </c:pt>
                <c:pt idx="358">
                  <c:v>37393</c:v>
                </c:pt>
                <c:pt idx="359">
                  <c:v>37396</c:v>
                </c:pt>
                <c:pt idx="360">
                  <c:v>37397</c:v>
                </c:pt>
                <c:pt idx="361">
                  <c:v>37398</c:v>
                </c:pt>
                <c:pt idx="362">
                  <c:v>37399</c:v>
                </c:pt>
                <c:pt idx="363">
                  <c:v>37400</c:v>
                </c:pt>
                <c:pt idx="364">
                  <c:v>37403</c:v>
                </c:pt>
                <c:pt idx="365">
                  <c:v>37404</c:v>
                </c:pt>
                <c:pt idx="366">
                  <c:v>37405</c:v>
                </c:pt>
                <c:pt idx="367">
                  <c:v>37406</c:v>
                </c:pt>
                <c:pt idx="368">
                  <c:v>37407</c:v>
                </c:pt>
                <c:pt idx="369">
                  <c:v>37410</c:v>
                </c:pt>
                <c:pt idx="370">
                  <c:v>37411</c:v>
                </c:pt>
                <c:pt idx="371">
                  <c:v>37412</c:v>
                </c:pt>
                <c:pt idx="372">
                  <c:v>37413</c:v>
                </c:pt>
                <c:pt idx="373">
                  <c:v>37414</c:v>
                </c:pt>
                <c:pt idx="374">
                  <c:v>37417</c:v>
                </c:pt>
                <c:pt idx="375">
                  <c:v>37418</c:v>
                </c:pt>
                <c:pt idx="376">
                  <c:v>37419</c:v>
                </c:pt>
                <c:pt idx="377">
                  <c:v>37420</c:v>
                </c:pt>
                <c:pt idx="378">
                  <c:v>37421</c:v>
                </c:pt>
                <c:pt idx="379">
                  <c:v>37424</c:v>
                </c:pt>
                <c:pt idx="380">
                  <c:v>37425</c:v>
                </c:pt>
                <c:pt idx="381">
                  <c:v>37426</c:v>
                </c:pt>
                <c:pt idx="382">
                  <c:v>37427</c:v>
                </c:pt>
                <c:pt idx="383">
                  <c:v>37428</c:v>
                </c:pt>
                <c:pt idx="384">
                  <c:v>37431</c:v>
                </c:pt>
                <c:pt idx="385">
                  <c:v>37432</c:v>
                </c:pt>
                <c:pt idx="386">
                  <c:v>37433</c:v>
                </c:pt>
                <c:pt idx="387">
                  <c:v>37434</c:v>
                </c:pt>
                <c:pt idx="388">
                  <c:v>37435</c:v>
                </c:pt>
                <c:pt idx="389">
                  <c:v>37438</c:v>
                </c:pt>
                <c:pt idx="390">
                  <c:v>37439</c:v>
                </c:pt>
                <c:pt idx="391">
                  <c:v>37440</c:v>
                </c:pt>
                <c:pt idx="392">
                  <c:v>37441</c:v>
                </c:pt>
                <c:pt idx="393">
                  <c:v>37442</c:v>
                </c:pt>
                <c:pt idx="394">
                  <c:v>37445</c:v>
                </c:pt>
                <c:pt idx="395">
                  <c:v>37446</c:v>
                </c:pt>
                <c:pt idx="396">
                  <c:v>37447</c:v>
                </c:pt>
                <c:pt idx="397">
                  <c:v>37448</c:v>
                </c:pt>
                <c:pt idx="398">
                  <c:v>37449</c:v>
                </c:pt>
                <c:pt idx="399">
                  <c:v>37452</c:v>
                </c:pt>
                <c:pt idx="400">
                  <c:v>37453</c:v>
                </c:pt>
                <c:pt idx="401">
                  <c:v>37454</c:v>
                </c:pt>
                <c:pt idx="402">
                  <c:v>37455</c:v>
                </c:pt>
                <c:pt idx="403">
                  <c:v>37456</c:v>
                </c:pt>
                <c:pt idx="404">
                  <c:v>37459</c:v>
                </c:pt>
                <c:pt idx="405">
                  <c:v>37460</c:v>
                </c:pt>
                <c:pt idx="406">
                  <c:v>37461</c:v>
                </c:pt>
                <c:pt idx="407">
                  <c:v>37462</c:v>
                </c:pt>
                <c:pt idx="408">
                  <c:v>37463</c:v>
                </c:pt>
                <c:pt idx="409">
                  <c:v>37466</c:v>
                </c:pt>
                <c:pt idx="410">
                  <c:v>37467</c:v>
                </c:pt>
                <c:pt idx="411">
                  <c:v>37468</c:v>
                </c:pt>
                <c:pt idx="412">
                  <c:v>37469</c:v>
                </c:pt>
                <c:pt idx="413">
                  <c:v>37470</c:v>
                </c:pt>
                <c:pt idx="414">
                  <c:v>37473</c:v>
                </c:pt>
                <c:pt idx="415">
                  <c:v>37474</c:v>
                </c:pt>
                <c:pt idx="416">
                  <c:v>37475</c:v>
                </c:pt>
                <c:pt idx="417">
                  <c:v>37476</c:v>
                </c:pt>
                <c:pt idx="418">
                  <c:v>37477</c:v>
                </c:pt>
                <c:pt idx="419">
                  <c:v>37480</c:v>
                </c:pt>
                <c:pt idx="420">
                  <c:v>37481</c:v>
                </c:pt>
                <c:pt idx="421">
                  <c:v>37482</c:v>
                </c:pt>
                <c:pt idx="422">
                  <c:v>37483</c:v>
                </c:pt>
                <c:pt idx="423">
                  <c:v>37484</c:v>
                </c:pt>
                <c:pt idx="424">
                  <c:v>37487</c:v>
                </c:pt>
                <c:pt idx="425">
                  <c:v>37488</c:v>
                </c:pt>
                <c:pt idx="426">
                  <c:v>37489</c:v>
                </c:pt>
                <c:pt idx="427">
                  <c:v>37490</c:v>
                </c:pt>
                <c:pt idx="428">
                  <c:v>37491</c:v>
                </c:pt>
                <c:pt idx="429">
                  <c:v>37494</c:v>
                </c:pt>
                <c:pt idx="430">
                  <c:v>37495</c:v>
                </c:pt>
                <c:pt idx="431">
                  <c:v>37496</c:v>
                </c:pt>
                <c:pt idx="432">
                  <c:v>37497</c:v>
                </c:pt>
                <c:pt idx="433">
                  <c:v>37498</c:v>
                </c:pt>
                <c:pt idx="434">
                  <c:v>37501</c:v>
                </c:pt>
                <c:pt idx="435">
                  <c:v>37502</c:v>
                </c:pt>
                <c:pt idx="436">
                  <c:v>37503</c:v>
                </c:pt>
                <c:pt idx="437">
                  <c:v>37504</c:v>
                </c:pt>
                <c:pt idx="438">
                  <c:v>37505</c:v>
                </c:pt>
                <c:pt idx="439">
                  <c:v>37508</c:v>
                </c:pt>
                <c:pt idx="440">
                  <c:v>37509</c:v>
                </c:pt>
                <c:pt idx="441">
                  <c:v>37510</c:v>
                </c:pt>
                <c:pt idx="442">
                  <c:v>37511</c:v>
                </c:pt>
                <c:pt idx="443">
                  <c:v>37512</c:v>
                </c:pt>
                <c:pt idx="444">
                  <c:v>37515</c:v>
                </c:pt>
                <c:pt idx="445">
                  <c:v>37516</c:v>
                </c:pt>
                <c:pt idx="446">
                  <c:v>37517</c:v>
                </c:pt>
                <c:pt idx="447">
                  <c:v>37518</c:v>
                </c:pt>
                <c:pt idx="448">
                  <c:v>37519</c:v>
                </c:pt>
                <c:pt idx="449">
                  <c:v>37522</c:v>
                </c:pt>
                <c:pt idx="450">
                  <c:v>37523</c:v>
                </c:pt>
                <c:pt idx="451">
                  <c:v>37524</c:v>
                </c:pt>
                <c:pt idx="452">
                  <c:v>37525</c:v>
                </c:pt>
                <c:pt idx="453">
                  <c:v>37526</c:v>
                </c:pt>
                <c:pt idx="454">
                  <c:v>37529</c:v>
                </c:pt>
                <c:pt idx="455">
                  <c:v>37530</c:v>
                </c:pt>
                <c:pt idx="456">
                  <c:v>37531</c:v>
                </c:pt>
                <c:pt idx="457">
                  <c:v>37532</c:v>
                </c:pt>
                <c:pt idx="458">
                  <c:v>37533</c:v>
                </c:pt>
                <c:pt idx="459">
                  <c:v>37536</c:v>
                </c:pt>
                <c:pt idx="460">
                  <c:v>37537</c:v>
                </c:pt>
                <c:pt idx="461">
                  <c:v>37538</c:v>
                </c:pt>
                <c:pt idx="462">
                  <c:v>37539</c:v>
                </c:pt>
                <c:pt idx="463">
                  <c:v>37540</c:v>
                </c:pt>
                <c:pt idx="464">
                  <c:v>37543</c:v>
                </c:pt>
                <c:pt idx="465">
                  <c:v>37544</c:v>
                </c:pt>
                <c:pt idx="466">
                  <c:v>37545</c:v>
                </c:pt>
                <c:pt idx="467">
                  <c:v>37546</c:v>
                </c:pt>
                <c:pt idx="468">
                  <c:v>37547</c:v>
                </c:pt>
                <c:pt idx="469">
                  <c:v>37550</c:v>
                </c:pt>
                <c:pt idx="470">
                  <c:v>37551</c:v>
                </c:pt>
                <c:pt idx="471">
                  <c:v>37552</c:v>
                </c:pt>
                <c:pt idx="472">
                  <c:v>37553</c:v>
                </c:pt>
                <c:pt idx="473">
                  <c:v>37554</c:v>
                </c:pt>
                <c:pt idx="474">
                  <c:v>37557</c:v>
                </c:pt>
                <c:pt idx="475">
                  <c:v>37558</c:v>
                </c:pt>
                <c:pt idx="476">
                  <c:v>37559</c:v>
                </c:pt>
                <c:pt idx="477">
                  <c:v>37560</c:v>
                </c:pt>
                <c:pt idx="478">
                  <c:v>37561</c:v>
                </c:pt>
                <c:pt idx="479">
                  <c:v>37564</c:v>
                </c:pt>
                <c:pt idx="480">
                  <c:v>37565</c:v>
                </c:pt>
                <c:pt idx="481">
                  <c:v>37566</c:v>
                </c:pt>
                <c:pt idx="482">
                  <c:v>37567</c:v>
                </c:pt>
                <c:pt idx="483">
                  <c:v>37568</c:v>
                </c:pt>
                <c:pt idx="484">
                  <c:v>37571</c:v>
                </c:pt>
                <c:pt idx="485">
                  <c:v>37572</c:v>
                </c:pt>
                <c:pt idx="486">
                  <c:v>37573</c:v>
                </c:pt>
                <c:pt idx="487">
                  <c:v>37574</c:v>
                </c:pt>
                <c:pt idx="488">
                  <c:v>37575</c:v>
                </c:pt>
                <c:pt idx="489">
                  <c:v>37578</c:v>
                </c:pt>
                <c:pt idx="490">
                  <c:v>37579</c:v>
                </c:pt>
                <c:pt idx="491">
                  <c:v>37580</c:v>
                </c:pt>
                <c:pt idx="492">
                  <c:v>37581</c:v>
                </c:pt>
                <c:pt idx="493">
                  <c:v>37582</c:v>
                </c:pt>
                <c:pt idx="494">
                  <c:v>37585</c:v>
                </c:pt>
                <c:pt idx="495">
                  <c:v>37586</c:v>
                </c:pt>
                <c:pt idx="496">
                  <c:v>37587</c:v>
                </c:pt>
                <c:pt idx="497">
                  <c:v>37588</c:v>
                </c:pt>
                <c:pt idx="498">
                  <c:v>37589</c:v>
                </c:pt>
                <c:pt idx="499">
                  <c:v>37592</c:v>
                </c:pt>
                <c:pt idx="500">
                  <c:v>37593</c:v>
                </c:pt>
                <c:pt idx="501">
                  <c:v>37594</c:v>
                </c:pt>
                <c:pt idx="502">
                  <c:v>37595</c:v>
                </c:pt>
                <c:pt idx="503">
                  <c:v>37596</c:v>
                </c:pt>
                <c:pt idx="504">
                  <c:v>37599</c:v>
                </c:pt>
                <c:pt idx="505">
                  <c:v>37600</c:v>
                </c:pt>
                <c:pt idx="506">
                  <c:v>37601</c:v>
                </c:pt>
                <c:pt idx="507">
                  <c:v>37602</c:v>
                </c:pt>
                <c:pt idx="508">
                  <c:v>37603</c:v>
                </c:pt>
                <c:pt idx="509">
                  <c:v>37606</c:v>
                </c:pt>
                <c:pt idx="510">
                  <c:v>37607</c:v>
                </c:pt>
                <c:pt idx="511">
                  <c:v>37608</c:v>
                </c:pt>
                <c:pt idx="512">
                  <c:v>37609</c:v>
                </c:pt>
                <c:pt idx="513">
                  <c:v>37610</c:v>
                </c:pt>
                <c:pt idx="514">
                  <c:v>37613</c:v>
                </c:pt>
                <c:pt idx="515">
                  <c:v>37614</c:v>
                </c:pt>
                <c:pt idx="516">
                  <c:v>37615</c:v>
                </c:pt>
                <c:pt idx="517">
                  <c:v>37616</c:v>
                </c:pt>
                <c:pt idx="518">
                  <c:v>37617</c:v>
                </c:pt>
                <c:pt idx="519">
                  <c:v>37620</c:v>
                </c:pt>
                <c:pt idx="520">
                  <c:v>37621</c:v>
                </c:pt>
                <c:pt idx="521">
                  <c:v>37622</c:v>
                </c:pt>
                <c:pt idx="522">
                  <c:v>37623</c:v>
                </c:pt>
                <c:pt idx="523">
                  <c:v>37624</c:v>
                </c:pt>
                <c:pt idx="524">
                  <c:v>37627</c:v>
                </c:pt>
                <c:pt idx="525">
                  <c:v>37628</c:v>
                </c:pt>
                <c:pt idx="526">
                  <c:v>37629</c:v>
                </c:pt>
                <c:pt idx="527">
                  <c:v>37630</c:v>
                </c:pt>
                <c:pt idx="528">
                  <c:v>37631</c:v>
                </c:pt>
                <c:pt idx="529">
                  <c:v>37634</c:v>
                </c:pt>
                <c:pt idx="530">
                  <c:v>37635</c:v>
                </c:pt>
                <c:pt idx="531">
                  <c:v>37636</c:v>
                </c:pt>
                <c:pt idx="532">
                  <c:v>37637</c:v>
                </c:pt>
                <c:pt idx="533">
                  <c:v>37638</c:v>
                </c:pt>
                <c:pt idx="534">
                  <c:v>37641</c:v>
                </c:pt>
                <c:pt idx="535">
                  <c:v>37642</c:v>
                </c:pt>
                <c:pt idx="536">
                  <c:v>37643</c:v>
                </c:pt>
                <c:pt idx="537">
                  <c:v>37644</c:v>
                </c:pt>
                <c:pt idx="538">
                  <c:v>37645</c:v>
                </c:pt>
                <c:pt idx="539">
                  <c:v>37648</c:v>
                </c:pt>
                <c:pt idx="540">
                  <c:v>37649</c:v>
                </c:pt>
                <c:pt idx="541">
                  <c:v>37650</c:v>
                </c:pt>
                <c:pt idx="542">
                  <c:v>37651</c:v>
                </c:pt>
                <c:pt idx="543">
                  <c:v>37652</c:v>
                </c:pt>
                <c:pt idx="544">
                  <c:v>37655</c:v>
                </c:pt>
                <c:pt idx="545">
                  <c:v>37656</c:v>
                </c:pt>
                <c:pt idx="546">
                  <c:v>37657</c:v>
                </c:pt>
                <c:pt idx="547">
                  <c:v>37658</c:v>
                </c:pt>
                <c:pt idx="548">
                  <c:v>37659</c:v>
                </c:pt>
                <c:pt idx="549">
                  <c:v>37662</c:v>
                </c:pt>
                <c:pt idx="550">
                  <c:v>37663</c:v>
                </c:pt>
                <c:pt idx="551">
                  <c:v>37664</c:v>
                </c:pt>
                <c:pt idx="552">
                  <c:v>37665</c:v>
                </c:pt>
                <c:pt idx="553">
                  <c:v>37666</c:v>
                </c:pt>
                <c:pt idx="554">
                  <c:v>37669</c:v>
                </c:pt>
                <c:pt idx="555">
                  <c:v>37670</c:v>
                </c:pt>
                <c:pt idx="556">
                  <c:v>37671</c:v>
                </c:pt>
                <c:pt idx="557">
                  <c:v>37672</c:v>
                </c:pt>
                <c:pt idx="558">
                  <c:v>37673</c:v>
                </c:pt>
                <c:pt idx="559">
                  <c:v>37676</c:v>
                </c:pt>
                <c:pt idx="560">
                  <c:v>37677</c:v>
                </c:pt>
                <c:pt idx="561">
                  <c:v>37678</c:v>
                </c:pt>
                <c:pt idx="562">
                  <c:v>37679</c:v>
                </c:pt>
                <c:pt idx="563">
                  <c:v>37680</c:v>
                </c:pt>
                <c:pt idx="564">
                  <c:v>37683</c:v>
                </c:pt>
                <c:pt idx="565">
                  <c:v>37684</c:v>
                </c:pt>
                <c:pt idx="566">
                  <c:v>37685</c:v>
                </c:pt>
                <c:pt idx="567">
                  <c:v>37686</c:v>
                </c:pt>
                <c:pt idx="568">
                  <c:v>37687</c:v>
                </c:pt>
                <c:pt idx="569">
                  <c:v>37690</c:v>
                </c:pt>
                <c:pt idx="570">
                  <c:v>37691</c:v>
                </c:pt>
                <c:pt idx="571">
                  <c:v>37692</c:v>
                </c:pt>
                <c:pt idx="572">
                  <c:v>37693</c:v>
                </c:pt>
                <c:pt idx="573">
                  <c:v>37694</c:v>
                </c:pt>
                <c:pt idx="574">
                  <c:v>37697</c:v>
                </c:pt>
                <c:pt idx="575">
                  <c:v>37698</c:v>
                </c:pt>
                <c:pt idx="576">
                  <c:v>37699</c:v>
                </c:pt>
                <c:pt idx="577">
                  <c:v>37700</c:v>
                </c:pt>
                <c:pt idx="578">
                  <c:v>37701</c:v>
                </c:pt>
                <c:pt idx="579">
                  <c:v>37704</c:v>
                </c:pt>
                <c:pt idx="580">
                  <c:v>37705</c:v>
                </c:pt>
                <c:pt idx="581">
                  <c:v>37706</c:v>
                </c:pt>
                <c:pt idx="582">
                  <c:v>37707</c:v>
                </c:pt>
                <c:pt idx="583">
                  <c:v>37708</c:v>
                </c:pt>
                <c:pt idx="584">
                  <c:v>37711</c:v>
                </c:pt>
                <c:pt idx="585">
                  <c:v>37712</c:v>
                </c:pt>
                <c:pt idx="586">
                  <c:v>37713</c:v>
                </c:pt>
                <c:pt idx="587">
                  <c:v>37714</c:v>
                </c:pt>
                <c:pt idx="588">
                  <c:v>37715</c:v>
                </c:pt>
                <c:pt idx="589">
                  <c:v>37718</c:v>
                </c:pt>
                <c:pt idx="590">
                  <c:v>37719</c:v>
                </c:pt>
                <c:pt idx="591">
                  <c:v>37720</c:v>
                </c:pt>
                <c:pt idx="592">
                  <c:v>37721</c:v>
                </c:pt>
                <c:pt idx="593">
                  <c:v>37722</c:v>
                </c:pt>
                <c:pt idx="594">
                  <c:v>37725</c:v>
                </c:pt>
                <c:pt idx="595">
                  <c:v>37726</c:v>
                </c:pt>
                <c:pt idx="596">
                  <c:v>37727</c:v>
                </c:pt>
                <c:pt idx="597">
                  <c:v>37728</c:v>
                </c:pt>
                <c:pt idx="598">
                  <c:v>37729</c:v>
                </c:pt>
                <c:pt idx="599">
                  <c:v>37732</c:v>
                </c:pt>
                <c:pt idx="600">
                  <c:v>37733</c:v>
                </c:pt>
                <c:pt idx="601">
                  <c:v>37734</c:v>
                </c:pt>
                <c:pt idx="602">
                  <c:v>37735</c:v>
                </c:pt>
                <c:pt idx="603">
                  <c:v>37736</c:v>
                </c:pt>
                <c:pt idx="604">
                  <c:v>37739</c:v>
                </c:pt>
                <c:pt idx="605">
                  <c:v>37740</c:v>
                </c:pt>
                <c:pt idx="606">
                  <c:v>37741</c:v>
                </c:pt>
                <c:pt idx="607">
                  <c:v>37742</c:v>
                </c:pt>
                <c:pt idx="608">
                  <c:v>37743</c:v>
                </c:pt>
                <c:pt idx="609">
                  <c:v>37746</c:v>
                </c:pt>
                <c:pt idx="610">
                  <c:v>37747</c:v>
                </c:pt>
                <c:pt idx="611">
                  <c:v>37748</c:v>
                </c:pt>
                <c:pt idx="612">
                  <c:v>37749</c:v>
                </c:pt>
                <c:pt idx="613">
                  <c:v>37750</c:v>
                </c:pt>
                <c:pt idx="614">
                  <c:v>37753</c:v>
                </c:pt>
                <c:pt idx="615">
                  <c:v>37754</c:v>
                </c:pt>
                <c:pt idx="616">
                  <c:v>37755</c:v>
                </c:pt>
                <c:pt idx="617">
                  <c:v>37756</c:v>
                </c:pt>
                <c:pt idx="618">
                  <c:v>37757</c:v>
                </c:pt>
                <c:pt idx="619">
                  <c:v>37760</c:v>
                </c:pt>
                <c:pt idx="620">
                  <c:v>37761</c:v>
                </c:pt>
                <c:pt idx="621">
                  <c:v>37762</c:v>
                </c:pt>
                <c:pt idx="622">
                  <c:v>37763</c:v>
                </c:pt>
                <c:pt idx="623">
                  <c:v>37764</c:v>
                </c:pt>
                <c:pt idx="624">
                  <c:v>37767</c:v>
                </c:pt>
                <c:pt idx="625">
                  <c:v>37768</c:v>
                </c:pt>
                <c:pt idx="626">
                  <c:v>37769</c:v>
                </c:pt>
                <c:pt idx="627">
                  <c:v>37770</c:v>
                </c:pt>
                <c:pt idx="628">
                  <c:v>37771</c:v>
                </c:pt>
                <c:pt idx="629">
                  <c:v>37774</c:v>
                </c:pt>
                <c:pt idx="630">
                  <c:v>37775</c:v>
                </c:pt>
                <c:pt idx="631">
                  <c:v>37776</c:v>
                </c:pt>
                <c:pt idx="632">
                  <c:v>37777</c:v>
                </c:pt>
                <c:pt idx="633">
                  <c:v>37778</c:v>
                </c:pt>
                <c:pt idx="634">
                  <c:v>37781</c:v>
                </c:pt>
                <c:pt idx="635">
                  <c:v>37782</c:v>
                </c:pt>
                <c:pt idx="636">
                  <c:v>37783</c:v>
                </c:pt>
                <c:pt idx="637">
                  <c:v>37784</c:v>
                </c:pt>
                <c:pt idx="638">
                  <c:v>37785</c:v>
                </c:pt>
                <c:pt idx="639">
                  <c:v>37788</c:v>
                </c:pt>
                <c:pt idx="640">
                  <c:v>37789</c:v>
                </c:pt>
                <c:pt idx="641">
                  <c:v>37790</c:v>
                </c:pt>
                <c:pt idx="642">
                  <c:v>37791</c:v>
                </c:pt>
                <c:pt idx="643">
                  <c:v>37792</c:v>
                </c:pt>
                <c:pt idx="644">
                  <c:v>37795</c:v>
                </c:pt>
                <c:pt idx="645">
                  <c:v>37796</c:v>
                </c:pt>
                <c:pt idx="646">
                  <c:v>37797</c:v>
                </c:pt>
                <c:pt idx="647">
                  <c:v>37798</c:v>
                </c:pt>
                <c:pt idx="648">
                  <c:v>37799</c:v>
                </c:pt>
                <c:pt idx="649">
                  <c:v>37802</c:v>
                </c:pt>
                <c:pt idx="650">
                  <c:v>37803</c:v>
                </c:pt>
                <c:pt idx="651">
                  <c:v>37804</c:v>
                </c:pt>
                <c:pt idx="652">
                  <c:v>37805</c:v>
                </c:pt>
                <c:pt idx="653">
                  <c:v>37806</c:v>
                </c:pt>
                <c:pt idx="654">
                  <c:v>37809</c:v>
                </c:pt>
                <c:pt idx="655">
                  <c:v>37810</c:v>
                </c:pt>
                <c:pt idx="656">
                  <c:v>37811</c:v>
                </c:pt>
                <c:pt idx="657">
                  <c:v>37812</c:v>
                </c:pt>
                <c:pt idx="658">
                  <c:v>37813</c:v>
                </c:pt>
                <c:pt idx="659">
                  <c:v>37816</c:v>
                </c:pt>
                <c:pt idx="660">
                  <c:v>37817</c:v>
                </c:pt>
                <c:pt idx="661">
                  <c:v>37818</c:v>
                </c:pt>
                <c:pt idx="662">
                  <c:v>37819</c:v>
                </c:pt>
                <c:pt idx="663">
                  <c:v>37820</c:v>
                </c:pt>
                <c:pt idx="664">
                  <c:v>37823</c:v>
                </c:pt>
                <c:pt idx="665">
                  <c:v>37824</c:v>
                </c:pt>
                <c:pt idx="666">
                  <c:v>37825</c:v>
                </c:pt>
                <c:pt idx="667">
                  <c:v>37826</c:v>
                </c:pt>
                <c:pt idx="668">
                  <c:v>37827</c:v>
                </c:pt>
                <c:pt idx="669">
                  <c:v>37830</c:v>
                </c:pt>
                <c:pt idx="670">
                  <c:v>37831</c:v>
                </c:pt>
                <c:pt idx="671">
                  <c:v>37832</c:v>
                </c:pt>
                <c:pt idx="672">
                  <c:v>37833</c:v>
                </c:pt>
                <c:pt idx="673">
                  <c:v>37834</c:v>
                </c:pt>
                <c:pt idx="674">
                  <c:v>37837</c:v>
                </c:pt>
                <c:pt idx="675">
                  <c:v>37838</c:v>
                </c:pt>
                <c:pt idx="676">
                  <c:v>37839</c:v>
                </c:pt>
                <c:pt idx="677">
                  <c:v>37840</c:v>
                </c:pt>
                <c:pt idx="678">
                  <c:v>37841</c:v>
                </c:pt>
                <c:pt idx="679">
                  <c:v>37844</c:v>
                </c:pt>
                <c:pt idx="680">
                  <c:v>37845</c:v>
                </c:pt>
                <c:pt idx="681">
                  <c:v>37846</c:v>
                </c:pt>
                <c:pt idx="682">
                  <c:v>37847</c:v>
                </c:pt>
                <c:pt idx="683">
                  <c:v>37848</c:v>
                </c:pt>
                <c:pt idx="684">
                  <c:v>37851</c:v>
                </c:pt>
                <c:pt idx="685">
                  <c:v>37852</c:v>
                </c:pt>
                <c:pt idx="686">
                  <c:v>37853</c:v>
                </c:pt>
                <c:pt idx="687">
                  <c:v>37854</c:v>
                </c:pt>
                <c:pt idx="688">
                  <c:v>37855</c:v>
                </c:pt>
                <c:pt idx="689">
                  <c:v>37858</c:v>
                </c:pt>
                <c:pt idx="690">
                  <c:v>37859</c:v>
                </c:pt>
                <c:pt idx="691">
                  <c:v>37860</c:v>
                </c:pt>
                <c:pt idx="692">
                  <c:v>37861</c:v>
                </c:pt>
                <c:pt idx="693">
                  <c:v>37862</c:v>
                </c:pt>
                <c:pt idx="694">
                  <c:v>37865</c:v>
                </c:pt>
                <c:pt idx="695">
                  <c:v>37866</c:v>
                </c:pt>
                <c:pt idx="696">
                  <c:v>37867</c:v>
                </c:pt>
                <c:pt idx="697">
                  <c:v>37868</c:v>
                </c:pt>
                <c:pt idx="698">
                  <c:v>37869</c:v>
                </c:pt>
                <c:pt idx="699">
                  <c:v>37872</c:v>
                </c:pt>
                <c:pt idx="700">
                  <c:v>37873</c:v>
                </c:pt>
                <c:pt idx="701">
                  <c:v>37874</c:v>
                </c:pt>
                <c:pt idx="702">
                  <c:v>37875</c:v>
                </c:pt>
                <c:pt idx="703">
                  <c:v>37876</c:v>
                </c:pt>
                <c:pt idx="704">
                  <c:v>37879</c:v>
                </c:pt>
                <c:pt idx="705">
                  <c:v>37880</c:v>
                </c:pt>
                <c:pt idx="706">
                  <c:v>37881</c:v>
                </c:pt>
                <c:pt idx="707">
                  <c:v>37882</c:v>
                </c:pt>
                <c:pt idx="708">
                  <c:v>37883</c:v>
                </c:pt>
                <c:pt idx="709">
                  <c:v>37886</c:v>
                </c:pt>
                <c:pt idx="710">
                  <c:v>37887</c:v>
                </c:pt>
                <c:pt idx="711">
                  <c:v>37888</c:v>
                </c:pt>
                <c:pt idx="712">
                  <c:v>37889</c:v>
                </c:pt>
                <c:pt idx="713">
                  <c:v>37890</c:v>
                </c:pt>
                <c:pt idx="714">
                  <c:v>37893</c:v>
                </c:pt>
                <c:pt idx="715">
                  <c:v>37894</c:v>
                </c:pt>
                <c:pt idx="716">
                  <c:v>37895</c:v>
                </c:pt>
                <c:pt idx="717">
                  <c:v>37896</c:v>
                </c:pt>
                <c:pt idx="718">
                  <c:v>37897</c:v>
                </c:pt>
                <c:pt idx="719">
                  <c:v>37900</c:v>
                </c:pt>
                <c:pt idx="720">
                  <c:v>37901</c:v>
                </c:pt>
                <c:pt idx="721">
                  <c:v>37902</c:v>
                </c:pt>
                <c:pt idx="722">
                  <c:v>37903</c:v>
                </c:pt>
                <c:pt idx="723">
                  <c:v>37904</c:v>
                </c:pt>
                <c:pt idx="724">
                  <c:v>37907</c:v>
                </c:pt>
                <c:pt idx="725">
                  <c:v>37908</c:v>
                </c:pt>
                <c:pt idx="726">
                  <c:v>37909</c:v>
                </c:pt>
                <c:pt idx="727">
                  <c:v>37910</c:v>
                </c:pt>
                <c:pt idx="728">
                  <c:v>37911</c:v>
                </c:pt>
                <c:pt idx="729">
                  <c:v>37914</c:v>
                </c:pt>
                <c:pt idx="730">
                  <c:v>37915</c:v>
                </c:pt>
                <c:pt idx="731">
                  <c:v>37916</c:v>
                </c:pt>
                <c:pt idx="732">
                  <c:v>37917</c:v>
                </c:pt>
                <c:pt idx="733">
                  <c:v>37918</c:v>
                </c:pt>
                <c:pt idx="734">
                  <c:v>37921</c:v>
                </c:pt>
                <c:pt idx="735">
                  <c:v>37922</c:v>
                </c:pt>
                <c:pt idx="736">
                  <c:v>37923</c:v>
                </c:pt>
                <c:pt idx="737">
                  <c:v>37924</c:v>
                </c:pt>
                <c:pt idx="738">
                  <c:v>37925</c:v>
                </c:pt>
                <c:pt idx="739">
                  <c:v>37928</c:v>
                </c:pt>
                <c:pt idx="740">
                  <c:v>37929</c:v>
                </c:pt>
                <c:pt idx="741">
                  <c:v>37930</c:v>
                </c:pt>
                <c:pt idx="742">
                  <c:v>37931</c:v>
                </c:pt>
                <c:pt idx="743">
                  <c:v>37932</c:v>
                </c:pt>
                <c:pt idx="744">
                  <c:v>37935</c:v>
                </c:pt>
                <c:pt idx="745">
                  <c:v>37936</c:v>
                </c:pt>
                <c:pt idx="746">
                  <c:v>37937</c:v>
                </c:pt>
                <c:pt idx="747">
                  <c:v>37938</c:v>
                </c:pt>
                <c:pt idx="748">
                  <c:v>37939</c:v>
                </c:pt>
                <c:pt idx="749">
                  <c:v>37942</c:v>
                </c:pt>
                <c:pt idx="750">
                  <c:v>37943</c:v>
                </c:pt>
                <c:pt idx="751">
                  <c:v>37944</c:v>
                </c:pt>
                <c:pt idx="752">
                  <c:v>37945</c:v>
                </c:pt>
                <c:pt idx="753">
                  <c:v>37946</c:v>
                </c:pt>
                <c:pt idx="754">
                  <c:v>37949</c:v>
                </c:pt>
                <c:pt idx="755">
                  <c:v>37950</c:v>
                </c:pt>
                <c:pt idx="756">
                  <c:v>37951</c:v>
                </c:pt>
                <c:pt idx="757">
                  <c:v>37952</c:v>
                </c:pt>
                <c:pt idx="758">
                  <c:v>37953</c:v>
                </c:pt>
                <c:pt idx="759">
                  <c:v>37956</c:v>
                </c:pt>
                <c:pt idx="760">
                  <c:v>37957</c:v>
                </c:pt>
                <c:pt idx="761">
                  <c:v>37958</c:v>
                </c:pt>
                <c:pt idx="762">
                  <c:v>37959</c:v>
                </c:pt>
                <c:pt idx="763">
                  <c:v>37960</c:v>
                </c:pt>
                <c:pt idx="764">
                  <c:v>37963</c:v>
                </c:pt>
                <c:pt idx="765">
                  <c:v>37964</c:v>
                </c:pt>
                <c:pt idx="766">
                  <c:v>37965</c:v>
                </c:pt>
                <c:pt idx="767">
                  <c:v>37966</c:v>
                </c:pt>
                <c:pt idx="768">
                  <c:v>37967</c:v>
                </c:pt>
                <c:pt idx="769">
                  <c:v>37970</c:v>
                </c:pt>
                <c:pt idx="770">
                  <c:v>37971</c:v>
                </c:pt>
                <c:pt idx="771">
                  <c:v>37972</c:v>
                </c:pt>
                <c:pt idx="772">
                  <c:v>37973</c:v>
                </c:pt>
                <c:pt idx="773">
                  <c:v>37974</c:v>
                </c:pt>
                <c:pt idx="774">
                  <c:v>37977</c:v>
                </c:pt>
                <c:pt idx="775">
                  <c:v>37978</c:v>
                </c:pt>
                <c:pt idx="776">
                  <c:v>37979</c:v>
                </c:pt>
                <c:pt idx="777">
                  <c:v>37980</c:v>
                </c:pt>
                <c:pt idx="778">
                  <c:v>37981</c:v>
                </c:pt>
                <c:pt idx="779">
                  <c:v>37984</c:v>
                </c:pt>
                <c:pt idx="780">
                  <c:v>37985</c:v>
                </c:pt>
                <c:pt idx="781">
                  <c:v>37986</c:v>
                </c:pt>
                <c:pt idx="782">
                  <c:v>37987</c:v>
                </c:pt>
                <c:pt idx="783">
                  <c:v>37988</c:v>
                </c:pt>
                <c:pt idx="784">
                  <c:v>37991</c:v>
                </c:pt>
                <c:pt idx="785">
                  <c:v>37992</c:v>
                </c:pt>
                <c:pt idx="786">
                  <c:v>37993</c:v>
                </c:pt>
                <c:pt idx="787">
                  <c:v>37994</c:v>
                </c:pt>
                <c:pt idx="788">
                  <c:v>37995</c:v>
                </c:pt>
                <c:pt idx="789">
                  <c:v>37998</c:v>
                </c:pt>
                <c:pt idx="790">
                  <c:v>37999</c:v>
                </c:pt>
                <c:pt idx="791">
                  <c:v>38000</c:v>
                </c:pt>
                <c:pt idx="792">
                  <c:v>38001</c:v>
                </c:pt>
                <c:pt idx="793">
                  <c:v>38002</c:v>
                </c:pt>
                <c:pt idx="794">
                  <c:v>38005</c:v>
                </c:pt>
                <c:pt idx="795">
                  <c:v>38006</c:v>
                </c:pt>
                <c:pt idx="796">
                  <c:v>38007</c:v>
                </c:pt>
                <c:pt idx="797">
                  <c:v>38008</c:v>
                </c:pt>
                <c:pt idx="798">
                  <c:v>38009</c:v>
                </c:pt>
                <c:pt idx="799">
                  <c:v>38012</c:v>
                </c:pt>
                <c:pt idx="800">
                  <c:v>38013</c:v>
                </c:pt>
                <c:pt idx="801">
                  <c:v>38014</c:v>
                </c:pt>
                <c:pt idx="802">
                  <c:v>38015</c:v>
                </c:pt>
                <c:pt idx="803">
                  <c:v>38016</c:v>
                </c:pt>
                <c:pt idx="804">
                  <c:v>38019</c:v>
                </c:pt>
                <c:pt idx="805">
                  <c:v>38020</c:v>
                </c:pt>
                <c:pt idx="806">
                  <c:v>38021</c:v>
                </c:pt>
                <c:pt idx="807">
                  <c:v>38022</c:v>
                </c:pt>
                <c:pt idx="808">
                  <c:v>38023</c:v>
                </c:pt>
                <c:pt idx="809">
                  <c:v>38026</c:v>
                </c:pt>
                <c:pt idx="810">
                  <c:v>38027</c:v>
                </c:pt>
                <c:pt idx="811">
                  <c:v>38028</c:v>
                </c:pt>
                <c:pt idx="812">
                  <c:v>38029</c:v>
                </c:pt>
                <c:pt idx="813">
                  <c:v>38030</c:v>
                </c:pt>
                <c:pt idx="814">
                  <c:v>38033</c:v>
                </c:pt>
                <c:pt idx="815">
                  <c:v>38034</c:v>
                </c:pt>
                <c:pt idx="816">
                  <c:v>38035</c:v>
                </c:pt>
                <c:pt idx="817">
                  <c:v>38036</c:v>
                </c:pt>
                <c:pt idx="818">
                  <c:v>38037</c:v>
                </c:pt>
                <c:pt idx="819">
                  <c:v>38040</c:v>
                </c:pt>
                <c:pt idx="820">
                  <c:v>38041</c:v>
                </c:pt>
                <c:pt idx="821">
                  <c:v>38042</c:v>
                </c:pt>
                <c:pt idx="822">
                  <c:v>38043</c:v>
                </c:pt>
                <c:pt idx="823">
                  <c:v>38044</c:v>
                </c:pt>
                <c:pt idx="824">
                  <c:v>38047</c:v>
                </c:pt>
                <c:pt idx="825">
                  <c:v>38048</c:v>
                </c:pt>
                <c:pt idx="826">
                  <c:v>38049</c:v>
                </c:pt>
                <c:pt idx="827">
                  <c:v>38050</c:v>
                </c:pt>
                <c:pt idx="828">
                  <c:v>38051</c:v>
                </c:pt>
                <c:pt idx="829">
                  <c:v>38054</c:v>
                </c:pt>
                <c:pt idx="830">
                  <c:v>38055</c:v>
                </c:pt>
                <c:pt idx="831">
                  <c:v>38056</c:v>
                </c:pt>
                <c:pt idx="832">
                  <c:v>38057</c:v>
                </c:pt>
                <c:pt idx="833">
                  <c:v>38058</c:v>
                </c:pt>
                <c:pt idx="834">
                  <c:v>38061</c:v>
                </c:pt>
                <c:pt idx="835">
                  <c:v>38062</c:v>
                </c:pt>
                <c:pt idx="836">
                  <c:v>38063</c:v>
                </c:pt>
                <c:pt idx="837">
                  <c:v>38064</c:v>
                </c:pt>
                <c:pt idx="838">
                  <c:v>38065</c:v>
                </c:pt>
                <c:pt idx="839">
                  <c:v>38068</c:v>
                </c:pt>
                <c:pt idx="840">
                  <c:v>38069</c:v>
                </c:pt>
                <c:pt idx="841">
                  <c:v>38070</c:v>
                </c:pt>
                <c:pt idx="842">
                  <c:v>38071</c:v>
                </c:pt>
                <c:pt idx="843">
                  <c:v>38072</c:v>
                </c:pt>
                <c:pt idx="844">
                  <c:v>38075</c:v>
                </c:pt>
                <c:pt idx="845">
                  <c:v>38076</c:v>
                </c:pt>
                <c:pt idx="846">
                  <c:v>38077</c:v>
                </c:pt>
                <c:pt idx="847">
                  <c:v>38078</c:v>
                </c:pt>
                <c:pt idx="848">
                  <c:v>38079</c:v>
                </c:pt>
                <c:pt idx="849">
                  <c:v>38082</c:v>
                </c:pt>
                <c:pt idx="850">
                  <c:v>38083</c:v>
                </c:pt>
                <c:pt idx="851">
                  <c:v>38084</c:v>
                </c:pt>
                <c:pt idx="852">
                  <c:v>38085</c:v>
                </c:pt>
                <c:pt idx="853">
                  <c:v>38086</c:v>
                </c:pt>
                <c:pt idx="854">
                  <c:v>38089</c:v>
                </c:pt>
                <c:pt idx="855">
                  <c:v>38090</c:v>
                </c:pt>
                <c:pt idx="856">
                  <c:v>38091</c:v>
                </c:pt>
                <c:pt idx="857">
                  <c:v>38092</c:v>
                </c:pt>
                <c:pt idx="858">
                  <c:v>38093</c:v>
                </c:pt>
                <c:pt idx="859">
                  <c:v>38096</c:v>
                </c:pt>
                <c:pt idx="860">
                  <c:v>38097</c:v>
                </c:pt>
                <c:pt idx="861">
                  <c:v>38098</c:v>
                </c:pt>
                <c:pt idx="862">
                  <c:v>38099</c:v>
                </c:pt>
                <c:pt idx="863">
                  <c:v>38100</c:v>
                </c:pt>
                <c:pt idx="864">
                  <c:v>38103</c:v>
                </c:pt>
                <c:pt idx="865">
                  <c:v>38104</c:v>
                </c:pt>
                <c:pt idx="866">
                  <c:v>38105</c:v>
                </c:pt>
                <c:pt idx="867">
                  <c:v>38106</c:v>
                </c:pt>
                <c:pt idx="868">
                  <c:v>38107</c:v>
                </c:pt>
                <c:pt idx="869">
                  <c:v>38110</c:v>
                </c:pt>
                <c:pt idx="870">
                  <c:v>38111</c:v>
                </c:pt>
                <c:pt idx="871">
                  <c:v>38112</c:v>
                </c:pt>
                <c:pt idx="872">
                  <c:v>38113</c:v>
                </c:pt>
                <c:pt idx="873">
                  <c:v>38114</c:v>
                </c:pt>
                <c:pt idx="874">
                  <c:v>38117</c:v>
                </c:pt>
                <c:pt idx="875">
                  <c:v>38118</c:v>
                </c:pt>
                <c:pt idx="876">
                  <c:v>38119</c:v>
                </c:pt>
                <c:pt idx="877">
                  <c:v>38120</c:v>
                </c:pt>
                <c:pt idx="878">
                  <c:v>38121</c:v>
                </c:pt>
                <c:pt idx="879">
                  <c:v>38124</c:v>
                </c:pt>
                <c:pt idx="880">
                  <c:v>38125</c:v>
                </c:pt>
                <c:pt idx="881">
                  <c:v>38126</c:v>
                </c:pt>
                <c:pt idx="882">
                  <c:v>38127</c:v>
                </c:pt>
                <c:pt idx="883">
                  <c:v>38128</c:v>
                </c:pt>
                <c:pt idx="884">
                  <c:v>38131</c:v>
                </c:pt>
                <c:pt idx="885">
                  <c:v>38132</c:v>
                </c:pt>
                <c:pt idx="886">
                  <c:v>38133</c:v>
                </c:pt>
                <c:pt idx="887">
                  <c:v>38134</c:v>
                </c:pt>
                <c:pt idx="888">
                  <c:v>38135</c:v>
                </c:pt>
                <c:pt idx="889">
                  <c:v>38138</c:v>
                </c:pt>
                <c:pt idx="890">
                  <c:v>38139</c:v>
                </c:pt>
                <c:pt idx="891">
                  <c:v>38140</c:v>
                </c:pt>
                <c:pt idx="892">
                  <c:v>38141</c:v>
                </c:pt>
                <c:pt idx="893">
                  <c:v>38142</c:v>
                </c:pt>
                <c:pt idx="894">
                  <c:v>38145</c:v>
                </c:pt>
                <c:pt idx="895">
                  <c:v>38146</c:v>
                </c:pt>
                <c:pt idx="896">
                  <c:v>38147</c:v>
                </c:pt>
                <c:pt idx="897">
                  <c:v>38148</c:v>
                </c:pt>
                <c:pt idx="898">
                  <c:v>38149</c:v>
                </c:pt>
                <c:pt idx="899">
                  <c:v>38152</c:v>
                </c:pt>
                <c:pt idx="900">
                  <c:v>38153</c:v>
                </c:pt>
                <c:pt idx="901">
                  <c:v>38154</c:v>
                </c:pt>
                <c:pt idx="902">
                  <c:v>38155</c:v>
                </c:pt>
                <c:pt idx="903">
                  <c:v>38156</c:v>
                </c:pt>
                <c:pt idx="904">
                  <c:v>38159</c:v>
                </c:pt>
                <c:pt idx="905">
                  <c:v>38160</c:v>
                </c:pt>
                <c:pt idx="906">
                  <c:v>38161</c:v>
                </c:pt>
                <c:pt idx="907">
                  <c:v>38162</c:v>
                </c:pt>
                <c:pt idx="908">
                  <c:v>38163</c:v>
                </c:pt>
                <c:pt idx="909">
                  <c:v>38166</c:v>
                </c:pt>
                <c:pt idx="910">
                  <c:v>38167</c:v>
                </c:pt>
                <c:pt idx="911">
                  <c:v>38168</c:v>
                </c:pt>
                <c:pt idx="912">
                  <c:v>38169</c:v>
                </c:pt>
                <c:pt idx="913">
                  <c:v>38170</c:v>
                </c:pt>
                <c:pt idx="914">
                  <c:v>38173</c:v>
                </c:pt>
                <c:pt idx="915">
                  <c:v>38174</c:v>
                </c:pt>
                <c:pt idx="916">
                  <c:v>38175</c:v>
                </c:pt>
                <c:pt idx="917">
                  <c:v>38176</c:v>
                </c:pt>
                <c:pt idx="918">
                  <c:v>38177</c:v>
                </c:pt>
                <c:pt idx="919">
                  <c:v>38180</c:v>
                </c:pt>
                <c:pt idx="920">
                  <c:v>38181</c:v>
                </c:pt>
                <c:pt idx="921">
                  <c:v>38182</c:v>
                </c:pt>
                <c:pt idx="922">
                  <c:v>38183</c:v>
                </c:pt>
                <c:pt idx="923">
                  <c:v>38184</c:v>
                </c:pt>
                <c:pt idx="924">
                  <c:v>38187</c:v>
                </c:pt>
                <c:pt idx="925">
                  <c:v>38188</c:v>
                </c:pt>
                <c:pt idx="926">
                  <c:v>38189</c:v>
                </c:pt>
                <c:pt idx="927">
                  <c:v>38190</c:v>
                </c:pt>
                <c:pt idx="928">
                  <c:v>38191</c:v>
                </c:pt>
                <c:pt idx="929">
                  <c:v>38194</c:v>
                </c:pt>
                <c:pt idx="930">
                  <c:v>38195</c:v>
                </c:pt>
                <c:pt idx="931">
                  <c:v>38196</c:v>
                </c:pt>
                <c:pt idx="932">
                  <c:v>38197</c:v>
                </c:pt>
                <c:pt idx="933">
                  <c:v>38198</c:v>
                </c:pt>
                <c:pt idx="934">
                  <c:v>38201</c:v>
                </c:pt>
                <c:pt idx="935">
                  <c:v>38202</c:v>
                </c:pt>
                <c:pt idx="936">
                  <c:v>38203</c:v>
                </c:pt>
                <c:pt idx="937">
                  <c:v>38204</c:v>
                </c:pt>
                <c:pt idx="938">
                  <c:v>38205</c:v>
                </c:pt>
                <c:pt idx="939">
                  <c:v>38208</c:v>
                </c:pt>
                <c:pt idx="940">
                  <c:v>38209</c:v>
                </c:pt>
                <c:pt idx="941">
                  <c:v>38210</c:v>
                </c:pt>
                <c:pt idx="942">
                  <c:v>38211</c:v>
                </c:pt>
                <c:pt idx="943">
                  <c:v>38212</c:v>
                </c:pt>
                <c:pt idx="944">
                  <c:v>38215</c:v>
                </c:pt>
                <c:pt idx="945">
                  <c:v>38216</c:v>
                </c:pt>
                <c:pt idx="946">
                  <c:v>38217</c:v>
                </c:pt>
                <c:pt idx="947">
                  <c:v>38218</c:v>
                </c:pt>
                <c:pt idx="948">
                  <c:v>38219</c:v>
                </c:pt>
                <c:pt idx="949">
                  <c:v>38222</c:v>
                </c:pt>
                <c:pt idx="950">
                  <c:v>38223</c:v>
                </c:pt>
                <c:pt idx="951">
                  <c:v>38224</c:v>
                </c:pt>
                <c:pt idx="952">
                  <c:v>38225</c:v>
                </c:pt>
                <c:pt idx="953">
                  <c:v>38226</c:v>
                </c:pt>
                <c:pt idx="954">
                  <c:v>38229</c:v>
                </c:pt>
                <c:pt idx="955">
                  <c:v>38230</c:v>
                </c:pt>
                <c:pt idx="956">
                  <c:v>38231</c:v>
                </c:pt>
                <c:pt idx="957">
                  <c:v>38232</c:v>
                </c:pt>
                <c:pt idx="958">
                  <c:v>38233</c:v>
                </c:pt>
                <c:pt idx="959">
                  <c:v>38236</c:v>
                </c:pt>
                <c:pt idx="960">
                  <c:v>38237</c:v>
                </c:pt>
                <c:pt idx="961">
                  <c:v>38238</c:v>
                </c:pt>
                <c:pt idx="962">
                  <c:v>38239</c:v>
                </c:pt>
                <c:pt idx="963">
                  <c:v>38240</c:v>
                </c:pt>
                <c:pt idx="964">
                  <c:v>38243</c:v>
                </c:pt>
                <c:pt idx="965">
                  <c:v>38244</c:v>
                </c:pt>
                <c:pt idx="966">
                  <c:v>38245</c:v>
                </c:pt>
                <c:pt idx="967">
                  <c:v>38246</c:v>
                </c:pt>
                <c:pt idx="968">
                  <c:v>38247</c:v>
                </c:pt>
                <c:pt idx="969">
                  <c:v>38250</c:v>
                </c:pt>
                <c:pt idx="970">
                  <c:v>38251</c:v>
                </c:pt>
                <c:pt idx="971">
                  <c:v>38252</c:v>
                </c:pt>
                <c:pt idx="972">
                  <c:v>38253</c:v>
                </c:pt>
                <c:pt idx="973">
                  <c:v>38254</c:v>
                </c:pt>
                <c:pt idx="974">
                  <c:v>38257</c:v>
                </c:pt>
                <c:pt idx="975">
                  <c:v>38258</c:v>
                </c:pt>
                <c:pt idx="976">
                  <c:v>38259</c:v>
                </c:pt>
                <c:pt idx="977">
                  <c:v>38260</c:v>
                </c:pt>
                <c:pt idx="978">
                  <c:v>38261</c:v>
                </c:pt>
                <c:pt idx="979">
                  <c:v>38264</c:v>
                </c:pt>
                <c:pt idx="980">
                  <c:v>38265</c:v>
                </c:pt>
                <c:pt idx="981">
                  <c:v>38266</c:v>
                </c:pt>
                <c:pt idx="982">
                  <c:v>38267</c:v>
                </c:pt>
                <c:pt idx="983">
                  <c:v>38268</c:v>
                </c:pt>
                <c:pt idx="984">
                  <c:v>38271</c:v>
                </c:pt>
                <c:pt idx="985">
                  <c:v>38272</c:v>
                </c:pt>
                <c:pt idx="986">
                  <c:v>38273</c:v>
                </c:pt>
                <c:pt idx="987">
                  <c:v>38274</c:v>
                </c:pt>
                <c:pt idx="988">
                  <c:v>38275</c:v>
                </c:pt>
                <c:pt idx="989">
                  <c:v>38278</c:v>
                </c:pt>
                <c:pt idx="990">
                  <c:v>38279</c:v>
                </c:pt>
                <c:pt idx="991">
                  <c:v>38280</c:v>
                </c:pt>
                <c:pt idx="992">
                  <c:v>38281</c:v>
                </c:pt>
                <c:pt idx="993">
                  <c:v>38282</c:v>
                </c:pt>
                <c:pt idx="994">
                  <c:v>38285</c:v>
                </c:pt>
                <c:pt idx="995">
                  <c:v>38286</c:v>
                </c:pt>
                <c:pt idx="996">
                  <c:v>38287</c:v>
                </c:pt>
                <c:pt idx="997">
                  <c:v>38288</c:v>
                </c:pt>
                <c:pt idx="998">
                  <c:v>38289</c:v>
                </c:pt>
                <c:pt idx="999">
                  <c:v>38292</c:v>
                </c:pt>
                <c:pt idx="1000">
                  <c:v>38293</c:v>
                </c:pt>
                <c:pt idx="1001">
                  <c:v>38294</c:v>
                </c:pt>
                <c:pt idx="1002">
                  <c:v>38295</c:v>
                </c:pt>
                <c:pt idx="1003">
                  <c:v>38296</c:v>
                </c:pt>
                <c:pt idx="1004">
                  <c:v>38299</c:v>
                </c:pt>
                <c:pt idx="1005">
                  <c:v>38300</c:v>
                </c:pt>
                <c:pt idx="1006">
                  <c:v>38301</c:v>
                </c:pt>
                <c:pt idx="1007">
                  <c:v>38302</c:v>
                </c:pt>
                <c:pt idx="1008">
                  <c:v>38303</c:v>
                </c:pt>
                <c:pt idx="1009">
                  <c:v>38306</c:v>
                </c:pt>
                <c:pt idx="1010">
                  <c:v>38307</c:v>
                </c:pt>
                <c:pt idx="1011">
                  <c:v>38308</c:v>
                </c:pt>
                <c:pt idx="1012">
                  <c:v>38309</c:v>
                </c:pt>
                <c:pt idx="1013">
                  <c:v>38310</c:v>
                </c:pt>
                <c:pt idx="1014">
                  <c:v>38313</c:v>
                </c:pt>
                <c:pt idx="1015">
                  <c:v>38314</c:v>
                </c:pt>
                <c:pt idx="1016">
                  <c:v>38315</c:v>
                </c:pt>
                <c:pt idx="1017">
                  <c:v>38316</c:v>
                </c:pt>
                <c:pt idx="1018">
                  <c:v>38317</c:v>
                </c:pt>
                <c:pt idx="1019">
                  <c:v>38320</c:v>
                </c:pt>
                <c:pt idx="1020">
                  <c:v>38321</c:v>
                </c:pt>
                <c:pt idx="1021">
                  <c:v>38322</c:v>
                </c:pt>
                <c:pt idx="1022">
                  <c:v>38323</c:v>
                </c:pt>
                <c:pt idx="1023">
                  <c:v>38324</c:v>
                </c:pt>
                <c:pt idx="1024">
                  <c:v>38327</c:v>
                </c:pt>
                <c:pt idx="1025">
                  <c:v>38328</c:v>
                </c:pt>
                <c:pt idx="1026">
                  <c:v>38329</c:v>
                </c:pt>
                <c:pt idx="1027">
                  <c:v>38330</c:v>
                </c:pt>
                <c:pt idx="1028">
                  <c:v>38331</c:v>
                </c:pt>
                <c:pt idx="1029">
                  <c:v>38334</c:v>
                </c:pt>
                <c:pt idx="1030">
                  <c:v>38335</c:v>
                </c:pt>
                <c:pt idx="1031">
                  <c:v>38336</c:v>
                </c:pt>
                <c:pt idx="1032">
                  <c:v>38337</c:v>
                </c:pt>
                <c:pt idx="1033">
                  <c:v>38338</c:v>
                </c:pt>
                <c:pt idx="1034">
                  <c:v>38341</c:v>
                </c:pt>
                <c:pt idx="1035">
                  <c:v>38342</c:v>
                </c:pt>
                <c:pt idx="1036">
                  <c:v>38343</c:v>
                </c:pt>
                <c:pt idx="1037">
                  <c:v>38344</c:v>
                </c:pt>
                <c:pt idx="1038">
                  <c:v>38345</c:v>
                </c:pt>
                <c:pt idx="1039">
                  <c:v>38348</c:v>
                </c:pt>
                <c:pt idx="1040">
                  <c:v>38349</c:v>
                </c:pt>
                <c:pt idx="1041">
                  <c:v>38350</c:v>
                </c:pt>
                <c:pt idx="1042">
                  <c:v>38351</c:v>
                </c:pt>
                <c:pt idx="1043">
                  <c:v>38352</c:v>
                </c:pt>
                <c:pt idx="1044">
                  <c:v>38355</c:v>
                </c:pt>
                <c:pt idx="1045">
                  <c:v>38356</c:v>
                </c:pt>
                <c:pt idx="1046">
                  <c:v>38357</c:v>
                </c:pt>
                <c:pt idx="1047">
                  <c:v>38358</c:v>
                </c:pt>
                <c:pt idx="1048">
                  <c:v>38359</c:v>
                </c:pt>
                <c:pt idx="1049">
                  <c:v>38362</c:v>
                </c:pt>
                <c:pt idx="1050">
                  <c:v>38363</c:v>
                </c:pt>
                <c:pt idx="1051">
                  <c:v>38364</c:v>
                </c:pt>
                <c:pt idx="1052">
                  <c:v>38365</c:v>
                </c:pt>
                <c:pt idx="1053">
                  <c:v>38366</c:v>
                </c:pt>
                <c:pt idx="1054">
                  <c:v>38369</c:v>
                </c:pt>
                <c:pt idx="1055">
                  <c:v>38370</c:v>
                </c:pt>
                <c:pt idx="1056">
                  <c:v>38371</c:v>
                </c:pt>
                <c:pt idx="1057">
                  <c:v>38372</c:v>
                </c:pt>
                <c:pt idx="1058">
                  <c:v>38373</c:v>
                </c:pt>
                <c:pt idx="1059">
                  <c:v>38376</c:v>
                </c:pt>
                <c:pt idx="1060">
                  <c:v>38377</c:v>
                </c:pt>
                <c:pt idx="1061">
                  <c:v>38378</c:v>
                </c:pt>
                <c:pt idx="1062">
                  <c:v>38379</c:v>
                </c:pt>
                <c:pt idx="1063">
                  <c:v>38380</c:v>
                </c:pt>
                <c:pt idx="1064">
                  <c:v>38383</c:v>
                </c:pt>
                <c:pt idx="1065">
                  <c:v>38384</c:v>
                </c:pt>
                <c:pt idx="1066">
                  <c:v>38385</c:v>
                </c:pt>
                <c:pt idx="1067">
                  <c:v>38386</c:v>
                </c:pt>
                <c:pt idx="1068">
                  <c:v>38387</c:v>
                </c:pt>
                <c:pt idx="1069">
                  <c:v>38390</c:v>
                </c:pt>
                <c:pt idx="1070">
                  <c:v>38391</c:v>
                </c:pt>
                <c:pt idx="1071">
                  <c:v>38392</c:v>
                </c:pt>
                <c:pt idx="1072">
                  <c:v>38393</c:v>
                </c:pt>
                <c:pt idx="1073">
                  <c:v>38394</c:v>
                </c:pt>
                <c:pt idx="1074">
                  <c:v>38397</c:v>
                </c:pt>
                <c:pt idx="1075">
                  <c:v>38398</c:v>
                </c:pt>
                <c:pt idx="1076">
                  <c:v>38399</c:v>
                </c:pt>
                <c:pt idx="1077">
                  <c:v>38400</c:v>
                </c:pt>
                <c:pt idx="1078">
                  <c:v>38401</c:v>
                </c:pt>
                <c:pt idx="1079">
                  <c:v>38404</c:v>
                </c:pt>
                <c:pt idx="1080">
                  <c:v>38405</c:v>
                </c:pt>
                <c:pt idx="1081">
                  <c:v>38406</c:v>
                </c:pt>
                <c:pt idx="1082">
                  <c:v>38407</c:v>
                </c:pt>
                <c:pt idx="1083">
                  <c:v>38408</c:v>
                </c:pt>
                <c:pt idx="1084">
                  <c:v>38411</c:v>
                </c:pt>
                <c:pt idx="1085">
                  <c:v>38412</c:v>
                </c:pt>
                <c:pt idx="1086">
                  <c:v>38413</c:v>
                </c:pt>
                <c:pt idx="1087">
                  <c:v>38414</c:v>
                </c:pt>
                <c:pt idx="1088">
                  <c:v>38415</c:v>
                </c:pt>
                <c:pt idx="1089">
                  <c:v>38418</c:v>
                </c:pt>
                <c:pt idx="1090">
                  <c:v>38419</c:v>
                </c:pt>
                <c:pt idx="1091">
                  <c:v>38420</c:v>
                </c:pt>
                <c:pt idx="1092">
                  <c:v>38421</c:v>
                </c:pt>
                <c:pt idx="1093">
                  <c:v>38422</c:v>
                </c:pt>
                <c:pt idx="1094">
                  <c:v>38425</c:v>
                </c:pt>
                <c:pt idx="1095">
                  <c:v>38426</c:v>
                </c:pt>
                <c:pt idx="1096">
                  <c:v>38427</c:v>
                </c:pt>
                <c:pt idx="1097">
                  <c:v>38428</c:v>
                </c:pt>
                <c:pt idx="1098">
                  <c:v>38429</c:v>
                </c:pt>
                <c:pt idx="1099">
                  <c:v>38432</c:v>
                </c:pt>
                <c:pt idx="1100">
                  <c:v>38433</c:v>
                </c:pt>
                <c:pt idx="1101">
                  <c:v>38434</c:v>
                </c:pt>
                <c:pt idx="1102">
                  <c:v>38435</c:v>
                </c:pt>
                <c:pt idx="1103">
                  <c:v>38436</c:v>
                </c:pt>
                <c:pt idx="1104">
                  <c:v>38439</c:v>
                </c:pt>
                <c:pt idx="1105">
                  <c:v>38440</c:v>
                </c:pt>
                <c:pt idx="1106">
                  <c:v>38441</c:v>
                </c:pt>
                <c:pt idx="1107">
                  <c:v>38442</c:v>
                </c:pt>
                <c:pt idx="1108">
                  <c:v>38443</c:v>
                </c:pt>
                <c:pt idx="1109">
                  <c:v>38446</c:v>
                </c:pt>
                <c:pt idx="1110">
                  <c:v>38447</c:v>
                </c:pt>
                <c:pt idx="1111">
                  <c:v>38448</c:v>
                </c:pt>
                <c:pt idx="1112">
                  <c:v>38449</c:v>
                </c:pt>
                <c:pt idx="1113">
                  <c:v>38450</c:v>
                </c:pt>
                <c:pt idx="1114">
                  <c:v>38453</c:v>
                </c:pt>
                <c:pt idx="1115">
                  <c:v>38454</c:v>
                </c:pt>
                <c:pt idx="1116">
                  <c:v>38455</c:v>
                </c:pt>
                <c:pt idx="1117">
                  <c:v>38456</c:v>
                </c:pt>
                <c:pt idx="1118">
                  <c:v>38457</c:v>
                </c:pt>
                <c:pt idx="1119">
                  <c:v>38460</c:v>
                </c:pt>
                <c:pt idx="1120">
                  <c:v>38461</c:v>
                </c:pt>
                <c:pt idx="1121">
                  <c:v>38462</c:v>
                </c:pt>
                <c:pt idx="1122">
                  <c:v>38463</c:v>
                </c:pt>
                <c:pt idx="1123">
                  <c:v>38464</c:v>
                </c:pt>
                <c:pt idx="1124">
                  <c:v>38467</c:v>
                </c:pt>
                <c:pt idx="1125">
                  <c:v>38468</c:v>
                </c:pt>
                <c:pt idx="1126">
                  <c:v>38469</c:v>
                </c:pt>
                <c:pt idx="1127">
                  <c:v>38470</c:v>
                </c:pt>
                <c:pt idx="1128">
                  <c:v>38471</c:v>
                </c:pt>
                <c:pt idx="1129">
                  <c:v>38474</c:v>
                </c:pt>
                <c:pt idx="1130">
                  <c:v>38475</c:v>
                </c:pt>
                <c:pt idx="1131">
                  <c:v>38476</c:v>
                </c:pt>
                <c:pt idx="1132">
                  <c:v>38477</c:v>
                </c:pt>
                <c:pt idx="1133">
                  <c:v>38478</c:v>
                </c:pt>
                <c:pt idx="1134">
                  <c:v>38481</c:v>
                </c:pt>
                <c:pt idx="1135">
                  <c:v>38482</c:v>
                </c:pt>
                <c:pt idx="1136">
                  <c:v>38483</c:v>
                </c:pt>
                <c:pt idx="1137">
                  <c:v>38484</c:v>
                </c:pt>
                <c:pt idx="1138">
                  <c:v>38485</c:v>
                </c:pt>
                <c:pt idx="1139">
                  <c:v>38488</c:v>
                </c:pt>
                <c:pt idx="1140">
                  <c:v>38489</c:v>
                </c:pt>
                <c:pt idx="1141">
                  <c:v>38490</c:v>
                </c:pt>
                <c:pt idx="1142">
                  <c:v>38491</c:v>
                </c:pt>
                <c:pt idx="1143">
                  <c:v>38492</c:v>
                </c:pt>
                <c:pt idx="1144">
                  <c:v>38495</c:v>
                </c:pt>
                <c:pt idx="1145">
                  <c:v>38496</c:v>
                </c:pt>
                <c:pt idx="1146">
                  <c:v>38497</c:v>
                </c:pt>
                <c:pt idx="1147">
                  <c:v>38498</c:v>
                </c:pt>
                <c:pt idx="1148">
                  <c:v>38499</c:v>
                </c:pt>
                <c:pt idx="1149">
                  <c:v>38502</c:v>
                </c:pt>
                <c:pt idx="1150">
                  <c:v>38503</c:v>
                </c:pt>
                <c:pt idx="1151">
                  <c:v>38504</c:v>
                </c:pt>
                <c:pt idx="1152">
                  <c:v>38505</c:v>
                </c:pt>
                <c:pt idx="1153">
                  <c:v>38506</c:v>
                </c:pt>
                <c:pt idx="1154">
                  <c:v>38509</c:v>
                </c:pt>
                <c:pt idx="1155">
                  <c:v>38510</c:v>
                </c:pt>
                <c:pt idx="1156">
                  <c:v>38511</c:v>
                </c:pt>
                <c:pt idx="1157">
                  <c:v>38512</c:v>
                </c:pt>
                <c:pt idx="1158">
                  <c:v>38513</c:v>
                </c:pt>
                <c:pt idx="1159">
                  <c:v>38516</c:v>
                </c:pt>
                <c:pt idx="1160">
                  <c:v>38517</c:v>
                </c:pt>
                <c:pt idx="1161">
                  <c:v>38518</c:v>
                </c:pt>
                <c:pt idx="1162">
                  <c:v>38519</c:v>
                </c:pt>
                <c:pt idx="1163">
                  <c:v>38520</c:v>
                </c:pt>
                <c:pt idx="1164">
                  <c:v>38523</c:v>
                </c:pt>
                <c:pt idx="1165">
                  <c:v>38524</c:v>
                </c:pt>
                <c:pt idx="1166">
                  <c:v>38525</c:v>
                </c:pt>
                <c:pt idx="1167">
                  <c:v>38526</c:v>
                </c:pt>
                <c:pt idx="1168">
                  <c:v>38527</c:v>
                </c:pt>
                <c:pt idx="1169">
                  <c:v>38530</c:v>
                </c:pt>
                <c:pt idx="1170">
                  <c:v>38531</c:v>
                </c:pt>
                <c:pt idx="1171">
                  <c:v>38532</c:v>
                </c:pt>
                <c:pt idx="1172">
                  <c:v>38533</c:v>
                </c:pt>
                <c:pt idx="1173">
                  <c:v>38534</c:v>
                </c:pt>
                <c:pt idx="1174">
                  <c:v>38537</c:v>
                </c:pt>
                <c:pt idx="1175">
                  <c:v>38538</c:v>
                </c:pt>
                <c:pt idx="1176">
                  <c:v>38539</c:v>
                </c:pt>
                <c:pt idx="1177">
                  <c:v>38540</c:v>
                </c:pt>
                <c:pt idx="1178">
                  <c:v>38541</c:v>
                </c:pt>
                <c:pt idx="1179">
                  <c:v>38544</c:v>
                </c:pt>
                <c:pt idx="1180">
                  <c:v>38545</c:v>
                </c:pt>
                <c:pt idx="1181">
                  <c:v>38546</c:v>
                </c:pt>
                <c:pt idx="1182">
                  <c:v>38547</c:v>
                </c:pt>
                <c:pt idx="1183">
                  <c:v>38548</c:v>
                </c:pt>
                <c:pt idx="1184">
                  <c:v>38551</c:v>
                </c:pt>
                <c:pt idx="1185">
                  <c:v>38552</c:v>
                </c:pt>
                <c:pt idx="1186">
                  <c:v>38553</c:v>
                </c:pt>
                <c:pt idx="1187">
                  <c:v>38554</c:v>
                </c:pt>
                <c:pt idx="1188">
                  <c:v>38555</c:v>
                </c:pt>
                <c:pt idx="1189">
                  <c:v>38558</c:v>
                </c:pt>
                <c:pt idx="1190">
                  <c:v>38559</c:v>
                </c:pt>
                <c:pt idx="1191">
                  <c:v>38560</c:v>
                </c:pt>
                <c:pt idx="1192">
                  <c:v>38561</c:v>
                </c:pt>
                <c:pt idx="1193">
                  <c:v>38562</c:v>
                </c:pt>
                <c:pt idx="1194">
                  <c:v>38565</c:v>
                </c:pt>
                <c:pt idx="1195">
                  <c:v>38566</c:v>
                </c:pt>
                <c:pt idx="1196">
                  <c:v>38567</c:v>
                </c:pt>
                <c:pt idx="1197">
                  <c:v>38568</c:v>
                </c:pt>
                <c:pt idx="1198">
                  <c:v>38569</c:v>
                </c:pt>
                <c:pt idx="1199">
                  <c:v>38572</c:v>
                </c:pt>
                <c:pt idx="1200">
                  <c:v>38573</c:v>
                </c:pt>
                <c:pt idx="1201">
                  <c:v>38574</c:v>
                </c:pt>
                <c:pt idx="1202">
                  <c:v>38575</c:v>
                </c:pt>
                <c:pt idx="1203">
                  <c:v>38576</c:v>
                </c:pt>
                <c:pt idx="1204">
                  <c:v>38579</c:v>
                </c:pt>
                <c:pt idx="1205">
                  <c:v>38580</c:v>
                </c:pt>
                <c:pt idx="1206">
                  <c:v>38581</c:v>
                </c:pt>
                <c:pt idx="1207">
                  <c:v>38582</c:v>
                </c:pt>
                <c:pt idx="1208">
                  <c:v>38583</c:v>
                </c:pt>
                <c:pt idx="1209">
                  <c:v>38586</c:v>
                </c:pt>
                <c:pt idx="1210">
                  <c:v>38587</c:v>
                </c:pt>
                <c:pt idx="1211">
                  <c:v>38588</c:v>
                </c:pt>
                <c:pt idx="1212">
                  <c:v>38589</c:v>
                </c:pt>
                <c:pt idx="1213">
                  <c:v>38590</c:v>
                </c:pt>
                <c:pt idx="1214">
                  <c:v>38593</c:v>
                </c:pt>
                <c:pt idx="1215">
                  <c:v>38594</c:v>
                </c:pt>
                <c:pt idx="1216">
                  <c:v>38595</c:v>
                </c:pt>
                <c:pt idx="1217">
                  <c:v>38596</c:v>
                </c:pt>
                <c:pt idx="1218">
                  <c:v>38597</c:v>
                </c:pt>
                <c:pt idx="1219">
                  <c:v>38600</c:v>
                </c:pt>
                <c:pt idx="1220">
                  <c:v>38601</c:v>
                </c:pt>
                <c:pt idx="1221">
                  <c:v>38602</c:v>
                </c:pt>
                <c:pt idx="1222">
                  <c:v>38603</c:v>
                </c:pt>
                <c:pt idx="1223">
                  <c:v>38604</c:v>
                </c:pt>
                <c:pt idx="1224">
                  <c:v>38607</c:v>
                </c:pt>
                <c:pt idx="1225">
                  <c:v>38608</c:v>
                </c:pt>
                <c:pt idx="1226">
                  <c:v>38609</c:v>
                </c:pt>
                <c:pt idx="1227">
                  <c:v>38610</c:v>
                </c:pt>
                <c:pt idx="1228">
                  <c:v>38611</c:v>
                </c:pt>
                <c:pt idx="1229">
                  <c:v>38614</c:v>
                </c:pt>
                <c:pt idx="1230">
                  <c:v>38615</c:v>
                </c:pt>
                <c:pt idx="1231">
                  <c:v>38616</c:v>
                </c:pt>
                <c:pt idx="1232">
                  <c:v>38617</c:v>
                </c:pt>
                <c:pt idx="1233">
                  <c:v>38618</c:v>
                </c:pt>
                <c:pt idx="1234">
                  <c:v>38621</c:v>
                </c:pt>
                <c:pt idx="1235">
                  <c:v>38622</c:v>
                </c:pt>
                <c:pt idx="1236">
                  <c:v>38623</c:v>
                </c:pt>
                <c:pt idx="1237">
                  <c:v>38624</c:v>
                </c:pt>
                <c:pt idx="1238">
                  <c:v>38625</c:v>
                </c:pt>
                <c:pt idx="1239">
                  <c:v>38628</c:v>
                </c:pt>
                <c:pt idx="1240">
                  <c:v>38629</c:v>
                </c:pt>
                <c:pt idx="1241">
                  <c:v>38630</c:v>
                </c:pt>
                <c:pt idx="1242">
                  <c:v>38631</c:v>
                </c:pt>
                <c:pt idx="1243">
                  <c:v>38632</c:v>
                </c:pt>
                <c:pt idx="1244">
                  <c:v>38635</c:v>
                </c:pt>
                <c:pt idx="1245">
                  <c:v>38636</c:v>
                </c:pt>
                <c:pt idx="1246">
                  <c:v>38637</c:v>
                </c:pt>
                <c:pt idx="1247">
                  <c:v>38638</c:v>
                </c:pt>
                <c:pt idx="1248">
                  <c:v>38639</c:v>
                </c:pt>
                <c:pt idx="1249">
                  <c:v>38642</c:v>
                </c:pt>
                <c:pt idx="1250">
                  <c:v>38643</c:v>
                </c:pt>
                <c:pt idx="1251">
                  <c:v>38644</c:v>
                </c:pt>
                <c:pt idx="1252">
                  <c:v>38645</c:v>
                </c:pt>
                <c:pt idx="1253">
                  <c:v>38646</c:v>
                </c:pt>
                <c:pt idx="1254">
                  <c:v>38649</c:v>
                </c:pt>
                <c:pt idx="1255">
                  <c:v>38650</c:v>
                </c:pt>
                <c:pt idx="1256">
                  <c:v>38651</c:v>
                </c:pt>
                <c:pt idx="1257">
                  <c:v>38652</c:v>
                </c:pt>
                <c:pt idx="1258">
                  <c:v>38653</c:v>
                </c:pt>
                <c:pt idx="1259">
                  <c:v>38656</c:v>
                </c:pt>
                <c:pt idx="1260">
                  <c:v>38657</c:v>
                </c:pt>
                <c:pt idx="1261">
                  <c:v>38658</c:v>
                </c:pt>
                <c:pt idx="1262">
                  <c:v>38659</c:v>
                </c:pt>
                <c:pt idx="1263">
                  <c:v>38660</c:v>
                </c:pt>
                <c:pt idx="1264">
                  <c:v>38663</c:v>
                </c:pt>
                <c:pt idx="1265">
                  <c:v>38664</c:v>
                </c:pt>
                <c:pt idx="1266">
                  <c:v>38665</c:v>
                </c:pt>
                <c:pt idx="1267">
                  <c:v>38666</c:v>
                </c:pt>
                <c:pt idx="1268">
                  <c:v>38667</c:v>
                </c:pt>
                <c:pt idx="1269">
                  <c:v>38670</c:v>
                </c:pt>
                <c:pt idx="1270">
                  <c:v>38671</c:v>
                </c:pt>
                <c:pt idx="1271">
                  <c:v>38672</c:v>
                </c:pt>
                <c:pt idx="1272">
                  <c:v>38673</c:v>
                </c:pt>
                <c:pt idx="1273">
                  <c:v>38674</c:v>
                </c:pt>
                <c:pt idx="1274">
                  <c:v>38677</c:v>
                </c:pt>
                <c:pt idx="1275">
                  <c:v>38678</c:v>
                </c:pt>
                <c:pt idx="1276">
                  <c:v>38679</c:v>
                </c:pt>
                <c:pt idx="1277">
                  <c:v>38680</c:v>
                </c:pt>
                <c:pt idx="1278">
                  <c:v>38681</c:v>
                </c:pt>
                <c:pt idx="1279">
                  <c:v>38684</c:v>
                </c:pt>
                <c:pt idx="1280">
                  <c:v>38685</c:v>
                </c:pt>
                <c:pt idx="1281">
                  <c:v>38686</c:v>
                </c:pt>
                <c:pt idx="1282">
                  <c:v>38687</c:v>
                </c:pt>
                <c:pt idx="1283">
                  <c:v>38688</c:v>
                </c:pt>
                <c:pt idx="1284">
                  <c:v>38691</c:v>
                </c:pt>
                <c:pt idx="1285">
                  <c:v>38692</c:v>
                </c:pt>
                <c:pt idx="1286">
                  <c:v>38693</c:v>
                </c:pt>
                <c:pt idx="1287">
                  <c:v>38694</c:v>
                </c:pt>
                <c:pt idx="1288">
                  <c:v>38695</c:v>
                </c:pt>
                <c:pt idx="1289">
                  <c:v>38698</c:v>
                </c:pt>
                <c:pt idx="1290">
                  <c:v>38699</c:v>
                </c:pt>
                <c:pt idx="1291">
                  <c:v>38700</c:v>
                </c:pt>
                <c:pt idx="1292">
                  <c:v>38701</c:v>
                </c:pt>
                <c:pt idx="1293">
                  <c:v>38702</c:v>
                </c:pt>
                <c:pt idx="1294">
                  <c:v>38705</c:v>
                </c:pt>
                <c:pt idx="1295">
                  <c:v>38706</c:v>
                </c:pt>
                <c:pt idx="1296">
                  <c:v>38707</c:v>
                </c:pt>
                <c:pt idx="1297">
                  <c:v>38708</c:v>
                </c:pt>
                <c:pt idx="1298">
                  <c:v>38709</c:v>
                </c:pt>
                <c:pt idx="1299">
                  <c:v>38712</c:v>
                </c:pt>
                <c:pt idx="1300">
                  <c:v>38713</c:v>
                </c:pt>
                <c:pt idx="1301">
                  <c:v>38714</c:v>
                </c:pt>
                <c:pt idx="1302">
                  <c:v>38715</c:v>
                </c:pt>
                <c:pt idx="1303">
                  <c:v>38716</c:v>
                </c:pt>
                <c:pt idx="1304">
                  <c:v>38719</c:v>
                </c:pt>
                <c:pt idx="1305">
                  <c:v>38720</c:v>
                </c:pt>
                <c:pt idx="1306">
                  <c:v>38721</c:v>
                </c:pt>
                <c:pt idx="1307">
                  <c:v>38722</c:v>
                </c:pt>
                <c:pt idx="1308">
                  <c:v>38723</c:v>
                </c:pt>
                <c:pt idx="1309">
                  <c:v>38726</c:v>
                </c:pt>
                <c:pt idx="1310">
                  <c:v>38727</c:v>
                </c:pt>
                <c:pt idx="1311">
                  <c:v>38728</c:v>
                </c:pt>
                <c:pt idx="1312">
                  <c:v>38729</c:v>
                </c:pt>
                <c:pt idx="1313">
                  <c:v>38730</c:v>
                </c:pt>
                <c:pt idx="1314">
                  <c:v>38733</c:v>
                </c:pt>
                <c:pt idx="1315">
                  <c:v>38734</c:v>
                </c:pt>
                <c:pt idx="1316">
                  <c:v>38735</c:v>
                </c:pt>
                <c:pt idx="1317">
                  <c:v>38736</c:v>
                </c:pt>
                <c:pt idx="1318">
                  <c:v>38737</c:v>
                </c:pt>
                <c:pt idx="1319">
                  <c:v>38740</c:v>
                </c:pt>
                <c:pt idx="1320">
                  <c:v>38741</c:v>
                </c:pt>
                <c:pt idx="1321">
                  <c:v>38742</c:v>
                </c:pt>
                <c:pt idx="1322">
                  <c:v>38743</c:v>
                </c:pt>
                <c:pt idx="1323">
                  <c:v>38744</c:v>
                </c:pt>
                <c:pt idx="1324">
                  <c:v>38747</c:v>
                </c:pt>
                <c:pt idx="1325">
                  <c:v>38748</c:v>
                </c:pt>
                <c:pt idx="1326">
                  <c:v>38749</c:v>
                </c:pt>
                <c:pt idx="1327">
                  <c:v>38750</c:v>
                </c:pt>
                <c:pt idx="1328">
                  <c:v>38751</c:v>
                </c:pt>
                <c:pt idx="1329">
                  <c:v>38754</c:v>
                </c:pt>
                <c:pt idx="1330">
                  <c:v>38755</c:v>
                </c:pt>
                <c:pt idx="1331">
                  <c:v>38756</c:v>
                </c:pt>
                <c:pt idx="1332">
                  <c:v>38757</c:v>
                </c:pt>
                <c:pt idx="1333">
                  <c:v>38758</c:v>
                </c:pt>
                <c:pt idx="1334">
                  <c:v>38761</c:v>
                </c:pt>
                <c:pt idx="1335">
                  <c:v>38762</c:v>
                </c:pt>
                <c:pt idx="1336">
                  <c:v>38763</c:v>
                </c:pt>
                <c:pt idx="1337">
                  <c:v>38764</c:v>
                </c:pt>
                <c:pt idx="1338">
                  <c:v>38765</c:v>
                </c:pt>
                <c:pt idx="1339">
                  <c:v>38768</c:v>
                </c:pt>
                <c:pt idx="1340">
                  <c:v>38769</c:v>
                </c:pt>
                <c:pt idx="1341">
                  <c:v>38770</c:v>
                </c:pt>
                <c:pt idx="1342">
                  <c:v>38771</c:v>
                </c:pt>
                <c:pt idx="1343">
                  <c:v>38772</c:v>
                </c:pt>
                <c:pt idx="1344">
                  <c:v>38775</c:v>
                </c:pt>
                <c:pt idx="1345">
                  <c:v>38776</c:v>
                </c:pt>
                <c:pt idx="1346">
                  <c:v>38777</c:v>
                </c:pt>
                <c:pt idx="1347">
                  <c:v>38778</c:v>
                </c:pt>
                <c:pt idx="1348">
                  <c:v>38779</c:v>
                </c:pt>
                <c:pt idx="1349">
                  <c:v>38782</c:v>
                </c:pt>
                <c:pt idx="1350">
                  <c:v>38783</c:v>
                </c:pt>
                <c:pt idx="1351">
                  <c:v>38784</c:v>
                </c:pt>
                <c:pt idx="1352">
                  <c:v>38785</c:v>
                </c:pt>
                <c:pt idx="1353">
                  <c:v>38786</c:v>
                </c:pt>
                <c:pt idx="1354">
                  <c:v>38789</c:v>
                </c:pt>
                <c:pt idx="1355">
                  <c:v>38790</c:v>
                </c:pt>
                <c:pt idx="1356">
                  <c:v>38791</c:v>
                </c:pt>
                <c:pt idx="1357">
                  <c:v>38792</c:v>
                </c:pt>
                <c:pt idx="1358">
                  <c:v>38793</c:v>
                </c:pt>
                <c:pt idx="1359">
                  <c:v>38796</c:v>
                </c:pt>
                <c:pt idx="1360">
                  <c:v>38797</c:v>
                </c:pt>
                <c:pt idx="1361">
                  <c:v>38798</c:v>
                </c:pt>
                <c:pt idx="1362">
                  <c:v>38799</c:v>
                </c:pt>
                <c:pt idx="1363">
                  <c:v>38800</c:v>
                </c:pt>
                <c:pt idx="1364">
                  <c:v>38803</c:v>
                </c:pt>
                <c:pt idx="1365">
                  <c:v>38804</c:v>
                </c:pt>
                <c:pt idx="1366">
                  <c:v>38805</c:v>
                </c:pt>
                <c:pt idx="1367">
                  <c:v>38806</c:v>
                </c:pt>
                <c:pt idx="1368">
                  <c:v>38807</c:v>
                </c:pt>
                <c:pt idx="1369">
                  <c:v>38810</c:v>
                </c:pt>
                <c:pt idx="1370">
                  <c:v>38811</c:v>
                </c:pt>
                <c:pt idx="1371">
                  <c:v>38812</c:v>
                </c:pt>
                <c:pt idx="1372">
                  <c:v>38813</c:v>
                </c:pt>
                <c:pt idx="1373">
                  <c:v>38814</c:v>
                </c:pt>
                <c:pt idx="1374">
                  <c:v>38817</c:v>
                </c:pt>
                <c:pt idx="1375">
                  <c:v>38818</c:v>
                </c:pt>
                <c:pt idx="1376">
                  <c:v>38819</c:v>
                </c:pt>
                <c:pt idx="1377">
                  <c:v>38820</c:v>
                </c:pt>
                <c:pt idx="1378">
                  <c:v>38821</c:v>
                </c:pt>
                <c:pt idx="1379">
                  <c:v>38824</c:v>
                </c:pt>
                <c:pt idx="1380">
                  <c:v>38825</c:v>
                </c:pt>
                <c:pt idx="1381">
                  <c:v>38826</c:v>
                </c:pt>
                <c:pt idx="1382">
                  <c:v>38827</c:v>
                </c:pt>
                <c:pt idx="1383">
                  <c:v>38828</c:v>
                </c:pt>
                <c:pt idx="1384">
                  <c:v>38831</c:v>
                </c:pt>
                <c:pt idx="1385">
                  <c:v>38832</c:v>
                </c:pt>
                <c:pt idx="1386">
                  <c:v>38833</c:v>
                </c:pt>
                <c:pt idx="1387">
                  <c:v>38834</c:v>
                </c:pt>
                <c:pt idx="1388">
                  <c:v>38835</c:v>
                </c:pt>
                <c:pt idx="1389">
                  <c:v>38838</c:v>
                </c:pt>
                <c:pt idx="1390">
                  <c:v>38839</c:v>
                </c:pt>
                <c:pt idx="1391">
                  <c:v>38840</c:v>
                </c:pt>
                <c:pt idx="1392">
                  <c:v>38841</c:v>
                </c:pt>
                <c:pt idx="1393">
                  <c:v>38842</c:v>
                </c:pt>
                <c:pt idx="1394">
                  <c:v>38845</c:v>
                </c:pt>
                <c:pt idx="1395">
                  <c:v>38846</c:v>
                </c:pt>
                <c:pt idx="1396">
                  <c:v>38847</c:v>
                </c:pt>
                <c:pt idx="1397">
                  <c:v>38848</c:v>
                </c:pt>
                <c:pt idx="1398">
                  <c:v>38849</c:v>
                </c:pt>
                <c:pt idx="1399">
                  <c:v>38852</c:v>
                </c:pt>
                <c:pt idx="1400">
                  <c:v>38853</c:v>
                </c:pt>
                <c:pt idx="1401">
                  <c:v>38854</c:v>
                </c:pt>
                <c:pt idx="1402">
                  <c:v>38855</c:v>
                </c:pt>
                <c:pt idx="1403">
                  <c:v>38856</c:v>
                </c:pt>
                <c:pt idx="1404">
                  <c:v>38859</c:v>
                </c:pt>
                <c:pt idx="1405">
                  <c:v>38860</c:v>
                </c:pt>
                <c:pt idx="1406">
                  <c:v>38861</c:v>
                </c:pt>
                <c:pt idx="1407">
                  <c:v>38862</c:v>
                </c:pt>
                <c:pt idx="1408">
                  <c:v>38863</c:v>
                </c:pt>
                <c:pt idx="1409">
                  <c:v>38866</c:v>
                </c:pt>
                <c:pt idx="1410">
                  <c:v>38867</c:v>
                </c:pt>
                <c:pt idx="1411">
                  <c:v>38868</c:v>
                </c:pt>
                <c:pt idx="1412">
                  <c:v>38869</c:v>
                </c:pt>
                <c:pt idx="1413">
                  <c:v>38870</c:v>
                </c:pt>
                <c:pt idx="1414">
                  <c:v>38873</c:v>
                </c:pt>
                <c:pt idx="1415">
                  <c:v>38874</c:v>
                </c:pt>
                <c:pt idx="1416">
                  <c:v>38875</c:v>
                </c:pt>
                <c:pt idx="1417">
                  <c:v>38876</c:v>
                </c:pt>
                <c:pt idx="1418">
                  <c:v>38877</c:v>
                </c:pt>
                <c:pt idx="1419">
                  <c:v>38880</c:v>
                </c:pt>
                <c:pt idx="1420">
                  <c:v>38881</c:v>
                </c:pt>
                <c:pt idx="1421">
                  <c:v>38882</c:v>
                </c:pt>
                <c:pt idx="1422">
                  <c:v>38883</c:v>
                </c:pt>
                <c:pt idx="1423">
                  <c:v>38884</c:v>
                </c:pt>
                <c:pt idx="1424">
                  <c:v>38887</c:v>
                </c:pt>
                <c:pt idx="1425">
                  <c:v>38888</c:v>
                </c:pt>
                <c:pt idx="1426">
                  <c:v>38889</c:v>
                </c:pt>
                <c:pt idx="1427">
                  <c:v>38890</c:v>
                </c:pt>
                <c:pt idx="1428">
                  <c:v>38891</c:v>
                </c:pt>
                <c:pt idx="1429">
                  <c:v>38894</c:v>
                </c:pt>
                <c:pt idx="1430">
                  <c:v>38895</c:v>
                </c:pt>
                <c:pt idx="1431">
                  <c:v>38896</c:v>
                </c:pt>
                <c:pt idx="1432">
                  <c:v>38897</c:v>
                </c:pt>
                <c:pt idx="1433">
                  <c:v>38898</c:v>
                </c:pt>
                <c:pt idx="1434">
                  <c:v>38901</c:v>
                </c:pt>
                <c:pt idx="1435">
                  <c:v>38902</c:v>
                </c:pt>
                <c:pt idx="1436">
                  <c:v>38903</c:v>
                </c:pt>
                <c:pt idx="1437">
                  <c:v>38904</c:v>
                </c:pt>
                <c:pt idx="1438">
                  <c:v>38905</c:v>
                </c:pt>
                <c:pt idx="1439">
                  <c:v>38908</c:v>
                </c:pt>
                <c:pt idx="1440">
                  <c:v>38909</c:v>
                </c:pt>
                <c:pt idx="1441">
                  <c:v>38910</c:v>
                </c:pt>
                <c:pt idx="1442">
                  <c:v>38911</c:v>
                </c:pt>
                <c:pt idx="1443">
                  <c:v>38912</c:v>
                </c:pt>
                <c:pt idx="1444">
                  <c:v>38915</c:v>
                </c:pt>
                <c:pt idx="1445">
                  <c:v>38916</c:v>
                </c:pt>
                <c:pt idx="1446">
                  <c:v>38917</c:v>
                </c:pt>
                <c:pt idx="1447">
                  <c:v>38918</c:v>
                </c:pt>
                <c:pt idx="1448">
                  <c:v>38919</c:v>
                </c:pt>
                <c:pt idx="1449">
                  <c:v>38922</c:v>
                </c:pt>
                <c:pt idx="1450">
                  <c:v>38923</c:v>
                </c:pt>
                <c:pt idx="1451">
                  <c:v>38924</c:v>
                </c:pt>
                <c:pt idx="1452">
                  <c:v>38925</c:v>
                </c:pt>
                <c:pt idx="1453">
                  <c:v>38926</c:v>
                </c:pt>
                <c:pt idx="1454">
                  <c:v>38929</c:v>
                </c:pt>
                <c:pt idx="1455">
                  <c:v>38930</c:v>
                </c:pt>
                <c:pt idx="1456">
                  <c:v>38931</c:v>
                </c:pt>
                <c:pt idx="1457">
                  <c:v>38932</c:v>
                </c:pt>
                <c:pt idx="1458">
                  <c:v>38933</c:v>
                </c:pt>
                <c:pt idx="1459">
                  <c:v>38936</c:v>
                </c:pt>
                <c:pt idx="1460">
                  <c:v>38937</c:v>
                </c:pt>
                <c:pt idx="1461">
                  <c:v>38938</c:v>
                </c:pt>
                <c:pt idx="1462">
                  <c:v>38939</c:v>
                </c:pt>
                <c:pt idx="1463">
                  <c:v>38940</c:v>
                </c:pt>
                <c:pt idx="1464">
                  <c:v>38943</c:v>
                </c:pt>
                <c:pt idx="1465">
                  <c:v>38944</c:v>
                </c:pt>
                <c:pt idx="1466">
                  <c:v>38945</c:v>
                </c:pt>
                <c:pt idx="1467">
                  <c:v>38946</c:v>
                </c:pt>
                <c:pt idx="1468">
                  <c:v>38947</c:v>
                </c:pt>
                <c:pt idx="1469">
                  <c:v>38950</c:v>
                </c:pt>
                <c:pt idx="1470">
                  <c:v>38951</c:v>
                </c:pt>
                <c:pt idx="1471">
                  <c:v>38952</c:v>
                </c:pt>
                <c:pt idx="1472">
                  <c:v>38953</c:v>
                </c:pt>
                <c:pt idx="1473">
                  <c:v>38954</c:v>
                </c:pt>
                <c:pt idx="1474">
                  <c:v>38957</c:v>
                </c:pt>
                <c:pt idx="1475">
                  <c:v>38958</c:v>
                </c:pt>
                <c:pt idx="1476">
                  <c:v>38959</c:v>
                </c:pt>
                <c:pt idx="1477">
                  <c:v>38960</c:v>
                </c:pt>
                <c:pt idx="1478">
                  <c:v>38961</c:v>
                </c:pt>
                <c:pt idx="1479">
                  <c:v>38964</c:v>
                </c:pt>
                <c:pt idx="1480">
                  <c:v>38965</c:v>
                </c:pt>
                <c:pt idx="1481">
                  <c:v>38966</c:v>
                </c:pt>
                <c:pt idx="1482">
                  <c:v>38967</c:v>
                </c:pt>
                <c:pt idx="1483">
                  <c:v>38968</c:v>
                </c:pt>
                <c:pt idx="1484">
                  <c:v>38971</c:v>
                </c:pt>
                <c:pt idx="1485">
                  <c:v>38972</c:v>
                </c:pt>
                <c:pt idx="1486">
                  <c:v>38973</c:v>
                </c:pt>
                <c:pt idx="1487">
                  <c:v>38974</c:v>
                </c:pt>
                <c:pt idx="1488">
                  <c:v>38975</c:v>
                </c:pt>
                <c:pt idx="1489">
                  <c:v>38978</c:v>
                </c:pt>
                <c:pt idx="1490">
                  <c:v>38979</c:v>
                </c:pt>
                <c:pt idx="1491">
                  <c:v>38980</c:v>
                </c:pt>
                <c:pt idx="1492">
                  <c:v>38981</c:v>
                </c:pt>
                <c:pt idx="1493">
                  <c:v>38982</c:v>
                </c:pt>
                <c:pt idx="1494">
                  <c:v>38985</c:v>
                </c:pt>
                <c:pt idx="1495">
                  <c:v>38986</c:v>
                </c:pt>
                <c:pt idx="1496">
                  <c:v>38987</c:v>
                </c:pt>
                <c:pt idx="1497">
                  <c:v>38988</c:v>
                </c:pt>
                <c:pt idx="1498">
                  <c:v>38989</c:v>
                </c:pt>
                <c:pt idx="1499">
                  <c:v>38992</c:v>
                </c:pt>
                <c:pt idx="1500">
                  <c:v>38993</c:v>
                </c:pt>
                <c:pt idx="1501">
                  <c:v>38994</c:v>
                </c:pt>
                <c:pt idx="1502">
                  <c:v>38995</c:v>
                </c:pt>
                <c:pt idx="1503">
                  <c:v>38996</c:v>
                </c:pt>
                <c:pt idx="1504">
                  <c:v>38999</c:v>
                </c:pt>
                <c:pt idx="1505">
                  <c:v>39000</c:v>
                </c:pt>
                <c:pt idx="1506">
                  <c:v>39001</c:v>
                </c:pt>
                <c:pt idx="1507">
                  <c:v>39002</c:v>
                </c:pt>
                <c:pt idx="1508">
                  <c:v>39003</c:v>
                </c:pt>
                <c:pt idx="1509">
                  <c:v>39006</c:v>
                </c:pt>
                <c:pt idx="1510">
                  <c:v>39007</c:v>
                </c:pt>
                <c:pt idx="1511">
                  <c:v>39008</c:v>
                </c:pt>
                <c:pt idx="1512">
                  <c:v>39009</c:v>
                </c:pt>
                <c:pt idx="1513">
                  <c:v>39010</c:v>
                </c:pt>
                <c:pt idx="1514">
                  <c:v>39013</c:v>
                </c:pt>
                <c:pt idx="1515">
                  <c:v>39014</c:v>
                </c:pt>
                <c:pt idx="1516">
                  <c:v>39015</c:v>
                </c:pt>
                <c:pt idx="1517">
                  <c:v>39016</c:v>
                </c:pt>
                <c:pt idx="1518">
                  <c:v>39017</c:v>
                </c:pt>
                <c:pt idx="1519">
                  <c:v>39020</c:v>
                </c:pt>
                <c:pt idx="1520">
                  <c:v>39021</c:v>
                </c:pt>
                <c:pt idx="1521">
                  <c:v>39022</c:v>
                </c:pt>
                <c:pt idx="1522">
                  <c:v>39023</c:v>
                </c:pt>
                <c:pt idx="1523">
                  <c:v>39024</c:v>
                </c:pt>
                <c:pt idx="1524">
                  <c:v>39027</c:v>
                </c:pt>
                <c:pt idx="1525">
                  <c:v>39028</c:v>
                </c:pt>
                <c:pt idx="1526">
                  <c:v>39029</c:v>
                </c:pt>
                <c:pt idx="1527">
                  <c:v>39030</c:v>
                </c:pt>
                <c:pt idx="1528">
                  <c:v>39031</c:v>
                </c:pt>
                <c:pt idx="1529">
                  <c:v>39034</c:v>
                </c:pt>
                <c:pt idx="1530">
                  <c:v>39035</c:v>
                </c:pt>
                <c:pt idx="1531">
                  <c:v>39036</c:v>
                </c:pt>
                <c:pt idx="1532">
                  <c:v>39037</c:v>
                </c:pt>
                <c:pt idx="1533">
                  <c:v>39038</c:v>
                </c:pt>
                <c:pt idx="1534">
                  <c:v>39041</c:v>
                </c:pt>
                <c:pt idx="1535">
                  <c:v>39042</c:v>
                </c:pt>
                <c:pt idx="1536">
                  <c:v>39043</c:v>
                </c:pt>
                <c:pt idx="1537">
                  <c:v>39044</c:v>
                </c:pt>
                <c:pt idx="1538">
                  <c:v>39045</c:v>
                </c:pt>
                <c:pt idx="1539">
                  <c:v>39048</c:v>
                </c:pt>
                <c:pt idx="1540">
                  <c:v>39049</c:v>
                </c:pt>
                <c:pt idx="1541">
                  <c:v>39050</c:v>
                </c:pt>
                <c:pt idx="1542">
                  <c:v>39051</c:v>
                </c:pt>
                <c:pt idx="1543">
                  <c:v>39052</c:v>
                </c:pt>
                <c:pt idx="1544">
                  <c:v>39055</c:v>
                </c:pt>
                <c:pt idx="1545">
                  <c:v>39056</c:v>
                </c:pt>
                <c:pt idx="1546">
                  <c:v>39057</c:v>
                </c:pt>
                <c:pt idx="1547">
                  <c:v>39058</c:v>
                </c:pt>
                <c:pt idx="1548">
                  <c:v>39059</c:v>
                </c:pt>
                <c:pt idx="1549">
                  <c:v>39062</c:v>
                </c:pt>
                <c:pt idx="1550">
                  <c:v>39063</c:v>
                </c:pt>
                <c:pt idx="1551">
                  <c:v>39064</c:v>
                </c:pt>
                <c:pt idx="1552">
                  <c:v>39065</c:v>
                </c:pt>
                <c:pt idx="1553">
                  <c:v>39066</c:v>
                </c:pt>
                <c:pt idx="1554">
                  <c:v>39069</c:v>
                </c:pt>
                <c:pt idx="1555">
                  <c:v>39070</c:v>
                </c:pt>
                <c:pt idx="1556">
                  <c:v>39071</c:v>
                </c:pt>
                <c:pt idx="1557">
                  <c:v>39072</c:v>
                </c:pt>
                <c:pt idx="1558">
                  <c:v>39073</c:v>
                </c:pt>
                <c:pt idx="1559">
                  <c:v>39076</c:v>
                </c:pt>
                <c:pt idx="1560">
                  <c:v>39077</c:v>
                </c:pt>
                <c:pt idx="1561">
                  <c:v>39078</c:v>
                </c:pt>
                <c:pt idx="1562">
                  <c:v>39079</c:v>
                </c:pt>
                <c:pt idx="1563">
                  <c:v>39080</c:v>
                </c:pt>
                <c:pt idx="1564">
                  <c:v>39083</c:v>
                </c:pt>
                <c:pt idx="1565">
                  <c:v>39084</c:v>
                </c:pt>
                <c:pt idx="1566">
                  <c:v>39085</c:v>
                </c:pt>
                <c:pt idx="1567">
                  <c:v>39086</c:v>
                </c:pt>
                <c:pt idx="1568">
                  <c:v>39087</c:v>
                </c:pt>
                <c:pt idx="1569">
                  <c:v>39090</c:v>
                </c:pt>
                <c:pt idx="1570">
                  <c:v>39091</c:v>
                </c:pt>
                <c:pt idx="1571">
                  <c:v>39092</c:v>
                </c:pt>
                <c:pt idx="1572">
                  <c:v>39093</c:v>
                </c:pt>
                <c:pt idx="1573">
                  <c:v>39094</c:v>
                </c:pt>
                <c:pt idx="1574">
                  <c:v>39097</c:v>
                </c:pt>
                <c:pt idx="1575">
                  <c:v>39098</c:v>
                </c:pt>
                <c:pt idx="1576">
                  <c:v>39099</c:v>
                </c:pt>
                <c:pt idx="1577">
                  <c:v>39100</c:v>
                </c:pt>
                <c:pt idx="1578">
                  <c:v>39101</c:v>
                </c:pt>
                <c:pt idx="1579">
                  <c:v>39104</c:v>
                </c:pt>
                <c:pt idx="1580">
                  <c:v>39105</c:v>
                </c:pt>
                <c:pt idx="1581">
                  <c:v>39106</c:v>
                </c:pt>
                <c:pt idx="1582">
                  <c:v>39107</c:v>
                </c:pt>
                <c:pt idx="1583">
                  <c:v>39108</c:v>
                </c:pt>
                <c:pt idx="1584">
                  <c:v>39111</c:v>
                </c:pt>
                <c:pt idx="1585">
                  <c:v>39112</c:v>
                </c:pt>
                <c:pt idx="1586">
                  <c:v>39113</c:v>
                </c:pt>
                <c:pt idx="1587">
                  <c:v>39114</c:v>
                </c:pt>
                <c:pt idx="1588">
                  <c:v>39115</c:v>
                </c:pt>
                <c:pt idx="1589">
                  <c:v>39118</c:v>
                </c:pt>
                <c:pt idx="1590">
                  <c:v>39119</c:v>
                </c:pt>
                <c:pt idx="1591">
                  <c:v>39120</c:v>
                </c:pt>
                <c:pt idx="1592">
                  <c:v>39121</c:v>
                </c:pt>
                <c:pt idx="1593">
                  <c:v>39122</c:v>
                </c:pt>
                <c:pt idx="1594">
                  <c:v>39125</c:v>
                </c:pt>
                <c:pt idx="1595">
                  <c:v>39126</c:v>
                </c:pt>
                <c:pt idx="1596">
                  <c:v>39127</c:v>
                </c:pt>
                <c:pt idx="1597">
                  <c:v>39128</c:v>
                </c:pt>
                <c:pt idx="1598">
                  <c:v>39129</c:v>
                </c:pt>
                <c:pt idx="1599">
                  <c:v>39132</c:v>
                </c:pt>
                <c:pt idx="1600">
                  <c:v>39133</c:v>
                </c:pt>
                <c:pt idx="1601">
                  <c:v>39134</c:v>
                </c:pt>
                <c:pt idx="1602">
                  <c:v>39135</c:v>
                </c:pt>
                <c:pt idx="1603">
                  <c:v>39136</c:v>
                </c:pt>
                <c:pt idx="1604">
                  <c:v>39139</c:v>
                </c:pt>
                <c:pt idx="1605">
                  <c:v>39140</c:v>
                </c:pt>
                <c:pt idx="1606">
                  <c:v>39141</c:v>
                </c:pt>
                <c:pt idx="1607">
                  <c:v>39142</c:v>
                </c:pt>
                <c:pt idx="1608">
                  <c:v>39143</c:v>
                </c:pt>
                <c:pt idx="1609">
                  <c:v>39146</c:v>
                </c:pt>
                <c:pt idx="1610">
                  <c:v>39147</c:v>
                </c:pt>
                <c:pt idx="1611">
                  <c:v>39148</c:v>
                </c:pt>
                <c:pt idx="1612">
                  <c:v>39149</c:v>
                </c:pt>
                <c:pt idx="1613">
                  <c:v>39150</c:v>
                </c:pt>
                <c:pt idx="1614">
                  <c:v>39153</c:v>
                </c:pt>
                <c:pt idx="1615">
                  <c:v>39154</c:v>
                </c:pt>
                <c:pt idx="1616">
                  <c:v>39155</c:v>
                </c:pt>
                <c:pt idx="1617">
                  <c:v>39156</c:v>
                </c:pt>
                <c:pt idx="1618">
                  <c:v>39157</c:v>
                </c:pt>
                <c:pt idx="1619">
                  <c:v>39160</c:v>
                </c:pt>
                <c:pt idx="1620">
                  <c:v>39161</c:v>
                </c:pt>
                <c:pt idx="1621">
                  <c:v>39162</c:v>
                </c:pt>
                <c:pt idx="1622">
                  <c:v>39163</c:v>
                </c:pt>
                <c:pt idx="1623">
                  <c:v>39164</c:v>
                </c:pt>
                <c:pt idx="1624">
                  <c:v>39167</c:v>
                </c:pt>
                <c:pt idx="1625">
                  <c:v>39168</c:v>
                </c:pt>
                <c:pt idx="1626">
                  <c:v>39169</c:v>
                </c:pt>
                <c:pt idx="1627">
                  <c:v>39170</c:v>
                </c:pt>
                <c:pt idx="1628">
                  <c:v>39171</c:v>
                </c:pt>
                <c:pt idx="1629">
                  <c:v>39174</c:v>
                </c:pt>
                <c:pt idx="1630">
                  <c:v>39175</c:v>
                </c:pt>
                <c:pt idx="1631">
                  <c:v>39176</c:v>
                </c:pt>
                <c:pt idx="1632">
                  <c:v>39177</c:v>
                </c:pt>
                <c:pt idx="1633">
                  <c:v>39178</c:v>
                </c:pt>
                <c:pt idx="1634">
                  <c:v>39181</c:v>
                </c:pt>
                <c:pt idx="1635">
                  <c:v>39182</c:v>
                </c:pt>
                <c:pt idx="1636">
                  <c:v>39183</c:v>
                </c:pt>
                <c:pt idx="1637">
                  <c:v>39184</c:v>
                </c:pt>
                <c:pt idx="1638">
                  <c:v>39185</c:v>
                </c:pt>
                <c:pt idx="1639">
                  <c:v>39188</c:v>
                </c:pt>
                <c:pt idx="1640">
                  <c:v>39189</c:v>
                </c:pt>
                <c:pt idx="1641">
                  <c:v>39190</c:v>
                </c:pt>
                <c:pt idx="1642">
                  <c:v>39191</c:v>
                </c:pt>
                <c:pt idx="1643">
                  <c:v>39192</c:v>
                </c:pt>
                <c:pt idx="1644">
                  <c:v>39195</c:v>
                </c:pt>
                <c:pt idx="1645">
                  <c:v>39196</c:v>
                </c:pt>
                <c:pt idx="1646">
                  <c:v>39197</c:v>
                </c:pt>
                <c:pt idx="1647">
                  <c:v>39198</c:v>
                </c:pt>
                <c:pt idx="1648">
                  <c:v>39199</c:v>
                </c:pt>
                <c:pt idx="1649">
                  <c:v>39202</c:v>
                </c:pt>
                <c:pt idx="1650">
                  <c:v>39203</c:v>
                </c:pt>
                <c:pt idx="1651">
                  <c:v>39204</c:v>
                </c:pt>
                <c:pt idx="1652">
                  <c:v>39205</c:v>
                </c:pt>
                <c:pt idx="1653">
                  <c:v>39206</c:v>
                </c:pt>
                <c:pt idx="1654">
                  <c:v>39209</c:v>
                </c:pt>
                <c:pt idx="1655">
                  <c:v>39210</c:v>
                </c:pt>
                <c:pt idx="1656">
                  <c:v>39211</c:v>
                </c:pt>
                <c:pt idx="1657">
                  <c:v>39212</c:v>
                </c:pt>
                <c:pt idx="1658">
                  <c:v>39213</c:v>
                </c:pt>
                <c:pt idx="1659">
                  <c:v>39216</c:v>
                </c:pt>
                <c:pt idx="1660">
                  <c:v>39217</c:v>
                </c:pt>
                <c:pt idx="1661">
                  <c:v>39218</c:v>
                </c:pt>
                <c:pt idx="1662">
                  <c:v>39219</c:v>
                </c:pt>
                <c:pt idx="1663">
                  <c:v>39220</c:v>
                </c:pt>
                <c:pt idx="1664">
                  <c:v>39223</c:v>
                </c:pt>
                <c:pt idx="1665">
                  <c:v>39224</c:v>
                </c:pt>
                <c:pt idx="1666">
                  <c:v>39225</c:v>
                </c:pt>
                <c:pt idx="1667">
                  <c:v>39226</c:v>
                </c:pt>
                <c:pt idx="1668">
                  <c:v>39227</c:v>
                </c:pt>
                <c:pt idx="1669">
                  <c:v>39230</c:v>
                </c:pt>
                <c:pt idx="1670">
                  <c:v>39231</c:v>
                </c:pt>
                <c:pt idx="1671">
                  <c:v>39232</c:v>
                </c:pt>
                <c:pt idx="1672">
                  <c:v>39233</c:v>
                </c:pt>
                <c:pt idx="1673">
                  <c:v>39234</c:v>
                </c:pt>
                <c:pt idx="1674">
                  <c:v>39237</c:v>
                </c:pt>
                <c:pt idx="1675">
                  <c:v>39238</c:v>
                </c:pt>
                <c:pt idx="1676">
                  <c:v>39239</c:v>
                </c:pt>
                <c:pt idx="1677">
                  <c:v>39240</c:v>
                </c:pt>
                <c:pt idx="1678">
                  <c:v>39241</c:v>
                </c:pt>
                <c:pt idx="1679">
                  <c:v>39244</c:v>
                </c:pt>
                <c:pt idx="1680">
                  <c:v>39245</c:v>
                </c:pt>
                <c:pt idx="1681">
                  <c:v>39246</c:v>
                </c:pt>
                <c:pt idx="1682">
                  <c:v>39247</c:v>
                </c:pt>
                <c:pt idx="1683">
                  <c:v>39248</c:v>
                </c:pt>
                <c:pt idx="1684">
                  <c:v>39251</c:v>
                </c:pt>
                <c:pt idx="1685">
                  <c:v>39252</c:v>
                </c:pt>
                <c:pt idx="1686">
                  <c:v>39253</c:v>
                </c:pt>
                <c:pt idx="1687">
                  <c:v>39254</c:v>
                </c:pt>
                <c:pt idx="1688">
                  <c:v>39255</c:v>
                </c:pt>
                <c:pt idx="1689">
                  <c:v>39258</c:v>
                </c:pt>
                <c:pt idx="1690">
                  <c:v>39259</c:v>
                </c:pt>
                <c:pt idx="1691">
                  <c:v>39260</c:v>
                </c:pt>
                <c:pt idx="1692">
                  <c:v>39261</c:v>
                </c:pt>
                <c:pt idx="1693">
                  <c:v>39262</c:v>
                </c:pt>
                <c:pt idx="1694">
                  <c:v>39265</c:v>
                </c:pt>
                <c:pt idx="1695">
                  <c:v>39266</c:v>
                </c:pt>
                <c:pt idx="1696">
                  <c:v>39267</c:v>
                </c:pt>
                <c:pt idx="1697">
                  <c:v>39268</c:v>
                </c:pt>
                <c:pt idx="1698">
                  <c:v>39269</c:v>
                </c:pt>
                <c:pt idx="1699">
                  <c:v>39272</c:v>
                </c:pt>
                <c:pt idx="1700">
                  <c:v>39273</c:v>
                </c:pt>
                <c:pt idx="1701">
                  <c:v>39274</c:v>
                </c:pt>
                <c:pt idx="1702">
                  <c:v>39275</c:v>
                </c:pt>
                <c:pt idx="1703">
                  <c:v>39276</c:v>
                </c:pt>
                <c:pt idx="1704">
                  <c:v>39279</c:v>
                </c:pt>
                <c:pt idx="1705">
                  <c:v>39280</c:v>
                </c:pt>
                <c:pt idx="1706">
                  <c:v>39281</c:v>
                </c:pt>
                <c:pt idx="1707">
                  <c:v>39282</c:v>
                </c:pt>
                <c:pt idx="1708">
                  <c:v>39283</c:v>
                </c:pt>
                <c:pt idx="1709">
                  <c:v>39286</c:v>
                </c:pt>
                <c:pt idx="1710">
                  <c:v>39287</c:v>
                </c:pt>
                <c:pt idx="1711">
                  <c:v>39288</c:v>
                </c:pt>
                <c:pt idx="1712">
                  <c:v>39289</c:v>
                </c:pt>
                <c:pt idx="1713">
                  <c:v>39290</c:v>
                </c:pt>
                <c:pt idx="1714">
                  <c:v>39293</c:v>
                </c:pt>
                <c:pt idx="1715">
                  <c:v>39294</c:v>
                </c:pt>
                <c:pt idx="1716">
                  <c:v>39295</c:v>
                </c:pt>
                <c:pt idx="1717">
                  <c:v>39296</c:v>
                </c:pt>
                <c:pt idx="1718">
                  <c:v>39297</c:v>
                </c:pt>
                <c:pt idx="1719">
                  <c:v>39300</c:v>
                </c:pt>
                <c:pt idx="1720">
                  <c:v>39301</c:v>
                </c:pt>
                <c:pt idx="1721">
                  <c:v>39302</c:v>
                </c:pt>
                <c:pt idx="1722">
                  <c:v>39303</c:v>
                </c:pt>
                <c:pt idx="1723">
                  <c:v>39304</c:v>
                </c:pt>
                <c:pt idx="1724">
                  <c:v>39307</c:v>
                </c:pt>
                <c:pt idx="1725">
                  <c:v>39308</c:v>
                </c:pt>
                <c:pt idx="1726">
                  <c:v>39309</c:v>
                </c:pt>
                <c:pt idx="1727">
                  <c:v>39310</c:v>
                </c:pt>
                <c:pt idx="1728">
                  <c:v>39311</c:v>
                </c:pt>
                <c:pt idx="1729">
                  <c:v>39314</c:v>
                </c:pt>
                <c:pt idx="1730">
                  <c:v>39315</c:v>
                </c:pt>
                <c:pt idx="1731">
                  <c:v>39316</c:v>
                </c:pt>
                <c:pt idx="1732">
                  <c:v>39317</c:v>
                </c:pt>
                <c:pt idx="1733">
                  <c:v>39318</c:v>
                </c:pt>
                <c:pt idx="1734">
                  <c:v>39321</c:v>
                </c:pt>
                <c:pt idx="1735">
                  <c:v>39322</c:v>
                </c:pt>
                <c:pt idx="1736">
                  <c:v>39323</c:v>
                </c:pt>
                <c:pt idx="1737">
                  <c:v>39324</c:v>
                </c:pt>
                <c:pt idx="1738">
                  <c:v>39325</c:v>
                </c:pt>
                <c:pt idx="1739">
                  <c:v>39328</c:v>
                </c:pt>
                <c:pt idx="1740">
                  <c:v>39329</c:v>
                </c:pt>
                <c:pt idx="1741">
                  <c:v>39330</c:v>
                </c:pt>
                <c:pt idx="1742">
                  <c:v>39331</c:v>
                </c:pt>
                <c:pt idx="1743">
                  <c:v>39332</c:v>
                </c:pt>
                <c:pt idx="1744">
                  <c:v>39335</c:v>
                </c:pt>
                <c:pt idx="1745">
                  <c:v>39336</c:v>
                </c:pt>
                <c:pt idx="1746">
                  <c:v>39337</c:v>
                </c:pt>
                <c:pt idx="1747">
                  <c:v>39338</c:v>
                </c:pt>
                <c:pt idx="1748">
                  <c:v>39339</c:v>
                </c:pt>
                <c:pt idx="1749">
                  <c:v>39342</c:v>
                </c:pt>
                <c:pt idx="1750">
                  <c:v>39343</c:v>
                </c:pt>
                <c:pt idx="1751">
                  <c:v>39344</c:v>
                </c:pt>
                <c:pt idx="1752">
                  <c:v>39345</c:v>
                </c:pt>
                <c:pt idx="1753">
                  <c:v>39346</c:v>
                </c:pt>
                <c:pt idx="1754">
                  <c:v>39349</c:v>
                </c:pt>
                <c:pt idx="1755">
                  <c:v>39350</c:v>
                </c:pt>
                <c:pt idx="1756">
                  <c:v>39351</c:v>
                </c:pt>
                <c:pt idx="1757">
                  <c:v>39352</c:v>
                </c:pt>
                <c:pt idx="1758">
                  <c:v>39353</c:v>
                </c:pt>
                <c:pt idx="1759">
                  <c:v>39356</c:v>
                </c:pt>
                <c:pt idx="1760">
                  <c:v>39357</c:v>
                </c:pt>
                <c:pt idx="1761">
                  <c:v>39358</c:v>
                </c:pt>
                <c:pt idx="1762">
                  <c:v>39359</c:v>
                </c:pt>
                <c:pt idx="1763">
                  <c:v>39360</c:v>
                </c:pt>
                <c:pt idx="1764">
                  <c:v>39363</c:v>
                </c:pt>
                <c:pt idx="1765">
                  <c:v>39364</c:v>
                </c:pt>
                <c:pt idx="1766">
                  <c:v>39365</c:v>
                </c:pt>
                <c:pt idx="1767">
                  <c:v>39366</c:v>
                </c:pt>
                <c:pt idx="1768">
                  <c:v>39367</c:v>
                </c:pt>
                <c:pt idx="1769">
                  <c:v>39370</c:v>
                </c:pt>
                <c:pt idx="1770">
                  <c:v>39371</c:v>
                </c:pt>
                <c:pt idx="1771">
                  <c:v>39372</c:v>
                </c:pt>
                <c:pt idx="1772">
                  <c:v>39373</c:v>
                </c:pt>
                <c:pt idx="1773">
                  <c:v>39374</c:v>
                </c:pt>
                <c:pt idx="1774">
                  <c:v>39377</c:v>
                </c:pt>
                <c:pt idx="1775">
                  <c:v>39378</c:v>
                </c:pt>
                <c:pt idx="1776">
                  <c:v>39379</c:v>
                </c:pt>
                <c:pt idx="1777">
                  <c:v>39380</c:v>
                </c:pt>
                <c:pt idx="1778">
                  <c:v>39381</c:v>
                </c:pt>
                <c:pt idx="1779">
                  <c:v>39384</c:v>
                </c:pt>
                <c:pt idx="1780">
                  <c:v>39385</c:v>
                </c:pt>
                <c:pt idx="1781">
                  <c:v>39386</c:v>
                </c:pt>
                <c:pt idx="1782">
                  <c:v>39387</c:v>
                </c:pt>
                <c:pt idx="1783">
                  <c:v>39388</c:v>
                </c:pt>
                <c:pt idx="1784">
                  <c:v>39391</c:v>
                </c:pt>
                <c:pt idx="1785">
                  <c:v>39392</c:v>
                </c:pt>
                <c:pt idx="1786">
                  <c:v>39393</c:v>
                </c:pt>
                <c:pt idx="1787">
                  <c:v>39394</c:v>
                </c:pt>
                <c:pt idx="1788">
                  <c:v>39395</c:v>
                </c:pt>
                <c:pt idx="1789">
                  <c:v>39398</c:v>
                </c:pt>
                <c:pt idx="1790">
                  <c:v>39399</c:v>
                </c:pt>
                <c:pt idx="1791">
                  <c:v>39400</c:v>
                </c:pt>
                <c:pt idx="1792">
                  <c:v>39401</c:v>
                </c:pt>
                <c:pt idx="1793">
                  <c:v>39402</c:v>
                </c:pt>
                <c:pt idx="1794">
                  <c:v>39405</c:v>
                </c:pt>
                <c:pt idx="1795">
                  <c:v>39406</c:v>
                </c:pt>
                <c:pt idx="1796">
                  <c:v>39407</c:v>
                </c:pt>
                <c:pt idx="1797">
                  <c:v>39408</c:v>
                </c:pt>
                <c:pt idx="1798">
                  <c:v>39409</c:v>
                </c:pt>
                <c:pt idx="1799">
                  <c:v>39412</c:v>
                </c:pt>
                <c:pt idx="1800">
                  <c:v>39413</c:v>
                </c:pt>
                <c:pt idx="1801">
                  <c:v>39414</c:v>
                </c:pt>
                <c:pt idx="1802">
                  <c:v>39415</c:v>
                </c:pt>
                <c:pt idx="1803">
                  <c:v>39416</c:v>
                </c:pt>
                <c:pt idx="1804">
                  <c:v>39419</c:v>
                </c:pt>
                <c:pt idx="1805">
                  <c:v>39420</c:v>
                </c:pt>
                <c:pt idx="1806">
                  <c:v>39421</c:v>
                </c:pt>
                <c:pt idx="1807">
                  <c:v>39422</c:v>
                </c:pt>
                <c:pt idx="1808">
                  <c:v>39423</c:v>
                </c:pt>
                <c:pt idx="1809">
                  <c:v>39426</c:v>
                </c:pt>
                <c:pt idx="1810">
                  <c:v>39427</c:v>
                </c:pt>
                <c:pt idx="1811">
                  <c:v>39428</c:v>
                </c:pt>
                <c:pt idx="1812">
                  <c:v>39429</c:v>
                </c:pt>
                <c:pt idx="1813">
                  <c:v>39430</c:v>
                </c:pt>
                <c:pt idx="1814">
                  <c:v>39433</c:v>
                </c:pt>
                <c:pt idx="1815">
                  <c:v>39434</c:v>
                </c:pt>
                <c:pt idx="1816">
                  <c:v>39435</c:v>
                </c:pt>
                <c:pt idx="1817">
                  <c:v>39436</c:v>
                </c:pt>
                <c:pt idx="1818">
                  <c:v>39437</c:v>
                </c:pt>
                <c:pt idx="1819">
                  <c:v>39440</c:v>
                </c:pt>
                <c:pt idx="1820">
                  <c:v>39441</c:v>
                </c:pt>
                <c:pt idx="1821">
                  <c:v>39442</c:v>
                </c:pt>
                <c:pt idx="1822">
                  <c:v>39443</c:v>
                </c:pt>
                <c:pt idx="1823">
                  <c:v>39444</c:v>
                </c:pt>
                <c:pt idx="1824">
                  <c:v>39447</c:v>
                </c:pt>
                <c:pt idx="1825">
                  <c:v>39448</c:v>
                </c:pt>
                <c:pt idx="1826">
                  <c:v>39449</c:v>
                </c:pt>
                <c:pt idx="1827">
                  <c:v>39450</c:v>
                </c:pt>
                <c:pt idx="1828">
                  <c:v>39451</c:v>
                </c:pt>
                <c:pt idx="1829">
                  <c:v>39454</c:v>
                </c:pt>
                <c:pt idx="1830">
                  <c:v>39455</c:v>
                </c:pt>
                <c:pt idx="1831">
                  <c:v>39456</c:v>
                </c:pt>
                <c:pt idx="1832">
                  <c:v>39457</c:v>
                </c:pt>
                <c:pt idx="1833">
                  <c:v>39458</c:v>
                </c:pt>
                <c:pt idx="1834">
                  <c:v>39461</c:v>
                </c:pt>
                <c:pt idx="1835">
                  <c:v>39462</c:v>
                </c:pt>
                <c:pt idx="1836">
                  <c:v>39463</c:v>
                </c:pt>
                <c:pt idx="1837">
                  <c:v>39464</c:v>
                </c:pt>
                <c:pt idx="1838">
                  <c:v>39465</c:v>
                </c:pt>
                <c:pt idx="1839">
                  <c:v>39468</c:v>
                </c:pt>
                <c:pt idx="1840">
                  <c:v>39469</c:v>
                </c:pt>
                <c:pt idx="1841">
                  <c:v>39470</c:v>
                </c:pt>
                <c:pt idx="1842">
                  <c:v>39471</c:v>
                </c:pt>
                <c:pt idx="1843">
                  <c:v>39472</c:v>
                </c:pt>
                <c:pt idx="1844">
                  <c:v>39475</c:v>
                </c:pt>
                <c:pt idx="1845">
                  <c:v>39476</c:v>
                </c:pt>
                <c:pt idx="1846">
                  <c:v>39477</c:v>
                </c:pt>
                <c:pt idx="1847">
                  <c:v>39478</c:v>
                </c:pt>
                <c:pt idx="1848">
                  <c:v>39479</c:v>
                </c:pt>
                <c:pt idx="1849">
                  <c:v>39482</c:v>
                </c:pt>
                <c:pt idx="1850">
                  <c:v>39483</c:v>
                </c:pt>
                <c:pt idx="1851">
                  <c:v>39484</c:v>
                </c:pt>
                <c:pt idx="1852">
                  <c:v>39485</c:v>
                </c:pt>
                <c:pt idx="1853">
                  <c:v>39486</c:v>
                </c:pt>
                <c:pt idx="1854">
                  <c:v>39489</c:v>
                </c:pt>
                <c:pt idx="1855">
                  <c:v>39490</c:v>
                </c:pt>
                <c:pt idx="1856">
                  <c:v>39491</c:v>
                </c:pt>
                <c:pt idx="1857">
                  <c:v>39492</c:v>
                </c:pt>
                <c:pt idx="1858">
                  <c:v>39493</c:v>
                </c:pt>
                <c:pt idx="1859">
                  <c:v>39496</c:v>
                </c:pt>
                <c:pt idx="1860">
                  <c:v>39497</c:v>
                </c:pt>
                <c:pt idx="1861">
                  <c:v>39498</c:v>
                </c:pt>
                <c:pt idx="1862">
                  <c:v>39499</c:v>
                </c:pt>
                <c:pt idx="1863">
                  <c:v>39500</c:v>
                </c:pt>
                <c:pt idx="1864">
                  <c:v>39503</c:v>
                </c:pt>
                <c:pt idx="1865">
                  <c:v>39504</c:v>
                </c:pt>
                <c:pt idx="1866">
                  <c:v>39505</c:v>
                </c:pt>
                <c:pt idx="1867">
                  <c:v>39506</c:v>
                </c:pt>
                <c:pt idx="1868">
                  <c:v>39507</c:v>
                </c:pt>
                <c:pt idx="1869">
                  <c:v>39510</c:v>
                </c:pt>
                <c:pt idx="1870">
                  <c:v>39511</c:v>
                </c:pt>
                <c:pt idx="1871">
                  <c:v>39512</c:v>
                </c:pt>
                <c:pt idx="1872">
                  <c:v>39513</c:v>
                </c:pt>
                <c:pt idx="1873">
                  <c:v>39514</c:v>
                </c:pt>
                <c:pt idx="1874">
                  <c:v>39517</c:v>
                </c:pt>
                <c:pt idx="1875">
                  <c:v>39518</c:v>
                </c:pt>
                <c:pt idx="1876">
                  <c:v>39519</c:v>
                </c:pt>
                <c:pt idx="1877">
                  <c:v>39520</c:v>
                </c:pt>
                <c:pt idx="1878">
                  <c:v>39521</c:v>
                </c:pt>
                <c:pt idx="1879">
                  <c:v>39524</c:v>
                </c:pt>
                <c:pt idx="1880">
                  <c:v>39525</c:v>
                </c:pt>
                <c:pt idx="1881">
                  <c:v>39526</c:v>
                </c:pt>
                <c:pt idx="1882">
                  <c:v>39527</c:v>
                </c:pt>
                <c:pt idx="1883">
                  <c:v>39528</c:v>
                </c:pt>
                <c:pt idx="1884">
                  <c:v>39531</c:v>
                </c:pt>
                <c:pt idx="1885">
                  <c:v>39532</c:v>
                </c:pt>
                <c:pt idx="1886">
                  <c:v>39533</c:v>
                </c:pt>
                <c:pt idx="1887">
                  <c:v>39534</c:v>
                </c:pt>
                <c:pt idx="1888">
                  <c:v>39535</c:v>
                </c:pt>
                <c:pt idx="1889">
                  <c:v>39538</c:v>
                </c:pt>
                <c:pt idx="1890">
                  <c:v>39539</c:v>
                </c:pt>
                <c:pt idx="1891">
                  <c:v>39540</c:v>
                </c:pt>
                <c:pt idx="1892">
                  <c:v>39541</c:v>
                </c:pt>
                <c:pt idx="1893">
                  <c:v>39542</c:v>
                </c:pt>
                <c:pt idx="1894">
                  <c:v>39545</c:v>
                </c:pt>
                <c:pt idx="1895">
                  <c:v>39546</c:v>
                </c:pt>
                <c:pt idx="1896">
                  <c:v>39547</c:v>
                </c:pt>
                <c:pt idx="1897">
                  <c:v>39548</c:v>
                </c:pt>
                <c:pt idx="1898">
                  <c:v>39549</c:v>
                </c:pt>
                <c:pt idx="1899">
                  <c:v>39552</c:v>
                </c:pt>
                <c:pt idx="1900">
                  <c:v>39553</c:v>
                </c:pt>
                <c:pt idx="1901">
                  <c:v>39554</c:v>
                </c:pt>
                <c:pt idx="1902">
                  <c:v>39555</c:v>
                </c:pt>
                <c:pt idx="1903">
                  <c:v>39556</c:v>
                </c:pt>
                <c:pt idx="1904">
                  <c:v>39559</c:v>
                </c:pt>
                <c:pt idx="1905">
                  <c:v>39560</c:v>
                </c:pt>
                <c:pt idx="1906">
                  <c:v>39561</c:v>
                </c:pt>
                <c:pt idx="1907">
                  <c:v>39562</c:v>
                </c:pt>
                <c:pt idx="1908">
                  <c:v>39563</c:v>
                </c:pt>
                <c:pt idx="1909">
                  <c:v>39566</c:v>
                </c:pt>
                <c:pt idx="1910">
                  <c:v>39567</c:v>
                </c:pt>
                <c:pt idx="1911">
                  <c:v>39568</c:v>
                </c:pt>
                <c:pt idx="1912">
                  <c:v>39569</c:v>
                </c:pt>
                <c:pt idx="1913">
                  <c:v>39570</c:v>
                </c:pt>
                <c:pt idx="1914">
                  <c:v>39573</c:v>
                </c:pt>
                <c:pt idx="1915">
                  <c:v>39574</c:v>
                </c:pt>
                <c:pt idx="1916">
                  <c:v>39575</c:v>
                </c:pt>
                <c:pt idx="1917">
                  <c:v>39576</c:v>
                </c:pt>
                <c:pt idx="1918">
                  <c:v>39577</c:v>
                </c:pt>
                <c:pt idx="1919">
                  <c:v>39580</c:v>
                </c:pt>
                <c:pt idx="1920">
                  <c:v>39581</c:v>
                </c:pt>
                <c:pt idx="1921">
                  <c:v>39582</c:v>
                </c:pt>
                <c:pt idx="1922">
                  <c:v>39583</c:v>
                </c:pt>
                <c:pt idx="1923">
                  <c:v>39584</c:v>
                </c:pt>
                <c:pt idx="1924">
                  <c:v>39587</c:v>
                </c:pt>
                <c:pt idx="1925">
                  <c:v>39588</c:v>
                </c:pt>
                <c:pt idx="1926">
                  <c:v>39589</c:v>
                </c:pt>
                <c:pt idx="1927">
                  <c:v>39590</c:v>
                </c:pt>
                <c:pt idx="1928">
                  <c:v>39591</c:v>
                </c:pt>
                <c:pt idx="1929">
                  <c:v>39594</c:v>
                </c:pt>
                <c:pt idx="1930">
                  <c:v>39595</c:v>
                </c:pt>
                <c:pt idx="1931">
                  <c:v>39596</c:v>
                </c:pt>
                <c:pt idx="1932">
                  <c:v>39597</c:v>
                </c:pt>
                <c:pt idx="1933">
                  <c:v>39598</c:v>
                </c:pt>
                <c:pt idx="1934">
                  <c:v>39601</c:v>
                </c:pt>
                <c:pt idx="1935">
                  <c:v>39602</c:v>
                </c:pt>
                <c:pt idx="1936">
                  <c:v>39603</c:v>
                </c:pt>
                <c:pt idx="1937">
                  <c:v>39604</c:v>
                </c:pt>
                <c:pt idx="1938">
                  <c:v>39605</c:v>
                </c:pt>
                <c:pt idx="1939">
                  <c:v>39608</c:v>
                </c:pt>
                <c:pt idx="1940">
                  <c:v>39609</c:v>
                </c:pt>
                <c:pt idx="1941">
                  <c:v>39610</c:v>
                </c:pt>
                <c:pt idx="1942">
                  <c:v>39611</c:v>
                </c:pt>
                <c:pt idx="1943">
                  <c:v>39612</c:v>
                </c:pt>
                <c:pt idx="1944">
                  <c:v>39615</c:v>
                </c:pt>
                <c:pt idx="1945">
                  <c:v>39616</c:v>
                </c:pt>
                <c:pt idx="1946">
                  <c:v>39617</c:v>
                </c:pt>
                <c:pt idx="1947">
                  <c:v>39618</c:v>
                </c:pt>
                <c:pt idx="1948">
                  <c:v>39619</c:v>
                </c:pt>
                <c:pt idx="1949">
                  <c:v>39622</c:v>
                </c:pt>
                <c:pt idx="1950">
                  <c:v>39623</c:v>
                </c:pt>
                <c:pt idx="1951">
                  <c:v>39624</c:v>
                </c:pt>
                <c:pt idx="1952">
                  <c:v>39625</c:v>
                </c:pt>
                <c:pt idx="1953">
                  <c:v>39626</c:v>
                </c:pt>
                <c:pt idx="1954">
                  <c:v>39629</c:v>
                </c:pt>
                <c:pt idx="1955">
                  <c:v>39630</c:v>
                </c:pt>
                <c:pt idx="1956">
                  <c:v>39631</c:v>
                </c:pt>
                <c:pt idx="1957">
                  <c:v>39632</c:v>
                </c:pt>
                <c:pt idx="1958">
                  <c:v>39633</c:v>
                </c:pt>
                <c:pt idx="1959">
                  <c:v>39636</c:v>
                </c:pt>
                <c:pt idx="1960">
                  <c:v>39637</c:v>
                </c:pt>
                <c:pt idx="1961">
                  <c:v>39638</c:v>
                </c:pt>
                <c:pt idx="1962">
                  <c:v>39639</c:v>
                </c:pt>
                <c:pt idx="1963">
                  <c:v>39640</c:v>
                </c:pt>
                <c:pt idx="1964">
                  <c:v>39643</c:v>
                </c:pt>
                <c:pt idx="1965">
                  <c:v>39644</c:v>
                </c:pt>
                <c:pt idx="1966">
                  <c:v>39645</c:v>
                </c:pt>
                <c:pt idx="1967">
                  <c:v>39646</c:v>
                </c:pt>
                <c:pt idx="1968">
                  <c:v>39647</c:v>
                </c:pt>
                <c:pt idx="1969">
                  <c:v>39650</c:v>
                </c:pt>
                <c:pt idx="1970">
                  <c:v>39651</c:v>
                </c:pt>
                <c:pt idx="1971">
                  <c:v>39652</c:v>
                </c:pt>
                <c:pt idx="1972">
                  <c:v>39653</c:v>
                </c:pt>
                <c:pt idx="1973">
                  <c:v>39654</c:v>
                </c:pt>
                <c:pt idx="1974">
                  <c:v>39657</c:v>
                </c:pt>
                <c:pt idx="1975">
                  <c:v>39658</c:v>
                </c:pt>
                <c:pt idx="1976">
                  <c:v>39659</c:v>
                </c:pt>
                <c:pt idx="1977">
                  <c:v>39660</c:v>
                </c:pt>
                <c:pt idx="1978">
                  <c:v>39661</c:v>
                </c:pt>
                <c:pt idx="1979">
                  <c:v>39664</c:v>
                </c:pt>
                <c:pt idx="1980">
                  <c:v>39665</c:v>
                </c:pt>
                <c:pt idx="1981">
                  <c:v>39666</c:v>
                </c:pt>
                <c:pt idx="1982">
                  <c:v>39667</c:v>
                </c:pt>
                <c:pt idx="1983">
                  <c:v>39668</c:v>
                </c:pt>
                <c:pt idx="1984">
                  <c:v>39671</c:v>
                </c:pt>
                <c:pt idx="1985">
                  <c:v>39672</c:v>
                </c:pt>
                <c:pt idx="1986">
                  <c:v>39673</c:v>
                </c:pt>
                <c:pt idx="1987">
                  <c:v>39674</c:v>
                </c:pt>
                <c:pt idx="1988">
                  <c:v>39675</c:v>
                </c:pt>
                <c:pt idx="1989">
                  <c:v>39678</c:v>
                </c:pt>
                <c:pt idx="1990">
                  <c:v>39679</c:v>
                </c:pt>
                <c:pt idx="1991">
                  <c:v>39680</c:v>
                </c:pt>
                <c:pt idx="1992">
                  <c:v>39681</c:v>
                </c:pt>
                <c:pt idx="1993">
                  <c:v>39682</c:v>
                </c:pt>
                <c:pt idx="1994">
                  <c:v>39685</c:v>
                </c:pt>
                <c:pt idx="1995">
                  <c:v>39686</c:v>
                </c:pt>
                <c:pt idx="1996">
                  <c:v>39687</c:v>
                </c:pt>
                <c:pt idx="1997">
                  <c:v>39688</c:v>
                </c:pt>
                <c:pt idx="1998">
                  <c:v>39689</c:v>
                </c:pt>
                <c:pt idx="1999">
                  <c:v>39692</c:v>
                </c:pt>
                <c:pt idx="2000">
                  <c:v>39693</c:v>
                </c:pt>
                <c:pt idx="2001">
                  <c:v>39694</c:v>
                </c:pt>
                <c:pt idx="2002">
                  <c:v>39695</c:v>
                </c:pt>
                <c:pt idx="2003">
                  <c:v>39696</c:v>
                </c:pt>
                <c:pt idx="2004">
                  <c:v>39699</c:v>
                </c:pt>
                <c:pt idx="2005">
                  <c:v>39700</c:v>
                </c:pt>
                <c:pt idx="2006">
                  <c:v>39701</c:v>
                </c:pt>
                <c:pt idx="2007">
                  <c:v>39702</c:v>
                </c:pt>
                <c:pt idx="2008">
                  <c:v>39703</c:v>
                </c:pt>
                <c:pt idx="2009">
                  <c:v>39706</c:v>
                </c:pt>
                <c:pt idx="2010">
                  <c:v>39707</c:v>
                </c:pt>
                <c:pt idx="2011">
                  <c:v>39708</c:v>
                </c:pt>
                <c:pt idx="2012">
                  <c:v>39709</c:v>
                </c:pt>
                <c:pt idx="2013">
                  <c:v>39710</c:v>
                </c:pt>
                <c:pt idx="2014">
                  <c:v>39713</c:v>
                </c:pt>
                <c:pt idx="2015">
                  <c:v>39714</c:v>
                </c:pt>
                <c:pt idx="2016">
                  <c:v>39715</c:v>
                </c:pt>
                <c:pt idx="2017">
                  <c:v>39716</c:v>
                </c:pt>
                <c:pt idx="2018">
                  <c:v>39717</c:v>
                </c:pt>
                <c:pt idx="2019">
                  <c:v>39720</c:v>
                </c:pt>
                <c:pt idx="2020">
                  <c:v>39721</c:v>
                </c:pt>
                <c:pt idx="2021">
                  <c:v>39722</c:v>
                </c:pt>
                <c:pt idx="2022">
                  <c:v>39723</c:v>
                </c:pt>
                <c:pt idx="2023">
                  <c:v>39724</c:v>
                </c:pt>
                <c:pt idx="2024">
                  <c:v>39727</c:v>
                </c:pt>
                <c:pt idx="2025">
                  <c:v>39728</c:v>
                </c:pt>
                <c:pt idx="2026">
                  <c:v>39729</c:v>
                </c:pt>
                <c:pt idx="2027">
                  <c:v>39730</c:v>
                </c:pt>
                <c:pt idx="2028">
                  <c:v>39731</c:v>
                </c:pt>
                <c:pt idx="2029">
                  <c:v>39734</c:v>
                </c:pt>
                <c:pt idx="2030">
                  <c:v>39735</c:v>
                </c:pt>
                <c:pt idx="2031">
                  <c:v>39736</c:v>
                </c:pt>
                <c:pt idx="2032">
                  <c:v>39737</c:v>
                </c:pt>
                <c:pt idx="2033">
                  <c:v>39738</c:v>
                </c:pt>
                <c:pt idx="2034">
                  <c:v>39741</c:v>
                </c:pt>
                <c:pt idx="2035">
                  <c:v>39742</c:v>
                </c:pt>
                <c:pt idx="2036">
                  <c:v>39743</c:v>
                </c:pt>
                <c:pt idx="2037">
                  <c:v>39744</c:v>
                </c:pt>
                <c:pt idx="2038">
                  <c:v>39745</c:v>
                </c:pt>
                <c:pt idx="2039">
                  <c:v>39748</c:v>
                </c:pt>
                <c:pt idx="2040">
                  <c:v>39749</c:v>
                </c:pt>
                <c:pt idx="2041">
                  <c:v>39750</c:v>
                </c:pt>
                <c:pt idx="2042">
                  <c:v>39751</c:v>
                </c:pt>
                <c:pt idx="2043">
                  <c:v>39752</c:v>
                </c:pt>
                <c:pt idx="2044">
                  <c:v>39755</c:v>
                </c:pt>
                <c:pt idx="2045">
                  <c:v>39756</c:v>
                </c:pt>
                <c:pt idx="2046">
                  <c:v>39757</c:v>
                </c:pt>
                <c:pt idx="2047">
                  <c:v>39758</c:v>
                </c:pt>
                <c:pt idx="2048">
                  <c:v>39759</c:v>
                </c:pt>
                <c:pt idx="2049">
                  <c:v>39762</c:v>
                </c:pt>
                <c:pt idx="2050">
                  <c:v>39763</c:v>
                </c:pt>
                <c:pt idx="2051">
                  <c:v>39764</c:v>
                </c:pt>
                <c:pt idx="2052">
                  <c:v>39765</c:v>
                </c:pt>
                <c:pt idx="2053">
                  <c:v>39766</c:v>
                </c:pt>
                <c:pt idx="2054">
                  <c:v>39769</c:v>
                </c:pt>
                <c:pt idx="2055">
                  <c:v>39770</c:v>
                </c:pt>
                <c:pt idx="2056">
                  <c:v>39771</c:v>
                </c:pt>
                <c:pt idx="2057">
                  <c:v>39772</c:v>
                </c:pt>
                <c:pt idx="2058">
                  <c:v>39773</c:v>
                </c:pt>
                <c:pt idx="2059">
                  <c:v>39776</c:v>
                </c:pt>
                <c:pt idx="2060">
                  <c:v>39777</c:v>
                </c:pt>
                <c:pt idx="2061">
                  <c:v>39778</c:v>
                </c:pt>
                <c:pt idx="2062">
                  <c:v>39779</c:v>
                </c:pt>
                <c:pt idx="2063">
                  <c:v>39780</c:v>
                </c:pt>
                <c:pt idx="2064">
                  <c:v>39783</c:v>
                </c:pt>
                <c:pt idx="2065">
                  <c:v>39784</c:v>
                </c:pt>
                <c:pt idx="2066">
                  <c:v>39785</c:v>
                </c:pt>
                <c:pt idx="2067">
                  <c:v>39786</c:v>
                </c:pt>
                <c:pt idx="2068">
                  <c:v>39787</c:v>
                </c:pt>
                <c:pt idx="2069">
                  <c:v>39790</c:v>
                </c:pt>
                <c:pt idx="2070">
                  <c:v>39791</c:v>
                </c:pt>
                <c:pt idx="2071">
                  <c:v>39792</c:v>
                </c:pt>
                <c:pt idx="2072">
                  <c:v>39793</c:v>
                </c:pt>
                <c:pt idx="2073">
                  <c:v>39794</c:v>
                </c:pt>
                <c:pt idx="2074">
                  <c:v>39797</c:v>
                </c:pt>
                <c:pt idx="2075">
                  <c:v>39798</c:v>
                </c:pt>
                <c:pt idx="2076">
                  <c:v>39799</c:v>
                </c:pt>
                <c:pt idx="2077">
                  <c:v>39800</c:v>
                </c:pt>
                <c:pt idx="2078">
                  <c:v>39801</c:v>
                </c:pt>
                <c:pt idx="2079">
                  <c:v>39804</c:v>
                </c:pt>
                <c:pt idx="2080">
                  <c:v>39805</c:v>
                </c:pt>
                <c:pt idx="2081">
                  <c:v>39806</c:v>
                </c:pt>
                <c:pt idx="2082">
                  <c:v>39807</c:v>
                </c:pt>
                <c:pt idx="2083">
                  <c:v>39808</c:v>
                </c:pt>
                <c:pt idx="2084">
                  <c:v>39811</c:v>
                </c:pt>
                <c:pt idx="2085">
                  <c:v>39812</c:v>
                </c:pt>
                <c:pt idx="2086">
                  <c:v>39813</c:v>
                </c:pt>
                <c:pt idx="2087">
                  <c:v>39814</c:v>
                </c:pt>
                <c:pt idx="2088">
                  <c:v>39815</c:v>
                </c:pt>
                <c:pt idx="2089">
                  <c:v>39818</c:v>
                </c:pt>
                <c:pt idx="2090">
                  <c:v>39819</c:v>
                </c:pt>
                <c:pt idx="2091">
                  <c:v>39820</c:v>
                </c:pt>
                <c:pt idx="2092">
                  <c:v>39821</c:v>
                </c:pt>
                <c:pt idx="2093">
                  <c:v>39822</c:v>
                </c:pt>
                <c:pt idx="2094">
                  <c:v>39825</c:v>
                </c:pt>
                <c:pt idx="2095">
                  <c:v>39826</c:v>
                </c:pt>
                <c:pt idx="2096">
                  <c:v>39827</c:v>
                </c:pt>
                <c:pt idx="2097">
                  <c:v>39828</c:v>
                </c:pt>
                <c:pt idx="2098">
                  <c:v>39829</c:v>
                </c:pt>
                <c:pt idx="2099">
                  <c:v>39832</c:v>
                </c:pt>
                <c:pt idx="2100">
                  <c:v>39833</c:v>
                </c:pt>
                <c:pt idx="2101">
                  <c:v>39834</c:v>
                </c:pt>
                <c:pt idx="2102">
                  <c:v>39835</c:v>
                </c:pt>
                <c:pt idx="2103">
                  <c:v>39836</c:v>
                </c:pt>
                <c:pt idx="2104">
                  <c:v>39839</c:v>
                </c:pt>
                <c:pt idx="2105">
                  <c:v>39840</c:v>
                </c:pt>
                <c:pt idx="2106">
                  <c:v>39841</c:v>
                </c:pt>
                <c:pt idx="2107">
                  <c:v>39842</c:v>
                </c:pt>
                <c:pt idx="2108">
                  <c:v>39843</c:v>
                </c:pt>
                <c:pt idx="2109">
                  <c:v>39846</c:v>
                </c:pt>
                <c:pt idx="2110">
                  <c:v>39847</c:v>
                </c:pt>
                <c:pt idx="2111">
                  <c:v>39848</c:v>
                </c:pt>
                <c:pt idx="2112">
                  <c:v>39849</c:v>
                </c:pt>
                <c:pt idx="2113">
                  <c:v>39850</c:v>
                </c:pt>
                <c:pt idx="2114">
                  <c:v>39853</c:v>
                </c:pt>
                <c:pt idx="2115">
                  <c:v>39854</c:v>
                </c:pt>
                <c:pt idx="2116">
                  <c:v>39855</c:v>
                </c:pt>
                <c:pt idx="2117">
                  <c:v>39856</c:v>
                </c:pt>
                <c:pt idx="2118">
                  <c:v>39857</c:v>
                </c:pt>
                <c:pt idx="2119">
                  <c:v>39860</c:v>
                </c:pt>
                <c:pt idx="2120">
                  <c:v>39861</c:v>
                </c:pt>
                <c:pt idx="2121">
                  <c:v>39862</c:v>
                </c:pt>
                <c:pt idx="2122">
                  <c:v>39863</c:v>
                </c:pt>
                <c:pt idx="2123">
                  <c:v>39864</c:v>
                </c:pt>
                <c:pt idx="2124">
                  <c:v>39867</c:v>
                </c:pt>
                <c:pt idx="2125">
                  <c:v>39868</c:v>
                </c:pt>
                <c:pt idx="2126">
                  <c:v>39869</c:v>
                </c:pt>
                <c:pt idx="2127">
                  <c:v>39870</c:v>
                </c:pt>
                <c:pt idx="2128">
                  <c:v>39871</c:v>
                </c:pt>
                <c:pt idx="2129">
                  <c:v>39874</c:v>
                </c:pt>
                <c:pt idx="2130">
                  <c:v>39875</c:v>
                </c:pt>
                <c:pt idx="2131">
                  <c:v>39876</c:v>
                </c:pt>
                <c:pt idx="2132">
                  <c:v>39877</c:v>
                </c:pt>
                <c:pt idx="2133">
                  <c:v>39878</c:v>
                </c:pt>
                <c:pt idx="2134">
                  <c:v>39881</c:v>
                </c:pt>
                <c:pt idx="2135">
                  <c:v>39882</c:v>
                </c:pt>
                <c:pt idx="2136">
                  <c:v>39883</c:v>
                </c:pt>
                <c:pt idx="2137">
                  <c:v>39884</c:v>
                </c:pt>
                <c:pt idx="2138">
                  <c:v>39885</c:v>
                </c:pt>
                <c:pt idx="2139">
                  <c:v>39888</c:v>
                </c:pt>
                <c:pt idx="2140">
                  <c:v>39889</c:v>
                </c:pt>
                <c:pt idx="2141">
                  <c:v>39890</c:v>
                </c:pt>
                <c:pt idx="2142">
                  <c:v>39891</c:v>
                </c:pt>
                <c:pt idx="2143">
                  <c:v>39892</c:v>
                </c:pt>
                <c:pt idx="2144">
                  <c:v>39895</c:v>
                </c:pt>
                <c:pt idx="2145">
                  <c:v>39896</c:v>
                </c:pt>
                <c:pt idx="2146">
                  <c:v>39897</c:v>
                </c:pt>
                <c:pt idx="2147">
                  <c:v>39898</c:v>
                </c:pt>
                <c:pt idx="2148">
                  <c:v>39899</c:v>
                </c:pt>
                <c:pt idx="2149">
                  <c:v>39902</c:v>
                </c:pt>
                <c:pt idx="2150">
                  <c:v>39903</c:v>
                </c:pt>
                <c:pt idx="2151">
                  <c:v>39904</c:v>
                </c:pt>
                <c:pt idx="2152">
                  <c:v>39905</c:v>
                </c:pt>
                <c:pt idx="2153">
                  <c:v>39906</c:v>
                </c:pt>
                <c:pt idx="2154">
                  <c:v>39909</c:v>
                </c:pt>
                <c:pt idx="2155">
                  <c:v>39910</c:v>
                </c:pt>
                <c:pt idx="2156">
                  <c:v>39911</c:v>
                </c:pt>
                <c:pt idx="2157">
                  <c:v>39912</c:v>
                </c:pt>
                <c:pt idx="2158">
                  <c:v>39913</c:v>
                </c:pt>
                <c:pt idx="2159">
                  <c:v>39916</c:v>
                </c:pt>
                <c:pt idx="2160">
                  <c:v>39917</c:v>
                </c:pt>
                <c:pt idx="2161">
                  <c:v>39918</c:v>
                </c:pt>
                <c:pt idx="2162">
                  <c:v>39919</c:v>
                </c:pt>
                <c:pt idx="2163">
                  <c:v>39920</c:v>
                </c:pt>
                <c:pt idx="2164">
                  <c:v>39923</c:v>
                </c:pt>
                <c:pt idx="2165">
                  <c:v>39924</c:v>
                </c:pt>
                <c:pt idx="2166">
                  <c:v>39925</c:v>
                </c:pt>
                <c:pt idx="2167">
                  <c:v>39926</c:v>
                </c:pt>
                <c:pt idx="2168">
                  <c:v>39927</c:v>
                </c:pt>
                <c:pt idx="2169">
                  <c:v>39930</c:v>
                </c:pt>
                <c:pt idx="2170">
                  <c:v>39931</c:v>
                </c:pt>
                <c:pt idx="2171">
                  <c:v>39932</c:v>
                </c:pt>
                <c:pt idx="2172">
                  <c:v>39933</c:v>
                </c:pt>
                <c:pt idx="2173">
                  <c:v>39934</c:v>
                </c:pt>
                <c:pt idx="2174">
                  <c:v>39937</c:v>
                </c:pt>
                <c:pt idx="2175">
                  <c:v>39938</c:v>
                </c:pt>
                <c:pt idx="2176">
                  <c:v>39939</c:v>
                </c:pt>
                <c:pt idx="2177">
                  <c:v>39940</c:v>
                </c:pt>
                <c:pt idx="2178">
                  <c:v>39941</c:v>
                </c:pt>
                <c:pt idx="2179">
                  <c:v>39944</c:v>
                </c:pt>
                <c:pt idx="2180">
                  <c:v>39945</c:v>
                </c:pt>
                <c:pt idx="2181">
                  <c:v>39946</c:v>
                </c:pt>
                <c:pt idx="2182">
                  <c:v>39947</c:v>
                </c:pt>
                <c:pt idx="2183">
                  <c:v>39948</c:v>
                </c:pt>
                <c:pt idx="2184">
                  <c:v>39951</c:v>
                </c:pt>
                <c:pt idx="2185">
                  <c:v>39952</c:v>
                </c:pt>
                <c:pt idx="2186">
                  <c:v>39953</c:v>
                </c:pt>
                <c:pt idx="2187">
                  <c:v>39954</c:v>
                </c:pt>
                <c:pt idx="2188">
                  <c:v>39955</c:v>
                </c:pt>
                <c:pt idx="2189">
                  <c:v>39958</c:v>
                </c:pt>
                <c:pt idx="2190">
                  <c:v>39959</c:v>
                </c:pt>
                <c:pt idx="2191">
                  <c:v>39960</c:v>
                </c:pt>
                <c:pt idx="2192">
                  <c:v>39961</c:v>
                </c:pt>
                <c:pt idx="2193">
                  <c:v>39962</c:v>
                </c:pt>
                <c:pt idx="2194">
                  <c:v>39965</c:v>
                </c:pt>
                <c:pt idx="2195">
                  <c:v>39966</c:v>
                </c:pt>
                <c:pt idx="2196">
                  <c:v>39967</c:v>
                </c:pt>
                <c:pt idx="2197">
                  <c:v>39968</c:v>
                </c:pt>
                <c:pt idx="2198">
                  <c:v>39969</c:v>
                </c:pt>
                <c:pt idx="2199">
                  <c:v>39972</c:v>
                </c:pt>
                <c:pt idx="2200">
                  <c:v>39973</c:v>
                </c:pt>
                <c:pt idx="2201">
                  <c:v>39974</c:v>
                </c:pt>
                <c:pt idx="2202">
                  <c:v>39975</c:v>
                </c:pt>
                <c:pt idx="2203">
                  <c:v>39976</c:v>
                </c:pt>
                <c:pt idx="2204">
                  <c:v>39979</c:v>
                </c:pt>
                <c:pt idx="2205">
                  <c:v>39980</c:v>
                </c:pt>
                <c:pt idx="2206">
                  <c:v>39981</c:v>
                </c:pt>
                <c:pt idx="2207">
                  <c:v>39982</c:v>
                </c:pt>
                <c:pt idx="2208">
                  <c:v>39983</c:v>
                </c:pt>
                <c:pt idx="2209">
                  <c:v>39986</c:v>
                </c:pt>
                <c:pt idx="2210">
                  <c:v>39987</c:v>
                </c:pt>
                <c:pt idx="2211">
                  <c:v>39988</c:v>
                </c:pt>
                <c:pt idx="2212">
                  <c:v>39989</c:v>
                </c:pt>
                <c:pt idx="2213">
                  <c:v>39990</c:v>
                </c:pt>
                <c:pt idx="2214">
                  <c:v>39993</c:v>
                </c:pt>
                <c:pt idx="2215">
                  <c:v>39994</c:v>
                </c:pt>
                <c:pt idx="2216">
                  <c:v>39995</c:v>
                </c:pt>
                <c:pt idx="2217">
                  <c:v>39996</c:v>
                </c:pt>
                <c:pt idx="2218">
                  <c:v>39997</c:v>
                </c:pt>
                <c:pt idx="2219">
                  <c:v>40000</c:v>
                </c:pt>
                <c:pt idx="2220">
                  <c:v>40001</c:v>
                </c:pt>
                <c:pt idx="2221">
                  <c:v>40002</c:v>
                </c:pt>
                <c:pt idx="2222">
                  <c:v>40003</c:v>
                </c:pt>
                <c:pt idx="2223">
                  <c:v>40004</c:v>
                </c:pt>
                <c:pt idx="2224">
                  <c:v>40007</c:v>
                </c:pt>
                <c:pt idx="2225">
                  <c:v>40008</c:v>
                </c:pt>
                <c:pt idx="2226">
                  <c:v>40009</c:v>
                </c:pt>
                <c:pt idx="2227">
                  <c:v>40010</c:v>
                </c:pt>
                <c:pt idx="2228">
                  <c:v>40011</c:v>
                </c:pt>
                <c:pt idx="2229">
                  <c:v>40014</c:v>
                </c:pt>
                <c:pt idx="2230">
                  <c:v>40015</c:v>
                </c:pt>
                <c:pt idx="2231">
                  <c:v>40016</c:v>
                </c:pt>
                <c:pt idx="2232">
                  <c:v>40017</c:v>
                </c:pt>
                <c:pt idx="2233">
                  <c:v>40018</c:v>
                </c:pt>
                <c:pt idx="2234">
                  <c:v>40021</c:v>
                </c:pt>
                <c:pt idx="2235">
                  <c:v>40022</c:v>
                </c:pt>
                <c:pt idx="2236">
                  <c:v>40023</c:v>
                </c:pt>
                <c:pt idx="2237">
                  <c:v>40024</c:v>
                </c:pt>
                <c:pt idx="2238">
                  <c:v>40025</c:v>
                </c:pt>
                <c:pt idx="2239">
                  <c:v>40028</c:v>
                </c:pt>
                <c:pt idx="2240">
                  <c:v>40029</c:v>
                </c:pt>
                <c:pt idx="2241">
                  <c:v>40030</c:v>
                </c:pt>
                <c:pt idx="2242">
                  <c:v>40031</c:v>
                </c:pt>
                <c:pt idx="2243">
                  <c:v>40032</c:v>
                </c:pt>
                <c:pt idx="2244">
                  <c:v>40035</c:v>
                </c:pt>
                <c:pt idx="2245">
                  <c:v>40036</c:v>
                </c:pt>
                <c:pt idx="2246">
                  <c:v>40037</c:v>
                </c:pt>
                <c:pt idx="2247">
                  <c:v>40038</c:v>
                </c:pt>
                <c:pt idx="2248">
                  <c:v>40039</c:v>
                </c:pt>
                <c:pt idx="2249">
                  <c:v>40042</c:v>
                </c:pt>
                <c:pt idx="2250">
                  <c:v>40043</c:v>
                </c:pt>
                <c:pt idx="2251">
                  <c:v>40044</c:v>
                </c:pt>
                <c:pt idx="2252">
                  <c:v>40045</c:v>
                </c:pt>
                <c:pt idx="2253">
                  <c:v>40046</c:v>
                </c:pt>
                <c:pt idx="2254">
                  <c:v>40049</c:v>
                </c:pt>
                <c:pt idx="2255">
                  <c:v>40050</c:v>
                </c:pt>
                <c:pt idx="2256">
                  <c:v>40051</c:v>
                </c:pt>
                <c:pt idx="2257">
                  <c:v>40052</c:v>
                </c:pt>
                <c:pt idx="2258">
                  <c:v>40053</c:v>
                </c:pt>
                <c:pt idx="2259">
                  <c:v>40056</c:v>
                </c:pt>
                <c:pt idx="2260">
                  <c:v>40057</c:v>
                </c:pt>
                <c:pt idx="2261">
                  <c:v>40058</c:v>
                </c:pt>
                <c:pt idx="2262">
                  <c:v>40059</c:v>
                </c:pt>
                <c:pt idx="2263">
                  <c:v>40060</c:v>
                </c:pt>
                <c:pt idx="2264">
                  <c:v>40063</c:v>
                </c:pt>
                <c:pt idx="2265">
                  <c:v>40064</c:v>
                </c:pt>
                <c:pt idx="2266">
                  <c:v>40065</c:v>
                </c:pt>
                <c:pt idx="2267">
                  <c:v>40066</c:v>
                </c:pt>
                <c:pt idx="2268">
                  <c:v>40067</c:v>
                </c:pt>
                <c:pt idx="2269">
                  <c:v>40070</c:v>
                </c:pt>
                <c:pt idx="2270">
                  <c:v>40071</c:v>
                </c:pt>
                <c:pt idx="2271">
                  <c:v>40072</c:v>
                </c:pt>
                <c:pt idx="2272">
                  <c:v>40073</c:v>
                </c:pt>
                <c:pt idx="2273">
                  <c:v>40074</c:v>
                </c:pt>
                <c:pt idx="2274">
                  <c:v>40077</c:v>
                </c:pt>
                <c:pt idx="2275">
                  <c:v>40078</c:v>
                </c:pt>
                <c:pt idx="2276">
                  <c:v>40079</c:v>
                </c:pt>
                <c:pt idx="2277">
                  <c:v>40080</c:v>
                </c:pt>
                <c:pt idx="2278">
                  <c:v>40081</c:v>
                </c:pt>
                <c:pt idx="2279">
                  <c:v>40084</c:v>
                </c:pt>
                <c:pt idx="2280">
                  <c:v>40085</c:v>
                </c:pt>
                <c:pt idx="2281">
                  <c:v>40086</c:v>
                </c:pt>
                <c:pt idx="2282">
                  <c:v>40087</c:v>
                </c:pt>
                <c:pt idx="2283">
                  <c:v>40088</c:v>
                </c:pt>
                <c:pt idx="2284">
                  <c:v>40091</c:v>
                </c:pt>
                <c:pt idx="2285">
                  <c:v>40092</c:v>
                </c:pt>
                <c:pt idx="2286">
                  <c:v>40093</c:v>
                </c:pt>
                <c:pt idx="2287">
                  <c:v>40094</c:v>
                </c:pt>
                <c:pt idx="2288">
                  <c:v>40095</c:v>
                </c:pt>
                <c:pt idx="2289">
                  <c:v>40098</c:v>
                </c:pt>
                <c:pt idx="2290">
                  <c:v>40099</c:v>
                </c:pt>
                <c:pt idx="2291">
                  <c:v>40100</c:v>
                </c:pt>
                <c:pt idx="2292">
                  <c:v>40101</c:v>
                </c:pt>
                <c:pt idx="2293">
                  <c:v>40102</c:v>
                </c:pt>
                <c:pt idx="2294">
                  <c:v>40105</c:v>
                </c:pt>
                <c:pt idx="2295">
                  <c:v>40106</c:v>
                </c:pt>
                <c:pt idx="2296">
                  <c:v>40107</c:v>
                </c:pt>
                <c:pt idx="2297">
                  <c:v>40108</c:v>
                </c:pt>
                <c:pt idx="2298">
                  <c:v>40109</c:v>
                </c:pt>
                <c:pt idx="2299">
                  <c:v>40112</c:v>
                </c:pt>
                <c:pt idx="2300">
                  <c:v>40113</c:v>
                </c:pt>
                <c:pt idx="2301">
                  <c:v>40114</c:v>
                </c:pt>
                <c:pt idx="2302">
                  <c:v>40115</c:v>
                </c:pt>
                <c:pt idx="2303">
                  <c:v>40116</c:v>
                </c:pt>
                <c:pt idx="2304">
                  <c:v>40119</c:v>
                </c:pt>
                <c:pt idx="2305">
                  <c:v>40120</c:v>
                </c:pt>
                <c:pt idx="2306">
                  <c:v>40121</c:v>
                </c:pt>
                <c:pt idx="2307">
                  <c:v>40122</c:v>
                </c:pt>
                <c:pt idx="2308">
                  <c:v>40123</c:v>
                </c:pt>
                <c:pt idx="2309">
                  <c:v>40126</c:v>
                </c:pt>
                <c:pt idx="2310">
                  <c:v>40127</c:v>
                </c:pt>
                <c:pt idx="2311">
                  <c:v>40128</c:v>
                </c:pt>
                <c:pt idx="2312">
                  <c:v>40129</c:v>
                </c:pt>
                <c:pt idx="2313">
                  <c:v>40130</c:v>
                </c:pt>
                <c:pt idx="2314">
                  <c:v>40133</c:v>
                </c:pt>
                <c:pt idx="2315">
                  <c:v>40134</c:v>
                </c:pt>
                <c:pt idx="2316">
                  <c:v>40135</c:v>
                </c:pt>
                <c:pt idx="2317">
                  <c:v>40136</c:v>
                </c:pt>
                <c:pt idx="2318">
                  <c:v>40137</c:v>
                </c:pt>
                <c:pt idx="2319">
                  <c:v>40140</c:v>
                </c:pt>
                <c:pt idx="2320">
                  <c:v>40141</c:v>
                </c:pt>
                <c:pt idx="2321">
                  <c:v>40142</c:v>
                </c:pt>
                <c:pt idx="2322">
                  <c:v>40143</c:v>
                </c:pt>
                <c:pt idx="2323">
                  <c:v>40144</c:v>
                </c:pt>
                <c:pt idx="2324">
                  <c:v>40147</c:v>
                </c:pt>
                <c:pt idx="2325">
                  <c:v>40148</c:v>
                </c:pt>
                <c:pt idx="2326">
                  <c:v>40149</c:v>
                </c:pt>
                <c:pt idx="2327">
                  <c:v>40150</c:v>
                </c:pt>
                <c:pt idx="2328">
                  <c:v>40151</c:v>
                </c:pt>
                <c:pt idx="2329">
                  <c:v>40154</c:v>
                </c:pt>
                <c:pt idx="2330">
                  <c:v>40155</c:v>
                </c:pt>
                <c:pt idx="2331">
                  <c:v>40156</c:v>
                </c:pt>
                <c:pt idx="2332">
                  <c:v>40157</c:v>
                </c:pt>
                <c:pt idx="2333">
                  <c:v>40158</c:v>
                </c:pt>
                <c:pt idx="2334">
                  <c:v>40161</c:v>
                </c:pt>
                <c:pt idx="2335">
                  <c:v>40162</c:v>
                </c:pt>
                <c:pt idx="2336">
                  <c:v>40163</c:v>
                </c:pt>
                <c:pt idx="2337">
                  <c:v>40164</c:v>
                </c:pt>
                <c:pt idx="2338">
                  <c:v>40165</c:v>
                </c:pt>
                <c:pt idx="2339">
                  <c:v>40168</c:v>
                </c:pt>
                <c:pt idx="2340">
                  <c:v>40169</c:v>
                </c:pt>
                <c:pt idx="2341">
                  <c:v>40170</c:v>
                </c:pt>
                <c:pt idx="2342">
                  <c:v>40171</c:v>
                </c:pt>
                <c:pt idx="2343">
                  <c:v>40172</c:v>
                </c:pt>
                <c:pt idx="2344">
                  <c:v>40175</c:v>
                </c:pt>
                <c:pt idx="2345">
                  <c:v>40176</c:v>
                </c:pt>
                <c:pt idx="2346">
                  <c:v>40177</c:v>
                </c:pt>
                <c:pt idx="2347">
                  <c:v>40178</c:v>
                </c:pt>
                <c:pt idx="2348">
                  <c:v>40179</c:v>
                </c:pt>
                <c:pt idx="2349">
                  <c:v>40182</c:v>
                </c:pt>
                <c:pt idx="2350">
                  <c:v>40183</c:v>
                </c:pt>
                <c:pt idx="2351">
                  <c:v>40184</c:v>
                </c:pt>
                <c:pt idx="2352">
                  <c:v>40185</c:v>
                </c:pt>
                <c:pt idx="2353">
                  <c:v>40186</c:v>
                </c:pt>
                <c:pt idx="2354">
                  <c:v>40189</c:v>
                </c:pt>
                <c:pt idx="2355">
                  <c:v>40190</c:v>
                </c:pt>
                <c:pt idx="2356">
                  <c:v>40191</c:v>
                </c:pt>
                <c:pt idx="2357">
                  <c:v>40192</c:v>
                </c:pt>
                <c:pt idx="2358">
                  <c:v>40193</c:v>
                </c:pt>
                <c:pt idx="2359">
                  <c:v>40196</c:v>
                </c:pt>
                <c:pt idx="2360">
                  <c:v>40197</c:v>
                </c:pt>
                <c:pt idx="2361">
                  <c:v>40198</c:v>
                </c:pt>
                <c:pt idx="2362">
                  <c:v>40199</c:v>
                </c:pt>
                <c:pt idx="2363">
                  <c:v>40200</c:v>
                </c:pt>
                <c:pt idx="2364">
                  <c:v>40203</c:v>
                </c:pt>
                <c:pt idx="2365">
                  <c:v>40204</c:v>
                </c:pt>
                <c:pt idx="2366">
                  <c:v>40205</c:v>
                </c:pt>
                <c:pt idx="2367">
                  <c:v>40206</c:v>
                </c:pt>
                <c:pt idx="2368">
                  <c:v>40207</c:v>
                </c:pt>
                <c:pt idx="2369">
                  <c:v>40210</c:v>
                </c:pt>
                <c:pt idx="2370">
                  <c:v>40211</c:v>
                </c:pt>
                <c:pt idx="2371">
                  <c:v>40212</c:v>
                </c:pt>
                <c:pt idx="2372">
                  <c:v>40213</c:v>
                </c:pt>
                <c:pt idx="2373">
                  <c:v>40214</c:v>
                </c:pt>
                <c:pt idx="2374">
                  <c:v>40217</c:v>
                </c:pt>
                <c:pt idx="2375">
                  <c:v>40218</c:v>
                </c:pt>
                <c:pt idx="2376">
                  <c:v>40219</c:v>
                </c:pt>
                <c:pt idx="2377">
                  <c:v>40220</c:v>
                </c:pt>
                <c:pt idx="2378">
                  <c:v>40221</c:v>
                </c:pt>
                <c:pt idx="2379">
                  <c:v>40224</c:v>
                </c:pt>
                <c:pt idx="2380">
                  <c:v>40225</c:v>
                </c:pt>
                <c:pt idx="2381">
                  <c:v>40226</c:v>
                </c:pt>
                <c:pt idx="2382">
                  <c:v>40227</c:v>
                </c:pt>
                <c:pt idx="2383">
                  <c:v>40228</c:v>
                </c:pt>
                <c:pt idx="2384">
                  <c:v>40231</c:v>
                </c:pt>
                <c:pt idx="2385">
                  <c:v>40232</c:v>
                </c:pt>
                <c:pt idx="2386">
                  <c:v>40233</c:v>
                </c:pt>
                <c:pt idx="2387">
                  <c:v>40234</c:v>
                </c:pt>
                <c:pt idx="2388">
                  <c:v>40235</c:v>
                </c:pt>
                <c:pt idx="2389">
                  <c:v>40238</c:v>
                </c:pt>
                <c:pt idx="2390">
                  <c:v>40239</c:v>
                </c:pt>
                <c:pt idx="2391">
                  <c:v>40240</c:v>
                </c:pt>
                <c:pt idx="2392">
                  <c:v>40241</c:v>
                </c:pt>
                <c:pt idx="2393">
                  <c:v>40242</c:v>
                </c:pt>
                <c:pt idx="2394">
                  <c:v>40245</c:v>
                </c:pt>
                <c:pt idx="2395">
                  <c:v>40246</c:v>
                </c:pt>
                <c:pt idx="2396">
                  <c:v>40247</c:v>
                </c:pt>
                <c:pt idx="2397">
                  <c:v>40248</c:v>
                </c:pt>
                <c:pt idx="2398">
                  <c:v>40249</c:v>
                </c:pt>
                <c:pt idx="2399">
                  <c:v>40252</c:v>
                </c:pt>
                <c:pt idx="2400">
                  <c:v>40253</c:v>
                </c:pt>
                <c:pt idx="2401">
                  <c:v>40254</c:v>
                </c:pt>
                <c:pt idx="2402">
                  <c:v>40255</c:v>
                </c:pt>
                <c:pt idx="2403">
                  <c:v>40256</c:v>
                </c:pt>
                <c:pt idx="2404">
                  <c:v>40259</c:v>
                </c:pt>
                <c:pt idx="2405">
                  <c:v>40260</c:v>
                </c:pt>
                <c:pt idx="2406">
                  <c:v>40261</c:v>
                </c:pt>
                <c:pt idx="2407">
                  <c:v>40262</c:v>
                </c:pt>
                <c:pt idx="2408">
                  <c:v>40263</c:v>
                </c:pt>
                <c:pt idx="2409">
                  <c:v>40266</c:v>
                </c:pt>
                <c:pt idx="2410">
                  <c:v>40267</c:v>
                </c:pt>
                <c:pt idx="2411">
                  <c:v>40268</c:v>
                </c:pt>
                <c:pt idx="2412">
                  <c:v>40269</c:v>
                </c:pt>
                <c:pt idx="2413">
                  <c:v>40270</c:v>
                </c:pt>
                <c:pt idx="2414">
                  <c:v>40273</c:v>
                </c:pt>
                <c:pt idx="2415">
                  <c:v>40274</c:v>
                </c:pt>
                <c:pt idx="2416">
                  <c:v>40275</c:v>
                </c:pt>
                <c:pt idx="2417">
                  <c:v>40276</c:v>
                </c:pt>
                <c:pt idx="2418">
                  <c:v>40277</c:v>
                </c:pt>
                <c:pt idx="2419">
                  <c:v>40280</c:v>
                </c:pt>
                <c:pt idx="2420">
                  <c:v>40281</c:v>
                </c:pt>
                <c:pt idx="2421">
                  <c:v>40282</c:v>
                </c:pt>
                <c:pt idx="2422">
                  <c:v>40283</c:v>
                </c:pt>
                <c:pt idx="2423">
                  <c:v>40284</c:v>
                </c:pt>
                <c:pt idx="2424">
                  <c:v>40287</c:v>
                </c:pt>
                <c:pt idx="2425">
                  <c:v>40288</c:v>
                </c:pt>
                <c:pt idx="2426">
                  <c:v>40289</c:v>
                </c:pt>
                <c:pt idx="2427">
                  <c:v>40290</c:v>
                </c:pt>
                <c:pt idx="2428">
                  <c:v>40291</c:v>
                </c:pt>
                <c:pt idx="2429">
                  <c:v>40294</c:v>
                </c:pt>
                <c:pt idx="2430">
                  <c:v>40295</c:v>
                </c:pt>
                <c:pt idx="2431">
                  <c:v>40296</c:v>
                </c:pt>
                <c:pt idx="2432">
                  <c:v>40297</c:v>
                </c:pt>
                <c:pt idx="2433">
                  <c:v>40298</c:v>
                </c:pt>
                <c:pt idx="2434">
                  <c:v>40301</c:v>
                </c:pt>
                <c:pt idx="2435">
                  <c:v>40302</c:v>
                </c:pt>
                <c:pt idx="2436">
                  <c:v>40303</c:v>
                </c:pt>
                <c:pt idx="2437">
                  <c:v>40304</c:v>
                </c:pt>
                <c:pt idx="2438">
                  <c:v>40305</c:v>
                </c:pt>
                <c:pt idx="2439">
                  <c:v>40308</c:v>
                </c:pt>
                <c:pt idx="2440">
                  <c:v>40309</c:v>
                </c:pt>
                <c:pt idx="2441">
                  <c:v>40310</c:v>
                </c:pt>
                <c:pt idx="2442">
                  <c:v>40311</c:v>
                </c:pt>
                <c:pt idx="2443">
                  <c:v>40312</c:v>
                </c:pt>
                <c:pt idx="2444">
                  <c:v>40315</c:v>
                </c:pt>
                <c:pt idx="2445">
                  <c:v>40316</c:v>
                </c:pt>
                <c:pt idx="2446">
                  <c:v>40317</c:v>
                </c:pt>
                <c:pt idx="2447">
                  <c:v>40318</c:v>
                </c:pt>
                <c:pt idx="2448">
                  <c:v>40319</c:v>
                </c:pt>
                <c:pt idx="2449">
                  <c:v>40322</c:v>
                </c:pt>
                <c:pt idx="2450">
                  <c:v>40323</c:v>
                </c:pt>
                <c:pt idx="2451">
                  <c:v>40324</c:v>
                </c:pt>
                <c:pt idx="2452">
                  <c:v>40325</c:v>
                </c:pt>
                <c:pt idx="2453">
                  <c:v>40326</c:v>
                </c:pt>
                <c:pt idx="2454">
                  <c:v>40329</c:v>
                </c:pt>
                <c:pt idx="2455">
                  <c:v>40330</c:v>
                </c:pt>
                <c:pt idx="2456">
                  <c:v>40331</c:v>
                </c:pt>
                <c:pt idx="2457">
                  <c:v>40332</c:v>
                </c:pt>
                <c:pt idx="2458">
                  <c:v>40333</c:v>
                </c:pt>
                <c:pt idx="2459">
                  <c:v>40336</c:v>
                </c:pt>
                <c:pt idx="2460">
                  <c:v>40337</c:v>
                </c:pt>
                <c:pt idx="2461">
                  <c:v>40338</c:v>
                </c:pt>
                <c:pt idx="2462">
                  <c:v>40339</c:v>
                </c:pt>
                <c:pt idx="2463">
                  <c:v>40340</c:v>
                </c:pt>
                <c:pt idx="2464">
                  <c:v>40343</c:v>
                </c:pt>
                <c:pt idx="2465">
                  <c:v>40344</c:v>
                </c:pt>
                <c:pt idx="2466">
                  <c:v>40345</c:v>
                </c:pt>
                <c:pt idx="2467">
                  <c:v>40346</c:v>
                </c:pt>
                <c:pt idx="2468">
                  <c:v>40347</c:v>
                </c:pt>
                <c:pt idx="2469">
                  <c:v>40350</c:v>
                </c:pt>
                <c:pt idx="2470">
                  <c:v>40351</c:v>
                </c:pt>
                <c:pt idx="2471">
                  <c:v>40352</c:v>
                </c:pt>
                <c:pt idx="2472">
                  <c:v>40353</c:v>
                </c:pt>
                <c:pt idx="2473">
                  <c:v>40354</c:v>
                </c:pt>
                <c:pt idx="2474">
                  <c:v>40357</c:v>
                </c:pt>
                <c:pt idx="2475">
                  <c:v>40358</c:v>
                </c:pt>
                <c:pt idx="2476">
                  <c:v>40359</c:v>
                </c:pt>
                <c:pt idx="2477">
                  <c:v>40360</c:v>
                </c:pt>
                <c:pt idx="2478">
                  <c:v>40361</c:v>
                </c:pt>
                <c:pt idx="2479">
                  <c:v>40364</c:v>
                </c:pt>
                <c:pt idx="2480">
                  <c:v>40365</c:v>
                </c:pt>
                <c:pt idx="2481">
                  <c:v>40366</c:v>
                </c:pt>
                <c:pt idx="2482">
                  <c:v>40367</c:v>
                </c:pt>
                <c:pt idx="2483">
                  <c:v>40368</c:v>
                </c:pt>
                <c:pt idx="2484">
                  <c:v>40371</c:v>
                </c:pt>
                <c:pt idx="2485">
                  <c:v>40372</c:v>
                </c:pt>
                <c:pt idx="2486">
                  <c:v>40373</c:v>
                </c:pt>
                <c:pt idx="2487">
                  <c:v>40374</c:v>
                </c:pt>
                <c:pt idx="2488">
                  <c:v>40375</c:v>
                </c:pt>
                <c:pt idx="2489">
                  <c:v>40378</c:v>
                </c:pt>
                <c:pt idx="2490">
                  <c:v>40379</c:v>
                </c:pt>
                <c:pt idx="2491">
                  <c:v>40380</c:v>
                </c:pt>
                <c:pt idx="2492">
                  <c:v>40381</c:v>
                </c:pt>
                <c:pt idx="2493">
                  <c:v>40382</c:v>
                </c:pt>
                <c:pt idx="2494">
                  <c:v>40385</c:v>
                </c:pt>
                <c:pt idx="2495">
                  <c:v>40386</c:v>
                </c:pt>
                <c:pt idx="2496">
                  <c:v>40387</c:v>
                </c:pt>
                <c:pt idx="2497">
                  <c:v>40388</c:v>
                </c:pt>
                <c:pt idx="2498">
                  <c:v>40389</c:v>
                </c:pt>
                <c:pt idx="2499">
                  <c:v>40392</c:v>
                </c:pt>
                <c:pt idx="2500">
                  <c:v>40393</c:v>
                </c:pt>
                <c:pt idx="2501">
                  <c:v>40394</c:v>
                </c:pt>
                <c:pt idx="2502">
                  <c:v>40395</c:v>
                </c:pt>
                <c:pt idx="2503">
                  <c:v>40396</c:v>
                </c:pt>
                <c:pt idx="2504">
                  <c:v>40399</c:v>
                </c:pt>
                <c:pt idx="2505">
                  <c:v>40400</c:v>
                </c:pt>
                <c:pt idx="2506">
                  <c:v>40401</c:v>
                </c:pt>
                <c:pt idx="2507">
                  <c:v>40402</c:v>
                </c:pt>
                <c:pt idx="2508">
                  <c:v>40403</c:v>
                </c:pt>
                <c:pt idx="2509">
                  <c:v>40406</c:v>
                </c:pt>
                <c:pt idx="2510">
                  <c:v>40407</c:v>
                </c:pt>
                <c:pt idx="2511">
                  <c:v>40408</c:v>
                </c:pt>
                <c:pt idx="2512">
                  <c:v>40409</c:v>
                </c:pt>
                <c:pt idx="2513">
                  <c:v>40410</c:v>
                </c:pt>
                <c:pt idx="2514">
                  <c:v>40413</c:v>
                </c:pt>
                <c:pt idx="2515">
                  <c:v>40414</c:v>
                </c:pt>
                <c:pt idx="2516">
                  <c:v>40415</c:v>
                </c:pt>
                <c:pt idx="2517">
                  <c:v>40416</c:v>
                </c:pt>
                <c:pt idx="2518">
                  <c:v>40417</c:v>
                </c:pt>
                <c:pt idx="2519">
                  <c:v>40420</c:v>
                </c:pt>
                <c:pt idx="2520">
                  <c:v>40421</c:v>
                </c:pt>
                <c:pt idx="2521">
                  <c:v>40422</c:v>
                </c:pt>
                <c:pt idx="2522">
                  <c:v>40423</c:v>
                </c:pt>
                <c:pt idx="2523">
                  <c:v>40424</c:v>
                </c:pt>
                <c:pt idx="2524">
                  <c:v>40427</c:v>
                </c:pt>
                <c:pt idx="2525">
                  <c:v>40428</c:v>
                </c:pt>
                <c:pt idx="2526">
                  <c:v>40429</c:v>
                </c:pt>
                <c:pt idx="2527">
                  <c:v>40430</c:v>
                </c:pt>
                <c:pt idx="2528">
                  <c:v>40431</c:v>
                </c:pt>
                <c:pt idx="2529">
                  <c:v>40434</c:v>
                </c:pt>
                <c:pt idx="2530">
                  <c:v>40435</c:v>
                </c:pt>
                <c:pt idx="2531">
                  <c:v>40436</c:v>
                </c:pt>
                <c:pt idx="2532">
                  <c:v>40437</c:v>
                </c:pt>
                <c:pt idx="2533">
                  <c:v>40438</c:v>
                </c:pt>
                <c:pt idx="2534">
                  <c:v>40441</c:v>
                </c:pt>
                <c:pt idx="2535">
                  <c:v>40442</c:v>
                </c:pt>
                <c:pt idx="2536">
                  <c:v>40443</c:v>
                </c:pt>
                <c:pt idx="2537">
                  <c:v>40444</c:v>
                </c:pt>
                <c:pt idx="2538">
                  <c:v>40445</c:v>
                </c:pt>
                <c:pt idx="2539">
                  <c:v>40448</c:v>
                </c:pt>
                <c:pt idx="2540">
                  <c:v>40449</c:v>
                </c:pt>
                <c:pt idx="2541">
                  <c:v>40450</c:v>
                </c:pt>
                <c:pt idx="2542">
                  <c:v>40451</c:v>
                </c:pt>
                <c:pt idx="2543">
                  <c:v>40452</c:v>
                </c:pt>
                <c:pt idx="2544">
                  <c:v>40455</c:v>
                </c:pt>
                <c:pt idx="2545">
                  <c:v>40456</c:v>
                </c:pt>
                <c:pt idx="2546">
                  <c:v>40457</c:v>
                </c:pt>
                <c:pt idx="2547">
                  <c:v>40458</c:v>
                </c:pt>
                <c:pt idx="2548">
                  <c:v>40459</c:v>
                </c:pt>
                <c:pt idx="2549">
                  <c:v>40462</c:v>
                </c:pt>
                <c:pt idx="2550">
                  <c:v>40463</c:v>
                </c:pt>
                <c:pt idx="2551">
                  <c:v>40464</c:v>
                </c:pt>
                <c:pt idx="2552">
                  <c:v>40465</c:v>
                </c:pt>
                <c:pt idx="2553">
                  <c:v>40466</c:v>
                </c:pt>
                <c:pt idx="2554">
                  <c:v>40469</c:v>
                </c:pt>
                <c:pt idx="2555">
                  <c:v>40470</c:v>
                </c:pt>
                <c:pt idx="2556">
                  <c:v>40471</c:v>
                </c:pt>
                <c:pt idx="2557">
                  <c:v>40472</c:v>
                </c:pt>
                <c:pt idx="2558">
                  <c:v>40473</c:v>
                </c:pt>
                <c:pt idx="2559">
                  <c:v>40476</c:v>
                </c:pt>
                <c:pt idx="2560">
                  <c:v>40477</c:v>
                </c:pt>
                <c:pt idx="2561">
                  <c:v>40478</c:v>
                </c:pt>
                <c:pt idx="2562">
                  <c:v>40479</c:v>
                </c:pt>
                <c:pt idx="2563">
                  <c:v>40480</c:v>
                </c:pt>
                <c:pt idx="2564">
                  <c:v>40483</c:v>
                </c:pt>
                <c:pt idx="2565">
                  <c:v>40484</c:v>
                </c:pt>
                <c:pt idx="2566">
                  <c:v>40485</c:v>
                </c:pt>
                <c:pt idx="2567">
                  <c:v>40486</c:v>
                </c:pt>
                <c:pt idx="2568">
                  <c:v>40487</c:v>
                </c:pt>
                <c:pt idx="2569">
                  <c:v>40490</c:v>
                </c:pt>
                <c:pt idx="2570">
                  <c:v>40491</c:v>
                </c:pt>
                <c:pt idx="2571">
                  <c:v>40492</c:v>
                </c:pt>
                <c:pt idx="2572">
                  <c:v>40493</c:v>
                </c:pt>
                <c:pt idx="2573">
                  <c:v>40494</c:v>
                </c:pt>
                <c:pt idx="2574">
                  <c:v>40497</c:v>
                </c:pt>
                <c:pt idx="2575">
                  <c:v>40498</c:v>
                </c:pt>
                <c:pt idx="2576">
                  <c:v>40499</c:v>
                </c:pt>
                <c:pt idx="2577">
                  <c:v>40500</c:v>
                </c:pt>
                <c:pt idx="2578">
                  <c:v>40501</c:v>
                </c:pt>
                <c:pt idx="2579">
                  <c:v>40504</c:v>
                </c:pt>
                <c:pt idx="2580">
                  <c:v>40505</c:v>
                </c:pt>
                <c:pt idx="2581">
                  <c:v>40506</c:v>
                </c:pt>
                <c:pt idx="2582">
                  <c:v>40507</c:v>
                </c:pt>
                <c:pt idx="2583">
                  <c:v>40508</c:v>
                </c:pt>
                <c:pt idx="2584">
                  <c:v>40511</c:v>
                </c:pt>
                <c:pt idx="2585">
                  <c:v>40512</c:v>
                </c:pt>
                <c:pt idx="2586">
                  <c:v>40513</c:v>
                </c:pt>
                <c:pt idx="2587">
                  <c:v>40514</c:v>
                </c:pt>
                <c:pt idx="2588">
                  <c:v>40515</c:v>
                </c:pt>
                <c:pt idx="2589">
                  <c:v>40518</c:v>
                </c:pt>
                <c:pt idx="2590">
                  <c:v>40519</c:v>
                </c:pt>
                <c:pt idx="2591">
                  <c:v>40520</c:v>
                </c:pt>
                <c:pt idx="2592">
                  <c:v>40521</c:v>
                </c:pt>
                <c:pt idx="2593">
                  <c:v>40522</c:v>
                </c:pt>
                <c:pt idx="2594">
                  <c:v>40525</c:v>
                </c:pt>
                <c:pt idx="2595">
                  <c:v>40526</c:v>
                </c:pt>
                <c:pt idx="2596">
                  <c:v>40527</c:v>
                </c:pt>
                <c:pt idx="2597">
                  <c:v>40528</c:v>
                </c:pt>
                <c:pt idx="2598">
                  <c:v>40529</c:v>
                </c:pt>
                <c:pt idx="2599">
                  <c:v>40532</c:v>
                </c:pt>
                <c:pt idx="2600">
                  <c:v>40533</c:v>
                </c:pt>
                <c:pt idx="2601">
                  <c:v>40534</c:v>
                </c:pt>
                <c:pt idx="2602">
                  <c:v>40535</c:v>
                </c:pt>
                <c:pt idx="2603">
                  <c:v>40536</c:v>
                </c:pt>
                <c:pt idx="2604">
                  <c:v>40539</c:v>
                </c:pt>
                <c:pt idx="2605">
                  <c:v>40540</c:v>
                </c:pt>
                <c:pt idx="2606">
                  <c:v>40541</c:v>
                </c:pt>
                <c:pt idx="2607">
                  <c:v>40542</c:v>
                </c:pt>
                <c:pt idx="2608">
                  <c:v>40543</c:v>
                </c:pt>
                <c:pt idx="2609">
                  <c:v>40546</c:v>
                </c:pt>
                <c:pt idx="2610">
                  <c:v>40547</c:v>
                </c:pt>
                <c:pt idx="2611">
                  <c:v>40548</c:v>
                </c:pt>
                <c:pt idx="2612">
                  <c:v>40549</c:v>
                </c:pt>
                <c:pt idx="2613">
                  <c:v>40550</c:v>
                </c:pt>
                <c:pt idx="2614">
                  <c:v>40553</c:v>
                </c:pt>
                <c:pt idx="2615">
                  <c:v>40554</c:v>
                </c:pt>
                <c:pt idx="2616">
                  <c:v>40555</c:v>
                </c:pt>
                <c:pt idx="2617">
                  <c:v>40556</c:v>
                </c:pt>
                <c:pt idx="2618">
                  <c:v>40557</c:v>
                </c:pt>
                <c:pt idx="2619">
                  <c:v>40560</c:v>
                </c:pt>
                <c:pt idx="2620">
                  <c:v>40561</c:v>
                </c:pt>
                <c:pt idx="2621">
                  <c:v>40562</c:v>
                </c:pt>
                <c:pt idx="2622">
                  <c:v>40563</c:v>
                </c:pt>
                <c:pt idx="2623">
                  <c:v>40564</c:v>
                </c:pt>
                <c:pt idx="2624">
                  <c:v>40567</c:v>
                </c:pt>
                <c:pt idx="2625">
                  <c:v>40568</c:v>
                </c:pt>
                <c:pt idx="2626">
                  <c:v>40569</c:v>
                </c:pt>
                <c:pt idx="2627">
                  <c:v>40570</c:v>
                </c:pt>
                <c:pt idx="2628">
                  <c:v>40571</c:v>
                </c:pt>
                <c:pt idx="2629">
                  <c:v>40574</c:v>
                </c:pt>
                <c:pt idx="2630">
                  <c:v>40575</c:v>
                </c:pt>
                <c:pt idx="2631">
                  <c:v>40576</c:v>
                </c:pt>
                <c:pt idx="2632">
                  <c:v>40577</c:v>
                </c:pt>
                <c:pt idx="2633">
                  <c:v>40578</c:v>
                </c:pt>
                <c:pt idx="2634">
                  <c:v>40581</c:v>
                </c:pt>
                <c:pt idx="2635">
                  <c:v>40582</c:v>
                </c:pt>
                <c:pt idx="2636">
                  <c:v>40583</c:v>
                </c:pt>
                <c:pt idx="2637">
                  <c:v>40584</c:v>
                </c:pt>
                <c:pt idx="2638">
                  <c:v>40585</c:v>
                </c:pt>
                <c:pt idx="2639">
                  <c:v>40588</c:v>
                </c:pt>
                <c:pt idx="2640">
                  <c:v>40589</c:v>
                </c:pt>
                <c:pt idx="2641">
                  <c:v>40590</c:v>
                </c:pt>
                <c:pt idx="2642">
                  <c:v>40591</c:v>
                </c:pt>
                <c:pt idx="2643">
                  <c:v>40592</c:v>
                </c:pt>
                <c:pt idx="2644">
                  <c:v>40595</c:v>
                </c:pt>
                <c:pt idx="2645">
                  <c:v>40596</c:v>
                </c:pt>
                <c:pt idx="2646">
                  <c:v>40597</c:v>
                </c:pt>
                <c:pt idx="2647">
                  <c:v>40598</c:v>
                </c:pt>
                <c:pt idx="2648">
                  <c:v>40599</c:v>
                </c:pt>
                <c:pt idx="2649">
                  <c:v>40602</c:v>
                </c:pt>
                <c:pt idx="2650">
                  <c:v>40603</c:v>
                </c:pt>
                <c:pt idx="2651">
                  <c:v>40604</c:v>
                </c:pt>
                <c:pt idx="2652">
                  <c:v>40605</c:v>
                </c:pt>
                <c:pt idx="2653">
                  <c:v>40606</c:v>
                </c:pt>
                <c:pt idx="2654">
                  <c:v>40609</c:v>
                </c:pt>
                <c:pt idx="2655">
                  <c:v>40610</c:v>
                </c:pt>
                <c:pt idx="2656">
                  <c:v>40611</c:v>
                </c:pt>
                <c:pt idx="2657">
                  <c:v>40612</c:v>
                </c:pt>
                <c:pt idx="2658">
                  <c:v>40613</c:v>
                </c:pt>
                <c:pt idx="2659">
                  <c:v>40616</c:v>
                </c:pt>
                <c:pt idx="2660">
                  <c:v>40617</c:v>
                </c:pt>
                <c:pt idx="2661">
                  <c:v>40618</c:v>
                </c:pt>
                <c:pt idx="2662">
                  <c:v>40619</c:v>
                </c:pt>
                <c:pt idx="2663">
                  <c:v>40620</c:v>
                </c:pt>
                <c:pt idx="2664">
                  <c:v>40623</c:v>
                </c:pt>
                <c:pt idx="2665">
                  <c:v>40624</c:v>
                </c:pt>
                <c:pt idx="2666">
                  <c:v>40625</c:v>
                </c:pt>
                <c:pt idx="2667">
                  <c:v>40626</c:v>
                </c:pt>
                <c:pt idx="2668">
                  <c:v>40627</c:v>
                </c:pt>
                <c:pt idx="2669">
                  <c:v>40630</c:v>
                </c:pt>
                <c:pt idx="2670">
                  <c:v>40631</c:v>
                </c:pt>
                <c:pt idx="2671">
                  <c:v>40632</c:v>
                </c:pt>
                <c:pt idx="2672">
                  <c:v>40633</c:v>
                </c:pt>
                <c:pt idx="2673">
                  <c:v>40634</c:v>
                </c:pt>
                <c:pt idx="2674">
                  <c:v>40637</c:v>
                </c:pt>
                <c:pt idx="2675">
                  <c:v>40638</c:v>
                </c:pt>
                <c:pt idx="2676">
                  <c:v>40639</c:v>
                </c:pt>
                <c:pt idx="2677">
                  <c:v>40640</c:v>
                </c:pt>
                <c:pt idx="2678">
                  <c:v>40641</c:v>
                </c:pt>
                <c:pt idx="2679">
                  <c:v>40644</c:v>
                </c:pt>
                <c:pt idx="2680">
                  <c:v>40645</c:v>
                </c:pt>
                <c:pt idx="2681">
                  <c:v>40646</c:v>
                </c:pt>
                <c:pt idx="2682">
                  <c:v>40647</c:v>
                </c:pt>
                <c:pt idx="2683">
                  <c:v>40648</c:v>
                </c:pt>
                <c:pt idx="2684">
                  <c:v>40651</c:v>
                </c:pt>
                <c:pt idx="2685">
                  <c:v>40652</c:v>
                </c:pt>
                <c:pt idx="2686">
                  <c:v>40653</c:v>
                </c:pt>
                <c:pt idx="2687">
                  <c:v>40654</c:v>
                </c:pt>
                <c:pt idx="2688">
                  <c:v>40655</c:v>
                </c:pt>
                <c:pt idx="2689">
                  <c:v>40658</c:v>
                </c:pt>
                <c:pt idx="2690">
                  <c:v>40659</c:v>
                </c:pt>
                <c:pt idx="2691">
                  <c:v>40660</c:v>
                </c:pt>
                <c:pt idx="2692">
                  <c:v>40661</c:v>
                </c:pt>
                <c:pt idx="2693">
                  <c:v>40662</c:v>
                </c:pt>
                <c:pt idx="2694">
                  <c:v>40665</c:v>
                </c:pt>
                <c:pt idx="2695">
                  <c:v>40666</c:v>
                </c:pt>
                <c:pt idx="2696">
                  <c:v>40667</c:v>
                </c:pt>
                <c:pt idx="2697">
                  <c:v>40668</c:v>
                </c:pt>
                <c:pt idx="2698">
                  <c:v>40669</c:v>
                </c:pt>
                <c:pt idx="2699">
                  <c:v>40672</c:v>
                </c:pt>
                <c:pt idx="2700">
                  <c:v>40673</c:v>
                </c:pt>
                <c:pt idx="2701">
                  <c:v>40674</c:v>
                </c:pt>
                <c:pt idx="2702">
                  <c:v>40675</c:v>
                </c:pt>
                <c:pt idx="2703">
                  <c:v>40676</c:v>
                </c:pt>
                <c:pt idx="2704">
                  <c:v>40679</c:v>
                </c:pt>
                <c:pt idx="2705">
                  <c:v>40680</c:v>
                </c:pt>
                <c:pt idx="2706">
                  <c:v>40681</c:v>
                </c:pt>
                <c:pt idx="2707">
                  <c:v>40682</c:v>
                </c:pt>
                <c:pt idx="2708">
                  <c:v>40683</c:v>
                </c:pt>
                <c:pt idx="2709">
                  <c:v>40686</c:v>
                </c:pt>
                <c:pt idx="2710">
                  <c:v>40687</c:v>
                </c:pt>
                <c:pt idx="2711">
                  <c:v>40688</c:v>
                </c:pt>
                <c:pt idx="2712">
                  <c:v>40689</c:v>
                </c:pt>
                <c:pt idx="2713">
                  <c:v>40690</c:v>
                </c:pt>
                <c:pt idx="2714">
                  <c:v>40693</c:v>
                </c:pt>
                <c:pt idx="2715">
                  <c:v>40694</c:v>
                </c:pt>
                <c:pt idx="2716">
                  <c:v>40695</c:v>
                </c:pt>
                <c:pt idx="2717">
                  <c:v>40696</c:v>
                </c:pt>
                <c:pt idx="2718">
                  <c:v>40697</c:v>
                </c:pt>
                <c:pt idx="2719">
                  <c:v>40700</c:v>
                </c:pt>
                <c:pt idx="2720">
                  <c:v>40701</c:v>
                </c:pt>
                <c:pt idx="2721">
                  <c:v>40702</c:v>
                </c:pt>
                <c:pt idx="2722">
                  <c:v>40703</c:v>
                </c:pt>
                <c:pt idx="2723">
                  <c:v>40704</c:v>
                </c:pt>
                <c:pt idx="2724">
                  <c:v>40707</c:v>
                </c:pt>
                <c:pt idx="2725">
                  <c:v>40708</c:v>
                </c:pt>
                <c:pt idx="2726">
                  <c:v>40709</c:v>
                </c:pt>
                <c:pt idx="2727">
                  <c:v>40710</c:v>
                </c:pt>
                <c:pt idx="2728">
                  <c:v>40711</c:v>
                </c:pt>
                <c:pt idx="2729">
                  <c:v>40714</c:v>
                </c:pt>
                <c:pt idx="2730">
                  <c:v>40715</c:v>
                </c:pt>
                <c:pt idx="2731">
                  <c:v>40716</c:v>
                </c:pt>
                <c:pt idx="2732">
                  <c:v>40717</c:v>
                </c:pt>
                <c:pt idx="2733">
                  <c:v>40718</c:v>
                </c:pt>
                <c:pt idx="2734">
                  <c:v>40721</c:v>
                </c:pt>
                <c:pt idx="2735">
                  <c:v>40722</c:v>
                </c:pt>
                <c:pt idx="2736">
                  <c:v>40723</c:v>
                </c:pt>
                <c:pt idx="2737">
                  <c:v>40724</c:v>
                </c:pt>
                <c:pt idx="2738">
                  <c:v>40725</c:v>
                </c:pt>
                <c:pt idx="2739">
                  <c:v>40728</c:v>
                </c:pt>
                <c:pt idx="2740">
                  <c:v>40729</c:v>
                </c:pt>
                <c:pt idx="2741">
                  <c:v>40730</c:v>
                </c:pt>
                <c:pt idx="2742">
                  <c:v>40731</c:v>
                </c:pt>
                <c:pt idx="2743">
                  <c:v>40732</c:v>
                </c:pt>
                <c:pt idx="2744">
                  <c:v>40735</c:v>
                </c:pt>
                <c:pt idx="2745">
                  <c:v>40736</c:v>
                </c:pt>
                <c:pt idx="2746">
                  <c:v>40737</c:v>
                </c:pt>
                <c:pt idx="2747">
                  <c:v>40738</c:v>
                </c:pt>
                <c:pt idx="2748">
                  <c:v>40739</c:v>
                </c:pt>
                <c:pt idx="2749">
                  <c:v>40742</c:v>
                </c:pt>
                <c:pt idx="2750">
                  <c:v>40743</c:v>
                </c:pt>
                <c:pt idx="2751">
                  <c:v>40744</c:v>
                </c:pt>
                <c:pt idx="2752">
                  <c:v>40745</c:v>
                </c:pt>
                <c:pt idx="2753">
                  <c:v>40746</c:v>
                </c:pt>
                <c:pt idx="2754">
                  <c:v>40749</c:v>
                </c:pt>
                <c:pt idx="2755">
                  <c:v>40750</c:v>
                </c:pt>
                <c:pt idx="2756">
                  <c:v>40751</c:v>
                </c:pt>
                <c:pt idx="2757">
                  <c:v>40752</c:v>
                </c:pt>
                <c:pt idx="2758">
                  <c:v>40753</c:v>
                </c:pt>
                <c:pt idx="2759">
                  <c:v>40756</c:v>
                </c:pt>
                <c:pt idx="2760">
                  <c:v>40757</c:v>
                </c:pt>
                <c:pt idx="2761">
                  <c:v>40758</c:v>
                </c:pt>
                <c:pt idx="2762">
                  <c:v>40759</c:v>
                </c:pt>
                <c:pt idx="2763">
                  <c:v>40760</c:v>
                </c:pt>
                <c:pt idx="2764">
                  <c:v>40763</c:v>
                </c:pt>
                <c:pt idx="2765">
                  <c:v>40764</c:v>
                </c:pt>
                <c:pt idx="2766">
                  <c:v>40765</c:v>
                </c:pt>
                <c:pt idx="2767">
                  <c:v>40766</c:v>
                </c:pt>
                <c:pt idx="2768">
                  <c:v>40767</c:v>
                </c:pt>
                <c:pt idx="2769">
                  <c:v>40770</c:v>
                </c:pt>
                <c:pt idx="2770">
                  <c:v>40771</c:v>
                </c:pt>
                <c:pt idx="2771">
                  <c:v>40772</c:v>
                </c:pt>
                <c:pt idx="2772">
                  <c:v>40773</c:v>
                </c:pt>
                <c:pt idx="2773">
                  <c:v>40774</c:v>
                </c:pt>
                <c:pt idx="2774">
                  <c:v>40777</c:v>
                </c:pt>
                <c:pt idx="2775">
                  <c:v>40778</c:v>
                </c:pt>
                <c:pt idx="2776">
                  <c:v>40779</c:v>
                </c:pt>
                <c:pt idx="2777">
                  <c:v>40780</c:v>
                </c:pt>
                <c:pt idx="2778">
                  <c:v>40781</c:v>
                </c:pt>
                <c:pt idx="2779">
                  <c:v>40784</c:v>
                </c:pt>
                <c:pt idx="2780">
                  <c:v>40785</c:v>
                </c:pt>
                <c:pt idx="2781">
                  <c:v>40786</c:v>
                </c:pt>
                <c:pt idx="2782">
                  <c:v>40787</c:v>
                </c:pt>
                <c:pt idx="2783">
                  <c:v>40788</c:v>
                </c:pt>
                <c:pt idx="2784">
                  <c:v>40791</c:v>
                </c:pt>
                <c:pt idx="2785">
                  <c:v>40792</c:v>
                </c:pt>
                <c:pt idx="2786">
                  <c:v>40793</c:v>
                </c:pt>
                <c:pt idx="2787">
                  <c:v>40794</c:v>
                </c:pt>
                <c:pt idx="2788">
                  <c:v>40795</c:v>
                </c:pt>
                <c:pt idx="2789">
                  <c:v>40798</c:v>
                </c:pt>
                <c:pt idx="2790">
                  <c:v>40799</c:v>
                </c:pt>
                <c:pt idx="2791">
                  <c:v>40800</c:v>
                </c:pt>
                <c:pt idx="2792">
                  <c:v>40801</c:v>
                </c:pt>
                <c:pt idx="2793">
                  <c:v>40802</c:v>
                </c:pt>
                <c:pt idx="2794">
                  <c:v>40805</c:v>
                </c:pt>
                <c:pt idx="2795">
                  <c:v>40806</c:v>
                </c:pt>
                <c:pt idx="2796">
                  <c:v>40807</c:v>
                </c:pt>
                <c:pt idx="2797">
                  <c:v>40808</c:v>
                </c:pt>
                <c:pt idx="2798">
                  <c:v>40809</c:v>
                </c:pt>
                <c:pt idx="2799">
                  <c:v>40812</c:v>
                </c:pt>
                <c:pt idx="2800">
                  <c:v>40813</c:v>
                </c:pt>
                <c:pt idx="2801">
                  <c:v>40814</c:v>
                </c:pt>
                <c:pt idx="2802">
                  <c:v>40815</c:v>
                </c:pt>
                <c:pt idx="2803">
                  <c:v>40816</c:v>
                </c:pt>
                <c:pt idx="2804">
                  <c:v>40819</c:v>
                </c:pt>
                <c:pt idx="2805">
                  <c:v>40820</c:v>
                </c:pt>
                <c:pt idx="2806">
                  <c:v>40821</c:v>
                </c:pt>
                <c:pt idx="2807">
                  <c:v>40822</c:v>
                </c:pt>
                <c:pt idx="2808">
                  <c:v>40823</c:v>
                </c:pt>
                <c:pt idx="2809">
                  <c:v>40826</c:v>
                </c:pt>
                <c:pt idx="2810">
                  <c:v>40827</c:v>
                </c:pt>
                <c:pt idx="2811">
                  <c:v>40828</c:v>
                </c:pt>
                <c:pt idx="2812">
                  <c:v>40829</c:v>
                </c:pt>
                <c:pt idx="2813">
                  <c:v>40830</c:v>
                </c:pt>
                <c:pt idx="2814">
                  <c:v>40833</c:v>
                </c:pt>
                <c:pt idx="2815">
                  <c:v>40834</c:v>
                </c:pt>
                <c:pt idx="2816">
                  <c:v>40835</c:v>
                </c:pt>
                <c:pt idx="2817">
                  <c:v>40836</c:v>
                </c:pt>
                <c:pt idx="2818">
                  <c:v>40837</c:v>
                </c:pt>
                <c:pt idx="2819">
                  <c:v>40840</c:v>
                </c:pt>
                <c:pt idx="2820">
                  <c:v>40841</c:v>
                </c:pt>
                <c:pt idx="2821">
                  <c:v>40842</c:v>
                </c:pt>
                <c:pt idx="2822">
                  <c:v>40843</c:v>
                </c:pt>
                <c:pt idx="2823">
                  <c:v>40844</c:v>
                </c:pt>
                <c:pt idx="2824">
                  <c:v>40847</c:v>
                </c:pt>
                <c:pt idx="2825">
                  <c:v>40848</c:v>
                </c:pt>
                <c:pt idx="2826">
                  <c:v>40849</c:v>
                </c:pt>
                <c:pt idx="2827">
                  <c:v>40850</c:v>
                </c:pt>
                <c:pt idx="2828">
                  <c:v>40851</c:v>
                </c:pt>
                <c:pt idx="2829">
                  <c:v>40854</c:v>
                </c:pt>
                <c:pt idx="2830">
                  <c:v>40855</c:v>
                </c:pt>
                <c:pt idx="2831">
                  <c:v>40856</c:v>
                </c:pt>
                <c:pt idx="2832">
                  <c:v>40857</c:v>
                </c:pt>
                <c:pt idx="2833">
                  <c:v>40858</c:v>
                </c:pt>
                <c:pt idx="2834">
                  <c:v>40861</c:v>
                </c:pt>
                <c:pt idx="2835">
                  <c:v>40862</c:v>
                </c:pt>
                <c:pt idx="2836">
                  <c:v>40863</c:v>
                </c:pt>
                <c:pt idx="2837">
                  <c:v>40864</c:v>
                </c:pt>
                <c:pt idx="2838">
                  <c:v>40865</c:v>
                </c:pt>
                <c:pt idx="2839">
                  <c:v>40868</c:v>
                </c:pt>
                <c:pt idx="2840">
                  <c:v>40869</c:v>
                </c:pt>
                <c:pt idx="2841">
                  <c:v>40870</c:v>
                </c:pt>
                <c:pt idx="2842">
                  <c:v>40871</c:v>
                </c:pt>
                <c:pt idx="2843">
                  <c:v>40872</c:v>
                </c:pt>
                <c:pt idx="2844">
                  <c:v>40875</c:v>
                </c:pt>
                <c:pt idx="2845">
                  <c:v>40876</c:v>
                </c:pt>
                <c:pt idx="2846">
                  <c:v>40877</c:v>
                </c:pt>
                <c:pt idx="2847">
                  <c:v>40878</c:v>
                </c:pt>
                <c:pt idx="2848">
                  <c:v>40879</c:v>
                </c:pt>
                <c:pt idx="2849">
                  <c:v>40882</c:v>
                </c:pt>
                <c:pt idx="2850">
                  <c:v>40883</c:v>
                </c:pt>
                <c:pt idx="2851">
                  <c:v>40884</c:v>
                </c:pt>
                <c:pt idx="2852">
                  <c:v>40885</c:v>
                </c:pt>
                <c:pt idx="2853">
                  <c:v>40886</c:v>
                </c:pt>
                <c:pt idx="2854">
                  <c:v>40889</c:v>
                </c:pt>
                <c:pt idx="2855">
                  <c:v>40890</c:v>
                </c:pt>
                <c:pt idx="2856">
                  <c:v>40891</c:v>
                </c:pt>
                <c:pt idx="2857">
                  <c:v>40892</c:v>
                </c:pt>
                <c:pt idx="2858">
                  <c:v>40893</c:v>
                </c:pt>
                <c:pt idx="2859">
                  <c:v>40896</c:v>
                </c:pt>
                <c:pt idx="2860">
                  <c:v>40897</c:v>
                </c:pt>
                <c:pt idx="2861">
                  <c:v>40898</c:v>
                </c:pt>
                <c:pt idx="2862">
                  <c:v>40899</c:v>
                </c:pt>
                <c:pt idx="2863">
                  <c:v>40900</c:v>
                </c:pt>
                <c:pt idx="2864">
                  <c:v>40903</c:v>
                </c:pt>
                <c:pt idx="2865">
                  <c:v>40904</c:v>
                </c:pt>
                <c:pt idx="2866">
                  <c:v>40905</c:v>
                </c:pt>
                <c:pt idx="2867">
                  <c:v>40906</c:v>
                </c:pt>
                <c:pt idx="2868">
                  <c:v>40907</c:v>
                </c:pt>
                <c:pt idx="2869">
                  <c:v>40910</c:v>
                </c:pt>
                <c:pt idx="2870">
                  <c:v>40911</c:v>
                </c:pt>
                <c:pt idx="2871">
                  <c:v>40912</c:v>
                </c:pt>
                <c:pt idx="2872">
                  <c:v>40913</c:v>
                </c:pt>
                <c:pt idx="2873">
                  <c:v>40914</c:v>
                </c:pt>
                <c:pt idx="2874">
                  <c:v>40917</c:v>
                </c:pt>
                <c:pt idx="2875">
                  <c:v>40918</c:v>
                </c:pt>
                <c:pt idx="2876">
                  <c:v>40919</c:v>
                </c:pt>
                <c:pt idx="2877">
                  <c:v>40920</c:v>
                </c:pt>
                <c:pt idx="2878">
                  <c:v>40921</c:v>
                </c:pt>
                <c:pt idx="2879">
                  <c:v>40924</c:v>
                </c:pt>
                <c:pt idx="2880">
                  <c:v>40925</c:v>
                </c:pt>
                <c:pt idx="2881">
                  <c:v>40926</c:v>
                </c:pt>
                <c:pt idx="2882">
                  <c:v>40927</c:v>
                </c:pt>
                <c:pt idx="2883">
                  <c:v>40928</c:v>
                </c:pt>
                <c:pt idx="2884">
                  <c:v>40931</c:v>
                </c:pt>
                <c:pt idx="2885">
                  <c:v>40932</c:v>
                </c:pt>
                <c:pt idx="2886">
                  <c:v>40933</c:v>
                </c:pt>
                <c:pt idx="2887">
                  <c:v>40934</c:v>
                </c:pt>
                <c:pt idx="2888">
                  <c:v>40935</c:v>
                </c:pt>
                <c:pt idx="2889">
                  <c:v>40938</c:v>
                </c:pt>
                <c:pt idx="2890">
                  <c:v>40939</c:v>
                </c:pt>
                <c:pt idx="2891">
                  <c:v>40940</c:v>
                </c:pt>
                <c:pt idx="2892">
                  <c:v>40941</c:v>
                </c:pt>
                <c:pt idx="2893">
                  <c:v>40942</c:v>
                </c:pt>
                <c:pt idx="2894">
                  <c:v>40945</c:v>
                </c:pt>
                <c:pt idx="2895">
                  <c:v>40946</c:v>
                </c:pt>
                <c:pt idx="2896">
                  <c:v>40947</c:v>
                </c:pt>
                <c:pt idx="2897">
                  <c:v>40948</c:v>
                </c:pt>
                <c:pt idx="2898">
                  <c:v>40949</c:v>
                </c:pt>
                <c:pt idx="2899">
                  <c:v>40952</c:v>
                </c:pt>
                <c:pt idx="2900">
                  <c:v>40953</c:v>
                </c:pt>
                <c:pt idx="2901">
                  <c:v>40954</c:v>
                </c:pt>
                <c:pt idx="2902">
                  <c:v>40955</c:v>
                </c:pt>
                <c:pt idx="2903">
                  <c:v>40956</c:v>
                </c:pt>
                <c:pt idx="2904">
                  <c:v>40959</c:v>
                </c:pt>
                <c:pt idx="2905">
                  <c:v>40960</c:v>
                </c:pt>
                <c:pt idx="2906">
                  <c:v>40961</c:v>
                </c:pt>
                <c:pt idx="2907">
                  <c:v>40962</c:v>
                </c:pt>
                <c:pt idx="2908">
                  <c:v>40963</c:v>
                </c:pt>
                <c:pt idx="2909">
                  <c:v>40966</c:v>
                </c:pt>
                <c:pt idx="2910">
                  <c:v>40967</c:v>
                </c:pt>
                <c:pt idx="2911">
                  <c:v>40968</c:v>
                </c:pt>
                <c:pt idx="2912">
                  <c:v>40969</c:v>
                </c:pt>
                <c:pt idx="2913">
                  <c:v>40970</c:v>
                </c:pt>
                <c:pt idx="2914">
                  <c:v>40973</c:v>
                </c:pt>
                <c:pt idx="2915">
                  <c:v>40974</c:v>
                </c:pt>
                <c:pt idx="2916">
                  <c:v>40975</c:v>
                </c:pt>
                <c:pt idx="2917">
                  <c:v>40976</c:v>
                </c:pt>
                <c:pt idx="2918">
                  <c:v>40977</c:v>
                </c:pt>
                <c:pt idx="2919">
                  <c:v>40980</c:v>
                </c:pt>
                <c:pt idx="2920">
                  <c:v>40981</c:v>
                </c:pt>
                <c:pt idx="2921">
                  <c:v>40982</c:v>
                </c:pt>
                <c:pt idx="2922">
                  <c:v>40983</c:v>
                </c:pt>
                <c:pt idx="2923">
                  <c:v>40984</c:v>
                </c:pt>
                <c:pt idx="2924">
                  <c:v>40987</c:v>
                </c:pt>
                <c:pt idx="2925">
                  <c:v>40988</c:v>
                </c:pt>
                <c:pt idx="2926">
                  <c:v>40989</c:v>
                </c:pt>
                <c:pt idx="2927">
                  <c:v>40990</c:v>
                </c:pt>
                <c:pt idx="2928">
                  <c:v>40991</c:v>
                </c:pt>
                <c:pt idx="2929">
                  <c:v>40994</c:v>
                </c:pt>
                <c:pt idx="2930">
                  <c:v>40995</c:v>
                </c:pt>
                <c:pt idx="2931">
                  <c:v>40996</c:v>
                </c:pt>
                <c:pt idx="2932">
                  <c:v>40997</c:v>
                </c:pt>
                <c:pt idx="2933">
                  <c:v>40998</c:v>
                </c:pt>
                <c:pt idx="2934">
                  <c:v>41001</c:v>
                </c:pt>
                <c:pt idx="2935">
                  <c:v>41002</c:v>
                </c:pt>
                <c:pt idx="2936">
                  <c:v>41003</c:v>
                </c:pt>
                <c:pt idx="2937">
                  <c:v>41004</c:v>
                </c:pt>
                <c:pt idx="2938">
                  <c:v>41005</c:v>
                </c:pt>
                <c:pt idx="2939">
                  <c:v>41008</c:v>
                </c:pt>
                <c:pt idx="2940">
                  <c:v>41009</c:v>
                </c:pt>
                <c:pt idx="2941">
                  <c:v>41010</c:v>
                </c:pt>
                <c:pt idx="2942">
                  <c:v>41011</c:v>
                </c:pt>
                <c:pt idx="2943">
                  <c:v>41012</c:v>
                </c:pt>
                <c:pt idx="2944">
                  <c:v>41015</c:v>
                </c:pt>
                <c:pt idx="2945">
                  <c:v>41016</c:v>
                </c:pt>
                <c:pt idx="2946">
                  <c:v>41017</c:v>
                </c:pt>
                <c:pt idx="2947">
                  <c:v>41018</c:v>
                </c:pt>
                <c:pt idx="2948">
                  <c:v>41019</c:v>
                </c:pt>
                <c:pt idx="2949">
                  <c:v>41022</c:v>
                </c:pt>
                <c:pt idx="2950">
                  <c:v>41023</c:v>
                </c:pt>
                <c:pt idx="2951">
                  <c:v>41024</c:v>
                </c:pt>
                <c:pt idx="2952">
                  <c:v>41025</c:v>
                </c:pt>
                <c:pt idx="2953">
                  <c:v>41026</c:v>
                </c:pt>
                <c:pt idx="2954">
                  <c:v>41029</c:v>
                </c:pt>
                <c:pt idx="2955">
                  <c:v>41030</c:v>
                </c:pt>
                <c:pt idx="2956">
                  <c:v>41031</c:v>
                </c:pt>
                <c:pt idx="2957">
                  <c:v>41032</c:v>
                </c:pt>
                <c:pt idx="2958">
                  <c:v>41033</c:v>
                </c:pt>
                <c:pt idx="2959">
                  <c:v>41036</c:v>
                </c:pt>
                <c:pt idx="2960">
                  <c:v>41037</c:v>
                </c:pt>
                <c:pt idx="2961">
                  <c:v>41038</c:v>
                </c:pt>
                <c:pt idx="2962">
                  <c:v>41039</c:v>
                </c:pt>
                <c:pt idx="2963">
                  <c:v>41040</c:v>
                </c:pt>
                <c:pt idx="2964">
                  <c:v>41043</c:v>
                </c:pt>
                <c:pt idx="2965">
                  <c:v>41044</c:v>
                </c:pt>
                <c:pt idx="2966">
                  <c:v>41045</c:v>
                </c:pt>
                <c:pt idx="2967">
                  <c:v>41046</c:v>
                </c:pt>
                <c:pt idx="2968">
                  <c:v>41047</c:v>
                </c:pt>
                <c:pt idx="2969">
                  <c:v>41050</c:v>
                </c:pt>
                <c:pt idx="2970">
                  <c:v>41051</c:v>
                </c:pt>
                <c:pt idx="2971">
                  <c:v>41052</c:v>
                </c:pt>
                <c:pt idx="2972">
                  <c:v>41053</c:v>
                </c:pt>
                <c:pt idx="2973">
                  <c:v>41054</c:v>
                </c:pt>
                <c:pt idx="2974">
                  <c:v>41057</c:v>
                </c:pt>
                <c:pt idx="2975">
                  <c:v>41058</c:v>
                </c:pt>
                <c:pt idx="2976">
                  <c:v>41059</c:v>
                </c:pt>
                <c:pt idx="2977">
                  <c:v>41060</c:v>
                </c:pt>
                <c:pt idx="2978">
                  <c:v>41061</c:v>
                </c:pt>
                <c:pt idx="2979">
                  <c:v>41064</c:v>
                </c:pt>
                <c:pt idx="2980">
                  <c:v>41065</c:v>
                </c:pt>
                <c:pt idx="2981">
                  <c:v>41066</c:v>
                </c:pt>
                <c:pt idx="2982">
                  <c:v>41067</c:v>
                </c:pt>
                <c:pt idx="2983">
                  <c:v>41068</c:v>
                </c:pt>
                <c:pt idx="2984">
                  <c:v>41071</c:v>
                </c:pt>
                <c:pt idx="2985">
                  <c:v>41072</c:v>
                </c:pt>
                <c:pt idx="2986">
                  <c:v>41073</c:v>
                </c:pt>
                <c:pt idx="2987">
                  <c:v>41074</c:v>
                </c:pt>
                <c:pt idx="2988">
                  <c:v>41075</c:v>
                </c:pt>
                <c:pt idx="2989">
                  <c:v>41078</c:v>
                </c:pt>
                <c:pt idx="2990">
                  <c:v>41079</c:v>
                </c:pt>
                <c:pt idx="2991">
                  <c:v>41080</c:v>
                </c:pt>
                <c:pt idx="2992">
                  <c:v>41081</c:v>
                </c:pt>
                <c:pt idx="2993">
                  <c:v>41082</c:v>
                </c:pt>
                <c:pt idx="2994">
                  <c:v>41085</c:v>
                </c:pt>
                <c:pt idx="2995">
                  <c:v>41086</c:v>
                </c:pt>
                <c:pt idx="2996">
                  <c:v>41087</c:v>
                </c:pt>
                <c:pt idx="2997">
                  <c:v>41088</c:v>
                </c:pt>
                <c:pt idx="2998">
                  <c:v>41089</c:v>
                </c:pt>
                <c:pt idx="2999">
                  <c:v>41092</c:v>
                </c:pt>
                <c:pt idx="3000">
                  <c:v>41093</c:v>
                </c:pt>
                <c:pt idx="3001">
                  <c:v>41094</c:v>
                </c:pt>
                <c:pt idx="3002">
                  <c:v>41095</c:v>
                </c:pt>
                <c:pt idx="3003">
                  <c:v>41096</c:v>
                </c:pt>
                <c:pt idx="3004">
                  <c:v>41099</c:v>
                </c:pt>
                <c:pt idx="3005">
                  <c:v>41100</c:v>
                </c:pt>
                <c:pt idx="3006">
                  <c:v>41101</c:v>
                </c:pt>
                <c:pt idx="3007">
                  <c:v>41102</c:v>
                </c:pt>
                <c:pt idx="3008">
                  <c:v>41103</c:v>
                </c:pt>
                <c:pt idx="3009">
                  <c:v>41106</c:v>
                </c:pt>
                <c:pt idx="3010">
                  <c:v>41107</c:v>
                </c:pt>
                <c:pt idx="3011">
                  <c:v>41108</c:v>
                </c:pt>
                <c:pt idx="3012">
                  <c:v>41109</c:v>
                </c:pt>
                <c:pt idx="3013">
                  <c:v>41110</c:v>
                </c:pt>
                <c:pt idx="3014">
                  <c:v>41113</c:v>
                </c:pt>
                <c:pt idx="3015">
                  <c:v>41114</c:v>
                </c:pt>
                <c:pt idx="3016">
                  <c:v>41115</c:v>
                </c:pt>
                <c:pt idx="3017">
                  <c:v>41116</c:v>
                </c:pt>
                <c:pt idx="3018">
                  <c:v>41117</c:v>
                </c:pt>
                <c:pt idx="3019">
                  <c:v>41120</c:v>
                </c:pt>
                <c:pt idx="3020">
                  <c:v>41121</c:v>
                </c:pt>
                <c:pt idx="3021">
                  <c:v>41122</c:v>
                </c:pt>
                <c:pt idx="3022">
                  <c:v>41123</c:v>
                </c:pt>
                <c:pt idx="3023">
                  <c:v>41124</c:v>
                </c:pt>
                <c:pt idx="3024">
                  <c:v>41127</c:v>
                </c:pt>
                <c:pt idx="3025">
                  <c:v>41128</c:v>
                </c:pt>
                <c:pt idx="3026">
                  <c:v>41129</c:v>
                </c:pt>
                <c:pt idx="3027">
                  <c:v>41130</c:v>
                </c:pt>
                <c:pt idx="3028">
                  <c:v>41131</c:v>
                </c:pt>
                <c:pt idx="3029">
                  <c:v>41134</c:v>
                </c:pt>
                <c:pt idx="3030">
                  <c:v>41135</c:v>
                </c:pt>
                <c:pt idx="3031">
                  <c:v>41136</c:v>
                </c:pt>
                <c:pt idx="3032">
                  <c:v>41137</c:v>
                </c:pt>
                <c:pt idx="3033">
                  <c:v>41138</c:v>
                </c:pt>
                <c:pt idx="3034">
                  <c:v>41141</c:v>
                </c:pt>
                <c:pt idx="3035">
                  <c:v>41142</c:v>
                </c:pt>
                <c:pt idx="3036">
                  <c:v>41143</c:v>
                </c:pt>
                <c:pt idx="3037">
                  <c:v>41144</c:v>
                </c:pt>
                <c:pt idx="3038">
                  <c:v>41145</c:v>
                </c:pt>
                <c:pt idx="3039">
                  <c:v>41148</c:v>
                </c:pt>
                <c:pt idx="3040">
                  <c:v>41149</c:v>
                </c:pt>
                <c:pt idx="3041">
                  <c:v>41150</c:v>
                </c:pt>
                <c:pt idx="3042">
                  <c:v>41151</c:v>
                </c:pt>
                <c:pt idx="3043">
                  <c:v>41152</c:v>
                </c:pt>
                <c:pt idx="3044">
                  <c:v>41155</c:v>
                </c:pt>
                <c:pt idx="3045">
                  <c:v>41156</c:v>
                </c:pt>
                <c:pt idx="3046">
                  <c:v>41157</c:v>
                </c:pt>
                <c:pt idx="3047">
                  <c:v>41158</c:v>
                </c:pt>
                <c:pt idx="3048">
                  <c:v>41159</c:v>
                </c:pt>
                <c:pt idx="3049">
                  <c:v>41162</c:v>
                </c:pt>
                <c:pt idx="3050">
                  <c:v>41163</c:v>
                </c:pt>
                <c:pt idx="3051">
                  <c:v>41164</c:v>
                </c:pt>
                <c:pt idx="3052">
                  <c:v>41165</c:v>
                </c:pt>
                <c:pt idx="3053">
                  <c:v>41166</c:v>
                </c:pt>
                <c:pt idx="3054">
                  <c:v>41169</c:v>
                </c:pt>
                <c:pt idx="3055">
                  <c:v>41170</c:v>
                </c:pt>
                <c:pt idx="3056">
                  <c:v>41171</c:v>
                </c:pt>
                <c:pt idx="3057">
                  <c:v>41172</c:v>
                </c:pt>
                <c:pt idx="3058">
                  <c:v>41173</c:v>
                </c:pt>
                <c:pt idx="3059">
                  <c:v>41176</c:v>
                </c:pt>
                <c:pt idx="3060">
                  <c:v>41177</c:v>
                </c:pt>
                <c:pt idx="3061">
                  <c:v>41178</c:v>
                </c:pt>
                <c:pt idx="3062">
                  <c:v>41179</c:v>
                </c:pt>
                <c:pt idx="3063">
                  <c:v>41180</c:v>
                </c:pt>
                <c:pt idx="3064">
                  <c:v>41183</c:v>
                </c:pt>
                <c:pt idx="3065">
                  <c:v>41184</c:v>
                </c:pt>
                <c:pt idx="3066">
                  <c:v>41185</c:v>
                </c:pt>
                <c:pt idx="3067">
                  <c:v>41186</c:v>
                </c:pt>
                <c:pt idx="3068">
                  <c:v>41187</c:v>
                </c:pt>
                <c:pt idx="3069">
                  <c:v>41190</c:v>
                </c:pt>
                <c:pt idx="3070">
                  <c:v>41191</c:v>
                </c:pt>
                <c:pt idx="3071">
                  <c:v>41192</c:v>
                </c:pt>
                <c:pt idx="3072">
                  <c:v>41193</c:v>
                </c:pt>
                <c:pt idx="3073">
                  <c:v>41194</c:v>
                </c:pt>
                <c:pt idx="3074">
                  <c:v>41197</c:v>
                </c:pt>
                <c:pt idx="3075">
                  <c:v>41198</c:v>
                </c:pt>
                <c:pt idx="3076">
                  <c:v>41199</c:v>
                </c:pt>
                <c:pt idx="3077">
                  <c:v>41200</c:v>
                </c:pt>
                <c:pt idx="3078">
                  <c:v>41201</c:v>
                </c:pt>
                <c:pt idx="3079">
                  <c:v>41204</c:v>
                </c:pt>
                <c:pt idx="3080">
                  <c:v>41205</c:v>
                </c:pt>
                <c:pt idx="3081">
                  <c:v>41206</c:v>
                </c:pt>
                <c:pt idx="3082">
                  <c:v>41207</c:v>
                </c:pt>
                <c:pt idx="3083">
                  <c:v>41208</c:v>
                </c:pt>
                <c:pt idx="3084">
                  <c:v>41211</c:v>
                </c:pt>
                <c:pt idx="3085">
                  <c:v>41212</c:v>
                </c:pt>
                <c:pt idx="3086">
                  <c:v>41213</c:v>
                </c:pt>
                <c:pt idx="3087">
                  <c:v>41214</c:v>
                </c:pt>
                <c:pt idx="3088">
                  <c:v>41215</c:v>
                </c:pt>
                <c:pt idx="3089">
                  <c:v>41218</c:v>
                </c:pt>
                <c:pt idx="3090">
                  <c:v>41219</c:v>
                </c:pt>
                <c:pt idx="3091">
                  <c:v>41220</c:v>
                </c:pt>
                <c:pt idx="3092">
                  <c:v>41221</c:v>
                </c:pt>
                <c:pt idx="3093">
                  <c:v>41222</c:v>
                </c:pt>
                <c:pt idx="3094">
                  <c:v>41225</c:v>
                </c:pt>
                <c:pt idx="3095">
                  <c:v>41226</c:v>
                </c:pt>
                <c:pt idx="3096">
                  <c:v>41227</c:v>
                </c:pt>
                <c:pt idx="3097">
                  <c:v>41228</c:v>
                </c:pt>
                <c:pt idx="3098">
                  <c:v>41229</c:v>
                </c:pt>
                <c:pt idx="3099">
                  <c:v>41232</c:v>
                </c:pt>
                <c:pt idx="3100">
                  <c:v>41233</c:v>
                </c:pt>
                <c:pt idx="3101">
                  <c:v>41234</c:v>
                </c:pt>
                <c:pt idx="3102">
                  <c:v>41235</c:v>
                </c:pt>
                <c:pt idx="3103">
                  <c:v>41236</c:v>
                </c:pt>
                <c:pt idx="3104">
                  <c:v>41239</c:v>
                </c:pt>
                <c:pt idx="3105">
                  <c:v>41240</c:v>
                </c:pt>
                <c:pt idx="3106">
                  <c:v>41241</c:v>
                </c:pt>
                <c:pt idx="3107">
                  <c:v>41242</c:v>
                </c:pt>
                <c:pt idx="3108">
                  <c:v>41243</c:v>
                </c:pt>
                <c:pt idx="3109">
                  <c:v>41246</c:v>
                </c:pt>
                <c:pt idx="3110">
                  <c:v>41247</c:v>
                </c:pt>
                <c:pt idx="3111">
                  <c:v>41248</c:v>
                </c:pt>
                <c:pt idx="3112">
                  <c:v>41249</c:v>
                </c:pt>
                <c:pt idx="3113">
                  <c:v>41250</c:v>
                </c:pt>
                <c:pt idx="3114">
                  <c:v>41253</c:v>
                </c:pt>
                <c:pt idx="3115">
                  <c:v>41254</c:v>
                </c:pt>
                <c:pt idx="3116">
                  <c:v>41255</c:v>
                </c:pt>
                <c:pt idx="3117">
                  <c:v>41256</c:v>
                </c:pt>
                <c:pt idx="3118">
                  <c:v>41257</c:v>
                </c:pt>
                <c:pt idx="3119">
                  <c:v>41260</c:v>
                </c:pt>
                <c:pt idx="3120">
                  <c:v>41261</c:v>
                </c:pt>
                <c:pt idx="3121">
                  <c:v>41262</c:v>
                </c:pt>
                <c:pt idx="3122">
                  <c:v>41263</c:v>
                </c:pt>
                <c:pt idx="3123">
                  <c:v>41264</c:v>
                </c:pt>
                <c:pt idx="3124">
                  <c:v>41267</c:v>
                </c:pt>
                <c:pt idx="3125">
                  <c:v>41268</c:v>
                </c:pt>
                <c:pt idx="3126">
                  <c:v>41269</c:v>
                </c:pt>
                <c:pt idx="3127">
                  <c:v>41270</c:v>
                </c:pt>
                <c:pt idx="3128">
                  <c:v>41271</c:v>
                </c:pt>
                <c:pt idx="3129">
                  <c:v>41274</c:v>
                </c:pt>
                <c:pt idx="3130">
                  <c:v>41275</c:v>
                </c:pt>
                <c:pt idx="3131">
                  <c:v>41276</c:v>
                </c:pt>
                <c:pt idx="3132">
                  <c:v>41277</c:v>
                </c:pt>
                <c:pt idx="3133">
                  <c:v>41278</c:v>
                </c:pt>
                <c:pt idx="3134">
                  <c:v>41281</c:v>
                </c:pt>
                <c:pt idx="3135">
                  <c:v>41282</c:v>
                </c:pt>
                <c:pt idx="3136">
                  <c:v>41283</c:v>
                </c:pt>
                <c:pt idx="3137">
                  <c:v>41284</c:v>
                </c:pt>
                <c:pt idx="3138">
                  <c:v>41285</c:v>
                </c:pt>
                <c:pt idx="3139">
                  <c:v>41288</c:v>
                </c:pt>
                <c:pt idx="3140">
                  <c:v>41289</c:v>
                </c:pt>
                <c:pt idx="3141">
                  <c:v>41290</c:v>
                </c:pt>
                <c:pt idx="3142">
                  <c:v>41291</c:v>
                </c:pt>
                <c:pt idx="3143">
                  <c:v>41292</c:v>
                </c:pt>
                <c:pt idx="3144">
                  <c:v>41295</c:v>
                </c:pt>
                <c:pt idx="3145">
                  <c:v>41296</c:v>
                </c:pt>
                <c:pt idx="3146">
                  <c:v>41297</c:v>
                </c:pt>
                <c:pt idx="3147">
                  <c:v>41298</c:v>
                </c:pt>
                <c:pt idx="3148">
                  <c:v>41299</c:v>
                </c:pt>
                <c:pt idx="3149">
                  <c:v>41302</c:v>
                </c:pt>
                <c:pt idx="3150">
                  <c:v>41303</c:v>
                </c:pt>
                <c:pt idx="3151">
                  <c:v>41304</c:v>
                </c:pt>
                <c:pt idx="3152">
                  <c:v>41305</c:v>
                </c:pt>
                <c:pt idx="3153">
                  <c:v>41306</c:v>
                </c:pt>
                <c:pt idx="3154">
                  <c:v>41309</c:v>
                </c:pt>
                <c:pt idx="3155">
                  <c:v>41310</c:v>
                </c:pt>
                <c:pt idx="3156">
                  <c:v>41311</c:v>
                </c:pt>
                <c:pt idx="3157">
                  <c:v>41312</c:v>
                </c:pt>
                <c:pt idx="3158">
                  <c:v>41313</c:v>
                </c:pt>
                <c:pt idx="3159">
                  <c:v>41316</c:v>
                </c:pt>
                <c:pt idx="3160">
                  <c:v>41317</c:v>
                </c:pt>
                <c:pt idx="3161">
                  <c:v>41318</c:v>
                </c:pt>
                <c:pt idx="3162">
                  <c:v>41319</c:v>
                </c:pt>
                <c:pt idx="3163">
                  <c:v>41320</c:v>
                </c:pt>
                <c:pt idx="3164">
                  <c:v>41323</c:v>
                </c:pt>
                <c:pt idx="3165">
                  <c:v>41324</c:v>
                </c:pt>
                <c:pt idx="3166">
                  <c:v>41325</c:v>
                </c:pt>
                <c:pt idx="3167">
                  <c:v>41326</c:v>
                </c:pt>
                <c:pt idx="3168">
                  <c:v>41327</c:v>
                </c:pt>
                <c:pt idx="3169">
                  <c:v>41330</c:v>
                </c:pt>
                <c:pt idx="3170">
                  <c:v>41331</c:v>
                </c:pt>
                <c:pt idx="3171">
                  <c:v>41332</c:v>
                </c:pt>
                <c:pt idx="3172">
                  <c:v>41333</c:v>
                </c:pt>
                <c:pt idx="3173">
                  <c:v>41334</c:v>
                </c:pt>
                <c:pt idx="3174">
                  <c:v>41337</c:v>
                </c:pt>
                <c:pt idx="3175">
                  <c:v>41338</c:v>
                </c:pt>
                <c:pt idx="3176">
                  <c:v>41339</c:v>
                </c:pt>
                <c:pt idx="3177">
                  <c:v>41340</c:v>
                </c:pt>
                <c:pt idx="3178">
                  <c:v>41341</c:v>
                </c:pt>
                <c:pt idx="3179">
                  <c:v>41344</c:v>
                </c:pt>
                <c:pt idx="3180">
                  <c:v>41345</c:v>
                </c:pt>
                <c:pt idx="3181">
                  <c:v>41346</c:v>
                </c:pt>
                <c:pt idx="3182">
                  <c:v>41347</c:v>
                </c:pt>
                <c:pt idx="3183">
                  <c:v>41348</c:v>
                </c:pt>
                <c:pt idx="3184">
                  <c:v>41351</c:v>
                </c:pt>
                <c:pt idx="3185">
                  <c:v>41352</c:v>
                </c:pt>
                <c:pt idx="3186">
                  <c:v>41353</c:v>
                </c:pt>
                <c:pt idx="3187">
                  <c:v>41354</c:v>
                </c:pt>
                <c:pt idx="3188">
                  <c:v>41355</c:v>
                </c:pt>
                <c:pt idx="3189">
                  <c:v>41358</c:v>
                </c:pt>
                <c:pt idx="3190">
                  <c:v>41359</c:v>
                </c:pt>
                <c:pt idx="3191">
                  <c:v>41360</c:v>
                </c:pt>
                <c:pt idx="3192">
                  <c:v>41361</c:v>
                </c:pt>
                <c:pt idx="3193">
                  <c:v>41362</c:v>
                </c:pt>
                <c:pt idx="3194">
                  <c:v>41365</c:v>
                </c:pt>
                <c:pt idx="3195">
                  <c:v>41366</c:v>
                </c:pt>
                <c:pt idx="3196">
                  <c:v>41367</c:v>
                </c:pt>
                <c:pt idx="3197">
                  <c:v>41368</c:v>
                </c:pt>
                <c:pt idx="3198">
                  <c:v>41369</c:v>
                </c:pt>
                <c:pt idx="3199">
                  <c:v>41372</c:v>
                </c:pt>
                <c:pt idx="3200">
                  <c:v>41373</c:v>
                </c:pt>
                <c:pt idx="3201">
                  <c:v>41374</c:v>
                </c:pt>
                <c:pt idx="3202">
                  <c:v>41375</c:v>
                </c:pt>
                <c:pt idx="3203">
                  <c:v>41376</c:v>
                </c:pt>
                <c:pt idx="3204">
                  <c:v>41379</c:v>
                </c:pt>
                <c:pt idx="3205">
                  <c:v>41380</c:v>
                </c:pt>
                <c:pt idx="3206">
                  <c:v>41381</c:v>
                </c:pt>
                <c:pt idx="3207">
                  <c:v>41382</c:v>
                </c:pt>
                <c:pt idx="3208">
                  <c:v>41383</c:v>
                </c:pt>
                <c:pt idx="3209">
                  <c:v>41386</c:v>
                </c:pt>
                <c:pt idx="3210">
                  <c:v>41387</c:v>
                </c:pt>
                <c:pt idx="3211">
                  <c:v>41388</c:v>
                </c:pt>
              </c:numCache>
            </c:numRef>
          </c:cat>
          <c:val>
            <c:numRef>
              <c:f>Spread_Calc!$Z$7:$Z$7000</c:f>
              <c:numCache>
                <c:formatCode>_(#,##0.00%_);\(#,##0.00%\);_("–"_)_%;_(@_)_%</c:formatCode>
                <c:ptCount val="6994"/>
                <c:pt idx="0">
                  <c:v>#N/A</c:v>
                </c:pt>
                <c:pt idx="1">
                  <c:v>#N/A</c:v>
                </c:pt>
                <c:pt idx="2">
                  <c:v>#N/A</c:v>
                </c:pt>
                <c:pt idx="3">
                  <c:v>#N/A</c:v>
                </c:pt>
                <c:pt idx="4">
                  <c:v>#N/A</c:v>
                </c:pt>
                <c:pt idx="5">
                  <c:v>#N/A</c:v>
                </c:pt>
                <c:pt idx="6">
                  <c:v>#N/A</c:v>
                </c:pt>
                <c:pt idx="7">
                  <c:v>#N/A</c:v>
                </c:pt>
                <c:pt idx="8">
                  <c:v>#N/A</c:v>
                </c:pt>
                <c:pt idx="9">
                  <c:v>#N/A</c:v>
                </c:pt>
                <c:pt idx="10">
                  <c:v>#N/A</c:v>
                </c:pt>
                <c:pt idx="11">
                  <c:v>#N/A</c:v>
                </c:pt>
                <c:pt idx="12">
                  <c:v>#N/A</c:v>
                </c:pt>
                <c:pt idx="13">
                  <c:v>#N/A</c:v>
                </c:pt>
                <c:pt idx="14">
                  <c:v>#N/A</c:v>
                </c:pt>
                <c:pt idx="15">
                  <c:v>#N/A</c:v>
                </c:pt>
                <c:pt idx="16">
                  <c:v>#N/A</c:v>
                </c:pt>
                <c:pt idx="17">
                  <c:v>#N/A</c:v>
                </c:pt>
                <c:pt idx="18">
                  <c:v>#N/A</c:v>
                </c:pt>
                <c:pt idx="19">
                  <c:v>#N/A</c:v>
                </c:pt>
                <c:pt idx="20">
                  <c:v>#N/A</c:v>
                </c:pt>
                <c:pt idx="21">
                  <c:v>#N/A</c:v>
                </c:pt>
                <c:pt idx="22">
                  <c:v>#N/A</c:v>
                </c:pt>
                <c:pt idx="23">
                  <c:v>#N/A</c:v>
                </c:pt>
                <c:pt idx="24">
                  <c:v>#N/A</c:v>
                </c:pt>
                <c:pt idx="25">
                  <c:v>#N/A</c:v>
                </c:pt>
                <c:pt idx="26">
                  <c:v>#N/A</c:v>
                </c:pt>
                <c:pt idx="27">
                  <c:v>#N/A</c:v>
                </c:pt>
                <c:pt idx="28">
                  <c:v>#N/A</c:v>
                </c:pt>
                <c:pt idx="29">
                  <c:v>#N/A</c:v>
                </c:pt>
                <c:pt idx="30">
                  <c:v>#N/A</c:v>
                </c:pt>
                <c:pt idx="31">
                  <c:v>#N/A</c:v>
                </c:pt>
                <c:pt idx="32">
                  <c:v>#N/A</c:v>
                </c:pt>
                <c:pt idx="33">
                  <c:v>#N/A</c:v>
                </c:pt>
                <c:pt idx="34">
                  <c:v>#N/A</c:v>
                </c:pt>
                <c:pt idx="35">
                  <c:v>#N/A</c:v>
                </c:pt>
                <c:pt idx="36">
                  <c:v>#N/A</c:v>
                </c:pt>
                <c:pt idx="37">
                  <c:v>#N/A</c:v>
                </c:pt>
                <c:pt idx="38">
                  <c:v>#N/A</c:v>
                </c:pt>
                <c:pt idx="39">
                  <c:v>#N/A</c:v>
                </c:pt>
                <c:pt idx="40">
                  <c:v>#N/A</c:v>
                </c:pt>
                <c:pt idx="41">
                  <c:v>#N/A</c:v>
                </c:pt>
                <c:pt idx="42">
                  <c:v>#N/A</c:v>
                </c:pt>
                <c:pt idx="43">
                  <c:v>#N/A</c:v>
                </c:pt>
                <c:pt idx="44">
                  <c:v>#N/A</c:v>
                </c:pt>
                <c:pt idx="45">
                  <c:v>#N/A</c:v>
                </c:pt>
                <c:pt idx="46">
                  <c:v>#N/A</c:v>
                </c:pt>
                <c:pt idx="47">
                  <c:v>#N/A</c:v>
                </c:pt>
                <c:pt idx="48">
                  <c:v>#N/A</c:v>
                </c:pt>
                <c:pt idx="49">
                  <c:v>#N/A</c:v>
                </c:pt>
                <c:pt idx="50">
                  <c:v>#N/A</c:v>
                </c:pt>
                <c:pt idx="51">
                  <c:v>#N/A</c:v>
                </c:pt>
                <c:pt idx="52">
                  <c:v>#N/A</c:v>
                </c:pt>
                <c:pt idx="53">
                  <c:v>#N/A</c:v>
                </c:pt>
                <c:pt idx="54">
                  <c:v>#N/A</c:v>
                </c:pt>
                <c:pt idx="55">
                  <c:v>#N/A</c:v>
                </c:pt>
                <c:pt idx="56">
                  <c:v>#N/A</c:v>
                </c:pt>
                <c:pt idx="57">
                  <c:v>#N/A</c:v>
                </c:pt>
                <c:pt idx="58">
                  <c:v>#N/A</c:v>
                </c:pt>
                <c:pt idx="59">
                  <c:v>#N/A</c:v>
                </c:pt>
                <c:pt idx="60">
                  <c:v>#N/A</c:v>
                </c:pt>
                <c:pt idx="61">
                  <c:v>#N/A</c:v>
                </c:pt>
                <c:pt idx="62">
                  <c:v>#N/A</c:v>
                </c:pt>
                <c:pt idx="63">
                  <c:v>#N/A</c:v>
                </c:pt>
                <c:pt idx="64">
                  <c:v>#N/A</c:v>
                </c:pt>
                <c:pt idx="65">
                  <c:v>#N/A</c:v>
                </c:pt>
                <c:pt idx="66">
                  <c:v>#N/A</c:v>
                </c:pt>
                <c:pt idx="67">
                  <c:v>#N/A</c:v>
                </c:pt>
                <c:pt idx="68">
                  <c:v>#N/A</c:v>
                </c:pt>
                <c:pt idx="69">
                  <c:v>#N/A</c:v>
                </c:pt>
                <c:pt idx="70">
                  <c:v>#N/A</c:v>
                </c:pt>
                <c:pt idx="71">
                  <c:v>#N/A</c:v>
                </c:pt>
                <c:pt idx="72">
                  <c:v>#N/A</c:v>
                </c:pt>
                <c:pt idx="73">
                  <c:v>#N/A</c:v>
                </c:pt>
                <c:pt idx="74">
                  <c:v>#N/A</c:v>
                </c:pt>
                <c:pt idx="75">
                  <c:v>#N/A</c:v>
                </c:pt>
                <c:pt idx="76">
                  <c:v>#N/A</c:v>
                </c:pt>
                <c:pt idx="77">
                  <c:v>#N/A</c:v>
                </c:pt>
                <c:pt idx="78">
                  <c:v>#N/A</c:v>
                </c:pt>
                <c:pt idx="79">
                  <c:v>#N/A</c:v>
                </c:pt>
                <c:pt idx="80">
                  <c:v>#N/A</c:v>
                </c:pt>
                <c:pt idx="81">
                  <c:v>#N/A</c:v>
                </c:pt>
                <c:pt idx="82">
                  <c:v>#N/A</c:v>
                </c:pt>
                <c:pt idx="83">
                  <c:v>#N/A</c:v>
                </c:pt>
                <c:pt idx="84">
                  <c:v>#N/A</c:v>
                </c:pt>
                <c:pt idx="85">
                  <c:v>#N/A</c:v>
                </c:pt>
                <c:pt idx="86">
                  <c:v>#N/A</c:v>
                </c:pt>
                <c:pt idx="87">
                  <c:v>#N/A</c:v>
                </c:pt>
                <c:pt idx="88">
                  <c:v>#N/A</c:v>
                </c:pt>
                <c:pt idx="89">
                  <c:v>#N/A</c:v>
                </c:pt>
                <c:pt idx="90">
                  <c:v>#N/A</c:v>
                </c:pt>
                <c:pt idx="91">
                  <c:v>#N/A</c:v>
                </c:pt>
                <c:pt idx="92">
                  <c:v>#N/A</c:v>
                </c:pt>
                <c:pt idx="93">
                  <c:v>#N/A</c:v>
                </c:pt>
                <c:pt idx="94">
                  <c:v>#N/A</c:v>
                </c:pt>
                <c:pt idx="95">
                  <c:v>#N/A</c:v>
                </c:pt>
                <c:pt idx="96">
                  <c:v>#N/A</c:v>
                </c:pt>
                <c:pt idx="97">
                  <c:v>#N/A</c:v>
                </c:pt>
                <c:pt idx="98">
                  <c:v>#N/A</c:v>
                </c:pt>
                <c:pt idx="99">
                  <c:v>#N/A</c:v>
                </c:pt>
                <c:pt idx="100">
                  <c:v>#N/A</c:v>
                </c:pt>
                <c:pt idx="101">
                  <c:v>#N/A</c:v>
                </c:pt>
                <c:pt idx="102">
                  <c:v>#N/A</c:v>
                </c:pt>
                <c:pt idx="103">
                  <c:v>#N/A</c:v>
                </c:pt>
                <c:pt idx="104">
                  <c:v>#N/A</c:v>
                </c:pt>
                <c:pt idx="105">
                  <c:v>#N/A</c:v>
                </c:pt>
                <c:pt idx="106">
                  <c:v>#N/A</c:v>
                </c:pt>
                <c:pt idx="107">
                  <c:v>#N/A</c:v>
                </c:pt>
                <c:pt idx="108">
                  <c:v>#N/A</c:v>
                </c:pt>
                <c:pt idx="109">
                  <c:v>#N/A</c:v>
                </c:pt>
                <c:pt idx="110">
                  <c:v>#N/A</c:v>
                </c:pt>
                <c:pt idx="111">
                  <c:v>#N/A</c:v>
                </c:pt>
                <c:pt idx="112">
                  <c:v>#N/A</c:v>
                </c:pt>
                <c:pt idx="113">
                  <c:v>#N/A</c:v>
                </c:pt>
                <c:pt idx="114">
                  <c:v>#N/A</c:v>
                </c:pt>
                <c:pt idx="115">
                  <c:v>#N/A</c:v>
                </c:pt>
                <c:pt idx="116">
                  <c:v>#N/A</c:v>
                </c:pt>
                <c:pt idx="117">
                  <c:v>#N/A</c:v>
                </c:pt>
                <c:pt idx="118">
                  <c:v>#N/A</c:v>
                </c:pt>
                <c:pt idx="119">
                  <c:v>#N/A</c:v>
                </c:pt>
                <c:pt idx="120">
                  <c:v>#N/A</c:v>
                </c:pt>
                <c:pt idx="121">
                  <c:v>#N/A</c:v>
                </c:pt>
                <c:pt idx="122">
                  <c:v>#N/A</c:v>
                </c:pt>
                <c:pt idx="123">
                  <c:v>#N/A</c:v>
                </c:pt>
                <c:pt idx="124">
                  <c:v>#N/A</c:v>
                </c:pt>
                <c:pt idx="125">
                  <c:v>#N/A</c:v>
                </c:pt>
                <c:pt idx="126">
                  <c:v>#N/A</c:v>
                </c:pt>
                <c:pt idx="127">
                  <c:v>#N/A</c:v>
                </c:pt>
                <c:pt idx="128">
                  <c:v>#N/A</c:v>
                </c:pt>
                <c:pt idx="129">
                  <c:v>#N/A</c:v>
                </c:pt>
                <c:pt idx="130">
                  <c:v>#N/A</c:v>
                </c:pt>
                <c:pt idx="131">
                  <c:v>#N/A</c:v>
                </c:pt>
                <c:pt idx="132">
                  <c:v>#N/A</c:v>
                </c:pt>
                <c:pt idx="133">
                  <c:v>#N/A</c:v>
                </c:pt>
                <c:pt idx="134">
                  <c:v>#N/A</c:v>
                </c:pt>
                <c:pt idx="135">
                  <c:v>#N/A</c:v>
                </c:pt>
                <c:pt idx="136">
                  <c:v>#N/A</c:v>
                </c:pt>
                <c:pt idx="137">
                  <c:v>#N/A</c:v>
                </c:pt>
                <c:pt idx="138">
                  <c:v>#N/A</c:v>
                </c:pt>
                <c:pt idx="139">
                  <c:v>#N/A</c:v>
                </c:pt>
                <c:pt idx="140">
                  <c:v>#N/A</c:v>
                </c:pt>
                <c:pt idx="141">
                  <c:v>#N/A</c:v>
                </c:pt>
                <c:pt idx="142">
                  <c:v>#N/A</c:v>
                </c:pt>
                <c:pt idx="143">
                  <c:v>#N/A</c:v>
                </c:pt>
                <c:pt idx="144">
                  <c:v>#N/A</c:v>
                </c:pt>
                <c:pt idx="145">
                  <c:v>#N/A</c:v>
                </c:pt>
                <c:pt idx="146">
                  <c:v>#N/A</c:v>
                </c:pt>
                <c:pt idx="147">
                  <c:v>#N/A</c:v>
                </c:pt>
                <c:pt idx="148">
                  <c:v>#N/A</c:v>
                </c:pt>
                <c:pt idx="149">
                  <c:v>#N/A</c:v>
                </c:pt>
                <c:pt idx="150">
                  <c:v>#N/A</c:v>
                </c:pt>
                <c:pt idx="151">
                  <c:v>#N/A</c:v>
                </c:pt>
                <c:pt idx="152">
                  <c:v>#N/A</c:v>
                </c:pt>
                <c:pt idx="153">
                  <c:v>#N/A</c:v>
                </c:pt>
                <c:pt idx="154">
                  <c:v>#N/A</c:v>
                </c:pt>
                <c:pt idx="155">
                  <c:v>#N/A</c:v>
                </c:pt>
                <c:pt idx="156">
                  <c:v>#N/A</c:v>
                </c:pt>
                <c:pt idx="157">
                  <c:v>#N/A</c:v>
                </c:pt>
                <c:pt idx="158">
                  <c:v>#N/A</c:v>
                </c:pt>
                <c:pt idx="159">
                  <c:v>#N/A</c:v>
                </c:pt>
                <c:pt idx="160">
                  <c:v>#N/A</c:v>
                </c:pt>
                <c:pt idx="161">
                  <c:v>#N/A</c:v>
                </c:pt>
                <c:pt idx="162">
                  <c:v>#N/A</c:v>
                </c:pt>
                <c:pt idx="163">
                  <c:v>#N/A</c:v>
                </c:pt>
                <c:pt idx="164">
                  <c:v>#N/A</c:v>
                </c:pt>
                <c:pt idx="165">
                  <c:v>#N/A</c:v>
                </c:pt>
                <c:pt idx="166">
                  <c:v>#N/A</c:v>
                </c:pt>
                <c:pt idx="167">
                  <c:v>#N/A</c:v>
                </c:pt>
                <c:pt idx="168">
                  <c:v>#N/A</c:v>
                </c:pt>
                <c:pt idx="169">
                  <c:v>#N/A</c:v>
                </c:pt>
                <c:pt idx="170">
                  <c:v>#N/A</c:v>
                </c:pt>
                <c:pt idx="171">
                  <c:v>#N/A</c:v>
                </c:pt>
                <c:pt idx="172">
                  <c:v>#N/A</c:v>
                </c:pt>
                <c:pt idx="173">
                  <c:v>#N/A</c:v>
                </c:pt>
                <c:pt idx="174">
                  <c:v>#N/A</c:v>
                </c:pt>
                <c:pt idx="175">
                  <c:v>#N/A</c:v>
                </c:pt>
                <c:pt idx="176">
                  <c:v>#N/A</c:v>
                </c:pt>
                <c:pt idx="177">
                  <c:v>#N/A</c:v>
                </c:pt>
                <c:pt idx="178">
                  <c:v>#N/A</c:v>
                </c:pt>
                <c:pt idx="179">
                  <c:v>#N/A</c:v>
                </c:pt>
                <c:pt idx="180">
                  <c:v>#N/A</c:v>
                </c:pt>
                <c:pt idx="181">
                  <c:v>#N/A</c:v>
                </c:pt>
                <c:pt idx="182">
                  <c:v>#N/A</c:v>
                </c:pt>
                <c:pt idx="183">
                  <c:v>#N/A</c:v>
                </c:pt>
                <c:pt idx="184">
                  <c:v>#N/A</c:v>
                </c:pt>
                <c:pt idx="185">
                  <c:v>#N/A</c:v>
                </c:pt>
                <c:pt idx="186">
                  <c:v>#N/A</c:v>
                </c:pt>
                <c:pt idx="187">
                  <c:v>#N/A</c:v>
                </c:pt>
                <c:pt idx="188">
                  <c:v>#N/A</c:v>
                </c:pt>
                <c:pt idx="189">
                  <c:v>#N/A</c:v>
                </c:pt>
                <c:pt idx="190">
                  <c:v>#N/A</c:v>
                </c:pt>
                <c:pt idx="191">
                  <c:v>#N/A</c:v>
                </c:pt>
                <c:pt idx="192">
                  <c:v>#N/A</c:v>
                </c:pt>
                <c:pt idx="193">
                  <c:v>#N/A</c:v>
                </c:pt>
                <c:pt idx="194">
                  <c:v>#N/A</c:v>
                </c:pt>
                <c:pt idx="195">
                  <c:v>#N/A</c:v>
                </c:pt>
                <c:pt idx="196">
                  <c:v>#N/A</c:v>
                </c:pt>
                <c:pt idx="197">
                  <c:v>#N/A</c:v>
                </c:pt>
                <c:pt idx="198">
                  <c:v>#N/A</c:v>
                </c:pt>
                <c:pt idx="199">
                  <c:v>#N/A</c:v>
                </c:pt>
                <c:pt idx="200">
                  <c:v>#N/A</c:v>
                </c:pt>
                <c:pt idx="201">
                  <c:v>#N/A</c:v>
                </c:pt>
                <c:pt idx="202">
                  <c:v>#N/A</c:v>
                </c:pt>
                <c:pt idx="203">
                  <c:v>0.11175</c:v>
                </c:pt>
                <c:pt idx="204">
                  <c:v>0.11175</c:v>
                </c:pt>
                <c:pt idx="205">
                  <c:v>0.1065</c:v>
                </c:pt>
                <c:pt idx="206">
                  <c:v>0.1065</c:v>
                </c:pt>
                <c:pt idx="207">
                  <c:v>0.1075</c:v>
                </c:pt>
                <c:pt idx="208">
                  <c:v>0.1075</c:v>
                </c:pt>
                <c:pt idx="209">
                  <c:v>0.105</c:v>
                </c:pt>
                <c:pt idx="210">
                  <c:v>0.105</c:v>
                </c:pt>
                <c:pt idx="211">
                  <c:v>0.106</c:v>
                </c:pt>
                <c:pt idx="212">
                  <c:v>0.106</c:v>
                </c:pt>
                <c:pt idx="213">
                  <c:v>0.107</c:v>
                </c:pt>
                <c:pt idx="214">
                  <c:v>0.11175</c:v>
                </c:pt>
                <c:pt idx="215">
                  <c:v>0.11075</c:v>
                </c:pt>
                <c:pt idx="216">
                  <c:v>0.11</c:v>
                </c:pt>
                <c:pt idx="217">
                  <c:v>0.111</c:v>
                </c:pt>
                <c:pt idx="218">
                  <c:v>0.111</c:v>
                </c:pt>
                <c:pt idx="219">
                  <c:v>0.10725</c:v>
                </c:pt>
                <c:pt idx="220">
                  <c:v>0.10725</c:v>
                </c:pt>
                <c:pt idx="221">
                  <c:v>0.10725</c:v>
                </c:pt>
                <c:pt idx="222">
                  <c:v>0.10725</c:v>
                </c:pt>
                <c:pt idx="223">
                  <c:v>0.10725</c:v>
                </c:pt>
                <c:pt idx="224">
                  <c:v>0.10725</c:v>
                </c:pt>
                <c:pt idx="225">
                  <c:v>0.10725</c:v>
                </c:pt>
                <c:pt idx="226">
                  <c:v>0.10725</c:v>
                </c:pt>
                <c:pt idx="227">
                  <c:v>9.7750000000000004E-2</c:v>
                </c:pt>
                <c:pt idx="228">
                  <c:v>9.6500000000000002E-2</c:v>
                </c:pt>
                <c:pt idx="229">
                  <c:v>8.5750000000000007E-2</c:v>
                </c:pt>
                <c:pt idx="230">
                  <c:v>8.6249999999999993E-2</c:v>
                </c:pt>
                <c:pt idx="231">
                  <c:v>8.8749999999999996E-2</c:v>
                </c:pt>
                <c:pt idx="232">
                  <c:v>8.8749999999999996E-2</c:v>
                </c:pt>
                <c:pt idx="233">
                  <c:v>8.8749999999999996E-2</c:v>
                </c:pt>
                <c:pt idx="234">
                  <c:v>8.4750000000000006E-2</c:v>
                </c:pt>
                <c:pt idx="235">
                  <c:v>8.5250000000000006E-2</c:v>
                </c:pt>
                <c:pt idx="236">
                  <c:v>8.8249999999999995E-2</c:v>
                </c:pt>
                <c:pt idx="237">
                  <c:v>9.35E-2</c:v>
                </c:pt>
                <c:pt idx="238">
                  <c:v>9.35E-2</c:v>
                </c:pt>
                <c:pt idx="239">
                  <c:v>9.0249999999999997E-2</c:v>
                </c:pt>
                <c:pt idx="240">
                  <c:v>8.6999999999999994E-2</c:v>
                </c:pt>
                <c:pt idx="241">
                  <c:v>8.5500000000000007E-2</c:v>
                </c:pt>
                <c:pt idx="242">
                  <c:v>8.5750000000000007E-2</c:v>
                </c:pt>
                <c:pt idx="243">
                  <c:v>8.5250000000000006E-2</c:v>
                </c:pt>
                <c:pt idx="244">
                  <c:v>8.5250000000000006E-2</c:v>
                </c:pt>
                <c:pt idx="245">
                  <c:v>8.2750000000000004E-2</c:v>
                </c:pt>
                <c:pt idx="246">
                  <c:v>8.2250000000000004E-2</c:v>
                </c:pt>
                <c:pt idx="247">
                  <c:v>8.2000000000000003E-2</c:v>
                </c:pt>
                <c:pt idx="248">
                  <c:v>8.2000000000000003E-2</c:v>
                </c:pt>
                <c:pt idx="249">
                  <c:v>8.0750000000000002E-2</c:v>
                </c:pt>
                <c:pt idx="250">
                  <c:v>8.3250000000000005E-2</c:v>
                </c:pt>
                <c:pt idx="251">
                  <c:v>8.3750000000000005E-2</c:v>
                </c:pt>
                <c:pt idx="252">
                  <c:v>8.6249999999999993E-2</c:v>
                </c:pt>
                <c:pt idx="253">
                  <c:v>8.6249999999999993E-2</c:v>
                </c:pt>
                <c:pt idx="254">
                  <c:v>8.6249999999999993E-2</c:v>
                </c:pt>
                <c:pt idx="255">
                  <c:v>8.6249999999999993E-2</c:v>
                </c:pt>
                <c:pt idx="256">
                  <c:v>8.6249999999999993E-2</c:v>
                </c:pt>
                <c:pt idx="257">
                  <c:v>8.6249999999999993E-2</c:v>
                </c:pt>
                <c:pt idx="258">
                  <c:v>8.6249999999999993E-2</c:v>
                </c:pt>
                <c:pt idx="259">
                  <c:v>8.6249999999999993E-2</c:v>
                </c:pt>
                <c:pt idx="260">
                  <c:v>8.6249999999999993E-2</c:v>
                </c:pt>
                <c:pt idx="261">
                  <c:v>8.6249999999999993E-2</c:v>
                </c:pt>
                <c:pt idx="262">
                  <c:v>7.8125E-2</c:v>
                </c:pt>
                <c:pt idx="263">
                  <c:v>7.8125E-2</c:v>
                </c:pt>
                <c:pt idx="264">
                  <c:v>7.8125E-2</c:v>
                </c:pt>
                <c:pt idx="265">
                  <c:v>7.8125E-2</c:v>
                </c:pt>
                <c:pt idx="266">
                  <c:v>7.8125E-2</c:v>
                </c:pt>
                <c:pt idx="267">
                  <c:v>7.8125E-2</c:v>
                </c:pt>
                <c:pt idx="268">
                  <c:v>7.8125E-2</c:v>
                </c:pt>
                <c:pt idx="269">
                  <c:v>8.3125000000000004E-2</c:v>
                </c:pt>
                <c:pt idx="270">
                  <c:v>8.3500000000000005E-2</c:v>
                </c:pt>
                <c:pt idx="271">
                  <c:v>8.4000000000000005E-2</c:v>
                </c:pt>
                <c:pt idx="272">
                  <c:v>8.3000000000000004E-2</c:v>
                </c:pt>
                <c:pt idx="273">
                  <c:v>8.2250000000000004E-2</c:v>
                </c:pt>
                <c:pt idx="274">
                  <c:v>8.2250000000000004E-2</c:v>
                </c:pt>
                <c:pt idx="275">
                  <c:v>8.1250000000000003E-2</c:v>
                </c:pt>
                <c:pt idx="276">
                  <c:v>7.9750000000000001E-2</c:v>
                </c:pt>
                <c:pt idx="277">
                  <c:v>0.08</c:v>
                </c:pt>
                <c:pt idx="278">
                  <c:v>0.08</c:v>
                </c:pt>
                <c:pt idx="279">
                  <c:v>8.0500000000000002E-2</c:v>
                </c:pt>
                <c:pt idx="280">
                  <c:v>8.1750000000000003E-2</c:v>
                </c:pt>
                <c:pt idx="281">
                  <c:v>8.2750000000000004E-2</c:v>
                </c:pt>
                <c:pt idx="282">
                  <c:v>8.5000000000000006E-2</c:v>
                </c:pt>
                <c:pt idx="283">
                  <c:v>8.6874999999999994E-2</c:v>
                </c:pt>
                <c:pt idx="284">
                  <c:v>8.7624999999999995E-2</c:v>
                </c:pt>
                <c:pt idx="285">
                  <c:v>8.7374999999999994E-2</c:v>
                </c:pt>
                <c:pt idx="286">
                  <c:v>8.7374999999999994E-2</c:v>
                </c:pt>
                <c:pt idx="287">
                  <c:v>8.8124999999999995E-2</c:v>
                </c:pt>
                <c:pt idx="288">
                  <c:v>8.7749999999999995E-2</c:v>
                </c:pt>
                <c:pt idx="289">
                  <c:v>8.7249999999999994E-2</c:v>
                </c:pt>
                <c:pt idx="290">
                  <c:v>8.6249999999999993E-2</c:v>
                </c:pt>
                <c:pt idx="291">
                  <c:v>8.1500000000000003E-2</c:v>
                </c:pt>
                <c:pt idx="292">
                  <c:v>8.1500000000000003E-2</c:v>
                </c:pt>
                <c:pt idx="293">
                  <c:v>8.2000000000000003E-2</c:v>
                </c:pt>
                <c:pt idx="294">
                  <c:v>8.2000000000000003E-2</c:v>
                </c:pt>
                <c:pt idx="295">
                  <c:v>8.1500000000000003E-2</c:v>
                </c:pt>
                <c:pt idx="296">
                  <c:v>8.0750000000000002E-2</c:v>
                </c:pt>
                <c:pt idx="297">
                  <c:v>7.9000000000000001E-2</c:v>
                </c:pt>
                <c:pt idx="298">
                  <c:v>7.9000000000000001E-2</c:v>
                </c:pt>
                <c:pt idx="299">
                  <c:v>7.9000000000000001E-2</c:v>
                </c:pt>
                <c:pt idx="300">
                  <c:v>7.9000000000000001E-2</c:v>
                </c:pt>
                <c:pt idx="301">
                  <c:v>7.9000000000000001E-2</c:v>
                </c:pt>
                <c:pt idx="302">
                  <c:v>7.5999999999999998E-2</c:v>
                </c:pt>
                <c:pt idx="303">
                  <c:v>7.5649999999999995E-2</c:v>
                </c:pt>
                <c:pt idx="304">
                  <c:v>7.7249999999999999E-2</c:v>
                </c:pt>
                <c:pt idx="305">
                  <c:v>7.6499999999999999E-2</c:v>
                </c:pt>
                <c:pt idx="306">
                  <c:v>7.8750000000000001E-2</c:v>
                </c:pt>
                <c:pt idx="307">
                  <c:v>7.9500000000000001E-2</c:v>
                </c:pt>
                <c:pt idx="308">
                  <c:v>7.9000000000000001E-2</c:v>
                </c:pt>
                <c:pt idx="309">
                  <c:v>7.5749999999999998E-2</c:v>
                </c:pt>
                <c:pt idx="310">
                  <c:v>7.5249999999999997E-2</c:v>
                </c:pt>
                <c:pt idx="311">
                  <c:v>7.4249999999999997E-2</c:v>
                </c:pt>
                <c:pt idx="312">
                  <c:v>7.1999999999999995E-2</c:v>
                </c:pt>
                <c:pt idx="313">
                  <c:v>7.1499999999999994E-2</c:v>
                </c:pt>
                <c:pt idx="314">
                  <c:v>7.0250000000000007E-2</c:v>
                </c:pt>
                <c:pt idx="315">
                  <c:v>7.0499999999999993E-2</c:v>
                </c:pt>
                <c:pt idx="316">
                  <c:v>7.0499999999999993E-2</c:v>
                </c:pt>
                <c:pt idx="317">
                  <c:v>7.1499999999999994E-2</c:v>
                </c:pt>
                <c:pt idx="318">
                  <c:v>7.2374999999999995E-2</c:v>
                </c:pt>
                <c:pt idx="319">
                  <c:v>7.4499999999999997E-2</c:v>
                </c:pt>
                <c:pt idx="320">
                  <c:v>7.2999999999999995E-2</c:v>
                </c:pt>
                <c:pt idx="321">
                  <c:v>7.1374999999999994E-2</c:v>
                </c:pt>
                <c:pt idx="322">
                  <c:v>7.1624999999999994E-2</c:v>
                </c:pt>
                <c:pt idx="323">
                  <c:v>7.1624999999999994E-2</c:v>
                </c:pt>
                <c:pt idx="324">
                  <c:v>7.1624999999999994E-2</c:v>
                </c:pt>
                <c:pt idx="325">
                  <c:v>7.1624999999999994E-2</c:v>
                </c:pt>
                <c:pt idx="326">
                  <c:v>7.2249999999999995E-2</c:v>
                </c:pt>
                <c:pt idx="327">
                  <c:v>7.2499999999999995E-2</c:v>
                </c:pt>
                <c:pt idx="328">
                  <c:v>7.3249999999999996E-2</c:v>
                </c:pt>
                <c:pt idx="329">
                  <c:v>7.3749999999999996E-2</c:v>
                </c:pt>
                <c:pt idx="330">
                  <c:v>7.3749999999999996E-2</c:v>
                </c:pt>
                <c:pt idx="331">
                  <c:v>7.4749999999999997E-2</c:v>
                </c:pt>
                <c:pt idx="332">
                  <c:v>7.4999999999999997E-2</c:v>
                </c:pt>
                <c:pt idx="333">
                  <c:v>7.3749999999999996E-2</c:v>
                </c:pt>
                <c:pt idx="334">
                  <c:v>7.5249999999999997E-2</c:v>
                </c:pt>
                <c:pt idx="335">
                  <c:v>7.2849999999999998E-2</c:v>
                </c:pt>
                <c:pt idx="336">
                  <c:v>7.3249999999999996E-2</c:v>
                </c:pt>
                <c:pt idx="337">
                  <c:v>7.3749999999999996E-2</c:v>
                </c:pt>
                <c:pt idx="338">
                  <c:v>7.3499999999999996E-2</c:v>
                </c:pt>
                <c:pt idx="339">
                  <c:v>7.4999999999999997E-2</c:v>
                </c:pt>
                <c:pt idx="340">
                  <c:v>7.6499999999999999E-2</c:v>
                </c:pt>
                <c:pt idx="341">
                  <c:v>7.8750000000000001E-2</c:v>
                </c:pt>
                <c:pt idx="342">
                  <c:v>7.8750000000000001E-2</c:v>
                </c:pt>
                <c:pt idx="343">
                  <c:v>7.8750000000000001E-2</c:v>
                </c:pt>
                <c:pt idx="344">
                  <c:v>8.3500000000000005E-2</c:v>
                </c:pt>
                <c:pt idx="345">
                  <c:v>8.4750000000000006E-2</c:v>
                </c:pt>
                <c:pt idx="346">
                  <c:v>8.4750000000000006E-2</c:v>
                </c:pt>
                <c:pt idx="347">
                  <c:v>8.8249999999999995E-2</c:v>
                </c:pt>
                <c:pt idx="348">
                  <c:v>8.7499999999999994E-2</c:v>
                </c:pt>
                <c:pt idx="349">
                  <c:v>8.7499999999999994E-2</c:v>
                </c:pt>
                <c:pt idx="350">
                  <c:v>9.5000000000000001E-2</c:v>
                </c:pt>
                <c:pt idx="351">
                  <c:v>9.5500000000000002E-2</c:v>
                </c:pt>
                <c:pt idx="352">
                  <c:v>9.7750000000000004E-2</c:v>
                </c:pt>
                <c:pt idx="353">
                  <c:v>0.10362499999999999</c:v>
                </c:pt>
                <c:pt idx="354">
                  <c:v>0.102275</c:v>
                </c:pt>
                <c:pt idx="355">
                  <c:v>0.106125</c:v>
                </c:pt>
                <c:pt idx="356">
                  <c:v>0.10150000000000001</c:v>
                </c:pt>
                <c:pt idx="357">
                  <c:v>9.8500000000000004E-2</c:v>
                </c:pt>
                <c:pt idx="358">
                  <c:v>9.8500000000000004E-2</c:v>
                </c:pt>
                <c:pt idx="359">
                  <c:v>0.1</c:v>
                </c:pt>
                <c:pt idx="360">
                  <c:v>9.9750000000000005E-2</c:v>
                </c:pt>
                <c:pt idx="361">
                  <c:v>0.10224999999999999</c:v>
                </c:pt>
                <c:pt idx="362">
                  <c:v>0.105375</c:v>
                </c:pt>
                <c:pt idx="363">
                  <c:v>0.105375</c:v>
                </c:pt>
                <c:pt idx="364">
                  <c:v>0.105375</c:v>
                </c:pt>
                <c:pt idx="365">
                  <c:v>0.10775</c:v>
                </c:pt>
                <c:pt idx="366">
                  <c:v>0.10675</c:v>
                </c:pt>
                <c:pt idx="367">
                  <c:v>0.10575</c:v>
                </c:pt>
                <c:pt idx="368">
                  <c:v>0.106125</c:v>
                </c:pt>
                <c:pt idx="369">
                  <c:v>0.107125</c:v>
                </c:pt>
                <c:pt idx="370">
                  <c:v>0.113</c:v>
                </c:pt>
                <c:pt idx="371">
                  <c:v>0.1255</c:v>
                </c:pt>
                <c:pt idx="372">
                  <c:v>0.140625</c:v>
                </c:pt>
                <c:pt idx="373">
                  <c:v>0.14624999999999999</c:v>
                </c:pt>
                <c:pt idx="374">
                  <c:v>0.14050000000000001</c:v>
                </c:pt>
                <c:pt idx="375">
                  <c:v>0.13950000000000001</c:v>
                </c:pt>
                <c:pt idx="376">
                  <c:v>0.154</c:v>
                </c:pt>
                <c:pt idx="377">
                  <c:v>0.14499999999999999</c:v>
                </c:pt>
                <c:pt idx="378">
                  <c:v>0.15049999999999999</c:v>
                </c:pt>
                <c:pt idx="379">
                  <c:v>0.14974999999999999</c:v>
                </c:pt>
                <c:pt idx="380">
                  <c:v>0.14449999999999999</c:v>
                </c:pt>
                <c:pt idx="381">
                  <c:v>0.15612500000000001</c:v>
                </c:pt>
                <c:pt idx="382">
                  <c:v>0.17499999999999999</c:v>
                </c:pt>
                <c:pt idx="383">
                  <c:v>0.2175</c:v>
                </c:pt>
                <c:pt idx="384">
                  <c:v>0.2</c:v>
                </c:pt>
                <c:pt idx="385">
                  <c:v>0.21249999999999999</c:v>
                </c:pt>
                <c:pt idx="386">
                  <c:v>0.23250000000000001</c:v>
                </c:pt>
                <c:pt idx="387">
                  <c:v>0.2225</c:v>
                </c:pt>
                <c:pt idx="388">
                  <c:v>0.2225</c:v>
                </c:pt>
                <c:pt idx="389">
                  <c:v>0.2225</c:v>
                </c:pt>
                <c:pt idx="390">
                  <c:v>0.22625000000000001</c:v>
                </c:pt>
                <c:pt idx="391">
                  <c:v>0.23624999999999999</c:v>
                </c:pt>
                <c:pt idx="392">
                  <c:v>0.23624999999999999</c:v>
                </c:pt>
                <c:pt idx="393">
                  <c:v>0.23699999999999999</c:v>
                </c:pt>
                <c:pt idx="394">
                  <c:v>0.23699999999999999</c:v>
                </c:pt>
                <c:pt idx="395">
                  <c:v>0.24274999999999999</c:v>
                </c:pt>
                <c:pt idx="396">
                  <c:v>0.24274999999999999</c:v>
                </c:pt>
                <c:pt idx="397">
                  <c:v>0.23275000000000001</c:v>
                </c:pt>
                <c:pt idx="398">
                  <c:v>0.23150000000000001</c:v>
                </c:pt>
                <c:pt idx="399">
                  <c:v>0.23250000000000001</c:v>
                </c:pt>
                <c:pt idx="400">
                  <c:v>0.23699999999999999</c:v>
                </c:pt>
                <c:pt idx="401">
                  <c:v>0.23200000000000001</c:v>
                </c:pt>
                <c:pt idx="402">
                  <c:v>0.23200000000000001</c:v>
                </c:pt>
                <c:pt idx="403">
                  <c:v>0.23200000000000001</c:v>
                </c:pt>
                <c:pt idx="404">
                  <c:v>0.23400000000000001</c:v>
                </c:pt>
                <c:pt idx="405">
                  <c:v>0.23300000000000001</c:v>
                </c:pt>
                <c:pt idx="406">
                  <c:v>0.2525</c:v>
                </c:pt>
                <c:pt idx="407">
                  <c:v>0.26650000000000001</c:v>
                </c:pt>
                <c:pt idx="408">
                  <c:v>0.26900000000000002</c:v>
                </c:pt>
                <c:pt idx="409">
                  <c:v>0.26900000000000002</c:v>
                </c:pt>
                <c:pt idx="410">
                  <c:v>0.26900000000000002</c:v>
                </c:pt>
                <c:pt idx="411">
                  <c:v>0.3</c:v>
                </c:pt>
                <c:pt idx="412">
                  <c:v>0.3</c:v>
                </c:pt>
                <c:pt idx="413">
                  <c:v>0.28000000000000003</c:v>
                </c:pt>
                <c:pt idx="414">
                  <c:v>0.28000000000000003</c:v>
                </c:pt>
                <c:pt idx="415">
                  <c:v>0.28749999999999998</c:v>
                </c:pt>
                <c:pt idx="416">
                  <c:v>0.28749999999999998</c:v>
                </c:pt>
                <c:pt idx="417">
                  <c:v>0.28749999999999998</c:v>
                </c:pt>
                <c:pt idx="418">
                  <c:v>0.28749999999999998</c:v>
                </c:pt>
                <c:pt idx="419">
                  <c:v>0.28749999999999998</c:v>
                </c:pt>
                <c:pt idx="420">
                  <c:v>0.28749999999999998</c:v>
                </c:pt>
                <c:pt idx="421">
                  <c:v>0.28749999999999998</c:v>
                </c:pt>
                <c:pt idx="422">
                  <c:v>0.28749999999999998</c:v>
                </c:pt>
                <c:pt idx="423">
                  <c:v>0.28749999999999998</c:v>
                </c:pt>
                <c:pt idx="424">
                  <c:v>0.33550000000000002</c:v>
                </c:pt>
                <c:pt idx="425">
                  <c:v>0.33550000000000002</c:v>
                </c:pt>
                <c:pt idx="426">
                  <c:v>0.3135</c:v>
                </c:pt>
                <c:pt idx="427">
                  <c:v>0.3085</c:v>
                </c:pt>
                <c:pt idx="428">
                  <c:v>0.3105</c:v>
                </c:pt>
                <c:pt idx="429">
                  <c:v>0.30549999999999999</c:v>
                </c:pt>
                <c:pt idx="430">
                  <c:v>0.29799999999999999</c:v>
                </c:pt>
                <c:pt idx="431">
                  <c:v>0.29799999999999999</c:v>
                </c:pt>
                <c:pt idx="432">
                  <c:v>0.28799999999999998</c:v>
                </c:pt>
                <c:pt idx="433">
                  <c:v>0.28425</c:v>
                </c:pt>
                <c:pt idx="434">
                  <c:v>0.28425</c:v>
                </c:pt>
                <c:pt idx="435">
                  <c:v>0.28125</c:v>
                </c:pt>
                <c:pt idx="436">
                  <c:v>0.28499999999999998</c:v>
                </c:pt>
                <c:pt idx="437">
                  <c:v>0.28499999999999998</c:v>
                </c:pt>
                <c:pt idx="438">
                  <c:v>0.28999999999999998</c:v>
                </c:pt>
                <c:pt idx="439">
                  <c:v>0.28999999999999998</c:v>
                </c:pt>
                <c:pt idx="440">
                  <c:v>0.28999999999999998</c:v>
                </c:pt>
                <c:pt idx="441">
                  <c:v>0.28825000000000001</c:v>
                </c:pt>
                <c:pt idx="442">
                  <c:v>0.28825000000000001</c:v>
                </c:pt>
                <c:pt idx="443">
                  <c:v>0.29075000000000001</c:v>
                </c:pt>
                <c:pt idx="444">
                  <c:v>0.29399999999999998</c:v>
                </c:pt>
                <c:pt idx="445">
                  <c:v>0.29875000000000002</c:v>
                </c:pt>
                <c:pt idx="446">
                  <c:v>0.30599999999999999</c:v>
                </c:pt>
                <c:pt idx="447">
                  <c:v>0.31964999999999999</c:v>
                </c:pt>
                <c:pt idx="448">
                  <c:v>0.33024999999999999</c:v>
                </c:pt>
                <c:pt idx="449">
                  <c:v>0.34799999999999998</c:v>
                </c:pt>
                <c:pt idx="450">
                  <c:v>0.36075000000000002</c:v>
                </c:pt>
                <c:pt idx="451">
                  <c:v>0.35349999999999998</c:v>
                </c:pt>
                <c:pt idx="452">
                  <c:v>0.35799999999999998</c:v>
                </c:pt>
                <c:pt idx="453">
                  <c:v>0.373</c:v>
                </c:pt>
                <c:pt idx="454">
                  <c:v>0.379</c:v>
                </c:pt>
                <c:pt idx="455">
                  <c:v>0.36325000000000002</c:v>
                </c:pt>
                <c:pt idx="456">
                  <c:v>0.35299999999999998</c:v>
                </c:pt>
                <c:pt idx="457">
                  <c:v>0.35299999999999998</c:v>
                </c:pt>
                <c:pt idx="458">
                  <c:v>0.35299999999999998</c:v>
                </c:pt>
                <c:pt idx="459">
                  <c:v>0.35299999999999998</c:v>
                </c:pt>
                <c:pt idx="460">
                  <c:v>0.35575000000000001</c:v>
                </c:pt>
                <c:pt idx="461">
                  <c:v>0.36825000000000002</c:v>
                </c:pt>
                <c:pt idx="462">
                  <c:v>0.37125000000000002</c:v>
                </c:pt>
                <c:pt idx="463">
                  <c:v>0.38574999999999998</c:v>
                </c:pt>
                <c:pt idx="464">
                  <c:v>0.38574999999999998</c:v>
                </c:pt>
                <c:pt idx="465">
                  <c:v>0.39515</c:v>
                </c:pt>
                <c:pt idx="466">
                  <c:v>0.39074999999999999</c:v>
                </c:pt>
                <c:pt idx="467">
                  <c:v>0.376</c:v>
                </c:pt>
                <c:pt idx="468">
                  <c:v>0.36649999999999999</c:v>
                </c:pt>
                <c:pt idx="469">
                  <c:v>0.35725000000000001</c:v>
                </c:pt>
                <c:pt idx="470">
                  <c:v>0.35225000000000001</c:v>
                </c:pt>
                <c:pt idx="471">
                  <c:v>0.35225000000000001</c:v>
                </c:pt>
                <c:pt idx="472">
                  <c:v>0.32650000000000001</c:v>
                </c:pt>
                <c:pt idx="473">
                  <c:v>0.32324999999999998</c:v>
                </c:pt>
                <c:pt idx="474">
                  <c:v>0.32174999999999998</c:v>
                </c:pt>
                <c:pt idx="475">
                  <c:v>0.33750000000000002</c:v>
                </c:pt>
                <c:pt idx="476">
                  <c:v>0.33024999999999999</c:v>
                </c:pt>
                <c:pt idx="477">
                  <c:v>0.31850000000000001</c:v>
                </c:pt>
                <c:pt idx="478">
                  <c:v>0.31850000000000001</c:v>
                </c:pt>
                <c:pt idx="479">
                  <c:v>0.29349999999999998</c:v>
                </c:pt>
                <c:pt idx="480">
                  <c:v>0.30649999999999999</c:v>
                </c:pt>
                <c:pt idx="481">
                  <c:v>0.31724999999999998</c:v>
                </c:pt>
                <c:pt idx="482">
                  <c:v>0.24174999999999999</c:v>
                </c:pt>
                <c:pt idx="483">
                  <c:v>0.23749999999999999</c:v>
                </c:pt>
                <c:pt idx="484">
                  <c:v>0.23749999999999999</c:v>
                </c:pt>
                <c:pt idx="485">
                  <c:v>0.23749999999999999</c:v>
                </c:pt>
                <c:pt idx="486">
                  <c:v>0.31900000000000001</c:v>
                </c:pt>
                <c:pt idx="487">
                  <c:v>0.315</c:v>
                </c:pt>
                <c:pt idx="488">
                  <c:v>0.31</c:v>
                </c:pt>
                <c:pt idx="489">
                  <c:v>0.3</c:v>
                </c:pt>
                <c:pt idx="490">
                  <c:v>0.28649999999999998</c:v>
                </c:pt>
                <c:pt idx="491">
                  <c:v>0.28649999999999998</c:v>
                </c:pt>
                <c:pt idx="492">
                  <c:v>0.28649999999999998</c:v>
                </c:pt>
                <c:pt idx="493">
                  <c:v>0.27424999999999999</c:v>
                </c:pt>
                <c:pt idx="494">
                  <c:v>0.27424999999999999</c:v>
                </c:pt>
                <c:pt idx="495">
                  <c:v>0.27424999999999999</c:v>
                </c:pt>
                <c:pt idx="496">
                  <c:v>0.28325</c:v>
                </c:pt>
                <c:pt idx="497">
                  <c:v>0.28325</c:v>
                </c:pt>
                <c:pt idx="498">
                  <c:v>0.28325</c:v>
                </c:pt>
                <c:pt idx="499">
                  <c:v>0.25874999999999998</c:v>
                </c:pt>
                <c:pt idx="500">
                  <c:v>0.26074999999999998</c:v>
                </c:pt>
                <c:pt idx="501">
                  <c:v>0.25974999999999998</c:v>
                </c:pt>
                <c:pt idx="502">
                  <c:v>0.27600000000000002</c:v>
                </c:pt>
                <c:pt idx="503">
                  <c:v>0.27100000000000002</c:v>
                </c:pt>
                <c:pt idx="504">
                  <c:v>0.27274999999999999</c:v>
                </c:pt>
                <c:pt idx="505">
                  <c:v>0.27274999999999999</c:v>
                </c:pt>
                <c:pt idx="506">
                  <c:v>0.27024999999999999</c:v>
                </c:pt>
                <c:pt idx="507">
                  <c:v>0.26124999999999998</c:v>
                </c:pt>
                <c:pt idx="508">
                  <c:v>0.26124999999999998</c:v>
                </c:pt>
                <c:pt idx="509">
                  <c:v>0.25124999999999997</c:v>
                </c:pt>
                <c:pt idx="510">
                  <c:v>0.23949999999999999</c:v>
                </c:pt>
                <c:pt idx="511">
                  <c:v>0.23574999999999999</c:v>
                </c:pt>
                <c:pt idx="512">
                  <c:v>0.224</c:v>
                </c:pt>
                <c:pt idx="513">
                  <c:v>0.22725000000000001</c:v>
                </c:pt>
                <c:pt idx="514">
                  <c:v>0.22725000000000001</c:v>
                </c:pt>
                <c:pt idx="515">
                  <c:v>0.22725000000000001</c:v>
                </c:pt>
                <c:pt idx="516">
                  <c:v>0.22725000000000001</c:v>
                </c:pt>
                <c:pt idx="517">
                  <c:v>0.22725000000000001</c:v>
                </c:pt>
                <c:pt idx="518">
                  <c:v>0.22725000000000001</c:v>
                </c:pt>
                <c:pt idx="519">
                  <c:v>0.22900000000000001</c:v>
                </c:pt>
                <c:pt idx="520">
                  <c:v>0.22900000000000001</c:v>
                </c:pt>
                <c:pt idx="521">
                  <c:v>0.22900000000000001</c:v>
                </c:pt>
                <c:pt idx="522">
                  <c:v>0.21525</c:v>
                </c:pt>
                <c:pt idx="523">
                  <c:v>0.21</c:v>
                </c:pt>
                <c:pt idx="524">
                  <c:v>0.21</c:v>
                </c:pt>
                <c:pt idx="525">
                  <c:v>0.189</c:v>
                </c:pt>
                <c:pt idx="526">
                  <c:v>0.185</c:v>
                </c:pt>
                <c:pt idx="527">
                  <c:v>0.18090000000000001</c:v>
                </c:pt>
                <c:pt idx="528">
                  <c:v>0.17965</c:v>
                </c:pt>
                <c:pt idx="529">
                  <c:v>0.17374999999999999</c:v>
                </c:pt>
                <c:pt idx="530">
                  <c:v>0.17125000000000001</c:v>
                </c:pt>
                <c:pt idx="531">
                  <c:v>0.17100000000000001</c:v>
                </c:pt>
                <c:pt idx="532">
                  <c:v>0.16925000000000001</c:v>
                </c:pt>
                <c:pt idx="533">
                  <c:v>0.16925000000000001</c:v>
                </c:pt>
                <c:pt idx="534">
                  <c:v>0.16925000000000001</c:v>
                </c:pt>
                <c:pt idx="535">
                  <c:v>0.17749999999999999</c:v>
                </c:pt>
                <c:pt idx="536">
                  <c:v>0.18675</c:v>
                </c:pt>
                <c:pt idx="537">
                  <c:v>0.18375</c:v>
                </c:pt>
                <c:pt idx="538">
                  <c:v>0.1956667</c:v>
                </c:pt>
                <c:pt idx="539">
                  <c:v>0.19900000000000001</c:v>
                </c:pt>
                <c:pt idx="540">
                  <c:v>0.192</c:v>
                </c:pt>
                <c:pt idx="541">
                  <c:v>0.18916669999999999</c:v>
                </c:pt>
                <c:pt idx="542">
                  <c:v>0.1813333</c:v>
                </c:pt>
                <c:pt idx="543">
                  <c:v>0.1733333</c:v>
                </c:pt>
                <c:pt idx="544">
                  <c:v>0.17299999999999999</c:v>
                </c:pt>
                <c:pt idx="545">
                  <c:v>0.1803333</c:v>
                </c:pt>
                <c:pt idx="546">
                  <c:v>0.1833333</c:v>
                </c:pt>
                <c:pt idx="547">
                  <c:v>0.1825</c:v>
                </c:pt>
                <c:pt idx="548">
                  <c:v>0.1808333</c:v>
                </c:pt>
                <c:pt idx="549">
                  <c:v>0.17966669999999998</c:v>
                </c:pt>
                <c:pt idx="550">
                  <c:v>0.1783333</c:v>
                </c:pt>
                <c:pt idx="551">
                  <c:v>0.1803333</c:v>
                </c:pt>
                <c:pt idx="552">
                  <c:v>0.18625</c:v>
                </c:pt>
                <c:pt idx="553">
                  <c:v>0.1825</c:v>
                </c:pt>
                <c:pt idx="554">
                  <c:v>0.1825</c:v>
                </c:pt>
                <c:pt idx="555">
                  <c:v>0.17691669999999998</c:v>
                </c:pt>
                <c:pt idx="556">
                  <c:v>0.17891669999999998</c:v>
                </c:pt>
                <c:pt idx="557">
                  <c:v>0.1785833</c:v>
                </c:pt>
                <c:pt idx="558">
                  <c:v>0.17399999999999999</c:v>
                </c:pt>
                <c:pt idx="559">
                  <c:v>0.1651667</c:v>
                </c:pt>
                <c:pt idx="560">
                  <c:v>0.16450000000000001</c:v>
                </c:pt>
                <c:pt idx="561">
                  <c:v>0.1611667</c:v>
                </c:pt>
                <c:pt idx="562">
                  <c:v>0.15616669999999999</c:v>
                </c:pt>
                <c:pt idx="563">
                  <c:v>0.15508330000000001</c:v>
                </c:pt>
                <c:pt idx="564">
                  <c:v>0.15024999999999999</c:v>
                </c:pt>
                <c:pt idx="565">
                  <c:v>0.154</c:v>
                </c:pt>
                <c:pt idx="566">
                  <c:v>0.15066669999999999</c:v>
                </c:pt>
                <c:pt idx="567">
                  <c:v>0.14441669999999998</c:v>
                </c:pt>
                <c:pt idx="568">
                  <c:v>0.14716669999999998</c:v>
                </c:pt>
                <c:pt idx="569">
                  <c:v>0.1488333</c:v>
                </c:pt>
                <c:pt idx="570">
                  <c:v>0.15049999999999999</c:v>
                </c:pt>
                <c:pt idx="571">
                  <c:v>0.14716669999999998</c:v>
                </c:pt>
                <c:pt idx="572">
                  <c:v>0.14299999999999999</c:v>
                </c:pt>
                <c:pt idx="573">
                  <c:v>0.14166669999999998</c:v>
                </c:pt>
                <c:pt idx="574">
                  <c:v>0.143125</c:v>
                </c:pt>
                <c:pt idx="575">
                  <c:v>0.13675000000000001</c:v>
                </c:pt>
                <c:pt idx="576">
                  <c:v>0.1391667</c:v>
                </c:pt>
                <c:pt idx="577">
                  <c:v>0.1435833</c:v>
                </c:pt>
                <c:pt idx="578">
                  <c:v>0.138625</c:v>
                </c:pt>
                <c:pt idx="579">
                  <c:v>0.14116669999999998</c:v>
                </c:pt>
                <c:pt idx="580">
                  <c:v>0.1391667</c:v>
                </c:pt>
                <c:pt idx="581">
                  <c:v>0.1351667</c:v>
                </c:pt>
                <c:pt idx="582">
                  <c:v>0.1371667</c:v>
                </c:pt>
                <c:pt idx="583">
                  <c:v>0.139375</c:v>
                </c:pt>
                <c:pt idx="584">
                  <c:v>0.13833330000000002</c:v>
                </c:pt>
                <c:pt idx="585">
                  <c:v>0.13433330000000002</c:v>
                </c:pt>
                <c:pt idx="586">
                  <c:v>0.12666669999999999</c:v>
                </c:pt>
                <c:pt idx="587">
                  <c:v>0.12566669999999999</c:v>
                </c:pt>
                <c:pt idx="588">
                  <c:v>0.12266669999999999</c:v>
                </c:pt>
                <c:pt idx="589">
                  <c:v>0.11716669999999998</c:v>
                </c:pt>
                <c:pt idx="590">
                  <c:v>0.1135</c:v>
                </c:pt>
                <c:pt idx="591">
                  <c:v>0.12325</c:v>
                </c:pt>
                <c:pt idx="592">
                  <c:v>0.12575</c:v>
                </c:pt>
                <c:pt idx="593">
                  <c:v>0.1161667</c:v>
                </c:pt>
                <c:pt idx="594">
                  <c:v>0.1144167</c:v>
                </c:pt>
                <c:pt idx="595">
                  <c:v>0.11208330000000001</c:v>
                </c:pt>
                <c:pt idx="596">
                  <c:v>0.10833330000000001</c:v>
                </c:pt>
                <c:pt idx="597">
                  <c:v>0.10625</c:v>
                </c:pt>
                <c:pt idx="598">
                  <c:v>0.10625</c:v>
                </c:pt>
                <c:pt idx="599">
                  <c:v>0.10625</c:v>
                </c:pt>
                <c:pt idx="600">
                  <c:v>0.10625</c:v>
                </c:pt>
                <c:pt idx="601">
                  <c:v>0.10525</c:v>
                </c:pt>
                <c:pt idx="602">
                  <c:v>0.103875</c:v>
                </c:pt>
                <c:pt idx="603">
                  <c:v>0.103875</c:v>
                </c:pt>
                <c:pt idx="604">
                  <c:v>0.10316669999999999</c:v>
                </c:pt>
                <c:pt idx="605">
                  <c:v>0.1001667</c:v>
                </c:pt>
                <c:pt idx="606">
                  <c:v>9.7666700000000009E-2</c:v>
                </c:pt>
                <c:pt idx="607">
                  <c:v>9.7416700000000009E-2</c:v>
                </c:pt>
                <c:pt idx="608">
                  <c:v>9.4083299999999995E-2</c:v>
                </c:pt>
                <c:pt idx="609">
                  <c:v>9.2249999999999999E-2</c:v>
                </c:pt>
                <c:pt idx="610">
                  <c:v>9.5000000000000001E-2</c:v>
                </c:pt>
                <c:pt idx="611">
                  <c:v>9.5166700000000007E-2</c:v>
                </c:pt>
                <c:pt idx="612">
                  <c:v>9.1749999999999998E-2</c:v>
                </c:pt>
                <c:pt idx="613">
                  <c:v>9.0666700000000003E-2</c:v>
                </c:pt>
                <c:pt idx="614">
                  <c:v>9.0333299999999991E-2</c:v>
                </c:pt>
                <c:pt idx="615">
                  <c:v>8.8416700000000001E-2</c:v>
                </c:pt>
                <c:pt idx="616">
                  <c:v>8.8833300000000004E-2</c:v>
                </c:pt>
                <c:pt idx="617">
                  <c:v>9.4500000000000001E-2</c:v>
                </c:pt>
                <c:pt idx="618">
                  <c:v>9.35E-2</c:v>
                </c:pt>
                <c:pt idx="619">
                  <c:v>9.5250000000000001E-2</c:v>
                </c:pt>
                <c:pt idx="620">
                  <c:v>0.1004167</c:v>
                </c:pt>
                <c:pt idx="621">
                  <c:v>9.9750000000000005E-2</c:v>
                </c:pt>
                <c:pt idx="622">
                  <c:v>9.8750000000000004E-2</c:v>
                </c:pt>
                <c:pt idx="623">
                  <c:v>9.7333299999999998E-2</c:v>
                </c:pt>
                <c:pt idx="624">
                  <c:v>9.7333299999999998E-2</c:v>
                </c:pt>
                <c:pt idx="625">
                  <c:v>9.4333299999999995E-2</c:v>
                </c:pt>
                <c:pt idx="626">
                  <c:v>9.6583299999999997E-2</c:v>
                </c:pt>
                <c:pt idx="627">
                  <c:v>9.4750000000000001E-2</c:v>
                </c:pt>
                <c:pt idx="628">
                  <c:v>9.4500000000000001E-2</c:v>
                </c:pt>
                <c:pt idx="629">
                  <c:v>9.4750000000000001E-2</c:v>
                </c:pt>
                <c:pt idx="630">
                  <c:v>9.4500000000000001E-2</c:v>
                </c:pt>
                <c:pt idx="631">
                  <c:v>9.3166700000000005E-2</c:v>
                </c:pt>
                <c:pt idx="632">
                  <c:v>9.1249999999999998E-2</c:v>
                </c:pt>
                <c:pt idx="633">
                  <c:v>8.5833300000000001E-2</c:v>
                </c:pt>
                <c:pt idx="634">
                  <c:v>8.5166699999999998E-2</c:v>
                </c:pt>
                <c:pt idx="635">
                  <c:v>8.5666699999999998E-2</c:v>
                </c:pt>
                <c:pt idx="636">
                  <c:v>8.6583300000000002E-2</c:v>
                </c:pt>
                <c:pt idx="637">
                  <c:v>8.6249999999999993E-2</c:v>
                </c:pt>
                <c:pt idx="638">
                  <c:v>8.2750000000000004E-2</c:v>
                </c:pt>
                <c:pt idx="639">
                  <c:v>8.1250000000000003E-2</c:v>
                </c:pt>
                <c:pt idx="640">
                  <c:v>7.6999999999999999E-2</c:v>
                </c:pt>
                <c:pt idx="641">
                  <c:v>7.8666700000000006E-2</c:v>
                </c:pt>
                <c:pt idx="642">
                  <c:v>8.2416700000000009E-2</c:v>
                </c:pt>
                <c:pt idx="643">
                  <c:v>8.4500000000000006E-2</c:v>
                </c:pt>
                <c:pt idx="644">
                  <c:v>8.5750000000000007E-2</c:v>
                </c:pt>
                <c:pt idx="645">
                  <c:v>8.3666699999999997E-2</c:v>
                </c:pt>
                <c:pt idx="646">
                  <c:v>8.3833299999999999E-2</c:v>
                </c:pt>
                <c:pt idx="647">
                  <c:v>8.6499999999999994E-2</c:v>
                </c:pt>
                <c:pt idx="648">
                  <c:v>8.8416700000000001E-2</c:v>
                </c:pt>
                <c:pt idx="649">
                  <c:v>8.8583300000000004E-2</c:v>
                </c:pt>
                <c:pt idx="650">
                  <c:v>8.6583300000000002E-2</c:v>
                </c:pt>
                <c:pt idx="651">
                  <c:v>8.7249999999999994E-2</c:v>
                </c:pt>
                <c:pt idx="652">
                  <c:v>8.8499999999999995E-2</c:v>
                </c:pt>
                <c:pt idx="653">
                  <c:v>8.8499999999999995E-2</c:v>
                </c:pt>
                <c:pt idx="654">
                  <c:v>9.2666700000000005E-2</c:v>
                </c:pt>
                <c:pt idx="655">
                  <c:v>9.0999999999999998E-2</c:v>
                </c:pt>
                <c:pt idx="656">
                  <c:v>9.0166700000000002E-2</c:v>
                </c:pt>
                <c:pt idx="657">
                  <c:v>8.9166700000000002E-2</c:v>
                </c:pt>
                <c:pt idx="658">
                  <c:v>9.2499999999999999E-2</c:v>
                </c:pt>
                <c:pt idx="659">
                  <c:v>9.0166700000000002E-2</c:v>
                </c:pt>
                <c:pt idx="660">
                  <c:v>8.8333300000000003E-2</c:v>
                </c:pt>
                <c:pt idx="661">
                  <c:v>8.9249999999999996E-2</c:v>
                </c:pt>
                <c:pt idx="662">
                  <c:v>8.5999999999999993E-2</c:v>
                </c:pt>
                <c:pt idx="663">
                  <c:v>8.3500000000000005E-2</c:v>
                </c:pt>
                <c:pt idx="664">
                  <c:v>8.1166700000000008E-2</c:v>
                </c:pt>
                <c:pt idx="665">
                  <c:v>7.9583299999999996E-2</c:v>
                </c:pt>
                <c:pt idx="666">
                  <c:v>8.0083299999999996E-2</c:v>
                </c:pt>
                <c:pt idx="667">
                  <c:v>8.3500000000000005E-2</c:v>
                </c:pt>
                <c:pt idx="668">
                  <c:v>8.1333299999999997E-2</c:v>
                </c:pt>
                <c:pt idx="669">
                  <c:v>8.1500000000000003E-2</c:v>
                </c:pt>
                <c:pt idx="670">
                  <c:v>8.5000000000000006E-2</c:v>
                </c:pt>
                <c:pt idx="671">
                  <c:v>8.5833300000000001E-2</c:v>
                </c:pt>
                <c:pt idx="672">
                  <c:v>8.6666699999999999E-2</c:v>
                </c:pt>
                <c:pt idx="673">
                  <c:v>8.8999999999999996E-2</c:v>
                </c:pt>
                <c:pt idx="674">
                  <c:v>9.3833299999999994E-2</c:v>
                </c:pt>
                <c:pt idx="675">
                  <c:v>9.1833299999999993E-2</c:v>
                </c:pt>
                <c:pt idx="676">
                  <c:v>9.4500000000000001E-2</c:v>
                </c:pt>
                <c:pt idx="677">
                  <c:v>9.2166700000000004E-2</c:v>
                </c:pt>
                <c:pt idx="678">
                  <c:v>9.0166700000000002E-2</c:v>
                </c:pt>
                <c:pt idx="679">
                  <c:v>8.7999999999999995E-2</c:v>
                </c:pt>
                <c:pt idx="680">
                  <c:v>8.7999999999999995E-2</c:v>
                </c:pt>
                <c:pt idx="681">
                  <c:v>8.7999999999999995E-2</c:v>
                </c:pt>
                <c:pt idx="682">
                  <c:v>8.6166699999999999E-2</c:v>
                </c:pt>
                <c:pt idx="683">
                  <c:v>8.6999999999999994E-2</c:v>
                </c:pt>
                <c:pt idx="684">
                  <c:v>8.3833299999999999E-2</c:v>
                </c:pt>
                <c:pt idx="685">
                  <c:v>8.2252400000000003E-2</c:v>
                </c:pt>
                <c:pt idx="686">
                  <c:v>8.19188E-2</c:v>
                </c:pt>
                <c:pt idx="687">
                  <c:v>8.0249000000000001E-2</c:v>
                </c:pt>
                <c:pt idx="688">
                  <c:v>7.725209999999999E-2</c:v>
                </c:pt>
                <c:pt idx="689">
                  <c:v>8.0125199999999994E-2</c:v>
                </c:pt>
                <c:pt idx="690">
                  <c:v>7.8085600000000005E-2</c:v>
                </c:pt>
                <c:pt idx="691">
                  <c:v>7.5419600000000003E-2</c:v>
                </c:pt>
                <c:pt idx="692">
                  <c:v>7.6419899999999999E-2</c:v>
                </c:pt>
                <c:pt idx="693">
                  <c:v>7.7084799999999995E-2</c:v>
                </c:pt>
                <c:pt idx="694">
                  <c:v>7.7499999999999999E-2</c:v>
                </c:pt>
                <c:pt idx="695">
                  <c:v>7.7581200000000003E-2</c:v>
                </c:pt>
                <c:pt idx="696">
                  <c:v>7.573400000000001E-2</c:v>
                </c:pt>
                <c:pt idx="697">
                  <c:v>7.3132900000000001E-2</c:v>
                </c:pt>
                <c:pt idx="698">
                  <c:v>7.3277499999999995E-2</c:v>
                </c:pt>
                <c:pt idx="699">
                  <c:v>7.4176300000000001E-2</c:v>
                </c:pt>
                <c:pt idx="700">
                  <c:v>7.4926900000000005E-2</c:v>
                </c:pt>
                <c:pt idx="701">
                  <c:v>7.3697699999999991E-2</c:v>
                </c:pt>
                <c:pt idx="702">
                  <c:v>7.2096199999999999E-2</c:v>
                </c:pt>
                <c:pt idx="703">
                  <c:v>7.30132E-2</c:v>
                </c:pt>
                <c:pt idx="704">
                  <c:v>7.2664800000000002E-2</c:v>
                </c:pt>
                <c:pt idx="705">
                  <c:v>7.2864800000000007E-2</c:v>
                </c:pt>
                <c:pt idx="706">
                  <c:v>7.2632600000000005E-2</c:v>
                </c:pt>
                <c:pt idx="707">
                  <c:v>7.2100300000000006E-2</c:v>
                </c:pt>
                <c:pt idx="708">
                  <c:v>7.1266599999999999E-2</c:v>
                </c:pt>
                <c:pt idx="709">
                  <c:v>7.2498599999999996E-2</c:v>
                </c:pt>
                <c:pt idx="710">
                  <c:v>7.4496699999999999E-2</c:v>
                </c:pt>
                <c:pt idx="711">
                  <c:v>7.4082800000000004E-2</c:v>
                </c:pt>
                <c:pt idx="712">
                  <c:v>7.4664599999999998E-2</c:v>
                </c:pt>
                <c:pt idx="713">
                  <c:v>7.6331300000000005E-2</c:v>
                </c:pt>
                <c:pt idx="714">
                  <c:v>7.6498200000000002E-2</c:v>
                </c:pt>
                <c:pt idx="715">
                  <c:v>7.6500499999999999E-2</c:v>
                </c:pt>
                <c:pt idx="716">
                  <c:v>7.6933399999999999E-2</c:v>
                </c:pt>
                <c:pt idx="717">
                  <c:v>7.6849500000000001E-2</c:v>
                </c:pt>
                <c:pt idx="718">
                  <c:v>7.60126E-2</c:v>
                </c:pt>
                <c:pt idx="719">
                  <c:v>7.30991E-2</c:v>
                </c:pt>
                <c:pt idx="720">
                  <c:v>7.1766399999999994E-2</c:v>
                </c:pt>
                <c:pt idx="721">
                  <c:v>7.0268499999999998E-2</c:v>
                </c:pt>
                <c:pt idx="722">
                  <c:v>6.7270299999999991E-2</c:v>
                </c:pt>
                <c:pt idx="723">
                  <c:v>6.6906300000000002E-2</c:v>
                </c:pt>
                <c:pt idx="724">
                  <c:v>6.6906300000000002E-2</c:v>
                </c:pt>
                <c:pt idx="725">
                  <c:v>6.5105399999999994E-2</c:v>
                </c:pt>
                <c:pt idx="726">
                  <c:v>6.3106300000000004E-2</c:v>
                </c:pt>
                <c:pt idx="727">
                  <c:v>6.1503599999999992E-2</c:v>
                </c:pt>
                <c:pt idx="728">
                  <c:v>6.3652899999999998E-2</c:v>
                </c:pt>
                <c:pt idx="729">
                  <c:v>6.34353E-2</c:v>
                </c:pt>
                <c:pt idx="730">
                  <c:v>6.3404999999999989E-2</c:v>
                </c:pt>
                <c:pt idx="731">
                  <c:v>6.5255399999999991E-2</c:v>
                </c:pt>
                <c:pt idx="732">
                  <c:v>6.4601800000000001E-2</c:v>
                </c:pt>
                <c:pt idx="733">
                  <c:v>6.6269000000000008E-2</c:v>
                </c:pt>
                <c:pt idx="734">
                  <c:v>6.7184199999999999E-2</c:v>
                </c:pt>
                <c:pt idx="735">
                  <c:v>6.7352300000000004E-2</c:v>
                </c:pt>
                <c:pt idx="736">
                  <c:v>6.55361E-2</c:v>
                </c:pt>
                <c:pt idx="737">
                  <c:v>6.4702200000000001E-2</c:v>
                </c:pt>
                <c:pt idx="738">
                  <c:v>6.3470799999999994E-2</c:v>
                </c:pt>
                <c:pt idx="739">
                  <c:v>6.2704200000000002E-2</c:v>
                </c:pt>
                <c:pt idx="740">
                  <c:v>6.0873900000000002E-2</c:v>
                </c:pt>
                <c:pt idx="741">
                  <c:v>5.9122500000000001E-2</c:v>
                </c:pt>
                <c:pt idx="742">
                  <c:v>5.8688800000000006E-2</c:v>
                </c:pt>
                <c:pt idx="743">
                  <c:v>5.7371999999999999E-2</c:v>
                </c:pt>
                <c:pt idx="744">
                  <c:v>5.6456100000000002E-2</c:v>
                </c:pt>
                <c:pt idx="745">
                  <c:v>5.6456100000000002E-2</c:v>
                </c:pt>
                <c:pt idx="746">
                  <c:v>5.6161699999999995E-2</c:v>
                </c:pt>
                <c:pt idx="747">
                  <c:v>5.63764E-2</c:v>
                </c:pt>
                <c:pt idx="748">
                  <c:v>5.6310600000000002E-2</c:v>
                </c:pt>
                <c:pt idx="749">
                  <c:v>5.6644799999999995E-2</c:v>
                </c:pt>
                <c:pt idx="750">
                  <c:v>5.7009299999999999E-2</c:v>
                </c:pt>
                <c:pt idx="751">
                  <c:v>5.6508200000000001E-2</c:v>
                </c:pt>
                <c:pt idx="752">
                  <c:v>5.6110400000000005E-2</c:v>
                </c:pt>
                <c:pt idx="753">
                  <c:v>5.4211300000000004E-2</c:v>
                </c:pt>
                <c:pt idx="754">
                  <c:v>5.2585900000000005E-2</c:v>
                </c:pt>
                <c:pt idx="755">
                  <c:v>5.2412099999999996E-2</c:v>
                </c:pt>
                <c:pt idx="756">
                  <c:v>5.1512199999999994E-2</c:v>
                </c:pt>
                <c:pt idx="757">
                  <c:v>5.0999999999999997E-2</c:v>
                </c:pt>
                <c:pt idx="758">
                  <c:v>5.0581500000000001E-2</c:v>
                </c:pt>
                <c:pt idx="759">
                  <c:v>4.7926900000000001E-2</c:v>
                </c:pt>
                <c:pt idx="760">
                  <c:v>4.5427700000000001E-2</c:v>
                </c:pt>
                <c:pt idx="761">
                  <c:v>4.5089200000000003E-2</c:v>
                </c:pt>
                <c:pt idx="762">
                  <c:v>4.3538799999999996E-2</c:v>
                </c:pt>
                <c:pt idx="763">
                  <c:v>4.2968099999999995E-2</c:v>
                </c:pt>
                <c:pt idx="764">
                  <c:v>4.0658399999999997E-2</c:v>
                </c:pt>
                <c:pt idx="765">
                  <c:v>4.0892499999999998E-2</c:v>
                </c:pt>
                <c:pt idx="766">
                  <c:v>4.2091400000000001E-2</c:v>
                </c:pt>
                <c:pt idx="767">
                  <c:v>4.4373500000000003E-2</c:v>
                </c:pt>
                <c:pt idx="768">
                  <c:v>4.2790399999999999E-2</c:v>
                </c:pt>
                <c:pt idx="769">
                  <c:v>4.3093599999999996E-2</c:v>
                </c:pt>
                <c:pt idx="770">
                  <c:v>4.2393799999999995E-2</c:v>
                </c:pt>
                <c:pt idx="771">
                  <c:v>4.1831400000000005E-2</c:v>
                </c:pt>
                <c:pt idx="772">
                  <c:v>4.11575E-2</c:v>
                </c:pt>
                <c:pt idx="773">
                  <c:v>4.12101E-2</c:v>
                </c:pt>
                <c:pt idx="774">
                  <c:v>4.0210099999999999E-2</c:v>
                </c:pt>
                <c:pt idx="775">
                  <c:v>4.0475200000000003E-2</c:v>
                </c:pt>
                <c:pt idx="776">
                  <c:v>4.0475200000000003E-2</c:v>
                </c:pt>
                <c:pt idx="777">
                  <c:v>4.0475200000000003E-2</c:v>
                </c:pt>
                <c:pt idx="778">
                  <c:v>4.0337900000000003E-2</c:v>
                </c:pt>
                <c:pt idx="779">
                  <c:v>4.0392000000000004E-2</c:v>
                </c:pt>
                <c:pt idx="780">
                  <c:v>4.0392000000000004E-2</c:v>
                </c:pt>
                <c:pt idx="781">
                  <c:v>4.0392000000000004E-2</c:v>
                </c:pt>
                <c:pt idx="782">
                  <c:v>4.0392000000000004E-2</c:v>
                </c:pt>
                <c:pt idx="783">
                  <c:v>3.9687699999999999E-2</c:v>
                </c:pt>
                <c:pt idx="784">
                  <c:v>3.83779E-2</c:v>
                </c:pt>
                <c:pt idx="785">
                  <c:v>3.8379299999999998E-2</c:v>
                </c:pt>
                <c:pt idx="786">
                  <c:v>3.6249999999999998E-2</c:v>
                </c:pt>
                <c:pt idx="787">
                  <c:v>3.4697699999999998E-2</c:v>
                </c:pt>
                <c:pt idx="788">
                  <c:v>3.3951700000000001E-2</c:v>
                </c:pt>
                <c:pt idx="789">
                  <c:v>3.3967799999999999E-2</c:v>
                </c:pt>
                <c:pt idx="790">
                  <c:v>3.4966799999999999E-2</c:v>
                </c:pt>
                <c:pt idx="791">
                  <c:v>3.6798600000000001E-2</c:v>
                </c:pt>
                <c:pt idx="792">
                  <c:v>3.7965199999999998E-2</c:v>
                </c:pt>
                <c:pt idx="793">
                  <c:v>3.8847600000000003E-2</c:v>
                </c:pt>
                <c:pt idx="794">
                  <c:v>3.95E-2</c:v>
                </c:pt>
                <c:pt idx="795">
                  <c:v>4.0300799999999998E-2</c:v>
                </c:pt>
                <c:pt idx="796">
                  <c:v>3.9218500000000003E-2</c:v>
                </c:pt>
                <c:pt idx="797">
                  <c:v>3.8635799999999998E-2</c:v>
                </c:pt>
                <c:pt idx="798">
                  <c:v>3.8726200000000002E-2</c:v>
                </c:pt>
                <c:pt idx="799">
                  <c:v>3.9051100000000005E-2</c:v>
                </c:pt>
                <c:pt idx="800">
                  <c:v>3.9301100000000005E-2</c:v>
                </c:pt>
                <c:pt idx="801">
                  <c:v>4.0796899999999997E-2</c:v>
                </c:pt>
                <c:pt idx="802">
                  <c:v>4.6789400000000002E-2</c:v>
                </c:pt>
                <c:pt idx="803">
                  <c:v>4.9289399999999997E-2</c:v>
                </c:pt>
                <c:pt idx="804">
                  <c:v>5.7177099999999995E-2</c:v>
                </c:pt>
                <c:pt idx="805">
                  <c:v>5.1956500000000003E-2</c:v>
                </c:pt>
                <c:pt idx="806">
                  <c:v>5.2032100000000005E-2</c:v>
                </c:pt>
                <c:pt idx="807">
                  <c:v>5.4926099999999999E-2</c:v>
                </c:pt>
                <c:pt idx="808">
                  <c:v>5.6952900000000001E-2</c:v>
                </c:pt>
                <c:pt idx="809">
                  <c:v>5.5454899999999994E-2</c:v>
                </c:pt>
                <c:pt idx="810">
                  <c:v>5.5620299999999998E-2</c:v>
                </c:pt>
                <c:pt idx="811">
                  <c:v>5.4456899999999996E-2</c:v>
                </c:pt>
                <c:pt idx="812">
                  <c:v>5.2456700000000002E-2</c:v>
                </c:pt>
                <c:pt idx="813">
                  <c:v>5.4956100000000001E-2</c:v>
                </c:pt>
                <c:pt idx="814">
                  <c:v>5.7000000000000002E-2</c:v>
                </c:pt>
                <c:pt idx="815">
                  <c:v>5.8619500000000005E-2</c:v>
                </c:pt>
                <c:pt idx="816">
                  <c:v>6.0949300000000005E-2</c:v>
                </c:pt>
                <c:pt idx="817">
                  <c:v>6.3781199999999996E-2</c:v>
                </c:pt>
                <c:pt idx="818">
                  <c:v>6.5422500000000008E-2</c:v>
                </c:pt>
                <c:pt idx="819">
                  <c:v>6.1450100000000001E-2</c:v>
                </c:pt>
                <c:pt idx="820">
                  <c:v>6.1117899999999996E-2</c:v>
                </c:pt>
                <c:pt idx="821">
                  <c:v>6.2116999999999999E-2</c:v>
                </c:pt>
                <c:pt idx="822">
                  <c:v>6.1118699999999998E-2</c:v>
                </c:pt>
                <c:pt idx="823">
                  <c:v>6.0119300000000001E-2</c:v>
                </c:pt>
                <c:pt idx="824">
                  <c:v>5.8590099999999992E-2</c:v>
                </c:pt>
                <c:pt idx="825">
                  <c:v>5.9178800000000004E-2</c:v>
                </c:pt>
                <c:pt idx="826">
                  <c:v>5.7287499999999998E-2</c:v>
                </c:pt>
                <c:pt idx="827">
                  <c:v>5.6590800000000004E-2</c:v>
                </c:pt>
                <c:pt idx="828">
                  <c:v>5.6124300000000002E-2</c:v>
                </c:pt>
                <c:pt idx="829">
                  <c:v>5.4127700000000008E-2</c:v>
                </c:pt>
                <c:pt idx="830">
                  <c:v>5.43458E-2</c:v>
                </c:pt>
                <c:pt idx="831">
                  <c:v>5.4792800000000003E-2</c:v>
                </c:pt>
                <c:pt idx="832">
                  <c:v>5.7625599999999999E-2</c:v>
                </c:pt>
                <c:pt idx="833">
                  <c:v>6.0790099999999993E-2</c:v>
                </c:pt>
                <c:pt idx="834">
                  <c:v>6.0123299999999998E-2</c:v>
                </c:pt>
                <c:pt idx="835">
                  <c:v>5.8791200000000002E-2</c:v>
                </c:pt>
                <c:pt idx="836">
                  <c:v>5.81874E-2</c:v>
                </c:pt>
                <c:pt idx="837">
                  <c:v>5.7468100000000001E-2</c:v>
                </c:pt>
                <c:pt idx="838">
                  <c:v>5.6469100000000001E-2</c:v>
                </c:pt>
                <c:pt idx="839">
                  <c:v>5.7031100000000001E-2</c:v>
                </c:pt>
                <c:pt idx="840">
                  <c:v>5.7583299999999997E-2</c:v>
                </c:pt>
                <c:pt idx="841">
                  <c:v>5.9842800000000002E-2</c:v>
                </c:pt>
                <c:pt idx="842">
                  <c:v>5.9811999999999997E-2</c:v>
                </c:pt>
                <c:pt idx="843">
                  <c:v>5.9499999999999997E-2</c:v>
                </c:pt>
                <c:pt idx="844">
                  <c:v>5.9144200000000001E-2</c:v>
                </c:pt>
                <c:pt idx="845">
                  <c:v>5.8394299999999996E-2</c:v>
                </c:pt>
                <c:pt idx="846">
                  <c:v>5.7342399999999995E-2</c:v>
                </c:pt>
                <c:pt idx="847">
                  <c:v>5.6842499999999997E-2</c:v>
                </c:pt>
                <c:pt idx="848">
                  <c:v>5.7200800000000003E-2</c:v>
                </c:pt>
                <c:pt idx="849">
                  <c:v>5.8666700000000002E-2</c:v>
                </c:pt>
                <c:pt idx="850">
                  <c:v>5.7725900000000004E-2</c:v>
                </c:pt>
                <c:pt idx="851">
                  <c:v>5.8083299999999997E-2</c:v>
                </c:pt>
                <c:pt idx="852">
                  <c:v>5.8087800000000002E-2</c:v>
                </c:pt>
                <c:pt idx="853">
                  <c:v>5.8087800000000002E-2</c:v>
                </c:pt>
                <c:pt idx="854">
                  <c:v>5.7925599999999994E-2</c:v>
                </c:pt>
                <c:pt idx="855">
                  <c:v>5.7616899999999999E-2</c:v>
                </c:pt>
                <c:pt idx="856">
                  <c:v>5.8959500000000005E-2</c:v>
                </c:pt>
                <c:pt idx="857">
                  <c:v>6.5606200000000003E-2</c:v>
                </c:pt>
                <c:pt idx="858">
                  <c:v>6.5720000000000001E-2</c:v>
                </c:pt>
                <c:pt idx="859">
                  <c:v>6.5416700000000008E-2</c:v>
                </c:pt>
                <c:pt idx="860">
                  <c:v>6.6454299999999994E-2</c:v>
                </c:pt>
                <c:pt idx="861">
                  <c:v>7.0000000000000007E-2</c:v>
                </c:pt>
                <c:pt idx="862">
                  <c:v>6.9468499999999989E-2</c:v>
                </c:pt>
                <c:pt idx="863">
                  <c:v>6.7076300000000005E-2</c:v>
                </c:pt>
                <c:pt idx="864">
                  <c:v>6.6201899999999994E-2</c:v>
                </c:pt>
                <c:pt idx="865">
                  <c:v>6.8351999999999996E-2</c:v>
                </c:pt>
                <c:pt idx="866">
                  <c:v>7.4463699999999994E-2</c:v>
                </c:pt>
                <c:pt idx="867">
                  <c:v>7.53196E-2</c:v>
                </c:pt>
                <c:pt idx="868">
                  <c:v>7.42284E-2</c:v>
                </c:pt>
                <c:pt idx="869">
                  <c:v>7.4528999999999998E-2</c:v>
                </c:pt>
                <c:pt idx="870">
                  <c:v>7.46444E-2</c:v>
                </c:pt>
                <c:pt idx="871">
                  <c:v>7.2311199999999992E-2</c:v>
                </c:pt>
                <c:pt idx="872">
                  <c:v>7.6339000000000004E-2</c:v>
                </c:pt>
                <c:pt idx="873">
                  <c:v>8.38063E-2</c:v>
                </c:pt>
                <c:pt idx="874">
                  <c:v>9.0268600000000004E-2</c:v>
                </c:pt>
                <c:pt idx="875">
                  <c:v>8.7805499999999995E-2</c:v>
                </c:pt>
                <c:pt idx="876">
                  <c:v>8.5332500000000006E-2</c:v>
                </c:pt>
                <c:pt idx="877">
                  <c:v>8.4707299999999999E-2</c:v>
                </c:pt>
                <c:pt idx="878">
                  <c:v>8.0585699999999996E-2</c:v>
                </c:pt>
                <c:pt idx="879">
                  <c:v>8.1335699999999997E-2</c:v>
                </c:pt>
                <c:pt idx="880">
                  <c:v>8.0085400000000001E-2</c:v>
                </c:pt>
                <c:pt idx="881">
                  <c:v>8.0832200000000007E-2</c:v>
                </c:pt>
                <c:pt idx="882">
                  <c:v>8.2932800000000001E-2</c:v>
                </c:pt>
                <c:pt idx="883">
                  <c:v>8.5682099999999997E-2</c:v>
                </c:pt>
                <c:pt idx="884">
                  <c:v>8.2328800000000008E-2</c:v>
                </c:pt>
                <c:pt idx="885">
                  <c:v>8.0810699999999999E-2</c:v>
                </c:pt>
                <c:pt idx="886">
                  <c:v>8.0624199999999993E-2</c:v>
                </c:pt>
                <c:pt idx="887">
                  <c:v>8.0813099999999999E-2</c:v>
                </c:pt>
                <c:pt idx="888">
                  <c:v>8.05419E-2</c:v>
                </c:pt>
                <c:pt idx="889">
                  <c:v>8.05419E-2</c:v>
                </c:pt>
                <c:pt idx="890">
                  <c:v>8.13107E-2</c:v>
                </c:pt>
                <c:pt idx="891">
                  <c:v>7.9622499999999999E-2</c:v>
                </c:pt>
                <c:pt idx="892">
                  <c:v>8.0248399999999998E-2</c:v>
                </c:pt>
                <c:pt idx="893">
                  <c:v>7.7083799999999994E-2</c:v>
                </c:pt>
                <c:pt idx="894">
                  <c:v>7.3441300000000001E-2</c:v>
                </c:pt>
                <c:pt idx="895">
                  <c:v>7.4190099999999995E-2</c:v>
                </c:pt>
                <c:pt idx="896">
                  <c:v>7.58128E-2</c:v>
                </c:pt>
                <c:pt idx="897">
                  <c:v>7.6686599999999994E-2</c:v>
                </c:pt>
                <c:pt idx="898">
                  <c:v>7.7123200000000003E-2</c:v>
                </c:pt>
                <c:pt idx="899">
                  <c:v>7.9182299999999997E-2</c:v>
                </c:pt>
                <c:pt idx="900">
                  <c:v>7.7812999999999993E-2</c:v>
                </c:pt>
                <c:pt idx="901">
                  <c:v>7.5688400000000003E-2</c:v>
                </c:pt>
                <c:pt idx="902">
                  <c:v>7.4440400000000004E-2</c:v>
                </c:pt>
                <c:pt idx="903">
                  <c:v>7.4439700000000011E-2</c:v>
                </c:pt>
                <c:pt idx="904">
                  <c:v>7.2566999999999993E-2</c:v>
                </c:pt>
                <c:pt idx="905">
                  <c:v>7.1817199999999998E-2</c:v>
                </c:pt>
                <c:pt idx="906">
                  <c:v>7.0424E-2</c:v>
                </c:pt>
                <c:pt idx="907">
                  <c:v>7.0757399999999998E-2</c:v>
                </c:pt>
                <c:pt idx="908">
                  <c:v>7.2941699999999998E-2</c:v>
                </c:pt>
                <c:pt idx="909">
                  <c:v>7.318970000000001E-2</c:v>
                </c:pt>
                <c:pt idx="910">
                  <c:v>7.2066600000000008E-2</c:v>
                </c:pt>
                <c:pt idx="911">
                  <c:v>7.069410000000001E-2</c:v>
                </c:pt>
                <c:pt idx="912">
                  <c:v>6.9760699999999995E-2</c:v>
                </c:pt>
                <c:pt idx="913">
                  <c:v>6.7016600000000009E-2</c:v>
                </c:pt>
                <c:pt idx="914">
                  <c:v>6.7016600000000009E-2</c:v>
                </c:pt>
                <c:pt idx="915">
                  <c:v>6.6432399999999989E-2</c:v>
                </c:pt>
                <c:pt idx="916">
                  <c:v>6.7265200000000011E-2</c:v>
                </c:pt>
                <c:pt idx="917">
                  <c:v>6.85973E-2</c:v>
                </c:pt>
                <c:pt idx="918">
                  <c:v>6.6649E-2</c:v>
                </c:pt>
                <c:pt idx="919">
                  <c:v>6.5900800000000009E-2</c:v>
                </c:pt>
                <c:pt idx="920">
                  <c:v>6.6075999999999996E-2</c:v>
                </c:pt>
                <c:pt idx="921">
                  <c:v>6.3768100000000008E-2</c:v>
                </c:pt>
                <c:pt idx="922">
                  <c:v>6.2769199999999997E-2</c:v>
                </c:pt>
                <c:pt idx="923">
                  <c:v>5.8857600000000003E-2</c:v>
                </c:pt>
                <c:pt idx="924">
                  <c:v>5.8955499999999994E-2</c:v>
                </c:pt>
                <c:pt idx="925">
                  <c:v>6.0091499999999999E-2</c:v>
                </c:pt>
                <c:pt idx="926">
                  <c:v>6.1875900000000005E-2</c:v>
                </c:pt>
                <c:pt idx="927">
                  <c:v>6.1800699999999993E-2</c:v>
                </c:pt>
                <c:pt idx="928">
                  <c:v>6.2201300000000001E-2</c:v>
                </c:pt>
                <c:pt idx="929">
                  <c:v>6.2966099999999997E-2</c:v>
                </c:pt>
                <c:pt idx="930">
                  <c:v>6.42982E-2</c:v>
                </c:pt>
                <c:pt idx="931">
                  <c:v>6.3882899999999992E-2</c:v>
                </c:pt>
                <c:pt idx="932">
                  <c:v>6.2217300000000003E-2</c:v>
                </c:pt>
                <c:pt idx="933">
                  <c:v>6.10833E-2</c:v>
                </c:pt>
                <c:pt idx="934">
                  <c:v>6.1601400000000001E-2</c:v>
                </c:pt>
                <c:pt idx="935">
                  <c:v>6.1218799999999997E-2</c:v>
                </c:pt>
                <c:pt idx="936">
                  <c:v>6.1078200000000006E-2</c:v>
                </c:pt>
                <c:pt idx="937">
                  <c:v>6.1686199999999997E-2</c:v>
                </c:pt>
                <c:pt idx="938">
                  <c:v>6.1166700000000004E-2</c:v>
                </c:pt>
                <c:pt idx="939">
                  <c:v>5.9333299999999999E-2</c:v>
                </c:pt>
                <c:pt idx="940">
                  <c:v>5.9249999999999997E-2</c:v>
                </c:pt>
                <c:pt idx="941">
                  <c:v>5.8833299999999998E-2</c:v>
                </c:pt>
                <c:pt idx="942">
                  <c:v>5.7750000000000003E-2</c:v>
                </c:pt>
                <c:pt idx="943">
                  <c:v>5.6833299999999996E-2</c:v>
                </c:pt>
                <c:pt idx="944">
                  <c:v>5.57E-2</c:v>
                </c:pt>
                <c:pt idx="945">
                  <c:v>5.5333299999999995E-2</c:v>
                </c:pt>
                <c:pt idx="946">
                  <c:v>5.4699999999999999E-2</c:v>
                </c:pt>
                <c:pt idx="947">
                  <c:v>5.3824999999999998E-2</c:v>
                </c:pt>
                <c:pt idx="948">
                  <c:v>5.21E-2</c:v>
                </c:pt>
                <c:pt idx="949">
                  <c:v>5.1499999999999997E-2</c:v>
                </c:pt>
                <c:pt idx="950">
                  <c:v>4.9974999999999999E-2</c:v>
                </c:pt>
                <c:pt idx="951">
                  <c:v>5.0266699999999997E-2</c:v>
                </c:pt>
                <c:pt idx="952">
                  <c:v>5.0766699999999998E-2</c:v>
                </c:pt>
                <c:pt idx="953">
                  <c:v>5.015E-2</c:v>
                </c:pt>
                <c:pt idx="954">
                  <c:v>4.9412499999999998E-2</c:v>
                </c:pt>
                <c:pt idx="955">
                  <c:v>4.8599999999999997E-2</c:v>
                </c:pt>
                <c:pt idx="956">
                  <c:v>4.9083300000000003E-2</c:v>
                </c:pt>
                <c:pt idx="957">
                  <c:v>4.9433299999999999E-2</c:v>
                </c:pt>
                <c:pt idx="958">
                  <c:v>4.7899999999999998E-2</c:v>
                </c:pt>
                <c:pt idx="959">
                  <c:v>4.9024999999999999E-2</c:v>
                </c:pt>
                <c:pt idx="960">
                  <c:v>4.6233300000000005E-2</c:v>
                </c:pt>
                <c:pt idx="961">
                  <c:v>4.6124999999999999E-2</c:v>
                </c:pt>
                <c:pt idx="962">
                  <c:v>4.5687499999999999E-2</c:v>
                </c:pt>
                <c:pt idx="963">
                  <c:v>4.69667E-2</c:v>
                </c:pt>
                <c:pt idx="964">
                  <c:v>4.7925000000000002E-2</c:v>
                </c:pt>
                <c:pt idx="965">
                  <c:v>4.7300000000000002E-2</c:v>
                </c:pt>
                <c:pt idx="966">
                  <c:v>4.6050000000000001E-2</c:v>
                </c:pt>
                <c:pt idx="967">
                  <c:v>4.5275000000000003E-2</c:v>
                </c:pt>
                <c:pt idx="968">
                  <c:v>4.3499999999999997E-2</c:v>
                </c:pt>
                <c:pt idx="969">
                  <c:v>4.1733300000000001E-2</c:v>
                </c:pt>
                <c:pt idx="970">
                  <c:v>4.19E-2</c:v>
                </c:pt>
                <c:pt idx="971">
                  <c:v>4.3112499999999998E-2</c:v>
                </c:pt>
                <c:pt idx="972">
                  <c:v>4.4749999999999998E-2</c:v>
                </c:pt>
                <c:pt idx="973">
                  <c:v>4.4666699999999997E-2</c:v>
                </c:pt>
                <c:pt idx="974">
                  <c:v>4.5499999999999999E-2</c:v>
                </c:pt>
                <c:pt idx="975">
                  <c:v>4.6124999999999999E-2</c:v>
                </c:pt>
                <c:pt idx="976">
                  <c:v>4.4333300000000006E-2</c:v>
                </c:pt>
                <c:pt idx="977">
                  <c:v>4.4312499999999998E-2</c:v>
                </c:pt>
                <c:pt idx="978">
                  <c:v>4.3166699999999995E-2</c:v>
                </c:pt>
                <c:pt idx="979">
                  <c:v>4.2375000000000003E-2</c:v>
                </c:pt>
                <c:pt idx="980">
                  <c:v>4.0250000000000001E-2</c:v>
                </c:pt>
                <c:pt idx="981">
                  <c:v>4.1083300000000003E-2</c:v>
                </c:pt>
                <c:pt idx="982">
                  <c:v>4.1166700000000001E-2</c:v>
                </c:pt>
                <c:pt idx="983">
                  <c:v>4.0250000000000001E-2</c:v>
                </c:pt>
                <c:pt idx="984">
                  <c:v>4.01667E-2</c:v>
                </c:pt>
                <c:pt idx="985">
                  <c:v>4.0050000000000002E-2</c:v>
                </c:pt>
                <c:pt idx="986">
                  <c:v>4.1166700000000001E-2</c:v>
                </c:pt>
                <c:pt idx="987">
                  <c:v>4.2999999999999997E-2</c:v>
                </c:pt>
                <c:pt idx="988">
                  <c:v>4.3166699999999995E-2</c:v>
                </c:pt>
                <c:pt idx="989">
                  <c:v>4.3116699999999994E-2</c:v>
                </c:pt>
                <c:pt idx="990">
                  <c:v>4.4350000000000001E-2</c:v>
                </c:pt>
                <c:pt idx="991">
                  <c:v>4.4650000000000002E-2</c:v>
                </c:pt>
                <c:pt idx="992">
                  <c:v>4.4029700000000005E-2</c:v>
                </c:pt>
                <c:pt idx="993">
                  <c:v>4.4633300000000001E-2</c:v>
                </c:pt>
                <c:pt idx="994">
                  <c:v>4.6124999999999999E-2</c:v>
                </c:pt>
                <c:pt idx="995">
                  <c:v>4.5624999999999999E-2</c:v>
                </c:pt>
                <c:pt idx="996">
                  <c:v>4.4299999999999999E-2</c:v>
                </c:pt>
                <c:pt idx="997">
                  <c:v>4.4299999999999999E-2</c:v>
                </c:pt>
                <c:pt idx="998">
                  <c:v>4.36E-2</c:v>
                </c:pt>
                <c:pt idx="999">
                  <c:v>4.3749999999999997E-2</c:v>
                </c:pt>
                <c:pt idx="1000">
                  <c:v>4.1966699999999996E-2</c:v>
                </c:pt>
                <c:pt idx="1001">
                  <c:v>4.1383300000000005E-2</c:v>
                </c:pt>
                <c:pt idx="1002">
                  <c:v>4.0349999999999997E-2</c:v>
                </c:pt>
                <c:pt idx="1003">
                  <c:v>4.0175000000000002E-2</c:v>
                </c:pt>
                <c:pt idx="1004">
                  <c:v>4.0633300000000004E-2</c:v>
                </c:pt>
                <c:pt idx="1005">
                  <c:v>4.0550000000000003E-2</c:v>
                </c:pt>
                <c:pt idx="1006">
                  <c:v>4.06667E-2</c:v>
                </c:pt>
                <c:pt idx="1007">
                  <c:v>4.0633300000000004E-2</c:v>
                </c:pt>
                <c:pt idx="1008">
                  <c:v>3.9899999999999998E-2</c:v>
                </c:pt>
                <c:pt idx="1009">
                  <c:v>3.9399999999999998E-2</c:v>
                </c:pt>
                <c:pt idx="1010">
                  <c:v>3.8975000000000003E-2</c:v>
                </c:pt>
                <c:pt idx="1011">
                  <c:v>3.9300000000000002E-2</c:v>
                </c:pt>
                <c:pt idx="1012">
                  <c:v>3.6799999999999999E-2</c:v>
                </c:pt>
                <c:pt idx="1013">
                  <c:v>3.7975000000000002E-2</c:v>
                </c:pt>
                <c:pt idx="1014">
                  <c:v>3.7133300000000001E-2</c:v>
                </c:pt>
                <c:pt idx="1015">
                  <c:v>3.6962500000000002E-2</c:v>
                </c:pt>
                <c:pt idx="1016">
                  <c:v>3.6025000000000001E-2</c:v>
                </c:pt>
                <c:pt idx="1017">
                  <c:v>3.5866699999999994E-2</c:v>
                </c:pt>
                <c:pt idx="1018">
                  <c:v>3.5366699999999994E-2</c:v>
                </c:pt>
                <c:pt idx="1019">
                  <c:v>3.55667E-2</c:v>
                </c:pt>
                <c:pt idx="1020">
                  <c:v>3.6360000000000003E-2</c:v>
                </c:pt>
                <c:pt idx="1021">
                  <c:v>3.5325000000000002E-2</c:v>
                </c:pt>
                <c:pt idx="1022">
                  <c:v>3.5325000000000002E-2</c:v>
                </c:pt>
                <c:pt idx="1023">
                  <c:v>3.5049999999999998E-2</c:v>
                </c:pt>
                <c:pt idx="1024">
                  <c:v>3.4970000000000001E-2</c:v>
                </c:pt>
                <c:pt idx="1025">
                  <c:v>3.3833300000000004E-2</c:v>
                </c:pt>
                <c:pt idx="1026">
                  <c:v>3.4599999999999999E-2</c:v>
                </c:pt>
                <c:pt idx="1027">
                  <c:v>3.4816699999999999E-2</c:v>
                </c:pt>
                <c:pt idx="1028">
                  <c:v>3.4750000000000003E-2</c:v>
                </c:pt>
                <c:pt idx="1029">
                  <c:v>3.4200000000000001E-2</c:v>
                </c:pt>
                <c:pt idx="1030">
                  <c:v>3.3599999999999998E-2</c:v>
                </c:pt>
                <c:pt idx="1031">
                  <c:v>3.3325E-2</c:v>
                </c:pt>
                <c:pt idx="1032">
                  <c:v>3.28875E-2</c:v>
                </c:pt>
                <c:pt idx="1033">
                  <c:v>3.1975000000000003E-2</c:v>
                </c:pt>
                <c:pt idx="1034">
                  <c:v>3.1350000000000003E-2</c:v>
                </c:pt>
                <c:pt idx="1035">
                  <c:v>3.1366699999999997E-2</c:v>
                </c:pt>
                <c:pt idx="1036">
                  <c:v>3.1166699999999999E-2</c:v>
                </c:pt>
                <c:pt idx="1037">
                  <c:v>3.0849999999999999E-2</c:v>
                </c:pt>
                <c:pt idx="1038">
                  <c:v>3.0800000000000001E-2</c:v>
                </c:pt>
                <c:pt idx="1039">
                  <c:v>3.1112500000000001E-2</c:v>
                </c:pt>
                <c:pt idx="1040">
                  <c:v>3.1183300000000004E-2</c:v>
                </c:pt>
                <c:pt idx="1041">
                  <c:v>3.0233300000000001E-2</c:v>
                </c:pt>
                <c:pt idx="1042">
                  <c:v>3.0460000000000001E-2</c:v>
                </c:pt>
                <c:pt idx="1043">
                  <c:v>3.0450000000000001E-2</c:v>
                </c:pt>
                <c:pt idx="1044">
                  <c:v>3.0416699999999998E-2</c:v>
                </c:pt>
                <c:pt idx="1045">
                  <c:v>3.0849999999999999E-2</c:v>
                </c:pt>
                <c:pt idx="1046">
                  <c:v>3.3666699999999994E-2</c:v>
                </c:pt>
                <c:pt idx="1047">
                  <c:v>3.44333E-2</c:v>
                </c:pt>
                <c:pt idx="1048">
                  <c:v>3.4724999999999999E-2</c:v>
                </c:pt>
                <c:pt idx="1049">
                  <c:v>3.585E-2</c:v>
                </c:pt>
                <c:pt idx="1050">
                  <c:v>3.7025000000000002E-2</c:v>
                </c:pt>
                <c:pt idx="1051">
                  <c:v>3.6325000000000003E-2</c:v>
                </c:pt>
                <c:pt idx="1052">
                  <c:v>3.5666699999999996E-2</c:v>
                </c:pt>
                <c:pt idx="1053">
                  <c:v>3.6937499999999998E-2</c:v>
                </c:pt>
                <c:pt idx="1054">
                  <c:v>3.7124999999999998E-2</c:v>
                </c:pt>
                <c:pt idx="1055">
                  <c:v>3.805E-2</c:v>
                </c:pt>
                <c:pt idx="1056">
                  <c:v>3.8412500000000002E-2</c:v>
                </c:pt>
                <c:pt idx="1057">
                  <c:v>3.8733300000000005E-2</c:v>
                </c:pt>
                <c:pt idx="1058">
                  <c:v>3.7650000000000003E-2</c:v>
                </c:pt>
                <c:pt idx="1059">
                  <c:v>3.705E-2</c:v>
                </c:pt>
                <c:pt idx="1060">
                  <c:v>3.6549999999999999E-2</c:v>
                </c:pt>
                <c:pt idx="1061">
                  <c:v>3.6266699999999999E-2</c:v>
                </c:pt>
                <c:pt idx="1062">
                  <c:v>3.6200000000000003E-2</c:v>
                </c:pt>
                <c:pt idx="1063">
                  <c:v>3.6249999999999998E-2</c:v>
                </c:pt>
                <c:pt idx="1064">
                  <c:v>3.6233300000000003E-2</c:v>
                </c:pt>
                <c:pt idx="1065">
                  <c:v>3.57875E-2</c:v>
                </c:pt>
                <c:pt idx="1066">
                  <c:v>3.6112499999999999E-2</c:v>
                </c:pt>
                <c:pt idx="1067">
                  <c:v>3.5799999999999998E-2</c:v>
                </c:pt>
                <c:pt idx="1068">
                  <c:v>3.4960000000000005E-2</c:v>
                </c:pt>
                <c:pt idx="1069">
                  <c:v>3.3674999999999997E-2</c:v>
                </c:pt>
                <c:pt idx="1070">
                  <c:v>3.3462499999999999E-2</c:v>
                </c:pt>
                <c:pt idx="1071">
                  <c:v>3.3533300000000002E-2</c:v>
                </c:pt>
                <c:pt idx="1072">
                  <c:v>3.3237500000000003E-2</c:v>
                </c:pt>
                <c:pt idx="1073">
                  <c:v>3.3050000000000003E-2</c:v>
                </c:pt>
                <c:pt idx="1074">
                  <c:v>3.2750000000000001E-2</c:v>
                </c:pt>
                <c:pt idx="1075">
                  <c:v>3.2662499999999997E-2</c:v>
                </c:pt>
                <c:pt idx="1076">
                  <c:v>3.27E-2</c:v>
                </c:pt>
                <c:pt idx="1077">
                  <c:v>3.2175000000000002E-2</c:v>
                </c:pt>
                <c:pt idx="1078">
                  <c:v>3.1512499999999999E-2</c:v>
                </c:pt>
                <c:pt idx="1079">
                  <c:v>3.2224999999999997E-2</c:v>
                </c:pt>
                <c:pt idx="1080">
                  <c:v>3.2583300000000003E-2</c:v>
                </c:pt>
                <c:pt idx="1081">
                  <c:v>3.2820000000000002E-2</c:v>
                </c:pt>
                <c:pt idx="1082">
                  <c:v>3.2325E-2</c:v>
                </c:pt>
                <c:pt idx="1083">
                  <c:v>3.2137499999999999E-2</c:v>
                </c:pt>
                <c:pt idx="1084">
                  <c:v>3.1887499999999999E-2</c:v>
                </c:pt>
                <c:pt idx="1085">
                  <c:v>3.1866699999999998E-2</c:v>
                </c:pt>
                <c:pt idx="1086">
                  <c:v>3.1612500000000002E-2</c:v>
                </c:pt>
                <c:pt idx="1087">
                  <c:v>3.1350000000000003E-2</c:v>
                </c:pt>
                <c:pt idx="1088">
                  <c:v>3.0739999999999996E-2</c:v>
                </c:pt>
                <c:pt idx="1089">
                  <c:v>2.97375E-2</c:v>
                </c:pt>
                <c:pt idx="1090">
                  <c:v>2.9533300000000002E-2</c:v>
                </c:pt>
                <c:pt idx="1091">
                  <c:v>3.02125E-2</c:v>
                </c:pt>
                <c:pt idx="1092">
                  <c:v>3.1762499999999999E-2</c:v>
                </c:pt>
                <c:pt idx="1093">
                  <c:v>3.1800000000000002E-2</c:v>
                </c:pt>
                <c:pt idx="1094">
                  <c:v>3.3910000000000003E-2</c:v>
                </c:pt>
                <c:pt idx="1095">
                  <c:v>3.4700000000000002E-2</c:v>
                </c:pt>
                <c:pt idx="1096">
                  <c:v>3.7420000000000002E-2</c:v>
                </c:pt>
                <c:pt idx="1097">
                  <c:v>3.7670000000000002E-2</c:v>
                </c:pt>
                <c:pt idx="1098">
                  <c:v>3.7824999999999998E-2</c:v>
                </c:pt>
                <c:pt idx="1099">
                  <c:v>3.86875E-2</c:v>
                </c:pt>
                <c:pt idx="1100">
                  <c:v>4.0266699999999996E-2</c:v>
                </c:pt>
                <c:pt idx="1101">
                  <c:v>4.2160000000000003E-2</c:v>
                </c:pt>
                <c:pt idx="1102">
                  <c:v>4.3674999999999999E-2</c:v>
                </c:pt>
                <c:pt idx="1103">
                  <c:v>4.3799999999999999E-2</c:v>
                </c:pt>
                <c:pt idx="1104">
                  <c:v>4.5249999999999999E-2</c:v>
                </c:pt>
                <c:pt idx="1105">
                  <c:v>4.4900000000000002E-2</c:v>
                </c:pt>
                <c:pt idx="1106">
                  <c:v>4.4012500000000003E-2</c:v>
                </c:pt>
                <c:pt idx="1107">
                  <c:v>4.3319999999999997E-2</c:v>
                </c:pt>
                <c:pt idx="1108">
                  <c:v>4.3249999999999997E-2</c:v>
                </c:pt>
                <c:pt idx="1109">
                  <c:v>4.4475000000000001E-2</c:v>
                </c:pt>
                <c:pt idx="1110">
                  <c:v>4.4016699999999999E-2</c:v>
                </c:pt>
                <c:pt idx="1111">
                  <c:v>4.2569999999999997E-2</c:v>
                </c:pt>
                <c:pt idx="1112">
                  <c:v>4.1337499999999999E-2</c:v>
                </c:pt>
                <c:pt idx="1113">
                  <c:v>4.113E-2</c:v>
                </c:pt>
                <c:pt idx="1114">
                  <c:v>4.1010000000000005E-2</c:v>
                </c:pt>
                <c:pt idx="1115">
                  <c:v>4.0500000000000001E-2</c:v>
                </c:pt>
                <c:pt idx="1116">
                  <c:v>3.9550000000000002E-2</c:v>
                </c:pt>
                <c:pt idx="1117">
                  <c:v>4.1375000000000002E-2</c:v>
                </c:pt>
                <c:pt idx="1118">
                  <c:v>4.3299999999999998E-2</c:v>
                </c:pt>
                <c:pt idx="1119">
                  <c:v>4.39125E-2</c:v>
                </c:pt>
                <c:pt idx="1120">
                  <c:v>4.2689999999999999E-2</c:v>
                </c:pt>
                <c:pt idx="1121">
                  <c:v>4.1674999999999997E-2</c:v>
                </c:pt>
                <c:pt idx="1122">
                  <c:v>4.02E-2</c:v>
                </c:pt>
                <c:pt idx="1123">
                  <c:v>3.9766699999999995E-2</c:v>
                </c:pt>
                <c:pt idx="1124">
                  <c:v>0.04</c:v>
                </c:pt>
                <c:pt idx="1125">
                  <c:v>4.0033300000000001E-2</c:v>
                </c:pt>
                <c:pt idx="1126">
                  <c:v>4.0062500000000001E-2</c:v>
                </c:pt>
                <c:pt idx="1127">
                  <c:v>4.0875000000000002E-2</c:v>
                </c:pt>
                <c:pt idx="1128">
                  <c:v>4.1316699999999998E-2</c:v>
                </c:pt>
                <c:pt idx="1129">
                  <c:v>4.0649999999999999E-2</c:v>
                </c:pt>
                <c:pt idx="1130">
                  <c:v>3.9699999999999999E-2</c:v>
                </c:pt>
                <c:pt idx="1131">
                  <c:v>3.7416699999999997E-2</c:v>
                </c:pt>
                <c:pt idx="1132">
                  <c:v>3.5916699999999996E-2</c:v>
                </c:pt>
                <c:pt idx="1133">
                  <c:v>3.5983300000000003E-2</c:v>
                </c:pt>
                <c:pt idx="1134">
                  <c:v>3.5700000000000003E-2</c:v>
                </c:pt>
                <c:pt idx="1135">
                  <c:v>3.6499999999999998E-2</c:v>
                </c:pt>
                <c:pt idx="1136">
                  <c:v>3.8100000000000002E-2</c:v>
                </c:pt>
                <c:pt idx="1137">
                  <c:v>3.7366699999999996E-2</c:v>
                </c:pt>
                <c:pt idx="1138">
                  <c:v>3.7733300000000004E-2</c:v>
                </c:pt>
                <c:pt idx="1139">
                  <c:v>3.9699999999999999E-2</c:v>
                </c:pt>
                <c:pt idx="1140">
                  <c:v>3.9595100000000001E-2</c:v>
                </c:pt>
                <c:pt idx="1141">
                  <c:v>3.8837499999999997E-2</c:v>
                </c:pt>
                <c:pt idx="1142">
                  <c:v>3.7728699999999997E-2</c:v>
                </c:pt>
                <c:pt idx="1143">
                  <c:v>3.8137499999999998E-2</c:v>
                </c:pt>
                <c:pt idx="1144">
                  <c:v>3.6908699999999996E-2</c:v>
                </c:pt>
                <c:pt idx="1145">
                  <c:v>3.6880500000000004E-2</c:v>
                </c:pt>
                <c:pt idx="1146">
                  <c:v>3.5385700000000006E-2</c:v>
                </c:pt>
                <c:pt idx="1147">
                  <c:v>3.4603099999999998E-2</c:v>
                </c:pt>
                <c:pt idx="1148">
                  <c:v>3.37586E-2</c:v>
                </c:pt>
                <c:pt idx="1149">
                  <c:v>3.37586E-2</c:v>
                </c:pt>
                <c:pt idx="1150">
                  <c:v>3.3672300000000002E-2</c:v>
                </c:pt>
                <c:pt idx="1151">
                  <c:v>3.4269000000000001E-2</c:v>
                </c:pt>
                <c:pt idx="1152">
                  <c:v>3.3013500000000001E-2</c:v>
                </c:pt>
                <c:pt idx="1153">
                  <c:v>3.3754199999999998E-2</c:v>
                </c:pt>
                <c:pt idx="1154">
                  <c:v>3.5430500000000004E-2</c:v>
                </c:pt>
                <c:pt idx="1155">
                  <c:v>3.6687400000000002E-2</c:v>
                </c:pt>
                <c:pt idx="1156">
                  <c:v>3.6563699999999998E-2</c:v>
                </c:pt>
                <c:pt idx="1157">
                  <c:v>3.6639999999999999E-2</c:v>
                </c:pt>
                <c:pt idx="1158">
                  <c:v>3.5569499999999997E-2</c:v>
                </c:pt>
                <c:pt idx="1159">
                  <c:v>3.4944799999999998E-2</c:v>
                </c:pt>
                <c:pt idx="1160">
                  <c:v>3.4622699999999999E-2</c:v>
                </c:pt>
                <c:pt idx="1161">
                  <c:v>3.4255900000000006E-2</c:v>
                </c:pt>
                <c:pt idx="1162">
                  <c:v>3.3450199999999999E-2</c:v>
                </c:pt>
                <c:pt idx="1163">
                  <c:v>3.3238299999999998E-2</c:v>
                </c:pt>
                <c:pt idx="1164">
                  <c:v>3.31416E-2</c:v>
                </c:pt>
                <c:pt idx="1165">
                  <c:v>3.3093600000000001E-2</c:v>
                </c:pt>
                <c:pt idx="1166">
                  <c:v>3.38153E-2</c:v>
                </c:pt>
                <c:pt idx="1167">
                  <c:v>3.3911799999999999E-2</c:v>
                </c:pt>
                <c:pt idx="1168">
                  <c:v>3.3810100000000003E-2</c:v>
                </c:pt>
                <c:pt idx="1169">
                  <c:v>3.41138E-2</c:v>
                </c:pt>
                <c:pt idx="1170">
                  <c:v>3.3152899999999999E-2</c:v>
                </c:pt>
                <c:pt idx="1171">
                  <c:v>3.3064499999999997E-2</c:v>
                </c:pt>
                <c:pt idx="1172">
                  <c:v>3.2599000000000003E-2</c:v>
                </c:pt>
                <c:pt idx="1173">
                  <c:v>3.1754700000000004E-2</c:v>
                </c:pt>
                <c:pt idx="1174">
                  <c:v>3.2599999999999997E-2</c:v>
                </c:pt>
                <c:pt idx="1175">
                  <c:v>3.3001700000000002E-2</c:v>
                </c:pt>
                <c:pt idx="1176">
                  <c:v>3.3427199999999997E-2</c:v>
                </c:pt>
                <c:pt idx="1177">
                  <c:v>3.3309899999999996E-2</c:v>
                </c:pt>
                <c:pt idx="1178">
                  <c:v>3.33175E-2</c:v>
                </c:pt>
                <c:pt idx="1179">
                  <c:v>3.3069899999999999E-2</c:v>
                </c:pt>
                <c:pt idx="1180">
                  <c:v>3.1962499999999998E-2</c:v>
                </c:pt>
                <c:pt idx="1181">
                  <c:v>3.1905099999999999E-2</c:v>
                </c:pt>
                <c:pt idx="1182">
                  <c:v>3.1782499999999998E-2</c:v>
                </c:pt>
                <c:pt idx="1183">
                  <c:v>3.2161799999999997E-2</c:v>
                </c:pt>
                <c:pt idx="1184">
                  <c:v>3.2708499999999995E-2</c:v>
                </c:pt>
                <c:pt idx="1185">
                  <c:v>3.3056799999999997E-2</c:v>
                </c:pt>
                <c:pt idx="1186">
                  <c:v>3.3118799999999997E-2</c:v>
                </c:pt>
                <c:pt idx="1187">
                  <c:v>3.29155E-2</c:v>
                </c:pt>
                <c:pt idx="1188">
                  <c:v>3.3735899999999999E-2</c:v>
                </c:pt>
                <c:pt idx="1189">
                  <c:v>3.4914999999999995E-2</c:v>
                </c:pt>
                <c:pt idx="1190">
                  <c:v>3.5716699999999997E-2</c:v>
                </c:pt>
                <c:pt idx="1191">
                  <c:v>3.5012299999999996E-2</c:v>
                </c:pt>
                <c:pt idx="1192">
                  <c:v>3.3187799999999996E-2</c:v>
                </c:pt>
                <c:pt idx="1193">
                  <c:v>3.2982299999999999E-2</c:v>
                </c:pt>
                <c:pt idx="1194">
                  <c:v>3.2891199999999995E-2</c:v>
                </c:pt>
                <c:pt idx="1195">
                  <c:v>3.2440900000000002E-2</c:v>
                </c:pt>
                <c:pt idx="1196">
                  <c:v>3.1946300000000004E-2</c:v>
                </c:pt>
                <c:pt idx="1197">
                  <c:v>3.10234E-2</c:v>
                </c:pt>
                <c:pt idx="1198">
                  <c:v>3.0566399999999997E-2</c:v>
                </c:pt>
                <c:pt idx="1199">
                  <c:v>3.1791699999999999E-2</c:v>
                </c:pt>
                <c:pt idx="1200">
                  <c:v>3.1775900000000003E-2</c:v>
                </c:pt>
                <c:pt idx="1201">
                  <c:v>3.0951900000000001E-2</c:v>
                </c:pt>
                <c:pt idx="1202">
                  <c:v>3.2012800000000001E-2</c:v>
                </c:pt>
                <c:pt idx="1203">
                  <c:v>3.3241100000000003E-2</c:v>
                </c:pt>
                <c:pt idx="1204">
                  <c:v>3.24119E-2</c:v>
                </c:pt>
                <c:pt idx="1205">
                  <c:v>3.2941000000000005E-2</c:v>
                </c:pt>
                <c:pt idx="1206">
                  <c:v>3.3100400000000002E-2</c:v>
                </c:pt>
                <c:pt idx="1207">
                  <c:v>3.3493099999999998E-2</c:v>
                </c:pt>
                <c:pt idx="1208">
                  <c:v>3.4924999999999998E-2</c:v>
                </c:pt>
                <c:pt idx="1209">
                  <c:v>3.40173E-2</c:v>
                </c:pt>
                <c:pt idx="1210">
                  <c:v>3.4575000000000002E-2</c:v>
                </c:pt>
                <c:pt idx="1211">
                  <c:v>3.5692000000000002E-2</c:v>
                </c:pt>
                <c:pt idx="1212">
                  <c:v>3.5047599999999998E-2</c:v>
                </c:pt>
                <c:pt idx="1213">
                  <c:v>3.5159699999999995E-2</c:v>
                </c:pt>
                <c:pt idx="1214">
                  <c:v>3.47002E-2</c:v>
                </c:pt>
                <c:pt idx="1215">
                  <c:v>3.4546500000000001E-2</c:v>
                </c:pt>
                <c:pt idx="1216">
                  <c:v>3.3960999999999998E-2</c:v>
                </c:pt>
                <c:pt idx="1217">
                  <c:v>3.3790000000000001E-2</c:v>
                </c:pt>
                <c:pt idx="1218">
                  <c:v>3.3314699999999996E-2</c:v>
                </c:pt>
                <c:pt idx="1219">
                  <c:v>3.3349999999999998E-2</c:v>
                </c:pt>
                <c:pt idx="1220">
                  <c:v>3.2248200000000005E-2</c:v>
                </c:pt>
                <c:pt idx="1221">
                  <c:v>3.2165300000000001E-2</c:v>
                </c:pt>
                <c:pt idx="1222">
                  <c:v>3.16566E-2</c:v>
                </c:pt>
                <c:pt idx="1223">
                  <c:v>3.1359100000000001E-2</c:v>
                </c:pt>
                <c:pt idx="1224">
                  <c:v>3.13079E-2</c:v>
                </c:pt>
                <c:pt idx="1225">
                  <c:v>3.1693699999999998E-2</c:v>
                </c:pt>
                <c:pt idx="1226">
                  <c:v>3.1347699999999999E-2</c:v>
                </c:pt>
                <c:pt idx="1227">
                  <c:v>3.0447500000000002E-2</c:v>
                </c:pt>
                <c:pt idx="1228">
                  <c:v>3.0182299999999999E-2</c:v>
                </c:pt>
                <c:pt idx="1229">
                  <c:v>2.8820399999999999E-2</c:v>
                </c:pt>
                <c:pt idx="1230">
                  <c:v>2.8531000000000001E-2</c:v>
                </c:pt>
                <c:pt idx="1231">
                  <c:v>2.7346199999999998E-2</c:v>
                </c:pt>
                <c:pt idx="1232">
                  <c:v>2.7675000000000002E-2</c:v>
                </c:pt>
                <c:pt idx="1233">
                  <c:v>2.7344600000000004E-2</c:v>
                </c:pt>
                <c:pt idx="1234">
                  <c:v>2.57497E-2</c:v>
                </c:pt>
                <c:pt idx="1235">
                  <c:v>2.6102499999999997E-2</c:v>
                </c:pt>
                <c:pt idx="1236">
                  <c:v>2.6009899999999999E-2</c:v>
                </c:pt>
                <c:pt idx="1237">
                  <c:v>2.49448E-2</c:v>
                </c:pt>
                <c:pt idx="1238">
                  <c:v>2.4425700000000002E-2</c:v>
                </c:pt>
                <c:pt idx="1239">
                  <c:v>2.44716E-2</c:v>
                </c:pt>
                <c:pt idx="1240">
                  <c:v>2.5850700000000001E-2</c:v>
                </c:pt>
                <c:pt idx="1241">
                  <c:v>2.743E-2</c:v>
                </c:pt>
                <c:pt idx="1242">
                  <c:v>3.0018E-2</c:v>
                </c:pt>
                <c:pt idx="1243">
                  <c:v>2.9057999999999997E-2</c:v>
                </c:pt>
                <c:pt idx="1244">
                  <c:v>2.8383300000000004E-2</c:v>
                </c:pt>
                <c:pt idx="1245">
                  <c:v>2.9409600000000001E-2</c:v>
                </c:pt>
                <c:pt idx="1246">
                  <c:v>3.1777600000000003E-2</c:v>
                </c:pt>
                <c:pt idx="1247">
                  <c:v>3.3350999999999999E-2</c:v>
                </c:pt>
                <c:pt idx="1248">
                  <c:v>3.3507600000000005E-2</c:v>
                </c:pt>
                <c:pt idx="1249">
                  <c:v>3.1618599999999997E-2</c:v>
                </c:pt>
                <c:pt idx="1250">
                  <c:v>3.2122000000000005E-2</c:v>
                </c:pt>
                <c:pt idx="1251">
                  <c:v>3.0679000000000001E-2</c:v>
                </c:pt>
                <c:pt idx="1252">
                  <c:v>3.2237299999999997E-2</c:v>
                </c:pt>
                <c:pt idx="1253">
                  <c:v>3.1826E-2</c:v>
                </c:pt>
                <c:pt idx="1254">
                  <c:v>3.08346E-2</c:v>
                </c:pt>
                <c:pt idx="1255">
                  <c:v>3.0298899999999997E-2</c:v>
                </c:pt>
                <c:pt idx="1256">
                  <c:v>3.0117399999999999E-2</c:v>
                </c:pt>
                <c:pt idx="1257">
                  <c:v>3.03457E-2</c:v>
                </c:pt>
                <c:pt idx="1258">
                  <c:v>2.8803199999999998E-2</c:v>
                </c:pt>
                <c:pt idx="1259">
                  <c:v>2.77793E-2</c:v>
                </c:pt>
                <c:pt idx="1260">
                  <c:v>2.6964999999999999E-2</c:v>
                </c:pt>
                <c:pt idx="1261">
                  <c:v>2.69971E-2</c:v>
                </c:pt>
                <c:pt idx="1262">
                  <c:v>2.7702499999999998E-2</c:v>
                </c:pt>
                <c:pt idx="1263">
                  <c:v>2.7900999999999999E-2</c:v>
                </c:pt>
                <c:pt idx="1264">
                  <c:v>2.7011500000000001E-2</c:v>
                </c:pt>
                <c:pt idx="1265">
                  <c:v>2.6282600000000003E-2</c:v>
                </c:pt>
                <c:pt idx="1266">
                  <c:v>2.61459E-2</c:v>
                </c:pt>
                <c:pt idx="1267">
                  <c:v>2.6126699999999999E-2</c:v>
                </c:pt>
                <c:pt idx="1268">
                  <c:v>2.6126699999999999E-2</c:v>
                </c:pt>
                <c:pt idx="1269">
                  <c:v>2.6781400000000004E-2</c:v>
                </c:pt>
                <c:pt idx="1270">
                  <c:v>2.6245899999999999E-2</c:v>
                </c:pt>
                <c:pt idx="1271">
                  <c:v>2.5688900000000001E-2</c:v>
                </c:pt>
                <c:pt idx="1272">
                  <c:v>2.5255699999999999E-2</c:v>
                </c:pt>
                <c:pt idx="1273">
                  <c:v>2.5665199999999999E-2</c:v>
                </c:pt>
                <c:pt idx="1274">
                  <c:v>2.5368700000000001E-2</c:v>
                </c:pt>
                <c:pt idx="1275">
                  <c:v>2.54963E-2</c:v>
                </c:pt>
                <c:pt idx="1276">
                  <c:v>2.52287E-2</c:v>
                </c:pt>
                <c:pt idx="1277">
                  <c:v>2.5265900000000001E-2</c:v>
                </c:pt>
                <c:pt idx="1278">
                  <c:v>2.5265799999999998E-2</c:v>
                </c:pt>
                <c:pt idx="1279">
                  <c:v>2.5436899999999998E-2</c:v>
                </c:pt>
                <c:pt idx="1280">
                  <c:v>2.5300699999999999E-2</c:v>
                </c:pt>
                <c:pt idx="1281">
                  <c:v>2.5250000000000002E-2</c:v>
                </c:pt>
                <c:pt idx="1282">
                  <c:v>2.4281399999999998E-2</c:v>
                </c:pt>
                <c:pt idx="1283">
                  <c:v>2.40141E-2</c:v>
                </c:pt>
                <c:pt idx="1284">
                  <c:v>2.359E-2</c:v>
                </c:pt>
                <c:pt idx="1285">
                  <c:v>2.2997800000000002E-2</c:v>
                </c:pt>
                <c:pt idx="1286">
                  <c:v>2.3037499999999999E-2</c:v>
                </c:pt>
                <c:pt idx="1287">
                  <c:v>2.37167E-2</c:v>
                </c:pt>
                <c:pt idx="1288">
                  <c:v>2.3550000000000001E-2</c:v>
                </c:pt>
                <c:pt idx="1289">
                  <c:v>2.37261E-2</c:v>
                </c:pt>
                <c:pt idx="1290">
                  <c:v>2.3156200000000002E-2</c:v>
                </c:pt>
                <c:pt idx="1291">
                  <c:v>2.2749999999999999E-2</c:v>
                </c:pt>
                <c:pt idx="1292">
                  <c:v>2.3251899999999999E-2</c:v>
                </c:pt>
                <c:pt idx="1293">
                  <c:v>2.35485E-2</c:v>
                </c:pt>
                <c:pt idx="1294">
                  <c:v>2.3658000000000002E-2</c:v>
                </c:pt>
                <c:pt idx="1295">
                  <c:v>2.3053899999999999E-2</c:v>
                </c:pt>
                <c:pt idx="1296">
                  <c:v>2.2611600000000003E-2</c:v>
                </c:pt>
                <c:pt idx="1297">
                  <c:v>2.22638E-2</c:v>
                </c:pt>
                <c:pt idx="1298">
                  <c:v>2.21014E-2</c:v>
                </c:pt>
                <c:pt idx="1299">
                  <c:v>2.21014E-2</c:v>
                </c:pt>
                <c:pt idx="1300">
                  <c:v>2.2162500000000002E-2</c:v>
                </c:pt>
                <c:pt idx="1301">
                  <c:v>2.2151400000000002E-2</c:v>
                </c:pt>
                <c:pt idx="1302">
                  <c:v>2.2386E-2</c:v>
                </c:pt>
                <c:pt idx="1303">
                  <c:v>2.2507099999999999E-2</c:v>
                </c:pt>
                <c:pt idx="1304">
                  <c:v>2.2507099999999999E-2</c:v>
                </c:pt>
                <c:pt idx="1305">
                  <c:v>2.22522E-2</c:v>
                </c:pt>
                <c:pt idx="1306">
                  <c:v>2.0814799999999998E-2</c:v>
                </c:pt>
                <c:pt idx="1307">
                  <c:v>2.0799999999999999E-2</c:v>
                </c:pt>
                <c:pt idx="1308">
                  <c:v>2.0105999999999999E-2</c:v>
                </c:pt>
                <c:pt idx="1309">
                  <c:v>1.9347699999999999E-2</c:v>
                </c:pt>
                <c:pt idx="1310">
                  <c:v>1.9520599999999999E-2</c:v>
                </c:pt>
                <c:pt idx="1311">
                  <c:v>1.8882800000000002E-2</c:v>
                </c:pt>
                <c:pt idx="1312">
                  <c:v>1.9794599999999999E-2</c:v>
                </c:pt>
                <c:pt idx="1313">
                  <c:v>1.9544200000000001E-2</c:v>
                </c:pt>
                <c:pt idx="1314">
                  <c:v>2.0275000000000001E-2</c:v>
                </c:pt>
                <c:pt idx="1315">
                  <c:v>2.0125999999999998E-2</c:v>
                </c:pt>
                <c:pt idx="1316">
                  <c:v>1.97599E-2</c:v>
                </c:pt>
                <c:pt idx="1317">
                  <c:v>1.86226E-2</c:v>
                </c:pt>
                <c:pt idx="1318">
                  <c:v>1.8708300000000001E-2</c:v>
                </c:pt>
                <c:pt idx="1319">
                  <c:v>1.8243199999999998E-2</c:v>
                </c:pt>
                <c:pt idx="1320">
                  <c:v>1.81406E-2</c:v>
                </c:pt>
                <c:pt idx="1321">
                  <c:v>1.80669E-2</c:v>
                </c:pt>
                <c:pt idx="1322">
                  <c:v>1.7485400000000002E-2</c:v>
                </c:pt>
                <c:pt idx="1323">
                  <c:v>1.7138199999999999E-2</c:v>
                </c:pt>
                <c:pt idx="1324">
                  <c:v>1.7427600000000001E-2</c:v>
                </c:pt>
                <c:pt idx="1325">
                  <c:v>1.78012E-2</c:v>
                </c:pt>
                <c:pt idx="1326">
                  <c:v>1.7082300000000002E-2</c:v>
                </c:pt>
                <c:pt idx="1327">
                  <c:v>1.73133E-2</c:v>
                </c:pt>
                <c:pt idx="1328">
                  <c:v>1.69196E-2</c:v>
                </c:pt>
                <c:pt idx="1329">
                  <c:v>1.6024799999999999E-2</c:v>
                </c:pt>
                <c:pt idx="1330">
                  <c:v>1.6976400000000003E-2</c:v>
                </c:pt>
                <c:pt idx="1331">
                  <c:v>1.65749E-2</c:v>
                </c:pt>
                <c:pt idx="1332">
                  <c:v>1.5504800000000001E-2</c:v>
                </c:pt>
                <c:pt idx="1333">
                  <c:v>1.2809299999999999E-2</c:v>
                </c:pt>
                <c:pt idx="1334">
                  <c:v>1.3067799999999999E-2</c:v>
                </c:pt>
                <c:pt idx="1335">
                  <c:v>1.3123900000000001E-2</c:v>
                </c:pt>
                <c:pt idx="1336">
                  <c:v>1.3466800000000001E-2</c:v>
                </c:pt>
                <c:pt idx="1337">
                  <c:v>1.2098300000000001E-2</c:v>
                </c:pt>
                <c:pt idx="1338">
                  <c:v>1.1975E-2</c:v>
                </c:pt>
                <c:pt idx="1339">
                  <c:v>1.1975E-2</c:v>
                </c:pt>
                <c:pt idx="1340">
                  <c:v>1.25402E-2</c:v>
                </c:pt>
                <c:pt idx="1341">
                  <c:v>1.21692E-2</c:v>
                </c:pt>
                <c:pt idx="1342">
                  <c:v>1.14191E-2</c:v>
                </c:pt>
                <c:pt idx="1343">
                  <c:v>1.1362499999999999E-2</c:v>
                </c:pt>
                <c:pt idx="1344">
                  <c:v>1.1145799999999999E-2</c:v>
                </c:pt>
                <c:pt idx="1345">
                  <c:v>1.12987E-2</c:v>
                </c:pt>
                <c:pt idx="1346">
                  <c:v>1.0996500000000001E-2</c:v>
                </c:pt>
                <c:pt idx="1347">
                  <c:v>1.1299999999999999E-2</c:v>
                </c:pt>
                <c:pt idx="1348">
                  <c:v>1.18987E-2</c:v>
                </c:pt>
                <c:pt idx="1349">
                  <c:v>1.27812E-2</c:v>
                </c:pt>
                <c:pt idx="1350">
                  <c:v>1.3259E-2</c:v>
                </c:pt>
                <c:pt idx="1351">
                  <c:v>1.39877E-2</c:v>
                </c:pt>
                <c:pt idx="1352">
                  <c:v>1.34571E-2</c:v>
                </c:pt>
                <c:pt idx="1353">
                  <c:v>1.2952600000000002E-2</c:v>
                </c:pt>
                <c:pt idx="1354">
                  <c:v>1.32353E-2</c:v>
                </c:pt>
                <c:pt idx="1355">
                  <c:v>1.3052699999999999E-2</c:v>
                </c:pt>
                <c:pt idx="1356">
                  <c:v>1.2477800000000001E-2</c:v>
                </c:pt>
                <c:pt idx="1357">
                  <c:v>1.2065300000000001E-2</c:v>
                </c:pt>
                <c:pt idx="1358">
                  <c:v>1.22331E-2</c:v>
                </c:pt>
                <c:pt idx="1359">
                  <c:v>1.2601900000000001E-2</c:v>
                </c:pt>
                <c:pt idx="1360">
                  <c:v>1.36709E-2</c:v>
                </c:pt>
                <c:pt idx="1361">
                  <c:v>1.3133699999999998E-2</c:v>
                </c:pt>
                <c:pt idx="1362">
                  <c:v>1.3997600000000001E-2</c:v>
                </c:pt>
                <c:pt idx="1363">
                  <c:v>1.4206E-2</c:v>
                </c:pt>
                <c:pt idx="1364">
                  <c:v>1.5466300000000001E-2</c:v>
                </c:pt>
                <c:pt idx="1365">
                  <c:v>1.6488300000000001E-2</c:v>
                </c:pt>
                <c:pt idx="1366">
                  <c:v>1.5840299999999998E-2</c:v>
                </c:pt>
                <c:pt idx="1367">
                  <c:v>1.5031000000000001E-2</c:v>
                </c:pt>
                <c:pt idx="1368">
                  <c:v>1.4763399999999999E-2</c:v>
                </c:pt>
                <c:pt idx="1369">
                  <c:v>1.44826E-2</c:v>
                </c:pt>
                <c:pt idx="1370">
                  <c:v>1.43024E-2</c:v>
                </c:pt>
                <c:pt idx="1371">
                  <c:v>1.4969900000000001E-2</c:v>
                </c:pt>
                <c:pt idx="1372">
                  <c:v>1.4974899999999999E-2</c:v>
                </c:pt>
                <c:pt idx="1373">
                  <c:v>1.5497300000000002E-2</c:v>
                </c:pt>
                <c:pt idx="1374">
                  <c:v>1.5630000000000002E-2</c:v>
                </c:pt>
                <c:pt idx="1375">
                  <c:v>1.55114E-2</c:v>
                </c:pt>
                <c:pt idx="1376">
                  <c:v>1.52406E-2</c:v>
                </c:pt>
                <c:pt idx="1377">
                  <c:v>1.5635E-2</c:v>
                </c:pt>
                <c:pt idx="1378">
                  <c:v>1.5635E-2</c:v>
                </c:pt>
                <c:pt idx="1379">
                  <c:v>1.5371600000000001E-2</c:v>
                </c:pt>
                <c:pt idx="1380">
                  <c:v>1.3679200000000001E-2</c:v>
                </c:pt>
                <c:pt idx="1381">
                  <c:v>1.3365500000000001E-2</c:v>
                </c:pt>
                <c:pt idx="1382">
                  <c:v>1.3823400000000001E-2</c:v>
                </c:pt>
                <c:pt idx="1383">
                  <c:v>1.3536600000000001E-2</c:v>
                </c:pt>
                <c:pt idx="1384">
                  <c:v>1.3616499999999998E-2</c:v>
                </c:pt>
                <c:pt idx="1385">
                  <c:v>1.3842599999999998E-2</c:v>
                </c:pt>
                <c:pt idx="1386">
                  <c:v>1.31016E-2</c:v>
                </c:pt>
                <c:pt idx="1387">
                  <c:v>1.3010800000000001E-2</c:v>
                </c:pt>
                <c:pt idx="1388">
                  <c:v>1.2432200000000001E-2</c:v>
                </c:pt>
                <c:pt idx="1389">
                  <c:v>1.255E-2</c:v>
                </c:pt>
                <c:pt idx="1390">
                  <c:v>1.222E-2</c:v>
                </c:pt>
                <c:pt idx="1391">
                  <c:v>1.252E-2</c:v>
                </c:pt>
                <c:pt idx="1392">
                  <c:v>1.27235E-2</c:v>
                </c:pt>
                <c:pt idx="1393">
                  <c:v>1.2699999999999999E-2</c:v>
                </c:pt>
                <c:pt idx="1394">
                  <c:v>1.29531E-2</c:v>
                </c:pt>
                <c:pt idx="1395">
                  <c:v>1.3265600000000001E-2</c:v>
                </c:pt>
                <c:pt idx="1396">
                  <c:v>1.3017500000000001E-2</c:v>
                </c:pt>
                <c:pt idx="1397">
                  <c:v>1.39375E-2</c:v>
                </c:pt>
                <c:pt idx="1398">
                  <c:v>1.4840000000000001E-2</c:v>
                </c:pt>
                <c:pt idx="1399">
                  <c:v>1.67221E-2</c:v>
                </c:pt>
                <c:pt idx="1400">
                  <c:v>1.57162E-2</c:v>
                </c:pt>
                <c:pt idx="1401">
                  <c:v>1.7939E-2</c:v>
                </c:pt>
                <c:pt idx="1402">
                  <c:v>1.7559600000000002E-2</c:v>
                </c:pt>
                <c:pt idx="1403">
                  <c:v>1.7286300000000001E-2</c:v>
                </c:pt>
                <c:pt idx="1404">
                  <c:v>1.8853200000000001E-2</c:v>
                </c:pt>
                <c:pt idx="1405">
                  <c:v>2.1089500000000001E-2</c:v>
                </c:pt>
                <c:pt idx="1406">
                  <c:v>1.9628899999999998E-2</c:v>
                </c:pt>
                <c:pt idx="1407">
                  <c:v>1.81453E-2</c:v>
                </c:pt>
                <c:pt idx="1408">
                  <c:v>1.7441700000000001E-2</c:v>
                </c:pt>
                <c:pt idx="1409">
                  <c:v>1.7441700000000001E-2</c:v>
                </c:pt>
                <c:pt idx="1410">
                  <c:v>1.93955E-2</c:v>
                </c:pt>
                <c:pt idx="1411">
                  <c:v>1.8982699999999998E-2</c:v>
                </c:pt>
                <c:pt idx="1412">
                  <c:v>1.77117E-2</c:v>
                </c:pt>
                <c:pt idx="1413">
                  <c:v>1.8772300000000002E-2</c:v>
                </c:pt>
                <c:pt idx="1414">
                  <c:v>1.8141499999999998E-2</c:v>
                </c:pt>
                <c:pt idx="1415">
                  <c:v>1.8086999999999999E-2</c:v>
                </c:pt>
                <c:pt idx="1416">
                  <c:v>1.79828E-2</c:v>
                </c:pt>
                <c:pt idx="1417">
                  <c:v>1.8386199999999998E-2</c:v>
                </c:pt>
                <c:pt idx="1418">
                  <c:v>1.7691700000000001E-2</c:v>
                </c:pt>
                <c:pt idx="1419">
                  <c:v>1.9004900000000002E-2</c:v>
                </c:pt>
                <c:pt idx="1420">
                  <c:v>1.9637799999999997E-2</c:v>
                </c:pt>
                <c:pt idx="1421">
                  <c:v>1.8905000000000002E-2</c:v>
                </c:pt>
                <c:pt idx="1422">
                  <c:v>1.7998400000000001E-2</c:v>
                </c:pt>
                <c:pt idx="1423">
                  <c:v>1.8437100000000001E-2</c:v>
                </c:pt>
                <c:pt idx="1424">
                  <c:v>1.84063E-2</c:v>
                </c:pt>
                <c:pt idx="1425">
                  <c:v>1.82819E-2</c:v>
                </c:pt>
                <c:pt idx="1426">
                  <c:v>1.8193299999999999E-2</c:v>
                </c:pt>
                <c:pt idx="1427">
                  <c:v>1.8705699999999999E-2</c:v>
                </c:pt>
                <c:pt idx="1428">
                  <c:v>1.9457100000000001E-2</c:v>
                </c:pt>
                <c:pt idx="1429">
                  <c:v>2.0125000000000001E-2</c:v>
                </c:pt>
                <c:pt idx="1430">
                  <c:v>2.0446600000000002E-2</c:v>
                </c:pt>
                <c:pt idx="1431">
                  <c:v>1.9330699999999999E-2</c:v>
                </c:pt>
                <c:pt idx="1432">
                  <c:v>1.8018100000000002E-2</c:v>
                </c:pt>
                <c:pt idx="1433">
                  <c:v>1.71469E-2</c:v>
                </c:pt>
                <c:pt idx="1434">
                  <c:v>1.6281800000000003E-2</c:v>
                </c:pt>
                <c:pt idx="1435">
                  <c:v>1.6290900000000001E-2</c:v>
                </c:pt>
                <c:pt idx="1436">
                  <c:v>1.7081200000000001E-2</c:v>
                </c:pt>
                <c:pt idx="1437">
                  <c:v>1.6358000000000001E-2</c:v>
                </c:pt>
                <c:pt idx="1438">
                  <c:v>1.6349100000000002E-2</c:v>
                </c:pt>
                <c:pt idx="1439">
                  <c:v>1.59089E-2</c:v>
                </c:pt>
                <c:pt idx="1440">
                  <c:v>1.5799400000000002E-2</c:v>
                </c:pt>
                <c:pt idx="1441">
                  <c:v>1.6017400000000001E-2</c:v>
                </c:pt>
                <c:pt idx="1442">
                  <c:v>1.70124E-2</c:v>
                </c:pt>
                <c:pt idx="1443">
                  <c:v>1.6678499999999999E-2</c:v>
                </c:pt>
                <c:pt idx="1444">
                  <c:v>1.6471400000000001E-2</c:v>
                </c:pt>
                <c:pt idx="1445">
                  <c:v>1.5676699999999998E-2</c:v>
                </c:pt>
                <c:pt idx="1446">
                  <c:v>1.47683E-2</c:v>
                </c:pt>
                <c:pt idx="1447">
                  <c:v>1.47583E-2</c:v>
                </c:pt>
                <c:pt idx="1448">
                  <c:v>1.4847900000000001E-2</c:v>
                </c:pt>
                <c:pt idx="1449">
                  <c:v>1.4406E-2</c:v>
                </c:pt>
                <c:pt idx="1450">
                  <c:v>1.4174700000000002E-2</c:v>
                </c:pt>
                <c:pt idx="1451">
                  <c:v>1.37471E-2</c:v>
                </c:pt>
                <c:pt idx="1452">
                  <c:v>1.36918E-2</c:v>
                </c:pt>
                <c:pt idx="1453">
                  <c:v>1.35161E-2</c:v>
                </c:pt>
                <c:pt idx="1454">
                  <c:v>1.38061E-2</c:v>
                </c:pt>
                <c:pt idx="1455">
                  <c:v>1.39428E-2</c:v>
                </c:pt>
                <c:pt idx="1456">
                  <c:v>1.35269E-2</c:v>
                </c:pt>
                <c:pt idx="1457">
                  <c:v>1.3298500000000001E-2</c:v>
                </c:pt>
                <c:pt idx="1458">
                  <c:v>1.29406E-2</c:v>
                </c:pt>
                <c:pt idx="1459">
                  <c:v>1.29106E-2</c:v>
                </c:pt>
                <c:pt idx="1460">
                  <c:v>1.2813300000000001E-2</c:v>
                </c:pt>
                <c:pt idx="1461">
                  <c:v>1.2490000000000001E-2</c:v>
                </c:pt>
                <c:pt idx="1462">
                  <c:v>1.25775E-2</c:v>
                </c:pt>
                <c:pt idx="1463">
                  <c:v>1.27227E-2</c:v>
                </c:pt>
                <c:pt idx="1464">
                  <c:v>1.2697100000000001E-2</c:v>
                </c:pt>
                <c:pt idx="1465">
                  <c:v>1.23377E-2</c:v>
                </c:pt>
                <c:pt idx="1466">
                  <c:v>1.16629E-2</c:v>
                </c:pt>
                <c:pt idx="1467">
                  <c:v>1.17742E-2</c:v>
                </c:pt>
                <c:pt idx="1468">
                  <c:v>1.1820000000000001E-2</c:v>
                </c:pt>
                <c:pt idx="1469">
                  <c:v>1.2141500000000001E-2</c:v>
                </c:pt>
                <c:pt idx="1470">
                  <c:v>1.23727E-2</c:v>
                </c:pt>
                <c:pt idx="1471">
                  <c:v>1.3240999999999999E-2</c:v>
                </c:pt>
                <c:pt idx="1472">
                  <c:v>1.3417199999999999E-2</c:v>
                </c:pt>
                <c:pt idx="1473">
                  <c:v>1.35303E-2</c:v>
                </c:pt>
                <c:pt idx="1474">
                  <c:v>1.3352299999999999E-2</c:v>
                </c:pt>
                <c:pt idx="1475">
                  <c:v>1.32357E-2</c:v>
                </c:pt>
                <c:pt idx="1476">
                  <c:v>1.27286E-2</c:v>
                </c:pt>
                <c:pt idx="1477">
                  <c:v>1.23E-2</c:v>
                </c:pt>
                <c:pt idx="1478">
                  <c:v>1.2200000000000001E-2</c:v>
                </c:pt>
                <c:pt idx="1479">
                  <c:v>1.2200000000000001E-2</c:v>
                </c:pt>
                <c:pt idx="1480">
                  <c:v>1.1724999999999999E-2</c:v>
                </c:pt>
                <c:pt idx="1481">
                  <c:v>1.21E-2</c:v>
                </c:pt>
                <c:pt idx="1482">
                  <c:v>1.2541699999999999E-2</c:v>
                </c:pt>
                <c:pt idx="1483">
                  <c:v>1.255E-2</c:v>
                </c:pt>
                <c:pt idx="1484">
                  <c:v>1.3094999999999999E-2</c:v>
                </c:pt>
                <c:pt idx="1485">
                  <c:v>1.2882900000000001E-2</c:v>
                </c:pt>
                <c:pt idx="1486">
                  <c:v>1.28667E-2</c:v>
                </c:pt>
                <c:pt idx="1487">
                  <c:v>1.2925000000000001E-2</c:v>
                </c:pt>
                <c:pt idx="1488">
                  <c:v>1.2475E-2</c:v>
                </c:pt>
                <c:pt idx="1489">
                  <c:v>1.23196E-2</c:v>
                </c:pt>
                <c:pt idx="1490">
                  <c:v>1.2658299999999999E-2</c:v>
                </c:pt>
                <c:pt idx="1491">
                  <c:v>1.3339799999999999E-2</c:v>
                </c:pt>
                <c:pt idx="1492">
                  <c:v>1.4665199999999998E-2</c:v>
                </c:pt>
                <c:pt idx="1493">
                  <c:v>1.4749999999999999E-2</c:v>
                </c:pt>
                <c:pt idx="1494">
                  <c:v>1.49E-2</c:v>
                </c:pt>
                <c:pt idx="1495">
                  <c:v>1.4090500000000001E-2</c:v>
                </c:pt>
                <c:pt idx="1496">
                  <c:v>1.37214E-2</c:v>
                </c:pt>
                <c:pt idx="1497">
                  <c:v>1.3406E-2</c:v>
                </c:pt>
                <c:pt idx="1498">
                  <c:v>1.3443799999999999E-2</c:v>
                </c:pt>
                <c:pt idx="1499">
                  <c:v>1.3066999999999999E-2</c:v>
                </c:pt>
                <c:pt idx="1500">
                  <c:v>1.3499100000000002E-2</c:v>
                </c:pt>
                <c:pt idx="1501">
                  <c:v>1.3181299999999998E-2</c:v>
                </c:pt>
                <c:pt idx="1502">
                  <c:v>1.28071E-2</c:v>
                </c:pt>
                <c:pt idx="1503">
                  <c:v>1.2699999999999999E-2</c:v>
                </c:pt>
                <c:pt idx="1504">
                  <c:v>1.2749999999999999E-2</c:v>
                </c:pt>
                <c:pt idx="1505">
                  <c:v>1.1835699999999999E-2</c:v>
                </c:pt>
                <c:pt idx="1506">
                  <c:v>1.19839E-2</c:v>
                </c:pt>
                <c:pt idx="1507">
                  <c:v>1.1508299999999999E-2</c:v>
                </c:pt>
                <c:pt idx="1508">
                  <c:v>1.13714E-2</c:v>
                </c:pt>
                <c:pt idx="1509">
                  <c:v>1.0957099999999999E-2</c:v>
                </c:pt>
                <c:pt idx="1510">
                  <c:v>1.13571E-2</c:v>
                </c:pt>
                <c:pt idx="1511">
                  <c:v>1.1078600000000001E-2</c:v>
                </c:pt>
                <c:pt idx="1512">
                  <c:v>1.1083299999999999E-2</c:v>
                </c:pt>
                <c:pt idx="1513">
                  <c:v>1.1299999999999999E-2</c:v>
                </c:pt>
                <c:pt idx="1514">
                  <c:v>1.14071E-2</c:v>
                </c:pt>
                <c:pt idx="1515">
                  <c:v>1.14929E-2</c:v>
                </c:pt>
                <c:pt idx="1516">
                  <c:v>1.1014299999999999E-2</c:v>
                </c:pt>
                <c:pt idx="1517">
                  <c:v>1.0889100000000001E-2</c:v>
                </c:pt>
                <c:pt idx="1518">
                  <c:v>1.10242E-2</c:v>
                </c:pt>
                <c:pt idx="1519">
                  <c:v>1.145E-2</c:v>
                </c:pt>
                <c:pt idx="1520">
                  <c:v>1.13478E-2</c:v>
                </c:pt>
                <c:pt idx="1521">
                  <c:v>1.14781E-2</c:v>
                </c:pt>
                <c:pt idx="1522">
                  <c:v>1.1525000000000001E-2</c:v>
                </c:pt>
                <c:pt idx="1523">
                  <c:v>1.0846399999999999E-2</c:v>
                </c:pt>
                <c:pt idx="1524">
                  <c:v>1.05042E-2</c:v>
                </c:pt>
                <c:pt idx="1525">
                  <c:v>1.07563E-2</c:v>
                </c:pt>
                <c:pt idx="1526">
                  <c:v>1.0746500000000001E-2</c:v>
                </c:pt>
                <c:pt idx="1527">
                  <c:v>1.08334E-2</c:v>
                </c:pt>
                <c:pt idx="1528">
                  <c:v>1.11E-2</c:v>
                </c:pt>
                <c:pt idx="1529">
                  <c:v>1.0970000000000001E-2</c:v>
                </c:pt>
                <c:pt idx="1530">
                  <c:v>1.07083E-2</c:v>
                </c:pt>
                <c:pt idx="1531">
                  <c:v>1.0479200000000001E-2</c:v>
                </c:pt>
                <c:pt idx="1532">
                  <c:v>1.0455599999999999E-2</c:v>
                </c:pt>
                <c:pt idx="1533">
                  <c:v>1.06876E-2</c:v>
                </c:pt>
                <c:pt idx="1534">
                  <c:v>1.0841700000000001E-2</c:v>
                </c:pt>
                <c:pt idx="1535">
                  <c:v>1.0800000000000001E-2</c:v>
                </c:pt>
                <c:pt idx="1536">
                  <c:v>1.0904199999999999E-2</c:v>
                </c:pt>
                <c:pt idx="1537">
                  <c:v>1.0904199999999999E-2</c:v>
                </c:pt>
                <c:pt idx="1538">
                  <c:v>1.10875E-2</c:v>
                </c:pt>
                <c:pt idx="1539">
                  <c:v>1.17438E-2</c:v>
                </c:pt>
                <c:pt idx="1540">
                  <c:v>1.1675E-2</c:v>
                </c:pt>
                <c:pt idx="1541">
                  <c:v>1.11167E-2</c:v>
                </c:pt>
                <c:pt idx="1542">
                  <c:v>1.10133E-2</c:v>
                </c:pt>
                <c:pt idx="1543">
                  <c:v>1.1520000000000001E-2</c:v>
                </c:pt>
                <c:pt idx="1544">
                  <c:v>1.0997400000000001E-2</c:v>
                </c:pt>
                <c:pt idx="1545">
                  <c:v>1.0725E-2</c:v>
                </c:pt>
                <c:pt idx="1546">
                  <c:v>1.0725E-2</c:v>
                </c:pt>
                <c:pt idx="1547">
                  <c:v>1.0630000000000001E-2</c:v>
                </c:pt>
                <c:pt idx="1548">
                  <c:v>1.04393E-2</c:v>
                </c:pt>
                <c:pt idx="1549">
                  <c:v>1.0058299999999999E-2</c:v>
                </c:pt>
                <c:pt idx="1550">
                  <c:v>1.02597E-2</c:v>
                </c:pt>
                <c:pt idx="1551">
                  <c:v>9.9900000000000006E-3</c:v>
                </c:pt>
                <c:pt idx="1552">
                  <c:v>9.9874999999999999E-3</c:v>
                </c:pt>
                <c:pt idx="1553">
                  <c:v>9.9690000000000004E-3</c:v>
                </c:pt>
                <c:pt idx="1554">
                  <c:v>9.9034000000000014E-3</c:v>
                </c:pt>
                <c:pt idx="1555">
                  <c:v>9.8925999999999997E-3</c:v>
                </c:pt>
                <c:pt idx="1556">
                  <c:v>9.8799999999999999E-3</c:v>
                </c:pt>
                <c:pt idx="1557">
                  <c:v>9.9900000000000006E-3</c:v>
                </c:pt>
                <c:pt idx="1558">
                  <c:v>1.00658E-2</c:v>
                </c:pt>
                <c:pt idx="1559">
                  <c:v>1.00658E-2</c:v>
                </c:pt>
                <c:pt idx="1560">
                  <c:v>1.00333E-2</c:v>
                </c:pt>
                <c:pt idx="1561">
                  <c:v>9.9933000000000001E-3</c:v>
                </c:pt>
                <c:pt idx="1562">
                  <c:v>9.9500000000000005E-3</c:v>
                </c:pt>
                <c:pt idx="1563">
                  <c:v>9.9582999999999998E-3</c:v>
                </c:pt>
                <c:pt idx="1564">
                  <c:v>9.9582999999999998E-3</c:v>
                </c:pt>
                <c:pt idx="1565">
                  <c:v>9.904099999999999E-3</c:v>
                </c:pt>
                <c:pt idx="1566">
                  <c:v>9.5499999999999995E-3</c:v>
                </c:pt>
                <c:pt idx="1567">
                  <c:v>9.8528000000000001E-3</c:v>
                </c:pt>
                <c:pt idx="1568">
                  <c:v>1.001E-2</c:v>
                </c:pt>
                <c:pt idx="1569">
                  <c:v>1.00444E-2</c:v>
                </c:pt>
                <c:pt idx="1570">
                  <c:v>1.02167E-2</c:v>
                </c:pt>
                <c:pt idx="1571">
                  <c:v>1.0132299999999999E-2</c:v>
                </c:pt>
                <c:pt idx="1572">
                  <c:v>9.7778000000000014E-3</c:v>
                </c:pt>
                <c:pt idx="1573">
                  <c:v>9.6450000000000008E-3</c:v>
                </c:pt>
                <c:pt idx="1574">
                  <c:v>9.6450000000000008E-3</c:v>
                </c:pt>
                <c:pt idx="1575">
                  <c:v>9.5763999999999988E-3</c:v>
                </c:pt>
                <c:pt idx="1576">
                  <c:v>9.3646000000000007E-3</c:v>
                </c:pt>
                <c:pt idx="1577">
                  <c:v>9.3542E-3</c:v>
                </c:pt>
                <c:pt idx="1578">
                  <c:v>9.1964000000000004E-3</c:v>
                </c:pt>
                <c:pt idx="1579">
                  <c:v>9.3445999999999998E-3</c:v>
                </c:pt>
                <c:pt idx="1580">
                  <c:v>9.3313000000000007E-3</c:v>
                </c:pt>
                <c:pt idx="1581">
                  <c:v>9.2381000000000008E-3</c:v>
                </c:pt>
                <c:pt idx="1582">
                  <c:v>9.5521000000000009E-3</c:v>
                </c:pt>
                <c:pt idx="1583">
                  <c:v>9.8197000000000007E-3</c:v>
                </c:pt>
                <c:pt idx="1584">
                  <c:v>1.0116699999999999E-2</c:v>
                </c:pt>
                <c:pt idx="1585">
                  <c:v>9.9839999999999998E-3</c:v>
                </c:pt>
                <c:pt idx="1586">
                  <c:v>9.8213999999999992E-3</c:v>
                </c:pt>
                <c:pt idx="1587">
                  <c:v>9.4833000000000001E-3</c:v>
                </c:pt>
                <c:pt idx="1588">
                  <c:v>9.3118999999999997E-3</c:v>
                </c:pt>
                <c:pt idx="1589">
                  <c:v>9.1825999999999991E-3</c:v>
                </c:pt>
                <c:pt idx="1590">
                  <c:v>9.0189999999999992E-3</c:v>
                </c:pt>
                <c:pt idx="1591">
                  <c:v>9.0969999999999992E-3</c:v>
                </c:pt>
                <c:pt idx="1592">
                  <c:v>9.2142999999999999E-3</c:v>
                </c:pt>
                <c:pt idx="1593">
                  <c:v>9.1628999999999999E-3</c:v>
                </c:pt>
                <c:pt idx="1594">
                  <c:v>9.2356999999999995E-3</c:v>
                </c:pt>
                <c:pt idx="1595">
                  <c:v>8.8582999999999995E-3</c:v>
                </c:pt>
                <c:pt idx="1596">
                  <c:v>8.7083000000000004E-3</c:v>
                </c:pt>
                <c:pt idx="1597">
                  <c:v>8.6175000000000002E-3</c:v>
                </c:pt>
                <c:pt idx="1598">
                  <c:v>8.7200000000000003E-3</c:v>
                </c:pt>
                <c:pt idx="1599">
                  <c:v>8.6999999999999994E-3</c:v>
                </c:pt>
                <c:pt idx="1600">
                  <c:v>8.6225999999999994E-3</c:v>
                </c:pt>
                <c:pt idx="1601">
                  <c:v>8.5599999999999999E-3</c:v>
                </c:pt>
                <c:pt idx="1602">
                  <c:v>8.3716999999999993E-3</c:v>
                </c:pt>
                <c:pt idx="1603">
                  <c:v>8.5280000000000009E-3</c:v>
                </c:pt>
                <c:pt idx="1604">
                  <c:v>8.6856999999999993E-3</c:v>
                </c:pt>
                <c:pt idx="1605">
                  <c:v>9.9339000000000007E-3</c:v>
                </c:pt>
                <c:pt idx="1606">
                  <c:v>9.4979000000000001E-3</c:v>
                </c:pt>
                <c:pt idx="1607">
                  <c:v>9.7417000000000007E-3</c:v>
                </c:pt>
                <c:pt idx="1608">
                  <c:v>1.02533E-2</c:v>
                </c:pt>
                <c:pt idx="1609">
                  <c:v>1.07519E-2</c:v>
                </c:pt>
                <c:pt idx="1610">
                  <c:v>1.0052999999999999E-2</c:v>
                </c:pt>
                <c:pt idx="1611">
                  <c:v>9.8963999999999996E-3</c:v>
                </c:pt>
                <c:pt idx="1612">
                  <c:v>9.4819999999999991E-3</c:v>
                </c:pt>
                <c:pt idx="1613">
                  <c:v>9.3145999999999993E-3</c:v>
                </c:pt>
                <c:pt idx="1614">
                  <c:v>9.3279999999999995E-3</c:v>
                </c:pt>
                <c:pt idx="1615">
                  <c:v>1.01292E-2</c:v>
                </c:pt>
                <c:pt idx="1616">
                  <c:v>9.8052999999999994E-3</c:v>
                </c:pt>
                <c:pt idx="1617">
                  <c:v>9.5944999999999989E-3</c:v>
                </c:pt>
                <c:pt idx="1618">
                  <c:v>9.6229000000000002E-3</c:v>
                </c:pt>
                <c:pt idx="1619">
                  <c:v>9.0948000000000001E-3</c:v>
                </c:pt>
                <c:pt idx="1620">
                  <c:v>9.2697999999999999E-3</c:v>
                </c:pt>
                <c:pt idx="1621">
                  <c:v>8.7075999999999994E-3</c:v>
                </c:pt>
                <c:pt idx="1622">
                  <c:v>8.6800000000000002E-3</c:v>
                </c:pt>
                <c:pt idx="1623">
                  <c:v>8.5599999999999999E-3</c:v>
                </c:pt>
                <c:pt idx="1624">
                  <c:v>8.6721999999999997E-3</c:v>
                </c:pt>
                <c:pt idx="1625">
                  <c:v>8.6759999999999997E-3</c:v>
                </c:pt>
                <c:pt idx="1626">
                  <c:v>8.7416000000000004E-3</c:v>
                </c:pt>
                <c:pt idx="1627">
                  <c:v>8.454999999999999E-3</c:v>
                </c:pt>
                <c:pt idx="1628">
                  <c:v>8.3299000000000012E-3</c:v>
                </c:pt>
                <c:pt idx="1629">
                  <c:v>8.2077000000000001E-3</c:v>
                </c:pt>
                <c:pt idx="1630">
                  <c:v>8.0099999999999998E-3</c:v>
                </c:pt>
                <c:pt idx="1631">
                  <c:v>7.9582999999999997E-3</c:v>
                </c:pt>
                <c:pt idx="1632">
                  <c:v>7.9000000000000008E-3</c:v>
                </c:pt>
                <c:pt idx="1633">
                  <c:v>7.9000000000000008E-3</c:v>
                </c:pt>
                <c:pt idx="1634">
                  <c:v>7.6513000000000006E-3</c:v>
                </c:pt>
                <c:pt idx="1635">
                  <c:v>7.6700000000000006E-3</c:v>
                </c:pt>
                <c:pt idx="1636">
                  <c:v>7.789700000000001E-3</c:v>
                </c:pt>
                <c:pt idx="1637">
                  <c:v>7.7625000000000003E-3</c:v>
                </c:pt>
                <c:pt idx="1638">
                  <c:v>7.6349999999999994E-3</c:v>
                </c:pt>
                <c:pt idx="1639">
                  <c:v>7.378E-3</c:v>
                </c:pt>
                <c:pt idx="1640">
                  <c:v>7.195E-3</c:v>
                </c:pt>
                <c:pt idx="1641">
                  <c:v>6.9733999999999994E-3</c:v>
                </c:pt>
                <c:pt idx="1642">
                  <c:v>6.875E-3</c:v>
                </c:pt>
                <c:pt idx="1643">
                  <c:v>6.6909999999999999E-3</c:v>
                </c:pt>
                <c:pt idx="1644">
                  <c:v>6.8417E-3</c:v>
                </c:pt>
                <c:pt idx="1645">
                  <c:v>6.9635999999999995E-3</c:v>
                </c:pt>
                <c:pt idx="1646">
                  <c:v>6.7832999999999999E-3</c:v>
                </c:pt>
                <c:pt idx="1647">
                  <c:v>6.9779999999999998E-3</c:v>
                </c:pt>
                <c:pt idx="1648">
                  <c:v>6.9159999999999994E-3</c:v>
                </c:pt>
                <c:pt idx="1649">
                  <c:v>7.1286000000000006E-3</c:v>
                </c:pt>
                <c:pt idx="1650">
                  <c:v>7.0283000000000003E-3</c:v>
                </c:pt>
                <c:pt idx="1651">
                  <c:v>6.9585999999999997E-3</c:v>
                </c:pt>
                <c:pt idx="1652">
                  <c:v>6.9286E-3</c:v>
                </c:pt>
                <c:pt idx="1653">
                  <c:v>6.9614000000000004E-3</c:v>
                </c:pt>
                <c:pt idx="1654">
                  <c:v>6.9700000000000005E-3</c:v>
                </c:pt>
                <c:pt idx="1655">
                  <c:v>6.9800000000000001E-3</c:v>
                </c:pt>
                <c:pt idx="1656">
                  <c:v>6.8929000000000004E-3</c:v>
                </c:pt>
                <c:pt idx="1657">
                  <c:v>7.0466999999999995E-3</c:v>
                </c:pt>
                <c:pt idx="1658">
                  <c:v>6.9933000000000009E-3</c:v>
                </c:pt>
                <c:pt idx="1659">
                  <c:v>6.9813999999999996E-3</c:v>
                </c:pt>
                <c:pt idx="1660">
                  <c:v>6.8916999999999997E-3</c:v>
                </c:pt>
                <c:pt idx="1661">
                  <c:v>6.5367000000000003E-3</c:v>
                </c:pt>
                <c:pt idx="1662">
                  <c:v>6.3700000000000007E-3</c:v>
                </c:pt>
                <c:pt idx="1663">
                  <c:v>6.2916999999999999E-3</c:v>
                </c:pt>
                <c:pt idx="1664">
                  <c:v>6.1786000000000002E-3</c:v>
                </c:pt>
                <c:pt idx="1665">
                  <c:v>6.1500000000000001E-3</c:v>
                </c:pt>
                <c:pt idx="1666">
                  <c:v>6.2491999999999999E-3</c:v>
                </c:pt>
                <c:pt idx="1667">
                  <c:v>6.6167000000000005E-3</c:v>
                </c:pt>
                <c:pt idx="1668">
                  <c:v>6.4833E-3</c:v>
                </c:pt>
                <c:pt idx="1669">
                  <c:v>6.4730999999999999E-3</c:v>
                </c:pt>
                <c:pt idx="1670">
                  <c:v>6.4400000000000004E-3</c:v>
                </c:pt>
                <c:pt idx="1671">
                  <c:v>6.4332999999999994E-3</c:v>
                </c:pt>
                <c:pt idx="1672">
                  <c:v>6.2156999999999994E-3</c:v>
                </c:pt>
                <c:pt idx="1673">
                  <c:v>6.1666999999999998E-3</c:v>
                </c:pt>
                <c:pt idx="1674">
                  <c:v>6.3386000000000007E-3</c:v>
                </c:pt>
                <c:pt idx="1675">
                  <c:v>6.5478999999999997E-3</c:v>
                </c:pt>
                <c:pt idx="1676">
                  <c:v>6.7416999999999998E-3</c:v>
                </c:pt>
                <c:pt idx="1677">
                  <c:v>7.1900000000000002E-3</c:v>
                </c:pt>
                <c:pt idx="1678">
                  <c:v>7.0049999999999999E-3</c:v>
                </c:pt>
                <c:pt idx="1679">
                  <c:v>7.0114000000000001E-3</c:v>
                </c:pt>
                <c:pt idx="1680">
                  <c:v>7.3417000000000005E-3</c:v>
                </c:pt>
                <c:pt idx="1681">
                  <c:v>7.0816999999999989E-3</c:v>
                </c:pt>
                <c:pt idx="1682">
                  <c:v>6.7250000000000001E-3</c:v>
                </c:pt>
                <c:pt idx="1683">
                  <c:v>6.4349999999999997E-3</c:v>
                </c:pt>
                <c:pt idx="1684">
                  <c:v>6.2713999999999999E-3</c:v>
                </c:pt>
                <c:pt idx="1685">
                  <c:v>6.2116999999999997E-3</c:v>
                </c:pt>
                <c:pt idx="1686">
                  <c:v>6.4308000000000004E-3</c:v>
                </c:pt>
                <c:pt idx="1687">
                  <c:v>6.6099999999999996E-3</c:v>
                </c:pt>
                <c:pt idx="1688">
                  <c:v>6.7749999999999998E-3</c:v>
                </c:pt>
                <c:pt idx="1689">
                  <c:v>7.1216999999999999E-3</c:v>
                </c:pt>
                <c:pt idx="1690">
                  <c:v>7.2528999999999996E-3</c:v>
                </c:pt>
                <c:pt idx="1691">
                  <c:v>7.4633E-3</c:v>
                </c:pt>
                <c:pt idx="1692">
                  <c:v>7.2367000000000004E-3</c:v>
                </c:pt>
                <c:pt idx="1693">
                  <c:v>7.5832999999999994E-3</c:v>
                </c:pt>
                <c:pt idx="1694">
                  <c:v>7.2867000000000001E-3</c:v>
                </c:pt>
                <c:pt idx="1695">
                  <c:v>7.2367000000000004E-3</c:v>
                </c:pt>
                <c:pt idx="1696">
                  <c:v>7.2700000000000004E-3</c:v>
                </c:pt>
                <c:pt idx="1697">
                  <c:v>7.1683000000000007E-3</c:v>
                </c:pt>
                <c:pt idx="1698">
                  <c:v>7.0671000000000006E-3</c:v>
                </c:pt>
                <c:pt idx="1699">
                  <c:v>6.9700000000000005E-3</c:v>
                </c:pt>
                <c:pt idx="1700">
                  <c:v>7.7413999999999998E-3</c:v>
                </c:pt>
                <c:pt idx="1701">
                  <c:v>7.6750000000000004E-3</c:v>
                </c:pt>
                <c:pt idx="1702">
                  <c:v>7.3667000000000003E-3</c:v>
                </c:pt>
                <c:pt idx="1703">
                  <c:v>7.3917000000000002E-3</c:v>
                </c:pt>
                <c:pt idx="1704">
                  <c:v>7.45E-3</c:v>
                </c:pt>
                <c:pt idx="1705">
                  <c:v>7.4813999999999992E-3</c:v>
                </c:pt>
                <c:pt idx="1706">
                  <c:v>7.7650000000000002E-3</c:v>
                </c:pt>
                <c:pt idx="1707">
                  <c:v>7.7082999999999995E-3</c:v>
                </c:pt>
                <c:pt idx="1708">
                  <c:v>8.3233000000000005E-3</c:v>
                </c:pt>
                <c:pt idx="1709">
                  <c:v>8.6213999999999995E-3</c:v>
                </c:pt>
                <c:pt idx="1710">
                  <c:v>9.2113999999999998E-3</c:v>
                </c:pt>
                <c:pt idx="1711">
                  <c:v>9.5700000000000004E-3</c:v>
                </c:pt>
                <c:pt idx="1712">
                  <c:v>1.3391699999999999E-2</c:v>
                </c:pt>
                <c:pt idx="1713">
                  <c:v>1.4766700000000001E-2</c:v>
                </c:pt>
                <c:pt idx="1714">
                  <c:v>1.30317E-2</c:v>
                </c:pt>
                <c:pt idx="1715">
                  <c:v>1.30942E-2</c:v>
                </c:pt>
                <c:pt idx="1716">
                  <c:v>1.18967E-2</c:v>
                </c:pt>
                <c:pt idx="1717">
                  <c:v>1.09671E-2</c:v>
                </c:pt>
                <c:pt idx="1718">
                  <c:v>1.1311700000000001E-2</c:v>
                </c:pt>
                <c:pt idx="1719">
                  <c:v>1.1609999999999999E-2</c:v>
                </c:pt>
                <c:pt idx="1720">
                  <c:v>1.07467E-2</c:v>
                </c:pt>
                <c:pt idx="1721">
                  <c:v>9.5882999999999993E-3</c:v>
                </c:pt>
                <c:pt idx="1722">
                  <c:v>1.0766700000000001E-2</c:v>
                </c:pt>
                <c:pt idx="1723">
                  <c:v>1.13589E-2</c:v>
                </c:pt>
                <c:pt idx="1724">
                  <c:v>1.1266700000000001E-2</c:v>
                </c:pt>
                <c:pt idx="1725">
                  <c:v>1.21599E-2</c:v>
                </c:pt>
                <c:pt idx="1726">
                  <c:v>1.31833E-2</c:v>
                </c:pt>
                <c:pt idx="1727">
                  <c:v>1.4500000000000001E-2</c:v>
                </c:pt>
                <c:pt idx="1728">
                  <c:v>1.28667E-2</c:v>
                </c:pt>
                <c:pt idx="1729">
                  <c:v>1.36667E-2</c:v>
                </c:pt>
                <c:pt idx="1730">
                  <c:v>1.3375E-2</c:v>
                </c:pt>
                <c:pt idx="1731">
                  <c:v>1.2E-2</c:v>
                </c:pt>
                <c:pt idx="1732">
                  <c:v>1.0966699999999999E-2</c:v>
                </c:pt>
                <c:pt idx="1733">
                  <c:v>1.0021599999999999E-2</c:v>
                </c:pt>
                <c:pt idx="1734">
                  <c:v>9.7666999999999997E-3</c:v>
                </c:pt>
                <c:pt idx="1735">
                  <c:v>1.10279E-2</c:v>
                </c:pt>
                <c:pt idx="1736">
                  <c:v>1.04333E-2</c:v>
                </c:pt>
                <c:pt idx="1737">
                  <c:v>1.0800000000000001E-2</c:v>
                </c:pt>
                <c:pt idx="1738">
                  <c:v>1.0356600000000001E-2</c:v>
                </c:pt>
                <c:pt idx="1739">
                  <c:v>1.04E-2</c:v>
                </c:pt>
                <c:pt idx="1740">
                  <c:v>1.0449999999999999E-2</c:v>
                </c:pt>
                <c:pt idx="1741">
                  <c:v>1.095E-2</c:v>
                </c:pt>
                <c:pt idx="1742">
                  <c:v>1.06833E-2</c:v>
                </c:pt>
                <c:pt idx="1743">
                  <c:v>1.1609900000000001E-2</c:v>
                </c:pt>
                <c:pt idx="1744">
                  <c:v>1.15167E-2</c:v>
                </c:pt>
                <c:pt idx="1745">
                  <c:v>1.0709399999999999E-2</c:v>
                </c:pt>
                <c:pt idx="1746">
                  <c:v>1.0592900000000001E-2</c:v>
                </c:pt>
                <c:pt idx="1747">
                  <c:v>9.9833000000000005E-3</c:v>
                </c:pt>
                <c:pt idx="1748">
                  <c:v>1.0106100000000002E-2</c:v>
                </c:pt>
                <c:pt idx="1749">
                  <c:v>1.01E-2</c:v>
                </c:pt>
                <c:pt idx="1750">
                  <c:v>9.4117000000000003E-3</c:v>
                </c:pt>
                <c:pt idx="1751">
                  <c:v>8.5667E-3</c:v>
                </c:pt>
                <c:pt idx="1752">
                  <c:v>8.5603999999999993E-3</c:v>
                </c:pt>
                <c:pt idx="1753">
                  <c:v>8.2334999999999995E-3</c:v>
                </c:pt>
                <c:pt idx="1754">
                  <c:v>8.2004999999999995E-3</c:v>
                </c:pt>
                <c:pt idx="1755">
                  <c:v>8.2667000000000001E-3</c:v>
                </c:pt>
                <c:pt idx="1756">
                  <c:v>8.1904000000000005E-3</c:v>
                </c:pt>
                <c:pt idx="1757">
                  <c:v>8.3570999999999993E-3</c:v>
                </c:pt>
                <c:pt idx="1758">
                  <c:v>8.5099000000000008E-3</c:v>
                </c:pt>
                <c:pt idx="1759">
                  <c:v>8.2667000000000001E-3</c:v>
                </c:pt>
                <c:pt idx="1760">
                  <c:v>8.2363000000000002E-3</c:v>
                </c:pt>
                <c:pt idx="1761">
                  <c:v>8.3268999999999999E-3</c:v>
                </c:pt>
                <c:pt idx="1762">
                  <c:v>8.1832999999999993E-3</c:v>
                </c:pt>
                <c:pt idx="1763">
                  <c:v>7.6498000000000009E-3</c:v>
                </c:pt>
                <c:pt idx="1764">
                  <c:v>7.6665000000000006E-3</c:v>
                </c:pt>
                <c:pt idx="1765">
                  <c:v>7.45E-3</c:v>
                </c:pt>
                <c:pt idx="1766">
                  <c:v>7.6E-3</c:v>
                </c:pt>
                <c:pt idx="1767">
                  <c:v>7.6333E-3</c:v>
                </c:pt>
                <c:pt idx="1768">
                  <c:v>7.4565999999999999E-3</c:v>
                </c:pt>
                <c:pt idx="1769">
                  <c:v>7.6736E-3</c:v>
                </c:pt>
                <c:pt idx="1770">
                  <c:v>7.8730999999999992E-3</c:v>
                </c:pt>
                <c:pt idx="1771">
                  <c:v>8.0874999999999992E-3</c:v>
                </c:pt>
                <c:pt idx="1772">
                  <c:v>8.0832999999999999E-3</c:v>
                </c:pt>
                <c:pt idx="1773">
                  <c:v>8.8641999999999992E-3</c:v>
                </c:pt>
                <c:pt idx="1774">
                  <c:v>8.9999999999999993E-3</c:v>
                </c:pt>
                <c:pt idx="1775">
                  <c:v>8.7565999999999998E-3</c:v>
                </c:pt>
                <c:pt idx="1776">
                  <c:v>9.0863000000000003E-3</c:v>
                </c:pt>
                <c:pt idx="1777">
                  <c:v>8.9999999999999993E-3</c:v>
                </c:pt>
                <c:pt idx="1778">
                  <c:v>8.5330000000000007E-3</c:v>
                </c:pt>
                <c:pt idx="1779">
                  <c:v>8.3999999999999995E-3</c:v>
                </c:pt>
                <c:pt idx="1780">
                  <c:v>8.5167000000000003E-3</c:v>
                </c:pt>
                <c:pt idx="1781">
                  <c:v>8.1329999999999996E-3</c:v>
                </c:pt>
                <c:pt idx="1782">
                  <c:v>8.7906000000000008E-3</c:v>
                </c:pt>
                <c:pt idx="1783">
                  <c:v>9.0165000000000002E-3</c:v>
                </c:pt>
                <c:pt idx="1784">
                  <c:v>9.3269000000000008E-3</c:v>
                </c:pt>
                <c:pt idx="1785">
                  <c:v>8.9230999999999998E-3</c:v>
                </c:pt>
                <c:pt idx="1786">
                  <c:v>9.7000000000000003E-3</c:v>
                </c:pt>
                <c:pt idx="1787">
                  <c:v>9.9000000000000008E-3</c:v>
                </c:pt>
                <c:pt idx="1788">
                  <c:v>1.0043399999999999E-2</c:v>
                </c:pt>
                <c:pt idx="1789">
                  <c:v>1.0143899999999999E-2</c:v>
                </c:pt>
                <c:pt idx="1790">
                  <c:v>9.8924000000000008E-3</c:v>
                </c:pt>
                <c:pt idx="1791">
                  <c:v>9.4938999999999996E-3</c:v>
                </c:pt>
                <c:pt idx="1792">
                  <c:v>1.02667E-2</c:v>
                </c:pt>
                <c:pt idx="1793">
                  <c:v>1.0269799999999999E-2</c:v>
                </c:pt>
                <c:pt idx="1794">
                  <c:v>1.11345E-2</c:v>
                </c:pt>
                <c:pt idx="1795">
                  <c:v>1.1082999999999999E-2</c:v>
                </c:pt>
                <c:pt idx="1796">
                  <c:v>1.22264E-2</c:v>
                </c:pt>
                <c:pt idx="1797">
                  <c:v>1.2259900000000001E-2</c:v>
                </c:pt>
                <c:pt idx="1798">
                  <c:v>1.2186799999999999E-2</c:v>
                </c:pt>
                <c:pt idx="1799">
                  <c:v>1.2691599999999999E-2</c:v>
                </c:pt>
                <c:pt idx="1800">
                  <c:v>1.2252800000000001E-2</c:v>
                </c:pt>
                <c:pt idx="1801">
                  <c:v>1.0866500000000001E-2</c:v>
                </c:pt>
                <c:pt idx="1802">
                  <c:v>1.0799E-2</c:v>
                </c:pt>
                <c:pt idx="1803">
                  <c:v>9.8406000000000014E-3</c:v>
                </c:pt>
                <c:pt idx="1804">
                  <c:v>9.9500000000000005E-3</c:v>
                </c:pt>
                <c:pt idx="1805">
                  <c:v>1.0442400000000001E-2</c:v>
                </c:pt>
                <c:pt idx="1806">
                  <c:v>9.9000000000000008E-3</c:v>
                </c:pt>
                <c:pt idx="1807">
                  <c:v>9.2999999999999992E-3</c:v>
                </c:pt>
                <c:pt idx="1808">
                  <c:v>9.0933999999999997E-3</c:v>
                </c:pt>
                <c:pt idx="1809">
                  <c:v>8.9838000000000001E-3</c:v>
                </c:pt>
                <c:pt idx="1810">
                  <c:v>1.0152E-2</c:v>
                </c:pt>
                <c:pt idx="1811">
                  <c:v>9.7337999999999991E-3</c:v>
                </c:pt>
                <c:pt idx="1812">
                  <c:v>9.9299999999999996E-3</c:v>
                </c:pt>
                <c:pt idx="1813">
                  <c:v>9.9665000000000014E-3</c:v>
                </c:pt>
                <c:pt idx="1814">
                  <c:v>1.0592499999999999E-2</c:v>
                </c:pt>
                <c:pt idx="1815">
                  <c:v>1.03622E-2</c:v>
                </c:pt>
                <c:pt idx="1816">
                  <c:v>1.04399E-2</c:v>
                </c:pt>
                <c:pt idx="1817">
                  <c:v>1.0353299999999999E-2</c:v>
                </c:pt>
                <c:pt idx="1818">
                  <c:v>1.0033E-2</c:v>
                </c:pt>
                <c:pt idx="1819">
                  <c:v>1.0033E-2</c:v>
                </c:pt>
                <c:pt idx="1820">
                  <c:v>1.01101E-2</c:v>
                </c:pt>
                <c:pt idx="1821">
                  <c:v>9.8163E-3</c:v>
                </c:pt>
                <c:pt idx="1822">
                  <c:v>1.0084000000000001E-2</c:v>
                </c:pt>
                <c:pt idx="1823">
                  <c:v>1.0200000000000001E-2</c:v>
                </c:pt>
                <c:pt idx="1824">
                  <c:v>1.03E-2</c:v>
                </c:pt>
                <c:pt idx="1825">
                  <c:v>1.0109099999999999E-2</c:v>
                </c:pt>
                <c:pt idx="1826">
                  <c:v>1.068E-2</c:v>
                </c:pt>
                <c:pt idx="1827">
                  <c:v>1.098E-2</c:v>
                </c:pt>
                <c:pt idx="1828">
                  <c:v>1.15599E-2</c:v>
                </c:pt>
                <c:pt idx="1829">
                  <c:v>1.15E-2</c:v>
                </c:pt>
                <c:pt idx="1830">
                  <c:v>1.1797499999999999E-2</c:v>
                </c:pt>
                <c:pt idx="1831">
                  <c:v>1.21163E-2</c:v>
                </c:pt>
                <c:pt idx="1832">
                  <c:v>1.1950000000000001E-2</c:v>
                </c:pt>
                <c:pt idx="1833">
                  <c:v>1.2252500000000001E-2</c:v>
                </c:pt>
                <c:pt idx="1834">
                  <c:v>1.1983300000000001E-2</c:v>
                </c:pt>
                <c:pt idx="1835">
                  <c:v>1.27501E-2</c:v>
                </c:pt>
                <c:pt idx="1836">
                  <c:v>1.2736000000000001E-2</c:v>
                </c:pt>
                <c:pt idx="1837">
                  <c:v>1.3680000000000001E-2</c:v>
                </c:pt>
                <c:pt idx="1838">
                  <c:v>1.3850999999999999E-2</c:v>
                </c:pt>
                <c:pt idx="1839">
                  <c:v>1.4394399999999998E-2</c:v>
                </c:pt>
                <c:pt idx="1840">
                  <c:v>1.49433E-2</c:v>
                </c:pt>
                <c:pt idx="1841">
                  <c:v>1.43667E-2</c:v>
                </c:pt>
                <c:pt idx="1842">
                  <c:v>1.3616E-2</c:v>
                </c:pt>
                <c:pt idx="1843">
                  <c:v>1.3759899999999999E-2</c:v>
                </c:pt>
                <c:pt idx="1844">
                  <c:v>1.3625E-2</c:v>
                </c:pt>
                <c:pt idx="1845">
                  <c:v>1.3294499999999999E-2</c:v>
                </c:pt>
                <c:pt idx="1846">
                  <c:v>1.31775E-2</c:v>
                </c:pt>
                <c:pt idx="1847">
                  <c:v>1.3568700000000001E-2</c:v>
                </c:pt>
                <c:pt idx="1848">
                  <c:v>1.32558E-2</c:v>
                </c:pt>
                <c:pt idx="1849">
                  <c:v>1.3305000000000001E-2</c:v>
                </c:pt>
                <c:pt idx="1850">
                  <c:v>1.4509000000000001E-2</c:v>
                </c:pt>
                <c:pt idx="1851">
                  <c:v>1.4631700000000001E-2</c:v>
                </c:pt>
                <c:pt idx="1852">
                  <c:v>1.52047E-2</c:v>
                </c:pt>
                <c:pt idx="1853">
                  <c:v>1.62097E-2</c:v>
                </c:pt>
                <c:pt idx="1854">
                  <c:v>1.62401E-2</c:v>
                </c:pt>
                <c:pt idx="1855">
                  <c:v>1.59002E-2</c:v>
                </c:pt>
                <c:pt idx="1856">
                  <c:v>1.5193799999999999E-2</c:v>
                </c:pt>
                <c:pt idx="1857">
                  <c:v>1.5147200000000001E-2</c:v>
                </c:pt>
                <c:pt idx="1858">
                  <c:v>1.5524600000000001E-2</c:v>
                </c:pt>
                <c:pt idx="1859">
                  <c:v>1.55E-2</c:v>
                </c:pt>
                <c:pt idx="1860">
                  <c:v>1.5245400000000001E-2</c:v>
                </c:pt>
                <c:pt idx="1861">
                  <c:v>1.52125E-2</c:v>
                </c:pt>
                <c:pt idx="1862">
                  <c:v>1.521E-2</c:v>
                </c:pt>
                <c:pt idx="1863">
                  <c:v>1.4800000000000001E-2</c:v>
                </c:pt>
                <c:pt idx="1864">
                  <c:v>1.3883299999999999E-2</c:v>
                </c:pt>
                <c:pt idx="1865">
                  <c:v>1.315E-2</c:v>
                </c:pt>
                <c:pt idx="1866">
                  <c:v>1.3490100000000001E-2</c:v>
                </c:pt>
                <c:pt idx="1867">
                  <c:v>1.42256E-2</c:v>
                </c:pt>
                <c:pt idx="1868">
                  <c:v>1.5237499999999999E-2</c:v>
                </c:pt>
                <c:pt idx="1869">
                  <c:v>1.5440000000000001E-2</c:v>
                </c:pt>
                <c:pt idx="1870">
                  <c:v>1.54E-2</c:v>
                </c:pt>
                <c:pt idx="1871">
                  <c:v>1.48833E-2</c:v>
                </c:pt>
                <c:pt idx="1872">
                  <c:v>1.5802799999999999E-2</c:v>
                </c:pt>
                <c:pt idx="1873">
                  <c:v>1.6922200000000002E-2</c:v>
                </c:pt>
                <c:pt idx="1874">
                  <c:v>1.8499999999999999E-2</c:v>
                </c:pt>
                <c:pt idx="1875">
                  <c:v>1.6885000000000001E-2</c:v>
                </c:pt>
                <c:pt idx="1876">
                  <c:v>1.7649999999999999E-2</c:v>
                </c:pt>
                <c:pt idx="1877">
                  <c:v>1.8773100000000001E-2</c:v>
                </c:pt>
                <c:pt idx="1878">
                  <c:v>1.9550000000000001E-2</c:v>
                </c:pt>
                <c:pt idx="1879">
                  <c:v>1.9933300000000001E-2</c:v>
                </c:pt>
                <c:pt idx="1880">
                  <c:v>1.7539599999999999E-2</c:v>
                </c:pt>
                <c:pt idx="1881">
                  <c:v>1.7513999999999998E-2</c:v>
                </c:pt>
                <c:pt idx="1882">
                  <c:v>1.7732899999999999E-2</c:v>
                </c:pt>
                <c:pt idx="1883">
                  <c:v>1.7740100000000002E-2</c:v>
                </c:pt>
                <c:pt idx="1884">
                  <c:v>1.6E-2</c:v>
                </c:pt>
                <c:pt idx="1885">
                  <c:v>1.58522E-2</c:v>
                </c:pt>
                <c:pt idx="1886">
                  <c:v>1.65405E-2</c:v>
                </c:pt>
                <c:pt idx="1887">
                  <c:v>1.6420799999999999E-2</c:v>
                </c:pt>
                <c:pt idx="1888">
                  <c:v>1.6807599999999999E-2</c:v>
                </c:pt>
                <c:pt idx="1889">
                  <c:v>1.77667E-2</c:v>
                </c:pt>
                <c:pt idx="1890">
                  <c:v>1.6392900000000002E-2</c:v>
                </c:pt>
                <c:pt idx="1891">
                  <c:v>1.5646799999999999E-2</c:v>
                </c:pt>
                <c:pt idx="1892">
                  <c:v>1.5100000000000001E-2</c:v>
                </c:pt>
                <c:pt idx="1893">
                  <c:v>1.4683000000000002E-2</c:v>
                </c:pt>
                <c:pt idx="1894">
                  <c:v>1.4243299999999999E-2</c:v>
                </c:pt>
                <c:pt idx="1895">
                  <c:v>1.44578E-2</c:v>
                </c:pt>
                <c:pt idx="1896">
                  <c:v>1.46E-2</c:v>
                </c:pt>
                <c:pt idx="1897">
                  <c:v>1.42028E-2</c:v>
                </c:pt>
                <c:pt idx="1898">
                  <c:v>1.4573599999999999E-2</c:v>
                </c:pt>
                <c:pt idx="1899">
                  <c:v>1.4193299999999999E-2</c:v>
                </c:pt>
                <c:pt idx="1900">
                  <c:v>1.3683300000000001E-2</c:v>
                </c:pt>
                <c:pt idx="1901">
                  <c:v>1.2792400000000001E-2</c:v>
                </c:pt>
                <c:pt idx="1902">
                  <c:v>1.2503E-2</c:v>
                </c:pt>
                <c:pt idx="1903">
                  <c:v>1.1624800000000001E-2</c:v>
                </c:pt>
                <c:pt idx="1904">
                  <c:v>1.21E-2</c:v>
                </c:pt>
                <c:pt idx="1905">
                  <c:v>1.22267E-2</c:v>
                </c:pt>
                <c:pt idx="1906">
                  <c:v>1.21201E-2</c:v>
                </c:pt>
                <c:pt idx="1907">
                  <c:v>1.17596E-2</c:v>
                </c:pt>
                <c:pt idx="1908">
                  <c:v>1.1886799999999999E-2</c:v>
                </c:pt>
                <c:pt idx="1909">
                  <c:v>1.18181E-2</c:v>
                </c:pt>
                <c:pt idx="1910">
                  <c:v>1.2034999999999999E-2</c:v>
                </c:pt>
                <c:pt idx="1911">
                  <c:v>1.085E-2</c:v>
                </c:pt>
                <c:pt idx="1912">
                  <c:v>1.01434E-2</c:v>
                </c:pt>
                <c:pt idx="1913">
                  <c:v>9.8604000000000001E-3</c:v>
                </c:pt>
                <c:pt idx="1914">
                  <c:v>1.0006600000000001E-2</c:v>
                </c:pt>
                <c:pt idx="1915">
                  <c:v>9.9000000000000008E-3</c:v>
                </c:pt>
                <c:pt idx="1916">
                  <c:v>1.04438E-2</c:v>
                </c:pt>
                <c:pt idx="1917">
                  <c:v>1.0390099999999999E-2</c:v>
                </c:pt>
                <c:pt idx="1918">
                  <c:v>1.0690099999999999E-2</c:v>
                </c:pt>
                <c:pt idx="1919">
                  <c:v>1.05267E-2</c:v>
                </c:pt>
                <c:pt idx="1920">
                  <c:v>1.01668E-2</c:v>
                </c:pt>
                <c:pt idx="1921">
                  <c:v>9.9000000000000008E-3</c:v>
                </c:pt>
                <c:pt idx="1922">
                  <c:v>9.6950000000000005E-3</c:v>
                </c:pt>
                <c:pt idx="1923">
                  <c:v>9.1149000000000004E-3</c:v>
                </c:pt>
                <c:pt idx="1924">
                  <c:v>8.9549999999999994E-3</c:v>
                </c:pt>
                <c:pt idx="1925">
                  <c:v>9.5434000000000005E-3</c:v>
                </c:pt>
                <c:pt idx="1926">
                  <c:v>9.5999999999999992E-3</c:v>
                </c:pt>
                <c:pt idx="1927">
                  <c:v>9.5867999999999995E-3</c:v>
                </c:pt>
                <c:pt idx="1928">
                  <c:v>9.8938999999999989E-3</c:v>
                </c:pt>
                <c:pt idx="1929">
                  <c:v>9.6929000000000008E-3</c:v>
                </c:pt>
                <c:pt idx="1930">
                  <c:v>9.9375000000000002E-3</c:v>
                </c:pt>
                <c:pt idx="1931">
                  <c:v>9.5875000000000005E-3</c:v>
                </c:pt>
                <c:pt idx="1932">
                  <c:v>8.8666999999999999E-3</c:v>
                </c:pt>
                <c:pt idx="1933">
                  <c:v>8.5164999999999998E-3</c:v>
                </c:pt>
                <c:pt idx="1934">
                  <c:v>8.976399999999999E-3</c:v>
                </c:pt>
                <c:pt idx="1935">
                  <c:v>8.9999999999999993E-3</c:v>
                </c:pt>
                <c:pt idx="1936">
                  <c:v>9.1599000000000003E-3</c:v>
                </c:pt>
                <c:pt idx="1937">
                  <c:v>9.0099000000000012E-3</c:v>
                </c:pt>
                <c:pt idx="1938">
                  <c:v>9.0708999999999998E-3</c:v>
                </c:pt>
                <c:pt idx="1939">
                  <c:v>9.5966999999999997E-3</c:v>
                </c:pt>
                <c:pt idx="1940">
                  <c:v>9.499500000000001E-3</c:v>
                </c:pt>
                <c:pt idx="1941">
                  <c:v>9.9004999999999996E-3</c:v>
                </c:pt>
                <c:pt idx="1942">
                  <c:v>9.7334999999999991E-3</c:v>
                </c:pt>
                <c:pt idx="1943">
                  <c:v>9.7697999999999986E-3</c:v>
                </c:pt>
                <c:pt idx="1944">
                  <c:v>9.7665000000000009E-3</c:v>
                </c:pt>
                <c:pt idx="1945">
                  <c:v>9.7750000000000007E-3</c:v>
                </c:pt>
                <c:pt idx="1946">
                  <c:v>9.9697999999999991E-3</c:v>
                </c:pt>
                <c:pt idx="1947">
                  <c:v>9.9736000000000009E-3</c:v>
                </c:pt>
                <c:pt idx="1948">
                  <c:v>1.0467000000000001E-2</c:v>
                </c:pt>
                <c:pt idx="1949">
                  <c:v>1.0467000000000001E-2</c:v>
                </c:pt>
                <c:pt idx="1950">
                  <c:v>1.06231E-2</c:v>
                </c:pt>
                <c:pt idx="1951">
                  <c:v>1.04434E-2</c:v>
                </c:pt>
                <c:pt idx="1952">
                  <c:v>1.1433E-2</c:v>
                </c:pt>
                <c:pt idx="1953">
                  <c:v>1.2042499999999999E-2</c:v>
                </c:pt>
                <c:pt idx="1954">
                  <c:v>1.2057099999999999E-2</c:v>
                </c:pt>
                <c:pt idx="1955">
                  <c:v>1.24434E-2</c:v>
                </c:pt>
                <c:pt idx="1956">
                  <c:v>1.29406E-2</c:v>
                </c:pt>
                <c:pt idx="1957">
                  <c:v>1.2569799999999999E-2</c:v>
                </c:pt>
                <c:pt idx="1958">
                  <c:v>1.25775E-2</c:v>
                </c:pt>
                <c:pt idx="1959">
                  <c:v>1.26099E-2</c:v>
                </c:pt>
                <c:pt idx="1960">
                  <c:v>1.24721E-2</c:v>
                </c:pt>
                <c:pt idx="1961">
                  <c:v>1.2768E-2</c:v>
                </c:pt>
                <c:pt idx="1962">
                  <c:v>1.2823099999999999E-2</c:v>
                </c:pt>
                <c:pt idx="1963">
                  <c:v>1.3073099999999999E-2</c:v>
                </c:pt>
                <c:pt idx="1964">
                  <c:v>1.3050000000000001E-2</c:v>
                </c:pt>
                <c:pt idx="1965">
                  <c:v>1.28632E-2</c:v>
                </c:pt>
                <c:pt idx="1966">
                  <c:v>1.2072599999999999E-2</c:v>
                </c:pt>
                <c:pt idx="1967">
                  <c:v>1.1673600000000001E-2</c:v>
                </c:pt>
                <c:pt idx="1968">
                  <c:v>1.13632E-2</c:v>
                </c:pt>
                <c:pt idx="1969">
                  <c:v>1.12269E-2</c:v>
                </c:pt>
                <c:pt idx="1970">
                  <c:v>1.09386E-2</c:v>
                </c:pt>
                <c:pt idx="1971">
                  <c:v>1.0767000000000001E-2</c:v>
                </c:pt>
                <c:pt idx="1972">
                  <c:v>1.1566700000000001E-2</c:v>
                </c:pt>
                <c:pt idx="1973">
                  <c:v>1.1396699999999999E-2</c:v>
                </c:pt>
                <c:pt idx="1974">
                  <c:v>1.15934E-2</c:v>
                </c:pt>
                <c:pt idx="1975">
                  <c:v>1.12736E-2</c:v>
                </c:pt>
                <c:pt idx="1976">
                  <c:v>1.12566E-2</c:v>
                </c:pt>
                <c:pt idx="1977">
                  <c:v>1.1771500000000001E-2</c:v>
                </c:pt>
                <c:pt idx="1978">
                  <c:v>1.18099E-2</c:v>
                </c:pt>
                <c:pt idx="1979">
                  <c:v>1.2016500000000001E-2</c:v>
                </c:pt>
                <c:pt idx="1980">
                  <c:v>1.17231E-2</c:v>
                </c:pt>
                <c:pt idx="1981">
                  <c:v>1.1566700000000001E-2</c:v>
                </c:pt>
                <c:pt idx="1982">
                  <c:v>1.23333E-2</c:v>
                </c:pt>
                <c:pt idx="1983">
                  <c:v>1.25226E-2</c:v>
                </c:pt>
                <c:pt idx="1984">
                  <c:v>1.22335E-2</c:v>
                </c:pt>
                <c:pt idx="1985">
                  <c:v>1.2343399999999999E-2</c:v>
                </c:pt>
                <c:pt idx="1986">
                  <c:v>1.23231E-2</c:v>
                </c:pt>
                <c:pt idx="1987">
                  <c:v>1.24333E-2</c:v>
                </c:pt>
                <c:pt idx="1988">
                  <c:v>1.27368E-2</c:v>
                </c:pt>
                <c:pt idx="1989">
                  <c:v>1.3153299999999998E-2</c:v>
                </c:pt>
                <c:pt idx="1990">
                  <c:v>1.3409899999999999E-2</c:v>
                </c:pt>
                <c:pt idx="1991">
                  <c:v>1.3443399999999999E-2</c:v>
                </c:pt>
                <c:pt idx="1992">
                  <c:v>1.3509899999999998E-2</c:v>
                </c:pt>
                <c:pt idx="1993">
                  <c:v>1.3133000000000001E-2</c:v>
                </c:pt>
                <c:pt idx="1994">
                  <c:v>1.36901E-2</c:v>
                </c:pt>
                <c:pt idx="1995">
                  <c:v>1.3580199999999999E-2</c:v>
                </c:pt>
                <c:pt idx="1996">
                  <c:v>1.3333500000000002E-2</c:v>
                </c:pt>
                <c:pt idx="1997">
                  <c:v>1.29731E-2</c:v>
                </c:pt>
                <c:pt idx="1998">
                  <c:v>1.3030199999999999E-2</c:v>
                </c:pt>
                <c:pt idx="1999">
                  <c:v>1.2996700000000002E-2</c:v>
                </c:pt>
                <c:pt idx="2000">
                  <c:v>1.3326900000000001E-2</c:v>
                </c:pt>
                <c:pt idx="2001">
                  <c:v>1.3766499999999999E-2</c:v>
                </c:pt>
                <c:pt idx="2002">
                  <c:v>1.47736E-2</c:v>
                </c:pt>
                <c:pt idx="2003">
                  <c:v>1.4842900000000001E-2</c:v>
                </c:pt>
                <c:pt idx="2004">
                  <c:v>1.4153299999999999E-2</c:v>
                </c:pt>
                <c:pt idx="2005">
                  <c:v>1.5242400000000001E-2</c:v>
                </c:pt>
                <c:pt idx="2006">
                  <c:v>1.5369800000000001E-2</c:v>
                </c:pt>
                <c:pt idx="2007">
                  <c:v>1.5333299999999999E-2</c:v>
                </c:pt>
                <c:pt idx="2008">
                  <c:v>1.5442900000000001E-2</c:v>
                </c:pt>
                <c:pt idx="2009">
                  <c:v>1.9263499999999999E-2</c:v>
                </c:pt>
                <c:pt idx="2010">
                  <c:v>2.3422499999999999E-2</c:v>
                </c:pt>
                <c:pt idx="2011">
                  <c:v>2.48145E-2</c:v>
                </c:pt>
                <c:pt idx="2012">
                  <c:v>2.29549E-2</c:v>
                </c:pt>
                <c:pt idx="2013">
                  <c:v>1.6814199999999998E-2</c:v>
                </c:pt>
                <c:pt idx="2014">
                  <c:v>1.6275600000000001E-2</c:v>
                </c:pt>
                <c:pt idx="2015">
                  <c:v>1.6533300000000001E-2</c:v>
                </c:pt>
                <c:pt idx="2016">
                  <c:v>1.6933299999999998E-2</c:v>
                </c:pt>
                <c:pt idx="2017">
                  <c:v>1.5866700000000001E-2</c:v>
                </c:pt>
                <c:pt idx="2018">
                  <c:v>1.67939E-2</c:v>
                </c:pt>
                <c:pt idx="2019">
                  <c:v>1.96467E-2</c:v>
                </c:pt>
                <c:pt idx="2020">
                  <c:v>1.7333299999999999E-2</c:v>
                </c:pt>
                <c:pt idx="2021">
                  <c:v>1.77E-2</c:v>
                </c:pt>
                <c:pt idx="2022">
                  <c:v>2.0054900000000001E-2</c:v>
                </c:pt>
                <c:pt idx="2023">
                  <c:v>2.0275600000000001E-2</c:v>
                </c:pt>
                <c:pt idx="2024">
                  <c:v>2.54992E-2</c:v>
                </c:pt>
                <c:pt idx="2025">
                  <c:v>2.7199999999999998E-2</c:v>
                </c:pt>
                <c:pt idx="2026">
                  <c:v>3.09257E-2</c:v>
                </c:pt>
                <c:pt idx="2027">
                  <c:v>3.3666699999999994E-2</c:v>
                </c:pt>
                <c:pt idx="2028">
                  <c:v>4.0157600000000002E-2</c:v>
                </c:pt>
                <c:pt idx="2029">
                  <c:v>4.0157600000000002E-2</c:v>
                </c:pt>
                <c:pt idx="2030">
                  <c:v>2.7666699999999999E-2</c:v>
                </c:pt>
                <c:pt idx="2031">
                  <c:v>3.2053500000000006E-2</c:v>
                </c:pt>
                <c:pt idx="2032">
                  <c:v>3.2333300000000002E-2</c:v>
                </c:pt>
                <c:pt idx="2033">
                  <c:v>3.2417500000000002E-2</c:v>
                </c:pt>
                <c:pt idx="2034">
                  <c:v>3.2533300000000001E-2</c:v>
                </c:pt>
                <c:pt idx="2035">
                  <c:v>3.7383600000000003E-2</c:v>
                </c:pt>
                <c:pt idx="2036">
                  <c:v>5.6037099999999999E-2</c:v>
                </c:pt>
                <c:pt idx="2037">
                  <c:v>5.8686400000000007E-2</c:v>
                </c:pt>
                <c:pt idx="2038">
                  <c:v>5.8306100000000007E-2</c:v>
                </c:pt>
                <c:pt idx="2039">
                  <c:v>5.6466700000000002E-2</c:v>
                </c:pt>
                <c:pt idx="2040">
                  <c:v>4.7277E-2</c:v>
                </c:pt>
                <c:pt idx="2041">
                  <c:v>4.0376200000000001E-2</c:v>
                </c:pt>
                <c:pt idx="2042">
                  <c:v>3.51782E-2</c:v>
                </c:pt>
                <c:pt idx="2043">
                  <c:v>3.1632E-2</c:v>
                </c:pt>
                <c:pt idx="2044">
                  <c:v>3.0830200000000002E-2</c:v>
                </c:pt>
                <c:pt idx="2045">
                  <c:v>2.8444900000000002E-2</c:v>
                </c:pt>
                <c:pt idx="2046">
                  <c:v>3.1027499999999996E-2</c:v>
                </c:pt>
                <c:pt idx="2047">
                  <c:v>3.33812E-2</c:v>
                </c:pt>
                <c:pt idx="2048">
                  <c:v>3.0655099999999998E-2</c:v>
                </c:pt>
                <c:pt idx="2049">
                  <c:v>3.0160899999999997E-2</c:v>
                </c:pt>
                <c:pt idx="2050">
                  <c:v>3.0067E-2</c:v>
                </c:pt>
                <c:pt idx="2051">
                  <c:v>3.5667499999999998E-2</c:v>
                </c:pt>
                <c:pt idx="2052">
                  <c:v>3.5249999999999997E-2</c:v>
                </c:pt>
                <c:pt idx="2053">
                  <c:v>3.5857600000000003E-2</c:v>
                </c:pt>
                <c:pt idx="2054">
                  <c:v>3.5872500000000002E-2</c:v>
                </c:pt>
                <c:pt idx="2055">
                  <c:v>3.6833299999999999E-2</c:v>
                </c:pt>
                <c:pt idx="2056">
                  <c:v>4.1663499999999999E-2</c:v>
                </c:pt>
                <c:pt idx="2057">
                  <c:v>4.5699999999999998E-2</c:v>
                </c:pt>
                <c:pt idx="2058">
                  <c:v>4.3069299999999998E-2</c:v>
                </c:pt>
                <c:pt idx="2059">
                  <c:v>3.7530300000000003E-2</c:v>
                </c:pt>
                <c:pt idx="2060">
                  <c:v>3.4403500000000004E-2</c:v>
                </c:pt>
                <c:pt idx="2061">
                  <c:v>3.3706900000000005E-2</c:v>
                </c:pt>
                <c:pt idx="2062">
                  <c:v>3.3763000000000001E-2</c:v>
                </c:pt>
                <c:pt idx="2063">
                  <c:v>3.2481999999999997E-2</c:v>
                </c:pt>
                <c:pt idx="2064">
                  <c:v>3.6360400000000001E-2</c:v>
                </c:pt>
                <c:pt idx="2065">
                  <c:v>3.49726E-2</c:v>
                </c:pt>
                <c:pt idx="2066">
                  <c:v>3.6949500000000003E-2</c:v>
                </c:pt>
                <c:pt idx="2067">
                  <c:v>4.0032999999999999E-2</c:v>
                </c:pt>
                <c:pt idx="2068">
                  <c:v>4.1388600000000005E-2</c:v>
                </c:pt>
                <c:pt idx="2069">
                  <c:v>3.75693E-2</c:v>
                </c:pt>
                <c:pt idx="2070">
                  <c:v>3.8453300000000003E-2</c:v>
                </c:pt>
                <c:pt idx="2071">
                  <c:v>3.7400000000000003E-2</c:v>
                </c:pt>
                <c:pt idx="2072">
                  <c:v>3.7014999999999999E-2</c:v>
                </c:pt>
                <c:pt idx="2073">
                  <c:v>3.8314999999999995E-2</c:v>
                </c:pt>
                <c:pt idx="2074">
                  <c:v>3.9336799999999998E-2</c:v>
                </c:pt>
                <c:pt idx="2075">
                  <c:v>3.6239199999999999E-2</c:v>
                </c:pt>
                <c:pt idx="2076">
                  <c:v>3.2947500000000005E-2</c:v>
                </c:pt>
                <c:pt idx="2077">
                  <c:v>3.2041100000000003E-2</c:v>
                </c:pt>
                <c:pt idx="2078">
                  <c:v>3.0682000000000001E-2</c:v>
                </c:pt>
                <c:pt idx="2079">
                  <c:v>3.0376900000000002E-2</c:v>
                </c:pt>
                <c:pt idx="2080">
                  <c:v>3.0680700000000002E-2</c:v>
                </c:pt>
                <c:pt idx="2081">
                  <c:v>3.075E-2</c:v>
                </c:pt>
                <c:pt idx="2082">
                  <c:v>3.075E-2</c:v>
                </c:pt>
                <c:pt idx="2083">
                  <c:v>3.075E-2</c:v>
                </c:pt>
                <c:pt idx="2084">
                  <c:v>3.0529700000000003E-2</c:v>
                </c:pt>
                <c:pt idx="2085">
                  <c:v>3.0243900000000001E-2</c:v>
                </c:pt>
                <c:pt idx="2086">
                  <c:v>3.0050999999999998E-2</c:v>
                </c:pt>
                <c:pt idx="2087">
                  <c:v>3.0050999999999998E-2</c:v>
                </c:pt>
                <c:pt idx="2088">
                  <c:v>0.03</c:v>
                </c:pt>
                <c:pt idx="2089">
                  <c:v>2.9743599999999999E-2</c:v>
                </c:pt>
                <c:pt idx="2090">
                  <c:v>2.8799999999999999E-2</c:v>
                </c:pt>
                <c:pt idx="2091">
                  <c:v>3.0166699999999998E-2</c:v>
                </c:pt>
                <c:pt idx="2092">
                  <c:v>3.0842399999999999E-2</c:v>
                </c:pt>
                <c:pt idx="2093">
                  <c:v>3.03229E-2</c:v>
                </c:pt>
                <c:pt idx="2094">
                  <c:v>3.2106599999999999E-2</c:v>
                </c:pt>
                <c:pt idx="2095">
                  <c:v>3.2022500000000002E-2</c:v>
                </c:pt>
                <c:pt idx="2096">
                  <c:v>3.4103800000000004E-2</c:v>
                </c:pt>
                <c:pt idx="2097">
                  <c:v>3.3878699999999998E-2</c:v>
                </c:pt>
                <c:pt idx="2098">
                  <c:v>3.3118000000000002E-2</c:v>
                </c:pt>
                <c:pt idx="2099">
                  <c:v>3.2776899999999998E-2</c:v>
                </c:pt>
                <c:pt idx="2100">
                  <c:v>3.6333300000000006E-2</c:v>
                </c:pt>
                <c:pt idx="2101">
                  <c:v>3.5050999999999999E-2</c:v>
                </c:pt>
                <c:pt idx="2102">
                  <c:v>3.5553599999999998E-2</c:v>
                </c:pt>
                <c:pt idx="2103">
                  <c:v>3.4704600000000002E-2</c:v>
                </c:pt>
                <c:pt idx="2104">
                  <c:v>3.2966500000000003E-2</c:v>
                </c:pt>
                <c:pt idx="2105">
                  <c:v>3.3500000000000002E-2</c:v>
                </c:pt>
                <c:pt idx="2106">
                  <c:v>3.2002800000000005E-2</c:v>
                </c:pt>
                <c:pt idx="2107">
                  <c:v>3.3566699999999998E-2</c:v>
                </c:pt>
                <c:pt idx="2108">
                  <c:v>3.4494999999999998E-2</c:v>
                </c:pt>
                <c:pt idx="2109">
                  <c:v>3.5200000000000002E-2</c:v>
                </c:pt>
                <c:pt idx="2110">
                  <c:v>3.5160400000000001E-2</c:v>
                </c:pt>
                <c:pt idx="2111">
                  <c:v>3.6933300000000002E-2</c:v>
                </c:pt>
                <c:pt idx="2112">
                  <c:v>3.7066699999999994E-2</c:v>
                </c:pt>
                <c:pt idx="2113">
                  <c:v>3.5470000000000002E-2</c:v>
                </c:pt>
                <c:pt idx="2114">
                  <c:v>3.4500000000000003E-2</c:v>
                </c:pt>
                <c:pt idx="2115">
                  <c:v>3.73E-2</c:v>
                </c:pt>
                <c:pt idx="2116">
                  <c:v>3.72812E-2</c:v>
                </c:pt>
                <c:pt idx="2117">
                  <c:v>3.8767299999999998E-2</c:v>
                </c:pt>
                <c:pt idx="2118">
                  <c:v>3.7316000000000002E-2</c:v>
                </c:pt>
                <c:pt idx="2119">
                  <c:v>3.7414999999999997E-2</c:v>
                </c:pt>
                <c:pt idx="2120">
                  <c:v>3.9199299999999999E-2</c:v>
                </c:pt>
                <c:pt idx="2121">
                  <c:v>3.8199999999999998E-2</c:v>
                </c:pt>
                <c:pt idx="2122">
                  <c:v>3.7755799999999999E-2</c:v>
                </c:pt>
                <c:pt idx="2123">
                  <c:v>4.0102800000000001E-2</c:v>
                </c:pt>
                <c:pt idx="2124">
                  <c:v>4.1433299999999999E-2</c:v>
                </c:pt>
                <c:pt idx="2125">
                  <c:v>3.9100000000000003E-2</c:v>
                </c:pt>
                <c:pt idx="2126">
                  <c:v>3.9300000000000002E-2</c:v>
                </c:pt>
                <c:pt idx="2127">
                  <c:v>3.8800000000000001E-2</c:v>
                </c:pt>
                <c:pt idx="2128">
                  <c:v>4.0057799999999998E-2</c:v>
                </c:pt>
                <c:pt idx="2129">
                  <c:v>4.335E-2</c:v>
                </c:pt>
                <c:pt idx="2130">
                  <c:v>4.2362499999999997E-2</c:v>
                </c:pt>
                <c:pt idx="2131">
                  <c:v>4.0933300000000006E-2</c:v>
                </c:pt>
                <c:pt idx="2132">
                  <c:v>4.2333300000000004E-2</c:v>
                </c:pt>
                <c:pt idx="2133">
                  <c:v>4.1672300000000002E-2</c:v>
                </c:pt>
                <c:pt idx="2134">
                  <c:v>4.1033300000000002E-2</c:v>
                </c:pt>
                <c:pt idx="2135">
                  <c:v>3.8884800000000004E-2</c:v>
                </c:pt>
                <c:pt idx="2136">
                  <c:v>3.8300000000000001E-2</c:v>
                </c:pt>
                <c:pt idx="2137">
                  <c:v>3.7088000000000003E-2</c:v>
                </c:pt>
                <c:pt idx="2138">
                  <c:v>3.6911200000000005E-2</c:v>
                </c:pt>
                <c:pt idx="2139">
                  <c:v>3.5859700000000001E-2</c:v>
                </c:pt>
                <c:pt idx="2140">
                  <c:v>3.5656899999999998E-2</c:v>
                </c:pt>
                <c:pt idx="2141">
                  <c:v>3.5183300000000001E-2</c:v>
                </c:pt>
                <c:pt idx="2142">
                  <c:v>3.5008300000000006E-2</c:v>
                </c:pt>
                <c:pt idx="2143">
                  <c:v>3.5559899999999998E-2</c:v>
                </c:pt>
                <c:pt idx="2144">
                  <c:v>3.3298800000000003E-2</c:v>
                </c:pt>
                <c:pt idx="2145">
                  <c:v>3.41809E-2</c:v>
                </c:pt>
                <c:pt idx="2146">
                  <c:v>3.30335E-2</c:v>
                </c:pt>
                <c:pt idx="2147">
                  <c:v>3.1433300000000004E-2</c:v>
                </c:pt>
                <c:pt idx="2148">
                  <c:v>3.2090399999999998E-2</c:v>
                </c:pt>
                <c:pt idx="2149">
                  <c:v>3.39E-2</c:v>
                </c:pt>
                <c:pt idx="2150">
                  <c:v>3.2525699999999998E-2</c:v>
                </c:pt>
                <c:pt idx="2151">
                  <c:v>3.1850499999999997E-2</c:v>
                </c:pt>
                <c:pt idx="2152">
                  <c:v>3.0124000000000001E-2</c:v>
                </c:pt>
                <c:pt idx="2153">
                  <c:v>2.8457E-2</c:v>
                </c:pt>
                <c:pt idx="2154">
                  <c:v>2.895E-2</c:v>
                </c:pt>
                <c:pt idx="2155">
                  <c:v>2.9700000000000001E-2</c:v>
                </c:pt>
                <c:pt idx="2156">
                  <c:v>2.8199999999999999E-2</c:v>
                </c:pt>
                <c:pt idx="2157">
                  <c:v>2.72248E-2</c:v>
                </c:pt>
                <c:pt idx="2158">
                  <c:v>2.7190100000000002E-2</c:v>
                </c:pt>
                <c:pt idx="2159">
                  <c:v>2.7380999999999999E-2</c:v>
                </c:pt>
                <c:pt idx="2160">
                  <c:v>2.7039899999999999E-2</c:v>
                </c:pt>
                <c:pt idx="2161">
                  <c:v>2.7753300000000002E-2</c:v>
                </c:pt>
                <c:pt idx="2162">
                  <c:v>2.7221199999999997E-2</c:v>
                </c:pt>
                <c:pt idx="2163">
                  <c:v>2.7427999999999998E-2</c:v>
                </c:pt>
                <c:pt idx="2164">
                  <c:v>2.9783300000000002E-2</c:v>
                </c:pt>
                <c:pt idx="2165">
                  <c:v>2.94396E-2</c:v>
                </c:pt>
                <c:pt idx="2166">
                  <c:v>2.9850000000000002E-2</c:v>
                </c:pt>
                <c:pt idx="2167">
                  <c:v>2.9138299999999999E-2</c:v>
                </c:pt>
                <c:pt idx="2168">
                  <c:v>2.8320999999999999E-2</c:v>
                </c:pt>
                <c:pt idx="2169">
                  <c:v>2.9359500000000004E-2</c:v>
                </c:pt>
                <c:pt idx="2170">
                  <c:v>2.8894600000000003E-2</c:v>
                </c:pt>
                <c:pt idx="2171">
                  <c:v>2.7457299999999997E-2</c:v>
                </c:pt>
                <c:pt idx="2172">
                  <c:v>2.7406900000000001E-2</c:v>
                </c:pt>
                <c:pt idx="2173">
                  <c:v>2.7358800000000003E-2</c:v>
                </c:pt>
                <c:pt idx="2174">
                  <c:v>2.5887299999999999E-2</c:v>
                </c:pt>
                <c:pt idx="2175">
                  <c:v>2.4521399999999999E-2</c:v>
                </c:pt>
                <c:pt idx="2176">
                  <c:v>2.2450000000000001E-2</c:v>
                </c:pt>
                <c:pt idx="2177">
                  <c:v>2.1683299999999999E-2</c:v>
                </c:pt>
                <c:pt idx="2178">
                  <c:v>2.1704899999999999E-2</c:v>
                </c:pt>
                <c:pt idx="2179">
                  <c:v>2.2766499999999999E-2</c:v>
                </c:pt>
                <c:pt idx="2180">
                  <c:v>2.2849999999999999E-2</c:v>
                </c:pt>
                <c:pt idx="2181">
                  <c:v>2.3616700000000001E-2</c:v>
                </c:pt>
                <c:pt idx="2182">
                  <c:v>2.2958600000000003E-2</c:v>
                </c:pt>
                <c:pt idx="2183">
                  <c:v>2.2716E-2</c:v>
                </c:pt>
                <c:pt idx="2184">
                  <c:v>2.1225000000000001E-2</c:v>
                </c:pt>
                <c:pt idx="2185">
                  <c:v>2.0097399999999998E-2</c:v>
                </c:pt>
                <c:pt idx="2186">
                  <c:v>1.9791800000000002E-2</c:v>
                </c:pt>
                <c:pt idx="2187">
                  <c:v>2.06E-2</c:v>
                </c:pt>
                <c:pt idx="2188">
                  <c:v>2.0643600000000002E-2</c:v>
                </c:pt>
                <c:pt idx="2189">
                  <c:v>2.0641300000000001E-2</c:v>
                </c:pt>
                <c:pt idx="2190">
                  <c:v>1.9733299999999999E-2</c:v>
                </c:pt>
                <c:pt idx="2191">
                  <c:v>1.9877199999999998E-2</c:v>
                </c:pt>
                <c:pt idx="2192">
                  <c:v>1.96501E-2</c:v>
                </c:pt>
                <c:pt idx="2193">
                  <c:v>1.9102299999999999E-2</c:v>
                </c:pt>
                <c:pt idx="2194">
                  <c:v>1.75313E-2</c:v>
                </c:pt>
                <c:pt idx="2195">
                  <c:v>1.7613199999999999E-2</c:v>
                </c:pt>
                <c:pt idx="2196">
                  <c:v>1.8516000000000001E-2</c:v>
                </c:pt>
                <c:pt idx="2197">
                  <c:v>1.7986500000000002E-2</c:v>
                </c:pt>
                <c:pt idx="2198">
                  <c:v>1.73951E-2</c:v>
                </c:pt>
                <c:pt idx="2199">
                  <c:v>1.7881499999999998E-2</c:v>
                </c:pt>
                <c:pt idx="2200">
                  <c:v>1.74063E-2</c:v>
                </c:pt>
                <c:pt idx="2201">
                  <c:v>1.7402500000000001E-2</c:v>
                </c:pt>
                <c:pt idx="2202">
                  <c:v>1.6994700000000001E-2</c:v>
                </c:pt>
                <c:pt idx="2203">
                  <c:v>1.6966499999999999E-2</c:v>
                </c:pt>
                <c:pt idx="2204">
                  <c:v>1.7881499999999998E-2</c:v>
                </c:pt>
                <c:pt idx="2205">
                  <c:v>1.8800000000000001E-2</c:v>
                </c:pt>
                <c:pt idx="2206">
                  <c:v>1.9436800000000001E-2</c:v>
                </c:pt>
                <c:pt idx="2207">
                  <c:v>1.90279E-2</c:v>
                </c:pt>
                <c:pt idx="2208">
                  <c:v>1.9321999999999999E-2</c:v>
                </c:pt>
                <c:pt idx="2209">
                  <c:v>2.1172300000000002E-2</c:v>
                </c:pt>
                <c:pt idx="2210">
                  <c:v>2.0597000000000001E-2</c:v>
                </c:pt>
                <c:pt idx="2211">
                  <c:v>1.9130000000000001E-2</c:v>
                </c:pt>
                <c:pt idx="2212">
                  <c:v>1.8431800000000002E-2</c:v>
                </c:pt>
                <c:pt idx="2213">
                  <c:v>1.82861E-2</c:v>
                </c:pt>
                <c:pt idx="2214">
                  <c:v>1.7427099999999997E-2</c:v>
                </c:pt>
                <c:pt idx="2215">
                  <c:v>1.76481E-2</c:v>
                </c:pt>
                <c:pt idx="2216">
                  <c:v>1.7239899999999999E-2</c:v>
                </c:pt>
                <c:pt idx="2217">
                  <c:v>1.8047199999999999E-2</c:v>
                </c:pt>
                <c:pt idx="2218">
                  <c:v>1.7754200000000001E-2</c:v>
                </c:pt>
                <c:pt idx="2219">
                  <c:v>1.7572399999999998E-2</c:v>
                </c:pt>
                <c:pt idx="2220">
                  <c:v>1.8693000000000001E-2</c:v>
                </c:pt>
                <c:pt idx="2221">
                  <c:v>1.9234899999999999E-2</c:v>
                </c:pt>
                <c:pt idx="2222">
                  <c:v>1.88959E-2</c:v>
                </c:pt>
                <c:pt idx="2223">
                  <c:v>1.9335599999999998E-2</c:v>
                </c:pt>
                <c:pt idx="2224">
                  <c:v>1.8525699999999999E-2</c:v>
                </c:pt>
                <c:pt idx="2225">
                  <c:v>1.7905899999999999E-2</c:v>
                </c:pt>
                <c:pt idx="2226">
                  <c:v>1.7240399999999999E-2</c:v>
                </c:pt>
                <c:pt idx="2227">
                  <c:v>1.70072E-2</c:v>
                </c:pt>
                <c:pt idx="2228">
                  <c:v>1.70084E-2</c:v>
                </c:pt>
                <c:pt idx="2229">
                  <c:v>1.6236799999999999E-2</c:v>
                </c:pt>
                <c:pt idx="2230">
                  <c:v>1.5923300000000001E-2</c:v>
                </c:pt>
                <c:pt idx="2231">
                  <c:v>1.61882E-2</c:v>
                </c:pt>
                <c:pt idx="2232">
                  <c:v>1.42614E-2</c:v>
                </c:pt>
                <c:pt idx="2233">
                  <c:v>1.45107E-2</c:v>
                </c:pt>
                <c:pt idx="2234">
                  <c:v>1.3675E-2</c:v>
                </c:pt>
                <c:pt idx="2235">
                  <c:v>1.3981899999999998E-2</c:v>
                </c:pt>
                <c:pt idx="2236">
                  <c:v>1.4261899999999999E-2</c:v>
                </c:pt>
                <c:pt idx="2237">
                  <c:v>1.3557E-2</c:v>
                </c:pt>
                <c:pt idx="2238">
                  <c:v>1.3375700000000001E-2</c:v>
                </c:pt>
                <c:pt idx="2239">
                  <c:v>1.14018E-2</c:v>
                </c:pt>
                <c:pt idx="2240">
                  <c:v>1.1724999999999999E-2</c:v>
                </c:pt>
                <c:pt idx="2241">
                  <c:v>1.16104E-2</c:v>
                </c:pt>
                <c:pt idx="2242">
                  <c:v>1.22746E-2</c:v>
                </c:pt>
                <c:pt idx="2243">
                  <c:v>1.1429999999999999E-2</c:v>
                </c:pt>
                <c:pt idx="2244">
                  <c:v>1.1956699999999999E-2</c:v>
                </c:pt>
                <c:pt idx="2245">
                  <c:v>1.3247E-2</c:v>
                </c:pt>
                <c:pt idx="2246">
                  <c:v>1.30808E-2</c:v>
                </c:pt>
                <c:pt idx="2247">
                  <c:v>1.2939500000000001E-2</c:v>
                </c:pt>
                <c:pt idx="2248">
                  <c:v>1.3389099999999999E-2</c:v>
                </c:pt>
                <c:pt idx="2249">
                  <c:v>1.4075000000000001E-2</c:v>
                </c:pt>
                <c:pt idx="2250">
                  <c:v>1.3210900000000001E-2</c:v>
                </c:pt>
                <c:pt idx="2251">
                  <c:v>1.3699000000000001E-2</c:v>
                </c:pt>
                <c:pt idx="2252">
                  <c:v>1.3391E-2</c:v>
                </c:pt>
                <c:pt idx="2253">
                  <c:v>1.24805E-2</c:v>
                </c:pt>
                <c:pt idx="2254">
                  <c:v>1.2430099999999999E-2</c:v>
                </c:pt>
                <c:pt idx="2255">
                  <c:v>1.2397199999999999E-2</c:v>
                </c:pt>
                <c:pt idx="2256">
                  <c:v>1.2919E-2</c:v>
                </c:pt>
                <c:pt idx="2257">
                  <c:v>1.31255E-2</c:v>
                </c:pt>
                <c:pt idx="2258">
                  <c:v>1.3151300000000001E-2</c:v>
                </c:pt>
                <c:pt idx="2259">
                  <c:v>1.37755E-2</c:v>
                </c:pt>
                <c:pt idx="2260">
                  <c:v>1.44911E-2</c:v>
                </c:pt>
                <c:pt idx="2261">
                  <c:v>1.42252E-2</c:v>
                </c:pt>
                <c:pt idx="2262">
                  <c:v>1.3216800000000001E-2</c:v>
                </c:pt>
                <c:pt idx="2263">
                  <c:v>1.3085599999999999E-2</c:v>
                </c:pt>
                <c:pt idx="2264">
                  <c:v>1.3077199999999999E-2</c:v>
                </c:pt>
                <c:pt idx="2265">
                  <c:v>1.2288E-2</c:v>
                </c:pt>
                <c:pt idx="2266">
                  <c:v>1.2408199999999999E-2</c:v>
                </c:pt>
                <c:pt idx="2267">
                  <c:v>1.2127599999999999E-2</c:v>
                </c:pt>
                <c:pt idx="2268">
                  <c:v>1.2366500000000001E-2</c:v>
                </c:pt>
                <c:pt idx="2269">
                  <c:v>1.19075E-2</c:v>
                </c:pt>
                <c:pt idx="2270">
                  <c:v>1.1703400000000001E-2</c:v>
                </c:pt>
                <c:pt idx="2271">
                  <c:v>1.10875E-2</c:v>
                </c:pt>
                <c:pt idx="2272">
                  <c:v>1.16858E-2</c:v>
                </c:pt>
                <c:pt idx="2273">
                  <c:v>1.1590099999999999E-2</c:v>
                </c:pt>
                <c:pt idx="2274">
                  <c:v>1.22583E-2</c:v>
                </c:pt>
                <c:pt idx="2275">
                  <c:v>1.18876E-2</c:v>
                </c:pt>
                <c:pt idx="2276">
                  <c:v>1.2315099999999999E-2</c:v>
                </c:pt>
                <c:pt idx="2277">
                  <c:v>1.29512E-2</c:v>
                </c:pt>
                <c:pt idx="2278">
                  <c:v>1.3326300000000001E-2</c:v>
                </c:pt>
                <c:pt idx="2279">
                  <c:v>1.3043299999999999E-2</c:v>
                </c:pt>
                <c:pt idx="2280">
                  <c:v>1.28059E-2</c:v>
                </c:pt>
                <c:pt idx="2281">
                  <c:v>1.26631E-2</c:v>
                </c:pt>
                <c:pt idx="2282">
                  <c:v>1.3538700000000001E-2</c:v>
                </c:pt>
                <c:pt idx="2283">
                  <c:v>1.3353299999999999E-2</c:v>
                </c:pt>
                <c:pt idx="2284">
                  <c:v>1.23E-2</c:v>
                </c:pt>
                <c:pt idx="2285">
                  <c:v>1.1733799999999999E-2</c:v>
                </c:pt>
                <c:pt idx="2286">
                  <c:v>1.21315E-2</c:v>
                </c:pt>
                <c:pt idx="2287">
                  <c:v>1.1550400000000001E-2</c:v>
                </c:pt>
                <c:pt idx="2288">
                  <c:v>1.1358400000000001E-2</c:v>
                </c:pt>
                <c:pt idx="2289">
                  <c:v>1.1353100000000001E-2</c:v>
                </c:pt>
                <c:pt idx="2290">
                  <c:v>1.1476E-2</c:v>
                </c:pt>
                <c:pt idx="2291">
                  <c:v>1.11279E-2</c:v>
                </c:pt>
                <c:pt idx="2292">
                  <c:v>1.14541E-2</c:v>
                </c:pt>
                <c:pt idx="2293">
                  <c:v>1.18174E-2</c:v>
                </c:pt>
                <c:pt idx="2294">
                  <c:v>1.1465399999999999E-2</c:v>
                </c:pt>
                <c:pt idx="2295">
                  <c:v>1.1962E-2</c:v>
                </c:pt>
                <c:pt idx="2296">
                  <c:v>1.2707E-2</c:v>
                </c:pt>
                <c:pt idx="2297">
                  <c:v>1.2385500000000001E-2</c:v>
                </c:pt>
                <c:pt idx="2298">
                  <c:v>1.3063999999999999E-2</c:v>
                </c:pt>
                <c:pt idx="2299">
                  <c:v>1.3605899999999999E-2</c:v>
                </c:pt>
                <c:pt idx="2300">
                  <c:v>1.4140700000000001E-2</c:v>
                </c:pt>
                <c:pt idx="2301">
                  <c:v>1.4427000000000001E-2</c:v>
                </c:pt>
                <c:pt idx="2302">
                  <c:v>1.32905E-2</c:v>
                </c:pt>
                <c:pt idx="2303">
                  <c:v>1.3751300000000001E-2</c:v>
                </c:pt>
                <c:pt idx="2304">
                  <c:v>1.35709E-2</c:v>
                </c:pt>
                <c:pt idx="2305">
                  <c:v>1.3853600000000001E-2</c:v>
                </c:pt>
                <c:pt idx="2306">
                  <c:v>1.3512399999999999E-2</c:v>
                </c:pt>
                <c:pt idx="2307">
                  <c:v>1.33411E-2</c:v>
                </c:pt>
                <c:pt idx="2308">
                  <c:v>1.3197300000000002E-2</c:v>
                </c:pt>
                <c:pt idx="2309">
                  <c:v>1.22083E-2</c:v>
                </c:pt>
                <c:pt idx="2310">
                  <c:v>1.2024099999999999E-2</c:v>
                </c:pt>
                <c:pt idx="2311">
                  <c:v>1.1981499999999999E-2</c:v>
                </c:pt>
                <c:pt idx="2312">
                  <c:v>1.24449E-2</c:v>
                </c:pt>
                <c:pt idx="2313">
                  <c:v>1.23856E-2</c:v>
                </c:pt>
                <c:pt idx="2314">
                  <c:v>1.19378E-2</c:v>
                </c:pt>
                <c:pt idx="2315">
                  <c:v>1.2030800000000001E-2</c:v>
                </c:pt>
                <c:pt idx="2316">
                  <c:v>1.19478E-2</c:v>
                </c:pt>
                <c:pt idx="2317">
                  <c:v>1.2098900000000001E-2</c:v>
                </c:pt>
                <c:pt idx="2318">
                  <c:v>1.20956E-2</c:v>
                </c:pt>
                <c:pt idx="2319">
                  <c:v>1.1849500000000001E-2</c:v>
                </c:pt>
                <c:pt idx="2320">
                  <c:v>1.19215E-2</c:v>
                </c:pt>
                <c:pt idx="2321">
                  <c:v>1.19951E-2</c:v>
                </c:pt>
                <c:pt idx="2322">
                  <c:v>1.18245E-2</c:v>
                </c:pt>
                <c:pt idx="2323">
                  <c:v>1.2968100000000002E-2</c:v>
                </c:pt>
                <c:pt idx="2324">
                  <c:v>1.29149E-2</c:v>
                </c:pt>
                <c:pt idx="2325">
                  <c:v>1.21116E-2</c:v>
                </c:pt>
                <c:pt idx="2326">
                  <c:v>1.2088E-2</c:v>
                </c:pt>
                <c:pt idx="2327">
                  <c:v>1.2557299999999999E-2</c:v>
                </c:pt>
                <c:pt idx="2328">
                  <c:v>1.23205E-2</c:v>
                </c:pt>
                <c:pt idx="2329">
                  <c:v>1.23447E-2</c:v>
                </c:pt>
                <c:pt idx="2330">
                  <c:v>1.2542300000000001E-2</c:v>
                </c:pt>
                <c:pt idx="2331">
                  <c:v>1.2813900000000001E-2</c:v>
                </c:pt>
                <c:pt idx="2332">
                  <c:v>1.2618300000000001E-2</c:v>
                </c:pt>
                <c:pt idx="2333">
                  <c:v>1.2489E-2</c:v>
                </c:pt>
                <c:pt idx="2334">
                  <c:v>1.2166700000000001E-2</c:v>
                </c:pt>
                <c:pt idx="2335">
                  <c:v>1.19566E-2</c:v>
                </c:pt>
                <c:pt idx="2336">
                  <c:v>1.2170799999999999E-2</c:v>
                </c:pt>
                <c:pt idx="2337">
                  <c:v>1.2708499999999999E-2</c:v>
                </c:pt>
                <c:pt idx="2338">
                  <c:v>1.26056E-2</c:v>
                </c:pt>
                <c:pt idx="2339">
                  <c:v>1.23959E-2</c:v>
                </c:pt>
                <c:pt idx="2340">
                  <c:v>1.19953E-2</c:v>
                </c:pt>
                <c:pt idx="2341">
                  <c:v>1.23517E-2</c:v>
                </c:pt>
                <c:pt idx="2342">
                  <c:v>1.22118E-2</c:v>
                </c:pt>
                <c:pt idx="2343">
                  <c:v>1.2227500000000001E-2</c:v>
                </c:pt>
                <c:pt idx="2344">
                  <c:v>1.2209900000000001E-2</c:v>
                </c:pt>
                <c:pt idx="2345">
                  <c:v>1.2121399999999999E-2</c:v>
                </c:pt>
                <c:pt idx="2346">
                  <c:v>1.22358E-2</c:v>
                </c:pt>
                <c:pt idx="2347">
                  <c:v>1.2251999999999999E-2</c:v>
                </c:pt>
                <c:pt idx="2348">
                  <c:v>1.2270099999999999E-2</c:v>
                </c:pt>
                <c:pt idx="2349">
                  <c:v>1.15742E-2</c:v>
                </c:pt>
                <c:pt idx="2350">
                  <c:v>1.1729E-2</c:v>
                </c:pt>
                <c:pt idx="2351">
                  <c:v>1.16271E-2</c:v>
                </c:pt>
                <c:pt idx="2352">
                  <c:v>1.1667499999999999E-2</c:v>
                </c:pt>
                <c:pt idx="2353">
                  <c:v>1.15569E-2</c:v>
                </c:pt>
                <c:pt idx="2354">
                  <c:v>1.1571E-2</c:v>
                </c:pt>
                <c:pt idx="2355">
                  <c:v>1.1979E-2</c:v>
                </c:pt>
                <c:pt idx="2356">
                  <c:v>1.1927399999999999E-2</c:v>
                </c:pt>
                <c:pt idx="2357">
                  <c:v>1.23705E-2</c:v>
                </c:pt>
                <c:pt idx="2358">
                  <c:v>1.2796999999999999E-2</c:v>
                </c:pt>
                <c:pt idx="2359">
                  <c:v>1.2865199999999999E-2</c:v>
                </c:pt>
                <c:pt idx="2360">
                  <c:v>1.2512300000000001E-2</c:v>
                </c:pt>
                <c:pt idx="2361">
                  <c:v>1.2795099999999998E-2</c:v>
                </c:pt>
                <c:pt idx="2362">
                  <c:v>1.3412700000000001E-2</c:v>
                </c:pt>
                <c:pt idx="2363">
                  <c:v>1.3814599999999998E-2</c:v>
                </c:pt>
                <c:pt idx="2364">
                  <c:v>1.3164199999999999E-2</c:v>
                </c:pt>
                <c:pt idx="2365">
                  <c:v>1.3750399999999999E-2</c:v>
                </c:pt>
                <c:pt idx="2366">
                  <c:v>1.3831899999999999E-2</c:v>
                </c:pt>
                <c:pt idx="2367">
                  <c:v>1.42775E-2</c:v>
                </c:pt>
                <c:pt idx="2368">
                  <c:v>1.4402000000000002E-2</c:v>
                </c:pt>
                <c:pt idx="2369">
                  <c:v>1.40269E-2</c:v>
                </c:pt>
                <c:pt idx="2370">
                  <c:v>1.36011E-2</c:v>
                </c:pt>
                <c:pt idx="2371">
                  <c:v>1.3793399999999999E-2</c:v>
                </c:pt>
                <c:pt idx="2372">
                  <c:v>1.5131899999999998E-2</c:v>
                </c:pt>
                <c:pt idx="2373">
                  <c:v>1.4972599999999999E-2</c:v>
                </c:pt>
                <c:pt idx="2374">
                  <c:v>1.5769999999999999E-2</c:v>
                </c:pt>
                <c:pt idx="2375">
                  <c:v>1.4580899999999999E-2</c:v>
                </c:pt>
                <c:pt idx="2376">
                  <c:v>1.4117500000000002E-2</c:v>
                </c:pt>
                <c:pt idx="2377">
                  <c:v>1.3662799999999999E-2</c:v>
                </c:pt>
                <c:pt idx="2378">
                  <c:v>1.3965399999999999E-2</c:v>
                </c:pt>
                <c:pt idx="2379">
                  <c:v>1.3933299999999999E-2</c:v>
                </c:pt>
                <c:pt idx="2380">
                  <c:v>1.3527899999999999E-2</c:v>
                </c:pt>
                <c:pt idx="2381">
                  <c:v>1.36667E-2</c:v>
                </c:pt>
                <c:pt idx="2382">
                  <c:v>1.34923E-2</c:v>
                </c:pt>
                <c:pt idx="2383">
                  <c:v>1.3142699999999998E-2</c:v>
                </c:pt>
                <c:pt idx="2384">
                  <c:v>1.2982200000000001E-2</c:v>
                </c:pt>
                <c:pt idx="2385">
                  <c:v>1.34016E-2</c:v>
                </c:pt>
                <c:pt idx="2386">
                  <c:v>1.3272999999999998E-2</c:v>
                </c:pt>
                <c:pt idx="2387">
                  <c:v>1.3136799999999999E-2</c:v>
                </c:pt>
                <c:pt idx="2388">
                  <c:v>1.3015700000000002E-2</c:v>
                </c:pt>
                <c:pt idx="2389">
                  <c:v>1.2739799999999999E-2</c:v>
                </c:pt>
                <c:pt idx="2390">
                  <c:v>1.27384E-2</c:v>
                </c:pt>
                <c:pt idx="2391">
                  <c:v>1.27054E-2</c:v>
                </c:pt>
                <c:pt idx="2392">
                  <c:v>1.2558E-2</c:v>
                </c:pt>
                <c:pt idx="2393">
                  <c:v>1.2220099999999999E-2</c:v>
                </c:pt>
                <c:pt idx="2394">
                  <c:v>1.1690900000000001E-2</c:v>
                </c:pt>
                <c:pt idx="2395">
                  <c:v>1.1590099999999999E-2</c:v>
                </c:pt>
                <c:pt idx="2396">
                  <c:v>1.1624899999999999E-2</c:v>
                </c:pt>
                <c:pt idx="2397">
                  <c:v>1.1531100000000001E-2</c:v>
                </c:pt>
                <c:pt idx="2398">
                  <c:v>1.16159E-2</c:v>
                </c:pt>
                <c:pt idx="2399">
                  <c:v>1.18008E-2</c:v>
                </c:pt>
                <c:pt idx="2400">
                  <c:v>1.16474E-2</c:v>
                </c:pt>
                <c:pt idx="2401">
                  <c:v>1.1443E-2</c:v>
                </c:pt>
                <c:pt idx="2402">
                  <c:v>1.15724E-2</c:v>
                </c:pt>
                <c:pt idx="2403">
                  <c:v>1.19548E-2</c:v>
                </c:pt>
                <c:pt idx="2404">
                  <c:v>1.2462600000000001E-2</c:v>
                </c:pt>
                <c:pt idx="2405">
                  <c:v>1.2414E-2</c:v>
                </c:pt>
                <c:pt idx="2406">
                  <c:v>1.27414E-2</c:v>
                </c:pt>
                <c:pt idx="2407">
                  <c:v>1.2858400000000001E-2</c:v>
                </c:pt>
                <c:pt idx="2408">
                  <c:v>1.3218299999999999E-2</c:v>
                </c:pt>
                <c:pt idx="2409">
                  <c:v>1.31802E-2</c:v>
                </c:pt>
                <c:pt idx="2410">
                  <c:v>1.30186E-2</c:v>
                </c:pt>
                <c:pt idx="2411">
                  <c:v>1.30536E-2</c:v>
                </c:pt>
                <c:pt idx="2412">
                  <c:v>1.2567700000000001E-2</c:v>
                </c:pt>
                <c:pt idx="2413">
                  <c:v>1.2567E-2</c:v>
                </c:pt>
                <c:pt idx="2414">
                  <c:v>1.1545999999999999E-2</c:v>
                </c:pt>
                <c:pt idx="2415">
                  <c:v>1.21774E-2</c:v>
                </c:pt>
                <c:pt idx="2416">
                  <c:v>1.2578199999999999E-2</c:v>
                </c:pt>
                <c:pt idx="2417">
                  <c:v>1.2495000000000001E-2</c:v>
                </c:pt>
                <c:pt idx="2418">
                  <c:v>1.2515099999999999E-2</c:v>
                </c:pt>
                <c:pt idx="2419">
                  <c:v>1.21102E-2</c:v>
                </c:pt>
                <c:pt idx="2420">
                  <c:v>1.1927399999999999E-2</c:v>
                </c:pt>
                <c:pt idx="2421">
                  <c:v>1.1616700000000001E-2</c:v>
                </c:pt>
                <c:pt idx="2422">
                  <c:v>1.1001200000000001E-2</c:v>
                </c:pt>
                <c:pt idx="2423">
                  <c:v>1.14497E-2</c:v>
                </c:pt>
                <c:pt idx="2424">
                  <c:v>1.1442300000000001E-2</c:v>
                </c:pt>
                <c:pt idx="2425">
                  <c:v>1.1123300000000001E-2</c:v>
                </c:pt>
                <c:pt idx="2426">
                  <c:v>1.1295600000000001E-2</c:v>
                </c:pt>
                <c:pt idx="2427">
                  <c:v>1.1594399999999999E-2</c:v>
                </c:pt>
                <c:pt idx="2428">
                  <c:v>1.1621899999999999E-2</c:v>
                </c:pt>
                <c:pt idx="2429">
                  <c:v>1.1785200000000001E-2</c:v>
                </c:pt>
                <c:pt idx="2430">
                  <c:v>1.2925999999999998E-2</c:v>
                </c:pt>
                <c:pt idx="2431">
                  <c:v>1.24536E-2</c:v>
                </c:pt>
                <c:pt idx="2432">
                  <c:v>1.2063299999999999E-2</c:v>
                </c:pt>
                <c:pt idx="2433">
                  <c:v>1.23683E-2</c:v>
                </c:pt>
                <c:pt idx="2434">
                  <c:v>1.18729E-2</c:v>
                </c:pt>
                <c:pt idx="2435">
                  <c:v>1.3003000000000001E-2</c:v>
                </c:pt>
                <c:pt idx="2436">
                  <c:v>1.3494999999999998E-2</c:v>
                </c:pt>
                <c:pt idx="2437">
                  <c:v>1.54065E-2</c:v>
                </c:pt>
                <c:pt idx="2438">
                  <c:v>1.5267900000000001E-2</c:v>
                </c:pt>
                <c:pt idx="2439">
                  <c:v>1.28138E-2</c:v>
                </c:pt>
                <c:pt idx="2440">
                  <c:v>1.27146E-2</c:v>
                </c:pt>
                <c:pt idx="2441">
                  <c:v>1.18219E-2</c:v>
                </c:pt>
                <c:pt idx="2442">
                  <c:v>1.2111499999999999E-2</c:v>
                </c:pt>
                <c:pt idx="2443">
                  <c:v>1.3125700000000001E-2</c:v>
                </c:pt>
                <c:pt idx="2444">
                  <c:v>1.3401499999999998E-2</c:v>
                </c:pt>
                <c:pt idx="2445">
                  <c:v>1.4354400000000002E-2</c:v>
                </c:pt>
                <c:pt idx="2446">
                  <c:v>1.4250000000000001E-2</c:v>
                </c:pt>
                <c:pt idx="2447">
                  <c:v>1.5421199999999999E-2</c:v>
                </c:pt>
                <c:pt idx="2448">
                  <c:v>1.48022E-2</c:v>
                </c:pt>
                <c:pt idx="2449">
                  <c:v>1.4704E-2</c:v>
                </c:pt>
                <c:pt idx="2450">
                  <c:v>1.4796999999999999E-2</c:v>
                </c:pt>
                <c:pt idx="2451">
                  <c:v>1.4154900000000002E-2</c:v>
                </c:pt>
                <c:pt idx="2452">
                  <c:v>1.3481999999999999E-2</c:v>
                </c:pt>
                <c:pt idx="2453">
                  <c:v>1.3602400000000001E-2</c:v>
                </c:pt>
                <c:pt idx="2454">
                  <c:v>1.35833E-2</c:v>
                </c:pt>
                <c:pt idx="2455">
                  <c:v>1.38E-2</c:v>
                </c:pt>
                <c:pt idx="2456">
                  <c:v>1.3516499999999999E-2</c:v>
                </c:pt>
                <c:pt idx="2457">
                  <c:v>1.3421000000000001E-2</c:v>
                </c:pt>
                <c:pt idx="2458">
                  <c:v>1.46167E-2</c:v>
                </c:pt>
                <c:pt idx="2459">
                  <c:v>1.4966900000000002E-2</c:v>
                </c:pt>
                <c:pt idx="2460">
                  <c:v>1.49917E-2</c:v>
                </c:pt>
                <c:pt idx="2461">
                  <c:v>1.4646600000000001E-2</c:v>
                </c:pt>
                <c:pt idx="2462">
                  <c:v>1.4153899999999999E-2</c:v>
                </c:pt>
                <c:pt idx="2463">
                  <c:v>1.4180799999999999E-2</c:v>
                </c:pt>
                <c:pt idx="2464">
                  <c:v>1.3624600000000001E-2</c:v>
                </c:pt>
                <c:pt idx="2465">
                  <c:v>1.3399899999999999E-2</c:v>
                </c:pt>
                <c:pt idx="2466">
                  <c:v>1.34912E-2</c:v>
                </c:pt>
                <c:pt idx="2467">
                  <c:v>1.3149299999999999E-2</c:v>
                </c:pt>
                <c:pt idx="2468">
                  <c:v>1.2755800000000001E-2</c:v>
                </c:pt>
                <c:pt idx="2469">
                  <c:v>1.25518E-2</c:v>
                </c:pt>
                <c:pt idx="2470">
                  <c:v>1.29713E-2</c:v>
                </c:pt>
                <c:pt idx="2471">
                  <c:v>1.29868E-2</c:v>
                </c:pt>
                <c:pt idx="2472">
                  <c:v>1.3462100000000001E-2</c:v>
                </c:pt>
                <c:pt idx="2473">
                  <c:v>1.30767E-2</c:v>
                </c:pt>
                <c:pt idx="2474">
                  <c:v>1.2963200000000001E-2</c:v>
                </c:pt>
                <c:pt idx="2475">
                  <c:v>1.3977699999999999E-2</c:v>
                </c:pt>
                <c:pt idx="2476">
                  <c:v>1.4029400000000001E-2</c:v>
                </c:pt>
                <c:pt idx="2477">
                  <c:v>1.4171899999999999E-2</c:v>
                </c:pt>
                <c:pt idx="2478">
                  <c:v>1.40363E-2</c:v>
                </c:pt>
                <c:pt idx="2479">
                  <c:v>1.4044800000000001E-2</c:v>
                </c:pt>
                <c:pt idx="2480">
                  <c:v>1.40172E-2</c:v>
                </c:pt>
                <c:pt idx="2481">
                  <c:v>1.3586699999999998E-2</c:v>
                </c:pt>
                <c:pt idx="2482">
                  <c:v>1.3099700000000001E-2</c:v>
                </c:pt>
                <c:pt idx="2483">
                  <c:v>1.2883199999999999E-2</c:v>
                </c:pt>
                <c:pt idx="2484">
                  <c:v>1.26555E-2</c:v>
                </c:pt>
                <c:pt idx="2485">
                  <c:v>1.2159999999999999E-2</c:v>
                </c:pt>
                <c:pt idx="2486">
                  <c:v>1.24776E-2</c:v>
                </c:pt>
                <c:pt idx="2487">
                  <c:v>1.23316E-2</c:v>
                </c:pt>
                <c:pt idx="2488">
                  <c:v>1.26518E-2</c:v>
                </c:pt>
                <c:pt idx="2489">
                  <c:v>1.27776E-2</c:v>
                </c:pt>
                <c:pt idx="2490">
                  <c:v>1.2314499999999999E-2</c:v>
                </c:pt>
                <c:pt idx="2491">
                  <c:v>1.2384600000000001E-2</c:v>
                </c:pt>
                <c:pt idx="2492">
                  <c:v>1.20416E-2</c:v>
                </c:pt>
                <c:pt idx="2493">
                  <c:v>1.2000199999999999E-2</c:v>
                </c:pt>
                <c:pt idx="2494">
                  <c:v>1.1639499999999999E-2</c:v>
                </c:pt>
                <c:pt idx="2495">
                  <c:v>1.17106E-2</c:v>
                </c:pt>
                <c:pt idx="2496">
                  <c:v>1.19679E-2</c:v>
                </c:pt>
                <c:pt idx="2497">
                  <c:v>1.1681100000000002E-2</c:v>
                </c:pt>
                <c:pt idx="2498">
                  <c:v>1.1690900000000001E-2</c:v>
                </c:pt>
                <c:pt idx="2499">
                  <c:v>1.1299E-2</c:v>
                </c:pt>
                <c:pt idx="2500">
                  <c:v>1.15231E-2</c:v>
                </c:pt>
                <c:pt idx="2501">
                  <c:v>1.1558300000000001E-2</c:v>
                </c:pt>
                <c:pt idx="2502">
                  <c:v>1.1507099999999999E-2</c:v>
                </c:pt>
                <c:pt idx="2503">
                  <c:v>1.1473300000000001E-2</c:v>
                </c:pt>
                <c:pt idx="2504">
                  <c:v>1.1230200000000001E-2</c:v>
                </c:pt>
                <c:pt idx="2505">
                  <c:v>1.1389700000000001E-2</c:v>
                </c:pt>
                <c:pt idx="2506">
                  <c:v>1.1446E-2</c:v>
                </c:pt>
                <c:pt idx="2507">
                  <c:v>1.17231E-2</c:v>
                </c:pt>
                <c:pt idx="2508">
                  <c:v>1.1923900000000001E-2</c:v>
                </c:pt>
                <c:pt idx="2509">
                  <c:v>1.1952800000000001E-2</c:v>
                </c:pt>
                <c:pt idx="2510">
                  <c:v>1.1592100000000001E-2</c:v>
                </c:pt>
                <c:pt idx="2511">
                  <c:v>1.17012E-2</c:v>
                </c:pt>
                <c:pt idx="2512">
                  <c:v>1.1896299999999999E-2</c:v>
                </c:pt>
                <c:pt idx="2513">
                  <c:v>1.2118E-2</c:v>
                </c:pt>
                <c:pt idx="2514">
                  <c:v>1.18873E-2</c:v>
                </c:pt>
                <c:pt idx="2515">
                  <c:v>1.24809E-2</c:v>
                </c:pt>
                <c:pt idx="2516">
                  <c:v>1.2506399999999999E-2</c:v>
                </c:pt>
                <c:pt idx="2517">
                  <c:v>1.2895400000000001E-2</c:v>
                </c:pt>
                <c:pt idx="2518">
                  <c:v>1.2875800000000001E-2</c:v>
                </c:pt>
                <c:pt idx="2519">
                  <c:v>1.3161300000000001E-2</c:v>
                </c:pt>
                <c:pt idx="2520">
                  <c:v>1.3146199999999999E-2</c:v>
                </c:pt>
                <c:pt idx="2521">
                  <c:v>1.24101E-2</c:v>
                </c:pt>
                <c:pt idx="2522">
                  <c:v>1.21806E-2</c:v>
                </c:pt>
                <c:pt idx="2523">
                  <c:v>1.1881699999999999E-2</c:v>
                </c:pt>
                <c:pt idx="2524">
                  <c:v>1.1804500000000001E-2</c:v>
                </c:pt>
                <c:pt idx="2525">
                  <c:v>1.2379100000000001E-2</c:v>
                </c:pt>
                <c:pt idx="2526">
                  <c:v>1.2751500000000001E-2</c:v>
                </c:pt>
                <c:pt idx="2527">
                  <c:v>1.2566299999999999E-2</c:v>
                </c:pt>
                <c:pt idx="2528">
                  <c:v>1.2459600000000001E-2</c:v>
                </c:pt>
                <c:pt idx="2529">
                  <c:v>1.2009799999999999E-2</c:v>
                </c:pt>
                <c:pt idx="2530">
                  <c:v>1.19995E-2</c:v>
                </c:pt>
                <c:pt idx="2531">
                  <c:v>1.17853E-2</c:v>
                </c:pt>
                <c:pt idx="2532">
                  <c:v>1.14057E-2</c:v>
                </c:pt>
                <c:pt idx="2533">
                  <c:v>1.1749800000000001E-2</c:v>
                </c:pt>
                <c:pt idx="2534">
                  <c:v>1.1848000000000001E-2</c:v>
                </c:pt>
                <c:pt idx="2535">
                  <c:v>1.19159E-2</c:v>
                </c:pt>
                <c:pt idx="2536">
                  <c:v>1.1729E-2</c:v>
                </c:pt>
                <c:pt idx="2537">
                  <c:v>1.20342E-2</c:v>
                </c:pt>
                <c:pt idx="2538">
                  <c:v>1.16904E-2</c:v>
                </c:pt>
                <c:pt idx="2539">
                  <c:v>1.15E-2</c:v>
                </c:pt>
                <c:pt idx="2540">
                  <c:v>1.1449599999999999E-2</c:v>
                </c:pt>
                <c:pt idx="2541">
                  <c:v>1.1506000000000001E-2</c:v>
                </c:pt>
                <c:pt idx="2542">
                  <c:v>1.15902E-2</c:v>
                </c:pt>
                <c:pt idx="2543">
                  <c:v>1.12698E-2</c:v>
                </c:pt>
                <c:pt idx="2544">
                  <c:v>1.1287200000000001E-2</c:v>
                </c:pt>
                <c:pt idx="2545">
                  <c:v>1.0848200000000001E-2</c:v>
                </c:pt>
                <c:pt idx="2546">
                  <c:v>1.0500000000000001E-2</c:v>
                </c:pt>
                <c:pt idx="2547">
                  <c:v>1.03407E-2</c:v>
                </c:pt>
                <c:pt idx="2548">
                  <c:v>9.9004999999999996E-3</c:v>
                </c:pt>
                <c:pt idx="2549">
                  <c:v>9.9197999999999995E-3</c:v>
                </c:pt>
                <c:pt idx="2550">
                  <c:v>9.3729E-3</c:v>
                </c:pt>
                <c:pt idx="2551">
                  <c:v>8.9308000000000009E-3</c:v>
                </c:pt>
                <c:pt idx="2552">
                  <c:v>9.2644000000000008E-3</c:v>
                </c:pt>
                <c:pt idx="2553">
                  <c:v>9.6851999999999997E-3</c:v>
                </c:pt>
                <c:pt idx="2554">
                  <c:v>1.0003E-2</c:v>
                </c:pt>
                <c:pt idx="2555">
                  <c:v>1.03333E-2</c:v>
                </c:pt>
                <c:pt idx="2556">
                  <c:v>9.966899999999999E-3</c:v>
                </c:pt>
                <c:pt idx="2557">
                  <c:v>1.00471E-2</c:v>
                </c:pt>
                <c:pt idx="2558">
                  <c:v>9.9385999999999988E-3</c:v>
                </c:pt>
                <c:pt idx="2559">
                  <c:v>9.6016999999999995E-3</c:v>
                </c:pt>
                <c:pt idx="2560">
                  <c:v>9.7672999999999996E-3</c:v>
                </c:pt>
                <c:pt idx="2561">
                  <c:v>9.9992999999999992E-3</c:v>
                </c:pt>
                <c:pt idx="2562">
                  <c:v>1.00115E-2</c:v>
                </c:pt>
                <c:pt idx="2563">
                  <c:v>1.0061199999999999E-2</c:v>
                </c:pt>
                <c:pt idx="2564">
                  <c:v>9.9363000000000003E-3</c:v>
                </c:pt>
                <c:pt idx="2565">
                  <c:v>9.6730999999999987E-3</c:v>
                </c:pt>
                <c:pt idx="2566">
                  <c:v>9.4780000000000003E-3</c:v>
                </c:pt>
                <c:pt idx="2567">
                  <c:v>9.0700999999999993E-3</c:v>
                </c:pt>
                <c:pt idx="2568">
                  <c:v>9.3543000000000012E-3</c:v>
                </c:pt>
                <c:pt idx="2569">
                  <c:v>9.7408000000000008E-3</c:v>
                </c:pt>
                <c:pt idx="2570">
                  <c:v>9.9046999999999989E-3</c:v>
                </c:pt>
                <c:pt idx="2571">
                  <c:v>1.0170800000000001E-2</c:v>
                </c:pt>
                <c:pt idx="2572">
                  <c:v>1.0136900000000001E-2</c:v>
                </c:pt>
                <c:pt idx="2573">
                  <c:v>1.0422900000000001E-2</c:v>
                </c:pt>
                <c:pt idx="2574">
                  <c:v>1.04425E-2</c:v>
                </c:pt>
                <c:pt idx="2575">
                  <c:v>1.1275E-2</c:v>
                </c:pt>
                <c:pt idx="2576">
                  <c:v>1.0983400000000001E-2</c:v>
                </c:pt>
                <c:pt idx="2577">
                  <c:v>1.0789499999999999E-2</c:v>
                </c:pt>
                <c:pt idx="2578">
                  <c:v>1.0721E-2</c:v>
                </c:pt>
                <c:pt idx="2579">
                  <c:v>1.09666E-2</c:v>
                </c:pt>
                <c:pt idx="2580">
                  <c:v>1.16469E-2</c:v>
                </c:pt>
                <c:pt idx="2581">
                  <c:v>1.12058E-2</c:v>
                </c:pt>
                <c:pt idx="2582">
                  <c:v>1.12733E-2</c:v>
                </c:pt>
                <c:pt idx="2583">
                  <c:v>1.1479000000000001E-2</c:v>
                </c:pt>
                <c:pt idx="2584">
                  <c:v>1.1734999999999999E-2</c:v>
                </c:pt>
                <c:pt idx="2585">
                  <c:v>1.23526E-2</c:v>
                </c:pt>
                <c:pt idx="2586">
                  <c:v>1.16276E-2</c:v>
                </c:pt>
                <c:pt idx="2587">
                  <c:v>1.0879600000000001E-2</c:v>
                </c:pt>
                <c:pt idx="2588">
                  <c:v>1.05066E-2</c:v>
                </c:pt>
                <c:pt idx="2589">
                  <c:v>1.0629900000000001E-2</c:v>
                </c:pt>
                <c:pt idx="2590">
                  <c:v>1.06616E-2</c:v>
                </c:pt>
                <c:pt idx="2591">
                  <c:v>1.0896899999999999E-2</c:v>
                </c:pt>
                <c:pt idx="2592">
                  <c:v>1.11045E-2</c:v>
                </c:pt>
                <c:pt idx="2593">
                  <c:v>1.10688E-2</c:v>
                </c:pt>
                <c:pt idx="2594">
                  <c:v>1.12222E-2</c:v>
                </c:pt>
                <c:pt idx="2595">
                  <c:v>1.1063E-2</c:v>
                </c:pt>
                <c:pt idx="2596">
                  <c:v>1.16182E-2</c:v>
                </c:pt>
                <c:pt idx="2597">
                  <c:v>1.1687000000000001E-2</c:v>
                </c:pt>
                <c:pt idx="2598">
                  <c:v>1.1309900000000001E-2</c:v>
                </c:pt>
                <c:pt idx="2599">
                  <c:v>1.1623900000000001E-2</c:v>
                </c:pt>
                <c:pt idx="2600">
                  <c:v>1.15213E-2</c:v>
                </c:pt>
                <c:pt idx="2601">
                  <c:v>1.1382999999999999E-2</c:v>
                </c:pt>
                <c:pt idx="2602">
                  <c:v>1.1402599999999999E-2</c:v>
                </c:pt>
                <c:pt idx="2603">
                  <c:v>1.1441400000000001E-2</c:v>
                </c:pt>
                <c:pt idx="2604">
                  <c:v>1.1442900000000001E-2</c:v>
                </c:pt>
                <c:pt idx="2605">
                  <c:v>1.1492199999999999E-2</c:v>
                </c:pt>
                <c:pt idx="2606">
                  <c:v>1.11784E-2</c:v>
                </c:pt>
                <c:pt idx="2607">
                  <c:v>1.1130500000000002E-2</c:v>
                </c:pt>
                <c:pt idx="2608">
                  <c:v>1.1127700000000001E-2</c:v>
                </c:pt>
                <c:pt idx="2609">
                  <c:v>1.0680200000000001E-2</c:v>
                </c:pt>
                <c:pt idx="2610">
                  <c:v>1.03789E-2</c:v>
                </c:pt>
                <c:pt idx="2611">
                  <c:v>1.0430700000000001E-2</c:v>
                </c:pt>
                <c:pt idx="2612">
                  <c:v>1.06882E-2</c:v>
                </c:pt>
                <c:pt idx="2613">
                  <c:v>1.10793E-2</c:v>
                </c:pt>
                <c:pt idx="2614">
                  <c:v>1.1169699999999999E-2</c:v>
                </c:pt>
                <c:pt idx="2615">
                  <c:v>1.0947E-2</c:v>
                </c:pt>
                <c:pt idx="2616">
                  <c:v>1.06061E-2</c:v>
                </c:pt>
                <c:pt idx="2617">
                  <c:v>1.0938400000000001E-2</c:v>
                </c:pt>
                <c:pt idx="2618">
                  <c:v>1.06474E-2</c:v>
                </c:pt>
                <c:pt idx="2619">
                  <c:v>1.0713200000000001E-2</c:v>
                </c:pt>
                <c:pt idx="2620">
                  <c:v>1.0807299999999999E-2</c:v>
                </c:pt>
                <c:pt idx="2621">
                  <c:v>1.09791E-2</c:v>
                </c:pt>
                <c:pt idx="2622">
                  <c:v>1.1151600000000001E-2</c:v>
                </c:pt>
                <c:pt idx="2623">
                  <c:v>1.0917700000000001E-2</c:v>
                </c:pt>
                <c:pt idx="2624">
                  <c:v>1.0833300000000001E-2</c:v>
                </c:pt>
                <c:pt idx="2625">
                  <c:v>1.10434E-2</c:v>
                </c:pt>
                <c:pt idx="2626">
                  <c:v>1.10235E-2</c:v>
                </c:pt>
                <c:pt idx="2627">
                  <c:v>1.1428900000000001E-2</c:v>
                </c:pt>
                <c:pt idx="2628">
                  <c:v>1.21835E-2</c:v>
                </c:pt>
                <c:pt idx="2629">
                  <c:v>1.18919E-2</c:v>
                </c:pt>
                <c:pt idx="2630">
                  <c:v>1.1493099999999999E-2</c:v>
                </c:pt>
                <c:pt idx="2631">
                  <c:v>1.14918E-2</c:v>
                </c:pt>
                <c:pt idx="2632">
                  <c:v>1.1428000000000001E-2</c:v>
                </c:pt>
                <c:pt idx="2633">
                  <c:v>1.1302E-2</c:v>
                </c:pt>
                <c:pt idx="2634">
                  <c:v>1.14003E-2</c:v>
                </c:pt>
                <c:pt idx="2635">
                  <c:v>1.1489300000000001E-2</c:v>
                </c:pt>
                <c:pt idx="2636">
                  <c:v>1.18218E-2</c:v>
                </c:pt>
                <c:pt idx="2637">
                  <c:v>1.20503E-2</c:v>
                </c:pt>
                <c:pt idx="2638">
                  <c:v>1.2209699999999999E-2</c:v>
                </c:pt>
                <c:pt idx="2639">
                  <c:v>1.20733E-2</c:v>
                </c:pt>
                <c:pt idx="2640">
                  <c:v>1.1950000000000001E-2</c:v>
                </c:pt>
                <c:pt idx="2641">
                  <c:v>1.17E-2</c:v>
                </c:pt>
                <c:pt idx="2642">
                  <c:v>1.1517299999999999E-2</c:v>
                </c:pt>
                <c:pt idx="2643">
                  <c:v>1.15E-2</c:v>
                </c:pt>
                <c:pt idx="2644">
                  <c:v>1.1567900000000001E-2</c:v>
                </c:pt>
                <c:pt idx="2645">
                  <c:v>1.21729E-2</c:v>
                </c:pt>
                <c:pt idx="2646">
                  <c:v>1.2195099999999999E-2</c:v>
                </c:pt>
                <c:pt idx="2647">
                  <c:v>1.2087499999999999E-2</c:v>
                </c:pt>
                <c:pt idx="2648">
                  <c:v>1.18E-2</c:v>
                </c:pt>
                <c:pt idx="2649">
                  <c:v>1.18E-2</c:v>
                </c:pt>
                <c:pt idx="2650">
                  <c:v>1.19206E-2</c:v>
                </c:pt>
                <c:pt idx="2651">
                  <c:v>1.18592E-2</c:v>
                </c:pt>
                <c:pt idx="2652">
                  <c:v>1.13782E-2</c:v>
                </c:pt>
                <c:pt idx="2653">
                  <c:v>1.1454600000000001E-2</c:v>
                </c:pt>
                <c:pt idx="2654">
                  <c:v>1.1361599999999999E-2</c:v>
                </c:pt>
                <c:pt idx="2655">
                  <c:v>1.1062499999999999E-2</c:v>
                </c:pt>
                <c:pt idx="2656">
                  <c:v>1.102E-2</c:v>
                </c:pt>
                <c:pt idx="2657">
                  <c:v>1.1450799999999999E-2</c:v>
                </c:pt>
                <c:pt idx="2658">
                  <c:v>1.14176E-2</c:v>
                </c:pt>
                <c:pt idx="2659">
                  <c:v>1.1499500000000001E-2</c:v>
                </c:pt>
                <c:pt idx="2660">
                  <c:v>1.1676300000000001E-2</c:v>
                </c:pt>
                <c:pt idx="2661">
                  <c:v>1.19326E-2</c:v>
                </c:pt>
                <c:pt idx="2662">
                  <c:v>1.18198E-2</c:v>
                </c:pt>
                <c:pt idx="2663">
                  <c:v>1.1668300000000001E-2</c:v>
                </c:pt>
                <c:pt idx="2664">
                  <c:v>1.15006E-2</c:v>
                </c:pt>
                <c:pt idx="2665">
                  <c:v>1.1598499999999999E-2</c:v>
                </c:pt>
                <c:pt idx="2666">
                  <c:v>1.15964E-2</c:v>
                </c:pt>
                <c:pt idx="2667">
                  <c:v>1.15E-2</c:v>
                </c:pt>
                <c:pt idx="2668">
                  <c:v>1.1409900000000001E-2</c:v>
                </c:pt>
                <c:pt idx="2669">
                  <c:v>1.1564E-2</c:v>
                </c:pt>
                <c:pt idx="2670">
                  <c:v>1.1335E-2</c:v>
                </c:pt>
                <c:pt idx="2671">
                  <c:v>1.1306699999999999E-2</c:v>
                </c:pt>
                <c:pt idx="2672">
                  <c:v>1.11719E-2</c:v>
                </c:pt>
                <c:pt idx="2673">
                  <c:v>1.10335E-2</c:v>
                </c:pt>
                <c:pt idx="2674">
                  <c:v>1.08422E-2</c:v>
                </c:pt>
                <c:pt idx="2675">
                  <c:v>1.0862699999999999E-2</c:v>
                </c:pt>
                <c:pt idx="2676">
                  <c:v>1.07063E-2</c:v>
                </c:pt>
                <c:pt idx="2677">
                  <c:v>1.0698900000000001E-2</c:v>
                </c:pt>
                <c:pt idx="2678">
                  <c:v>1.0467000000000001E-2</c:v>
                </c:pt>
                <c:pt idx="2679">
                  <c:v>1.04677E-2</c:v>
                </c:pt>
                <c:pt idx="2680">
                  <c:v>1.0729499999999999E-2</c:v>
                </c:pt>
                <c:pt idx="2681">
                  <c:v>1.07002E-2</c:v>
                </c:pt>
                <c:pt idx="2682">
                  <c:v>1.0768300000000001E-2</c:v>
                </c:pt>
                <c:pt idx="2683">
                  <c:v>1.06908E-2</c:v>
                </c:pt>
                <c:pt idx="2684">
                  <c:v>1.0966699999999999E-2</c:v>
                </c:pt>
                <c:pt idx="2685">
                  <c:v>1.09953E-2</c:v>
                </c:pt>
                <c:pt idx="2686">
                  <c:v>1.0885599999999999E-2</c:v>
                </c:pt>
                <c:pt idx="2687">
                  <c:v>1.0933499999999999E-2</c:v>
                </c:pt>
                <c:pt idx="2688">
                  <c:v>1.0937799999999999E-2</c:v>
                </c:pt>
                <c:pt idx="2689">
                  <c:v>1.0867E-2</c:v>
                </c:pt>
                <c:pt idx="2690">
                  <c:v>1.07335E-2</c:v>
                </c:pt>
                <c:pt idx="2691">
                  <c:v>1.0800000000000001E-2</c:v>
                </c:pt>
                <c:pt idx="2692">
                  <c:v>1.07335E-2</c:v>
                </c:pt>
                <c:pt idx="2693">
                  <c:v>1.0534699999999999E-2</c:v>
                </c:pt>
                <c:pt idx="2694">
                  <c:v>1.04361E-2</c:v>
                </c:pt>
                <c:pt idx="2695">
                  <c:v>1.03392E-2</c:v>
                </c:pt>
                <c:pt idx="2696">
                  <c:v>1.04245E-2</c:v>
                </c:pt>
                <c:pt idx="2697">
                  <c:v>1.0512499999999999E-2</c:v>
                </c:pt>
                <c:pt idx="2698">
                  <c:v>1.04495E-2</c:v>
                </c:pt>
                <c:pt idx="2699">
                  <c:v>1.0483899999999999E-2</c:v>
                </c:pt>
                <c:pt idx="2700">
                  <c:v>1.0303400000000001E-2</c:v>
                </c:pt>
                <c:pt idx="2701">
                  <c:v>1.0325300000000001E-2</c:v>
                </c:pt>
                <c:pt idx="2702">
                  <c:v>1.03E-2</c:v>
                </c:pt>
                <c:pt idx="2703">
                  <c:v>1.025E-2</c:v>
                </c:pt>
                <c:pt idx="2704">
                  <c:v>1.01765E-2</c:v>
                </c:pt>
                <c:pt idx="2705">
                  <c:v>1.0100700000000001E-2</c:v>
                </c:pt>
                <c:pt idx="2706">
                  <c:v>0.01</c:v>
                </c:pt>
                <c:pt idx="2707">
                  <c:v>1.00219E-2</c:v>
                </c:pt>
                <c:pt idx="2708">
                  <c:v>1.01922E-2</c:v>
                </c:pt>
                <c:pt idx="2709">
                  <c:v>1.03608E-2</c:v>
                </c:pt>
                <c:pt idx="2710">
                  <c:v>1.04464E-2</c:v>
                </c:pt>
                <c:pt idx="2711">
                  <c:v>1.0499400000000001E-2</c:v>
                </c:pt>
                <c:pt idx="2712">
                  <c:v>1.0767000000000001E-2</c:v>
                </c:pt>
                <c:pt idx="2713">
                  <c:v>1.0767000000000001E-2</c:v>
                </c:pt>
                <c:pt idx="2714">
                  <c:v>1.07338E-2</c:v>
                </c:pt>
                <c:pt idx="2715">
                  <c:v>1.0406799999999999E-2</c:v>
                </c:pt>
                <c:pt idx="2716">
                  <c:v>1.0633799999999999E-2</c:v>
                </c:pt>
                <c:pt idx="2717">
                  <c:v>1.07641E-2</c:v>
                </c:pt>
                <c:pt idx="2718">
                  <c:v>1.0822400000000001E-2</c:v>
                </c:pt>
                <c:pt idx="2719">
                  <c:v>1.0969599999999999E-2</c:v>
                </c:pt>
                <c:pt idx="2720">
                  <c:v>1.09E-2</c:v>
                </c:pt>
                <c:pt idx="2721">
                  <c:v>1.11287E-2</c:v>
                </c:pt>
                <c:pt idx="2722">
                  <c:v>1.09797E-2</c:v>
                </c:pt>
                <c:pt idx="2723">
                  <c:v>1.13127E-2</c:v>
                </c:pt>
                <c:pt idx="2724">
                  <c:v>1.1307299999999999E-2</c:v>
                </c:pt>
                <c:pt idx="2725">
                  <c:v>1.0977500000000001E-2</c:v>
                </c:pt>
                <c:pt idx="2726">
                  <c:v>1.1134999999999999E-2</c:v>
                </c:pt>
                <c:pt idx="2727">
                  <c:v>1.1625E-2</c:v>
                </c:pt>
                <c:pt idx="2728">
                  <c:v>1.1575E-2</c:v>
                </c:pt>
                <c:pt idx="2729">
                  <c:v>1.17E-2</c:v>
                </c:pt>
                <c:pt idx="2730">
                  <c:v>1.1400199999999999E-2</c:v>
                </c:pt>
                <c:pt idx="2731">
                  <c:v>1.1419499999999999E-2</c:v>
                </c:pt>
                <c:pt idx="2732">
                  <c:v>1.1858499999999999E-2</c:v>
                </c:pt>
                <c:pt idx="2733">
                  <c:v>1.18361E-2</c:v>
                </c:pt>
                <c:pt idx="2734">
                  <c:v>1.1877E-2</c:v>
                </c:pt>
                <c:pt idx="2735">
                  <c:v>1.1678000000000001E-2</c:v>
                </c:pt>
                <c:pt idx="2736">
                  <c:v>1.1451300000000001E-2</c:v>
                </c:pt>
                <c:pt idx="2737">
                  <c:v>1.10005E-2</c:v>
                </c:pt>
                <c:pt idx="2738">
                  <c:v>1.08848E-2</c:v>
                </c:pt>
                <c:pt idx="2739">
                  <c:v>1.0867E-2</c:v>
                </c:pt>
                <c:pt idx="2740">
                  <c:v>1.0804000000000001E-2</c:v>
                </c:pt>
                <c:pt idx="2741">
                  <c:v>1.08664E-2</c:v>
                </c:pt>
                <c:pt idx="2742">
                  <c:v>1.0733299999999999E-2</c:v>
                </c:pt>
                <c:pt idx="2743">
                  <c:v>1.07995E-2</c:v>
                </c:pt>
                <c:pt idx="2744">
                  <c:v>1.1466500000000001E-2</c:v>
                </c:pt>
                <c:pt idx="2745">
                  <c:v>1.16957E-2</c:v>
                </c:pt>
                <c:pt idx="2746">
                  <c:v>1.1538400000000001E-2</c:v>
                </c:pt>
                <c:pt idx="2747">
                  <c:v>1.1739899999999999E-2</c:v>
                </c:pt>
                <c:pt idx="2748">
                  <c:v>1.1630400000000001E-2</c:v>
                </c:pt>
                <c:pt idx="2749">
                  <c:v>1.1967499999999999E-2</c:v>
                </c:pt>
                <c:pt idx="2750">
                  <c:v>1.18213E-2</c:v>
                </c:pt>
                <c:pt idx="2751">
                  <c:v>1.1644100000000001E-2</c:v>
                </c:pt>
                <c:pt idx="2752">
                  <c:v>1.1198E-2</c:v>
                </c:pt>
                <c:pt idx="2753">
                  <c:v>1.11355E-2</c:v>
                </c:pt>
                <c:pt idx="2754">
                  <c:v>1.1398E-2</c:v>
                </c:pt>
                <c:pt idx="2755">
                  <c:v>1.1337699999999999E-2</c:v>
                </c:pt>
                <c:pt idx="2756">
                  <c:v>1.1501000000000001E-2</c:v>
                </c:pt>
                <c:pt idx="2757">
                  <c:v>1.13122E-2</c:v>
                </c:pt>
                <c:pt idx="2758">
                  <c:v>1.13553E-2</c:v>
                </c:pt>
                <c:pt idx="2759">
                  <c:v>1.1225000000000001E-2</c:v>
                </c:pt>
                <c:pt idx="2760">
                  <c:v>1.1436700000000001E-2</c:v>
                </c:pt>
                <c:pt idx="2761">
                  <c:v>1.1511499999999999E-2</c:v>
                </c:pt>
                <c:pt idx="2762">
                  <c:v>1.2876800000000001E-2</c:v>
                </c:pt>
                <c:pt idx="2763">
                  <c:v>1.3066700000000001E-2</c:v>
                </c:pt>
                <c:pt idx="2764">
                  <c:v>1.6086199999999998E-2</c:v>
                </c:pt>
                <c:pt idx="2765">
                  <c:v>1.5266E-2</c:v>
                </c:pt>
                <c:pt idx="2766">
                  <c:v>1.6307800000000001E-2</c:v>
                </c:pt>
                <c:pt idx="2767">
                  <c:v>1.6072099999999999E-2</c:v>
                </c:pt>
                <c:pt idx="2768">
                  <c:v>1.54167E-2</c:v>
                </c:pt>
                <c:pt idx="2769">
                  <c:v>1.38903E-2</c:v>
                </c:pt>
                <c:pt idx="2770">
                  <c:v>1.41262E-2</c:v>
                </c:pt>
                <c:pt idx="2771">
                  <c:v>1.3809700000000001E-2</c:v>
                </c:pt>
                <c:pt idx="2772">
                  <c:v>1.4562500000000001E-2</c:v>
                </c:pt>
                <c:pt idx="2773">
                  <c:v>1.4644900000000001E-2</c:v>
                </c:pt>
                <c:pt idx="2774">
                  <c:v>1.5297499999999999E-2</c:v>
                </c:pt>
                <c:pt idx="2775">
                  <c:v>1.5903399999999998E-2</c:v>
                </c:pt>
                <c:pt idx="2776">
                  <c:v>1.62314E-2</c:v>
                </c:pt>
                <c:pt idx="2777">
                  <c:v>1.6274899999999998E-2</c:v>
                </c:pt>
                <c:pt idx="2778">
                  <c:v>1.63272E-2</c:v>
                </c:pt>
                <c:pt idx="2779">
                  <c:v>1.5967500000000003E-2</c:v>
                </c:pt>
                <c:pt idx="2780">
                  <c:v>1.5384399999999999E-2</c:v>
                </c:pt>
                <c:pt idx="2781">
                  <c:v>1.41633E-2</c:v>
                </c:pt>
                <c:pt idx="2782">
                  <c:v>1.43E-2</c:v>
                </c:pt>
                <c:pt idx="2783">
                  <c:v>1.4998500000000001E-2</c:v>
                </c:pt>
                <c:pt idx="2784">
                  <c:v>1.5266499999999999E-2</c:v>
                </c:pt>
                <c:pt idx="2785">
                  <c:v>1.59498E-2</c:v>
                </c:pt>
                <c:pt idx="2786">
                  <c:v>1.515E-2</c:v>
                </c:pt>
                <c:pt idx="2787">
                  <c:v>1.5568E-2</c:v>
                </c:pt>
                <c:pt idx="2788">
                  <c:v>1.68168E-2</c:v>
                </c:pt>
                <c:pt idx="2789">
                  <c:v>1.7363099999999999E-2</c:v>
                </c:pt>
                <c:pt idx="2790">
                  <c:v>1.7112499999999999E-2</c:v>
                </c:pt>
                <c:pt idx="2791">
                  <c:v>1.7110300000000002E-2</c:v>
                </c:pt>
                <c:pt idx="2792">
                  <c:v>1.63611E-2</c:v>
                </c:pt>
                <c:pt idx="2793">
                  <c:v>1.6016700000000002E-2</c:v>
                </c:pt>
                <c:pt idx="2794">
                  <c:v>1.66783E-2</c:v>
                </c:pt>
                <c:pt idx="2795">
                  <c:v>1.7509800000000002E-2</c:v>
                </c:pt>
                <c:pt idx="2796">
                  <c:v>1.9491700000000001E-2</c:v>
                </c:pt>
                <c:pt idx="2797">
                  <c:v>2.13425E-2</c:v>
                </c:pt>
                <c:pt idx="2798">
                  <c:v>2.07975E-2</c:v>
                </c:pt>
                <c:pt idx="2799">
                  <c:v>1.94895E-2</c:v>
                </c:pt>
                <c:pt idx="2800">
                  <c:v>1.80967E-2</c:v>
                </c:pt>
                <c:pt idx="2801">
                  <c:v>1.9046E-2</c:v>
                </c:pt>
                <c:pt idx="2802">
                  <c:v>1.89E-2</c:v>
                </c:pt>
                <c:pt idx="2803">
                  <c:v>2.0175499999999999E-2</c:v>
                </c:pt>
                <c:pt idx="2804">
                  <c:v>2.1510400000000002E-2</c:v>
                </c:pt>
                <c:pt idx="2805">
                  <c:v>2.1554300000000002E-2</c:v>
                </c:pt>
                <c:pt idx="2806">
                  <c:v>1.9848599999999997E-2</c:v>
                </c:pt>
                <c:pt idx="2807">
                  <c:v>1.8785699999999999E-2</c:v>
                </c:pt>
                <c:pt idx="2808">
                  <c:v>1.82994E-2</c:v>
                </c:pt>
                <c:pt idx="2809">
                  <c:v>1.8133E-2</c:v>
                </c:pt>
                <c:pt idx="2810">
                  <c:v>1.72439E-2</c:v>
                </c:pt>
                <c:pt idx="2811">
                  <c:v>1.4891999999999999E-2</c:v>
                </c:pt>
                <c:pt idx="2812">
                  <c:v>1.5718799999999998E-2</c:v>
                </c:pt>
                <c:pt idx="2813">
                  <c:v>1.54167E-2</c:v>
                </c:pt>
                <c:pt idx="2814">
                  <c:v>1.5755399999999999E-2</c:v>
                </c:pt>
                <c:pt idx="2815">
                  <c:v>1.5384899999999998E-2</c:v>
                </c:pt>
                <c:pt idx="2816">
                  <c:v>1.5486600000000001E-2</c:v>
                </c:pt>
                <c:pt idx="2817">
                  <c:v>1.6446199999999998E-2</c:v>
                </c:pt>
                <c:pt idx="2818">
                  <c:v>1.6234000000000002E-2</c:v>
                </c:pt>
                <c:pt idx="2819">
                  <c:v>1.5723599999999997E-2</c:v>
                </c:pt>
                <c:pt idx="2820">
                  <c:v>1.60386E-2</c:v>
                </c:pt>
                <c:pt idx="2821">
                  <c:v>1.55029E-2</c:v>
                </c:pt>
                <c:pt idx="2822">
                  <c:v>1.33554E-2</c:v>
                </c:pt>
                <c:pt idx="2823">
                  <c:v>1.3422300000000002E-2</c:v>
                </c:pt>
                <c:pt idx="2824">
                  <c:v>1.3925E-2</c:v>
                </c:pt>
                <c:pt idx="2825">
                  <c:v>1.57552E-2</c:v>
                </c:pt>
                <c:pt idx="2826">
                  <c:v>1.5132099999999999E-2</c:v>
                </c:pt>
                <c:pt idx="2827">
                  <c:v>1.40459E-2</c:v>
                </c:pt>
                <c:pt idx="2828">
                  <c:v>1.4406E-2</c:v>
                </c:pt>
                <c:pt idx="2829">
                  <c:v>1.4575800000000002E-2</c:v>
                </c:pt>
                <c:pt idx="2830">
                  <c:v>1.4434299999999999E-2</c:v>
                </c:pt>
                <c:pt idx="2831">
                  <c:v>1.6116700000000001E-2</c:v>
                </c:pt>
                <c:pt idx="2832">
                  <c:v>1.5949999999999999E-2</c:v>
                </c:pt>
                <c:pt idx="2833">
                  <c:v>1.5934399999999998E-2</c:v>
                </c:pt>
                <c:pt idx="2834">
                  <c:v>1.58394E-2</c:v>
                </c:pt>
                <c:pt idx="2835">
                  <c:v>1.69108E-2</c:v>
                </c:pt>
                <c:pt idx="2836">
                  <c:v>1.7293199999999998E-2</c:v>
                </c:pt>
                <c:pt idx="2837">
                  <c:v>1.7916700000000001E-2</c:v>
                </c:pt>
                <c:pt idx="2838">
                  <c:v>1.7671799999999998E-2</c:v>
                </c:pt>
                <c:pt idx="2839">
                  <c:v>1.8231000000000001E-2</c:v>
                </c:pt>
                <c:pt idx="2840">
                  <c:v>1.7984E-2</c:v>
                </c:pt>
                <c:pt idx="2841">
                  <c:v>1.8746000000000002E-2</c:v>
                </c:pt>
                <c:pt idx="2842">
                  <c:v>1.89683E-2</c:v>
                </c:pt>
                <c:pt idx="2843">
                  <c:v>1.92243E-2</c:v>
                </c:pt>
                <c:pt idx="2844">
                  <c:v>1.81142E-2</c:v>
                </c:pt>
                <c:pt idx="2845">
                  <c:v>1.7978899999999999E-2</c:v>
                </c:pt>
                <c:pt idx="2846">
                  <c:v>1.6184399999999998E-2</c:v>
                </c:pt>
                <c:pt idx="2847">
                  <c:v>1.6124900000000001E-2</c:v>
                </c:pt>
                <c:pt idx="2848">
                  <c:v>1.5800999999999999E-2</c:v>
                </c:pt>
                <c:pt idx="2849">
                  <c:v>1.47248E-2</c:v>
                </c:pt>
                <c:pt idx="2850">
                  <c:v>1.4545599999999999E-2</c:v>
                </c:pt>
                <c:pt idx="2851">
                  <c:v>1.43108E-2</c:v>
                </c:pt>
                <c:pt idx="2852">
                  <c:v>1.53519E-2</c:v>
                </c:pt>
                <c:pt idx="2853">
                  <c:v>1.495E-2</c:v>
                </c:pt>
                <c:pt idx="2854">
                  <c:v>1.5229400000000001E-2</c:v>
                </c:pt>
                <c:pt idx="2855">
                  <c:v>1.5082300000000002E-2</c:v>
                </c:pt>
                <c:pt idx="2856">
                  <c:v>1.59265E-2</c:v>
                </c:pt>
                <c:pt idx="2857">
                  <c:v>1.6171100000000001E-2</c:v>
                </c:pt>
                <c:pt idx="2858">
                  <c:v>1.6297499999999999E-2</c:v>
                </c:pt>
                <c:pt idx="2859">
                  <c:v>1.64995E-2</c:v>
                </c:pt>
                <c:pt idx="2860">
                  <c:v>1.6230500000000002E-2</c:v>
                </c:pt>
                <c:pt idx="2861">
                  <c:v>1.6203800000000001E-2</c:v>
                </c:pt>
                <c:pt idx="2862">
                  <c:v>1.62893E-2</c:v>
                </c:pt>
                <c:pt idx="2863">
                  <c:v>1.62005E-2</c:v>
                </c:pt>
                <c:pt idx="2864">
                  <c:v>1.6186900000000001E-2</c:v>
                </c:pt>
                <c:pt idx="2865">
                  <c:v>1.6183300000000001E-2</c:v>
                </c:pt>
                <c:pt idx="2866">
                  <c:v>1.6251400000000003E-2</c:v>
                </c:pt>
                <c:pt idx="2867">
                  <c:v>1.61894E-2</c:v>
                </c:pt>
                <c:pt idx="2868">
                  <c:v>1.6158800000000001E-2</c:v>
                </c:pt>
                <c:pt idx="2869">
                  <c:v>1.6111299999999999E-2</c:v>
                </c:pt>
                <c:pt idx="2870">
                  <c:v>1.5756200000000001E-2</c:v>
                </c:pt>
                <c:pt idx="2871">
                  <c:v>1.5814699999999998E-2</c:v>
                </c:pt>
                <c:pt idx="2872">
                  <c:v>1.6144700000000001E-2</c:v>
                </c:pt>
                <c:pt idx="2873">
                  <c:v>1.6149799999999999E-2</c:v>
                </c:pt>
                <c:pt idx="2874">
                  <c:v>1.61637E-2</c:v>
                </c:pt>
                <c:pt idx="2875">
                  <c:v>1.5724000000000002E-2</c:v>
                </c:pt>
                <c:pt idx="2876">
                  <c:v>1.6002699999999998E-2</c:v>
                </c:pt>
                <c:pt idx="2877">
                  <c:v>1.5949999999999999E-2</c:v>
                </c:pt>
                <c:pt idx="2878">
                  <c:v>1.6165499999999999E-2</c:v>
                </c:pt>
                <c:pt idx="2879">
                  <c:v>1.6426E-2</c:v>
                </c:pt>
                <c:pt idx="2880">
                  <c:v>1.61864E-2</c:v>
                </c:pt>
                <c:pt idx="2881">
                  <c:v>1.567E-2</c:v>
                </c:pt>
                <c:pt idx="2882">
                  <c:v>1.5382300000000002E-2</c:v>
                </c:pt>
                <c:pt idx="2883">
                  <c:v>1.5262899999999999E-2</c:v>
                </c:pt>
                <c:pt idx="2884">
                  <c:v>1.49833E-2</c:v>
                </c:pt>
                <c:pt idx="2885">
                  <c:v>1.51667E-2</c:v>
                </c:pt>
                <c:pt idx="2886">
                  <c:v>1.49833E-2</c:v>
                </c:pt>
                <c:pt idx="2887">
                  <c:v>1.4697E-2</c:v>
                </c:pt>
                <c:pt idx="2888">
                  <c:v>1.4450999999999999E-2</c:v>
                </c:pt>
                <c:pt idx="2889">
                  <c:v>1.4451200000000001E-2</c:v>
                </c:pt>
                <c:pt idx="2890">
                  <c:v>1.4483299999999999E-2</c:v>
                </c:pt>
                <c:pt idx="2891">
                  <c:v>1.41382E-2</c:v>
                </c:pt>
                <c:pt idx="2892">
                  <c:v>1.4209200000000002E-2</c:v>
                </c:pt>
                <c:pt idx="2893">
                  <c:v>1.3866499999999999E-2</c:v>
                </c:pt>
                <c:pt idx="2894">
                  <c:v>1.37865E-2</c:v>
                </c:pt>
                <c:pt idx="2895">
                  <c:v>1.3746700000000001E-2</c:v>
                </c:pt>
                <c:pt idx="2896">
                  <c:v>1.3687799999999998E-2</c:v>
                </c:pt>
                <c:pt idx="2897">
                  <c:v>1.37635E-2</c:v>
                </c:pt>
                <c:pt idx="2898">
                  <c:v>1.4032499999999998E-2</c:v>
                </c:pt>
                <c:pt idx="2899">
                  <c:v>1.39489E-2</c:v>
                </c:pt>
                <c:pt idx="2900">
                  <c:v>1.4012200000000001E-2</c:v>
                </c:pt>
                <c:pt idx="2901">
                  <c:v>1.4216599999999999E-2</c:v>
                </c:pt>
                <c:pt idx="2902">
                  <c:v>1.3953100000000001E-2</c:v>
                </c:pt>
                <c:pt idx="2903">
                  <c:v>1.3772800000000002E-2</c:v>
                </c:pt>
                <c:pt idx="2904">
                  <c:v>1.36493E-2</c:v>
                </c:pt>
                <c:pt idx="2905">
                  <c:v>1.36667E-2</c:v>
                </c:pt>
                <c:pt idx="2906">
                  <c:v>1.3738800000000001E-2</c:v>
                </c:pt>
                <c:pt idx="2907">
                  <c:v>1.37333E-2</c:v>
                </c:pt>
                <c:pt idx="2908">
                  <c:v>1.36886E-2</c:v>
                </c:pt>
                <c:pt idx="2909">
                  <c:v>1.3815600000000001E-2</c:v>
                </c:pt>
                <c:pt idx="2910">
                  <c:v>1.3807499999999999E-2</c:v>
                </c:pt>
                <c:pt idx="2911">
                  <c:v>1.41006E-2</c:v>
                </c:pt>
                <c:pt idx="2912">
                  <c:v>1.3627199999999999E-2</c:v>
                </c:pt>
                <c:pt idx="2913">
                  <c:v>1.32E-2</c:v>
                </c:pt>
                <c:pt idx="2914">
                  <c:v>1.3119900000000002E-2</c:v>
                </c:pt>
                <c:pt idx="2915">
                  <c:v>1.3983500000000001E-2</c:v>
                </c:pt>
                <c:pt idx="2916">
                  <c:v>1.3602199999999998E-2</c:v>
                </c:pt>
                <c:pt idx="2917">
                  <c:v>1.3006200000000001E-2</c:v>
                </c:pt>
                <c:pt idx="2918">
                  <c:v>1.28833E-2</c:v>
                </c:pt>
                <c:pt idx="2919">
                  <c:v>1.2654800000000001E-2</c:v>
                </c:pt>
                <c:pt idx="2920">
                  <c:v>1.2500499999999999E-2</c:v>
                </c:pt>
                <c:pt idx="2921">
                  <c:v>1.2363500000000001E-2</c:v>
                </c:pt>
                <c:pt idx="2922">
                  <c:v>1.21438E-2</c:v>
                </c:pt>
                <c:pt idx="2923">
                  <c:v>1.2075499999999999E-2</c:v>
                </c:pt>
                <c:pt idx="2924">
                  <c:v>1.13414E-2</c:v>
                </c:pt>
                <c:pt idx="2925">
                  <c:v>1.14568E-2</c:v>
                </c:pt>
                <c:pt idx="2926">
                  <c:v>1.17249E-2</c:v>
                </c:pt>
                <c:pt idx="2927">
                  <c:v>1.2007800000000001E-2</c:v>
                </c:pt>
                <c:pt idx="2928">
                  <c:v>1.2067E-2</c:v>
                </c:pt>
                <c:pt idx="2929">
                  <c:v>1.1737300000000001E-2</c:v>
                </c:pt>
                <c:pt idx="2930">
                  <c:v>1.20096E-2</c:v>
                </c:pt>
                <c:pt idx="2931">
                  <c:v>1.2268100000000001E-2</c:v>
                </c:pt>
                <c:pt idx="2932">
                  <c:v>1.22343E-2</c:v>
                </c:pt>
                <c:pt idx="2933">
                  <c:v>1.2217E-2</c:v>
                </c:pt>
                <c:pt idx="2934">
                  <c:v>1.2067E-2</c:v>
                </c:pt>
                <c:pt idx="2935">
                  <c:v>1.20059E-2</c:v>
                </c:pt>
                <c:pt idx="2936">
                  <c:v>1.23818E-2</c:v>
                </c:pt>
                <c:pt idx="2937">
                  <c:v>1.2569E-2</c:v>
                </c:pt>
                <c:pt idx="2938">
                  <c:v>1.27288E-2</c:v>
                </c:pt>
                <c:pt idx="2939">
                  <c:v>1.29696E-2</c:v>
                </c:pt>
                <c:pt idx="2940">
                  <c:v>1.3488200000000001E-2</c:v>
                </c:pt>
                <c:pt idx="2941">
                  <c:v>1.3247800000000001E-2</c:v>
                </c:pt>
                <c:pt idx="2942">
                  <c:v>1.2836600000000002E-2</c:v>
                </c:pt>
                <c:pt idx="2943">
                  <c:v>1.3044499999999999E-2</c:v>
                </c:pt>
                <c:pt idx="2944">
                  <c:v>1.3225000000000001E-2</c:v>
                </c:pt>
                <c:pt idx="2945">
                  <c:v>1.2963499999999999E-2</c:v>
                </c:pt>
                <c:pt idx="2946">
                  <c:v>1.3042099999999999E-2</c:v>
                </c:pt>
                <c:pt idx="2947">
                  <c:v>1.3001199999999999E-2</c:v>
                </c:pt>
                <c:pt idx="2948">
                  <c:v>1.27162E-2</c:v>
                </c:pt>
                <c:pt idx="2949">
                  <c:v>1.2817400000000001E-2</c:v>
                </c:pt>
                <c:pt idx="2950">
                  <c:v>1.2691299999999999E-2</c:v>
                </c:pt>
                <c:pt idx="2951">
                  <c:v>1.24294E-2</c:v>
                </c:pt>
                <c:pt idx="2952">
                  <c:v>1.23193E-2</c:v>
                </c:pt>
                <c:pt idx="2953">
                  <c:v>1.23E-2</c:v>
                </c:pt>
                <c:pt idx="2954">
                  <c:v>1.22916E-2</c:v>
                </c:pt>
                <c:pt idx="2955">
                  <c:v>1.22005E-2</c:v>
                </c:pt>
                <c:pt idx="2956">
                  <c:v>1.2206699999999999E-2</c:v>
                </c:pt>
                <c:pt idx="2957">
                  <c:v>1.21335E-2</c:v>
                </c:pt>
                <c:pt idx="2958">
                  <c:v>1.2266500000000001E-2</c:v>
                </c:pt>
                <c:pt idx="2959">
                  <c:v>1.2395999999999999E-2</c:v>
                </c:pt>
                <c:pt idx="2960">
                  <c:v>1.2671E-2</c:v>
                </c:pt>
                <c:pt idx="2961">
                  <c:v>1.32666E-2</c:v>
                </c:pt>
                <c:pt idx="2962">
                  <c:v>1.2876200000000001E-2</c:v>
                </c:pt>
                <c:pt idx="2963">
                  <c:v>1.32756E-2</c:v>
                </c:pt>
                <c:pt idx="2964">
                  <c:v>1.3866E-2</c:v>
                </c:pt>
                <c:pt idx="2965">
                  <c:v>1.49213E-2</c:v>
                </c:pt>
                <c:pt idx="2966">
                  <c:v>1.5192199999999999E-2</c:v>
                </c:pt>
                <c:pt idx="2967">
                  <c:v>1.5681500000000001E-2</c:v>
                </c:pt>
                <c:pt idx="2968">
                  <c:v>1.55505E-2</c:v>
                </c:pt>
                <c:pt idx="2969">
                  <c:v>1.5014400000000001E-2</c:v>
                </c:pt>
                <c:pt idx="2970">
                  <c:v>1.5642300000000001E-2</c:v>
                </c:pt>
                <c:pt idx="2971">
                  <c:v>1.5676900000000001E-2</c:v>
                </c:pt>
                <c:pt idx="2972">
                  <c:v>1.5855299999999999E-2</c:v>
                </c:pt>
                <c:pt idx="2973">
                  <c:v>1.6133000000000002E-2</c:v>
                </c:pt>
                <c:pt idx="2974">
                  <c:v>1.6169900000000001E-2</c:v>
                </c:pt>
                <c:pt idx="2975">
                  <c:v>1.5987600000000001E-2</c:v>
                </c:pt>
                <c:pt idx="2976">
                  <c:v>1.66024E-2</c:v>
                </c:pt>
                <c:pt idx="2977">
                  <c:v>1.7113300000000001E-2</c:v>
                </c:pt>
                <c:pt idx="2978">
                  <c:v>1.7424000000000002E-2</c:v>
                </c:pt>
                <c:pt idx="2979">
                  <c:v>1.7419300000000002E-2</c:v>
                </c:pt>
                <c:pt idx="2980">
                  <c:v>1.7166799999999999E-2</c:v>
                </c:pt>
                <c:pt idx="2981">
                  <c:v>1.59913E-2</c:v>
                </c:pt>
                <c:pt idx="2982">
                  <c:v>1.6217200000000001E-2</c:v>
                </c:pt>
                <c:pt idx="2983">
                  <c:v>1.6244000000000001E-2</c:v>
                </c:pt>
                <c:pt idx="2984">
                  <c:v>1.6459100000000001E-2</c:v>
                </c:pt>
                <c:pt idx="2985">
                  <c:v>1.5939999999999999E-2</c:v>
                </c:pt>
                <c:pt idx="2986">
                  <c:v>1.5985900000000001E-2</c:v>
                </c:pt>
                <c:pt idx="2987">
                  <c:v>1.5238999999999999E-2</c:v>
                </c:pt>
                <c:pt idx="2988">
                  <c:v>1.51054E-2</c:v>
                </c:pt>
                <c:pt idx="2989">
                  <c:v>1.5066700000000001E-2</c:v>
                </c:pt>
                <c:pt idx="2990">
                  <c:v>1.4686299999999999E-2</c:v>
                </c:pt>
                <c:pt idx="2991">
                  <c:v>1.4523099999999999E-2</c:v>
                </c:pt>
                <c:pt idx="2992">
                  <c:v>1.50993E-2</c:v>
                </c:pt>
                <c:pt idx="2993">
                  <c:v>1.5165199999999998E-2</c:v>
                </c:pt>
                <c:pt idx="2994">
                  <c:v>1.58826E-2</c:v>
                </c:pt>
                <c:pt idx="2995">
                  <c:v>1.5816799999999999E-2</c:v>
                </c:pt>
                <c:pt idx="2996">
                  <c:v>1.57605E-2</c:v>
                </c:pt>
                <c:pt idx="2997">
                  <c:v>1.6232300000000002E-2</c:v>
                </c:pt>
                <c:pt idx="2998">
                  <c:v>1.5724600000000002E-2</c:v>
                </c:pt>
                <c:pt idx="2999">
                  <c:v>1.4953200000000002E-2</c:v>
                </c:pt>
                <c:pt idx="3000">
                  <c:v>1.44519E-2</c:v>
                </c:pt>
                <c:pt idx="3001">
                  <c:v>1.4485900000000001E-2</c:v>
                </c:pt>
                <c:pt idx="3002">
                  <c:v>1.4751400000000001E-2</c:v>
                </c:pt>
                <c:pt idx="3003">
                  <c:v>1.53078E-2</c:v>
                </c:pt>
                <c:pt idx="3004">
                  <c:v>1.56186E-2</c:v>
                </c:pt>
                <c:pt idx="3005">
                  <c:v>1.5468899999999999E-2</c:v>
                </c:pt>
                <c:pt idx="3006">
                  <c:v>1.5034299999999999E-2</c:v>
                </c:pt>
                <c:pt idx="3007">
                  <c:v>1.4834299999999998E-2</c:v>
                </c:pt>
                <c:pt idx="3008">
                  <c:v>1.4324000000000002E-2</c:v>
                </c:pt>
                <c:pt idx="3009">
                  <c:v>1.40343E-2</c:v>
                </c:pt>
                <c:pt idx="3010">
                  <c:v>1.39338E-2</c:v>
                </c:pt>
                <c:pt idx="3011">
                  <c:v>1.4150299999999999E-2</c:v>
                </c:pt>
                <c:pt idx="3012">
                  <c:v>1.4084800000000001E-2</c:v>
                </c:pt>
                <c:pt idx="3013">
                  <c:v>1.4287799999999998E-2</c:v>
                </c:pt>
                <c:pt idx="3014">
                  <c:v>1.4892500000000001E-2</c:v>
                </c:pt>
                <c:pt idx="3015">
                  <c:v>1.52823E-2</c:v>
                </c:pt>
                <c:pt idx="3016">
                  <c:v>1.5226E-2</c:v>
                </c:pt>
                <c:pt idx="3017">
                  <c:v>1.45518E-2</c:v>
                </c:pt>
                <c:pt idx="3018">
                  <c:v>1.37018E-2</c:v>
                </c:pt>
                <c:pt idx="3019">
                  <c:v>1.3327799999999999E-2</c:v>
                </c:pt>
                <c:pt idx="3020">
                  <c:v>1.3266999999999999E-2</c:v>
                </c:pt>
                <c:pt idx="3021">
                  <c:v>1.3250899999999998E-2</c:v>
                </c:pt>
                <c:pt idx="3022">
                  <c:v>1.3571700000000001E-2</c:v>
                </c:pt>
                <c:pt idx="3023">
                  <c:v>1.2916999999999998E-2</c:v>
                </c:pt>
                <c:pt idx="3024">
                  <c:v>1.26178E-2</c:v>
                </c:pt>
                <c:pt idx="3025">
                  <c:v>1.2616E-2</c:v>
                </c:pt>
                <c:pt idx="3026">
                  <c:v>1.24505E-2</c:v>
                </c:pt>
                <c:pt idx="3027">
                  <c:v>1.25518E-2</c:v>
                </c:pt>
                <c:pt idx="3028">
                  <c:v>1.27347E-2</c:v>
                </c:pt>
                <c:pt idx="3029">
                  <c:v>1.27434E-2</c:v>
                </c:pt>
                <c:pt idx="3030">
                  <c:v>1.27663E-2</c:v>
                </c:pt>
                <c:pt idx="3031">
                  <c:v>1.2785400000000001E-2</c:v>
                </c:pt>
                <c:pt idx="3032">
                  <c:v>1.28218E-2</c:v>
                </c:pt>
                <c:pt idx="3033">
                  <c:v>1.29163E-2</c:v>
                </c:pt>
                <c:pt idx="3034">
                  <c:v>1.2816999999999999E-2</c:v>
                </c:pt>
                <c:pt idx="3035">
                  <c:v>1.2750300000000001E-2</c:v>
                </c:pt>
                <c:pt idx="3036">
                  <c:v>1.2692799999999999E-2</c:v>
                </c:pt>
                <c:pt idx="3037">
                  <c:v>1.2833000000000001E-2</c:v>
                </c:pt>
                <c:pt idx="3038">
                  <c:v>1.30189E-2</c:v>
                </c:pt>
                <c:pt idx="3039">
                  <c:v>1.27844E-2</c:v>
                </c:pt>
                <c:pt idx="3040">
                  <c:v>1.29167E-2</c:v>
                </c:pt>
                <c:pt idx="3041">
                  <c:v>1.3083299999999999E-2</c:v>
                </c:pt>
                <c:pt idx="3042">
                  <c:v>1.3233000000000002E-2</c:v>
                </c:pt>
                <c:pt idx="3043">
                  <c:v>1.3101900000000001E-2</c:v>
                </c:pt>
                <c:pt idx="3044">
                  <c:v>1.3025800000000001E-2</c:v>
                </c:pt>
                <c:pt idx="3045">
                  <c:v>1.2825299999999998E-2</c:v>
                </c:pt>
                <c:pt idx="3046">
                  <c:v>1.26053E-2</c:v>
                </c:pt>
                <c:pt idx="3047">
                  <c:v>1.21353E-2</c:v>
                </c:pt>
                <c:pt idx="3048">
                  <c:v>1.20558E-2</c:v>
                </c:pt>
                <c:pt idx="3049">
                  <c:v>1.1974500000000001E-2</c:v>
                </c:pt>
                <c:pt idx="3050">
                  <c:v>1.17848E-2</c:v>
                </c:pt>
                <c:pt idx="3051">
                  <c:v>1.14345E-2</c:v>
                </c:pt>
                <c:pt idx="3052">
                  <c:v>1.1062499999999999E-2</c:v>
                </c:pt>
                <c:pt idx="3053">
                  <c:v>1.0216299999999999E-2</c:v>
                </c:pt>
                <c:pt idx="3054">
                  <c:v>1.0016800000000001E-2</c:v>
                </c:pt>
                <c:pt idx="3055">
                  <c:v>1.00833E-2</c:v>
                </c:pt>
                <c:pt idx="3056">
                  <c:v>1.0149999999999999E-2</c:v>
                </c:pt>
                <c:pt idx="3057">
                  <c:v>1.03328E-2</c:v>
                </c:pt>
                <c:pt idx="3058">
                  <c:v>1.0500300000000001E-2</c:v>
                </c:pt>
                <c:pt idx="3059">
                  <c:v>1.0773600000000001E-2</c:v>
                </c:pt>
                <c:pt idx="3060">
                  <c:v>1.1162500000000001E-2</c:v>
                </c:pt>
                <c:pt idx="3061">
                  <c:v>1.14352E-2</c:v>
                </c:pt>
                <c:pt idx="3062">
                  <c:v>1.1346800000000001E-2</c:v>
                </c:pt>
                <c:pt idx="3063">
                  <c:v>1.1282500000000001E-2</c:v>
                </c:pt>
                <c:pt idx="3064">
                  <c:v>1.13083E-2</c:v>
                </c:pt>
                <c:pt idx="3065">
                  <c:v>1.1499299999999999E-2</c:v>
                </c:pt>
                <c:pt idx="3066">
                  <c:v>1.1424999999999999E-2</c:v>
                </c:pt>
                <c:pt idx="3067">
                  <c:v>1.1258300000000001E-2</c:v>
                </c:pt>
                <c:pt idx="3068">
                  <c:v>1.1165099999999999E-2</c:v>
                </c:pt>
                <c:pt idx="3069">
                  <c:v>1.0986599999999999E-2</c:v>
                </c:pt>
                <c:pt idx="3070">
                  <c:v>1.1381799999999999E-2</c:v>
                </c:pt>
                <c:pt idx="3071">
                  <c:v>1.14448E-2</c:v>
                </c:pt>
                <c:pt idx="3072">
                  <c:v>1.1367E-2</c:v>
                </c:pt>
                <c:pt idx="3073">
                  <c:v>1.11503E-2</c:v>
                </c:pt>
                <c:pt idx="3074">
                  <c:v>1.11E-2</c:v>
                </c:pt>
                <c:pt idx="3075">
                  <c:v>1.1060800000000001E-2</c:v>
                </c:pt>
                <c:pt idx="3076">
                  <c:v>1.09003E-2</c:v>
                </c:pt>
                <c:pt idx="3077">
                  <c:v>1.085E-2</c:v>
                </c:pt>
                <c:pt idx="3078">
                  <c:v>1.1116299999999999E-2</c:v>
                </c:pt>
                <c:pt idx="3079">
                  <c:v>1.08939E-2</c:v>
                </c:pt>
                <c:pt idx="3080">
                  <c:v>1.11127E-2</c:v>
                </c:pt>
                <c:pt idx="3081">
                  <c:v>1.095E-2</c:v>
                </c:pt>
                <c:pt idx="3082">
                  <c:v>1.07838E-2</c:v>
                </c:pt>
                <c:pt idx="3083">
                  <c:v>1.0865999999999999E-2</c:v>
                </c:pt>
                <c:pt idx="3084">
                  <c:v>1.11453E-2</c:v>
                </c:pt>
                <c:pt idx="3085">
                  <c:v>1.1168300000000001E-2</c:v>
                </c:pt>
                <c:pt idx="3086">
                  <c:v>1.1232299999999999E-2</c:v>
                </c:pt>
                <c:pt idx="3087">
                  <c:v>1.1040900000000001E-2</c:v>
                </c:pt>
                <c:pt idx="3088">
                  <c:v>1.0839E-2</c:v>
                </c:pt>
                <c:pt idx="3089">
                  <c:v>1.0699800000000001E-2</c:v>
                </c:pt>
                <c:pt idx="3090">
                  <c:v>1.02173E-2</c:v>
                </c:pt>
                <c:pt idx="3091">
                  <c:v>1.00251E-2</c:v>
                </c:pt>
                <c:pt idx="3092">
                  <c:v>1.0266299999999999E-2</c:v>
                </c:pt>
                <c:pt idx="3093">
                  <c:v>1.03508E-2</c:v>
                </c:pt>
                <c:pt idx="3094">
                  <c:v>1.02877E-2</c:v>
                </c:pt>
                <c:pt idx="3095">
                  <c:v>1.0262500000000001E-2</c:v>
                </c:pt>
                <c:pt idx="3096">
                  <c:v>1.04333E-2</c:v>
                </c:pt>
                <c:pt idx="3097">
                  <c:v>1.0770099999999999E-2</c:v>
                </c:pt>
                <c:pt idx="3098">
                  <c:v>1.0809000000000001E-2</c:v>
                </c:pt>
                <c:pt idx="3099">
                  <c:v>1.04625E-2</c:v>
                </c:pt>
                <c:pt idx="3100">
                  <c:v>1.03813E-2</c:v>
                </c:pt>
                <c:pt idx="3101">
                  <c:v>1.0466700000000001E-2</c:v>
                </c:pt>
                <c:pt idx="3102">
                  <c:v>1.0450299999999999E-2</c:v>
                </c:pt>
                <c:pt idx="3103">
                  <c:v>1.0384600000000001E-2</c:v>
                </c:pt>
                <c:pt idx="3104">
                  <c:v>1.0566299999999999E-2</c:v>
                </c:pt>
                <c:pt idx="3105">
                  <c:v>1.0691599999999999E-2</c:v>
                </c:pt>
                <c:pt idx="3106">
                  <c:v>1.07835E-2</c:v>
                </c:pt>
                <c:pt idx="3107">
                  <c:v>1.0667299999999999E-2</c:v>
                </c:pt>
                <c:pt idx="3108">
                  <c:v>1.1081499999999999E-2</c:v>
                </c:pt>
                <c:pt idx="3109">
                  <c:v>1.1067E-2</c:v>
                </c:pt>
                <c:pt idx="3110">
                  <c:v>1.0943699999999999E-2</c:v>
                </c:pt>
                <c:pt idx="3111">
                  <c:v>1.0817499999999999E-2</c:v>
                </c:pt>
                <c:pt idx="3112">
                  <c:v>1.0717300000000001E-2</c:v>
                </c:pt>
                <c:pt idx="3113">
                  <c:v>1.0811599999999999E-2</c:v>
                </c:pt>
                <c:pt idx="3114">
                  <c:v>1.1132299999999999E-2</c:v>
                </c:pt>
                <c:pt idx="3115">
                  <c:v>1.0917E-2</c:v>
                </c:pt>
                <c:pt idx="3116">
                  <c:v>1.07764E-2</c:v>
                </c:pt>
                <c:pt idx="3117">
                  <c:v>1.0767000000000001E-2</c:v>
                </c:pt>
                <c:pt idx="3118">
                  <c:v>1.07838E-2</c:v>
                </c:pt>
                <c:pt idx="3119">
                  <c:v>1.04937E-2</c:v>
                </c:pt>
                <c:pt idx="3120">
                  <c:v>1.0250799999999999E-2</c:v>
                </c:pt>
                <c:pt idx="3121">
                  <c:v>1.0099500000000001E-2</c:v>
                </c:pt>
                <c:pt idx="3122">
                  <c:v>1.03263E-2</c:v>
                </c:pt>
                <c:pt idx="3123">
                  <c:v>1.0755200000000001E-2</c:v>
                </c:pt>
                <c:pt idx="3124">
                  <c:v>1.08933E-2</c:v>
                </c:pt>
                <c:pt idx="3125">
                  <c:v>1.0902999999999999E-2</c:v>
                </c:pt>
                <c:pt idx="3126">
                  <c:v>1.08556E-2</c:v>
                </c:pt>
                <c:pt idx="3127">
                  <c:v>1.08436E-2</c:v>
                </c:pt>
                <c:pt idx="3128">
                  <c:v>1.0931399999999999E-2</c:v>
                </c:pt>
                <c:pt idx="3129">
                  <c:v>1.0844899999999999E-2</c:v>
                </c:pt>
                <c:pt idx="3130">
                  <c:v>1.0812499999999999E-2</c:v>
                </c:pt>
                <c:pt idx="3131">
                  <c:v>1.02924E-2</c:v>
                </c:pt>
                <c:pt idx="3132">
                  <c:v>1.02503E-2</c:v>
                </c:pt>
                <c:pt idx="3133">
                  <c:v>1.0200300000000001E-2</c:v>
                </c:pt>
                <c:pt idx="3134">
                  <c:v>1.03342E-2</c:v>
                </c:pt>
                <c:pt idx="3135">
                  <c:v>1.055E-2</c:v>
                </c:pt>
                <c:pt idx="3136">
                  <c:v>1.0743600000000001E-2</c:v>
                </c:pt>
                <c:pt idx="3137">
                  <c:v>1.10163E-2</c:v>
                </c:pt>
                <c:pt idx="3138">
                  <c:v>1.123E-2</c:v>
                </c:pt>
                <c:pt idx="3139">
                  <c:v>1.12503E-2</c:v>
                </c:pt>
                <c:pt idx="3140">
                  <c:v>1.12665E-2</c:v>
                </c:pt>
                <c:pt idx="3141">
                  <c:v>1.11503E-2</c:v>
                </c:pt>
                <c:pt idx="3142">
                  <c:v>1.0883799999999999E-2</c:v>
                </c:pt>
                <c:pt idx="3143">
                  <c:v>1.08696E-2</c:v>
                </c:pt>
                <c:pt idx="3144">
                  <c:v>1.08763E-2</c:v>
                </c:pt>
                <c:pt idx="3145">
                  <c:v>1.08266E-2</c:v>
                </c:pt>
                <c:pt idx="3146">
                  <c:v>1.07598E-2</c:v>
                </c:pt>
                <c:pt idx="3147">
                  <c:v>1.07335E-2</c:v>
                </c:pt>
                <c:pt idx="3148">
                  <c:v>1.07598E-2</c:v>
                </c:pt>
                <c:pt idx="3149">
                  <c:v>1.08526E-2</c:v>
                </c:pt>
                <c:pt idx="3150">
                  <c:v>1.09096E-2</c:v>
                </c:pt>
                <c:pt idx="3151">
                  <c:v>1.1375E-2</c:v>
                </c:pt>
                <c:pt idx="3152">
                  <c:v>1.16338E-2</c:v>
                </c:pt>
                <c:pt idx="3153">
                  <c:v>1.1742799999999999E-2</c:v>
                </c:pt>
                <c:pt idx="3154">
                  <c:v>1.1918099999999999E-2</c:v>
                </c:pt>
                <c:pt idx="3155">
                  <c:v>1.19375E-2</c:v>
                </c:pt>
                <c:pt idx="3156">
                  <c:v>1.18966E-2</c:v>
                </c:pt>
                <c:pt idx="3157">
                  <c:v>1.1930100000000001E-2</c:v>
                </c:pt>
                <c:pt idx="3158">
                  <c:v>1.1871099999999999E-2</c:v>
                </c:pt>
                <c:pt idx="3159">
                  <c:v>1.18665E-2</c:v>
                </c:pt>
                <c:pt idx="3160">
                  <c:v>1.19168E-2</c:v>
                </c:pt>
                <c:pt idx="3161">
                  <c:v>1.2E-2</c:v>
                </c:pt>
                <c:pt idx="3162">
                  <c:v>1.2E-2</c:v>
                </c:pt>
                <c:pt idx="3163">
                  <c:v>1.2080200000000001E-2</c:v>
                </c:pt>
                <c:pt idx="3164">
                  <c:v>1.21371E-2</c:v>
                </c:pt>
                <c:pt idx="3165">
                  <c:v>1.2163999999999999E-2</c:v>
                </c:pt>
                <c:pt idx="3166">
                  <c:v>1.2565999999999999E-2</c:v>
                </c:pt>
                <c:pt idx="3167">
                  <c:v>1.26991E-2</c:v>
                </c:pt>
                <c:pt idx="3168">
                  <c:v>1.26377E-2</c:v>
                </c:pt>
                <c:pt idx="3169">
                  <c:v>1.27995E-2</c:v>
                </c:pt>
                <c:pt idx="3170">
                  <c:v>1.2966499999999999E-2</c:v>
                </c:pt>
                <c:pt idx="3171">
                  <c:v>1.2950299999999998E-2</c:v>
                </c:pt>
                <c:pt idx="3172">
                  <c:v>1.3116300000000001E-2</c:v>
                </c:pt>
                <c:pt idx="3173">
                  <c:v>1.3379400000000001E-2</c:v>
                </c:pt>
                <c:pt idx="3174">
                  <c:v>1.3316499999999998E-2</c:v>
                </c:pt>
                <c:pt idx="3175">
                  <c:v>1.29508E-2</c:v>
                </c:pt>
                <c:pt idx="3176">
                  <c:v>1.255E-2</c:v>
                </c:pt>
                <c:pt idx="3177">
                  <c:v>1.25063E-2</c:v>
                </c:pt>
                <c:pt idx="3178">
                  <c:v>1.2167000000000001E-2</c:v>
                </c:pt>
                <c:pt idx="3179">
                  <c:v>1.21E-2</c:v>
                </c:pt>
                <c:pt idx="3180">
                  <c:v>1.2224299999999999E-2</c:v>
                </c:pt>
                <c:pt idx="3181">
                  <c:v>1.2349500000000001E-2</c:v>
                </c:pt>
                <c:pt idx="3182">
                  <c:v>1.2766E-2</c:v>
                </c:pt>
                <c:pt idx="3183">
                  <c:v>1.2955099999999999E-2</c:v>
                </c:pt>
                <c:pt idx="3184">
                  <c:v>1.2999999999999999E-2</c:v>
                </c:pt>
                <c:pt idx="3185">
                  <c:v>1.30995E-2</c:v>
                </c:pt>
                <c:pt idx="3186">
                  <c:v>1.31833E-2</c:v>
                </c:pt>
                <c:pt idx="3187">
                  <c:v>1.3699000000000001E-2</c:v>
                </c:pt>
                <c:pt idx="3188">
                  <c:v>1.3899000000000002E-2</c:v>
                </c:pt>
                <c:pt idx="3189">
                  <c:v>1.37375E-2</c:v>
                </c:pt>
                <c:pt idx="3190">
                  <c:v>1.37375E-2</c:v>
                </c:pt>
                <c:pt idx="3191">
                  <c:v>1.3899999999999999E-2</c:v>
                </c:pt>
                <c:pt idx="3192">
                  <c:v>1.3775299999999999E-2</c:v>
                </c:pt>
                <c:pt idx="3193">
                  <c:v>1.3722E-2</c:v>
                </c:pt>
                <c:pt idx="3194">
                  <c:v>1.3847E-2</c:v>
                </c:pt>
                <c:pt idx="3195">
                  <c:v>1.3875999999999999E-2</c:v>
                </c:pt>
                <c:pt idx="3196">
                  <c:v>1.3587299999999998E-2</c:v>
                </c:pt>
                <c:pt idx="3197">
                  <c:v>1.3359000000000001E-2</c:v>
                </c:pt>
                <c:pt idx="3198">
                  <c:v>1.3017300000000001E-2</c:v>
                </c:pt>
                <c:pt idx="3199">
                  <c:v>1.2574999999999999E-2</c:v>
                </c:pt>
                <c:pt idx="3200">
                  <c:v>1.24163E-2</c:v>
                </c:pt>
                <c:pt idx="3201">
                  <c:v>1.1901E-2</c:v>
                </c:pt>
                <c:pt idx="3202">
                  <c:v>1.1442000000000001E-2</c:v>
                </c:pt>
                <c:pt idx="3203">
                  <c:v>1.1466800000000001E-2</c:v>
                </c:pt>
                <c:pt idx="3204">
                  <c:v>1.1775000000000001E-2</c:v>
                </c:pt>
                <c:pt idx="3205">
                  <c:v>1.1829900000000001E-2</c:v>
                </c:pt>
                <c:pt idx="3206">
                  <c:v>1.1787499999999999E-2</c:v>
                </c:pt>
                <c:pt idx="3207">
                  <c:v>1.1964300000000001E-2</c:v>
                </c:pt>
                <c:pt idx="3208">
                  <c:v>1.2127800000000001E-2</c:v>
                </c:pt>
                <c:pt idx="3209">
                  <c:v>1.1901E-2</c:v>
                </c:pt>
                <c:pt idx="3210">
                  <c:v>1.1834300000000001E-2</c:v>
                </c:pt>
                <c:pt idx="3211">
                  <c:v>1.1692300000000001E-2</c:v>
                </c:pt>
                <c:pt idx="3212">
                  <c:v>1.1550299999999999E-2</c:v>
                </c:pt>
                <c:pt idx="3213">
                  <c:v>1.14503E-2</c:v>
                </c:pt>
                <c:pt idx="3214">
                  <c:v>1.125E-2</c:v>
                </c:pt>
                <c:pt idx="3215">
                  <c:v>1.0901000000000001E-2</c:v>
                </c:pt>
                <c:pt idx="3216">
                  <c:v>1.0999500000000001E-2</c:v>
                </c:pt>
                <c:pt idx="3217">
                  <c:v>1.0601000000000001E-2</c:v>
                </c:pt>
                <c:pt idx="3218">
                  <c:v>1.0587900000000001E-2</c:v>
                </c:pt>
                <c:pt idx="3219">
                  <c:v>1.0649800000000001E-2</c:v>
                </c:pt>
                <c:pt idx="3220">
                  <c:v>1.0666500000000001E-2</c:v>
                </c:pt>
                <c:pt idx="3221">
                  <c:v>1.0874999999999999E-2</c:v>
                </c:pt>
                <c:pt idx="3222">
                  <c:v>1.0916800000000001E-2</c:v>
                </c:pt>
                <c:pt idx="3223">
                  <c:v>1.10665E-2</c:v>
                </c:pt>
                <c:pt idx="3224">
                  <c:v>1.1416500000000001E-2</c:v>
                </c:pt>
                <c:pt idx="3225">
                  <c:v>1.1775000000000001E-2</c:v>
                </c:pt>
                <c:pt idx="3226">
                  <c:v>1.19633E-2</c:v>
                </c:pt>
                <c:pt idx="3227">
                  <c:v>1.2432299999999999E-2</c:v>
                </c:pt>
                <c:pt idx="3228">
                  <c:v>1.27125E-2</c:v>
                </c:pt>
                <c:pt idx="3229">
                  <c:v>1.3032E-2</c:v>
                </c:pt>
                <c:pt idx="3230">
                  <c:v>1.29833E-2</c:v>
                </c:pt>
                <c:pt idx="3231">
                  <c:v>1.2966999999999999E-2</c:v>
                </c:pt>
                <c:pt idx="3232">
                  <c:v>1.3199000000000001E-2</c:v>
                </c:pt>
                <c:pt idx="3233">
                  <c:v>1.3301499999999999E-2</c:v>
                </c:pt>
                <c:pt idx="3234">
                  <c:v>1.34483E-2</c:v>
                </c:pt>
                <c:pt idx="3235">
                  <c:v>1.3689699999999999E-2</c:v>
                </c:pt>
                <c:pt idx="3236">
                  <c:v>1.4219200000000001E-2</c:v>
                </c:pt>
                <c:pt idx="3237">
                  <c:v>1.4200000000000001E-2</c:v>
                </c:pt>
                <c:pt idx="3238">
                  <c:v>1.4698500000000001E-2</c:v>
                </c:pt>
                <c:pt idx="3239">
                  <c:v>1.4717500000000001E-2</c:v>
                </c:pt>
                <c:pt idx="3240">
                  <c:v>1.4992500000000001E-2</c:v>
                </c:pt>
                <c:pt idx="3241">
                  <c:v>1.5274000000000001E-2</c:v>
                </c:pt>
                <c:pt idx="3242">
                  <c:v>1.5582800000000001E-2</c:v>
                </c:pt>
                <c:pt idx="3243">
                  <c:v>1.59493E-2</c:v>
                </c:pt>
                <c:pt idx="3244">
                  <c:v>1.6825E-2</c:v>
                </c:pt>
                <c:pt idx="3245">
                  <c:v>1.7674799999999997E-2</c:v>
                </c:pt>
                <c:pt idx="3246">
                  <c:v>1.7498199999999998E-2</c:v>
                </c:pt>
                <c:pt idx="3247">
                  <c:v>1.5421000000000001E-2</c:v>
                </c:pt>
                <c:pt idx="3248">
                  <c:v>1.5081499999999999E-2</c:v>
                </c:pt>
                <c:pt idx="3249">
                  <c:v>1.61625E-2</c:v>
                </c:pt>
                <c:pt idx="3250">
                  <c:v>1.65323E-2</c:v>
                </c:pt>
                <c:pt idx="3251">
                  <c:v>1.8701200000000001E-2</c:v>
                </c:pt>
                <c:pt idx="3252">
                  <c:v>2.0199500000000002E-2</c:v>
                </c:pt>
                <c:pt idx="3253">
                  <c:v>2.1049999999999999E-2</c:v>
                </c:pt>
                <c:pt idx="3254">
                  <c:v>2.0602000000000002E-2</c:v>
                </c:pt>
                <c:pt idx="3255">
                  <c:v>1.9783500000000002E-2</c:v>
                </c:pt>
                <c:pt idx="3256">
                  <c:v>1.8983E-2</c:v>
                </c:pt>
                <c:pt idx="3257">
                  <c:v>1.8374999999999999E-2</c:v>
                </c:pt>
                <c:pt idx="3258">
                  <c:v>1.8499500000000002E-2</c:v>
                </c:pt>
                <c:pt idx="3259">
                  <c:v>1.8704700000000001E-2</c:v>
                </c:pt>
                <c:pt idx="3260">
                  <c:v>1.9132E-2</c:v>
                </c:pt>
                <c:pt idx="3261">
                  <c:v>2.01543E-2</c:v>
                </c:pt>
                <c:pt idx="3262">
                  <c:v>2.0433E-2</c:v>
                </c:pt>
                <c:pt idx="3263">
                  <c:v>2.0997499999999999E-2</c:v>
                </c:pt>
                <c:pt idx="3264">
                  <c:v>2.0934899999999999E-2</c:v>
                </c:pt>
                <c:pt idx="3265">
                  <c:v>2.01023E-2</c:v>
                </c:pt>
                <c:pt idx="3266">
                  <c:v>1.9834500000000001E-2</c:v>
                </c:pt>
                <c:pt idx="3267">
                  <c:v>1.925E-2</c:v>
                </c:pt>
                <c:pt idx="3268">
                  <c:v>1.87195E-2</c:v>
                </c:pt>
                <c:pt idx="3269">
                  <c:v>1.76685E-2</c:v>
                </c:pt>
                <c:pt idx="3270">
                  <c:v>1.74285E-2</c:v>
                </c:pt>
                <c:pt idx="3271">
                  <c:v>1.69774E-2</c:v>
                </c:pt>
                <c:pt idx="3272">
                  <c:v>1.6483000000000001E-2</c:v>
                </c:pt>
                <c:pt idx="3273">
                  <c:v>1.65854E-2</c:v>
                </c:pt>
                <c:pt idx="3274">
                  <c:v>1.6500299999999999E-2</c:v>
                </c:pt>
                <c:pt idx="3275">
                  <c:v>1.6624899999999998E-2</c:v>
                </c:pt>
                <c:pt idx="3276">
                  <c:v>1.7575E-2</c:v>
                </c:pt>
                <c:pt idx="3277">
                  <c:v>1.78333E-2</c:v>
                </c:pt>
                <c:pt idx="3278">
                  <c:v>1.8307300000000002E-2</c:v>
                </c:pt>
                <c:pt idx="3279">
                  <c:v>1.9009999999999999E-2</c:v>
                </c:pt>
                <c:pt idx="3280">
                  <c:v>1.89794E-2</c:v>
                </c:pt>
                <c:pt idx="3281">
                  <c:v>1.8816800000000002E-2</c:v>
                </c:pt>
                <c:pt idx="3282">
                  <c:v>1.86774E-2</c:v>
                </c:pt>
                <c:pt idx="3283">
                  <c:v>1.81288E-2</c:v>
                </c:pt>
                <c:pt idx="3284">
                  <c:v>1.8169600000000001E-2</c:v>
                </c:pt>
                <c:pt idx="3285">
                  <c:v>1.84338E-2</c:v>
                </c:pt>
                <c:pt idx="3286">
                  <c:v>1.8800000000000001E-2</c:v>
                </c:pt>
                <c:pt idx="3287">
                  <c:v>1.8883299999999999E-2</c:v>
                </c:pt>
                <c:pt idx="3288">
                  <c:v>1.8602899999999999E-2</c:v>
                </c:pt>
                <c:pt idx="3289">
                  <c:v>1.8167800000000001E-2</c:v>
                </c:pt>
                <c:pt idx="3290">
                  <c:v>1.7717500000000001E-2</c:v>
                </c:pt>
                <c:pt idx="3291">
                  <c:v>1.8262500000000001E-2</c:v>
                </c:pt>
                <c:pt idx="3292">
                  <c:v>1.9224999999999999E-2</c:v>
                </c:pt>
                <c:pt idx="3293">
                  <c:v>2.0259100000000002E-2</c:v>
                </c:pt>
                <c:pt idx="3294">
                  <c:v>2.09003E-2</c:v>
                </c:pt>
                <c:pt idx="3295">
                  <c:v>2.0735400000000001E-2</c:v>
                </c:pt>
                <c:pt idx="3296">
                  <c:v>2.1513999999999998E-2</c:v>
                </c:pt>
                <c:pt idx="3297">
                  <c:v>2.1400499999999999E-2</c:v>
                </c:pt>
                <c:pt idx="3298">
                  <c:v>2.0035499999999998E-2</c:v>
                </c:pt>
                <c:pt idx="3299">
                  <c:v>1.9916699999999999E-2</c:v>
                </c:pt>
                <c:pt idx="3300">
                  <c:v>2.0516099999999999E-2</c:v>
                </c:pt>
                <c:pt idx="3301">
                  <c:v>2.0262499999999999E-2</c:v>
                </c:pt>
                <c:pt idx="3302">
                  <c:v>2.0365999999999999E-2</c:v>
                </c:pt>
                <c:pt idx="3303">
                  <c:v>2.0685499999999999E-2</c:v>
                </c:pt>
                <c:pt idx="3304">
                  <c:v>2.0565199999999999E-2</c:v>
                </c:pt>
                <c:pt idx="3305">
                  <c:v>2.0674999999999999E-2</c:v>
                </c:pt>
                <c:pt idx="3306">
                  <c:v>2.0799700000000001E-2</c:v>
                </c:pt>
                <c:pt idx="3307">
                  <c:v>2.0651300000000001E-2</c:v>
                </c:pt>
                <c:pt idx="3308">
                  <c:v>1.9734999999999999E-2</c:v>
                </c:pt>
                <c:pt idx="3309">
                  <c:v>1.9016999999999999E-2</c:v>
                </c:pt>
                <c:pt idx="3310">
                  <c:v>1.8567E-2</c:v>
                </c:pt>
                <c:pt idx="3311">
                  <c:v>1.7935E-2</c:v>
                </c:pt>
                <c:pt idx="3312">
                  <c:v>1.7833000000000002E-2</c:v>
                </c:pt>
                <c:pt idx="3313">
                  <c:v>1.7401900000000001E-2</c:v>
                </c:pt>
                <c:pt idx="3314">
                  <c:v>1.6787299999999998E-2</c:v>
                </c:pt>
                <c:pt idx="3315">
                  <c:v>1.64832E-2</c:v>
                </c:pt>
                <c:pt idx="3316">
                  <c:v>1.49988E-2</c:v>
                </c:pt>
                <c:pt idx="3317">
                  <c:v>1.49125E-2</c:v>
                </c:pt>
                <c:pt idx="3318">
                  <c:v>1.5729099999999999E-2</c:v>
                </c:pt>
                <c:pt idx="3319">
                  <c:v>1.6133000000000002E-2</c:v>
                </c:pt>
                <c:pt idx="3320">
                  <c:v>1.6050499999999999E-2</c:v>
                </c:pt>
                <c:pt idx="3321">
                  <c:v>1.6150000000000001E-2</c:v>
                </c:pt>
                <c:pt idx="3322">
                  <c:v>1.6747999999999999E-2</c:v>
                </c:pt>
                <c:pt idx="3323">
                  <c:v>1.7415799999999999E-2</c:v>
                </c:pt>
                <c:pt idx="3324">
                  <c:v>1.7600000000000001E-2</c:v>
                </c:pt>
                <c:pt idx="3325">
                  <c:v>1.7109299999999997E-2</c:v>
                </c:pt>
                <c:pt idx="3326">
                  <c:v>1.7099E-2</c:v>
                </c:pt>
                <c:pt idx="3327">
                  <c:v>1.7133499999999999E-2</c:v>
                </c:pt>
                <c:pt idx="3328">
                  <c:v>1.6801499999999997E-2</c:v>
                </c:pt>
                <c:pt idx="3329">
                  <c:v>1.64505E-2</c:v>
                </c:pt>
                <c:pt idx="3330">
                  <c:v>1.6416999999999998E-2</c:v>
                </c:pt>
                <c:pt idx="3331">
                  <c:v>1.6449499999999999E-2</c:v>
                </c:pt>
                <c:pt idx="3332">
                  <c:v>1.53873E-2</c:v>
                </c:pt>
                <c:pt idx="3333">
                  <c:v>1.4967500000000002E-2</c:v>
                </c:pt>
                <c:pt idx="3334">
                  <c:v>1.4822399999999999E-2</c:v>
                </c:pt>
                <c:pt idx="3335">
                  <c:v>1.46625E-2</c:v>
                </c:pt>
                <c:pt idx="3336">
                  <c:v>1.4582499999999998E-2</c:v>
                </c:pt>
                <c:pt idx="3337">
                  <c:v>1.4699500000000001E-2</c:v>
                </c:pt>
                <c:pt idx="3338">
                  <c:v>1.49505E-2</c:v>
                </c:pt>
                <c:pt idx="3339">
                  <c:v>1.6016499999999999E-2</c:v>
                </c:pt>
                <c:pt idx="3340">
                  <c:v>1.5717500000000002E-2</c:v>
                </c:pt>
                <c:pt idx="3341">
                  <c:v>1.5932499999999999E-2</c:v>
                </c:pt>
                <c:pt idx="3342">
                  <c:v>1.6215E-2</c:v>
                </c:pt>
                <c:pt idx="3343">
                  <c:v>1.6319999999999998E-2</c:v>
                </c:pt>
                <c:pt idx="3344">
                  <c:v>1.6399500000000001E-2</c:v>
                </c:pt>
                <c:pt idx="3345">
                  <c:v>1.65002E-2</c:v>
                </c:pt>
                <c:pt idx="3346">
                  <c:v>1.6566499999999998E-2</c:v>
                </c:pt>
                <c:pt idx="3347">
                  <c:v>1.6715000000000001E-2</c:v>
                </c:pt>
                <c:pt idx="3348">
                  <c:v>1.7898299999999999E-2</c:v>
                </c:pt>
                <c:pt idx="3349">
                  <c:v>1.81335E-2</c:v>
                </c:pt>
                <c:pt idx="3350">
                  <c:v>1.86985E-2</c:v>
                </c:pt>
                <c:pt idx="3351">
                  <c:v>1.8751E-2</c:v>
                </c:pt>
                <c:pt idx="3352">
                  <c:v>1.9165499999999999E-2</c:v>
                </c:pt>
                <c:pt idx="3353">
                  <c:v>2.0081499999999999E-2</c:v>
                </c:pt>
                <c:pt idx="3354">
                  <c:v>2.0429699999999999E-2</c:v>
                </c:pt>
                <c:pt idx="3355">
                  <c:v>2.0682300000000001E-2</c:v>
                </c:pt>
                <c:pt idx="3356">
                  <c:v>2.0592300000000001E-2</c:v>
                </c:pt>
                <c:pt idx="3357">
                  <c:v>0.02</c:v>
                </c:pt>
                <c:pt idx="3358">
                  <c:v>1.9167500000000001E-2</c:v>
                </c:pt>
                <c:pt idx="3359">
                  <c:v>1.86325E-2</c:v>
                </c:pt>
                <c:pt idx="3360">
                  <c:v>1.9425000000000001E-2</c:v>
                </c:pt>
                <c:pt idx="3361">
                  <c:v>1.9966999999999999E-2</c:v>
                </c:pt>
                <c:pt idx="3362">
                  <c:v>2.01835E-2</c:v>
                </c:pt>
                <c:pt idx="3363">
                  <c:v>1.97828E-2</c:v>
                </c:pt>
                <c:pt idx="3364">
                  <c:v>2.0115399999999999E-2</c:v>
                </c:pt>
                <c:pt idx="3365">
                  <c:v>2.0266800000000001E-2</c:v>
                </c:pt>
                <c:pt idx="3366">
                  <c:v>2.0516800000000002E-2</c:v>
                </c:pt>
                <c:pt idx="3367">
                  <c:v>2.0500000000000001E-2</c:v>
                </c:pt>
                <c:pt idx="3368">
                  <c:v>2.0500000000000001E-2</c:v>
                </c:pt>
                <c:pt idx="3369">
                  <c:v>2.1399999999999999E-2</c:v>
                </c:pt>
                <c:pt idx="3370">
                  <c:v>2.1333500000000002E-2</c:v>
                </c:pt>
                <c:pt idx="3371">
                  <c:v>2.1475000000000001E-2</c:v>
                </c:pt>
                <c:pt idx="3372">
                  <c:v>2.03828E-2</c:v>
                </c:pt>
                <c:pt idx="3373">
                  <c:v>1.92564E-2</c:v>
                </c:pt>
                <c:pt idx="3374">
                  <c:v>1.85173E-2</c:v>
                </c:pt>
                <c:pt idx="3375">
                  <c:v>1.8450000000000001E-2</c:v>
                </c:pt>
                <c:pt idx="3376">
                  <c:v>1.8616900000000002E-2</c:v>
                </c:pt>
                <c:pt idx="3377">
                  <c:v>1.81668E-2</c:v>
                </c:pt>
                <c:pt idx="3378">
                  <c:v>1.8134299999999999E-2</c:v>
                </c:pt>
                <c:pt idx="3379">
                  <c:v>1.8100499999999999E-2</c:v>
                </c:pt>
                <c:pt idx="3380">
                  <c:v>1.85325E-2</c:v>
                </c:pt>
                <c:pt idx="3381">
                  <c:v>1.7683299999999999E-2</c:v>
                </c:pt>
                <c:pt idx="3382">
                  <c:v>1.7916700000000001E-2</c:v>
                </c:pt>
                <c:pt idx="3383">
                  <c:v>1.8633299999999998E-2</c:v>
                </c:pt>
                <c:pt idx="3384">
                  <c:v>1.8589100000000001E-2</c:v>
                </c:pt>
                <c:pt idx="3385">
                  <c:v>1.8567400000000001E-2</c:v>
                </c:pt>
                <c:pt idx="3386">
                  <c:v>1.85268E-2</c:v>
                </c:pt>
                <c:pt idx="3387">
                  <c:v>1.8589399999999999E-2</c:v>
                </c:pt>
                <c:pt idx="3388">
                  <c:v>1.9300000000000001E-2</c:v>
                </c:pt>
                <c:pt idx="3389">
                  <c:v>1.93809E-2</c:v>
                </c:pt>
                <c:pt idx="3390">
                  <c:v>1.9377099999999998E-2</c:v>
                </c:pt>
                <c:pt idx="3391">
                  <c:v>1.93096E-2</c:v>
                </c:pt>
                <c:pt idx="3392">
                  <c:v>1.9567299999999999E-2</c:v>
                </c:pt>
                <c:pt idx="3393">
                  <c:v>1.88989E-2</c:v>
                </c:pt>
                <c:pt idx="3394">
                  <c:v>1.8700499999999998E-2</c:v>
                </c:pt>
                <c:pt idx="3395">
                  <c:v>1.89678E-2</c:v>
                </c:pt>
                <c:pt idx="3396">
                  <c:v>1.9533399999999999E-2</c:v>
                </c:pt>
                <c:pt idx="3397">
                  <c:v>1.9566500000000001E-2</c:v>
                </c:pt>
                <c:pt idx="3398">
                  <c:v>1.9433000000000002E-2</c:v>
                </c:pt>
                <c:pt idx="3399">
                  <c:v>1.96671E-2</c:v>
                </c:pt>
                <c:pt idx="3400">
                  <c:v>1.9750299999999998E-2</c:v>
                </c:pt>
                <c:pt idx="3401">
                  <c:v>1.9599999999999999E-2</c:v>
                </c:pt>
                <c:pt idx="3402">
                  <c:v>1.9850200000000002E-2</c:v>
                </c:pt>
                <c:pt idx="3403">
                  <c:v>1.96536E-2</c:v>
                </c:pt>
                <c:pt idx="3404">
                  <c:v>1.9446999999999999E-2</c:v>
                </c:pt>
                <c:pt idx="3405">
                  <c:v>1.93995E-2</c:v>
                </c:pt>
                <c:pt idx="3406">
                  <c:v>1.9966000000000001E-2</c:v>
                </c:pt>
                <c:pt idx="3407">
                  <c:v>2.0449999999999999E-2</c:v>
                </c:pt>
                <c:pt idx="3408">
                  <c:v>2.1099799999999998E-2</c:v>
                </c:pt>
                <c:pt idx="3409">
                  <c:v>2.1033E-2</c:v>
                </c:pt>
                <c:pt idx="3410">
                  <c:v>1.9934E-2</c:v>
                </c:pt>
                <c:pt idx="3411">
                  <c:v>2.0832900000000001E-2</c:v>
                </c:pt>
                <c:pt idx="3412">
                  <c:v>2.0682900000000001E-2</c:v>
                </c:pt>
                <c:pt idx="3413">
                  <c:v>2.0568100000000002E-2</c:v>
                </c:pt>
                <c:pt idx="3414">
                  <c:v>2.0934000000000001E-2</c:v>
                </c:pt>
                <c:pt idx="3415">
                  <c:v>1.9875E-2</c:v>
                </c:pt>
                <c:pt idx="3416">
                  <c:v>1.9265899999999999E-2</c:v>
                </c:pt>
                <c:pt idx="3417">
                  <c:v>1.8607800000000001E-2</c:v>
                </c:pt>
                <c:pt idx="3418">
                  <c:v>1.8499000000000002E-2</c:v>
                </c:pt>
                <c:pt idx="3419">
                  <c:v>1.9015500000000001E-2</c:v>
                </c:pt>
                <c:pt idx="3420">
                  <c:v>1.8765899999999999E-2</c:v>
                </c:pt>
                <c:pt idx="3421">
                  <c:v>1.9101E-2</c:v>
                </c:pt>
                <c:pt idx="3422">
                  <c:v>1.8966999999999998E-2</c:v>
                </c:pt>
                <c:pt idx="3423">
                  <c:v>1.8633E-2</c:v>
                </c:pt>
                <c:pt idx="3424">
                  <c:v>1.8534999999999999E-2</c:v>
                </c:pt>
                <c:pt idx="3425">
                  <c:v>1.8758299999999999E-2</c:v>
                </c:pt>
                <c:pt idx="3426">
                  <c:v>1.8783299999999999E-2</c:v>
                </c:pt>
                <c:pt idx="3427">
                  <c:v>1.7833500000000002E-2</c:v>
                </c:pt>
                <c:pt idx="3428">
                  <c:v>1.7998500000000001E-2</c:v>
                </c:pt>
                <c:pt idx="3429">
                  <c:v>1.71685E-2</c:v>
                </c:pt>
                <c:pt idx="3430">
                  <c:v>1.7066499999999998E-2</c:v>
                </c:pt>
                <c:pt idx="3431">
                  <c:v>1.7599700000000003E-2</c:v>
                </c:pt>
                <c:pt idx="3432">
                  <c:v>1.7268000000000002E-2</c:v>
                </c:pt>
                <c:pt idx="3433">
                  <c:v>1.7133499999999999E-2</c:v>
                </c:pt>
                <c:pt idx="3434">
                  <c:v>1.7432E-2</c:v>
                </c:pt>
                <c:pt idx="3435">
                  <c:v>1.6968E-2</c:v>
                </c:pt>
                <c:pt idx="3436">
                  <c:v>1.64009E-2</c:v>
                </c:pt>
                <c:pt idx="3437">
                  <c:v>1.6233000000000001E-2</c:v>
                </c:pt>
                <c:pt idx="3438">
                  <c:v>1.68979E-2</c:v>
                </c:pt>
                <c:pt idx="3439">
                  <c:v>1.7233999999999999E-2</c:v>
                </c:pt>
                <c:pt idx="3440">
                  <c:v>1.7999000000000001E-2</c:v>
                </c:pt>
                <c:pt idx="3441">
                  <c:v>1.7901E-2</c:v>
                </c:pt>
                <c:pt idx="3442">
                  <c:v>1.7899999999999999E-2</c:v>
                </c:pt>
                <c:pt idx="3443">
                  <c:v>1.8067E-2</c:v>
                </c:pt>
                <c:pt idx="3444">
                  <c:v>1.7767999999999999E-2</c:v>
                </c:pt>
                <c:pt idx="3445">
                  <c:v>1.7069000000000001E-2</c:v>
                </c:pt>
                <c:pt idx="3446">
                  <c:v>1.7330699999999997E-2</c:v>
                </c:pt>
                <c:pt idx="3447">
                  <c:v>1.7999999999999999E-2</c:v>
                </c:pt>
                <c:pt idx="3448">
                  <c:v>1.80833E-2</c:v>
                </c:pt>
                <c:pt idx="3449">
                  <c:v>1.7884299999999999E-2</c:v>
                </c:pt>
                <c:pt idx="3450">
                  <c:v>1.7418899999999998E-2</c:v>
                </c:pt>
                <c:pt idx="3451">
                  <c:v>1.6967599999999999E-2</c:v>
                </c:pt>
                <c:pt idx="3452">
                  <c:v>1.6566499999999998E-2</c:v>
                </c:pt>
                <c:pt idx="3453">
                  <c:v>1.66655E-2</c:v>
                </c:pt>
                <c:pt idx="3454">
                  <c:v>1.6965999999999998E-2</c:v>
                </c:pt>
                <c:pt idx="3455">
                  <c:v>1.6668000000000002E-2</c:v>
                </c:pt>
                <c:pt idx="3456">
                  <c:v>1.6733500000000002E-2</c:v>
                </c:pt>
                <c:pt idx="3457">
                  <c:v>1.7099E-2</c:v>
                </c:pt>
                <c:pt idx="3458">
                  <c:v>1.6567500000000002E-2</c:v>
                </c:pt>
                <c:pt idx="3459">
                  <c:v>1.5966999999999999E-2</c:v>
                </c:pt>
                <c:pt idx="3460">
                  <c:v>1.6066500000000001E-2</c:v>
                </c:pt>
                <c:pt idx="3461">
                  <c:v>1.5800499999999999E-2</c:v>
                </c:pt>
                <c:pt idx="3462">
                  <c:v>1.5700499999999999E-2</c:v>
                </c:pt>
                <c:pt idx="3463">
                  <c:v>1.5966999999999999E-2</c:v>
                </c:pt>
                <c:pt idx="3464">
                  <c:v>1.5834000000000001E-2</c:v>
                </c:pt>
                <c:pt idx="3465">
                  <c:v>1.5933000000000003E-2</c:v>
                </c:pt>
                <c:pt idx="3466">
                  <c:v>1.5734499999999998E-2</c:v>
                </c:pt>
                <c:pt idx="3467">
                  <c:v>1.5600999999999999E-2</c:v>
                </c:pt>
                <c:pt idx="3468">
                  <c:v>1.5472100000000001E-2</c:v>
                </c:pt>
                <c:pt idx="3469">
                  <c:v>1.5233500000000001E-2</c:v>
                </c:pt>
                <c:pt idx="3470">
                  <c:v>1.5233000000000002E-2</c:v>
                </c:pt>
                <c:pt idx="3471">
                  <c:v>1.52E-2</c:v>
                </c:pt>
                <c:pt idx="3472">
                  <c:v>1.5333000000000001E-2</c:v>
                </c:pt>
                <c:pt idx="3473">
                  <c:v>1.5599500000000001E-2</c:v>
                </c:pt>
                <c:pt idx="3474">
                  <c:v>1.54675E-2</c:v>
                </c:pt>
                <c:pt idx="3475">
                  <c:v>1.5134999999999999E-2</c:v>
                </c:pt>
                <c:pt idx="3476">
                  <c:v>1.4667500000000002E-2</c:v>
                </c:pt>
                <c:pt idx="3477">
                  <c:v>1.4799000000000001E-2</c:v>
                </c:pt>
                <c:pt idx="3478">
                  <c:v>1.47E-2</c:v>
                </c:pt>
                <c:pt idx="3479">
                  <c:v>1.46325E-2</c:v>
                </c:pt>
                <c:pt idx="3480">
                  <c:v>1.45995E-2</c:v>
                </c:pt>
                <c:pt idx="3481">
                  <c:v>1.4466999999999999E-2</c:v>
                </c:pt>
                <c:pt idx="3482">
                  <c:v>1.44995E-2</c:v>
                </c:pt>
                <c:pt idx="3483">
                  <c:v>1.4699E-2</c:v>
                </c:pt>
                <c:pt idx="3484">
                  <c:v>1.49325E-2</c:v>
                </c:pt>
                <c:pt idx="3485">
                  <c:v>1.48173E-2</c:v>
                </c:pt>
                <c:pt idx="3486">
                  <c:v>1.4999500000000001E-2</c:v>
                </c:pt>
                <c:pt idx="3487">
                  <c:v>1.515E-2</c:v>
                </c:pt>
                <c:pt idx="3488">
                  <c:v>1.53375E-2</c:v>
                </c:pt>
                <c:pt idx="3489">
                  <c:v>1.50335E-2</c:v>
                </c:pt>
                <c:pt idx="3490">
                  <c:v>1.5424999999999999E-2</c:v>
                </c:pt>
                <c:pt idx="3491">
                  <c:v>1.53995E-2</c:v>
                </c:pt>
                <c:pt idx="3492">
                  <c:v>1.5650000000000001E-2</c:v>
                </c:pt>
                <c:pt idx="3493">
                  <c:v>1.53388E-2</c:v>
                </c:pt>
                <c:pt idx="3494">
                  <c:v>1.5225399999999998E-2</c:v>
                </c:pt>
                <c:pt idx="3495">
                  <c:v>1.5299500000000001E-2</c:v>
                </c:pt>
                <c:pt idx="3496">
                  <c:v>1.4834999999999999E-2</c:v>
                </c:pt>
                <c:pt idx="3497">
                  <c:v>1.4250000000000001E-2</c:v>
                </c:pt>
                <c:pt idx="3498">
                  <c:v>1.4232499999999999E-2</c:v>
                </c:pt>
                <c:pt idx="3499">
                  <c:v>1.45655E-2</c:v>
                </c:pt>
                <c:pt idx="3500">
                  <c:v>1.4675000000000001E-2</c:v>
                </c:pt>
                <c:pt idx="3501">
                  <c:v>1.4600499999999999E-2</c:v>
                </c:pt>
                <c:pt idx="3502">
                  <c:v>1.4400999999999999E-2</c:v>
                </c:pt>
                <c:pt idx="3503">
                  <c:v>1.3465999999999999E-2</c:v>
                </c:pt>
                <c:pt idx="3504">
                  <c:v>1.34167E-2</c:v>
                </c:pt>
                <c:pt idx="3505">
                  <c:v>1.3587500000000001E-2</c:v>
                </c:pt>
                <c:pt idx="3506">
                  <c:v>1.3599999999999999E-2</c:v>
                </c:pt>
                <c:pt idx="3507">
                  <c:v>1.3849999999999999E-2</c:v>
                </c:pt>
                <c:pt idx="3508">
                  <c:v>1.3867500000000001E-2</c:v>
                </c:pt>
                <c:pt idx="3509">
                  <c:v>1.3700499999999999E-2</c:v>
                </c:pt>
                <c:pt idx="3510">
                  <c:v>1.3849999999999999E-2</c:v>
                </c:pt>
                <c:pt idx="3511">
                  <c:v>1.3766E-2</c:v>
                </c:pt>
                <c:pt idx="3512">
                  <c:v>1.37655E-2</c:v>
                </c:pt>
                <c:pt idx="3513">
                  <c:v>1.3983300000000001E-2</c:v>
                </c:pt>
                <c:pt idx="3514">
                  <c:v>1.41E-2</c:v>
                </c:pt>
                <c:pt idx="3515">
                  <c:v>1.41E-2</c:v>
                </c:pt>
                <c:pt idx="3516">
                  <c:v>1.3683300000000001E-2</c:v>
                </c:pt>
                <c:pt idx="3517">
                  <c:v>1.3683300000000001E-2</c:v>
                </c:pt>
                <c:pt idx="3518">
                  <c:v>1.4065000000000001E-2</c:v>
                </c:pt>
                <c:pt idx="3519">
                  <c:v>1.4415000000000001E-2</c:v>
                </c:pt>
                <c:pt idx="3520">
                  <c:v>1.4283300000000001E-2</c:v>
                </c:pt>
                <c:pt idx="3521">
                  <c:v>1.4500000000000001E-2</c:v>
                </c:pt>
                <c:pt idx="3522">
                  <c:v>1.4594399999999999E-2</c:v>
                </c:pt>
                <c:pt idx="3523">
                  <c:v>1.4576199999999999E-2</c:v>
                </c:pt>
                <c:pt idx="3524">
                  <c:v>1.4599000000000001E-2</c:v>
                </c:pt>
                <c:pt idx="3525">
                  <c:v>1.47335E-2</c:v>
                </c:pt>
                <c:pt idx="3526">
                  <c:v>1.4512499999999999E-2</c:v>
                </c:pt>
                <c:pt idx="3527">
                  <c:v>1.46125E-2</c:v>
                </c:pt>
                <c:pt idx="3528">
                  <c:v>1.4716700000000001E-2</c:v>
                </c:pt>
                <c:pt idx="3529">
                  <c:v>1.4625000000000001E-2</c:v>
                </c:pt>
                <c:pt idx="3530">
                  <c:v>1.4825E-2</c:v>
                </c:pt>
                <c:pt idx="3531">
                  <c:v>1.4749799999999999E-2</c:v>
                </c:pt>
                <c:pt idx="3532">
                  <c:v>1.4999999999999999E-2</c:v>
                </c:pt>
                <c:pt idx="3533">
                  <c:v>1.4534500000000001E-2</c:v>
                </c:pt>
                <c:pt idx="3534">
                  <c:v>1.4024999999999999E-2</c:v>
                </c:pt>
                <c:pt idx="3535">
                  <c:v>1.35005E-2</c:v>
                </c:pt>
                <c:pt idx="3536">
                  <c:v>1.3266E-2</c:v>
                </c:pt>
                <c:pt idx="3537">
                  <c:v>1.345E-2</c:v>
                </c:pt>
                <c:pt idx="3538">
                  <c:v>1.37E-2</c:v>
                </c:pt>
                <c:pt idx="3539">
                  <c:v>1.4198500000000001E-2</c:v>
                </c:pt>
                <c:pt idx="3540">
                  <c:v>1.4574999999999999E-2</c:v>
                </c:pt>
                <c:pt idx="3541">
                  <c:v>1.4915000000000001E-2</c:v>
                </c:pt>
                <c:pt idx="3542">
                  <c:v>1.5597999999999999E-2</c:v>
                </c:pt>
                <c:pt idx="3543">
                  <c:v>1.6199000000000002E-2</c:v>
                </c:pt>
                <c:pt idx="3544">
                  <c:v>1.58125E-2</c:v>
                </c:pt>
                <c:pt idx="3545">
                  <c:v>1.6362499999999999E-2</c:v>
                </c:pt>
                <c:pt idx="3546">
                  <c:v>1.6434000000000001E-2</c:v>
                </c:pt>
                <c:pt idx="3547">
                  <c:v>1.66315E-2</c:v>
                </c:pt>
                <c:pt idx="3548">
                  <c:v>1.67E-2</c:v>
                </c:pt>
                <c:pt idx="3549">
                  <c:v>1.6233500000000001E-2</c:v>
                </c:pt>
                <c:pt idx="3550">
                  <c:v>1.5833E-2</c:v>
                </c:pt>
                <c:pt idx="3551">
                  <c:v>1.5433000000000001E-2</c:v>
                </c:pt>
                <c:pt idx="3552">
                  <c:v>1.50335E-2</c:v>
                </c:pt>
                <c:pt idx="3553">
                  <c:v>1.51495E-2</c:v>
                </c:pt>
                <c:pt idx="3554">
                  <c:v>1.4600999999999999E-2</c:v>
                </c:pt>
                <c:pt idx="3555">
                  <c:v>1.4033500000000001E-2</c:v>
                </c:pt>
                <c:pt idx="3556">
                  <c:v>1.40655E-2</c:v>
                </c:pt>
                <c:pt idx="3557">
                  <c:v>1.3934E-2</c:v>
                </c:pt>
                <c:pt idx="3558">
                  <c:v>1.4166499999999999E-2</c:v>
                </c:pt>
                <c:pt idx="3559">
                  <c:v>1.4134000000000001E-2</c:v>
                </c:pt>
                <c:pt idx="3560">
                  <c:v>1.3766999999999998E-2</c:v>
                </c:pt>
                <c:pt idx="3561">
                  <c:v>1.3234000000000001E-2</c:v>
                </c:pt>
                <c:pt idx="3562">
                  <c:v>1.3100000000000001E-2</c:v>
                </c:pt>
                <c:pt idx="3563">
                  <c:v>1.2699999999999999E-2</c:v>
                </c:pt>
                <c:pt idx="3564">
                  <c:v>1.2612399999999999E-2</c:v>
                </c:pt>
                <c:pt idx="3565">
                  <c:v>1.2574999999999999E-2</c:v>
                </c:pt>
                <c:pt idx="3566">
                  <c:v>1.2375000000000001E-2</c:v>
                </c:pt>
                <c:pt idx="3567">
                  <c:v>1.26E-2</c:v>
                </c:pt>
                <c:pt idx="3568">
                  <c:v>1.2567500000000001E-2</c:v>
                </c:pt>
                <c:pt idx="3569">
                  <c:v>1.3025E-2</c:v>
                </c:pt>
                <c:pt idx="3570">
                  <c:v>1.3966999999999999E-2</c:v>
                </c:pt>
                <c:pt idx="3571">
                  <c:v>1.3975E-2</c:v>
                </c:pt>
                <c:pt idx="3572">
                  <c:v>1.3799500000000001E-2</c:v>
                </c:pt>
                <c:pt idx="3573">
                  <c:v>1.4312500000000001E-2</c:v>
                </c:pt>
                <c:pt idx="3574">
                  <c:v>1.47E-2</c:v>
                </c:pt>
                <c:pt idx="3575">
                  <c:v>1.4234E-2</c:v>
                </c:pt>
                <c:pt idx="3576">
                  <c:v>1.3875E-2</c:v>
                </c:pt>
                <c:pt idx="3577">
                  <c:v>1.3891800000000001E-2</c:v>
                </c:pt>
                <c:pt idx="3578">
                  <c:v>1.4149999999999999E-2</c:v>
                </c:pt>
                <c:pt idx="3579">
                  <c:v>1.57809E-2</c:v>
                </c:pt>
                <c:pt idx="3580">
                  <c:v>1.54333E-2</c:v>
                </c:pt>
                <c:pt idx="3581">
                  <c:v>1.5266999999999999E-2</c:v>
                </c:pt>
                <c:pt idx="3582">
                  <c:v>1.5949999999999999E-2</c:v>
                </c:pt>
                <c:pt idx="3583">
                  <c:v>1.61625E-2</c:v>
                </c:pt>
                <c:pt idx="3584">
                  <c:v>1.7573399999999999E-2</c:v>
                </c:pt>
                <c:pt idx="3585">
                  <c:v>1.7562500000000002E-2</c:v>
                </c:pt>
                <c:pt idx="3586">
                  <c:v>1.76125E-2</c:v>
                </c:pt>
                <c:pt idx="3587">
                  <c:v>1.76125E-2</c:v>
                </c:pt>
                <c:pt idx="3588">
                  <c:v>1.7467E-2</c:v>
                </c:pt>
                <c:pt idx="3589">
                  <c:v>1.61269E-2</c:v>
                </c:pt>
                <c:pt idx="3590">
                  <c:v>1.5737500000000001E-2</c:v>
                </c:pt>
                <c:pt idx="3591">
                  <c:v>1.5266999999999999E-2</c:v>
                </c:pt>
                <c:pt idx="3592">
                  <c:v>1.54875E-2</c:v>
                </c:pt>
                <c:pt idx="3593">
                  <c:v>1.5862500000000002E-2</c:v>
                </c:pt>
                <c:pt idx="3594">
                  <c:v>1.5997000000000001E-2</c:v>
                </c:pt>
                <c:pt idx="3595">
                  <c:v>1.5915799999999997E-2</c:v>
                </c:pt>
                <c:pt idx="3596">
                  <c:v>1.62828E-2</c:v>
                </c:pt>
                <c:pt idx="3597">
                  <c:v>1.6566000000000001E-2</c:v>
                </c:pt>
                <c:pt idx="3598">
                  <c:v>1.5800999999999999E-2</c:v>
                </c:pt>
                <c:pt idx="3599">
                  <c:v>1.5731999999999999E-2</c:v>
                </c:pt>
                <c:pt idx="3600">
                  <c:v>1.6650000000000002E-2</c:v>
                </c:pt>
                <c:pt idx="3601">
                  <c:v>1.6766E-2</c:v>
                </c:pt>
                <c:pt idx="3602">
                  <c:v>1.68985E-2</c:v>
                </c:pt>
                <c:pt idx="3603">
                  <c:v>1.6517299999999999E-2</c:v>
                </c:pt>
                <c:pt idx="3604">
                  <c:v>1.6582300000000001E-2</c:v>
                </c:pt>
                <c:pt idx="3605">
                  <c:v>1.6052299999999999E-2</c:v>
                </c:pt>
                <c:pt idx="3606">
                  <c:v>1.5625E-2</c:v>
                </c:pt>
                <c:pt idx="3607">
                  <c:v>1.515E-2</c:v>
                </c:pt>
                <c:pt idx="3608">
                  <c:v>1.5174999999999999E-2</c:v>
                </c:pt>
                <c:pt idx="3609">
                  <c:v>1.5875E-2</c:v>
                </c:pt>
                <c:pt idx="3610">
                  <c:v>1.6315299999999998E-2</c:v>
                </c:pt>
                <c:pt idx="3611">
                  <c:v>1.6216299999999999E-2</c:v>
                </c:pt>
                <c:pt idx="3612">
                  <c:v>1.6625000000000001E-2</c:v>
                </c:pt>
                <c:pt idx="3613">
                  <c:v>1.7083299999999999E-2</c:v>
                </c:pt>
                <c:pt idx="3614">
                  <c:v>1.7066000000000001E-2</c:v>
                </c:pt>
                <c:pt idx="3615">
                  <c:v>1.7066000000000001E-2</c:v>
                </c:pt>
                <c:pt idx="3616">
                  <c:v>1.72655E-2</c:v>
                </c:pt>
                <c:pt idx="3617">
                  <c:v>1.7631999999999998E-2</c:v>
                </c:pt>
                <c:pt idx="3618">
                  <c:v>1.8231000000000001E-2</c:v>
                </c:pt>
                <c:pt idx="3619">
                  <c:v>1.8599500000000001E-2</c:v>
                </c:pt>
                <c:pt idx="3620">
                  <c:v>1.85665E-2</c:v>
                </c:pt>
                <c:pt idx="3621">
                  <c:v>1.7835E-2</c:v>
                </c:pt>
                <c:pt idx="3622">
                  <c:v>1.7382499999999999E-2</c:v>
                </c:pt>
                <c:pt idx="3623">
                  <c:v>1.6368500000000001E-2</c:v>
                </c:pt>
                <c:pt idx="3624">
                  <c:v>1.5982E-2</c:v>
                </c:pt>
                <c:pt idx="3625">
                  <c:v>1.5767E-2</c:v>
                </c:pt>
                <c:pt idx="3626">
                  <c:v>1.54E-2</c:v>
                </c:pt>
                <c:pt idx="3627">
                  <c:v>1.5249500000000001E-2</c:v>
                </c:pt>
                <c:pt idx="3628">
                  <c:v>1.5351699999999999E-2</c:v>
                </c:pt>
                <c:pt idx="3629">
                  <c:v>1.5865000000000001E-2</c:v>
                </c:pt>
                <c:pt idx="3630">
                  <c:v>1.6299999999999999E-2</c:v>
                </c:pt>
                <c:pt idx="3631">
                  <c:v>1.5650000000000001E-2</c:v>
                </c:pt>
                <c:pt idx="3632">
                  <c:v>1.5949999999999999E-2</c:v>
                </c:pt>
                <c:pt idx="3633">
                  <c:v>1.6455500000000001E-2</c:v>
                </c:pt>
                <c:pt idx="3634">
                  <c:v>1.7516999999999998E-2</c:v>
                </c:pt>
                <c:pt idx="3635">
                  <c:v>1.7643300000000001E-2</c:v>
                </c:pt>
                <c:pt idx="3636">
                  <c:v>1.86488E-2</c:v>
                </c:pt>
                <c:pt idx="3637">
                  <c:v>1.9071500000000002E-2</c:v>
                </c:pt>
                <c:pt idx="3638">
                  <c:v>2.12193E-2</c:v>
                </c:pt>
                <c:pt idx="3639">
                  <c:v>2.3558300000000001E-2</c:v>
                </c:pt>
                <c:pt idx="3640">
                  <c:v>2.4088100000000001E-2</c:v>
                </c:pt>
                <c:pt idx="3641">
                  <c:v>2.15704E-2</c:v>
                </c:pt>
                <c:pt idx="3642">
                  <c:v>2.1174800000000001E-2</c:v>
                </c:pt>
                <c:pt idx="3643">
                  <c:v>1.9136799999999999E-2</c:v>
                </c:pt>
                <c:pt idx="3644">
                  <c:v>1.8286699999999999E-2</c:v>
                </c:pt>
                <c:pt idx="3645">
                  <c:v>1.83549E-2</c:v>
                </c:pt>
                <c:pt idx="3646">
                  <c:v>1.8434100000000002E-2</c:v>
                </c:pt>
                <c:pt idx="3647">
                  <c:v>1.8407800000000002E-2</c:v>
                </c:pt>
                <c:pt idx="3648">
                  <c:v>1.8394300000000002E-2</c:v>
                </c:pt>
                <c:pt idx="3649">
                  <c:v>1.87919E-2</c:v>
                </c:pt>
                <c:pt idx="3650">
                  <c:v>1.96934E-2</c:v>
                </c:pt>
                <c:pt idx="3651">
                  <c:v>2.00755E-2</c:v>
                </c:pt>
                <c:pt idx="3652">
                  <c:v>2.0094999999999998E-2</c:v>
                </c:pt>
                <c:pt idx="3653">
                  <c:v>2.0553600000000002E-2</c:v>
                </c:pt>
                <c:pt idx="3654">
                  <c:v>2.2385599999999999E-2</c:v>
                </c:pt>
                <c:pt idx="3655">
                  <c:v>2.2293799999999999E-2</c:v>
                </c:pt>
                <c:pt idx="3656">
                  <c:v>2.1427399999999999E-2</c:v>
                </c:pt>
                <c:pt idx="3657">
                  <c:v>2.09254E-2</c:v>
                </c:pt>
                <c:pt idx="3658">
                  <c:v>2.0625600000000001E-2</c:v>
                </c:pt>
                <c:pt idx="3659">
                  <c:v>2.1105499999999999E-2</c:v>
                </c:pt>
                <c:pt idx="3660">
                  <c:v>2.0786099999999998E-2</c:v>
                </c:pt>
                <c:pt idx="3661">
                  <c:v>2.0236799999999999E-2</c:v>
                </c:pt>
                <c:pt idx="3662">
                  <c:v>2.09208E-2</c:v>
                </c:pt>
                <c:pt idx="3663">
                  <c:v>2.0719900000000003E-2</c:v>
                </c:pt>
                <c:pt idx="3664">
                  <c:v>2.0657100000000001E-2</c:v>
                </c:pt>
                <c:pt idx="3665">
                  <c:v>2.0454900000000002E-2</c:v>
                </c:pt>
                <c:pt idx="3666">
                  <c:v>2.0672699999999999E-2</c:v>
                </c:pt>
                <c:pt idx="3667">
                  <c:v>2.0194200000000002E-2</c:v>
                </c:pt>
                <c:pt idx="3668">
                  <c:v>1.9832699999999998E-2</c:v>
                </c:pt>
                <c:pt idx="3669">
                  <c:v>1.9885099999999999E-2</c:v>
                </c:pt>
                <c:pt idx="3670">
                  <c:v>1.9967800000000001E-2</c:v>
                </c:pt>
                <c:pt idx="3671">
                  <c:v>2.09442E-2</c:v>
                </c:pt>
                <c:pt idx="3672">
                  <c:v>2.1158699999999999E-2</c:v>
                </c:pt>
                <c:pt idx="3673">
                  <c:v>2.26629E-2</c:v>
                </c:pt>
                <c:pt idx="3674">
                  <c:v>2.33593E-2</c:v>
                </c:pt>
                <c:pt idx="3675">
                  <c:v>2.2468799999999997E-2</c:v>
                </c:pt>
                <c:pt idx="3676">
                  <c:v>2.26628E-2</c:v>
                </c:pt>
                <c:pt idx="3677">
                  <c:v>2.2575600000000001E-2</c:v>
                </c:pt>
                <c:pt idx="3678">
                  <c:v>2.2969900000000001E-2</c:v>
                </c:pt>
                <c:pt idx="3679">
                  <c:v>2.3341900000000002E-2</c:v>
                </c:pt>
                <c:pt idx="3680">
                  <c:v>2.4563499999999999E-2</c:v>
                </c:pt>
                <c:pt idx="3681">
                  <c:v>2.5168599999999999E-2</c:v>
                </c:pt>
                <c:pt idx="3682">
                  <c:v>2.4332200000000002E-2</c:v>
                </c:pt>
                <c:pt idx="3683">
                  <c:v>2.3840199999999999E-2</c:v>
                </c:pt>
                <c:pt idx="3684">
                  <c:v>2.3782400000000002E-2</c:v>
                </c:pt>
                <c:pt idx="3685">
                  <c:v>2.37921E-2</c:v>
                </c:pt>
                <c:pt idx="3686">
                  <c:v>2.3178999999999998E-2</c:v>
                </c:pt>
                <c:pt idx="3687">
                  <c:v>2.3549199999999999E-2</c:v>
                </c:pt>
                <c:pt idx="3688">
                  <c:v>2.4009299999999997E-2</c:v>
                </c:pt>
                <c:pt idx="3689">
                  <c:v>2.42151E-2</c:v>
                </c:pt>
                <c:pt idx="3690">
                  <c:v>2.3412499999999999E-2</c:v>
                </c:pt>
                <c:pt idx="3691">
                  <c:v>2.4317699999999998E-2</c:v>
                </c:pt>
                <c:pt idx="3692">
                  <c:v>2.4838300000000001E-2</c:v>
                </c:pt>
                <c:pt idx="3693">
                  <c:v>2.4290599999999999E-2</c:v>
                </c:pt>
                <c:pt idx="3694">
                  <c:v>2.4093899999999998E-2</c:v>
                </c:pt>
                <c:pt idx="3695">
                  <c:v>2.3717699999999998E-2</c:v>
                </c:pt>
                <c:pt idx="3696">
                  <c:v>2.4634700000000002E-2</c:v>
                </c:pt>
                <c:pt idx="3697">
                  <c:v>2.5058E-2</c:v>
                </c:pt>
                <c:pt idx="3698">
                  <c:v>2.5325800000000002E-2</c:v>
                </c:pt>
                <c:pt idx="3699">
                  <c:v>2.6895499999999999E-2</c:v>
                </c:pt>
                <c:pt idx="3700">
                  <c:v>2.86812E-2</c:v>
                </c:pt>
                <c:pt idx="3701">
                  <c:v>2.8972399999999999E-2</c:v>
                </c:pt>
                <c:pt idx="3702">
                  <c:v>2.8935199999999998E-2</c:v>
                </c:pt>
                <c:pt idx="3703">
                  <c:v>3.02382E-2</c:v>
                </c:pt>
                <c:pt idx="3704">
                  <c:v>3.0635199999999998E-2</c:v>
                </c:pt>
                <c:pt idx="3705">
                  <c:v>3.0489800000000001E-2</c:v>
                </c:pt>
                <c:pt idx="3706">
                  <c:v>2.9531599999999998E-2</c:v>
                </c:pt>
                <c:pt idx="3707">
                  <c:v>3.03498E-2</c:v>
                </c:pt>
                <c:pt idx="3708">
                  <c:v>2.95628E-2</c:v>
                </c:pt>
                <c:pt idx="3709">
                  <c:v>2.8677999999999999E-2</c:v>
                </c:pt>
                <c:pt idx="3710">
                  <c:v>2.8163299999999999E-2</c:v>
                </c:pt>
                <c:pt idx="3711">
                  <c:v>2.8641399999999997E-2</c:v>
                </c:pt>
                <c:pt idx="3712">
                  <c:v>2.8706799999999998E-2</c:v>
                </c:pt>
                <c:pt idx="3713">
                  <c:v>2.8797899999999998E-2</c:v>
                </c:pt>
                <c:pt idx="3714">
                  <c:v>2.8547899999999998E-2</c:v>
                </c:pt>
                <c:pt idx="3715">
                  <c:v>2.8270499999999997E-2</c:v>
                </c:pt>
                <c:pt idx="3716">
                  <c:v>2.7269499999999999E-2</c:v>
                </c:pt>
                <c:pt idx="3717">
                  <c:v>2.6540800000000003E-2</c:v>
                </c:pt>
                <c:pt idx="3718">
                  <c:v>2.6455799999999998E-2</c:v>
                </c:pt>
                <c:pt idx="3719">
                  <c:v>2.5988199999999999E-2</c:v>
                </c:pt>
                <c:pt idx="3720">
                  <c:v>2.5639800000000001E-2</c:v>
                </c:pt>
                <c:pt idx="3721">
                  <c:v>2.39224E-2</c:v>
                </c:pt>
                <c:pt idx="3722">
                  <c:v>2.3712799999999999E-2</c:v>
                </c:pt>
                <c:pt idx="3723">
                  <c:v>2.4717599999999999E-2</c:v>
                </c:pt>
                <c:pt idx="3724">
                  <c:v>2.4953899999999998E-2</c:v>
                </c:pt>
                <c:pt idx="3725">
                  <c:v>2.3683099999999999E-2</c:v>
                </c:pt>
                <c:pt idx="3726">
                  <c:v>2.33013E-2</c:v>
                </c:pt>
                <c:pt idx="3727">
                  <c:v>2.3767099999999999E-2</c:v>
                </c:pt>
                <c:pt idx="3728">
                  <c:v>2.42863E-2</c:v>
                </c:pt>
                <c:pt idx="3729">
                  <c:v>2.3652099999999999E-2</c:v>
                </c:pt>
                <c:pt idx="3730">
                  <c:v>2.3296399999999998E-2</c:v>
                </c:pt>
                <c:pt idx="3731">
                  <c:v>2.2931699999999999E-2</c:v>
                </c:pt>
                <c:pt idx="3732">
                  <c:v>2.2223400000000001E-2</c:v>
                </c:pt>
                <c:pt idx="3733">
                  <c:v>2.2278100000000002E-2</c:v>
                </c:pt>
                <c:pt idx="3734">
                  <c:v>2.2502999999999999E-2</c:v>
                </c:pt>
                <c:pt idx="3735">
                  <c:v>2.2664500000000001E-2</c:v>
                </c:pt>
                <c:pt idx="3736">
                  <c:v>2.2880000000000001E-2</c:v>
                </c:pt>
                <c:pt idx="3737">
                  <c:v>2.3434099999999999E-2</c:v>
                </c:pt>
                <c:pt idx="3738">
                  <c:v>2.4003200000000002E-2</c:v>
                </c:pt>
                <c:pt idx="3739">
                  <c:v>2.4144700000000002E-2</c:v>
                </c:pt>
                <c:pt idx="3740">
                  <c:v>2.3659700000000002E-2</c:v>
                </c:pt>
                <c:pt idx="3741">
                  <c:v>2.3399799999999998E-2</c:v>
                </c:pt>
                <c:pt idx="3742">
                  <c:v>2.3543399999999999E-2</c:v>
                </c:pt>
                <c:pt idx="3743">
                  <c:v>2.26103E-2</c:v>
                </c:pt>
                <c:pt idx="3744">
                  <c:v>2.3142199999999998E-2</c:v>
                </c:pt>
                <c:pt idx="3745">
                  <c:v>2.3329800000000001E-2</c:v>
                </c:pt>
                <c:pt idx="3746">
                  <c:v>2.3451400000000001E-2</c:v>
                </c:pt>
                <c:pt idx="3747">
                  <c:v>2.3030399999999999E-2</c:v>
                </c:pt>
                <c:pt idx="3748">
                  <c:v>2.3036000000000001E-2</c:v>
                </c:pt>
                <c:pt idx="3749">
                  <c:v>2.2532E-2</c:v>
                </c:pt>
                <c:pt idx="3750">
                  <c:v>2.2716699999999999E-2</c:v>
                </c:pt>
                <c:pt idx="3751">
                  <c:v>2.25004E-2</c:v>
                </c:pt>
                <c:pt idx="3752">
                  <c:v>2.2191100000000002E-2</c:v>
                </c:pt>
                <c:pt idx="3753">
                  <c:v>2.2228600000000001E-2</c:v>
                </c:pt>
                <c:pt idx="3754">
                  <c:v>2.2194700000000001E-2</c:v>
                </c:pt>
                <c:pt idx="3755">
                  <c:v>2.3093799999999998E-2</c:v>
                </c:pt>
                <c:pt idx="3756">
                  <c:v>2.30186E-2</c:v>
                </c:pt>
                <c:pt idx="3757">
                  <c:v>2.3273599999999998E-2</c:v>
                </c:pt>
                <c:pt idx="3758">
                  <c:v>2.35496E-2</c:v>
                </c:pt>
                <c:pt idx="3759">
                  <c:v>2.38213E-2</c:v>
                </c:pt>
                <c:pt idx="3760">
                  <c:v>2.34527E-2</c:v>
                </c:pt>
                <c:pt idx="3761">
                  <c:v>2.3594199999999999E-2</c:v>
                </c:pt>
                <c:pt idx="3762">
                  <c:v>2.4025700000000001E-2</c:v>
                </c:pt>
                <c:pt idx="3763">
                  <c:v>2.4698299999999999E-2</c:v>
                </c:pt>
                <c:pt idx="3764">
                  <c:v>2.47975E-2</c:v>
                </c:pt>
                <c:pt idx="3765">
                  <c:v>2.4475E-2</c:v>
                </c:pt>
                <c:pt idx="3766">
                  <c:v>2.46755E-2</c:v>
                </c:pt>
                <c:pt idx="3767">
                  <c:v>2.4353099999999999E-2</c:v>
                </c:pt>
                <c:pt idx="3768">
                  <c:v>2.4386399999999999E-2</c:v>
                </c:pt>
                <c:pt idx="3769">
                  <c:v>2.4723800000000001E-2</c:v>
                </c:pt>
                <c:pt idx="3770">
                  <c:v>2.4744599999999999E-2</c:v>
                </c:pt>
                <c:pt idx="3771">
                  <c:v>2.4164099999999997E-2</c:v>
                </c:pt>
                <c:pt idx="3772">
                  <c:v>2.3562E-2</c:v>
                </c:pt>
                <c:pt idx="3773">
                  <c:v>2.4084000000000001E-2</c:v>
                </c:pt>
                <c:pt idx="3774">
                  <c:v>2.4898699999999999E-2</c:v>
                </c:pt>
                <c:pt idx="3775">
                  <c:v>2.48484E-2</c:v>
                </c:pt>
                <c:pt idx="3776">
                  <c:v>2.5306700000000001E-2</c:v>
                </c:pt>
                <c:pt idx="3777">
                  <c:v>2.5555000000000001E-2</c:v>
                </c:pt>
                <c:pt idx="3778">
                  <c:v>2.5637299999999998E-2</c:v>
                </c:pt>
                <c:pt idx="3779">
                  <c:v>2.6375299999999997E-2</c:v>
                </c:pt>
                <c:pt idx="3780">
                  <c:v>2.5988999999999998E-2</c:v>
                </c:pt>
                <c:pt idx="3781">
                  <c:v>2.5937499999999999E-2</c:v>
                </c:pt>
                <c:pt idx="3782">
                  <c:v>2.5455800000000001E-2</c:v>
                </c:pt>
                <c:pt idx="3783">
                  <c:v>2.53858E-2</c:v>
                </c:pt>
                <c:pt idx="3784">
                  <c:v>2.5974599999999997E-2</c:v>
                </c:pt>
                <c:pt idx="3785">
                  <c:v>2.6316500000000003E-2</c:v>
                </c:pt>
                <c:pt idx="3786">
                  <c:v>2.6529199999999996E-2</c:v>
                </c:pt>
                <c:pt idx="3787">
                  <c:v>2.6374099999999998E-2</c:v>
                </c:pt>
                <c:pt idx="3788">
                  <c:v>2.5675400000000001E-2</c:v>
                </c:pt>
                <c:pt idx="3789">
                  <c:v>2.5331800000000002E-2</c:v>
                </c:pt>
                <c:pt idx="3790">
                  <c:v>2.5412799999999999E-2</c:v>
                </c:pt>
                <c:pt idx="3791">
                  <c:v>2.6054500000000001E-2</c:v>
                </c:pt>
                <c:pt idx="3792">
                  <c:v>2.5846399999999999E-2</c:v>
                </c:pt>
                <c:pt idx="3793">
                  <c:v>2.6447000000000002E-2</c:v>
                </c:pt>
                <c:pt idx="3794">
                  <c:v>2.7139299999999998E-2</c:v>
                </c:pt>
                <c:pt idx="3795">
                  <c:v>2.6702699999999999E-2</c:v>
                </c:pt>
                <c:pt idx="3796">
                  <c:v>2.7124499999999999E-2</c:v>
                </c:pt>
                <c:pt idx="3797">
                  <c:v>2.8448899999999999E-2</c:v>
                </c:pt>
                <c:pt idx="3798">
                  <c:v>2.93555E-2</c:v>
                </c:pt>
                <c:pt idx="3799">
                  <c:v>2.9917700000000002E-2</c:v>
                </c:pt>
                <c:pt idx="3800">
                  <c:v>2.9111099999999997E-2</c:v>
                </c:pt>
                <c:pt idx="3801">
                  <c:v>2.8440699999999999E-2</c:v>
                </c:pt>
                <c:pt idx="3802">
                  <c:v>2.8713900000000001E-2</c:v>
                </c:pt>
                <c:pt idx="3803">
                  <c:v>2.9266500000000001E-2</c:v>
                </c:pt>
                <c:pt idx="3804">
                  <c:v>2.9945800000000002E-2</c:v>
                </c:pt>
                <c:pt idx="3805">
                  <c:v>3.0273399999999999E-2</c:v>
                </c:pt>
                <c:pt idx="3806">
                  <c:v>3.0419799999999997E-2</c:v>
                </c:pt>
                <c:pt idx="3807">
                  <c:v>3.2158699999999998E-2</c:v>
                </c:pt>
                <c:pt idx="3808">
                  <c:v>3.2626299999999997E-2</c:v>
                </c:pt>
                <c:pt idx="3809">
                  <c:v>3.1859999999999999E-2</c:v>
                </c:pt>
                <c:pt idx="3810">
                  <c:v>3.1042899999999998E-2</c:v>
                </c:pt>
                <c:pt idx="3811">
                  <c:v>3.0495899999999999E-2</c:v>
                </c:pt>
                <c:pt idx="3812">
                  <c:v>3.0728199999999997E-2</c:v>
                </c:pt>
                <c:pt idx="3813">
                  <c:v>3.0504300000000002E-2</c:v>
                </c:pt>
                <c:pt idx="3814">
                  <c:v>3.0441699999999999E-2</c:v>
                </c:pt>
                <c:pt idx="3815">
                  <c:v>3.09019E-2</c:v>
                </c:pt>
                <c:pt idx="3816">
                  <c:v>3.14148E-2</c:v>
                </c:pt>
                <c:pt idx="3817">
                  <c:v>3.2023299999999998E-2</c:v>
                </c:pt>
                <c:pt idx="3818">
                  <c:v>3.2971500000000001E-2</c:v>
                </c:pt>
                <c:pt idx="3819">
                  <c:v>3.5150000000000001E-2</c:v>
                </c:pt>
                <c:pt idx="3820">
                  <c:v>3.48773E-2</c:v>
                </c:pt>
                <c:pt idx="3821">
                  <c:v>3.4629E-2</c:v>
                </c:pt>
                <c:pt idx="3822">
                  <c:v>3.2814099999999999E-2</c:v>
                </c:pt>
                <c:pt idx="3823">
                  <c:v>3.3123200000000005E-2</c:v>
                </c:pt>
                <c:pt idx="3824">
                  <c:v>3.5077199999999996E-2</c:v>
                </c:pt>
                <c:pt idx="3825">
                  <c:v>3.6555900000000002E-2</c:v>
                </c:pt>
                <c:pt idx="3826">
                  <c:v>3.76212E-2</c:v>
                </c:pt>
                <c:pt idx="3827">
                  <c:v>3.6978199999999996E-2</c:v>
                </c:pt>
                <c:pt idx="3828">
                  <c:v>3.7901400000000002E-2</c:v>
                </c:pt>
                <c:pt idx="3829">
                  <c:v>3.8173100000000001E-2</c:v>
                </c:pt>
                <c:pt idx="3830">
                  <c:v>3.7481199999999999E-2</c:v>
                </c:pt>
                <c:pt idx="3831">
                  <c:v>3.72117E-2</c:v>
                </c:pt>
                <c:pt idx="3832">
                  <c:v>3.8649900000000001E-2</c:v>
                </c:pt>
                <c:pt idx="3833">
                  <c:v>3.95287E-2</c:v>
                </c:pt>
                <c:pt idx="3834">
                  <c:v>3.8925099999999997E-2</c:v>
                </c:pt>
                <c:pt idx="3835">
                  <c:v>3.8193299999999999E-2</c:v>
                </c:pt>
                <c:pt idx="3836">
                  <c:v>3.7682899999999998E-2</c:v>
                </c:pt>
                <c:pt idx="3837">
                  <c:v>3.7772699999999999E-2</c:v>
                </c:pt>
                <c:pt idx="3838">
                  <c:v>3.90473E-2</c:v>
                </c:pt>
                <c:pt idx="3839">
                  <c:v>4.1510000000000005E-2</c:v>
                </c:pt>
                <c:pt idx="3840">
                  <c:v>4.59484E-2</c:v>
                </c:pt>
                <c:pt idx="3841">
                  <c:v>4.7590600000000004E-2</c:v>
                </c:pt>
                <c:pt idx="3842">
                  <c:v>4.7518600000000001E-2</c:v>
                </c:pt>
                <c:pt idx="3843">
                  <c:v>4.8760600000000001E-2</c:v>
                </c:pt>
                <c:pt idx="3844">
                  <c:v>5.3332299999999999E-2</c:v>
                </c:pt>
                <c:pt idx="3845">
                  <c:v>5.1896799999999993E-2</c:v>
                </c:pt>
                <c:pt idx="3846">
                  <c:v>4.8002699999999995E-2</c:v>
                </c:pt>
                <c:pt idx="3847">
                  <c:v>4.6468599999999999E-2</c:v>
                </c:pt>
                <c:pt idx="3848">
                  <c:v>4.4716000000000006E-2</c:v>
                </c:pt>
                <c:pt idx="3849">
                  <c:v>4.1226100000000002E-2</c:v>
                </c:pt>
                <c:pt idx="3850">
                  <c:v>4.07012E-2</c:v>
                </c:pt>
                <c:pt idx="3851">
                  <c:v>4.2950200000000001E-2</c:v>
                </c:pt>
                <c:pt idx="3852">
                  <c:v>4.16324E-2</c:v>
                </c:pt>
                <c:pt idx="3853">
                  <c:v>4.1077300000000004E-2</c:v>
                </c:pt>
                <c:pt idx="3854">
                  <c:v>4.1584599999999999E-2</c:v>
                </c:pt>
                <c:pt idx="3855">
                  <c:v>4.4211E-2</c:v>
                </c:pt>
                <c:pt idx="3856">
                  <c:v>4.4782499999999996E-2</c:v>
                </c:pt>
                <c:pt idx="3857">
                  <c:v>4.3133100000000001E-2</c:v>
                </c:pt>
                <c:pt idx="3858">
                  <c:v>4.41234E-2</c:v>
                </c:pt>
                <c:pt idx="3859">
                  <c:v>4.5449400000000001E-2</c:v>
                </c:pt>
                <c:pt idx="3860">
                  <c:v>4.7361199999999999E-2</c:v>
                </c:pt>
                <c:pt idx="3861">
                  <c:v>4.7522099999999998E-2</c:v>
                </c:pt>
                <c:pt idx="3862">
                  <c:v>4.6337799999999998E-2</c:v>
                </c:pt>
                <c:pt idx="3863">
                  <c:v>4.5509800000000003E-2</c:v>
                </c:pt>
                <c:pt idx="3864">
                  <c:v>4.5172299999999999E-2</c:v>
                </c:pt>
                <c:pt idx="3865">
                  <c:v>4.4496499999999994E-2</c:v>
                </c:pt>
                <c:pt idx="3866">
                  <c:v>4.4670500000000002E-2</c:v>
                </c:pt>
                <c:pt idx="3867">
                  <c:v>4.4382600000000001E-2</c:v>
                </c:pt>
                <c:pt idx="3868">
                  <c:v>4.4051400000000004E-2</c:v>
                </c:pt>
                <c:pt idx="3869">
                  <c:v>4.25887E-2</c:v>
                </c:pt>
                <c:pt idx="3870">
                  <c:v>4.0339299999999995E-2</c:v>
                </c:pt>
                <c:pt idx="3871">
                  <c:v>3.9199999999999999E-2</c:v>
                </c:pt>
                <c:pt idx="3872">
                  <c:v>3.9942499999999999E-2</c:v>
                </c:pt>
                <c:pt idx="3873">
                  <c:v>4.0521800000000004E-2</c:v>
                </c:pt>
                <c:pt idx="3874">
                  <c:v>4.2254800000000002E-2</c:v>
                </c:pt>
                <c:pt idx="3875">
                  <c:v>4.1451700000000001E-2</c:v>
                </c:pt>
                <c:pt idx="3876">
                  <c:v>4.0791800000000003E-2</c:v>
                </c:pt>
                <c:pt idx="3877">
                  <c:v>4.2515799999999999E-2</c:v>
                </c:pt>
                <c:pt idx="3878">
                  <c:v>4.3407000000000001E-2</c:v>
                </c:pt>
                <c:pt idx="3879">
                  <c:v>4.2791900000000001E-2</c:v>
                </c:pt>
                <c:pt idx="3880">
                  <c:v>4.23457E-2</c:v>
                </c:pt>
                <c:pt idx="3881">
                  <c:v>4.0976600000000002E-2</c:v>
                </c:pt>
                <c:pt idx="3882">
                  <c:v>3.9842799999999998E-2</c:v>
                </c:pt>
                <c:pt idx="3883">
                  <c:v>3.9636700000000004E-2</c:v>
                </c:pt>
                <c:pt idx="3884">
                  <c:v>4.0198899999999996E-2</c:v>
                </c:pt>
                <c:pt idx="3885">
                  <c:v>3.9966699999999994E-2</c:v>
                </c:pt>
                <c:pt idx="3886">
                  <c:v>4.2352300000000002E-2</c:v>
                </c:pt>
                <c:pt idx="3887">
                  <c:v>4.2627400000000003E-2</c:v>
                </c:pt>
                <c:pt idx="3888">
                  <c:v>4.2706099999999997E-2</c:v>
                </c:pt>
                <c:pt idx="3889">
                  <c:v>4.4413299999999996E-2</c:v>
                </c:pt>
                <c:pt idx="3890">
                  <c:v>4.45493E-2</c:v>
                </c:pt>
                <c:pt idx="3891">
                  <c:v>4.48396E-2</c:v>
                </c:pt>
                <c:pt idx="3892">
                  <c:v>4.5020299999999999E-2</c:v>
                </c:pt>
                <c:pt idx="3893">
                  <c:v>4.4577800000000001E-2</c:v>
                </c:pt>
                <c:pt idx="3894">
                  <c:v>4.5281399999999999E-2</c:v>
                </c:pt>
                <c:pt idx="3895">
                  <c:v>4.5903399999999997E-2</c:v>
                </c:pt>
                <c:pt idx="3896">
                  <c:v>4.5350500000000002E-2</c:v>
                </c:pt>
                <c:pt idx="3897">
                  <c:v>4.6662099999999998E-2</c:v>
                </c:pt>
                <c:pt idx="3898">
                  <c:v>4.7913400000000002E-2</c:v>
                </c:pt>
                <c:pt idx="3899">
                  <c:v>4.7107299999999998E-2</c:v>
                </c:pt>
                <c:pt idx="3900">
                  <c:v>4.5656000000000002E-2</c:v>
                </c:pt>
                <c:pt idx="3901">
                  <c:v>4.7016300000000004E-2</c:v>
                </c:pt>
                <c:pt idx="3902">
                  <c:v>4.7685100000000001E-2</c:v>
                </c:pt>
                <c:pt idx="3903">
                  <c:v>4.8896599999999998E-2</c:v>
                </c:pt>
                <c:pt idx="3904">
                  <c:v>5.0318399999999999E-2</c:v>
                </c:pt>
                <c:pt idx="3905">
                  <c:v>5.0716000000000004E-2</c:v>
                </c:pt>
                <c:pt idx="3906">
                  <c:v>4.9414699999999999E-2</c:v>
                </c:pt>
                <c:pt idx="3907">
                  <c:v>4.8955900000000004E-2</c:v>
                </c:pt>
                <c:pt idx="3908">
                  <c:v>4.8803600000000003E-2</c:v>
                </c:pt>
                <c:pt idx="3909">
                  <c:v>4.9473000000000003E-2</c:v>
                </c:pt>
                <c:pt idx="3910">
                  <c:v>4.9161500000000004E-2</c:v>
                </c:pt>
                <c:pt idx="3911">
                  <c:v>4.9217500000000004E-2</c:v>
                </c:pt>
                <c:pt idx="3912">
                  <c:v>4.94939E-2</c:v>
                </c:pt>
                <c:pt idx="3913">
                  <c:v>4.9334099999999999E-2</c:v>
                </c:pt>
                <c:pt idx="3914">
                  <c:v>5.0184199999999998E-2</c:v>
                </c:pt>
                <c:pt idx="3915">
                  <c:v>4.8534300000000002E-2</c:v>
                </c:pt>
                <c:pt idx="3916">
                  <c:v>4.8104800000000003E-2</c:v>
                </c:pt>
                <c:pt idx="3917">
                  <c:v>4.8400800000000001E-2</c:v>
                </c:pt>
                <c:pt idx="3918">
                  <c:v>4.87632E-2</c:v>
                </c:pt>
                <c:pt idx="3919">
                  <c:v>4.8700899999999998E-2</c:v>
                </c:pt>
                <c:pt idx="3920">
                  <c:v>4.8558200000000003E-2</c:v>
                </c:pt>
                <c:pt idx="3921">
                  <c:v>4.9291500000000002E-2</c:v>
                </c:pt>
                <c:pt idx="3922">
                  <c:v>4.8670199999999997E-2</c:v>
                </c:pt>
                <c:pt idx="3923">
                  <c:v>4.9642700000000005E-2</c:v>
                </c:pt>
                <c:pt idx="3924">
                  <c:v>5.0591299999999999E-2</c:v>
                </c:pt>
                <c:pt idx="3925">
                  <c:v>4.9456E-2</c:v>
                </c:pt>
                <c:pt idx="3926">
                  <c:v>4.97306E-2</c:v>
                </c:pt>
                <c:pt idx="3927">
                  <c:v>4.9506399999999999E-2</c:v>
                </c:pt>
                <c:pt idx="3928">
                  <c:v>4.8346800000000002E-2</c:v>
                </c:pt>
                <c:pt idx="3929">
                  <c:v>4.9185300000000001E-2</c:v>
                </c:pt>
                <c:pt idx="3930">
                  <c:v>4.8000500000000001E-2</c:v>
                </c:pt>
                <c:pt idx="3931">
                  <c:v>4.7546400000000003E-2</c:v>
                </c:pt>
                <c:pt idx="3932">
                  <c:v>4.7191799999999999E-2</c:v>
                </c:pt>
                <c:pt idx="3933">
                  <c:v>4.7344700000000003E-2</c:v>
                </c:pt>
                <c:pt idx="3934">
                  <c:v>4.7319600000000003E-2</c:v>
                </c:pt>
                <c:pt idx="3935">
                  <c:v>4.8417300000000003E-2</c:v>
                </c:pt>
                <c:pt idx="3936">
                  <c:v>4.75748E-2</c:v>
                </c:pt>
                <c:pt idx="3937">
                  <c:v>4.6824700000000004E-2</c:v>
                </c:pt>
                <c:pt idx="3938">
                  <c:v>4.6812699999999999E-2</c:v>
                </c:pt>
                <c:pt idx="3939">
                  <c:v>4.8162900000000002E-2</c:v>
                </c:pt>
                <c:pt idx="3940">
                  <c:v>4.8081900000000004E-2</c:v>
                </c:pt>
                <c:pt idx="3941">
                  <c:v>4.8525599999999995E-2</c:v>
                </c:pt>
                <c:pt idx="3942">
                  <c:v>5.0050499999999998E-2</c:v>
                </c:pt>
                <c:pt idx="3943">
                  <c:v>4.9484199999999999E-2</c:v>
                </c:pt>
                <c:pt idx="3944">
                  <c:v>4.9667599999999999E-2</c:v>
                </c:pt>
                <c:pt idx="3945">
                  <c:v>4.9086600000000001E-2</c:v>
                </c:pt>
                <c:pt idx="3946">
                  <c:v>4.7936599999999996E-2</c:v>
                </c:pt>
                <c:pt idx="3947">
                  <c:v>4.80487E-2</c:v>
                </c:pt>
                <c:pt idx="3948">
                  <c:v>4.7413900000000002E-2</c:v>
                </c:pt>
                <c:pt idx="3949">
                  <c:v>4.62435E-2</c:v>
                </c:pt>
                <c:pt idx="3950">
                  <c:v>4.6377999999999996E-2</c:v>
                </c:pt>
                <c:pt idx="3951">
                  <c:v>4.5156500000000002E-2</c:v>
                </c:pt>
                <c:pt idx="3952">
                  <c:v>4.5127600000000004E-2</c:v>
                </c:pt>
                <c:pt idx="3953">
                  <c:v>4.5574900000000002E-2</c:v>
                </c:pt>
                <c:pt idx="3954">
                  <c:v>4.5964900000000003E-2</c:v>
                </c:pt>
                <c:pt idx="3955">
                  <c:v>4.50155E-2</c:v>
                </c:pt>
                <c:pt idx="3956">
                  <c:v>4.4803799999999998E-2</c:v>
                </c:pt>
                <c:pt idx="3957">
                  <c:v>4.3272699999999997E-2</c:v>
                </c:pt>
                <c:pt idx="3958">
                  <c:v>4.15745E-2</c:v>
                </c:pt>
                <c:pt idx="3959">
                  <c:v>4.0908E-2</c:v>
                </c:pt>
                <c:pt idx="3960">
                  <c:v>4.1607600000000002E-2</c:v>
                </c:pt>
                <c:pt idx="3961">
                  <c:v>4.0245900000000001E-2</c:v>
                </c:pt>
                <c:pt idx="3962">
                  <c:v>3.9514600000000004E-2</c:v>
                </c:pt>
                <c:pt idx="3963">
                  <c:v>3.9143499999999998E-2</c:v>
                </c:pt>
                <c:pt idx="3964">
                  <c:v>3.90982E-2</c:v>
                </c:pt>
                <c:pt idx="3965">
                  <c:v>4.2355999999999998E-2</c:v>
                </c:pt>
                <c:pt idx="3966">
                  <c:v>4.1964899999999999E-2</c:v>
                </c:pt>
                <c:pt idx="3967">
                  <c:v>3.8515199999999999E-2</c:v>
                </c:pt>
                <c:pt idx="3968">
                  <c:v>3.6604100000000001E-2</c:v>
                </c:pt>
                <c:pt idx="3969">
                  <c:v>3.7057300000000001E-2</c:v>
                </c:pt>
                <c:pt idx="3970">
                  <c:v>3.6633199999999998E-2</c:v>
                </c:pt>
                <c:pt idx="3971">
                  <c:v>3.8749800000000001E-2</c:v>
                </c:pt>
                <c:pt idx="3972">
                  <c:v>3.9298100000000002E-2</c:v>
                </c:pt>
                <c:pt idx="3973">
                  <c:v>3.94785E-2</c:v>
                </c:pt>
                <c:pt idx="3974">
                  <c:v>3.86583E-2</c:v>
                </c:pt>
                <c:pt idx="3975">
                  <c:v>3.7210899999999998E-2</c:v>
                </c:pt>
                <c:pt idx="3976">
                  <c:v>3.5893899999999999E-2</c:v>
                </c:pt>
                <c:pt idx="3977">
                  <c:v>3.6574299999999997E-2</c:v>
                </c:pt>
                <c:pt idx="3978">
                  <c:v>3.6394000000000003E-2</c:v>
                </c:pt>
                <c:pt idx="3979">
                  <c:v>3.7351499999999996E-2</c:v>
                </c:pt>
                <c:pt idx="3980">
                  <c:v>3.8582600000000002E-2</c:v>
                </c:pt>
                <c:pt idx="3981">
                  <c:v>3.85577E-2</c:v>
                </c:pt>
                <c:pt idx="3982">
                  <c:v>3.9668399999999999E-2</c:v>
                </c:pt>
                <c:pt idx="3983">
                  <c:v>3.9007400000000005E-2</c:v>
                </c:pt>
                <c:pt idx="3984">
                  <c:v>3.7784400000000003E-2</c:v>
                </c:pt>
                <c:pt idx="3985">
                  <c:v>3.6075400000000001E-2</c:v>
                </c:pt>
                <c:pt idx="3986">
                  <c:v>3.4386699999999999E-2</c:v>
                </c:pt>
                <c:pt idx="3987">
                  <c:v>3.3743500000000003E-2</c:v>
                </c:pt>
                <c:pt idx="3988">
                  <c:v>3.4203299999999999E-2</c:v>
                </c:pt>
                <c:pt idx="3989">
                  <c:v>3.4193899999999999E-2</c:v>
                </c:pt>
                <c:pt idx="3990">
                  <c:v>3.3831699999999999E-2</c:v>
                </c:pt>
                <c:pt idx="3991">
                  <c:v>3.3607600000000001E-2</c:v>
                </c:pt>
                <c:pt idx="3992">
                  <c:v>3.5031099999999996E-2</c:v>
                </c:pt>
                <c:pt idx="3993">
                  <c:v>3.5890199999999997E-2</c:v>
                </c:pt>
                <c:pt idx="3994">
                  <c:v>3.6077999999999999E-2</c:v>
                </c:pt>
                <c:pt idx="3995">
                  <c:v>3.4813200000000002E-2</c:v>
                </c:pt>
                <c:pt idx="3996">
                  <c:v>3.3711200000000004E-2</c:v>
                </c:pt>
                <c:pt idx="3997">
                  <c:v>3.3896700000000002E-2</c:v>
                </c:pt>
                <c:pt idx="3998">
                  <c:v>3.3975599999999995E-2</c:v>
                </c:pt>
                <c:pt idx="3999">
                  <c:v>3.3737200000000002E-2</c:v>
                </c:pt>
                <c:pt idx="4000">
                  <c:v>3.4494499999999997E-2</c:v>
                </c:pt>
                <c:pt idx="4001">
                  <c:v>3.44543E-2</c:v>
                </c:pt>
                <c:pt idx="4002">
                  <c:v>3.4671100000000003E-2</c:v>
                </c:pt>
                <c:pt idx="4003">
                  <c:v>3.4144899999999999E-2</c:v>
                </c:pt>
                <c:pt idx="4004">
                  <c:v>3.4772999999999998E-2</c:v>
                </c:pt>
                <c:pt idx="4005">
                  <c:v>3.3723400000000001E-2</c:v>
                </c:pt>
                <c:pt idx="4006">
                  <c:v>3.2715000000000001E-2</c:v>
                </c:pt>
                <c:pt idx="4007">
                  <c:v>3.2659599999999997E-2</c:v>
                </c:pt>
                <c:pt idx="4008">
                  <c:v>3.2878199999999996E-2</c:v>
                </c:pt>
                <c:pt idx="4009">
                  <c:v>3.2822500000000004E-2</c:v>
                </c:pt>
                <c:pt idx="4010">
                  <c:v>3.3256500000000001E-2</c:v>
                </c:pt>
                <c:pt idx="4011">
                  <c:v>3.4275300000000002E-2</c:v>
                </c:pt>
                <c:pt idx="4012">
                  <c:v>3.4963399999999999E-2</c:v>
                </c:pt>
                <c:pt idx="4013">
                  <c:v>3.4583099999999999E-2</c:v>
                </c:pt>
                <c:pt idx="4014">
                  <c:v>3.5668800000000001E-2</c:v>
                </c:pt>
                <c:pt idx="4015">
                  <c:v>3.5580599999999997E-2</c:v>
                </c:pt>
                <c:pt idx="4016">
                  <c:v>3.51519E-2</c:v>
                </c:pt>
                <c:pt idx="4017">
                  <c:v>3.4984300000000003E-2</c:v>
                </c:pt>
                <c:pt idx="4018">
                  <c:v>3.5048299999999998E-2</c:v>
                </c:pt>
                <c:pt idx="4019">
                  <c:v>3.5087599999999997E-2</c:v>
                </c:pt>
                <c:pt idx="4020">
                  <c:v>3.6295299999999996E-2</c:v>
                </c:pt>
                <c:pt idx="4021">
                  <c:v>3.6087500000000002E-2</c:v>
                </c:pt>
                <c:pt idx="4022">
                  <c:v>3.5287400000000003E-2</c:v>
                </c:pt>
                <c:pt idx="4023">
                  <c:v>3.4139299999999997E-2</c:v>
                </c:pt>
                <c:pt idx="4024">
                  <c:v>3.30516E-2</c:v>
                </c:pt>
                <c:pt idx="4025">
                  <c:v>3.2818699999999999E-2</c:v>
                </c:pt>
                <c:pt idx="4026">
                  <c:v>3.2625299999999996E-2</c:v>
                </c:pt>
                <c:pt idx="4027">
                  <c:v>3.3400800000000001E-2</c:v>
                </c:pt>
                <c:pt idx="4028">
                  <c:v>3.4278099999999999E-2</c:v>
                </c:pt>
                <c:pt idx="4029">
                  <c:v>3.5349700000000005E-2</c:v>
                </c:pt>
                <c:pt idx="4030">
                  <c:v>3.5881000000000003E-2</c:v>
                </c:pt>
                <c:pt idx="4031">
                  <c:v>3.5486000000000004E-2</c:v>
                </c:pt>
                <c:pt idx="4032">
                  <c:v>3.5075099999999998E-2</c:v>
                </c:pt>
                <c:pt idx="4033">
                  <c:v>3.40998E-2</c:v>
                </c:pt>
                <c:pt idx="4034">
                  <c:v>3.3251100000000006E-2</c:v>
                </c:pt>
                <c:pt idx="4035">
                  <c:v>3.2869099999999998E-2</c:v>
                </c:pt>
                <c:pt idx="4036">
                  <c:v>3.2817599999999995E-2</c:v>
                </c:pt>
                <c:pt idx="4037">
                  <c:v>3.2088900000000004E-2</c:v>
                </c:pt>
                <c:pt idx="4038">
                  <c:v>3.4172899999999999E-2</c:v>
                </c:pt>
                <c:pt idx="4039">
                  <c:v>3.4711399999999996E-2</c:v>
                </c:pt>
                <c:pt idx="4040">
                  <c:v>3.3387699999999999E-2</c:v>
                </c:pt>
                <c:pt idx="4041">
                  <c:v>3.2012499999999999E-2</c:v>
                </c:pt>
                <c:pt idx="4042">
                  <c:v>3.1697199999999995E-2</c:v>
                </c:pt>
                <c:pt idx="4043">
                  <c:v>3.1418599999999998E-2</c:v>
                </c:pt>
                <c:pt idx="4044">
                  <c:v>3.1305900000000005E-2</c:v>
                </c:pt>
                <c:pt idx="4045">
                  <c:v>3.2045900000000002E-2</c:v>
                </c:pt>
                <c:pt idx="4046">
                  <c:v>3.1906200000000003E-2</c:v>
                </c:pt>
                <c:pt idx="4047">
                  <c:v>3.2226999999999999E-2</c:v>
                </c:pt>
                <c:pt idx="4048">
                  <c:v>3.0934099999999999E-2</c:v>
                </c:pt>
                <c:pt idx="4049">
                  <c:v>3.0577499999999997E-2</c:v>
                </c:pt>
                <c:pt idx="4050">
                  <c:v>2.9538999999999999E-2</c:v>
                </c:pt>
                <c:pt idx="4051">
                  <c:v>2.9369299999999997E-2</c:v>
                </c:pt>
                <c:pt idx="4052">
                  <c:v>2.9288700000000001E-2</c:v>
                </c:pt>
                <c:pt idx="4053">
                  <c:v>2.9454600000000001E-2</c:v>
                </c:pt>
                <c:pt idx="4054">
                  <c:v>2.9112499999999999E-2</c:v>
                </c:pt>
                <c:pt idx="4055">
                  <c:v>2.8940199999999999E-2</c:v>
                </c:pt>
                <c:pt idx="4056">
                  <c:v>2.8721800000000002E-2</c:v>
                </c:pt>
                <c:pt idx="4057">
                  <c:v>2.8881200000000003E-2</c:v>
                </c:pt>
                <c:pt idx="4058">
                  <c:v>2.86644E-2</c:v>
                </c:pt>
                <c:pt idx="4059">
                  <c:v>2.9170399999999999E-2</c:v>
                </c:pt>
                <c:pt idx="4060">
                  <c:v>2.93817E-2</c:v>
                </c:pt>
                <c:pt idx="4061">
                  <c:v>2.9264200000000001E-2</c:v>
                </c:pt>
                <c:pt idx="4062">
                  <c:v>2.9519799999999999E-2</c:v>
                </c:pt>
                <c:pt idx="4063">
                  <c:v>2.9117799999999999E-2</c:v>
                </c:pt>
                <c:pt idx="4064">
                  <c:v>2.9292500000000003E-2</c:v>
                </c:pt>
                <c:pt idx="4065">
                  <c:v>2.9247800000000001E-2</c:v>
                </c:pt>
                <c:pt idx="4066">
                  <c:v>2.8550299999999997E-2</c:v>
                </c:pt>
                <c:pt idx="4067">
                  <c:v>2.7921399999999999E-2</c:v>
                </c:pt>
                <c:pt idx="4068">
                  <c:v>2.7318900000000004E-2</c:v>
                </c:pt>
                <c:pt idx="4069">
                  <c:v>2.71005E-2</c:v>
                </c:pt>
                <c:pt idx="4070">
                  <c:v>2.6539E-2</c:v>
                </c:pt>
                <c:pt idx="4071">
                  <c:v>2.6205599999999999E-2</c:v>
                </c:pt>
                <c:pt idx="4072">
                  <c:v>2.58315E-2</c:v>
                </c:pt>
                <c:pt idx="4073">
                  <c:v>2.5756400000000002E-2</c:v>
                </c:pt>
                <c:pt idx="4074">
                  <c:v>2.53432E-2</c:v>
                </c:pt>
                <c:pt idx="4075">
                  <c:v>2.5356E-2</c:v>
                </c:pt>
                <c:pt idx="4076">
                  <c:v>2.5319600000000001E-2</c:v>
                </c:pt>
                <c:pt idx="4077">
                  <c:v>2.5175699999999999E-2</c:v>
                </c:pt>
                <c:pt idx="4078">
                  <c:v>2.5265299999999997E-2</c:v>
                </c:pt>
                <c:pt idx="4079">
                  <c:v>2.5446799999999999E-2</c:v>
                </c:pt>
                <c:pt idx="4080">
                  <c:v>2.5537399999999998E-2</c:v>
                </c:pt>
                <c:pt idx="4081">
                  <c:v>2.5797199999999999E-2</c:v>
                </c:pt>
                <c:pt idx="4082">
                  <c:v>2.6108800000000001E-2</c:v>
                </c:pt>
                <c:pt idx="4083">
                  <c:v>2.6099299999999999E-2</c:v>
                </c:pt>
                <c:pt idx="4084">
                  <c:v>2.5773200000000003E-2</c:v>
                </c:pt>
                <c:pt idx="4085">
                  <c:v>2.5850900000000003E-2</c:v>
                </c:pt>
                <c:pt idx="4086">
                  <c:v>2.5959899999999998E-2</c:v>
                </c:pt>
                <c:pt idx="4087">
                  <c:v>2.6056200000000002E-2</c:v>
                </c:pt>
                <c:pt idx="4088">
                  <c:v>2.5823899999999997E-2</c:v>
                </c:pt>
                <c:pt idx="4089">
                  <c:v>2.5685099999999999E-2</c:v>
                </c:pt>
                <c:pt idx="4090">
                  <c:v>2.5137299999999998E-2</c:v>
                </c:pt>
                <c:pt idx="4091">
                  <c:v>2.4499199999999999E-2</c:v>
                </c:pt>
                <c:pt idx="4092">
                  <c:v>2.4549399999999999E-2</c:v>
                </c:pt>
                <c:pt idx="4093">
                  <c:v>2.5509999999999998E-2</c:v>
                </c:pt>
                <c:pt idx="4094">
                  <c:v>2.5372200000000001E-2</c:v>
                </c:pt>
                <c:pt idx="4095">
                  <c:v>2.69445E-2</c:v>
                </c:pt>
                <c:pt idx="4096">
                  <c:v>2.76928E-2</c:v>
                </c:pt>
                <c:pt idx="4097">
                  <c:v>2.7192700000000004E-2</c:v>
                </c:pt>
                <c:pt idx="4098">
                  <c:v>2.7378800000000002E-2</c:v>
                </c:pt>
                <c:pt idx="4099">
                  <c:v>2.6712799999999998E-2</c:v>
                </c:pt>
                <c:pt idx="4100">
                  <c:v>2.8248800000000001E-2</c:v>
                </c:pt>
                <c:pt idx="4101">
                  <c:v>2.7210100000000001E-2</c:v>
                </c:pt>
                <c:pt idx="4102">
                  <c:v>2.6725200000000001E-2</c:v>
                </c:pt>
                <c:pt idx="4103">
                  <c:v>2.73219E-2</c:v>
                </c:pt>
                <c:pt idx="4104">
                  <c:v>2.7917000000000001E-2</c:v>
                </c:pt>
                <c:pt idx="4105">
                  <c:v>2.7325599999999999E-2</c:v>
                </c:pt>
                <c:pt idx="4106">
                  <c:v>2.6764800000000002E-2</c:v>
                </c:pt>
                <c:pt idx="4107">
                  <c:v>2.75813E-2</c:v>
                </c:pt>
                <c:pt idx="4108">
                  <c:v>2.7300400000000002E-2</c:v>
                </c:pt>
                <c:pt idx="4109">
                  <c:v>2.6761299999999998E-2</c:v>
                </c:pt>
                <c:pt idx="4110">
                  <c:v>2.7586399999999997E-2</c:v>
                </c:pt>
                <c:pt idx="4111">
                  <c:v>2.7486900000000002E-2</c:v>
                </c:pt>
                <c:pt idx="4112">
                  <c:v>2.7157999999999998E-2</c:v>
                </c:pt>
                <c:pt idx="4113">
                  <c:v>2.7090800000000002E-2</c:v>
                </c:pt>
                <c:pt idx="4114">
                  <c:v>2.7099700000000001E-2</c:v>
                </c:pt>
                <c:pt idx="4115">
                  <c:v>2.69952E-2</c:v>
                </c:pt>
                <c:pt idx="4116">
                  <c:v>2.6566699999999999E-2</c:v>
                </c:pt>
                <c:pt idx="4117">
                  <c:v>2.6333200000000001E-2</c:v>
                </c:pt>
                <c:pt idx="4118">
                  <c:v>2.67459E-2</c:v>
                </c:pt>
                <c:pt idx="4119">
                  <c:v>2.70099E-2</c:v>
                </c:pt>
                <c:pt idx="4120">
                  <c:v>2.6650400000000001E-2</c:v>
                </c:pt>
                <c:pt idx="4121">
                  <c:v>2.6287700000000001E-2</c:v>
                </c:pt>
                <c:pt idx="4122">
                  <c:v>2.6412999999999999E-2</c:v>
                </c:pt>
                <c:pt idx="4123">
                  <c:v>2.6083300000000004E-2</c:v>
                </c:pt>
                <c:pt idx="4124">
                  <c:v>2.62778E-2</c:v>
                </c:pt>
                <c:pt idx="4125">
                  <c:v>2.6557000000000001E-2</c:v>
                </c:pt>
                <c:pt idx="4126">
                  <c:v>2.6925000000000001E-2</c:v>
                </c:pt>
                <c:pt idx="4127">
                  <c:v>2.74661E-2</c:v>
                </c:pt>
                <c:pt idx="4128">
                  <c:v>2.7637799999999997E-2</c:v>
                </c:pt>
                <c:pt idx="4129">
                  <c:v>2.7395999999999997E-2</c:v>
                </c:pt>
                <c:pt idx="4130">
                  <c:v>2.8044400000000001E-2</c:v>
                </c:pt>
                <c:pt idx="4131">
                  <c:v>2.8763499999999997E-2</c:v>
                </c:pt>
                <c:pt idx="4132">
                  <c:v>2.8830599999999998E-2</c:v>
                </c:pt>
                <c:pt idx="4133">
                  <c:v>2.85721E-2</c:v>
                </c:pt>
                <c:pt idx="4134">
                  <c:v>2.6986000000000003E-2</c:v>
                </c:pt>
                <c:pt idx="4135">
                  <c:v>2.6366000000000004E-2</c:v>
                </c:pt>
                <c:pt idx="4136">
                  <c:v>2.74212E-2</c:v>
                </c:pt>
                <c:pt idx="4137">
                  <c:v>3.04228E-2</c:v>
                </c:pt>
                <c:pt idx="4138">
                  <c:v>3.0175599999999997E-2</c:v>
                </c:pt>
                <c:pt idx="4139">
                  <c:v>3.2176299999999998E-2</c:v>
                </c:pt>
                <c:pt idx="4140">
                  <c:v>2.9920800000000004E-2</c:v>
                </c:pt>
                <c:pt idx="4141">
                  <c:v>3.0442700000000003E-2</c:v>
                </c:pt>
                <c:pt idx="4142">
                  <c:v>3.1018400000000002E-2</c:v>
                </c:pt>
                <c:pt idx="4143">
                  <c:v>3.1192599999999997E-2</c:v>
                </c:pt>
                <c:pt idx="4144">
                  <c:v>3.0927900000000001E-2</c:v>
                </c:pt>
                <c:pt idx="4145">
                  <c:v>3.0284800000000001E-2</c:v>
                </c:pt>
                <c:pt idx="4146">
                  <c:v>3.06144E-2</c:v>
                </c:pt>
                <c:pt idx="4147">
                  <c:v>3.0696800000000003E-2</c:v>
                </c:pt>
                <c:pt idx="4148">
                  <c:v>3.06688E-2</c:v>
                </c:pt>
                <c:pt idx="4149">
                  <c:v>3.0229599999999999E-2</c:v>
                </c:pt>
                <c:pt idx="4150">
                  <c:v>3.0032600000000003E-2</c:v>
                </c:pt>
                <c:pt idx="4151">
                  <c:v>2.9731200000000003E-2</c:v>
                </c:pt>
                <c:pt idx="4152">
                  <c:v>3.1243099999999999E-2</c:v>
                </c:pt>
                <c:pt idx="4153">
                  <c:v>3.1649999999999998E-2</c:v>
                </c:pt>
                <c:pt idx="4154">
                  <c:v>3.1001100000000004E-2</c:v>
                </c:pt>
                <c:pt idx="4155">
                  <c:v>3.0229399999999997E-2</c:v>
                </c:pt>
                <c:pt idx="4156">
                  <c:v>2.9675999999999998E-2</c:v>
                </c:pt>
                <c:pt idx="4157">
                  <c:v>2.9521600000000002E-2</c:v>
                </c:pt>
                <c:pt idx="4158">
                  <c:v>2.9558999999999998E-2</c:v>
                </c:pt>
                <c:pt idx="4159">
                  <c:v>2.9107100000000004E-2</c:v>
                </c:pt>
                <c:pt idx="4160">
                  <c:v>2.9171300000000001E-2</c:v>
                </c:pt>
                <c:pt idx="4161">
                  <c:v>2.9637500000000001E-2</c:v>
                </c:pt>
                <c:pt idx="4162">
                  <c:v>2.9493900000000003E-2</c:v>
                </c:pt>
                <c:pt idx="4163">
                  <c:v>2.9314299999999998E-2</c:v>
                </c:pt>
                <c:pt idx="4164">
                  <c:v>2.90318E-2</c:v>
                </c:pt>
                <c:pt idx="4165">
                  <c:v>2.8419400000000001E-2</c:v>
                </c:pt>
                <c:pt idx="4166">
                  <c:v>2.8269099999999998E-2</c:v>
                </c:pt>
                <c:pt idx="4167">
                  <c:v>2.83103E-2</c:v>
                </c:pt>
                <c:pt idx="4168">
                  <c:v>2.8283600000000002E-2</c:v>
                </c:pt>
                <c:pt idx="4169">
                  <c:v>2.8197500000000004E-2</c:v>
                </c:pt>
                <c:pt idx="4170">
                  <c:v>2.81818E-2</c:v>
                </c:pt>
                <c:pt idx="4171">
                  <c:v>2.8082999999999997E-2</c:v>
                </c:pt>
                <c:pt idx="4172">
                  <c:v>2.8048399999999998E-2</c:v>
                </c:pt>
                <c:pt idx="4173">
                  <c:v>2.8075799999999998E-2</c:v>
                </c:pt>
                <c:pt idx="4174">
                  <c:v>2.80603E-2</c:v>
                </c:pt>
                <c:pt idx="4175">
                  <c:v>2.7789800000000003E-2</c:v>
                </c:pt>
                <c:pt idx="4176">
                  <c:v>2.6602899999999999E-2</c:v>
                </c:pt>
                <c:pt idx="4177">
                  <c:v>2.5823000000000002E-2</c:v>
                </c:pt>
                <c:pt idx="4178">
                  <c:v>2.5925400000000001E-2</c:v>
                </c:pt>
                <c:pt idx="4179">
                  <c:v>2.5956699999999999E-2</c:v>
                </c:pt>
                <c:pt idx="4180">
                  <c:v>2.6202800000000002E-2</c:v>
                </c:pt>
                <c:pt idx="4181">
                  <c:v>2.5583500000000002E-2</c:v>
                </c:pt>
                <c:pt idx="4182">
                  <c:v>2.55611E-2</c:v>
                </c:pt>
                <c:pt idx="4183">
                  <c:v>2.5244900000000001E-2</c:v>
                </c:pt>
                <c:pt idx="4184">
                  <c:v>2.5201299999999999E-2</c:v>
                </c:pt>
                <c:pt idx="4185">
                  <c:v>2.5042500000000002E-2</c:v>
                </c:pt>
                <c:pt idx="4186">
                  <c:v>2.5460699999999999E-2</c:v>
                </c:pt>
                <c:pt idx="4187">
                  <c:v>2.5618799999999997E-2</c:v>
                </c:pt>
                <c:pt idx="4188">
                  <c:v>2.54559E-2</c:v>
                </c:pt>
                <c:pt idx="4189">
                  <c:v>2.5241999999999997E-2</c:v>
                </c:pt>
                <c:pt idx="4190">
                  <c:v>2.53251E-2</c:v>
                </c:pt>
                <c:pt idx="4191">
                  <c:v>2.5206599999999999E-2</c:v>
                </c:pt>
                <c:pt idx="4192">
                  <c:v>2.5307E-2</c:v>
                </c:pt>
                <c:pt idx="4193">
                  <c:v>2.4601400000000002E-2</c:v>
                </c:pt>
                <c:pt idx="4194">
                  <c:v>2.4937600000000001E-2</c:v>
                </c:pt>
                <c:pt idx="4195">
                  <c:v>2.5093799999999999E-2</c:v>
                </c:pt>
                <c:pt idx="4196">
                  <c:v>2.4605699999999998E-2</c:v>
                </c:pt>
                <c:pt idx="4197">
                  <c:v>2.4339699999999999E-2</c:v>
                </c:pt>
                <c:pt idx="4198">
                  <c:v>2.3928000000000001E-2</c:v>
                </c:pt>
                <c:pt idx="4199">
                  <c:v>2.3813600000000001E-2</c:v>
                </c:pt>
                <c:pt idx="4200">
                  <c:v>2.41427E-2</c:v>
                </c:pt>
                <c:pt idx="4201">
                  <c:v>2.3762600000000002E-2</c:v>
                </c:pt>
                <c:pt idx="4202">
                  <c:v>2.3415100000000001E-2</c:v>
                </c:pt>
                <c:pt idx="4203">
                  <c:v>2.2798500000000003E-2</c:v>
                </c:pt>
                <c:pt idx="4204">
                  <c:v>2.1713300000000001E-2</c:v>
                </c:pt>
                <c:pt idx="4205">
                  <c:v>2.1770400000000002E-2</c:v>
                </c:pt>
                <c:pt idx="4206">
                  <c:v>2.2131399999999999E-2</c:v>
                </c:pt>
                <c:pt idx="4207">
                  <c:v>2.2801499999999999E-2</c:v>
                </c:pt>
                <c:pt idx="4208">
                  <c:v>2.3121599999999999E-2</c:v>
                </c:pt>
                <c:pt idx="4209">
                  <c:v>2.3139E-2</c:v>
                </c:pt>
                <c:pt idx="4210">
                  <c:v>2.25414E-2</c:v>
                </c:pt>
                <c:pt idx="4211">
                  <c:v>2.2430499999999999E-2</c:v>
                </c:pt>
                <c:pt idx="4212">
                  <c:v>2.2010200000000001E-2</c:v>
                </c:pt>
                <c:pt idx="4213">
                  <c:v>2.2216800000000002E-2</c:v>
                </c:pt>
                <c:pt idx="4214">
                  <c:v>2.2095400000000001E-2</c:v>
                </c:pt>
                <c:pt idx="4215">
                  <c:v>2.23737E-2</c:v>
                </c:pt>
                <c:pt idx="4216">
                  <c:v>2.1561E-2</c:v>
                </c:pt>
                <c:pt idx="4217">
                  <c:v>2.2360599999999998E-2</c:v>
                </c:pt>
                <c:pt idx="4218">
                  <c:v>2.1838099999999999E-2</c:v>
                </c:pt>
                <c:pt idx="4219">
                  <c:v>2.17077E-2</c:v>
                </c:pt>
                <c:pt idx="4220">
                  <c:v>2.2117299999999999E-2</c:v>
                </c:pt>
                <c:pt idx="4221">
                  <c:v>2.34346E-2</c:v>
                </c:pt>
                <c:pt idx="4222">
                  <c:v>2.3611799999999999E-2</c:v>
                </c:pt>
                <c:pt idx="4223">
                  <c:v>2.3290600000000002E-2</c:v>
                </c:pt>
                <c:pt idx="4224">
                  <c:v>2.3313900000000002E-2</c:v>
                </c:pt>
                <c:pt idx="4225">
                  <c:v>2.33925E-2</c:v>
                </c:pt>
                <c:pt idx="4226">
                  <c:v>2.1894399999999998E-2</c:v>
                </c:pt>
                <c:pt idx="4227">
                  <c:v>2.1675200000000002E-2</c:v>
                </c:pt>
                <c:pt idx="4228">
                  <c:v>2.1298299999999999E-2</c:v>
                </c:pt>
                <c:pt idx="4229">
                  <c:v>2.29748E-2</c:v>
                </c:pt>
                <c:pt idx="4230">
                  <c:v>2.3681399999999998E-2</c:v>
                </c:pt>
                <c:pt idx="4231">
                  <c:v>2.392E-2</c:v>
                </c:pt>
                <c:pt idx="4232">
                  <c:v>2.4115399999999999E-2</c:v>
                </c:pt>
                <c:pt idx="4233">
                  <c:v>2.3684899999999998E-2</c:v>
                </c:pt>
                <c:pt idx="4234">
                  <c:v>2.3666E-2</c:v>
                </c:pt>
                <c:pt idx="4235">
                  <c:v>2.33739E-2</c:v>
                </c:pt>
                <c:pt idx="4236">
                  <c:v>2.2899199999999998E-2</c:v>
                </c:pt>
                <c:pt idx="4237">
                  <c:v>2.2815600000000002E-2</c:v>
                </c:pt>
                <c:pt idx="4238">
                  <c:v>2.26435E-2</c:v>
                </c:pt>
                <c:pt idx="4239">
                  <c:v>2.25185E-2</c:v>
                </c:pt>
                <c:pt idx="4240">
                  <c:v>2.2350700000000001E-2</c:v>
                </c:pt>
                <c:pt idx="4241">
                  <c:v>2.2392099999999998E-2</c:v>
                </c:pt>
                <c:pt idx="4242">
                  <c:v>2.2481000000000001E-2</c:v>
                </c:pt>
                <c:pt idx="4243">
                  <c:v>2.2519300000000003E-2</c:v>
                </c:pt>
                <c:pt idx="4244">
                  <c:v>2.2152699999999997E-2</c:v>
                </c:pt>
                <c:pt idx="4245">
                  <c:v>2.23889E-2</c:v>
                </c:pt>
                <c:pt idx="4246">
                  <c:v>2.2592899999999999E-2</c:v>
                </c:pt>
                <c:pt idx="4247">
                  <c:v>2.2589100000000001E-2</c:v>
                </c:pt>
                <c:pt idx="4248">
                  <c:v>2.25875E-2</c:v>
                </c:pt>
                <c:pt idx="4249">
                  <c:v>2.2540600000000001E-2</c:v>
                </c:pt>
                <c:pt idx="4250">
                  <c:v>2.2676200000000001E-2</c:v>
                </c:pt>
                <c:pt idx="4251">
                  <c:v>2.27862E-2</c:v>
                </c:pt>
                <c:pt idx="4252">
                  <c:v>2.2698099999999999E-2</c:v>
                </c:pt>
                <c:pt idx="4253">
                  <c:v>2.24017E-2</c:v>
                </c:pt>
                <c:pt idx="4254">
                  <c:v>2.1772800000000002E-2</c:v>
                </c:pt>
                <c:pt idx="4255">
                  <c:v>2.1770500000000002E-2</c:v>
                </c:pt>
                <c:pt idx="4256">
                  <c:v>2.2210199999999999E-2</c:v>
                </c:pt>
                <c:pt idx="4257">
                  <c:v>2.2002600000000001E-2</c:v>
                </c:pt>
                <c:pt idx="4258">
                  <c:v>2.17696E-2</c:v>
                </c:pt>
                <c:pt idx="4259">
                  <c:v>2.17177E-2</c:v>
                </c:pt>
                <c:pt idx="4260">
                  <c:v>2.1328400000000001E-2</c:v>
                </c:pt>
                <c:pt idx="4261">
                  <c:v>2.1027199999999999E-2</c:v>
                </c:pt>
                <c:pt idx="4262">
                  <c:v>2.1574199999999998E-2</c:v>
                </c:pt>
                <c:pt idx="4263">
                  <c:v>2.1319600000000001E-2</c:v>
                </c:pt>
                <c:pt idx="4264">
                  <c:v>2.14868E-2</c:v>
                </c:pt>
                <c:pt idx="4265">
                  <c:v>2.1379800000000001E-2</c:v>
                </c:pt>
                <c:pt idx="4266">
                  <c:v>2.07887E-2</c:v>
                </c:pt>
                <c:pt idx="4267">
                  <c:v>2.0504499999999998E-2</c:v>
                </c:pt>
                <c:pt idx="4268">
                  <c:v>2.0291099999999999E-2</c:v>
                </c:pt>
                <c:pt idx="4269">
                  <c:v>1.9889899999999999E-2</c:v>
                </c:pt>
                <c:pt idx="4270">
                  <c:v>1.96869E-2</c:v>
                </c:pt>
                <c:pt idx="4271">
                  <c:v>2.0609100000000002E-2</c:v>
                </c:pt>
                <c:pt idx="4272">
                  <c:v>2.6574299999999999E-2</c:v>
                </c:pt>
                <c:pt idx="4273">
                  <c:v>2.4702099999999998E-2</c:v>
                </c:pt>
                <c:pt idx="4274">
                  <c:v>2.4859100000000002E-2</c:v>
                </c:pt>
                <c:pt idx="4275">
                  <c:v>2.4093299999999998E-2</c:v>
                </c:pt>
                <c:pt idx="4276">
                  <c:v>2.3665199999999997E-2</c:v>
                </c:pt>
                <c:pt idx="4277">
                  <c:v>2.40789E-2</c:v>
                </c:pt>
                <c:pt idx="4278">
                  <c:v>2.3866700000000001E-2</c:v>
                </c:pt>
                <c:pt idx="4279">
                  <c:v>2.3813499999999998E-2</c:v>
                </c:pt>
                <c:pt idx="4280">
                  <c:v>2.3722999999999998E-2</c:v>
                </c:pt>
                <c:pt idx="4281">
                  <c:v>2.3589499999999999E-2</c:v>
                </c:pt>
                <c:pt idx="4282">
                  <c:v>2.3717699999999998E-2</c:v>
                </c:pt>
                <c:pt idx="4283">
                  <c:v>2.3717599999999998E-2</c:v>
                </c:pt>
                <c:pt idx="4284">
                  <c:v>2.37968E-2</c:v>
                </c:pt>
                <c:pt idx="4285">
                  <c:v>2.37314E-2</c:v>
                </c:pt>
                <c:pt idx="4286">
                  <c:v>2.3910400000000002E-2</c:v>
                </c:pt>
                <c:pt idx="4287">
                  <c:v>2.3688499999999998E-2</c:v>
                </c:pt>
                <c:pt idx="4288">
                  <c:v>2.37115E-2</c:v>
                </c:pt>
                <c:pt idx="4289">
                  <c:v>2.3731499999999999E-2</c:v>
                </c:pt>
                <c:pt idx="4290">
                  <c:v>2.3572599999999999E-2</c:v>
                </c:pt>
                <c:pt idx="4291">
                  <c:v>2.3022499999999998E-2</c:v>
                </c:pt>
                <c:pt idx="4292">
                  <c:v>2.3583199999999999E-2</c:v>
                </c:pt>
                <c:pt idx="4293">
                  <c:v>2.38558E-2</c:v>
                </c:pt>
                <c:pt idx="4294">
                  <c:v>2.3770400000000001E-2</c:v>
                </c:pt>
                <c:pt idx="4295">
                  <c:v>2.4098500000000002E-2</c:v>
                </c:pt>
                <c:pt idx="4296">
                  <c:v>2.4623099999999998E-2</c:v>
                </c:pt>
                <c:pt idx="4297">
                  <c:v>2.42799E-2</c:v>
                </c:pt>
                <c:pt idx="4298">
                  <c:v>2.4064599999999998E-2</c:v>
                </c:pt>
                <c:pt idx="4299">
                  <c:v>2.3745699999999998E-2</c:v>
                </c:pt>
                <c:pt idx="4300">
                  <c:v>2.4074100000000001E-2</c:v>
                </c:pt>
                <c:pt idx="4301">
                  <c:v>2.3895099999999999E-2</c:v>
                </c:pt>
                <c:pt idx="4302">
                  <c:v>2.4206000000000002E-2</c:v>
                </c:pt>
                <c:pt idx="4303">
                  <c:v>2.4238200000000001E-2</c:v>
                </c:pt>
                <c:pt idx="4304">
                  <c:v>2.4141699999999999E-2</c:v>
                </c:pt>
                <c:pt idx="4305">
                  <c:v>2.41566E-2</c:v>
                </c:pt>
                <c:pt idx="4306">
                  <c:v>2.4232500000000001E-2</c:v>
                </c:pt>
                <c:pt idx="4307">
                  <c:v>2.4478200000000002E-2</c:v>
                </c:pt>
                <c:pt idx="4308">
                  <c:v>2.4236299999999999E-2</c:v>
                </c:pt>
                <c:pt idx="4309">
                  <c:v>2.3821700000000001E-2</c:v>
                </c:pt>
                <c:pt idx="4310">
                  <c:v>2.3578700000000001E-2</c:v>
                </c:pt>
                <c:pt idx="4311">
                  <c:v>2.2912499999999999E-2</c:v>
                </c:pt>
                <c:pt idx="4312">
                  <c:v>2.27814E-2</c:v>
                </c:pt>
                <c:pt idx="4313">
                  <c:v>2.23824E-2</c:v>
                </c:pt>
                <c:pt idx="4314">
                  <c:v>2.2242599999999998E-2</c:v>
                </c:pt>
                <c:pt idx="4315">
                  <c:v>2.21429E-2</c:v>
                </c:pt>
                <c:pt idx="4316">
                  <c:v>2.1629699999999998E-2</c:v>
                </c:pt>
                <c:pt idx="4317">
                  <c:v>2.1126200000000001E-2</c:v>
                </c:pt>
                <c:pt idx="4318">
                  <c:v>2.1123800000000002E-2</c:v>
                </c:pt>
                <c:pt idx="4319">
                  <c:v>2.13449E-2</c:v>
                </c:pt>
                <c:pt idx="4320">
                  <c:v>2.1659899999999999E-2</c:v>
                </c:pt>
                <c:pt idx="4321">
                  <c:v>2.1406399999999999E-2</c:v>
                </c:pt>
                <c:pt idx="4322">
                  <c:v>2.1481E-2</c:v>
                </c:pt>
                <c:pt idx="4323">
                  <c:v>2.1411699999999999E-2</c:v>
                </c:pt>
                <c:pt idx="4324">
                  <c:v>2.0989899999999999E-2</c:v>
                </c:pt>
                <c:pt idx="4325">
                  <c:v>2.07367E-2</c:v>
                </c:pt>
                <c:pt idx="4326">
                  <c:v>2.04196E-2</c:v>
                </c:pt>
                <c:pt idx="4327">
                  <c:v>2.0102699999999998E-2</c:v>
                </c:pt>
                <c:pt idx="4328">
                  <c:v>1.9936800000000001E-2</c:v>
                </c:pt>
                <c:pt idx="4329">
                  <c:v>1.95094E-2</c:v>
                </c:pt>
                <c:pt idx="4330">
                  <c:v>1.9718700000000002E-2</c:v>
                </c:pt>
                <c:pt idx="4331">
                  <c:v>1.99569E-2</c:v>
                </c:pt>
                <c:pt idx="4332">
                  <c:v>2.0686000000000003E-2</c:v>
                </c:pt>
                <c:pt idx="4333">
                  <c:v>2.05036E-2</c:v>
                </c:pt>
                <c:pt idx="4334">
                  <c:v>2.0452600000000001E-2</c:v>
                </c:pt>
                <c:pt idx="4335">
                  <c:v>2.0121400000000001E-2</c:v>
                </c:pt>
                <c:pt idx="4336">
                  <c:v>1.9934399999999998E-2</c:v>
                </c:pt>
                <c:pt idx="4337">
                  <c:v>2.06836E-2</c:v>
                </c:pt>
                <c:pt idx="4338">
                  <c:v>2.0323500000000001E-2</c:v>
                </c:pt>
                <c:pt idx="4339">
                  <c:v>2.0299500000000002E-2</c:v>
                </c:pt>
                <c:pt idx="4340">
                  <c:v>2.0314599999999999E-2</c:v>
                </c:pt>
                <c:pt idx="4341">
                  <c:v>1.99668E-2</c:v>
                </c:pt>
                <c:pt idx="4342">
                  <c:v>1.9769399999999999E-2</c:v>
                </c:pt>
                <c:pt idx="4343">
                  <c:v>1.9713100000000001E-2</c:v>
                </c:pt>
                <c:pt idx="4344">
                  <c:v>1.99889E-2</c:v>
                </c:pt>
                <c:pt idx="4345">
                  <c:v>2.0038500000000001E-2</c:v>
                </c:pt>
                <c:pt idx="4346">
                  <c:v>1.97904E-2</c:v>
                </c:pt>
                <c:pt idx="4347">
                  <c:v>1.95801E-2</c:v>
                </c:pt>
                <c:pt idx="4348">
                  <c:v>1.9278200000000002E-2</c:v>
                </c:pt>
                <c:pt idx="4349">
                  <c:v>1.9124700000000001E-2</c:v>
                </c:pt>
                <c:pt idx="4350">
                  <c:v>1.8876799999999999E-2</c:v>
                </c:pt>
                <c:pt idx="4351">
                  <c:v>1.86015E-2</c:v>
                </c:pt>
                <c:pt idx="4352">
                  <c:v>1.8240199999999998E-2</c:v>
                </c:pt>
                <c:pt idx="4353">
                  <c:v>1.8147699999999999E-2</c:v>
                </c:pt>
                <c:pt idx="4354">
                  <c:v>1.8062000000000002E-2</c:v>
                </c:pt>
                <c:pt idx="4355">
                  <c:v>1.8333800000000001E-2</c:v>
                </c:pt>
                <c:pt idx="4356">
                  <c:v>1.8161199999999999E-2</c:v>
                </c:pt>
                <c:pt idx="4357">
                  <c:v>1.81768E-2</c:v>
                </c:pt>
                <c:pt idx="4358">
                  <c:v>1.7899100000000001E-2</c:v>
                </c:pt>
                <c:pt idx="4359">
                  <c:v>1.7802800000000001E-2</c:v>
                </c:pt>
                <c:pt idx="4360">
                  <c:v>1.8006899999999999E-2</c:v>
                </c:pt>
                <c:pt idx="4361">
                  <c:v>2.02068E-2</c:v>
                </c:pt>
                <c:pt idx="4362">
                  <c:v>2.03552E-2</c:v>
                </c:pt>
                <c:pt idx="4363">
                  <c:v>2.0132199999999999E-2</c:v>
                </c:pt>
                <c:pt idx="4364">
                  <c:v>2.0523300000000001E-2</c:v>
                </c:pt>
                <c:pt idx="4365">
                  <c:v>2.0396899999999999E-2</c:v>
                </c:pt>
                <c:pt idx="4366">
                  <c:v>2.0350999999999998E-2</c:v>
                </c:pt>
                <c:pt idx="4367">
                  <c:v>1.9980899999999999E-2</c:v>
                </c:pt>
                <c:pt idx="4368">
                  <c:v>1.9595400000000002E-2</c:v>
                </c:pt>
                <c:pt idx="4369">
                  <c:v>1.9298800000000001E-2</c:v>
                </c:pt>
                <c:pt idx="4370">
                  <c:v>1.88335E-2</c:v>
                </c:pt>
                <c:pt idx="4371">
                  <c:v>1.86114E-2</c:v>
                </c:pt>
                <c:pt idx="4372">
                  <c:v>1.8488999999999998E-2</c:v>
                </c:pt>
                <c:pt idx="4373">
                  <c:v>1.85647E-2</c:v>
                </c:pt>
                <c:pt idx="4374">
                  <c:v>1.8645500000000002E-2</c:v>
                </c:pt>
                <c:pt idx="4375">
                  <c:v>1.8673500000000003E-2</c:v>
                </c:pt>
                <c:pt idx="4376">
                  <c:v>1.8445099999999999E-2</c:v>
                </c:pt>
                <c:pt idx="4377">
                  <c:v>1.8301899999999999E-2</c:v>
                </c:pt>
                <c:pt idx="4378">
                  <c:v>1.81364E-2</c:v>
                </c:pt>
                <c:pt idx="4379">
                  <c:v>1.8083800000000001E-2</c:v>
                </c:pt>
                <c:pt idx="4380">
                  <c:v>1.77539E-2</c:v>
                </c:pt>
                <c:pt idx="4381">
                  <c:v>1.7512700000000003E-2</c:v>
                </c:pt>
                <c:pt idx="4382">
                  <c:v>1.7112499999999999E-2</c:v>
                </c:pt>
                <c:pt idx="4383">
                  <c:v>1.7015199999999998E-2</c:v>
                </c:pt>
                <c:pt idx="4384">
                  <c:v>1.71135E-2</c:v>
                </c:pt>
                <c:pt idx="4385">
                  <c:v>1.7164200000000001E-2</c:v>
                </c:pt>
                <c:pt idx="4386">
                  <c:v>1.72795E-2</c:v>
                </c:pt>
                <c:pt idx="4387">
                  <c:v>1.7715100000000001E-2</c:v>
                </c:pt>
                <c:pt idx="4388">
                  <c:v>1.73852E-2</c:v>
                </c:pt>
                <c:pt idx="4389">
                  <c:v>1.72871E-2</c:v>
                </c:pt>
                <c:pt idx="4390">
                  <c:v>1.7176900000000002E-2</c:v>
                </c:pt>
                <c:pt idx="4391">
                  <c:v>1.7128299999999999E-2</c:v>
                </c:pt>
                <c:pt idx="4392">
                  <c:v>1.70048E-2</c:v>
                </c:pt>
                <c:pt idx="4393">
                  <c:v>1.7321100000000002E-2</c:v>
                </c:pt>
                <c:pt idx="4394">
                  <c:v>1.71229E-2</c:v>
                </c:pt>
                <c:pt idx="4395">
                  <c:v>1.7774399999999999E-2</c:v>
                </c:pt>
                <c:pt idx="4396">
                  <c:v>1.7626099999999999E-2</c:v>
                </c:pt>
                <c:pt idx="4397">
                  <c:v>1.7719200000000001E-2</c:v>
                </c:pt>
                <c:pt idx="4398">
                  <c:v>1.7954700000000001E-2</c:v>
                </c:pt>
                <c:pt idx="4399">
                  <c:v>1.8008199999999999E-2</c:v>
                </c:pt>
                <c:pt idx="4400">
                  <c:v>1.8171799999999998E-2</c:v>
                </c:pt>
                <c:pt idx="4401">
                  <c:v>1.83556E-2</c:v>
                </c:pt>
                <c:pt idx="4402">
                  <c:v>1.79787E-2</c:v>
                </c:pt>
                <c:pt idx="4403">
                  <c:v>1.7766799999999999E-2</c:v>
                </c:pt>
                <c:pt idx="4404">
                  <c:v>1.7636200000000001E-2</c:v>
                </c:pt>
                <c:pt idx="4405">
                  <c:v>1.74085E-2</c:v>
                </c:pt>
                <c:pt idx="4406">
                  <c:v>1.73502E-2</c:v>
                </c:pt>
                <c:pt idx="4407">
                  <c:v>1.7211199999999999E-2</c:v>
                </c:pt>
                <c:pt idx="4408">
                  <c:v>1.7083299999999999E-2</c:v>
                </c:pt>
                <c:pt idx="4409">
                  <c:v>1.67291E-2</c:v>
                </c:pt>
                <c:pt idx="4410">
                  <c:v>1.6560800000000001E-2</c:v>
                </c:pt>
                <c:pt idx="4411">
                  <c:v>1.69436E-2</c:v>
                </c:pt>
                <c:pt idx="4412">
                  <c:v>1.7078800000000002E-2</c:v>
                </c:pt>
                <c:pt idx="4413">
                  <c:v>1.7048199999999999E-2</c:v>
                </c:pt>
                <c:pt idx="4414">
                  <c:v>1.6709499999999999E-2</c:v>
                </c:pt>
                <c:pt idx="4415">
                  <c:v>1.6218199999999999E-2</c:v>
                </c:pt>
                <c:pt idx="4416">
                  <c:v>1.6278000000000001E-2</c:v>
                </c:pt>
                <c:pt idx="4417">
                  <c:v>1.65942E-2</c:v>
                </c:pt>
                <c:pt idx="4418">
                  <c:v>1.6717300000000001E-2</c:v>
                </c:pt>
                <c:pt idx="4419">
                  <c:v>1.6764100000000001E-2</c:v>
                </c:pt>
                <c:pt idx="4420">
                  <c:v>1.6609100000000002E-2</c:v>
                </c:pt>
                <c:pt idx="4421">
                  <c:v>1.65211E-2</c:v>
                </c:pt>
                <c:pt idx="4422">
                  <c:v>1.67309E-2</c:v>
                </c:pt>
                <c:pt idx="4423">
                  <c:v>1.6635499999999998E-2</c:v>
                </c:pt>
                <c:pt idx="4424">
                  <c:v>1.6470099999999998E-2</c:v>
                </c:pt>
                <c:pt idx="4425">
                  <c:v>1.6402099999999999E-2</c:v>
                </c:pt>
                <c:pt idx="4426">
                  <c:v>1.6360400000000001E-2</c:v>
                </c:pt>
                <c:pt idx="4427">
                  <c:v>1.64697E-2</c:v>
                </c:pt>
                <c:pt idx="4428">
                  <c:v>1.6433799999999998E-2</c:v>
                </c:pt>
                <c:pt idx="4429">
                  <c:v>1.63879E-2</c:v>
                </c:pt>
                <c:pt idx="4430">
                  <c:v>1.63401E-2</c:v>
                </c:pt>
                <c:pt idx="4431">
                  <c:v>1.6301300000000001E-2</c:v>
                </c:pt>
                <c:pt idx="4432">
                  <c:v>1.62629E-2</c:v>
                </c:pt>
                <c:pt idx="4433">
                  <c:v>1.6196600000000002E-2</c:v>
                </c:pt>
                <c:pt idx="4434">
                  <c:v>1.6192500000000002E-2</c:v>
                </c:pt>
                <c:pt idx="4435">
                  <c:v>1.5638900000000001E-2</c:v>
                </c:pt>
                <c:pt idx="4436">
                  <c:v>1.52744E-2</c:v>
                </c:pt>
                <c:pt idx="4437">
                  <c:v>1.4861299999999999E-2</c:v>
                </c:pt>
                <c:pt idx="4438">
                  <c:v>1.4699E-2</c:v>
                </c:pt>
                <c:pt idx="4439">
                  <c:v>1.45977E-2</c:v>
                </c:pt>
                <c:pt idx="4440">
                  <c:v>1.4636400000000001E-2</c:v>
                </c:pt>
                <c:pt idx="4441">
                  <c:v>1.4723599999999998E-2</c:v>
                </c:pt>
                <c:pt idx="4442">
                  <c:v>1.4643199999999999E-2</c:v>
                </c:pt>
                <c:pt idx="4443">
                  <c:v>1.4562700000000001E-2</c:v>
                </c:pt>
                <c:pt idx="4444">
                  <c:v>1.45214E-2</c:v>
                </c:pt>
                <c:pt idx="4445">
                  <c:v>1.4549899999999999E-2</c:v>
                </c:pt>
                <c:pt idx="4446">
                  <c:v>1.4577000000000001E-2</c:v>
                </c:pt>
                <c:pt idx="4447">
                  <c:v>1.4642799999999999E-2</c:v>
                </c:pt>
                <c:pt idx="4448">
                  <c:v>1.4891399999999999E-2</c:v>
                </c:pt>
                <c:pt idx="4449">
                  <c:v>1.49394E-2</c:v>
                </c:pt>
                <c:pt idx="4450">
                  <c:v>1.5407200000000001E-2</c:v>
                </c:pt>
                <c:pt idx="4451">
                  <c:v>1.4621700000000001E-2</c:v>
                </c:pt>
                <c:pt idx="4452">
                  <c:v>1.4407900000000001E-2</c:v>
                </c:pt>
                <c:pt idx="4453">
                  <c:v>1.4262499999999999E-2</c:v>
                </c:pt>
                <c:pt idx="4454">
                  <c:v>1.4493899999999999E-2</c:v>
                </c:pt>
                <c:pt idx="4455">
                  <c:v>1.4571799999999999E-2</c:v>
                </c:pt>
                <c:pt idx="4456">
                  <c:v>1.4448799999999999E-2</c:v>
                </c:pt>
                <c:pt idx="4457">
                  <c:v>1.4477199999999999E-2</c:v>
                </c:pt>
                <c:pt idx="4458">
                  <c:v>1.5046100000000001E-2</c:v>
                </c:pt>
                <c:pt idx="4459">
                  <c:v>1.5728499999999999E-2</c:v>
                </c:pt>
                <c:pt idx="4460">
                  <c:v>1.53648E-2</c:v>
                </c:pt>
                <c:pt idx="4461">
                  <c:v>1.51859E-2</c:v>
                </c:pt>
                <c:pt idx="4462">
                  <c:v>1.6479799999999999E-2</c:v>
                </c:pt>
                <c:pt idx="4463">
                  <c:v>1.7160499999999999E-2</c:v>
                </c:pt>
                <c:pt idx="4464">
                  <c:v>1.7076299999999999E-2</c:v>
                </c:pt>
                <c:pt idx="4465">
                  <c:v>1.7015199999999998E-2</c:v>
                </c:pt>
                <c:pt idx="4466">
                  <c:v>1.6422900000000001E-2</c:v>
                </c:pt>
                <c:pt idx="4467">
                  <c:v>1.5411299999999999E-2</c:v>
                </c:pt>
                <c:pt idx="4468">
                  <c:v>1.5325100000000001E-2</c:v>
                </c:pt>
                <c:pt idx="4469">
                  <c:v>1.5217699999999999E-2</c:v>
                </c:pt>
                <c:pt idx="4470">
                  <c:v>1.56407E-2</c:v>
                </c:pt>
                <c:pt idx="4471">
                  <c:v>1.58271E-2</c:v>
                </c:pt>
                <c:pt idx="4472">
                  <c:v>1.5745800000000001E-2</c:v>
                </c:pt>
                <c:pt idx="4473">
                  <c:v>1.5474700000000001E-2</c:v>
                </c:pt>
                <c:pt idx="4474">
                  <c:v>1.5002199999999999E-2</c:v>
                </c:pt>
                <c:pt idx="4475">
                  <c:v>1.53556E-2</c:v>
                </c:pt>
                <c:pt idx="4476">
                  <c:v>1.5632900000000002E-2</c:v>
                </c:pt>
                <c:pt idx="4477">
                  <c:v>1.5935100000000001E-2</c:v>
                </c:pt>
                <c:pt idx="4478">
                  <c:v>1.57535E-2</c:v>
                </c:pt>
                <c:pt idx="4479">
                  <c:v>1.5299500000000001E-2</c:v>
                </c:pt>
                <c:pt idx="4480">
                  <c:v>1.50213E-2</c:v>
                </c:pt>
                <c:pt idx="4481">
                  <c:v>1.5201900000000001E-2</c:v>
                </c:pt>
                <c:pt idx="4482">
                  <c:v>1.52024E-2</c:v>
                </c:pt>
                <c:pt idx="4483">
                  <c:v>1.4672300000000001E-2</c:v>
                </c:pt>
                <c:pt idx="4484">
                  <c:v>1.44279E-2</c:v>
                </c:pt>
                <c:pt idx="4485">
                  <c:v>1.4479599999999999E-2</c:v>
                </c:pt>
                <c:pt idx="4486">
                  <c:v>1.44505E-2</c:v>
                </c:pt>
                <c:pt idx="4487">
                  <c:v>1.45852E-2</c:v>
                </c:pt>
                <c:pt idx="4488">
                  <c:v>1.46982E-2</c:v>
                </c:pt>
                <c:pt idx="4489">
                  <c:v>1.50505E-2</c:v>
                </c:pt>
                <c:pt idx="4490">
                  <c:v>1.6107E-2</c:v>
                </c:pt>
                <c:pt idx="4491">
                  <c:v>1.6046500000000002E-2</c:v>
                </c:pt>
                <c:pt idx="4492">
                  <c:v>1.6612200000000001E-2</c:v>
                </c:pt>
                <c:pt idx="4493">
                  <c:v>1.71491E-2</c:v>
                </c:pt>
                <c:pt idx="4494">
                  <c:v>1.6754100000000001E-2</c:v>
                </c:pt>
                <c:pt idx="4495">
                  <c:v>1.6849599999999999E-2</c:v>
                </c:pt>
                <c:pt idx="4496">
                  <c:v>1.67806E-2</c:v>
                </c:pt>
                <c:pt idx="4497">
                  <c:v>1.6472000000000001E-2</c:v>
                </c:pt>
                <c:pt idx="4498">
                  <c:v>1.6420000000000001E-2</c:v>
                </c:pt>
                <c:pt idx="4499">
                  <c:v>1.6566999999999998E-2</c:v>
                </c:pt>
                <c:pt idx="4500">
                  <c:v>1.6538900000000002E-2</c:v>
                </c:pt>
                <c:pt idx="4501">
                  <c:v>1.6576799999999999E-2</c:v>
                </c:pt>
                <c:pt idx="4502">
                  <c:v>1.6322800000000002E-2</c:v>
                </c:pt>
                <c:pt idx="4503">
                  <c:v>1.66882E-2</c:v>
                </c:pt>
                <c:pt idx="4504">
                  <c:v>1.69511E-2</c:v>
                </c:pt>
                <c:pt idx="4505">
                  <c:v>1.68518E-2</c:v>
                </c:pt>
                <c:pt idx="4506">
                  <c:v>1.6633600000000002E-2</c:v>
                </c:pt>
                <c:pt idx="4507">
                  <c:v>1.6645400000000001E-2</c:v>
                </c:pt>
                <c:pt idx="4508">
                  <c:v>1.6785599999999998E-2</c:v>
                </c:pt>
                <c:pt idx="4509">
                  <c:v>1.6856299999999998E-2</c:v>
                </c:pt>
                <c:pt idx="4510">
                  <c:v>1.6730200000000001E-2</c:v>
                </c:pt>
                <c:pt idx="4511">
                  <c:v>1.6578100000000002E-2</c:v>
                </c:pt>
                <c:pt idx="4512">
                  <c:v>1.6666999999999998E-2</c:v>
                </c:pt>
                <c:pt idx="4513">
                  <c:v>1.69377E-2</c:v>
                </c:pt>
                <c:pt idx="4514">
                  <c:v>1.6992500000000001E-2</c:v>
                </c:pt>
                <c:pt idx="4515">
                  <c:v>1.71164E-2</c:v>
                </c:pt>
                <c:pt idx="4516">
                  <c:v>1.72093E-2</c:v>
                </c:pt>
                <c:pt idx="4517">
                  <c:v>1.7141E-2</c:v>
                </c:pt>
                <c:pt idx="4518">
                  <c:v>1.69482E-2</c:v>
                </c:pt>
                <c:pt idx="4519">
                  <c:v>1.7377799999999999E-2</c:v>
                </c:pt>
                <c:pt idx="4520">
                  <c:v>1.7667200000000001E-2</c:v>
                </c:pt>
                <c:pt idx="4521">
                  <c:v>1.81698E-2</c:v>
                </c:pt>
                <c:pt idx="4522">
                  <c:v>1.9007699999999999E-2</c:v>
                </c:pt>
                <c:pt idx="4523">
                  <c:v>1.8541499999999999E-2</c:v>
                </c:pt>
                <c:pt idx="4524">
                  <c:v>1.9019000000000001E-2</c:v>
                </c:pt>
                <c:pt idx="4525">
                  <c:v>1.9865299999999999E-2</c:v>
                </c:pt>
                <c:pt idx="4526">
                  <c:v>1.9620200000000001E-2</c:v>
                </c:pt>
                <c:pt idx="4527">
                  <c:v>1.8474299999999999E-2</c:v>
                </c:pt>
                <c:pt idx="4528">
                  <c:v>1.8489699999999998E-2</c:v>
                </c:pt>
                <c:pt idx="4529">
                  <c:v>1.8559200000000001E-2</c:v>
                </c:pt>
                <c:pt idx="4530">
                  <c:v>1.88189E-2</c:v>
                </c:pt>
                <c:pt idx="4531">
                  <c:v>1.8865700000000003E-2</c:v>
                </c:pt>
                <c:pt idx="4532">
                  <c:v>1.9424799999999999E-2</c:v>
                </c:pt>
                <c:pt idx="4533">
                  <c:v>2.0274500000000001E-2</c:v>
                </c:pt>
                <c:pt idx="4534">
                  <c:v>1.9673799999999998E-2</c:v>
                </c:pt>
                <c:pt idx="4535">
                  <c:v>1.92769E-2</c:v>
                </c:pt>
                <c:pt idx="4536">
                  <c:v>1.8893299999999998E-2</c:v>
                </c:pt>
                <c:pt idx="4537">
                  <c:v>1.9054100000000001E-2</c:v>
                </c:pt>
                <c:pt idx="4538">
                  <c:v>1.9257400000000001E-2</c:v>
                </c:pt>
                <c:pt idx="4539">
                  <c:v>1.9296399999999998E-2</c:v>
                </c:pt>
                <c:pt idx="4540">
                  <c:v>2.10808E-2</c:v>
                </c:pt>
                <c:pt idx="4541">
                  <c:v>2.1721799999999999E-2</c:v>
                </c:pt>
                <c:pt idx="4542">
                  <c:v>2.2651499999999998E-2</c:v>
                </c:pt>
                <c:pt idx="4543">
                  <c:v>2.3521500000000001E-2</c:v>
                </c:pt>
                <c:pt idx="4544">
                  <c:v>2.3156700000000002E-2</c:v>
                </c:pt>
                <c:pt idx="4545">
                  <c:v>2.3642400000000001E-2</c:v>
                </c:pt>
                <c:pt idx="4546">
                  <c:v>2.4503800000000003E-2</c:v>
                </c:pt>
                <c:pt idx="4547">
                  <c:v>2.5419499999999998E-2</c:v>
                </c:pt>
                <c:pt idx="4548">
                  <c:v>2.5122999999999999E-2</c:v>
                </c:pt>
                <c:pt idx="4549">
                  <c:v>2.53881E-2</c:v>
                </c:pt>
                <c:pt idx="4550">
                  <c:v>2.6472000000000002E-2</c:v>
                </c:pt>
                <c:pt idx="4551">
                  <c:v>2.6393700000000003E-2</c:v>
                </c:pt>
                <c:pt idx="4552">
                  <c:v>2.7073700000000003E-2</c:v>
                </c:pt>
                <c:pt idx="4553">
                  <c:v>2.72062E-2</c:v>
                </c:pt>
                <c:pt idx="4554">
                  <c:v>2.7803500000000002E-2</c:v>
                </c:pt>
                <c:pt idx="4555">
                  <c:v>2.7331299999999999E-2</c:v>
                </c:pt>
                <c:pt idx="4556">
                  <c:v>2.70613E-2</c:v>
                </c:pt>
                <c:pt idx="4557">
                  <c:v>2.6833900000000001E-2</c:v>
                </c:pt>
                <c:pt idx="4558">
                  <c:v>2.6508999999999998E-2</c:v>
                </c:pt>
                <c:pt idx="4559">
                  <c:v>2.6460300000000003E-2</c:v>
                </c:pt>
                <c:pt idx="4560">
                  <c:v>2.62995E-2</c:v>
                </c:pt>
                <c:pt idx="4561">
                  <c:v>2.6773200000000004E-2</c:v>
                </c:pt>
                <c:pt idx="4562">
                  <c:v>2.6706200000000003E-2</c:v>
                </c:pt>
                <c:pt idx="4563">
                  <c:v>2.7018E-2</c:v>
                </c:pt>
                <c:pt idx="4564">
                  <c:v>2.7480500000000001E-2</c:v>
                </c:pt>
                <c:pt idx="4565">
                  <c:v>2.6797199999999997E-2</c:v>
                </c:pt>
                <c:pt idx="4566">
                  <c:v>2.6550299999999999E-2</c:v>
                </c:pt>
                <c:pt idx="4567">
                  <c:v>2.6213299999999998E-2</c:v>
                </c:pt>
                <c:pt idx="4568">
                  <c:v>2.5452900000000001E-2</c:v>
                </c:pt>
                <c:pt idx="4569">
                  <c:v>2.4866599999999999E-2</c:v>
                </c:pt>
                <c:pt idx="4570">
                  <c:v>2.4343299999999998E-2</c:v>
                </c:pt>
                <c:pt idx="4571">
                  <c:v>2.5259399999999998E-2</c:v>
                </c:pt>
                <c:pt idx="4572">
                  <c:v>2.4974400000000001E-2</c:v>
                </c:pt>
                <c:pt idx="4573">
                  <c:v>2.4376399999999999E-2</c:v>
                </c:pt>
                <c:pt idx="4574">
                  <c:v>2.4494599999999998E-2</c:v>
                </c:pt>
                <c:pt idx="4575">
                  <c:v>2.4469600000000001E-2</c:v>
                </c:pt>
                <c:pt idx="4576">
                  <c:v>2.43798E-2</c:v>
                </c:pt>
                <c:pt idx="4577">
                  <c:v>2.3831499999999999E-2</c:v>
                </c:pt>
                <c:pt idx="4578">
                  <c:v>2.3055300000000001E-2</c:v>
                </c:pt>
                <c:pt idx="4579">
                  <c:v>2.2505500000000001E-2</c:v>
                </c:pt>
                <c:pt idx="4580">
                  <c:v>2.2410300000000001E-2</c:v>
                </c:pt>
                <c:pt idx="4581">
                  <c:v>2.1516799999999999E-2</c:v>
                </c:pt>
                <c:pt idx="4582">
                  <c:v>2.138E-2</c:v>
                </c:pt>
                <c:pt idx="4583">
                  <c:v>2.11726E-2</c:v>
                </c:pt>
                <c:pt idx="4584">
                  <c:v>2.1182599999999999E-2</c:v>
                </c:pt>
                <c:pt idx="4585">
                  <c:v>2.1439E-2</c:v>
                </c:pt>
                <c:pt idx="4586">
                  <c:v>2.15529E-2</c:v>
                </c:pt>
                <c:pt idx="4587">
                  <c:v>2.1664099999999999E-2</c:v>
                </c:pt>
                <c:pt idx="4588">
                  <c:v>2.1290899999999998E-2</c:v>
                </c:pt>
                <c:pt idx="4589">
                  <c:v>2.12725E-2</c:v>
                </c:pt>
                <c:pt idx="4590">
                  <c:v>2.1681100000000002E-2</c:v>
                </c:pt>
                <c:pt idx="4591">
                  <c:v>2.1860400000000002E-2</c:v>
                </c:pt>
                <c:pt idx="4592">
                  <c:v>2.2545699999999998E-2</c:v>
                </c:pt>
                <c:pt idx="4593">
                  <c:v>2.3699700000000001E-2</c:v>
                </c:pt>
                <c:pt idx="4594">
                  <c:v>2.5200299999999998E-2</c:v>
                </c:pt>
                <c:pt idx="4595">
                  <c:v>2.3952099999999997E-2</c:v>
                </c:pt>
                <c:pt idx="4596">
                  <c:v>2.3991700000000001E-2</c:v>
                </c:pt>
                <c:pt idx="4597">
                  <c:v>2.3713499999999998E-2</c:v>
                </c:pt>
                <c:pt idx="4598">
                  <c:v>2.4092099999999998E-2</c:v>
                </c:pt>
                <c:pt idx="4599">
                  <c:v>2.43787E-2</c:v>
                </c:pt>
                <c:pt idx="4600">
                  <c:v>2.5559600000000002E-2</c:v>
                </c:pt>
                <c:pt idx="4601">
                  <c:v>2.6434100000000002E-2</c:v>
                </c:pt>
                <c:pt idx="4602">
                  <c:v>2.7910700000000004E-2</c:v>
                </c:pt>
                <c:pt idx="4603">
                  <c:v>2.8634300000000001E-2</c:v>
                </c:pt>
                <c:pt idx="4604">
                  <c:v>2.8574799999999997E-2</c:v>
                </c:pt>
                <c:pt idx="4605">
                  <c:v>2.9089999999999998E-2</c:v>
                </c:pt>
                <c:pt idx="4606">
                  <c:v>2.9243099999999998E-2</c:v>
                </c:pt>
                <c:pt idx="4607">
                  <c:v>3.0119999999999997E-2</c:v>
                </c:pt>
                <c:pt idx="4608">
                  <c:v>3.0203500000000001E-2</c:v>
                </c:pt>
                <c:pt idx="4609">
                  <c:v>3.0552600000000003E-2</c:v>
                </c:pt>
                <c:pt idx="4610">
                  <c:v>3.0973700000000003E-2</c:v>
                </c:pt>
                <c:pt idx="4611">
                  <c:v>2.9700099999999997E-2</c:v>
                </c:pt>
                <c:pt idx="4612">
                  <c:v>2.8157100000000004E-2</c:v>
                </c:pt>
                <c:pt idx="4613">
                  <c:v>2.8039499999999998E-2</c:v>
                </c:pt>
                <c:pt idx="4614">
                  <c:v>2.8068599999999999E-2</c:v>
                </c:pt>
                <c:pt idx="4615">
                  <c:v>2.8816100000000001E-2</c:v>
                </c:pt>
                <c:pt idx="4616">
                  <c:v>2.8608499999999999E-2</c:v>
                </c:pt>
                <c:pt idx="4617">
                  <c:v>2.8441899999999999E-2</c:v>
                </c:pt>
                <c:pt idx="4618">
                  <c:v>2.8489100000000003E-2</c:v>
                </c:pt>
                <c:pt idx="4619">
                  <c:v>2.82262E-2</c:v>
                </c:pt>
                <c:pt idx="4620">
                  <c:v>2.8087500000000001E-2</c:v>
                </c:pt>
                <c:pt idx="4621">
                  <c:v>2.7932999999999999E-2</c:v>
                </c:pt>
                <c:pt idx="4622">
                  <c:v>2.7553300000000003E-2</c:v>
                </c:pt>
                <c:pt idx="4623">
                  <c:v>2.65682E-2</c:v>
                </c:pt>
                <c:pt idx="4624">
                  <c:v>2.68399E-2</c:v>
                </c:pt>
                <c:pt idx="4625">
                  <c:v>2.6809500000000003E-2</c:v>
                </c:pt>
                <c:pt idx="4626">
                  <c:v>2.6242200000000004E-2</c:v>
                </c:pt>
                <c:pt idx="4627">
                  <c:v>2.5899700000000001E-2</c:v>
                </c:pt>
                <c:pt idx="4628">
                  <c:v>2.6296499999999997E-2</c:v>
                </c:pt>
                <c:pt idx="4629">
                  <c:v>2.6649900000000001E-2</c:v>
                </c:pt>
                <c:pt idx="4630">
                  <c:v>2.5600299999999999E-2</c:v>
                </c:pt>
                <c:pt idx="4631">
                  <c:v>2.4586E-2</c:v>
                </c:pt>
                <c:pt idx="4632">
                  <c:v>2.4746899999999999E-2</c:v>
                </c:pt>
                <c:pt idx="4633">
                  <c:v>2.4563499999999999E-2</c:v>
                </c:pt>
                <c:pt idx="4634">
                  <c:v>2.2961499999999999E-2</c:v>
                </c:pt>
                <c:pt idx="4635">
                  <c:v>2.2631800000000001E-2</c:v>
                </c:pt>
                <c:pt idx="4636">
                  <c:v>2.3284599999999999E-2</c:v>
                </c:pt>
                <c:pt idx="4637">
                  <c:v>2.2966999999999998E-2</c:v>
                </c:pt>
                <c:pt idx="4638">
                  <c:v>2.2503499999999999E-2</c:v>
                </c:pt>
                <c:pt idx="4639">
                  <c:v>2.2359500000000001E-2</c:v>
                </c:pt>
                <c:pt idx="4640">
                  <c:v>2.15167E-2</c:v>
                </c:pt>
                <c:pt idx="4641">
                  <c:v>2.1256999999999998E-2</c:v>
                </c:pt>
                <c:pt idx="4642">
                  <c:v>2.1949899999999998E-2</c:v>
                </c:pt>
                <c:pt idx="4643">
                  <c:v>2.15949E-2</c:v>
                </c:pt>
                <c:pt idx="4644">
                  <c:v>2.1177000000000001E-2</c:v>
                </c:pt>
                <c:pt idx="4645">
                  <c:v>2.1076499999999998E-2</c:v>
                </c:pt>
                <c:pt idx="4646">
                  <c:v>2.16534E-2</c:v>
                </c:pt>
                <c:pt idx="4647">
                  <c:v>2.1230699999999998E-2</c:v>
                </c:pt>
                <c:pt idx="4648">
                  <c:v>2.07E-2</c:v>
                </c:pt>
                <c:pt idx="4649">
                  <c:v>2.1041499999999998E-2</c:v>
                </c:pt>
                <c:pt idx="4650">
                  <c:v>2.0526900000000001E-2</c:v>
                </c:pt>
                <c:pt idx="4651">
                  <c:v>2.0430500000000001E-2</c:v>
                </c:pt>
                <c:pt idx="4652">
                  <c:v>2.0120800000000001E-2</c:v>
                </c:pt>
                <c:pt idx="4653">
                  <c:v>1.9775899999999999E-2</c:v>
                </c:pt>
                <c:pt idx="4654">
                  <c:v>1.9606499999999999E-2</c:v>
                </c:pt>
                <c:pt idx="4655">
                  <c:v>1.9607200000000002E-2</c:v>
                </c:pt>
                <c:pt idx="4656">
                  <c:v>1.9503700000000002E-2</c:v>
                </c:pt>
                <c:pt idx="4657">
                  <c:v>1.9977099999999998E-2</c:v>
                </c:pt>
                <c:pt idx="4658">
                  <c:v>2.0064599999999998E-2</c:v>
                </c:pt>
                <c:pt idx="4659">
                  <c:v>2.01643E-2</c:v>
                </c:pt>
                <c:pt idx="4660">
                  <c:v>2.0538000000000001E-2</c:v>
                </c:pt>
                <c:pt idx="4661">
                  <c:v>2.0699000000000002E-2</c:v>
                </c:pt>
                <c:pt idx="4662">
                  <c:v>2.0686799999999998E-2</c:v>
                </c:pt>
                <c:pt idx="4663">
                  <c:v>2.04937E-2</c:v>
                </c:pt>
                <c:pt idx="4664">
                  <c:v>2.0753999999999998E-2</c:v>
                </c:pt>
                <c:pt idx="4665">
                  <c:v>2.1340500000000002E-2</c:v>
                </c:pt>
                <c:pt idx="4666">
                  <c:v>2.1380199999999999E-2</c:v>
                </c:pt>
                <c:pt idx="4667">
                  <c:v>2.12496E-2</c:v>
                </c:pt>
                <c:pt idx="4668">
                  <c:v>2.1712200000000001E-2</c:v>
                </c:pt>
                <c:pt idx="4669">
                  <c:v>2.20945E-2</c:v>
                </c:pt>
                <c:pt idx="4670">
                  <c:v>2.2234200000000003E-2</c:v>
                </c:pt>
                <c:pt idx="4671">
                  <c:v>2.1323999999999999E-2</c:v>
                </c:pt>
                <c:pt idx="4672">
                  <c:v>2.10166E-2</c:v>
                </c:pt>
                <c:pt idx="4673">
                  <c:v>2.1036600000000003E-2</c:v>
                </c:pt>
                <c:pt idx="4674">
                  <c:v>2.0763199999999999E-2</c:v>
                </c:pt>
                <c:pt idx="4675">
                  <c:v>2.0999899999999998E-2</c:v>
                </c:pt>
                <c:pt idx="4676">
                  <c:v>2.1132700000000001E-2</c:v>
                </c:pt>
                <c:pt idx="4677">
                  <c:v>2.1155500000000001E-2</c:v>
                </c:pt>
                <c:pt idx="4678">
                  <c:v>2.0850500000000001E-2</c:v>
                </c:pt>
                <c:pt idx="4679">
                  <c:v>2.0850999999999998E-2</c:v>
                </c:pt>
                <c:pt idx="4680">
                  <c:v>2.07894E-2</c:v>
                </c:pt>
                <c:pt idx="4681">
                  <c:v>2.03308E-2</c:v>
                </c:pt>
                <c:pt idx="4682">
                  <c:v>1.9975E-2</c:v>
                </c:pt>
                <c:pt idx="4683">
                  <c:v>1.9866499999999999E-2</c:v>
                </c:pt>
                <c:pt idx="4684">
                  <c:v>1.9840099999999999E-2</c:v>
                </c:pt>
                <c:pt idx="4685">
                  <c:v>2.00737E-2</c:v>
                </c:pt>
                <c:pt idx="4686">
                  <c:v>2.0590999999999998E-2</c:v>
                </c:pt>
                <c:pt idx="4687">
                  <c:v>2.0842699999999999E-2</c:v>
                </c:pt>
                <c:pt idx="4688">
                  <c:v>2.1028100000000001E-2</c:v>
                </c:pt>
                <c:pt idx="4689">
                  <c:v>2.1451400000000002E-2</c:v>
                </c:pt>
                <c:pt idx="4690">
                  <c:v>2.1446799999999999E-2</c:v>
                </c:pt>
                <c:pt idx="4691">
                  <c:v>2.1372200000000001E-2</c:v>
                </c:pt>
                <c:pt idx="4692">
                  <c:v>2.1315899999999999E-2</c:v>
                </c:pt>
                <c:pt idx="4693">
                  <c:v>2.1056800000000001E-2</c:v>
                </c:pt>
                <c:pt idx="4694">
                  <c:v>2.0751499999999999E-2</c:v>
                </c:pt>
                <c:pt idx="4695">
                  <c:v>2.07992E-2</c:v>
                </c:pt>
                <c:pt idx="4696">
                  <c:v>2.05732E-2</c:v>
                </c:pt>
                <c:pt idx="4697">
                  <c:v>2.03231E-2</c:v>
                </c:pt>
                <c:pt idx="4698">
                  <c:v>1.9341799999999999E-2</c:v>
                </c:pt>
                <c:pt idx="4699">
                  <c:v>1.8623500000000001E-2</c:v>
                </c:pt>
                <c:pt idx="4700">
                  <c:v>1.84905E-2</c:v>
                </c:pt>
                <c:pt idx="4701">
                  <c:v>1.81598E-2</c:v>
                </c:pt>
                <c:pt idx="4702">
                  <c:v>1.8316599999999999E-2</c:v>
                </c:pt>
                <c:pt idx="4703">
                  <c:v>1.8441599999999999E-2</c:v>
                </c:pt>
                <c:pt idx="4704">
                  <c:v>1.8439899999999999E-2</c:v>
                </c:pt>
                <c:pt idx="4705">
                  <c:v>1.8346500000000002E-2</c:v>
                </c:pt>
                <c:pt idx="4706">
                  <c:v>1.8257800000000001E-2</c:v>
                </c:pt>
                <c:pt idx="4707">
                  <c:v>1.79968E-2</c:v>
                </c:pt>
                <c:pt idx="4708">
                  <c:v>1.7381200000000003E-2</c:v>
                </c:pt>
                <c:pt idx="4709">
                  <c:v>1.7205999999999999E-2</c:v>
                </c:pt>
                <c:pt idx="4710">
                  <c:v>1.7710699999999999E-2</c:v>
                </c:pt>
                <c:pt idx="4711">
                  <c:v>1.7303200000000001E-2</c:v>
                </c:pt>
                <c:pt idx="4712">
                  <c:v>1.7240000000000002E-2</c:v>
                </c:pt>
                <c:pt idx="4713">
                  <c:v>1.71831E-2</c:v>
                </c:pt>
                <c:pt idx="4714">
                  <c:v>1.73034E-2</c:v>
                </c:pt>
                <c:pt idx="4715">
                  <c:v>1.7214500000000001E-2</c:v>
                </c:pt>
                <c:pt idx="4716">
                  <c:v>1.69733E-2</c:v>
                </c:pt>
                <c:pt idx="4717">
                  <c:v>1.6626599999999998E-2</c:v>
                </c:pt>
                <c:pt idx="4718">
                  <c:v>1.6626999999999999E-2</c:v>
                </c:pt>
                <c:pt idx="4719">
                  <c:v>1.6473399999999999E-2</c:v>
                </c:pt>
                <c:pt idx="4720">
                  <c:v>1.6330600000000001E-2</c:v>
                </c:pt>
                <c:pt idx="4721">
                  <c:v>1.65667E-2</c:v>
                </c:pt>
                <c:pt idx="4722">
                  <c:v>1.6932300000000001E-2</c:v>
                </c:pt>
                <c:pt idx="4723">
                  <c:v>1.7310499999999999E-2</c:v>
                </c:pt>
                <c:pt idx="4724">
                  <c:v>1.74022E-2</c:v>
                </c:pt>
                <c:pt idx="4725">
                  <c:v>1.7044699999999999E-2</c:v>
                </c:pt>
                <c:pt idx="4726">
                  <c:v>1.72088E-2</c:v>
                </c:pt>
                <c:pt idx="4727">
                  <c:v>1.6794E-2</c:v>
                </c:pt>
                <c:pt idx="4728">
                  <c:v>1.6301599999999999E-2</c:v>
                </c:pt>
                <c:pt idx="4729">
                  <c:v>1.6237000000000001E-2</c:v>
                </c:pt>
                <c:pt idx="4730">
                  <c:v>1.63185E-2</c:v>
                </c:pt>
                <c:pt idx="4731">
                  <c:v>1.6511099999999997E-2</c:v>
                </c:pt>
                <c:pt idx="4732">
                  <c:v>1.65294E-2</c:v>
                </c:pt>
                <c:pt idx="4733">
                  <c:v>1.6486799999999999E-2</c:v>
                </c:pt>
                <c:pt idx="4734">
                  <c:v>1.61403E-2</c:v>
                </c:pt>
                <c:pt idx="4735">
                  <c:v>1.5783200000000001E-2</c:v>
                </c:pt>
                <c:pt idx="4736">
                  <c:v>1.5472700000000001E-2</c:v>
                </c:pt>
                <c:pt idx="4737">
                  <c:v>1.5622300000000002E-2</c:v>
                </c:pt>
                <c:pt idx="4738">
                  <c:v>1.5772900000000003E-2</c:v>
                </c:pt>
                <c:pt idx="4739">
                  <c:v>1.5942899999999999E-2</c:v>
                </c:pt>
                <c:pt idx="4740">
                  <c:v>1.61951E-2</c:v>
                </c:pt>
                <c:pt idx="4741">
                  <c:v>1.6356599999999999E-2</c:v>
                </c:pt>
                <c:pt idx="4742">
                  <c:v>1.6529700000000001E-2</c:v>
                </c:pt>
                <c:pt idx="4743">
                  <c:v>1.64136E-2</c:v>
                </c:pt>
                <c:pt idx="4744">
                  <c:v>1.5709999999999998E-2</c:v>
                </c:pt>
                <c:pt idx="4745">
                  <c:v>1.56893E-2</c:v>
                </c:pt>
                <c:pt idx="4746">
                  <c:v>1.5517500000000002E-2</c:v>
                </c:pt>
                <c:pt idx="4747">
                  <c:v>1.5582200000000001E-2</c:v>
                </c:pt>
                <c:pt idx="4748">
                  <c:v>1.5594300000000002E-2</c:v>
                </c:pt>
                <c:pt idx="4749">
                  <c:v>1.53005E-2</c:v>
                </c:pt>
                <c:pt idx="4750">
                  <c:v>1.5035E-2</c:v>
                </c:pt>
                <c:pt idx="4751">
                  <c:v>1.60194E-2</c:v>
                </c:pt>
                <c:pt idx="4752">
                  <c:v>1.6326900000000002E-2</c:v>
                </c:pt>
                <c:pt idx="4753">
                  <c:v>1.7792200000000001E-2</c:v>
                </c:pt>
                <c:pt idx="4754">
                  <c:v>1.7652099999999997E-2</c:v>
                </c:pt>
                <c:pt idx="4755">
                  <c:v>1.7427699999999997E-2</c:v>
                </c:pt>
                <c:pt idx="4756">
                  <c:v>1.8356999999999998E-2</c:v>
                </c:pt>
                <c:pt idx="4757">
                  <c:v>1.8521700000000002E-2</c:v>
                </c:pt>
                <c:pt idx="4758">
                  <c:v>1.7966099999999999E-2</c:v>
                </c:pt>
                <c:pt idx="4759">
                  <c:v>1.7195099999999998E-2</c:v>
                </c:pt>
                <c:pt idx="4760">
                  <c:v>1.7086500000000001E-2</c:v>
                </c:pt>
                <c:pt idx="4761">
                  <c:v>1.7125100000000001E-2</c:v>
                </c:pt>
                <c:pt idx="4762">
                  <c:v>1.7277799999999999E-2</c:v>
                </c:pt>
                <c:pt idx="4763">
                  <c:v>1.7144900000000001E-2</c:v>
                </c:pt>
                <c:pt idx="4764">
                  <c:v>1.7070200000000001E-2</c:v>
                </c:pt>
                <c:pt idx="4765">
                  <c:v>1.7061300000000001E-2</c:v>
                </c:pt>
                <c:pt idx="4766">
                  <c:v>1.69009E-2</c:v>
                </c:pt>
                <c:pt idx="4767">
                  <c:v>1.7030400000000001E-2</c:v>
                </c:pt>
                <c:pt idx="4768">
                  <c:v>1.6974799999999998E-2</c:v>
                </c:pt>
                <c:pt idx="4769">
                  <c:v>1.6916399999999998E-2</c:v>
                </c:pt>
                <c:pt idx="4770">
                  <c:v>1.6825299999999998E-2</c:v>
                </c:pt>
                <c:pt idx="4771">
                  <c:v>1.71468E-2</c:v>
                </c:pt>
                <c:pt idx="4772">
                  <c:v>1.7185599999999999E-2</c:v>
                </c:pt>
                <c:pt idx="4773">
                  <c:v>1.7194300000000003E-2</c:v>
                </c:pt>
                <c:pt idx="4774">
                  <c:v>1.7091599999999998E-2</c:v>
                </c:pt>
                <c:pt idx="4775">
                  <c:v>1.6919699999999999E-2</c:v>
                </c:pt>
                <c:pt idx="4776">
                  <c:v>1.7567599999999999E-2</c:v>
                </c:pt>
                <c:pt idx="4777">
                  <c:v>1.7675800000000002E-2</c:v>
                </c:pt>
                <c:pt idx="4778">
                  <c:v>1.7572499999999998E-2</c:v>
                </c:pt>
                <c:pt idx="4779">
                  <c:v>1.73524E-2</c:v>
                </c:pt>
                <c:pt idx="4780">
                  <c:v>1.7250999999999999E-2</c:v>
                </c:pt>
                <c:pt idx="4781">
                  <c:v>1.7332400000000001E-2</c:v>
                </c:pt>
                <c:pt idx="4782">
                  <c:v>1.74348E-2</c:v>
                </c:pt>
                <c:pt idx="4783">
                  <c:v>1.71679E-2</c:v>
                </c:pt>
                <c:pt idx="4784">
                  <c:v>1.7216800000000001E-2</c:v>
                </c:pt>
                <c:pt idx="4785">
                  <c:v>1.7582300000000002E-2</c:v>
                </c:pt>
                <c:pt idx="4786">
                  <c:v>1.73302E-2</c:v>
                </c:pt>
                <c:pt idx="4787">
                  <c:v>1.73548E-2</c:v>
                </c:pt>
                <c:pt idx="4788">
                  <c:v>1.7304699999999999E-2</c:v>
                </c:pt>
                <c:pt idx="4789">
                  <c:v>1.76475E-2</c:v>
                </c:pt>
                <c:pt idx="4790">
                  <c:v>1.75487E-2</c:v>
                </c:pt>
                <c:pt idx="4791">
                  <c:v>1.7661900000000001E-2</c:v>
                </c:pt>
                <c:pt idx="4792">
                  <c:v>1.81412E-2</c:v>
                </c:pt>
                <c:pt idx="4793">
                  <c:v>1.847E-2</c:v>
                </c:pt>
                <c:pt idx="4794">
                  <c:v>1.83153E-2</c:v>
                </c:pt>
                <c:pt idx="4795">
                  <c:v>1.7811299999999999E-2</c:v>
                </c:pt>
                <c:pt idx="4796">
                  <c:v>1.7859899999999998E-2</c:v>
                </c:pt>
                <c:pt idx="4797">
                  <c:v>1.80559E-2</c:v>
                </c:pt>
                <c:pt idx="4798">
                  <c:v>1.8042599999999999E-2</c:v>
                </c:pt>
                <c:pt idx="4799">
                  <c:v>1.8032599999999999E-2</c:v>
                </c:pt>
                <c:pt idx="4800">
                  <c:v>1.80746E-2</c:v>
                </c:pt>
                <c:pt idx="4801">
                  <c:v>1.79168E-2</c:v>
                </c:pt>
                <c:pt idx="4802">
                  <c:v>1.80301E-2</c:v>
                </c:pt>
                <c:pt idx="4803">
                  <c:v>1.8132800000000001E-2</c:v>
                </c:pt>
                <c:pt idx="4804">
                  <c:v>1.7858499999999999E-2</c:v>
                </c:pt>
                <c:pt idx="4805">
                  <c:v>1.74565E-2</c:v>
                </c:pt>
                <c:pt idx="4806">
                  <c:v>1.7473699999999998E-2</c:v>
                </c:pt>
                <c:pt idx="4807">
                  <c:v>1.7419399999999998E-2</c:v>
                </c:pt>
                <c:pt idx="4808">
                  <c:v>1.7117400000000001E-2</c:v>
                </c:pt>
                <c:pt idx="4809">
                  <c:v>1.6955999999999999E-2</c:v>
                </c:pt>
                <c:pt idx="4810">
                  <c:v>1.6662899999999998E-2</c:v>
                </c:pt>
                <c:pt idx="4811">
                  <c:v>1.6645099999999999E-2</c:v>
                </c:pt>
                <c:pt idx="4812">
                  <c:v>1.6488099999999999E-2</c:v>
                </c:pt>
                <c:pt idx="4813">
                  <c:v>1.64289E-2</c:v>
                </c:pt>
                <c:pt idx="4814">
                  <c:v>1.6495099999999999E-2</c:v>
                </c:pt>
                <c:pt idx="4815">
                  <c:v>1.60141E-2</c:v>
                </c:pt>
                <c:pt idx="4816">
                  <c:v>1.54523E-2</c:v>
                </c:pt>
                <c:pt idx="4817">
                  <c:v>1.50724E-2</c:v>
                </c:pt>
                <c:pt idx="4818">
                  <c:v>1.5018799999999999E-2</c:v>
                </c:pt>
                <c:pt idx="4819">
                  <c:v>1.5129699999999999E-2</c:v>
                </c:pt>
                <c:pt idx="4820">
                  <c:v>1.5290999999999999E-2</c:v>
                </c:pt>
                <c:pt idx="4821">
                  <c:v>1.52202E-2</c:v>
                </c:pt>
                <c:pt idx="4822">
                  <c:v>1.5067799999999999E-2</c:v>
                </c:pt>
                <c:pt idx="4823">
                  <c:v>1.5040399999999999E-2</c:v>
                </c:pt>
                <c:pt idx="4824">
                  <c:v>1.4786600000000002E-2</c:v>
                </c:pt>
                <c:pt idx="4825">
                  <c:v>1.4709299999999998E-2</c:v>
                </c:pt>
                <c:pt idx="4826">
                  <c:v>1.4634399999999999E-2</c:v>
                </c:pt>
                <c:pt idx="4827">
                  <c:v>1.4640199999999999E-2</c:v>
                </c:pt>
                <c:pt idx="4828">
                  <c:v>1.4599299999999999E-2</c:v>
                </c:pt>
                <c:pt idx="4829">
                  <c:v>1.4396899999999999E-2</c:v>
                </c:pt>
                <c:pt idx="4830">
                  <c:v>1.3905500000000001E-2</c:v>
                </c:pt>
                <c:pt idx="4831">
                  <c:v>1.3266E-2</c:v>
                </c:pt>
                <c:pt idx="4832">
                  <c:v>1.3083899999999999E-2</c:v>
                </c:pt>
                <c:pt idx="4833">
                  <c:v>1.2928200000000001E-2</c:v>
                </c:pt>
                <c:pt idx="4834">
                  <c:v>1.2812299999999999E-2</c:v>
                </c:pt>
                <c:pt idx="4835">
                  <c:v>1.28532E-2</c:v>
                </c:pt>
                <c:pt idx="4836">
                  <c:v>1.2973200000000001E-2</c:v>
                </c:pt>
                <c:pt idx="4837">
                  <c:v>1.29523E-2</c:v>
                </c:pt>
                <c:pt idx="4838">
                  <c:v>1.2885200000000001E-2</c:v>
                </c:pt>
                <c:pt idx="4839">
                  <c:v>1.28293E-2</c:v>
                </c:pt>
                <c:pt idx="4840">
                  <c:v>1.27522E-2</c:v>
                </c:pt>
                <c:pt idx="4841">
                  <c:v>1.26172E-2</c:v>
                </c:pt>
                <c:pt idx="4842">
                  <c:v>1.2552299999999999E-2</c:v>
                </c:pt>
                <c:pt idx="4843">
                  <c:v>1.25454E-2</c:v>
                </c:pt>
                <c:pt idx="4844">
                  <c:v>1.2513099999999999E-2</c:v>
                </c:pt>
                <c:pt idx="4845">
                  <c:v>1.2643699999999999E-2</c:v>
                </c:pt>
                <c:pt idx="4846">
                  <c:v>1.272E-2</c:v>
                </c:pt>
                <c:pt idx="4847">
                  <c:v>1.30422E-2</c:v>
                </c:pt>
                <c:pt idx="4848">
                  <c:v>1.31638E-2</c:v>
                </c:pt>
                <c:pt idx="4849">
                  <c:v>1.4012999999999999E-2</c:v>
                </c:pt>
                <c:pt idx="4850">
                  <c:v>1.3933500000000001E-2</c:v>
                </c:pt>
                <c:pt idx="4851">
                  <c:v>1.3776200000000001E-2</c:v>
                </c:pt>
                <c:pt idx="4852">
                  <c:v>1.3198400000000001E-2</c:v>
                </c:pt>
                <c:pt idx="4853">
                  <c:v>1.3237499999999999E-2</c:v>
                </c:pt>
                <c:pt idx="4854">
                  <c:v>1.3490700000000001E-2</c:v>
                </c:pt>
                <c:pt idx="4855">
                  <c:v>1.34144E-2</c:v>
                </c:pt>
                <c:pt idx="4856">
                  <c:v>1.3957800000000001E-2</c:v>
                </c:pt>
                <c:pt idx="4857">
                  <c:v>1.40927E-2</c:v>
                </c:pt>
                <c:pt idx="4858">
                  <c:v>1.3900800000000001E-2</c:v>
                </c:pt>
                <c:pt idx="4859">
                  <c:v>1.3843199999999998E-2</c:v>
                </c:pt>
                <c:pt idx="4860">
                  <c:v>1.3907599999999999E-2</c:v>
                </c:pt>
                <c:pt idx="4861">
                  <c:v>1.36644E-2</c:v>
                </c:pt>
                <c:pt idx="4862">
                  <c:v>1.3586099999999999E-2</c:v>
                </c:pt>
                <c:pt idx="4863">
                  <c:v>1.38742E-2</c:v>
                </c:pt>
                <c:pt idx="4864">
                  <c:v>1.40857E-2</c:v>
                </c:pt>
                <c:pt idx="4865">
                  <c:v>1.41213E-2</c:v>
                </c:pt>
                <c:pt idx="4866">
                  <c:v>1.40284E-2</c:v>
                </c:pt>
                <c:pt idx="4867">
                  <c:v>1.3808500000000001E-2</c:v>
                </c:pt>
                <c:pt idx="4868">
                  <c:v>1.35549E-2</c:v>
                </c:pt>
                <c:pt idx="4869">
                  <c:v>1.3415799999999999E-2</c:v>
                </c:pt>
                <c:pt idx="4870">
                  <c:v>1.3216399999999998E-2</c:v>
                </c:pt>
                <c:pt idx="4871">
                  <c:v>1.2882300000000001E-2</c:v>
                </c:pt>
                <c:pt idx="4872">
                  <c:v>1.25772E-2</c:v>
                </c:pt>
                <c:pt idx="4873">
                  <c:v>1.2360400000000001E-2</c:v>
                </c:pt>
                <c:pt idx="4874">
                  <c:v>1.2340500000000001E-2</c:v>
                </c:pt>
                <c:pt idx="4875">
                  <c:v>1.23672E-2</c:v>
                </c:pt>
                <c:pt idx="4876">
                  <c:v>1.24411E-2</c:v>
                </c:pt>
                <c:pt idx="4877">
                  <c:v>1.2060599999999999E-2</c:v>
                </c:pt>
                <c:pt idx="4878">
                  <c:v>1.20155E-2</c:v>
                </c:pt>
                <c:pt idx="4879">
                  <c:v>1.20941E-2</c:v>
                </c:pt>
                <c:pt idx="4880">
                  <c:v>1.19904E-2</c:v>
                </c:pt>
                <c:pt idx="4881">
                  <c:v>1.2000700000000001E-2</c:v>
                </c:pt>
                <c:pt idx="4882">
                  <c:v>1.18292E-2</c:v>
                </c:pt>
                <c:pt idx="4883">
                  <c:v>1.3056E-2</c:v>
                </c:pt>
                <c:pt idx="4884">
                  <c:v>1.31904E-2</c:v>
                </c:pt>
                <c:pt idx="4885">
                  <c:v>1.3615799999999999E-2</c:v>
                </c:pt>
                <c:pt idx="4886">
                  <c:v>1.3575499999999999E-2</c:v>
                </c:pt>
                <c:pt idx="4887">
                  <c:v>1.36959E-2</c:v>
                </c:pt>
                <c:pt idx="4888">
                  <c:v>1.38286E-2</c:v>
                </c:pt>
                <c:pt idx="4889">
                  <c:v>1.36542E-2</c:v>
                </c:pt>
                <c:pt idx="4890">
                  <c:v>1.3817599999999999E-2</c:v>
                </c:pt>
                <c:pt idx="4891">
                  <c:v>1.3974199999999999E-2</c:v>
                </c:pt>
                <c:pt idx="4892">
                  <c:v>1.3899799999999999E-2</c:v>
                </c:pt>
                <c:pt idx="4893">
                  <c:v>1.3816900000000002E-2</c:v>
                </c:pt>
                <c:pt idx="4894">
                  <c:v>1.4003700000000001E-2</c:v>
                </c:pt>
                <c:pt idx="4895">
                  <c:v>1.42922E-2</c:v>
                </c:pt>
                <c:pt idx="4896">
                  <c:v>1.41452E-2</c:v>
                </c:pt>
                <c:pt idx="4897">
                  <c:v>1.3799799999999999E-2</c:v>
                </c:pt>
                <c:pt idx="4898">
                  <c:v>1.3425299999999999E-2</c:v>
                </c:pt>
                <c:pt idx="4899">
                  <c:v>1.33407E-2</c:v>
                </c:pt>
                <c:pt idx="4900">
                  <c:v>1.3274100000000002E-2</c:v>
                </c:pt>
                <c:pt idx="4901">
                  <c:v>1.31688E-2</c:v>
                </c:pt>
                <c:pt idx="4902">
                  <c:v>1.3075100000000001E-2</c:v>
                </c:pt>
                <c:pt idx="4903">
                  <c:v>1.2999999999999999E-2</c:v>
                </c:pt>
                <c:pt idx="4904">
                  <c:v>1.2931700000000001E-2</c:v>
                </c:pt>
                <c:pt idx="4905">
                  <c:v>1.2725400000000001E-2</c:v>
                </c:pt>
                <c:pt idx="4906">
                  <c:v>1.25504E-2</c:v>
                </c:pt>
                <c:pt idx="4907">
                  <c:v>1.2305200000000001E-2</c:v>
                </c:pt>
                <c:pt idx="4908">
                  <c:v>1.1940600000000001E-2</c:v>
                </c:pt>
                <c:pt idx="4909">
                  <c:v>1.18049E-2</c:v>
                </c:pt>
                <c:pt idx="4910">
                  <c:v>1.1716899999999999E-2</c:v>
                </c:pt>
                <c:pt idx="4911">
                  <c:v>1.17879E-2</c:v>
                </c:pt>
                <c:pt idx="4912">
                  <c:v>1.2043E-2</c:v>
                </c:pt>
                <c:pt idx="4913">
                  <c:v>1.1842400000000001E-2</c:v>
                </c:pt>
                <c:pt idx="4914">
                  <c:v>1.1564400000000001E-2</c:v>
                </c:pt>
                <c:pt idx="4915">
                  <c:v>1.1586300000000001E-2</c:v>
                </c:pt>
                <c:pt idx="4916">
                  <c:v>1.1880400000000001E-2</c:v>
                </c:pt>
                <c:pt idx="4917">
                  <c:v>1.16489E-2</c:v>
                </c:pt>
                <c:pt idx="4918">
                  <c:v>1.1618399999999999E-2</c:v>
                </c:pt>
                <c:pt idx="4919">
                  <c:v>1.1770300000000001E-2</c:v>
                </c:pt>
                <c:pt idx="4920">
                  <c:v>1.1937099999999999E-2</c:v>
                </c:pt>
                <c:pt idx="4921">
                  <c:v>1.2090200000000001E-2</c:v>
                </c:pt>
                <c:pt idx="4922">
                  <c:v>1.2239100000000001E-2</c:v>
                </c:pt>
                <c:pt idx="4923">
                  <c:v>1.21975E-2</c:v>
                </c:pt>
                <c:pt idx="4924">
                  <c:v>1.24548E-2</c:v>
                </c:pt>
                <c:pt idx="4925">
                  <c:v>1.26091E-2</c:v>
                </c:pt>
                <c:pt idx="4926">
                  <c:v>1.2848500000000001E-2</c:v>
                </c:pt>
                <c:pt idx="4927">
                  <c:v>1.2709699999999999E-2</c:v>
                </c:pt>
                <c:pt idx="4928">
                  <c:v>1.25436E-2</c:v>
                </c:pt>
                <c:pt idx="4929">
                  <c:v>1.24402E-2</c:v>
                </c:pt>
                <c:pt idx="4930">
                  <c:v>1.2392700000000001E-2</c:v>
                </c:pt>
                <c:pt idx="4931">
                  <c:v>1.24628E-2</c:v>
                </c:pt>
                <c:pt idx="4932">
                  <c:v>1.2511700000000001E-2</c:v>
                </c:pt>
                <c:pt idx="4933">
                  <c:v>1.2473099999999999E-2</c:v>
                </c:pt>
                <c:pt idx="4934">
                  <c:v>1.25305E-2</c:v>
                </c:pt>
                <c:pt idx="4935">
                  <c:v>1.2534699999999999E-2</c:v>
                </c:pt>
                <c:pt idx="4936">
                  <c:v>1.24279E-2</c:v>
                </c:pt>
                <c:pt idx="4937">
                  <c:v>1.2059499999999999E-2</c:v>
                </c:pt>
                <c:pt idx="4938">
                  <c:v>1.17979E-2</c:v>
                </c:pt>
                <c:pt idx="4939">
                  <c:v>1.16559E-2</c:v>
                </c:pt>
                <c:pt idx="4940">
                  <c:v>1.14389E-2</c:v>
                </c:pt>
                <c:pt idx="4941">
                  <c:v>1.0984900000000001E-2</c:v>
                </c:pt>
                <c:pt idx="4942">
                  <c:v>1.0297000000000001E-2</c:v>
                </c:pt>
                <c:pt idx="4943">
                  <c:v>1.01102E-2</c:v>
                </c:pt>
                <c:pt idx="4944">
                  <c:v>9.8644000000000006E-3</c:v>
                </c:pt>
                <c:pt idx="4945">
                  <c:v>9.7370000000000009E-3</c:v>
                </c:pt>
                <c:pt idx="4946">
                  <c:v>9.8805999999999998E-3</c:v>
                </c:pt>
                <c:pt idx="4947">
                  <c:v>1.01601E-2</c:v>
                </c:pt>
                <c:pt idx="4948">
                  <c:v>1.0320399999999999E-2</c:v>
                </c:pt>
                <c:pt idx="4949">
                  <c:v>1.02915E-2</c:v>
                </c:pt>
                <c:pt idx="4950">
                  <c:v>1.0311799999999999E-2</c:v>
                </c:pt>
                <c:pt idx="4951">
                  <c:v>1.03283E-2</c:v>
                </c:pt>
                <c:pt idx="4952">
                  <c:v>1.0273900000000001E-2</c:v>
                </c:pt>
                <c:pt idx="4953">
                  <c:v>1.00667E-2</c:v>
                </c:pt>
                <c:pt idx="4954">
                  <c:v>9.9921000000000003E-3</c:v>
                </c:pt>
                <c:pt idx="4955">
                  <c:v>9.9450000000000007E-3</c:v>
                </c:pt>
                <c:pt idx="4956">
                  <c:v>9.8934000000000001E-3</c:v>
                </c:pt>
                <c:pt idx="4957">
                  <c:v>9.6962999999999997E-3</c:v>
                </c:pt>
                <c:pt idx="4958">
                  <c:v>9.8483000000000008E-3</c:v>
                </c:pt>
                <c:pt idx="4959">
                  <c:v>9.8624999999999997E-3</c:v>
                </c:pt>
                <c:pt idx="4960">
                  <c:v>9.9301000000000007E-3</c:v>
                </c:pt>
                <c:pt idx="4961">
                  <c:v>9.7447000000000002E-3</c:v>
                </c:pt>
                <c:pt idx="4962">
                  <c:v>9.776E-3</c:v>
                </c:pt>
                <c:pt idx="4963">
                  <c:v>9.8549999999999992E-3</c:v>
                </c:pt>
                <c:pt idx="4964">
                  <c:v>9.9509999999999998E-3</c:v>
                </c:pt>
                <c:pt idx="4965">
                  <c:v>1.0106199999999999E-2</c:v>
                </c:pt>
                <c:pt idx="4966">
                  <c:v>1.0059800000000001E-2</c:v>
                </c:pt>
                <c:pt idx="4967">
                  <c:v>9.8037000000000003E-3</c:v>
                </c:pt>
                <c:pt idx="4968">
                  <c:v>9.7318999999999999E-3</c:v>
                </c:pt>
                <c:pt idx="4969">
                  <c:v>9.7736999999999997E-3</c:v>
                </c:pt>
                <c:pt idx="4970">
                  <c:v>9.8194000000000007E-3</c:v>
                </c:pt>
                <c:pt idx="4971">
                  <c:v>9.8145999999999997E-3</c:v>
                </c:pt>
                <c:pt idx="4972">
                  <c:v>9.8978E-3</c:v>
                </c:pt>
                <c:pt idx="4973">
                  <c:v>1.0098699999999999E-2</c:v>
                </c:pt>
                <c:pt idx="4974">
                  <c:v>1.05644E-2</c:v>
                </c:pt>
                <c:pt idx="4975">
                  <c:v>1.00946E-2</c:v>
                </c:pt>
                <c:pt idx="4976">
                  <c:v>9.7374000000000002E-3</c:v>
                </c:pt>
                <c:pt idx="4977">
                  <c:v>9.8232000000000007E-3</c:v>
                </c:pt>
                <c:pt idx="4978">
                  <c:v>1.02653E-2</c:v>
                </c:pt>
                <c:pt idx="4979">
                  <c:v>1.0354800000000001E-2</c:v>
                </c:pt>
                <c:pt idx="4980">
                  <c:v>9.939400000000001E-3</c:v>
                </c:pt>
                <c:pt idx="4981">
                  <c:v>9.6626999999999998E-3</c:v>
                </c:pt>
                <c:pt idx="4982">
                  <c:v>9.6845999999999998E-3</c:v>
                </c:pt>
                <c:pt idx="4983">
                  <c:v>9.922799999999999E-3</c:v>
                </c:pt>
                <c:pt idx="4984">
                  <c:v>1.0027299999999999E-2</c:v>
                </c:pt>
                <c:pt idx="4985">
                  <c:v>9.9059000000000005E-3</c:v>
                </c:pt>
                <c:pt idx="4986">
                  <c:v>9.7328999999999992E-3</c:v>
                </c:pt>
                <c:pt idx="4987">
                  <c:v>9.6348000000000007E-3</c:v>
                </c:pt>
                <c:pt idx="4988">
                  <c:v>9.4678999999999996E-3</c:v>
                </c:pt>
                <c:pt idx="4989">
                  <c:v>9.3720000000000001E-3</c:v>
                </c:pt>
                <c:pt idx="4990">
                  <c:v>9.2614000000000012E-3</c:v>
                </c:pt>
                <c:pt idx="4991">
                  <c:v>9.2349000000000007E-3</c:v>
                </c:pt>
                <c:pt idx="4992">
                  <c:v>9.2510000000000005E-3</c:v>
                </c:pt>
                <c:pt idx="4993">
                  <c:v>9.2915000000000011E-3</c:v>
                </c:pt>
                <c:pt idx="4994">
                  <c:v>9.8691000000000004E-3</c:v>
                </c:pt>
                <c:pt idx="4995">
                  <c:v>1.0475700000000001E-2</c:v>
                </c:pt>
                <c:pt idx="4996">
                  <c:v>1.0937799999999999E-2</c:v>
                </c:pt>
                <c:pt idx="4997">
                  <c:v>1.19823E-2</c:v>
                </c:pt>
                <c:pt idx="4998">
                  <c:v>1.3197499999999999E-2</c:v>
                </c:pt>
                <c:pt idx="4999">
                  <c:v>1.27335E-2</c:v>
                </c:pt>
                <c:pt idx="5000">
                  <c:v>1.2073199999999999E-2</c:v>
                </c:pt>
                <c:pt idx="5001">
                  <c:v>1.12861E-2</c:v>
                </c:pt>
                <c:pt idx="5002">
                  <c:v>1.2912200000000002E-2</c:v>
                </c:pt>
                <c:pt idx="5003">
                  <c:v>1.42969E-2</c:v>
                </c:pt>
                <c:pt idx="5004">
                  <c:v>1.86267E-2</c:v>
                </c:pt>
                <c:pt idx="5005">
                  <c:v>1.79905E-2</c:v>
                </c:pt>
                <c:pt idx="5006">
                  <c:v>2.1762299999999998E-2</c:v>
                </c:pt>
                <c:pt idx="5007">
                  <c:v>3.09403E-2</c:v>
                </c:pt>
                <c:pt idx="5008">
                  <c:v>2.6256900000000003E-2</c:v>
                </c:pt>
                <c:pt idx="5009">
                  <c:v>3.25422E-2</c:v>
                </c:pt>
                <c:pt idx="5010">
                  <c:v>3.0870299999999996E-2</c:v>
                </c:pt>
                <c:pt idx="5011">
                  <c:v>3.8272399999999998E-2</c:v>
                </c:pt>
                <c:pt idx="5012">
                  <c:v>3.3536900000000001E-2</c:v>
                </c:pt>
                <c:pt idx="5013">
                  <c:v>3.4515199999999996E-2</c:v>
                </c:pt>
                <c:pt idx="5014">
                  <c:v>3.5896400000000002E-2</c:v>
                </c:pt>
                <c:pt idx="5015">
                  <c:v>3.0626299999999999E-2</c:v>
                </c:pt>
                <c:pt idx="5016">
                  <c:v>2.2456399999999998E-2</c:v>
                </c:pt>
                <c:pt idx="5017">
                  <c:v>2.2934700000000002E-2</c:v>
                </c:pt>
                <c:pt idx="5018">
                  <c:v>2.63404E-2</c:v>
                </c:pt>
                <c:pt idx="5019">
                  <c:v>2.7452499999999998E-2</c:v>
                </c:pt>
                <c:pt idx="5020">
                  <c:v>2.7594999999999998E-2</c:v>
                </c:pt>
                <c:pt idx="5021">
                  <c:v>3.3794100000000001E-2</c:v>
                </c:pt>
                <c:pt idx="5022">
                  <c:v>3.3583700000000001E-2</c:v>
                </c:pt>
                <c:pt idx="5023">
                  <c:v>3.5339499999999996E-2</c:v>
                </c:pt>
                <c:pt idx="5024">
                  <c:v>3.4521799999999998E-2</c:v>
                </c:pt>
                <c:pt idx="5025">
                  <c:v>3.1827899999999999E-2</c:v>
                </c:pt>
                <c:pt idx="5026">
                  <c:v>2.95967E-2</c:v>
                </c:pt>
                <c:pt idx="5027">
                  <c:v>2.6766599999999998E-2</c:v>
                </c:pt>
                <c:pt idx="5028">
                  <c:v>2.6594299999999998E-2</c:v>
                </c:pt>
                <c:pt idx="5029">
                  <c:v>2.6419400000000003E-2</c:v>
                </c:pt>
                <c:pt idx="5030">
                  <c:v>2.6505200000000003E-2</c:v>
                </c:pt>
                <c:pt idx="5031">
                  <c:v>2.92538E-2</c:v>
                </c:pt>
                <c:pt idx="5032">
                  <c:v>2.9525099999999999E-2</c:v>
                </c:pt>
                <c:pt idx="5033">
                  <c:v>2.9053800000000001E-2</c:v>
                </c:pt>
                <c:pt idx="5034">
                  <c:v>2.9461299999999999E-2</c:v>
                </c:pt>
                <c:pt idx="5035">
                  <c:v>3.1549400000000005E-2</c:v>
                </c:pt>
                <c:pt idx="5036">
                  <c:v>3.2229099999999997E-2</c:v>
                </c:pt>
                <c:pt idx="5037">
                  <c:v>3.2989499999999998E-2</c:v>
                </c:pt>
                <c:pt idx="5038">
                  <c:v>3.6846699999999996E-2</c:v>
                </c:pt>
                <c:pt idx="5039">
                  <c:v>3.7204000000000001E-2</c:v>
                </c:pt>
                <c:pt idx="5040">
                  <c:v>3.5637700000000001E-2</c:v>
                </c:pt>
                <c:pt idx="5041">
                  <c:v>3.2555500000000001E-2</c:v>
                </c:pt>
                <c:pt idx="5042">
                  <c:v>3.0818000000000002E-2</c:v>
                </c:pt>
                <c:pt idx="5043">
                  <c:v>3.1664299999999999E-2</c:v>
                </c:pt>
                <c:pt idx="5044">
                  <c:v>3.2068900000000004E-2</c:v>
                </c:pt>
                <c:pt idx="5045">
                  <c:v>3.1721899999999997E-2</c:v>
                </c:pt>
                <c:pt idx="5046">
                  <c:v>3.2923500000000001E-2</c:v>
                </c:pt>
                <c:pt idx="5047">
                  <c:v>3.2782699999999998E-2</c:v>
                </c:pt>
                <c:pt idx="5048">
                  <c:v>3.1947699999999996E-2</c:v>
                </c:pt>
                <c:pt idx="5049">
                  <c:v>3.1411599999999998E-2</c:v>
                </c:pt>
                <c:pt idx="5050">
                  <c:v>3.2560100000000002E-2</c:v>
                </c:pt>
                <c:pt idx="5051">
                  <c:v>3.4552100000000002E-2</c:v>
                </c:pt>
                <c:pt idx="5052">
                  <c:v>3.4626999999999998E-2</c:v>
                </c:pt>
                <c:pt idx="5053">
                  <c:v>3.48054E-2</c:v>
                </c:pt>
                <c:pt idx="5054">
                  <c:v>3.31732E-2</c:v>
                </c:pt>
                <c:pt idx="5055">
                  <c:v>3.3105799999999998E-2</c:v>
                </c:pt>
                <c:pt idx="5056">
                  <c:v>3.16216E-2</c:v>
                </c:pt>
                <c:pt idx="5057">
                  <c:v>3.0177300000000004E-2</c:v>
                </c:pt>
                <c:pt idx="5058">
                  <c:v>3.0719600000000003E-2</c:v>
                </c:pt>
                <c:pt idx="5059">
                  <c:v>3.0964600000000002E-2</c:v>
                </c:pt>
                <c:pt idx="5060">
                  <c:v>2.7423300000000001E-2</c:v>
                </c:pt>
                <c:pt idx="5061">
                  <c:v>2.6981599999999998E-2</c:v>
                </c:pt>
                <c:pt idx="5062">
                  <c:v>2.75871E-2</c:v>
                </c:pt>
                <c:pt idx="5063">
                  <c:v>2.8393999999999999E-2</c:v>
                </c:pt>
                <c:pt idx="5064">
                  <c:v>2.7629199999999996E-2</c:v>
                </c:pt>
                <c:pt idx="5065">
                  <c:v>2.4535299999999999E-2</c:v>
                </c:pt>
                <c:pt idx="5066">
                  <c:v>2.2744900000000002E-2</c:v>
                </c:pt>
                <c:pt idx="5067">
                  <c:v>2.2786400000000002E-2</c:v>
                </c:pt>
                <c:pt idx="5068">
                  <c:v>2.0938399999999999E-2</c:v>
                </c:pt>
                <c:pt idx="5069">
                  <c:v>2.07139E-2</c:v>
                </c:pt>
                <c:pt idx="5070">
                  <c:v>2.17801E-2</c:v>
                </c:pt>
                <c:pt idx="5071">
                  <c:v>2.2321500000000001E-2</c:v>
                </c:pt>
                <c:pt idx="5072">
                  <c:v>2.7558800000000001E-2</c:v>
                </c:pt>
                <c:pt idx="5073">
                  <c:v>2.6677800000000002E-2</c:v>
                </c:pt>
                <c:pt idx="5074">
                  <c:v>2.6095100000000003E-2</c:v>
                </c:pt>
                <c:pt idx="5075">
                  <c:v>2.5041300000000002E-2</c:v>
                </c:pt>
                <c:pt idx="5076">
                  <c:v>2.5734800000000002E-2</c:v>
                </c:pt>
                <c:pt idx="5077">
                  <c:v>2.6474099999999997E-2</c:v>
                </c:pt>
                <c:pt idx="5078">
                  <c:v>2.6339299999999996E-2</c:v>
                </c:pt>
                <c:pt idx="5079">
                  <c:v>2.61464E-2</c:v>
                </c:pt>
                <c:pt idx="5080">
                  <c:v>2.5253600000000001E-2</c:v>
                </c:pt>
                <c:pt idx="5081">
                  <c:v>2.6092700000000003E-2</c:v>
                </c:pt>
                <c:pt idx="5082">
                  <c:v>2.6039800000000002E-2</c:v>
                </c:pt>
                <c:pt idx="5083">
                  <c:v>2.6712700000000002E-2</c:v>
                </c:pt>
                <c:pt idx="5084">
                  <c:v>2.6460000000000001E-2</c:v>
                </c:pt>
                <c:pt idx="5085">
                  <c:v>2.5651400000000001E-2</c:v>
                </c:pt>
                <c:pt idx="5086">
                  <c:v>2.4513099999999999E-2</c:v>
                </c:pt>
                <c:pt idx="5087">
                  <c:v>2.3126299999999999E-2</c:v>
                </c:pt>
                <c:pt idx="5088">
                  <c:v>2.2745899999999999E-2</c:v>
                </c:pt>
                <c:pt idx="5089">
                  <c:v>2.2600599999999998E-2</c:v>
                </c:pt>
                <c:pt idx="5090">
                  <c:v>2.3180900000000001E-2</c:v>
                </c:pt>
                <c:pt idx="5091">
                  <c:v>2.3451799999999998E-2</c:v>
                </c:pt>
                <c:pt idx="5092">
                  <c:v>2.3740600000000001E-2</c:v>
                </c:pt>
                <c:pt idx="5093">
                  <c:v>2.3839800000000001E-2</c:v>
                </c:pt>
                <c:pt idx="5094">
                  <c:v>2.40106E-2</c:v>
                </c:pt>
                <c:pt idx="5095">
                  <c:v>2.4178999999999999E-2</c:v>
                </c:pt>
                <c:pt idx="5096">
                  <c:v>2.3966299999999999E-2</c:v>
                </c:pt>
                <c:pt idx="5097">
                  <c:v>2.4007199999999999E-2</c:v>
                </c:pt>
                <c:pt idx="5098">
                  <c:v>2.3341199999999999E-2</c:v>
                </c:pt>
                <c:pt idx="5099">
                  <c:v>2.24893E-2</c:v>
                </c:pt>
                <c:pt idx="5100">
                  <c:v>2.1316599999999998E-2</c:v>
                </c:pt>
                <c:pt idx="5101">
                  <c:v>2.05819E-2</c:v>
                </c:pt>
                <c:pt idx="5102">
                  <c:v>2.21651E-2</c:v>
                </c:pt>
                <c:pt idx="5103">
                  <c:v>2.2785800000000002E-2</c:v>
                </c:pt>
                <c:pt idx="5104">
                  <c:v>2.2293400000000001E-2</c:v>
                </c:pt>
                <c:pt idx="5105">
                  <c:v>2.2362299999999998E-2</c:v>
                </c:pt>
                <c:pt idx="5106">
                  <c:v>2.20524E-2</c:v>
                </c:pt>
                <c:pt idx="5107">
                  <c:v>2.1985400000000002E-2</c:v>
                </c:pt>
                <c:pt idx="5108">
                  <c:v>2.1780600000000001E-2</c:v>
                </c:pt>
                <c:pt idx="5109">
                  <c:v>2.1664199999999998E-2</c:v>
                </c:pt>
                <c:pt idx="5110">
                  <c:v>2.21336E-2</c:v>
                </c:pt>
                <c:pt idx="5111">
                  <c:v>2.19156E-2</c:v>
                </c:pt>
                <c:pt idx="5112">
                  <c:v>2.1570300000000001E-2</c:v>
                </c:pt>
                <c:pt idx="5113">
                  <c:v>2.1675899999999998E-2</c:v>
                </c:pt>
                <c:pt idx="5114">
                  <c:v>2.1341300000000001E-2</c:v>
                </c:pt>
                <c:pt idx="5115">
                  <c:v>2.0988800000000002E-2</c:v>
                </c:pt>
                <c:pt idx="5116">
                  <c:v>2.14694E-2</c:v>
                </c:pt>
                <c:pt idx="5117">
                  <c:v>2.2121999999999999E-2</c:v>
                </c:pt>
                <c:pt idx="5118">
                  <c:v>2.2831399999999998E-2</c:v>
                </c:pt>
                <c:pt idx="5119">
                  <c:v>2.30502E-2</c:v>
                </c:pt>
                <c:pt idx="5120">
                  <c:v>2.26401E-2</c:v>
                </c:pt>
                <c:pt idx="5121">
                  <c:v>2.27429E-2</c:v>
                </c:pt>
                <c:pt idx="5122">
                  <c:v>2.2857699999999998E-2</c:v>
                </c:pt>
                <c:pt idx="5123">
                  <c:v>2.2571600000000001E-2</c:v>
                </c:pt>
                <c:pt idx="5124">
                  <c:v>2.1846299999999999E-2</c:v>
                </c:pt>
                <c:pt idx="5125">
                  <c:v>2.15167E-2</c:v>
                </c:pt>
                <c:pt idx="5126">
                  <c:v>2.2333600000000002E-2</c:v>
                </c:pt>
                <c:pt idx="5127">
                  <c:v>2.23679E-2</c:v>
                </c:pt>
                <c:pt idx="5128">
                  <c:v>2.1603600000000001E-2</c:v>
                </c:pt>
                <c:pt idx="5129">
                  <c:v>2.1493999999999999E-2</c:v>
                </c:pt>
                <c:pt idx="5130">
                  <c:v>2.0420299999999999E-2</c:v>
                </c:pt>
                <c:pt idx="5131">
                  <c:v>1.96017E-2</c:v>
                </c:pt>
                <c:pt idx="5132">
                  <c:v>2.0269700000000002E-2</c:v>
                </c:pt>
                <c:pt idx="5133">
                  <c:v>2.0664699999999998E-2</c:v>
                </c:pt>
                <c:pt idx="5134">
                  <c:v>2.07239E-2</c:v>
                </c:pt>
                <c:pt idx="5135">
                  <c:v>2.1248E-2</c:v>
                </c:pt>
                <c:pt idx="5136">
                  <c:v>2.0762700000000002E-2</c:v>
                </c:pt>
                <c:pt idx="5137">
                  <c:v>2.05358E-2</c:v>
                </c:pt>
                <c:pt idx="5138">
                  <c:v>2.0334499999999998E-2</c:v>
                </c:pt>
                <c:pt idx="5139">
                  <c:v>2.0037799999999998E-2</c:v>
                </c:pt>
                <c:pt idx="5140">
                  <c:v>1.9825800000000001E-2</c:v>
                </c:pt>
                <c:pt idx="5141">
                  <c:v>1.97354E-2</c:v>
                </c:pt>
                <c:pt idx="5142">
                  <c:v>1.9908600000000002E-2</c:v>
                </c:pt>
                <c:pt idx="5143">
                  <c:v>2.0399500000000001E-2</c:v>
                </c:pt>
                <c:pt idx="5144">
                  <c:v>2.2976199999999999E-2</c:v>
                </c:pt>
                <c:pt idx="5145">
                  <c:v>2.3543100000000001E-2</c:v>
                </c:pt>
                <c:pt idx="5146">
                  <c:v>2.5152500000000001E-2</c:v>
                </c:pt>
                <c:pt idx="5147">
                  <c:v>2.5308299999999999E-2</c:v>
                </c:pt>
                <c:pt idx="5148">
                  <c:v>2.4980099999999998E-2</c:v>
                </c:pt>
                <c:pt idx="5149">
                  <c:v>2.51427E-2</c:v>
                </c:pt>
                <c:pt idx="5150">
                  <c:v>2.54285E-2</c:v>
                </c:pt>
                <c:pt idx="5151">
                  <c:v>2.4964400000000001E-2</c:v>
                </c:pt>
                <c:pt idx="5152">
                  <c:v>2.47262E-2</c:v>
                </c:pt>
                <c:pt idx="5153">
                  <c:v>2.47496E-2</c:v>
                </c:pt>
                <c:pt idx="5154">
                  <c:v>2.3687400000000001E-2</c:v>
                </c:pt>
                <c:pt idx="5155">
                  <c:v>2.3221199999999997E-2</c:v>
                </c:pt>
                <c:pt idx="5156">
                  <c:v>2.2717599999999998E-2</c:v>
                </c:pt>
                <c:pt idx="5157">
                  <c:v>2.23707E-2</c:v>
                </c:pt>
                <c:pt idx="5158">
                  <c:v>2.1736399999999999E-2</c:v>
                </c:pt>
                <c:pt idx="5159">
                  <c:v>2.14909E-2</c:v>
                </c:pt>
                <c:pt idx="5160">
                  <c:v>2.17889E-2</c:v>
                </c:pt>
                <c:pt idx="5161">
                  <c:v>2.2341300000000001E-2</c:v>
                </c:pt>
                <c:pt idx="5162">
                  <c:v>2.2405600000000001E-2</c:v>
                </c:pt>
                <c:pt idx="5163">
                  <c:v>2.2020400000000002E-2</c:v>
                </c:pt>
                <c:pt idx="5164">
                  <c:v>2.2020700000000001E-2</c:v>
                </c:pt>
                <c:pt idx="5165">
                  <c:v>2.17492E-2</c:v>
                </c:pt>
                <c:pt idx="5166">
                  <c:v>2.15967E-2</c:v>
                </c:pt>
                <c:pt idx="5167">
                  <c:v>2.1352699999999999E-2</c:v>
                </c:pt>
                <c:pt idx="5168">
                  <c:v>2.12392E-2</c:v>
                </c:pt>
                <c:pt idx="5169">
                  <c:v>2.14565E-2</c:v>
                </c:pt>
                <c:pt idx="5170">
                  <c:v>2.13414E-2</c:v>
                </c:pt>
                <c:pt idx="5171">
                  <c:v>2.1982599999999998E-2</c:v>
                </c:pt>
                <c:pt idx="5172">
                  <c:v>2.1698800000000001E-2</c:v>
                </c:pt>
                <c:pt idx="5173">
                  <c:v>2.1816200000000001E-2</c:v>
                </c:pt>
                <c:pt idx="5174">
                  <c:v>2.1822900000000003E-2</c:v>
                </c:pt>
                <c:pt idx="5175">
                  <c:v>2.1320099999999998E-2</c:v>
                </c:pt>
                <c:pt idx="5176">
                  <c:v>2.0531199999999999E-2</c:v>
                </c:pt>
                <c:pt idx="5177">
                  <c:v>1.9500399999999998E-2</c:v>
                </c:pt>
                <c:pt idx="5178">
                  <c:v>1.8979300000000001E-2</c:v>
                </c:pt>
                <c:pt idx="5179">
                  <c:v>1.6919200000000002E-2</c:v>
                </c:pt>
                <c:pt idx="5180">
                  <c:v>1.6940799999999999E-2</c:v>
                </c:pt>
                <c:pt idx="5181">
                  <c:v>1.67431E-2</c:v>
                </c:pt>
                <c:pt idx="5182">
                  <c:v>1.7665899999999998E-2</c:v>
                </c:pt>
                <c:pt idx="5183">
                  <c:v>1.81791E-2</c:v>
                </c:pt>
                <c:pt idx="5184">
                  <c:v>1.78636E-2</c:v>
                </c:pt>
                <c:pt idx="5185">
                  <c:v>1.7740100000000002E-2</c:v>
                </c:pt>
                <c:pt idx="5186">
                  <c:v>1.7526E-2</c:v>
                </c:pt>
                <c:pt idx="5187">
                  <c:v>1.7489400000000002E-2</c:v>
                </c:pt>
                <c:pt idx="5188">
                  <c:v>1.74647E-2</c:v>
                </c:pt>
                <c:pt idx="5189">
                  <c:v>1.7264500000000002E-2</c:v>
                </c:pt>
                <c:pt idx="5190">
                  <c:v>1.6881200000000002E-2</c:v>
                </c:pt>
                <c:pt idx="5191">
                  <c:v>1.6768499999999999E-2</c:v>
                </c:pt>
                <c:pt idx="5192">
                  <c:v>1.6922699999999999E-2</c:v>
                </c:pt>
                <c:pt idx="5193">
                  <c:v>1.6535000000000001E-2</c:v>
                </c:pt>
                <c:pt idx="5194">
                  <c:v>1.6592699999999998E-2</c:v>
                </c:pt>
                <c:pt idx="5195">
                  <c:v>1.5754499999999998E-2</c:v>
                </c:pt>
                <c:pt idx="5196">
                  <c:v>1.56093E-2</c:v>
                </c:pt>
                <c:pt idx="5197">
                  <c:v>1.5449600000000001E-2</c:v>
                </c:pt>
                <c:pt idx="5198">
                  <c:v>1.5292500000000001E-2</c:v>
                </c:pt>
                <c:pt idx="5199">
                  <c:v>1.5428800000000001E-2</c:v>
                </c:pt>
                <c:pt idx="5200">
                  <c:v>1.5486400000000001E-2</c:v>
                </c:pt>
                <c:pt idx="5201">
                  <c:v>1.5616499999999998E-2</c:v>
                </c:pt>
                <c:pt idx="5202">
                  <c:v>1.5493E-2</c:v>
                </c:pt>
                <c:pt idx="5203">
                  <c:v>1.5450899999999998E-2</c:v>
                </c:pt>
                <c:pt idx="5204">
                  <c:v>1.5222999999999999E-2</c:v>
                </c:pt>
                <c:pt idx="5205">
                  <c:v>1.49807E-2</c:v>
                </c:pt>
                <c:pt idx="5206">
                  <c:v>1.4970300000000001E-2</c:v>
                </c:pt>
                <c:pt idx="5207">
                  <c:v>1.4772200000000001E-2</c:v>
                </c:pt>
                <c:pt idx="5208">
                  <c:v>1.48945E-2</c:v>
                </c:pt>
                <c:pt idx="5209">
                  <c:v>1.51226E-2</c:v>
                </c:pt>
                <c:pt idx="5210">
                  <c:v>1.5075E-2</c:v>
                </c:pt>
                <c:pt idx="5211">
                  <c:v>1.48136E-2</c:v>
                </c:pt>
                <c:pt idx="5212">
                  <c:v>1.4606600000000001E-2</c:v>
                </c:pt>
                <c:pt idx="5213">
                  <c:v>1.45446E-2</c:v>
                </c:pt>
                <c:pt idx="5214">
                  <c:v>1.4531000000000001E-2</c:v>
                </c:pt>
                <c:pt idx="5215">
                  <c:v>1.4501400000000001E-2</c:v>
                </c:pt>
                <c:pt idx="5216">
                  <c:v>1.4398699999999999E-2</c:v>
                </c:pt>
                <c:pt idx="5217">
                  <c:v>1.42851E-2</c:v>
                </c:pt>
                <c:pt idx="5218">
                  <c:v>1.42422E-2</c:v>
                </c:pt>
                <c:pt idx="5219">
                  <c:v>1.43508E-2</c:v>
                </c:pt>
                <c:pt idx="5220">
                  <c:v>1.4594399999999999E-2</c:v>
                </c:pt>
                <c:pt idx="5221">
                  <c:v>1.47923E-2</c:v>
                </c:pt>
                <c:pt idx="5222">
                  <c:v>1.5165700000000001E-2</c:v>
                </c:pt>
                <c:pt idx="5223">
                  <c:v>1.55482E-2</c:v>
                </c:pt>
                <c:pt idx="5224">
                  <c:v>1.6213100000000001E-2</c:v>
                </c:pt>
                <c:pt idx="5225">
                  <c:v>1.61829E-2</c:v>
                </c:pt>
                <c:pt idx="5226">
                  <c:v>1.5961900000000001E-2</c:v>
                </c:pt>
                <c:pt idx="5227">
                  <c:v>1.60638E-2</c:v>
                </c:pt>
                <c:pt idx="5228">
                  <c:v>1.6853299999999998E-2</c:v>
                </c:pt>
                <c:pt idx="5229">
                  <c:v>1.69651E-2</c:v>
                </c:pt>
                <c:pt idx="5230">
                  <c:v>1.6970300000000001E-2</c:v>
                </c:pt>
                <c:pt idx="5231">
                  <c:v>1.6773699999999999E-2</c:v>
                </c:pt>
                <c:pt idx="5232">
                  <c:v>1.6974E-2</c:v>
                </c:pt>
                <c:pt idx="5233">
                  <c:v>1.7332699999999999E-2</c:v>
                </c:pt>
                <c:pt idx="5234">
                  <c:v>1.7786099999999999E-2</c:v>
                </c:pt>
                <c:pt idx="5235">
                  <c:v>1.77164E-2</c:v>
                </c:pt>
                <c:pt idx="5236">
                  <c:v>1.77643E-2</c:v>
                </c:pt>
                <c:pt idx="5237">
                  <c:v>1.7293199999999998E-2</c:v>
                </c:pt>
                <c:pt idx="5238">
                  <c:v>1.7369800000000001E-2</c:v>
                </c:pt>
                <c:pt idx="5239">
                  <c:v>1.6823899999999999E-2</c:v>
                </c:pt>
                <c:pt idx="5240">
                  <c:v>1.5972399999999998E-2</c:v>
                </c:pt>
                <c:pt idx="5241">
                  <c:v>1.5360800000000001E-2</c:v>
                </c:pt>
                <c:pt idx="5242">
                  <c:v>1.50011E-2</c:v>
                </c:pt>
                <c:pt idx="5243">
                  <c:v>1.4909E-2</c:v>
                </c:pt>
                <c:pt idx="5244">
                  <c:v>1.5003800000000001E-2</c:v>
                </c:pt>
                <c:pt idx="5245">
                  <c:v>1.5556499999999999E-2</c:v>
                </c:pt>
                <c:pt idx="5246">
                  <c:v>1.5628099999999999E-2</c:v>
                </c:pt>
                <c:pt idx="5247">
                  <c:v>1.53808E-2</c:v>
                </c:pt>
                <c:pt idx="5248">
                  <c:v>1.53624E-2</c:v>
                </c:pt>
                <c:pt idx="5249">
                  <c:v>1.5355099999999998E-2</c:v>
                </c:pt>
                <c:pt idx="5250">
                  <c:v>1.5641499999999999E-2</c:v>
                </c:pt>
                <c:pt idx="5251">
                  <c:v>1.5809699999999999E-2</c:v>
                </c:pt>
                <c:pt idx="5252">
                  <c:v>1.5974700000000001E-2</c:v>
                </c:pt>
                <c:pt idx="5253">
                  <c:v>1.62793E-2</c:v>
                </c:pt>
                <c:pt idx="5254">
                  <c:v>1.8293299999999998E-2</c:v>
                </c:pt>
                <c:pt idx="5255">
                  <c:v>1.7681700000000002E-2</c:v>
                </c:pt>
                <c:pt idx="5256">
                  <c:v>1.721E-2</c:v>
                </c:pt>
                <c:pt idx="5257">
                  <c:v>1.8261600000000003E-2</c:v>
                </c:pt>
                <c:pt idx="5258">
                  <c:v>1.90876E-2</c:v>
                </c:pt>
                <c:pt idx="5259">
                  <c:v>1.86465E-2</c:v>
                </c:pt>
                <c:pt idx="5260">
                  <c:v>1.9057299999999999E-2</c:v>
                </c:pt>
                <c:pt idx="5261">
                  <c:v>1.9375800000000002E-2</c:v>
                </c:pt>
                <c:pt idx="5262">
                  <c:v>1.9617099999999998E-2</c:v>
                </c:pt>
                <c:pt idx="5263">
                  <c:v>1.9649199999999999E-2</c:v>
                </c:pt>
                <c:pt idx="5264">
                  <c:v>2.1525800000000001E-2</c:v>
                </c:pt>
                <c:pt idx="5265">
                  <c:v>2.1432900000000001E-2</c:v>
                </c:pt>
                <c:pt idx="5266">
                  <c:v>2.0967699999999999E-2</c:v>
                </c:pt>
                <c:pt idx="5267">
                  <c:v>1.9943600000000002E-2</c:v>
                </c:pt>
                <c:pt idx="5268">
                  <c:v>1.99422E-2</c:v>
                </c:pt>
                <c:pt idx="5269">
                  <c:v>2.02244E-2</c:v>
                </c:pt>
                <c:pt idx="5270">
                  <c:v>2.0109399999999999E-2</c:v>
                </c:pt>
                <c:pt idx="5271">
                  <c:v>1.9569099999999999E-2</c:v>
                </c:pt>
                <c:pt idx="5272">
                  <c:v>1.9658699999999998E-2</c:v>
                </c:pt>
                <c:pt idx="5273">
                  <c:v>1.92324E-2</c:v>
                </c:pt>
                <c:pt idx="5274">
                  <c:v>2.0032299999999999E-2</c:v>
                </c:pt>
                <c:pt idx="5275">
                  <c:v>2.0714799999999998E-2</c:v>
                </c:pt>
                <c:pt idx="5276">
                  <c:v>2.12006E-2</c:v>
                </c:pt>
                <c:pt idx="5277">
                  <c:v>2.1980199999999998E-2</c:v>
                </c:pt>
                <c:pt idx="5278">
                  <c:v>2.2198099999999998E-2</c:v>
                </c:pt>
                <c:pt idx="5279">
                  <c:v>2.2733E-2</c:v>
                </c:pt>
                <c:pt idx="5280">
                  <c:v>2.31477E-2</c:v>
                </c:pt>
                <c:pt idx="5281">
                  <c:v>2.2545200000000001E-2</c:v>
                </c:pt>
                <c:pt idx="5282">
                  <c:v>2.25915E-2</c:v>
                </c:pt>
                <c:pt idx="5283">
                  <c:v>2.2457899999999999E-2</c:v>
                </c:pt>
                <c:pt idx="5284">
                  <c:v>2.23988E-2</c:v>
                </c:pt>
                <c:pt idx="5285">
                  <c:v>2.2040999999999998E-2</c:v>
                </c:pt>
                <c:pt idx="5286">
                  <c:v>2.24643E-2</c:v>
                </c:pt>
                <c:pt idx="5287">
                  <c:v>2.2123E-2</c:v>
                </c:pt>
                <c:pt idx="5288">
                  <c:v>2.21482E-2</c:v>
                </c:pt>
                <c:pt idx="5289">
                  <c:v>2.2258500000000001E-2</c:v>
                </c:pt>
                <c:pt idx="5290">
                  <c:v>2.1943899999999999E-2</c:v>
                </c:pt>
                <c:pt idx="5291">
                  <c:v>2.1712700000000001E-2</c:v>
                </c:pt>
                <c:pt idx="5292">
                  <c:v>2.10347E-2</c:v>
                </c:pt>
                <c:pt idx="5293">
                  <c:v>2.0226400000000002E-2</c:v>
                </c:pt>
                <c:pt idx="5294">
                  <c:v>1.9729E-2</c:v>
                </c:pt>
                <c:pt idx="5295">
                  <c:v>1.99965E-2</c:v>
                </c:pt>
                <c:pt idx="5296">
                  <c:v>1.9788500000000001E-2</c:v>
                </c:pt>
                <c:pt idx="5297">
                  <c:v>1.9433199999999998E-2</c:v>
                </c:pt>
                <c:pt idx="5298">
                  <c:v>1.9109000000000001E-2</c:v>
                </c:pt>
                <c:pt idx="5299">
                  <c:v>1.9103800000000001E-2</c:v>
                </c:pt>
                <c:pt idx="5300">
                  <c:v>1.9380699999999997E-2</c:v>
                </c:pt>
                <c:pt idx="5301">
                  <c:v>1.93172E-2</c:v>
                </c:pt>
                <c:pt idx="5302">
                  <c:v>1.91846E-2</c:v>
                </c:pt>
                <c:pt idx="5303">
                  <c:v>1.9205699999999999E-2</c:v>
                </c:pt>
                <c:pt idx="5304">
                  <c:v>1.9288599999999999E-2</c:v>
                </c:pt>
                <c:pt idx="5305">
                  <c:v>1.9503599999999999E-2</c:v>
                </c:pt>
                <c:pt idx="5306">
                  <c:v>1.91694E-2</c:v>
                </c:pt>
                <c:pt idx="5307">
                  <c:v>1.8616199999999999E-2</c:v>
                </c:pt>
                <c:pt idx="5308">
                  <c:v>1.76353E-2</c:v>
                </c:pt>
                <c:pt idx="5309">
                  <c:v>1.7259099999999999E-2</c:v>
                </c:pt>
                <c:pt idx="5310">
                  <c:v>1.7373799999999998E-2</c:v>
                </c:pt>
                <c:pt idx="5311">
                  <c:v>1.7893700000000002E-2</c:v>
                </c:pt>
                <c:pt idx="5312">
                  <c:v>1.7850499999999998E-2</c:v>
                </c:pt>
                <c:pt idx="5313">
                  <c:v>1.7585099999999999E-2</c:v>
                </c:pt>
                <c:pt idx="5314">
                  <c:v>1.7738799999999999E-2</c:v>
                </c:pt>
                <c:pt idx="5315">
                  <c:v>1.7974199999999999E-2</c:v>
                </c:pt>
                <c:pt idx="5316">
                  <c:v>1.8186299999999999E-2</c:v>
                </c:pt>
                <c:pt idx="5317">
                  <c:v>1.7880199999999999E-2</c:v>
                </c:pt>
                <c:pt idx="5318">
                  <c:v>1.7904099999999999E-2</c:v>
                </c:pt>
                <c:pt idx="5319">
                  <c:v>1.7809499999999999E-2</c:v>
                </c:pt>
                <c:pt idx="5320">
                  <c:v>1.7789900000000001E-2</c:v>
                </c:pt>
                <c:pt idx="5321">
                  <c:v>1.76498E-2</c:v>
                </c:pt>
                <c:pt idx="5322">
                  <c:v>1.7373E-2</c:v>
                </c:pt>
                <c:pt idx="5323">
                  <c:v>1.7188700000000001E-2</c:v>
                </c:pt>
                <c:pt idx="5324">
                  <c:v>1.7176799999999999E-2</c:v>
                </c:pt>
                <c:pt idx="5325">
                  <c:v>1.68664E-2</c:v>
                </c:pt>
                <c:pt idx="5326">
                  <c:v>1.6436600000000003E-2</c:v>
                </c:pt>
                <c:pt idx="5327">
                  <c:v>1.6624899999999998E-2</c:v>
                </c:pt>
                <c:pt idx="5328">
                  <c:v>1.6378399999999998E-2</c:v>
                </c:pt>
                <c:pt idx="5329">
                  <c:v>1.6344300000000003E-2</c:v>
                </c:pt>
                <c:pt idx="5330">
                  <c:v>1.6238599999999999E-2</c:v>
                </c:pt>
                <c:pt idx="5331">
                  <c:v>1.6093E-2</c:v>
                </c:pt>
                <c:pt idx="5332">
                  <c:v>1.6030000000000003E-2</c:v>
                </c:pt>
                <c:pt idx="5333">
                  <c:v>1.5990500000000001E-2</c:v>
                </c:pt>
                <c:pt idx="5334">
                  <c:v>1.6220700000000001E-2</c:v>
                </c:pt>
                <c:pt idx="5335">
                  <c:v>1.6320500000000002E-2</c:v>
                </c:pt>
                <c:pt idx="5336">
                  <c:v>1.6422200000000001E-2</c:v>
                </c:pt>
                <c:pt idx="5337">
                  <c:v>1.6453100000000002E-2</c:v>
                </c:pt>
                <c:pt idx="5338">
                  <c:v>1.6748200000000001E-2</c:v>
                </c:pt>
                <c:pt idx="5339">
                  <c:v>1.6616599999999999E-2</c:v>
                </c:pt>
                <c:pt idx="5340">
                  <c:v>1.65276E-2</c:v>
                </c:pt>
                <c:pt idx="5341">
                  <c:v>1.62974E-2</c:v>
                </c:pt>
                <c:pt idx="5342">
                  <c:v>1.60176E-2</c:v>
                </c:pt>
                <c:pt idx="5343">
                  <c:v>1.5860200000000001E-2</c:v>
                </c:pt>
                <c:pt idx="5344">
                  <c:v>1.5915799999999997E-2</c:v>
                </c:pt>
                <c:pt idx="5345">
                  <c:v>1.60777E-2</c:v>
                </c:pt>
                <c:pt idx="5346">
                  <c:v>1.6479400000000002E-2</c:v>
                </c:pt>
                <c:pt idx="5347">
                  <c:v>1.67005E-2</c:v>
                </c:pt>
                <c:pt idx="5348">
                  <c:v>1.65329E-2</c:v>
                </c:pt>
                <c:pt idx="5349">
                  <c:v>1.6487499999999999E-2</c:v>
                </c:pt>
                <c:pt idx="5350">
                  <c:v>1.6937000000000001E-2</c:v>
                </c:pt>
                <c:pt idx="5351">
                  <c:v>1.7099299999999998E-2</c:v>
                </c:pt>
                <c:pt idx="5352">
                  <c:v>1.7446E-2</c:v>
                </c:pt>
                <c:pt idx="5353">
                  <c:v>1.74424E-2</c:v>
                </c:pt>
                <c:pt idx="5354">
                  <c:v>1.7429900000000002E-2</c:v>
                </c:pt>
                <c:pt idx="5355">
                  <c:v>1.7694499999999998E-2</c:v>
                </c:pt>
                <c:pt idx="5356">
                  <c:v>1.7314E-2</c:v>
                </c:pt>
                <c:pt idx="5357">
                  <c:v>1.7506299999999999E-2</c:v>
                </c:pt>
                <c:pt idx="5358">
                  <c:v>1.7516E-2</c:v>
                </c:pt>
                <c:pt idx="5359">
                  <c:v>1.7876800000000002E-2</c:v>
                </c:pt>
                <c:pt idx="5360">
                  <c:v>1.76896E-2</c:v>
                </c:pt>
                <c:pt idx="5361">
                  <c:v>1.7363199999999999E-2</c:v>
                </c:pt>
                <c:pt idx="5362">
                  <c:v>1.7395400000000002E-2</c:v>
                </c:pt>
                <c:pt idx="5363">
                  <c:v>1.73209E-2</c:v>
                </c:pt>
                <c:pt idx="5364">
                  <c:v>1.7368999999999999E-2</c:v>
                </c:pt>
                <c:pt idx="5365">
                  <c:v>1.7605799999999998E-2</c:v>
                </c:pt>
                <c:pt idx="5366">
                  <c:v>1.76125E-2</c:v>
                </c:pt>
                <c:pt idx="5367">
                  <c:v>1.7300899999999998E-2</c:v>
                </c:pt>
                <c:pt idx="5368">
                  <c:v>1.7659399999999999E-2</c:v>
                </c:pt>
                <c:pt idx="5369">
                  <c:v>1.7757100000000001E-2</c:v>
                </c:pt>
                <c:pt idx="5370">
                  <c:v>1.7798700000000001E-2</c:v>
                </c:pt>
                <c:pt idx="5371">
                  <c:v>1.7958000000000002E-2</c:v>
                </c:pt>
                <c:pt idx="5372">
                  <c:v>1.81038E-2</c:v>
                </c:pt>
                <c:pt idx="5373">
                  <c:v>1.82141E-2</c:v>
                </c:pt>
                <c:pt idx="5374">
                  <c:v>1.8451200000000001E-2</c:v>
                </c:pt>
                <c:pt idx="5375">
                  <c:v>1.8494099999999999E-2</c:v>
                </c:pt>
                <c:pt idx="5376">
                  <c:v>1.8418899999999998E-2</c:v>
                </c:pt>
                <c:pt idx="5377">
                  <c:v>1.79992E-2</c:v>
                </c:pt>
                <c:pt idx="5378">
                  <c:v>1.7935699999999999E-2</c:v>
                </c:pt>
                <c:pt idx="5379">
                  <c:v>1.8049000000000003E-2</c:v>
                </c:pt>
                <c:pt idx="5380">
                  <c:v>1.82586E-2</c:v>
                </c:pt>
                <c:pt idx="5381">
                  <c:v>1.86324E-2</c:v>
                </c:pt>
                <c:pt idx="5382">
                  <c:v>1.89871E-2</c:v>
                </c:pt>
                <c:pt idx="5383">
                  <c:v>1.8996900000000001E-2</c:v>
                </c:pt>
                <c:pt idx="5384">
                  <c:v>1.8841199999999999E-2</c:v>
                </c:pt>
                <c:pt idx="5385">
                  <c:v>1.8478700000000001E-2</c:v>
                </c:pt>
                <c:pt idx="5386">
                  <c:v>1.8228000000000001E-2</c:v>
                </c:pt>
                <c:pt idx="5387">
                  <c:v>1.8259500000000001E-2</c:v>
                </c:pt>
                <c:pt idx="5388">
                  <c:v>1.78099E-2</c:v>
                </c:pt>
                <c:pt idx="5389">
                  <c:v>1.7437399999999999E-2</c:v>
                </c:pt>
                <c:pt idx="5390">
                  <c:v>1.7605199999999998E-2</c:v>
                </c:pt>
                <c:pt idx="5391">
                  <c:v>1.7647300000000001E-2</c:v>
                </c:pt>
                <c:pt idx="5392">
                  <c:v>1.7552699999999997E-2</c:v>
                </c:pt>
                <c:pt idx="5393">
                  <c:v>1.7562700000000001E-2</c:v>
                </c:pt>
                <c:pt idx="5394">
                  <c:v>1.7590499999999998E-2</c:v>
                </c:pt>
                <c:pt idx="5395">
                  <c:v>1.7639699999999998E-2</c:v>
                </c:pt>
                <c:pt idx="5396">
                  <c:v>1.7971899999999999E-2</c:v>
                </c:pt>
                <c:pt idx="5397">
                  <c:v>1.80132E-2</c:v>
                </c:pt>
                <c:pt idx="5398">
                  <c:v>1.78414E-2</c:v>
                </c:pt>
                <c:pt idx="5399">
                  <c:v>1.7833999999999999E-2</c:v>
                </c:pt>
                <c:pt idx="5400">
                  <c:v>1.7995500000000001E-2</c:v>
                </c:pt>
                <c:pt idx="5401">
                  <c:v>1.7849700000000003E-2</c:v>
                </c:pt>
                <c:pt idx="5402">
                  <c:v>1.79191E-2</c:v>
                </c:pt>
                <c:pt idx="5403">
                  <c:v>1.8054499999999998E-2</c:v>
                </c:pt>
                <c:pt idx="5404">
                  <c:v>1.9875500000000001E-2</c:v>
                </c:pt>
                <c:pt idx="5405">
                  <c:v>1.9691E-2</c:v>
                </c:pt>
                <c:pt idx="5406">
                  <c:v>1.9556399999999998E-2</c:v>
                </c:pt>
                <c:pt idx="5407">
                  <c:v>1.9513900000000001E-2</c:v>
                </c:pt>
                <c:pt idx="5408">
                  <c:v>1.99651E-2</c:v>
                </c:pt>
                <c:pt idx="5409">
                  <c:v>2.0192599999999998E-2</c:v>
                </c:pt>
                <c:pt idx="5410">
                  <c:v>2.0618299999999999E-2</c:v>
                </c:pt>
                <c:pt idx="5411">
                  <c:v>2.05516E-2</c:v>
                </c:pt>
                <c:pt idx="5412">
                  <c:v>2.0600999999999998E-2</c:v>
                </c:pt>
                <c:pt idx="5413">
                  <c:v>2.0444300000000002E-2</c:v>
                </c:pt>
                <c:pt idx="5414">
                  <c:v>2.06964E-2</c:v>
                </c:pt>
                <c:pt idx="5415">
                  <c:v>2.0735400000000001E-2</c:v>
                </c:pt>
                <c:pt idx="5416">
                  <c:v>2.0912299999999998E-2</c:v>
                </c:pt>
                <c:pt idx="5417">
                  <c:v>2.0525700000000001E-2</c:v>
                </c:pt>
                <c:pt idx="5418">
                  <c:v>2.0429800000000001E-2</c:v>
                </c:pt>
                <c:pt idx="5419">
                  <c:v>2.0489500000000001E-2</c:v>
                </c:pt>
                <c:pt idx="5420">
                  <c:v>2.10201E-2</c:v>
                </c:pt>
                <c:pt idx="5421">
                  <c:v>2.1015300000000001E-2</c:v>
                </c:pt>
                <c:pt idx="5422">
                  <c:v>2.0457099999999999E-2</c:v>
                </c:pt>
                <c:pt idx="5423">
                  <c:v>2.0246799999999999E-2</c:v>
                </c:pt>
                <c:pt idx="5424">
                  <c:v>2.04446E-2</c:v>
                </c:pt>
                <c:pt idx="5425">
                  <c:v>2.0895299999999999E-2</c:v>
                </c:pt>
                <c:pt idx="5426">
                  <c:v>2.1329000000000001E-2</c:v>
                </c:pt>
                <c:pt idx="5427">
                  <c:v>2.2618700000000002E-2</c:v>
                </c:pt>
                <c:pt idx="5428">
                  <c:v>2.3605000000000001E-2</c:v>
                </c:pt>
                <c:pt idx="5429">
                  <c:v>2.2824400000000002E-2</c:v>
                </c:pt>
                <c:pt idx="5430">
                  <c:v>2.27376E-2</c:v>
                </c:pt>
                <c:pt idx="5431">
                  <c:v>2.3015999999999998E-2</c:v>
                </c:pt>
                <c:pt idx="5432">
                  <c:v>2.3585400000000003E-2</c:v>
                </c:pt>
                <c:pt idx="5433">
                  <c:v>2.4686000000000003E-2</c:v>
                </c:pt>
                <c:pt idx="5434">
                  <c:v>2.51282E-2</c:v>
                </c:pt>
                <c:pt idx="5435">
                  <c:v>2.5454600000000001E-2</c:v>
                </c:pt>
                <c:pt idx="5436">
                  <c:v>2.50072E-2</c:v>
                </c:pt>
                <c:pt idx="5437">
                  <c:v>2.4255499999999999E-2</c:v>
                </c:pt>
                <c:pt idx="5438">
                  <c:v>2.38522E-2</c:v>
                </c:pt>
                <c:pt idx="5439">
                  <c:v>2.3745500000000003E-2</c:v>
                </c:pt>
                <c:pt idx="5440">
                  <c:v>2.3596199999999998E-2</c:v>
                </c:pt>
                <c:pt idx="5441">
                  <c:v>2.3869900000000003E-2</c:v>
                </c:pt>
                <c:pt idx="5442">
                  <c:v>2.38674E-2</c:v>
                </c:pt>
                <c:pt idx="5443">
                  <c:v>2.3646400000000001E-2</c:v>
                </c:pt>
                <c:pt idx="5444">
                  <c:v>2.3727000000000002E-2</c:v>
                </c:pt>
                <c:pt idx="5445">
                  <c:v>2.3823799999999999E-2</c:v>
                </c:pt>
                <c:pt idx="5446">
                  <c:v>2.3962500000000001E-2</c:v>
                </c:pt>
                <c:pt idx="5447">
                  <c:v>2.38471E-2</c:v>
                </c:pt>
                <c:pt idx="5448">
                  <c:v>2.3865500000000001E-2</c:v>
                </c:pt>
                <c:pt idx="5449">
                  <c:v>2.4184899999999999E-2</c:v>
                </c:pt>
                <c:pt idx="5450">
                  <c:v>2.47116E-2</c:v>
                </c:pt>
                <c:pt idx="5451">
                  <c:v>2.4964E-2</c:v>
                </c:pt>
                <c:pt idx="5452">
                  <c:v>2.4754499999999999E-2</c:v>
                </c:pt>
                <c:pt idx="5453">
                  <c:v>2.6504799999999998E-2</c:v>
                </c:pt>
                <c:pt idx="5454">
                  <c:v>2.5940499999999998E-2</c:v>
                </c:pt>
                <c:pt idx="5455">
                  <c:v>2.5744200000000002E-2</c:v>
                </c:pt>
                <c:pt idx="5456">
                  <c:v>2.5079199999999999E-2</c:v>
                </c:pt>
                <c:pt idx="5457">
                  <c:v>2.39784E-2</c:v>
                </c:pt>
                <c:pt idx="5458">
                  <c:v>2.3822900000000001E-2</c:v>
                </c:pt>
                <c:pt idx="5459">
                  <c:v>2.34468E-2</c:v>
                </c:pt>
                <c:pt idx="5460">
                  <c:v>2.2257599999999999E-2</c:v>
                </c:pt>
                <c:pt idx="5461">
                  <c:v>2.1503299999999999E-2</c:v>
                </c:pt>
                <c:pt idx="5462">
                  <c:v>2.20769E-2</c:v>
                </c:pt>
                <c:pt idx="5463">
                  <c:v>2.2079599999999998E-2</c:v>
                </c:pt>
                <c:pt idx="5464">
                  <c:v>2.21376E-2</c:v>
                </c:pt>
                <c:pt idx="5465">
                  <c:v>2.2343999999999999E-2</c:v>
                </c:pt>
                <c:pt idx="5466">
                  <c:v>2.2331699999999999E-2</c:v>
                </c:pt>
                <c:pt idx="5467">
                  <c:v>2.2262200000000003E-2</c:v>
                </c:pt>
                <c:pt idx="5468">
                  <c:v>2.2353700000000001E-2</c:v>
                </c:pt>
                <c:pt idx="5469">
                  <c:v>2.2458800000000001E-2</c:v>
                </c:pt>
                <c:pt idx="5470">
                  <c:v>2.2069100000000001E-2</c:v>
                </c:pt>
                <c:pt idx="5471">
                  <c:v>2.1853899999999999E-2</c:v>
                </c:pt>
                <c:pt idx="5472">
                  <c:v>2.13928E-2</c:v>
                </c:pt>
                <c:pt idx="5473">
                  <c:v>2.1243000000000001E-2</c:v>
                </c:pt>
                <c:pt idx="5474">
                  <c:v>2.0941000000000001E-2</c:v>
                </c:pt>
                <c:pt idx="5475">
                  <c:v>2.0774299999999999E-2</c:v>
                </c:pt>
                <c:pt idx="5476">
                  <c:v>2.0661099999999998E-2</c:v>
                </c:pt>
                <c:pt idx="5477">
                  <c:v>2.0479499999999998E-2</c:v>
                </c:pt>
                <c:pt idx="5478">
                  <c:v>2.0525100000000001E-2</c:v>
                </c:pt>
                <c:pt idx="5479">
                  <c:v>2.0246299999999998E-2</c:v>
                </c:pt>
                <c:pt idx="5480">
                  <c:v>2.05078E-2</c:v>
                </c:pt>
                <c:pt idx="5481">
                  <c:v>2.1169399999999998E-2</c:v>
                </c:pt>
                <c:pt idx="5482">
                  <c:v>2.13951E-2</c:v>
                </c:pt>
                <c:pt idx="5483">
                  <c:v>2.1296100000000002E-2</c:v>
                </c:pt>
                <c:pt idx="5484">
                  <c:v>2.1417200000000001E-2</c:v>
                </c:pt>
                <c:pt idx="5485">
                  <c:v>2.1170599999999998E-2</c:v>
                </c:pt>
                <c:pt idx="5486">
                  <c:v>2.1053299999999997E-2</c:v>
                </c:pt>
                <c:pt idx="5487">
                  <c:v>2.1824400000000001E-2</c:v>
                </c:pt>
                <c:pt idx="5488">
                  <c:v>2.2292099999999999E-2</c:v>
                </c:pt>
                <c:pt idx="5489">
                  <c:v>2.25547E-2</c:v>
                </c:pt>
                <c:pt idx="5490">
                  <c:v>2.2683099999999998E-2</c:v>
                </c:pt>
                <c:pt idx="5491">
                  <c:v>2.2190100000000001E-2</c:v>
                </c:pt>
                <c:pt idx="5492">
                  <c:v>2.1802999999999999E-2</c:v>
                </c:pt>
                <c:pt idx="5493">
                  <c:v>2.2059200000000001E-2</c:v>
                </c:pt>
                <c:pt idx="5494">
                  <c:v>2.2468199999999997E-2</c:v>
                </c:pt>
                <c:pt idx="5495">
                  <c:v>2.2497900000000001E-2</c:v>
                </c:pt>
                <c:pt idx="5496">
                  <c:v>2.266E-2</c:v>
                </c:pt>
                <c:pt idx="5497">
                  <c:v>2.2892900000000001E-2</c:v>
                </c:pt>
                <c:pt idx="5498">
                  <c:v>2.2956500000000001E-2</c:v>
                </c:pt>
                <c:pt idx="5499">
                  <c:v>2.27732E-2</c:v>
                </c:pt>
                <c:pt idx="5500">
                  <c:v>2.1963800000000002E-2</c:v>
                </c:pt>
                <c:pt idx="5501">
                  <c:v>2.1329900000000002E-2</c:v>
                </c:pt>
                <c:pt idx="5502">
                  <c:v>2.1769900000000002E-2</c:v>
                </c:pt>
                <c:pt idx="5503">
                  <c:v>2.2137200000000003E-2</c:v>
                </c:pt>
                <c:pt idx="5504">
                  <c:v>2.23334E-2</c:v>
                </c:pt>
                <c:pt idx="5505">
                  <c:v>2.2186500000000001E-2</c:v>
                </c:pt>
                <c:pt idx="5506">
                  <c:v>2.1795599999999998E-2</c:v>
                </c:pt>
                <c:pt idx="5507">
                  <c:v>2.2261300000000001E-2</c:v>
                </c:pt>
                <c:pt idx="5508">
                  <c:v>2.3122999999999998E-2</c:v>
                </c:pt>
                <c:pt idx="5509">
                  <c:v>2.3111900000000001E-2</c:v>
                </c:pt>
                <c:pt idx="5510">
                  <c:v>2.2556800000000002E-2</c:v>
                </c:pt>
                <c:pt idx="5511">
                  <c:v>2.21517E-2</c:v>
                </c:pt>
                <c:pt idx="5512">
                  <c:v>2.2447100000000001E-2</c:v>
                </c:pt>
                <c:pt idx="5513">
                  <c:v>2.2762399999999999E-2</c:v>
                </c:pt>
                <c:pt idx="5514">
                  <c:v>2.28831E-2</c:v>
                </c:pt>
                <c:pt idx="5515">
                  <c:v>2.2742800000000001E-2</c:v>
                </c:pt>
                <c:pt idx="5516">
                  <c:v>2.3038399999999997E-2</c:v>
                </c:pt>
                <c:pt idx="5517">
                  <c:v>2.2726300000000001E-2</c:v>
                </c:pt>
                <c:pt idx="5518">
                  <c:v>2.2155600000000001E-2</c:v>
                </c:pt>
                <c:pt idx="5519">
                  <c:v>2.2339100000000001E-2</c:v>
                </c:pt>
                <c:pt idx="5520">
                  <c:v>2.2642699999999998E-2</c:v>
                </c:pt>
                <c:pt idx="5521">
                  <c:v>2.2494300000000002E-2</c:v>
                </c:pt>
                <c:pt idx="5522">
                  <c:v>2.2183600000000001E-2</c:v>
                </c:pt>
                <c:pt idx="5523">
                  <c:v>2.2813900000000002E-2</c:v>
                </c:pt>
                <c:pt idx="5524">
                  <c:v>2.3367500000000003E-2</c:v>
                </c:pt>
                <c:pt idx="5525">
                  <c:v>2.2988999999999999E-2</c:v>
                </c:pt>
                <c:pt idx="5526">
                  <c:v>2.2026499999999997E-2</c:v>
                </c:pt>
                <c:pt idx="5527">
                  <c:v>2.20313E-2</c:v>
                </c:pt>
                <c:pt idx="5528">
                  <c:v>2.24719E-2</c:v>
                </c:pt>
                <c:pt idx="5529">
                  <c:v>2.24677E-2</c:v>
                </c:pt>
                <c:pt idx="5530">
                  <c:v>2.21768E-2</c:v>
                </c:pt>
                <c:pt idx="5531">
                  <c:v>2.11112E-2</c:v>
                </c:pt>
                <c:pt idx="5532">
                  <c:v>2.04475E-2</c:v>
                </c:pt>
                <c:pt idx="5533">
                  <c:v>2.0360300000000001E-2</c:v>
                </c:pt>
                <c:pt idx="5534">
                  <c:v>2.1774999999999999E-2</c:v>
                </c:pt>
                <c:pt idx="5535">
                  <c:v>2.1895299999999999E-2</c:v>
                </c:pt>
                <c:pt idx="5536">
                  <c:v>2.2175500000000001E-2</c:v>
                </c:pt>
                <c:pt idx="5537">
                  <c:v>2.1807300000000002E-2</c:v>
                </c:pt>
                <c:pt idx="5538">
                  <c:v>2.15009E-2</c:v>
                </c:pt>
                <c:pt idx="5539">
                  <c:v>2.12456E-2</c:v>
                </c:pt>
                <c:pt idx="5540">
                  <c:v>2.07244E-2</c:v>
                </c:pt>
                <c:pt idx="5541">
                  <c:v>2.0682599999999999E-2</c:v>
                </c:pt>
                <c:pt idx="5542">
                  <c:v>2.0878600000000001E-2</c:v>
                </c:pt>
                <c:pt idx="5543">
                  <c:v>2.0778600000000001E-2</c:v>
                </c:pt>
                <c:pt idx="5544">
                  <c:v>2.0300499999999999E-2</c:v>
                </c:pt>
                <c:pt idx="5545">
                  <c:v>2.06E-2</c:v>
                </c:pt>
                <c:pt idx="5546">
                  <c:v>2.0982400000000002E-2</c:v>
                </c:pt>
                <c:pt idx="5547">
                  <c:v>2.1170700000000001E-2</c:v>
                </c:pt>
                <c:pt idx="5548">
                  <c:v>2.1525200000000001E-2</c:v>
                </c:pt>
                <c:pt idx="5549">
                  <c:v>2.19987E-2</c:v>
                </c:pt>
                <c:pt idx="5550">
                  <c:v>2.2133799999999999E-2</c:v>
                </c:pt>
                <c:pt idx="5551">
                  <c:v>2.1769900000000002E-2</c:v>
                </c:pt>
                <c:pt idx="5552">
                  <c:v>2.1847399999999999E-2</c:v>
                </c:pt>
                <c:pt idx="5553">
                  <c:v>2.1960199999999999E-2</c:v>
                </c:pt>
                <c:pt idx="5554">
                  <c:v>2.1983000000000003E-2</c:v>
                </c:pt>
                <c:pt idx="5555">
                  <c:v>2.1533299999999998E-2</c:v>
                </c:pt>
                <c:pt idx="5556">
                  <c:v>2.1111100000000001E-2</c:v>
                </c:pt>
                <c:pt idx="5557">
                  <c:v>2.1522900000000001E-2</c:v>
                </c:pt>
                <c:pt idx="5558">
                  <c:v>2.2455199999999998E-2</c:v>
                </c:pt>
                <c:pt idx="5559">
                  <c:v>2.23333E-2</c:v>
                </c:pt>
                <c:pt idx="5560">
                  <c:v>2.2711600000000002E-2</c:v>
                </c:pt>
                <c:pt idx="5561">
                  <c:v>2.2534999999999999E-2</c:v>
                </c:pt>
                <c:pt idx="5562">
                  <c:v>2.2233300000000001E-2</c:v>
                </c:pt>
                <c:pt idx="5563">
                  <c:v>2.2960499999999998E-2</c:v>
                </c:pt>
                <c:pt idx="5564">
                  <c:v>2.3472300000000001E-2</c:v>
                </c:pt>
                <c:pt idx="5565">
                  <c:v>2.3139300000000002E-2</c:v>
                </c:pt>
                <c:pt idx="5566">
                  <c:v>2.2653099999999999E-2</c:v>
                </c:pt>
                <c:pt idx="5567">
                  <c:v>2.3018299999999998E-2</c:v>
                </c:pt>
                <c:pt idx="5568">
                  <c:v>2.36799E-2</c:v>
                </c:pt>
                <c:pt idx="5569">
                  <c:v>2.4532599999999998E-2</c:v>
                </c:pt>
                <c:pt idx="5570">
                  <c:v>2.4362000000000002E-2</c:v>
                </c:pt>
                <c:pt idx="5571">
                  <c:v>2.4372999999999999E-2</c:v>
                </c:pt>
                <c:pt idx="5572">
                  <c:v>2.4482400000000001E-2</c:v>
                </c:pt>
                <c:pt idx="5573">
                  <c:v>2.4106599999999999E-2</c:v>
                </c:pt>
                <c:pt idx="5574">
                  <c:v>2.42092E-2</c:v>
                </c:pt>
                <c:pt idx="5575">
                  <c:v>2.3891700000000002E-2</c:v>
                </c:pt>
                <c:pt idx="5576">
                  <c:v>2.46556E-2</c:v>
                </c:pt>
                <c:pt idx="5577">
                  <c:v>2.48519E-2</c:v>
                </c:pt>
                <c:pt idx="5578">
                  <c:v>2.5006299999999999E-2</c:v>
                </c:pt>
                <c:pt idx="5579">
                  <c:v>2.4395099999999999E-2</c:v>
                </c:pt>
                <c:pt idx="5580">
                  <c:v>2.4213200000000001E-2</c:v>
                </c:pt>
                <c:pt idx="5581">
                  <c:v>2.3247500000000001E-2</c:v>
                </c:pt>
                <c:pt idx="5582">
                  <c:v>2.2555000000000002E-2</c:v>
                </c:pt>
                <c:pt idx="5583">
                  <c:v>2.2301599999999998E-2</c:v>
                </c:pt>
                <c:pt idx="5584">
                  <c:v>2.2127500000000001E-2</c:v>
                </c:pt>
                <c:pt idx="5585">
                  <c:v>2.2372800000000002E-2</c:v>
                </c:pt>
                <c:pt idx="5586">
                  <c:v>2.2482700000000001E-2</c:v>
                </c:pt>
                <c:pt idx="5587">
                  <c:v>2.2831500000000001E-2</c:v>
                </c:pt>
                <c:pt idx="5588">
                  <c:v>2.3349200000000001E-2</c:v>
                </c:pt>
                <c:pt idx="5589">
                  <c:v>2.3749300000000001E-2</c:v>
                </c:pt>
                <c:pt idx="5590">
                  <c:v>2.39282E-2</c:v>
                </c:pt>
                <c:pt idx="5591">
                  <c:v>2.4371500000000001E-2</c:v>
                </c:pt>
                <c:pt idx="5592">
                  <c:v>2.5056700000000001E-2</c:v>
                </c:pt>
                <c:pt idx="5593">
                  <c:v>2.5711599999999998E-2</c:v>
                </c:pt>
                <c:pt idx="5594">
                  <c:v>2.7095400000000002E-2</c:v>
                </c:pt>
                <c:pt idx="5595">
                  <c:v>2.7675099999999998E-2</c:v>
                </c:pt>
                <c:pt idx="5596">
                  <c:v>2.6674700000000003E-2</c:v>
                </c:pt>
                <c:pt idx="5597">
                  <c:v>2.7963999999999999E-2</c:v>
                </c:pt>
                <c:pt idx="5598">
                  <c:v>2.8384599999999999E-2</c:v>
                </c:pt>
                <c:pt idx="5599">
                  <c:v>2.8366800000000001E-2</c:v>
                </c:pt>
                <c:pt idx="5600">
                  <c:v>2.8172599999999999E-2</c:v>
                </c:pt>
                <c:pt idx="5601">
                  <c:v>2.8799700000000001E-2</c:v>
                </c:pt>
                <c:pt idx="5602">
                  <c:v>2.9219400000000003E-2</c:v>
                </c:pt>
                <c:pt idx="5603">
                  <c:v>2.86409E-2</c:v>
                </c:pt>
                <c:pt idx="5604">
                  <c:v>2.8823399999999999E-2</c:v>
                </c:pt>
                <c:pt idx="5605">
                  <c:v>2.9981099999999997E-2</c:v>
                </c:pt>
                <c:pt idx="5606">
                  <c:v>2.9648899999999999E-2</c:v>
                </c:pt>
                <c:pt idx="5607">
                  <c:v>2.9483800000000001E-2</c:v>
                </c:pt>
                <c:pt idx="5608">
                  <c:v>2.9648500000000001E-2</c:v>
                </c:pt>
                <c:pt idx="5609">
                  <c:v>2.9848099999999999E-2</c:v>
                </c:pt>
                <c:pt idx="5610">
                  <c:v>3.00938E-2</c:v>
                </c:pt>
                <c:pt idx="5611">
                  <c:v>3.03866E-2</c:v>
                </c:pt>
                <c:pt idx="5612">
                  <c:v>2.9312999999999999E-2</c:v>
                </c:pt>
                <c:pt idx="5613">
                  <c:v>2.9174000000000002E-2</c:v>
                </c:pt>
                <c:pt idx="5614">
                  <c:v>2.9945999999999997E-2</c:v>
                </c:pt>
                <c:pt idx="5615">
                  <c:v>3.11004E-2</c:v>
                </c:pt>
                <c:pt idx="5616">
                  <c:v>3.1937199999999999E-2</c:v>
                </c:pt>
                <c:pt idx="5617">
                  <c:v>3.2923099999999997E-2</c:v>
                </c:pt>
                <c:pt idx="5618">
                  <c:v>3.2854500000000002E-2</c:v>
                </c:pt>
                <c:pt idx="5619">
                  <c:v>3.2881400000000005E-2</c:v>
                </c:pt>
                <c:pt idx="5620">
                  <c:v>3.16315E-2</c:v>
                </c:pt>
                <c:pt idx="5621">
                  <c:v>3.0011200000000002E-2</c:v>
                </c:pt>
                <c:pt idx="5622">
                  <c:v>2.9596499999999998E-2</c:v>
                </c:pt>
                <c:pt idx="5623">
                  <c:v>2.9845800000000002E-2</c:v>
                </c:pt>
                <c:pt idx="5624">
                  <c:v>2.9369699999999999E-2</c:v>
                </c:pt>
                <c:pt idx="5625">
                  <c:v>2.9896199999999998E-2</c:v>
                </c:pt>
                <c:pt idx="5626">
                  <c:v>2.8878500000000001E-2</c:v>
                </c:pt>
                <c:pt idx="5627">
                  <c:v>2.80615E-2</c:v>
                </c:pt>
                <c:pt idx="5628">
                  <c:v>2.7358899999999998E-2</c:v>
                </c:pt>
                <c:pt idx="5629">
                  <c:v>2.7644499999999999E-2</c:v>
                </c:pt>
                <c:pt idx="5630">
                  <c:v>2.8355599999999998E-2</c:v>
                </c:pt>
                <c:pt idx="5631">
                  <c:v>2.78827E-2</c:v>
                </c:pt>
                <c:pt idx="5632">
                  <c:v>2.7299799999999999E-2</c:v>
                </c:pt>
                <c:pt idx="5633">
                  <c:v>2.7473700000000004E-2</c:v>
                </c:pt>
                <c:pt idx="5634">
                  <c:v>2.6560500000000001E-2</c:v>
                </c:pt>
                <c:pt idx="5635">
                  <c:v>2.6778199999999999E-2</c:v>
                </c:pt>
                <c:pt idx="5636">
                  <c:v>2.5326899999999999E-2</c:v>
                </c:pt>
                <c:pt idx="5637">
                  <c:v>2.51393E-2</c:v>
                </c:pt>
                <c:pt idx="5638">
                  <c:v>2.4478E-2</c:v>
                </c:pt>
                <c:pt idx="5639">
                  <c:v>2.4433199999999999E-2</c:v>
                </c:pt>
                <c:pt idx="5640">
                  <c:v>2.4834999999999999E-2</c:v>
                </c:pt>
                <c:pt idx="5641">
                  <c:v>2.5279300000000001E-2</c:v>
                </c:pt>
                <c:pt idx="5642">
                  <c:v>2.5426199999999999E-2</c:v>
                </c:pt>
                <c:pt idx="5643">
                  <c:v>2.63866E-2</c:v>
                </c:pt>
                <c:pt idx="5644">
                  <c:v>2.7242700000000002E-2</c:v>
                </c:pt>
                <c:pt idx="5645">
                  <c:v>2.6293599999999997E-2</c:v>
                </c:pt>
                <c:pt idx="5646">
                  <c:v>2.55616E-2</c:v>
                </c:pt>
                <c:pt idx="5647">
                  <c:v>2.5319499999999998E-2</c:v>
                </c:pt>
                <c:pt idx="5648">
                  <c:v>2.5834500000000003E-2</c:v>
                </c:pt>
                <c:pt idx="5649">
                  <c:v>2.6098300000000001E-2</c:v>
                </c:pt>
                <c:pt idx="5650">
                  <c:v>2.6142099999999998E-2</c:v>
                </c:pt>
                <c:pt idx="5651">
                  <c:v>2.6324599999999997E-2</c:v>
                </c:pt>
                <c:pt idx="5652">
                  <c:v>2.5967200000000003E-2</c:v>
                </c:pt>
                <c:pt idx="5653">
                  <c:v>2.52363E-2</c:v>
                </c:pt>
                <c:pt idx="5654">
                  <c:v>2.5559000000000002E-2</c:v>
                </c:pt>
                <c:pt idx="5655">
                  <c:v>2.5355099999999998E-2</c:v>
                </c:pt>
                <c:pt idx="5656">
                  <c:v>2.47777E-2</c:v>
                </c:pt>
                <c:pt idx="5657">
                  <c:v>2.4181499999999998E-2</c:v>
                </c:pt>
                <c:pt idx="5658">
                  <c:v>2.3596000000000002E-2</c:v>
                </c:pt>
                <c:pt idx="5659">
                  <c:v>2.3324999999999999E-2</c:v>
                </c:pt>
                <c:pt idx="5660">
                  <c:v>2.4259200000000002E-2</c:v>
                </c:pt>
                <c:pt idx="5661">
                  <c:v>2.42559E-2</c:v>
                </c:pt>
                <c:pt idx="5662">
                  <c:v>2.4371899999999998E-2</c:v>
                </c:pt>
                <c:pt idx="5663">
                  <c:v>2.4635400000000002E-2</c:v>
                </c:pt>
                <c:pt idx="5664">
                  <c:v>2.4067599999999998E-2</c:v>
                </c:pt>
                <c:pt idx="5665">
                  <c:v>2.6326499999999999E-2</c:v>
                </c:pt>
                <c:pt idx="5666">
                  <c:v>2.6392500000000003E-2</c:v>
                </c:pt>
                <c:pt idx="5667">
                  <c:v>2.6782799999999999E-2</c:v>
                </c:pt>
                <c:pt idx="5668">
                  <c:v>2.8025000000000001E-2</c:v>
                </c:pt>
                <c:pt idx="5669">
                  <c:v>2.95214E-2</c:v>
                </c:pt>
                <c:pt idx="5670">
                  <c:v>3.1236200000000002E-2</c:v>
                </c:pt>
                <c:pt idx="5671">
                  <c:v>3.0164699999999999E-2</c:v>
                </c:pt>
                <c:pt idx="5672">
                  <c:v>3.08919E-2</c:v>
                </c:pt>
                <c:pt idx="5673">
                  <c:v>3.1262999999999999E-2</c:v>
                </c:pt>
                <c:pt idx="5674">
                  <c:v>2.92789E-2</c:v>
                </c:pt>
                <c:pt idx="5675">
                  <c:v>2.8379100000000001E-2</c:v>
                </c:pt>
                <c:pt idx="5676">
                  <c:v>2.88325E-2</c:v>
                </c:pt>
                <c:pt idx="5677">
                  <c:v>2.89524E-2</c:v>
                </c:pt>
                <c:pt idx="5678">
                  <c:v>2.9836999999999999E-2</c:v>
                </c:pt>
                <c:pt idx="5679">
                  <c:v>3.0641000000000002E-2</c:v>
                </c:pt>
                <c:pt idx="5680">
                  <c:v>2.9966599999999999E-2</c:v>
                </c:pt>
                <c:pt idx="5681">
                  <c:v>3.02206E-2</c:v>
                </c:pt>
                <c:pt idx="5682">
                  <c:v>3.04479E-2</c:v>
                </c:pt>
                <c:pt idx="5683">
                  <c:v>3.1244799999999996E-2</c:v>
                </c:pt>
                <c:pt idx="5684">
                  <c:v>3.0773899999999996E-2</c:v>
                </c:pt>
                <c:pt idx="5685">
                  <c:v>2.9960399999999998E-2</c:v>
                </c:pt>
                <c:pt idx="5686">
                  <c:v>2.9957299999999999E-2</c:v>
                </c:pt>
                <c:pt idx="5687">
                  <c:v>2.9810899999999998E-2</c:v>
                </c:pt>
                <c:pt idx="5688">
                  <c:v>2.88986E-2</c:v>
                </c:pt>
                <c:pt idx="5689">
                  <c:v>2.8644699999999999E-2</c:v>
                </c:pt>
                <c:pt idx="5690">
                  <c:v>2.8244700000000001E-2</c:v>
                </c:pt>
                <c:pt idx="5691">
                  <c:v>2.8560700000000001E-2</c:v>
                </c:pt>
                <c:pt idx="5692">
                  <c:v>2.8170600000000001E-2</c:v>
                </c:pt>
                <c:pt idx="5693">
                  <c:v>2.7921699999999997E-2</c:v>
                </c:pt>
                <c:pt idx="5694">
                  <c:v>2.7701900000000002E-2</c:v>
                </c:pt>
                <c:pt idx="5695">
                  <c:v>2.6628100000000002E-2</c:v>
                </c:pt>
                <c:pt idx="5696">
                  <c:v>2.69432E-2</c:v>
                </c:pt>
                <c:pt idx="5697">
                  <c:v>2.7181099999999996E-2</c:v>
                </c:pt>
                <c:pt idx="5698">
                  <c:v>2.6232400000000003E-2</c:v>
                </c:pt>
                <c:pt idx="5699">
                  <c:v>2.5801899999999999E-2</c:v>
                </c:pt>
                <c:pt idx="5700">
                  <c:v>2.5961700000000001E-2</c:v>
                </c:pt>
                <c:pt idx="5701">
                  <c:v>2.6787799999999997E-2</c:v>
                </c:pt>
                <c:pt idx="5702">
                  <c:v>2.73575E-2</c:v>
                </c:pt>
                <c:pt idx="5703">
                  <c:v>2.7181900000000002E-2</c:v>
                </c:pt>
                <c:pt idx="5704">
                  <c:v>2.6126400000000001E-2</c:v>
                </c:pt>
                <c:pt idx="5705">
                  <c:v>2.53835E-2</c:v>
                </c:pt>
                <c:pt idx="5706">
                  <c:v>2.59238E-2</c:v>
                </c:pt>
                <c:pt idx="5707">
                  <c:v>2.6680099999999998E-2</c:v>
                </c:pt>
                <c:pt idx="5708">
                  <c:v>2.6905000000000002E-2</c:v>
                </c:pt>
                <c:pt idx="5709">
                  <c:v>2.67003E-2</c:v>
                </c:pt>
                <c:pt idx="5710">
                  <c:v>2.6492899999999996E-2</c:v>
                </c:pt>
                <c:pt idx="5711">
                  <c:v>2.62919E-2</c:v>
                </c:pt>
                <c:pt idx="5712">
                  <c:v>2.6048399999999999E-2</c:v>
                </c:pt>
                <c:pt idx="5713">
                  <c:v>2.6253500000000003E-2</c:v>
                </c:pt>
                <c:pt idx="5714">
                  <c:v>2.66447E-2</c:v>
                </c:pt>
                <c:pt idx="5715">
                  <c:v>2.5720499999999997E-2</c:v>
                </c:pt>
                <c:pt idx="5716">
                  <c:v>2.4694399999999998E-2</c:v>
                </c:pt>
                <c:pt idx="5717">
                  <c:v>2.4217800000000001E-2</c:v>
                </c:pt>
                <c:pt idx="5718">
                  <c:v>2.3603100000000002E-2</c:v>
                </c:pt>
                <c:pt idx="5719">
                  <c:v>2.41719E-2</c:v>
                </c:pt>
                <c:pt idx="5720">
                  <c:v>2.4931700000000001E-2</c:v>
                </c:pt>
                <c:pt idx="5721">
                  <c:v>2.4662E-2</c:v>
                </c:pt>
                <c:pt idx="5722">
                  <c:v>2.4247100000000001E-2</c:v>
                </c:pt>
                <c:pt idx="5723">
                  <c:v>2.3993199999999999E-2</c:v>
                </c:pt>
                <c:pt idx="5724">
                  <c:v>2.4446199999999998E-2</c:v>
                </c:pt>
                <c:pt idx="5725">
                  <c:v>2.4638799999999999E-2</c:v>
                </c:pt>
                <c:pt idx="5726">
                  <c:v>2.4807300000000001E-2</c:v>
                </c:pt>
                <c:pt idx="5727">
                  <c:v>2.5148300000000002E-2</c:v>
                </c:pt>
                <c:pt idx="5728">
                  <c:v>2.5706299999999998E-2</c:v>
                </c:pt>
                <c:pt idx="5729">
                  <c:v>2.6232999999999999E-2</c:v>
                </c:pt>
                <c:pt idx="5730">
                  <c:v>2.6254899999999998E-2</c:v>
                </c:pt>
                <c:pt idx="5731">
                  <c:v>2.5558299999999999E-2</c:v>
                </c:pt>
                <c:pt idx="5732">
                  <c:v>2.5669900000000002E-2</c:v>
                </c:pt>
                <c:pt idx="5733">
                  <c:v>2.55049E-2</c:v>
                </c:pt>
                <c:pt idx="5734">
                  <c:v>2.5200999999999998E-2</c:v>
                </c:pt>
                <c:pt idx="5735">
                  <c:v>2.5518600000000002E-2</c:v>
                </c:pt>
                <c:pt idx="5736">
                  <c:v>2.5552099999999998E-2</c:v>
                </c:pt>
                <c:pt idx="5737">
                  <c:v>2.5405199999999999E-2</c:v>
                </c:pt>
                <c:pt idx="5738">
                  <c:v>2.5441999999999999E-2</c:v>
                </c:pt>
                <c:pt idx="5739">
                  <c:v>2.5427500000000002E-2</c:v>
                </c:pt>
                <c:pt idx="5740">
                  <c:v>2.5791399999999999E-2</c:v>
                </c:pt>
                <c:pt idx="5741">
                  <c:v>2.5865599999999999E-2</c:v>
                </c:pt>
                <c:pt idx="5742">
                  <c:v>2.6174099999999999E-2</c:v>
                </c:pt>
                <c:pt idx="5743">
                  <c:v>2.5138900000000002E-2</c:v>
                </c:pt>
                <c:pt idx="5744">
                  <c:v>2.5015199999999998E-2</c:v>
                </c:pt>
                <c:pt idx="5745">
                  <c:v>2.5180999999999999E-2</c:v>
                </c:pt>
                <c:pt idx="5746">
                  <c:v>2.4784E-2</c:v>
                </c:pt>
                <c:pt idx="5747">
                  <c:v>2.4480699999999998E-2</c:v>
                </c:pt>
                <c:pt idx="5748">
                  <c:v>2.4124700000000002E-2</c:v>
                </c:pt>
                <c:pt idx="5749">
                  <c:v>2.4109100000000001E-2</c:v>
                </c:pt>
                <c:pt idx="5750">
                  <c:v>2.4230600000000001E-2</c:v>
                </c:pt>
                <c:pt idx="5751">
                  <c:v>2.40246E-2</c:v>
                </c:pt>
                <c:pt idx="5752">
                  <c:v>2.4513300000000002E-2</c:v>
                </c:pt>
                <c:pt idx="5753">
                  <c:v>2.4659800000000003E-2</c:v>
                </c:pt>
                <c:pt idx="5754">
                  <c:v>2.4573500000000002E-2</c:v>
                </c:pt>
                <c:pt idx="5755">
                  <c:v>2.41397E-2</c:v>
                </c:pt>
                <c:pt idx="5756">
                  <c:v>2.4210099999999998E-2</c:v>
                </c:pt>
                <c:pt idx="5757">
                  <c:v>2.3876400000000002E-2</c:v>
                </c:pt>
                <c:pt idx="5758">
                  <c:v>2.32569E-2</c:v>
                </c:pt>
                <c:pt idx="5759">
                  <c:v>2.34375E-2</c:v>
                </c:pt>
                <c:pt idx="5760">
                  <c:v>2.3123700000000001E-2</c:v>
                </c:pt>
                <c:pt idx="5761">
                  <c:v>2.25109E-2</c:v>
                </c:pt>
                <c:pt idx="5762">
                  <c:v>2.18064E-2</c:v>
                </c:pt>
                <c:pt idx="5763">
                  <c:v>2.2163700000000001E-2</c:v>
                </c:pt>
                <c:pt idx="5764">
                  <c:v>2.2957499999999999E-2</c:v>
                </c:pt>
                <c:pt idx="5765">
                  <c:v>2.27318E-2</c:v>
                </c:pt>
                <c:pt idx="5766">
                  <c:v>2.30057E-2</c:v>
                </c:pt>
                <c:pt idx="5767">
                  <c:v>2.3368400000000001E-2</c:v>
                </c:pt>
                <c:pt idx="5768">
                  <c:v>2.34521E-2</c:v>
                </c:pt>
                <c:pt idx="5769">
                  <c:v>2.3187899999999997E-2</c:v>
                </c:pt>
                <c:pt idx="5770">
                  <c:v>2.2583300000000001E-2</c:v>
                </c:pt>
                <c:pt idx="5771">
                  <c:v>2.2227299999999998E-2</c:v>
                </c:pt>
                <c:pt idx="5772">
                  <c:v>2.2344200000000002E-2</c:v>
                </c:pt>
                <c:pt idx="5773">
                  <c:v>2.2947499999999999E-2</c:v>
                </c:pt>
                <c:pt idx="5774">
                  <c:v>2.28352E-2</c:v>
                </c:pt>
                <c:pt idx="5775">
                  <c:v>2.3907100000000001E-2</c:v>
                </c:pt>
                <c:pt idx="5776">
                  <c:v>2.3879400000000002E-2</c:v>
                </c:pt>
                <c:pt idx="5777">
                  <c:v>2.3278500000000001E-2</c:v>
                </c:pt>
                <c:pt idx="5778">
                  <c:v>2.3578000000000002E-2</c:v>
                </c:pt>
                <c:pt idx="5779">
                  <c:v>2.3333400000000001E-2</c:v>
                </c:pt>
                <c:pt idx="5780">
                  <c:v>2.3206899999999999E-2</c:v>
                </c:pt>
                <c:pt idx="5781">
                  <c:v>2.29731E-2</c:v>
                </c:pt>
                <c:pt idx="5782">
                  <c:v>2.2869E-2</c:v>
                </c:pt>
                <c:pt idx="5783">
                  <c:v>2.1719700000000002E-2</c:v>
                </c:pt>
                <c:pt idx="5784">
                  <c:v>2.1137200000000002E-2</c:v>
                </c:pt>
                <c:pt idx="5785">
                  <c:v>2.1630299999999998E-2</c:v>
                </c:pt>
                <c:pt idx="5786">
                  <c:v>2.1784899999999999E-2</c:v>
                </c:pt>
                <c:pt idx="5787">
                  <c:v>2.2135100000000001E-2</c:v>
                </c:pt>
                <c:pt idx="5788">
                  <c:v>2.2778400000000001E-2</c:v>
                </c:pt>
                <c:pt idx="5789">
                  <c:v>2.4036800000000001E-2</c:v>
                </c:pt>
                <c:pt idx="5790">
                  <c:v>2.3862499999999998E-2</c:v>
                </c:pt>
                <c:pt idx="5791">
                  <c:v>2.4674000000000001E-2</c:v>
                </c:pt>
                <c:pt idx="5792">
                  <c:v>2.4221100000000002E-2</c:v>
                </c:pt>
                <c:pt idx="5793">
                  <c:v>2.48075E-2</c:v>
                </c:pt>
                <c:pt idx="5794">
                  <c:v>2.6428699999999999E-2</c:v>
                </c:pt>
                <c:pt idx="5795">
                  <c:v>2.5074000000000003E-2</c:v>
                </c:pt>
                <c:pt idx="5796">
                  <c:v>2.4669699999999999E-2</c:v>
                </c:pt>
                <c:pt idx="5797">
                  <c:v>2.5153100000000001E-2</c:v>
                </c:pt>
                <c:pt idx="5798">
                  <c:v>2.4881E-2</c:v>
                </c:pt>
                <c:pt idx="5799">
                  <c:v>2.4191000000000001E-2</c:v>
                </c:pt>
                <c:pt idx="5800">
                  <c:v>2.41461E-2</c:v>
                </c:pt>
                <c:pt idx="5801">
                  <c:v>2.38452E-2</c:v>
                </c:pt>
                <c:pt idx="5802">
                  <c:v>2.3251600000000001E-2</c:v>
                </c:pt>
                <c:pt idx="5803">
                  <c:v>2.2878599999999999E-2</c:v>
                </c:pt>
                <c:pt idx="5804">
                  <c:v>2.2417199999999998E-2</c:v>
                </c:pt>
                <c:pt idx="5805">
                  <c:v>2.25729E-2</c:v>
                </c:pt>
                <c:pt idx="5806">
                  <c:v>2.3021899999999998E-2</c:v>
                </c:pt>
                <c:pt idx="5807">
                  <c:v>2.33371E-2</c:v>
                </c:pt>
                <c:pt idx="5808">
                  <c:v>2.3308800000000001E-2</c:v>
                </c:pt>
                <c:pt idx="5809">
                  <c:v>2.34345E-2</c:v>
                </c:pt>
                <c:pt idx="5810">
                  <c:v>2.2896899999999998E-2</c:v>
                </c:pt>
                <c:pt idx="5811">
                  <c:v>2.2428800000000002E-2</c:v>
                </c:pt>
                <c:pt idx="5812">
                  <c:v>2.19489E-2</c:v>
                </c:pt>
                <c:pt idx="5813">
                  <c:v>2.1699599999999999E-2</c:v>
                </c:pt>
                <c:pt idx="5814">
                  <c:v>2.1734099999999999E-2</c:v>
                </c:pt>
                <c:pt idx="5815">
                  <c:v>2.2009600000000001E-2</c:v>
                </c:pt>
                <c:pt idx="5816">
                  <c:v>2.2481500000000001E-2</c:v>
                </c:pt>
                <c:pt idx="5817">
                  <c:v>2.2921199999999999E-2</c:v>
                </c:pt>
                <c:pt idx="5818">
                  <c:v>2.2993100000000002E-2</c:v>
                </c:pt>
                <c:pt idx="5819">
                  <c:v>2.2927300000000001E-2</c:v>
                </c:pt>
                <c:pt idx="5820">
                  <c:v>2.30753E-2</c:v>
                </c:pt>
                <c:pt idx="5821">
                  <c:v>2.3057499999999998E-2</c:v>
                </c:pt>
                <c:pt idx="5822">
                  <c:v>2.2714999999999999E-2</c:v>
                </c:pt>
                <c:pt idx="5823">
                  <c:v>2.2456299999999998E-2</c:v>
                </c:pt>
                <c:pt idx="5824">
                  <c:v>2.1840000000000002E-2</c:v>
                </c:pt>
                <c:pt idx="5825">
                  <c:v>2.2122300000000001E-2</c:v>
                </c:pt>
                <c:pt idx="5826">
                  <c:v>2.2321399999999998E-2</c:v>
                </c:pt>
                <c:pt idx="5827">
                  <c:v>2.2850100000000002E-2</c:v>
                </c:pt>
                <c:pt idx="5828">
                  <c:v>2.25712E-2</c:v>
                </c:pt>
                <c:pt idx="5829">
                  <c:v>2.25448E-2</c:v>
                </c:pt>
                <c:pt idx="5830">
                  <c:v>2.29029E-2</c:v>
                </c:pt>
                <c:pt idx="5831">
                  <c:v>2.2799299999999998E-2</c:v>
                </c:pt>
                <c:pt idx="5832">
                  <c:v>2.26033E-2</c:v>
                </c:pt>
                <c:pt idx="5833">
                  <c:v>2.26278E-2</c:v>
                </c:pt>
                <c:pt idx="5834">
                  <c:v>2.26804E-2</c:v>
                </c:pt>
                <c:pt idx="5835">
                  <c:v>2.2702799999999999E-2</c:v>
                </c:pt>
                <c:pt idx="5836">
                  <c:v>2.21576E-2</c:v>
                </c:pt>
                <c:pt idx="5837">
                  <c:v>2.17772E-2</c:v>
                </c:pt>
                <c:pt idx="5838">
                  <c:v>2.1727400000000001E-2</c:v>
                </c:pt>
                <c:pt idx="5839">
                  <c:v>2.16172E-2</c:v>
                </c:pt>
                <c:pt idx="5840">
                  <c:v>2.1555000000000001E-2</c:v>
                </c:pt>
                <c:pt idx="5841">
                  <c:v>2.1616200000000002E-2</c:v>
                </c:pt>
                <c:pt idx="5842">
                  <c:v>2.1371399999999999E-2</c:v>
                </c:pt>
                <c:pt idx="5843">
                  <c:v>2.1113699999999999E-2</c:v>
                </c:pt>
                <c:pt idx="5844">
                  <c:v>2.09891E-2</c:v>
                </c:pt>
                <c:pt idx="5845">
                  <c:v>2.10639E-2</c:v>
                </c:pt>
                <c:pt idx="5846">
                  <c:v>2.1233200000000001E-2</c:v>
                </c:pt>
                <c:pt idx="5847">
                  <c:v>2.09389E-2</c:v>
                </c:pt>
                <c:pt idx="5848">
                  <c:v>2.0455299999999999E-2</c:v>
                </c:pt>
                <c:pt idx="5849">
                  <c:v>2.0238900000000001E-2</c:v>
                </c:pt>
                <c:pt idx="5850">
                  <c:v>1.98909E-2</c:v>
                </c:pt>
                <c:pt idx="5851">
                  <c:v>1.98009E-2</c:v>
                </c:pt>
                <c:pt idx="5852">
                  <c:v>1.96869E-2</c:v>
                </c:pt>
                <c:pt idx="5853">
                  <c:v>1.9562299999999998E-2</c:v>
                </c:pt>
                <c:pt idx="5854">
                  <c:v>1.9284900000000001E-2</c:v>
                </c:pt>
                <c:pt idx="5855">
                  <c:v>1.8977000000000001E-2</c:v>
                </c:pt>
                <c:pt idx="5856">
                  <c:v>1.883E-2</c:v>
                </c:pt>
                <c:pt idx="5857">
                  <c:v>1.8550899999999999E-2</c:v>
                </c:pt>
                <c:pt idx="5858">
                  <c:v>1.84134E-2</c:v>
                </c:pt>
                <c:pt idx="5859">
                  <c:v>1.8370299999999999E-2</c:v>
                </c:pt>
                <c:pt idx="5860">
                  <c:v>1.83013E-2</c:v>
                </c:pt>
                <c:pt idx="5861">
                  <c:v>1.7989500000000002E-2</c:v>
                </c:pt>
                <c:pt idx="5862">
                  <c:v>1.77842E-2</c:v>
                </c:pt>
                <c:pt idx="5863">
                  <c:v>1.7805699999999997E-2</c:v>
                </c:pt>
                <c:pt idx="5864">
                  <c:v>1.79017E-2</c:v>
                </c:pt>
                <c:pt idx="5865">
                  <c:v>1.7956E-2</c:v>
                </c:pt>
                <c:pt idx="5866">
                  <c:v>1.7952099999999999E-2</c:v>
                </c:pt>
                <c:pt idx="5867">
                  <c:v>1.8002799999999999E-2</c:v>
                </c:pt>
                <c:pt idx="5868">
                  <c:v>1.7668899999999998E-2</c:v>
                </c:pt>
                <c:pt idx="5869">
                  <c:v>1.7692799999999998E-2</c:v>
                </c:pt>
                <c:pt idx="5870">
                  <c:v>1.7623199999999999E-2</c:v>
                </c:pt>
                <c:pt idx="5871">
                  <c:v>1.7843700000000001E-2</c:v>
                </c:pt>
                <c:pt idx="5872">
                  <c:v>1.8132800000000001E-2</c:v>
                </c:pt>
                <c:pt idx="5873">
                  <c:v>1.8290000000000001E-2</c:v>
                </c:pt>
                <c:pt idx="5874">
                  <c:v>1.8365599999999999E-2</c:v>
                </c:pt>
                <c:pt idx="5875">
                  <c:v>1.8252999999999998E-2</c:v>
                </c:pt>
                <c:pt idx="5876">
                  <c:v>1.78776E-2</c:v>
                </c:pt>
                <c:pt idx="5877">
                  <c:v>1.7442599999999999E-2</c:v>
                </c:pt>
                <c:pt idx="5878">
                  <c:v>1.7692599999999999E-2</c:v>
                </c:pt>
                <c:pt idx="5879">
                  <c:v>1.7850000000000001E-2</c:v>
                </c:pt>
                <c:pt idx="5880">
                  <c:v>1.7640799999999998E-2</c:v>
                </c:pt>
                <c:pt idx="5881">
                  <c:v>1.7545700000000001E-2</c:v>
                </c:pt>
                <c:pt idx="5882">
                  <c:v>1.76854E-2</c:v>
                </c:pt>
                <c:pt idx="5883">
                  <c:v>1.7494099999999999E-2</c:v>
                </c:pt>
                <c:pt idx="5884">
                  <c:v>1.72433E-2</c:v>
                </c:pt>
                <c:pt idx="5885">
                  <c:v>1.7083500000000001E-2</c:v>
                </c:pt>
                <c:pt idx="5886">
                  <c:v>1.6658199999999998E-2</c:v>
                </c:pt>
                <c:pt idx="5887">
                  <c:v>1.6347999999999998E-2</c:v>
                </c:pt>
                <c:pt idx="5888">
                  <c:v>1.63886E-2</c:v>
                </c:pt>
                <c:pt idx="5889">
                  <c:v>1.6470200000000001E-2</c:v>
                </c:pt>
                <c:pt idx="5890">
                  <c:v>1.6616599999999999E-2</c:v>
                </c:pt>
                <c:pt idx="5891">
                  <c:v>1.7213099999999999E-2</c:v>
                </c:pt>
                <c:pt idx="5892">
                  <c:v>1.76101E-2</c:v>
                </c:pt>
                <c:pt idx="5893">
                  <c:v>1.73975E-2</c:v>
                </c:pt>
                <c:pt idx="5894">
                  <c:v>1.7247700000000001E-2</c:v>
                </c:pt>
                <c:pt idx="5895">
                  <c:v>1.7410800000000001E-2</c:v>
                </c:pt>
                <c:pt idx="5896">
                  <c:v>1.7445599999999999E-2</c:v>
                </c:pt>
                <c:pt idx="5897">
                  <c:v>1.7245400000000001E-2</c:v>
                </c:pt>
                <c:pt idx="5898">
                  <c:v>1.7172300000000001E-2</c:v>
                </c:pt>
                <c:pt idx="5899">
                  <c:v>1.7581100000000002E-2</c:v>
                </c:pt>
                <c:pt idx="5900">
                  <c:v>1.8089400000000002E-2</c:v>
                </c:pt>
                <c:pt idx="5901">
                  <c:v>1.82474E-2</c:v>
                </c:pt>
                <c:pt idx="5902">
                  <c:v>1.87382E-2</c:v>
                </c:pt>
                <c:pt idx="5903">
                  <c:v>1.8954700000000001E-2</c:v>
                </c:pt>
                <c:pt idx="5904">
                  <c:v>1.9026400000000002E-2</c:v>
                </c:pt>
                <c:pt idx="5905">
                  <c:v>1.8795599999999999E-2</c:v>
                </c:pt>
                <c:pt idx="5906">
                  <c:v>1.8004200000000001E-2</c:v>
                </c:pt>
                <c:pt idx="5907">
                  <c:v>1.8021700000000002E-2</c:v>
                </c:pt>
                <c:pt idx="5908">
                  <c:v>1.7630199999999999E-2</c:v>
                </c:pt>
                <c:pt idx="5909">
                  <c:v>1.6983000000000002E-2</c:v>
                </c:pt>
                <c:pt idx="5910">
                  <c:v>1.65428E-2</c:v>
                </c:pt>
                <c:pt idx="5911">
                  <c:v>1.6403600000000001E-2</c:v>
                </c:pt>
                <c:pt idx="5912">
                  <c:v>1.6793799999999998E-2</c:v>
                </c:pt>
                <c:pt idx="5913">
                  <c:v>1.66345E-2</c:v>
                </c:pt>
                <c:pt idx="5914">
                  <c:v>1.6534099999999999E-2</c:v>
                </c:pt>
                <c:pt idx="5915">
                  <c:v>1.6841999999999999E-2</c:v>
                </c:pt>
                <c:pt idx="5916">
                  <c:v>1.72023E-2</c:v>
                </c:pt>
                <c:pt idx="5917">
                  <c:v>1.7230499999999999E-2</c:v>
                </c:pt>
                <c:pt idx="5918">
                  <c:v>1.7112799999999997E-2</c:v>
                </c:pt>
                <c:pt idx="5919">
                  <c:v>1.7175100000000002E-2</c:v>
                </c:pt>
                <c:pt idx="5920">
                  <c:v>1.73543E-2</c:v>
                </c:pt>
                <c:pt idx="5921">
                  <c:v>1.70803E-2</c:v>
                </c:pt>
                <c:pt idx="5922">
                  <c:v>1.6681700000000001E-2</c:v>
                </c:pt>
                <c:pt idx="5923">
                  <c:v>1.6581499999999999E-2</c:v>
                </c:pt>
                <c:pt idx="5924">
                  <c:v>1.65422E-2</c:v>
                </c:pt>
                <c:pt idx="5925">
                  <c:v>1.6311099999999999E-2</c:v>
                </c:pt>
                <c:pt idx="5926">
                  <c:v>1.80997E-2</c:v>
                </c:pt>
                <c:pt idx="5927">
                  <c:v>1.85361E-2</c:v>
                </c:pt>
                <c:pt idx="5928">
                  <c:v>1.82972E-2</c:v>
                </c:pt>
                <c:pt idx="5929">
                  <c:v>1.8360899999999999E-2</c:v>
                </c:pt>
                <c:pt idx="5930">
                  <c:v>1.86289E-2</c:v>
                </c:pt>
                <c:pt idx="5931">
                  <c:v>1.90788E-2</c:v>
                </c:pt>
                <c:pt idx="5932">
                  <c:v>1.8760200000000001E-2</c:v>
                </c:pt>
                <c:pt idx="5933">
                  <c:v>1.8789799999999999E-2</c:v>
                </c:pt>
                <c:pt idx="5934">
                  <c:v>1.9083099999999999E-2</c:v>
                </c:pt>
                <c:pt idx="5935">
                  <c:v>1.9895900000000001E-2</c:v>
                </c:pt>
                <c:pt idx="5936">
                  <c:v>1.98079E-2</c:v>
                </c:pt>
                <c:pt idx="5937">
                  <c:v>1.96478E-2</c:v>
                </c:pt>
                <c:pt idx="5938">
                  <c:v>1.9242599999999999E-2</c:v>
                </c:pt>
                <c:pt idx="5939">
                  <c:v>1.9234500000000002E-2</c:v>
                </c:pt>
                <c:pt idx="5940">
                  <c:v>1.8459400000000001E-2</c:v>
                </c:pt>
                <c:pt idx="5941">
                  <c:v>1.8054400000000002E-2</c:v>
                </c:pt>
                <c:pt idx="5942">
                  <c:v>1.8159000000000002E-2</c:v>
                </c:pt>
                <c:pt idx="5943">
                  <c:v>1.8499500000000002E-2</c:v>
                </c:pt>
                <c:pt idx="5944">
                  <c:v>1.8137399999999998E-2</c:v>
                </c:pt>
                <c:pt idx="5945">
                  <c:v>1.8240599999999999E-2</c:v>
                </c:pt>
                <c:pt idx="5946">
                  <c:v>1.8587700000000002E-2</c:v>
                </c:pt>
                <c:pt idx="5947">
                  <c:v>1.9078399999999999E-2</c:v>
                </c:pt>
                <c:pt idx="5948">
                  <c:v>1.9230299999999999E-2</c:v>
                </c:pt>
                <c:pt idx="5949">
                  <c:v>1.9052799999999998E-2</c:v>
                </c:pt>
                <c:pt idx="5950">
                  <c:v>1.86704E-2</c:v>
                </c:pt>
                <c:pt idx="5951">
                  <c:v>1.8691099999999999E-2</c:v>
                </c:pt>
                <c:pt idx="5952">
                  <c:v>1.8852600000000001E-2</c:v>
                </c:pt>
                <c:pt idx="5953">
                  <c:v>1.8858099999999999E-2</c:v>
                </c:pt>
                <c:pt idx="5954">
                  <c:v>1.8669700000000001E-2</c:v>
                </c:pt>
                <c:pt idx="5955">
                  <c:v>1.8313399999999997E-2</c:v>
                </c:pt>
                <c:pt idx="5956">
                  <c:v>1.7755199999999999E-2</c:v>
                </c:pt>
                <c:pt idx="5957">
                  <c:v>1.68413E-2</c:v>
                </c:pt>
                <c:pt idx="5958">
                  <c:v>1.6296000000000001E-2</c:v>
                </c:pt>
                <c:pt idx="5959">
                  <c:v>1.6646600000000001E-2</c:v>
                </c:pt>
                <c:pt idx="5960">
                  <c:v>1.66819E-2</c:v>
                </c:pt>
                <c:pt idx="5961">
                  <c:v>1.65603E-2</c:v>
                </c:pt>
                <c:pt idx="5962">
                  <c:v>1.6774799999999999E-2</c:v>
                </c:pt>
                <c:pt idx="5963">
                  <c:v>1.6541900000000002E-2</c:v>
                </c:pt>
                <c:pt idx="5964">
                  <c:v>1.6620900000000001E-2</c:v>
                </c:pt>
                <c:pt idx="5965">
                  <c:v>1.6223899999999999E-2</c:v>
                </c:pt>
                <c:pt idx="5966">
                  <c:v>1.5926200000000001E-2</c:v>
                </c:pt>
                <c:pt idx="5967">
                  <c:v>1.5774799999999999E-2</c:v>
                </c:pt>
                <c:pt idx="5968">
                  <c:v>1.5302400000000001E-2</c:v>
                </c:pt>
                <c:pt idx="5969">
                  <c:v>1.48685E-2</c:v>
                </c:pt>
                <c:pt idx="5970">
                  <c:v>1.4707499999999998E-2</c:v>
                </c:pt>
                <c:pt idx="5971">
                  <c:v>1.49245E-2</c:v>
                </c:pt>
                <c:pt idx="5972">
                  <c:v>1.4940700000000001E-2</c:v>
                </c:pt>
                <c:pt idx="5973">
                  <c:v>1.4814699999999998E-2</c:v>
                </c:pt>
                <c:pt idx="5974">
                  <c:v>1.4778899999999999E-2</c:v>
                </c:pt>
                <c:pt idx="5975">
                  <c:v>1.4688700000000001E-2</c:v>
                </c:pt>
                <c:pt idx="5976">
                  <c:v>1.4416499999999999E-2</c:v>
                </c:pt>
                <c:pt idx="5977">
                  <c:v>1.46617E-2</c:v>
                </c:pt>
                <c:pt idx="5978">
                  <c:v>1.46073E-2</c:v>
                </c:pt>
                <c:pt idx="5979">
                  <c:v>1.43623E-2</c:v>
                </c:pt>
                <c:pt idx="5980">
                  <c:v>1.4678200000000001E-2</c:v>
                </c:pt>
                <c:pt idx="5981">
                  <c:v>1.49909E-2</c:v>
                </c:pt>
                <c:pt idx="5982">
                  <c:v>1.4975499999999999E-2</c:v>
                </c:pt>
                <c:pt idx="5983">
                  <c:v>1.47873E-2</c:v>
                </c:pt>
                <c:pt idx="5984">
                  <c:v>1.4615000000000001E-2</c:v>
                </c:pt>
                <c:pt idx="5985">
                  <c:v>1.4545799999999999E-2</c:v>
                </c:pt>
                <c:pt idx="5986">
                  <c:v>1.4173400000000001E-2</c:v>
                </c:pt>
                <c:pt idx="5987">
                  <c:v>1.3852699999999999E-2</c:v>
                </c:pt>
                <c:pt idx="5988">
                  <c:v>1.3810300000000001E-2</c:v>
                </c:pt>
                <c:pt idx="5989">
                  <c:v>1.3803399999999999E-2</c:v>
                </c:pt>
                <c:pt idx="5990">
                  <c:v>1.3666900000000001E-2</c:v>
                </c:pt>
                <c:pt idx="5991">
                  <c:v>1.3614099999999999E-2</c:v>
                </c:pt>
                <c:pt idx="5992">
                  <c:v>1.34666E-2</c:v>
                </c:pt>
                <c:pt idx="5993">
                  <c:v>1.3319999999999999E-2</c:v>
                </c:pt>
                <c:pt idx="5994">
                  <c:v>1.3282400000000001E-2</c:v>
                </c:pt>
                <c:pt idx="5995">
                  <c:v>1.3327699999999998E-2</c:v>
                </c:pt>
                <c:pt idx="5996">
                  <c:v>1.3281200000000002E-2</c:v>
                </c:pt>
                <c:pt idx="5997">
                  <c:v>1.32462E-2</c:v>
                </c:pt>
                <c:pt idx="5998">
                  <c:v>1.32531E-2</c:v>
                </c:pt>
                <c:pt idx="5999">
                  <c:v>1.3283600000000001E-2</c:v>
                </c:pt>
                <c:pt idx="6000">
                  <c:v>1.3789500000000001E-2</c:v>
                </c:pt>
                <c:pt idx="6001">
                  <c:v>1.4147100000000001E-2</c:v>
                </c:pt>
                <c:pt idx="6002">
                  <c:v>1.4299600000000001E-2</c:v>
                </c:pt>
                <c:pt idx="6003">
                  <c:v>1.4149600000000002E-2</c:v>
                </c:pt>
                <c:pt idx="6004">
                  <c:v>1.39224E-2</c:v>
                </c:pt>
                <c:pt idx="6005">
                  <c:v>1.37625E-2</c:v>
                </c:pt>
                <c:pt idx="6006">
                  <c:v>1.33077E-2</c:v>
                </c:pt>
                <c:pt idx="6007">
                  <c:v>1.3172399999999999E-2</c:v>
                </c:pt>
                <c:pt idx="6008">
                  <c:v>1.2884800000000002E-2</c:v>
                </c:pt>
                <c:pt idx="6009">
                  <c:v>1.2809800000000001E-2</c:v>
                </c:pt>
                <c:pt idx="6010">
                  <c:v>1.31024E-2</c:v>
                </c:pt>
                <c:pt idx="6011">
                  <c:v>1.32643E-2</c:v>
                </c:pt>
                <c:pt idx="6012">
                  <c:v>1.3376900000000001E-2</c:v>
                </c:pt>
                <c:pt idx="6013">
                  <c:v>1.32592E-2</c:v>
                </c:pt>
                <c:pt idx="6014">
                  <c:v>1.35333E-2</c:v>
                </c:pt>
                <c:pt idx="6015">
                  <c:v>1.40809E-2</c:v>
                </c:pt>
                <c:pt idx="6016">
                  <c:v>1.41602E-2</c:v>
                </c:pt>
                <c:pt idx="6017">
                  <c:v>1.4035300000000001E-2</c:v>
                </c:pt>
                <c:pt idx="6018">
                  <c:v>1.38221E-2</c:v>
                </c:pt>
                <c:pt idx="6019">
                  <c:v>1.3733600000000002E-2</c:v>
                </c:pt>
                <c:pt idx="6020">
                  <c:v>1.3621199999999998E-2</c:v>
                </c:pt>
                <c:pt idx="6021">
                  <c:v>1.3880400000000001E-2</c:v>
                </c:pt>
                <c:pt idx="6022">
                  <c:v>1.3677799999999999E-2</c:v>
                </c:pt>
                <c:pt idx="6023">
                  <c:v>1.3596299999999999E-2</c:v>
                </c:pt>
                <c:pt idx="6024">
                  <c:v>1.3817500000000002E-2</c:v>
                </c:pt>
                <c:pt idx="6025">
                  <c:v>1.3670699999999999E-2</c:v>
                </c:pt>
                <c:pt idx="6026">
                  <c:v>1.3434700000000001E-2</c:v>
                </c:pt>
                <c:pt idx="6027">
                  <c:v>1.3543700000000001E-2</c:v>
                </c:pt>
                <c:pt idx="6028">
                  <c:v>1.35558E-2</c:v>
                </c:pt>
                <c:pt idx="6029">
                  <c:v>1.3541599999999999E-2</c:v>
                </c:pt>
                <c:pt idx="6030">
                  <c:v>1.3651E-2</c:v>
                </c:pt>
                <c:pt idx="6031">
                  <c:v>1.33677E-2</c:v>
                </c:pt>
                <c:pt idx="6032">
                  <c:v>1.3136600000000002E-2</c:v>
                </c:pt>
                <c:pt idx="6033">
                  <c:v>1.3124199999999999E-2</c:v>
                </c:pt>
                <c:pt idx="6034">
                  <c:v>1.3093299999999999E-2</c:v>
                </c:pt>
                <c:pt idx="6035">
                  <c:v>1.3491599999999999E-2</c:v>
                </c:pt>
                <c:pt idx="6036">
                  <c:v>1.3379499999999999E-2</c:v>
                </c:pt>
                <c:pt idx="6037">
                  <c:v>1.2775400000000001E-2</c:v>
                </c:pt>
                <c:pt idx="6038">
                  <c:v>1.2366500000000001E-2</c:v>
                </c:pt>
                <c:pt idx="6039">
                  <c:v>1.23932E-2</c:v>
                </c:pt>
                <c:pt idx="6040">
                  <c:v>1.2681599999999999E-2</c:v>
                </c:pt>
                <c:pt idx="6041">
                  <c:v>1.27102E-2</c:v>
                </c:pt>
                <c:pt idx="6042">
                  <c:v>1.25968E-2</c:v>
                </c:pt>
                <c:pt idx="6043">
                  <c:v>1.2518300000000001E-2</c:v>
                </c:pt>
                <c:pt idx="6044">
                  <c:v>1.25317E-2</c:v>
                </c:pt>
                <c:pt idx="6045">
                  <c:v>1.28016E-2</c:v>
                </c:pt>
                <c:pt idx="6046">
                  <c:v>1.2900399999999999E-2</c:v>
                </c:pt>
                <c:pt idx="6047">
                  <c:v>1.29132E-2</c:v>
                </c:pt>
                <c:pt idx="6048">
                  <c:v>1.29899E-2</c:v>
                </c:pt>
                <c:pt idx="6049">
                  <c:v>1.2808000000000002E-2</c:v>
                </c:pt>
                <c:pt idx="6050">
                  <c:v>1.2539400000000001E-2</c:v>
                </c:pt>
                <c:pt idx="6051">
                  <c:v>1.2173E-2</c:v>
                </c:pt>
                <c:pt idx="6052">
                  <c:v>1.2351300000000001E-2</c:v>
                </c:pt>
                <c:pt idx="6053">
                  <c:v>1.24426E-2</c:v>
                </c:pt>
                <c:pt idx="6054">
                  <c:v>1.25434E-2</c:v>
                </c:pt>
                <c:pt idx="6055">
                  <c:v>1.2488800000000001E-2</c:v>
                </c:pt>
                <c:pt idx="6056">
                  <c:v>1.3673099999999999E-2</c:v>
                </c:pt>
                <c:pt idx="6057">
                  <c:v>1.33078E-2</c:v>
                </c:pt>
                <c:pt idx="6058">
                  <c:v>1.35335E-2</c:v>
                </c:pt>
                <c:pt idx="6059">
                  <c:v>1.34506E-2</c:v>
                </c:pt>
                <c:pt idx="6060">
                  <c:v>1.3509899999999998E-2</c:v>
                </c:pt>
                <c:pt idx="6061">
                  <c:v>1.3537899999999999E-2</c:v>
                </c:pt>
                <c:pt idx="6062">
                  <c:v>1.3717400000000001E-2</c:v>
                </c:pt>
                <c:pt idx="6063">
                  <c:v>1.3793199999999999E-2</c:v>
                </c:pt>
                <c:pt idx="6064">
                  <c:v>1.4043600000000002E-2</c:v>
                </c:pt>
                <c:pt idx="6065">
                  <c:v>1.4422200000000001E-2</c:v>
                </c:pt>
                <c:pt idx="6066">
                  <c:v>1.45989E-2</c:v>
                </c:pt>
                <c:pt idx="6067">
                  <c:v>1.4899899999999999E-2</c:v>
                </c:pt>
                <c:pt idx="6068">
                  <c:v>1.48685E-2</c:v>
                </c:pt>
                <c:pt idx="6069">
                  <c:v>1.4620300000000001E-2</c:v>
                </c:pt>
                <c:pt idx="6070">
                  <c:v>1.4265199999999999E-2</c:v>
                </c:pt>
                <c:pt idx="6071">
                  <c:v>1.46272E-2</c:v>
                </c:pt>
                <c:pt idx="6072">
                  <c:v>1.48358E-2</c:v>
                </c:pt>
                <c:pt idx="6073">
                  <c:v>1.5277899999999999E-2</c:v>
                </c:pt>
                <c:pt idx="6074">
                  <c:v>1.58973E-2</c:v>
                </c:pt>
                <c:pt idx="6075">
                  <c:v>1.6298400000000001E-2</c:v>
                </c:pt>
                <c:pt idx="6076">
                  <c:v>1.6310499999999999E-2</c:v>
                </c:pt>
                <c:pt idx="6077">
                  <c:v>1.6246899999999998E-2</c:v>
                </c:pt>
                <c:pt idx="6078">
                  <c:v>1.6270900000000001E-2</c:v>
                </c:pt>
                <c:pt idx="6079">
                  <c:v>1.60135E-2</c:v>
                </c:pt>
                <c:pt idx="6080">
                  <c:v>1.53662E-2</c:v>
                </c:pt>
                <c:pt idx="6081">
                  <c:v>1.53286E-2</c:v>
                </c:pt>
                <c:pt idx="6082">
                  <c:v>1.54865E-2</c:v>
                </c:pt>
                <c:pt idx="6083">
                  <c:v>1.5205600000000001E-2</c:v>
                </c:pt>
                <c:pt idx="6084">
                  <c:v>1.4923500000000001E-2</c:v>
                </c:pt>
                <c:pt idx="6085">
                  <c:v>1.5050899999999999E-2</c:v>
                </c:pt>
                <c:pt idx="6086">
                  <c:v>1.46549E-2</c:v>
                </c:pt>
                <c:pt idx="6087">
                  <c:v>1.4349100000000002E-2</c:v>
                </c:pt>
                <c:pt idx="6088">
                  <c:v>1.3944900000000001E-2</c:v>
                </c:pt>
                <c:pt idx="6089">
                  <c:v>1.3659600000000001E-2</c:v>
                </c:pt>
                <c:pt idx="6090">
                  <c:v>1.36224E-2</c:v>
                </c:pt>
                <c:pt idx="6091">
                  <c:v>1.3809500000000001E-2</c:v>
                </c:pt>
                <c:pt idx="6092">
                  <c:v>1.3927099999999998E-2</c:v>
                </c:pt>
                <c:pt idx="6093">
                  <c:v>1.4038E-2</c:v>
                </c:pt>
                <c:pt idx="6094">
                  <c:v>1.39571E-2</c:v>
                </c:pt>
                <c:pt idx="6095">
                  <c:v>1.4212000000000001E-2</c:v>
                </c:pt>
                <c:pt idx="6096">
                  <c:v>1.43E-2</c:v>
                </c:pt>
                <c:pt idx="6097">
                  <c:v>1.41148E-2</c:v>
                </c:pt>
                <c:pt idx="6098">
                  <c:v>1.4080799999999999E-2</c:v>
                </c:pt>
                <c:pt idx="6099">
                  <c:v>1.40778E-2</c:v>
                </c:pt>
                <c:pt idx="6100">
                  <c:v>1.4130600000000002E-2</c:v>
                </c:pt>
                <c:pt idx="6101">
                  <c:v>1.4392400000000001E-2</c:v>
                </c:pt>
                <c:pt idx="6102">
                  <c:v>1.4841399999999999E-2</c:v>
                </c:pt>
                <c:pt idx="6103">
                  <c:v>1.4771799999999998E-2</c:v>
                </c:pt>
                <c:pt idx="6104">
                  <c:v>1.47019E-2</c:v>
                </c:pt>
                <c:pt idx="6105">
                  <c:v>1.46315E-2</c:v>
                </c:pt>
                <c:pt idx="6106">
                  <c:v>1.4710400000000002E-2</c:v>
                </c:pt>
                <c:pt idx="6107">
                  <c:v>1.4479400000000002E-2</c:v>
                </c:pt>
                <c:pt idx="6108">
                  <c:v>1.42959E-2</c:v>
                </c:pt>
                <c:pt idx="6109">
                  <c:v>1.4232300000000002E-2</c:v>
                </c:pt>
                <c:pt idx="6110">
                  <c:v>1.44631E-2</c:v>
                </c:pt>
                <c:pt idx="6111">
                  <c:v>1.4460300000000001E-2</c:v>
                </c:pt>
                <c:pt idx="6112">
                  <c:v>1.4515799999999999E-2</c:v>
                </c:pt>
                <c:pt idx="6113">
                  <c:v>1.4640700000000001E-2</c:v>
                </c:pt>
                <c:pt idx="6114">
                  <c:v>1.4774600000000001E-2</c:v>
                </c:pt>
                <c:pt idx="6115">
                  <c:v>1.5001199999999999E-2</c:v>
                </c:pt>
                <c:pt idx="6116">
                  <c:v>1.5465000000000001E-2</c:v>
                </c:pt>
                <c:pt idx="6117">
                  <c:v>1.5742099999999998E-2</c:v>
                </c:pt>
                <c:pt idx="6118">
                  <c:v>1.5814999999999999E-2</c:v>
                </c:pt>
                <c:pt idx="6119">
                  <c:v>1.5928999999999999E-2</c:v>
                </c:pt>
                <c:pt idx="6120">
                  <c:v>1.5925700000000001E-2</c:v>
                </c:pt>
                <c:pt idx="6121">
                  <c:v>1.5912700000000002E-2</c:v>
                </c:pt>
                <c:pt idx="6122">
                  <c:v>1.6211199999999999E-2</c:v>
                </c:pt>
                <c:pt idx="6123">
                  <c:v>1.6548400000000001E-2</c:v>
                </c:pt>
                <c:pt idx="6124">
                  <c:v>1.62519E-2</c:v>
                </c:pt>
                <c:pt idx="6125">
                  <c:v>1.6145099999999999E-2</c:v>
                </c:pt>
                <c:pt idx="6126">
                  <c:v>1.64972E-2</c:v>
                </c:pt>
                <c:pt idx="6127">
                  <c:v>1.6808899999999998E-2</c:v>
                </c:pt>
                <c:pt idx="6128">
                  <c:v>1.7041399999999998E-2</c:v>
                </c:pt>
                <c:pt idx="6129">
                  <c:v>1.7026699999999999E-2</c:v>
                </c:pt>
                <c:pt idx="6130">
                  <c:v>1.7017899999999999E-2</c:v>
                </c:pt>
                <c:pt idx="6131">
                  <c:v>1.6639400000000002E-2</c:v>
                </c:pt>
                <c:pt idx="6132">
                  <c:v>1.6546399999999999E-2</c:v>
                </c:pt>
                <c:pt idx="6133">
                  <c:v>1.58166E-2</c:v>
                </c:pt>
                <c:pt idx="6134">
                  <c:v>1.54234E-2</c:v>
                </c:pt>
                <c:pt idx="6135">
                  <c:v>1.5434800000000002E-2</c:v>
                </c:pt>
                <c:pt idx="6136">
                  <c:v>1.4851400000000001E-2</c:v>
                </c:pt>
                <c:pt idx="6137">
                  <c:v>1.4951799999999999E-2</c:v>
                </c:pt>
                <c:pt idx="6138">
                  <c:v>1.4667099999999999E-2</c:v>
                </c:pt>
                <c:pt idx="6139">
                  <c:v>1.49065E-2</c:v>
                </c:pt>
                <c:pt idx="6140">
                  <c:v>1.4861900000000001E-2</c:v>
                </c:pt>
                <c:pt idx="6141">
                  <c:v>1.51988E-2</c:v>
                </c:pt>
                <c:pt idx="6142">
                  <c:v>1.57763E-2</c:v>
                </c:pt>
                <c:pt idx="6143">
                  <c:v>1.5804599999999999E-2</c:v>
                </c:pt>
                <c:pt idx="6144">
                  <c:v>1.55047E-2</c:v>
                </c:pt>
                <c:pt idx="6145">
                  <c:v>1.5422300000000002E-2</c:v>
                </c:pt>
                <c:pt idx="6146">
                  <c:v>1.59264E-2</c:v>
                </c:pt>
                <c:pt idx="6147">
                  <c:v>1.5888599999999999E-2</c:v>
                </c:pt>
                <c:pt idx="6148">
                  <c:v>1.5735599999999999E-2</c:v>
                </c:pt>
                <c:pt idx="6149">
                  <c:v>1.5735599999999999E-2</c:v>
                </c:pt>
                <c:pt idx="6150">
                  <c:v>1.5884499999999999E-2</c:v>
                </c:pt>
                <c:pt idx="6151">
                  <c:v>1.5825700000000002E-2</c:v>
                </c:pt>
                <c:pt idx="6152">
                  <c:v>1.6220200000000001E-2</c:v>
                </c:pt>
                <c:pt idx="6153">
                  <c:v>1.7082199999999999E-2</c:v>
                </c:pt>
                <c:pt idx="6154">
                  <c:v>1.7704899999999999E-2</c:v>
                </c:pt>
                <c:pt idx="6155">
                  <c:v>1.7708600000000001E-2</c:v>
                </c:pt>
                <c:pt idx="6156">
                  <c:v>1.7265700000000002E-2</c:v>
                </c:pt>
                <c:pt idx="6157">
                  <c:v>1.66205E-2</c:v>
                </c:pt>
                <c:pt idx="6158">
                  <c:v>1.6620800000000002E-2</c:v>
                </c:pt>
                <c:pt idx="6159">
                  <c:v>1.6575099999999999E-2</c:v>
                </c:pt>
                <c:pt idx="6160">
                  <c:v>1.6376100000000001E-2</c:v>
                </c:pt>
                <c:pt idx="6161">
                  <c:v>1.5952000000000001E-2</c:v>
                </c:pt>
                <c:pt idx="6162">
                  <c:v>1.5514099999999999E-2</c:v>
                </c:pt>
                <c:pt idx="6163">
                  <c:v>1.5288E-2</c:v>
                </c:pt>
                <c:pt idx="6164">
                  <c:v>1.4638300000000002E-2</c:v>
                </c:pt>
                <c:pt idx="6165">
                  <c:v>1.47315E-2</c:v>
                </c:pt>
                <c:pt idx="6166">
                  <c:v>1.4725899999999998E-2</c:v>
                </c:pt>
                <c:pt idx="6167">
                  <c:v>1.4778700000000001E-2</c:v>
                </c:pt>
                <c:pt idx="6168">
                  <c:v>1.4325800000000001E-2</c:v>
                </c:pt>
                <c:pt idx="6169">
                  <c:v>1.4306299999999999E-2</c:v>
                </c:pt>
                <c:pt idx="6170">
                  <c:v>1.4364699999999999E-2</c:v>
                </c:pt>
                <c:pt idx="6171">
                  <c:v>1.4519999999999998E-2</c:v>
                </c:pt>
                <c:pt idx="6172">
                  <c:v>1.4663499999999999E-2</c:v>
                </c:pt>
                <c:pt idx="6173">
                  <c:v>1.5019300000000001E-2</c:v>
                </c:pt>
                <c:pt idx="6174">
                  <c:v>1.5196299999999999E-2</c:v>
                </c:pt>
                <c:pt idx="6175">
                  <c:v>1.5740799999999999E-2</c:v>
                </c:pt>
                <c:pt idx="6176">
                  <c:v>1.55827E-2</c:v>
                </c:pt>
                <c:pt idx="6177">
                  <c:v>1.55406E-2</c:v>
                </c:pt>
                <c:pt idx="6178">
                  <c:v>1.5684899999999998E-2</c:v>
                </c:pt>
                <c:pt idx="6179">
                  <c:v>1.55298E-2</c:v>
                </c:pt>
                <c:pt idx="6180">
                  <c:v>1.5744499999999998E-2</c:v>
                </c:pt>
                <c:pt idx="6181">
                  <c:v>1.55934E-2</c:v>
                </c:pt>
                <c:pt idx="6182">
                  <c:v>1.5327099999999998E-2</c:v>
                </c:pt>
                <c:pt idx="6183">
                  <c:v>1.52707E-2</c:v>
                </c:pt>
                <c:pt idx="6184">
                  <c:v>1.5254599999999998E-2</c:v>
                </c:pt>
                <c:pt idx="6185">
                  <c:v>1.48933E-2</c:v>
                </c:pt>
                <c:pt idx="6186">
                  <c:v>1.4773E-2</c:v>
                </c:pt>
                <c:pt idx="6187">
                  <c:v>1.3699299999999999E-2</c:v>
                </c:pt>
                <c:pt idx="6188">
                  <c:v>1.5491E-2</c:v>
                </c:pt>
                <c:pt idx="6189">
                  <c:v>1.5859700000000001E-2</c:v>
                </c:pt>
                <c:pt idx="6190">
                  <c:v>1.5613999999999999E-2</c:v>
                </c:pt>
                <c:pt idx="6191">
                  <c:v>1.58096E-2</c:v>
                </c:pt>
                <c:pt idx="6192">
                  <c:v>1.5504599999999999E-2</c:v>
                </c:pt>
                <c:pt idx="6193">
                  <c:v>1.5403899999999998E-2</c:v>
                </c:pt>
                <c:pt idx="6194">
                  <c:v>1.5253899999999999E-2</c:v>
                </c:pt>
                <c:pt idx="6195">
                  <c:v>1.5202500000000001E-2</c:v>
                </c:pt>
                <c:pt idx="6196">
                  <c:v>1.47233E-2</c:v>
                </c:pt>
                <c:pt idx="6197">
                  <c:v>1.47133E-2</c:v>
                </c:pt>
                <c:pt idx="6198">
                  <c:v>1.4590899999999999E-2</c:v>
                </c:pt>
                <c:pt idx="6199">
                  <c:v>1.4763900000000002E-2</c:v>
                </c:pt>
                <c:pt idx="6200">
                  <c:v>1.4746E-2</c:v>
                </c:pt>
                <c:pt idx="6201">
                  <c:v>1.5059800000000002E-2</c:v>
                </c:pt>
                <c:pt idx="6202">
                  <c:v>1.52024E-2</c:v>
                </c:pt>
                <c:pt idx="6203">
                  <c:v>1.5490799999999999E-2</c:v>
                </c:pt>
                <c:pt idx="6204">
                  <c:v>1.5572999999999998E-2</c:v>
                </c:pt>
                <c:pt idx="6205">
                  <c:v>1.54118E-2</c:v>
                </c:pt>
                <c:pt idx="6206">
                  <c:v>1.5331800000000001E-2</c:v>
                </c:pt>
                <c:pt idx="6207">
                  <c:v>1.54383E-2</c:v>
                </c:pt>
                <c:pt idx="6208">
                  <c:v>1.5296899999999999E-2</c:v>
                </c:pt>
                <c:pt idx="6209">
                  <c:v>1.5592699999999999E-2</c:v>
                </c:pt>
                <c:pt idx="6210">
                  <c:v>1.5740399999999998E-2</c:v>
                </c:pt>
                <c:pt idx="6211">
                  <c:v>1.6000899999999998E-2</c:v>
                </c:pt>
                <c:pt idx="6212">
                  <c:v>1.58967E-2</c:v>
                </c:pt>
                <c:pt idx="6213">
                  <c:v>1.5773800000000001E-2</c:v>
                </c:pt>
                <c:pt idx="6214">
                  <c:v>1.5492599999999999E-2</c:v>
                </c:pt>
                <c:pt idx="6215">
                  <c:v>1.5433000000000001E-2</c:v>
                </c:pt>
                <c:pt idx="6216">
                  <c:v>1.5517899999999999E-2</c:v>
                </c:pt>
                <c:pt idx="6217">
                  <c:v>1.5829599999999999E-2</c:v>
                </c:pt>
                <c:pt idx="6218">
                  <c:v>1.6362999999999999E-2</c:v>
                </c:pt>
                <c:pt idx="6219">
                  <c:v>1.66743E-2</c:v>
                </c:pt>
                <c:pt idx="6220">
                  <c:v>1.6468400000000001E-2</c:v>
                </c:pt>
                <c:pt idx="6221">
                  <c:v>1.5582800000000001E-2</c:v>
                </c:pt>
                <c:pt idx="6222">
                  <c:v>1.5414599999999999E-2</c:v>
                </c:pt>
                <c:pt idx="6223">
                  <c:v>1.5718700000000002E-2</c:v>
                </c:pt>
                <c:pt idx="6224">
                  <c:v>1.5772000000000001E-2</c:v>
                </c:pt>
                <c:pt idx="6225">
                  <c:v>1.6102999999999999E-2</c:v>
                </c:pt>
                <c:pt idx="6226">
                  <c:v>1.6235300000000001E-2</c:v>
                </c:pt>
                <c:pt idx="6227">
                  <c:v>1.6314200000000001E-2</c:v>
                </c:pt>
                <c:pt idx="6228">
                  <c:v>1.6631699999999999E-2</c:v>
                </c:pt>
                <c:pt idx="6229">
                  <c:v>1.64569E-2</c:v>
                </c:pt>
                <c:pt idx="6230">
                  <c:v>1.6070400000000002E-2</c:v>
                </c:pt>
                <c:pt idx="6231">
                  <c:v>1.56986E-2</c:v>
                </c:pt>
                <c:pt idx="6232">
                  <c:v>1.55592E-2</c:v>
                </c:pt>
                <c:pt idx="6233">
                  <c:v>1.5550899999999999E-2</c:v>
                </c:pt>
                <c:pt idx="6234">
                  <c:v>1.5494599999999999E-2</c:v>
                </c:pt>
                <c:pt idx="6235">
                  <c:v>1.5403299999999998E-2</c:v>
                </c:pt>
                <c:pt idx="6236">
                  <c:v>1.5849000000000002E-2</c:v>
                </c:pt>
                <c:pt idx="6237">
                  <c:v>1.59936E-2</c:v>
                </c:pt>
                <c:pt idx="6238">
                  <c:v>1.63126E-2</c:v>
                </c:pt>
                <c:pt idx="6239">
                  <c:v>1.7016699999999999E-2</c:v>
                </c:pt>
                <c:pt idx="6240">
                  <c:v>1.71737E-2</c:v>
                </c:pt>
                <c:pt idx="6241">
                  <c:v>1.6912200000000002E-2</c:v>
                </c:pt>
                <c:pt idx="6242">
                  <c:v>1.65931E-2</c:v>
                </c:pt>
                <c:pt idx="6243">
                  <c:v>1.67426E-2</c:v>
                </c:pt>
                <c:pt idx="6244">
                  <c:v>1.7422300000000002E-2</c:v>
                </c:pt>
                <c:pt idx="6245">
                  <c:v>1.70773E-2</c:v>
                </c:pt>
                <c:pt idx="6246">
                  <c:v>1.6506099999999999E-2</c:v>
                </c:pt>
                <c:pt idx="6247">
                  <c:v>1.67835E-2</c:v>
                </c:pt>
                <c:pt idx="6248">
                  <c:v>1.7308899999999999E-2</c:v>
                </c:pt>
                <c:pt idx="6249">
                  <c:v>1.8247099999999999E-2</c:v>
                </c:pt>
                <c:pt idx="6250">
                  <c:v>1.89515E-2</c:v>
                </c:pt>
                <c:pt idx="6251">
                  <c:v>2.2078899999999999E-2</c:v>
                </c:pt>
                <c:pt idx="6252">
                  <c:v>2.1085599999999999E-2</c:v>
                </c:pt>
                <c:pt idx="6253">
                  <c:v>1.97465E-2</c:v>
                </c:pt>
                <c:pt idx="6254">
                  <c:v>2.0253399999999998E-2</c:v>
                </c:pt>
                <c:pt idx="6255">
                  <c:v>2.0481299999999997E-2</c:v>
                </c:pt>
                <c:pt idx="6256">
                  <c:v>2.0442099999999998E-2</c:v>
                </c:pt>
                <c:pt idx="6257">
                  <c:v>2.0659500000000001E-2</c:v>
                </c:pt>
                <c:pt idx="6258">
                  <c:v>2.1087999999999999E-2</c:v>
                </c:pt>
                <c:pt idx="6259">
                  <c:v>2.1499600000000001E-2</c:v>
                </c:pt>
                <c:pt idx="6260">
                  <c:v>2.1643300000000001E-2</c:v>
                </c:pt>
                <c:pt idx="6261">
                  <c:v>2.1768700000000002E-2</c:v>
                </c:pt>
                <c:pt idx="6262">
                  <c:v>2.1081200000000001E-2</c:v>
                </c:pt>
                <c:pt idx="6263">
                  <c:v>2.0273900000000001E-2</c:v>
                </c:pt>
                <c:pt idx="6264">
                  <c:v>1.9438999999999998E-2</c:v>
                </c:pt>
                <c:pt idx="6265">
                  <c:v>1.9119799999999999E-2</c:v>
                </c:pt>
                <c:pt idx="6266">
                  <c:v>1.93411E-2</c:v>
                </c:pt>
                <c:pt idx="6267">
                  <c:v>1.90905E-2</c:v>
                </c:pt>
                <c:pt idx="6268">
                  <c:v>1.95871E-2</c:v>
                </c:pt>
                <c:pt idx="6269">
                  <c:v>1.9562100000000002E-2</c:v>
                </c:pt>
                <c:pt idx="6270">
                  <c:v>1.92453E-2</c:v>
                </c:pt>
                <c:pt idx="6271">
                  <c:v>1.8704100000000001E-2</c:v>
                </c:pt>
                <c:pt idx="6272">
                  <c:v>1.8962700000000002E-2</c:v>
                </c:pt>
                <c:pt idx="6273">
                  <c:v>1.8833699999999998E-2</c:v>
                </c:pt>
                <c:pt idx="6274">
                  <c:v>1.8596000000000001E-2</c:v>
                </c:pt>
                <c:pt idx="6275">
                  <c:v>1.8246100000000001E-2</c:v>
                </c:pt>
                <c:pt idx="6276">
                  <c:v>1.7752500000000001E-2</c:v>
                </c:pt>
                <c:pt idx="6277">
                  <c:v>1.7744300000000001E-2</c:v>
                </c:pt>
                <c:pt idx="6278">
                  <c:v>1.7606500000000001E-2</c:v>
                </c:pt>
                <c:pt idx="6279">
                  <c:v>1.7913599999999998E-2</c:v>
                </c:pt>
                <c:pt idx="6280">
                  <c:v>1.79162E-2</c:v>
                </c:pt>
                <c:pt idx="6281">
                  <c:v>1.78543E-2</c:v>
                </c:pt>
                <c:pt idx="6282">
                  <c:v>1.77725E-2</c:v>
                </c:pt>
                <c:pt idx="6283">
                  <c:v>1.7981500000000001E-2</c:v>
                </c:pt>
                <c:pt idx="6284">
                  <c:v>1.7977E-2</c:v>
                </c:pt>
                <c:pt idx="6285">
                  <c:v>1.7412E-2</c:v>
                </c:pt>
                <c:pt idx="6286">
                  <c:v>1.7349700000000003E-2</c:v>
                </c:pt>
                <c:pt idx="6287">
                  <c:v>1.7370400000000001E-2</c:v>
                </c:pt>
                <c:pt idx="6288">
                  <c:v>1.7387200000000002E-2</c:v>
                </c:pt>
                <c:pt idx="6289">
                  <c:v>1.73344E-2</c:v>
                </c:pt>
                <c:pt idx="6290">
                  <c:v>1.7235400000000001E-2</c:v>
                </c:pt>
                <c:pt idx="6291">
                  <c:v>1.6975899999999999E-2</c:v>
                </c:pt>
                <c:pt idx="6292">
                  <c:v>1.6815400000000001E-2</c:v>
                </c:pt>
                <c:pt idx="6293">
                  <c:v>1.6678800000000001E-2</c:v>
                </c:pt>
                <c:pt idx="6294">
                  <c:v>1.66847E-2</c:v>
                </c:pt>
                <c:pt idx="6295">
                  <c:v>1.64843E-2</c:v>
                </c:pt>
                <c:pt idx="6296">
                  <c:v>1.6400600000000001E-2</c:v>
                </c:pt>
                <c:pt idx="6297">
                  <c:v>1.64704E-2</c:v>
                </c:pt>
                <c:pt idx="6298">
                  <c:v>1.6846400000000001E-2</c:v>
                </c:pt>
                <c:pt idx="6299">
                  <c:v>1.7131399999999998E-2</c:v>
                </c:pt>
                <c:pt idx="6300">
                  <c:v>1.7153600000000001E-2</c:v>
                </c:pt>
                <c:pt idx="6301">
                  <c:v>1.7297800000000002E-2</c:v>
                </c:pt>
                <c:pt idx="6302">
                  <c:v>1.7686899999999998E-2</c:v>
                </c:pt>
                <c:pt idx="6303">
                  <c:v>1.8012E-2</c:v>
                </c:pt>
                <c:pt idx="6304">
                  <c:v>1.8240799999999998E-2</c:v>
                </c:pt>
                <c:pt idx="6305">
                  <c:v>1.8211600000000001E-2</c:v>
                </c:pt>
                <c:pt idx="6306">
                  <c:v>1.77672E-2</c:v>
                </c:pt>
                <c:pt idx="6307">
                  <c:v>1.76346E-2</c:v>
                </c:pt>
                <c:pt idx="6308">
                  <c:v>1.7431100000000001E-2</c:v>
                </c:pt>
                <c:pt idx="6309">
                  <c:v>1.7858300000000001E-2</c:v>
                </c:pt>
                <c:pt idx="6310">
                  <c:v>1.78795E-2</c:v>
                </c:pt>
                <c:pt idx="6311">
                  <c:v>1.76738E-2</c:v>
                </c:pt>
                <c:pt idx="6312">
                  <c:v>1.7988199999999999E-2</c:v>
                </c:pt>
                <c:pt idx="6313">
                  <c:v>1.7810400000000001E-2</c:v>
                </c:pt>
                <c:pt idx="6314">
                  <c:v>1.7578899999999998E-2</c:v>
                </c:pt>
                <c:pt idx="6315">
                  <c:v>1.7296199999999998E-2</c:v>
                </c:pt>
                <c:pt idx="6316">
                  <c:v>1.70002E-2</c:v>
                </c:pt>
                <c:pt idx="6317">
                  <c:v>1.9030200000000001E-2</c:v>
                </c:pt>
                <c:pt idx="6318">
                  <c:v>1.90566E-2</c:v>
                </c:pt>
                <c:pt idx="6319">
                  <c:v>1.84695E-2</c:v>
                </c:pt>
                <c:pt idx="6320">
                  <c:v>1.81307E-2</c:v>
                </c:pt>
                <c:pt idx="6321">
                  <c:v>1.8307400000000001E-2</c:v>
                </c:pt>
                <c:pt idx="6322">
                  <c:v>1.8419700000000001E-2</c:v>
                </c:pt>
                <c:pt idx="6323">
                  <c:v>1.8691300000000001E-2</c:v>
                </c:pt>
                <c:pt idx="6324">
                  <c:v>1.8654400000000002E-2</c:v>
                </c:pt>
                <c:pt idx="6325">
                  <c:v>1.8522300000000002E-2</c:v>
                </c:pt>
                <c:pt idx="6326">
                  <c:v>1.8536899999999999E-2</c:v>
                </c:pt>
                <c:pt idx="6327">
                  <c:v>1.8928299999999999E-2</c:v>
                </c:pt>
                <c:pt idx="6328">
                  <c:v>1.9882400000000001E-2</c:v>
                </c:pt>
                <c:pt idx="6329">
                  <c:v>2.0497700000000001E-2</c:v>
                </c:pt>
                <c:pt idx="6330">
                  <c:v>2.1318199999999999E-2</c:v>
                </c:pt>
                <c:pt idx="6331">
                  <c:v>1.8361300000000001E-2</c:v>
                </c:pt>
                <c:pt idx="6332">
                  <c:v>1.9700100000000002E-2</c:v>
                </c:pt>
                <c:pt idx="6333">
                  <c:v>1.9913699999999999E-2</c:v>
                </c:pt>
                <c:pt idx="6334">
                  <c:v>1.9559899999999998E-2</c:v>
                </c:pt>
                <c:pt idx="6335">
                  <c:v>1.9608899999999999E-2</c:v>
                </c:pt>
                <c:pt idx="6336">
                  <c:v>2.00117E-2</c:v>
                </c:pt>
                <c:pt idx="6337">
                  <c:v>1.97553E-2</c:v>
                </c:pt>
                <c:pt idx="6338">
                  <c:v>1.9743299999999998E-2</c:v>
                </c:pt>
                <c:pt idx="6339">
                  <c:v>2.0104900000000002E-2</c:v>
                </c:pt>
                <c:pt idx="6340">
                  <c:v>2.0068300000000001E-2</c:v>
                </c:pt>
                <c:pt idx="6341">
                  <c:v>1.9348199999999999E-2</c:v>
                </c:pt>
                <c:pt idx="6342">
                  <c:v>1.87084E-2</c:v>
                </c:pt>
                <c:pt idx="6343">
                  <c:v>1.8239699999999998E-2</c:v>
                </c:pt>
                <c:pt idx="6344">
                  <c:v>1.8311899999999999E-2</c:v>
                </c:pt>
                <c:pt idx="6345">
                  <c:v>1.8022999999999997E-2</c:v>
                </c:pt>
                <c:pt idx="6346">
                  <c:v>1.8023299999999999E-2</c:v>
                </c:pt>
                <c:pt idx="6347">
                  <c:v>1.83672E-2</c:v>
                </c:pt>
                <c:pt idx="6348">
                  <c:v>1.8209299999999998E-2</c:v>
                </c:pt>
                <c:pt idx="6349">
                  <c:v>1.82481E-2</c:v>
                </c:pt>
                <c:pt idx="6350">
                  <c:v>1.80733E-2</c:v>
                </c:pt>
                <c:pt idx="6351">
                  <c:v>1.8073800000000001E-2</c:v>
                </c:pt>
                <c:pt idx="6352">
                  <c:v>1.7905000000000001E-2</c:v>
                </c:pt>
                <c:pt idx="6353">
                  <c:v>1.78145E-2</c:v>
                </c:pt>
                <c:pt idx="6354">
                  <c:v>1.6686400000000001E-2</c:v>
                </c:pt>
                <c:pt idx="6355">
                  <c:v>1.6266300000000001E-2</c:v>
                </c:pt>
                <c:pt idx="6356">
                  <c:v>1.63751E-2</c:v>
                </c:pt>
                <c:pt idx="6357">
                  <c:v>1.6678499999999999E-2</c:v>
                </c:pt>
                <c:pt idx="6358">
                  <c:v>1.6611299999999999E-2</c:v>
                </c:pt>
                <c:pt idx="6359">
                  <c:v>1.6548900000000002E-2</c:v>
                </c:pt>
                <c:pt idx="6360">
                  <c:v>1.6445500000000002E-2</c:v>
                </c:pt>
                <c:pt idx="6361">
                  <c:v>1.67233E-2</c:v>
                </c:pt>
                <c:pt idx="6362">
                  <c:v>1.6621799999999999E-2</c:v>
                </c:pt>
                <c:pt idx="6363">
                  <c:v>1.69517E-2</c:v>
                </c:pt>
                <c:pt idx="6364">
                  <c:v>1.7024600000000001E-2</c:v>
                </c:pt>
                <c:pt idx="6365">
                  <c:v>1.6465199999999999E-2</c:v>
                </c:pt>
                <c:pt idx="6366">
                  <c:v>1.6364300000000002E-2</c:v>
                </c:pt>
                <c:pt idx="6367">
                  <c:v>1.6198199999999999E-2</c:v>
                </c:pt>
                <c:pt idx="6368">
                  <c:v>1.6181399999999999E-2</c:v>
                </c:pt>
                <c:pt idx="6369">
                  <c:v>1.5839599999999999E-2</c:v>
                </c:pt>
                <c:pt idx="6370">
                  <c:v>1.5661500000000002E-2</c:v>
                </c:pt>
                <c:pt idx="6371">
                  <c:v>1.5765700000000001E-2</c:v>
                </c:pt>
                <c:pt idx="6372">
                  <c:v>1.6080899999999999E-2</c:v>
                </c:pt>
                <c:pt idx="6373">
                  <c:v>1.5792199999999999E-2</c:v>
                </c:pt>
                <c:pt idx="6374">
                  <c:v>1.5654499999999998E-2</c:v>
                </c:pt>
                <c:pt idx="6375">
                  <c:v>1.5480799999999999E-2</c:v>
                </c:pt>
                <c:pt idx="6376">
                  <c:v>1.51945E-2</c:v>
                </c:pt>
                <c:pt idx="6377">
                  <c:v>1.5191100000000001E-2</c:v>
                </c:pt>
                <c:pt idx="6378">
                  <c:v>1.5460099999999999E-2</c:v>
                </c:pt>
                <c:pt idx="6379">
                  <c:v>1.5140000000000001E-2</c:v>
                </c:pt>
                <c:pt idx="6380">
                  <c:v>1.5555299999999999E-2</c:v>
                </c:pt>
                <c:pt idx="6381">
                  <c:v>1.5782299999999999E-2</c:v>
                </c:pt>
                <c:pt idx="6382">
                  <c:v>1.5887200000000001E-2</c:v>
                </c:pt>
                <c:pt idx="6383">
                  <c:v>1.5741999999999999E-2</c:v>
                </c:pt>
                <c:pt idx="6384">
                  <c:v>1.5487799999999998E-2</c:v>
                </c:pt>
                <c:pt idx="6385">
                  <c:v>1.5074199999999999E-2</c:v>
                </c:pt>
                <c:pt idx="6386">
                  <c:v>1.5209100000000001E-2</c:v>
                </c:pt>
                <c:pt idx="6387">
                  <c:v>1.5292500000000001E-2</c:v>
                </c:pt>
                <c:pt idx="6388">
                  <c:v>1.52794E-2</c:v>
                </c:pt>
                <c:pt idx="6389">
                  <c:v>1.4903200000000002E-2</c:v>
                </c:pt>
                <c:pt idx="6390">
                  <c:v>1.4616399999999998E-2</c:v>
                </c:pt>
                <c:pt idx="6391">
                  <c:v>1.4419399999999999E-2</c:v>
                </c:pt>
                <c:pt idx="6392">
                  <c:v>1.4072399999999999E-2</c:v>
                </c:pt>
                <c:pt idx="6393">
                  <c:v>1.4101599999999999E-2</c:v>
                </c:pt>
                <c:pt idx="6394">
                  <c:v>1.45506E-2</c:v>
                </c:pt>
                <c:pt idx="6395">
                  <c:v>1.45982E-2</c:v>
                </c:pt>
                <c:pt idx="6396">
                  <c:v>1.4872700000000001E-2</c:v>
                </c:pt>
                <c:pt idx="6397">
                  <c:v>1.4757499999999998E-2</c:v>
                </c:pt>
                <c:pt idx="6398">
                  <c:v>1.48083E-2</c:v>
                </c:pt>
                <c:pt idx="6399">
                  <c:v>1.48477E-2</c:v>
                </c:pt>
                <c:pt idx="6400">
                  <c:v>1.49523E-2</c:v>
                </c:pt>
                <c:pt idx="6401">
                  <c:v>1.5001499999999999E-2</c:v>
                </c:pt>
                <c:pt idx="6402">
                  <c:v>1.4732599999999998E-2</c:v>
                </c:pt>
                <c:pt idx="6403">
                  <c:v>1.4761600000000001E-2</c:v>
                </c:pt>
                <c:pt idx="6404">
                  <c:v>1.4634399999999999E-2</c:v>
                </c:pt>
                <c:pt idx="6405">
                  <c:v>1.47907E-2</c:v>
                </c:pt>
                <c:pt idx="6406">
                  <c:v>1.4638300000000002E-2</c:v>
                </c:pt>
                <c:pt idx="6407">
                  <c:v>1.4607200000000001E-2</c:v>
                </c:pt>
                <c:pt idx="6408">
                  <c:v>1.4834299999999998E-2</c:v>
                </c:pt>
                <c:pt idx="6409">
                  <c:v>1.4899899999999999E-2</c:v>
                </c:pt>
                <c:pt idx="6410">
                  <c:v>1.4982499999999999E-2</c:v>
                </c:pt>
                <c:pt idx="6411">
                  <c:v>1.51124E-2</c:v>
                </c:pt>
                <c:pt idx="6412">
                  <c:v>1.4971799999999999E-2</c:v>
                </c:pt>
                <c:pt idx="6413">
                  <c:v>1.5171E-2</c:v>
                </c:pt>
                <c:pt idx="6414">
                  <c:v>1.5021799999999998E-2</c:v>
                </c:pt>
                <c:pt idx="6415">
                  <c:v>1.5057599999999999E-2</c:v>
                </c:pt>
                <c:pt idx="6416">
                  <c:v>1.48065E-2</c:v>
                </c:pt>
                <c:pt idx="6417">
                  <c:v>1.4476300000000001E-2</c:v>
                </c:pt>
                <c:pt idx="6418">
                  <c:v>1.4262899999999998E-2</c:v>
                </c:pt>
                <c:pt idx="6419">
                  <c:v>1.3978899999999999E-2</c:v>
                </c:pt>
                <c:pt idx="6420">
                  <c:v>1.3578700000000001E-2</c:v>
                </c:pt>
                <c:pt idx="6421">
                  <c:v>1.3631299999999999E-2</c:v>
                </c:pt>
                <c:pt idx="6422">
                  <c:v>1.3691200000000001E-2</c:v>
                </c:pt>
                <c:pt idx="6423">
                  <c:v>1.3727899999999999E-2</c:v>
                </c:pt>
                <c:pt idx="6424">
                  <c:v>1.38049E-2</c:v>
                </c:pt>
                <c:pt idx="6425">
                  <c:v>1.40915E-2</c:v>
                </c:pt>
                <c:pt idx="6426">
                  <c:v>1.41666E-2</c:v>
                </c:pt>
                <c:pt idx="6427">
                  <c:v>1.4187200000000002E-2</c:v>
                </c:pt>
                <c:pt idx="6428">
                  <c:v>1.39953E-2</c:v>
                </c:pt>
                <c:pt idx="6429">
                  <c:v>1.4064199999999999E-2</c:v>
                </c:pt>
                <c:pt idx="6430">
                  <c:v>1.4083600000000002E-2</c:v>
                </c:pt>
                <c:pt idx="6431">
                  <c:v>1.3944900000000001E-2</c:v>
                </c:pt>
                <c:pt idx="6432">
                  <c:v>1.3680299999999999E-2</c:v>
                </c:pt>
                <c:pt idx="6433">
                  <c:v>1.3685900000000001E-2</c:v>
                </c:pt>
                <c:pt idx="6434">
                  <c:v>1.36975E-2</c:v>
                </c:pt>
                <c:pt idx="6435">
                  <c:v>1.3920699999999999E-2</c:v>
                </c:pt>
                <c:pt idx="6436">
                  <c:v>1.3827000000000001E-2</c:v>
                </c:pt>
                <c:pt idx="6437">
                  <c:v>1.3708400000000001E-2</c:v>
                </c:pt>
                <c:pt idx="6438">
                  <c:v>1.36845E-2</c:v>
                </c:pt>
                <c:pt idx="6439">
                  <c:v>1.36834E-2</c:v>
                </c:pt>
                <c:pt idx="6440">
                  <c:v>1.3661500000000002E-2</c:v>
                </c:pt>
                <c:pt idx="6441">
                  <c:v>1.34007E-2</c:v>
                </c:pt>
                <c:pt idx="6442">
                  <c:v>1.3131499999999999E-2</c:v>
                </c:pt>
                <c:pt idx="6443">
                  <c:v>1.32468E-2</c:v>
                </c:pt>
                <c:pt idx="6444">
                  <c:v>1.30858E-2</c:v>
                </c:pt>
                <c:pt idx="6445">
                  <c:v>1.2851699999999999E-2</c:v>
                </c:pt>
                <c:pt idx="6446">
                  <c:v>1.26956E-2</c:v>
                </c:pt>
                <c:pt idx="6447">
                  <c:v>1.26482E-2</c:v>
                </c:pt>
                <c:pt idx="6448">
                  <c:v>1.26642E-2</c:v>
                </c:pt>
                <c:pt idx="6449">
                  <c:v>1.3709299999999999E-2</c:v>
                </c:pt>
                <c:pt idx="6450">
                  <c:v>1.35443E-2</c:v>
                </c:pt>
                <c:pt idx="6451">
                  <c:v>1.3478700000000001E-2</c:v>
                </c:pt>
                <c:pt idx="6452">
                  <c:v>1.3779900000000001E-2</c:v>
                </c:pt>
                <c:pt idx="6453">
                  <c:v>1.3824700000000002E-2</c:v>
                </c:pt>
                <c:pt idx="6454">
                  <c:v>1.3673900000000001E-2</c:v>
                </c:pt>
                <c:pt idx="6455">
                  <c:v>1.36273E-2</c:v>
                </c:pt>
                <c:pt idx="6456">
                  <c:v>1.3523400000000001E-2</c:v>
                </c:pt>
                <c:pt idx="6457">
                  <c:v>1.35672E-2</c:v>
                </c:pt>
                <c:pt idx="6458">
                  <c:v>1.3467699999999999E-2</c:v>
                </c:pt>
                <c:pt idx="6459">
                  <c:v>1.33703E-2</c:v>
                </c:pt>
                <c:pt idx="6460">
                  <c:v>1.3500399999999999E-2</c:v>
                </c:pt>
                <c:pt idx="6461">
                  <c:v>1.3882499999999999E-2</c:v>
                </c:pt>
                <c:pt idx="6462">
                  <c:v>1.4348E-2</c:v>
                </c:pt>
                <c:pt idx="6463">
                  <c:v>1.57138E-2</c:v>
                </c:pt>
                <c:pt idx="6464">
                  <c:v>1.5932400000000003E-2</c:v>
                </c:pt>
                <c:pt idx="6465">
                  <c:v>1.5199799999999999E-2</c:v>
                </c:pt>
                <c:pt idx="6466">
                  <c:v>1.4533799999999999E-2</c:v>
                </c:pt>
                <c:pt idx="6467">
                  <c:v>1.4887600000000001E-2</c:v>
                </c:pt>
                <c:pt idx="6468">
                  <c:v>1.47174E-2</c:v>
                </c:pt>
                <c:pt idx="6469">
                  <c:v>1.4224100000000002E-2</c:v>
                </c:pt>
                <c:pt idx="6470">
                  <c:v>1.40774E-2</c:v>
                </c:pt>
                <c:pt idx="6471">
                  <c:v>1.4433699999999999E-2</c:v>
                </c:pt>
                <c:pt idx="6472">
                  <c:v>1.439E-2</c:v>
                </c:pt>
                <c:pt idx="6473">
                  <c:v>1.41394E-2</c:v>
                </c:pt>
                <c:pt idx="6474">
                  <c:v>1.36513E-2</c:v>
                </c:pt>
                <c:pt idx="6475">
                  <c:v>1.3694E-2</c:v>
                </c:pt>
                <c:pt idx="6476">
                  <c:v>1.3873699999999999E-2</c:v>
                </c:pt>
                <c:pt idx="6477">
                  <c:v>1.3931200000000001E-2</c:v>
                </c:pt>
                <c:pt idx="6478">
                  <c:v>1.3921299999999999E-2</c:v>
                </c:pt>
                <c:pt idx="6479">
                  <c:v>1.39252E-2</c:v>
                </c:pt>
                <c:pt idx="6480">
                  <c:v>1.41488E-2</c:v>
                </c:pt>
                <c:pt idx="6481">
                  <c:v>1.4096700000000002E-2</c:v>
                </c:pt>
                <c:pt idx="6482">
                  <c:v>1.4445E-2</c:v>
                </c:pt>
                <c:pt idx="6483">
                  <c:v>1.4466700000000001E-2</c:v>
                </c:pt>
                <c:pt idx="6484">
                  <c:v>1.4105099999999999E-2</c:v>
                </c:pt>
                <c:pt idx="6485">
                  <c:v>1.39971E-2</c:v>
                </c:pt>
                <c:pt idx="6486">
                  <c:v>1.4194499999999999E-2</c:v>
                </c:pt>
                <c:pt idx="6487">
                  <c:v>1.4281299999999999E-2</c:v>
                </c:pt>
                <c:pt idx="6488">
                  <c:v>1.42317E-2</c:v>
                </c:pt>
                <c:pt idx="6489">
                  <c:v>1.4403800000000001E-2</c:v>
                </c:pt>
                <c:pt idx="6490">
                  <c:v>1.4511699999999999E-2</c:v>
                </c:pt>
                <c:pt idx="6491">
                  <c:v>1.4433699999999999E-2</c:v>
                </c:pt>
                <c:pt idx="6492">
                  <c:v>1.4661000000000002E-2</c:v>
                </c:pt>
                <c:pt idx="6493">
                  <c:v>1.46061E-2</c:v>
                </c:pt>
                <c:pt idx="6494">
                  <c:v>1.4495699999999999E-2</c:v>
                </c:pt>
                <c:pt idx="6495">
                  <c:v>1.4383099999999999E-2</c:v>
                </c:pt>
                <c:pt idx="6496">
                  <c:v>1.4231299999999999E-2</c:v>
                </c:pt>
                <c:pt idx="6497">
                  <c:v>1.4212299999999999E-2</c:v>
                </c:pt>
                <c:pt idx="6498">
                  <c:v>1.4175399999999999E-2</c:v>
                </c:pt>
                <c:pt idx="6499">
                  <c:v>1.4116399999999999E-2</c:v>
                </c:pt>
                <c:pt idx="6500">
                  <c:v>1.4E-2</c:v>
                </c:pt>
                <c:pt idx="6501">
                  <c:v>1.3556700000000001E-2</c:v>
                </c:pt>
                <c:pt idx="6502">
                  <c:v>1.3614500000000002E-2</c:v>
                </c:pt>
                <c:pt idx="6503">
                  <c:v>1.4370500000000001E-2</c:v>
                </c:pt>
                <c:pt idx="6504">
                  <c:v>1.4192599999999998E-2</c:v>
                </c:pt>
                <c:pt idx="6505">
                  <c:v>1.42264E-2</c:v>
                </c:pt>
                <c:pt idx="6506">
                  <c:v>1.39081E-2</c:v>
                </c:pt>
                <c:pt idx="6507">
                  <c:v>1.38739E-2</c:v>
                </c:pt>
                <c:pt idx="6508">
                  <c:v>1.3577699999999998E-2</c:v>
                </c:pt>
                <c:pt idx="6509">
                  <c:v>1.3499299999999999E-2</c:v>
                </c:pt>
                <c:pt idx="6510">
                  <c:v>1.3650200000000001E-2</c:v>
                </c:pt>
                <c:pt idx="6511">
                  <c:v>1.41899E-2</c:v>
                </c:pt>
                <c:pt idx="6512">
                  <c:v>1.4205300000000001E-2</c:v>
                </c:pt>
                <c:pt idx="6513">
                  <c:v>1.4054499999999999E-2</c:v>
                </c:pt>
                <c:pt idx="6514">
                  <c:v>1.3896199999999999E-2</c:v>
                </c:pt>
                <c:pt idx="6515">
                  <c:v>1.3848599999999999E-2</c:v>
                </c:pt>
                <c:pt idx="6516">
                  <c:v>1.38537E-2</c:v>
                </c:pt>
                <c:pt idx="6517">
                  <c:v>1.3939099999999999E-2</c:v>
                </c:pt>
                <c:pt idx="6518">
                  <c:v>1.37608E-2</c:v>
                </c:pt>
                <c:pt idx="6519">
                  <c:v>1.3877199999999999E-2</c:v>
                </c:pt>
                <c:pt idx="6520">
                  <c:v>1.3850100000000001E-2</c:v>
                </c:pt>
                <c:pt idx="6521">
                  <c:v>1.3832599999999999E-2</c:v>
                </c:pt>
                <c:pt idx="6522">
                  <c:v>1.3795699999999999E-2</c:v>
                </c:pt>
                <c:pt idx="6523">
                  <c:v>1.3759100000000002E-2</c:v>
                </c:pt>
                <c:pt idx="6524">
                  <c:v>1.37398E-2</c:v>
                </c:pt>
                <c:pt idx="6525">
                  <c:v>1.3692300000000001E-2</c:v>
                </c:pt>
                <c:pt idx="6526">
                  <c:v>1.40582E-2</c:v>
                </c:pt>
                <c:pt idx="6527">
                  <c:v>1.3875499999999999E-2</c:v>
                </c:pt>
                <c:pt idx="6528">
                  <c:v>1.3673900000000001E-2</c:v>
                </c:pt>
                <c:pt idx="6529">
                  <c:v>1.3756399999999998E-2</c:v>
                </c:pt>
                <c:pt idx="6530">
                  <c:v>1.38525E-2</c:v>
                </c:pt>
                <c:pt idx="6531">
                  <c:v>1.3906100000000001E-2</c:v>
                </c:pt>
                <c:pt idx="6532">
                  <c:v>1.3642899999999999E-2</c:v>
                </c:pt>
                <c:pt idx="6533">
                  <c:v>1.3655E-2</c:v>
                </c:pt>
                <c:pt idx="6534">
                  <c:v>1.36267E-2</c:v>
                </c:pt>
                <c:pt idx="6535">
                  <c:v>1.3716800000000001E-2</c:v>
                </c:pt>
                <c:pt idx="6536">
                  <c:v>1.3314599999999999E-2</c:v>
                </c:pt>
                <c:pt idx="6537">
                  <c:v>1.33107E-2</c:v>
                </c:pt>
                <c:pt idx="6538">
                  <c:v>1.31436E-2</c:v>
                </c:pt>
                <c:pt idx="6539">
                  <c:v>1.3148099999999999E-2</c:v>
                </c:pt>
                <c:pt idx="6540">
                  <c:v>1.31173E-2</c:v>
                </c:pt>
                <c:pt idx="6541">
                  <c:v>1.3100200000000001E-2</c:v>
                </c:pt>
                <c:pt idx="6542">
                  <c:v>1.2908299999999999E-2</c:v>
                </c:pt>
                <c:pt idx="6543">
                  <c:v>1.3009399999999999E-2</c:v>
                </c:pt>
                <c:pt idx="6544">
                  <c:v>1.27537E-2</c:v>
                </c:pt>
                <c:pt idx="6545">
                  <c:v>1.27551E-2</c:v>
                </c:pt>
                <c:pt idx="6546">
                  <c:v>1.28048E-2</c:v>
                </c:pt>
                <c:pt idx="6547">
                  <c:v>1.29053E-2</c:v>
                </c:pt>
                <c:pt idx="6548">
                  <c:v>1.2649299999999999E-2</c:v>
                </c:pt>
                <c:pt idx="6549">
                  <c:v>1.2745000000000001E-2</c:v>
                </c:pt>
                <c:pt idx="6550">
                  <c:v>1.2988100000000001E-2</c:v>
                </c:pt>
                <c:pt idx="6551">
                  <c:v>1.2841099999999999E-2</c:v>
                </c:pt>
                <c:pt idx="6552">
                  <c:v>1.30601E-2</c:v>
                </c:pt>
                <c:pt idx="6553">
                  <c:v>1.2860099999999999E-2</c:v>
                </c:pt>
                <c:pt idx="6554">
                  <c:v>1.2898099999999999E-2</c:v>
                </c:pt>
                <c:pt idx="6555">
                  <c:v>1.2834399999999999E-2</c:v>
                </c:pt>
                <c:pt idx="6556">
                  <c:v>1.29303E-2</c:v>
                </c:pt>
                <c:pt idx="6557">
                  <c:v>1.2918299999999999E-2</c:v>
                </c:pt>
                <c:pt idx="6558">
                  <c:v>1.2722600000000001E-2</c:v>
                </c:pt>
                <c:pt idx="6559">
                  <c:v>1.28001E-2</c:v>
                </c:pt>
                <c:pt idx="6560">
                  <c:v>1.2822499999999999E-2</c:v>
                </c:pt>
                <c:pt idx="6561">
                  <c:v>1.2796500000000001E-2</c:v>
                </c:pt>
                <c:pt idx="6562">
                  <c:v>1.2868899999999999E-2</c:v>
                </c:pt>
                <c:pt idx="6563">
                  <c:v>1.32894E-2</c:v>
                </c:pt>
                <c:pt idx="6564">
                  <c:v>1.31136E-2</c:v>
                </c:pt>
                <c:pt idx="6565">
                  <c:v>1.3073500000000002E-2</c:v>
                </c:pt>
                <c:pt idx="6566">
                  <c:v>1.2975299999999999E-2</c:v>
                </c:pt>
                <c:pt idx="6567">
                  <c:v>1.31631E-2</c:v>
                </c:pt>
                <c:pt idx="6568">
                  <c:v>1.3638200000000001E-2</c:v>
                </c:pt>
                <c:pt idx="6569">
                  <c:v>1.3228899999999998E-2</c:v>
                </c:pt>
                <c:pt idx="6570">
                  <c:v>1.3117199999999999E-2</c:v>
                </c:pt>
                <c:pt idx="6571">
                  <c:v>1.2937799999999999E-2</c:v>
                </c:pt>
                <c:pt idx="6572">
                  <c:v>1.3620400000000001E-2</c:v>
                </c:pt>
                <c:pt idx="6573">
                  <c:v>1.40445E-2</c:v>
                </c:pt>
                <c:pt idx="6574">
                  <c:v>1.3650600000000001E-2</c:v>
                </c:pt>
                <c:pt idx="6575">
                  <c:v>1.3591300000000001E-2</c:v>
                </c:pt>
                <c:pt idx="6576">
                  <c:v>1.3625899999999998E-2</c:v>
                </c:pt>
                <c:pt idx="6577">
                  <c:v>1.3245099999999999E-2</c:v>
                </c:pt>
                <c:pt idx="6578">
                  <c:v>1.4509399999999999E-2</c:v>
                </c:pt>
                <c:pt idx="6579">
                  <c:v>1.3620400000000001E-2</c:v>
                </c:pt>
                <c:pt idx="6580">
                  <c:v>1.3597100000000001E-2</c:v>
                </c:pt>
                <c:pt idx="6581">
                  <c:v>1.3384299999999998E-2</c:v>
                </c:pt>
                <c:pt idx="6582">
                  <c:v>1.3710300000000002E-2</c:v>
                </c:pt>
                <c:pt idx="6583">
                  <c:v>1.4334399999999999E-2</c:v>
                </c:pt>
                <c:pt idx="6584">
                  <c:v>1.4437100000000001E-2</c:v>
                </c:pt>
                <c:pt idx="6585">
                  <c:v>1.3977099999999999E-2</c:v>
                </c:pt>
                <c:pt idx="6586">
                  <c:v>1.3720500000000002E-2</c:v>
                </c:pt>
                <c:pt idx="6587">
                  <c:v>1.3993799999999999E-2</c:v>
                </c:pt>
                <c:pt idx="6588">
                  <c:v>1.3998400000000001E-2</c:v>
                </c:pt>
                <c:pt idx="6589">
                  <c:v>1.3774000000000002E-2</c:v>
                </c:pt>
                <c:pt idx="6590">
                  <c:v>1.35427E-2</c:v>
                </c:pt>
                <c:pt idx="6591">
                  <c:v>1.2565099999999999E-2</c:v>
                </c:pt>
                <c:pt idx="6592">
                  <c:v>1.2891399999999999E-2</c:v>
                </c:pt>
                <c:pt idx="6593">
                  <c:v>1.30323E-2</c:v>
                </c:pt>
                <c:pt idx="6594">
                  <c:v>1.23181E-2</c:v>
                </c:pt>
                <c:pt idx="6595">
                  <c:v>1.2970599999999999E-2</c:v>
                </c:pt>
                <c:pt idx="6596">
                  <c:v>1.2963499999999999E-2</c:v>
                </c:pt>
                <c:pt idx="6597">
                  <c:v>1.3094999999999999E-2</c:v>
                </c:pt>
                <c:pt idx="6598">
                  <c:v>1.3007100000000001E-2</c:v>
                </c:pt>
                <c:pt idx="6599">
                  <c:v>1.2909E-2</c:v>
                </c:pt>
                <c:pt idx="6600">
                  <c:v>1.2409099999999999E-2</c:v>
                </c:pt>
                <c:pt idx="6601">
                  <c:v>1.2397199999999999E-2</c:v>
                </c:pt>
                <c:pt idx="6602">
                  <c:v>1.2643699999999999E-2</c:v>
                </c:pt>
                <c:pt idx="6603">
                  <c:v>1.3003000000000001E-2</c:v>
                </c:pt>
                <c:pt idx="6604">
                  <c:v>1.2358299999999999E-2</c:v>
                </c:pt>
                <c:pt idx="6605">
                  <c:v>1.23042E-2</c:v>
                </c:pt>
                <c:pt idx="6606">
                  <c:v>1.2844300000000001E-2</c:v>
                </c:pt>
                <c:pt idx="6607">
                  <c:v>1.19904E-2</c:v>
                </c:pt>
                <c:pt idx="6608">
                  <c:v>1.25907E-2</c:v>
                </c:pt>
                <c:pt idx="6609">
                  <c:v>1.27584E-2</c:v>
                </c:pt>
                <c:pt idx="6610">
                  <c:v>1.2581E-2</c:v>
                </c:pt>
                <c:pt idx="6611">
                  <c:v>1.1622E-2</c:v>
                </c:pt>
                <c:pt idx="6612">
                  <c:v>1.1847100000000001E-2</c:v>
                </c:pt>
                <c:pt idx="6613">
                  <c:v>1.25279E-2</c:v>
                </c:pt>
                <c:pt idx="6614">
                  <c:v>1.26126E-2</c:v>
                </c:pt>
                <c:pt idx="6615">
                  <c:v>1.19165E-2</c:v>
                </c:pt>
                <c:pt idx="6616">
                  <c:v>1.2955099999999999E-2</c:v>
                </c:pt>
                <c:pt idx="6617">
                  <c:v>1.28369E-2</c:v>
                </c:pt>
                <c:pt idx="6618">
                  <c:v>1.2966300000000002E-2</c:v>
                </c:pt>
                <c:pt idx="6619">
                  <c:v>1.2923599999999999E-2</c:v>
                </c:pt>
                <c:pt idx="6620">
                  <c:v>1.2759699999999999E-2</c:v>
                </c:pt>
                <c:pt idx="6621">
                  <c:v>1.2326999999999999E-2</c:v>
                </c:pt>
                <c:pt idx="6622">
                  <c:v>1.2157100000000001E-2</c:v>
                </c:pt>
                <c:pt idx="6623">
                  <c:v>1.2683499999999999E-2</c:v>
                </c:pt>
                <c:pt idx="6624">
                  <c:v>1.2832300000000001E-2</c:v>
                </c:pt>
                <c:pt idx="6625">
                  <c:v>1.20056E-2</c:v>
                </c:pt>
                <c:pt idx="6626">
                  <c:v>1.2068899999999999E-2</c:v>
                </c:pt>
                <c:pt idx="6627">
                  <c:v>1.2043699999999999E-2</c:v>
                </c:pt>
                <c:pt idx="6628">
                  <c:v>1.1881399999999999E-2</c:v>
                </c:pt>
                <c:pt idx="6629">
                  <c:v>1.18829E-2</c:v>
                </c:pt>
                <c:pt idx="6630">
                  <c:v>1.1872600000000001E-2</c:v>
                </c:pt>
                <c:pt idx="6631">
                  <c:v>1.20955E-2</c:v>
                </c:pt>
                <c:pt idx="6632">
                  <c:v>1.2095399999999999E-2</c:v>
                </c:pt>
                <c:pt idx="6633">
                  <c:v>1.24575E-2</c:v>
                </c:pt>
                <c:pt idx="6634">
                  <c:v>1.2417300000000001E-2</c:v>
                </c:pt>
                <c:pt idx="6635">
                  <c:v>1.2514600000000001E-2</c:v>
                </c:pt>
                <c:pt idx="6636">
                  <c:v>1.27157E-2</c:v>
                </c:pt>
                <c:pt idx="6637">
                  <c:v>1.2584E-2</c:v>
                </c:pt>
                <c:pt idx="6638">
                  <c:v>1.25933E-2</c:v>
                </c:pt>
                <c:pt idx="6639">
                  <c:v>1.22471E-2</c:v>
                </c:pt>
                <c:pt idx="6640">
                  <c:v>1.23076E-2</c:v>
                </c:pt>
                <c:pt idx="6641">
                  <c:v>1.26327E-2</c:v>
                </c:pt>
                <c:pt idx="6642">
                  <c:v>1.2427800000000001E-2</c:v>
                </c:pt>
                <c:pt idx="6643">
                  <c:v>1.24355E-2</c:v>
                </c:pt>
                <c:pt idx="6644">
                  <c:v>1.24812E-2</c:v>
                </c:pt>
                <c:pt idx="6645">
                  <c:v>1.26512E-2</c:v>
                </c:pt>
                <c:pt idx="6646">
                  <c:v>1.2661E-2</c:v>
                </c:pt>
                <c:pt idx="6647">
                  <c:v>1.26502E-2</c:v>
                </c:pt>
                <c:pt idx="6648">
                  <c:v>1.25907E-2</c:v>
                </c:pt>
                <c:pt idx="6649">
                  <c:v>1.2500499999999999E-2</c:v>
                </c:pt>
                <c:pt idx="6650">
                  <c:v>1.2475499999999999E-2</c:v>
                </c:pt>
                <c:pt idx="6651">
                  <c:v>1.25472E-2</c:v>
                </c:pt>
                <c:pt idx="6652">
                  <c:v>1.25203E-2</c:v>
                </c:pt>
                <c:pt idx="6653">
                  <c:v>1.2506999999999999E-2</c:v>
                </c:pt>
                <c:pt idx="6654">
                  <c:v>1.24682E-2</c:v>
                </c:pt>
                <c:pt idx="6655">
                  <c:v>1.25778E-2</c:v>
                </c:pt>
                <c:pt idx="6656">
                  <c:v>1.2662E-2</c:v>
                </c:pt>
                <c:pt idx="6657">
                  <c:v>1.2432599999999999E-2</c:v>
                </c:pt>
                <c:pt idx="6658">
                  <c:v>1.2356900000000001E-2</c:v>
                </c:pt>
                <c:pt idx="6659">
                  <c:v>1.24625E-2</c:v>
                </c:pt>
                <c:pt idx="6660">
                  <c:v>1.2353900000000001E-2</c:v>
                </c:pt>
                <c:pt idx="6661">
                  <c:v>1.22963E-2</c:v>
                </c:pt>
                <c:pt idx="6662">
                  <c:v>1.23762E-2</c:v>
                </c:pt>
                <c:pt idx="6663">
                  <c:v>1.2555999999999999E-2</c:v>
                </c:pt>
                <c:pt idx="6664">
                  <c:v>1.2408799999999999E-2</c:v>
                </c:pt>
                <c:pt idx="6665">
                  <c:v>1.2218300000000001E-2</c:v>
                </c:pt>
                <c:pt idx="6666">
                  <c:v>1.22273E-2</c:v>
                </c:pt>
                <c:pt idx="6667">
                  <c:v>1.2544100000000001E-2</c:v>
                </c:pt>
                <c:pt idx="6668">
                  <c:v>1.2454300000000001E-2</c:v>
                </c:pt>
                <c:pt idx="6669">
                  <c:v>1.2542300000000001E-2</c:v>
                </c:pt>
                <c:pt idx="6670">
                  <c:v>1.2676900000000001E-2</c:v>
                </c:pt>
                <c:pt idx="6671">
                  <c:v>1.28912E-2</c:v>
                </c:pt>
                <c:pt idx="6672">
                  <c:v>1.25352E-2</c:v>
                </c:pt>
                <c:pt idx="6673">
                  <c:v>1.24628E-2</c:v>
                </c:pt>
                <c:pt idx="6674">
                  <c:v>1.2153199999999999E-2</c:v>
                </c:pt>
                <c:pt idx="6675">
                  <c:v>1.22151E-2</c:v>
                </c:pt>
                <c:pt idx="6676">
                  <c:v>1.2152100000000001E-2</c:v>
                </c:pt>
                <c:pt idx="6677">
                  <c:v>1.2315300000000001E-2</c:v>
                </c:pt>
                <c:pt idx="6678">
                  <c:v>1.2194799999999999E-2</c:v>
                </c:pt>
                <c:pt idx="6679">
                  <c:v>1.22565E-2</c:v>
                </c:pt>
                <c:pt idx="6680">
                  <c:v>1.2413800000000001E-2</c:v>
                </c:pt>
                <c:pt idx="6681">
                  <c:v>1.25074E-2</c:v>
                </c:pt>
                <c:pt idx="6682">
                  <c:v>1.24054E-2</c:v>
                </c:pt>
                <c:pt idx="6683">
                  <c:v>1.25057E-2</c:v>
                </c:pt>
                <c:pt idx="6684">
                  <c:v>1.2592000000000001E-2</c:v>
                </c:pt>
                <c:pt idx="6685">
                  <c:v>1.26935E-2</c:v>
                </c:pt>
                <c:pt idx="6686">
                  <c:v>1.25703E-2</c:v>
                </c:pt>
                <c:pt idx="6687">
                  <c:v>1.2590800000000001E-2</c:v>
                </c:pt>
                <c:pt idx="6688">
                  <c:v>1.2386899999999999E-2</c:v>
                </c:pt>
                <c:pt idx="6689">
                  <c:v>1.2397199999999999E-2</c:v>
                </c:pt>
                <c:pt idx="6690">
                  <c:v>1.2181399999999998E-2</c:v>
                </c:pt>
                <c:pt idx="6691">
                  <c:v>1.21513E-2</c:v>
                </c:pt>
                <c:pt idx="6692">
                  <c:v>1.2163E-2</c:v>
                </c:pt>
                <c:pt idx="6693">
                  <c:v>1.22706E-2</c:v>
                </c:pt>
                <c:pt idx="6694">
                  <c:v>1.2227500000000001E-2</c:v>
                </c:pt>
                <c:pt idx="6695">
                  <c:v>1.2199399999999999E-2</c:v>
                </c:pt>
                <c:pt idx="6696">
                  <c:v>1.20909E-2</c:v>
                </c:pt>
                <c:pt idx="6697">
                  <c:v>1.17333E-2</c:v>
                </c:pt>
                <c:pt idx="6698">
                  <c:v>1.1942700000000001E-2</c:v>
                </c:pt>
                <c:pt idx="6699">
                  <c:v>1.19571E-2</c:v>
                </c:pt>
                <c:pt idx="6700">
                  <c:v>1.12455E-2</c:v>
                </c:pt>
                <c:pt idx="6701">
                  <c:v>1.13718E-2</c:v>
                </c:pt>
                <c:pt idx="6702">
                  <c:v>1.12975E-2</c:v>
                </c:pt>
                <c:pt idx="6703">
                  <c:v>1.1091E-2</c:v>
                </c:pt>
                <c:pt idx="6704">
                  <c:v>1.1243000000000001E-2</c:v>
                </c:pt>
                <c:pt idx="6705">
                  <c:v>1.12792E-2</c:v>
                </c:pt>
                <c:pt idx="6706">
                  <c:v>1.1197199999999999E-2</c:v>
                </c:pt>
                <c:pt idx="6707">
                  <c:v>1.10212E-2</c:v>
                </c:pt>
                <c:pt idx="6708">
                  <c:v>1.11748E-2</c:v>
                </c:pt>
                <c:pt idx="6709">
                  <c:v>1.1941E-2</c:v>
                </c:pt>
                <c:pt idx="6710">
                  <c:v>1.19595E-2</c:v>
                </c:pt>
                <c:pt idx="6711">
                  <c:v>1.21697E-2</c:v>
                </c:pt>
                <c:pt idx="6712">
                  <c:v>1.22817E-2</c:v>
                </c:pt>
                <c:pt idx="6713">
                  <c:v>1.26713E-2</c:v>
                </c:pt>
                <c:pt idx="6714">
                  <c:v>1.2964599999999998E-2</c:v>
                </c:pt>
                <c:pt idx="6715">
                  <c:v>1.2907E-2</c:v>
                </c:pt>
                <c:pt idx="6716">
                  <c:v>1.29464E-2</c:v>
                </c:pt>
                <c:pt idx="6717">
                  <c:v>1.3015700000000002E-2</c:v>
                </c:pt>
                <c:pt idx="6718">
                  <c:v>1.31161E-2</c:v>
                </c:pt>
                <c:pt idx="6719">
                  <c:v>1.1337399999999999E-2</c:v>
                </c:pt>
                <c:pt idx="6720">
                  <c:v>1.07898E-2</c:v>
                </c:pt>
                <c:pt idx="6721">
                  <c:v>1.1050300000000001E-2</c:v>
                </c:pt>
                <c:pt idx="6722">
                  <c:v>1.1122100000000001E-2</c:v>
                </c:pt>
                <c:pt idx="6723">
                  <c:v>1.0919499999999999E-2</c:v>
                </c:pt>
                <c:pt idx="6724">
                  <c:v>1.09529E-2</c:v>
                </c:pt>
                <c:pt idx="6725">
                  <c:v>1.11471E-2</c:v>
                </c:pt>
                <c:pt idx="6726">
                  <c:v>1.13676E-2</c:v>
                </c:pt>
                <c:pt idx="6727">
                  <c:v>1.1680299999999999E-2</c:v>
                </c:pt>
                <c:pt idx="6728">
                  <c:v>1.1909099999999999E-2</c:v>
                </c:pt>
                <c:pt idx="6729">
                  <c:v>1.17742E-2</c:v>
                </c:pt>
                <c:pt idx="6730">
                  <c:v>1.1698200000000001E-2</c:v>
                </c:pt>
              </c:numCache>
            </c:numRef>
          </c:val>
          <c:smooth val="0"/>
          <c:extLst>
            <c:ext xmlns:c16="http://schemas.microsoft.com/office/drawing/2014/chart" uri="{C3380CC4-5D6E-409C-BE32-E72D297353CC}">
              <c16:uniqueId val="{00000005-E73A-4117-BC58-4A6B7AF4ADB5}"/>
            </c:ext>
          </c:extLst>
        </c:ser>
        <c:dLbls>
          <c:showLegendKey val="0"/>
          <c:showVal val="0"/>
          <c:showCatName val="0"/>
          <c:showSerName val="0"/>
          <c:showPercent val="0"/>
          <c:showBubbleSize val="0"/>
        </c:dLbls>
        <c:marker val="1"/>
        <c:smooth val="0"/>
        <c:axId val="-119015840"/>
        <c:axId val="-119022912"/>
      </c:lineChart>
      <c:dateAx>
        <c:axId val="-119008768"/>
        <c:scaling>
          <c:orientation val="minMax"/>
          <c:max val="46311"/>
          <c:min val="43100"/>
        </c:scaling>
        <c:delete val="0"/>
        <c:axPos val="b"/>
        <c:numFmt formatCode="[$-409]mmmmm\-yy;@" sourceLinked="0"/>
        <c:majorTickMark val="out"/>
        <c:minorTickMark val="none"/>
        <c:tickLblPos val="nextTo"/>
        <c:txPr>
          <a:bodyPr rot="0" vert="horz"/>
          <a:lstStyle/>
          <a:p>
            <a:pPr>
              <a:defRPr sz="700" b="1">
                <a:solidFill>
                  <a:schemeClr val="tx2">
                    <a:lumMod val="75000"/>
                  </a:schemeClr>
                </a:solidFill>
                <a:latin typeface="Trebuchet MS" panose="020B0603020202020204" pitchFamily="34" charset="0"/>
              </a:defRPr>
            </a:pPr>
            <a:endParaRPr lang="es-PE"/>
          </a:p>
        </c:txPr>
        <c:crossAx val="-119023456"/>
        <c:crosses val="autoZero"/>
        <c:auto val="1"/>
        <c:lblOffset val="100"/>
        <c:baseTimeUnit val="days"/>
        <c:majorUnit val="4"/>
        <c:majorTimeUnit val="months"/>
      </c:dateAx>
      <c:valAx>
        <c:axId val="-119023456"/>
        <c:scaling>
          <c:orientation val="minMax"/>
          <c:max val="4.0000000000000008E-2"/>
        </c:scaling>
        <c:delete val="0"/>
        <c:axPos val="l"/>
        <c:majorGridlines>
          <c:spPr>
            <a:ln w="6350">
              <a:prstDash val="sysDot"/>
            </a:ln>
          </c:spPr>
        </c:majorGridlines>
        <c:numFmt formatCode="0.0%" sourceLinked="0"/>
        <c:majorTickMark val="out"/>
        <c:minorTickMark val="none"/>
        <c:tickLblPos val="nextTo"/>
        <c:txPr>
          <a:bodyPr/>
          <a:lstStyle/>
          <a:p>
            <a:pPr>
              <a:defRPr sz="700" b="1">
                <a:solidFill>
                  <a:schemeClr val="tx2">
                    <a:lumMod val="75000"/>
                  </a:schemeClr>
                </a:solidFill>
                <a:latin typeface="Trebuchet MS" panose="020B0603020202020204" pitchFamily="34" charset="0"/>
              </a:defRPr>
            </a:pPr>
            <a:endParaRPr lang="es-PE"/>
          </a:p>
        </c:txPr>
        <c:crossAx val="-119008768"/>
        <c:crosses val="autoZero"/>
        <c:crossBetween val="between"/>
      </c:valAx>
      <c:valAx>
        <c:axId val="-119022912"/>
        <c:scaling>
          <c:orientation val="minMax"/>
          <c:max val="8.0000000000000016E-2"/>
        </c:scaling>
        <c:delete val="0"/>
        <c:axPos val="r"/>
        <c:numFmt formatCode="0.0%" sourceLinked="0"/>
        <c:majorTickMark val="out"/>
        <c:minorTickMark val="none"/>
        <c:tickLblPos val="nextTo"/>
        <c:txPr>
          <a:bodyPr/>
          <a:lstStyle/>
          <a:p>
            <a:pPr>
              <a:defRPr sz="700" b="1">
                <a:solidFill>
                  <a:schemeClr val="tx2">
                    <a:lumMod val="75000"/>
                  </a:schemeClr>
                </a:solidFill>
                <a:latin typeface="Trebuchet MS" panose="020B0603020202020204" pitchFamily="34" charset="0"/>
              </a:defRPr>
            </a:pPr>
            <a:endParaRPr lang="es-PE"/>
          </a:p>
        </c:txPr>
        <c:crossAx val="-119015840"/>
        <c:crosses val="max"/>
        <c:crossBetween val="between"/>
      </c:valAx>
      <c:dateAx>
        <c:axId val="-119015840"/>
        <c:scaling>
          <c:orientation val="minMax"/>
        </c:scaling>
        <c:delete val="1"/>
        <c:axPos val="b"/>
        <c:numFmt formatCode="m/d/yyyy" sourceLinked="1"/>
        <c:majorTickMark val="out"/>
        <c:minorTickMark val="none"/>
        <c:tickLblPos val="nextTo"/>
        <c:crossAx val="-119022912"/>
        <c:crosses val="autoZero"/>
        <c:auto val="1"/>
        <c:lblOffset val="100"/>
        <c:baseTimeUnit val="days"/>
      </c:dateAx>
    </c:plotArea>
    <c:legend>
      <c:legendPos val="b"/>
      <c:legendEntry>
        <c:idx val="4"/>
        <c:delete val="1"/>
      </c:legendEntry>
      <c:layout>
        <c:manualLayout>
          <c:xMode val="edge"/>
          <c:yMode val="edge"/>
          <c:x val="5.0000062822672955E-2"/>
          <c:y val="0.88623962814002699"/>
          <c:w val="0.89999987435465412"/>
          <c:h val="7.6370431334793043E-2"/>
        </c:manualLayout>
      </c:layout>
      <c:overlay val="0"/>
      <c:txPr>
        <a:bodyPr/>
        <a:lstStyle/>
        <a:p>
          <a:pPr>
            <a:defRPr sz="700" b="1">
              <a:solidFill>
                <a:schemeClr val="tx2">
                  <a:lumMod val="75000"/>
                </a:schemeClr>
              </a:solidFill>
              <a:latin typeface="Trebuchet MS" panose="020B0603020202020204" pitchFamily="34" charset="0"/>
            </a:defRPr>
          </a:pPr>
          <a:endParaRPr lang="es-PE"/>
        </a:p>
      </c:txPr>
    </c:legend>
    <c:plotVisOnly val="1"/>
    <c:dispBlanksAs val="gap"/>
    <c:showDLblsOverMax val="0"/>
  </c:chart>
  <c:spPr>
    <a:noFill/>
    <a:ln>
      <a:noFill/>
    </a:ln>
  </c:sp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4"/>
            <a:ext cx="3038605" cy="464821"/>
          </a:xfrm>
          <a:prstGeom prst="rect">
            <a:avLst/>
          </a:prstGeom>
        </p:spPr>
        <p:txBody>
          <a:bodyPr vert="horz" lIns="91766" tIns="45883" rIns="91766" bIns="45883" rtlCol="0"/>
          <a:lstStyle>
            <a:lvl1pPr algn="l" fontAlgn="auto">
              <a:spcBef>
                <a:spcPts val="0"/>
              </a:spcBef>
              <a:spcAft>
                <a:spcPts val="0"/>
              </a:spcAft>
              <a:defRPr sz="1200">
                <a:latin typeface="+mn-lt"/>
                <a:cs typeface="+mn-cs"/>
              </a:defRPr>
            </a:lvl1pPr>
          </a:lstStyle>
          <a:p>
            <a:pPr>
              <a:defRPr/>
            </a:pPr>
            <a:endParaRPr lang="es-PE"/>
          </a:p>
        </p:txBody>
      </p:sp>
      <p:sp>
        <p:nvSpPr>
          <p:cNvPr id="3" name="Date Placeholder 2"/>
          <p:cNvSpPr>
            <a:spLocks noGrp="1"/>
          </p:cNvSpPr>
          <p:nvPr>
            <p:ph type="dt" sz="quarter" idx="1"/>
          </p:nvPr>
        </p:nvSpPr>
        <p:spPr>
          <a:xfrm>
            <a:off x="3970160" y="4"/>
            <a:ext cx="3038605" cy="464821"/>
          </a:xfrm>
          <a:prstGeom prst="rect">
            <a:avLst/>
          </a:prstGeom>
        </p:spPr>
        <p:txBody>
          <a:bodyPr vert="horz" lIns="91766" tIns="45883" rIns="91766" bIns="45883" rtlCol="0"/>
          <a:lstStyle>
            <a:lvl1pPr algn="r" fontAlgn="auto">
              <a:spcBef>
                <a:spcPts val="0"/>
              </a:spcBef>
              <a:spcAft>
                <a:spcPts val="0"/>
              </a:spcAft>
              <a:defRPr sz="1200">
                <a:latin typeface="+mn-lt"/>
                <a:cs typeface="+mn-cs"/>
              </a:defRPr>
            </a:lvl1pPr>
          </a:lstStyle>
          <a:p>
            <a:pPr>
              <a:defRPr/>
            </a:pPr>
            <a:fld id="{F0797B8D-0C27-4DB1-BB83-8C622583DE02}" type="datetimeFigureOut">
              <a:rPr lang="es-PE"/>
              <a:pPr>
                <a:defRPr/>
              </a:pPr>
              <a:t>21/10/2026</a:t>
            </a:fld>
            <a:endParaRPr lang="es-PE"/>
          </a:p>
        </p:txBody>
      </p:sp>
      <p:sp>
        <p:nvSpPr>
          <p:cNvPr id="6" name="Slide Number Placeholder 5"/>
          <p:cNvSpPr>
            <a:spLocks noGrp="1"/>
          </p:cNvSpPr>
          <p:nvPr>
            <p:ph type="sldNum" sz="quarter" idx="3"/>
          </p:nvPr>
        </p:nvSpPr>
        <p:spPr>
          <a:xfrm>
            <a:off x="3970160" y="8830090"/>
            <a:ext cx="3038605" cy="464821"/>
          </a:xfrm>
          <a:prstGeom prst="rect">
            <a:avLst/>
          </a:prstGeom>
        </p:spPr>
        <p:txBody>
          <a:bodyPr vert="horz" lIns="91766" tIns="45883" rIns="91766" bIns="45883" rtlCol="0" anchor="b"/>
          <a:lstStyle>
            <a:lvl1pPr algn="r">
              <a:defRPr sz="1200">
                <a:latin typeface="Arial" charset="0"/>
                <a:cs typeface="+mn-cs"/>
              </a:defRPr>
            </a:lvl1pPr>
          </a:lstStyle>
          <a:p>
            <a:pPr>
              <a:defRPr/>
            </a:pPr>
            <a:fld id="{70401C61-AE46-4E45-8157-AA196BA2C15F}" type="slidenum">
              <a:rPr lang="en-US"/>
              <a:pPr>
                <a:defRPr/>
              </a:pPr>
              <a:t>‹#›</a:t>
            </a:fld>
            <a:endParaRPr lang="en-US"/>
          </a:p>
        </p:txBody>
      </p:sp>
      <p:sp>
        <p:nvSpPr>
          <p:cNvPr id="7" name="Footer Placeholder 6"/>
          <p:cNvSpPr>
            <a:spLocks noGrp="1"/>
          </p:cNvSpPr>
          <p:nvPr>
            <p:ph type="ftr" sz="quarter" idx="2"/>
          </p:nvPr>
        </p:nvSpPr>
        <p:spPr>
          <a:xfrm>
            <a:off x="0" y="8830090"/>
            <a:ext cx="3038605" cy="464821"/>
          </a:xfrm>
          <a:prstGeom prst="rect">
            <a:avLst/>
          </a:prstGeom>
        </p:spPr>
        <p:txBody>
          <a:bodyPr vert="horz" lIns="91766" tIns="45883" rIns="91766" bIns="45883" rtlCol="0" anchor="b"/>
          <a:lstStyle>
            <a:lvl1pPr algn="l">
              <a:defRPr sz="1200">
                <a:latin typeface="Arial" charset="0"/>
                <a:cs typeface="+mn-cs"/>
              </a:defRPr>
            </a:lvl1pPr>
          </a:lstStyle>
          <a:p>
            <a:pPr>
              <a:defRPr/>
            </a:pPr>
            <a:endParaRPr lang="en-US"/>
          </a:p>
        </p:txBody>
      </p:sp>
    </p:spTree>
    <p:extLst>
      <p:ext uri="{BB962C8B-B14F-4D97-AF65-F5344CB8AC3E}">
        <p14:creationId xmlns:p14="http://schemas.microsoft.com/office/powerpoint/2010/main" val="38398815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4"/>
            <a:ext cx="3038605" cy="464821"/>
          </a:xfrm>
          <a:prstGeom prst="rect">
            <a:avLst/>
          </a:prstGeom>
        </p:spPr>
        <p:txBody>
          <a:bodyPr vert="horz" lIns="91766" tIns="45883" rIns="91766" bIns="45883" rtlCol="0"/>
          <a:lstStyle>
            <a:lvl1pPr algn="l">
              <a:defRPr sz="1200">
                <a:latin typeface="Arial" pitchFamily="34" charset="0"/>
                <a:cs typeface="+mn-cs"/>
              </a:defRPr>
            </a:lvl1pPr>
          </a:lstStyle>
          <a:p>
            <a:pPr>
              <a:defRPr/>
            </a:pPr>
            <a:endParaRPr lang="en-US"/>
          </a:p>
        </p:txBody>
      </p:sp>
      <p:sp>
        <p:nvSpPr>
          <p:cNvPr id="3" name="Date Placeholder 2"/>
          <p:cNvSpPr>
            <a:spLocks noGrp="1"/>
          </p:cNvSpPr>
          <p:nvPr>
            <p:ph type="dt" idx="1"/>
          </p:nvPr>
        </p:nvSpPr>
        <p:spPr>
          <a:xfrm>
            <a:off x="3970160" y="4"/>
            <a:ext cx="3038605" cy="464821"/>
          </a:xfrm>
          <a:prstGeom prst="rect">
            <a:avLst/>
          </a:prstGeom>
        </p:spPr>
        <p:txBody>
          <a:bodyPr vert="horz" lIns="91766" tIns="45883" rIns="91766" bIns="45883" rtlCol="0"/>
          <a:lstStyle>
            <a:lvl1pPr algn="r">
              <a:defRPr sz="1200">
                <a:latin typeface="Arial" pitchFamily="34" charset="0"/>
                <a:cs typeface="+mn-cs"/>
              </a:defRPr>
            </a:lvl1pPr>
          </a:lstStyle>
          <a:p>
            <a:pPr>
              <a:defRPr/>
            </a:pPr>
            <a:fld id="{6B35FABE-778E-4225-949A-3056485E1137}" type="datetimeFigureOut">
              <a:rPr lang="en-US"/>
              <a:pPr>
                <a:defRPr/>
              </a:pPr>
              <a:t>10/21/2026</a:t>
            </a:fld>
            <a:endParaRPr lang="en-US"/>
          </a:p>
        </p:txBody>
      </p:sp>
      <p:sp>
        <p:nvSpPr>
          <p:cNvPr id="4" name="Slide Image Placeholder 3"/>
          <p:cNvSpPr>
            <a:spLocks noGrp="1" noRot="1" noChangeAspect="1"/>
          </p:cNvSpPr>
          <p:nvPr>
            <p:ph type="sldImg" idx="2"/>
          </p:nvPr>
        </p:nvSpPr>
        <p:spPr>
          <a:xfrm>
            <a:off x="1182688" y="700088"/>
            <a:ext cx="4645025" cy="3482975"/>
          </a:xfrm>
          <a:prstGeom prst="rect">
            <a:avLst/>
          </a:prstGeom>
          <a:noFill/>
          <a:ln w="12700">
            <a:solidFill>
              <a:prstClr val="black"/>
            </a:solidFill>
          </a:ln>
        </p:spPr>
        <p:txBody>
          <a:bodyPr vert="horz" lIns="91766" tIns="45883" rIns="91766" bIns="45883" rtlCol="0" anchor="ctr"/>
          <a:lstStyle/>
          <a:p>
            <a:pPr lvl="0"/>
            <a:endParaRPr lang="en-US" noProof="0"/>
          </a:p>
        </p:txBody>
      </p:sp>
      <p:sp>
        <p:nvSpPr>
          <p:cNvPr id="5" name="Notes Placeholder 4"/>
          <p:cNvSpPr>
            <a:spLocks noGrp="1"/>
          </p:cNvSpPr>
          <p:nvPr>
            <p:ph type="body" sz="quarter" idx="3"/>
          </p:nvPr>
        </p:nvSpPr>
        <p:spPr>
          <a:xfrm>
            <a:off x="700718" y="4416538"/>
            <a:ext cx="5608975" cy="4183379"/>
          </a:xfrm>
          <a:prstGeom prst="rect">
            <a:avLst/>
          </a:prstGeom>
        </p:spPr>
        <p:txBody>
          <a:bodyPr vert="horz" lIns="91766" tIns="45883" rIns="91766" bIns="45883"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831583"/>
            <a:ext cx="3038605" cy="464819"/>
          </a:xfrm>
          <a:prstGeom prst="rect">
            <a:avLst/>
          </a:prstGeom>
        </p:spPr>
        <p:txBody>
          <a:bodyPr vert="horz" lIns="91766" tIns="45883" rIns="91766" bIns="45883" rtlCol="0" anchor="b"/>
          <a:lstStyle>
            <a:lvl1pPr algn="l">
              <a:defRPr sz="1200">
                <a:latin typeface="Arial" pitchFamily="34" charset="0"/>
                <a:cs typeface="+mn-cs"/>
              </a:defRPr>
            </a:lvl1pPr>
          </a:lstStyle>
          <a:p>
            <a:pPr>
              <a:defRPr/>
            </a:pPr>
            <a:endParaRPr lang="en-US"/>
          </a:p>
        </p:txBody>
      </p:sp>
      <p:sp>
        <p:nvSpPr>
          <p:cNvPr id="7" name="Slide Number Placeholder 6"/>
          <p:cNvSpPr>
            <a:spLocks noGrp="1"/>
          </p:cNvSpPr>
          <p:nvPr>
            <p:ph type="sldNum" sz="quarter" idx="5"/>
          </p:nvPr>
        </p:nvSpPr>
        <p:spPr>
          <a:xfrm>
            <a:off x="3970160" y="8830090"/>
            <a:ext cx="3038605" cy="464821"/>
          </a:xfrm>
          <a:prstGeom prst="rect">
            <a:avLst/>
          </a:prstGeom>
        </p:spPr>
        <p:txBody>
          <a:bodyPr vert="horz" lIns="91766" tIns="45883" rIns="91766" bIns="45883" rtlCol="0" anchor="b"/>
          <a:lstStyle>
            <a:lvl1pPr algn="r">
              <a:defRPr sz="1200">
                <a:latin typeface="Arial" pitchFamily="34" charset="0"/>
                <a:cs typeface="+mn-cs"/>
              </a:defRPr>
            </a:lvl1pPr>
          </a:lstStyle>
          <a:p>
            <a:pPr>
              <a:defRPr/>
            </a:pPr>
            <a:fld id="{85823D8B-658D-41E2-B9CF-64D3D90DFC53}" type="slidenum">
              <a:rPr lang="en-US"/>
              <a:pPr>
                <a:defRPr/>
              </a:pPr>
              <a:t>‹#›</a:t>
            </a:fld>
            <a:endParaRPr lang="en-US"/>
          </a:p>
        </p:txBody>
      </p:sp>
    </p:spTree>
    <p:extLst>
      <p:ext uri="{BB962C8B-B14F-4D97-AF65-F5344CB8AC3E}">
        <p14:creationId xmlns:p14="http://schemas.microsoft.com/office/powerpoint/2010/main" val="396367688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2024-2026 YTD</a:t>
            </a:r>
          </a:p>
          <a:p>
            <a:endParaRPr lang="en-US" dirty="0"/>
          </a:p>
        </p:txBody>
      </p:sp>
      <p:sp>
        <p:nvSpPr>
          <p:cNvPr id="4" name="Slide Number Placeholder 3"/>
          <p:cNvSpPr>
            <a:spLocks noGrp="1"/>
          </p:cNvSpPr>
          <p:nvPr>
            <p:ph type="sldNum" sz="quarter" idx="10"/>
          </p:nvPr>
        </p:nvSpPr>
        <p:spPr/>
        <p:txBody>
          <a:bodyPr/>
          <a:lstStyle/>
          <a:p>
            <a:pPr>
              <a:defRPr/>
            </a:pPr>
            <a:fld id="{85823D8B-658D-41E2-B9CF-64D3D90DFC53}" type="slidenum">
              <a:rPr lang="en-US" smtClean="0"/>
              <a:pPr>
                <a:defRPr/>
              </a:pPr>
              <a:t>1</a:t>
            </a:fld>
            <a:endParaRPr lang="en-US"/>
          </a:p>
        </p:txBody>
      </p:sp>
    </p:spTree>
    <p:extLst>
      <p:ext uri="{BB962C8B-B14F-4D97-AF65-F5344CB8AC3E}">
        <p14:creationId xmlns:p14="http://schemas.microsoft.com/office/powerpoint/2010/main" val="21650781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355FB5-FCD0-2DCB-92F6-5282BF931C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F76857-1610-C6F1-0548-36BB5B644D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8CC786-84CF-8E16-8D39-8935AEF46A8F}"/>
              </a:ext>
            </a:extLst>
          </p:cNvPr>
          <p:cNvSpPr>
            <a:spLocks noGrp="1"/>
          </p:cNvSpPr>
          <p:nvPr>
            <p:ph type="body" idx="1"/>
          </p:nvPr>
        </p:nvSpPr>
        <p:spPr/>
        <p:txBody>
          <a:bodyPr/>
          <a:lstStyle/>
          <a:p>
            <a:endParaRPr lang="es-PE" dirty="0"/>
          </a:p>
        </p:txBody>
      </p:sp>
      <p:sp>
        <p:nvSpPr>
          <p:cNvPr id="4" name="Slide Number Placeholder 3">
            <a:extLst>
              <a:ext uri="{FF2B5EF4-FFF2-40B4-BE49-F238E27FC236}">
                <a16:creationId xmlns:a16="http://schemas.microsoft.com/office/drawing/2014/main" id="{ABAB49BD-CF05-989D-7820-5D0944852DB6}"/>
              </a:ext>
            </a:extLst>
          </p:cNvPr>
          <p:cNvSpPr>
            <a:spLocks noGrp="1"/>
          </p:cNvSpPr>
          <p:nvPr>
            <p:ph type="sldNum" sz="quarter" idx="10"/>
          </p:nvPr>
        </p:nvSpPr>
        <p:spPr/>
        <p:txBody>
          <a:bodyPr/>
          <a:lstStyle/>
          <a:p>
            <a:pPr>
              <a:defRPr/>
            </a:pPr>
            <a:fld id="{77684FBB-FF5E-46BD-B287-82584BA3A21D}" type="slidenum">
              <a:rPr lang="en-US" smtClean="0"/>
              <a:pPr>
                <a:defRPr/>
              </a:pPr>
              <a:t>2</a:t>
            </a:fld>
            <a:endParaRPr lang="en-US"/>
          </a:p>
        </p:txBody>
      </p:sp>
    </p:spTree>
    <p:extLst>
      <p:ext uri="{BB962C8B-B14F-4D97-AF65-F5344CB8AC3E}">
        <p14:creationId xmlns:p14="http://schemas.microsoft.com/office/powerpoint/2010/main" val="37113483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Macrobond</a:t>
            </a:r>
            <a:endParaRPr lang="en-US" dirty="0"/>
          </a:p>
        </p:txBody>
      </p:sp>
      <p:sp>
        <p:nvSpPr>
          <p:cNvPr id="4" name="Slide Number Placeholder 3"/>
          <p:cNvSpPr>
            <a:spLocks noGrp="1"/>
          </p:cNvSpPr>
          <p:nvPr>
            <p:ph type="sldNum" sz="quarter" idx="10"/>
          </p:nvPr>
        </p:nvSpPr>
        <p:spPr/>
        <p:txBody>
          <a:bodyPr/>
          <a:lstStyle/>
          <a:p>
            <a:pPr>
              <a:defRPr/>
            </a:pPr>
            <a:fld id="{85823D8B-658D-41E2-B9CF-64D3D90DFC53}" type="slidenum">
              <a:rPr lang="en-US" smtClean="0"/>
              <a:pPr>
                <a:defRPr/>
              </a:pPr>
              <a:t>3</a:t>
            </a:fld>
            <a:endParaRPr lang="en-US"/>
          </a:p>
        </p:txBody>
      </p:sp>
    </p:spTree>
    <p:extLst>
      <p:ext uri="{BB962C8B-B14F-4D97-AF65-F5344CB8AC3E}">
        <p14:creationId xmlns:p14="http://schemas.microsoft.com/office/powerpoint/2010/main" val="9036028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242426-B3AB-9B7F-C91A-578C1FAC0F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BDE716-92BB-7747-95A9-AC280D413E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E9A446-449B-3565-E673-7593BD1C0DCE}"/>
              </a:ext>
            </a:extLst>
          </p:cNvPr>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err="1"/>
              <a:t>Macrobond</a:t>
            </a:r>
            <a:endParaRPr lang="en-US" dirty="0"/>
          </a:p>
          <a:p>
            <a:endParaRPr lang="es-ES" dirty="0"/>
          </a:p>
        </p:txBody>
      </p:sp>
      <p:sp>
        <p:nvSpPr>
          <p:cNvPr id="4" name="Slide Number Placeholder 3">
            <a:extLst>
              <a:ext uri="{FF2B5EF4-FFF2-40B4-BE49-F238E27FC236}">
                <a16:creationId xmlns:a16="http://schemas.microsoft.com/office/drawing/2014/main" id="{DE147C23-CA11-7244-8A43-B577A2BB0F14}"/>
              </a:ext>
            </a:extLst>
          </p:cNvPr>
          <p:cNvSpPr>
            <a:spLocks noGrp="1"/>
          </p:cNvSpPr>
          <p:nvPr>
            <p:ph type="sldNum" sz="quarter" idx="10"/>
          </p:nvPr>
        </p:nvSpPr>
        <p:spPr/>
        <p:txBody>
          <a:bodyPr/>
          <a:lstStyle/>
          <a:p>
            <a:pPr>
              <a:defRPr/>
            </a:pPr>
            <a:fld id="{85823D8B-658D-41E2-B9CF-64D3D90DFC53}" type="slidenum">
              <a:rPr lang="en-US" smtClean="0"/>
              <a:pPr>
                <a:defRPr/>
              </a:pPr>
              <a:t>4</a:t>
            </a:fld>
            <a:endParaRPr lang="en-US"/>
          </a:p>
        </p:txBody>
      </p:sp>
    </p:spTree>
    <p:extLst>
      <p:ext uri="{BB962C8B-B14F-4D97-AF65-F5344CB8AC3E}">
        <p14:creationId xmlns:p14="http://schemas.microsoft.com/office/powerpoint/2010/main" val="35490051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BF5730-814E-D605-7CCB-0FE3801309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9DCFD2-B220-6625-6F81-CB5D2BBF2E2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B3C9C4-1645-02DF-4829-F620B8A0A52F}"/>
              </a:ext>
            </a:extLst>
          </p:cNvPr>
          <p:cNvSpPr>
            <a:spLocks noGrp="1"/>
          </p:cNvSpPr>
          <p:nvPr>
            <p:ph type="body" idx="1"/>
          </p:nvPr>
        </p:nvSpPr>
        <p:spPr/>
        <p:txBody>
          <a:bodyPr/>
          <a:lstStyle/>
          <a:p>
            <a:r>
              <a:rPr lang="en-US" dirty="0"/>
              <a:t>Link de la </a:t>
            </a:r>
            <a:r>
              <a:rPr lang="en-US" dirty="0" err="1"/>
              <a:t>noticia</a:t>
            </a:r>
            <a:r>
              <a:rPr lang="en-US" dirty="0"/>
              <a:t>: https://www.reuters.com/world/us/us-cancels-release-cpi-report-october-because-government-shutdown-2025-11-21/</a:t>
            </a:r>
          </a:p>
          <a:p>
            <a:r>
              <a:rPr lang="en-US" dirty="0" err="1"/>
              <a:t>Archivos</a:t>
            </a:r>
            <a:r>
              <a:rPr lang="en-US" dirty="0"/>
              <a:t> Top Down – </a:t>
            </a:r>
            <a:r>
              <a:rPr lang="en-US" dirty="0" err="1"/>
              <a:t>Ordenar</a:t>
            </a:r>
            <a:r>
              <a:rPr lang="en-US" dirty="0"/>
              <a:t> </a:t>
            </a:r>
            <a:r>
              <a:rPr lang="en-US" dirty="0" err="1"/>
              <a:t>por</a:t>
            </a:r>
            <a:r>
              <a:rPr lang="en-US" dirty="0"/>
              <a:t> </a:t>
            </a:r>
            <a:r>
              <a:rPr lang="en-US" dirty="0" err="1"/>
              <a:t>fecha</a:t>
            </a:r>
            <a:r>
              <a:rPr lang="en-US" dirty="0"/>
              <a:t> – </a:t>
            </a:r>
            <a:r>
              <a:rPr lang="en-US" dirty="0" err="1"/>
              <a:t>Gráficos</a:t>
            </a:r>
            <a:r>
              <a:rPr lang="en-US" dirty="0"/>
              <a:t> </a:t>
            </a:r>
            <a:r>
              <a:rPr lang="en-US" dirty="0" err="1"/>
              <a:t>comite</a:t>
            </a:r>
            <a:r>
              <a:rPr lang="en-US" dirty="0"/>
              <a:t> 2025</a:t>
            </a:r>
          </a:p>
        </p:txBody>
      </p:sp>
      <p:sp>
        <p:nvSpPr>
          <p:cNvPr id="4" name="Slide Number Placeholder 3">
            <a:extLst>
              <a:ext uri="{FF2B5EF4-FFF2-40B4-BE49-F238E27FC236}">
                <a16:creationId xmlns:a16="http://schemas.microsoft.com/office/drawing/2014/main" id="{24067469-6B4B-0D96-8784-6B72D8A1FA59}"/>
              </a:ext>
            </a:extLst>
          </p:cNvPr>
          <p:cNvSpPr>
            <a:spLocks noGrp="1"/>
          </p:cNvSpPr>
          <p:nvPr>
            <p:ph type="sldNum" sz="quarter" idx="10"/>
          </p:nvPr>
        </p:nvSpPr>
        <p:spPr/>
        <p:txBody>
          <a:bodyPr/>
          <a:lstStyle/>
          <a:p>
            <a:pPr>
              <a:defRPr/>
            </a:pPr>
            <a:fld id="{85823D8B-658D-41E2-B9CF-64D3D90DFC53}" type="slidenum">
              <a:rPr lang="en-US" smtClean="0"/>
              <a:pPr>
                <a:defRPr/>
              </a:pPr>
              <a:t>5</a:t>
            </a:fld>
            <a:endParaRPr lang="en-US"/>
          </a:p>
        </p:txBody>
      </p:sp>
    </p:spTree>
    <p:extLst>
      <p:ext uri="{BB962C8B-B14F-4D97-AF65-F5344CB8AC3E}">
        <p14:creationId xmlns:p14="http://schemas.microsoft.com/office/powerpoint/2010/main" val="22629364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err="1"/>
              <a:t>Macrobond</a:t>
            </a:r>
            <a:endParaRPr lang="en-US" dirty="0"/>
          </a:p>
        </p:txBody>
      </p:sp>
      <p:sp>
        <p:nvSpPr>
          <p:cNvPr id="4" name="Slide Number Placeholder 3"/>
          <p:cNvSpPr>
            <a:spLocks noGrp="1"/>
          </p:cNvSpPr>
          <p:nvPr>
            <p:ph type="sldNum" sz="quarter" idx="10"/>
          </p:nvPr>
        </p:nvSpPr>
        <p:spPr/>
        <p:txBody>
          <a:bodyPr/>
          <a:lstStyle/>
          <a:p>
            <a:pPr>
              <a:defRPr/>
            </a:pPr>
            <a:fld id="{85823D8B-658D-41E2-B9CF-64D3D90DFC53}" type="slidenum">
              <a:rPr lang="en-US" smtClean="0"/>
              <a:pPr>
                <a:defRPr/>
              </a:pPr>
              <a:t>6</a:t>
            </a:fld>
            <a:endParaRPr lang="en-US"/>
          </a:p>
        </p:txBody>
      </p:sp>
    </p:spTree>
    <p:extLst>
      <p:ext uri="{BB962C8B-B14F-4D97-AF65-F5344CB8AC3E}">
        <p14:creationId xmlns:p14="http://schemas.microsoft.com/office/powerpoint/2010/main" val="366769653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 dirty="0"/>
              <a:t>\\sppeapp00023\Inversiones\Mesa de Inversiones\Archivos Top </a:t>
            </a:r>
            <a:r>
              <a:rPr lang="es-ES" dirty="0" err="1"/>
              <a:t>down</a:t>
            </a:r>
            <a:r>
              <a:rPr lang="es-ES" dirty="0"/>
              <a:t>\Monitores - Excel CAsset </a:t>
            </a:r>
            <a:r>
              <a:rPr lang="es-ES" dirty="0" err="1"/>
              <a:t>Valuation</a:t>
            </a:r>
            <a:endParaRPr lang="es-PE" dirty="0"/>
          </a:p>
        </p:txBody>
      </p:sp>
      <p:sp>
        <p:nvSpPr>
          <p:cNvPr id="4" name="Slide Number Placeholder 3"/>
          <p:cNvSpPr>
            <a:spLocks noGrp="1"/>
          </p:cNvSpPr>
          <p:nvPr>
            <p:ph type="sldNum" sz="quarter" idx="5"/>
          </p:nvPr>
        </p:nvSpPr>
        <p:spPr/>
        <p:txBody>
          <a:bodyPr/>
          <a:lstStyle/>
          <a:p>
            <a:pPr>
              <a:defRPr/>
            </a:pPr>
            <a:fld id="{85823D8B-658D-41E2-B9CF-64D3D90DFC53}" type="slidenum">
              <a:rPr lang="en-US" smtClean="0"/>
              <a:pPr>
                <a:defRPr/>
              </a:pPr>
              <a:t>7</a:t>
            </a:fld>
            <a:endParaRPr lang="en-US"/>
          </a:p>
        </p:txBody>
      </p:sp>
    </p:spTree>
    <p:extLst>
      <p:ext uri="{BB962C8B-B14F-4D97-AF65-F5344CB8AC3E}">
        <p14:creationId xmlns:p14="http://schemas.microsoft.com/office/powerpoint/2010/main" val="38012729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 dirty="0"/>
              <a:t>Integra es azul, Sistema es verde</a:t>
            </a:r>
            <a:br>
              <a:rPr lang="es-ES" dirty="0"/>
            </a:br>
            <a:r>
              <a:rPr lang="es-ES" dirty="0"/>
              <a:t>En la hoja </a:t>
            </a:r>
            <a:r>
              <a:rPr lang="es-ES" dirty="0" err="1"/>
              <a:t>Profile_Fondos</a:t>
            </a:r>
            <a:r>
              <a:rPr lang="es-ES" dirty="0"/>
              <a:t> del Returns_Directorio_2024 se pone en las celdas C5:C7 el rendimiento de Integra que se saca del </a:t>
            </a:r>
            <a:r>
              <a:rPr lang="es-ES" dirty="0" err="1"/>
              <a:t>DataValorCuota_IN</a:t>
            </a:r>
            <a:r>
              <a:rPr lang="es-ES" dirty="0"/>
              <a:t>, del </a:t>
            </a:r>
            <a:r>
              <a:rPr lang="es-ES" dirty="0" err="1"/>
              <a:t>RepT</a:t>
            </a:r>
            <a:r>
              <a:rPr lang="es-ES" dirty="0"/>
              <a:t> que es rendimiento sin ajuste y en las celdas C18:C20 se pone el rendimiento SIS EX igual de la hoja </a:t>
            </a:r>
            <a:r>
              <a:rPr lang="es-ES" dirty="0" err="1"/>
              <a:t>RepT</a:t>
            </a:r>
            <a:r>
              <a:rPr lang="es-ES" dirty="0"/>
              <a:t>. Asegurarse que la fecha del </a:t>
            </a:r>
            <a:r>
              <a:rPr lang="es-ES" dirty="0" err="1"/>
              <a:t>DataValorCuota_IN</a:t>
            </a:r>
            <a:r>
              <a:rPr lang="es-ES" dirty="0"/>
              <a:t> sea la fecha de corte del comité. Eso se cambia con la celda H2 de la hoja </a:t>
            </a:r>
            <a:r>
              <a:rPr lang="es-ES" dirty="0" err="1"/>
              <a:t>Rept</a:t>
            </a:r>
            <a:r>
              <a:rPr lang="es-ES" dirty="0"/>
              <a:t> 2.</a:t>
            </a:r>
            <a:br>
              <a:rPr lang="es-ES" dirty="0"/>
            </a:br>
            <a:r>
              <a:rPr lang="es-ES" dirty="0" err="1"/>
              <a:t>backup</a:t>
            </a:r>
            <a:r>
              <a:rPr lang="es-ES" dirty="0"/>
              <a:t> 2023</a:t>
            </a:r>
          </a:p>
          <a:p>
            <a:endParaRPr lang="es-ES" dirty="0"/>
          </a:p>
          <a:p>
            <a:endParaRPr lang="es-ES" dirty="0"/>
          </a:p>
          <a:p>
            <a:r>
              <a:rPr lang="es-ES" dirty="0"/>
              <a:t>*toda la </a:t>
            </a:r>
            <a:r>
              <a:rPr lang="es-ES" dirty="0" err="1"/>
              <a:t>info</a:t>
            </a:r>
            <a:r>
              <a:rPr lang="es-ES" dirty="0"/>
              <a:t> de estos cuadros se actualiza automáticamente EXCEPTO: Integra F1-F3 y Sistema F1-F3 (esto se incluye del Excel Data valor cuota in – comité, pues es hasta cierta fecha). Sacamos esa </a:t>
            </a:r>
            <a:r>
              <a:rPr lang="es-ES" dirty="0" err="1"/>
              <a:t>info</a:t>
            </a:r>
            <a:r>
              <a:rPr lang="es-ES" dirty="0"/>
              <a:t> de la hoja </a:t>
            </a:r>
            <a:r>
              <a:rPr lang="es-ES" dirty="0" err="1"/>
              <a:t>RepT</a:t>
            </a:r>
            <a:endParaRPr lang="es-ES" dirty="0"/>
          </a:p>
          <a:p>
            <a:r>
              <a:rPr lang="es-ES" dirty="0"/>
              <a:t>Toda esta </a:t>
            </a:r>
            <a:r>
              <a:rPr lang="es-ES" dirty="0" err="1"/>
              <a:t>info</a:t>
            </a:r>
            <a:r>
              <a:rPr lang="es-ES" dirty="0"/>
              <a:t> la pego en el Excel de </a:t>
            </a:r>
            <a:r>
              <a:rPr lang="es-ES" dirty="0" err="1"/>
              <a:t>returns</a:t>
            </a:r>
            <a:r>
              <a:rPr lang="es-ES" dirty="0"/>
              <a:t> que sacaste copia con su fecha de corte</a:t>
            </a:r>
            <a:endParaRPr lang="es-PE" dirty="0"/>
          </a:p>
        </p:txBody>
      </p:sp>
      <p:sp>
        <p:nvSpPr>
          <p:cNvPr id="4" name="Slide Number Placeholder 3"/>
          <p:cNvSpPr>
            <a:spLocks noGrp="1"/>
          </p:cNvSpPr>
          <p:nvPr>
            <p:ph type="sldNum" sz="quarter" idx="5"/>
          </p:nvPr>
        </p:nvSpPr>
        <p:spPr/>
        <p:txBody>
          <a:bodyPr/>
          <a:lstStyle/>
          <a:p>
            <a:pPr>
              <a:defRPr/>
            </a:pPr>
            <a:fld id="{85823D8B-658D-41E2-B9CF-64D3D90DFC53}" type="slidenum">
              <a:rPr lang="en-US" smtClean="0"/>
              <a:pPr>
                <a:defRPr/>
              </a:pPr>
              <a:t>9</a:t>
            </a:fld>
            <a:endParaRPr lang="en-US"/>
          </a:p>
        </p:txBody>
      </p:sp>
    </p:spTree>
    <p:extLst>
      <p:ext uri="{BB962C8B-B14F-4D97-AF65-F5344CB8AC3E}">
        <p14:creationId xmlns:p14="http://schemas.microsoft.com/office/powerpoint/2010/main" val="311531077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 dirty="0"/>
              <a:t>Escenarios de la fecha del comité anterior vs el actual (las fechas es en base a la cartera)</a:t>
            </a:r>
          </a:p>
          <a:p>
            <a:r>
              <a:rPr lang="es-ES" dirty="0"/>
              <a:t>Z:\Mesa de Inversiones\Archivos Top </a:t>
            </a:r>
            <a:r>
              <a:rPr lang="es-ES" dirty="0" err="1"/>
              <a:t>down</a:t>
            </a:r>
            <a:r>
              <a:rPr lang="es-ES" dirty="0"/>
              <a:t>\Gráficos Comité 2025.xlsx  | Hoja Posicionamiento</a:t>
            </a:r>
            <a:endParaRPr lang="es-PE" dirty="0"/>
          </a:p>
        </p:txBody>
      </p:sp>
      <p:sp>
        <p:nvSpPr>
          <p:cNvPr id="4" name="Slide Number Placeholder 3"/>
          <p:cNvSpPr>
            <a:spLocks noGrp="1"/>
          </p:cNvSpPr>
          <p:nvPr>
            <p:ph type="sldNum" sz="quarter" idx="5"/>
          </p:nvPr>
        </p:nvSpPr>
        <p:spPr/>
        <p:txBody>
          <a:bodyPr/>
          <a:lstStyle/>
          <a:p>
            <a:pPr>
              <a:defRPr/>
            </a:pPr>
            <a:fld id="{85823D8B-658D-41E2-B9CF-64D3D90DFC53}" type="slidenum">
              <a:rPr lang="en-US" smtClean="0"/>
              <a:pPr>
                <a:defRPr/>
              </a:pPr>
              <a:t>10</a:t>
            </a:fld>
            <a:endParaRPr lang="en-US"/>
          </a:p>
        </p:txBody>
      </p:sp>
    </p:spTree>
    <p:extLst>
      <p:ext uri="{BB962C8B-B14F-4D97-AF65-F5344CB8AC3E}">
        <p14:creationId xmlns:p14="http://schemas.microsoft.com/office/powerpoint/2010/main" val="7104653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s-ES" dirty="0"/>
              <a:t>Z:\Mesa de Inversiones\Archivos Top </a:t>
            </a:r>
            <a:r>
              <a:rPr lang="es-ES" dirty="0" err="1"/>
              <a:t>down</a:t>
            </a:r>
            <a:r>
              <a:rPr lang="es-ES" dirty="0"/>
              <a:t>\Gráficos Comité 2025.xlsx  | Hoja Posicionamiento</a:t>
            </a:r>
            <a:endParaRPr lang="es-PE" dirty="0"/>
          </a:p>
        </p:txBody>
      </p:sp>
      <p:sp>
        <p:nvSpPr>
          <p:cNvPr id="4" name="Slide Number Placeholder 3"/>
          <p:cNvSpPr>
            <a:spLocks noGrp="1"/>
          </p:cNvSpPr>
          <p:nvPr>
            <p:ph type="sldNum" sz="quarter" idx="10"/>
          </p:nvPr>
        </p:nvSpPr>
        <p:spPr/>
        <p:txBody>
          <a:bodyPr/>
          <a:lstStyle/>
          <a:p>
            <a:fld id="{0A834CA2-72D9-4E55-97F4-0081FA7EA38B}" type="slidenum">
              <a:rPr lang="es-PE" smtClean="0"/>
              <a:pPr/>
              <a:t>11</a:t>
            </a:fld>
            <a:endParaRPr lang="es-PE"/>
          </a:p>
        </p:txBody>
      </p:sp>
    </p:spTree>
    <p:extLst>
      <p:ext uri="{BB962C8B-B14F-4D97-AF65-F5344CB8AC3E}">
        <p14:creationId xmlns:p14="http://schemas.microsoft.com/office/powerpoint/2010/main" val="257876165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s-ES" dirty="0"/>
              <a:t>Z:\Mesa de Inversiones\Archivos Top </a:t>
            </a:r>
            <a:r>
              <a:rPr lang="es-ES" dirty="0" err="1"/>
              <a:t>down</a:t>
            </a:r>
            <a:r>
              <a:rPr lang="es-ES" dirty="0"/>
              <a:t>\Gráficos Comité 2025.xlsx  | Hoja Posicionamiento</a:t>
            </a:r>
            <a:endParaRPr lang="es-PE" dirty="0"/>
          </a:p>
        </p:txBody>
      </p:sp>
      <p:sp>
        <p:nvSpPr>
          <p:cNvPr id="4" name="Slide Number Placeholder 3"/>
          <p:cNvSpPr>
            <a:spLocks noGrp="1"/>
          </p:cNvSpPr>
          <p:nvPr>
            <p:ph type="sldNum" sz="quarter" idx="10"/>
          </p:nvPr>
        </p:nvSpPr>
        <p:spPr/>
        <p:txBody>
          <a:bodyPr/>
          <a:lstStyle/>
          <a:p>
            <a:fld id="{0A834CA2-72D9-4E55-97F4-0081FA7EA38B}" type="slidenum">
              <a:rPr lang="es-PE" smtClean="0"/>
              <a:pPr/>
              <a:t>12</a:t>
            </a:fld>
            <a:endParaRPr lang="es-PE"/>
          </a:p>
        </p:txBody>
      </p:sp>
    </p:spTree>
    <p:extLst>
      <p:ext uri="{BB962C8B-B14F-4D97-AF65-F5344CB8AC3E}">
        <p14:creationId xmlns:p14="http://schemas.microsoft.com/office/powerpoint/2010/main" val="31931881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 dirty="0"/>
              <a:t>Esas fechas son del </a:t>
            </a:r>
            <a:r>
              <a:rPr lang="es-ES" dirty="0" err="1"/>
              <a:t>gyp</a:t>
            </a:r>
            <a:r>
              <a:rPr lang="es-ES" dirty="0"/>
              <a:t>, el de las cantidades y el de la valorización</a:t>
            </a:r>
            <a:endParaRPr lang="es-PE" dirty="0"/>
          </a:p>
        </p:txBody>
      </p:sp>
      <p:sp>
        <p:nvSpPr>
          <p:cNvPr id="4" name="Slide Number Placeholder 3"/>
          <p:cNvSpPr>
            <a:spLocks noGrp="1"/>
          </p:cNvSpPr>
          <p:nvPr>
            <p:ph type="sldNum" sz="quarter" idx="10"/>
          </p:nvPr>
        </p:nvSpPr>
        <p:spPr/>
        <p:txBody>
          <a:bodyPr/>
          <a:lstStyle/>
          <a:p>
            <a:fld id="{0A834CA2-72D9-4E55-97F4-0081FA7EA38B}" type="slidenum">
              <a:rPr lang="es-PE" smtClean="0"/>
              <a:pPr/>
              <a:t>13</a:t>
            </a:fld>
            <a:endParaRPr lang="es-PE"/>
          </a:p>
        </p:txBody>
      </p:sp>
    </p:spTree>
    <p:extLst>
      <p:ext uri="{BB962C8B-B14F-4D97-AF65-F5344CB8AC3E}">
        <p14:creationId xmlns:p14="http://schemas.microsoft.com/office/powerpoint/2010/main" val="317746177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060456-32BF-C77F-D46F-8E7ADA7E72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825D42-341C-10E5-DABD-76EEAF8395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EB2190-8448-70DA-7EBA-5A6F2BAC9C82}"/>
              </a:ext>
            </a:extLst>
          </p:cNvPr>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s-ES" dirty="0"/>
              <a:t>Esas fechas son del </a:t>
            </a:r>
            <a:r>
              <a:rPr lang="es-ES" dirty="0" err="1"/>
              <a:t>gyp</a:t>
            </a:r>
            <a:r>
              <a:rPr lang="es-ES" dirty="0"/>
              <a:t>, el de las cantidades y el de la valorización</a:t>
            </a:r>
            <a:endParaRPr lang="es-PE" dirty="0"/>
          </a:p>
          <a:p>
            <a:endParaRPr lang="es-PE" dirty="0"/>
          </a:p>
        </p:txBody>
      </p:sp>
      <p:sp>
        <p:nvSpPr>
          <p:cNvPr id="4" name="Slide Number Placeholder 3">
            <a:extLst>
              <a:ext uri="{FF2B5EF4-FFF2-40B4-BE49-F238E27FC236}">
                <a16:creationId xmlns:a16="http://schemas.microsoft.com/office/drawing/2014/main" id="{2EBE269C-0B37-C4F7-3B8F-8A59EB00206D}"/>
              </a:ext>
            </a:extLst>
          </p:cNvPr>
          <p:cNvSpPr>
            <a:spLocks noGrp="1"/>
          </p:cNvSpPr>
          <p:nvPr>
            <p:ph type="sldNum" sz="quarter" idx="10"/>
          </p:nvPr>
        </p:nvSpPr>
        <p:spPr/>
        <p:txBody>
          <a:bodyPr/>
          <a:lstStyle/>
          <a:p>
            <a:fld id="{0A834CA2-72D9-4E55-97F4-0081FA7EA38B}" type="slidenum">
              <a:rPr lang="es-PE" smtClean="0"/>
              <a:pPr/>
              <a:t>14</a:t>
            </a:fld>
            <a:endParaRPr lang="es-PE"/>
          </a:p>
        </p:txBody>
      </p:sp>
    </p:spTree>
    <p:extLst>
      <p:ext uri="{BB962C8B-B14F-4D97-AF65-F5344CB8AC3E}">
        <p14:creationId xmlns:p14="http://schemas.microsoft.com/office/powerpoint/2010/main" val="229655351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s-ES" dirty="0"/>
              <a:t>Esas fechas son del </a:t>
            </a:r>
            <a:r>
              <a:rPr lang="es-ES" dirty="0" err="1"/>
              <a:t>gyp</a:t>
            </a:r>
            <a:r>
              <a:rPr lang="es-ES" dirty="0"/>
              <a:t>, el de las cantidades y el de la valorización</a:t>
            </a:r>
            <a:endParaRPr lang="es-PE" dirty="0"/>
          </a:p>
          <a:p>
            <a:endParaRPr lang="es-PE" dirty="0"/>
          </a:p>
        </p:txBody>
      </p:sp>
      <p:sp>
        <p:nvSpPr>
          <p:cNvPr id="4" name="Slide Number Placeholder 3"/>
          <p:cNvSpPr>
            <a:spLocks noGrp="1"/>
          </p:cNvSpPr>
          <p:nvPr>
            <p:ph type="sldNum" sz="quarter" idx="10"/>
          </p:nvPr>
        </p:nvSpPr>
        <p:spPr/>
        <p:txBody>
          <a:bodyPr/>
          <a:lstStyle/>
          <a:p>
            <a:fld id="{0A834CA2-72D9-4E55-97F4-0081FA7EA38B}" type="slidenum">
              <a:rPr lang="es-PE" smtClean="0"/>
              <a:pPr/>
              <a:t>15</a:t>
            </a:fld>
            <a:endParaRPr lang="es-PE"/>
          </a:p>
        </p:txBody>
      </p:sp>
    </p:spTree>
    <p:extLst>
      <p:ext uri="{BB962C8B-B14F-4D97-AF65-F5344CB8AC3E}">
        <p14:creationId xmlns:p14="http://schemas.microsoft.com/office/powerpoint/2010/main" val="308550802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PE" dirty="0"/>
          </a:p>
        </p:txBody>
      </p:sp>
      <p:sp>
        <p:nvSpPr>
          <p:cNvPr id="4" name="Slide Number Placeholder 3"/>
          <p:cNvSpPr>
            <a:spLocks noGrp="1"/>
          </p:cNvSpPr>
          <p:nvPr>
            <p:ph type="sldNum" sz="quarter" idx="5"/>
          </p:nvPr>
        </p:nvSpPr>
        <p:spPr/>
        <p:txBody>
          <a:bodyPr/>
          <a:lstStyle/>
          <a:p>
            <a:pPr>
              <a:defRPr/>
            </a:pPr>
            <a:fld id="{85823D8B-658D-41E2-B9CF-64D3D90DFC53}" type="slidenum">
              <a:rPr lang="en-US" smtClean="0"/>
              <a:pPr>
                <a:defRPr/>
              </a:pPr>
              <a:t>16</a:t>
            </a:fld>
            <a:endParaRPr lang="en-US"/>
          </a:p>
        </p:txBody>
      </p:sp>
    </p:spTree>
    <p:extLst>
      <p:ext uri="{BB962C8B-B14F-4D97-AF65-F5344CB8AC3E}">
        <p14:creationId xmlns:p14="http://schemas.microsoft.com/office/powerpoint/2010/main" val="424869705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Image Placeholder 1"/>
          <p:cNvSpPr>
            <a:spLocks noGrp="1" noRot="1" noChangeAspect="1" noTextEdit="1"/>
          </p:cNvSpPr>
          <p:nvPr>
            <p:ph type="sldImg"/>
          </p:nvPr>
        </p:nvSpPr>
        <p:spPr bwMode="auto">
          <a:noFill/>
          <a:ln>
            <a:solidFill>
              <a:srgbClr val="000000"/>
            </a:solidFill>
            <a:miter lim="800000"/>
            <a:headEnd/>
            <a:tailEnd/>
          </a:ln>
        </p:spPr>
      </p:sp>
      <p:sp>
        <p:nvSpPr>
          <p:cNvPr id="27651" name="Notes Placeholder 2"/>
          <p:cNvSpPr>
            <a:spLocks noGrp="1"/>
          </p:cNvSpPr>
          <p:nvPr>
            <p:ph type="body" idx="1"/>
          </p:nvPr>
        </p:nvSpPr>
        <p:spPr bwMode="auto">
          <a:noFill/>
        </p:spPr>
        <p:txBody>
          <a:bodyPr wrap="square" numCol="1" anchor="t" anchorCtr="0" compatLnSpc="1">
            <a:prstTxWarp prst="textNoShape">
              <a:avLst/>
            </a:prstTxWarp>
          </a:bodyPr>
          <a:lstStyle/>
          <a:p>
            <a:pPr marL="0" indent="0">
              <a:buFont typeface="Arial" panose="020B0604020202020204" pitchFamily="34" charset="0"/>
              <a:buNone/>
            </a:pPr>
            <a:endParaRPr lang="en-US" dirty="0"/>
          </a:p>
        </p:txBody>
      </p:sp>
      <p:sp>
        <p:nvSpPr>
          <p:cNvPr id="27652"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1F12241E-9833-4B9B-89F4-71DF4097E2CE}" type="slidenum">
              <a:rPr lang="en-GB" smtClean="0">
                <a:latin typeface="Arial" charset="0"/>
              </a:rPr>
              <a:pPr/>
              <a:t>17</a:t>
            </a:fld>
            <a:endParaRPr lang="en-GB">
              <a:latin typeface="Arial" charset="0"/>
            </a:endParaRPr>
          </a:p>
        </p:txBody>
      </p:sp>
    </p:spTree>
    <p:extLst>
      <p:ext uri="{BB962C8B-B14F-4D97-AF65-F5344CB8AC3E}">
        <p14:creationId xmlns:p14="http://schemas.microsoft.com/office/powerpoint/2010/main" val="377260898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Image Placeholder 1"/>
          <p:cNvSpPr>
            <a:spLocks noGrp="1" noRot="1" noChangeAspect="1" noTextEdit="1"/>
          </p:cNvSpPr>
          <p:nvPr>
            <p:ph type="sldImg"/>
          </p:nvPr>
        </p:nvSpPr>
        <p:spPr bwMode="auto">
          <a:noFill/>
          <a:ln>
            <a:solidFill>
              <a:srgbClr val="000000"/>
            </a:solidFill>
            <a:miter lim="800000"/>
            <a:headEnd/>
            <a:tailEnd/>
          </a:ln>
        </p:spPr>
      </p:sp>
      <p:sp>
        <p:nvSpPr>
          <p:cNvPr id="27651" name="Notes Placeholder 2"/>
          <p:cNvSpPr>
            <a:spLocks noGrp="1"/>
          </p:cNvSpPr>
          <p:nvPr>
            <p:ph type="body" idx="1"/>
          </p:nvPr>
        </p:nvSpPr>
        <p:spPr bwMode="auto">
          <a:noFill/>
        </p:spPr>
        <p:txBody>
          <a:bodyPr wrap="square" numCol="1" anchor="t" anchorCtr="0" compatLnSpc="1">
            <a:prstTxWarp prst="textNoShape">
              <a:avLst/>
            </a:prstTxWarp>
          </a:bodyPr>
          <a:lstStyle/>
          <a:p>
            <a:pPr marL="0" indent="0">
              <a:buFont typeface="Arial" panose="020B0604020202020204" pitchFamily="34" charset="0"/>
              <a:buNone/>
            </a:pPr>
            <a:endParaRPr lang="en-US" dirty="0"/>
          </a:p>
        </p:txBody>
      </p:sp>
      <p:sp>
        <p:nvSpPr>
          <p:cNvPr id="27652"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1F12241E-9833-4B9B-89F4-71DF4097E2CE}" type="slidenum">
              <a:rPr lang="en-GB" smtClean="0">
                <a:latin typeface="Arial" charset="0"/>
              </a:rPr>
              <a:pPr/>
              <a:t>18</a:t>
            </a:fld>
            <a:endParaRPr lang="en-GB">
              <a:latin typeface="Arial" charset="0"/>
            </a:endParaRPr>
          </a:p>
        </p:txBody>
      </p:sp>
    </p:spTree>
    <p:extLst>
      <p:ext uri="{BB962C8B-B14F-4D97-AF65-F5344CB8AC3E}">
        <p14:creationId xmlns:p14="http://schemas.microsoft.com/office/powerpoint/2010/main" val="250967469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 dirty="0" err="1"/>
              <a:t>Refresh</a:t>
            </a:r>
            <a:r>
              <a:rPr lang="es-ES" dirty="0"/>
              <a:t> en hoja BB_ALL y </a:t>
            </a:r>
            <a:r>
              <a:rPr lang="es-ES" dirty="0" err="1"/>
              <a:t>Returns</a:t>
            </a:r>
            <a:r>
              <a:rPr lang="es-ES" dirty="0"/>
              <a:t> (del archivo que use de copia para </a:t>
            </a:r>
            <a:r>
              <a:rPr lang="es-ES" dirty="0" err="1"/>
              <a:t>Returns_Directorio_XXXX</a:t>
            </a:r>
            <a:r>
              <a:rPr lang="es-ES" dirty="0"/>
              <a:t>, lo </a:t>
            </a:r>
            <a:r>
              <a:rPr lang="es-ES" dirty="0" err="1"/>
              <a:t>linkeo</a:t>
            </a:r>
            <a:r>
              <a:rPr lang="es-ES" dirty="0"/>
              <a:t> como siempre). Revisar bien la fecha del gráfico y que todas las series tengan data.</a:t>
            </a:r>
          </a:p>
          <a:p>
            <a:endParaRPr lang="es-ES" dirty="0"/>
          </a:p>
          <a:p>
            <a:r>
              <a:rPr lang="es-ES" dirty="0"/>
              <a:t>Para el </a:t>
            </a:r>
            <a:r>
              <a:rPr lang="es-ES" dirty="0" err="1"/>
              <a:t>slide</a:t>
            </a:r>
            <a:r>
              <a:rPr lang="es-ES" dirty="0"/>
              <a:t> 18 y 19:</a:t>
            </a:r>
          </a:p>
          <a:p>
            <a:r>
              <a:rPr lang="es-ES" dirty="0"/>
              <a:t>Acá tengo que revisar que las series estén jalando la </a:t>
            </a:r>
            <a:r>
              <a:rPr lang="es-ES" dirty="0" err="1"/>
              <a:t>info</a:t>
            </a:r>
            <a:r>
              <a:rPr lang="es-ES" dirty="0"/>
              <a:t> y que para las nuevas fechas tenga la fórmula. Es decir, tengo que ir a la hoja de </a:t>
            </a:r>
            <a:r>
              <a:rPr lang="es-ES" dirty="0" err="1"/>
              <a:t>Spread_Calc</a:t>
            </a:r>
            <a:r>
              <a:rPr lang="es-ES" dirty="0"/>
              <a:t> y jalar las fórmulas para crear más días hasta la fecha deseada</a:t>
            </a:r>
            <a:endParaRPr lang="es-PE" dirty="0"/>
          </a:p>
        </p:txBody>
      </p:sp>
      <p:sp>
        <p:nvSpPr>
          <p:cNvPr id="4" name="Slide Number Placeholder 3"/>
          <p:cNvSpPr>
            <a:spLocks noGrp="1"/>
          </p:cNvSpPr>
          <p:nvPr>
            <p:ph type="sldNum" sz="quarter" idx="5"/>
          </p:nvPr>
        </p:nvSpPr>
        <p:spPr/>
        <p:txBody>
          <a:bodyPr/>
          <a:lstStyle/>
          <a:p>
            <a:pPr>
              <a:defRPr/>
            </a:pPr>
            <a:fld id="{85823D8B-658D-41E2-B9CF-64D3D90DFC53}" type="slidenum">
              <a:rPr lang="en-US" smtClean="0"/>
              <a:pPr>
                <a:defRPr/>
              </a:pPr>
              <a:t>19</a:t>
            </a:fld>
            <a:endParaRPr lang="en-US"/>
          </a:p>
        </p:txBody>
      </p:sp>
    </p:spTree>
    <p:extLst>
      <p:ext uri="{BB962C8B-B14F-4D97-AF65-F5344CB8AC3E}">
        <p14:creationId xmlns:p14="http://schemas.microsoft.com/office/powerpoint/2010/main" val="297663712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s-ES" dirty="0" err="1"/>
              <a:t>Refresh</a:t>
            </a:r>
            <a:r>
              <a:rPr lang="es-ES" dirty="0"/>
              <a:t> en hoja BB_ALL y </a:t>
            </a:r>
            <a:r>
              <a:rPr lang="es-ES" dirty="0" err="1"/>
              <a:t>Returns</a:t>
            </a:r>
            <a:r>
              <a:rPr lang="es-ES" dirty="0"/>
              <a:t> (Archivo: Returns_Directorio_2024). Revisar bien la fecha del gráfico y que todas las series tengan data.</a:t>
            </a:r>
            <a:endParaRPr lang="es-PE" dirty="0"/>
          </a:p>
          <a:p>
            <a:endParaRPr lang="es-PE" dirty="0"/>
          </a:p>
        </p:txBody>
      </p:sp>
      <p:sp>
        <p:nvSpPr>
          <p:cNvPr id="4" name="Slide Number Placeholder 3"/>
          <p:cNvSpPr>
            <a:spLocks noGrp="1"/>
          </p:cNvSpPr>
          <p:nvPr>
            <p:ph type="sldNum" sz="quarter" idx="5"/>
          </p:nvPr>
        </p:nvSpPr>
        <p:spPr/>
        <p:txBody>
          <a:bodyPr/>
          <a:lstStyle/>
          <a:p>
            <a:pPr>
              <a:defRPr/>
            </a:pPr>
            <a:fld id="{85823D8B-658D-41E2-B9CF-64D3D90DFC53}" type="slidenum">
              <a:rPr lang="en-US" smtClean="0"/>
              <a:pPr>
                <a:defRPr/>
              </a:pPr>
              <a:t>20</a:t>
            </a:fld>
            <a:endParaRPr lang="en-US"/>
          </a:p>
        </p:txBody>
      </p:sp>
    </p:spTree>
    <p:extLst>
      <p:ext uri="{BB962C8B-B14F-4D97-AF65-F5344CB8AC3E}">
        <p14:creationId xmlns:p14="http://schemas.microsoft.com/office/powerpoint/2010/main" val="73852228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PE" dirty="0"/>
              <a:t>http://sppeapp00070/SIT/Seguridad/login.aspx</a:t>
            </a:r>
          </a:p>
          <a:p>
            <a:r>
              <a:rPr lang="es-ES" dirty="0"/>
              <a:t>\\sppeapp00023\inversiones\Mesa de Inversiones\Fondos Mutuos\Renta Variable\CEXRV\Inventario Mensual</a:t>
            </a:r>
            <a:endParaRPr lang="es-PE" dirty="0"/>
          </a:p>
        </p:txBody>
      </p:sp>
      <p:sp>
        <p:nvSpPr>
          <p:cNvPr id="4" name="Slide Number Placeholder 3"/>
          <p:cNvSpPr>
            <a:spLocks noGrp="1"/>
          </p:cNvSpPr>
          <p:nvPr>
            <p:ph type="sldNum" sz="quarter" idx="5"/>
          </p:nvPr>
        </p:nvSpPr>
        <p:spPr/>
        <p:txBody>
          <a:bodyPr/>
          <a:lstStyle/>
          <a:p>
            <a:pPr>
              <a:defRPr/>
            </a:pPr>
            <a:fld id="{85823D8B-658D-41E2-B9CF-64D3D90DFC53}" type="slidenum">
              <a:rPr lang="en-US" smtClean="0"/>
              <a:pPr>
                <a:defRPr/>
              </a:pPr>
              <a:t>21</a:t>
            </a:fld>
            <a:endParaRPr lang="en-US"/>
          </a:p>
        </p:txBody>
      </p:sp>
    </p:spTree>
    <p:extLst>
      <p:ext uri="{BB962C8B-B14F-4D97-AF65-F5344CB8AC3E}">
        <p14:creationId xmlns:p14="http://schemas.microsoft.com/office/powerpoint/2010/main" val="209897500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2.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4.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4.xml"/><Relationship Id="rId1" Type="http://schemas.openxmlformats.org/officeDocument/2006/relationships/themeOverride" Target="../theme/themeOverride1.xml"/><Relationship Id="rId4"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3" name="Do not remove" hidden="1">
            <a:extLst>
              <a:ext uri="{FF2B5EF4-FFF2-40B4-BE49-F238E27FC236}">
                <a16:creationId xmlns:a16="http://schemas.microsoft.com/office/drawing/2014/main" id="{7DA4952D-3B58-2279-6539-291FCA4F75AE}"/>
              </a:ext>
            </a:extLst>
          </p:cNvPr>
          <p:cNvSpPr/>
          <p:nvPr userDrawn="1">
            <p:custDataLst>
              <p:tags r:id="rId1"/>
            </p:custDataLst>
          </p:nvPr>
        </p:nvSpPr>
        <p:spPr>
          <a:xfrm>
            <a:off x="0" y="0"/>
            <a:ext cx="12700" cy="12700"/>
          </a:xfrm>
          <a:prstGeom prst="octagon">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s-PE"/>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s-PE"/>
          </a:p>
        </p:txBody>
      </p:sp>
      <p:sp>
        <p:nvSpPr>
          <p:cNvPr id="4" name="Date Placeholder 3"/>
          <p:cNvSpPr>
            <a:spLocks noGrp="1"/>
          </p:cNvSpPr>
          <p:nvPr>
            <p:ph type="dt" sz="half" idx="10"/>
          </p:nvPr>
        </p:nvSpPr>
        <p:spPr/>
        <p:txBody>
          <a:bodyPr/>
          <a:lstStyle>
            <a:lvl1pPr>
              <a:defRPr>
                <a:cs typeface="Arial" pitchFamily="34" charset="0"/>
              </a:defRPr>
            </a:lvl1pPr>
          </a:lstStyle>
          <a:p>
            <a:pPr>
              <a:defRPr/>
            </a:pPr>
            <a:fld id="{E92972CB-D19E-4AC0-BA2F-7705D0E57F0F}" type="datetime1">
              <a:rPr lang="es-PE"/>
              <a:pPr>
                <a:defRPr/>
              </a:pPr>
              <a:t>21/10/2026</a:t>
            </a:fld>
            <a:endParaRPr lang="es-PE" dirty="0"/>
          </a:p>
        </p:txBody>
      </p:sp>
      <p:sp>
        <p:nvSpPr>
          <p:cNvPr id="5" name="Footer Placeholder 4"/>
          <p:cNvSpPr>
            <a:spLocks noGrp="1"/>
          </p:cNvSpPr>
          <p:nvPr>
            <p:ph type="ftr" sz="quarter" idx="11"/>
          </p:nvPr>
        </p:nvSpPr>
        <p:spPr/>
        <p:txBody>
          <a:bodyPr/>
          <a:lstStyle>
            <a:lvl1pPr>
              <a:defRPr>
                <a:cs typeface="Arial" pitchFamily="34" charset="0"/>
              </a:defRPr>
            </a:lvl1pPr>
          </a:lstStyle>
          <a:p>
            <a:pPr>
              <a:defRPr/>
            </a:pPr>
            <a:endParaRPr lang="es-PE"/>
          </a:p>
        </p:txBody>
      </p:sp>
      <p:sp>
        <p:nvSpPr>
          <p:cNvPr id="6" name="Slide Number Placeholder 5"/>
          <p:cNvSpPr>
            <a:spLocks noGrp="1"/>
          </p:cNvSpPr>
          <p:nvPr>
            <p:ph type="sldNum" sz="quarter" idx="12"/>
          </p:nvPr>
        </p:nvSpPr>
        <p:spPr/>
        <p:txBody>
          <a:bodyPr/>
          <a:lstStyle>
            <a:lvl1pPr>
              <a:defRPr>
                <a:cs typeface="Arial" pitchFamily="34" charset="0"/>
              </a:defRPr>
            </a:lvl1pPr>
          </a:lstStyle>
          <a:p>
            <a:pPr>
              <a:defRPr/>
            </a:pPr>
            <a:fld id="{A2A0E1D8-4EDD-47A6-8ACB-E0A86D58D134}" type="slidenum">
              <a:rPr lang="es-PE"/>
              <a:pPr>
                <a:defRPr/>
              </a:pPr>
              <a:t>‹#›</a:t>
            </a:fld>
            <a:endParaRPr lang="es-PE" dirty="0"/>
          </a:p>
        </p:txBody>
      </p:sp>
      <p:sp>
        <p:nvSpPr>
          <p:cNvPr id="7" name="Rectangle 6"/>
          <p:cNvSpPr/>
          <p:nvPr userDrawn="1"/>
        </p:nvSpPr>
        <p:spPr>
          <a:xfrm>
            <a:off x="0" y="6453188"/>
            <a:ext cx="9144000" cy="404812"/>
          </a:xfrm>
          <a:prstGeom prst="rect">
            <a:avLst/>
          </a:prstGeom>
          <a:solidFill>
            <a:srgbClr val="E3E829"/>
          </a:solidFill>
          <a:ln>
            <a:solidFill>
              <a:srgbClr val="E3E82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s-PE">
              <a:solidFill>
                <a:prstClr val="white"/>
              </a:solidFill>
            </a:endParaRPr>
          </a:p>
        </p:txBody>
      </p:sp>
      <p:sp>
        <p:nvSpPr>
          <p:cNvPr id="8" name="Rectangle 7"/>
          <p:cNvSpPr/>
          <p:nvPr userDrawn="1"/>
        </p:nvSpPr>
        <p:spPr>
          <a:xfrm>
            <a:off x="0" y="0"/>
            <a:ext cx="9144000" cy="1223963"/>
          </a:xfrm>
          <a:prstGeom prst="rect">
            <a:avLst/>
          </a:prstGeom>
          <a:solidFill>
            <a:srgbClr val="1E2E6E"/>
          </a:solidFill>
          <a:ln>
            <a:solidFill>
              <a:srgbClr val="1E2E6E"/>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endParaRPr lang="es-PE" dirty="0">
              <a:solidFill>
                <a:srgbClr val="0070C0"/>
              </a:solidFill>
              <a:latin typeface="Trebuchet MS" pitchFamily="34" charset="0"/>
            </a:endParaRPr>
          </a:p>
        </p:txBody>
      </p:sp>
      <p:pic>
        <p:nvPicPr>
          <p:cNvPr id="9" name="Picture 3"/>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t="29691" r="65363" b="8409"/>
          <a:stretch>
            <a:fillRect/>
          </a:stretch>
        </p:blipFill>
        <p:spPr bwMode="auto">
          <a:xfrm>
            <a:off x="7343775" y="260350"/>
            <a:ext cx="1800225"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739729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99" name="Do not remove" hidden="1">
            <a:extLst>
              <a:ext uri="{FF2B5EF4-FFF2-40B4-BE49-F238E27FC236}">
                <a16:creationId xmlns:a16="http://schemas.microsoft.com/office/drawing/2014/main" id="{CD66F013-151F-5B8C-151F-B0D69CC2168D}"/>
              </a:ext>
            </a:extLst>
          </p:cNvPr>
          <p:cNvSpPr/>
          <p:nvPr userDrawn="1">
            <p:custDataLst>
              <p:tags r:id="rId1"/>
            </p:custDataLst>
          </p:nvPr>
        </p:nvSpPr>
        <p:spPr>
          <a:xfrm>
            <a:off x="0" y="0"/>
            <a:ext cx="12700" cy="12700"/>
          </a:xfrm>
          <a:prstGeom prst="octagon">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4" name="Rectangle 3"/>
          <p:cNvSpPr/>
          <p:nvPr userDrawn="1"/>
        </p:nvSpPr>
        <p:spPr>
          <a:xfrm>
            <a:off x="0" y="6453188"/>
            <a:ext cx="9144000" cy="404812"/>
          </a:xfrm>
          <a:prstGeom prst="rect">
            <a:avLst/>
          </a:prstGeom>
          <a:solidFill>
            <a:srgbClr val="E3E829"/>
          </a:solidFill>
          <a:ln>
            <a:solidFill>
              <a:srgbClr val="E3E82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s-PE">
              <a:solidFill>
                <a:prstClr val="white"/>
              </a:solidFill>
            </a:endParaRPr>
          </a:p>
        </p:txBody>
      </p:sp>
      <p:sp>
        <p:nvSpPr>
          <p:cNvPr id="5" name="Rectangle 4"/>
          <p:cNvSpPr/>
          <p:nvPr userDrawn="1"/>
        </p:nvSpPr>
        <p:spPr>
          <a:xfrm>
            <a:off x="0" y="0"/>
            <a:ext cx="9144000" cy="1223963"/>
          </a:xfrm>
          <a:prstGeom prst="rect">
            <a:avLst/>
          </a:prstGeom>
          <a:solidFill>
            <a:srgbClr val="1E2E6E"/>
          </a:solidFill>
          <a:ln>
            <a:solidFill>
              <a:srgbClr val="1E2E6E"/>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endParaRPr lang="es-PE" dirty="0">
              <a:solidFill>
                <a:srgbClr val="0070C0"/>
              </a:solidFill>
              <a:latin typeface="Trebuchet MS" pitchFamily="34" charset="0"/>
            </a:endParaRPr>
          </a:p>
        </p:txBody>
      </p:sp>
      <p:pic>
        <p:nvPicPr>
          <p:cNvPr id="6" name="Picture 3"/>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t="29691" r="65363" b="8409"/>
          <a:stretch>
            <a:fillRect/>
          </a:stretch>
        </p:blipFill>
        <p:spPr bwMode="auto">
          <a:xfrm>
            <a:off x="7343775" y="260350"/>
            <a:ext cx="1800225"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lvl1pPr>
              <a:defRPr/>
            </a:lvl1pPr>
          </a:lstStyle>
          <a:p>
            <a:endParaRPr lang="es-PE" dirty="0"/>
          </a:p>
        </p:txBody>
      </p:sp>
      <p:sp>
        <p:nvSpPr>
          <p:cNvPr id="3" name="Content Placeholder 2"/>
          <p:cNvSpPr>
            <a:spLocks noGrp="1"/>
          </p:cNvSpPr>
          <p:nvPr>
            <p:ph idx="1"/>
          </p:nvPr>
        </p:nvSpPr>
        <p:spPr>
          <a:xfrm>
            <a:off x="467544" y="1484784"/>
            <a:ext cx="8229600" cy="452596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s-PE" dirty="0"/>
          </a:p>
        </p:txBody>
      </p:sp>
      <p:sp>
        <p:nvSpPr>
          <p:cNvPr id="10" name="Date Placeholder 9"/>
          <p:cNvSpPr>
            <a:spLocks noGrp="1"/>
          </p:cNvSpPr>
          <p:nvPr>
            <p:ph type="dt" sz="half" idx="10"/>
          </p:nvPr>
        </p:nvSpPr>
        <p:spPr/>
        <p:txBody>
          <a:bodyPr/>
          <a:lstStyle/>
          <a:p>
            <a:pPr>
              <a:defRPr/>
            </a:pPr>
            <a:fld id="{70857BFC-F8F3-48D4-960A-1ADE49D66D37}" type="datetime1">
              <a:rPr lang="es-PE" smtClean="0"/>
              <a:pPr>
                <a:defRPr/>
              </a:pPr>
              <a:t>21/10/2026</a:t>
            </a:fld>
            <a:endParaRPr lang="es-PE" dirty="0"/>
          </a:p>
        </p:txBody>
      </p:sp>
      <p:sp>
        <p:nvSpPr>
          <p:cNvPr id="11" name="Footer Placeholder 10"/>
          <p:cNvSpPr>
            <a:spLocks noGrp="1"/>
          </p:cNvSpPr>
          <p:nvPr>
            <p:ph type="ftr" sz="quarter" idx="11"/>
          </p:nvPr>
        </p:nvSpPr>
        <p:spPr/>
        <p:txBody>
          <a:bodyPr/>
          <a:lstStyle/>
          <a:p>
            <a:pPr>
              <a:defRPr/>
            </a:pPr>
            <a:endParaRPr lang="es-PE"/>
          </a:p>
        </p:txBody>
      </p:sp>
      <p:sp>
        <p:nvSpPr>
          <p:cNvPr id="12" name="Slide Number Placeholder 11"/>
          <p:cNvSpPr>
            <a:spLocks noGrp="1"/>
          </p:cNvSpPr>
          <p:nvPr>
            <p:ph type="sldNum" sz="quarter" idx="12"/>
          </p:nvPr>
        </p:nvSpPr>
        <p:spPr/>
        <p:txBody>
          <a:bodyPr/>
          <a:lstStyle/>
          <a:p>
            <a:pPr>
              <a:defRPr/>
            </a:pPr>
            <a:r>
              <a:rPr lang="es-PE" dirty="0"/>
              <a:t>&lt;#&gt;</a:t>
            </a:r>
          </a:p>
        </p:txBody>
      </p:sp>
    </p:spTree>
    <p:extLst>
      <p:ext uri="{BB962C8B-B14F-4D97-AF65-F5344CB8AC3E}">
        <p14:creationId xmlns:p14="http://schemas.microsoft.com/office/powerpoint/2010/main" val="40065181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5" name="Do not remove" hidden="1">
            <a:extLst>
              <a:ext uri="{FF2B5EF4-FFF2-40B4-BE49-F238E27FC236}">
                <a16:creationId xmlns:a16="http://schemas.microsoft.com/office/drawing/2014/main" id="{585D5AD3-1ECF-C7A2-F10F-2D118F9EB530}"/>
              </a:ext>
            </a:extLst>
          </p:cNvPr>
          <p:cNvSpPr/>
          <p:nvPr userDrawn="1">
            <p:custDataLst>
              <p:tags r:id="rId1"/>
            </p:custDataLst>
          </p:nvPr>
        </p:nvSpPr>
        <p:spPr>
          <a:xfrm>
            <a:off x="0" y="0"/>
            <a:ext cx="12700" cy="12700"/>
          </a:xfrm>
          <a:prstGeom prst="octagon">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2" name="Date Placeholder 3"/>
          <p:cNvSpPr>
            <a:spLocks noGrp="1"/>
          </p:cNvSpPr>
          <p:nvPr>
            <p:ph type="dt" sz="half" idx="10"/>
          </p:nvPr>
        </p:nvSpPr>
        <p:spPr/>
        <p:txBody>
          <a:bodyPr/>
          <a:lstStyle>
            <a:lvl1pPr>
              <a:defRPr>
                <a:cs typeface="Arial" pitchFamily="34" charset="0"/>
              </a:defRPr>
            </a:lvl1pPr>
          </a:lstStyle>
          <a:p>
            <a:pPr>
              <a:defRPr/>
            </a:pPr>
            <a:fld id="{9ECA79D5-6287-4FEA-94EA-2230E51E93DB}" type="datetime1">
              <a:rPr lang="es-PE"/>
              <a:pPr>
                <a:defRPr/>
              </a:pPr>
              <a:t>21/10/2026</a:t>
            </a:fld>
            <a:endParaRPr lang="es-PE" dirty="0"/>
          </a:p>
        </p:txBody>
      </p:sp>
      <p:sp>
        <p:nvSpPr>
          <p:cNvPr id="3" name="Footer Placeholder 4"/>
          <p:cNvSpPr>
            <a:spLocks noGrp="1"/>
          </p:cNvSpPr>
          <p:nvPr>
            <p:ph type="ftr" sz="quarter" idx="11"/>
          </p:nvPr>
        </p:nvSpPr>
        <p:spPr/>
        <p:txBody>
          <a:bodyPr/>
          <a:lstStyle>
            <a:lvl1pPr>
              <a:defRPr>
                <a:cs typeface="Arial" pitchFamily="34" charset="0"/>
              </a:defRPr>
            </a:lvl1pPr>
          </a:lstStyle>
          <a:p>
            <a:pPr>
              <a:defRPr/>
            </a:pPr>
            <a:endParaRPr lang="es-PE"/>
          </a:p>
        </p:txBody>
      </p:sp>
      <p:sp>
        <p:nvSpPr>
          <p:cNvPr id="4" name="Slide Number Placeholder 5"/>
          <p:cNvSpPr>
            <a:spLocks noGrp="1"/>
          </p:cNvSpPr>
          <p:nvPr>
            <p:ph type="sldNum" sz="quarter" idx="12"/>
          </p:nvPr>
        </p:nvSpPr>
        <p:spPr/>
        <p:txBody>
          <a:bodyPr/>
          <a:lstStyle>
            <a:lvl1pPr>
              <a:defRPr>
                <a:cs typeface="Arial" pitchFamily="34" charset="0"/>
              </a:defRPr>
            </a:lvl1pPr>
          </a:lstStyle>
          <a:p>
            <a:pPr>
              <a:defRPr/>
            </a:pPr>
            <a:fld id="{E781D644-CE8E-4EAC-9557-4995B07FF65C}" type="slidenum">
              <a:rPr lang="es-PE"/>
              <a:pPr>
                <a:defRPr/>
              </a:pPr>
              <a:t>‹#›</a:t>
            </a:fld>
            <a:endParaRPr lang="es-PE" dirty="0"/>
          </a:p>
        </p:txBody>
      </p:sp>
      <p:sp>
        <p:nvSpPr>
          <p:cNvPr id="6" name="Rectangle 5"/>
          <p:cNvSpPr/>
          <p:nvPr userDrawn="1"/>
        </p:nvSpPr>
        <p:spPr>
          <a:xfrm>
            <a:off x="0" y="1"/>
            <a:ext cx="9144000" cy="1052736"/>
          </a:xfrm>
          <a:prstGeom prst="rect">
            <a:avLst/>
          </a:prstGeom>
          <a:solidFill>
            <a:srgbClr val="1E2E6E"/>
          </a:solidFill>
          <a:ln>
            <a:solidFill>
              <a:srgbClr val="1E2E6E"/>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endParaRPr lang="es-PE" dirty="0">
              <a:solidFill>
                <a:srgbClr val="0070C0"/>
              </a:solidFill>
              <a:latin typeface="Trebuchet MS" pitchFamily="34" charset="0"/>
            </a:endParaRPr>
          </a:p>
        </p:txBody>
      </p:sp>
      <p:pic>
        <p:nvPicPr>
          <p:cNvPr id="7" name="Picture 3"/>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t="29691" r="65363" b="8409"/>
          <a:stretch>
            <a:fillRect/>
          </a:stretch>
        </p:blipFill>
        <p:spPr bwMode="auto">
          <a:xfrm>
            <a:off x="7343775" y="260350"/>
            <a:ext cx="1800225"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072374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En blanco">
    <p:bg>
      <p:bgRef idx="1001">
        <a:schemeClr val="bg1"/>
      </p:bgRef>
    </p:bg>
    <p:spTree>
      <p:nvGrpSpPr>
        <p:cNvPr id="1" name=""/>
        <p:cNvGrpSpPr/>
        <p:nvPr/>
      </p:nvGrpSpPr>
      <p:grpSpPr>
        <a:xfrm>
          <a:off x="0" y="0"/>
          <a:ext cx="0" cy="0"/>
          <a:chOff x="0" y="0"/>
          <a:chExt cx="0" cy="0"/>
        </a:xfrm>
      </p:grpSpPr>
      <p:sp>
        <p:nvSpPr>
          <p:cNvPr id="19" name="Do not remove" hidden="1">
            <a:extLst>
              <a:ext uri="{FF2B5EF4-FFF2-40B4-BE49-F238E27FC236}">
                <a16:creationId xmlns:a16="http://schemas.microsoft.com/office/drawing/2014/main" id="{D8068C3E-A948-E2A7-DD5D-A71C79AD2747}"/>
              </a:ext>
            </a:extLst>
          </p:cNvPr>
          <p:cNvSpPr/>
          <p:nvPr userDrawn="1">
            <p:custDataLst>
              <p:tags r:id="rId2"/>
            </p:custDataLst>
          </p:nvPr>
        </p:nvSpPr>
        <p:spPr>
          <a:xfrm>
            <a:off x="0" y="0"/>
            <a:ext cx="12700" cy="12700"/>
          </a:xfrm>
          <a:prstGeom prst="octagon">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0" name="Rectangle 9"/>
          <p:cNvSpPr/>
          <p:nvPr userDrawn="1"/>
        </p:nvSpPr>
        <p:spPr>
          <a:xfrm>
            <a:off x="0" y="0"/>
            <a:ext cx="9144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7" name="Rectangle 6"/>
          <p:cNvSpPr/>
          <p:nvPr userDrawn="1"/>
        </p:nvSpPr>
        <p:spPr>
          <a:xfrm>
            <a:off x="0" y="6453188"/>
            <a:ext cx="9144000" cy="404812"/>
          </a:xfrm>
          <a:prstGeom prst="rect">
            <a:avLst/>
          </a:prstGeom>
          <a:solidFill>
            <a:srgbClr val="E3E829"/>
          </a:solidFill>
          <a:ln>
            <a:solidFill>
              <a:srgbClr val="E3E82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s-PE">
              <a:solidFill>
                <a:prstClr val="white"/>
              </a:solidFill>
            </a:endParaRPr>
          </a:p>
        </p:txBody>
      </p:sp>
      <p:sp>
        <p:nvSpPr>
          <p:cNvPr id="8" name="Rectangle 7"/>
          <p:cNvSpPr/>
          <p:nvPr userDrawn="1"/>
        </p:nvSpPr>
        <p:spPr>
          <a:xfrm>
            <a:off x="0" y="0"/>
            <a:ext cx="9144000" cy="1223963"/>
          </a:xfrm>
          <a:prstGeom prst="rect">
            <a:avLst/>
          </a:prstGeom>
          <a:solidFill>
            <a:srgbClr val="1E2E6E"/>
          </a:solidFill>
          <a:ln>
            <a:solidFill>
              <a:srgbClr val="1E2E6E"/>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endParaRPr lang="es-PE" dirty="0">
              <a:solidFill>
                <a:srgbClr val="0070C0"/>
              </a:solidFill>
              <a:latin typeface="Trebuchet MS" pitchFamily="34" charset="0"/>
            </a:endParaRPr>
          </a:p>
        </p:txBody>
      </p:sp>
      <p:pic>
        <p:nvPicPr>
          <p:cNvPr id="9" name="Picture 3"/>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t="29691" r="65363" b="8409"/>
          <a:stretch>
            <a:fillRect/>
          </a:stretch>
        </p:blipFill>
        <p:spPr bwMode="auto">
          <a:xfrm>
            <a:off x="7343775" y="260350"/>
            <a:ext cx="1800225"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377147" y="585029"/>
            <a:ext cx="7886700" cy="686995"/>
          </a:xfrm>
          <a:prstGeom prst="rect">
            <a:avLst/>
          </a:prstGeom>
        </p:spPr>
        <p:txBody>
          <a:bodyPr/>
          <a:lstStyle>
            <a:lvl1pPr>
              <a:defRPr lang="es-PE" sz="2500">
                <a:solidFill>
                  <a:srgbClr val="768692"/>
                </a:solidFill>
                <a:ea typeface="+mj-ea"/>
                <a:cs typeface="+mj-cs"/>
              </a:defRPr>
            </a:lvl1pPr>
          </a:lstStyle>
          <a:p>
            <a:pPr marL="0" lvl="0" algn="l">
              <a:lnSpc>
                <a:spcPct val="90000"/>
              </a:lnSpc>
            </a:pPr>
            <a:r>
              <a:rPr lang="en-US"/>
              <a:t>Click to edit Master title style</a:t>
            </a:r>
            <a:endParaRPr lang="es-PE"/>
          </a:p>
        </p:txBody>
      </p:sp>
    </p:spTree>
    <p:extLst>
      <p:ext uri="{BB962C8B-B14F-4D97-AF65-F5344CB8AC3E}">
        <p14:creationId xmlns:p14="http://schemas.microsoft.com/office/powerpoint/2010/main" val="2122581622"/>
      </p:ext>
    </p:extLst>
  </p:cSld>
  <p:clrMapOvr>
    <a:overrideClrMapping bg1="lt1" tx1="dk1" bg2="lt2" tx2="dk2" accent1="accent1" accent2="accent2" accent3="accent3" accent4="accent4" accent5="accent5" accent6="accent6" hlink="hlink" folHlink="folHlink"/>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Título y objetos">
    <p:bg>
      <p:bgPr>
        <a:gradFill flip="none" rotWithShape="1">
          <a:gsLst>
            <a:gs pos="0">
              <a:schemeClr val="bg1">
                <a:lumMod val="85000"/>
              </a:schemeClr>
            </a:gs>
            <a:gs pos="75000">
              <a:schemeClr val="bg1">
                <a:lumMod val="95000"/>
              </a:schemeClr>
            </a:gs>
          </a:gsLst>
          <a:lin ang="5400000" scaled="1"/>
          <a:tileRect/>
        </a:gradFill>
        <a:effectLst/>
      </p:bgPr>
    </p:bg>
    <p:spTree>
      <p:nvGrpSpPr>
        <p:cNvPr id="1" name=""/>
        <p:cNvGrpSpPr/>
        <p:nvPr/>
      </p:nvGrpSpPr>
      <p:grpSpPr>
        <a:xfrm>
          <a:off x="0" y="0"/>
          <a:ext cx="0" cy="0"/>
          <a:chOff x="0" y="0"/>
          <a:chExt cx="0" cy="0"/>
        </a:xfrm>
      </p:grpSpPr>
      <p:sp>
        <p:nvSpPr>
          <p:cNvPr id="8" name="Rectangle 7"/>
          <p:cNvSpPr/>
          <p:nvPr userDrawn="1"/>
        </p:nvSpPr>
        <p:spPr>
          <a:xfrm>
            <a:off x="0" y="0"/>
            <a:ext cx="9144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sz="1350"/>
          </a:p>
        </p:txBody>
      </p:sp>
      <p:sp>
        <p:nvSpPr>
          <p:cNvPr id="4" name="Rectángulo 56"/>
          <p:cNvSpPr/>
          <p:nvPr userDrawn="1"/>
        </p:nvSpPr>
        <p:spPr>
          <a:xfrm>
            <a:off x="0" y="3429"/>
            <a:ext cx="9144000" cy="1268597"/>
          </a:xfrm>
          <a:prstGeom prst="rect">
            <a:avLst/>
          </a:prstGeom>
          <a:gradFill>
            <a:gsLst>
              <a:gs pos="0">
                <a:schemeClr val="bg1">
                  <a:lumMod val="85000"/>
                </a:schemeClr>
              </a:gs>
              <a:gs pos="75000">
                <a:schemeClr val="bg1">
                  <a:lumMod val="9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sz="1350"/>
          </a:p>
        </p:txBody>
      </p:sp>
      <p:sp>
        <p:nvSpPr>
          <p:cNvPr id="5" name="Rectángulo 55"/>
          <p:cNvSpPr/>
          <p:nvPr userDrawn="1"/>
        </p:nvSpPr>
        <p:spPr>
          <a:xfrm>
            <a:off x="480644" y="517663"/>
            <a:ext cx="670728" cy="45719"/>
          </a:xfrm>
          <a:prstGeom prst="rect">
            <a:avLst/>
          </a:prstGeom>
          <a:solidFill>
            <a:srgbClr val="E3E8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sz="1350">
              <a:solidFill>
                <a:srgbClr val="E3E829"/>
              </a:solidFill>
            </a:endParaRPr>
          </a:p>
        </p:txBody>
      </p:sp>
      <p:pic>
        <p:nvPicPr>
          <p:cNvPr id="6" name="Marcador de contenido 14"/>
          <p:cNvPicPr>
            <a:picLocks noChangeAspect="1"/>
          </p:cNvPicPr>
          <p:nvPr userDrawn="1"/>
        </p:nvPicPr>
        <p:blipFill rotWithShape="1">
          <a:blip r:embed="rId2">
            <a:extLst>
              <a:ext uri="{28A0092B-C50C-407E-A947-70E740481C1C}">
                <a14:useLocalDpi xmlns:a14="http://schemas.microsoft.com/office/drawing/2010/main"/>
              </a:ext>
            </a:extLst>
          </a:blip>
          <a:srcRect b="21169"/>
          <a:stretch/>
        </p:blipFill>
        <p:spPr>
          <a:xfrm>
            <a:off x="7777086" y="405353"/>
            <a:ext cx="1065188" cy="431360"/>
          </a:xfrm>
          <a:prstGeom prst="rect">
            <a:avLst/>
          </a:prstGeom>
        </p:spPr>
      </p:pic>
      <p:sp>
        <p:nvSpPr>
          <p:cNvPr id="9" name="Title 8"/>
          <p:cNvSpPr>
            <a:spLocks noGrp="1"/>
          </p:cNvSpPr>
          <p:nvPr>
            <p:ph type="title"/>
          </p:nvPr>
        </p:nvSpPr>
        <p:spPr>
          <a:xfrm>
            <a:off x="395536" y="544505"/>
            <a:ext cx="6937496" cy="727521"/>
          </a:xfrm>
          <a:prstGeom prst="rect">
            <a:avLst/>
          </a:prstGeom>
        </p:spPr>
        <p:txBody>
          <a:bodyPr/>
          <a:lstStyle>
            <a:lvl1pPr marL="0" algn="l" defTabSz="685800" rtl="0" eaLnBrk="1" latinLnBrk="0" hangingPunct="1">
              <a:lnSpc>
                <a:spcPct val="90000"/>
              </a:lnSpc>
              <a:spcBef>
                <a:spcPct val="0"/>
              </a:spcBef>
              <a:buNone/>
              <a:defRPr lang="es-PE" sz="1875" b="1" kern="1200" dirty="0">
                <a:solidFill>
                  <a:srgbClr val="768692"/>
                </a:solidFill>
                <a:latin typeface="DINPro"/>
                <a:ea typeface="+mj-ea"/>
                <a:cs typeface="+mj-cs"/>
              </a:defRPr>
            </a:lvl1pPr>
          </a:lstStyle>
          <a:p>
            <a:r>
              <a:rPr lang="en-US" dirty="0"/>
              <a:t>Click to edit Master title style</a:t>
            </a:r>
            <a:endParaRPr lang="es-PE" dirty="0"/>
          </a:p>
        </p:txBody>
      </p:sp>
    </p:spTree>
    <p:extLst>
      <p:ext uri="{BB962C8B-B14F-4D97-AF65-F5344CB8AC3E}">
        <p14:creationId xmlns:p14="http://schemas.microsoft.com/office/powerpoint/2010/main" val="494285203"/>
      </p:ext>
    </p:extLst>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Texto dos columnas">
    <p:spTree>
      <p:nvGrpSpPr>
        <p:cNvPr id="1" name=""/>
        <p:cNvGrpSpPr/>
        <p:nvPr/>
      </p:nvGrpSpPr>
      <p:grpSpPr>
        <a:xfrm>
          <a:off x="0" y="0"/>
          <a:ext cx="0" cy="0"/>
          <a:chOff x="0" y="0"/>
          <a:chExt cx="0" cy="0"/>
        </a:xfrm>
      </p:grpSpPr>
      <p:sp>
        <p:nvSpPr>
          <p:cNvPr id="10" name="Title Placeholder 35"/>
          <p:cNvSpPr>
            <a:spLocks noGrp="1"/>
          </p:cNvSpPr>
          <p:nvPr>
            <p:ph type="title" hasCustomPrompt="1"/>
          </p:nvPr>
        </p:nvSpPr>
        <p:spPr>
          <a:xfrm>
            <a:off x="457320" y="636324"/>
            <a:ext cx="6854134" cy="908314"/>
          </a:xfrm>
          <a:prstGeom prst="rect">
            <a:avLst/>
          </a:prstGeom>
        </p:spPr>
        <p:txBody>
          <a:bodyPr vert="horz" lIns="91440" tIns="45720" rIns="91440" bIns="45720" rtlCol="0" anchor="t">
            <a:normAutofit/>
          </a:bodyPr>
          <a:lstStyle/>
          <a:p>
            <a:r>
              <a:rPr lang="es-ES_tradnl" dirty="0"/>
              <a:t>Agenda o Índice 24 – 36 pt</a:t>
            </a:r>
            <a:br>
              <a:rPr lang="es-ES_tradnl" dirty="0"/>
            </a:br>
            <a:endParaRPr lang="en-US" dirty="0"/>
          </a:p>
        </p:txBody>
      </p:sp>
      <p:sp>
        <p:nvSpPr>
          <p:cNvPr id="11" name="Text Placeholder 2"/>
          <p:cNvSpPr>
            <a:spLocks noGrp="1"/>
          </p:cNvSpPr>
          <p:nvPr>
            <p:ph type="body" sz="quarter" idx="15" hasCustomPrompt="1"/>
          </p:nvPr>
        </p:nvSpPr>
        <p:spPr>
          <a:xfrm>
            <a:off x="457318" y="1544641"/>
            <a:ext cx="8421206" cy="4801597"/>
          </a:xfrm>
        </p:spPr>
        <p:txBody>
          <a:bodyPr numCol="2"/>
          <a:lstStyle>
            <a:lvl1pPr marL="351030" indent="-351030">
              <a:spcBef>
                <a:spcPts val="1800"/>
              </a:spcBef>
              <a:spcAft>
                <a:spcPts val="300"/>
              </a:spcAft>
              <a:buClr>
                <a:schemeClr val="accent1"/>
              </a:buClr>
              <a:buFont typeface="+mj-lt"/>
              <a:buAutoNum type="romanUcPeriod"/>
              <a:defRPr baseline="0"/>
            </a:lvl1pPr>
            <a:lvl2pPr marL="351030" indent="0">
              <a:spcBef>
                <a:spcPts val="0"/>
              </a:spcBef>
              <a:spcAft>
                <a:spcPts val="451"/>
              </a:spcAft>
              <a:buClr>
                <a:schemeClr val="accent1"/>
              </a:buClr>
              <a:buFont typeface="+mj-lt"/>
              <a:buNone/>
              <a:defRPr b="0">
                <a:solidFill>
                  <a:schemeClr val="tx1"/>
                </a:solidFill>
              </a:defRPr>
            </a:lvl2pPr>
            <a:lvl3pPr marL="351030" indent="0">
              <a:buClr>
                <a:schemeClr val="accent1"/>
              </a:buClr>
              <a:buFont typeface="+mj-lt"/>
              <a:buNone/>
              <a:defRPr b="0">
                <a:solidFill>
                  <a:schemeClr val="tx1"/>
                </a:solidFill>
              </a:defRPr>
            </a:lvl3pPr>
            <a:lvl4pPr marL="351030" indent="0">
              <a:buClr>
                <a:schemeClr val="accent1"/>
              </a:buClr>
              <a:buFont typeface="+mj-lt"/>
              <a:buNone/>
              <a:defRPr b="0">
                <a:solidFill>
                  <a:schemeClr val="tx1"/>
                </a:solidFill>
              </a:defRPr>
            </a:lvl4pPr>
            <a:lvl5pPr marL="351030" indent="0">
              <a:buClr>
                <a:schemeClr val="accent1"/>
              </a:buClr>
              <a:buFont typeface="+mj-lt"/>
              <a:buNone/>
              <a:defRPr b="0">
                <a:solidFill>
                  <a:schemeClr val="tx1"/>
                </a:solidFill>
              </a:defRPr>
            </a:lvl5pPr>
          </a:lstStyle>
          <a:p>
            <a:pPr lvl="0"/>
            <a:r>
              <a:rPr lang="es-ES_tradnl" dirty="0"/>
              <a:t>Título sección A 14 – 20 pt</a:t>
            </a:r>
          </a:p>
          <a:p>
            <a:pPr lvl="1"/>
            <a:r>
              <a:rPr lang="es-ES_tradnl" dirty="0"/>
              <a:t>Texto sección A 12 – 18 pt</a:t>
            </a:r>
          </a:p>
          <a:p>
            <a:pPr lvl="0"/>
            <a:r>
              <a:rPr lang="es-ES_tradnl" dirty="0"/>
              <a:t>Título sección B 14 – 20 pt</a:t>
            </a:r>
          </a:p>
          <a:p>
            <a:pPr lvl="1"/>
            <a:r>
              <a:rPr lang="es-ES_tradnl" dirty="0"/>
              <a:t>Texto sección B 12 – 18 pt</a:t>
            </a:r>
          </a:p>
          <a:p>
            <a:pPr lvl="0"/>
            <a:r>
              <a:rPr lang="es-ES_tradnl" dirty="0"/>
              <a:t>Título sección C 14 – 20 pt</a:t>
            </a:r>
          </a:p>
          <a:p>
            <a:pPr lvl="1"/>
            <a:r>
              <a:rPr lang="es-ES_tradnl" dirty="0"/>
              <a:t>Texto sección C 12 – 18 pt</a:t>
            </a:r>
          </a:p>
          <a:p>
            <a:pPr lvl="0"/>
            <a:r>
              <a:rPr lang="es-ES_tradnl" dirty="0"/>
              <a:t>Título sección D 14 – 20 pt</a:t>
            </a:r>
          </a:p>
          <a:p>
            <a:pPr lvl="1"/>
            <a:r>
              <a:rPr lang="es-ES_tradnl" dirty="0"/>
              <a:t>Texto sección D 12 – 18 pt</a:t>
            </a:r>
          </a:p>
          <a:p>
            <a:pPr lvl="0"/>
            <a:r>
              <a:rPr lang="es-ES_tradnl" dirty="0"/>
              <a:t>Título sección E 14 – 20 pt</a:t>
            </a:r>
          </a:p>
          <a:p>
            <a:pPr lvl="1"/>
            <a:r>
              <a:rPr lang="es-ES_tradnl" dirty="0"/>
              <a:t>Texto sección E 12 – 18 pt</a:t>
            </a:r>
          </a:p>
          <a:p>
            <a:pPr lvl="0"/>
            <a:r>
              <a:rPr lang="es-ES_tradnl" dirty="0"/>
              <a:t>Título sección F 14 – 20 pt</a:t>
            </a:r>
          </a:p>
          <a:p>
            <a:pPr lvl="1"/>
            <a:r>
              <a:rPr lang="es-ES_tradnl" dirty="0"/>
              <a:t>Texto sección F 12 – 18 pt</a:t>
            </a:r>
          </a:p>
          <a:p>
            <a:pPr lvl="0"/>
            <a:r>
              <a:rPr lang="es-ES_tradnl" dirty="0"/>
              <a:t>Título sección G 14 – 20 pt</a:t>
            </a:r>
          </a:p>
          <a:p>
            <a:pPr lvl="1"/>
            <a:r>
              <a:rPr lang="es-ES_tradnl" dirty="0"/>
              <a:t>Texto sección F 12 – 18 pt</a:t>
            </a:r>
          </a:p>
          <a:p>
            <a:pPr lvl="0"/>
            <a:r>
              <a:rPr lang="es-ES_tradnl" dirty="0"/>
              <a:t>Título sección H 14 – 20 pt</a:t>
            </a:r>
          </a:p>
          <a:p>
            <a:pPr lvl="1"/>
            <a:r>
              <a:rPr lang="es-ES_tradnl" dirty="0"/>
              <a:t>Texto sección F 12 – 18 pt</a:t>
            </a:r>
          </a:p>
          <a:p>
            <a:pPr lvl="0"/>
            <a:r>
              <a:rPr lang="es-ES_tradnl" dirty="0"/>
              <a:t>Título sección I 14 – 20 pt</a:t>
            </a:r>
          </a:p>
          <a:p>
            <a:pPr lvl="1"/>
            <a:r>
              <a:rPr lang="es-ES_tradnl" dirty="0"/>
              <a:t>Texto sección F 12 – 18 pt</a:t>
            </a:r>
          </a:p>
          <a:p>
            <a:pPr lvl="0"/>
            <a:r>
              <a:rPr lang="es-ES_tradnl" dirty="0"/>
              <a:t>Título sección J 14 – 20 pt</a:t>
            </a:r>
          </a:p>
          <a:p>
            <a:pPr lvl="1"/>
            <a:r>
              <a:rPr lang="es-ES_tradnl" dirty="0"/>
              <a:t>Texto sección F 12 – 18 pt</a:t>
            </a:r>
          </a:p>
          <a:p>
            <a:pPr lvl="1"/>
            <a:endParaRPr lang="es-ES_tradnl" dirty="0"/>
          </a:p>
          <a:p>
            <a:pPr lvl="1"/>
            <a:endParaRPr lang="es-ES_tradnl" dirty="0"/>
          </a:p>
          <a:p>
            <a:pPr lvl="1"/>
            <a:endParaRPr lang="es-ES_tradnl" dirty="0"/>
          </a:p>
        </p:txBody>
      </p:sp>
      <p:sp>
        <p:nvSpPr>
          <p:cNvPr id="5" name="Date Placeholder 4"/>
          <p:cNvSpPr>
            <a:spLocks noGrp="1"/>
          </p:cNvSpPr>
          <p:nvPr>
            <p:ph type="dt" sz="half" idx="17"/>
          </p:nvPr>
        </p:nvSpPr>
        <p:spPr/>
        <p:txBody>
          <a:bodyPr/>
          <a:lstStyle/>
          <a:p>
            <a:r>
              <a:rPr lang="en-US" dirty="0"/>
              <a:t>21 de </a:t>
            </a:r>
            <a:r>
              <a:rPr lang="en-US" dirty="0" err="1"/>
              <a:t>julio</a:t>
            </a:r>
            <a:endParaRPr lang="en-US" dirty="0"/>
          </a:p>
        </p:txBody>
      </p:sp>
      <p:sp>
        <p:nvSpPr>
          <p:cNvPr id="6" name="Footer Placeholder 5"/>
          <p:cNvSpPr>
            <a:spLocks noGrp="1"/>
          </p:cNvSpPr>
          <p:nvPr>
            <p:ph type="ftr" sz="quarter" idx="18"/>
          </p:nvPr>
        </p:nvSpPr>
        <p:spPr/>
        <p:txBody>
          <a:bodyPr/>
          <a:lstStyle/>
          <a:p>
            <a:r>
              <a:rPr lang="es-ES_tradnl"/>
              <a:t>|                                      |  </a:t>
            </a:r>
            <a:r>
              <a:rPr lang="es-ES_tradnl" dirty="0"/>
              <a:t>AFP Integra</a:t>
            </a:r>
            <a:endParaRPr lang="en-US" dirty="0"/>
          </a:p>
        </p:txBody>
      </p:sp>
      <p:sp>
        <p:nvSpPr>
          <p:cNvPr id="7" name="Slide Number Placeholder 6"/>
          <p:cNvSpPr>
            <a:spLocks noGrp="1"/>
          </p:cNvSpPr>
          <p:nvPr>
            <p:ph type="sldNum" sz="quarter" idx="19"/>
          </p:nvPr>
        </p:nvSpPr>
        <p:spPr/>
        <p:txBody>
          <a:bodyPr/>
          <a:lstStyle/>
          <a:p>
            <a:fld id="{FCCBA4FA-5E5B-4F4D-B8F1-037A34F2DB0D}" type="slidenum">
              <a:rPr lang="en-US" smtClean="0"/>
              <a:pPr/>
              <a:t>‹#›</a:t>
            </a:fld>
            <a:endParaRPr lang="en-US" dirty="0"/>
          </a:p>
        </p:txBody>
      </p:sp>
    </p:spTree>
    <p:extLst>
      <p:ext uri="{BB962C8B-B14F-4D97-AF65-F5344CB8AC3E}">
        <p14:creationId xmlns:p14="http://schemas.microsoft.com/office/powerpoint/2010/main" val="22374483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1_Title and Content">
    <p:bg>
      <p:bgRef idx="1001">
        <a:schemeClr val="bg1"/>
      </p:bgRef>
    </p:bg>
    <p:spTree>
      <p:nvGrpSpPr>
        <p:cNvPr id="1" name=""/>
        <p:cNvGrpSpPr/>
        <p:nvPr/>
      </p:nvGrpSpPr>
      <p:grpSpPr>
        <a:xfrm>
          <a:off x="0" y="0"/>
          <a:ext cx="0" cy="0"/>
          <a:chOff x="0" y="0"/>
          <a:chExt cx="0" cy="0"/>
        </a:xfrm>
      </p:grpSpPr>
      <p:sp>
        <p:nvSpPr>
          <p:cNvPr id="14" name="Slide Number Placeholder 5">
            <a:extLst>
              <a:ext uri="{FF2B5EF4-FFF2-40B4-BE49-F238E27FC236}">
                <a16:creationId xmlns:a16="http://schemas.microsoft.com/office/drawing/2014/main" id="{FA5C5D2B-21F7-4EFC-9241-B6BB2C695C98}"/>
              </a:ext>
            </a:extLst>
          </p:cNvPr>
          <p:cNvSpPr>
            <a:spLocks noGrp="1"/>
          </p:cNvSpPr>
          <p:nvPr>
            <p:ph type="sldNum" sz="quarter" idx="12"/>
          </p:nvPr>
        </p:nvSpPr>
        <p:spPr>
          <a:xfrm>
            <a:off x="8487393" y="6261232"/>
            <a:ext cx="685800" cy="593725"/>
          </a:xfrm>
        </p:spPr>
        <p:txBody>
          <a:bodyPr>
            <a:normAutofit/>
          </a:bodyPr>
          <a:lstStyle>
            <a:lvl1pPr>
              <a:defRPr sz="1050">
                <a:solidFill>
                  <a:schemeClr val="tx1"/>
                </a:solidFill>
                <a:latin typeface="Trebuchet MS" panose="020B0603020202020204" pitchFamily="34" charset="0"/>
              </a:defRPr>
            </a:lvl1pPr>
          </a:lstStyle>
          <a:p>
            <a:fld id="{4022B31E-1B25-402D-B825-4747191115EA}" type="slidenum">
              <a:rPr lang="es-PE" smtClean="0"/>
              <a:pPr/>
              <a:t>‹#›</a:t>
            </a:fld>
            <a:endParaRPr lang="es-PE" dirty="0"/>
          </a:p>
        </p:txBody>
      </p:sp>
      <p:sp>
        <p:nvSpPr>
          <p:cNvPr id="17" name="Rectangle 16">
            <a:extLst>
              <a:ext uri="{FF2B5EF4-FFF2-40B4-BE49-F238E27FC236}">
                <a16:creationId xmlns:a16="http://schemas.microsoft.com/office/drawing/2014/main" id="{601D12D5-3E74-4EB5-BCBD-D99711EB306D}"/>
              </a:ext>
            </a:extLst>
          </p:cNvPr>
          <p:cNvSpPr/>
          <p:nvPr userDrawn="1"/>
        </p:nvSpPr>
        <p:spPr>
          <a:xfrm>
            <a:off x="0" y="0"/>
            <a:ext cx="485775" cy="6858000"/>
          </a:xfrm>
          <a:prstGeom prst="rect">
            <a:avLst/>
          </a:prstGeom>
          <a:solidFill>
            <a:schemeClr val="tx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PE"/>
          </a:p>
        </p:txBody>
      </p:sp>
      <p:sp>
        <p:nvSpPr>
          <p:cNvPr id="18" name="Rectangle 17">
            <a:extLst>
              <a:ext uri="{FF2B5EF4-FFF2-40B4-BE49-F238E27FC236}">
                <a16:creationId xmlns:a16="http://schemas.microsoft.com/office/drawing/2014/main" id="{44722583-AE82-48A9-B938-31A0397973F3}"/>
              </a:ext>
            </a:extLst>
          </p:cNvPr>
          <p:cNvSpPr/>
          <p:nvPr userDrawn="1"/>
        </p:nvSpPr>
        <p:spPr>
          <a:xfrm>
            <a:off x="0" y="1"/>
            <a:ext cx="9153525" cy="752475"/>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9" name="Title 15">
            <a:extLst>
              <a:ext uri="{FF2B5EF4-FFF2-40B4-BE49-F238E27FC236}">
                <a16:creationId xmlns:a16="http://schemas.microsoft.com/office/drawing/2014/main" id="{EEEED07E-68C7-4FDF-A9AB-489E13519C85}"/>
              </a:ext>
            </a:extLst>
          </p:cNvPr>
          <p:cNvSpPr>
            <a:spLocks noGrp="1"/>
          </p:cNvSpPr>
          <p:nvPr>
            <p:ph type="title"/>
          </p:nvPr>
        </p:nvSpPr>
        <p:spPr>
          <a:xfrm>
            <a:off x="52943" y="45810"/>
            <a:ext cx="7884381" cy="676275"/>
          </a:xfrm>
        </p:spPr>
        <p:txBody>
          <a:bodyPr>
            <a:normAutofit/>
          </a:bodyPr>
          <a:lstStyle>
            <a:lvl1pPr>
              <a:defRPr sz="2250">
                <a:solidFill>
                  <a:schemeClr val="tx1">
                    <a:lumMod val="75000"/>
                  </a:schemeClr>
                </a:solidFill>
              </a:defRPr>
            </a:lvl1pPr>
          </a:lstStyle>
          <a:p>
            <a:r>
              <a:rPr lang="en-US"/>
              <a:t>Click to edit Master title style</a:t>
            </a:r>
            <a:endParaRPr lang="es-PE"/>
          </a:p>
        </p:txBody>
      </p:sp>
      <p:pic>
        <p:nvPicPr>
          <p:cNvPr id="20" name="Picture 2" descr="Asociación AFP">
            <a:extLst>
              <a:ext uri="{FF2B5EF4-FFF2-40B4-BE49-F238E27FC236}">
                <a16:creationId xmlns:a16="http://schemas.microsoft.com/office/drawing/2014/main" id="{EB18AC67-690E-4C93-8DC7-1FD8B21E7B2B}"/>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995092" y="158293"/>
            <a:ext cx="1028700" cy="4227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66797108"/>
      </p:ext>
    </p:extLst>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2_Title and Content">
    <p:bg>
      <p:bgRef idx="1001">
        <a:schemeClr val="bg1"/>
      </p:bgRef>
    </p:bg>
    <p:spTree>
      <p:nvGrpSpPr>
        <p:cNvPr id="1" name=""/>
        <p:cNvGrpSpPr/>
        <p:nvPr/>
      </p:nvGrpSpPr>
      <p:grpSpPr>
        <a:xfrm>
          <a:off x="0" y="0"/>
          <a:ext cx="0" cy="0"/>
          <a:chOff x="0" y="0"/>
          <a:chExt cx="0" cy="0"/>
        </a:xfrm>
      </p:grpSpPr>
      <p:sp>
        <p:nvSpPr>
          <p:cNvPr id="14" name="Slide Number Placeholder 5">
            <a:extLst>
              <a:ext uri="{FF2B5EF4-FFF2-40B4-BE49-F238E27FC236}">
                <a16:creationId xmlns:a16="http://schemas.microsoft.com/office/drawing/2014/main" id="{FA5C5D2B-21F7-4EFC-9241-B6BB2C695C98}"/>
              </a:ext>
            </a:extLst>
          </p:cNvPr>
          <p:cNvSpPr>
            <a:spLocks noGrp="1"/>
          </p:cNvSpPr>
          <p:nvPr>
            <p:ph type="sldNum" sz="quarter" idx="12"/>
          </p:nvPr>
        </p:nvSpPr>
        <p:spPr>
          <a:xfrm>
            <a:off x="8487393" y="6261232"/>
            <a:ext cx="685800" cy="593725"/>
          </a:xfrm>
        </p:spPr>
        <p:txBody>
          <a:bodyPr>
            <a:normAutofit/>
          </a:bodyPr>
          <a:lstStyle>
            <a:lvl1pPr>
              <a:defRPr sz="1050">
                <a:solidFill>
                  <a:schemeClr val="tx1"/>
                </a:solidFill>
                <a:latin typeface="Trebuchet MS" panose="020B0603020202020204" pitchFamily="34" charset="0"/>
              </a:defRPr>
            </a:lvl1pPr>
          </a:lstStyle>
          <a:p>
            <a:fld id="{4022B31E-1B25-402D-B825-4747191115EA}" type="slidenum">
              <a:rPr lang="es-PE" smtClean="0"/>
              <a:pPr/>
              <a:t>‹#›</a:t>
            </a:fld>
            <a:endParaRPr lang="es-PE" dirty="0"/>
          </a:p>
        </p:txBody>
      </p:sp>
      <p:sp>
        <p:nvSpPr>
          <p:cNvPr id="17" name="Rectangle 16">
            <a:extLst>
              <a:ext uri="{FF2B5EF4-FFF2-40B4-BE49-F238E27FC236}">
                <a16:creationId xmlns:a16="http://schemas.microsoft.com/office/drawing/2014/main" id="{601D12D5-3E74-4EB5-BCBD-D99711EB306D}"/>
              </a:ext>
            </a:extLst>
          </p:cNvPr>
          <p:cNvSpPr/>
          <p:nvPr userDrawn="1"/>
        </p:nvSpPr>
        <p:spPr>
          <a:xfrm>
            <a:off x="0" y="0"/>
            <a:ext cx="485775" cy="6858000"/>
          </a:xfrm>
          <a:prstGeom prst="rect">
            <a:avLst/>
          </a:prstGeom>
          <a:solidFill>
            <a:schemeClr val="tx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PE"/>
          </a:p>
        </p:txBody>
      </p:sp>
      <p:sp>
        <p:nvSpPr>
          <p:cNvPr id="18" name="Rectangle 17">
            <a:extLst>
              <a:ext uri="{FF2B5EF4-FFF2-40B4-BE49-F238E27FC236}">
                <a16:creationId xmlns:a16="http://schemas.microsoft.com/office/drawing/2014/main" id="{44722583-AE82-48A9-B938-31A0397973F3}"/>
              </a:ext>
            </a:extLst>
          </p:cNvPr>
          <p:cNvSpPr/>
          <p:nvPr userDrawn="1"/>
        </p:nvSpPr>
        <p:spPr>
          <a:xfrm>
            <a:off x="0" y="1"/>
            <a:ext cx="9153525" cy="752475"/>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9" name="Title 15">
            <a:extLst>
              <a:ext uri="{FF2B5EF4-FFF2-40B4-BE49-F238E27FC236}">
                <a16:creationId xmlns:a16="http://schemas.microsoft.com/office/drawing/2014/main" id="{EEEED07E-68C7-4FDF-A9AB-489E13519C85}"/>
              </a:ext>
            </a:extLst>
          </p:cNvPr>
          <p:cNvSpPr>
            <a:spLocks noGrp="1"/>
          </p:cNvSpPr>
          <p:nvPr>
            <p:ph type="title"/>
          </p:nvPr>
        </p:nvSpPr>
        <p:spPr>
          <a:xfrm>
            <a:off x="52943" y="45810"/>
            <a:ext cx="7884381" cy="676275"/>
          </a:xfrm>
        </p:spPr>
        <p:txBody>
          <a:bodyPr>
            <a:normAutofit/>
          </a:bodyPr>
          <a:lstStyle>
            <a:lvl1pPr>
              <a:defRPr sz="2250">
                <a:solidFill>
                  <a:schemeClr val="tx1">
                    <a:lumMod val="75000"/>
                  </a:schemeClr>
                </a:solidFill>
              </a:defRPr>
            </a:lvl1pPr>
          </a:lstStyle>
          <a:p>
            <a:r>
              <a:rPr lang="en-US"/>
              <a:t>Click to edit Master title style</a:t>
            </a:r>
            <a:endParaRPr lang="es-PE"/>
          </a:p>
        </p:txBody>
      </p:sp>
      <p:pic>
        <p:nvPicPr>
          <p:cNvPr id="20" name="Picture 2" descr="Asociación AFP">
            <a:extLst>
              <a:ext uri="{FF2B5EF4-FFF2-40B4-BE49-F238E27FC236}">
                <a16:creationId xmlns:a16="http://schemas.microsoft.com/office/drawing/2014/main" id="{EB18AC67-690E-4C93-8DC7-1FD8B21E7B2B}"/>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995092" y="158293"/>
            <a:ext cx="1028700" cy="4227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76771656"/>
      </p:ext>
    </p:extLst>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3_Title and Content">
    <p:bg>
      <p:bgRef idx="1001">
        <a:schemeClr val="bg1"/>
      </p:bgRef>
    </p:bg>
    <p:spTree>
      <p:nvGrpSpPr>
        <p:cNvPr id="1" name=""/>
        <p:cNvGrpSpPr/>
        <p:nvPr/>
      </p:nvGrpSpPr>
      <p:grpSpPr>
        <a:xfrm>
          <a:off x="0" y="0"/>
          <a:ext cx="0" cy="0"/>
          <a:chOff x="0" y="0"/>
          <a:chExt cx="0" cy="0"/>
        </a:xfrm>
      </p:grpSpPr>
      <p:sp>
        <p:nvSpPr>
          <p:cNvPr id="14" name="Slide Number Placeholder 5">
            <a:extLst>
              <a:ext uri="{FF2B5EF4-FFF2-40B4-BE49-F238E27FC236}">
                <a16:creationId xmlns:a16="http://schemas.microsoft.com/office/drawing/2014/main" id="{FA5C5D2B-21F7-4EFC-9241-B6BB2C695C98}"/>
              </a:ext>
            </a:extLst>
          </p:cNvPr>
          <p:cNvSpPr>
            <a:spLocks noGrp="1"/>
          </p:cNvSpPr>
          <p:nvPr>
            <p:ph type="sldNum" sz="quarter" idx="12"/>
          </p:nvPr>
        </p:nvSpPr>
        <p:spPr>
          <a:xfrm>
            <a:off x="8487393" y="6261232"/>
            <a:ext cx="685800" cy="593725"/>
          </a:xfrm>
        </p:spPr>
        <p:txBody>
          <a:bodyPr>
            <a:normAutofit/>
          </a:bodyPr>
          <a:lstStyle>
            <a:lvl1pPr>
              <a:defRPr sz="1050">
                <a:solidFill>
                  <a:schemeClr val="tx1"/>
                </a:solidFill>
                <a:latin typeface="Trebuchet MS" panose="020B0603020202020204" pitchFamily="34" charset="0"/>
              </a:defRPr>
            </a:lvl1pPr>
          </a:lstStyle>
          <a:p>
            <a:fld id="{4022B31E-1B25-402D-B825-4747191115EA}" type="slidenum">
              <a:rPr lang="es-PE" smtClean="0"/>
              <a:pPr/>
              <a:t>‹#›</a:t>
            </a:fld>
            <a:endParaRPr lang="es-PE" dirty="0"/>
          </a:p>
        </p:txBody>
      </p:sp>
      <p:sp>
        <p:nvSpPr>
          <p:cNvPr id="17" name="Rectangle 16">
            <a:extLst>
              <a:ext uri="{FF2B5EF4-FFF2-40B4-BE49-F238E27FC236}">
                <a16:creationId xmlns:a16="http://schemas.microsoft.com/office/drawing/2014/main" id="{601D12D5-3E74-4EB5-BCBD-D99711EB306D}"/>
              </a:ext>
            </a:extLst>
          </p:cNvPr>
          <p:cNvSpPr/>
          <p:nvPr userDrawn="1"/>
        </p:nvSpPr>
        <p:spPr>
          <a:xfrm>
            <a:off x="0" y="0"/>
            <a:ext cx="485775" cy="6858000"/>
          </a:xfrm>
          <a:prstGeom prst="rect">
            <a:avLst/>
          </a:prstGeom>
          <a:solidFill>
            <a:schemeClr val="tx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PE"/>
          </a:p>
        </p:txBody>
      </p:sp>
      <p:sp>
        <p:nvSpPr>
          <p:cNvPr id="18" name="Rectangle 17">
            <a:extLst>
              <a:ext uri="{FF2B5EF4-FFF2-40B4-BE49-F238E27FC236}">
                <a16:creationId xmlns:a16="http://schemas.microsoft.com/office/drawing/2014/main" id="{44722583-AE82-48A9-B938-31A0397973F3}"/>
              </a:ext>
            </a:extLst>
          </p:cNvPr>
          <p:cNvSpPr/>
          <p:nvPr userDrawn="1"/>
        </p:nvSpPr>
        <p:spPr>
          <a:xfrm>
            <a:off x="0" y="1"/>
            <a:ext cx="9153525" cy="752475"/>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9" name="Title 15">
            <a:extLst>
              <a:ext uri="{FF2B5EF4-FFF2-40B4-BE49-F238E27FC236}">
                <a16:creationId xmlns:a16="http://schemas.microsoft.com/office/drawing/2014/main" id="{EEEED07E-68C7-4FDF-A9AB-489E13519C85}"/>
              </a:ext>
            </a:extLst>
          </p:cNvPr>
          <p:cNvSpPr>
            <a:spLocks noGrp="1"/>
          </p:cNvSpPr>
          <p:nvPr>
            <p:ph type="title"/>
          </p:nvPr>
        </p:nvSpPr>
        <p:spPr>
          <a:xfrm>
            <a:off x="52943" y="45810"/>
            <a:ext cx="7884381" cy="676275"/>
          </a:xfrm>
        </p:spPr>
        <p:txBody>
          <a:bodyPr>
            <a:normAutofit/>
          </a:bodyPr>
          <a:lstStyle>
            <a:lvl1pPr>
              <a:defRPr sz="2250">
                <a:solidFill>
                  <a:schemeClr val="tx1">
                    <a:lumMod val="75000"/>
                  </a:schemeClr>
                </a:solidFill>
              </a:defRPr>
            </a:lvl1pPr>
          </a:lstStyle>
          <a:p>
            <a:r>
              <a:rPr lang="en-US"/>
              <a:t>Click to edit Master title style</a:t>
            </a:r>
            <a:endParaRPr lang="es-PE"/>
          </a:p>
        </p:txBody>
      </p:sp>
      <p:pic>
        <p:nvPicPr>
          <p:cNvPr id="20" name="Picture 2" descr="Asociación AFP">
            <a:extLst>
              <a:ext uri="{FF2B5EF4-FFF2-40B4-BE49-F238E27FC236}">
                <a16:creationId xmlns:a16="http://schemas.microsoft.com/office/drawing/2014/main" id="{EB18AC67-690E-4C93-8DC7-1FD8B21E7B2B}"/>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995092" y="158293"/>
            <a:ext cx="1028700" cy="4227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62678456"/>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4_Title and Content">
    <p:bg>
      <p:bgRef idx="1001">
        <a:schemeClr val="bg1"/>
      </p:bgRef>
    </p:bg>
    <p:spTree>
      <p:nvGrpSpPr>
        <p:cNvPr id="1" name=""/>
        <p:cNvGrpSpPr/>
        <p:nvPr/>
      </p:nvGrpSpPr>
      <p:grpSpPr>
        <a:xfrm>
          <a:off x="0" y="0"/>
          <a:ext cx="0" cy="0"/>
          <a:chOff x="0" y="0"/>
          <a:chExt cx="0" cy="0"/>
        </a:xfrm>
      </p:grpSpPr>
      <p:sp>
        <p:nvSpPr>
          <p:cNvPr id="14" name="Slide Number Placeholder 5">
            <a:extLst>
              <a:ext uri="{FF2B5EF4-FFF2-40B4-BE49-F238E27FC236}">
                <a16:creationId xmlns:a16="http://schemas.microsoft.com/office/drawing/2014/main" id="{FA5C5D2B-21F7-4EFC-9241-B6BB2C695C98}"/>
              </a:ext>
            </a:extLst>
          </p:cNvPr>
          <p:cNvSpPr>
            <a:spLocks noGrp="1"/>
          </p:cNvSpPr>
          <p:nvPr>
            <p:ph type="sldNum" sz="quarter" idx="12"/>
          </p:nvPr>
        </p:nvSpPr>
        <p:spPr>
          <a:xfrm>
            <a:off x="8487393" y="6261232"/>
            <a:ext cx="685800" cy="593725"/>
          </a:xfrm>
        </p:spPr>
        <p:txBody>
          <a:bodyPr>
            <a:normAutofit/>
          </a:bodyPr>
          <a:lstStyle>
            <a:lvl1pPr>
              <a:defRPr sz="1050">
                <a:solidFill>
                  <a:schemeClr val="tx1"/>
                </a:solidFill>
                <a:latin typeface="Trebuchet MS" panose="020B0603020202020204" pitchFamily="34" charset="0"/>
              </a:defRPr>
            </a:lvl1pPr>
          </a:lstStyle>
          <a:p>
            <a:fld id="{4022B31E-1B25-402D-B825-4747191115EA}" type="slidenum">
              <a:rPr lang="es-PE" smtClean="0"/>
              <a:pPr/>
              <a:t>‹#›</a:t>
            </a:fld>
            <a:endParaRPr lang="es-PE" dirty="0"/>
          </a:p>
        </p:txBody>
      </p:sp>
      <p:sp>
        <p:nvSpPr>
          <p:cNvPr id="17" name="Rectangle 16">
            <a:extLst>
              <a:ext uri="{FF2B5EF4-FFF2-40B4-BE49-F238E27FC236}">
                <a16:creationId xmlns:a16="http://schemas.microsoft.com/office/drawing/2014/main" id="{601D12D5-3E74-4EB5-BCBD-D99711EB306D}"/>
              </a:ext>
            </a:extLst>
          </p:cNvPr>
          <p:cNvSpPr/>
          <p:nvPr userDrawn="1"/>
        </p:nvSpPr>
        <p:spPr>
          <a:xfrm>
            <a:off x="0" y="0"/>
            <a:ext cx="485775" cy="6858000"/>
          </a:xfrm>
          <a:prstGeom prst="rect">
            <a:avLst/>
          </a:prstGeom>
          <a:solidFill>
            <a:schemeClr val="tx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PE"/>
          </a:p>
        </p:txBody>
      </p:sp>
      <p:sp>
        <p:nvSpPr>
          <p:cNvPr id="18" name="Rectangle 17">
            <a:extLst>
              <a:ext uri="{FF2B5EF4-FFF2-40B4-BE49-F238E27FC236}">
                <a16:creationId xmlns:a16="http://schemas.microsoft.com/office/drawing/2014/main" id="{44722583-AE82-48A9-B938-31A0397973F3}"/>
              </a:ext>
            </a:extLst>
          </p:cNvPr>
          <p:cNvSpPr/>
          <p:nvPr userDrawn="1"/>
        </p:nvSpPr>
        <p:spPr>
          <a:xfrm>
            <a:off x="0" y="1"/>
            <a:ext cx="9153525" cy="752475"/>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9" name="Title 15">
            <a:extLst>
              <a:ext uri="{FF2B5EF4-FFF2-40B4-BE49-F238E27FC236}">
                <a16:creationId xmlns:a16="http://schemas.microsoft.com/office/drawing/2014/main" id="{EEEED07E-68C7-4FDF-A9AB-489E13519C85}"/>
              </a:ext>
            </a:extLst>
          </p:cNvPr>
          <p:cNvSpPr>
            <a:spLocks noGrp="1"/>
          </p:cNvSpPr>
          <p:nvPr>
            <p:ph type="title"/>
          </p:nvPr>
        </p:nvSpPr>
        <p:spPr>
          <a:xfrm>
            <a:off x="52943" y="45810"/>
            <a:ext cx="7884381" cy="676275"/>
          </a:xfrm>
        </p:spPr>
        <p:txBody>
          <a:bodyPr>
            <a:normAutofit/>
          </a:bodyPr>
          <a:lstStyle>
            <a:lvl1pPr>
              <a:defRPr sz="2250">
                <a:solidFill>
                  <a:schemeClr val="tx1">
                    <a:lumMod val="75000"/>
                  </a:schemeClr>
                </a:solidFill>
              </a:defRPr>
            </a:lvl1pPr>
          </a:lstStyle>
          <a:p>
            <a:r>
              <a:rPr lang="en-US"/>
              <a:t>Click to edit Master title style</a:t>
            </a:r>
            <a:endParaRPr lang="es-PE"/>
          </a:p>
        </p:txBody>
      </p:sp>
      <p:pic>
        <p:nvPicPr>
          <p:cNvPr id="20" name="Picture 2" descr="Asociación AFP">
            <a:extLst>
              <a:ext uri="{FF2B5EF4-FFF2-40B4-BE49-F238E27FC236}">
                <a16:creationId xmlns:a16="http://schemas.microsoft.com/office/drawing/2014/main" id="{EB18AC67-690E-4C93-8DC7-1FD8B21E7B2B}"/>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995092" y="158293"/>
            <a:ext cx="1028700" cy="4227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49105461"/>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
    <p:spTree>
      <p:nvGrpSpPr>
        <p:cNvPr id="1" name=""/>
        <p:cNvGrpSpPr/>
        <p:nvPr/>
      </p:nvGrpSpPr>
      <p:grpSpPr>
        <a:xfrm>
          <a:off x="0" y="0"/>
          <a:ext cx="0" cy="0"/>
          <a:chOff x="0" y="0"/>
          <a:chExt cx="0" cy="0"/>
        </a:xfrm>
      </p:grpSpPr>
      <p:sp>
        <p:nvSpPr>
          <p:cNvPr id="20" name="Title Placeholder 35"/>
          <p:cNvSpPr>
            <a:spLocks noGrp="1"/>
          </p:cNvSpPr>
          <p:nvPr>
            <p:ph type="title" hasCustomPrompt="1"/>
          </p:nvPr>
        </p:nvSpPr>
        <p:spPr>
          <a:xfrm>
            <a:off x="289942" y="145446"/>
            <a:ext cx="6854134" cy="908314"/>
          </a:xfrm>
          <a:prstGeom prst="rect">
            <a:avLst/>
          </a:prstGeom>
        </p:spPr>
        <p:txBody>
          <a:bodyPr vert="horz" lIns="91440" tIns="45720" rIns="91440" bIns="45720" rtlCol="0" anchor="t">
            <a:normAutofit/>
          </a:bodyPr>
          <a:lstStyle/>
          <a:p>
            <a:r>
              <a:rPr lang="es-ES_tradnl" dirty="0"/>
              <a:t>Agenda o Índice 24 – 36 pt</a:t>
            </a:r>
            <a:br>
              <a:rPr lang="es-ES_tradnl" dirty="0"/>
            </a:br>
            <a:r>
              <a:rPr lang="es-ES_tradnl" dirty="0"/>
              <a:t>Subtitulo</a:t>
            </a:r>
            <a:endParaRPr lang="en-US" dirty="0"/>
          </a:p>
        </p:txBody>
      </p:sp>
      <p:cxnSp>
        <p:nvCxnSpPr>
          <p:cNvPr id="7" name="Straight Connector 6">
            <a:extLst>
              <a:ext uri="{FF2B5EF4-FFF2-40B4-BE49-F238E27FC236}">
                <a16:creationId xmlns:a16="http://schemas.microsoft.com/office/drawing/2014/main" id="{D88D3329-BBC6-444B-ACFA-2994C44F1ED5}"/>
              </a:ext>
            </a:extLst>
          </p:cNvPr>
          <p:cNvCxnSpPr>
            <a:cxnSpLocks/>
          </p:cNvCxnSpPr>
          <p:nvPr userDrawn="1"/>
        </p:nvCxnSpPr>
        <p:spPr>
          <a:xfrm>
            <a:off x="289941" y="1039096"/>
            <a:ext cx="8534239" cy="0"/>
          </a:xfrm>
          <a:prstGeom prst="line">
            <a:avLst/>
          </a:prstGeom>
          <a:ln w="2222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BA355D45-738D-E54B-8F1F-36F00836E9D3}"/>
              </a:ext>
            </a:extLst>
          </p:cNvPr>
          <p:cNvSpPr>
            <a:spLocks noGrp="1"/>
          </p:cNvSpPr>
          <p:nvPr>
            <p:ph type="body" sz="quarter" idx="14" hasCustomPrompt="1"/>
          </p:nvPr>
        </p:nvSpPr>
        <p:spPr>
          <a:xfrm>
            <a:off x="2223728" y="1241382"/>
            <a:ext cx="3267851" cy="4917823"/>
          </a:xfrm>
        </p:spPr>
        <p:txBody>
          <a:bodyPr lIns="72000" tIns="0" rIns="0" bIns="0"/>
          <a:lstStyle>
            <a:lvl1pPr>
              <a:spcBef>
                <a:spcPts val="750"/>
              </a:spcBef>
              <a:spcAft>
                <a:spcPts val="300"/>
              </a:spcAft>
              <a:defRPr sz="788"/>
            </a:lvl1pPr>
            <a:lvl2pPr marL="0">
              <a:spcBef>
                <a:spcPts val="0"/>
              </a:spcBef>
              <a:spcAft>
                <a:spcPts val="450"/>
              </a:spcAft>
              <a:defRPr sz="675" b="0">
                <a:solidFill>
                  <a:schemeClr val="tx1"/>
                </a:solidFill>
              </a:defRPr>
            </a:lvl2pPr>
          </a:lstStyle>
          <a:p>
            <a:pPr lvl="0"/>
            <a:r>
              <a:rPr lang="es-ES_tradnl" dirty="0"/>
              <a:t>Título tema A 14 – 20pt</a:t>
            </a:r>
          </a:p>
          <a:p>
            <a:pPr lvl="1"/>
            <a:r>
              <a:rPr lang="es-ES_tradnl" dirty="0"/>
              <a:t>Texto tema A 12 - 18pt</a:t>
            </a:r>
          </a:p>
          <a:p>
            <a:pPr lvl="0"/>
            <a:r>
              <a:rPr lang="es-ES_tradnl" dirty="0"/>
              <a:t>Título tema B 14 – 20pt</a:t>
            </a:r>
          </a:p>
          <a:p>
            <a:pPr lvl="1"/>
            <a:r>
              <a:rPr lang="es-ES_tradnl" dirty="0"/>
              <a:t>Texto tema B 12 - 18pt</a:t>
            </a:r>
          </a:p>
          <a:p>
            <a:pPr lvl="0"/>
            <a:r>
              <a:rPr lang="es-ES_tradnl" dirty="0"/>
              <a:t>Título tema C 14 – 20pt</a:t>
            </a:r>
          </a:p>
          <a:p>
            <a:pPr lvl="1"/>
            <a:r>
              <a:rPr lang="es-ES_tradnl" dirty="0"/>
              <a:t>Texto tema C 12 - 18pt</a:t>
            </a:r>
          </a:p>
          <a:p>
            <a:pPr lvl="0"/>
            <a:r>
              <a:rPr lang="es-ES_tradnl" dirty="0"/>
              <a:t>Título tema D 14 – 20pt</a:t>
            </a:r>
          </a:p>
          <a:p>
            <a:pPr lvl="1"/>
            <a:r>
              <a:rPr lang="es-ES_tradnl" dirty="0"/>
              <a:t>Texto tema D 12 - 18pt</a:t>
            </a:r>
          </a:p>
          <a:p>
            <a:pPr lvl="0"/>
            <a:r>
              <a:rPr lang="es-ES_tradnl" dirty="0"/>
              <a:t>Título tema E 14 – 20pt</a:t>
            </a:r>
          </a:p>
          <a:p>
            <a:pPr lvl="1"/>
            <a:r>
              <a:rPr lang="es-ES_tradnl" dirty="0"/>
              <a:t>Texto tema E 12 - 18pt</a:t>
            </a:r>
          </a:p>
          <a:p>
            <a:pPr lvl="1"/>
            <a:endParaRPr lang="es-ES_tradnl" dirty="0"/>
          </a:p>
          <a:p>
            <a:pPr lvl="1"/>
            <a:endParaRPr lang="es-ES_tradnl" dirty="0"/>
          </a:p>
          <a:p>
            <a:pPr lvl="1"/>
            <a:endParaRPr lang="es-ES_tradnl" dirty="0"/>
          </a:p>
          <a:p>
            <a:pPr lvl="1"/>
            <a:endParaRPr lang="es-ES_tradnl" dirty="0"/>
          </a:p>
        </p:txBody>
      </p:sp>
      <p:sp>
        <p:nvSpPr>
          <p:cNvPr id="11" name="Text Placeholder 3">
            <a:extLst>
              <a:ext uri="{FF2B5EF4-FFF2-40B4-BE49-F238E27FC236}">
                <a16:creationId xmlns:a16="http://schemas.microsoft.com/office/drawing/2014/main" id="{16C55A2E-AC37-274A-A24A-23220EA1FD01}"/>
              </a:ext>
            </a:extLst>
          </p:cNvPr>
          <p:cNvSpPr>
            <a:spLocks noGrp="1"/>
          </p:cNvSpPr>
          <p:nvPr>
            <p:ph type="body" sz="quarter" idx="15" hasCustomPrompt="1"/>
          </p:nvPr>
        </p:nvSpPr>
        <p:spPr>
          <a:xfrm>
            <a:off x="5556329" y="1241382"/>
            <a:ext cx="3267851" cy="4917822"/>
          </a:xfrm>
        </p:spPr>
        <p:txBody>
          <a:bodyPr lIns="72000" tIns="0" rIns="0" bIns="0"/>
          <a:lstStyle>
            <a:lvl1pPr>
              <a:spcBef>
                <a:spcPts val="750"/>
              </a:spcBef>
              <a:spcAft>
                <a:spcPts val="300"/>
              </a:spcAft>
              <a:defRPr sz="788"/>
            </a:lvl1pPr>
            <a:lvl2pPr marL="0">
              <a:spcBef>
                <a:spcPts val="0"/>
              </a:spcBef>
              <a:spcAft>
                <a:spcPts val="450"/>
              </a:spcAft>
              <a:defRPr sz="675" b="0">
                <a:solidFill>
                  <a:schemeClr val="tx1"/>
                </a:solidFill>
              </a:defRPr>
            </a:lvl2pPr>
          </a:lstStyle>
          <a:p>
            <a:pPr lvl="0"/>
            <a:r>
              <a:rPr lang="es-ES_tradnl" dirty="0"/>
              <a:t>Título tema A 14 – 20pt</a:t>
            </a:r>
          </a:p>
          <a:p>
            <a:pPr lvl="1"/>
            <a:r>
              <a:rPr lang="es-ES_tradnl" dirty="0"/>
              <a:t>Texto tema A 12 - 18pt</a:t>
            </a:r>
          </a:p>
          <a:p>
            <a:pPr lvl="0"/>
            <a:r>
              <a:rPr lang="es-ES_tradnl" dirty="0"/>
              <a:t>Título tema B 14 – 20pt</a:t>
            </a:r>
          </a:p>
          <a:p>
            <a:pPr lvl="1"/>
            <a:r>
              <a:rPr lang="es-ES_tradnl" dirty="0"/>
              <a:t>Texto tema B 12 - 18pt</a:t>
            </a:r>
          </a:p>
          <a:p>
            <a:pPr lvl="0"/>
            <a:r>
              <a:rPr lang="es-ES_tradnl" dirty="0"/>
              <a:t>Título tema C 14 – 20pt</a:t>
            </a:r>
          </a:p>
          <a:p>
            <a:pPr lvl="1"/>
            <a:r>
              <a:rPr lang="es-ES_tradnl" dirty="0"/>
              <a:t>Texto tema C 12 - 18pt</a:t>
            </a:r>
          </a:p>
          <a:p>
            <a:pPr lvl="0"/>
            <a:r>
              <a:rPr lang="es-ES_tradnl" dirty="0"/>
              <a:t>Título tema D 14 – 20pt</a:t>
            </a:r>
          </a:p>
          <a:p>
            <a:pPr lvl="1"/>
            <a:r>
              <a:rPr lang="es-ES_tradnl" dirty="0"/>
              <a:t>Texto tema D 12 - 18pt</a:t>
            </a:r>
          </a:p>
          <a:p>
            <a:pPr lvl="0"/>
            <a:r>
              <a:rPr lang="es-ES_tradnl" dirty="0"/>
              <a:t>Título tema E 14 – 20pt</a:t>
            </a:r>
          </a:p>
          <a:p>
            <a:pPr lvl="1"/>
            <a:r>
              <a:rPr lang="es-ES_tradnl" dirty="0"/>
              <a:t>Texto tema E 12 - 18pt</a:t>
            </a:r>
          </a:p>
          <a:p>
            <a:pPr lvl="1"/>
            <a:endParaRPr lang="es-ES_tradnl" dirty="0"/>
          </a:p>
          <a:p>
            <a:pPr lvl="1"/>
            <a:endParaRPr lang="es-ES_tradnl" dirty="0"/>
          </a:p>
          <a:p>
            <a:pPr lvl="1"/>
            <a:endParaRPr lang="es-ES_tradnl" dirty="0"/>
          </a:p>
          <a:p>
            <a:pPr lvl="1"/>
            <a:endParaRPr lang="es-ES_tradnl" dirty="0"/>
          </a:p>
        </p:txBody>
      </p:sp>
      <p:sp>
        <p:nvSpPr>
          <p:cNvPr id="2" name="Rectangle 1">
            <a:extLst>
              <a:ext uri="{FF2B5EF4-FFF2-40B4-BE49-F238E27FC236}">
                <a16:creationId xmlns:a16="http://schemas.microsoft.com/office/drawing/2014/main" id="{A7347592-64A8-6A41-BF48-7628457F7D9F}"/>
              </a:ext>
            </a:extLst>
          </p:cNvPr>
          <p:cNvSpPr/>
          <p:nvPr userDrawn="1"/>
        </p:nvSpPr>
        <p:spPr>
          <a:xfrm>
            <a:off x="289941" y="1053171"/>
            <a:ext cx="1869037" cy="5106034"/>
          </a:xfrm>
          <a:prstGeom prst="rect">
            <a:avLst/>
          </a:prstGeom>
          <a:solidFill>
            <a:srgbClr val="DCDD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 name="Text Placeholder 3">
            <a:extLst>
              <a:ext uri="{FF2B5EF4-FFF2-40B4-BE49-F238E27FC236}">
                <a16:creationId xmlns:a16="http://schemas.microsoft.com/office/drawing/2014/main" id="{BF09B82B-B0AE-DF4C-8779-19212253A088}"/>
              </a:ext>
            </a:extLst>
          </p:cNvPr>
          <p:cNvSpPr>
            <a:spLocks noGrp="1"/>
          </p:cNvSpPr>
          <p:nvPr>
            <p:ph type="body" sz="quarter" idx="16"/>
          </p:nvPr>
        </p:nvSpPr>
        <p:spPr>
          <a:xfrm>
            <a:off x="289941" y="1053761"/>
            <a:ext cx="1869037" cy="5105445"/>
          </a:xfrm>
          <a:noFill/>
          <a:ln>
            <a:noFill/>
          </a:ln>
        </p:spPr>
        <p:txBody>
          <a:bodyPr>
            <a:normAutofit/>
          </a:bodyPr>
          <a:lstStyle>
            <a:lvl1pPr>
              <a:spcBef>
                <a:spcPts val="0"/>
              </a:spcBef>
              <a:spcAft>
                <a:spcPts val="450"/>
              </a:spcAft>
              <a:defRPr sz="900"/>
            </a:lvl1pPr>
            <a:lvl2pPr marL="7146" indent="0">
              <a:spcBef>
                <a:spcPts val="0"/>
              </a:spcBef>
              <a:spcAft>
                <a:spcPts val="450"/>
              </a:spcAft>
              <a:tabLst/>
              <a:defRPr sz="825" b="0">
                <a:solidFill>
                  <a:schemeClr val="bg1">
                    <a:lumMod val="50000"/>
                  </a:schemeClr>
                </a:solidFill>
              </a:defRPr>
            </a:lvl2pPr>
            <a:lvl3pPr marL="138149" indent="0">
              <a:spcBef>
                <a:spcPts val="0"/>
              </a:spcBef>
              <a:spcAft>
                <a:spcPts val="450"/>
              </a:spcAft>
              <a:tabLst/>
              <a:defRPr sz="825" b="0">
                <a:solidFill>
                  <a:schemeClr val="bg1">
                    <a:lumMod val="50000"/>
                  </a:schemeClr>
                </a:solidFill>
              </a:defRPr>
            </a:lvl3pPr>
            <a:lvl4pPr marL="267962" indent="0">
              <a:spcBef>
                <a:spcPts val="0"/>
              </a:spcBef>
              <a:spcAft>
                <a:spcPts val="450"/>
              </a:spcAft>
              <a:tabLst/>
              <a:defRPr sz="825" b="0">
                <a:solidFill>
                  <a:schemeClr val="bg1">
                    <a:lumMod val="50000"/>
                  </a:schemeClr>
                </a:solidFill>
              </a:defRPr>
            </a:lvl4pPr>
            <a:lvl5pPr>
              <a:defRPr sz="825"/>
            </a:lvl5pPr>
          </a:lstStyle>
          <a:p>
            <a:pPr lvl="0"/>
            <a:r>
              <a:rPr lang="en-US" dirty="0"/>
              <a:t>Edit Master text styles</a:t>
            </a:r>
          </a:p>
          <a:p>
            <a:pPr lvl="1"/>
            <a:r>
              <a:rPr lang="en-US" dirty="0"/>
              <a:t>Second level</a:t>
            </a:r>
          </a:p>
          <a:p>
            <a:pPr lvl="2"/>
            <a:r>
              <a:rPr lang="en-US" dirty="0"/>
              <a:t>Third level</a:t>
            </a:r>
          </a:p>
          <a:p>
            <a:pPr lvl="3"/>
            <a:r>
              <a:rPr lang="en-US" dirty="0"/>
              <a:t>Fourth level</a:t>
            </a:r>
          </a:p>
        </p:txBody>
      </p:sp>
      <p:sp>
        <p:nvSpPr>
          <p:cNvPr id="12" name="Date Placeholder 2">
            <a:extLst>
              <a:ext uri="{FF2B5EF4-FFF2-40B4-BE49-F238E27FC236}">
                <a16:creationId xmlns:a16="http://schemas.microsoft.com/office/drawing/2014/main" id="{381D5C02-DFE7-7B49-9899-1B9BB34A8380}"/>
              </a:ext>
            </a:extLst>
          </p:cNvPr>
          <p:cNvSpPr>
            <a:spLocks noGrp="1"/>
          </p:cNvSpPr>
          <p:nvPr>
            <p:ph type="dt" sz="half" idx="17"/>
          </p:nvPr>
        </p:nvSpPr>
        <p:spPr>
          <a:xfrm>
            <a:off x="501352" y="6346825"/>
            <a:ext cx="1461943" cy="175828"/>
          </a:xfrm>
        </p:spPr>
        <p:txBody>
          <a:bodyPr/>
          <a:lstStyle/>
          <a:p>
            <a:r>
              <a:rPr lang="es-PE"/>
              <a:t>7 de Enero 2019</a:t>
            </a:r>
            <a:endParaRPr lang="en-US" dirty="0"/>
          </a:p>
        </p:txBody>
      </p:sp>
      <p:sp>
        <p:nvSpPr>
          <p:cNvPr id="13" name="Footer Placeholder 5">
            <a:extLst>
              <a:ext uri="{FF2B5EF4-FFF2-40B4-BE49-F238E27FC236}">
                <a16:creationId xmlns:a16="http://schemas.microsoft.com/office/drawing/2014/main" id="{5E17CFBE-0658-F54F-8FC1-27FB2D275004}"/>
              </a:ext>
            </a:extLst>
          </p:cNvPr>
          <p:cNvSpPr>
            <a:spLocks noGrp="1"/>
          </p:cNvSpPr>
          <p:nvPr>
            <p:ph type="ftr" sz="quarter" idx="18"/>
          </p:nvPr>
        </p:nvSpPr>
        <p:spPr>
          <a:xfrm>
            <a:off x="2007328" y="6346825"/>
            <a:ext cx="5315107" cy="175238"/>
          </a:xfrm>
        </p:spPr>
        <p:txBody>
          <a:bodyPr/>
          <a:lstStyle/>
          <a:p>
            <a:r>
              <a:rPr lang="pt-BR"/>
              <a:t>AFP Integra - AC Capitales Infra II - Informe 1</a:t>
            </a:r>
            <a:endParaRPr lang="en-US" dirty="0"/>
          </a:p>
        </p:txBody>
      </p:sp>
      <p:sp>
        <p:nvSpPr>
          <p:cNvPr id="14" name="Slide Number Placeholder 11">
            <a:extLst>
              <a:ext uri="{FF2B5EF4-FFF2-40B4-BE49-F238E27FC236}">
                <a16:creationId xmlns:a16="http://schemas.microsoft.com/office/drawing/2014/main" id="{96D837C8-119C-3B4B-8980-5A3D00D4DFD9}"/>
              </a:ext>
            </a:extLst>
          </p:cNvPr>
          <p:cNvSpPr>
            <a:spLocks noGrp="1"/>
          </p:cNvSpPr>
          <p:nvPr>
            <p:ph type="sldNum" sz="quarter" idx="19"/>
          </p:nvPr>
        </p:nvSpPr>
        <p:spPr>
          <a:xfrm>
            <a:off x="196669" y="6347415"/>
            <a:ext cx="260650" cy="174649"/>
          </a:xfrm>
        </p:spPr>
        <p:txBody>
          <a:bodyPr/>
          <a:lstStyle/>
          <a:p>
            <a:fld id="{FCCBA4FA-5E5B-4F4D-B8F1-037A34F2DB0D}" type="slidenum">
              <a:rPr lang="en-US" smtClean="0"/>
              <a:pPr/>
              <a:t>‹#›</a:t>
            </a:fld>
            <a:endParaRPr lang="en-US" dirty="0"/>
          </a:p>
        </p:txBody>
      </p:sp>
    </p:spTree>
    <p:extLst>
      <p:ext uri="{BB962C8B-B14F-4D97-AF65-F5344CB8AC3E}">
        <p14:creationId xmlns:p14="http://schemas.microsoft.com/office/powerpoint/2010/main" val="67371289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With grey bar">
    <p:spTree>
      <p:nvGrpSpPr>
        <p:cNvPr id="1" name=""/>
        <p:cNvGrpSpPr/>
        <p:nvPr/>
      </p:nvGrpSpPr>
      <p:grpSpPr>
        <a:xfrm>
          <a:off x="0" y="0"/>
          <a:ext cx="0" cy="0"/>
          <a:chOff x="0" y="0"/>
          <a:chExt cx="0" cy="0"/>
        </a:xfrm>
      </p:grpSpPr>
      <p:sp>
        <p:nvSpPr>
          <p:cNvPr id="20" name="Title Placeholder 35"/>
          <p:cNvSpPr>
            <a:spLocks noGrp="1"/>
          </p:cNvSpPr>
          <p:nvPr>
            <p:ph type="title" hasCustomPrompt="1"/>
          </p:nvPr>
        </p:nvSpPr>
        <p:spPr>
          <a:xfrm>
            <a:off x="289942" y="145446"/>
            <a:ext cx="6854134" cy="908314"/>
          </a:xfrm>
          <a:prstGeom prst="rect">
            <a:avLst/>
          </a:prstGeom>
        </p:spPr>
        <p:txBody>
          <a:bodyPr vert="horz" lIns="91440" tIns="45720" rIns="91440" bIns="45720" rtlCol="0" anchor="t">
            <a:normAutofit/>
          </a:bodyPr>
          <a:lstStyle/>
          <a:p>
            <a:r>
              <a:rPr lang="es-ES_tradnl" dirty="0"/>
              <a:t>Agenda o Índice 24 – 36 pt</a:t>
            </a:r>
            <a:br>
              <a:rPr lang="es-ES_tradnl" dirty="0"/>
            </a:br>
            <a:r>
              <a:rPr lang="es-ES_tradnl" dirty="0"/>
              <a:t>Subtitulo</a:t>
            </a:r>
            <a:endParaRPr lang="en-US" dirty="0"/>
          </a:p>
        </p:txBody>
      </p:sp>
      <p:cxnSp>
        <p:nvCxnSpPr>
          <p:cNvPr id="7" name="Straight Connector 6">
            <a:extLst>
              <a:ext uri="{FF2B5EF4-FFF2-40B4-BE49-F238E27FC236}">
                <a16:creationId xmlns:a16="http://schemas.microsoft.com/office/drawing/2014/main" id="{D88D3329-BBC6-444B-ACFA-2994C44F1ED5}"/>
              </a:ext>
            </a:extLst>
          </p:cNvPr>
          <p:cNvCxnSpPr>
            <a:cxnSpLocks/>
          </p:cNvCxnSpPr>
          <p:nvPr userDrawn="1"/>
        </p:nvCxnSpPr>
        <p:spPr>
          <a:xfrm>
            <a:off x="289941" y="1039096"/>
            <a:ext cx="8534239" cy="0"/>
          </a:xfrm>
          <a:prstGeom prst="line">
            <a:avLst/>
          </a:prstGeom>
          <a:ln w="2222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BA355D45-738D-E54B-8F1F-36F00836E9D3}"/>
              </a:ext>
            </a:extLst>
          </p:cNvPr>
          <p:cNvSpPr>
            <a:spLocks noGrp="1"/>
          </p:cNvSpPr>
          <p:nvPr>
            <p:ph type="body" sz="quarter" idx="14" hasCustomPrompt="1"/>
          </p:nvPr>
        </p:nvSpPr>
        <p:spPr>
          <a:xfrm>
            <a:off x="2226313" y="1226719"/>
            <a:ext cx="3267851" cy="4932487"/>
          </a:xfrm>
        </p:spPr>
        <p:txBody>
          <a:bodyPr lIns="72000" tIns="0" rIns="0" bIns="0"/>
          <a:lstStyle>
            <a:lvl1pPr>
              <a:spcBef>
                <a:spcPts val="750"/>
              </a:spcBef>
              <a:spcAft>
                <a:spcPts val="300"/>
              </a:spcAft>
              <a:defRPr sz="788"/>
            </a:lvl1pPr>
            <a:lvl2pPr marL="0">
              <a:spcBef>
                <a:spcPts val="0"/>
              </a:spcBef>
              <a:spcAft>
                <a:spcPts val="450"/>
              </a:spcAft>
              <a:defRPr sz="675" b="0">
                <a:solidFill>
                  <a:schemeClr val="tx1"/>
                </a:solidFill>
              </a:defRPr>
            </a:lvl2pPr>
          </a:lstStyle>
          <a:p>
            <a:pPr lvl="0"/>
            <a:r>
              <a:rPr lang="es-ES_tradnl" dirty="0"/>
              <a:t>Título tema A 14 – 20pt</a:t>
            </a:r>
          </a:p>
          <a:p>
            <a:pPr lvl="1"/>
            <a:r>
              <a:rPr lang="es-ES_tradnl" dirty="0"/>
              <a:t>Texto tema A 12 - 18pt</a:t>
            </a:r>
          </a:p>
          <a:p>
            <a:pPr lvl="0"/>
            <a:r>
              <a:rPr lang="es-ES_tradnl" dirty="0"/>
              <a:t>Título tema B 14 – 20pt</a:t>
            </a:r>
          </a:p>
          <a:p>
            <a:pPr lvl="1"/>
            <a:r>
              <a:rPr lang="es-ES_tradnl" dirty="0"/>
              <a:t>Texto tema B 12 - 18pt</a:t>
            </a:r>
          </a:p>
          <a:p>
            <a:pPr lvl="0"/>
            <a:r>
              <a:rPr lang="es-ES_tradnl" dirty="0"/>
              <a:t>Título tema C 14 – 20pt</a:t>
            </a:r>
          </a:p>
          <a:p>
            <a:pPr lvl="1"/>
            <a:r>
              <a:rPr lang="es-ES_tradnl" dirty="0"/>
              <a:t>Texto tema C 12 - 18pt</a:t>
            </a:r>
          </a:p>
          <a:p>
            <a:pPr lvl="0"/>
            <a:r>
              <a:rPr lang="es-ES_tradnl" dirty="0"/>
              <a:t>Título tema D 14 – 20pt</a:t>
            </a:r>
          </a:p>
          <a:p>
            <a:pPr lvl="1"/>
            <a:r>
              <a:rPr lang="es-ES_tradnl" dirty="0"/>
              <a:t>Texto tema D 12 - 18pt</a:t>
            </a:r>
          </a:p>
          <a:p>
            <a:pPr lvl="0"/>
            <a:r>
              <a:rPr lang="es-ES_tradnl" dirty="0"/>
              <a:t>Título tema E 14 – 20pt</a:t>
            </a:r>
          </a:p>
          <a:p>
            <a:pPr lvl="1"/>
            <a:r>
              <a:rPr lang="es-ES_tradnl" dirty="0"/>
              <a:t>Texto tema E 12 - 18pt</a:t>
            </a:r>
          </a:p>
          <a:p>
            <a:pPr lvl="1"/>
            <a:endParaRPr lang="es-ES_tradnl" dirty="0"/>
          </a:p>
          <a:p>
            <a:pPr lvl="1"/>
            <a:endParaRPr lang="es-ES_tradnl" dirty="0"/>
          </a:p>
          <a:p>
            <a:pPr lvl="1"/>
            <a:endParaRPr lang="es-ES_tradnl" dirty="0"/>
          </a:p>
          <a:p>
            <a:pPr lvl="1"/>
            <a:endParaRPr lang="es-ES_tradnl" dirty="0"/>
          </a:p>
        </p:txBody>
      </p:sp>
      <p:sp>
        <p:nvSpPr>
          <p:cNvPr id="11" name="Text Placeholder 3">
            <a:extLst>
              <a:ext uri="{FF2B5EF4-FFF2-40B4-BE49-F238E27FC236}">
                <a16:creationId xmlns:a16="http://schemas.microsoft.com/office/drawing/2014/main" id="{16C55A2E-AC37-274A-A24A-23220EA1FD01}"/>
              </a:ext>
            </a:extLst>
          </p:cNvPr>
          <p:cNvSpPr>
            <a:spLocks noGrp="1"/>
          </p:cNvSpPr>
          <p:nvPr>
            <p:ph type="body" sz="quarter" idx="15" hasCustomPrompt="1"/>
          </p:nvPr>
        </p:nvSpPr>
        <p:spPr>
          <a:xfrm>
            <a:off x="5556329" y="1223931"/>
            <a:ext cx="3267851" cy="4935274"/>
          </a:xfrm>
        </p:spPr>
        <p:txBody>
          <a:bodyPr lIns="72000" tIns="0" rIns="0" bIns="0"/>
          <a:lstStyle>
            <a:lvl1pPr>
              <a:spcBef>
                <a:spcPts val="750"/>
              </a:spcBef>
              <a:spcAft>
                <a:spcPts val="300"/>
              </a:spcAft>
              <a:defRPr sz="788"/>
            </a:lvl1pPr>
            <a:lvl2pPr marL="0">
              <a:spcBef>
                <a:spcPts val="0"/>
              </a:spcBef>
              <a:spcAft>
                <a:spcPts val="450"/>
              </a:spcAft>
              <a:defRPr sz="675" b="0">
                <a:solidFill>
                  <a:schemeClr val="tx1"/>
                </a:solidFill>
              </a:defRPr>
            </a:lvl2pPr>
          </a:lstStyle>
          <a:p>
            <a:pPr lvl="0"/>
            <a:r>
              <a:rPr lang="es-ES_tradnl" dirty="0"/>
              <a:t>Título tema A 14 – 20pt</a:t>
            </a:r>
          </a:p>
          <a:p>
            <a:pPr lvl="1"/>
            <a:r>
              <a:rPr lang="es-ES_tradnl" dirty="0"/>
              <a:t>Texto tema A 12 - 18pt</a:t>
            </a:r>
          </a:p>
          <a:p>
            <a:pPr lvl="0"/>
            <a:r>
              <a:rPr lang="es-ES_tradnl" dirty="0"/>
              <a:t>Título tema B 14 – 20pt</a:t>
            </a:r>
          </a:p>
          <a:p>
            <a:pPr lvl="1"/>
            <a:r>
              <a:rPr lang="es-ES_tradnl" dirty="0"/>
              <a:t>Texto tema B 12 - 18pt</a:t>
            </a:r>
          </a:p>
          <a:p>
            <a:pPr lvl="0"/>
            <a:r>
              <a:rPr lang="es-ES_tradnl" dirty="0"/>
              <a:t>Título tema C 14 – 20pt</a:t>
            </a:r>
          </a:p>
          <a:p>
            <a:pPr lvl="1"/>
            <a:r>
              <a:rPr lang="es-ES_tradnl" dirty="0"/>
              <a:t>Texto tema C 12 - 18pt</a:t>
            </a:r>
          </a:p>
          <a:p>
            <a:pPr lvl="0"/>
            <a:r>
              <a:rPr lang="es-ES_tradnl" dirty="0"/>
              <a:t>Título tema D 14 – 20pt</a:t>
            </a:r>
          </a:p>
          <a:p>
            <a:pPr lvl="1"/>
            <a:r>
              <a:rPr lang="es-ES_tradnl" dirty="0"/>
              <a:t>Texto tema D 12 - 18pt</a:t>
            </a:r>
          </a:p>
          <a:p>
            <a:pPr lvl="0"/>
            <a:r>
              <a:rPr lang="es-ES_tradnl" dirty="0"/>
              <a:t>Título tema E 14 – 20pt</a:t>
            </a:r>
          </a:p>
          <a:p>
            <a:pPr lvl="1"/>
            <a:r>
              <a:rPr lang="es-ES_tradnl" dirty="0"/>
              <a:t>Texto tema E 12 - 18pt</a:t>
            </a:r>
          </a:p>
          <a:p>
            <a:pPr lvl="1"/>
            <a:endParaRPr lang="es-ES_tradnl" dirty="0"/>
          </a:p>
          <a:p>
            <a:pPr lvl="1"/>
            <a:endParaRPr lang="es-ES_tradnl" dirty="0"/>
          </a:p>
          <a:p>
            <a:pPr lvl="1"/>
            <a:endParaRPr lang="es-ES_tradnl" dirty="0"/>
          </a:p>
          <a:p>
            <a:pPr lvl="1"/>
            <a:endParaRPr lang="es-ES_tradnl" dirty="0"/>
          </a:p>
        </p:txBody>
      </p:sp>
      <p:sp>
        <p:nvSpPr>
          <p:cNvPr id="3" name="Date Placeholder 2">
            <a:extLst>
              <a:ext uri="{FF2B5EF4-FFF2-40B4-BE49-F238E27FC236}">
                <a16:creationId xmlns:a16="http://schemas.microsoft.com/office/drawing/2014/main" id="{E01E961A-CA26-4C49-85B2-568B631C018C}"/>
              </a:ext>
            </a:extLst>
          </p:cNvPr>
          <p:cNvSpPr>
            <a:spLocks noGrp="1"/>
          </p:cNvSpPr>
          <p:nvPr>
            <p:ph type="dt" sz="half" idx="16"/>
          </p:nvPr>
        </p:nvSpPr>
        <p:spPr/>
        <p:txBody>
          <a:bodyPr/>
          <a:lstStyle/>
          <a:p>
            <a:r>
              <a:rPr lang="es-PE"/>
              <a:t>7 de Enero 2019</a:t>
            </a:r>
            <a:endParaRPr lang="en-US" dirty="0"/>
          </a:p>
        </p:txBody>
      </p:sp>
      <p:sp>
        <p:nvSpPr>
          <p:cNvPr id="6" name="Footer Placeholder 5">
            <a:extLst>
              <a:ext uri="{FF2B5EF4-FFF2-40B4-BE49-F238E27FC236}">
                <a16:creationId xmlns:a16="http://schemas.microsoft.com/office/drawing/2014/main" id="{CD01E962-DA5B-B944-9AFE-D9D1BAB1B840}"/>
              </a:ext>
            </a:extLst>
          </p:cNvPr>
          <p:cNvSpPr>
            <a:spLocks noGrp="1"/>
          </p:cNvSpPr>
          <p:nvPr>
            <p:ph type="ftr" sz="quarter" idx="17"/>
          </p:nvPr>
        </p:nvSpPr>
        <p:spPr/>
        <p:txBody>
          <a:bodyPr/>
          <a:lstStyle/>
          <a:p>
            <a:r>
              <a:rPr lang="pt-BR"/>
              <a:t>AFP Integra - AC Capitales Infra II - Informe 1</a:t>
            </a:r>
            <a:endParaRPr lang="en-US" dirty="0"/>
          </a:p>
        </p:txBody>
      </p:sp>
      <p:sp>
        <p:nvSpPr>
          <p:cNvPr id="12" name="Slide Number Placeholder 11">
            <a:extLst>
              <a:ext uri="{FF2B5EF4-FFF2-40B4-BE49-F238E27FC236}">
                <a16:creationId xmlns:a16="http://schemas.microsoft.com/office/drawing/2014/main" id="{42C57921-2E07-B347-8FD6-8BF9CC786C29}"/>
              </a:ext>
            </a:extLst>
          </p:cNvPr>
          <p:cNvSpPr>
            <a:spLocks noGrp="1"/>
          </p:cNvSpPr>
          <p:nvPr>
            <p:ph type="sldNum" sz="quarter" idx="18"/>
          </p:nvPr>
        </p:nvSpPr>
        <p:spPr/>
        <p:txBody>
          <a:bodyPr/>
          <a:lstStyle/>
          <a:p>
            <a:fld id="{FCCBA4FA-5E5B-4F4D-B8F1-037A34F2DB0D}" type="slidenum">
              <a:rPr lang="en-US" smtClean="0"/>
              <a:pPr/>
              <a:t>‹#›</a:t>
            </a:fld>
            <a:endParaRPr lang="en-US" dirty="0"/>
          </a:p>
        </p:txBody>
      </p:sp>
      <p:sp>
        <p:nvSpPr>
          <p:cNvPr id="9" name="Rectangle 8">
            <a:extLst>
              <a:ext uri="{FF2B5EF4-FFF2-40B4-BE49-F238E27FC236}">
                <a16:creationId xmlns:a16="http://schemas.microsoft.com/office/drawing/2014/main" id="{7C295653-4991-8248-9964-82A6CAE859BA}"/>
              </a:ext>
            </a:extLst>
          </p:cNvPr>
          <p:cNvSpPr/>
          <p:nvPr userDrawn="1"/>
        </p:nvSpPr>
        <p:spPr>
          <a:xfrm>
            <a:off x="289941" y="1053171"/>
            <a:ext cx="1869037" cy="5106034"/>
          </a:xfrm>
          <a:prstGeom prst="rect">
            <a:avLst/>
          </a:prstGeom>
          <a:solidFill>
            <a:srgbClr val="DCDD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Text Placeholder 3">
            <a:extLst>
              <a:ext uri="{FF2B5EF4-FFF2-40B4-BE49-F238E27FC236}">
                <a16:creationId xmlns:a16="http://schemas.microsoft.com/office/drawing/2014/main" id="{C1252D0B-7712-E64A-81C8-68FB6194E254}"/>
              </a:ext>
            </a:extLst>
          </p:cNvPr>
          <p:cNvSpPr>
            <a:spLocks noGrp="1"/>
          </p:cNvSpPr>
          <p:nvPr>
            <p:ph type="body" sz="quarter" idx="19"/>
          </p:nvPr>
        </p:nvSpPr>
        <p:spPr>
          <a:xfrm>
            <a:off x="289941" y="1053761"/>
            <a:ext cx="1869037" cy="5105445"/>
          </a:xfrm>
          <a:noFill/>
          <a:ln>
            <a:noFill/>
          </a:ln>
        </p:spPr>
        <p:txBody>
          <a:bodyPr>
            <a:normAutofit/>
          </a:bodyPr>
          <a:lstStyle>
            <a:lvl1pPr>
              <a:spcBef>
                <a:spcPts val="0"/>
              </a:spcBef>
              <a:spcAft>
                <a:spcPts val="450"/>
              </a:spcAft>
              <a:defRPr sz="900"/>
            </a:lvl1pPr>
            <a:lvl2pPr marL="7146" indent="0">
              <a:spcBef>
                <a:spcPts val="0"/>
              </a:spcBef>
              <a:spcAft>
                <a:spcPts val="450"/>
              </a:spcAft>
              <a:tabLst/>
              <a:defRPr sz="825" b="0">
                <a:solidFill>
                  <a:schemeClr val="bg1">
                    <a:lumMod val="50000"/>
                  </a:schemeClr>
                </a:solidFill>
              </a:defRPr>
            </a:lvl2pPr>
            <a:lvl3pPr marL="138149" indent="0">
              <a:spcBef>
                <a:spcPts val="0"/>
              </a:spcBef>
              <a:spcAft>
                <a:spcPts val="450"/>
              </a:spcAft>
              <a:tabLst/>
              <a:defRPr sz="825" b="0">
                <a:solidFill>
                  <a:schemeClr val="bg1">
                    <a:lumMod val="50000"/>
                  </a:schemeClr>
                </a:solidFill>
              </a:defRPr>
            </a:lvl3pPr>
            <a:lvl4pPr marL="267962" indent="0">
              <a:spcBef>
                <a:spcPts val="0"/>
              </a:spcBef>
              <a:spcAft>
                <a:spcPts val="450"/>
              </a:spcAft>
              <a:tabLst/>
              <a:defRPr sz="825" b="0">
                <a:solidFill>
                  <a:schemeClr val="bg1">
                    <a:lumMod val="50000"/>
                  </a:schemeClr>
                </a:solidFill>
              </a:defRPr>
            </a:lvl4pPr>
            <a:lvl5pPr>
              <a:defRPr sz="825"/>
            </a:lvl5pPr>
          </a:lstStyle>
          <a:p>
            <a:pPr lvl="0"/>
            <a:r>
              <a:rPr lang="en-US" dirty="0"/>
              <a:t>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67890464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
    <p:spTree>
      <p:nvGrpSpPr>
        <p:cNvPr id="1" name=""/>
        <p:cNvGrpSpPr/>
        <p:nvPr/>
      </p:nvGrpSpPr>
      <p:grpSpPr>
        <a:xfrm>
          <a:off x="0" y="0"/>
          <a:ext cx="0" cy="0"/>
          <a:chOff x="0" y="0"/>
          <a:chExt cx="0" cy="0"/>
        </a:xfrm>
      </p:grpSpPr>
      <p:sp>
        <p:nvSpPr>
          <p:cNvPr id="20" name="Title Placeholder 35"/>
          <p:cNvSpPr>
            <a:spLocks noGrp="1"/>
          </p:cNvSpPr>
          <p:nvPr>
            <p:ph type="title" hasCustomPrompt="1"/>
          </p:nvPr>
        </p:nvSpPr>
        <p:spPr>
          <a:xfrm>
            <a:off x="289942" y="145446"/>
            <a:ext cx="6854134" cy="908314"/>
          </a:xfrm>
          <a:prstGeom prst="rect">
            <a:avLst/>
          </a:prstGeom>
        </p:spPr>
        <p:txBody>
          <a:bodyPr vert="horz" lIns="91440" tIns="45720" rIns="91440" bIns="45720" rtlCol="0" anchor="t">
            <a:normAutofit/>
          </a:bodyPr>
          <a:lstStyle/>
          <a:p>
            <a:r>
              <a:rPr lang="es-ES_tradnl" dirty="0"/>
              <a:t>Agenda o Índice 24 – 36 pt</a:t>
            </a:r>
            <a:br>
              <a:rPr lang="es-ES_tradnl" dirty="0"/>
            </a:br>
            <a:r>
              <a:rPr lang="es-ES_tradnl" dirty="0"/>
              <a:t>Subtitulo</a:t>
            </a:r>
            <a:endParaRPr lang="en-US" dirty="0"/>
          </a:p>
        </p:txBody>
      </p:sp>
      <p:cxnSp>
        <p:nvCxnSpPr>
          <p:cNvPr id="7" name="Straight Connector 6">
            <a:extLst>
              <a:ext uri="{FF2B5EF4-FFF2-40B4-BE49-F238E27FC236}">
                <a16:creationId xmlns:a16="http://schemas.microsoft.com/office/drawing/2014/main" id="{D88D3329-BBC6-444B-ACFA-2994C44F1ED5}"/>
              </a:ext>
            </a:extLst>
          </p:cNvPr>
          <p:cNvCxnSpPr>
            <a:cxnSpLocks/>
          </p:cNvCxnSpPr>
          <p:nvPr userDrawn="1"/>
        </p:nvCxnSpPr>
        <p:spPr>
          <a:xfrm>
            <a:off x="289941" y="1039096"/>
            <a:ext cx="8534239" cy="0"/>
          </a:xfrm>
          <a:prstGeom prst="line">
            <a:avLst/>
          </a:prstGeom>
          <a:ln w="2222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BA355D45-738D-E54B-8F1F-36F00836E9D3}"/>
              </a:ext>
            </a:extLst>
          </p:cNvPr>
          <p:cNvSpPr>
            <a:spLocks noGrp="1"/>
          </p:cNvSpPr>
          <p:nvPr>
            <p:ph type="body" sz="quarter" idx="14" hasCustomPrompt="1"/>
          </p:nvPr>
        </p:nvSpPr>
        <p:spPr>
          <a:xfrm>
            <a:off x="289942" y="1241382"/>
            <a:ext cx="4186090" cy="4917823"/>
          </a:xfrm>
        </p:spPr>
        <p:txBody>
          <a:bodyPr lIns="72000" tIns="0" rIns="0" bIns="0"/>
          <a:lstStyle>
            <a:lvl1pPr>
              <a:spcBef>
                <a:spcPts val="750"/>
              </a:spcBef>
              <a:spcAft>
                <a:spcPts val="300"/>
              </a:spcAft>
              <a:defRPr sz="788"/>
            </a:lvl1pPr>
            <a:lvl2pPr marL="0">
              <a:spcBef>
                <a:spcPts val="0"/>
              </a:spcBef>
              <a:spcAft>
                <a:spcPts val="450"/>
              </a:spcAft>
              <a:defRPr sz="675" b="0">
                <a:solidFill>
                  <a:schemeClr val="tx1"/>
                </a:solidFill>
              </a:defRPr>
            </a:lvl2pPr>
          </a:lstStyle>
          <a:p>
            <a:pPr lvl="0"/>
            <a:r>
              <a:rPr lang="es-ES_tradnl" dirty="0"/>
              <a:t>Título tema A 14 – 20pt</a:t>
            </a:r>
          </a:p>
          <a:p>
            <a:pPr lvl="1"/>
            <a:r>
              <a:rPr lang="es-ES_tradnl" dirty="0"/>
              <a:t>Texto tema A 12 - 18pt</a:t>
            </a:r>
          </a:p>
          <a:p>
            <a:pPr lvl="0"/>
            <a:r>
              <a:rPr lang="es-ES_tradnl" dirty="0"/>
              <a:t>Título tema B 14 – 20pt</a:t>
            </a:r>
          </a:p>
          <a:p>
            <a:pPr lvl="1"/>
            <a:r>
              <a:rPr lang="es-ES_tradnl" dirty="0"/>
              <a:t>Texto tema B 12 - 18pt</a:t>
            </a:r>
          </a:p>
          <a:p>
            <a:pPr lvl="0"/>
            <a:r>
              <a:rPr lang="es-ES_tradnl" dirty="0"/>
              <a:t>Título tema C 14 – 20pt</a:t>
            </a:r>
          </a:p>
          <a:p>
            <a:pPr lvl="1"/>
            <a:r>
              <a:rPr lang="es-ES_tradnl" dirty="0"/>
              <a:t>Texto tema C 12 - 18pt</a:t>
            </a:r>
          </a:p>
          <a:p>
            <a:pPr lvl="0"/>
            <a:r>
              <a:rPr lang="es-ES_tradnl" dirty="0"/>
              <a:t>Título tema D 14 – 20pt</a:t>
            </a:r>
          </a:p>
          <a:p>
            <a:pPr lvl="1"/>
            <a:r>
              <a:rPr lang="es-ES_tradnl" dirty="0"/>
              <a:t>Texto tema D 12 - 18pt</a:t>
            </a:r>
          </a:p>
          <a:p>
            <a:pPr lvl="0"/>
            <a:r>
              <a:rPr lang="es-ES_tradnl" dirty="0"/>
              <a:t>Título tema E 14 – 20pt</a:t>
            </a:r>
          </a:p>
          <a:p>
            <a:pPr lvl="1"/>
            <a:r>
              <a:rPr lang="es-ES_tradnl" dirty="0"/>
              <a:t>Texto tema E 12 - 18pt</a:t>
            </a:r>
          </a:p>
          <a:p>
            <a:pPr lvl="1"/>
            <a:endParaRPr lang="es-ES_tradnl" dirty="0"/>
          </a:p>
          <a:p>
            <a:pPr lvl="1"/>
            <a:endParaRPr lang="es-ES_tradnl" dirty="0"/>
          </a:p>
          <a:p>
            <a:pPr lvl="1"/>
            <a:endParaRPr lang="es-ES_tradnl" dirty="0"/>
          </a:p>
          <a:p>
            <a:pPr lvl="1"/>
            <a:endParaRPr lang="es-ES_tradnl" dirty="0"/>
          </a:p>
        </p:txBody>
      </p:sp>
      <p:sp>
        <p:nvSpPr>
          <p:cNvPr id="11" name="Text Placeholder 3">
            <a:extLst>
              <a:ext uri="{FF2B5EF4-FFF2-40B4-BE49-F238E27FC236}">
                <a16:creationId xmlns:a16="http://schemas.microsoft.com/office/drawing/2014/main" id="{16C55A2E-AC37-274A-A24A-23220EA1FD01}"/>
              </a:ext>
            </a:extLst>
          </p:cNvPr>
          <p:cNvSpPr>
            <a:spLocks noGrp="1"/>
          </p:cNvSpPr>
          <p:nvPr>
            <p:ph type="body" sz="quarter" idx="15" hasCustomPrompt="1"/>
          </p:nvPr>
        </p:nvSpPr>
        <p:spPr>
          <a:xfrm>
            <a:off x="4638090" y="1241382"/>
            <a:ext cx="4186090" cy="4917822"/>
          </a:xfrm>
        </p:spPr>
        <p:txBody>
          <a:bodyPr lIns="72000" tIns="0" rIns="0" bIns="0"/>
          <a:lstStyle>
            <a:lvl1pPr>
              <a:spcBef>
                <a:spcPts val="750"/>
              </a:spcBef>
              <a:spcAft>
                <a:spcPts val="300"/>
              </a:spcAft>
              <a:defRPr sz="788"/>
            </a:lvl1pPr>
            <a:lvl2pPr marL="0">
              <a:spcBef>
                <a:spcPts val="0"/>
              </a:spcBef>
              <a:spcAft>
                <a:spcPts val="450"/>
              </a:spcAft>
              <a:defRPr sz="675" b="0">
                <a:solidFill>
                  <a:schemeClr val="tx1"/>
                </a:solidFill>
              </a:defRPr>
            </a:lvl2pPr>
          </a:lstStyle>
          <a:p>
            <a:pPr lvl="0"/>
            <a:r>
              <a:rPr lang="es-ES_tradnl" dirty="0"/>
              <a:t>Título tema A 14 – 20pt</a:t>
            </a:r>
          </a:p>
          <a:p>
            <a:pPr lvl="1"/>
            <a:r>
              <a:rPr lang="es-ES_tradnl" dirty="0"/>
              <a:t>Texto tema A 12 - 18pt</a:t>
            </a:r>
          </a:p>
          <a:p>
            <a:pPr lvl="0"/>
            <a:r>
              <a:rPr lang="es-ES_tradnl" dirty="0"/>
              <a:t>Título tema B 14 – 20pt</a:t>
            </a:r>
          </a:p>
          <a:p>
            <a:pPr lvl="1"/>
            <a:r>
              <a:rPr lang="es-ES_tradnl" dirty="0"/>
              <a:t>Texto tema B 12 - 18pt</a:t>
            </a:r>
          </a:p>
          <a:p>
            <a:pPr lvl="0"/>
            <a:r>
              <a:rPr lang="es-ES_tradnl" dirty="0"/>
              <a:t>Título tema C 14 – 20pt</a:t>
            </a:r>
          </a:p>
          <a:p>
            <a:pPr lvl="1"/>
            <a:r>
              <a:rPr lang="es-ES_tradnl" dirty="0"/>
              <a:t>Texto tema C 12 - 18pt</a:t>
            </a:r>
          </a:p>
          <a:p>
            <a:pPr lvl="0"/>
            <a:r>
              <a:rPr lang="es-ES_tradnl" dirty="0"/>
              <a:t>Título tema D 14 – 20pt</a:t>
            </a:r>
          </a:p>
          <a:p>
            <a:pPr lvl="1"/>
            <a:r>
              <a:rPr lang="es-ES_tradnl" dirty="0"/>
              <a:t>Texto tema D 12 - 18pt</a:t>
            </a:r>
          </a:p>
          <a:p>
            <a:pPr lvl="0"/>
            <a:r>
              <a:rPr lang="es-ES_tradnl" dirty="0"/>
              <a:t>Título tema E 14 – 20pt</a:t>
            </a:r>
          </a:p>
          <a:p>
            <a:pPr lvl="1"/>
            <a:r>
              <a:rPr lang="es-ES_tradnl" dirty="0"/>
              <a:t>Texto tema E 12 - 18pt</a:t>
            </a:r>
          </a:p>
          <a:p>
            <a:pPr lvl="1"/>
            <a:endParaRPr lang="es-ES_tradnl" dirty="0"/>
          </a:p>
          <a:p>
            <a:pPr lvl="1"/>
            <a:endParaRPr lang="es-ES_tradnl" dirty="0"/>
          </a:p>
          <a:p>
            <a:pPr lvl="1"/>
            <a:endParaRPr lang="es-ES_tradnl" dirty="0"/>
          </a:p>
          <a:p>
            <a:pPr lvl="1"/>
            <a:endParaRPr lang="es-ES_tradnl" dirty="0"/>
          </a:p>
        </p:txBody>
      </p:sp>
      <p:sp>
        <p:nvSpPr>
          <p:cNvPr id="3" name="Date Placeholder 2">
            <a:extLst>
              <a:ext uri="{FF2B5EF4-FFF2-40B4-BE49-F238E27FC236}">
                <a16:creationId xmlns:a16="http://schemas.microsoft.com/office/drawing/2014/main" id="{E01E961A-CA26-4C49-85B2-568B631C018C}"/>
              </a:ext>
            </a:extLst>
          </p:cNvPr>
          <p:cNvSpPr>
            <a:spLocks noGrp="1"/>
          </p:cNvSpPr>
          <p:nvPr>
            <p:ph type="dt" sz="half" idx="16"/>
          </p:nvPr>
        </p:nvSpPr>
        <p:spPr/>
        <p:txBody>
          <a:bodyPr/>
          <a:lstStyle/>
          <a:p>
            <a:r>
              <a:rPr lang="es-PE"/>
              <a:t>7 de Enero 2019</a:t>
            </a:r>
            <a:endParaRPr lang="en-US" dirty="0"/>
          </a:p>
        </p:txBody>
      </p:sp>
      <p:sp>
        <p:nvSpPr>
          <p:cNvPr id="6" name="Footer Placeholder 5">
            <a:extLst>
              <a:ext uri="{FF2B5EF4-FFF2-40B4-BE49-F238E27FC236}">
                <a16:creationId xmlns:a16="http://schemas.microsoft.com/office/drawing/2014/main" id="{CD01E962-DA5B-B944-9AFE-D9D1BAB1B840}"/>
              </a:ext>
            </a:extLst>
          </p:cNvPr>
          <p:cNvSpPr>
            <a:spLocks noGrp="1"/>
          </p:cNvSpPr>
          <p:nvPr>
            <p:ph type="ftr" sz="quarter" idx="17"/>
          </p:nvPr>
        </p:nvSpPr>
        <p:spPr/>
        <p:txBody>
          <a:bodyPr/>
          <a:lstStyle/>
          <a:p>
            <a:r>
              <a:rPr lang="pt-BR"/>
              <a:t>AFP Integra - AC Capitales Infra II - Informe 1</a:t>
            </a:r>
            <a:endParaRPr lang="en-US" dirty="0"/>
          </a:p>
        </p:txBody>
      </p:sp>
      <p:sp>
        <p:nvSpPr>
          <p:cNvPr id="12" name="Slide Number Placeholder 11">
            <a:extLst>
              <a:ext uri="{FF2B5EF4-FFF2-40B4-BE49-F238E27FC236}">
                <a16:creationId xmlns:a16="http://schemas.microsoft.com/office/drawing/2014/main" id="{42C57921-2E07-B347-8FD6-8BF9CC786C29}"/>
              </a:ext>
            </a:extLst>
          </p:cNvPr>
          <p:cNvSpPr>
            <a:spLocks noGrp="1"/>
          </p:cNvSpPr>
          <p:nvPr>
            <p:ph type="sldNum" sz="quarter" idx="18"/>
          </p:nvPr>
        </p:nvSpPr>
        <p:spPr/>
        <p:txBody>
          <a:bodyPr/>
          <a:lstStyle/>
          <a:p>
            <a:fld id="{FCCBA4FA-5E5B-4F4D-B8F1-037A34F2DB0D}" type="slidenum">
              <a:rPr lang="en-US" smtClean="0"/>
              <a:pPr/>
              <a:t>‹#›</a:t>
            </a:fld>
            <a:endParaRPr lang="en-US" dirty="0"/>
          </a:p>
        </p:txBody>
      </p:sp>
    </p:spTree>
    <p:extLst>
      <p:ext uri="{BB962C8B-B14F-4D97-AF65-F5344CB8AC3E}">
        <p14:creationId xmlns:p14="http://schemas.microsoft.com/office/powerpoint/2010/main" val="203476572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exto-Imagen A">
    <p:spTree>
      <p:nvGrpSpPr>
        <p:cNvPr id="1" name=""/>
        <p:cNvGrpSpPr/>
        <p:nvPr/>
      </p:nvGrpSpPr>
      <p:grpSpPr>
        <a:xfrm>
          <a:off x="0" y="0"/>
          <a:ext cx="0" cy="0"/>
          <a:chOff x="0" y="0"/>
          <a:chExt cx="0" cy="0"/>
        </a:xfrm>
      </p:grpSpPr>
      <p:sp>
        <p:nvSpPr>
          <p:cNvPr id="17" name="Picture Placeholder 4"/>
          <p:cNvSpPr>
            <a:spLocks noGrp="1"/>
          </p:cNvSpPr>
          <p:nvPr>
            <p:ph type="pic" sz="quarter" idx="13"/>
          </p:nvPr>
        </p:nvSpPr>
        <p:spPr>
          <a:xfrm>
            <a:off x="4801851" y="1558160"/>
            <a:ext cx="3944377" cy="4601340"/>
          </a:xfrm>
          <a:prstGeom prst="rect">
            <a:avLst/>
          </a:prstGeom>
        </p:spPr>
        <p:txBody>
          <a:bodyPr rtlCol="0">
            <a:normAutofit/>
          </a:bodyPr>
          <a:lstStyle>
            <a:lvl1pPr marL="0" indent="0">
              <a:buNone/>
              <a:defRPr sz="900" b="0">
                <a:solidFill>
                  <a:schemeClr val="tx1"/>
                </a:solidFill>
              </a:defRPr>
            </a:lvl1pPr>
          </a:lstStyle>
          <a:p>
            <a:pPr lvl="0"/>
            <a:endParaRPr lang="en-US" noProof="0" dirty="0"/>
          </a:p>
        </p:txBody>
      </p:sp>
      <p:sp>
        <p:nvSpPr>
          <p:cNvPr id="4" name="Text Placeholder 3"/>
          <p:cNvSpPr>
            <a:spLocks noGrp="1"/>
          </p:cNvSpPr>
          <p:nvPr>
            <p:ph type="body" sz="quarter" idx="14" hasCustomPrompt="1"/>
          </p:nvPr>
        </p:nvSpPr>
        <p:spPr>
          <a:xfrm>
            <a:off x="457319" y="1544638"/>
            <a:ext cx="4165830" cy="4614861"/>
          </a:xfrm>
        </p:spPr>
        <p:txBody>
          <a:bodyPr lIns="72000" tIns="0" rIns="0" bIns="0"/>
          <a:lstStyle>
            <a:lvl1pPr>
              <a:spcBef>
                <a:spcPts val="750"/>
              </a:spcBef>
              <a:spcAft>
                <a:spcPts val="300"/>
              </a:spcAft>
              <a:defRPr sz="1350"/>
            </a:lvl1pPr>
            <a:lvl2pPr marL="0">
              <a:spcBef>
                <a:spcPts val="0"/>
              </a:spcBef>
              <a:spcAft>
                <a:spcPts val="450"/>
              </a:spcAft>
              <a:defRPr sz="1050" b="0">
                <a:solidFill>
                  <a:schemeClr val="tx1"/>
                </a:solidFill>
              </a:defRPr>
            </a:lvl2pPr>
          </a:lstStyle>
          <a:p>
            <a:pPr lvl="0"/>
            <a:r>
              <a:rPr lang="es-ES_tradnl" dirty="0"/>
              <a:t>Título tema A 14 – 20pt</a:t>
            </a:r>
          </a:p>
          <a:p>
            <a:pPr lvl="1"/>
            <a:r>
              <a:rPr lang="es-ES_tradnl" dirty="0"/>
              <a:t>Texto tema A 12 - 18pt</a:t>
            </a:r>
          </a:p>
          <a:p>
            <a:pPr lvl="0"/>
            <a:r>
              <a:rPr lang="es-ES_tradnl" dirty="0"/>
              <a:t>Título tema B 14 – 20pt</a:t>
            </a:r>
          </a:p>
          <a:p>
            <a:pPr lvl="1"/>
            <a:r>
              <a:rPr lang="es-ES_tradnl" dirty="0"/>
              <a:t>Texto tema B 12 - 18pt</a:t>
            </a:r>
          </a:p>
          <a:p>
            <a:pPr lvl="0"/>
            <a:r>
              <a:rPr lang="es-ES_tradnl" dirty="0"/>
              <a:t>Título tema C 14 – 20pt</a:t>
            </a:r>
          </a:p>
          <a:p>
            <a:pPr lvl="1"/>
            <a:r>
              <a:rPr lang="es-ES_tradnl" dirty="0"/>
              <a:t>Texto tema C 12 - 18pt</a:t>
            </a:r>
          </a:p>
          <a:p>
            <a:pPr lvl="0"/>
            <a:r>
              <a:rPr lang="es-ES_tradnl" dirty="0"/>
              <a:t>Título tema D 14 – 20pt</a:t>
            </a:r>
          </a:p>
          <a:p>
            <a:pPr lvl="1"/>
            <a:r>
              <a:rPr lang="es-ES_tradnl" dirty="0"/>
              <a:t>Texto tema D 12 - 18pt</a:t>
            </a:r>
          </a:p>
          <a:p>
            <a:pPr lvl="0"/>
            <a:r>
              <a:rPr lang="es-ES_tradnl" dirty="0"/>
              <a:t>Título tema E 14 – 20pt</a:t>
            </a:r>
          </a:p>
          <a:p>
            <a:pPr lvl="1"/>
            <a:r>
              <a:rPr lang="es-ES_tradnl" dirty="0"/>
              <a:t>Texto tema E 12 - 18pt</a:t>
            </a:r>
          </a:p>
          <a:p>
            <a:pPr lvl="1"/>
            <a:endParaRPr lang="es-ES_tradnl" dirty="0"/>
          </a:p>
          <a:p>
            <a:pPr lvl="1"/>
            <a:endParaRPr lang="es-ES_tradnl" dirty="0"/>
          </a:p>
          <a:p>
            <a:pPr lvl="1"/>
            <a:endParaRPr lang="es-ES_tradnl" dirty="0"/>
          </a:p>
          <a:p>
            <a:pPr lvl="1"/>
            <a:endParaRPr lang="es-ES_tradnl" dirty="0"/>
          </a:p>
        </p:txBody>
      </p:sp>
      <p:sp>
        <p:nvSpPr>
          <p:cNvPr id="12" name="Title Placeholder 35"/>
          <p:cNvSpPr>
            <a:spLocks noGrp="1"/>
          </p:cNvSpPr>
          <p:nvPr>
            <p:ph type="title" hasCustomPrompt="1"/>
          </p:nvPr>
        </p:nvSpPr>
        <p:spPr>
          <a:xfrm>
            <a:off x="457319" y="636324"/>
            <a:ext cx="6854134" cy="908314"/>
          </a:xfrm>
          <a:prstGeom prst="rect">
            <a:avLst/>
          </a:prstGeom>
        </p:spPr>
        <p:txBody>
          <a:bodyPr vert="horz" lIns="91440" tIns="45720" rIns="91440" bIns="45720" rtlCol="0" anchor="t">
            <a:normAutofit/>
          </a:bodyPr>
          <a:lstStyle/>
          <a:p>
            <a:r>
              <a:rPr lang="es-ES_tradnl" dirty="0"/>
              <a:t>Agenda o Índice 24 – 36 pt</a:t>
            </a:r>
            <a:br>
              <a:rPr lang="es-ES_tradnl" dirty="0"/>
            </a:br>
            <a:endParaRPr lang="en-US" dirty="0"/>
          </a:p>
        </p:txBody>
      </p:sp>
      <p:sp>
        <p:nvSpPr>
          <p:cNvPr id="2" name="Date Placeholder 1">
            <a:extLst>
              <a:ext uri="{FF2B5EF4-FFF2-40B4-BE49-F238E27FC236}">
                <a16:creationId xmlns:a16="http://schemas.microsoft.com/office/drawing/2014/main" id="{37FBE349-C44A-7342-9BB7-A409795056D8}"/>
              </a:ext>
            </a:extLst>
          </p:cNvPr>
          <p:cNvSpPr>
            <a:spLocks noGrp="1"/>
          </p:cNvSpPr>
          <p:nvPr>
            <p:ph type="dt" sz="half" idx="15"/>
          </p:nvPr>
        </p:nvSpPr>
        <p:spPr/>
        <p:txBody>
          <a:bodyPr/>
          <a:lstStyle/>
          <a:p>
            <a:r>
              <a:rPr lang="es-PE"/>
              <a:t>7 de Enero 2019</a:t>
            </a:r>
            <a:endParaRPr lang="en-US" dirty="0"/>
          </a:p>
        </p:txBody>
      </p:sp>
      <p:sp>
        <p:nvSpPr>
          <p:cNvPr id="3" name="Footer Placeholder 2">
            <a:extLst>
              <a:ext uri="{FF2B5EF4-FFF2-40B4-BE49-F238E27FC236}">
                <a16:creationId xmlns:a16="http://schemas.microsoft.com/office/drawing/2014/main" id="{4152B5EB-7C33-134E-97D1-D38ADDF3B594}"/>
              </a:ext>
            </a:extLst>
          </p:cNvPr>
          <p:cNvSpPr>
            <a:spLocks noGrp="1"/>
          </p:cNvSpPr>
          <p:nvPr>
            <p:ph type="ftr" sz="quarter" idx="16"/>
          </p:nvPr>
        </p:nvSpPr>
        <p:spPr/>
        <p:txBody>
          <a:bodyPr/>
          <a:lstStyle/>
          <a:p>
            <a:r>
              <a:rPr lang="pt-BR"/>
              <a:t>AFP Integra - AC Capitales Infra II - Informe 1</a:t>
            </a:r>
            <a:endParaRPr lang="en-US" dirty="0"/>
          </a:p>
        </p:txBody>
      </p:sp>
      <p:sp>
        <p:nvSpPr>
          <p:cNvPr id="5" name="Slide Number Placeholder 4">
            <a:extLst>
              <a:ext uri="{FF2B5EF4-FFF2-40B4-BE49-F238E27FC236}">
                <a16:creationId xmlns:a16="http://schemas.microsoft.com/office/drawing/2014/main" id="{5834E906-4539-8546-A33D-7EE23D0EAECB}"/>
              </a:ext>
            </a:extLst>
          </p:cNvPr>
          <p:cNvSpPr>
            <a:spLocks noGrp="1"/>
          </p:cNvSpPr>
          <p:nvPr>
            <p:ph type="sldNum" sz="quarter" idx="17"/>
          </p:nvPr>
        </p:nvSpPr>
        <p:spPr/>
        <p:txBody>
          <a:bodyPr/>
          <a:lstStyle/>
          <a:p>
            <a:fld id="{FCCBA4FA-5E5B-4F4D-B8F1-037A34F2DB0D}" type="slidenum">
              <a:rPr lang="en-US" smtClean="0"/>
              <a:pPr/>
              <a:t>‹#›</a:t>
            </a:fld>
            <a:endParaRPr lang="en-US" dirty="0"/>
          </a:p>
        </p:txBody>
      </p:sp>
    </p:spTree>
    <p:extLst>
      <p:ext uri="{BB962C8B-B14F-4D97-AF65-F5344CB8AC3E}">
        <p14:creationId xmlns:p14="http://schemas.microsoft.com/office/powerpoint/2010/main" val="304471130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Grafico-Texto-Imagen">
    <p:spTree>
      <p:nvGrpSpPr>
        <p:cNvPr id="1" name=""/>
        <p:cNvGrpSpPr/>
        <p:nvPr/>
      </p:nvGrpSpPr>
      <p:grpSpPr>
        <a:xfrm>
          <a:off x="0" y="0"/>
          <a:ext cx="0" cy="0"/>
          <a:chOff x="0" y="0"/>
          <a:chExt cx="0" cy="0"/>
        </a:xfrm>
      </p:grpSpPr>
      <p:cxnSp>
        <p:nvCxnSpPr>
          <p:cNvPr id="7" name="Straight Connector 6"/>
          <p:cNvCxnSpPr/>
          <p:nvPr userDrawn="1"/>
        </p:nvCxnSpPr>
        <p:spPr>
          <a:xfrm>
            <a:off x="744335" y="1546225"/>
            <a:ext cx="0" cy="4452938"/>
          </a:xfrm>
          <a:prstGeom prst="line">
            <a:avLst/>
          </a:prstGeom>
          <a:ln w="285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8" name="Oval 7"/>
          <p:cNvSpPr/>
          <p:nvPr userDrawn="1"/>
        </p:nvSpPr>
        <p:spPr>
          <a:xfrm>
            <a:off x="690743" y="1870076"/>
            <a:ext cx="107184" cy="144463"/>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456762">
              <a:defRPr/>
            </a:pPr>
            <a:endParaRPr lang="en-US"/>
          </a:p>
        </p:txBody>
      </p:sp>
      <p:sp>
        <p:nvSpPr>
          <p:cNvPr id="9" name="Oval 8"/>
          <p:cNvSpPr/>
          <p:nvPr userDrawn="1"/>
        </p:nvSpPr>
        <p:spPr>
          <a:xfrm>
            <a:off x="690743" y="5535613"/>
            <a:ext cx="107184" cy="144462"/>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456762">
              <a:defRPr/>
            </a:pPr>
            <a:endParaRPr lang="en-US"/>
          </a:p>
        </p:txBody>
      </p:sp>
      <p:sp>
        <p:nvSpPr>
          <p:cNvPr id="10" name="Oval 9"/>
          <p:cNvSpPr/>
          <p:nvPr userDrawn="1"/>
        </p:nvSpPr>
        <p:spPr>
          <a:xfrm>
            <a:off x="690743" y="4616451"/>
            <a:ext cx="107184" cy="144463"/>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456762">
              <a:defRPr/>
            </a:pPr>
            <a:endParaRPr lang="en-US"/>
          </a:p>
        </p:txBody>
      </p:sp>
      <p:sp>
        <p:nvSpPr>
          <p:cNvPr id="11" name="Oval 10"/>
          <p:cNvSpPr/>
          <p:nvPr userDrawn="1"/>
        </p:nvSpPr>
        <p:spPr>
          <a:xfrm>
            <a:off x="690743" y="3705225"/>
            <a:ext cx="107184" cy="144463"/>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456762">
              <a:defRPr/>
            </a:pPr>
            <a:endParaRPr lang="en-US"/>
          </a:p>
        </p:txBody>
      </p:sp>
      <p:sp>
        <p:nvSpPr>
          <p:cNvPr id="12" name="Oval 11"/>
          <p:cNvSpPr/>
          <p:nvPr userDrawn="1"/>
        </p:nvSpPr>
        <p:spPr>
          <a:xfrm>
            <a:off x="690743" y="2789239"/>
            <a:ext cx="107184" cy="142875"/>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456762">
              <a:defRPr/>
            </a:pPr>
            <a:endParaRPr lang="en-US"/>
          </a:p>
        </p:txBody>
      </p:sp>
      <p:sp>
        <p:nvSpPr>
          <p:cNvPr id="17" name="Picture Placeholder 4"/>
          <p:cNvSpPr>
            <a:spLocks noGrp="1"/>
          </p:cNvSpPr>
          <p:nvPr>
            <p:ph type="pic" sz="quarter" idx="13"/>
          </p:nvPr>
        </p:nvSpPr>
        <p:spPr>
          <a:xfrm>
            <a:off x="4801851" y="1558160"/>
            <a:ext cx="3944377" cy="4601340"/>
          </a:xfrm>
          <a:prstGeom prst="rect">
            <a:avLst/>
          </a:prstGeom>
        </p:spPr>
        <p:txBody>
          <a:bodyPr rtlCol="0">
            <a:normAutofit/>
          </a:bodyPr>
          <a:lstStyle>
            <a:lvl1pPr marL="0" indent="0">
              <a:buNone/>
              <a:defRPr sz="900" b="0">
                <a:solidFill>
                  <a:schemeClr val="tx1"/>
                </a:solidFill>
              </a:defRPr>
            </a:lvl1pPr>
          </a:lstStyle>
          <a:p>
            <a:pPr lvl="0"/>
            <a:endParaRPr lang="en-US" noProof="0" dirty="0"/>
          </a:p>
        </p:txBody>
      </p:sp>
      <p:sp>
        <p:nvSpPr>
          <p:cNvPr id="18" name="Title Placeholder 35"/>
          <p:cNvSpPr>
            <a:spLocks noGrp="1"/>
          </p:cNvSpPr>
          <p:nvPr>
            <p:ph type="title" hasCustomPrompt="1"/>
          </p:nvPr>
        </p:nvSpPr>
        <p:spPr>
          <a:xfrm>
            <a:off x="457319" y="636324"/>
            <a:ext cx="6854134" cy="908314"/>
          </a:xfrm>
          <a:prstGeom prst="rect">
            <a:avLst/>
          </a:prstGeom>
        </p:spPr>
        <p:txBody>
          <a:bodyPr vert="horz" lIns="91440" tIns="45720" rIns="91440" bIns="45720" rtlCol="0" anchor="t">
            <a:normAutofit/>
          </a:bodyPr>
          <a:lstStyle/>
          <a:p>
            <a:r>
              <a:rPr lang="es-ES_tradnl" dirty="0"/>
              <a:t>Agenda o Índice 24 – 36 pt</a:t>
            </a:r>
            <a:br>
              <a:rPr lang="es-ES_tradnl" dirty="0"/>
            </a:br>
            <a:endParaRPr lang="en-US" dirty="0"/>
          </a:p>
        </p:txBody>
      </p:sp>
      <p:sp>
        <p:nvSpPr>
          <p:cNvPr id="19" name="Text Placeholder 3"/>
          <p:cNvSpPr>
            <a:spLocks noGrp="1"/>
          </p:cNvSpPr>
          <p:nvPr>
            <p:ph type="body" sz="quarter" idx="22" hasCustomPrompt="1"/>
          </p:nvPr>
        </p:nvSpPr>
        <p:spPr>
          <a:xfrm>
            <a:off x="946639" y="1775497"/>
            <a:ext cx="3676509" cy="4397525"/>
          </a:xfrm>
        </p:spPr>
        <p:txBody>
          <a:bodyPr lIns="0" tIns="0" rIns="0" bIns="0"/>
          <a:lstStyle>
            <a:lvl1pPr>
              <a:spcBef>
                <a:spcPts val="1876"/>
              </a:spcBef>
              <a:spcAft>
                <a:spcPts val="300"/>
              </a:spcAft>
              <a:defRPr sz="1350"/>
            </a:lvl1pPr>
            <a:lvl2pPr marL="0">
              <a:spcBef>
                <a:spcPts val="0"/>
              </a:spcBef>
              <a:spcAft>
                <a:spcPts val="450"/>
              </a:spcAft>
              <a:defRPr sz="1050" b="0">
                <a:solidFill>
                  <a:schemeClr val="tx1"/>
                </a:solidFill>
              </a:defRPr>
            </a:lvl2pPr>
          </a:lstStyle>
          <a:p>
            <a:pPr lvl="0"/>
            <a:r>
              <a:rPr lang="es-ES_tradnl" dirty="0"/>
              <a:t>Título tema A 14 – 20pt</a:t>
            </a:r>
          </a:p>
          <a:p>
            <a:pPr lvl="1"/>
            <a:r>
              <a:rPr lang="es-ES_tradnl" dirty="0"/>
              <a:t>Texto tema A 12 - 18pt</a:t>
            </a:r>
          </a:p>
          <a:p>
            <a:pPr lvl="0"/>
            <a:r>
              <a:rPr lang="es-ES_tradnl" dirty="0"/>
              <a:t>Título tema B 14 – 20pt</a:t>
            </a:r>
          </a:p>
          <a:p>
            <a:pPr lvl="1"/>
            <a:r>
              <a:rPr lang="es-ES_tradnl" dirty="0"/>
              <a:t>Texto tema B 12 - 18pt</a:t>
            </a:r>
          </a:p>
          <a:p>
            <a:pPr lvl="0"/>
            <a:r>
              <a:rPr lang="es-ES_tradnl" dirty="0"/>
              <a:t>Título tema C 14 – 20pt</a:t>
            </a:r>
          </a:p>
          <a:p>
            <a:pPr lvl="1"/>
            <a:r>
              <a:rPr lang="es-ES_tradnl" dirty="0"/>
              <a:t>Texto tema C 12 - 18pt</a:t>
            </a:r>
          </a:p>
          <a:p>
            <a:pPr lvl="0"/>
            <a:r>
              <a:rPr lang="es-ES_tradnl" dirty="0"/>
              <a:t>Título tema D 14 – 20pt</a:t>
            </a:r>
          </a:p>
          <a:p>
            <a:pPr lvl="1"/>
            <a:r>
              <a:rPr lang="es-ES_tradnl" dirty="0"/>
              <a:t>Texto tema D 12 - 18pt</a:t>
            </a:r>
          </a:p>
          <a:p>
            <a:pPr lvl="0"/>
            <a:r>
              <a:rPr lang="es-ES_tradnl" dirty="0"/>
              <a:t>Título tema E 14 – 20pt</a:t>
            </a:r>
          </a:p>
          <a:p>
            <a:pPr lvl="1"/>
            <a:r>
              <a:rPr lang="es-ES_tradnl" dirty="0"/>
              <a:t>Texto tema E 12 - 18pt</a:t>
            </a:r>
          </a:p>
          <a:p>
            <a:pPr lvl="1"/>
            <a:endParaRPr lang="es-ES_tradnl" dirty="0"/>
          </a:p>
          <a:p>
            <a:pPr lvl="1"/>
            <a:endParaRPr lang="es-ES_tradnl" dirty="0"/>
          </a:p>
          <a:p>
            <a:pPr lvl="1"/>
            <a:endParaRPr lang="es-ES_tradnl" dirty="0"/>
          </a:p>
          <a:p>
            <a:pPr lvl="1"/>
            <a:endParaRPr lang="es-ES_tradnl" dirty="0"/>
          </a:p>
        </p:txBody>
      </p:sp>
      <p:sp>
        <p:nvSpPr>
          <p:cNvPr id="2" name="Date Placeholder 1">
            <a:extLst>
              <a:ext uri="{FF2B5EF4-FFF2-40B4-BE49-F238E27FC236}">
                <a16:creationId xmlns:a16="http://schemas.microsoft.com/office/drawing/2014/main" id="{08EA49B3-06A5-374D-90C4-0357DE822123}"/>
              </a:ext>
            </a:extLst>
          </p:cNvPr>
          <p:cNvSpPr>
            <a:spLocks noGrp="1"/>
          </p:cNvSpPr>
          <p:nvPr>
            <p:ph type="dt" sz="half" idx="23"/>
          </p:nvPr>
        </p:nvSpPr>
        <p:spPr/>
        <p:txBody>
          <a:bodyPr/>
          <a:lstStyle/>
          <a:p>
            <a:r>
              <a:rPr lang="es-PE"/>
              <a:t>7 de Enero 2019</a:t>
            </a:r>
            <a:endParaRPr lang="en-US" dirty="0"/>
          </a:p>
        </p:txBody>
      </p:sp>
      <p:sp>
        <p:nvSpPr>
          <p:cNvPr id="3" name="Footer Placeholder 2">
            <a:extLst>
              <a:ext uri="{FF2B5EF4-FFF2-40B4-BE49-F238E27FC236}">
                <a16:creationId xmlns:a16="http://schemas.microsoft.com/office/drawing/2014/main" id="{6B7870F4-71C6-0E42-A7E6-27F7C4D9BF95}"/>
              </a:ext>
            </a:extLst>
          </p:cNvPr>
          <p:cNvSpPr>
            <a:spLocks noGrp="1"/>
          </p:cNvSpPr>
          <p:nvPr>
            <p:ph type="ftr" sz="quarter" idx="24"/>
          </p:nvPr>
        </p:nvSpPr>
        <p:spPr/>
        <p:txBody>
          <a:bodyPr/>
          <a:lstStyle/>
          <a:p>
            <a:r>
              <a:rPr lang="pt-BR"/>
              <a:t>AFP Integra - AC Capitales Infra II - Informe 1</a:t>
            </a:r>
            <a:endParaRPr lang="en-US" dirty="0"/>
          </a:p>
        </p:txBody>
      </p:sp>
      <p:sp>
        <p:nvSpPr>
          <p:cNvPr id="4" name="Slide Number Placeholder 3">
            <a:extLst>
              <a:ext uri="{FF2B5EF4-FFF2-40B4-BE49-F238E27FC236}">
                <a16:creationId xmlns:a16="http://schemas.microsoft.com/office/drawing/2014/main" id="{8429BCAC-67DA-684C-8C56-D4C79139395F}"/>
              </a:ext>
            </a:extLst>
          </p:cNvPr>
          <p:cNvSpPr>
            <a:spLocks noGrp="1"/>
          </p:cNvSpPr>
          <p:nvPr>
            <p:ph type="sldNum" sz="quarter" idx="25"/>
          </p:nvPr>
        </p:nvSpPr>
        <p:spPr/>
        <p:txBody>
          <a:bodyPr/>
          <a:lstStyle/>
          <a:p>
            <a:fld id="{FCCBA4FA-5E5B-4F4D-B8F1-037A34F2DB0D}" type="slidenum">
              <a:rPr lang="en-US" smtClean="0"/>
              <a:pPr/>
              <a:t>‹#›</a:t>
            </a:fld>
            <a:endParaRPr lang="en-US" dirty="0"/>
          </a:p>
        </p:txBody>
      </p:sp>
    </p:spTree>
    <p:extLst>
      <p:ext uri="{BB962C8B-B14F-4D97-AF65-F5344CB8AC3E}">
        <p14:creationId xmlns:p14="http://schemas.microsoft.com/office/powerpoint/2010/main" val="60618275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Hora-Grafico-Texto-Imagen">
    <p:spTree>
      <p:nvGrpSpPr>
        <p:cNvPr id="1" name=""/>
        <p:cNvGrpSpPr/>
        <p:nvPr/>
      </p:nvGrpSpPr>
      <p:grpSpPr>
        <a:xfrm>
          <a:off x="0" y="0"/>
          <a:ext cx="0" cy="0"/>
          <a:chOff x="0" y="0"/>
          <a:chExt cx="0" cy="0"/>
        </a:xfrm>
      </p:grpSpPr>
      <p:cxnSp>
        <p:nvCxnSpPr>
          <p:cNvPr id="7" name="Straight Connector 6"/>
          <p:cNvCxnSpPr/>
          <p:nvPr userDrawn="1"/>
        </p:nvCxnSpPr>
        <p:spPr>
          <a:xfrm>
            <a:off x="1310029" y="1546225"/>
            <a:ext cx="0" cy="4452938"/>
          </a:xfrm>
          <a:prstGeom prst="line">
            <a:avLst/>
          </a:prstGeom>
          <a:ln w="285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8" name="Oval 7"/>
          <p:cNvSpPr/>
          <p:nvPr userDrawn="1"/>
        </p:nvSpPr>
        <p:spPr>
          <a:xfrm>
            <a:off x="1256437" y="1870076"/>
            <a:ext cx="108375" cy="144463"/>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456762">
              <a:defRPr/>
            </a:pPr>
            <a:endParaRPr lang="en-US"/>
          </a:p>
        </p:txBody>
      </p:sp>
      <p:sp>
        <p:nvSpPr>
          <p:cNvPr id="9" name="Oval 8"/>
          <p:cNvSpPr/>
          <p:nvPr userDrawn="1"/>
        </p:nvSpPr>
        <p:spPr>
          <a:xfrm>
            <a:off x="1256437" y="5535613"/>
            <a:ext cx="108375" cy="144462"/>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456762">
              <a:defRPr/>
            </a:pPr>
            <a:endParaRPr lang="en-US"/>
          </a:p>
        </p:txBody>
      </p:sp>
      <p:sp>
        <p:nvSpPr>
          <p:cNvPr id="10" name="Oval 9"/>
          <p:cNvSpPr/>
          <p:nvPr userDrawn="1"/>
        </p:nvSpPr>
        <p:spPr>
          <a:xfrm>
            <a:off x="1256437" y="4616451"/>
            <a:ext cx="108375" cy="144463"/>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456762">
              <a:defRPr/>
            </a:pPr>
            <a:endParaRPr lang="en-US"/>
          </a:p>
        </p:txBody>
      </p:sp>
      <p:sp>
        <p:nvSpPr>
          <p:cNvPr id="11" name="Oval 10"/>
          <p:cNvSpPr/>
          <p:nvPr userDrawn="1"/>
        </p:nvSpPr>
        <p:spPr>
          <a:xfrm>
            <a:off x="1256437" y="3705225"/>
            <a:ext cx="108375" cy="144463"/>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456762">
              <a:defRPr/>
            </a:pPr>
            <a:endParaRPr lang="en-US"/>
          </a:p>
        </p:txBody>
      </p:sp>
      <p:sp>
        <p:nvSpPr>
          <p:cNvPr id="12" name="Oval 11"/>
          <p:cNvSpPr/>
          <p:nvPr userDrawn="1"/>
        </p:nvSpPr>
        <p:spPr>
          <a:xfrm>
            <a:off x="1256437" y="2789239"/>
            <a:ext cx="108375" cy="142875"/>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456762">
              <a:defRPr/>
            </a:pPr>
            <a:endParaRPr lang="en-US"/>
          </a:p>
        </p:txBody>
      </p:sp>
      <p:sp>
        <p:nvSpPr>
          <p:cNvPr id="32" name="Picture Placeholder 4"/>
          <p:cNvSpPr>
            <a:spLocks noGrp="1"/>
          </p:cNvSpPr>
          <p:nvPr>
            <p:ph type="pic" sz="quarter" idx="13"/>
          </p:nvPr>
        </p:nvSpPr>
        <p:spPr>
          <a:xfrm>
            <a:off x="4801851" y="1558160"/>
            <a:ext cx="3944377" cy="4601340"/>
          </a:xfrm>
          <a:prstGeom prst="rect">
            <a:avLst/>
          </a:prstGeom>
        </p:spPr>
        <p:txBody>
          <a:bodyPr rtlCol="0">
            <a:normAutofit/>
          </a:bodyPr>
          <a:lstStyle>
            <a:lvl1pPr marL="0" indent="0">
              <a:buNone/>
              <a:defRPr sz="900" b="0">
                <a:solidFill>
                  <a:schemeClr val="tx1"/>
                </a:solidFill>
              </a:defRPr>
            </a:lvl1pPr>
          </a:lstStyle>
          <a:p>
            <a:pPr lvl="0"/>
            <a:endParaRPr lang="en-US" noProof="0" dirty="0"/>
          </a:p>
        </p:txBody>
      </p:sp>
      <p:sp>
        <p:nvSpPr>
          <p:cNvPr id="26" name="Title Placeholder 35"/>
          <p:cNvSpPr>
            <a:spLocks noGrp="1"/>
          </p:cNvSpPr>
          <p:nvPr>
            <p:ph type="title" hasCustomPrompt="1"/>
          </p:nvPr>
        </p:nvSpPr>
        <p:spPr>
          <a:xfrm>
            <a:off x="457319" y="636324"/>
            <a:ext cx="6854134" cy="908314"/>
          </a:xfrm>
          <a:prstGeom prst="rect">
            <a:avLst/>
          </a:prstGeom>
        </p:spPr>
        <p:txBody>
          <a:bodyPr vert="horz" lIns="91440" tIns="45720" rIns="91440" bIns="45720" rtlCol="0" anchor="t">
            <a:normAutofit/>
          </a:bodyPr>
          <a:lstStyle/>
          <a:p>
            <a:r>
              <a:rPr lang="es-ES_tradnl" dirty="0"/>
              <a:t>Agenda o Índice 24 – 36 pt</a:t>
            </a:r>
            <a:br>
              <a:rPr lang="es-ES_tradnl" dirty="0"/>
            </a:br>
            <a:endParaRPr lang="en-US" dirty="0"/>
          </a:p>
        </p:txBody>
      </p:sp>
      <p:sp>
        <p:nvSpPr>
          <p:cNvPr id="3" name="Text Placeholder 2"/>
          <p:cNvSpPr>
            <a:spLocks noGrp="1"/>
          </p:cNvSpPr>
          <p:nvPr>
            <p:ph type="body" sz="quarter" idx="24" hasCustomPrompt="1"/>
          </p:nvPr>
        </p:nvSpPr>
        <p:spPr>
          <a:xfrm>
            <a:off x="532427" y="1789469"/>
            <a:ext cx="642665" cy="267757"/>
          </a:xfrm>
        </p:spPr>
        <p:txBody>
          <a:bodyPr lIns="0" tIns="0" rIns="0" bIns="0">
            <a:normAutofit/>
          </a:bodyPr>
          <a:lstStyle>
            <a:lvl1pPr>
              <a:spcBef>
                <a:spcPts val="0"/>
              </a:spcBef>
              <a:defRPr sz="1200" b="0">
                <a:solidFill>
                  <a:schemeClr val="accent1"/>
                </a:solidFill>
              </a:defRPr>
            </a:lvl1pPr>
          </a:lstStyle>
          <a:p>
            <a:pPr lvl="0"/>
            <a:r>
              <a:rPr lang="es-ES_tradnl" dirty="0"/>
              <a:t>000 min</a:t>
            </a:r>
          </a:p>
        </p:txBody>
      </p:sp>
      <p:sp>
        <p:nvSpPr>
          <p:cNvPr id="27" name="Text Placeholder 2"/>
          <p:cNvSpPr>
            <a:spLocks noGrp="1"/>
          </p:cNvSpPr>
          <p:nvPr>
            <p:ph type="body" sz="quarter" idx="25" hasCustomPrompt="1"/>
          </p:nvPr>
        </p:nvSpPr>
        <p:spPr>
          <a:xfrm>
            <a:off x="532427" y="2706647"/>
            <a:ext cx="642665" cy="267757"/>
          </a:xfrm>
        </p:spPr>
        <p:txBody>
          <a:bodyPr lIns="0" tIns="0" rIns="0" bIns="0">
            <a:normAutofit/>
          </a:bodyPr>
          <a:lstStyle>
            <a:lvl1pPr>
              <a:spcBef>
                <a:spcPts val="0"/>
              </a:spcBef>
              <a:defRPr sz="1200" b="0">
                <a:solidFill>
                  <a:schemeClr val="accent1"/>
                </a:solidFill>
              </a:defRPr>
            </a:lvl1pPr>
          </a:lstStyle>
          <a:p>
            <a:pPr lvl="0"/>
            <a:r>
              <a:rPr lang="es-ES_tradnl" dirty="0"/>
              <a:t>000 min</a:t>
            </a:r>
          </a:p>
        </p:txBody>
      </p:sp>
      <p:sp>
        <p:nvSpPr>
          <p:cNvPr id="31" name="Text Placeholder 2"/>
          <p:cNvSpPr>
            <a:spLocks noGrp="1"/>
          </p:cNvSpPr>
          <p:nvPr>
            <p:ph type="body" sz="quarter" idx="26" hasCustomPrompt="1"/>
          </p:nvPr>
        </p:nvSpPr>
        <p:spPr>
          <a:xfrm>
            <a:off x="532427" y="3623824"/>
            <a:ext cx="642665" cy="267757"/>
          </a:xfrm>
        </p:spPr>
        <p:txBody>
          <a:bodyPr lIns="0" tIns="0" rIns="0" bIns="0">
            <a:normAutofit/>
          </a:bodyPr>
          <a:lstStyle>
            <a:lvl1pPr>
              <a:spcBef>
                <a:spcPts val="0"/>
              </a:spcBef>
              <a:defRPr sz="1200" b="0">
                <a:solidFill>
                  <a:schemeClr val="accent1"/>
                </a:solidFill>
              </a:defRPr>
            </a:lvl1pPr>
          </a:lstStyle>
          <a:p>
            <a:pPr lvl="0"/>
            <a:r>
              <a:rPr lang="es-ES_tradnl" dirty="0"/>
              <a:t>000 min</a:t>
            </a:r>
          </a:p>
        </p:txBody>
      </p:sp>
      <p:sp>
        <p:nvSpPr>
          <p:cNvPr id="41" name="Text Placeholder 2"/>
          <p:cNvSpPr>
            <a:spLocks noGrp="1"/>
          </p:cNvSpPr>
          <p:nvPr>
            <p:ph type="body" sz="quarter" idx="27" hasCustomPrompt="1"/>
          </p:nvPr>
        </p:nvSpPr>
        <p:spPr>
          <a:xfrm>
            <a:off x="532427" y="4541002"/>
            <a:ext cx="642665" cy="267757"/>
          </a:xfrm>
        </p:spPr>
        <p:txBody>
          <a:bodyPr lIns="0" tIns="0" rIns="0" bIns="0">
            <a:normAutofit/>
          </a:bodyPr>
          <a:lstStyle>
            <a:lvl1pPr>
              <a:spcBef>
                <a:spcPts val="0"/>
              </a:spcBef>
              <a:defRPr sz="1200" b="0">
                <a:solidFill>
                  <a:schemeClr val="accent1"/>
                </a:solidFill>
              </a:defRPr>
            </a:lvl1pPr>
          </a:lstStyle>
          <a:p>
            <a:pPr lvl="0"/>
            <a:r>
              <a:rPr lang="es-ES_tradnl" dirty="0"/>
              <a:t>000 min</a:t>
            </a:r>
          </a:p>
        </p:txBody>
      </p:sp>
      <p:sp>
        <p:nvSpPr>
          <p:cNvPr id="42" name="Text Placeholder 2"/>
          <p:cNvSpPr>
            <a:spLocks noGrp="1"/>
          </p:cNvSpPr>
          <p:nvPr>
            <p:ph type="body" sz="quarter" idx="28" hasCustomPrompt="1"/>
          </p:nvPr>
        </p:nvSpPr>
        <p:spPr>
          <a:xfrm>
            <a:off x="532427" y="5458179"/>
            <a:ext cx="642665" cy="267757"/>
          </a:xfrm>
        </p:spPr>
        <p:txBody>
          <a:bodyPr lIns="0" tIns="0" rIns="0" bIns="0">
            <a:normAutofit/>
          </a:bodyPr>
          <a:lstStyle>
            <a:lvl1pPr>
              <a:spcBef>
                <a:spcPts val="0"/>
              </a:spcBef>
              <a:defRPr sz="1200" b="0">
                <a:solidFill>
                  <a:schemeClr val="accent1"/>
                </a:solidFill>
              </a:defRPr>
            </a:lvl1pPr>
          </a:lstStyle>
          <a:p>
            <a:pPr lvl="0"/>
            <a:r>
              <a:rPr lang="es-ES_tradnl" dirty="0"/>
              <a:t>000 min</a:t>
            </a:r>
          </a:p>
        </p:txBody>
      </p:sp>
      <p:sp>
        <p:nvSpPr>
          <p:cNvPr id="6" name="Date Placeholder 5"/>
          <p:cNvSpPr>
            <a:spLocks noGrp="1"/>
          </p:cNvSpPr>
          <p:nvPr>
            <p:ph type="dt" sz="half" idx="29"/>
          </p:nvPr>
        </p:nvSpPr>
        <p:spPr/>
        <p:txBody>
          <a:bodyPr/>
          <a:lstStyle/>
          <a:p>
            <a:r>
              <a:rPr lang="es-PE"/>
              <a:t>7 de Enero 2019</a:t>
            </a:r>
            <a:endParaRPr lang="en-US" dirty="0"/>
          </a:p>
        </p:txBody>
      </p:sp>
      <p:sp>
        <p:nvSpPr>
          <p:cNvPr id="13" name="Footer Placeholder 12"/>
          <p:cNvSpPr>
            <a:spLocks noGrp="1"/>
          </p:cNvSpPr>
          <p:nvPr>
            <p:ph type="ftr" sz="quarter" idx="30"/>
          </p:nvPr>
        </p:nvSpPr>
        <p:spPr>
          <a:xfrm>
            <a:off x="2007328" y="6346825"/>
            <a:ext cx="5315107" cy="175238"/>
          </a:xfrm>
        </p:spPr>
        <p:txBody>
          <a:bodyPr/>
          <a:lstStyle/>
          <a:p>
            <a:r>
              <a:rPr lang="pt-BR"/>
              <a:t>AFP Integra - AC Capitales Infra II - Informe 1</a:t>
            </a:r>
            <a:endParaRPr lang="en-US" dirty="0"/>
          </a:p>
        </p:txBody>
      </p:sp>
      <p:sp>
        <p:nvSpPr>
          <p:cNvPr id="14" name="Slide Number Placeholder 13"/>
          <p:cNvSpPr>
            <a:spLocks noGrp="1"/>
          </p:cNvSpPr>
          <p:nvPr>
            <p:ph type="sldNum" sz="quarter" idx="31"/>
          </p:nvPr>
        </p:nvSpPr>
        <p:spPr/>
        <p:txBody>
          <a:bodyPr/>
          <a:lstStyle/>
          <a:p>
            <a:fld id="{FCCBA4FA-5E5B-4F4D-B8F1-037A34F2DB0D}" type="slidenum">
              <a:rPr lang="en-US" smtClean="0"/>
              <a:pPr/>
              <a:t>‹#›</a:t>
            </a:fld>
            <a:endParaRPr lang="en-US" dirty="0"/>
          </a:p>
        </p:txBody>
      </p:sp>
      <p:sp>
        <p:nvSpPr>
          <p:cNvPr id="24" name="Text Placeholder 3"/>
          <p:cNvSpPr>
            <a:spLocks noGrp="1"/>
          </p:cNvSpPr>
          <p:nvPr>
            <p:ph type="body" sz="quarter" idx="22" hasCustomPrompt="1"/>
          </p:nvPr>
        </p:nvSpPr>
        <p:spPr>
          <a:xfrm>
            <a:off x="1596782" y="1789468"/>
            <a:ext cx="3026366" cy="4383553"/>
          </a:xfrm>
        </p:spPr>
        <p:txBody>
          <a:bodyPr lIns="0" tIns="0" rIns="0" bIns="0"/>
          <a:lstStyle>
            <a:lvl1pPr>
              <a:spcBef>
                <a:spcPts val="1800"/>
              </a:spcBef>
              <a:spcAft>
                <a:spcPts val="300"/>
              </a:spcAft>
              <a:defRPr sz="1350"/>
            </a:lvl1pPr>
            <a:lvl2pPr marL="0">
              <a:spcBef>
                <a:spcPts val="0"/>
              </a:spcBef>
              <a:spcAft>
                <a:spcPts val="450"/>
              </a:spcAft>
              <a:defRPr sz="1050" b="0">
                <a:solidFill>
                  <a:schemeClr val="tx1"/>
                </a:solidFill>
              </a:defRPr>
            </a:lvl2pPr>
          </a:lstStyle>
          <a:p>
            <a:pPr lvl="0"/>
            <a:r>
              <a:rPr lang="es-ES_tradnl" dirty="0"/>
              <a:t>Título tema A 14 – 20pt</a:t>
            </a:r>
          </a:p>
          <a:p>
            <a:pPr lvl="1"/>
            <a:r>
              <a:rPr lang="es-ES_tradnl" dirty="0"/>
              <a:t>Texto tema A 12 - 18pt</a:t>
            </a:r>
          </a:p>
          <a:p>
            <a:pPr lvl="0"/>
            <a:r>
              <a:rPr lang="es-ES_tradnl" dirty="0"/>
              <a:t>Título tema B 14 – 20pt</a:t>
            </a:r>
          </a:p>
          <a:p>
            <a:pPr lvl="1"/>
            <a:r>
              <a:rPr lang="es-ES_tradnl" dirty="0"/>
              <a:t>Texto tema B 12 - 18pt</a:t>
            </a:r>
          </a:p>
          <a:p>
            <a:pPr lvl="0"/>
            <a:r>
              <a:rPr lang="es-ES_tradnl" dirty="0"/>
              <a:t>Título tema C 14 – 20pt</a:t>
            </a:r>
          </a:p>
          <a:p>
            <a:pPr lvl="1"/>
            <a:r>
              <a:rPr lang="es-ES_tradnl" dirty="0"/>
              <a:t>Texto tema C 12 - 18pt</a:t>
            </a:r>
          </a:p>
          <a:p>
            <a:pPr lvl="0"/>
            <a:r>
              <a:rPr lang="es-ES_tradnl" dirty="0"/>
              <a:t>Título tema D 14 – 20pt</a:t>
            </a:r>
          </a:p>
          <a:p>
            <a:pPr lvl="1"/>
            <a:r>
              <a:rPr lang="es-ES_tradnl" dirty="0"/>
              <a:t>Texto tema D 12 - 18pt</a:t>
            </a:r>
          </a:p>
          <a:p>
            <a:pPr lvl="0"/>
            <a:r>
              <a:rPr lang="es-ES_tradnl" dirty="0"/>
              <a:t>Título tema E 14 – 20pt</a:t>
            </a:r>
          </a:p>
          <a:p>
            <a:pPr lvl="1"/>
            <a:r>
              <a:rPr lang="es-ES_tradnl" dirty="0"/>
              <a:t>Texto tema E 12 - 18pt</a:t>
            </a:r>
          </a:p>
          <a:p>
            <a:pPr lvl="1"/>
            <a:endParaRPr lang="es-ES_tradnl" dirty="0"/>
          </a:p>
          <a:p>
            <a:pPr lvl="1"/>
            <a:endParaRPr lang="es-ES_tradnl" dirty="0"/>
          </a:p>
          <a:p>
            <a:pPr lvl="1"/>
            <a:endParaRPr lang="es-ES_tradnl" dirty="0"/>
          </a:p>
          <a:p>
            <a:pPr lvl="1"/>
            <a:endParaRPr lang="es-ES_tradnl" dirty="0"/>
          </a:p>
        </p:txBody>
      </p:sp>
    </p:spTree>
    <p:extLst>
      <p:ext uri="{BB962C8B-B14F-4D97-AF65-F5344CB8AC3E}">
        <p14:creationId xmlns:p14="http://schemas.microsoft.com/office/powerpoint/2010/main" val="304016856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Grafico-Hora-Texto">
    <p:spTree>
      <p:nvGrpSpPr>
        <p:cNvPr id="1" name=""/>
        <p:cNvGrpSpPr/>
        <p:nvPr/>
      </p:nvGrpSpPr>
      <p:grpSpPr>
        <a:xfrm>
          <a:off x="0" y="0"/>
          <a:ext cx="0" cy="0"/>
          <a:chOff x="0" y="0"/>
          <a:chExt cx="0" cy="0"/>
        </a:xfrm>
      </p:grpSpPr>
      <p:cxnSp>
        <p:nvCxnSpPr>
          <p:cNvPr id="23" name="Straight Connector 22"/>
          <p:cNvCxnSpPr/>
          <p:nvPr/>
        </p:nvCxnSpPr>
        <p:spPr bwMode="auto">
          <a:xfrm>
            <a:off x="2553540" y="4233863"/>
            <a:ext cx="0" cy="1331081"/>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bwMode="auto">
          <a:xfrm>
            <a:off x="4560883" y="4233863"/>
            <a:ext cx="0" cy="1331081"/>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bwMode="auto">
          <a:xfrm>
            <a:off x="6568227" y="4233863"/>
            <a:ext cx="0" cy="1331081"/>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34" name="Text Placeholder 3"/>
          <p:cNvSpPr>
            <a:spLocks noGrp="1"/>
          </p:cNvSpPr>
          <p:nvPr userDrawn="1">
            <p:ph type="body" sz="quarter" idx="14" hasCustomPrompt="1"/>
          </p:nvPr>
        </p:nvSpPr>
        <p:spPr>
          <a:xfrm>
            <a:off x="751687" y="4228051"/>
            <a:ext cx="1570977" cy="1336892"/>
          </a:xfrm>
        </p:spPr>
        <p:txBody>
          <a:bodyPr lIns="0" tIns="0" rIns="0" bIns="0"/>
          <a:lstStyle>
            <a:lvl1pPr>
              <a:defRPr sz="1350"/>
            </a:lvl1pPr>
            <a:lvl2pPr marL="0">
              <a:defRPr sz="1050" b="0">
                <a:solidFill>
                  <a:schemeClr val="tx1"/>
                </a:solidFill>
              </a:defRPr>
            </a:lvl2pPr>
          </a:lstStyle>
          <a:p>
            <a:pPr lvl="0"/>
            <a:r>
              <a:rPr lang="es-ES_tradnl" dirty="0"/>
              <a:t>Título tema A 14 – 20pt</a:t>
            </a:r>
          </a:p>
          <a:p>
            <a:pPr lvl="1"/>
            <a:r>
              <a:rPr lang="es-ES_tradnl" dirty="0"/>
              <a:t>Texto tema A 12 - 18pt</a:t>
            </a:r>
          </a:p>
        </p:txBody>
      </p:sp>
      <p:sp>
        <p:nvSpPr>
          <p:cNvPr id="36" name="Text Placeholder 3"/>
          <p:cNvSpPr>
            <a:spLocks noGrp="1"/>
          </p:cNvSpPr>
          <p:nvPr userDrawn="1">
            <p:ph type="body" sz="quarter" idx="15" hasCustomPrompt="1"/>
          </p:nvPr>
        </p:nvSpPr>
        <p:spPr>
          <a:xfrm>
            <a:off x="2766631" y="4228051"/>
            <a:ext cx="1570977" cy="1336892"/>
          </a:xfrm>
        </p:spPr>
        <p:txBody>
          <a:bodyPr lIns="0" tIns="0" rIns="0" bIns="0"/>
          <a:lstStyle>
            <a:lvl1pPr>
              <a:defRPr sz="1350"/>
            </a:lvl1pPr>
            <a:lvl2pPr marL="0">
              <a:defRPr sz="1050" b="0">
                <a:solidFill>
                  <a:schemeClr val="tx1"/>
                </a:solidFill>
              </a:defRPr>
            </a:lvl2pPr>
          </a:lstStyle>
          <a:p>
            <a:pPr lvl="0"/>
            <a:r>
              <a:rPr lang="es-ES_tradnl" dirty="0"/>
              <a:t>Título tema A 14 – 20pt</a:t>
            </a:r>
          </a:p>
          <a:p>
            <a:pPr lvl="1"/>
            <a:r>
              <a:rPr lang="es-ES_tradnl" dirty="0"/>
              <a:t>Texto tema A 12 - 18pt</a:t>
            </a:r>
          </a:p>
        </p:txBody>
      </p:sp>
      <p:sp>
        <p:nvSpPr>
          <p:cNvPr id="37" name="Text Placeholder 3"/>
          <p:cNvSpPr>
            <a:spLocks noGrp="1"/>
          </p:cNvSpPr>
          <p:nvPr userDrawn="1">
            <p:ph type="body" sz="quarter" idx="16" hasCustomPrompt="1"/>
          </p:nvPr>
        </p:nvSpPr>
        <p:spPr>
          <a:xfrm>
            <a:off x="4781575" y="4228051"/>
            <a:ext cx="1570977" cy="1336892"/>
          </a:xfrm>
        </p:spPr>
        <p:txBody>
          <a:bodyPr lIns="0" tIns="0" rIns="0" bIns="0"/>
          <a:lstStyle>
            <a:lvl1pPr>
              <a:defRPr sz="1350"/>
            </a:lvl1pPr>
            <a:lvl2pPr marL="0">
              <a:defRPr sz="1050" b="0">
                <a:solidFill>
                  <a:schemeClr val="tx1"/>
                </a:solidFill>
              </a:defRPr>
            </a:lvl2pPr>
          </a:lstStyle>
          <a:p>
            <a:pPr lvl="0"/>
            <a:r>
              <a:rPr lang="es-ES_tradnl" dirty="0"/>
              <a:t>Título tema A 14 – 20pt</a:t>
            </a:r>
          </a:p>
          <a:p>
            <a:pPr lvl="1"/>
            <a:r>
              <a:rPr lang="es-ES_tradnl" dirty="0"/>
              <a:t>Texto tema A 12 - 18pt</a:t>
            </a:r>
          </a:p>
        </p:txBody>
      </p:sp>
      <p:sp>
        <p:nvSpPr>
          <p:cNvPr id="38" name="Text Placeholder 3"/>
          <p:cNvSpPr>
            <a:spLocks noGrp="1"/>
          </p:cNvSpPr>
          <p:nvPr userDrawn="1">
            <p:ph type="body" sz="quarter" idx="17" hasCustomPrompt="1"/>
          </p:nvPr>
        </p:nvSpPr>
        <p:spPr>
          <a:xfrm>
            <a:off x="6796519" y="4228051"/>
            <a:ext cx="1570977" cy="1336892"/>
          </a:xfrm>
        </p:spPr>
        <p:txBody>
          <a:bodyPr lIns="0" tIns="0" rIns="0" bIns="0"/>
          <a:lstStyle>
            <a:lvl1pPr>
              <a:defRPr sz="1350"/>
            </a:lvl1pPr>
            <a:lvl2pPr marL="0">
              <a:defRPr sz="1050" b="0">
                <a:solidFill>
                  <a:schemeClr val="tx1"/>
                </a:solidFill>
              </a:defRPr>
            </a:lvl2pPr>
          </a:lstStyle>
          <a:p>
            <a:pPr lvl="0"/>
            <a:r>
              <a:rPr lang="es-ES_tradnl" dirty="0"/>
              <a:t>Título tema A 14 – 20pt</a:t>
            </a:r>
          </a:p>
          <a:p>
            <a:pPr lvl="1"/>
            <a:r>
              <a:rPr lang="es-ES_tradnl" dirty="0"/>
              <a:t>Texto tema A 12 - 18pt</a:t>
            </a:r>
          </a:p>
        </p:txBody>
      </p:sp>
      <p:sp>
        <p:nvSpPr>
          <p:cNvPr id="26" name="Title Placeholder 35"/>
          <p:cNvSpPr>
            <a:spLocks noGrp="1"/>
          </p:cNvSpPr>
          <p:nvPr userDrawn="1">
            <p:ph type="title" hasCustomPrompt="1"/>
          </p:nvPr>
        </p:nvSpPr>
        <p:spPr>
          <a:xfrm>
            <a:off x="457319" y="636324"/>
            <a:ext cx="6854134" cy="908314"/>
          </a:xfrm>
          <a:prstGeom prst="rect">
            <a:avLst/>
          </a:prstGeom>
        </p:spPr>
        <p:txBody>
          <a:bodyPr vert="horz" lIns="91440" tIns="45720" rIns="91440" bIns="45720" rtlCol="0" anchor="t">
            <a:normAutofit/>
          </a:bodyPr>
          <a:lstStyle/>
          <a:p>
            <a:r>
              <a:rPr lang="es-ES_tradnl" dirty="0"/>
              <a:t>Agenda o Índice 24 – 36 pt</a:t>
            </a:r>
            <a:br>
              <a:rPr lang="es-ES_tradnl" dirty="0"/>
            </a:br>
            <a:endParaRPr lang="en-US" dirty="0"/>
          </a:p>
        </p:txBody>
      </p:sp>
      <p:sp>
        <p:nvSpPr>
          <p:cNvPr id="6" name="Date Placeholder 5"/>
          <p:cNvSpPr>
            <a:spLocks noGrp="1"/>
          </p:cNvSpPr>
          <p:nvPr userDrawn="1">
            <p:ph type="dt" sz="half" idx="22"/>
          </p:nvPr>
        </p:nvSpPr>
        <p:spPr/>
        <p:txBody>
          <a:bodyPr/>
          <a:lstStyle/>
          <a:p>
            <a:r>
              <a:rPr lang="es-PE"/>
              <a:t>7 de Enero 2019</a:t>
            </a:r>
            <a:endParaRPr lang="en-US" dirty="0"/>
          </a:p>
        </p:txBody>
      </p:sp>
      <p:sp>
        <p:nvSpPr>
          <p:cNvPr id="8" name="Footer Placeholder 7"/>
          <p:cNvSpPr>
            <a:spLocks noGrp="1"/>
          </p:cNvSpPr>
          <p:nvPr userDrawn="1">
            <p:ph type="ftr" sz="quarter" idx="23"/>
          </p:nvPr>
        </p:nvSpPr>
        <p:spPr>
          <a:xfrm>
            <a:off x="2007328" y="6346825"/>
            <a:ext cx="5315107" cy="175238"/>
          </a:xfrm>
        </p:spPr>
        <p:txBody>
          <a:bodyPr/>
          <a:lstStyle/>
          <a:p>
            <a:r>
              <a:rPr lang="pt-BR"/>
              <a:t>AFP Integra - AC Capitales Infra II - Informe 1</a:t>
            </a:r>
            <a:endParaRPr lang="en-US" dirty="0"/>
          </a:p>
        </p:txBody>
      </p:sp>
      <p:sp>
        <p:nvSpPr>
          <p:cNvPr id="9" name="Slide Number Placeholder 8"/>
          <p:cNvSpPr>
            <a:spLocks noGrp="1"/>
          </p:cNvSpPr>
          <p:nvPr userDrawn="1">
            <p:ph type="sldNum" sz="quarter" idx="24"/>
          </p:nvPr>
        </p:nvSpPr>
        <p:spPr/>
        <p:txBody>
          <a:bodyPr/>
          <a:lstStyle/>
          <a:p>
            <a:fld id="{FCCBA4FA-5E5B-4F4D-B8F1-037A34F2DB0D}" type="slidenum">
              <a:rPr lang="en-US" smtClean="0"/>
              <a:pPr/>
              <a:t>‹#›</a:t>
            </a:fld>
            <a:endParaRPr lang="en-US" dirty="0"/>
          </a:p>
        </p:txBody>
      </p:sp>
      <p:sp>
        <p:nvSpPr>
          <p:cNvPr id="27" name="Oval 26"/>
          <p:cNvSpPr/>
          <p:nvPr userDrawn="1"/>
        </p:nvSpPr>
        <p:spPr>
          <a:xfrm>
            <a:off x="1128675" y="2464605"/>
            <a:ext cx="851591" cy="1135156"/>
          </a:xfrm>
          <a:prstGeom prst="ellipse">
            <a:avLst/>
          </a:prstGeom>
          <a:noFill/>
          <a:ln w="19050" cmpd="sng">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8" name="Block Arc 27"/>
          <p:cNvSpPr>
            <a:spLocks noChangeAspect="1"/>
          </p:cNvSpPr>
          <p:nvPr userDrawn="1"/>
        </p:nvSpPr>
        <p:spPr>
          <a:xfrm rot="16200000">
            <a:off x="935044" y="2544161"/>
            <a:ext cx="1249063" cy="959716"/>
          </a:xfrm>
          <a:prstGeom prst="blockArc">
            <a:avLst>
              <a:gd name="adj1" fmla="val 16129587"/>
              <a:gd name="adj2" fmla="val 0"/>
              <a:gd name="adj3" fmla="val 9672"/>
            </a:avLst>
          </a:prstGeom>
          <a:solidFill>
            <a:srgbClr val="E3E8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accent1"/>
              </a:solidFill>
            </a:endParaRPr>
          </a:p>
        </p:txBody>
      </p:sp>
      <p:sp>
        <p:nvSpPr>
          <p:cNvPr id="29" name="Oval 28"/>
          <p:cNvSpPr/>
          <p:nvPr userDrawn="1"/>
        </p:nvSpPr>
        <p:spPr>
          <a:xfrm>
            <a:off x="3120701" y="2464605"/>
            <a:ext cx="851591" cy="1135156"/>
          </a:xfrm>
          <a:prstGeom prst="ellipse">
            <a:avLst/>
          </a:prstGeom>
          <a:noFill/>
          <a:ln w="19050" cmpd="sng">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0" name="Block Arc 29"/>
          <p:cNvSpPr>
            <a:spLocks noChangeAspect="1"/>
          </p:cNvSpPr>
          <p:nvPr userDrawn="1"/>
        </p:nvSpPr>
        <p:spPr>
          <a:xfrm rot="16200000">
            <a:off x="2927070" y="2544161"/>
            <a:ext cx="1249063" cy="959716"/>
          </a:xfrm>
          <a:prstGeom prst="blockArc">
            <a:avLst>
              <a:gd name="adj1" fmla="val 16129587"/>
              <a:gd name="adj2" fmla="val 5481385"/>
              <a:gd name="adj3" fmla="val 11596"/>
            </a:avLst>
          </a:prstGeom>
          <a:solidFill>
            <a:srgbClr val="E3E8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accent1"/>
              </a:solidFill>
            </a:endParaRPr>
          </a:p>
        </p:txBody>
      </p:sp>
      <p:sp>
        <p:nvSpPr>
          <p:cNvPr id="39" name="Oval 38"/>
          <p:cNvSpPr/>
          <p:nvPr userDrawn="1"/>
        </p:nvSpPr>
        <p:spPr>
          <a:xfrm>
            <a:off x="5119389" y="2464605"/>
            <a:ext cx="851591" cy="1135156"/>
          </a:xfrm>
          <a:prstGeom prst="ellipse">
            <a:avLst/>
          </a:prstGeom>
          <a:noFill/>
          <a:ln w="19050" cmpd="sng">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0" name="Block Arc 39"/>
          <p:cNvSpPr>
            <a:spLocks noChangeAspect="1"/>
          </p:cNvSpPr>
          <p:nvPr userDrawn="1"/>
        </p:nvSpPr>
        <p:spPr>
          <a:xfrm rot="16200000">
            <a:off x="4925758" y="2544161"/>
            <a:ext cx="1249063" cy="959716"/>
          </a:xfrm>
          <a:prstGeom prst="blockArc">
            <a:avLst>
              <a:gd name="adj1" fmla="val 10704313"/>
              <a:gd name="adj2" fmla="val 0"/>
              <a:gd name="adj3" fmla="val 9672"/>
            </a:avLst>
          </a:prstGeom>
          <a:solidFill>
            <a:srgbClr val="E3E8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accent1"/>
              </a:solidFill>
            </a:endParaRPr>
          </a:p>
        </p:txBody>
      </p:sp>
      <p:sp>
        <p:nvSpPr>
          <p:cNvPr id="41" name="Oval 40"/>
          <p:cNvSpPr/>
          <p:nvPr userDrawn="1"/>
        </p:nvSpPr>
        <p:spPr>
          <a:xfrm>
            <a:off x="7124740" y="2464605"/>
            <a:ext cx="851591" cy="1135156"/>
          </a:xfrm>
          <a:prstGeom prst="ellipse">
            <a:avLst/>
          </a:prstGeom>
          <a:noFill/>
          <a:ln w="19050" cmpd="sng">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accent1"/>
              </a:solidFill>
            </a:endParaRPr>
          </a:p>
        </p:txBody>
      </p:sp>
      <p:sp>
        <p:nvSpPr>
          <p:cNvPr id="50" name="Block Arc 49"/>
          <p:cNvSpPr>
            <a:spLocks noChangeAspect="1"/>
          </p:cNvSpPr>
          <p:nvPr userDrawn="1"/>
        </p:nvSpPr>
        <p:spPr>
          <a:xfrm rot="16200000">
            <a:off x="6931109" y="2544161"/>
            <a:ext cx="1249063" cy="959716"/>
          </a:xfrm>
          <a:prstGeom prst="blockArc">
            <a:avLst>
              <a:gd name="adj1" fmla="val 13377884"/>
              <a:gd name="adj2" fmla="val 0"/>
              <a:gd name="adj3" fmla="val 9672"/>
            </a:avLst>
          </a:prstGeom>
          <a:solidFill>
            <a:srgbClr val="E3E8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tx1"/>
              </a:solidFill>
            </a:endParaRPr>
          </a:p>
        </p:txBody>
      </p:sp>
      <p:sp>
        <p:nvSpPr>
          <p:cNvPr id="51" name="Text Placeholder 3"/>
          <p:cNvSpPr>
            <a:spLocks noGrp="1"/>
          </p:cNvSpPr>
          <p:nvPr>
            <p:ph type="body" sz="quarter" idx="25" hasCustomPrompt="1"/>
          </p:nvPr>
        </p:nvSpPr>
        <p:spPr>
          <a:xfrm>
            <a:off x="1290630" y="2878332"/>
            <a:ext cx="528304" cy="354245"/>
          </a:xfrm>
        </p:spPr>
        <p:txBody>
          <a:bodyPr lIns="0" tIns="0" rIns="0" bIns="0"/>
          <a:lstStyle>
            <a:lvl1pPr algn="ctr">
              <a:defRPr sz="1350">
                <a:solidFill>
                  <a:schemeClr val="accent1"/>
                </a:solidFill>
              </a:defRPr>
            </a:lvl1pPr>
            <a:lvl2pPr marL="0">
              <a:defRPr sz="1050" b="0">
                <a:solidFill>
                  <a:schemeClr val="tx1"/>
                </a:solidFill>
              </a:defRPr>
            </a:lvl2pPr>
          </a:lstStyle>
          <a:p>
            <a:pPr lvl="0"/>
            <a:r>
              <a:rPr lang="es-ES_tradnl" dirty="0"/>
              <a:t>0000</a:t>
            </a:r>
          </a:p>
        </p:txBody>
      </p:sp>
      <p:sp>
        <p:nvSpPr>
          <p:cNvPr id="52" name="Text Placeholder 3"/>
          <p:cNvSpPr>
            <a:spLocks noGrp="1"/>
          </p:cNvSpPr>
          <p:nvPr>
            <p:ph type="body" sz="quarter" idx="26" hasCustomPrompt="1"/>
          </p:nvPr>
        </p:nvSpPr>
        <p:spPr>
          <a:xfrm>
            <a:off x="3292421" y="2878332"/>
            <a:ext cx="528304" cy="354245"/>
          </a:xfrm>
        </p:spPr>
        <p:txBody>
          <a:bodyPr lIns="0" tIns="0" rIns="0" bIns="0"/>
          <a:lstStyle>
            <a:lvl1pPr algn="ctr">
              <a:defRPr sz="1350">
                <a:solidFill>
                  <a:schemeClr val="accent1"/>
                </a:solidFill>
              </a:defRPr>
            </a:lvl1pPr>
            <a:lvl2pPr marL="0">
              <a:defRPr sz="1050" b="0">
                <a:solidFill>
                  <a:schemeClr val="tx1"/>
                </a:solidFill>
              </a:defRPr>
            </a:lvl2pPr>
          </a:lstStyle>
          <a:p>
            <a:pPr lvl="0"/>
            <a:r>
              <a:rPr lang="es-ES_tradnl" dirty="0"/>
              <a:t>0000</a:t>
            </a:r>
          </a:p>
        </p:txBody>
      </p:sp>
      <p:sp>
        <p:nvSpPr>
          <p:cNvPr id="53" name="Text Placeholder 3"/>
          <p:cNvSpPr>
            <a:spLocks noGrp="1"/>
          </p:cNvSpPr>
          <p:nvPr>
            <p:ph type="body" sz="quarter" idx="27" hasCustomPrompt="1"/>
          </p:nvPr>
        </p:nvSpPr>
        <p:spPr>
          <a:xfrm>
            <a:off x="5284588" y="2878332"/>
            <a:ext cx="528304" cy="354245"/>
          </a:xfrm>
        </p:spPr>
        <p:txBody>
          <a:bodyPr lIns="0" tIns="0" rIns="0" bIns="0"/>
          <a:lstStyle>
            <a:lvl1pPr algn="ctr">
              <a:defRPr sz="1350">
                <a:solidFill>
                  <a:schemeClr val="accent1"/>
                </a:solidFill>
              </a:defRPr>
            </a:lvl1pPr>
            <a:lvl2pPr marL="0">
              <a:defRPr sz="1050" b="0">
                <a:solidFill>
                  <a:schemeClr val="tx1"/>
                </a:solidFill>
              </a:defRPr>
            </a:lvl2pPr>
          </a:lstStyle>
          <a:p>
            <a:pPr lvl="0"/>
            <a:r>
              <a:rPr lang="es-ES_tradnl" dirty="0"/>
              <a:t>0000</a:t>
            </a:r>
          </a:p>
        </p:txBody>
      </p:sp>
      <p:sp>
        <p:nvSpPr>
          <p:cNvPr id="54" name="Text Placeholder 3"/>
          <p:cNvSpPr>
            <a:spLocks noGrp="1"/>
          </p:cNvSpPr>
          <p:nvPr>
            <p:ph type="body" sz="quarter" idx="28" hasCustomPrompt="1"/>
          </p:nvPr>
        </p:nvSpPr>
        <p:spPr>
          <a:xfrm>
            <a:off x="7311453" y="2878332"/>
            <a:ext cx="528304" cy="354245"/>
          </a:xfrm>
        </p:spPr>
        <p:txBody>
          <a:bodyPr lIns="0" tIns="0" rIns="0" bIns="0"/>
          <a:lstStyle>
            <a:lvl1pPr algn="ctr">
              <a:defRPr sz="1350">
                <a:solidFill>
                  <a:schemeClr val="accent1"/>
                </a:solidFill>
              </a:defRPr>
            </a:lvl1pPr>
            <a:lvl2pPr marL="0">
              <a:defRPr sz="1050" b="0">
                <a:solidFill>
                  <a:schemeClr val="tx1"/>
                </a:solidFill>
              </a:defRPr>
            </a:lvl2pPr>
          </a:lstStyle>
          <a:p>
            <a:pPr lvl="0"/>
            <a:r>
              <a:rPr lang="es-ES_tradnl" dirty="0"/>
              <a:t>0000</a:t>
            </a:r>
          </a:p>
        </p:txBody>
      </p:sp>
    </p:spTree>
    <p:extLst>
      <p:ext uri="{BB962C8B-B14F-4D97-AF65-F5344CB8AC3E}">
        <p14:creationId xmlns:p14="http://schemas.microsoft.com/office/powerpoint/2010/main" val="242712127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Numero-Texto-Hora">
    <p:spTree>
      <p:nvGrpSpPr>
        <p:cNvPr id="1" name=""/>
        <p:cNvGrpSpPr/>
        <p:nvPr/>
      </p:nvGrpSpPr>
      <p:grpSpPr>
        <a:xfrm>
          <a:off x="0" y="0"/>
          <a:ext cx="0" cy="0"/>
          <a:chOff x="0" y="0"/>
          <a:chExt cx="0" cy="0"/>
        </a:xfrm>
      </p:grpSpPr>
      <p:grpSp>
        <p:nvGrpSpPr>
          <p:cNvPr id="10" name="Group 40"/>
          <p:cNvGrpSpPr>
            <a:grpSpLocks/>
          </p:cNvGrpSpPr>
          <p:nvPr userDrawn="1"/>
        </p:nvGrpSpPr>
        <p:grpSpPr bwMode="auto">
          <a:xfrm>
            <a:off x="2615294" y="2274888"/>
            <a:ext cx="3970578" cy="2667000"/>
            <a:chOff x="3485710" y="4234352"/>
            <a:chExt cx="5292588" cy="919174"/>
          </a:xfrm>
        </p:grpSpPr>
        <p:cxnSp>
          <p:nvCxnSpPr>
            <p:cNvPr id="11" name="Straight Connector 10"/>
            <p:cNvCxnSpPr/>
            <p:nvPr/>
          </p:nvCxnSpPr>
          <p:spPr>
            <a:xfrm>
              <a:off x="3485710" y="4234352"/>
              <a:ext cx="0" cy="919174"/>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6132004" y="4234352"/>
              <a:ext cx="0" cy="919174"/>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8778298" y="4234352"/>
              <a:ext cx="0" cy="919174"/>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sp>
        <p:nvSpPr>
          <p:cNvPr id="18" name="Rectangle 48"/>
          <p:cNvSpPr>
            <a:spLocks noChangeArrowheads="1"/>
          </p:cNvSpPr>
          <p:nvPr userDrawn="1"/>
        </p:nvSpPr>
        <p:spPr bwMode="auto">
          <a:xfrm>
            <a:off x="753373" y="2381251"/>
            <a:ext cx="441146" cy="6464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s-ES" sz="3601" b="1" dirty="0">
                <a:solidFill>
                  <a:srgbClr val="656867"/>
                </a:solidFill>
              </a:rPr>
              <a:t>_</a:t>
            </a:r>
            <a:endParaRPr lang="en-US" sz="3601" b="1" dirty="0">
              <a:solidFill>
                <a:srgbClr val="656867"/>
              </a:solidFill>
            </a:endParaRPr>
          </a:p>
        </p:txBody>
      </p:sp>
      <p:sp>
        <p:nvSpPr>
          <p:cNvPr id="19" name="Rectangle 49"/>
          <p:cNvSpPr>
            <a:spLocks noChangeArrowheads="1"/>
          </p:cNvSpPr>
          <p:nvPr userDrawn="1"/>
        </p:nvSpPr>
        <p:spPr bwMode="auto">
          <a:xfrm>
            <a:off x="2760581" y="2381251"/>
            <a:ext cx="441146" cy="6464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s-ES" sz="3601" b="1" dirty="0">
                <a:solidFill>
                  <a:srgbClr val="656867"/>
                </a:solidFill>
              </a:rPr>
              <a:t>_</a:t>
            </a:r>
            <a:endParaRPr lang="en-US" sz="3601" b="1" dirty="0">
              <a:solidFill>
                <a:srgbClr val="656867"/>
              </a:solidFill>
            </a:endParaRPr>
          </a:p>
        </p:txBody>
      </p:sp>
      <p:sp>
        <p:nvSpPr>
          <p:cNvPr id="20" name="Rectangle 50"/>
          <p:cNvSpPr>
            <a:spLocks noChangeArrowheads="1"/>
          </p:cNvSpPr>
          <p:nvPr userDrawn="1"/>
        </p:nvSpPr>
        <p:spPr bwMode="auto">
          <a:xfrm>
            <a:off x="4748516" y="2381251"/>
            <a:ext cx="441146" cy="6464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s-ES" sz="3601" b="1">
                <a:solidFill>
                  <a:srgbClr val="656867"/>
                </a:solidFill>
              </a:rPr>
              <a:t>_</a:t>
            </a:r>
            <a:endParaRPr lang="en-US" sz="3601" b="1">
              <a:solidFill>
                <a:srgbClr val="656867"/>
              </a:solidFill>
            </a:endParaRPr>
          </a:p>
        </p:txBody>
      </p:sp>
      <p:sp>
        <p:nvSpPr>
          <p:cNvPr id="21" name="Rectangle 51"/>
          <p:cNvSpPr>
            <a:spLocks noChangeArrowheads="1"/>
          </p:cNvSpPr>
          <p:nvPr userDrawn="1"/>
        </p:nvSpPr>
        <p:spPr bwMode="auto">
          <a:xfrm>
            <a:off x="6744391" y="2381251"/>
            <a:ext cx="441146" cy="6464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s-ES" sz="3601" b="1" dirty="0">
                <a:solidFill>
                  <a:schemeClr val="tx1"/>
                </a:solidFill>
              </a:rPr>
              <a:t>_</a:t>
            </a:r>
            <a:endParaRPr lang="en-US" sz="3601" b="1" dirty="0">
              <a:solidFill>
                <a:schemeClr val="tx1"/>
              </a:solidFill>
            </a:endParaRPr>
          </a:p>
        </p:txBody>
      </p:sp>
      <p:sp>
        <p:nvSpPr>
          <p:cNvPr id="36" name="Text Placeholder 3"/>
          <p:cNvSpPr>
            <a:spLocks noGrp="1"/>
          </p:cNvSpPr>
          <p:nvPr>
            <p:ph type="body" sz="quarter" idx="14" hasCustomPrompt="1"/>
          </p:nvPr>
        </p:nvSpPr>
        <p:spPr>
          <a:xfrm>
            <a:off x="809174" y="3393567"/>
            <a:ext cx="1570977" cy="1202247"/>
          </a:xfrm>
        </p:spPr>
        <p:txBody>
          <a:bodyPr lIns="0" tIns="0" rIns="0" bIns="0"/>
          <a:lstStyle>
            <a:lvl1pPr>
              <a:defRPr sz="1350"/>
            </a:lvl1pPr>
            <a:lvl2pPr marL="0">
              <a:defRPr sz="1050" b="0">
                <a:solidFill>
                  <a:schemeClr val="tx1"/>
                </a:solidFill>
              </a:defRPr>
            </a:lvl2pPr>
          </a:lstStyle>
          <a:p>
            <a:pPr lvl="0"/>
            <a:r>
              <a:rPr lang="es-ES_tradnl" dirty="0"/>
              <a:t>Título tema A 14 – 20pt</a:t>
            </a:r>
          </a:p>
          <a:p>
            <a:pPr lvl="1"/>
            <a:r>
              <a:rPr lang="es-ES_tradnl" dirty="0"/>
              <a:t>Texto tema A 12 - 18pt</a:t>
            </a:r>
          </a:p>
        </p:txBody>
      </p:sp>
      <p:sp>
        <p:nvSpPr>
          <p:cNvPr id="37" name="Text Placeholder 3"/>
          <p:cNvSpPr>
            <a:spLocks noGrp="1"/>
          </p:cNvSpPr>
          <p:nvPr>
            <p:ph type="body" sz="quarter" idx="18" hasCustomPrompt="1"/>
          </p:nvPr>
        </p:nvSpPr>
        <p:spPr>
          <a:xfrm>
            <a:off x="801479" y="4595814"/>
            <a:ext cx="730461" cy="352779"/>
          </a:xfrm>
        </p:spPr>
        <p:txBody>
          <a:bodyPr lIns="0" tIns="0" rIns="0" bIns="0">
            <a:normAutofit/>
          </a:bodyPr>
          <a:lstStyle>
            <a:lvl1pPr algn="l">
              <a:defRPr sz="1200" b="1" baseline="0">
                <a:solidFill>
                  <a:schemeClr val="accent1"/>
                </a:solidFill>
              </a:defRPr>
            </a:lvl1pPr>
          </a:lstStyle>
          <a:p>
            <a:pPr lvl="0"/>
            <a:r>
              <a:rPr lang="es-ES_tradnl" dirty="0"/>
              <a:t>00 min</a:t>
            </a:r>
          </a:p>
        </p:txBody>
      </p:sp>
      <p:sp>
        <p:nvSpPr>
          <p:cNvPr id="38" name="Text Placeholder 3"/>
          <p:cNvSpPr>
            <a:spLocks noGrp="1"/>
          </p:cNvSpPr>
          <p:nvPr>
            <p:ph type="body" sz="quarter" idx="19" hasCustomPrompt="1"/>
          </p:nvPr>
        </p:nvSpPr>
        <p:spPr>
          <a:xfrm>
            <a:off x="2806372" y="3393567"/>
            <a:ext cx="1570977" cy="1202247"/>
          </a:xfrm>
        </p:spPr>
        <p:txBody>
          <a:bodyPr lIns="0" tIns="0" rIns="0" bIns="0"/>
          <a:lstStyle>
            <a:lvl1pPr>
              <a:defRPr sz="1350"/>
            </a:lvl1pPr>
            <a:lvl2pPr marL="0">
              <a:defRPr sz="1050" b="0">
                <a:solidFill>
                  <a:schemeClr val="tx1"/>
                </a:solidFill>
              </a:defRPr>
            </a:lvl2pPr>
          </a:lstStyle>
          <a:p>
            <a:pPr lvl="0"/>
            <a:r>
              <a:rPr lang="es-ES_tradnl" dirty="0"/>
              <a:t>Título tema A 14 – 20pt</a:t>
            </a:r>
          </a:p>
          <a:p>
            <a:pPr lvl="1"/>
            <a:r>
              <a:rPr lang="es-ES_tradnl" dirty="0"/>
              <a:t>Texto tema A 12 - 18pt</a:t>
            </a:r>
          </a:p>
        </p:txBody>
      </p:sp>
      <p:sp>
        <p:nvSpPr>
          <p:cNvPr id="39" name="Text Placeholder 3"/>
          <p:cNvSpPr>
            <a:spLocks noGrp="1"/>
          </p:cNvSpPr>
          <p:nvPr>
            <p:ph type="body" sz="quarter" idx="20" hasCustomPrompt="1"/>
          </p:nvPr>
        </p:nvSpPr>
        <p:spPr>
          <a:xfrm>
            <a:off x="2798676" y="4595814"/>
            <a:ext cx="730461" cy="352779"/>
          </a:xfrm>
        </p:spPr>
        <p:txBody>
          <a:bodyPr lIns="0" tIns="0" rIns="0" bIns="0">
            <a:normAutofit/>
          </a:bodyPr>
          <a:lstStyle>
            <a:lvl1pPr algn="l">
              <a:defRPr sz="1200" b="1" baseline="0">
                <a:solidFill>
                  <a:schemeClr val="accent1"/>
                </a:solidFill>
              </a:defRPr>
            </a:lvl1pPr>
          </a:lstStyle>
          <a:p>
            <a:pPr lvl="0"/>
            <a:r>
              <a:rPr lang="es-ES_tradnl" dirty="0"/>
              <a:t>00 min</a:t>
            </a:r>
          </a:p>
        </p:txBody>
      </p:sp>
      <p:sp>
        <p:nvSpPr>
          <p:cNvPr id="40" name="Text Placeholder 3"/>
          <p:cNvSpPr>
            <a:spLocks noGrp="1"/>
          </p:cNvSpPr>
          <p:nvPr>
            <p:ph type="body" sz="quarter" idx="21" hasCustomPrompt="1"/>
          </p:nvPr>
        </p:nvSpPr>
        <p:spPr>
          <a:xfrm>
            <a:off x="4803570" y="3393567"/>
            <a:ext cx="1570977" cy="1202247"/>
          </a:xfrm>
        </p:spPr>
        <p:txBody>
          <a:bodyPr lIns="0" tIns="0" rIns="0" bIns="0"/>
          <a:lstStyle>
            <a:lvl1pPr>
              <a:defRPr sz="1350"/>
            </a:lvl1pPr>
            <a:lvl2pPr marL="0">
              <a:defRPr sz="1050" b="0">
                <a:solidFill>
                  <a:schemeClr val="tx1"/>
                </a:solidFill>
              </a:defRPr>
            </a:lvl2pPr>
          </a:lstStyle>
          <a:p>
            <a:pPr lvl="0"/>
            <a:r>
              <a:rPr lang="es-ES_tradnl" dirty="0"/>
              <a:t>Título tema A 14 – 20pt</a:t>
            </a:r>
          </a:p>
          <a:p>
            <a:pPr lvl="1"/>
            <a:r>
              <a:rPr lang="es-ES_tradnl" dirty="0"/>
              <a:t>Texto tema A 12 - 18pt</a:t>
            </a:r>
          </a:p>
        </p:txBody>
      </p:sp>
      <p:sp>
        <p:nvSpPr>
          <p:cNvPr id="41" name="Text Placeholder 3"/>
          <p:cNvSpPr>
            <a:spLocks noGrp="1"/>
          </p:cNvSpPr>
          <p:nvPr>
            <p:ph type="body" sz="quarter" idx="22" hasCustomPrompt="1"/>
          </p:nvPr>
        </p:nvSpPr>
        <p:spPr>
          <a:xfrm>
            <a:off x="4795875" y="4595814"/>
            <a:ext cx="730461" cy="352779"/>
          </a:xfrm>
        </p:spPr>
        <p:txBody>
          <a:bodyPr lIns="0" tIns="0" rIns="0" bIns="0">
            <a:normAutofit/>
          </a:bodyPr>
          <a:lstStyle>
            <a:lvl1pPr algn="l">
              <a:defRPr sz="1200" b="1" baseline="0">
                <a:solidFill>
                  <a:schemeClr val="accent1"/>
                </a:solidFill>
              </a:defRPr>
            </a:lvl1pPr>
          </a:lstStyle>
          <a:p>
            <a:pPr lvl="0"/>
            <a:r>
              <a:rPr lang="es-ES_tradnl" dirty="0"/>
              <a:t>00 min</a:t>
            </a:r>
          </a:p>
        </p:txBody>
      </p:sp>
      <p:sp>
        <p:nvSpPr>
          <p:cNvPr id="42" name="Text Placeholder 3"/>
          <p:cNvSpPr>
            <a:spLocks noGrp="1"/>
          </p:cNvSpPr>
          <p:nvPr>
            <p:ph type="body" sz="quarter" idx="23" hasCustomPrompt="1"/>
          </p:nvPr>
        </p:nvSpPr>
        <p:spPr>
          <a:xfrm>
            <a:off x="6800768" y="3393567"/>
            <a:ext cx="1570977" cy="1202247"/>
          </a:xfrm>
        </p:spPr>
        <p:txBody>
          <a:bodyPr lIns="0" tIns="0" rIns="0" bIns="0"/>
          <a:lstStyle>
            <a:lvl1pPr>
              <a:defRPr sz="1350"/>
            </a:lvl1pPr>
            <a:lvl2pPr marL="0">
              <a:defRPr sz="1050" b="0">
                <a:solidFill>
                  <a:schemeClr val="tx1"/>
                </a:solidFill>
              </a:defRPr>
            </a:lvl2pPr>
          </a:lstStyle>
          <a:p>
            <a:pPr lvl="0"/>
            <a:r>
              <a:rPr lang="es-ES_tradnl" dirty="0"/>
              <a:t>Título tema A 14 – 20pt</a:t>
            </a:r>
          </a:p>
          <a:p>
            <a:pPr lvl="1"/>
            <a:r>
              <a:rPr lang="es-ES_tradnl" dirty="0"/>
              <a:t>Texto tema A 12 - 18pt</a:t>
            </a:r>
          </a:p>
        </p:txBody>
      </p:sp>
      <p:sp>
        <p:nvSpPr>
          <p:cNvPr id="43" name="Text Placeholder 3"/>
          <p:cNvSpPr>
            <a:spLocks noGrp="1"/>
          </p:cNvSpPr>
          <p:nvPr>
            <p:ph type="body" sz="quarter" idx="24" hasCustomPrompt="1"/>
          </p:nvPr>
        </p:nvSpPr>
        <p:spPr>
          <a:xfrm>
            <a:off x="6793073" y="4595814"/>
            <a:ext cx="730461" cy="352779"/>
          </a:xfrm>
        </p:spPr>
        <p:txBody>
          <a:bodyPr lIns="0" tIns="0" rIns="0" bIns="0">
            <a:normAutofit/>
          </a:bodyPr>
          <a:lstStyle>
            <a:lvl1pPr algn="l">
              <a:defRPr sz="1200" b="1" baseline="0">
                <a:solidFill>
                  <a:schemeClr val="accent1"/>
                </a:solidFill>
              </a:defRPr>
            </a:lvl1pPr>
          </a:lstStyle>
          <a:p>
            <a:pPr lvl="0"/>
            <a:r>
              <a:rPr lang="es-ES_tradnl" dirty="0"/>
              <a:t>00 min</a:t>
            </a:r>
          </a:p>
        </p:txBody>
      </p:sp>
      <p:sp>
        <p:nvSpPr>
          <p:cNvPr id="44" name="Text Placeholder 3"/>
          <p:cNvSpPr>
            <a:spLocks noGrp="1"/>
          </p:cNvSpPr>
          <p:nvPr>
            <p:ph type="body" sz="quarter" idx="25" hasCustomPrompt="1"/>
          </p:nvPr>
        </p:nvSpPr>
        <p:spPr>
          <a:xfrm>
            <a:off x="803217" y="2381251"/>
            <a:ext cx="1252283" cy="579437"/>
          </a:xfrm>
        </p:spPr>
        <p:txBody>
          <a:bodyPr lIns="0" tIns="0" rIns="0" bIns="0">
            <a:noAutofit/>
          </a:bodyPr>
          <a:lstStyle>
            <a:lvl1pPr algn="l">
              <a:defRPr sz="3601" b="1" baseline="0">
                <a:solidFill>
                  <a:schemeClr val="accent1"/>
                </a:solidFill>
              </a:defRPr>
            </a:lvl1pPr>
          </a:lstStyle>
          <a:p>
            <a:pPr lvl="0"/>
            <a:r>
              <a:rPr lang="es-ES_tradnl" dirty="0"/>
              <a:t>00</a:t>
            </a:r>
          </a:p>
        </p:txBody>
      </p:sp>
      <p:sp>
        <p:nvSpPr>
          <p:cNvPr id="45" name="Text Placeholder 3"/>
          <p:cNvSpPr>
            <a:spLocks noGrp="1"/>
          </p:cNvSpPr>
          <p:nvPr>
            <p:ph type="body" sz="quarter" idx="26" hasCustomPrompt="1"/>
          </p:nvPr>
        </p:nvSpPr>
        <p:spPr>
          <a:xfrm>
            <a:off x="2807715" y="2381251"/>
            <a:ext cx="1252283" cy="579437"/>
          </a:xfrm>
        </p:spPr>
        <p:txBody>
          <a:bodyPr lIns="0" tIns="0" rIns="0" bIns="0">
            <a:noAutofit/>
          </a:bodyPr>
          <a:lstStyle>
            <a:lvl1pPr algn="l">
              <a:defRPr sz="3601" b="1" baseline="0">
                <a:solidFill>
                  <a:schemeClr val="accent1"/>
                </a:solidFill>
              </a:defRPr>
            </a:lvl1pPr>
          </a:lstStyle>
          <a:p>
            <a:pPr lvl="0"/>
            <a:r>
              <a:rPr lang="es-ES_tradnl" dirty="0"/>
              <a:t>00</a:t>
            </a:r>
          </a:p>
        </p:txBody>
      </p:sp>
      <p:sp>
        <p:nvSpPr>
          <p:cNvPr id="46" name="Text Placeholder 3"/>
          <p:cNvSpPr>
            <a:spLocks noGrp="1"/>
          </p:cNvSpPr>
          <p:nvPr>
            <p:ph type="body" sz="quarter" idx="27" hasCustomPrompt="1"/>
          </p:nvPr>
        </p:nvSpPr>
        <p:spPr>
          <a:xfrm>
            <a:off x="4783740" y="2381251"/>
            <a:ext cx="1252283" cy="579437"/>
          </a:xfrm>
        </p:spPr>
        <p:txBody>
          <a:bodyPr lIns="0" tIns="0" rIns="0" bIns="0">
            <a:noAutofit/>
          </a:bodyPr>
          <a:lstStyle>
            <a:lvl1pPr algn="l">
              <a:defRPr sz="3601" b="1" baseline="0">
                <a:solidFill>
                  <a:schemeClr val="accent1"/>
                </a:solidFill>
              </a:defRPr>
            </a:lvl1pPr>
          </a:lstStyle>
          <a:p>
            <a:pPr lvl="0"/>
            <a:r>
              <a:rPr lang="es-ES_tradnl" dirty="0"/>
              <a:t>00</a:t>
            </a:r>
          </a:p>
        </p:txBody>
      </p:sp>
      <p:sp>
        <p:nvSpPr>
          <p:cNvPr id="47" name="Text Placeholder 3"/>
          <p:cNvSpPr>
            <a:spLocks noGrp="1"/>
          </p:cNvSpPr>
          <p:nvPr>
            <p:ph type="body" sz="quarter" idx="28" hasCustomPrompt="1"/>
          </p:nvPr>
        </p:nvSpPr>
        <p:spPr>
          <a:xfrm>
            <a:off x="6791525" y="2381251"/>
            <a:ext cx="1252283" cy="579437"/>
          </a:xfrm>
        </p:spPr>
        <p:txBody>
          <a:bodyPr lIns="0" tIns="0" rIns="0" bIns="0">
            <a:noAutofit/>
          </a:bodyPr>
          <a:lstStyle>
            <a:lvl1pPr algn="l">
              <a:defRPr sz="3601" b="1" baseline="0">
                <a:solidFill>
                  <a:schemeClr val="accent1"/>
                </a:solidFill>
              </a:defRPr>
            </a:lvl1pPr>
          </a:lstStyle>
          <a:p>
            <a:pPr lvl="0"/>
            <a:r>
              <a:rPr lang="es-ES_tradnl" dirty="0"/>
              <a:t>00</a:t>
            </a:r>
          </a:p>
        </p:txBody>
      </p:sp>
      <p:sp>
        <p:nvSpPr>
          <p:cNvPr id="26" name="Title Placeholder 35"/>
          <p:cNvSpPr>
            <a:spLocks noGrp="1"/>
          </p:cNvSpPr>
          <p:nvPr>
            <p:ph type="title" hasCustomPrompt="1"/>
          </p:nvPr>
        </p:nvSpPr>
        <p:spPr>
          <a:xfrm>
            <a:off x="457319" y="636324"/>
            <a:ext cx="6854134" cy="908314"/>
          </a:xfrm>
          <a:prstGeom prst="rect">
            <a:avLst/>
          </a:prstGeom>
        </p:spPr>
        <p:txBody>
          <a:bodyPr vert="horz" lIns="91440" tIns="45720" rIns="91440" bIns="45720" rtlCol="0" anchor="t">
            <a:normAutofit/>
          </a:bodyPr>
          <a:lstStyle/>
          <a:p>
            <a:r>
              <a:rPr lang="es-ES_tradnl" dirty="0"/>
              <a:t>Agenda o Índice 24 – 36 pt</a:t>
            </a:r>
            <a:br>
              <a:rPr lang="es-ES_tradnl" dirty="0"/>
            </a:br>
            <a:endParaRPr lang="en-US" dirty="0"/>
          </a:p>
        </p:txBody>
      </p:sp>
      <p:sp>
        <p:nvSpPr>
          <p:cNvPr id="5" name="Date Placeholder 4"/>
          <p:cNvSpPr>
            <a:spLocks noGrp="1"/>
          </p:cNvSpPr>
          <p:nvPr>
            <p:ph type="dt" sz="half" idx="29"/>
          </p:nvPr>
        </p:nvSpPr>
        <p:spPr/>
        <p:txBody>
          <a:bodyPr/>
          <a:lstStyle/>
          <a:p>
            <a:r>
              <a:rPr lang="es-PE"/>
              <a:t>7 de Enero 2019</a:t>
            </a:r>
            <a:endParaRPr lang="en-US" dirty="0"/>
          </a:p>
        </p:txBody>
      </p:sp>
      <p:sp>
        <p:nvSpPr>
          <p:cNvPr id="6" name="Footer Placeholder 5"/>
          <p:cNvSpPr>
            <a:spLocks noGrp="1"/>
          </p:cNvSpPr>
          <p:nvPr>
            <p:ph type="ftr" sz="quarter" idx="30"/>
          </p:nvPr>
        </p:nvSpPr>
        <p:spPr>
          <a:xfrm>
            <a:off x="2007328" y="6346825"/>
            <a:ext cx="5315107" cy="175238"/>
          </a:xfrm>
        </p:spPr>
        <p:txBody>
          <a:bodyPr/>
          <a:lstStyle/>
          <a:p>
            <a:r>
              <a:rPr lang="pt-BR"/>
              <a:t>AFP Integra - AC Capitales Infra II - Informe 1</a:t>
            </a:r>
            <a:endParaRPr lang="en-US" dirty="0"/>
          </a:p>
        </p:txBody>
      </p:sp>
      <p:sp>
        <p:nvSpPr>
          <p:cNvPr id="7" name="Slide Number Placeholder 6"/>
          <p:cNvSpPr>
            <a:spLocks noGrp="1"/>
          </p:cNvSpPr>
          <p:nvPr>
            <p:ph type="sldNum" sz="quarter" idx="31"/>
          </p:nvPr>
        </p:nvSpPr>
        <p:spPr/>
        <p:txBody>
          <a:bodyPr/>
          <a:lstStyle/>
          <a:p>
            <a:fld id="{FCCBA4FA-5E5B-4F4D-B8F1-037A34F2DB0D}" type="slidenum">
              <a:rPr lang="en-US" smtClean="0"/>
              <a:pPr/>
              <a:t>‹#›</a:t>
            </a:fld>
            <a:endParaRPr lang="en-US" dirty="0"/>
          </a:p>
        </p:txBody>
      </p:sp>
    </p:spTree>
    <p:extLst>
      <p:ext uri="{BB962C8B-B14F-4D97-AF65-F5344CB8AC3E}">
        <p14:creationId xmlns:p14="http://schemas.microsoft.com/office/powerpoint/2010/main" val="388940523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exto-Imagen B">
    <p:spTree>
      <p:nvGrpSpPr>
        <p:cNvPr id="1" name=""/>
        <p:cNvGrpSpPr/>
        <p:nvPr/>
      </p:nvGrpSpPr>
      <p:grpSpPr>
        <a:xfrm>
          <a:off x="0" y="0"/>
          <a:ext cx="0" cy="0"/>
          <a:chOff x="0" y="0"/>
          <a:chExt cx="0" cy="0"/>
        </a:xfrm>
      </p:grpSpPr>
      <p:sp>
        <p:nvSpPr>
          <p:cNvPr id="11" name="Picture Placeholder 10"/>
          <p:cNvSpPr>
            <a:spLocks noGrp="1"/>
          </p:cNvSpPr>
          <p:nvPr>
            <p:ph type="pic" sz="quarter" idx="14"/>
          </p:nvPr>
        </p:nvSpPr>
        <p:spPr>
          <a:xfrm>
            <a:off x="5830819" y="1544638"/>
            <a:ext cx="2921584" cy="4581525"/>
          </a:xfrm>
        </p:spPr>
        <p:txBody>
          <a:bodyPr>
            <a:normAutofit/>
          </a:bodyPr>
          <a:lstStyle>
            <a:lvl1pPr>
              <a:defRPr sz="900" b="0">
                <a:solidFill>
                  <a:schemeClr val="tx1"/>
                </a:solidFill>
              </a:defRPr>
            </a:lvl1pPr>
          </a:lstStyle>
          <a:p>
            <a:endParaRPr lang="en-US" dirty="0"/>
          </a:p>
        </p:txBody>
      </p:sp>
      <p:sp>
        <p:nvSpPr>
          <p:cNvPr id="3" name="Text Placeholder 2"/>
          <p:cNvSpPr>
            <a:spLocks noGrp="1"/>
          </p:cNvSpPr>
          <p:nvPr>
            <p:ph type="body" sz="quarter" idx="15" hasCustomPrompt="1"/>
          </p:nvPr>
        </p:nvSpPr>
        <p:spPr>
          <a:xfrm>
            <a:off x="457319" y="1544638"/>
            <a:ext cx="5196381" cy="4581525"/>
          </a:xfrm>
        </p:spPr>
        <p:txBody>
          <a:bodyPr/>
          <a:lstStyle>
            <a:lvl1pPr marL="351094" indent="-351094">
              <a:spcBef>
                <a:spcPts val="1800"/>
              </a:spcBef>
              <a:spcAft>
                <a:spcPts val="300"/>
              </a:spcAft>
              <a:buClr>
                <a:schemeClr val="accent1"/>
              </a:buClr>
              <a:buFont typeface="+mj-lt"/>
              <a:buAutoNum type="romanUcPeriod"/>
              <a:defRPr baseline="0"/>
            </a:lvl1pPr>
            <a:lvl2pPr marL="351094" indent="0">
              <a:spcBef>
                <a:spcPts val="0"/>
              </a:spcBef>
              <a:spcAft>
                <a:spcPts val="450"/>
              </a:spcAft>
              <a:buClr>
                <a:schemeClr val="accent1"/>
              </a:buClr>
              <a:buFont typeface="+mj-lt"/>
              <a:buNone/>
              <a:defRPr b="0">
                <a:solidFill>
                  <a:schemeClr val="tx1"/>
                </a:solidFill>
              </a:defRPr>
            </a:lvl2pPr>
            <a:lvl3pPr marL="351094" indent="0">
              <a:buClr>
                <a:schemeClr val="accent1"/>
              </a:buClr>
              <a:buFont typeface="+mj-lt"/>
              <a:buNone/>
              <a:defRPr b="0">
                <a:solidFill>
                  <a:schemeClr val="tx1"/>
                </a:solidFill>
              </a:defRPr>
            </a:lvl3pPr>
            <a:lvl4pPr marL="351094" indent="0">
              <a:buClr>
                <a:schemeClr val="accent1"/>
              </a:buClr>
              <a:buFont typeface="+mj-lt"/>
              <a:buNone/>
              <a:defRPr b="0">
                <a:solidFill>
                  <a:schemeClr val="tx1"/>
                </a:solidFill>
              </a:defRPr>
            </a:lvl4pPr>
            <a:lvl5pPr marL="351094" indent="0">
              <a:buClr>
                <a:schemeClr val="accent1"/>
              </a:buClr>
              <a:buFont typeface="+mj-lt"/>
              <a:buNone/>
              <a:defRPr b="0">
                <a:solidFill>
                  <a:schemeClr val="tx1"/>
                </a:solidFill>
              </a:defRPr>
            </a:lvl5pPr>
          </a:lstStyle>
          <a:p>
            <a:pPr lvl="0"/>
            <a:r>
              <a:rPr lang="es-ES_tradnl" dirty="0"/>
              <a:t>Título sección A 14 – 20 pt</a:t>
            </a:r>
          </a:p>
          <a:p>
            <a:pPr lvl="1"/>
            <a:r>
              <a:rPr lang="es-ES_tradnl" dirty="0"/>
              <a:t>Texto sección A 12 – 18 pt</a:t>
            </a:r>
          </a:p>
          <a:p>
            <a:pPr lvl="0"/>
            <a:r>
              <a:rPr lang="es-ES_tradnl" dirty="0"/>
              <a:t>Título sección B 14 – 20 pt</a:t>
            </a:r>
          </a:p>
          <a:p>
            <a:pPr lvl="1"/>
            <a:r>
              <a:rPr lang="es-ES_tradnl" dirty="0"/>
              <a:t>Texto sección B 12 – 18 pt</a:t>
            </a:r>
          </a:p>
          <a:p>
            <a:pPr lvl="0"/>
            <a:r>
              <a:rPr lang="es-ES_tradnl" dirty="0"/>
              <a:t>Título sección C 14 – 20 pt</a:t>
            </a:r>
          </a:p>
          <a:p>
            <a:pPr lvl="1"/>
            <a:r>
              <a:rPr lang="es-ES_tradnl" dirty="0"/>
              <a:t>Texto sección C 12 – 18 pt</a:t>
            </a:r>
          </a:p>
          <a:p>
            <a:pPr lvl="0"/>
            <a:r>
              <a:rPr lang="es-ES_tradnl" dirty="0"/>
              <a:t>Título sección D 14 – 20 pt</a:t>
            </a:r>
          </a:p>
          <a:p>
            <a:pPr lvl="1"/>
            <a:r>
              <a:rPr lang="es-ES_tradnl" dirty="0"/>
              <a:t>Texto sección D 12 – 18 pt</a:t>
            </a:r>
          </a:p>
          <a:p>
            <a:pPr lvl="0"/>
            <a:r>
              <a:rPr lang="es-ES_tradnl" dirty="0"/>
              <a:t>Título sección E 14 – 20 pt</a:t>
            </a:r>
          </a:p>
          <a:p>
            <a:pPr lvl="1"/>
            <a:r>
              <a:rPr lang="es-ES_tradnl" dirty="0"/>
              <a:t>Texto sección E 12 – 18 pt</a:t>
            </a:r>
          </a:p>
          <a:p>
            <a:pPr lvl="1"/>
            <a:endParaRPr lang="es-ES_tradnl" dirty="0"/>
          </a:p>
        </p:txBody>
      </p:sp>
      <p:sp>
        <p:nvSpPr>
          <p:cNvPr id="8" name="Title Placeholder 35"/>
          <p:cNvSpPr>
            <a:spLocks noGrp="1"/>
          </p:cNvSpPr>
          <p:nvPr>
            <p:ph type="title" hasCustomPrompt="1"/>
          </p:nvPr>
        </p:nvSpPr>
        <p:spPr>
          <a:xfrm>
            <a:off x="457319" y="636324"/>
            <a:ext cx="6854134" cy="908314"/>
          </a:xfrm>
          <a:prstGeom prst="rect">
            <a:avLst/>
          </a:prstGeom>
        </p:spPr>
        <p:txBody>
          <a:bodyPr vert="horz" lIns="91440" tIns="45720" rIns="91440" bIns="45720" rtlCol="0" anchor="t">
            <a:normAutofit/>
          </a:bodyPr>
          <a:lstStyle/>
          <a:p>
            <a:r>
              <a:rPr lang="es-ES_tradnl" dirty="0"/>
              <a:t>Agenda o Índice 24 – 36 pt</a:t>
            </a:r>
            <a:br>
              <a:rPr lang="es-ES_tradnl" dirty="0"/>
            </a:br>
            <a:endParaRPr lang="en-US" dirty="0"/>
          </a:p>
        </p:txBody>
      </p:sp>
      <p:sp>
        <p:nvSpPr>
          <p:cNvPr id="6" name="Date Placeholder 5"/>
          <p:cNvSpPr>
            <a:spLocks noGrp="1"/>
          </p:cNvSpPr>
          <p:nvPr>
            <p:ph type="dt" sz="half" idx="16"/>
          </p:nvPr>
        </p:nvSpPr>
        <p:spPr/>
        <p:txBody>
          <a:bodyPr/>
          <a:lstStyle/>
          <a:p>
            <a:r>
              <a:rPr lang="es-PE"/>
              <a:t>7 de Enero 2019</a:t>
            </a:r>
            <a:endParaRPr lang="en-US" dirty="0"/>
          </a:p>
        </p:txBody>
      </p:sp>
      <p:sp>
        <p:nvSpPr>
          <p:cNvPr id="7" name="Footer Placeholder 6"/>
          <p:cNvSpPr>
            <a:spLocks noGrp="1"/>
          </p:cNvSpPr>
          <p:nvPr>
            <p:ph type="ftr" sz="quarter" idx="17"/>
          </p:nvPr>
        </p:nvSpPr>
        <p:spPr>
          <a:xfrm>
            <a:off x="2007328" y="6346825"/>
            <a:ext cx="5315107" cy="175238"/>
          </a:xfrm>
        </p:spPr>
        <p:txBody>
          <a:bodyPr/>
          <a:lstStyle/>
          <a:p>
            <a:r>
              <a:rPr lang="pt-BR"/>
              <a:t>AFP Integra - AC Capitales Infra II - Informe 1</a:t>
            </a:r>
            <a:endParaRPr lang="en-US" dirty="0"/>
          </a:p>
        </p:txBody>
      </p:sp>
      <p:sp>
        <p:nvSpPr>
          <p:cNvPr id="12" name="Slide Number Placeholder 11"/>
          <p:cNvSpPr>
            <a:spLocks noGrp="1"/>
          </p:cNvSpPr>
          <p:nvPr>
            <p:ph type="sldNum" sz="quarter" idx="18"/>
          </p:nvPr>
        </p:nvSpPr>
        <p:spPr/>
        <p:txBody>
          <a:bodyPr/>
          <a:lstStyle/>
          <a:p>
            <a:fld id="{FCCBA4FA-5E5B-4F4D-B8F1-037A34F2DB0D}" type="slidenum">
              <a:rPr lang="en-US" smtClean="0"/>
              <a:pPr/>
              <a:t>‹#›</a:t>
            </a:fld>
            <a:endParaRPr lang="en-US" dirty="0"/>
          </a:p>
        </p:txBody>
      </p:sp>
    </p:spTree>
    <p:extLst>
      <p:ext uri="{BB962C8B-B14F-4D97-AF65-F5344CB8AC3E}">
        <p14:creationId xmlns:p14="http://schemas.microsoft.com/office/powerpoint/2010/main" val="300255104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exto dos columnas">
    <p:spTree>
      <p:nvGrpSpPr>
        <p:cNvPr id="1" name=""/>
        <p:cNvGrpSpPr/>
        <p:nvPr/>
      </p:nvGrpSpPr>
      <p:grpSpPr>
        <a:xfrm>
          <a:off x="0" y="0"/>
          <a:ext cx="0" cy="0"/>
          <a:chOff x="0" y="0"/>
          <a:chExt cx="0" cy="0"/>
        </a:xfrm>
      </p:grpSpPr>
      <p:sp>
        <p:nvSpPr>
          <p:cNvPr id="10" name="Title Placeholder 35"/>
          <p:cNvSpPr>
            <a:spLocks noGrp="1"/>
          </p:cNvSpPr>
          <p:nvPr>
            <p:ph type="title" hasCustomPrompt="1"/>
          </p:nvPr>
        </p:nvSpPr>
        <p:spPr>
          <a:xfrm>
            <a:off x="457319" y="636324"/>
            <a:ext cx="6854134" cy="908314"/>
          </a:xfrm>
          <a:prstGeom prst="rect">
            <a:avLst/>
          </a:prstGeom>
        </p:spPr>
        <p:txBody>
          <a:bodyPr vert="horz" lIns="91440" tIns="45720" rIns="91440" bIns="45720" rtlCol="0" anchor="t">
            <a:normAutofit/>
          </a:bodyPr>
          <a:lstStyle/>
          <a:p>
            <a:r>
              <a:rPr lang="es-ES_tradnl" dirty="0"/>
              <a:t>Agenda o Índice 24 – 36 pt</a:t>
            </a:r>
            <a:br>
              <a:rPr lang="es-ES_tradnl" dirty="0"/>
            </a:br>
            <a:endParaRPr lang="en-US" dirty="0"/>
          </a:p>
        </p:txBody>
      </p:sp>
      <p:sp>
        <p:nvSpPr>
          <p:cNvPr id="11" name="Text Placeholder 2"/>
          <p:cNvSpPr>
            <a:spLocks noGrp="1"/>
          </p:cNvSpPr>
          <p:nvPr>
            <p:ph type="body" sz="quarter" idx="15" hasCustomPrompt="1"/>
          </p:nvPr>
        </p:nvSpPr>
        <p:spPr>
          <a:xfrm>
            <a:off x="457319" y="1544639"/>
            <a:ext cx="8421205" cy="4801597"/>
          </a:xfrm>
        </p:spPr>
        <p:txBody>
          <a:bodyPr numCol="2"/>
          <a:lstStyle>
            <a:lvl1pPr marL="351094" indent="-351094">
              <a:spcBef>
                <a:spcPts val="0"/>
              </a:spcBef>
              <a:spcAft>
                <a:spcPts val="450"/>
              </a:spcAft>
              <a:buClr>
                <a:schemeClr val="accent1"/>
              </a:buClr>
              <a:buFont typeface="+mj-lt"/>
              <a:buAutoNum type="romanUcPeriod"/>
              <a:defRPr baseline="0"/>
            </a:lvl1pPr>
            <a:lvl2pPr marL="351094" indent="0">
              <a:spcBef>
                <a:spcPts val="0"/>
              </a:spcBef>
              <a:spcAft>
                <a:spcPts val="450"/>
              </a:spcAft>
              <a:buClr>
                <a:schemeClr val="accent1"/>
              </a:buClr>
              <a:buFont typeface="+mj-lt"/>
              <a:buNone/>
              <a:defRPr b="0">
                <a:solidFill>
                  <a:schemeClr val="tx1"/>
                </a:solidFill>
              </a:defRPr>
            </a:lvl2pPr>
            <a:lvl3pPr marL="351094" indent="0">
              <a:buClr>
                <a:schemeClr val="accent1"/>
              </a:buClr>
              <a:buFont typeface="+mj-lt"/>
              <a:buNone/>
              <a:defRPr b="0">
                <a:solidFill>
                  <a:schemeClr val="tx1"/>
                </a:solidFill>
              </a:defRPr>
            </a:lvl3pPr>
            <a:lvl4pPr marL="351094" indent="0">
              <a:buClr>
                <a:schemeClr val="accent1"/>
              </a:buClr>
              <a:buFont typeface="+mj-lt"/>
              <a:buNone/>
              <a:defRPr b="0">
                <a:solidFill>
                  <a:schemeClr val="tx1"/>
                </a:solidFill>
              </a:defRPr>
            </a:lvl4pPr>
            <a:lvl5pPr marL="351094" indent="0">
              <a:buClr>
                <a:schemeClr val="accent1"/>
              </a:buClr>
              <a:buFont typeface="+mj-lt"/>
              <a:buNone/>
              <a:defRPr b="0">
                <a:solidFill>
                  <a:schemeClr val="tx1"/>
                </a:solidFill>
              </a:defRPr>
            </a:lvl5pPr>
          </a:lstStyle>
          <a:p>
            <a:pPr lvl="0"/>
            <a:r>
              <a:rPr lang="es-ES_tradnl" dirty="0"/>
              <a:t>Título sección A 14 – 20 pt</a:t>
            </a:r>
          </a:p>
          <a:p>
            <a:pPr lvl="1"/>
            <a:r>
              <a:rPr lang="es-ES_tradnl" dirty="0"/>
              <a:t>Texto sección A 12 – 18 pt</a:t>
            </a:r>
          </a:p>
          <a:p>
            <a:pPr lvl="0"/>
            <a:r>
              <a:rPr lang="es-ES_tradnl" dirty="0"/>
              <a:t>Título sección B 14 – 20 pt</a:t>
            </a:r>
          </a:p>
          <a:p>
            <a:pPr lvl="1"/>
            <a:r>
              <a:rPr lang="es-ES_tradnl" dirty="0"/>
              <a:t>Texto sección B 12 – 18 pt</a:t>
            </a:r>
          </a:p>
          <a:p>
            <a:pPr lvl="0"/>
            <a:r>
              <a:rPr lang="es-ES_tradnl" dirty="0"/>
              <a:t>Título sección C 14 – 20 pt</a:t>
            </a:r>
          </a:p>
          <a:p>
            <a:pPr lvl="1"/>
            <a:r>
              <a:rPr lang="es-ES_tradnl" dirty="0"/>
              <a:t>Texto sección C 12 – 18 pt</a:t>
            </a:r>
          </a:p>
          <a:p>
            <a:pPr lvl="0"/>
            <a:r>
              <a:rPr lang="es-ES_tradnl" dirty="0"/>
              <a:t>Título sección D 14 – 20 pt</a:t>
            </a:r>
          </a:p>
          <a:p>
            <a:pPr lvl="1"/>
            <a:r>
              <a:rPr lang="es-ES_tradnl" dirty="0"/>
              <a:t>Texto sección D 12 – 18 pt</a:t>
            </a:r>
          </a:p>
          <a:p>
            <a:pPr lvl="0"/>
            <a:r>
              <a:rPr lang="es-ES_tradnl" dirty="0"/>
              <a:t>Título sección E 14 – 20 pt</a:t>
            </a:r>
          </a:p>
          <a:p>
            <a:pPr lvl="1"/>
            <a:r>
              <a:rPr lang="es-ES_tradnl" dirty="0"/>
              <a:t>Texto sección E 12 – 18 pt</a:t>
            </a:r>
          </a:p>
          <a:p>
            <a:pPr lvl="0"/>
            <a:r>
              <a:rPr lang="es-ES_tradnl" dirty="0"/>
              <a:t>Título sección F 14 – 20 pt</a:t>
            </a:r>
          </a:p>
          <a:p>
            <a:pPr lvl="1"/>
            <a:r>
              <a:rPr lang="es-ES_tradnl" dirty="0"/>
              <a:t>Texto sección F 12 – 18 pt</a:t>
            </a:r>
          </a:p>
          <a:p>
            <a:pPr lvl="0"/>
            <a:r>
              <a:rPr lang="es-ES_tradnl" dirty="0"/>
              <a:t>Título sección G 14 – 20 pt</a:t>
            </a:r>
          </a:p>
          <a:p>
            <a:pPr lvl="1"/>
            <a:r>
              <a:rPr lang="es-ES_tradnl" dirty="0"/>
              <a:t>Texto sección F 12 – 18 pt</a:t>
            </a:r>
          </a:p>
          <a:p>
            <a:pPr lvl="0"/>
            <a:r>
              <a:rPr lang="es-ES_tradnl" dirty="0"/>
              <a:t>Título sección H 14 – 20 pt</a:t>
            </a:r>
          </a:p>
          <a:p>
            <a:pPr lvl="1"/>
            <a:r>
              <a:rPr lang="es-ES_tradnl" dirty="0"/>
              <a:t>Texto sección F 12 – 18 pt</a:t>
            </a:r>
          </a:p>
          <a:p>
            <a:pPr lvl="0"/>
            <a:r>
              <a:rPr lang="es-ES_tradnl" dirty="0"/>
              <a:t>Título sección I 14 – 20 pt</a:t>
            </a:r>
          </a:p>
          <a:p>
            <a:pPr lvl="1"/>
            <a:r>
              <a:rPr lang="es-ES_tradnl" dirty="0"/>
              <a:t>Texto sección F 12 – 18 pt</a:t>
            </a:r>
          </a:p>
          <a:p>
            <a:pPr lvl="0"/>
            <a:r>
              <a:rPr lang="es-ES_tradnl" dirty="0"/>
              <a:t>Título sección J 14 – 20 pt</a:t>
            </a:r>
          </a:p>
          <a:p>
            <a:pPr lvl="1"/>
            <a:r>
              <a:rPr lang="es-ES_tradnl" dirty="0"/>
              <a:t>Texto sección F 12 – 18 pt</a:t>
            </a:r>
          </a:p>
          <a:p>
            <a:pPr lvl="1"/>
            <a:endParaRPr lang="es-ES_tradnl" dirty="0"/>
          </a:p>
          <a:p>
            <a:pPr lvl="1"/>
            <a:endParaRPr lang="es-ES_tradnl" dirty="0"/>
          </a:p>
          <a:p>
            <a:pPr lvl="1"/>
            <a:endParaRPr lang="es-ES_tradnl" dirty="0"/>
          </a:p>
        </p:txBody>
      </p:sp>
      <p:sp>
        <p:nvSpPr>
          <p:cNvPr id="5" name="Date Placeholder 4"/>
          <p:cNvSpPr>
            <a:spLocks noGrp="1"/>
          </p:cNvSpPr>
          <p:nvPr>
            <p:ph type="dt" sz="half" idx="17"/>
          </p:nvPr>
        </p:nvSpPr>
        <p:spPr/>
        <p:txBody>
          <a:bodyPr/>
          <a:lstStyle/>
          <a:p>
            <a:r>
              <a:rPr lang="es-PE"/>
              <a:t>7 de Enero 2019</a:t>
            </a:r>
            <a:endParaRPr lang="en-US" dirty="0"/>
          </a:p>
        </p:txBody>
      </p:sp>
      <p:sp>
        <p:nvSpPr>
          <p:cNvPr id="6" name="Footer Placeholder 5"/>
          <p:cNvSpPr>
            <a:spLocks noGrp="1"/>
          </p:cNvSpPr>
          <p:nvPr>
            <p:ph type="ftr" sz="quarter" idx="18"/>
          </p:nvPr>
        </p:nvSpPr>
        <p:spPr>
          <a:xfrm>
            <a:off x="2007328" y="6346235"/>
            <a:ext cx="5315107" cy="175828"/>
          </a:xfrm>
        </p:spPr>
        <p:txBody>
          <a:bodyPr/>
          <a:lstStyle/>
          <a:p>
            <a:r>
              <a:rPr lang="pt-BR"/>
              <a:t>AFP Integra - AC Capitales Infra II - Informe 1</a:t>
            </a:r>
            <a:endParaRPr lang="en-US" dirty="0"/>
          </a:p>
        </p:txBody>
      </p:sp>
      <p:sp>
        <p:nvSpPr>
          <p:cNvPr id="7" name="Slide Number Placeholder 6"/>
          <p:cNvSpPr>
            <a:spLocks noGrp="1"/>
          </p:cNvSpPr>
          <p:nvPr>
            <p:ph type="sldNum" sz="quarter" idx="19"/>
          </p:nvPr>
        </p:nvSpPr>
        <p:spPr/>
        <p:txBody>
          <a:bodyPr/>
          <a:lstStyle/>
          <a:p>
            <a:fld id="{FCCBA4FA-5E5B-4F4D-B8F1-037A34F2DB0D}" type="slidenum">
              <a:rPr lang="en-US" smtClean="0"/>
              <a:pPr/>
              <a:t>‹#›</a:t>
            </a:fld>
            <a:endParaRPr lang="en-US" dirty="0"/>
          </a:p>
        </p:txBody>
      </p:sp>
    </p:spTree>
    <p:extLst>
      <p:ext uri="{BB962C8B-B14F-4D97-AF65-F5344CB8AC3E}">
        <p14:creationId xmlns:p14="http://schemas.microsoft.com/office/powerpoint/2010/main" val="34552680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8.xml"/><Relationship Id="rId3" Type="http://schemas.openxmlformats.org/officeDocument/2006/relationships/slideLayout" Target="../slideLayouts/slideLayout13.xml"/><Relationship Id="rId7" Type="http://schemas.openxmlformats.org/officeDocument/2006/relationships/slideLayout" Target="../slideLayouts/slideLayout17.xml"/><Relationship Id="rId12" Type="http://schemas.openxmlformats.org/officeDocument/2006/relationships/image" Target="../media/image4.png"/><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11" Type="http://schemas.openxmlformats.org/officeDocument/2006/relationships/theme" Target="../theme/theme2.xml"/><Relationship Id="rId5" Type="http://schemas.openxmlformats.org/officeDocument/2006/relationships/slideLayout" Target="../slideLayouts/slideLayout15.xml"/><Relationship Id="rId10" Type="http://schemas.openxmlformats.org/officeDocument/2006/relationships/slideLayout" Target="../slideLayouts/slideLayout20.xml"/><Relationship Id="rId4" Type="http://schemas.openxmlformats.org/officeDocument/2006/relationships/slideLayout" Target="../slideLayouts/slideLayout14.xml"/><Relationship Id="rId9"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050" name="Title Placeholder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endParaRPr lang="es-PE"/>
          </a:p>
        </p:txBody>
      </p:sp>
      <p:sp>
        <p:nvSpPr>
          <p:cNvPr id="2051"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PE"/>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prstClr val="black">
                    <a:tint val="75000"/>
                  </a:prstClr>
                </a:solidFill>
                <a:latin typeface="+mn-lt"/>
                <a:cs typeface="+mn-cs"/>
              </a:defRPr>
            </a:lvl1pPr>
          </a:lstStyle>
          <a:p>
            <a:pPr>
              <a:defRPr/>
            </a:pPr>
            <a:fld id="{70857BFC-F8F3-48D4-960A-1ADE49D66D37}" type="datetime1">
              <a:rPr lang="es-PE"/>
              <a:pPr>
                <a:defRPr/>
              </a:pPr>
              <a:t>21/10/2026</a:t>
            </a:fld>
            <a:endParaRPr lang="es-PE"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prstClr val="black">
                    <a:tint val="75000"/>
                  </a:prstClr>
                </a:solidFill>
                <a:latin typeface="+mn-lt"/>
                <a:cs typeface="+mn-cs"/>
              </a:defRPr>
            </a:lvl1pPr>
          </a:lstStyle>
          <a:p>
            <a:pPr>
              <a:defRPr/>
            </a:pPr>
            <a:endParaRPr lang="es-PE"/>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prstClr val="black">
                    <a:tint val="75000"/>
                  </a:prstClr>
                </a:solidFill>
                <a:latin typeface="+mn-lt"/>
                <a:cs typeface="+mn-cs"/>
              </a:defRPr>
            </a:lvl1pPr>
          </a:lstStyle>
          <a:p>
            <a:pPr>
              <a:defRPr/>
            </a:pPr>
            <a:fld id="{2BB4D816-E115-44C8-8FB3-F0D8946C69D7}" type="slidenum">
              <a:rPr lang="es-PE"/>
              <a:pPr>
                <a:defRPr/>
              </a:pPr>
              <a:t>‹#›</a:t>
            </a:fld>
            <a:endParaRPr lang="es-PE" dirty="0"/>
          </a:p>
        </p:txBody>
      </p:sp>
      <p:sp>
        <p:nvSpPr>
          <p:cNvPr id="9" name="Rectangle 8"/>
          <p:cNvSpPr/>
          <p:nvPr userDrawn="1"/>
        </p:nvSpPr>
        <p:spPr>
          <a:xfrm>
            <a:off x="-1765300" y="836613"/>
            <a:ext cx="1584325" cy="187166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s-PE" sz="1000" b="1" dirty="0">
                <a:solidFill>
                  <a:prstClr val="white"/>
                </a:solidFill>
              </a:rPr>
              <a:t>Guía de Colores</a:t>
            </a:r>
          </a:p>
          <a:p>
            <a:pPr fontAlgn="auto">
              <a:spcBef>
                <a:spcPts val="0"/>
              </a:spcBef>
              <a:spcAft>
                <a:spcPts val="0"/>
              </a:spcAft>
              <a:defRPr/>
            </a:pPr>
            <a:r>
              <a:rPr lang="pt-BR" sz="1000" dirty="0">
                <a:solidFill>
                  <a:prstClr val="white"/>
                </a:solidFill>
              </a:rPr>
              <a:t>Azul</a:t>
            </a:r>
          </a:p>
          <a:p>
            <a:pPr fontAlgn="auto">
              <a:spcBef>
                <a:spcPts val="0"/>
              </a:spcBef>
              <a:spcAft>
                <a:spcPts val="0"/>
              </a:spcAft>
              <a:defRPr/>
            </a:pPr>
            <a:r>
              <a:rPr lang="pt-BR" sz="1000" dirty="0">
                <a:solidFill>
                  <a:prstClr val="white"/>
                </a:solidFill>
              </a:rPr>
              <a:t>R: 30 G: 46 B: 110</a:t>
            </a:r>
          </a:p>
          <a:p>
            <a:pPr fontAlgn="auto">
              <a:spcBef>
                <a:spcPts val="0"/>
              </a:spcBef>
              <a:spcAft>
                <a:spcPts val="0"/>
              </a:spcAft>
              <a:defRPr/>
            </a:pPr>
            <a:r>
              <a:rPr lang="pt-BR" sz="1000" dirty="0">
                <a:solidFill>
                  <a:prstClr val="white"/>
                </a:solidFill>
              </a:rPr>
              <a:t>Aqua</a:t>
            </a:r>
          </a:p>
          <a:p>
            <a:pPr fontAlgn="auto">
              <a:spcBef>
                <a:spcPts val="0"/>
              </a:spcBef>
              <a:spcAft>
                <a:spcPts val="0"/>
              </a:spcAft>
              <a:defRPr/>
            </a:pPr>
            <a:r>
              <a:rPr lang="pt-BR" sz="1000" dirty="0">
                <a:solidFill>
                  <a:prstClr val="white"/>
                </a:solidFill>
              </a:rPr>
              <a:t>R: 0 G: 174 B: 203</a:t>
            </a:r>
          </a:p>
          <a:p>
            <a:pPr fontAlgn="auto">
              <a:spcBef>
                <a:spcPts val="0"/>
              </a:spcBef>
              <a:spcAft>
                <a:spcPts val="0"/>
              </a:spcAft>
              <a:defRPr/>
            </a:pPr>
            <a:r>
              <a:rPr lang="pt-BR" sz="1000" dirty="0">
                <a:solidFill>
                  <a:prstClr val="white"/>
                </a:solidFill>
              </a:rPr>
              <a:t>Amarillo</a:t>
            </a:r>
          </a:p>
          <a:p>
            <a:pPr fontAlgn="auto">
              <a:spcBef>
                <a:spcPts val="0"/>
              </a:spcBef>
              <a:spcAft>
                <a:spcPts val="0"/>
              </a:spcAft>
              <a:defRPr/>
            </a:pPr>
            <a:r>
              <a:rPr lang="pt-BR" sz="1000" dirty="0">
                <a:solidFill>
                  <a:prstClr val="white"/>
                </a:solidFill>
              </a:rPr>
              <a:t>R: 227 G: 232 B: 41</a:t>
            </a:r>
            <a:endParaRPr lang="es-PE" sz="1000" dirty="0">
              <a:solidFill>
                <a:prstClr val="white"/>
              </a:solidFill>
            </a:endParaRPr>
          </a:p>
          <a:p>
            <a:pPr fontAlgn="auto">
              <a:spcBef>
                <a:spcPts val="0"/>
              </a:spcBef>
              <a:spcAft>
                <a:spcPts val="0"/>
              </a:spcAft>
              <a:defRPr/>
            </a:pPr>
            <a:r>
              <a:rPr lang="es-PE" sz="1000" dirty="0">
                <a:solidFill>
                  <a:prstClr val="white"/>
                </a:solidFill>
              </a:rPr>
              <a:t>Gris </a:t>
            </a:r>
          </a:p>
          <a:p>
            <a:pPr fontAlgn="auto">
              <a:spcBef>
                <a:spcPts val="0"/>
              </a:spcBef>
              <a:spcAft>
                <a:spcPts val="0"/>
              </a:spcAft>
              <a:defRPr/>
            </a:pPr>
            <a:r>
              <a:rPr lang="es-PE" sz="1000" dirty="0">
                <a:solidFill>
                  <a:prstClr val="white"/>
                </a:solidFill>
              </a:rPr>
              <a:t>R: 220 G: 221 B:222</a:t>
            </a:r>
          </a:p>
          <a:p>
            <a:pPr fontAlgn="auto">
              <a:spcBef>
                <a:spcPts val="0"/>
              </a:spcBef>
              <a:spcAft>
                <a:spcPts val="0"/>
              </a:spcAft>
              <a:defRPr/>
            </a:pPr>
            <a:r>
              <a:rPr lang="es-PE" sz="1000" dirty="0">
                <a:solidFill>
                  <a:prstClr val="white"/>
                </a:solidFill>
              </a:rPr>
              <a:t>Plomo</a:t>
            </a:r>
          </a:p>
          <a:p>
            <a:pPr fontAlgn="auto">
              <a:spcBef>
                <a:spcPts val="0"/>
              </a:spcBef>
              <a:spcAft>
                <a:spcPts val="0"/>
              </a:spcAft>
              <a:defRPr/>
            </a:pPr>
            <a:r>
              <a:rPr lang="es-PE" sz="1000" dirty="0">
                <a:solidFill>
                  <a:prstClr val="white"/>
                </a:solidFill>
              </a:rPr>
              <a:t>R: 126 G: 128 B:131</a:t>
            </a:r>
          </a:p>
          <a:p>
            <a:pPr fontAlgn="auto">
              <a:spcBef>
                <a:spcPts val="0"/>
              </a:spcBef>
              <a:spcAft>
                <a:spcPts val="0"/>
              </a:spcAft>
              <a:defRPr/>
            </a:pPr>
            <a:endParaRPr lang="pt-BR" sz="1000" dirty="0">
              <a:solidFill>
                <a:prstClr val="white"/>
              </a:solidFill>
            </a:endParaRPr>
          </a:p>
        </p:txBody>
      </p:sp>
      <p:sp>
        <p:nvSpPr>
          <p:cNvPr id="10" name="Rectangle 9"/>
          <p:cNvSpPr/>
          <p:nvPr userDrawn="1"/>
        </p:nvSpPr>
        <p:spPr>
          <a:xfrm>
            <a:off x="-541338" y="1196975"/>
            <a:ext cx="144463" cy="144463"/>
          </a:xfrm>
          <a:prstGeom prst="rect">
            <a:avLst/>
          </a:prstGeom>
          <a:solidFill>
            <a:srgbClr val="1E2E6E"/>
          </a:solidFill>
          <a:ln>
            <a:solidFill>
              <a:srgbClr val="1E2E6E"/>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s-PE" sz="1000" dirty="0">
              <a:solidFill>
                <a:prstClr val="white"/>
              </a:solidFill>
            </a:endParaRPr>
          </a:p>
        </p:txBody>
      </p:sp>
      <p:sp>
        <p:nvSpPr>
          <p:cNvPr id="11" name="Rectangle 10"/>
          <p:cNvSpPr/>
          <p:nvPr userDrawn="1"/>
        </p:nvSpPr>
        <p:spPr>
          <a:xfrm>
            <a:off x="-541338" y="1484313"/>
            <a:ext cx="144463" cy="144462"/>
          </a:xfrm>
          <a:prstGeom prst="rect">
            <a:avLst/>
          </a:prstGeom>
          <a:solidFill>
            <a:srgbClr val="00AECB"/>
          </a:solidFill>
          <a:ln>
            <a:solidFill>
              <a:srgbClr val="00AEC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s-PE" sz="1000" dirty="0">
              <a:solidFill>
                <a:prstClr val="white"/>
              </a:solidFill>
            </a:endParaRPr>
          </a:p>
        </p:txBody>
      </p:sp>
      <p:sp>
        <p:nvSpPr>
          <p:cNvPr id="12" name="Rectangle 11"/>
          <p:cNvSpPr/>
          <p:nvPr userDrawn="1"/>
        </p:nvSpPr>
        <p:spPr>
          <a:xfrm>
            <a:off x="-541338" y="1773238"/>
            <a:ext cx="144463" cy="142875"/>
          </a:xfrm>
          <a:prstGeom prst="rect">
            <a:avLst/>
          </a:prstGeom>
          <a:solidFill>
            <a:srgbClr val="E3E829"/>
          </a:solidFill>
          <a:ln>
            <a:solidFill>
              <a:srgbClr val="E3E82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s-PE" sz="1000" dirty="0">
              <a:solidFill>
                <a:prstClr val="white"/>
              </a:solidFill>
            </a:endParaRPr>
          </a:p>
        </p:txBody>
      </p:sp>
      <p:sp>
        <p:nvSpPr>
          <p:cNvPr id="13" name="Rectangle 12"/>
          <p:cNvSpPr/>
          <p:nvPr userDrawn="1"/>
        </p:nvSpPr>
        <p:spPr>
          <a:xfrm>
            <a:off x="-541338" y="2060575"/>
            <a:ext cx="144463" cy="144463"/>
          </a:xfrm>
          <a:prstGeom prst="rect">
            <a:avLst/>
          </a:prstGeom>
          <a:solidFill>
            <a:srgbClr val="DCDDDE"/>
          </a:solidFill>
          <a:ln>
            <a:solidFill>
              <a:srgbClr val="DCDDDE"/>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s-PE" sz="1000" dirty="0">
              <a:solidFill>
                <a:prstClr val="white"/>
              </a:solidFill>
            </a:endParaRPr>
          </a:p>
        </p:txBody>
      </p:sp>
      <p:sp>
        <p:nvSpPr>
          <p:cNvPr id="14" name="Rectangle 13"/>
          <p:cNvSpPr/>
          <p:nvPr userDrawn="1"/>
        </p:nvSpPr>
        <p:spPr>
          <a:xfrm>
            <a:off x="-541338" y="2349500"/>
            <a:ext cx="144463" cy="142875"/>
          </a:xfrm>
          <a:prstGeom prst="rect">
            <a:avLst/>
          </a:prstGeom>
          <a:solidFill>
            <a:srgbClr val="7E8083"/>
          </a:solidFill>
          <a:ln>
            <a:solidFill>
              <a:srgbClr val="7E808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s-PE" sz="1000" dirty="0">
              <a:solidFill>
                <a:prstClr val="white"/>
              </a:solidFill>
            </a:endParaRPr>
          </a:p>
        </p:txBody>
      </p:sp>
    </p:spTree>
  </p:cSld>
  <p:clrMap bg1="lt1" tx1="dk1" bg2="lt2" tx2="dk2" accent1="accent1" accent2="accent2" accent3="accent3" accent4="accent4" accent5="accent5" accent6="accent6" hlink="hlink" folHlink="folHlink"/>
  <p:sldLayoutIdLst>
    <p:sldLayoutId id="2147483958" r:id="rId1"/>
    <p:sldLayoutId id="2147483959" r:id="rId2"/>
    <p:sldLayoutId id="2147483964" r:id="rId3"/>
    <p:sldLayoutId id="2147483979" r:id="rId4"/>
    <p:sldLayoutId id="2147484019" r:id="rId5"/>
    <p:sldLayoutId id="2147484020" r:id="rId6"/>
    <p:sldLayoutId id="2147484021" r:id="rId7"/>
    <p:sldLayoutId id="2147484022" r:id="rId8"/>
    <p:sldLayoutId id="2147484023" r:id="rId9"/>
    <p:sldLayoutId id="2147484024" r:id="rId10"/>
  </p:sldLayoutIdLst>
  <p:hf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Footer Placeholder 4"/>
          <p:cNvSpPr>
            <a:spLocks noGrp="1"/>
          </p:cNvSpPr>
          <p:nvPr>
            <p:ph type="ftr" sz="quarter" idx="3"/>
          </p:nvPr>
        </p:nvSpPr>
        <p:spPr>
          <a:xfrm>
            <a:off x="2007328" y="6346825"/>
            <a:ext cx="5315107" cy="175238"/>
          </a:xfrm>
          <a:prstGeom prst="rect">
            <a:avLst/>
          </a:prstGeom>
        </p:spPr>
        <p:txBody>
          <a:bodyPr vert="horz" lIns="91440" tIns="45720" rIns="91440" bIns="0" rtlCol="0" anchor="b"/>
          <a:lstStyle>
            <a:lvl1pPr algn="l">
              <a:defRPr sz="750" b="1">
                <a:solidFill>
                  <a:srgbClr val="656867"/>
                </a:solidFill>
              </a:defRPr>
            </a:lvl1pPr>
          </a:lstStyle>
          <a:p>
            <a:r>
              <a:rPr lang="pt-BR"/>
              <a:t>AFP Integra - AC Capitales Infra II - Informe 1</a:t>
            </a:r>
            <a:endParaRPr lang="en-US" dirty="0"/>
          </a:p>
        </p:txBody>
      </p:sp>
      <p:sp>
        <p:nvSpPr>
          <p:cNvPr id="3" name="Text Placeholder 2"/>
          <p:cNvSpPr>
            <a:spLocks noGrp="1"/>
          </p:cNvSpPr>
          <p:nvPr>
            <p:ph type="body" idx="1"/>
          </p:nvPr>
        </p:nvSpPr>
        <p:spPr>
          <a:xfrm>
            <a:off x="468301" y="1558161"/>
            <a:ext cx="8251196" cy="4577278"/>
          </a:xfrm>
          <a:prstGeom prst="rect">
            <a:avLst/>
          </a:prstGeom>
        </p:spPr>
        <p:txBody>
          <a:bodyPr vert="horz" lIns="91440" tIns="45720" rIns="91440" bIns="45720" rtlCol="0">
            <a:normAutofit/>
          </a:bodyPr>
          <a:lstStyle/>
          <a:p>
            <a:pPr lvl="0"/>
            <a:r>
              <a:rPr lang="es-ES_tradnl" dirty="0"/>
              <a:t>Tema A</a:t>
            </a:r>
          </a:p>
        </p:txBody>
      </p:sp>
      <p:sp>
        <p:nvSpPr>
          <p:cNvPr id="4" name="Date Placeholder 3"/>
          <p:cNvSpPr>
            <a:spLocks noGrp="1"/>
          </p:cNvSpPr>
          <p:nvPr>
            <p:ph type="dt" sz="half" idx="2"/>
          </p:nvPr>
        </p:nvSpPr>
        <p:spPr>
          <a:xfrm>
            <a:off x="501352" y="6346825"/>
            <a:ext cx="1461943" cy="175828"/>
          </a:xfrm>
          <a:prstGeom prst="rect">
            <a:avLst/>
          </a:prstGeom>
        </p:spPr>
        <p:txBody>
          <a:bodyPr vert="horz" lIns="91440" tIns="45720" rIns="91440" bIns="0" rtlCol="0" anchor="b"/>
          <a:lstStyle>
            <a:lvl1pPr algn="ctr">
              <a:defRPr sz="750">
                <a:solidFill>
                  <a:srgbClr val="656867"/>
                </a:solidFill>
              </a:defRPr>
            </a:lvl1pPr>
          </a:lstStyle>
          <a:p>
            <a:r>
              <a:rPr lang="es-PE"/>
              <a:t>7 de Enero 2019</a:t>
            </a:r>
            <a:endParaRPr lang="en-US" dirty="0"/>
          </a:p>
        </p:txBody>
      </p:sp>
      <p:sp>
        <p:nvSpPr>
          <p:cNvPr id="37" name="Title Placeholder 35"/>
          <p:cNvSpPr>
            <a:spLocks noGrp="1"/>
          </p:cNvSpPr>
          <p:nvPr>
            <p:ph type="title"/>
          </p:nvPr>
        </p:nvSpPr>
        <p:spPr>
          <a:xfrm>
            <a:off x="468301" y="636324"/>
            <a:ext cx="6854134" cy="921837"/>
          </a:xfrm>
          <a:prstGeom prst="rect">
            <a:avLst/>
          </a:prstGeom>
        </p:spPr>
        <p:txBody>
          <a:bodyPr vert="horz" lIns="91440" tIns="45720" rIns="91440" bIns="45720" rtlCol="0" anchor="t">
            <a:normAutofit/>
          </a:bodyPr>
          <a:lstStyle/>
          <a:p>
            <a:r>
              <a:rPr lang="es-ES_tradnl" dirty="0"/>
              <a:t>Agenda o Índice 24 – 36 pt</a:t>
            </a:r>
            <a:br>
              <a:rPr lang="es-ES_tradnl" dirty="0"/>
            </a:br>
            <a:endParaRPr lang="en-US" dirty="0"/>
          </a:p>
        </p:txBody>
      </p:sp>
      <p:sp>
        <p:nvSpPr>
          <p:cNvPr id="2" name="Slide Number Placeholder 1"/>
          <p:cNvSpPr>
            <a:spLocks noGrp="1"/>
          </p:cNvSpPr>
          <p:nvPr>
            <p:ph type="sldNum" sz="quarter" idx="4"/>
          </p:nvPr>
        </p:nvSpPr>
        <p:spPr>
          <a:xfrm>
            <a:off x="196669" y="6347415"/>
            <a:ext cx="260650" cy="174649"/>
          </a:xfrm>
          <a:prstGeom prst="rect">
            <a:avLst/>
          </a:prstGeom>
        </p:spPr>
        <p:txBody>
          <a:bodyPr vert="horz" lIns="0" tIns="0" rIns="0" bIns="0" rtlCol="0" anchor="b"/>
          <a:lstStyle>
            <a:lvl1pPr algn="r">
              <a:defRPr sz="750" b="1">
                <a:solidFill>
                  <a:srgbClr val="00AEC7"/>
                </a:solidFill>
              </a:defRPr>
            </a:lvl1pPr>
          </a:lstStyle>
          <a:p>
            <a:fld id="{FCCBA4FA-5E5B-4F4D-B8F1-037A34F2DB0D}" type="slidenum">
              <a:rPr lang="en-US" smtClean="0"/>
              <a:pPr/>
              <a:t>‹#›</a:t>
            </a:fld>
            <a:endParaRPr lang="en-US" dirty="0"/>
          </a:p>
        </p:txBody>
      </p:sp>
      <p:pic>
        <p:nvPicPr>
          <p:cNvPr id="10" name="Picture 9" descr="logo afpintegra 2.png"/>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7985800" y="361871"/>
            <a:ext cx="891772" cy="384048"/>
          </a:xfrm>
          <a:prstGeom prst="rect">
            <a:avLst/>
          </a:prstGeom>
        </p:spPr>
      </p:pic>
    </p:spTree>
    <p:extLst>
      <p:ext uri="{BB962C8B-B14F-4D97-AF65-F5344CB8AC3E}">
        <p14:creationId xmlns:p14="http://schemas.microsoft.com/office/powerpoint/2010/main" val="1585076011"/>
      </p:ext>
    </p:extLst>
  </p:cSld>
  <p:clrMap bg1="lt1" tx1="dk1" bg2="lt2" tx2="dk2" accent1="accent1" accent2="accent2" accent3="accent3" accent4="accent4" accent5="accent5" accent6="accent6" hlink="hlink" folHlink="folHlink"/>
  <p:sldLayoutIdLst>
    <p:sldLayoutId id="2147483995" r:id="rId1"/>
    <p:sldLayoutId id="2147483996" r:id="rId2"/>
    <p:sldLayoutId id="2147483997" r:id="rId3"/>
    <p:sldLayoutId id="2147483998" r:id="rId4"/>
    <p:sldLayoutId id="2147483999" r:id="rId5"/>
    <p:sldLayoutId id="2147484000" r:id="rId6"/>
    <p:sldLayoutId id="2147484001" r:id="rId7"/>
    <p:sldLayoutId id="2147484002" r:id="rId8"/>
    <p:sldLayoutId id="2147484003" r:id="rId9"/>
    <p:sldLayoutId id="2147484004" r:id="rId10"/>
  </p:sldLayoutIdLst>
  <p:hf hdr="0"/>
  <p:txStyles>
    <p:titleStyle>
      <a:lvl1pPr algn="l" defTabSz="342991" rtl="0" eaLnBrk="1" latinLnBrk="0" hangingPunct="1">
        <a:spcBef>
          <a:spcPct val="0"/>
        </a:spcBef>
        <a:buNone/>
        <a:defRPr sz="1800" b="1" kern="1200" baseline="0">
          <a:solidFill>
            <a:schemeClr val="accent1"/>
          </a:solidFill>
          <a:latin typeface="Arial"/>
          <a:ea typeface="+mj-ea"/>
          <a:cs typeface="Arial"/>
        </a:defRPr>
      </a:lvl1pPr>
    </p:titleStyle>
    <p:bodyStyle>
      <a:lvl1pPr marL="0" indent="0" algn="l" defTabSz="342991" rtl="0" eaLnBrk="1" latinLnBrk="0" hangingPunct="1">
        <a:spcBef>
          <a:spcPct val="20000"/>
        </a:spcBef>
        <a:buFont typeface="Arial"/>
        <a:buNone/>
        <a:defRPr sz="1350" b="1" kern="1200">
          <a:solidFill>
            <a:schemeClr val="accent3"/>
          </a:solidFill>
          <a:latin typeface="Arial"/>
          <a:ea typeface="+mn-ea"/>
          <a:cs typeface="Arial"/>
        </a:defRPr>
      </a:lvl1pPr>
      <a:lvl2pPr marL="342991" indent="0" algn="l" defTabSz="342991" rtl="0" eaLnBrk="1" latinLnBrk="0" hangingPunct="1">
        <a:spcBef>
          <a:spcPct val="20000"/>
        </a:spcBef>
        <a:buFont typeface="Arial"/>
        <a:buNone/>
        <a:defRPr sz="1200" b="1" kern="1200">
          <a:solidFill>
            <a:schemeClr val="accent3"/>
          </a:solidFill>
          <a:latin typeface="Arial"/>
          <a:ea typeface="+mn-ea"/>
          <a:cs typeface="Arial"/>
        </a:defRPr>
      </a:lvl2pPr>
      <a:lvl3pPr marL="685983" indent="0" algn="l" defTabSz="342991" rtl="0" eaLnBrk="1" latinLnBrk="0" hangingPunct="1">
        <a:spcBef>
          <a:spcPct val="20000"/>
        </a:spcBef>
        <a:buFont typeface="Arial"/>
        <a:buNone/>
        <a:defRPr sz="1200" b="1" kern="1200">
          <a:solidFill>
            <a:schemeClr val="accent3"/>
          </a:solidFill>
          <a:latin typeface="Arial"/>
          <a:ea typeface="+mn-ea"/>
          <a:cs typeface="Arial"/>
        </a:defRPr>
      </a:lvl3pPr>
      <a:lvl4pPr marL="1028974" indent="0" algn="l" defTabSz="342991" rtl="0" eaLnBrk="1" latinLnBrk="0" hangingPunct="1">
        <a:spcBef>
          <a:spcPct val="20000"/>
        </a:spcBef>
        <a:buFont typeface="Arial"/>
        <a:buNone/>
        <a:defRPr sz="1200" b="1" kern="1200">
          <a:solidFill>
            <a:schemeClr val="accent3"/>
          </a:solidFill>
          <a:latin typeface="Arial"/>
          <a:ea typeface="+mn-ea"/>
          <a:cs typeface="Arial"/>
        </a:defRPr>
      </a:lvl4pPr>
      <a:lvl5pPr marL="1371966" indent="0" algn="l" defTabSz="342991" rtl="0" eaLnBrk="1" latinLnBrk="0" hangingPunct="1">
        <a:spcBef>
          <a:spcPct val="20000"/>
        </a:spcBef>
        <a:buFont typeface="Arial"/>
        <a:buNone/>
        <a:defRPr sz="1200" b="1" kern="1200">
          <a:solidFill>
            <a:schemeClr val="accent3"/>
          </a:solidFill>
          <a:latin typeface="Arial"/>
          <a:ea typeface="+mn-ea"/>
          <a:cs typeface="Arial"/>
        </a:defRPr>
      </a:lvl5pPr>
      <a:lvl6pPr marL="1886453" indent="-171496" algn="l" defTabSz="342991" rtl="0" eaLnBrk="1" latinLnBrk="0" hangingPunct="1">
        <a:spcBef>
          <a:spcPct val="20000"/>
        </a:spcBef>
        <a:buFont typeface="Arial"/>
        <a:buChar char="•"/>
        <a:defRPr sz="1500" kern="1200">
          <a:solidFill>
            <a:schemeClr val="tx1"/>
          </a:solidFill>
          <a:latin typeface="+mn-lt"/>
          <a:ea typeface="+mn-ea"/>
          <a:cs typeface="+mn-cs"/>
        </a:defRPr>
      </a:lvl6pPr>
      <a:lvl7pPr marL="2229444" indent="-171496" algn="l" defTabSz="342991" rtl="0" eaLnBrk="1" latinLnBrk="0" hangingPunct="1">
        <a:spcBef>
          <a:spcPct val="20000"/>
        </a:spcBef>
        <a:buFont typeface="Arial"/>
        <a:buChar char="•"/>
        <a:defRPr sz="1500" kern="1200">
          <a:solidFill>
            <a:schemeClr val="tx1"/>
          </a:solidFill>
          <a:latin typeface="+mn-lt"/>
          <a:ea typeface="+mn-ea"/>
          <a:cs typeface="+mn-cs"/>
        </a:defRPr>
      </a:lvl7pPr>
      <a:lvl8pPr marL="2572436" indent="-171496" algn="l" defTabSz="342991" rtl="0" eaLnBrk="1" latinLnBrk="0" hangingPunct="1">
        <a:spcBef>
          <a:spcPct val="20000"/>
        </a:spcBef>
        <a:buFont typeface="Arial"/>
        <a:buChar char="•"/>
        <a:defRPr sz="1500" kern="1200">
          <a:solidFill>
            <a:schemeClr val="tx1"/>
          </a:solidFill>
          <a:latin typeface="+mn-lt"/>
          <a:ea typeface="+mn-ea"/>
          <a:cs typeface="+mn-cs"/>
        </a:defRPr>
      </a:lvl8pPr>
      <a:lvl9pPr marL="2915427" indent="-171496" algn="l" defTabSz="342991"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91" rtl="0" eaLnBrk="1" latinLnBrk="0" hangingPunct="1">
        <a:defRPr sz="1350" kern="1200">
          <a:solidFill>
            <a:schemeClr val="tx1"/>
          </a:solidFill>
          <a:latin typeface="+mn-lt"/>
          <a:ea typeface="+mn-ea"/>
          <a:cs typeface="+mn-cs"/>
        </a:defRPr>
      </a:lvl1pPr>
      <a:lvl2pPr marL="342991" algn="l" defTabSz="342991" rtl="0" eaLnBrk="1" latinLnBrk="0" hangingPunct="1">
        <a:defRPr sz="1350" kern="1200">
          <a:solidFill>
            <a:schemeClr val="tx1"/>
          </a:solidFill>
          <a:latin typeface="+mn-lt"/>
          <a:ea typeface="+mn-ea"/>
          <a:cs typeface="+mn-cs"/>
        </a:defRPr>
      </a:lvl2pPr>
      <a:lvl3pPr marL="685983" algn="l" defTabSz="342991" rtl="0" eaLnBrk="1" latinLnBrk="0" hangingPunct="1">
        <a:defRPr sz="1350" kern="1200">
          <a:solidFill>
            <a:schemeClr val="tx1"/>
          </a:solidFill>
          <a:latin typeface="+mn-lt"/>
          <a:ea typeface="+mn-ea"/>
          <a:cs typeface="+mn-cs"/>
        </a:defRPr>
      </a:lvl3pPr>
      <a:lvl4pPr marL="1028974" algn="l" defTabSz="342991" rtl="0" eaLnBrk="1" latinLnBrk="0" hangingPunct="1">
        <a:defRPr sz="1350" kern="1200">
          <a:solidFill>
            <a:schemeClr val="tx1"/>
          </a:solidFill>
          <a:latin typeface="+mn-lt"/>
          <a:ea typeface="+mn-ea"/>
          <a:cs typeface="+mn-cs"/>
        </a:defRPr>
      </a:lvl4pPr>
      <a:lvl5pPr marL="1371966" algn="l" defTabSz="342991" rtl="0" eaLnBrk="1" latinLnBrk="0" hangingPunct="1">
        <a:defRPr sz="1350" kern="1200">
          <a:solidFill>
            <a:schemeClr val="tx1"/>
          </a:solidFill>
          <a:latin typeface="+mn-lt"/>
          <a:ea typeface="+mn-ea"/>
          <a:cs typeface="+mn-cs"/>
        </a:defRPr>
      </a:lvl5pPr>
      <a:lvl6pPr marL="1714957" algn="l" defTabSz="342991" rtl="0" eaLnBrk="1" latinLnBrk="0" hangingPunct="1">
        <a:defRPr sz="1350" kern="1200">
          <a:solidFill>
            <a:schemeClr val="tx1"/>
          </a:solidFill>
          <a:latin typeface="+mn-lt"/>
          <a:ea typeface="+mn-ea"/>
          <a:cs typeface="+mn-cs"/>
        </a:defRPr>
      </a:lvl6pPr>
      <a:lvl7pPr marL="2057949" algn="l" defTabSz="342991" rtl="0" eaLnBrk="1" latinLnBrk="0" hangingPunct="1">
        <a:defRPr sz="1350" kern="1200">
          <a:solidFill>
            <a:schemeClr val="tx1"/>
          </a:solidFill>
          <a:latin typeface="+mn-lt"/>
          <a:ea typeface="+mn-ea"/>
          <a:cs typeface="+mn-cs"/>
        </a:defRPr>
      </a:lvl7pPr>
      <a:lvl8pPr marL="2400940" algn="l" defTabSz="342991" rtl="0" eaLnBrk="1" latinLnBrk="0" hangingPunct="1">
        <a:defRPr sz="1350" kern="1200">
          <a:solidFill>
            <a:schemeClr val="tx1"/>
          </a:solidFill>
          <a:latin typeface="+mn-lt"/>
          <a:ea typeface="+mn-ea"/>
          <a:cs typeface="+mn-cs"/>
        </a:defRPr>
      </a:lvl8pPr>
      <a:lvl9pPr marL="2743932" algn="l" defTabSz="342991"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2.xml"/><Relationship Id="rId1" Type="http://schemas.openxmlformats.org/officeDocument/2006/relationships/slideLayout" Target="../slideLayouts/slideLayout4.xml"/><Relationship Id="rId4" Type="http://schemas.openxmlformats.org/officeDocument/2006/relationships/chart" Target="../charts/chart3.xml"/></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5.emf"/></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6.emf"/></Relationships>
</file>

<file path=ppt/slides/_rels/slide5.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7.emf"/></Relationships>
</file>

<file path=ppt/slides/_rels/slide7.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chart" Target="../charts/chart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chart" Target="../charts/chart8.xml"/></Relationships>
</file>

<file path=ppt/slides/_rels/slide10.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chart" Target="../charts/chart10.xml"/></Relationships>
</file>

<file path=ppt/slides/_rels/slide11.xml.rels><?xml version="1.0" encoding="UTF-8" standalone="yes"?>
<Relationships xmlns="http://schemas.openxmlformats.org/package/2006/relationships"><Relationship Id="rId3" Type="http://schemas.openxmlformats.org/officeDocument/2006/relationships/chart" Target="../charts/chart11.xml"/><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chart" Target="../charts/chart12.xml"/></Relationships>
</file>

<file path=ppt/slides/_rels/slide12.xml.rels><?xml version="1.0" encoding="UTF-8" standalone="yes"?>
<Relationships xmlns="http://schemas.openxmlformats.org/package/2006/relationships"><Relationship Id="rId3" Type="http://schemas.openxmlformats.org/officeDocument/2006/relationships/chart" Target="../charts/chart13.xml"/><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chart" Target="../charts/chart14.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3" Type="http://schemas.openxmlformats.org/officeDocument/2006/relationships/chart" Target="../charts/chart15.xml"/><Relationship Id="rId2" Type="http://schemas.openxmlformats.org/officeDocument/2006/relationships/notesSlide" Target="../notesSlides/notesSlide15.xml"/><Relationship Id="rId1" Type="http://schemas.openxmlformats.org/officeDocument/2006/relationships/slideLayout" Target="../slideLayouts/slideLayout4.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chart" Target="../charts/chart16.xml"/></Relationships>
</file>

<file path=ppt/slides/_rels/slide17.xml.rels><?xml version="1.0" encoding="UTF-8" standalone="yes"?>
<Relationships xmlns="http://schemas.openxmlformats.org/package/2006/relationships"><Relationship Id="rId3" Type="http://schemas.openxmlformats.org/officeDocument/2006/relationships/chart" Target="../charts/chart17.xml"/><Relationship Id="rId2" Type="http://schemas.openxmlformats.org/officeDocument/2006/relationships/notesSlide" Target="../notesSlides/notesSlide16.xml"/><Relationship Id="rId1" Type="http://schemas.openxmlformats.org/officeDocument/2006/relationships/slideLayout" Target="../slideLayouts/slideLayout4.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chart" Target="../charts/chart18.xml"/></Relationships>
</file>

<file path=ppt/slides/_rels/slide18.xml.rels><?xml version="1.0" encoding="UTF-8" standalone="yes"?>
<Relationships xmlns="http://schemas.openxmlformats.org/package/2006/relationships"><Relationship Id="rId3" Type="http://schemas.openxmlformats.org/officeDocument/2006/relationships/chart" Target="../charts/chart19.xml"/><Relationship Id="rId2" Type="http://schemas.openxmlformats.org/officeDocument/2006/relationships/notesSlide" Target="../notesSlides/notesSlide17.xml"/><Relationship Id="rId1" Type="http://schemas.openxmlformats.org/officeDocument/2006/relationships/slideLayout" Target="../slideLayouts/slideLayout4.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chart" Target="../charts/chart20.xml"/></Relationships>
</file>

<file path=ppt/slides/_rels/slide19.xml.rels><?xml version="1.0" encoding="UTF-8" standalone="yes"?>
<Relationships xmlns="http://schemas.openxmlformats.org/package/2006/relationships"><Relationship Id="rId3" Type="http://schemas.openxmlformats.org/officeDocument/2006/relationships/chart" Target="../charts/chart21.xml"/><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chart" Target="../charts/chart22.xml"/><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hart 3">
            <a:extLst>
              <a:ext uri="{FF2B5EF4-FFF2-40B4-BE49-F238E27FC236}">
                <a16:creationId xmlns:a16="http://schemas.microsoft.com/office/drawing/2014/main" id="{00000000-0008-0000-0300-000006000000}"/>
              </a:ext>
            </a:extLst>
          </p:cNvPr>
          <p:cNvGraphicFramePr>
            <a:graphicFrameLocks/>
          </p:cNvGraphicFramePr>
          <p:nvPr>
            <p:extLst>
              <p:ext uri="{D42A27DB-BD31-4B8C-83A1-F6EECF244321}">
                <p14:modId xmlns:p14="http://schemas.microsoft.com/office/powerpoint/2010/main" val="1208873487"/>
              </p:ext>
            </p:extLst>
          </p:nvPr>
        </p:nvGraphicFramePr>
        <p:xfrm>
          <a:off x="-900608" y="1115790"/>
          <a:ext cx="9721081" cy="5378780"/>
        </p:xfrm>
        <a:graphic>
          <a:graphicData uri="http://schemas.openxmlformats.org/drawingml/2006/chart">
            <c:chart xmlns:c="http://schemas.openxmlformats.org/drawingml/2006/chart" xmlns:r="http://schemas.openxmlformats.org/officeDocument/2006/relationships" r:id="rId3"/>
          </a:graphicData>
        </a:graphic>
      </p:graphicFrame>
      <p:sp>
        <p:nvSpPr>
          <p:cNvPr id="38" name="Rectangle 37">
            <a:extLst>
              <a:ext uri="{FF2B5EF4-FFF2-40B4-BE49-F238E27FC236}">
                <a16:creationId xmlns:a16="http://schemas.microsoft.com/office/drawing/2014/main" id="{BCBB7440-4501-48D1-9DCE-AD5EC7B689D2}"/>
              </a:ext>
            </a:extLst>
          </p:cNvPr>
          <p:cNvSpPr/>
          <p:nvPr/>
        </p:nvSpPr>
        <p:spPr>
          <a:xfrm>
            <a:off x="-15240" y="6439022"/>
            <a:ext cx="9172520" cy="4344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dirty="0"/>
          </a:p>
        </p:txBody>
      </p:sp>
      <p:sp>
        <p:nvSpPr>
          <p:cNvPr id="15" name="Rectangle 14">
            <a:extLst>
              <a:ext uri="{FF2B5EF4-FFF2-40B4-BE49-F238E27FC236}">
                <a16:creationId xmlns:a16="http://schemas.microsoft.com/office/drawing/2014/main" id="{0553291A-5F50-47D4-BBF2-4F9A70BC7F1C}"/>
              </a:ext>
            </a:extLst>
          </p:cNvPr>
          <p:cNvSpPr>
            <a:spLocks noChangeArrowheads="1"/>
          </p:cNvSpPr>
          <p:nvPr/>
        </p:nvSpPr>
        <p:spPr bwMode="auto">
          <a:xfrm>
            <a:off x="179387" y="221739"/>
            <a:ext cx="8641085" cy="830997"/>
          </a:xfrm>
          <a:prstGeom prst="rect">
            <a:avLst/>
          </a:prstGeom>
          <a:noFill/>
          <a:ln w="9525">
            <a:noFill/>
            <a:miter lim="800000"/>
            <a:headEnd/>
            <a:tailEnd/>
          </a:ln>
        </p:spPr>
        <p:txBody>
          <a:bodyPr wrap="square">
            <a:spAutoFit/>
          </a:bodyPr>
          <a:lstStyle/>
          <a:p>
            <a:r>
              <a:rPr lang="es-MX" sz="2800" b="1" dirty="0">
                <a:solidFill>
                  <a:schemeClr val="bg1"/>
                </a:solidFill>
                <a:latin typeface="Trebuchet MS" pitchFamily="34" charset="0"/>
              </a:rPr>
              <a:t>2.4.1 </a:t>
            </a:r>
            <a:r>
              <a:rPr lang="es-MX" sz="2800" b="1" dirty="0" err="1">
                <a:solidFill>
                  <a:schemeClr val="bg1"/>
                </a:solidFill>
                <a:latin typeface="Trebuchet MS" pitchFamily="34" charset="0"/>
              </a:rPr>
              <a:t>Review</a:t>
            </a:r>
            <a:r>
              <a:rPr lang="es-MX" sz="2800" b="1" dirty="0">
                <a:solidFill>
                  <a:schemeClr val="bg1"/>
                </a:solidFill>
                <a:latin typeface="Trebuchet MS" pitchFamily="34" charset="0"/>
              </a:rPr>
              <a:t> de rendimientos</a:t>
            </a:r>
          </a:p>
          <a:p>
            <a:r>
              <a:rPr lang="es-ES" sz="2000" b="1" dirty="0">
                <a:solidFill>
                  <a:schemeClr val="bg1"/>
                </a:solidFill>
                <a:latin typeface="Trebuchet MS" pitchFamily="34" charset="0"/>
              </a:rPr>
              <a:t>Petróleo y RV en </a:t>
            </a:r>
            <a:r>
              <a:rPr lang="es-ES" sz="2000" b="1" dirty="0" err="1">
                <a:solidFill>
                  <a:schemeClr val="bg1"/>
                </a:solidFill>
                <a:latin typeface="Trebuchet MS" pitchFamily="34" charset="0"/>
              </a:rPr>
              <a:t>Latam</a:t>
            </a:r>
            <a:r>
              <a:rPr lang="es-ES" sz="2000" b="1" dirty="0">
                <a:solidFill>
                  <a:schemeClr val="bg1"/>
                </a:solidFill>
                <a:latin typeface="Trebuchet MS" pitchFamily="34" charset="0"/>
              </a:rPr>
              <a:t> está liderando en lo que va del año</a:t>
            </a:r>
            <a:endParaRPr lang="es-PE" sz="2000" b="1" dirty="0">
              <a:solidFill>
                <a:schemeClr val="bg1"/>
              </a:solidFill>
              <a:latin typeface="Trebuchet MS" pitchFamily="34" charset="0"/>
            </a:endParaRPr>
          </a:p>
        </p:txBody>
      </p:sp>
      <p:sp>
        <p:nvSpPr>
          <p:cNvPr id="41" name="Rectangle 40">
            <a:extLst>
              <a:ext uri="{FF2B5EF4-FFF2-40B4-BE49-F238E27FC236}">
                <a16:creationId xmlns:a16="http://schemas.microsoft.com/office/drawing/2014/main" id="{68E8E02D-1E6C-43BE-BCBA-B55EFE56C39D}"/>
              </a:ext>
            </a:extLst>
          </p:cNvPr>
          <p:cNvSpPr/>
          <p:nvPr/>
        </p:nvSpPr>
        <p:spPr>
          <a:xfrm>
            <a:off x="35496" y="6597352"/>
            <a:ext cx="8784976" cy="215444"/>
          </a:xfrm>
          <a:prstGeom prst="rect">
            <a:avLst/>
          </a:prstGeom>
        </p:spPr>
        <p:txBody>
          <a:bodyPr wrap="square">
            <a:spAutoFit/>
          </a:bodyPr>
          <a:lstStyle/>
          <a:p>
            <a:pPr algn="just"/>
            <a:r>
              <a:rPr lang="es-PE" sz="800" i="1" dirty="0">
                <a:solidFill>
                  <a:schemeClr val="tx2"/>
                </a:solidFill>
                <a:latin typeface="Trebuchet MS" pitchFamily="34" charset="0"/>
              </a:rPr>
              <a:t>Fuente: </a:t>
            </a:r>
            <a:r>
              <a:rPr lang="es-ES" sz="800" i="1" dirty="0">
                <a:solidFill>
                  <a:schemeClr val="tx2"/>
                </a:solidFill>
                <a:latin typeface="Trebuchet MS" pitchFamily="34" charset="0"/>
              </a:rPr>
              <a:t>Bloomberg. Retornos expresados en moneda local. YTD al 16/10/2026.</a:t>
            </a:r>
            <a:endParaRPr lang="es-PE" sz="800" i="1" dirty="0">
              <a:solidFill>
                <a:srgbClr val="002060"/>
              </a:solidFill>
              <a:latin typeface="Arial" panose="020B0604020202020204" pitchFamily="34" charset="0"/>
              <a:cs typeface="Arial" panose="020B0604020202020204" pitchFamily="34" charset="0"/>
            </a:endParaRPr>
          </a:p>
        </p:txBody>
      </p:sp>
      <p:sp>
        <p:nvSpPr>
          <p:cNvPr id="18" name="Slide Number Placeholder 3">
            <a:extLst>
              <a:ext uri="{FF2B5EF4-FFF2-40B4-BE49-F238E27FC236}">
                <a16:creationId xmlns:a16="http://schemas.microsoft.com/office/drawing/2014/main" id="{6F3C34F5-1934-4D94-B8DA-FB8833E0E925}"/>
              </a:ext>
            </a:extLst>
          </p:cNvPr>
          <p:cNvSpPr>
            <a:spLocks noGrp="1"/>
          </p:cNvSpPr>
          <p:nvPr>
            <p:ph type="sldNum" sz="quarter" idx="12"/>
          </p:nvPr>
        </p:nvSpPr>
        <p:spPr>
          <a:xfrm>
            <a:off x="7023680" y="6492875"/>
            <a:ext cx="21336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C67D77E-0A59-4F4C-9494-FAA2C5A60E2D}" type="slidenum">
              <a:rPr kumimoji="0" lang="es-PE"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s-PE"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33" name="TextBox 32">
            <a:extLst>
              <a:ext uri="{FF2B5EF4-FFF2-40B4-BE49-F238E27FC236}">
                <a16:creationId xmlns:a16="http://schemas.microsoft.com/office/drawing/2014/main" id="{B8BEFD7D-EE53-485B-9BEB-68619BC7662A}"/>
              </a:ext>
            </a:extLst>
          </p:cNvPr>
          <p:cNvSpPr txBox="1"/>
          <p:nvPr/>
        </p:nvSpPr>
        <p:spPr>
          <a:xfrm>
            <a:off x="2258330" y="1254142"/>
            <a:ext cx="4765350" cy="276999"/>
          </a:xfrm>
          <a:prstGeom prst="rect">
            <a:avLst/>
          </a:prstGeom>
          <a:noFill/>
        </p:spPr>
        <p:txBody>
          <a:bodyPr wrap="square" rtlCol="0">
            <a:spAutoFit/>
          </a:bodyPr>
          <a:lstStyle/>
          <a:p>
            <a:pPr algn="ctr"/>
            <a:r>
              <a:rPr lang="en-US" sz="1200" b="1" u="sng" dirty="0" err="1">
                <a:solidFill>
                  <a:srgbClr val="002060"/>
                </a:solidFill>
                <a:latin typeface="Trebuchet MS" panose="020B0603020202020204" pitchFamily="34" charset="0"/>
              </a:rPr>
              <a:t>Retornos</a:t>
            </a:r>
            <a:r>
              <a:rPr lang="en-US" sz="1200" b="1" u="sng" dirty="0">
                <a:solidFill>
                  <a:srgbClr val="002060"/>
                </a:solidFill>
                <a:latin typeface="Trebuchet MS" panose="020B0603020202020204" pitchFamily="34" charset="0"/>
              </a:rPr>
              <a:t> </a:t>
            </a:r>
            <a:r>
              <a:rPr lang="en-US" sz="1200" b="1" u="sng" dirty="0" err="1">
                <a:solidFill>
                  <a:srgbClr val="002060"/>
                </a:solidFill>
                <a:latin typeface="Trebuchet MS" panose="020B0603020202020204" pitchFamily="34" charset="0"/>
              </a:rPr>
              <a:t>Principales</a:t>
            </a:r>
            <a:r>
              <a:rPr lang="en-US" sz="1200" b="1" u="sng" dirty="0">
                <a:solidFill>
                  <a:srgbClr val="002060"/>
                </a:solidFill>
                <a:latin typeface="Trebuchet MS" panose="020B0603020202020204" pitchFamily="34" charset="0"/>
              </a:rPr>
              <a:t> </a:t>
            </a:r>
            <a:r>
              <a:rPr lang="en-US" sz="1200" b="1" u="sng" dirty="0" err="1">
                <a:solidFill>
                  <a:srgbClr val="002060"/>
                </a:solidFill>
                <a:latin typeface="Trebuchet MS" panose="020B0603020202020204" pitchFamily="34" charset="0"/>
              </a:rPr>
              <a:t>Clases</a:t>
            </a:r>
            <a:r>
              <a:rPr lang="en-US" sz="1200" b="1" u="sng" dirty="0">
                <a:solidFill>
                  <a:srgbClr val="002060"/>
                </a:solidFill>
                <a:latin typeface="Trebuchet MS" panose="020B0603020202020204" pitchFamily="34" charset="0"/>
              </a:rPr>
              <a:t> de Activos 2024, 2025, 2026 YTD</a:t>
            </a:r>
          </a:p>
        </p:txBody>
      </p:sp>
      <p:sp>
        <p:nvSpPr>
          <p:cNvPr id="5" name="Rectangle 4">
            <a:extLst>
              <a:ext uri="{FF2B5EF4-FFF2-40B4-BE49-F238E27FC236}">
                <a16:creationId xmlns:a16="http://schemas.microsoft.com/office/drawing/2014/main" id="{34E613B7-4A16-2951-AA6B-9CEC6A4D657E}"/>
              </a:ext>
            </a:extLst>
          </p:cNvPr>
          <p:cNvSpPr/>
          <p:nvPr/>
        </p:nvSpPr>
        <p:spPr>
          <a:xfrm>
            <a:off x="611559" y="5877272"/>
            <a:ext cx="7992890" cy="278551"/>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6" name="Rectangle 5">
            <a:extLst>
              <a:ext uri="{FF2B5EF4-FFF2-40B4-BE49-F238E27FC236}">
                <a16:creationId xmlns:a16="http://schemas.microsoft.com/office/drawing/2014/main" id="{17AD85B1-1114-1AD6-6FA6-AC2030842567}"/>
              </a:ext>
            </a:extLst>
          </p:cNvPr>
          <p:cNvSpPr/>
          <p:nvPr/>
        </p:nvSpPr>
        <p:spPr>
          <a:xfrm>
            <a:off x="611559" y="1594195"/>
            <a:ext cx="7992890" cy="28803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2" name="Rectangle 1">
            <a:extLst>
              <a:ext uri="{FF2B5EF4-FFF2-40B4-BE49-F238E27FC236}">
                <a16:creationId xmlns:a16="http://schemas.microsoft.com/office/drawing/2014/main" id="{5FC7F411-EEFA-4AEF-26F5-62038018526F}"/>
              </a:ext>
            </a:extLst>
          </p:cNvPr>
          <p:cNvSpPr/>
          <p:nvPr/>
        </p:nvSpPr>
        <p:spPr>
          <a:xfrm>
            <a:off x="7452320" y="160338"/>
            <a:ext cx="1691680" cy="852670"/>
          </a:xfrm>
          <a:prstGeom prst="rect">
            <a:avLst/>
          </a:prstGeom>
          <a:solidFill>
            <a:srgbClr val="1E2E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8" name="Rectangle 7">
            <a:extLst>
              <a:ext uri="{FF2B5EF4-FFF2-40B4-BE49-F238E27FC236}">
                <a16:creationId xmlns:a16="http://schemas.microsoft.com/office/drawing/2014/main" id="{81FCB79A-73C6-391E-2349-032AF98BB9AB}"/>
              </a:ext>
            </a:extLst>
          </p:cNvPr>
          <p:cNvSpPr/>
          <p:nvPr/>
        </p:nvSpPr>
        <p:spPr>
          <a:xfrm>
            <a:off x="611559" y="1890879"/>
            <a:ext cx="7992890" cy="28803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Tree>
    <p:extLst>
      <p:ext uri="{BB962C8B-B14F-4D97-AF65-F5344CB8AC3E}">
        <p14:creationId xmlns:p14="http://schemas.microsoft.com/office/powerpoint/2010/main" val="17745471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F33042-2AF3-478C-67C6-813833F81E7B}"/>
            </a:ext>
          </a:extLst>
        </p:cNvPr>
        <p:cNvGrpSpPr/>
        <p:nvPr/>
      </p:nvGrpSpPr>
      <p:grpSpPr>
        <a:xfrm>
          <a:off x="0" y="0"/>
          <a:ext cx="0" cy="0"/>
          <a:chOff x="0" y="0"/>
          <a:chExt cx="0" cy="0"/>
        </a:xfrm>
      </p:grpSpPr>
      <p:graphicFrame>
        <p:nvGraphicFramePr>
          <p:cNvPr id="2" name="Chart 1">
            <a:extLst>
              <a:ext uri="{FF2B5EF4-FFF2-40B4-BE49-F238E27FC236}">
                <a16:creationId xmlns:a16="http://schemas.microsoft.com/office/drawing/2014/main" id="{00000000-0008-0000-0300-000005000000}"/>
              </a:ext>
            </a:extLst>
          </p:cNvPr>
          <p:cNvGraphicFramePr>
            <a:graphicFrameLocks/>
          </p:cNvGraphicFramePr>
          <p:nvPr>
            <p:extLst>
              <p:ext uri="{D42A27DB-BD31-4B8C-83A1-F6EECF244321}">
                <p14:modId xmlns:p14="http://schemas.microsoft.com/office/powerpoint/2010/main" val="3417378651"/>
              </p:ext>
            </p:extLst>
          </p:nvPr>
        </p:nvGraphicFramePr>
        <p:xfrm>
          <a:off x="5004048" y="1669619"/>
          <a:ext cx="3732622" cy="4559252"/>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 name="Chart 4">
            <a:extLst>
              <a:ext uri="{FF2B5EF4-FFF2-40B4-BE49-F238E27FC236}">
                <a16:creationId xmlns:a16="http://schemas.microsoft.com/office/drawing/2014/main" id="{1096D1AA-31A6-E77D-15B1-80BB7443C58B}"/>
              </a:ext>
            </a:extLst>
          </p:cNvPr>
          <p:cNvGraphicFramePr>
            <a:graphicFrameLocks/>
          </p:cNvGraphicFramePr>
          <p:nvPr>
            <p:extLst>
              <p:ext uri="{D42A27DB-BD31-4B8C-83A1-F6EECF244321}">
                <p14:modId xmlns:p14="http://schemas.microsoft.com/office/powerpoint/2010/main" val="3769460691"/>
              </p:ext>
            </p:extLst>
          </p:nvPr>
        </p:nvGraphicFramePr>
        <p:xfrm>
          <a:off x="185889" y="1464165"/>
          <a:ext cx="5009626" cy="4764706"/>
        </p:xfrm>
        <a:graphic>
          <a:graphicData uri="http://schemas.openxmlformats.org/drawingml/2006/chart">
            <c:chart xmlns:c="http://schemas.openxmlformats.org/drawingml/2006/chart" xmlns:r="http://schemas.openxmlformats.org/officeDocument/2006/relationships" r:id="rId4"/>
          </a:graphicData>
        </a:graphic>
      </p:graphicFrame>
      <p:sp>
        <p:nvSpPr>
          <p:cNvPr id="18" name="Rectangle 17">
            <a:extLst>
              <a:ext uri="{FF2B5EF4-FFF2-40B4-BE49-F238E27FC236}">
                <a16:creationId xmlns:a16="http://schemas.microsoft.com/office/drawing/2014/main" id="{EF0F49D9-0437-D2FA-51A6-755B2FC20823}"/>
              </a:ext>
            </a:extLst>
          </p:cNvPr>
          <p:cNvSpPr/>
          <p:nvPr/>
        </p:nvSpPr>
        <p:spPr>
          <a:xfrm>
            <a:off x="0" y="6439022"/>
            <a:ext cx="9157280" cy="45261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9" name="Rectangle 8">
            <a:extLst>
              <a:ext uri="{FF2B5EF4-FFF2-40B4-BE49-F238E27FC236}">
                <a16:creationId xmlns:a16="http://schemas.microsoft.com/office/drawing/2014/main" id="{752F4502-7796-9312-B5FC-7EF1E10FFE4D}"/>
              </a:ext>
            </a:extLst>
          </p:cNvPr>
          <p:cNvSpPr/>
          <p:nvPr/>
        </p:nvSpPr>
        <p:spPr>
          <a:xfrm>
            <a:off x="7092280" y="160338"/>
            <a:ext cx="2051720" cy="830997"/>
          </a:xfrm>
          <a:prstGeom prst="rect">
            <a:avLst/>
          </a:prstGeom>
          <a:solidFill>
            <a:srgbClr val="1E2E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28" name="Rectangle 27">
            <a:extLst>
              <a:ext uri="{FF2B5EF4-FFF2-40B4-BE49-F238E27FC236}">
                <a16:creationId xmlns:a16="http://schemas.microsoft.com/office/drawing/2014/main" id="{C7C6A3F0-68BE-4EB3-22E3-F417D617FE04}"/>
              </a:ext>
            </a:extLst>
          </p:cNvPr>
          <p:cNvSpPr>
            <a:spLocks noChangeArrowheads="1"/>
          </p:cNvSpPr>
          <p:nvPr/>
        </p:nvSpPr>
        <p:spPr bwMode="auto">
          <a:xfrm>
            <a:off x="179388" y="221739"/>
            <a:ext cx="8964612" cy="830997"/>
          </a:xfrm>
          <a:prstGeom prst="rect">
            <a:avLst/>
          </a:prstGeom>
          <a:noFill/>
          <a:ln w="9525">
            <a:noFill/>
            <a:miter lim="800000"/>
            <a:headEnd/>
            <a:tailEnd/>
          </a:ln>
        </p:spPr>
        <p:txBody>
          <a:bodyPr wrap="square">
            <a:spAutoFit/>
          </a:bodyPr>
          <a:lstStyle/>
          <a:p>
            <a:r>
              <a:rPr lang="es-MX" sz="2800" b="1" dirty="0">
                <a:solidFill>
                  <a:schemeClr val="bg1"/>
                </a:solidFill>
                <a:latin typeface="Trebuchet MS" pitchFamily="34" charset="0"/>
              </a:rPr>
              <a:t>2.4.2 </a:t>
            </a:r>
            <a:r>
              <a:rPr lang="es-MX" sz="2800" b="1" dirty="0" err="1">
                <a:solidFill>
                  <a:schemeClr val="bg1"/>
                </a:solidFill>
                <a:latin typeface="Trebuchet MS" pitchFamily="34" charset="0"/>
              </a:rPr>
              <a:t>Review</a:t>
            </a:r>
            <a:r>
              <a:rPr lang="es-MX" sz="2800" b="1" dirty="0">
                <a:solidFill>
                  <a:schemeClr val="bg1"/>
                </a:solidFill>
                <a:latin typeface="Trebuchet MS" pitchFamily="34" charset="0"/>
              </a:rPr>
              <a:t> de rendimientos</a:t>
            </a:r>
          </a:p>
          <a:p>
            <a:r>
              <a:rPr lang="es-ES" sz="2000" b="1" dirty="0">
                <a:solidFill>
                  <a:schemeClr val="bg1"/>
                </a:solidFill>
                <a:latin typeface="Trebuchet MS" pitchFamily="34" charset="0"/>
              </a:rPr>
              <a:t>Petróleo y RV en </a:t>
            </a:r>
            <a:r>
              <a:rPr lang="es-ES" sz="2000" b="1" dirty="0" err="1">
                <a:solidFill>
                  <a:schemeClr val="bg1"/>
                </a:solidFill>
                <a:latin typeface="Trebuchet MS" pitchFamily="34" charset="0"/>
              </a:rPr>
              <a:t>Latam</a:t>
            </a:r>
            <a:r>
              <a:rPr lang="es-ES" sz="2000" b="1" dirty="0">
                <a:solidFill>
                  <a:schemeClr val="bg1"/>
                </a:solidFill>
                <a:latin typeface="Trebuchet MS" pitchFamily="34" charset="0"/>
              </a:rPr>
              <a:t> está liderando en lo que va del año</a:t>
            </a:r>
            <a:endParaRPr lang="es-PE" sz="2000" b="1" dirty="0">
              <a:solidFill>
                <a:schemeClr val="bg1"/>
              </a:solidFill>
              <a:latin typeface="Trebuchet MS" pitchFamily="34" charset="0"/>
            </a:endParaRPr>
          </a:p>
        </p:txBody>
      </p:sp>
      <p:sp>
        <p:nvSpPr>
          <p:cNvPr id="10" name="Rectangle 9">
            <a:extLst>
              <a:ext uri="{FF2B5EF4-FFF2-40B4-BE49-F238E27FC236}">
                <a16:creationId xmlns:a16="http://schemas.microsoft.com/office/drawing/2014/main" id="{1F7DD8F6-2569-DFA8-17D3-3643E78ED924}"/>
              </a:ext>
            </a:extLst>
          </p:cNvPr>
          <p:cNvSpPr/>
          <p:nvPr/>
        </p:nvSpPr>
        <p:spPr>
          <a:xfrm>
            <a:off x="323528" y="1338767"/>
            <a:ext cx="3943816" cy="276999"/>
          </a:xfrm>
          <a:prstGeom prst="rect">
            <a:avLst/>
          </a:prstGeom>
        </p:spPr>
        <p:txBody>
          <a:bodyPr wrap="square">
            <a:spAutoFit/>
          </a:bodyPr>
          <a:lstStyle/>
          <a:p>
            <a:r>
              <a:rPr lang="es-ES" sz="1200" b="1" u="sng" dirty="0">
                <a:solidFill>
                  <a:srgbClr val="17375E"/>
                </a:solidFill>
                <a:latin typeface="Trebuchet MS" panose="020B0603020202020204" pitchFamily="34" charset="0"/>
                <a:cs typeface="Arial" panose="020B0604020202020204" pitchFamily="34" charset="0"/>
              </a:rPr>
              <a:t>Renta variable y renta fija</a:t>
            </a:r>
            <a:endParaRPr lang="es-PE" sz="1000" b="1" u="sng" dirty="0">
              <a:solidFill>
                <a:srgbClr val="17375E"/>
              </a:solidFill>
              <a:latin typeface="Trebuchet MS" panose="020B0603020202020204" pitchFamily="34" charset="0"/>
              <a:cs typeface="Arial" panose="020B0604020202020204" pitchFamily="34" charset="0"/>
            </a:endParaRPr>
          </a:p>
        </p:txBody>
      </p:sp>
      <p:sp>
        <p:nvSpPr>
          <p:cNvPr id="12" name="Rectangle 11">
            <a:extLst>
              <a:ext uri="{FF2B5EF4-FFF2-40B4-BE49-F238E27FC236}">
                <a16:creationId xmlns:a16="http://schemas.microsoft.com/office/drawing/2014/main" id="{8FB512EE-B4F9-A43B-068C-A32DDC87001F}"/>
              </a:ext>
            </a:extLst>
          </p:cNvPr>
          <p:cNvSpPr/>
          <p:nvPr/>
        </p:nvSpPr>
        <p:spPr>
          <a:xfrm>
            <a:off x="4644008" y="1338767"/>
            <a:ext cx="3943816" cy="276999"/>
          </a:xfrm>
          <a:prstGeom prst="rect">
            <a:avLst/>
          </a:prstGeom>
        </p:spPr>
        <p:txBody>
          <a:bodyPr wrap="square">
            <a:spAutoFit/>
          </a:bodyPr>
          <a:lstStyle/>
          <a:p>
            <a:r>
              <a:rPr lang="es-ES" sz="1200" b="1" u="sng" dirty="0">
                <a:solidFill>
                  <a:srgbClr val="17375E"/>
                </a:solidFill>
                <a:latin typeface="Trebuchet MS" panose="020B0603020202020204" pitchFamily="34" charset="0"/>
                <a:cs typeface="Arial" panose="020B0604020202020204" pitchFamily="34" charset="0"/>
              </a:rPr>
              <a:t>FX &amp; commodities</a:t>
            </a:r>
            <a:endParaRPr lang="es-PE" sz="1000" b="1" u="sng" dirty="0">
              <a:solidFill>
                <a:srgbClr val="17375E"/>
              </a:solidFill>
              <a:latin typeface="Trebuchet MS" panose="020B0603020202020204" pitchFamily="34" charset="0"/>
              <a:cs typeface="Arial" panose="020B0604020202020204" pitchFamily="34" charset="0"/>
            </a:endParaRPr>
          </a:p>
        </p:txBody>
      </p:sp>
      <p:sp>
        <p:nvSpPr>
          <p:cNvPr id="11" name="Slide Number Placeholder 3">
            <a:extLst>
              <a:ext uri="{FF2B5EF4-FFF2-40B4-BE49-F238E27FC236}">
                <a16:creationId xmlns:a16="http://schemas.microsoft.com/office/drawing/2014/main" id="{CC524840-27A8-F1B4-AA9A-3BF17041B6F8}"/>
              </a:ext>
            </a:extLst>
          </p:cNvPr>
          <p:cNvSpPr txBox="1">
            <a:spLocks/>
          </p:cNvSpPr>
          <p:nvPr/>
        </p:nvSpPr>
        <p:spPr>
          <a:xfrm>
            <a:off x="7023680" y="6492875"/>
            <a:ext cx="2120320" cy="398763"/>
          </a:xfrm>
          <a:prstGeom prst="rect">
            <a:avLst/>
          </a:prstGeom>
        </p:spPr>
        <p:txBody>
          <a:bodyPr vert="horz" lIns="91440" tIns="45720" rIns="91440" bIns="45720" rtlCol="0" anchor="ctr"/>
          <a:lstStyle>
            <a:defPPr>
              <a:defRPr lang="es-PE"/>
            </a:defPPr>
            <a:lvl1pPr algn="r" rtl="0" fontAlgn="auto">
              <a:spcBef>
                <a:spcPts val="0"/>
              </a:spcBef>
              <a:spcAft>
                <a:spcPts val="0"/>
              </a:spcAft>
              <a:defRPr sz="1200" kern="1200">
                <a:solidFill>
                  <a:prstClr val="black">
                    <a:tint val="75000"/>
                  </a:prstClr>
                </a:solidFill>
                <a:latin typeface="+mn-lt"/>
                <a:ea typeface="+mn-ea"/>
                <a:cs typeface="+mn-cs"/>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defRPr/>
            </a:pPr>
            <a:fld id="{EC67D77E-0A59-4F4C-9494-FAA2C5A60E2D}" type="slidenum">
              <a:rPr lang="es-PE" smtClean="0">
                <a:latin typeface="Calibri"/>
              </a:rPr>
              <a:pPr>
                <a:defRPr/>
              </a:pPr>
              <a:t>2</a:t>
            </a:fld>
            <a:endParaRPr lang="es-PE" dirty="0">
              <a:latin typeface="Calibri"/>
            </a:endParaRPr>
          </a:p>
        </p:txBody>
      </p:sp>
      <p:sp>
        <p:nvSpPr>
          <p:cNvPr id="6" name="Rectangle 5">
            <a:extLst>
              <a:ext uri="{FF2B5EF4-FFF2-40B4-BE49-F238E27FC236}">
                <a16:creationId xmlns:a16="http://schemas.microsoft.com/office/drawing/2014/main" id="{D9758AAB-A647-E6E1-7F5B-67D1D319726C}"/>
              </a:ext>
            </a:extLst>
          </p:cNvPr>
          <p:cNvSpPr/>
          <p:nvPr/>
        </p:nvSpPr>
        <p:spPr>
          <a:xfrm>
            <a:off x="35496" y="6597352"/>
            <a:ext cx="8784976" cy="215444"/>
          </a:xfrm>
          <a:prstGeom prst="rect">
            <a:avLst/>
          </a:prstGeom>
        </p:spPr>
        <p:txBody>
          <a:bodyPr wrap="square">
            <a:spAutoFit/>
          </a:bodyPr>
          <a:lstStyle/>
          <a:p>
            <a:pPr algn="just"/>
            <a:r>
              <a:rPr lang="es-PE" sz="800" i="1" dirty="0">
                <a:solidFill>
                  <a:schemeClr val="tx2"/>
                </a:solidFill>
                <a:latin typeface="Trebuchet MS" pitchFamily="34" charset="0"/>
              </a:rPr>
              <a:t>Fuente: </a:t>
            </a:r>
            <a:r>
              <a:rPr lang="es-ES" sz="800" i="1" dirty="0">
                <a:solidFill>
                  <a:schemeClr val="tx2"/>
                </a:solidFill>
                <a:latin typeface="Trebuchet MS" pitchFamily="34" charset="0"/>
              </a:rPr>
              <a:t>Bloomberg. YTD/MTD al 16/10/2026</a:t>
            </a:r>
            <a:endParaRPr lang="es-PE" sz="800" i="1" dirty="0">
              <a:solidFill>
                <a:srgbClr val="00206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530667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AutoShape 2" descr="BCA Research - Chart"/>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PE"/>
          </a:p>
        </p:txBody>
      </p:sp>
      <p:sp>
        <p:nvSpPr>
          <p:cNvPr id="15" name="Rectangle 14">
            <a:extLst>
              <a:ext uri="{FF2B5EF4-FFF2-40B4-BE49-F238E27FC236}">
                <a16:creationId xmlns:a16="http://schemas.microsoft.com/office/drawing/2014/main" id="{0553291A-5F50-47D4-BBF2-4F9A70BC7F1C}"/>
              </a:ext>
            </a:extLst>
          </p:cNvPr>
          <p:cNvSpPr>
            <a:spLocks noChangeArrowheads="1"/>
          </p:cNvSpPr>
          <p:nvPr/>
        </p:nvSpPr>
        <p:spPr bwMode="auto">
          <a:xfrm>
            <a:off x="179387" y="221739"/>
            <a:ext cx="8260528" cy="830997"/>
          </a:xfrm>
          <a:prstGeom prst="rect">
            <a:avLst/>
          </a:prstGeom>
          <a:noFill/>
          <a:ln w="9525">
            <a:noFill/>
            <a:miter lim="800000"/>
            <a:headEnd/>
            <a:tailEnd/>
          </a:ln>
        </p:spPr>
        <p:txBody>
          <a:bodyPr wrap="square">
            <a:spAutoFit/>
          </a:bodyPr>
          <a:lstStyle/>
          <a:p>
            <a:r>
              <a:rPr lang="es-MX" sz="2800" b="1" dirty="0">
                <a:solidFill>
                  <a:schemeClr val="bg1"/>
                </a:solidFill>
                <a:latin typeface="Trebuchet MS" pitchFamily="34" charset="0"/>
              </a:rPr>
              <a:t>2.4.3 Seguimiento de corto plazo – Macro</a:t>
            </a:r>
          </a:p>
          <a:p>
            <a:r>
              <a:rPr lang="es-ES" sz="2000" b="1" dirty="0">
                <a:solidFill>
                  <a:schemeClr val="bg1"/>
                </a:solidFill>
                <a:latin typeface="Trebuchet MS" pitchFamily="34" charset="0"/>
              </a:rPr>
              <a:t>La fortaleza del empleo muestra señales de normalización</a:t>
            </a:r>
            <a:endParaRPr lang="es-PE" sz="2000" b="1" dirty="0">
              <a:solidFill>
                <a:schemeClr val="bg1"/>
              </a:solidFill>
              <a:latin typeface="Trebuchet MS" pitchFamily="34" charset="0"/>
            </a:endParaRPr>
          </a:p>
        </p:txBody>
      </p:sp>
      <p:sp>
        <p:nvSpPr>
          <p:cNvPr id="18" name="Slide Number Placeholder 3">
            <a:extLst>
              <a:ext uri="{FF2B5EF4-FFF2-40B4-BE49-F238E27FC236}">
                <a16:creationId xmlns:a16="http://schemas.microsoft.com/office/drawing/2014/main" id="{6F3C34F5-1934-4D94-B8DA-FB8833E0E925}"/>
              </a:ext>
            </a:extLst>
          </p:cNvPr>
          <p:cNvSpPr>
            <a:spLocks noGrp="1"/>
          </p:cNvSpPr>
          <p:nvPr>
            <p:ph type="sldNum" sz="quarter" idx="12"/>
          </p:nvPr>
        </p:nvSpPr>
        <p:spPr>
          <a:xfrm>
            <a:off x="7023680" y="6492875"/>
            <a:ext cx="212032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C67D77E-0A59-4F4C-9494-FAA2C5A60E2D}" type="slidenum">
              <a:rPr kumimoji="0" lang="es-PE"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s-PE"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44" name="TextBox 43">
            <a:extLst>
              <a:ext uri="{FF2B5EF4-FFF2-40B4-BE49-F238E27FC236}">
                <a16:creationId xmlns:a16="http://schemas.microsoft.com/office/drawing/2014/main" id="{94A87EFF-6219-4984-819D-8C3D3A7AA3E9}"/>
              </a:ext>
            </a:extLst>
          </p:cNvPr>
          <p:cNvSpPr txBox="1"/>
          <p:nvPr/>
        </p:nvSpPr>
        <p:spPr>
          <a:xfrm>
            <a:off x="-756592" y="1279941"/>
            <a:ext cx="4039205" cy="276999"/>
          </a:xfrm>
          <a:prstGeom prst="rect">
            <a:avLst/>
          </a:prstGeom>
          <a:noFill/>
        </p:spPr>
        <p:txBody>
          <a:bodyPr wrap="square" rtlCol="0">
            <a:spAutoFit/>
          </a:bodyPr>
          <a:lstStyle/>
          <a:p>
            <a:pPr algn="r"/>
            <a:r>
              <a:rPr lang="es-PE" sz="1200" b="1" u="sng" dirty="0">
                <a:solidFill>
                  <a:srgbClr val="002060"/>
                </a:solidFill>
                <a:latin typeface="Trebuchet MS" panose="020B0603020202020204" pitchFamily="34" charset="0"/>
              </a:rPr>
              <a:t>Evolución US Non-</a:t>
            </a:r>
            <a:r>
              <a:rPr lang="es-PE" sz="1200" b="1" u="sng" dirty="0" err="1">
                <a:solidFill>
                  <a:srgbClr val="002060"/>
                </a:solidFill>
                <a:latin typeface="Trebuchet MS" panose="020B0603020202020204" pitchFamily="34" charset="0"/>
              </a:rPr>
              <a:t>Farm</a:t>
            </a:r>
            <a:r>
              <a:rPr lang="es-PE" sz="1200" b="1" u="sng" dirty="0">
                <a:solidFill>
                  <a:srgbClr val="002060"/>
                </a:solidFill>
                <a:latin typeface="Trebuchet MS" panose="020B0603020202020204" pitchFamily="34" charset="0"/>
              </a:rPr>
              <a:t> </a:t>
            </a:r>
            <a:r>
              <a:rPr lang="es-PE" sz="1200" b="1" u="sng" dirty="0" err="1">
                <a:solidFill>
                  <a:srgbClr val="002060"/>
                </a:solidFill>
                <a:latin typeface="Trebuchet MS" panose="020B0603020202020204" pitchFamily="34" charset="0"/>
              </a:rPr>
              <a:t>Payrolls</a:t>
            </a:r>
            <a:r>
              <a:rPr lang="es-PE" sz="1200" b="1" u="sng" dirty="0">
                <a:solidFill>
                  <a:srgbClr val="002060"/>
                </a:solidFill>
                <a:latin typeface="Trebuchet MS" panose="020B0603020202020204" pitchFamily="34" charset="0"/>
              </a:rPr>
              <a:t> (</a:t>
            </a:r>
            <a:r>
              <a:rPr lang="es-PE" sz="1200" b="1" u="sng" dirty="0" err="1">
                <a:solidFill>
                  <a:srgbClr val="002060"/>
                </a:solidFill>
                <a:latin typeface="Trebuchet MS" panose="020B0603020202020204" pitchFamily="34" charset="0"/>
              </a:rPr>
              <a:t>MoM</a:t>
            </a:r>
            <a:r>
              <a:rPr lang="es-PE" sz="1200" b="1" u="sng" dirty="0">
                <a:solidFill>
                  <a:srgbClr val="002060"/>
                </a:solidFill>
                <a:latin typeface="Trebuchet MS" panose="020B0603020202020204" pitchFamily="34" charset="0"/>
              </a:rPr>
              <a:t>)</a:t>
            </a:r>
          </a:p>
        </p:txBody>
      </p:sp>
      <p:sp>
        <p:nvSpPr>
          <p:cNvPr id="6" name="Rectangle 5">
            <a:extLst>
              <a:ext uri="{FF2B5EF4-FFF2-40B4-BE49-F238E27FC236}">
                <a16:creationId xmlns:a16="http://schemas.microsoft.com/office/drawing/2014/main" id="{650B3456-FD77-257D-3AD1-A5B3FC8BCC99}"/>
              </a:ext>
            </a:extLst>
          </p:cNvPr>
          <p:cNvSpPr/>
          <p:nvPr/>
        </p:nvSpPr>
        <p:spPr>
          <a:xfrm>
            <a:off x="35496" y="6597352"/>
            <a:ext cx="8784976" cy="215444"/>
          </a:xfrm>
          <a:prstGeom prst="rect">
            <a:avLst/>
          </a:prstGeom>
        </p:spPr>
        <p:txBody>
          <a:bodyPr wrap="square">
            <a:spAutoFit/>
          </a:bodyPr>
          <a:lstStyle/>
          <a:p>
            <a:pPr algn="just"/>
            <a:r>
              <a:rPr lang="es-PE" sz="800" i="1" dirty="0">
                <a:solidFill>
                  <a:schemeClr val="tx2"/>
                </a:solidFill>
                <a:latin typeface="Trebuchet MS" pitchFamily="34" charset="0"/>
              </a:rPr>
              <a:t>Fuente: </a:t>
            </a:r>
            <a:r>
              <a:rPr lang="es-ES" sz="800" i="1" dirty="0">
                <a:solidFill>
                  <a:schemeClr val="tx2"/>
                </a:solidFill>
                <a:latin typeface="Trebuchet MS" pitchFamily="34" charset="0"/>
              </a:rPr>
              <a:t>Bloomberg y Reuters. </a:t>
            </a:r>
            <a:r>
              <a:rPr lang="es-PE" sz="800" i="1" dirty="0">
                <a:solidFill>
                  <a:schemeClr val="tx2"/>
                </a:solidFill>
                <a:latin typeface="Trebuchet MS" pitchFamily="34" charset="0"/>
              </a:rPr>
              <a:t>Al 16/10/2026  </a:t>
            </a:r>
            <a:endParaRPr lang="es-PE" sz="800" i="1" dirty="0">
              <a:solidFill>
                <a:srgbClr val="002060"/>
              </a:solidFill>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E33768C8-7F10-D0FA-7791-DA53C26780C6}"/>
              </a:ext>
            </a:extLst>
          </p:cNvPr>
          <p:cNvSpPr txBox="1"/>
          <p:nvPr/>
        </p:nvSpPr>
        <p:spPr>
          <a:xfrm>
            <a:off x="3619344" y="1279941"/>
            <a:ext cx="4913096" cy="276999"/>
          </a:xfrm>
          <a:prstGeom prst="rect">
            <a:avLst/>
          </a:prstGeom>
          <a:noFill/>
        </p:spPr>
        <p:txBody>
          <a:bodyPr wrap="square" rtlCol="0">
            <a:spAutoFit/>
          </a:bodyPr>
          <a:lstStyle/>
          <a:p>
            <a:pPr algn="ctr"/>
            <a:r>
              <a:rPr lang="es-PE" sz="1200" b="1" u="sng" dirty="0">
                <a:solidFill>
                  <a:srgbClr val="002060"/>
                </a:solidFill>
                <a:latin typeface="Trebuchet MS" panose="020B0603020202020204" pitchFamily="34" charset="0"/>
              </a:rPr>
              <a:t>Prior: 162k</a:t>
            </a:r>
            <a:r>
              <a:rPr lang="es-PE" sz="1200" b="1" dirty="0">
                <a:solidFill>
                  <a:srgbClr val="002060"/>
                </a:solidFill>
                <a:latin typeface="Trebuchet MS" panose="020B0603020202020204" pitchFamily="34" charset="0"/>
              </a:rPr>
              <a:t>                      </a:t>
            </a:r>
            <a:r>
              <a:rPr lang="es-PE" sz="1200" b="1" u="sng" dirty="0">
                <a:solidFill>
                  <a:srgbClr val="002060"/>
                </a:solidFill>
                <a:latin typeface="Trebuchet MS" panose="020B0603020202020204" pitchFamily="34" charset="0"/>
              </a:rPr>
              <a:t>Actual: 29k</a:t>
            </a:r>
            <a:r>
              <a:rPr lang="es-PE" sz="1200" b="1" dirty="0">
                <a:solidFill>
                  <a:srgbClr val="002060"/>
                </a:solidFill>
                <a:latin typeface="Trebuchet MS" panose="020B0603020202020204" pitchFamily="34" charset="0"/>
              </a:rPr>
              <a:t>                      </a:t>
            </a:r>
            <a:r>
              <a:rPr lang="es-PE" sz="1200" b="1" u="sng" dirty="0">
                <a:solidFill>
                  <a:srgbClr val="002060"/>
                </a:solidFill>
                <a:latin typeface="Trebuchet MS" panose="020B0603020202020204" pitchFamily="34" charset="0"/>
              </a:rPr>
              <a:t>Survey: 90K</a:t>
            </a:r>
          </a:p>
        </p:txBody>
      </p:sp>
      <p:graphicFrame>
        <p:nvGraphicFramePr>
          <p:cNvPr id="13" name="Object 12">
            <a:extLst>
              <a:ext uri="{FF2B5EF4-FFF2-40B4-BE49-F238E27FC236}">
                <a16:creationId xmlns:a16="http://schemas.microsoft.com/office/drawing/2014/main" id="{32236323-C78F-A471-623A-C9FEFEB79E46}"/>
              </a:ext>
            </a:extLst>
          </p:cNvPr>
          <p:cNvGraphicFramePr>
            <a:graphicFrameLocks noChangeAspect="1"/>
          </p:cNvGraphicFramePr>
          <p:nvPr>
            <p:extLst>
              <p:ext uri="{D42A27DB-BD31-4B8C-83A1-F6EECF244321}">
                <p14:modId xmlns:p14="http://schemas.microsoft.com/office/powerpoint/2010/main" val="1805872693"/>
              </p:ext>
            </p:extLst>
          </p:nvPr>
        </p:nvGraphicFramePr>
        <p:xfrm>
          <a:off x="611560" y="1574696"/>
          <a:ext cx="7920880" cy="4837182"/>
        </p:xfrm>
        <a:graphic>
          <a:graphicData uri="http://schemas.openxmlformats.org/presentationml/2006/ole">
            <mc:AlternateContent xmlns:mc="http://schemas.openxmlformats.org/markup-compatibility/2006">
              <mc:Choice xmlns:v="urn:schemas-microsoft-com:vml" Requires="v">
                <p:oleObj name="Macrobond document" r:id="rId3" imgW="9392381" imgH="7268301" progId="Mbnd.mbnd">
                  <p:embed/>
                </p:oleObj>
              </mc:Choice>
              <mc:Fallback>
                <p:oleObj name="Macrobond document" r:id="rId3" imgW="9392381" imgH="7268301" progId="Mbnd.mbnd">
                  <p:embed/>
                  <p:pic>
                    <p:nvPicPr>
                      <p:cNvPr id="0" name=""/>
                      <p:cNvPicPr/>
                      <p:nvPr/>
                    </p:nvPicPr>
                    <p:blipFill>
                      <a:blip r:embed="rId4"/>
                      <a:stretch>
                        <a:fillRect/>
                      </a:stretch>
                    </p:blipFill>
                    <p:spPr>
                      <a:xfrm>
                        <a:off x="611560" y="1574696"/>
                        <a:ext cx="7920880" cy="4837182"/>
                      </a:xfrm>
                      <a:prstGeom prst="rect">
                        <a:avLst/>
                      </a:prstGeom>
                    </p:spPr>
                  </p:pic>
                </p:oleObj>
              </mc:Fallback>
            </mc:AlternateContent>
          </a:graphicData>
        </a:graphic>
      </p:graphicFrame>
    </p:spTree>
    <p:extLst>
      <p:ext uri="{BB962C8B-B14F-4D97-AF65-F5344CB8AC3E}">
        <p14:creationId xmlns:p14="http://schemas.microsoft.com/office/powerpoint/2010/main" val="40093826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9A30CD-D254-4299-E777-3C92056AC00F}"/>
            </a:ext>
          </a:extLst>
        </p:cNvPr>
        <p:cNvGrpSpPr/>
        <p:nvPr/>
      </p:nvGrpSpPr>
      <p:grpSpPr>
        <a:xfrm>
          <a:off x="0" y="0"/>
          <a:ext cx="0" cy="0"/>
          <a:chOff x="0" y="0"/>
          <a:chExt cx="0" cy="0"/>
        </a:xfrm>
      </p:grpSpPr>
      <p:sp>
        <p:nvSpPr>
          <p:cNvPr id="27650" name="AutoShape 2" descr="BCA Research - Chart">
            <a:extLst>
              <a:ext uri="{FF2B5EF4-FFF2-40B4-BE49-F238E27FC236}">
                <a16:creationId xmlns:a16="http://schemas.microsoft.com/office/drawing/2014/main" id="{9E029878-E3E8-4620-81F3-225233558B74}"/>
              </a:ext>
            </a:extLst>
          </p:cNvPr>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PE"/>
          </a:p>
        </p:txBody>
      </p:sp>
      <p:sp>
        <p:nvSpPr>
          <p:cNvPr id="15" name="Rectangle 14">
            <a:extLst>
              <a:ext uri="{FF2B5EF4-FFF2-40B4-BE49-F238E27FC236}">
                <a16:creationId xmlns:a16="http://schemas.microsoft.com/office/drawing/2014/main" id="{B97E5943-F6B0-8082-A1B1-E931BDBC1953}"/>
              </a:ext>
            </a:extLst>
          </p:cNvPr>
          <p:cNvSpPr>
            <a:spLocks noChangeArrowheads="1"/>
          </p:cNvSpPr>
          <p:nvPr/>
        </p:nvSpPr>
        <p:spPr bwMode="auto">
          <a:xfrm>
            <a:off x="179387" y="221739"/>
            <a:ext cx="8260528" cy="830997"/>
          </a:xfrm>
          <a:prstGeom prst="rect">
            <a:avLst/>
          </a:prstGeom>
          <a:noFill/>
          <a:ln w="9525">
            <a:noFill/>
            <a:miter lim="800000"/>
            <a:headEnd/>
            <a:tailEnd/>
          </a:ln>
        </p:spPr>
        <p:txBody>
          <a:bodyPr wrap="square">
            <a:spAutoFit/>
          </a:bodyPr>
          <a:lstStyle/>
          <a:p>
            <a:r>
              <a:rPr lang="es-MX" sz="2800" b="1" dirty="0">
                <a:solidFill>
                  <a:schemeClr val="bg1"/>
                </a:solidFill>
                <a:latin typeface="Trebuchet MS" pitchFamily="34" charset="0"/>
              </a:rPr>
              <a:t>2.4.3 Seguimiento de corto plazo – Macro</a:t>
            </a:r>
          </a:p>
          <a:p>
            <a:r>
              <a:rPr lang="es-ES" sz="2000" b="1" dirty="0">
                <a:solidFill>
                  <a:schemeClr val="bg1"/>
                </a:solidFill>
                <a:latin typeface="Trebuchet MS" pitchFamily="34" charset="0"/>
              </a:rPr>
              <a:t>La manufactura mantiene su expansión</a:t>
            </a:r>
            <a:endParaRPr lang="es-PE" sz="2000" b="1" dirty="0">
              <a:solidFill>
                <a:schemeClr val="bg1"/>
              </a:solidFill>
              <a:latin typeface="Trebuchet MS" pitchFamily="34" charset="0"/>
            </a:endParaRPr>
          </a:p>
        </p:txBody>
      </p:sp>
      <p:sp>
        <p:nvSpPr>
          <p:cNvPr id="18" name="Slide Number Placeholder 3">
            <a:extLst>
              <a:ext uri="{FF2B5EF4-FFF2-40B4-BE49-F238E27FC236}">
                <a16:creationId xmlns:a16="http://schemas.microsoft.com/office/drawing/2014/main" id="{20B92B37-0BC8-75BF-CD4D-6AD6A1EB77D7}"/>
              </a:ext>
            </a:extLst>
          </p:cNvPr>
          <p:cNvSpPr>
            <a:spLocks noGrp="1"/>
          </p:cNvSpPr>
          <p:nvPr>
            <p:ph type="sldNum" sz="quarter" idx="12"/>
          </p:nvPr>
        </p:nvSpPr>
        <p:spPr>
          <a:xfrm>
            <a:off x="7023680" y="6492875"/>
            <a:ext cx="212032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C67D77E-0A59-4F4C-9494-FAA2C5A60E2D}" type="slidenum">
              <a:rPr kumimoji="0" lang="es-PE"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s-PE"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44" name="TextBox 43">
            <a:extLst>
              <a:ext uri="{FF2B5EF4-FFF2-40B4-BE49-F238E27FC236}">
                <a16:creationId xmlns:a16="http://schemas.microsoft.com/office/drawing/2014/main" id="{277039C3-A39D-1AB6-25FF-3ACCB85A1A33}"/>
              </a:ext>
            </a:extLst>
          </p:cNvPr>
          <p:cNvSpPr txBox="1"/>
          <p:nvPr/>
        </p:nvSpPr>
        <p:spPr>
          <a:xfrm>
            <a:off x="-475317" y="1279941"/>
            <a:ext cx="4039205" cy="276999"/>
          </a:xfrm>
          <a:prstGeom prst="rect">
            <a:avLst/>
          </a:prstGeom>
          <a:noFill/>
        </p:spPr>
        <p:txBody>
          <a:bodyPr wrap="square" rtlCol="0">
            <a:spAutoFit/>
          </a:bodyPr>
          <a:lstStyle/>
          <a:p>
            <a:pPr algn="ctr"/>
            <a:r>
              <a:rPr lang="es-PE" sz="1200" b="1" u="sng" dirty="0">
                <a:solidFill>
                  <a:srgbClr val="002060"/>
                </a:solidFill>
                <a:latin typeface="Trebuchet MS" panose="020B0603020202020204" pitchFamily="34" charset="0"/>
              </a:rPr>
              <a:t>Evolución ISM </a:t>
            </a:r>
            <a:r>
              <a:rPr lang="es-PE" sz="1200" b="1" u="sng" dirty="0" err="1">
                <a:solidFill>
                  <a:srgbClr val="002060"/>
                </a:solidFill>
                <a:latin typeface="Trebuchet MS" panose="020B0603020202020204" pitchFamily="34" charset="0"/>
              </a:rPr>
              <a:t>Manufacturing</a:t>
            </a:r>
            <a:r>
              <a:rPr lang="es-PE" sz="1200" b="1" u="sng" dirty="0">
                <a:solidFill>
                  <a:srgbClr val="002060"/>
                </a:solidFill>
                <a:latin typeface="Trebuchet MS" panose="020B0603020202020204" pitchFamily="34" charset="0"/>
              </a:rPr>
              <a:t> PMI</a:t>
            </a:r>
          </a:p>
        </p:txBody>
      </p:sp>
      <p:sp>
        <p:nvSpPr>
          <p:cNvPr id="6" name="Rectangle 5">
            <a:extLst>
              <a:ext uri="{FF2B5EF4-FFF2-40B4-BE49-F238E27FC236}">
                <a16:creationId xmlns:a16="http://schemas.microsoft.com/office/drawing/2014/main" id="{6F8DE50E-1D25-25E9-A6CB-B9EC88066B74}"/>
              </a:ext>
            </a:extLst>
          </p:cNvPr>
          <p:cNvSpPr/>
          <p:nvPr/>
        </p:nvSpPr>
        <p:spPr>
          <a:xfrm>
            <a:off x="35496" y="6597352"/>
            <a:ext cx="8784976" cy="215444"/>
          </a:xfrm>
          <a:prstGeom prst="rect">
            <a:avLst/>
          </a:prstGeom>
        </p:spPr>
        <p:txBody>
          <a:bodyPr wrap="square">
            <a:spAutoFit/>
          </a:bodyPr>
          <a:lstStyle/>
          <a:p>
            <a:pPr algn="just"/>
            <a:r>
              <a:rPr lang="es-PE" sz="800" i="1" dirty="0">
                <a:solidFill>
                  <a:schemeClr val="tx2"/>
                </a:solidFill>
                <a:latin typeface="Trebuchet MS" pitchFamily="34" charset="0"/>
              </a:rPr>
              <a:t>Fuente: </a:t>
            </a:r>
            <a:r>
              <a:rPr lang="es-ES" sz="800" i="1" dirty="0">
                <a:solidFill>
                  <a:schemeClr val="tx2"/>
                </a:solidFill>
                <a:latin typeface="Trebuchet MS" pitchFamily="34" charset="0"/>
              </a:rPr>
              <a:t>Bloomberg y Reuters. </a:t>
            </a:r>
            <a:r>
              <a:rPr lang="es-PE" sz="800" i="1" dirty="0">
                <a:solidFill>
                  <a:schemeClr val="tx2"/>
                </a:solidFill>
                <a:latin typeface="Trebuchet MS" pitchFamily="34" charset="0"/>
              </a:rPr>
              <a:t>Al 16/10/2026 </a:t>
            </a:r>
            <a:endParaRPr lang="es-PE" sz="800" i="1" dirty="0">
              <a:solidFill>
                <a:srgbClr val="002060"/>
              </a:solidFill>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C13F8AC9-0D2E-C969-439E-3446FC8AC350}"/>
              </a:ext>
            </a:extLst>
          </p:cNvPr>
          <p:cNvSpPr txBox="1"/>
          <p:nvPr/>
        </p:nvSpPr>
        <p:spPr>
          <a:xfrm>
            <a:off x="3563888" y="1279941"/>
            <a:ext cx="4913096" cy="276999"/>
          </a:xfrm>
          <a:prstGeom prst="rect">
            <a:avLst/>
          </a:prstGeom>
          <a:noFill/>
        </p:spPr>
        <p:txBody>
          <a:bodyPr wrap="square" rtlCol="0">
            <a:spAutoFit/>
          </a:bodyPr>
          <a:lstStyle/>
          <a:p>
            <a:pPr algn="ctr"/>
            <a:r>
              <a:rPr lang="es-PE" sz="1200" b="1" u="sng" dirty="0">
                <a:solidFill>
                  <a:srgbClr val="002060"/>
                </a:solidFill>
                <a:latin typeface="Trebuchet MS" panose="020B0603020202020204" pitchFamily="34" charset="0"/>
              </a:rPr>
              <a:t>Prior: 54.6</a:t>
            </a:r>
            <a:r>
              <a:rPr lang="es-PE" sz="1200" b="1" dirty="0">
                <a:solidFill>
                  <a:srgbClr val="002060"/>
                </a:solidFill>
                <a:latin typeface="Trebuchet MS" panose="020B0603020202020204" pitchFamily="34" charset="0"/>
              </a:rPr>
              <a:t>                      </a:t>
            </a:r>
            <a:r>
              <a:rPr lang="es-PE" sz="1200" b="1" u="sng" dirty="0">
                <a:solidFill>
                  <a:srgbClr val="002060"/>
                </a:solidFill>
                <a:latin typeface="Trebuchet MS" panose="020B0603020202020204" pitchFamily="34" charset="0"/>
              </a:rPr>
              <a:t>Actual: 54.5</a:t>
            </a:r>
            <a:r>
              <a:rPr lang="es-PE" sz="1200" b="1" dirty="0">
                <a:solidFill>
                  <a:srgbClr val="002060"/>
                </a:solidFill>
                <a:latin typeface="Trebuchet MS" panose="020B0603020202020204" pitchFamily="34" charset="0"/>
              </a:rPr>
              <a:t>                      </a:t>
            </a:r>
            <a:r>
              <a:rPr lang="es-PE" sz="1200" b="1" u="sng" dirty="0">
                <a:solidFill>
                  <a:srgbClr val="002060"/>
                </a:solidFill>
                <a:latin typeface="Trebuchet MS" panose="020B0603020202020204" pitchFamily="34" charset="0"/>
              </a:rPr>
              <a:t>Survey: 55.0</a:t>
            </a:r>
          </a:p>
        </p:txBody>
      </p:sp>
      <p:graphicFrame>
        <p:nvGraphicFramePr>
          <p:cNvPr id="3" name="Object 2">
            <a:extLst>
              <a:ext uri="{FF2B5EF4-FFF2-40B4-BE49-F238E27FC236}">
                <a16:creationId xmlns:a16="http://schemas.microsoft.com/office/drawing/2014/main" id="{0B348828-D061-AA62-BD82-9F74DC782E50}"/>
              </a:ext>
            </a:extLst>
          </p:cNvPr>
          <p:cNvGraphicFramePr>
            <a:graphicFrameLocks noChangeAspect="1"/>
          </p:cNvGraphicFramePr>
          <p:nvPr>
            <p:extLst>
              <p:ext uri="{D42A27DB-BD31-4B8C-83A1-F6EECF244321}">
                <p14:modId xmlns:p14="http://schemas.microsoft.com/office/powerpoint/2010/main" val="996559724"/>
              </p:ext>
            </p:extLst>
          </p:nvPr>
        </p:nvGraphicFramePr>
        <p:xfrm>
          <a:off x="460375" y="1662113"/>
          <a:ext cx="7978775" cy="4719637"/>
        </p:xfrm>
        <a:graphic>
          <a:graphicData uri="http://schemas.openxmlformats.org/presentationml/2006/ole">
            <mc:AlternateContent xmlns:mc="http://schemas.openxmlformats.org/markup-compatibility/2006">
              <mc:Choice xmlns:v="urn:schemas-microsoft-com:vml" Requires="v">
                <p:oleObj name="Macrobond document" r:id="rId3" imgW="9392381" imgH="7268301" progId="Mbnd.mbnd">
                  <p:embed/>
                </p:oleObj>
              </mc:Choice>
              <mc:Fallback>
                <p:oleObj name="Macrobond document" r:id="rId3" imgW="9392381" imgH="7268301" progId="Mbnd.mbnd">
                  <p:embed/>
                  <p:pic>
                    <p:nvPicPr>
                      <p:cNvPr id="0" name=""/>
                      <p:cNvPicPr/>
                      <p:nvPr/>
                    </p:nvPicPr>
                    <p:blipFill>
                      <a:blip r:embed="rId4"/>
                      <a:stretch>
                        <a:fillRect/>
                      </a:stretch>
                    </p:blipFill>
                    <p:spPr>
                      <a:xfrm>
                        <a:off x="460375" y="1662113"/>
                        <a:ext cx="7978775" cy="4719637"/>
                      </a:xfrm>
                      <a:prstGeom prst="rect">
                        <a:avLst/>
                      </a:prstGeom>
                    </p:spPr>
                  </p:pic>
                </p:oleObj>
              </mc:Fallback>
            </mc:AlternateContent>
          </a:graphicData>
        </a:graphic>
      </p:graphicFrame>
    </p:spTree>
    <p:extLst>
      <p:ext uri="{BB962C8B-B14F-4D97-AF65-F5344CB8AC3E}">
        <p14:creationId xmlns:p14="http://schemas.microsoft.com/office/powerpoint/2010/main" val="28149115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741CFA-6FA8-C28E-95C8-45FB6280B223}"/>
            </a:ext>
          </a:extLst>
        </p:cNvPr>
        <p:cNvGrpSpPr/>
        <p:nvPr/>
      </p:nvGrpSpPr>
      <p:grpSpPr>
        <a:xfrm>
          <a:off x="0" y="0"/>
          <a:ext cx="0" cy="0"/>
          <a:chOff x="0" y="0"/>
          <a:chExt cx="0" cy="0"/>
        </a:xfrm>
      </p:grpSpPr>
      <p:graphicFrame>
        <p:nvGraphicFramePr>
          <p:cNvPr id="4" name="Chart 3">
            <a:extLst>
              <a:ext uri="{FF2B5EF4-FFF2-40B4-BE49-F238E27FC236}">
                <a16:creationId xmlns:a16="http://schemas.microsoft.com/office/drawing/2014/main" id="{2BC0C921-7615-DF47-D1ED-122126D175A0}"/>
              </a:ext>
            </a:extLst>
          </p:cNvPr>
          <p:cNvGraphicFramePr>
            <a:graphicFrameLocks/>
          </p:cNvGraphicFramePr>
          <p:nvPr>
            <p:extLst>
              <p:ext uri="{D42A27DB-BD31-4B8C-83A1-F6EECF244321}">
                <p14:modId xmlns:p14="http://schemas.microsoft.com/office/powerpoint/2010/main" val="2341050513"/>
              </p:ext>
            </p:extLst>
          </p:nvPr>
        </p:nvGraphicFramePr>
        <p:xfrm>
          <a:off x="446751" y="1634712"/>
          <a:ext cx="8250497" cy="4410000"/>
        </p:xfrm>
        <a:graphic>
          <a:graphicData uri="http://schemas.openxmlformats.org/drawingml/2006/chart">
            <c:chart xmlns:c="http://schemas.openxmlformats.org/drawingml/2006/chart" xmlns:r="http://schemas.openxmlformats.org/officeDocument/2006/relationships" r:id="rId3"/>
          </a:graphicData>
        </a:graphic>
      </p:graphicFrame>
      <p:sp>
        <p:nvSpPr>
          <p:cNvPr id="27650" name="AutoShape 2" descr="BCA Research - Chart">
            <a:extLst>
              <a:ext uri="{FF2B5EF4-FFF2-40B4-BE49-F238E27FC236}">
                <a16:creationId xmlns:a16="http://schemas.microsoft.com/office/drawing/2014/main" id="{E536E6A8-DAA2-57A1-CEBA-1F452429FF41}"/>
              </a:ext>
            </a:extLst>
          </p:cNvPr>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PE"/>
          </a:p>
        </p:txBody>
      </p:sp>
      <p:sp>
        <p:nvSpPr>
          <p:cNvPr id="15" name="Rectangle 14">
            <a:extLst>
              <a:ext uri="{FF2B5EF4-FFF2-40B4-BE49-F238E27FC236}">
                <a16:creationId xmlns:a16="http://schemas.microsoft.com/office/drawing/2014/main" id="{733DF3A4-E675-2B34-7AD0-B5693ED90E92}"/>
              </a:ext>
            </a:extLst>
          </p:cNvPr>
          <p:cNvSpPr>
            <a:spLocks noChangeArrowheads="1"/>
          </p:cNvSpPr>
          <p:nvPr/>
        </p:nvSpPr>
        <p:spPr bwMode="auto">
          <a:xfrm>
            <a:off x="179387" y="221739"/>
            <a:ext cx="8260528" cy="830997"/>
          </a:xfrm>
          <a:prstGeom prst="rect">
            <a:avLst/>
          </a:prstGeom>
          <a:noFill/>
          <a:ln w="9525">
            <a:noFill/>
            <a:miter lim="800000"/>
            <a:headEnd/>
            <a:tailEnd/>
          </a:ln>
        </p:spPr>
        <p:txBody>
          <a:bodyPr wrap="square">
            <a:spAutoFit/>
          </a:bodyPr>
          <a:lstStyle/>
          <a:p>
            <a:r>
              <a:rPr lang="es-MX" sz="2800" b="1" dirty="0">
                <a:solidFill>
                  <a:schemeClr val="bg1"/>
                </a:solidFill>
                <a:latin typeface="Trebuchet MS" pitchFamily="34" charset="0"/>
              </a:rPr>
              <a:t>2.4.3 Seguimiento de corto plazo – Macro</a:t>
            </a:r>
          </a:p>
          <a:p>
            <a:r>
              <a:rPr lang="es-ES" sz="2000" b="1" dirty="0">
                <a:solidFill>
                  <a:schemeClr val="bg1"/>
                </a:solidFill>
                <a:latin typeface="Trebuchet MS" pitchFamily="34" charset="0"/>
              </a:rPr>
              <a:t>La inflación continúa mostrando persistencia</a:t>
            </a:r>
            <a:endParaRPr lang="es-PE" sz="2800" i="1" dirty="0">
              <a:solidFill>
                <a:schemeClr val="bg1"/>
              </a:solidFill>
              <a:latin typeface="Trebuchet MS" pitchFamily="34" charset="0"/>
            </a:endParaRPr>
          </a:p>
        </p:txBody>
      </p:sp>
      <p:sp>
        <p:nvSpPr>
          <p:cNvPr id="18" name="Slide Number Placeholder 3">
            <a:extLst>
              <a:ext uri="{FF2B5EF4-FFF2-40B4-BE49-F238E27FC236}">
                <a16:creationId xmlns:a16="http://schemas.microsoft.com/office/drawing/2014/main" id="{A24B4F6A-C100-BA62-242E-D5F5FB70A447}"/>
              </a:ext>
            </a:extLst>
          </p:cNvPr>
          <p:cNvSpPr>
            <a:spLocks noGrp="1"/>
          </p:cNvSpPr>
          <p:nvPr>
            <p:ph type="sldNum" sz="quarter" idx="12"/>
          </p:nvPr>
        </p:nvSpPr>
        <p:spPr>
          <a:xfrm>
            <a:off x="7023680" y="6492875"/>
            <a:ext cx="212032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C67D77E-0A59-4F4C-9494-FAA2C5A60E2D}" type="slidenum">
              <a:rPr kumimoji="0" lang="es-PE"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s-PE"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44" name="TextBox 43">
            <a:extLst>
              <a:ext uri="{FF2B5EF4-FFF2-40B4-BE49-F238E27FC236}">
                <a16:creationId xmlns:a16="http://schemas.microsoft.com/office/drawing/2014/main" id="{7DA602D1-5885-B13A-A14B-90D597B61D25}"/>
              </a:ext>
            </a:extLst>
          </p:cNvPr>
          <p:cNvSpPr txBox="1"/>
          <p:nvPr/>
        </p:nvSpPr>
        <p:spPr>
          <a:xfrm>
            <a:off x="-756592" y="1279941"/>
            <a:ext cx="4039205" cy="276999"/>
          </a:xfrm>
          <a:prstGeom prst="rect">
            <a:avLst/>
          </a:prstGeom>
          <a:noFill/>
        </p:spPr>
        <p:txBody>
          <a:bodyPr wrap="square" rtlCol="0">
            <a:spAutoFit/>
          </a:bodyPr>
          <a:lstStyle/>
          <a:p>
            <a:pPr algn="ctr"/>
            <a:r>
              <a:rPr lang="es-PE" sz="1200" b="1" u="sng" dirty="0">
                <a:solidFill>
                  <a:srgbClr val="002060"/>
                </a:solidFill>
                <a:latin typeface="Trebuchet MS" panose="020B0603020202020204" pitchFamily="34" charset="0"/>
              </a:rPr>
              <a:t>Evolución CPI US YoY (%) (Jul)</a:t>
            </a:r>
          </a:p>
        </p:txBody>
      </p:sp>
      <p:sp>
        <p:nvSpPr>
          <p:cNvPr id="6" name="Rectangle 5">
            <a:extLst>
              <a:ext uri="{FF2B5EF4-FFF2-40B4-BE49-F238E27FC236}">
                <a16:creationId xmlns:a16="http://schemas.microsoft.com/office/drawing/2014/main" id="{9D74AFD9-F38C-2205-F3E9-8C0B0E680F22}"/>
              </a:ext>
            </a:extLst>
          </p:cNvPr>
          <p:cNvSpPr/>
          <p:nvPr/>
        </p:nvSpPr>
        <p:spPr>
          <a:xfrm>
            <a:off x="35496" y="6597352"/>
            <a:ext cx="8784976" cy="215444"/>
          </a:xfrm>
          <a:prstGeom prst="rect">
            <a:avLst/>
          </a:prstGeom>
        </p:spPr>
        <p:txBody>
          <a:bodyPr wrap="square">
            <a:spAutoFit/>
          </a:bodyPr>
          <a:lstStyle/>
          <a:p>
            <a:pPr algn="just"/>
            <a:r>
              <a:rPr lang="es-PE" sz="800" i="1" dirty="0">
                <a:solidFill>
                  <a:schemeClr val="tx2"/>
                </a:solidFill>
                <a:latin typeface="Trebuchet MS" pitchFamily="34" charset="0"/>
              </a:rPr>
              <a:t>Fuente: </a:t>
            </a:r>
            <a:r>
              <a:rPr lang="es-ES" sz="800" i="1" dirty="0">
                <a:solidFill>
                  <a:schemeClr val="tx2"/>
                </a:solidFill>
                <a:latin typeface="Trebuchet MS" pitchFamily="34" charset="0"/>
              </a:rPr>
              <a:t>Bloomberg </a:t>
            </a:r>
            <a:r>
              <a:rPr lang="es-PE" sz="800" i="1" dirty="0">
                <a:solidFill>
                  <a:schemeClr val="tx2"/>
                </a:solidFill>
                <a:latin typeface="Trebuchet MS" pitchFamily="34" charset="0"/>
              </a:rPr>
              <a:t>Al 16/10/2026</a:t>
            </a:r>
            <a:endParaRPr lang="es-PE" sz="800" i="1" dirty="0">
              <a:solidFill>
                <a:srgbClr val="002060"/>
              </a:solidFill>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BB7D684C-F6B8-7CC4-75E3-DEFF1A999CCD}"/>
              </a:ext>
            </a:extLst>
          </p:cNvPr>
          <p:cNvSpPr txBox="1"/>
          <p:nvPr/>
        </p:nvSpPr>
        <p:spPr>
          <a:xfrm>
            <a:off x="3259304" y="1279941"/>
            <a:ext cx="4913096" cy="276999"/>
          </a:xfrm>
          <a:prstGeom prst="rect">
            <a:avLst/>
          </a:prstGeom>
          <a:noFill/>
        </p:spPr>
        <p:txBody>
          <a:bodyPr wrap="square" rtlCol="0">
            <a:spAutoFit/>
          </a:bodyPr>
          <a:lstStyle/>
          <a:p>
            <a:pPr algn="ctr"/>
            <a:r>
              <a:rPr lang="es-PE" sz="1200" b="1" u="sng" dirty="0">
                <a:solidFill>
                  <a:srgbClr val="002060"/>
                </a:solidFill>
                <a:latin typeface="Trebuchet MS" panose="020B0603020202020204" pitchFamily="34" charset="0"/>
              </a:rPr>
              <a:t>Prior: 3.4%</a:t>
            </a:r>
            <a:r>
              <a:rPr lang="es-PE" sz="1200" b="1" dirty="0">
                <a:solidFill>
                  <a:srgbClr val="002060"/>
                </a:solidFill>
                <a:latin typeface="Trebuchet MS" panose="020B0603020202020204" pitchFamily="34" charset="0"/>
              </a:rPr>
              <a:t>                      </a:t>
            </a:r>
            <a:r>
              <a:rPr lang="es-PE" sz="1200" b="1" u="sng" dirty="0">
                <a:solidFill>
                  <a:srgbClr val="002060"/>
                </a:solidFill>
                <a:latin typeface="Trebuchet MS" panose="020B0603020202020204" pitchFamily="34" charset="0"/>
              </a:rPr>
              <a:t>Actual: 3.7%</a:t>
            </a:r>
            <a:r>
              <a:rPr lang="es-PE" sz="1200" b="1" dirty="0">
                <a:solidFill>
                  <a:srgbClr val="002060"/>
                </a:solidFill>
                <a:latin typeface="Trebuchet MS" panose="020B0603020202020204" pitchFamily="34" charset="0"/>
              </a:rPr>
              <a:t>                      </a:t>
            </a:r>
            <a:r>
              <a:rPr lang="es-PE" sz="1200" b="1" u="sng" dirty="0">
                <a:solidFill>
                  <a:srgbClr val="002060"/>
                </a:solidFill>
                <a:latin typeface="Trebuchet MS" panose="020B0603020202020204" pitchFamily="34" charset="0"/>
              </a:rPr>
              <a:t>Survey: 3.6%</a:t>
            </a:r>
          </a:p>
        </p:txBody>
      </p:sp>
      <p:sp>
        <p:nvSpPr>
          <p:cNvPr id="5" name="Rectangle 4">
            <a:extLst>
              <a:ext uri="{FF2B5EF4-FFF2-40B4-BE49-F238E27FC236}">
                <a16:creationId xmlns:a16="http://schemas.microsoft.com/office/drawing/2014/main" id="{58CD3B10-38DA-C827-B12B-A3B6B41E55BD}"/>
              </a:ext>
            </a:extLst>
          </p:cNvPr>
          <p:cNvSpPr/>
          <p:nvPr/>
        </p:nvSpPr>
        <p:spPr>
          <a:xfrm>
            <a:off x="179387" y="6161071"/>
            <a:ext cx="8784976" cy="215444"/>
          </a:xfrm>
          <a:prstGeom prst="rect">
            <a:avLst/>
          </a:prstGeom>
        </p:spPr>
        <p:txBody>
          <a:bodyPr wrap="square">
            <a:spAutoFit/>
          </a:bodyPr>
          <a:lstStyle/>
          <a:p>
            <a:pPr algn="ctr"/>
            <a:r>
              <a:rPr lang="es-ES" sz="800" i="1" dirty="0">
                <a:solidFill>
                  <a:schemeClr val="tx2"/>
                </a:solidFill>
                <a:latin typeface="Trebuchet MS" pitchFamily="34" charset="0"/>
              </a:rPr>
              <a:t>*Para el mes de octubre del 2025, no hubo reporte de CPI </a:t>
            </a:r>
            <a:r>
              <a:rPr lang="es-ES" sz="800" i="1" dirty="0" err="1">
                <a:solidFill>
                  <a:schemeClr val="tx2"/>
                </a:solidFill>
                <a:latin typeface="Trebuchet MS" pitchFamily="34" charset="0"/>
              </a:rPr>
              <a:t>Index</a:t>
            </a:r>
            <a:r>
              <a:rPr lang="es-ES" sz="800" i="1" dirty="0">
                <a:solidFill>
                  <a:schemeClr val="tx2"/>
                </a:solidFill>
                <a:latin typeface="Trebuchet MS" pitchFamily="34" charset="0"/>
              </a:rPr>
              <a:t> por el shutdown del gobierno</a:t>
            </a:r>
            <a:endParaRPr lang="es-PE" sz="800" i="1" dirty="0">
              <a:solidFill>
                <a:srgbClr val="002060"/>
              </a:solidFill>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F0A9F516-511F-9F6C-A3AF-2B6BD34FC4BF}"/>
              </a:ext>
            </a:extLst>
          </p:cNvPr>
          <p:cNvSpPr txBox="1"/>
          <p:nvPr/>
        </p:nvSpPr>
        <p:spPr>
          <a:xfrm>
            <a:off x="8438764" y="4077072"/>
            <a:ext cx="309700" cy="200055"/>
          </a:xfrm>
          <a:prstGeom prst="rect">
            <a:avLst/>
          </a:prstGeom>
          <a:noFill/>
        </p:spPr>
        <p:txBody>
          <a:bodyPr wrap="none" rtlCol="0">
            <a:spAutoFit/>
          </a:bodyPr>
          <a:lstStyle/>
          <a:p>
            <a:r>
              <a:rPr lang="es-ES" sz="700" b="1" dirty="0">
                <a:solidFill>
                  <a:srgbClr val="C00000"/>
                </a:solidFill>
              </a:rPr>
              <a:t>2.6</a:t>
            </a:r>
            <a:endParaRPr lang="es-PE" sz="700" b="1" dirty="0">
              <a:solidFill>
                <a:srgbClr val="C00000"/>
              </a:solidFill>
            </a:endParaRPr>
          </a:p>
        </p:txBody>
      </p:sp>
    </p:spTree>
    <p:extLst>
      <p:ext uri="{BB962C8B-B14F-4D97-AF65-F5344CB8AC3E}">
        <p14:creationId xmlns:p14="http://schemas.microsoft.com/office/powerpoint/2010/main" val="36710787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AutoShape 2" descr="BCA Research - Chart"/>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PE"/>
          </a:p>
        </p:txBody>
      </p:sp>
      <p:sp>
        <p:nvSpPr>
          <p:cNvPr id="15" name="Rectangle 14">
            <a:extLst>
              <a:ext uri="{FF2B5EF4-FFF2-40B4-BE49-F238E27FC236}">
                <a16:creationId xmlns:a16="http://schemas.microsoft.com/office/drawing/2014/main" id="{0553291A-5F50-47D4-BBF2-4F9A70BC7F1C}"/>
              </a:ext>
            </a:extLst>
          </p:cNvPr>
          <p:cNvSpPr>
            <a:spLocks noChangeArrowheads="1"/>
          </p:cNvSpPr>
          <p:nvPr/>
        </p:nvSpPr>
        <p:spPr bwMode="auto">
          <a:xfrm>
            <a:off x="179387" y="221739"/>
            <a:ext cx="8260528" cy="830997"/>
          </a:xfrm>
          <a:prstGeom prst="rect">
            <a:avLst/>
          </a:prstGeom>
          <a:noFill/>
          <a:ln w="9525">
            <a:noFill/>
            <a:miter lim="800000"/>
            <a:headEnd/>
            <a:tailEnd/>
          </a:ln>
        </p:spPr>
        <p:txBody>
          <a:bodyPr wrap="square">
            <a:spAutoFit/>
          </a:bodyPr>
          <a:lstStyle/>
          <a:p>
            <a:r>
              <a:rPr lang="es-MX" sz="2800" b="1" dirty="0">
                <a:solidFill>
                  <a:schemeClr val="bg1"/>
                </a:solidFill>
                <a:latin typeface="Trebuchet MS" pitchFamily="34" charset="0"/>
              </a:rPr>
              <a:t>2.4.4 Seguimiento de corto plazo – Macro</a:t>
            </a:r>
          </a:p>
          <a:p>
            <a:r>
              <a:rPr lang="es-ES" sz="2000" b="1" dirty="0">
                <a:solidFill>
                  <a:schemeClr val="bg1"/>
                </a:solidFill>
                <a:latin typeface="Trebuchet MS" pitchFamily="34" charset="0"/>
              </a:rPr>
              <a:t>Repunte del CPI </a:t>
            </a:r>
            <a:r>
              <a:rPr lang="es-ES" sz="2000" b="1" dirty="0" err="1">
                <a:solidFill>
                  <a:schemeClr val="bg1"/>
                </a:solidFill>
                <a:latin typeface="Trebuchet MS" pitchFamily="34" charset="0"/>
              </a:rPr>
              <a:t>headline</a:t>
            </a:r>
            <a:r>
              <a:rPr lang="es-ES" sz="2000" b="1" dirty="0">
                <a:solidFill>
                  <a:schemeClr val="bg1"/>
                </a:solidFill>
                <a:latin typeface="Trebuchet MS" pitchFamily="34" charset="0"/>
              </a:rPr>
              <a:t> impulsado por energía</a:t>
            </a:r>
            <a:endParaRPr lang="es-PE" sz="2800" i="1" dirty="0">
              <a:solidFill>
                <a:schemeClr val="bg1"/>
              </a:solidFill>
              <a:latin typeface="Trebuchet MS" pitchFamily="34" charset="0"/>
            </a:endParaRPr>
          </a:p>
        </p:txBody>
      </p:sp>
      <p:sp>
        <p:nvSpPr>
          <p:cNvPr id="18" name="Slide Number Placeholder 3">
            <a:extLst>
              <a:ext uri="{FF2B5EF4-FFF2-40B4-BE49-F238E27FC236}">
                <a16:creationId xmlns:a16="http://schemas.microsoft.com/office/drawing/2014/main" id="{6F3C34F5-1934-4D94-B8DA-FB8833E0E925}"/>
              </a:ext>
            </a:extLst>
          </p:cNvPr>
          <p:cNvSpPr>
            <a:spLocks noGrp="1"/>
          </p:cNvSpPr>
          <p:nvPr>
            <p:ph type="sldNum" sz="quarter" idx="12"/>
          </p:nvPr>
        </p:nvSpPr>
        <p:spPr>
          <a:xfrm>
            <a:off x="7023680" y="6492875"/>
            <a:ext cx="212032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C67D77E-0A59-4F4C-9494-FAA2C5A60E2D}" type="slidenum">
              <a:rPr kumimoji="0" lang="es-PE"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s-PE"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44" name="TextBox 43">
            <a:extLst>
              <a:ext uri="{FF2B5EF4-FFF2-40B4-BE49-F238E27FC236}">
                <a16:creationId xmlns:a16="http://schemas.microsoft.com/office/drawing/2014/main" id="{94A87EFF-6219-4984-819D-8C3D3A7AA3E9}"/>
              </a:ext>
            </a:extLst>
          </p:cNvPr>
          <p:cNvSpPr txBox="1"/>
          <p:nvPr/>
        </p:nvSpPr>
        <p:spPr>
          <a:xfrm>
            <a:off x="2585683" y="1700808"/>
            <a:ext cx="4039206" cy="276999"/>
          </a:xfrm>
          <a:prstGeom prst="rect">
            <a:avLst/>
          </a:prstGeom>
          <a:noFill/>
        </p:spPr>
        <p:txBody>
          <a:bodyPr wrap="square" rtlCol="0">
            <a:spAutoFit/>
          </a:bodyPr>
          <a:lstStyle/>
          <a:p>
            <a:pPr algn="ctr"/>
            <a:r>
              <a:rPr lang="es-PE" sz="1200" b="1" u="sng" dirty="0">
                <a:solidFill>
                  <a:srgbClr val="002060"/>
                </a:solidFill>
                <a:latin typeface="Trebuchet MS" panose="020B0603020202020204" pitchFamily="34" charset="0"/>
              </a:rPr>
              <a:t>Evolución CPI US MoM (%)</a:t>
            </a:r>
          </a:p>
        </p:txBody>
      </p:sp>
      <p:sp>
        <p:nvSpPr>
          <p:cNvPr id="6" name="Rectangle 5">
            <a:extLst>
              <a:ext uri="{FF2B5EF4-FFF2-40B4-BE49-F238E27FC236}">
                <a16:creationId xmlns:a16="http://schemas.microsoft.com/office/drawing/2014/main" id="{650B3456-FD77-257D-3AD1-A5B3FC8BCC99}"/>
              </a:ext>
            </a:extLst>
          </p:cNvPr>
          <p:cNvSpPr/>
          <p:nvPr/>
        </p:nvSpPr>
        <p:spPr>
          <a:xfrm>
            <a:off x="35496" y="6597352"/>
            <a:ext cx="8784976" cy="215444"/>
          </a:xfrm>
          <a:prstGeom prst="rect">
            <a:avLst/>
          </a:prstGeom>
        </p:spPr>
        <p:txBody>
          <a:bodyPr wrap="square">
            <a:spAutoFit/>
          </a:bodyPr>
          <a:lstStyle/>
          <a:p>
            <a:pPr algn="just"/>
            <a:r>
              <a:rPr lang="es-PE" sz="800" i="1" dirty="0">
                <a:solidFill>
                  <a:schemeClr val="tx2"/>
                </a:solidFill>
                <a:latin typeface="Trebuchet MS" pitchFamily="34" charset="0"/>
              </a:rPr>
              <a:t>Fuente: </a:t>
            </a:r>
            <a:r>
              <a:rPr lang="es-ES" sz="800" i="1" dirty="0">
                <a:solidFill>
                  <a:schemeClr val="tx2"/>
                </a:solidFill>
                <a:latin typeface="Trebuchet MS" pitchFamily="34" charset="0"/>
              </a:rPr>
              <a:t>Macrobond. </a:t>
            </a:r>
            <a:r>
              <a:rPr lang="es-PE" sz="800" i="1" dirty="0">
                <a:solidFill>
                  <a:schemeClr val="tx2"/>
                </a:solidFill>
                <a:latin typeface="Trebuchet MS" pitchFamily="34" charset="0"/>
              </a:rPr>
              <a:t>Al 16/10/2026</a:t>
            </a:r>
          </a:p>
        </p:txBody>
      </p:sp>
      <p:graphicFrame>
        <p:nvGraphicFramePr>
          <p:cNvPr id="5" name="Object 4">
            <a:extLst>
              <a:ext uri="{FF2B5EF4-FFF2-40B4-BE49-F238E27FC236}">
                <a16:creationId xmlns:a16="http://schemas.microsoft.com/office/drawing/2014/main" id="{60ACD7E6-3C3F-9A42-BB97-63C9C077AC5E}"/>
              </a:ext>
            </a:extLst>
          </p:cNvPr>
          <p:cNvGraphicFramePr>
            <a:graphicFrameLocks noChangeAspect="1"/>
          </p:cNvGraphicFramePr>
          <p:nvPr>
            <p:extLst>
              <p:ext uri="{D42A27DB-BD31-4B8C-83A1-F6EECF244321}">
                <p14:modId xmlns:p14="http://schemas.microsoft.com/office/powerpoint/2010/main" val="1749726630"/>
              </p:ext>
            </p:extLst>
          </p:nvPr>
        </p:nvGraphicFramePr>
        <p:xfrm>
          <a:off x="282575" y="2166938"/>
          <a:ext cx="8645525" cy="3821112"/>
        </p:xfrm>
        <a:graphic>
          <a:graphicData uri="http://schemas.openxmlformats.org/presentationml/2006/ole">
            <mc:AlternateContent xmlns:mc="http://schemas.openxmlformats.org/markup-compatibility/2006">
              <mc:Choice xmlns:v="urn:schemas-microsoft-com:vml" Requires="v">
                <p:oleObj name="Macrobond document" r:id="rId3" imgW="11955052" imgH="5286790" progId="Mbnd.mbnd">
                  <p:embed/>
                </p:oleObj>
              </mc:Choice>
              <mc:Fallback>
                <p:oleObj name="Macrobond document" r:id="rId3" imgW="11955052" imgH="5286790" progId="Mbnd.mbnd">
                  <p:embed/>
                  <p:pic>
                    <p:nvPicPr>
                      <p:cNvPr id="0" name=""/>
                      <p:cNvPicPr/>
                      <p:nvPr/>
                    </p:nvPicPr>
                    <p:blipFill>
                      <a:blip r:embed="rId4"/>
                      <a:stretch>
                        <a:fillRect/>
                      </a:stretch>
                    </p:blipFill>
                    <p:spPr>
                      <a:xfrm>
                        <a:off x="282575" y="2166938"/>
                        <a:ext cx="8645525" cy="3821112"/>
                      </a:xfrm>
                      <a:prstGeom prst="rect">
                        <a:avLst/>
                      </a:prstGeom>
                    </p:spPr>
                  </p:pic>
                </p:oleObj>
              </mc:Fallback>
            </mc:AlternateContent>
          </a:graphicData>
        </a:graphic>
      </p:graphicFrame>
    </p:spTree>
    <p:extLst>
      <p:ext uri="{BB962C8B-B14F-4D97-AF65-F5344CB8AC3E}">
        <p14:creationId xmlns:p14="http://schemas.microsoft.com/office/powerpoint/2010/main" val="41562848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C697EA2-CE0E-F378-D9D5-F80A2A32D243}"/>
              </a:ext>
            </a:extLst>
          </p:cNvPr>
          <p:cNvSpPr/>
          <p:nvPr/>
        </p:nvSpPr>
        <p:spPr>
          <a:xfrm>
            <a:off x="7092280" y="160338"/>
            <a:ext cx="2051720" cy="830997"/>
          </a:xfrm>
          <a:prstGeom prst="rect">
            <a:avLst/>
          </a:prstGeom>
          <a:solidFill>
            <a:srgbClr val="1E2E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27650" name="AutoShape 2" descr="BCA Research - Chart"/>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PE"/>
          </a:p>
        </p:txBody>
      </p:sp>
      <p:sp>
        <p:nvSpPr>
          <p:cNvPr id="37" name="TextBox 23">
            <a:extLst>
              <a:ext uri="{FF2B5EF4-FFF2-40B4-BE49-F238E27FC236}">
                <a16:creationId xmlns:a16="http://schemas.microsoft.com/office/drawing/2014/main" id="{675A15DA-227A-4B1C-A7AD-721313622268}"/>
              </a:ext>
            </a:extLst>
          </p:cNvPr>
          <p:cNvSpPr txBox="1"/>
          <p:nvPr/>
        </p:nvSpPr>
        <p:spPr>
          <a:xfrm>
            <a:off x="7355314" y="1779008"/>
            <a:ext cx="720080" cy="190784"/>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s-PE" sz="700" b="1" dirty="0">
                <a:solidFill>
                  <a:schemeClr val="bg1"/>
                </a:solidFill>
                <a:latin typeface="Trebuchet MS" panose="020B0603020202020204" pitchFamily="34" charset="0"/>
              </a:rPr>
              <a:t>Current P/E or Spread</a:t>
            </a:r>
          </a:p>
        </p:txBody>
      </p:sp>
      <p:sp>
        <p:nvSpPr>
          <p:cNvPr id="74" name="Rectangle 73">
            <a:extLst>
              <a:ext uri="{FF2B5EF4-FFF2-40B4-BE49-F238E27FC236}">
                <a16:creationId xmlns:a16="http://schemas.microsoft.com/office/drawing/2014/main" id="{ECC1AE03-9041-4EF6-B08F-E7F2A47D5659}"/>
              </a:ext>
            </a:extLst>
          </p:cNvPr>
          <p:cNvSpPr/>
          <p:nvPr/>
        </p:nvSpPr>
        <p:spPr>
          <a:xfrm>
            <a:off x="130956" y="6467688"/>
            <a:ext cx="8017866" cy="415498"/>
          </a:xfrm>
          <a:prstGeom prst="rect">
            <a:avLst/>
          </a:prstGeom>
        </p:spPr>
        <p:txBody>
          <a:bodyPr wrap="square">
            <a:spAutoFit/>
          </a:bodyPr>
          <a:lstStyle/>
          <a:p>
            <a:pPr algn="just"/>
            <a:r>
              <a:rPr lang="es-PE" sz="700" i="1" dirty="0">
                <a:solidFill>
                  <a:schemeClr val="tx2"/>
                </a:solidFill>
                <a:latin typeface="Trebuchet MS" pitchFamily="34" charset="0"/>
                <a:cs typeface="Arial" panose="020B0604020202020204" pitchFamily="34" charset="0"/>
              </a:rPr>
              <a:t>Fuente: Bloomberg. 30/09/2026. </a:t>
            </a:r>
            <a:r>
              <a:rPr lang="es-PE" sz="700" i="1" u="sng" dirty="0">
                <a:solidFill>
                  <a:schemeClr val="tx2"/>
                </a:solidFill>
                <a:latin typeface="Trebuchet MS" pitchFamily="34" charset="0"/>
                <a:cs typeface="Arial" panose="020B0604020202020204" pitchFamily="34" charset="0"/>
              </a:rPr>
              <a:t>Equities</a:t>
            </a:r>
            <a:r>
              <a:rPr lang="es-PE" sz="700" i="1" dirty="0">
                <a:solidFill>
                  <a:schemeClr val="tx2"/>
                </a:solidFill>
                <a:latin typeface="Trebuchet MS" pitchFamily="34" charset="0"/>
                <a:cs typeface="Arial" panose="020B0604020202020204" pitchFamily="34" charset="0"/>
              </a:rPr>
              <a:t>: SPX, MSCI EMU, MSCI Japan and MSCI EM. </a:t>
            </a:r>
            <a:r>
              <a:rPr lang="es-PE" sz="700" i="1" u="sng" dirty="0">
                <a:solidFill>
                  <a:schemeClr val="tx2"/>
                </a:solidFill>
                <a:latin typeface="Trebuchet MS" pitchFamily="34" charset="0"/>
                <a:cs typeface="Arial" panose="020B0604020202020204" pitchFamily="34" charset="0"/>
              </a:rPr>
              <a:t>Fixed Income</a:t>
            </a:r>
            <a:r>
              <a:rPr lang="es-PE" sz="700" i="1" dirty="0">
                <a:solidFill>
                  <a:schemeClr val="tx2"/>
                </a:solidFill>
                <a:latin typeface="Trebuchet MS" pitchFamily="34" charset="0"/>
                <a:cs typeface="Arial" panose="020B0604020202020204" pitchFamily="34" charset="0"/>
              </a:rPr>
              <a:t>: TIPS (US Breakeven 10 Year Index), Agency MBS (BBG Barclays US MBS Fixed Rate Avg. OAS), US IG (Barclays US Agg Credit Avg. OAS), US HY (Barclays US Corporate High Yield Avg. OAS), EM Sov (JP Morgan Emerging Bond Index Global Sovereign Spread). </a:t>
            </a:r>
            <a:r>
              <a:rPr lang="es-PE" sz="700" i="1" dirty="0" err="1">
                <a:solidFill>
                  <a:schemeClr val="tx2"/>
                </a:solidFill>
                <a:latin typeface="Trebuchet MS" pitchFamily="34" charset="0"/>
                <a:cs typeface="Arial" panose="020B0604020202020204" pitchFamily="34" charset="0"/>
              </a:rPr>
              <a:t>Higher</a:t>
            </a:r>
            <a:r>
              <a:rPr lang="es-PE" sz="700" i="1" dirty="0">
                <a:solidFill>
                  <a:schemeClr val="tx2"/>
                </a:solidFill>
                <a:latin typeface="Trebuchet MS" pitchFamily="34" charset="0"/>
                <a:cs typeface="Arial" panose="020B0604020202020204" pitchFamily="34" charset="0"/>
              </a:rPr>
              <a:t> </a:t>
            </a:r>
            <a:r>
              <a:rPr lang="es-PE" sz="700" i="1" dirty="0" err="1">
                <a:solidFill>
                  <a:schemeClr val="tx2"/>
                </a:solidFill>
                <a:latin typeface="Trebuchet MS" pitchFamily="34" charset="0"/>
                <a:cs typeface="Arial" panose="020B0604020202020204" pitchFamily="34" charset="0"/>
              </a:rPr>
              <a:t>value</a:t>
            </a:r>
            <a:r>
              <a:rPr lang="es-PE" sz="700" i="1" dirty="0">
                <a:solidFill>
                  <a:schemeClr val="tx2"/>
                </a:solidFill>
                <a:latin typeface="Trebuchet MS" pitchFamily="34" charset="0"/>
                <a:cs typeface="Arial" panose="020B0604020202020204" pitchFamily="34" charset="0"/>
              </a:rPr>
              <a:t> </a:t>
            </a:r>
            <a:r>
              <a:rPr lang="es-PE" sz="700" i="1" dirty="0" err="1">
                <a:solidFill>
                  <a:schemeClr val="tx2"/>
                </a:solidFill>
                <a:latin typeface="Trebuchet MS" pitchFamily="34" charset="0"/>
                <a:cs typeface="Arial" panose="020B0604020202020204" pitchFamily="34" charset="0"/>
              </a:rPr>
              <a:t>represents</a:t>
            </a:r>
            <a:r>
              <a:rPr lang="es-PE" sz="700" i="1" dirty="0">
                <a:solidFill>
                  <a:schemeClr val="tx2"/>
                </a:solidFill>
                <a:latin typeface="Trebuchet MS" pitchFamily="34" charset="0"/>
                <a:cs typeface="Arial" panose="020B0604020202020204" pitchFamily="34" charset="0"/>
              </a:rPr>
              <a:t> top 90th </a:t>
            </a:r>
            <a:r>
              <a:rPr lang="es-PE" sz="700" i="1" dirty="0" err="1">
                <a:solidFill>
                  <a:schemeClr val="tx2"/>
                </a:solidFill>
                <a:latin typeface="Trebuchet MS" pitchFamily="34" charset="0"/>
                <a:cs typeface="Arial" panose="020B0604020202020204" pitchFamily="34" charset="0"/>
              </a:rPr>
              <a:t>percentile</a:t>
            </a:r>
            <a:r>
              <a:rPr lang="es-PE" sz="700" i="1" dirty="0">
                <a:solidFill>
                  <a:schemeClr val="tx2"/>
                </a:solidFill>
                <a:latin typeface="Trebuchet MS" pitchFamily="34" charset="0"/>
                <a:cs typeface="Arial" panose="020B0604020202020204" pitchFamily="34" charset="0"/>
              </a:rPr>
              <a:t>, </a:t>
            </a:r>
            <a:r>
              <a:rPr lang="es-PE" sz="700" i="1" dirty="0" err="1">
                <a:solidFill>
                  <a:schemeClr val="tx2"/>
                </a:solidFill>
                <a:latin typeface="Trebuchet MS" pitchFamily="34" charset="0"/>
                <a:cs typeface="Arial" panose="020B0604020202020204" pitchFamily="34" charset="0"/>
              </a:rPr>
              <a:t>while</a:t>
            </a:r>
            <a:r>
              <a:rPr lang="es-PE" sz="700" i="1" dirty="0">
                <a:solidFill>
                  <a:schemeClr val="tx2"/>
                </a:solidFill>
                <a:latin typeface="Trebuchet MS" pitchFamily="34" charset="0"/>
                <a:cs typeface="Arial" panose="020B0604020202020204" pitchFamily="34" charset="0"/>
              </a:rPr>
              <a:t> </a:t>
            </a:r>
            <a:r>
              <a:rPr lang="es-PE" sz="700" i="1" dirty="0" err="1">
                <a:solidFill>
                  <a:schemeClr val="tx2"/>
                </a:solidFill>
                <a:latin typeface="Trebuchet MS" pitchFamily="34" charset="0"/>
                <a:cs typeface="Arial" panose="020B0604020202020204" pitchFamily="34" charset="0"/>
              </a:rPr>
              <a:t>lowe</a:t>
            </a:r>
            <a:r>
              <a:rPr lang="es-PE" sz="700" i="1" dirty="0">
                <a:solidFill>
                  <a:schemeClr val="tx2"/>
                </a:solidFill>
                <a:latin typeface="Trebuchet MS" pitchFamily="34" charset="0"/>
                <a:cs typeface="Arial" panose="020B0604020202020204" pitchFamily="34" charset="0"/>
              </a:rPr>
              <a:t> </a:t>
            </a:r>
            <a:r>
              <a:rPr lang="es-PE" sz="700" i="1" dirty="0" err="1">
                <a:solidFill>
                  <a:schemeClr val="tx2"/>
                </a:solidFill>
                <a:latin typeface="Trebuchet MS" pitchFamily="34" charset="0"/>
                <a:cs typeface="Arial" panose="020B0604020202020204" pitchFamily="34" charset="0"/>
              </a:rPr>
              <a:t>value</a:t>
            </a:r>
            <a:r>
              <a:rPr lang="es-PE" sz="700" i="1" dirty="0">
                <a:solidFill>
                  <a:schemeClr val="tx2"/>
                </a:solidFill>
                <a:latin typeface="Trebuchet MS" pitchFamily="34" charset="0"/>
                <a:cs typeface="Arial" panose="020B0604020202020204" pitchFamily="34" charset="0"/>
              </a:rPr>
              <a:t> </a:t>
            </a:r>
            <a:r>
              <a:rPr lang="es-PE" sz="700" i="1" dirty="0" err="1">
                <a:solidFill>
                  <a:schemeClr val="tx2"/>
                </a:solidFill>
                <a:latin typeface="Trebuchet MS" pitchFamily="34" charset="0"/>
                <a:cs typeface="Arial" panose="020B0604020202020204" pitchFamily="34" charset="0"/>
              </a:rPr>
              <a:t>represents</a:t>
            </a:r>
            <a:r>
              <a:rPr lang="es-PE" sz="700" i="1" dirty="0">
                <a:solidFill>
                  <a:schemeClr val="tx2"/>
                </a:solidFill>
                <a:latin typeface="Trebuchet MS" pitchFamily="34" charset="0"/>
                <a:cs typeface="Arial" panose="020B0604020202020204" pitchFamily="34" charset="0"/>
              </a:rPr>
              <a:t> bottom 10th </a:t>
            </a:r>
            <a:r>
              <a:rPr lang="es-PE" sz="700" i="1" dirty="0" err="1">
                <a:solidFill>
                  <a:schemeClr val="tx2"/>
                </a:solidFill>
                <a:latin typeface="Trebuchet MS" pitchFamily="34" charset="0"/>
                <a:cs typeface="Arial" panose="020B0604020202020204" pitchFamily="34" charset="0"/>
              </a:rPr>
              <a:t>percentile</a:t>
            </a:r>
            <a:r>
              <a:rPr lang="es-PE" sz="700" i="1" dirty="0">
                <a:solidFill>
                  <a:schemeClr val="tx2"/>
                </a:solidFill>
                <a:latin typeface="Trebuchet MS" pitchFamily="34" charset="0"/>
                <a:cs typeface="Arial" panose="020B0604020202020204" pitchFamily="34" charset="0"/>
              </a:rPr>
              <a:t>. Periodo: 31/05/2007-30/09/2026. </a:t>
            </a:r>
            <a:endParaRPr lang="es-PE" sz="700" i="1" dirty="0">
              <a:solidFill>
                <a:schemeClr val="bg1">
                  <a:lumMod val="50000"/>
                </a:schemeClr>
              </a:solidFill>
              <a:latin typeface="Arial" panose="020B0604020202020204" pitchFamily="34" charset="0"/>
              <a:cs typeface="Arial" panose="020B0604020202020204" pitchFamily="34" charset="0"/>
            </a:endParaRPr>
          </a:p>
        </p:txBody>
      </p:sp>
      <p:sp>
        <p:nvSpPr>
          <p:cNvPr id="75" name="Rectangle 74">
            <a:extLst>
              <a:ext uri="{FF2B5EF4-FFF2-40B4-BE49-F238E27FC236}">
                <a16:creationId xmlns:a16="http://schemas.microsoft.com/office/drawing/2014/main" id="{26CF4694-954B-4C10-8141-41C8A8897809}"/>
              </a:ext>
            </a:extLst>
          </p:cNvPr>
          <p:cNvSpPr/>
          <p:nvPr/>
        </p:nvSpPr>
        <p:spPr>
          <a:xfrm>
            <a:off x="34508" y="6117011"/>
            <a:ext cx="4554826" cy="307777"/>
          </a:xfrm>
          <a:prstGeom prst="rect">
            <a:avLst/>
          </a:prstGeom>
        </p:spPr>
        <p:txBody>
          <a:bodyPr wrap="square">
            <a:spAutoFit/>
          </a:bodyPr>
          <a:lstStyle/>
          <a:p>
            <a:pPr algn="just"/>
            <a:r>
              <a:rPr lang="es-PE" sz="700" i="1" u="sng" dirty="0">
                <a:solidFill>
                  <a:schemeClr val="tx2"/>
                </a:solidFill>
                <a:latin typeface="Trebuchet MS" pitchFamily="34" charset="0"/>
                <a:cs typeface="Arial" panose="020B0604020202020204" pitchFamily="34" charset="0"/>
              </a:rPr>
              <a:t>Equities</a:t>
            </a:r>
            <a:r>
              <a:rPr lang="es-PE" sz="700" i="1" dirty="0">
                <a:solidFill>
                  <a:schemeClr val="tx2"/>
                </a:solidFill>
                <a:latin typeface="Trebuchet MS" pitchFamily="34" charset="0"/>
                <a:cs typeface="Arial" panose="020B0604020202020204" pitchFamily="34" charset="0"/>
              </a:rPr>
              <a:t>: valuation metric based on </a:t>
            </a:r>
            <a:r>
              <a:rPr lang="es-PE" sz="700" i="1" dirty="0" err="1">
                <a:solidFill>
                  <a:schemeClr val="tx2"/>
                </a:solidFill>
                <a:latin typeface="Trebuchet MS" pitchFamily="34" charset="0"/>
                <a:cs typeface="Arial" panose="020B0604020202020204" pitchFamily="34" charset="0"/>
              </a:rPr>
              <a:t>the</a:t>
            </a:r>
            <a:r>
              <a:rPr lang="es-PE" sz="700" i="1" dirty="0">
                <a:solidFill>
                  <a:schemeClr val="tx2"/>
                </a:solidFill>
                <a:latin typeface="Trebuchet MS" pitchFamily="34" charset="0"/>
                <a:cs typeface="Arial" panose="020B0604020202020204" pitchFamily="34" charset="0"/>
              </a:rPr>
              <a:t> forward P/E</a:t>
            </a:r>
          </a:p>
          <a:p>
            <a:pPr algn="just"/>
            <a:r>
              <a:rPr lang="es-PE" sz="700" i="1" u="sng" dirty="0">
                <a:solidFill>
                  <a:schemeClr val="tx2"/>
                </a:solidFill>
                <a:latin typeface="Trebuchet MS" pitchFamily="34" charset="0"/>
                <a:cs typeface="Arial" panose="020B0604020202020204" pitchFamily="34" charset="0"/>
              </a:rPr>
              <a:t>Fixed Income</a:t>
            </a:r>
            <a:r>
              <a:rPr lang="es-PE" sz="700" i="1" dirty="0">
                <a:solidFill>
                  <a:schemeClr val="tx2"/>
                </a:solidFill>
                <a:latin typeface="Trebuchet MS" pitchFamily="34" charset="0"/>
                <a:cs typeface="Arial" panose="020B0604020202020204" pitchFamily="34" charset="0"/>
              </a:rPr>
              <a:t>: valuation metric is based on spreads over US Treasuries.  </a:t>
            </a:r>
            <a:endParaRPr lang="es-PE" sz="700" i="1" dirty="0">
              <a:solidFill>
                <a:schemeClr val="bg1">
                  <a:lumMod val="50000"/>
                </a:schemeClr>
              </a:solidFill>
              <a:latin typeface="Arial" panose="020B0604020202020204" pitchFamily="34" charset="0"/>
              <a:cs typeface="Arial" panose="020B0604020202020204" pitchFamily="34" charset="0"/>
            </a:endParaRPr>
          </a:p>
        </p:txBody>
      </p:sp>
      <p:sp>
        <p:nvSpPr>
          <p:cNvPr id="66" name="Slide Number Placeholder 3">
            <a:extLst>
              <a:ext uri="{FF2B5EF4-FFF2-40B4-BE49-F238E27FC236}">
                <a16:creationId xmlns:a16="http://schemas.microsoft.com/office/drawing/2014/main" id="{9D83900F-B649-4999-ADB0-E0B602442116}"/>
              </a:ext>
            </a:extLst>
          </p:cNvPr>
          <p:cNvSpPr>
            <a:spLocks noGrp="1"/>
          </p:cNvSpPr>
          <p:nvPr>
            <p:ph type="sldNum" sz="quarter" idx="12"/>
          </p:nvPr>
        </p:nvSpPr>
        <p:spPr>
          <a:xfrm>
            <a:off x="7023680" y="6492875"/>
            <a:ext cx="21336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C67D77E-0A59-4F4C-9494-FAA2C5A60E2D}" type="slidenum">
              <a:rPr kumimoji="0" lang="es-PE"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s-PE"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68" name="Rectangle 67">
            <a:extLst>
              <a:ext uri="{FF2B5EF4-FFF2-40B4-BE49-F238E27FC236}">
                <a16:creationId xmlns:a16="http://schemas.microsoft.com/office/drawing/2014/main" id="{29C52EB8-8CAC-4642-BF58-4B20C09687B0}"/>
              </a:ext>
            </a:extLst>
          </p:cNvPr>
          <p:cNvSpPr>
            <a:spLocks noChangeArrowheads="1"/>
          </p:cNvSpPr>
          <p:nvPr/>
        </p:nvSpPr>
        <p:spPr bwMode="auto">
          <a:xfrm>
            <a:off x="179387" y="221739"/>
            <a:ext cx="7921005" cy="830997"/>
          </a:xfrm>
          <a:prstGeom prst="rect">
            <a:avLst/>
          </a:prstGeom>
          <a:noFill/>
          <a:ln w="9525">
            <a:noFill/>
            <a:miter lim="800000"/>
            <a:headEnd/>
            <a:tailEnd/>
          </a:ln>
        </p:spPr>
        <p:txBody>
          <a:bodyPr wrap="square">
            <a:spAutoFit/>
          </a:bodyPr>
          <a:lstStyle/>
          <a:p>
            <a:r>
              <a:rPr lang="es-MX" sz="2800" b="1" dirty="0">
                <a:solidFill>
                  <a:schemeClr val="bg1"/>
                </a:solidFill>
                <a:latin typeface="Trebuchet MS" pitchFamily="34" charset="0"/>
              </a:rPr>
              <a:t>2.5.1 Seguimiento de corto plazo - Valuation</a:t>
            </a:r>
          </a:p>
          <a:p>
            <a:r>
              <a:rPr lang="es-PE" sz="2000" b="1" dirty="0">
                <a:solidFill>
                  <a:schemeClr val="bg1"/>
                </a:solidFill>
                <a:latin typeface="Trebuchet MS" pitchFamily="34" charset="0"/>
              </a:rPr>
              <a:t>Valuaciones en EEUU </a:t>
            </a:r>
            <a:r>
              <a:rPr lang="es-ES" sz="2000" b="1" dirty="0">
                <a:solidFill>
                  <a:schemeClr val="bg1"/>
                </a:solidFill>
                <a:latin typeface="Trebuchet MS" pitchFamily="34" charset="0"/>
              </a:rPr>
              <a:t>volvieron a altos históricos</a:t>
            </a:r>
            <a:endParaRPr lang="es-PE" sz="2800" dirty="0">
              <a:solidFill>
                <a:schemeClr val="bg1"/>
              </a:solidFill>
              <a:latin typeface="Trebuchet MS" pitchFamily="34" charset="0"/>
            </a:endParaRPr>
          </a:p>
        </p:txBody>
      </p:sp>
      <p:graphicFrame>
        <p:nvGraphicFramePr>
          <p:cNvPr id="5" name="Chart 4">
            <a:extLst>
              <a:ext uri="{FF2B5EF4-FFF2-40B4-BE49-F238E27FC236}">
                <a16:creationId xmlns:a16="http://schemas.microsoft.com/office/drawing/2014/main" id="{7B19663E-4241-BD54-0270-4F9C2FEC1380}"/>
              </a:ext>
            </a:extLst>
          </p:cNvPr>
          <p:cNvGraphicFramePr>
            <a:graphicFrameLocks/>
          </p:cNvGraphicFramePr>
          <p:nvPr/>
        </p:nvGraphicFramePr>
        <p:xfrm>
          <a:off x="386334" y="1556792"/>
          <a:ext cx="8406000" cy="452160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2485003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hart 1">
            <a:extLst>
              <a:ext uri="{FF2B5EF4-FFF2-40B4-BE49-F238E27FC236}">
                <a16:creationId xmlns:a16="http://schemas.microsoft.com/office/drawing/2014/main" id="{A3C5DA5B-4A51-74A4-18D6-2D11BACE12D1}"/>
              </a:ext>
            </a:extLst>
          </p:cNvPr>
          <p:cNvGraphicFramePr>
            <a:graphicFrameLocks/>
          </p:cNvGraphicFramePr>
          <p:nvPr/>
        </p:nvGraphicFramePr>
        <p:xfrm>
          <a:off x="461267" y="1340768"/>
          <a:ext cx="8406000" cy="4795200"/>
        </p:xfrm>
        <a:graphic>
          <a:graphicData uri="http://schemas.openxmlformats.org/drawingml/2006/chart">
            <c:chart xmlns:c="http://schemas.openxmlformats.org/drawingml/2006/chart" xmlns:r="http://schemas.openxmlformats.org/officeDocument/2006/relationships" r:id="rId2"/>
          </a:graphicData>
        </a:graphic>
      </p:graphicFrame>
      <p:sp>
        <p:nvSpPr>
          <p:cNvPr id="27650" name="AutoShape 2" descr="BCA Research - Chart"/>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PE"/>
          </a:p>
        </p:txBody>
      </p:sp>
      <p:sp>
        <p:nvSpPr>
          <p:cNvPr id="37" name="TextBox 23">
            <a:extLst>
              <a:ext uri="{FF2B5EF4-FFF2-40B4-BE49-F238E27FC236}">
                <a16:creationId xmlns:a16="http://schemas.microsoft.com/office/drawing/2014/main" id="{675A15DA-227A-4B1C-A7AD-721313622268}"/>
              </a:ext>
            </a:extLst>
          </p:cNvPr>
          <p:cNvSpPr txBox="1"/>
          <p:nvPr/>
        </p:nvSpPr>
        <p:spPr>
          <a:xfrm>
            <a:off x="7355314" y="1779008"/>
            <a:ext cx="720080" cy="190784"/>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s-PE" sz="700" b="1" dirty="0">
                <a:solidFill>
                  <a:schemeClr val="bg1"/>
                </a:solidFill>
                <a:latin typeface="Trebuchet MS" panose="020B0603020202020204" pitchFamily="34" charset="0"/>
              </a:rPr>
              <a:t>Current P/E or Spread</a:t>
            </a:r>
          </a:p>
        </p:txBody>
      </p:sp>
      <p:sp>
        <p:nvSpPr>
          <p:cNvPr id="74" name="Rectangle 73">
            <a:extLst>
              <a:ext uri="{FF2B5EF4-FFF2-40B4-BE49-F238E27FC236}">
                <a16:creationId xmlns:a16="http://schemas.microsoft.com/office/drawing/2014/main" id="{ECC1AE03-9041-4EF6-B08F-E7F2A47D5659}"/>
              </a:ext>
            </a:extLst>
          </p:cNvPr>
          <p:cNvSpPr/>
          <p:nvPr/>
        </p:nvSpPr>
        <p:spPr>
          <a:xfrm>
            <a:off x="155575" y="6442502"/>
            <a:ext cx="8017866" cy="415498"/>
          </a:xfrm>
          <a:prstGeom prst="rect">
            <a:avLst/>
          </a:prstGeom>
        </p:spPr>
        <p:txBody>
          <a:bodyPr wrap="square">
            <a:spAutoFit/>
          </a:bodyPr>
          <a:lstStyle/>
          <a:p>
            <a:pPr algn="just"/>
            <a:r>
              <a:rPr lang="es-PE" sz="700" i="1" dirty="0">
                <a:solidFill>
                  <a:schemeClr val="tx2"/>
                </a:solidFill>
                <a:latin typeface="Trebuchet MS" pitchFamily="34" charset="0"/>
                <a:cs typeface="Arial" panose="020B0604020202020204" pitchFamily="34" charset="0"/>
              </a:rPr>
              <a:t>Fuente: Bloomberg. 30/09/2026. </a:t>
            </a:r>
            <a:r>
              <a:rPr lang="es-PE" sz="700" i="1" u="sng" dirty="0">
                <a:solidFill>
                  <a:schemeClr val="tx2"/>
                </a:solidFill>
                <a:latin typeface="Trebuchet MS" pitchFamily="34" charset="0"/>
                <a:cs typeface="Arial" panose="020B0604020202020204" pitchFamily="34" charset="0"/>
              </a:rPr>
              <a:t>Equities</a:t>
            </a:r>
            <a:r>
              <a:rPr lang="es-PE" sz="700" i="1" dirty="0">
                <a:solidFill>
                  <a:schemeClr val="tx2"/>
                </a:solidFill>
                <a:latin typeface="Trebuchet MS" pitchFamily="34" charset="0"/>
                <a:cs typeface="Arial" panose="020B0604020202020204" pitchFamily="34" charset="0"/>
              </a:rPr>
              <a:t>: SPX, MSCI EMU, MSCI Japan and MSCI EM. </a:t>
            </a:r>
            <a:r>
              <a:rPr lang="es-PE" sz="700" i="1" u="sng" dirty="0">
                <a:solidFill>
                  <a:schemeClr val="tx2"/>
                </a:solidFill>
                <a:latin typeface="Trebuchet MS" pitchFamily="34" charset="0"/>
                <a:cs typeface="Arial" panose="020B0604020202020204" pitchFamily="34" charset="0"/>
              </a:rPr>
              <a:t>Fixed Income</a:t>
            </a:r>
            <a:r>
              <a:rPr lang="es-PE" sz="700" i="1" dirty="0">
                <a:solidFill>
                  <a:schemeClr val="tx2"/>
                </a:solidFill>
                <a:latin typeface="Trebuchet MS" pitchFamily="34" charset="0"/>
                <a:cs typeface="Arial" panose="020B0604020202020204" pitchFamily="34" charset="0"/>
              </a:rPr>
              <a:t>: TIPS (US Breakeven 10 Year Index), Agency MBS (BBG Barclays US MBS Fixed Rate Avg. OAS), US IG (Barclays US Agg Credit Avg. OAS), US HY (Barclays US Corporate High Yield Avg. OAS), EM Sov (JP Morgan Emerging Bond Index Global Sovereign Spread). </a:t>
            </a:r>
            <a:r>
              <a:rPr lang="es-PE" sz="700" i="1" dirty="0" err="1">
                <a:solidFill>
                  <a:schemeClr val="tx2"/>
                </a:solidFill>
                <a:latin typeface="Trebuchet MS" pitchFamily="34" charset="0"/>
                <a:cs typeface="Arial" panose="020B0604020202020204" pitchFamily="34" charset="0"/>
              </a:rPr>
              <a:t>Higher</a:t>
            </a:r>
            <a:r>
              <a:rPr lang="es-PE" sz="700" i="1" dirty="0">
                <a:solidFill>
                  <a:schemeClr val="tx2"/>
                </a:solidFill>
                <a:latin typeface="Trebuchet MS" pitchFamily="34" charset="0"/>
                <a:cs typeface="Arial" panose="020B0604020202020204" pitchFamily="34" charset="0"/>
              </a:rPr>
              <a:t> </a:t>
            </a:r>
            <a:r>
              <a:rPr lang="es-PE" sz="700" i="1" dirty="0" err="1">
                <a:solidFill>
                  <a:schemeClr val="tx2"/>
                </a:solidFill>
                <a:latin typeface="Trebuchet MS" pitchFamily="34" charset="0"/>
                <a:cs typeface="Arial" panose="020B0604020202020204" pitchFamily="34" charset="0"/>
              </a:rPr>
              <a:t>value</a:t>
            </a:r>
            <a:r>
              <a:rPr lang="es-PE" sz="700" i="1" dirty="0">
                <a:solidFill>
                  <a:schemeClr val="tx2"/>
                </a:solidFill>
                <a:latin typeface="Trebuchet MS" pitchFamily="34" charset="0"/>
                <a:cs typeface="Arial" panose="020B0604020202020204" pitchFamily="34" charset="0"/>
              </a:rPr>
              <a:t> </a:t>
            </a:r>
            <a:r>
              <a:rPr lang="es-PE" sz="700" i="1" dirty="0" err="1">
                <a:solidFill>
                  <a:schemeClr val="tx2"/>
                </a:solidFill>
                <a:latin typeface="Trebuchet MS" pitchFamily="34" charset="0"/>
                <a:cs typeface="Arial" panose="020B0604020202020204" pitchFamily="34" charset="0"/>
              </a:rPr>
              <a:t>represents</a:t>
            </a:r>
            <a:r>
              <a:rPr lang="es-PE" sz="700" i="1" dirty="0">
                <a:solidFill>
                  <a:schemeClr val="tx2"/>
                </a:solidFill>
                <a:latin typeface="Trebuchet MS" pitchFamily="34" charset="0"/>
                <a:cs typeface="Arial" panose="020B0604020202020204" pitchFamily="34" charset="0"/>
              </a:rPr>
              <a:t> top 90th </a:t>
            </a:r>
            <a:r>
              <a:rPr lang="es-PE" sz="700" i="1" dirty="0" err="1">
                <a:solidFill>
                  <a:schemeClr val="tx2"/>
                </a:solidFill>
                <a:latin typeface="Trebuchet MS" pitchFamily="34" charset="0"/>
                <a:cs typeface="Arial" panose="020B0604020202020204" pitchFamily="34" charset="0"/>
              </a:rPr>
              <a:t>percentile</a:t>
            </a:r>
            <a:r>
              <a:rPr lang="es-PE" sz="700" i="1" dirty="0">
                <a:solidFill>
                  <a:schemeClr val="tx2"/>
                </a:solidFill>
                <a:latin typeface="Trebuchet MS" pitchFamily="34" charset="0"/>
                <a:cs typeface="Arial" panose="020B0604020202020204" pitchFamily="34" charset="0"/>
              </a:rPr>
              <a:t>, </a:t>
            </a:r>
            <a:r>
              <a:rPr lang="es-PE" sz="700" i="1" dirty="0" err="1">
                <a:solidFill>
                  <a:schemeClr val="tx2"/>
                </a:solidFill>
                <a:latin typeface="Trebuchet MS" pitchFamily="34" charset="0"/>
                <a:cs typeface="Arial" panose="020B0604020202020204" pitchFamily="34" charset="0"/>
              </a:rPr>
              <a:t>while</a:t>
            </a:r>
            <a:r>
              <a:rPr lang="es-PE" sz="700" i="1" dirty="0">
                <a:solidFill>
                  <a:schemeClr val="tx2"/>
                </a:solidFill>
                <a:latin typeface="Trebuchet MS" pitchFamily="34" charset="0"/>
                <a:cs typeface="Arial" panose="020B0604020202020204" pitchFamily="34" charset="0"/>
              </a:rPr>
              <a:t> </a:t>
            </a:r>
            <a:r>
              <a:rPr lang="es-PE" sz="700" i="1" dirty="0" err="1">
                <a:solidFill>
                  <a:schemeClr val="tx2"/>
                </a:solidFill>
                <a:latin typeface="Trebuchet MS" pitchFamily="34" charset="0"/>
                <a:cs typeface="Arial" panose="020B0604020202020204" pitchFamily="34" charset="0"/>
              </a:rPr>
              <a:t>lowe</a:t>
            </a:r>
            <a:r>
              <a:rPr lang="es-PE" sz="700" i="1" dirty="0">
                <a:solidFill>
                  <a:schemeClr val="tx2"/>
                </a:solidFill>
                <a:latin typeface="Trebuchet MS" pitchFamily="34" charset="0"/>
                <a:cs typeface="Arial" panose="020B0604020202020204" pitchFamily="34" charset="0"/>
              </a:rPr>
              <a:t> </a:t>
            </a:r>
            <a:r>
              <a:rPr lang="es-PE" sz="700" i="1" dirty="0" err="1">
                <a:solidFill>
                  <a:schemeClr val="tx2"/>
                </a:solidFill>
                <a:latin typeface="Trebuchet MS" pitchFamily="34" charset="0"/>
                <a:cs typeface="Arial" panose="020B0604020202020204" pitchFamily="34" charset="0"/>
              </a:rPr>
              <a:t>value</a:t>
            </a:r>
            <a:r>
              <a:rPr lang="es-PE" sz="700" i="1" dirty="0">
                <a:solidFill>
                  <a:schemeClr val="tx2"/>
                </a:solidFill>
                <a:latin typeface="Trebuchet MS" pitchFamily="34" charset="0"/>
                <a:cs typeface="Arial" panose="020B0604020202020204" pitchFamily="34" charset="0"/>
              </a:rPr>
              <a:t> </a:t>
            </a:r>
            <a:r>
              <a:rPr lang="es-PE" sz="700" i="1" dirty="0" err="1">
                <a:solidFill>
                  <a:schemeClr val="tx2"/>
                </a:solidFill>
                <a:latin typeface="Trebuchet MS" pitchFamily="34" charset="0"/>
                <a:cs typeface="Arial" panose="020B0604020202020204" pitchFamily="34" charset="0"/>
              </a:rPr>
              <a:t>represents</a:t>
            </a:r>
            <a:r>
              <a:rPr lang="es-PE" sz="700" i="1" dirty="0">
                <a:solidFill>
                  <a:schemeClr val="tx2"/>
                </a:solidFill>
                <a:latin typeface="Trebuchet MS" pitchFamily="34" charset="0"/>
                <a:cs typeface="Arial" panose="020B0604020202020204" pitchFamily="34" charset="0"/>
              </a:rPr>
              <a:t> bottom 10th </a:t>
            </a:r>
            <a:r>
              <a:rPr lang="es-PE" sz="700" i="1" dirty="0" err="1">
                <a:solidFill>
                  <a:schemeClr val="tx2"/>
                </a:solidFill>
                <a:latin typeface="Trebuchet MS" pitchFamily="34" charset="0"/>
                <a:cs typeface="Arial" panose="020B0604020202020204" pitchFamily="34" charset="0"/>
              </a:rPr>
              <a:t>percentile</a:t>
            </a:r>
            <a:r>
              <a:rPr lang="es-PE" sz="700" i="1" dirty="0">
                <a:solidFill>
                  <a:schemeClr val="tx2"/>
                </a:solidFill>
                <a:latin typeface="Trebuchet MS" pitchFamily="34" charset="0"/>
                <a:cs typeface="Arial" panose="020B0604020202020204" pitchFamily="34" charset="0"/>
              </a:rPr>
              <a:t>. Periodo: 31/05/2007 – 30/09/2026.</a:t>
            </a:r>
            <a:endParaRPr lang="es-PE" sz="700" i="1" dirty="0">
              <a:solidFill>
                <a:schemeClr val="bg1">
                  <a:lumMod val="50000"/>
                </a:schemeClr>
              </a:solidFill>
              <a:latin typeface="Arial" panose="020B0604020202020204" pitchFamily="34" charset="0"/>
              <a:cs typeface="Arial" panose="020B0604020202020204" pitchFamily="34" charset="0"/>
            </a:endParaRPr>
          </a:p>
        </p:txBody>
      </p:sp>
      <p:sp>
        <p:nvSpPr>
          <p:cNvPr id="75" name="Rectangle 74">
            <a:extLst>
              <a:ext uri="{FF2B5EF4-FFF2-40B4-BE49-F238E27FC236}">
                <a16:creationId xmlns:a16="http://schemas.microsoft.com/office/drawing/2014/main" id="{26CF4694-954B-4C10-8141-41C8A8897809}"/>
              </a:ext>
            </a:extLst>
          </p:cNvPr>
          <p:cNvSpPr/>
          <p:nvPr/>
        </p:nvSpPr>
        <p:spPr>
          <a:xfrm>
            <a:off x="108995" y="6085137"/>
            <a:ext cx="4554826" cy="307777"/>
          </a:xfrm>
          <a:prstGeom prst="rect">
            <a:avLst/>
          </a:prstGeom>
        </p:spPr>
        <p:txBody>
          <a:bodyPr wrap="square">
            <a:spAutoFit/>
          </a:bodyPr>
          <a:lstStyle/>
          <a:p>
            <a:pPr algn="just"/>
            <a:r>
              <a:rPr lang="es-PE" sz="700" i="1" u="sng" dirty="0">
                <a:solidFill>
                  <a:schemeClr val="tx2"/>
                </a:solidFill>
                <a:latin typeface="Trebuchet MS" pitchFamily="34" charset="0"/>
                <a:cs typeface="Arial" panose="020B0604020202020204" pitchFamily="34" charset="0"/>
              </a:rPr>
              <a:t>Equities</a:t>
            </a:r>
            <a:r>
              <a:rPr lang="es-PE" sz="700" i="1" dirty="0">
                <a:solidFill>
                  <a:schemeClr val="tx2"/>
                </a:solidFill>
                <a:latin typeface="Trebuchet MS" pitchFamily="34" charset="0"/>
                <a:cs typeface="Arial" panose="020B0604020202020204" pitchFamily="34" charset="0"/>
              </a:rPr>
              <a:t>: valuation metric based on </a:t>
            </a:r>
            <a:r>
              <a:rPr lang="es-PE" sz="700" i="1" dirty="0" err="1">
                <a:solidFill>
                  <a:schemeClr val="tx2"/>
                </a:solidFill>
                <a:latin typeface="Trebuchet MS" pitchFamily="34" charset="0"/>
                <a:cs typeface="Arial" panose="020B0604020202020204" pitchFamily="34" charset="0"/>
              </a:rPr>
              <a:t>the</a:t>
            </a:r>
            <a:r>
              <a:rPr lang="es-PE" sz="700" i="1" dirty="0">
                <a:solidFill>
                  <a:schemeClr val="tx2"/>
                </a:solidFill>
                <a:latin typeface="Trebuchet MS" pitchFamily="34" charset="0"/>
                <a:cs typeface="Arial" panose="020B0604020202020204" pitchFamily="34" charset="0"/>
              </a:rPr>
              <a:t> forward P/E</a:t>
            </a:r>
          </a:p>
          <a:p>
            <a:pPr algn="just"/>
            <a:r>
              <a:rPr lang="es-PE" sz="700" i="1" u="sng" dirty="0">
                <a:solidFill>
                  <a:schemeClr val="tx2"/>
                </a:solidFill>
                <a:latin typeface="Trebuchet MS" pitchFamily="34" charset="0"/>
                <a:cs typeface="Arial" panose="020B0604020202020204" pitchFamily="34" charset="0"/>
              </a:rPr>
              <a:t>Fixed Income</a:t>
            </a:r>
            <a:r>
              <a:rPr lang="es-PE" sz="700" i="1" dirty="0">
                <a:solidFill>
                  <a:schemeClr val="tx2"/>
                </a:solidFill>
                <a:latin typeface="Trebuchet MS" pitchFamily="34" charset="0"/>
                <a:cs typeface="Arial" panose="020B0604020202020204" pitchFamily="34" charset="0"/>
              </a:rPr>
              <a:t>: valuation metric is based on spreads over US Treasuries.  </a:t>
            </a:r>
            <a:endParaRPr lang="es-PE" sz="700" i="1" dirty="0">
              <a:solidFill>
                <a:schemeClr val="bg1">
                  <a:lumMod val="50000"/>
                </a:schemeClr>
              </a:solidFill>
              <a:latin typeface="Arial" panose="020B0604020202020204" pitchFamily="34" charset="0"/>
              <a:cs typeface="Arial" panose="020B0604020202020204" pitchFamily="34" charset="0"/>
            </a:endParaRPr>
          </a:p>
        </p:txBody>
      </p:sp>
      <p:sp>
        <p:nvSpPr>
          <p:cNvPr id="66" name="Slide Number Placeholder 3">
            <a:extLst>
              <a:ext uri="{FF2B5EF4-FFF2-40B4-BE49-F238E27FC236}">
                <a16:creationId xmlns:a16="http://schemas.microsoft.com/office/drawing/2014/main" id="{9D83900F-B649-4999-ADB0-E0B602442116}"/>
              </a:ext>
            </a:extLst>
          </p:cNvPr>
          <p:cNvSpPr>
            <a:spLocks noGrp="1"/>
          </p:cNvSpPr>
          <p:nvPr>
            <p:ph type="sldNum" sz="quarter" idx="12"/>
          </p:nvPr>
        </p:nvSpPr>
        <p:spPr>
          <a:xfrm>
            <a:off x="7023680" y="6492875"/>
            <a:ext cx="21336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C67D77E-0A59-4F4C-9494-FAA2C5A60E2D}" type="slidenum">
              <a:rPr kumimoji="0" lang="es-PE"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s-PE"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68" name="Rectangle 67">
            <a:extLst>
              <a:ext uri="{FF2B5EF4-FFF2-40B4-BE49-F238E27FC236}">
                <a16:creationId xmlns:a16="http://schemas.microsoft.com/office/drawing/2014/main" id="{29C52EB8-8CAC-4642-BF58-4B20C09687B0}"/>
              </a:ext>
            </a:extLst>
          </p:cNvPr>
          <p:cNvSpPr>
            <a:spLocks noChangeArrowheads="1"/>
          </p:cNvSpPr>
          <p:nvPr/>
        </p:nvSpPr>
        <p:spPr bwMode="auto">
          <a:xfrm>
            <a:off x="179387" y="221739"/>
            <a:ext cx="7921005" cy="830997"/>
          </a:xfrm>
          <a:prstGeom prst="rect">
            <a:avLst/>
          </a:prstGeom>
          <a:noFill/>
          <a:ln w="9525">
            <a:noFill/>
            <a:miter lim="800000"/>
            <a:headEnd/>
            <a:tailEnd/>
          </a:ln>
        </p:spPr>
        <p:txBody>
          <a:bodyPr wrap="square">
            <a:spAutoFit/>
          </a:bodyPr>
          <a:lstStyle/>
          <a:p>
            <a:r>
              <a:rPr lang="es-MX" sz="2800" b="1" dirty="0">
                <a:solidFill>
                  <a:schemeClr val="bg1"/>
                </a:solidFill>
                <a:latin typeface="Trebuchet MS" pitchFamily="34" charset="0"/>
              </a:rPr>
              <a:t>2.5.1 Seguimiento de corto plazo - Valuation</a:t>
            </a:r>
          </a:p>
          <a:p>
            <a:r>
              <a:rPr lang="es-ES" sz="2000" b="1" dirty="0">
                <a:solidFill>
                  <a:schemeClr val="bg1"/>
                </a:solidFill>
                <a:latin typeface="Trebuchet MS" pitchFamily="34" charset="0"/>
              </a:rPr>
              <a:t>Spreads en crédito apretados</a:t>
            </a:r>
            <a:endParaRPr lang="es-PE" sz="2800" dirty="0">
              <a:solidFill>
                <a:schemeClr val="bg1"/>
              </a:solidFill>
              <a:latin typeface="Trebuchet MS" pitchFamily="34" charset="0"/>
            </a:endParaRPr>
          </a:p>
        </p:txBody>
      </p:sp>
      <p:sp>
        <p:nvSpPr>
          <p:cNvPr id="9" name="Rectangle 8">
            <a:extLst>
              <a:ext uri="{FF2B5EF4-FFF2-40B4-BE49-F238E27FC236}">
                <a16:creationId xmlns:a16="http://schemas.microsoft.com/office/drawing/2014/main" id="{6BDD93B2-0C82-D591-136D-247339CB3491}"/>
              </a:ext>
            </a:extLst>
          </p:cNvPr>
          <p:cNvSpPr/>
          <p:nvPr/>
        </p:nvSpPr>
        <p:spPr>
          <a:xfrm>
            <a:off x="874484" y="1531739"/>
            <a:ext cx="2689404" cy="422417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Tree>
    <p:extLst>
      <p:ext uri="{BB962C8B-B14F-4D97-AF65-F5344CB8AC3E}">
        <p14:creationId xmlns:p14="http://schemas.microsoft.com/office/powerpoint/2010/main" val="16146534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Chart 2">
            <a:extLst>
              <a:ext uri="{FF2B5EF4-FFF2-40B4-BE49-F238E27FC236}">
                <a16:creationId xmlns:a16="http://schemas.microsoft.com/office/drawing/2014/main" id="{8132D301-0F6D-C76A-4405-AE3CA7096084}"/>
              </a:ext>
            </a:extLst>
          </p:cNvPr>
          <p:cNvGraphicFramePr>
            <a:graphicFrameLocks/>
          </p:cNvGraphicFramePr>
          <p:nvPr>
            <p:extLst>
              <p:ext uri="{D42A27DB-BD31-4B8C-83A1-F6EECF244321}">
                <p14:modId xmlns:p14="http://schemas.microsoft.com/office/powerpoint/2010/main" val="236859520"/>
              </p:ext>
            </p:extLst>
          </p:nvPr>
        </p:nvGraphicFramePr>
        <p:xfrm>
          <a:off x="4563433" y="1762306"/>
          <a:ext cx="3920936" cy="4151846"/>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 name="Chart 4">
            <a:extLst>
              <a:ext uri="{FF2B5EF4-FFF2-40B4-BE49-F238E27FC236}">
                <a16:creationId xmlns:a16="http://schemas.microsoft.com/office/drawing/2014/main" id="{00000000-0008-0000-0400-000004000000}"/>
              </a:ext>
            </a:extLst>
          </p:cNvPr>
          <p:cNvGraphicFramePr>
            <a:graphicFrameLocks/>
          </p:cNvGraphicFramePr>
          <p:nvPr>
            <p:extLst>
              <p:ext uri="{D42A27DB-BD31-4B8C-83A1-F6EECF244321}">
                <p14:modId xmlns:p14="http://schemas.microsoft.com/office/powerpoint/2010/main" val="320014966"/>
              </p:ext>
            </p:extLst>
          </p:nvPr>
        </p:nvGraphicFramePr>
        <p:xfrm>
          <a:off x="333015" y="1730319"/>
          <a:ext cx="3768355" cy="4215821"/>
        </p:xfrm>
        <a:graphic>
          <a:graphicData uri="http://schemas.openxmlformats.org/drawingml/2006/chart">
            <c:chart xmlns:c="http://schemas.openxmlformats.org/drawingml/2006/chart" xmlns:r="http://schemas.openxmlformats.org/officeDocument/2006/relationships" r:id="rId4"/>
          </a:graphicData>
        </a:graphic>
      </p:graphicFrame>
      <p:sp>
        <p:nvSpPr>
          <p:cNvPr id="66562" name="AutoShape 2" descr="Inline image 1"/>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PE"/>
          </a:p>
        </p:txBody>
      </p:sp>
      <p:sp>
        <p:nvSpPr>
          <p:cNvPr id="43010" name="AutoShape 2" descr="Inline image 1"/>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PE"/>
          </a:p>
        </p:txBody>
      </p:sp>
      <p:sp>
        <p:nvSpPr>
          <p:cNvPr id="12" name="Rectangle 11">
            <a:extLst>
              <a:ext uri="{FF2B5EF4-FFF2-40B4-BE49-F238E27FC236}">
                <a16:creationId xmlns:a16="http://schemas.microsoft.com/office/drawing/2014/main" id="{4FBCC332-FCAF-45DC-BA6A-702C74904075}"/>
              </a:ext>
            </a:extLst>
          </p:cNvPr>
          <p:cNvSpPr>
            <a:spLocks noChangeArrowheads="1"/>
          </p:cNvSpPr>
          <p:nvPr/>
        </p:nvSpPr>
        <p:spPr bwMode="auto">
          <a:xfrm>
            <a:off x="179512" y="188640"/>
            <a:ext cx="7343775" cy="861774"/>
          </a:xfrm>
          <a:prstGeom prst="rect">
            <a:avLst/>
          </a:prstGeom>
          <a:noFill/>
          <a:ln w="9525">
            <a:noFill/>
            <a:miter lim="800000"/>
            <a:headEnd/>
            <a:tailEnd/>
          </a:ln>
        </p:spPr>
        <p:txBody>
          <a:bodyPr>
            <a:spAutoFit/>
          </a:bodyPr>
          <a:lstStyle/>
          <a:p>
            <a:r>
              <a:rPr lang="es-PE" sz="2800" b="1" dirty="0">
                <a:solidFill>
                  <a:schemeClr val="bg1"/>
                </a:solidFill>
                <a:latin typeface="Trebuchet MS" pitchFamily="34" charset="0"/>
              </a:rPr>
              <a:t>3.1.1 Performance YTD</a:t>
            </a:r>
          </a:p>
          <a:p>
            <a:r>
              <a:rPr lang="es-PE" sz="2000" b="1" dirty="0">
                <a:solidFill>
                  <a:schemeClr val="bg1"/>
                </a:solidFill>
                <a:latin typeface="Trebuchet MS" pitchFamily="34" charset="0"/>
              </a:rPr>
              <a:t>Comparativo con grandes asset classes</a:t>
            </a:r>
          </a:p>
        </p:txBody>
      </p:sp>
      <p:sp>
        <p:nvSpPr>
          <p:cNvPr id="85" name="Rectangle 84">
            <a:extLst>
              <a:ext uri="{FF2B5EF4-FFF2-40B4-BE49-F238E27FC236}">
                <a16:creationId xmlns:a16="http://schemas.microsoft.com/office/drawing/2014/main" id="{FB4A4CDD-F0B7-4AF8-B499-1CDEC2710F47}"/>
              </a:ext>
            </a:extLst>
          </p:cNvPr>
          <p:cNvSpPr/>
          <p:nvPr/>
        </p:nvSpPr>
        <p:spPr>
          <a:xfrm>
            <a:off x="35496" y="6559460"/>
            <a:ext cx="8784976" cy="230832"/>
          </a:xfrm>
          <a:prstGeom prst="rect">
            <a:avLst/>
          </a:prstGeom>
        </p:spPr>
        <p:txBody>
          <a:bodyPr wrap="square">
            <a:spAutoFit/>
          </a:bodyPr>
          <a:lstStyle/>
          <a:p>
            <a:pPr algn="just"/>
            <a:r>
              <a:rPr lang="es-PE" sz="900" i="1" dirty="0">
                <a:solidFill>
                  <a:schemeClr val="tx2"/>
                </a:solidFill>
                <a:latin typeface="Trebuchet MS" pitchFamily="34" charset="0"/>
              </a:rPr>
              <a:t>*Retornos YTD al 16/10/2026. Cálculo sistema: Valores cuota sin ajuste SBS </a:t>
            </a:r>
            <a:r>
              <a:rPr lang="es-PE" sz="900" i="1" dirty="0" err="1">
                <a:solidFill>
                  <a:schemeClr val="tx2"/>
                </a:solidFill>
                <a:latin typeface="Trebuchet MS" pitchFamily="34" charset="0"/>
              </a:rPr>
              <a:t>Alts</a:t>
            </a:r>
            <a:r>
              <a:rPr lang="es-PE" sz="900" i="1" dirty="0">
                <a:solidFill>
                  <a:schemeClr val="tx2"/>
                </a:solidFill>
                <a:latin typeface="Trebuchet MS" pitchFamily="34" charset="0"/>
              </a:rPr>
              <a:t>, Bloomberg.</a:t>
            </a:r>
            <a:endParaRPr lang="es-PE" sz="900" i="1" dirty="0">
              <a:solidFill>
                <a:schemeClr val="tx2"/>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9615C3E6-AD21-49E3-B743-018FBD074B7C}"/>
              </a:ext>
            </a:extLst>
          </p:cNvPr>
          <p:cNvSpPr txBox="1"/>
          <p:nvPr/>
        </p:nvSpPr>
        <p:spPr>
          <a:xfrm>
            <a:off x="307975" y="1386735"/>
            <a:ext cx="3768353" cy="276999"/>
          </a:xfrm>
          <a:prstGeom prst="rect">
            <a:avLst/>
          </a:prstGeom>
          <a:noFill/>
        </p:spPr>
        <p:txBody>
          <a:bodyPr wrap="square" rtlCol="0">
            <a:spAutoFit/>
          </a:bodyPr>
          <a:lstStyle/>
          <a:p>
            <a:r>
              <a:rPr lang="es-PE" sz="1200" b="1" u="sng" dirty="0">
                <a:solidFill>
                  <a:schemeClr val="tx2">
                    <a:lumMod val="75000"/>
                  </a:schemeClr>
                </a:solidFill>
              </a:rPr>
              <a:t>Retornos Fondos IN 2026</a:t>
            </a:r>
          </a:p>
        </p:txBody>
      </p:sp>
      <p:sp>
        <p:nvSpPr>
          <p:cNvPr id="22" name="TextBox 21">
            <a:extLst>
              <a:ext uri="{FF2B5EF4-FFF2-40B4-BE49-F238E27FC236}">
                <a16:creationId xmlns:a16="http://schemas.microsoft.com/office/drawing/2014/main" id="{0350FE49-DACA-4E3F-BB28-DF68843D3173}"/>
              </a:ext>
            </a:extLst>
          </p:cNvPr>
          <p:cNvSpPr txBox="1"/>
          <p:nvPr/>
        </p:nvSpPr>
        <p:spPr>
          <a:xfrm>
            <a:off x="4716016" y="1386735"/>
            <a:ext cx="3768353" cy="276999"/>
          </a:xfrm>
          <a:prstGeom prst="rect">
            <a:avLst/>
          </a:prstGeom>
          <a:noFill/>
        </p:spPr>
        <p:txBody>
          <a:bodyPr wrap="square" rtlCol="0">
            <a:spAutoFit/>
          </a:bodyPr>
          <a:lstStyle/>
          <a:p>
            <a:r>
              <a:rPr lang="es-PE" sz="1200" b="1" u="sng" dirty="0">
                <a:solidFill>
                  <a:srgbClr val="1E2E6E"/>
                </a:solidFill>
              </a:rPr>
              <a:t>Retornos Fondos IN 2025</a:t>
            </a:r>
          </a:p>
        </p:txBody>
      </p:sp>
      <p:sp>
        <p:nvSpPr>
          <p:cNvPr id="13" name="Slide Number Placeholder 3">
            <a:extLst>
              <a:ext uri="{FF2B5EF4-FFF2-40B4-BE49-F238E27FC236}">
                <a16:creationId xmlns:a16="http://schemas.microsoft.com/office/drawing/2014/main" id="{ECB4F2EE-8B03-4EAD-BCAD-E9999BB5C5A5}"/>
              </a:ext>
            </a:extLst>
          </p:cNvPr>
          <p:cNvSpPr>
            <a:spLocks noGrp="1"/>
          </p:cNvSpPr>
          <p:nvPr>
            <p:ph type="sldNum" sz="quarter" idx="12"/>
          </p:nvPr>
        </p:nvSpPr>
        <p:spPr>
          <a:xfrm>
            <a:off x="7023680" y="6492875"/>
            <a:ext cx="21336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C67D77E-0A59-4F4C-9494-FAA2C5A60E2D}" type="slidenum">
              <a:rPr kumimoji="0" lang="es-PE"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s-PE"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7" name="Rectangle 6">
            <a:extLst>
              <a:ext uri="{FF2B5EF4-FFF2-40B4-BE49-F238E27FC236}">
                <a16:creationId xmlns:a16="http://schemas.microsoft.com/office/drawing/2014/main" id="{DC23BBB3-8FC8-CC5E-DD17-1680D4FC046B}"/>
              </a:ext>
            </a:extLst>
          </p:cNvPr>
          <p:cNvSpPr/>
          <p:nvPr/>
        </p:nvSpPr>
        <p:spPr>
          <a:xfrm>
            <a:off x="362009" y="3445956"/>
            <a:ext cx="861408" cy="189215"/>
          </a:xfrm>
          <a:prstGeom prst="rect">
            <a:avLst/>
          </a:prstGeom>
          <a:noFill/>
          <a:ln>
            <a:solidFill>
              <a:srgbClr val="C000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9" name="Rectangle 8">
            <a:extLst>
              <a:ext uri="{FF2B5EF4-FFF2-40B4-BE49-F238E27FC236}">
                <a16:creationId xmlns:a16="http://schemas.microsoft.com/office/drawing/2014/main" id="{C9636AF3-1CA8-2FE0-6FEA-EB7A85B67748}"/>
              </a:ext>
            </a:extLst>
          </p:cNvPr>
          <p:cNvSpPr/>
          <p:nvPr/>
        </p:nvSpPr>
        <p:spPr>
          <a:xfrm>
            <a:off x="4629673" y="4247897"/>
            <a:ext cx="828000" cy="189215"/>
          </a:xfrm>
          <a:prstGeom prst="rect">
            <a:avLst/>
          </a:prstGeom>
          <a:noFill/>
          <a:ln>
            <a:solidFill>
              <a:srgbClr val="C000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1" name="Rectangle 10">
            <a:extLst>
              <a:ext uri="{FF2B5EF4-FFF2-40B4-BE49-F238E27FC236}">
                <a16:creationId xmlns:a16="http://schemas.microsoft.com/office/drawing/2014/main" id="{C13D5223-F56C-E452-959F-3161D471004C}"/>
              </a:ext>
            </a:extLst>
          </p:cNvPr>
          <p:cNvSpPr/>
          <p:nvPr/>
        </p:nvSpPr>
        <p:spPr>
          <a:xfrm>
            <a:off x="4620520" y="3756053"/>
            <a:ext cx="828000" cy="189215"/>
          </a:xfrm>
          <a:prstGeom prst="rect">
            <a:avLst/>
          </a:prstGeom>
          <a:noFill/>
          <a:ln>
            <a:solidFill>
              <a:srgbClr val="C000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4" name="Rectangle 13">
            <a:extLst>
              <a:ext uri="{FF2B5EF4-FFF2-40B4-BE49-F238E27FC236}">
                <a16:creationId xmlns:a16="http://schemas.microsoft.com/office/drawing/2014/main" id="{CFE6A0DA-813C-DF82-3F92-70B3F62461CB}"/>
              </a:ext>
            </a:extLst>
          </p:cNvPr>
          <p:cNvSpPr/>
          <p:nvPr/>
        </p:nvSpPr>
        <p:spPr>
          <a:xfrm>
            <a:off x="4629673" y="2818125"/>
            <a:ext cx="828000" cy="189215"/>
          </a:xfrm>
          <a:prstGeom prst="rect">
            <a:avLst/>
          </a:prstGeom>
          <a:noFill/>
          <a:ln>
            <a:solidFill>
              <a:srgbClr val="C000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5" name="Rectangle 14">
            <a:extLst>
              <a:ext uri="{FF2B5EF4-FFF2-40B4-BE49-F238E27FC236}">
                <a16:creationId xmlns:a16="http://schemas.microsoft.com/office/drawing/2014/main" id="{E5BCF182-F124-99C9-1F37-562CD35637A5}"/>
              </a:ext>
            </a:extLst>
          </p:cNvPr>
          <p:cNvSpPr/>
          <p:nvPr/>
        </p:nvSpPr>
        <p:spPr>
          <a:xfrm>
            <a:off x="362009" y="2518912"/>
            <a:ext cx="861408" cy="189215"/>
          </a:xfrm>
          <a:prstGeom prst="rect">
            <a:avLst/>
          </a:prstGeom>
          <a:noFill/>
          <a:ln>
            <a:solidFill>
              <a:srgbClr val="C000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6" name="Rectangle 15">
            <a:extLst>
              <a:ext uri="{FF2B5EF4-FFF2-40B4-BE49-F238E27FC236}">
                <a16:creationId xmlns:a16="http://schemas.microsoft.com/office/drawing/2014/main" id="{53A16DE8-3085-6D78-0164-371D3558BCCB}"/>
              </a:ext>
            </a:extLst>
          </p:cNvPr>
          <p:cNvSpPr/>
          <p:nvPr/>
        </p:nvSpPr>
        <p:spPr>
          <a:xfrm>
            <a:off x="362009" y="3214181"/>
            <a:ext cx="861408" cy="189215"/>
          </a:xfrm>
          <a:prstGeom prst="rect">
            <a:avLst/>
          </a:prstGeom>
          <a:noFill/>
          <a:ln>
            <a:solidFill>
              <a:srgbClr val="C000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Tree>
    <p:extLst>
      <p:ext uri="{BB962C8B-B14F-4D97-AF65-F5344CB8AC3E}">
        <p14:creationId xmlns:p14="http://schemas.microsoft.com/office/powerpoint/2010/main" val="30503383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CD965455-E74D-49E0-91C9-674D58BC2BCA}"/>
              </a:ext>
            </a:extLst>
          </p:cNvPr>
          <p:cNvSpPr/>
          <p:nvPr/>
        </p:nvSpPr>
        <p:spPr>
          <a:xfrm>
            <a:off x="-15240" y="6439022"/>
            <a:ext cx="9172520" cy="4344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9" name="Title 1">
            <a:extLst>
              <a:ext uri="{FF2B5EF4-FFF2-40B4-BE49-F238E27FC236}">
                <a16:creationId xmlns:a16="http://schemas.microsoft.com/office/drawing/2014/main" id="{BB8CAF2B-7292-483F-98EA-2CEA12E43D74}"/>
              </a:ext>
            </a:extLst>
          </p:cNvPr>
          <p:cNvSpPr txBox="1">
            <a:spLocks/>
          </p:cNvSpPr>
          <p:nvPr/>
        </p:nvSpPr>
        <p:spPr bwMode="auto">
          <a:xfrm>
            <a:off x="158824" y="44624"/>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algn="l"/>
            <a:r>
              <a:rPr lang="es-PE" sz="2800" b="1" dirty="0">
                <a:solidFill>
                  <a:schemeClr val="bg1"/>
                </a:solidFill>
                <a:latin typeface="Trebuchet MS" pitchFamily="34" charset="0"/>
                <a:ea typeface="+mn-ea"/>
                <a:cs typeface="Arial" charset="0"/>
              </a:rPr>
              <a:t>4.1.1 Posicionamiento Portafolio</a:t>
            </a:r>
          </a:p>
          <a:p>
            <a:pPr algn="l"/>
            <a:r>
              <a:rPr lang="es-PE" sz="2000" b="1" dirty="0">
                <a:solidFill>
                  <a:schemeClr val="bg1"/>
                </a:solidFill>
                <a:latin typeface="Trebuchet MS" pitchFamily="34" charset="0"/>
                <a:ea typeface="+mn-ea"/>
                <a:cs typeface="Arial" charset="0"/>
              </a:rPr>
              <a:t>Renta Variable</a:t>
            </a:r>
          </a:p>
        </p:txBody>
      </p:sp>
      <p:sp>
        <p:nvSpPr>
          <p:cNvPr id="11" name="Slide Number Placeholder 3">
            <a:extLst>
              <a:ext uri="{FF2B5EF4-FFF2-40B4-BE49-F238E27FC236}">
                <a16:creationId xmlns:a16="http://schemas.microsoft.com/office/drawing/2014/main" id="{43802515-776C-49B1-978D-EC75F04C1BDD}"/>
              </a:ext>
            </a:extLst>
          </p:cNvPr>
          <p:cNvSpPr>
            <a:spLocks noGrp="1"/>
          </p:cNvSpPr>
          <p:nvPr>
            <p:ph type="sldNum" sz="quarter" idx="12"/>
          </p:nvPr>
        </p:nvSpPr>
        <p:spPr>
          <a:xfrm>
            <a:off x="7023680" y="6492875"/>
            <a:ext cx="21336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C67D77E-0A59-4F4C-9494-FAA2C5A60E2D}" type="slidenum">
              <a:rPr kumimoji="0" lang="es-PE"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s-PE"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13" name="TextBox 12">
            <a:extLst>
              <a:ext uri="{FF2B5EF4-FFF2-40B4-BE49-F238E27FC236}">
                <a16:creationId xmlns:a16="http://schemas.microsoft.com/office/drawing/2014/main" id="{236BE143-AEF4-4188-BA1A-9D1E2C314F46}"/>
              </a:ext>
            </a:extLst>
          </p:cNvPr>
          <p:cNvSpPr txBox="1"/>
          <p:nvPr/>
        </p:nvSpPr>
        <p:spPr>
          <a:xfrm>
            <a:off x="107504" y="1340768"/>
            <a:ext cx="2441246" cy="276999"/>
          </a:xfrm>
          <a:prstGeom prst="rect">
            <a:avLst/>
          </a:prstGeom>
          <a:noFill/>
        </p:spPr>
        <p:txBody>
          <a:bodyPr wrap="none" rtlCol="0">
            <a:spAutoFit/>
          </a:bodyPr>
          <a:lstStyle/>
          <a:p>
            <a:r>
              <a:rPr lang="es-PE" sz="1200" b="1" u="sng" dirty="0">
                <a:solidFill>
                  <a:schemeClr val="tx2">
                    <a:lumMod val="75000"/>
                  </a:schemeClr>
                </a:solidFill>
              </a:rPr>
              <a:t>Renta Variable Comité Octubre</a:t>
            </a:r>
          </a:p>
        </p:txBody>
      </p:sp>
      <p:graphicFrame>
        <p:nvGraphicFramePr>
          <p:cNvPr id="18" name="Chart 17">
            <a:extLst>
              <a:ext uri="{FF2B5EF4-FFF2-40B4-BE49-F238E27FC236}">
                <a16:creationId xmlns:a16="http://schemas.microsoft.com/office/drawing/2014/main" id="{E56CA7A2-C051-4AC3-B7A7-B7FC79162AE6}"/>
              </a:ext>
            </a:extLst>
          </p:cNvPr>
          <p:cNvGraphicFramePr>
            <a:graphicFrameLocks/>
          </p:cNvGraphicFramePr>
          <p:nvPr>
            <p:extLst>
              <p:ext uri="{D42A27DB-BD31-4B8C-83A1-F6EECF244321}">
                <p14:modId xmlns:p14="http://schemas.microsoft.com/office/powerpoint/2010/main" val="24618213"/>
              </p:ext>
            </p:extLst>
          </p:nvPr>
        </p:nvGraphicFramePr>
        <p:xfrm>
          <a:off x="755576" y="1641562"/>
          <a:ext cx="8068097" cy="2291494"/>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9" name="Chart 18">
            <a:extLst>
              <a:ext uri="{FF2B5EF4-FFF2-40B4-BE49-F238E27FC236}">
                <a16:creationId xmlns:a16="http://schemas.microsoft.com/office/drawing/2014/main" id="{7E42578B-D9E1-4644-9E96-70767C569784}"/>
              </a:ext>
            </a:extLst>
          </p:cNvPr>
          <p:cNvGraphicFramePr>
            <a:graphicFrameLocks/>
          </p:cNvGraphicFramePr>
          <p:nvPr>
            <p:extLst>
              <p:ext uri="{D42A27DB-BD31-4B8C-83A1-F6EECF244321}">
                <p14:modId xmlns:p14="http://schemas.microsoft.com/office/powerpoint/2010/main" val="1260554254"/>
              </p:ext>
            </p:extLst>
          </p:nvPr>
        </p:nvGraphicFramePr>
        <p:xfrm>
          <a:off x="755576" y="4400385"/>
          <a:ext cx="8078204" cy="2295144"/>
        </p:xfrm>
        <a:graphic>
          <a:graphicData uri="http://schemas.openxmlformats.org/drawingml/2006/chart">
            <c:chart xmlns:c="http://schemas.openxmlformats.org/drawingml/2006/chart" xmlns:r="http://schemas.openxmlformats.org/officeDocument/2006/relationships" r:id="rId4"/>
          </a:graphicData>
        </a:graphic>
      </p:graphicFrame>
      <p:sp>
        <p:nvSpPr>
          <p:cNvPr id="20" name="TextBox 19">
            <a:extLst>
              <a:ext uri="{FF2B5EF4-FFF2-40B4-BE49-F238E27FC236}">
                <a16:creationId xmlns:a16="http://schemas.microsoft.com/office/drawing/2014/main" id="{8B5926B4-3828-B7DB-4431-846634C05826}"/>
              </a:ext>
            </a:extLst>
          </p:cNvPr>
          <p:cNvSpPr txBox="1"/>
          <p:nvPr/>
        </p:nvSpPr>
        <p:spPr>
          <a:xfrm>
            <a:off x="158824" y="3875944"/>
            <a:ext cx="3379708" cy="276999"/>
          </a:xfrm>
          <a:prstGeom prst="rect">
            <a:avLst/>
          </a:prstGeom>
          <a:noFill/>
        </p:spPr>
        <p:txBody>
          <a:bodyPr wrap="none" rtlCol="0">
            <a:spAutoFit/>
          </a:bodyPr>
          <a:lstStyle/>
          <a:p>
            <a:r>
              <a:rPr lang="es-PE" sz="1200" b="1" u="sng" dirty="0">
                <a:solidFill>
                  <a:schemeClr val="tx2">
                    <a:lumMod val="75000"/>
                  </a:schemeClr>
                </a:solidFill>
              </a:rPr>
              <a:t>Variación del 27 de Agosto al 16 de Octubre</a:t>
            </a:r>
          </a:p>
        </p:txBody>
      </p:sp>
      <p:sp>
        <p:nvSpPr>
          <p:cNvPr id="3" name="Rectangle 2">
            <a:extLst>
              <a:ext uri="{FF2B5EF4-FFF2-40B4-BE49-F238E27FC236}">
                <a16:creationId xmlns:a16="http://schemas.microsoft.com/office/drawing/2014/main" id="{39273EA6-69CA-8916-F9B2-4C73DA70E107}"/>
              </a:ext>
            </a:extLst>
          </p:cNvPr>
          <p:cNvSpPr/>
          <p:nvPr/>
        </p:nvSpPr>
        <p:spPr>
          <a:xfrm>
            <a:off x="16782" y="6572419"/>
            <a:ext cx="8784976" cy="246221"/>
          </a:xfrm>
          <a:prstGeom prst="rect">
            <a:avLst/>
          </a:prstGeom>
        </p:spPr>
        <p:txBody>
          <a:bodyPr wrap="square">
            <a:spAutoFit/>
          </a:bodyPr>
          <a:lstStyle/>
          <a:p>
            <a:pPr algn="just"/>
            <a:r>
              <a:rPr lang="es-PE" sz="1000" i="1" dirty="0">
                <a:solidFill>
                  <a:schemeClr val="tx2"/>
                </a:solidFill>
                <a:latin typeface="Trebuchet MS" pitchFamily="34" charset="0"/>
              </a:rPr>
              <a:t>* Posicionamiento al 16/10/2026. Variación del 27/08/2026 al 16/10/2026.</a:t>
            </a:r>
            <a:endParaRPr lang="es-PE" sz="1000" i="1" dirty="0">
              <a:solidFill>
                <a:schemeClr val="bg1">
                  <a:lumMod val="5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021706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F2B2B284-EAB3-455C-8FF6-B5F227F99351}"/>
              </a:ext>
            </a:extLst>
          </p:cNvPr>
          <p:cNvSpPr/>
          <p:nvPr/>
        </p:nvSpPr>
        <p:spPr>
          <a:xfrm>
            <a:off x="-15240" y="6439022"/>
            <a:ext cx="9172520" cy="4344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4" name="TextBox 13">
            <a:extLst>
              <a:ext uri="{FF2B5EF4-FFF2-40B4-BE49-F238E27FC236}">
                <a16:creationId xmlns:a16="http://schemas.microsoft.com/office/drawing/2014/main" id="{9CC81CDE-C67C-44A6-ADE1-CEB1B6AAD9F3}"/>
              </a:ext>
            </a:extLst>
          </p:cNvPr>
          <p:cNvSpPr txBox="1"/>
          <p:nvPr/>
        </p:nvSpPr>
        <p:spPr>
          <a:xfrm>
            <a:off x="191153" y="1351801"/>
            <a:ext cx="2896947" cy="276999"/>
          </a:xfrm>
          <a:prstGeom prst="rect">
            <a:avLst/>
          </a:prstGeom>
          <a:noFill/>
        </p:spPr>
        <p:txBody>
          <a:bodyPr wrap="none" rtlCol="0">
            <a:spAutoFit/>
          </a:bodyPr>
          <a:lstStyle/>
          <a:p>
            <a:r>
              <a:rPr lang="es-PE" sz="1200" b="1" u="sng" dirty="0">
                <a:solidFill>
                  <a:schemeClr val="tx2">
                    <a:lumMod val="75000"/>
                  </a:schemeClr>
                </a:solidFill>
              </a:rPr>
              <a:t>Renta Fija (Duration) Comité Octubre</a:t>
            </a:r>
          </a:p>
        </p:txBody>
      </p:sp>
      <p:sp>
        <p:nvSpPr>
          <p:cNvPr id="8" name="Title 1">
            <a:extLst>
              <a:ext uri="{FF2B5EF4-FFF2-40B4-BE49-F238E27FC236}">
                <a16:creationId xmlns:a16="http://schemas.microsoft.com/office/drawing/2014/main" id="{05F9905F-EFFA-4692-8F8C-B3C876445DFD}"/>
              </a:ext>
            </a:extLst>
          </p:cNvPr>
          <p:cNvSpPr txBox="1">
            <a:spLocks/>
          </p:cNvSpPr>
          <p:nvPr/>
        </p:nvSpPr>
        <p:spPr bwMode="auto">
          <a:xfrm>
            <a:off x="158824" y="53752"/>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algn="l"/>
            <a:r>
              <a:rPr lang="es-PE" sz="2800" b="1" dirty="0">
                <a:solidFill>
                  <a:schemeClr val="bg1"/>
                </a:solidFill>
                <a:latin typeface="Trebuchet MS" pitchFamily="34" charset="0"/>
                <a:ea typeface="+mn-ea"/>
                <a:cs typeface="Arial" charset="0"/>
              </a:rPr>
              <a:t>4.1.2 Posicionamiento Portafolio</a:t>
            </a:r>
          </a:p>
          <a:p>
            <a:pPr algn="l"/>
            <a:r>
              <a:rPr lang="es-PE" sz="2000" b="1" dirty="0">
                <a:solidFill>
                  <a:schemeClr val="bg1"/>
                </a:solidFill>
                <a:latin typeface="Trebuchet MS" pitchFamily="34" charset="0"/>
                <a:ea typeface="+mn-ea"/>
                <a:cs typeface="Arial" charset="0"/>
              </a:rPr>
              <a:t>Renta Fija</a:t>
            </a:r>
          </a:p>
        </p:txBody>
      </p:sp>
      <p:sp>
        <p:nvSpPr>
          <p:cNvPr id="9" name="Slide Number Placeholder 3">
            <a:extLst>
              <a:ext uri="{FF2B5EF4-FFF2-40B4-BE49-F238E27FC236}">
                <a16:creationId xmlns:a16="http://schemas.microsoft.com/office/drawing/2014/main" id="{BE3256CB-86EA-4590-B223-F7849AEF5697}"/>
              </a:ext>
            </a:extLst>
          </p:cNvPr>
          <p:cNvSpPr>
            <a:spLocks noGrp="1"/>
          </p:cNvSpPr>
          <p:nvPr>
            <p:ph type="sldNum" sz="quarter" idx="12"/>
          </p:nvPr>
        </p:nvSpPr>
        <p:spPr>
          <a:xfrm>
            <a:off x="7023680" y="6492875"/>
            <a:ext cx="21336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C67D77E-0A59-4F4C-9494-FAA2C5A60E2D}" type="slidenum">
              <a:rPr kumimoji="0" lang="es-PE"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s-PE"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graphicFrame>
        <p:nvGraphicFramePr>
          <p:cNvPr id="6" name="Chart 5">
            <a:extLst>
              <a:ext uri="{FF2B5EF4-FFF2-40B4-BE49-F238E27FC236}">
                <a16:creationId xmlns:a16="http://schemas.microsoft.com/office/drawing/2014/main" id="{00055E08-F026-4EDB-9235-F75BB77E62DA}"/>
              </a:ext>
            </a:extLst>
          </p:cNvPr>
          <p:cNvGraphicFramePr>
            <a:graphicFrameLocks/>
          </p:cNvGraphicFramePr>
          <p:nvPr>
            <p:extLst>
              <p:ext uri="{D42A27DB-BD31-4B8C-83A1-F6EECF244321}">
                <p14:modId xmlns:p14="http://schemas.microsoft.com/office/powerpoint/2010/main" val="155474054"/>
              </p:ext>
            </p:extLst>
          </p:nvPr>
        </p:nvGraphicFramePr>
        <p:xfrm>
          <a:off x="821031" y="4440316"/>
          <a:ext cx="8238744" cy="2276856"/>
        </p:xfrm>
        <a:graphic>
          <a:graphicData uri="http://schemas.openxmlformats.org/drawingml/2006/chart">
            <c:chart xmlns:c="http://schemas.openxmlformats.org/drawingml/2006/chart" xmlns:r="http://schemas.openxmlformats.org/officeDocument/2006/relationships" r:id="rId3"/>
          </a:graphicData>
        </a:graphic>
      </p:graphicFrame>
      <p:sp>
        <p:nvSpPr>
          <p:cNvPr id="12" name="TextBox 11">
            <a:extLst>
              <a:ext uri="{FF2B5EF4-FFF2-40B4-BE49-F238E27FC236}">
                <a16:creationId xmlns:a16="http://schemas.microsoft.com/office/drawing/2014/main" id="{348A3E5C-7E0A-8A52-DA54-9D26C36B2EF8}"/>
              </a:ext>
            </a:extLst>
          </p:cNvPr>
          <p:cNvSpPr txBox="1"/>
          <p:nvPr/>
        </p:nvSpPr>
        <p:spPr>
          <a:xfrm>
            <a:off x="251520" y="4036298"/>
            <a:ext cx="3379708" cy="276999"/>
          </a:xfrm>
          <a:prstGeom prst="rect">
            <a:avLst/>
          </a:prstGeom>
          <a:noFill/>
        </p:spPr>
        <p:txBody>
          <a:bodyPr wrap="none" rtlCol="0">
            <a:spAutoFit/>
          </a:bodyPr>
          <a:lstStyle/>
          <a:p>
            <a:r>
              <a:rPr lang="es-PE" sz="1200" b="1" u="sng" dirty="0">
                <a:solidFill>
                  <a:schemeClr val="tx2">
                    <a:lumMod val="75000"/>
                  </a:schemeClr>
                </a:solidFill>
              </a:rPr>
              <a:t>Variación del 27 de Agosto al 16 de Octubre</a:t>
            </a:r>
          </a:p>
        </p:txBody>
      </p:sp>
      <p:graphicFrame>
        <p:nvGraphicFramePr>
          <p:cNvPr id="15" name="Chart 14">
            <a:extLst>
              <a:ext uri="{FF2B5EF4-FFF2-40B4-BE49-F238E27FC236}">
                <a16:creationId xmlns:a16="http://schemas.microsoft.com/office/drawing/2014/main" id="{F61BBF48-7B14-4BBF-A987-5C7B9FD71FC6}"/>
              </a:ext>
            </a:extLst>
          </p:cNvPr>
          <p:cNvGraphicFramePr>
            <a:graphicFrameLocks/>
          </p:cNvGraphicFramePr>
          <p:nvPr>
            <p:extLst>
              <p:ext uri="{D42A27DB-BD31-4B8C-83A1-F6EECF244321}">
                <p14:modId xmlns:p14="http://schemas.microsoft.com/office/powerpoint/2010/main" val="24241672"/>
              </p:ext>
            </p:extLst>
          </p:nvPr>
        </p:nvGraphicFramePr>
        <p:xfrm>
          <a:off x="821031" y="1762669"/>
          <a:ext cx="8238744" cy="2276856"/>
        </p:xfrm>
        <a:graphic>
          <a:graphicData uri="http://schemas.openxmlformats.org/drawingml/2006/chart">
            <c:chart xmlns:c="http://schemas.openxmlformats.org/drawingml/2006/chart" xmlns:r="http://schemas.openxmlformats.org/officeDocument/2006/relationships" r:id="rId4"/>
          </a:graphicData>
        </a:graphic>
      </p:graphicFrame>
      <p:sp>
        <p:nvSpPr>
          <p:cNvPr id="5" name="Rectangle 4">
            <a:extLst>
              <a:ext uri="{FF2B5EF4-FFF2-40B4-BE49-F238E27FC236}">
                <a16:creationId xmlns:a16="http://schemas.microsoft.com/office/drawing/2014/main" id="{0E5C2480-8E61-B2DD-4423-2A3449A354B1}"/>
              </a:ext>
            </a:extLst>
          </p:cNvPr>
          <p:cNvSpPr/>
          <p:nvPr/>
        </p:nvSpPr>
        <p:spPr>
          <a:xfrm>
            <a:off x="16782" y="6572419"/>
            <a:ext cx="8784976" cy="246221"/>
          </a:xfrm>
          <a:prstGeom prst="rect">
            <a:avLst/>
          </a:prstGeom>
        </p:spPr>
        <p:txBody>
          <a:bodyPr wrap="square">
            <a:spAutoFit/>
          </a:bodyPr>
          <a:lstStyle/>
          <a:p>
            <a:pPr algn="just"/>
            <a:r>
              <a:rPr lang="es-PE" sz="1000" i="1" dirty="0">
                <a:solidFill>
                  <a:schemeClr val="tx2"/>
                </a:solidFill>
                <a:latin typeface="Trebuchet MS" pitchFamily="34" charset="0"/>
              </a:rPr>
              <a:t>* Posicionamiento al 16/10/2026. Variación del 27/08/2026 al 16/10/2026.</a:t>
            </a:r>
            <a:endParaRPr lang="es-PE" sz="1000" i="1" dirty="0">
              <a:solidFill>
                <a:schemeClr val="bg1">
                  <a:lumMod val="5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81689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F2B2B284-EAB3-455C-8FF6-B5F227F99351}"/>
              </a:ext>
            </a:extLst>
          </p:cNvPr>
          <p:cNvSpPr/>
          <p:nvPr/>
        </p:nvSpPr>
        <p:spPr>
          <a:xfrm>
            <a:off x="-15240" y="6439022"/>
            <a:ext cx="9172520" cy="4344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7" name="TextBox 16">
            <a:extLst>
              <a:ext uri="{FF2B5EF4-FFF2-40B4-BE49-F238E27FC236}">
                <a16:creationId xmlns:a16="http://schemas.microsoft.com/office/drawing/2014/main" id="{73422B13-4A4D-46B3-99EE-B4AA514B0E23}"/>
              </a:ext>
            </a:extLst>
          </p:cNvPr>
          <p:cNvSpPr txBox="1"/>
          <p:nvPr/>
        </p:nvSpPr>
        <p:spPr>
          <a:xfrm>
            <a:off x="133854" y="1340768"/>
            <a:ext cx="2720617" cy="276999"/>
          </a:xfrm>
          <a:prstGeom prst="rect">
            <a:avLst/>
          </a:prstGeom>
          <a:noFill/>
        </p:spPr>
        <p:txBody>
          <a:bodyPr wrap="none" rtlCol="0">
            <a:spAutoFit/>
          </a:bodyPr>
          <a:lstStyle/>
          <a:p>
            <a:r>
              <a:rPr lang="es-PE" sz="1200" b="1" u="sng" dirty="0">
                <a:solidFill>
                  <a:schemeClr val="tx2">
                    <a:lumMod val="75000"/>
                  </a:schemeClr>
                </a:solidFill>
              </a:rPr>
              <a:t>FX (Gap % Fondo) Comité Octubre</a:t>
            </a:r>
          </a:p>
        </p:txBody>
      </p:sp>
      <p:sp>
        <p:nvSpPr>
          <p:cNvPr id="8" name="Title 1">
            <a:extLst>
              <a:ext uri="{FF2B5EF4-FFF2-40B4-BE49-F238E27FC236}">
                <a16:creationId xmlns:a16="http://schemas.microsoft.com/office/drawing/2014/main" id="{05F9905F-EFFA-4692-8F8C-B3C876445DFD}"/>
              </a:ext>
            </a:extLst>
          </p:cNvPr>
          <p:cNvSpPr txBox="1">
            <a:spLocks/>
          </p:cNvSpPr>
          <p:nvPr/>
        </p:nvSpPr>
        <p:spPr bwMode="auto">
          <a:xfrm>
            <a:off x="158824" y="53752"/>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algn="l"/>
            <a:r>
              <a:rPr lang="es-PE" sz="2800" b="1" dirty="0">
                <a:solidFill>
                  <a:schemeClr val="bg1"/>
                </a:solidFill>
                <a:latin typeface="Trebuchet MS" pitchFamily="34" charset="0"/>
                <a:ea typeface="+mn-ea"/>
                <a:cs typeface="Arial" charset="0"/>
              </a:rPr>
              <a:t>4.1.3 Posicionamiento Portafolio</a:t>
            </a:r>
          </a:p>
          <a:p>
            <a:pPr algn="l"/>
            <a:r>
              <a:rPr lang="es-PE" sz="2000" b="1" dirty="0">
                <a:solidFill>
                  <a:schemeClr val="bg1"/>
                </a:solidFill>
                <a:latin typeface="Trebuchet MS" pitchFamily="34" charset="0"/>
                <a:ea typeface="+mn-ea"/>
                <a:cs typeface="Arial" charset="0"/>
              </a:rPr>
              <a:t>FX</a:t>
            </a:r>
          </a:p>
        </p:txBody>
      </p:sp>
      <p:sp>
        <p:nvSpPr>
          <p:cNvPr id="9" name="Slide Number Placeholder 3">
            <a:extLst>
              <a:ext uri="{FF2B5EF4-FFF2-40B4-BE49-F238E27FC236}">
                <a16:creationId xmlns:a16="http://schemas.microsoft.com/office/drawing/2014/main" id="{BE3256CB-86EA-4590-B223-F7849AEF5697}"/>
              </a:ext>
            </a:extLst>
          </p:cNvPr>
          <p:cNvSpPr>
            <a:spLocks noGrp="1"/>
          </p:cNvSpPr>
          <p:nvPr>
            <p:ph type="sldNum" sz="quarter" idx="12"/>
          </p:nvPr>
        </p:nvSpPr>
        <p:spPr>
          <a:xfrm>
            <a:off x="7023680" y="6492875"/>
            <a:ext cx="21336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C67D77E-0A59-4F4C-9494-FAA2C5A60E2D}" type="slidenum">
              <a:rPr kumimoji="0" lang="es-PE"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s-PE"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7" name="TextBox 6">
            <a:extLst>
              <a:ext uri="{FF2B5EF4-FFF2-40B4-BE49-F238E27FC236}">
                <a16:creationId xmlns:a16="http://schemas.microsoft.com/office/drawing/2014/main" id="{94A11554-AD09-55E7-9696-DE2F1B8D96AA}"/>
              </a:ext>
            </a:extLst>
          </p:cNvPr>
          <p:cNvSpPr txBox="1"/>
          <p:nvPr/>
        </p:nvSpPr>
        <p:spPr>
          <a:xfrm>
            <a:off x="158824" y="3872479"/>
            <a:ext cx="3379708" cy="276999"/>
          </a:xfrm>
          <a:prstGeom prst="rect">
            <a:avLst/>
          </a:prstGeom>
          <a:noFill/>
        </p:spPr>
        <p:txBody>
          <a:bodyPr wrap="none" rtlCol="0">
            <a:spAutoFit/>
          </a:bodyPr>
          <a:lstStyle/>
          <a:p>
            <a:r>
              <a:rPr lang="es-PE" sz="1200" b="1" u="sng" dirty="0">
                <a:solidFill>
                  <a:schemeClr val="tx2">
                    <a:lumMod val="75000"/>
                  </a:schemeClr>
                </a:solidFill>
              </a:rPr>
              <a:t>Variación del 27 de Agosto al 16 de Octubre</a:t>
            </a:r>
          </a:p>
        </p:txBody>
      </p:sp>
      <p:graphicFrame>
        <p:nvGraphicFramePr>
          <p:cNvPr id="13" name="Chart 12">
            <a:extLst>
              <a:ext uri="{FF2B5EF4-FFF2-40B4-BE49-F238E27FC236}">
                <a16:creationId xmlns:a16="http://schemas.microsoft.com/office/drawing/2014/main" id="{A17F5157-16AD-4042-A0E6-746E0F994E56}"/>
              </a:ext>
            </a:extLst>
          </p:cNvPr>
          <p:cNvGraphicFramePr>
            <a:graphicFrameLocks/>
          </p:cNvGraphicFramePr>
          <p:nvPr>
            <p:extLst>
              <p:ext uri="{D42A27DB-BD31-4B8C-83A1-F6EECF244321}">
                <p14:modId xmlns:p14="http://schemas.microsoft.com/office/powerpoint/2010/main" val="1785282443"/>
              </p:ext>
            </p:extLst>
          </p:nvPr>
        </p:nvGraphicFramePr>
        <p:xfrm>
          <a:off x="216000" y="1742400"/>
          <a:ext cx="8715600" cy="19404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 name="Chart 1">
            <a:extLst>
              <a:ext uri="{FF2B5EF4-FFF2-40B4-BE49-F238E27FC236}">
                <a16:creationId xmlns:a16="http://schemas.microsoft.com/office/drawing/2014/main" id="{4F2431A6-F86B-49AF-B819-C86D6A2FBB39}"/>
              </a:ext>
            </a:extLst>
          </p:cNvPr>
          <p:cNvGraphicFramePr>
            <a:graphicFrameLocks/>
          </p:cNvGraphicFramePr>
          <p:nvPr>
            <p:extLst>
              <p:ext uri="{D42A27DB-BD31-4B8C-83A1-F6EECF244321}">
                <p14:modId xmlns:p14="http://schemas.microsoft.com/office/powerpoint/2010/main" val="3664445982"/>
              </p:ext>
            </p:extLst>
          </p:nvPr>
        </p:nvGraphicFramePr>
        <p:xfrm>
          <a:off x="216000" y="4236484"/>
          <a:ext cx="8715600" cy="1940400"/>
        </p:xfrm>
        <a:graphic>
          <a:graphicData uri="http://schemas.openxmlformats.org/drawingml/2006/chart">
            <c:chart xmlns:c="http://schemas.openxmlformats.org/drawingml/2006/chart" xmlns:r="http://schemas.openxmlformats.org/officeDocument/2006/relationships" r:id="rId4"/>
          </a:graphicData>
        </a:graphic>
      </p:graphicFrame>
      <p:sp>
        <p:nvSpPr>
          <p:cNvPr id="6" name="Rectangle 5">
            <a:extLst>
              <a:ext uri="{FF2B5EF4-FFF2-40B4-BE49-F238E27FC236}">
                <a16:creationId xmlns:a16="http://schemas.microsoft.com/office/drawing/2014/main" id="{7E0A7AA4-DE77-4F2D-EC85-B4A08322FF27}"/>
              </a:ext>
            </a:extLst>
          </p:cNvPr>
          <p:cNvSpPr/>
          <p:nvPr/>
        </p:nvSpPr>
        <p:spPr>
          <a:xfrm>
            <a:off x="16782" y="6572419"/>
            <a:ext cx="8784976" cy="246221"/>
          </a:xfrm>
          <a:prstGeom prst="rect">
            <a:avLst/>
          </a:prstGeom>
        </p:spPr>
        <p:txBody>
          <a:bodyPr wrap="square">
            <a:spAutoFit/>
          </a:bodyPr>
          <a:lstStyle/>
          <a:p>
            <a:pPr algn="just"/>
            <a:r>
              <a:rPr lang="es-PE" sz="1000" i="1" dirty="0">
                <a:solidFill>
                  <a:schemeClr val="tx2"/>
                </a:solidFill>
                <a:latin typeface="Trebuchet MS" pitchFamily="34" charset="0"/>
              </a:rPr>
              <a:t>* Posicionamiento al 16/10/2026. Variación del 27/08/2026 al 16/10/2026.</a:t>
            </a:r>
            <a:endParaRPr lang="es-PE" sz="1000" i="1" dirty="0">
              <a:solidFill>
                <a:schemeClr val="bg1">
                  <a:lumMod val="5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337519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787E0F94-7052-45C8-6B35-AD30FC3FD78D}"/>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982959" y="1353959"/>
            <a:ext cx="3883568" cy="4961172"/>
          </a:xfrm>
          <a:prstGeom prst="rect">
            <a:avLst/>
          </a:prstGeom>
        </p:spPr>
      </p:pic>
      <p:pic>
        <p:nvPicPr>
          <p:cNvPr id="11" name="Picture 10">
            <a:extLst>
              <a:ext uri="{FF2B5EF4-FFF2-40B4-BE49-F238E27FC236}">
                <a16:creationId xmlns:a16="http://schemas.microsoft.com/office/drawing/2014/main" id="{3857B6DA-59AC-FBA4-5B34-B3EC58511085}"/>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276710" y="3103498"/>
            <a:ext cx="3759228" cy="1225982"/>
          </a:xfrm>
          <a:prstGeom prst="rect">
            <a:avLst/>
          </a:prstGeom>
        </p:spPr>
      </p:pic>
      <p:sp>
        <p:nvSpPr>
          <p:cNvPr id="6" name="Rectangle 5"/>
          <p:cNvSpPr/>
          <p:nvPr/>
        </p:nvSpPr>
        <p:spPr>
          <a:xfrm>
            <a:off x="4860032" y="1332555"/>
            <a:ext cx="648072" cy="25391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E968EB0D-2950-49E4-B075-E925777329EB}"/>
              </a:ext>
            </a:extLst>
          </p:cNvPr>
          <p:cNvSpPr>
            <a:spLocks noChangeArrowheads="1"/>
          </p:cNvSpPr>
          <p:nvPr/>
        </p:nvSpPr>
        <p:spPr bwMode="auto">
          <a:xfrm>
            <a:off x="180553" y="188640"/>
            <a:ext cx="7343775" cy="830997"/>
          </a:xfrm>
          <a:prstGeom prst="rect">
            <a:avLst/>
          </a:prstGeom>
          <a:noFill/>
          <a:ln w="9525">
            <a:noFill/>
            <a:miter lim="800000"/>
            <a:headEnd/>
            <a:tailEnd/>
          </a:ln>
        </p:spPr>
        <p:txBody>
          <a:bodyPr>
            <a:spAutoFit/>
          </a:bodyPr>
          <a:lstStyle/>
          <a:p>
            <a:r>
              <a:rPr lang="es-PE" sz="2800" b="1" dirty="0">
                <a:solidFill>
                  <a:schemeClr val="bg1"/>
                </a:solidFill>
                <a:latin typeface="Trebuchet MS" pitchFamily="34" charset="0"/>
                <a:ea typeface="+mj-ea"/>
                <a:cs typeface="+mj-cs"/>
              </a:rPr>
              <a:t>4.4.1 </a:t>
            </a:r>
            <a:r>
              <a:rPr lang="es-PE" sz="2800" b="1" dirty="0">
                <a:solidFill>
                  <a:schemeClr val="bg1"/>
                </a:solidFill>
                <a:latin typeface="Trebuchet MS" panose="020B0603020202020204" pitchFamily="34" charset="0"/>
              </a:rPr>
              <a:t>Descomposición por factores</a:t>
            </a:r>
          </a:p>
          <a:p>
            <a:r>
              <a:rPr lang="es-PE" b="1" dirty="0">
                <a:solidFill>
                  <a:schemeClr val="bg1"/>
                </a:solidFill>
                <a:latin typeface="Trebuchet MS" pitchFamily="34" charset="0"/>
                <a:ea typeface="+mj-ea"/>
                <a:cs typeface="+mj-cs"/>
              </a:rPr>
              <a:t>Posicionamiento - F1</a:t>
            </a:r>
          </a:p>
        </p:txBody>
      </p:sp>
      <p:sp>
        <p:nvSpPr>
          <p:cNvPr id="10" name="Slide Number Placeholder 3">
            <a:extLst>
              <a:ext uri="{FF2B5EF4-FFF2-40B4-BE49-F238E27FC236}">
                <a16:creationId xmlns:a16="http://schemas.microsoft.com/office/drawing/2014/main" id="{7D56AEED-C1CF-42C0-B32F-2BD63896B2B7}"/>
              </a:ext>
            </a:extLst>
          </p:cNvPr>
          <p:cNvSpPr>
            <a:spLocks noGrp="1"/>
          </p:cNvSpPr>
          <p:nvPr>
            <p:ph type="sldNum" sz="quarter" idx="12"/>
          </p:nvPr>
        </p:nvSpPr>
        <p:spPr>
          <a:xfrm>
            <a:off x="7023680" y="6492875"/>
            <a:ext cx="21336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C67D77E-0A59-4F4C-9494-FAA2C5A60E2D}" type="slidenum">
              <a:rPr kumimoji="0" lang="es-PE"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s-PE"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16" name="Arrow: Notched Right 15">
            <a:extLst>
              <a:ext uri="{FF2B5EF4-FFF2-40B4-BE49-F238E27FC236}">
                <a16:creationId xmlns:a16="http://schemas.microsoft.com/office/drawing/2014/main" id="{253F2AA4-1A50-4E8D-B6F4-067378B761DB}"/>
              </a:ext>
            </a:extLst>
          </p:cNvPr>
          <p:cNvSpPr/>
          <p:nvPr/>
        </p:nvSpPr>
        <p:spPr>
          <a:xfrm>
            <a:off x="4139952" y="3551240"/>
            <a:ext cx="612068" cy="504056"/>
          </a:xfrm>
          <a:prstGeom prst="notchedRightArrow">
            <a:avLst/>
          </a:prstGeom>
          <a:solidFill>
            <a:schemeClr val="bg1"/>
          </a:solidFill>
          <a:ln>
            <a:solidFill>
              <a:srgbClr val="1E2E6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3">
            <a:extLst>
              <a:ext uri="{FF2B5EF4-FFF2-40B4-BE49-F238E27FC236}">
                <a16:creationId xmlns:a16="http://schemas.microsoft.com/office/drawing/2014/main" id="{73A8A7E8-5AFF-EC15-70F9-33A6975DB1F4}"/>
              </a:ext>
            </a:extLst>
          </p:cNvPr>
          <p:cNvSpPr/>
          <p:nvPr/>
        </p:nvSpPr>
        <p:spPr>
          <a:xfrm>
            <a:off x="35496" y="6525344"/>
            <a:ext cx="8784976" cy="253916"/>
          </a:xfrm>
          <a:prstGeom prst="rect">
            <a:avLst/>
          </a:prstGeom>
        </p:spPr>
        <p:txBody>
          <a:bodyPr wrap="square">
            <a:spAutoFit/>
          </a:bodyPr>
          <a:lstStyle/>
          <a:p>
            <a:pPr algn="just"/>
            <a:r>
              <a:rPr lang="es-PE" sz="1000" i="1" dirty="0">
                <a:solidFill>
                  <a:schemeClr val="tx2"/>
                </a:solidFill>
                <a:latin typeface="Trebuchet MS" pitchFamily="34" charset="0"/>
              </a:rPr>
              <a:t>*Posicionamiento al 19/10/2026 – valorización al 09/10/2026</a:t>
            </a:r>
            <a:endParaRPr lang="es-PE" sz="1000" i="1" dirty="0">
              <a:solidFill>
                <a:schemeClr val="bg1">
                  <a:lumMod val="5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488801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779832-2F4E-0081-413B-B45E4BC0F8E5}"/>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6B1173A0-928A-FAAE-3BD5-807EBB6625E0}"/>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5007143" y="1346311"/>
            <a:ext cx="3799312" cy="4960796"/>
          </a:xfrm>
          <a:prstGeom prst="rect">
            <a:avLst/>
          </a:prstGeom>
        </p:spPr>
      </p:pic>
      <p:pic>
        <p:nvPicPr>
          <p:cNvPr id="3" name="Picture 2">
            <a:extLst>
              <a:ext uri="{FF2B5EF4-FFF2-40B4-BE49-F238E27FC236}">
                <a16:creationId xmlns:a16="http://schemas.microsoft.com/office/drawing/2014/main" id="{50AF5A93-5F8C-5D62-B84A-F0212906001D}"/>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180557" y="3074070"/>
            <a:ext cx="3848981" cy="1282993"/>
          </a:xfrm>
          <a:prstGeom prst="rect">
            <a:avLst/>
          </a:prstGeom>
        </p:spPr>
      </p:pic>
      <p:sp>
        <p:nvSpPr>
          <p:cNvPr id="7" name="Rectangle 6">
            <a:extLst>
              <a:ext uri="{FF2B5EF4-FFF2-40B4-BE49-F238E27FC236}">
                <a16:creationId xmlns:a16="http://schemas.microsoft.com/office/drawing/2014/main" id="{F346CF62-1518-7137-5603-AE649F02AB20}"/>
              </a:ext>
            </a:extLst>
          </p:cNvPr>
          <p:cNvSpPr>
            <a:spLocks noChangeArrowheads="1"/>
          </p:cNvSpPr>
          <p:nvPr/>
        </p:nvSpPr>
        <p:spPr bwMode="auto">
          <a:xfrm>
            <a:off x="180553" y="188640"/>
            <a:ext cx="7343775" cy="830997"/>
          </a:xfrm>
          <a:prstGeom prst="rect">
            <a:avLst/>
          </a:prstGeom>
          <a:noFill/>
          <a:ln w="9525">
            <a:noFill/>
            <a:miter lim="800000"/>
            <a:headEnd/>
            <a:tailEnd/>
          </a:ln>
        </p:spPr>
        <p:txBody>
          <a:bodyPr>
            <a:spAutoFit/>
          </a:bodyPr>
          <a:lstStyle/>
          <a:p>
            <a:r>
              <a:rPr lang="es-PE" sz="2800" b="1" dirty="0">
                <a:solidFill>
                  <a:schemeClr val="bg1"/>
                </a:solidFill>
                <a:latin typeface="Trebuchet MS" pitchFamily="34" charset="0"/>
                <a:ea typeface="+mj-ea"/>
                <a:cs typeface="+mj-cs"/>
              </a:rPr>
              <a:t>4.4.2 </a:t>
            </a:r>
            <a:r>
              <a:rPr lang="es-PE" sz="2800" b="1" dirty="0">
                <a:solidFill>
                  <a:schemeClr val="bg1"/>
                </a:solidFill>
                <a:latin typeface="Trebuchet MS" panose="020B0603020202020204" pitchFamily="34" charset="0"/>
              </a:rPr>
              <a:t>Descomposición por factores</a:t>
            </a:r>
          </a:p>
          <a:p>
            <a:r>
              <a:rPr lang="es-PE" b="1" dirty="0">
                <a:solidFill>
                  <a:schemeClr val="bg1"/>
                </a:solidFill>
                <a:latin typeface="Trebuchet MS" pitchFamily="34" charset="0"/>
                <a:ea typeface="+mj-ea"/>
                <a:cs typeface="+mj-cs"/>
              </a:rPr>
              <a:t>Posicionamiento – F2</a:t>
            </a:r>
          </a:p>
        </p:txBody>
      </p:sp>
      <p:sp>
        <p:nvSpPr>
          <p:cNvPr id="8" name="Slide Number Placeholder 3">
            <a:extLst>
              <a:ext uri="{FF2B5EF4-FFF2-40B4-BE49-F238E27FC236}">
                <a16:creationId xmlns:a16="http://schemas.microsoft.com/office/drawing/2014/main" id="{231E4C76-A3E0-E735-9D4A-5EAD26A3C082}"/>
              </a:ext>
            </a:extLst>
          </p:cNvPr>
          <p:cNvSpPr>
            <a:spLocks noGrp="1"/>
          </p:cNvSpPr>
          <p:nvPr>
            <p:ph type="sldNum" sz="quarter" idx="12"/>
          </p:nvPr>
        </p:nvSpPr>
        <p:spPr>
          <a:xfrm>
            <a:off x="7023680" y="6492875"/>
            <a:ext cx="21336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C67D77E-0A59-4F4C-9494-FAA2C5A60E2D}" type="slidenum">
              <a:rPr kumimoji="0" lang="es-PE"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s-PE"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14" name="Arrow: Notched Right 13">
            <a:extLst>
              <a:ext uri="{FF2B5EF4-FFF2-40B4-BE49-F238E27FC236}">
                <a16:creationId xmlns:a16="http://schemas.microsoft.com/office/drawing/2014/main" id="{336EC163-71D2-18E3-B086-D5E2B1429ECD}"/>
              </a:ext>
            </a:extLst>
          </p:cNvPr>
          <p:cNvSpPr/>
          <p:nvPr/>
        </p:nvSpPr>
        <p:spPr>
          <a:xfrm>
            <a:off x="4139952" y="3551240"/>
            <a:ext cx="612068" cy="504056"/>
          </a:xfrm>
          <a:prstGeom prst="notchedRightArrow">
            <a:avLst/>
          </a:prstGeom>
          <a:solidFill>
            <a:schemeClr val="bg1"/>
          </a:solidFill>
          <a:ln>
            <a:solidFill>
              <a:srgbClr val="1E2E6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3">
            <a:extLst>
              <a:ext uri="{FF2B5EF4-FFF2-40B4-BE49-F238E27FC236}">
                <a16:creationId xmlns:a16="http://schemas.microsoft.com/office/drawing/2014/main" id="{99C03E7E-21E6-D8F3-AB4A-91394B0F000C}"/>
              </a:ext>
            </a:extLst>
          </p:cNvPr>
          <p:cNvSpPr/>
          <p:nvPr/>
        </p:nvSpPr>
        <p:spPr>
          <a:xfrm>
            <a:off x="35496" y="6525344"/>
            <a:ext cx="8784976" cy="253916"/>
          </a:xfrm>
          <a:prstGeom prst="rect">
            <a:avLst/>
          </a:prstGeom>
        </p:spPr>
        <p:txBody>
          <a:bodyPr wrap="square">
            <a:spAutoFit/>
          </a:bodyPr>
          <a:lstStyle/>
          <a:p>
            <a:pPr algn="just"/>
            <a:r>
              <a:rPr lang="es-PE" sz="1000" i="1" dirty="0">
                <a:solidFill>
                  <a:schemeClr val="tx2"/>
                </a:solidFill>
                <a:latin typeface="Trebuchet MS" pitchFamily="34" charset="0"/>
              </a:rPr>
              <a:t>*Posicionamiento al 19/10/2026 – valorización al 09/10/2026</a:t>
            </a:r>
            <a:endParaRPr lang="es-PE" sz="1000" i="1" dirty="0">
              <a:solidFill>
                <a:schemeClr val="bg1">
                  <a:lumMod val="5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549228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07A3C4A-778D-DDA0-A52A-73FB7F67C63F}"/>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5007185" y="1358136"/>
            <a:ext cx="3736339" cy="4960796"/>
          </a:xfrm>
          <a:prstGeom prst="rect">
            <a:avLst/>
          </a:prstGeom>
        </p:spPr>
      </p:pic>
      <p:pic>
        <p:nvPicPr>
          <p:cNvPr id="3" name="Picture 2">
            <a:extLst>
              <a:ext uri="{FF2B5EF4-FFF2-40B4-BE49-F238E27FC236}">
                <a16:creationId xmlns:a16="http://schemas.microsoft.com/office/drawing/2014/main" id="{CFA3939E-7058-F071-9A96-958FEA615777}"/>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180559" y="3076228"/>
            <a:ext cx="3848982" cy="1304617"/>
          </a:xfrm>
          <a:prstGeom prst="rect">
            <a:avLst/>
          </a:prstGeom>
        </p:spPr>
      </p:pic>
      <p:sp>
        <p:nvSpPr>
          <p:cNvPr id="7" name="Rectangle 6">
            <a:extLst>
              <a:ext uri="{FF2B5EF4-FFF2-40B4-BE49-F238E27FC236}">
                <a16:creationId xmlns:a16="http://schemas.microsoft.com/office/drawing/2014/main" id="{A96F7473-C02A-49C8-974B-A7F1E1CE6DE8}"/>
              </a:ext>
            </a:extLst>
          </p:cNvPr>
          <p:cNvSpPr>
            <a:spLocks noChangeArrowheads="1"/>
          </p:cNvSpPr>
          <p:nvPr/>
        </p:nvSpPr>
        <p:spPr bwMode="auto">
          <a:xfrm>
            <a:off x="180553" y="188640"/>
            <a:ext cx="7343775" cy="830997"/>
          </a:xfrm>
          <a:prstGeom prst="rect">
            <a:avLst/>
          </a:prstGeom>
          <a:noFill/>
          <a:ln w="9525">
            <a:noFill/>
            <a:miter lim="800000"/>
            <a:headEnd/>
            <a:tailEnd/>
          </a:ln>
        </p:spPr>
        <p:txBody>
          <a:bodyPr>
            <a:spAutoFit/>
          </a:bodyPr>
          <a:lstStyle/>
          <a:p>
            <a:r>
              <a:rPr lang="es-PE" sz="2800" b="1" dirty="0">
                <a:solidFill>
                  <a:schemeClr val="bg1"/>
                </a:solidFill>
                <a:latin typeface="Trebuchet MS" pitchFamily="34" charset="0"/>
                <a:ea typeface="+mj-ea"/>
                <a:cs typeface="+mj-cs"/>
              </a:rPr>
              <a:t>4</a:t>
            </a:r>
            <a:r>
              <a:rPr lang="es-PE" sz="2800" b="1">
                <a:solidFill>
                  <a:schemeClr val="bg1"/>
                </a:solidFill>
                <a:latin typeface="Trebuchet MS" pitchFamily="34" charset="0"/>
                <a:ea typeface="+mj-ea"/>
                <a:cs typeface="+mj-cs"/>
              </a:rPr>
              <a:t>.4.3 </a:t>
            </a:r>
            <a:r>
              <a:rPr lang="es-PE" sz="2800" b="1" dirty="0">
                <a:solidFill>
                  <a:schemeClr val="bg1"/>
                </a:solidFill>
                <a:latin typeface="Trebuchet MS" panose="020B0603020202020204" pitchFamily="34" charset="0"/>
              </a:rPr>
              <a:t>Descomposición por factores</a:t>
            </a:r>
          </a:p>
          <a:p>
            <a:r>
              <a:rPr lang="es-PE" b="1" dirty="0">
                <a:solidFill>
                  <a:schemeClr val="bg1"/>
                </a:solidFill>
                <a:latin typeface="Trebuchet MS" pitchFamily="34" charset="0"/>
                <a:ea typeface="+mj-ea"/>
                <a:cs typeface="+mj-cs"/>
              </a:rPr>
              <a:t>Posicionamiento – F3</a:t>
            </a:r>
          </a:p>
        </p:txBody>
      </p:sp>
      <p:sp>
        <p:nvSpPr>
          <p:cNvPr id="8" name="Slide Number Placeholder 3">
            <a:extLst>
              <a:ext uri="{FF2B5EF4-FFF2-40B4-BE49-F238E27FC236}">
                <a16:creationId xmlns:a16="http://schemas.microsoft.com/office/drawing/2014/main" id="{AF71EAAD-090B-46C8-873B-1D7EAC7436C8}"/>
              </a:ext>
            </a:extLst>
          </p:cNvPr>
          <p:cNvSpPr>
            <a:spLocks noGrp="1"/>
          </p:cNvSpPr>
          <p:nvPr>
            <p:ph type="sldNum" sz="quarter" idx="12"/>
          </p:nvPr>
        </p:nvSpPr>
        <p:spPr>
          <a:xfrm>
            <a:off x="7023680" y="6492875"/>
            <a:ext cx="21336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C67D77E-0A59-4F4C-9494-FAA2C5A60E2D}" type="slidenum">
              <a:rPr kumimoji="0" lang="es-PE"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s-PE"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14" name="Arrow: Notched Right 13">
            <a:extLst>
              <a:ext uri="{FF2B5EF4-FFF2-40B4-BE49-F238E27FC236}">
                <a16:creationId xmlns:a16="http://schemas.microsoft.com/office/drawing/2014/main" id="{EB5D3E20-E11D-4DF4-BFCA-067E85058E2C}"/>
              </a:ext>
            </a:extLst>
          </p:cNvPr>
          <p:cNvSpPr/>
          <p:nvPr/>
        </p:nvSpPr>
        <p:spPr>
          <a:xfrm>
            <a:off x="4139952" y="3551240"/>
            <a:ext cx="612068" cy="504056"/>
          </a:xfrm>
          <a:prstGeom prst="notchedRightArrow">
            <a:avLst/>
          </a:prstGeom>
          <a:solidFill>
            <a:schemeClr val="bg1"/>
          </a:solidFill>
          <a:ln>
            <a:solidFill>
              <a:srgbClr val="1E2E6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3">
            <a:extLst>
              <a:ext uri="{FF2B5EF4-FFF2-40B4-BE49-F238E27FC236}">
                <a16:creationId xmlns:a16="http://schemas.microsoft.com/office/drawing/2014/main" id="{FAA79154-8472-6644-23C7-391CAAFC7E68}"/>
              </a:ext>
            </a:extLst>
          </p:cNvPr>
          <p:cNvSpPr/>
          <p:nvPr/>
        </p:nvSpPr>
        <p:spPr>
          <a:xfrm>
            <a:off x="35496" y="6525344"/>
            <a:ext cx="8784976" cy="253916"/>
          </a:xfrm>
          <a:prstGeom prst="rect">
            <a:avLst/>
          </a:prstGeom>
        </p:spPr>
        <p:txBody>
          <a:bodyPr wrap="square">
            <a:spAutoFit/>
          </a:bodyPr>
          <a:lstStyle/>
          <a:p>
            <a:pPr algn="just"/>
            <a:r>
              <a:rPr lang="es-PE" sz="1000" i="1" dirty="0">
                <a:solidFill>
                  <a:schemeClr val="tx2"/>
                </a:solidFill>
                <a:latin typeface="Trebuchet MS" pitchFamily="34" charset="0"/>
              </a:rPr>
              <a:t>*Posicionamiento al 19/10/2026 – valorización al 09/10/2026</a:t>
            </a:r>
            <a:endParaRPr lang="es-PE" sz="1000" i="1" dirty="0">
              <a:solidFill>
                <a:schemeClr val="bg1">
                  <a:lumMod val="5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563163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 name="Chart 14">
            <a:extLst>
              <a:ext uri="{FF2B5EF4-FFF2-40B4-BE49-F238E27FC236}">
                <a16:creationId xmlns:a16="http://schemas.microsoft.com/office/drawing/2014/main" id="{00000000-0008-0000-0600-000008000000}"/>
              </a:ext>
            </a:extLst>
          </p:cNvPr>
          <p:cNvGraphicFramePr>
            <a:graphicFrameLocks/>
          </p:cNvGraphicFramePr>
          <p:nvPr>
            <p:extLst>
              <p:ext uri="{D42A27DB-BD31-4B8C-83A1-F6EECF244321}">
                <p14:modId xmlns:p14="http://schemas.microsoft.com/office/powerpoint/2010/main" val="3745594931"/>
              </p:ext>
            </p:extLst>
          </p:nvPr>
        </p:nvGraphicFramePr>
        <p:xfrm>
          <a:off x="4597732" y="1510057"/>
          <a:ext cx="4438764" cy="37836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4" name="Chart 13">
            <a:extLst>
              <a:ext uri="{FF2B5EF4-FFF2-40B4-BE49-F238E27FC236}">
                <a16:creationId xmlns:a16="http://schemas.microsoft.com/office/drawing/2014/main" id="{00000000-0008-0000-0600-000002000000}"/>
              </a:ext>
            </a:extLst>
          </p:cNvPr>
          <p:cNvGraphicFramePr>
            <a:graphicFrameLocks/>
          </p:cNvGraphicFramePr>
          <p:nvPr>
            <p:extLst>
              <p:ext uri="{D42A27DB-BD31-4B8C-83A1-F6EECF244321}">
                <p14:modId xmlns:p14="http://schemas.microsoft.com/office/powerpoint/2010/main" val="4117487362"/>
              </p:ext>
            </p:extLst>
          </p:nvPr>
        </p:nvGraphicFramePr>
        <p:xfrm>
          <a:off x="18413" y="1480829"/>
          <a:ext cx="4527857" cy="3782192"/>
        </p:xfrm>
        <a:graphic>
          <a:graphicData uri="http://schemas.openxmlformats.org/drawingml/2006/chart">
            <c:chart xmlns:c="http://schemas.openxmlformats.org/drawingml/2006/chart" xmlns:r="http://schemas.openxmlformats.org/officeDocument/2006/relationships" r:id="rId4"/>
          </a:graphicData>
        </a:graphic>
      </p:graphicFrame>
      <p:sp>
        <p:nvSpPr>
          <p:cNvPr id="27" name="Rectangle 26"/>
          <p:cNvSpPr>
            <a:spLocks noChangeArrowheads="1"/>
          </p:cNvSpPr>
          <p:nvPr/>
        </p:nvSpPr>
        <p:spPr bwMode="auto">
          <a:xfrm>
            <a:off x="179387" y="221739"/>
            <a:ext cx="8569077" cy="830997"/>
          </a:xfrm>
          <a:prstGeom prst="rect">
            <a:avLst/>
          </a:prstGeom>
          <a:noFill/>
          <a:ln w="9525">
            <a:noFill/>
            <a:miter lim="800000"/>
            <a:headEnd/>
            <a:tailEnd/>
          </a:ln>
        </p:spPr>
        <p:txBody>
          <a:bodyPr wrap="square">
            <a:spAutoFit/>
          </a:bodyPr>
          <a:lstStyle/>
          <a:p>
            <a:r>
              <a:rPr lang="es-MX" sz="2800" b="1" dirty="0">
                <a:solidFill>
                  <a:schemeClr val="bg1"/>
                </a:solidFill>
                <a:latin typeface="Trebuchet MS" pitchFamily="34" charset="0"/>
              </a:rPr>
              <a:t>RV 2025-2026</a:t>
            </a:r>
          </a:p>
          <a:p>
            <a:r>
              <a:rPr lang="es-ES" sz="2000" b="1" dirty="0">
                <a:solidFill>
                  <a:schemeClr val="bg1"/>
                </a:solidFill>
                <a:latin typeface="Trebuchet MS" pitchFamily="34" charset="0"/>
                <a:ea typeface="+mj-ea"/>
                <a:cs typeface="+mj-cs"/>
              </a:rPr>
              <a:t>Mercados emergentes lideran el desempeño global</a:t>
            </a:r>
            <a:endParaRPr lang="es-PE" sz="2000" b="1" dirty="0">
              <a:solidFill>
                <a:schemeClr val="bg1"/>
              </a:solidFill>
              <a:latin typeface="Trebuchet MS" pitchFamily="34" charset="0"/>
              <a:ea typeface="+mj-ea"/>
              <a:cs typeface="+mj-cs"/>
            </a:endParaRPr>
          </a:p>
        </p:txBody>
      </p:sp>
      <p:sp>
        <p:nvSpPr>
          <p:cNvPr id="11" name="Slide Number Placeholder 3">
            <a:extLst>
              <a:ext uri="{FF2B5EF4-FFF2-40B4-BE49-F238E27FC236}">
                <a16:creationId xmlns:a16="http://schemas.microsoft.com/office/drawing/2014/main" id="{E33401B2-CE0F-4ED4-B387-31000E044768}"/>
              </a:ext>
            </a:extLst>
          </p:cNvPr>
          <p:cNvSpPr txBox="1">
            <a:spLocks/>
          </p:cNvSpPr>
          <p:nvPr/>
        </p:nvSpPr>
        <p:spPr>
          <a:xfrm>
            <a:off x="7023680" y="6492875"/>
            <a:ext cx="2133600" cy="365125"/>
          </a:xfrm>
          <a:prstGeom prst="rect">
            <a:avLst/>
          </a:prstGeom>
        </p:spPr>
        <p:txBody>
          <a:bodyPr vert="horz" lIns="91440" tIns="45720" rIns="91440" bIns="45720" rtlCol="0" anchor="ctr"/>
          <a:lstStyle>
            <a:defPPr>
              <a:defRPr lang="es-PE"/>
            </a:defPPr>
            <a:lvl1pPr algn="r" rtl="0" fontAlgn="auto">
              <a:spcBef>
                <a:spcPts val="0"/>
              </a:spcBef>
              <a:spcAft>
                <a:spcPts val="0"/>
              </a:spcAft>
              <a:defRPr sz="1200" kern="1200">
                <a:solidFill>
                  <a:prstClr val="black">
                    <a:tint val="75000"/>
                  </a:prstClr>
                </a:solidFill>
                <a:latin typeface="+mn-lt"/>
                <a:ea typeface="+mn-ea"/>
                <a:cs typeface="+mn-cs"/>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defRPr/>
            </a:pPr>
            <a:fld id="{EC67D77E-0A59-4F4C-9494-FAA2C5A60E2D}" type="slidenum">
              <a:rPr lang="es-PE" smtClean="0">
                <a:latin typeface="Calibri"/>
              </a:rPr>
              <a:pPr>
                <a:defRPr/>
              </a:pPr>
              <a:t>16</a:t>
            </a:fld>
            <a:endParaRPr lang="es-PE" dirty="0">
              <a:latin typeface="Calibri"/>
            </a:endParaRPr>
          </a:p>
        </p:txBody>
      </p:sp>
      <p:sp>
        <p:nvSpPr>
          <p:cNvPr id="12" name="Rectangle 11">
            <a:extLst>
              <a:ext uri="{FF2B5EF4-FFF2-40B4-BE49-F238E27FC236}">
                <a16:creationId xmlns:a16="http://schemas.microsoft.com/office/drawing/2014/main" id="{C7142A3C-E7D5-46D4-8BB4-13A3B034F34E}"/>
              </a:ext>
            </a:extLst>
          </p:cNvPr>
          <p:cNvSpPr/>
          <p:nvPr/>
        </p:nvSpPr>
        <p:spPr>
          <a:xfrm>
            <a:off x="395536" y="1268991"/>
            <a:ext cx="3816424" cy="307777"/>
          </a:xfrm>
          <a:prstGeom prst="rect">
            <a:avLst/>
          </a:prstGeom>
        </p:spPr>
        <p:txBody>
          <a:bodyPr wrap="square">
            <a:spAutoFit/>
          </a:bodyPr>
          <a:lstStyle/>
          <a:p>
            <a:r>
              <a:rPr lang="es-PE" sz="1400" b="1" u="sng" dirty="0">
                <a:solidFill>
                  <a:schemeClr val="tx2">
                    <a:lumMod val="75000"/>
                  </a:schemeClr>
                </a:solidFill>
                <a:latin typeface="Trebuchet MS" pitchFamily="34" charset="0"/>
              </a:rPr>
              <a:t>Rendimientos índices globales / directorio</a:t>
            </a:r>
            <a:endParaRPr lang="es-PE" sz="1400" b="1" u="sng" dirty="0">
              <a:solidFill>
                <a:schemeClr val="tx2">
                  <a:lumMod val="75000"/>
                </a:schemeClr>
              </a:solidFill>
              <a:latin typeface="Arial" panose="020B0604020202020204" pitchFamily="34" charset="0"/>
              <a:cs typeface="Arial" panose="020B0604020202020204" pitchFamily="34" charset="0"/>
            </a:endParaRPr>
          </a:p>
        </p:txBody>
      </p:sp>
      <p:sp>
        <p:nvSpPr>
          <p:cNvPr id="13" name="Rectangle 12">
            <a:extLst>
              <a:ext uri="{FF2B5EF4-FFF2-40B4-BE49-F238E27FC236}">
                <a16:creationId xmlns:a16="http://schemas.microsoft.com/office/drawing/2014/main" id="{84EA1074-98AC-4029-AE29-CB48F890A136}"/>
              </a:ext>
            </a:extLst>
          </p:cNvPr>
          <p:cNvSpPr/>
          <p:nvPr/>
        </p:nvSpPr>
        <p:spPr>
          <a:xfrm>
            <a:off x="4865308" y="1293646"/>
            <a:ext cx="3816424" cy="307777"/>
          </a:xfrm>
          <a:prstGeom prst="rect">
            <a:avLst/>
          </a:prstGeom>
        </p:spPr>
        <p:txBody>
          <a:bodyPr wrap="square">
            <a:spAutoFit/>
          </a:bodyPr>
          <a:lstStyle/>
          <a:p>
            <a:r>
              <a:rPr lang="es-PE" sz="1400" b="1" u="sng" dirty="0">
                <a:solidFill>
                  <a:schemeClr val="tx2">
                    <a:lumMod val="75000"/>
                  </a:schemeClr>
                </a:solidFill>
                <a:latin typeface="Trebuchet MS" pitchFamily="34" charset="0"/>
              </a:rPr>
              <a:t>Rendimiento sectores US</a:t>
            </a:r>
            <a:endParaRPr lang="es-PE" sz="1400" b="1" u="sng" dirty="0">
              <a:solidFill>
                <a:schemeClr val="tx2">
                  <a:lumMod val="75000"/>
                </a:schemeClr>
              </a:solidFill>
              <a:latin typeface="Arial" panose="020B0604020202020204" pitchFamily="34" charset="0"/>
              <a:cs typeface="Arial" panose="020B0604020202020204" pitchFamily="34" charset="0"/>
            </a:endParaRPr>
          </a:p>
        </p:txBody>
      </p:sp>
      <p:sp>
        <p:nvSpPr>
          <p:cNvPr id="3" name="Rectangle 2">
            <a:extLst>
              <a:ext uri="{FF2B5EF4-FFF2-40B4-BE49-F238E27FC236}">
                <a16:creationId xmlns:a16="http://schemas.microsoft.com/office/drawing/2014/main" id="{C6635F37-6A39-C2BB-3386-D4F2F7EF1A80}"/>
              </a:ext>
            </a:extLst>
          </p:cNvPr>
          <p:cNvSpPr/>
          <p:nvPr/>
        </p:nvSpPr>
        <p:spPr>
          <a:xfrm>
            <a:off x="-15240" y="6439022"/>
            <a:ext cx="9172520" cy="4344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4" name="Rectangle 3">
            <a:extLst>
              <a:ext uri="{FF2B5EF4-FFF2-40B4-BE49-F238E27FC236}">
                <a16:creationId xmlns:a16="http://schemas.microsoft.com/office/drawing/2014/main" id="{C413FC34-9018-837B-495F-258F18D38B9D}"/>
              </a:ext>
            </a:extLst>
          </p:cNvPr>
          <p:cNvSpPr/>
          <p:nvPr/>
        </p:nvSpPr>
        <p:spPr>
          <a:xfrm>
            <a:off x="35496" y="6559460"/>
            <a:ext cx="8784976" cy="215444"/>
          </a:xfrm>
          <a:prstGeom prst="rect">
            <a:avLst/>
          </a:prstGeom>
        </p:spPr>
        <p:txBody>
          <a:bodyPr wrap="square">
            <a:spAutoFit/>
          </a:bodyPr>
          <a:lstStyle/>
          <a:p>
            <a:pPr algn="just"/>
            <a:r>
              <a:rPr lang="es-PE" sz="800" i="1" dirty="0">
                <a:solidFill>
                  <a:schemeClr val="tx2"/>
                </a:solidFill>
                <a:latin typeface="Trebuchet MS" pitchFamily="34" charset="0"/>
              </a:rPr>
              <a:t>*Retornos y MTD al 16/10/2026.</a:t>
            </a:r>
            <a:endParaRPr lang="es-PE" sz="800" i="1" dirty="0">
              <a:solidFill>
                <a:schemeClr val="bg1">
                  <a:lumMod val="50000"/>
                </a:schemeClr>
              </a:solidFill>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B53CAD33-978D-5DAB-5403-B508483B80F7}"/>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382986" y="5308669"/>
            <a:ext cx="4019369" cy="1012513"/>
          </a:xfrm>
          <a:prstGeom prst="rect">
            <a:avLst/>
          </a:prstGeom>
        </p:spPr>
      </p:pic>
      <p:pic>
        <p:nvPicPr>
          <p:cNvPr id="7" name="Picture 6">
            <a:extLst>
              <a:ext uri="{FF2B5EF4-FFF2-40B4-BE49-F238E27FC236}">
                <a16:creationId xmlns:a16="http://schemas.microsoft.com/office/drawing/2014/main" id="{C22CD8DB-2060-781F-697E-EE2A85DE0E5C}"/>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4957669" y="5359162"/>
            <a:ext cx="3790795" cy="911527"/>
          </a:xfrm>
          <a:prstGeom prst="rect">
            <a:avLst/>
          </a:prstGeom>
        </p:spPr>
      </p:pic>
    </p:spTree>
    <p:extLst>
      <p:ext uri="{BB962C8B-B14F-4D97-AF65-F5344CB8AC3E}">
        <p14:creationId xmlns:p14="http://schemas.microsoft.com/office/powerpoint/2010/main" val="30608447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CFBF1943-00B6-4839-B821-EF2CB683FE79}"/>
              </a:ext>
            </a:extLst>
          </p:cNvPr>
          <p:cNvSpPr/>
          <p:nvPr/>
        </p:nvSpPr>
        <p:spPr>
          <a:xfrm>
            <a:off x="-15240" y="6439022"/>
            <a:ext cx="9172520" cy="4344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graphicFrame>
        <p:nvGraphicFramePr>
          <p:cNvPr id="14" name="Chart 13">
            <a:extLst>
              <a:ext uri="{FF2B5EF4-FFF2-40B4-BE49-F238E27FC236}">
                <a16:creationId xmlns:a16="http://schemas.microsoft.com/office/drawing/2014/main" id="{00000000-0008-0000-0500-00000F000000}"/>
              </a:ext>
            </a:extLst>
          </p:cNvPr>
          <p:cNvGraphicFramePr>
            <a:graphicFrameLocks/>
          </p:cNvGraphicFramePr>
          <p:nvPr>
            <p:extLst>
              <p:ext uri="{D42A27DB-BD31-4B8C-83A1-F6EECF244321}">
                <p14:modId xmlns:p14="http://schemas.microsoft.com/office/powerpoint/2010/main" val="3400367592"/>
              </p:ext>
            </p:extLst>
          </p:nvPr>
        </p:nvGraphicFramePr>
        <p:xfrm>
          <a:off x="4754705" y="1795548"/>
          <a:ext cx="4031712" cy="3436021"/>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2" name="Chart 11">
            <a:extLst>
              <a:ext uri="{FF2B5EF4-FFF2-40B4-BE49-F238E27FC236}">
                <a16:creationId xmlns:a16="http://schemas.microsoft.com/office/drawing/2014/main" id="{00000000-0008-0000-0500-00000E000000}"/>
              </a:ext>
            </a:extLst>
          </p:cNvPr>
          <p:cNvGraphicFramePr>
            <a:graphicFrameLocks/>
          </p:cNvGraphicFramePr>
          <p:nvPr>
            <p:extLst>
              <p:ext uri="{D42A27DB-BD31-4B8C-83A1-F6EECF244321}">
                <p14:modId xmlns:p14="http://schemas.microsoft.com/office/powerpoint/2010/main" val="1975153285"/>
              </p:ext>
            </p:extLst>
          </p:nvPr>
        </p:nvGraphicFramePr>
        <p:xfrm>
          <a:off x="179388" y="1790099"/>
          <a:ext cx="4334707" cy="3436021"/>
        </p:xfrm>
        <a:graphic>
          <a:graphicData uri="http://schemas.openxmlformats.org/drawingml/2006/chart">
            <c:chart xmlns:c="http://schemas.openxmlformats.org/drawingml/2006/chart" xmlns:r="http://schemas.openxmlformats.org/officeDocument/2006/relationships" r:id="rId4"/>
          </a:graphicData>
        </a:graphic>
      </p:graphicFrame>
      <p:sp>
        <p:nvSpPr>
          <p:cNvPr id="15" name="Rectangle 14"/>
          <p:cNvSpPr/>
          <p:nvPr/>
        </p:nvSpPr>
        <p:spPr>
          <a:xfrm>
            <a:off x="323528" y="1340768"/>
            <a:ext cx="3960440" cy="307777"/>
          </a:xfrm>
          <a:prstGeom prst="rect">
            <a:avLst/>
          </a:prstGeom>
        </p:spPr>
        <p:txBody>
          <a:bodyPr wrap="square">
            <a:spAutoFit/>
          </a:bodyPr>
          <a:lstStyle/>
          <a:p>
            <a:r>
              <a:rPr lang="es-PE" sz="1400" b="1" u="sng" dirty="0">
                <a:solidFill>
                  <a:srgbClr val="17375E"/>
                </a:solidFill>
                <a:latin typeface="Trebuchet MS" pitchFamily="34" charset="0"/>
              </a:rPr>
              <a:t>DM Rate Movements</a:t>
            </a:r>
            <a:endParaRPr lang="es-PE" sz="1400" b="1" u="sng" dirty="0">
              <a:solidFill>
                <a:srgbClr val="17375E"/>
              </a:solidFill>
              <a:latin typeface="Arial" panose="020B0604020202020204" pitchFamily="34" charset="0"/>
              <a:cs typeface="Arial" panose="020B0604020202020204" pitchFamily="34" charset="0"/>
            </a:endParaRPr>
          </a:p>
        </p:txBody>
      </p:sp>
      <p:sp>
        <p:nvSpPr>
          <p:cNvPr id="16" name="Rectangle 15"/>
          <p:cNvSpPr/>
          <p:nvPr/>
        </p:nvSpPr>
        <p:spPr>
          <a:xfrm>
            <a:off x="4689810" y="1340767"/>
            <a:ext cx="4464496" cy="307777"/>
          </a:xfrm>
          <a:prstGeom prst="rect">
            <a:avLst/>
          </a:prstGeom>
        </p:spPr>
        <p:txBody>
          <a:bodyPr wrap="square">
            <a:spAutoFit/>
          </a:bodyPr>
          <a:lstStyle/>
          <a:p>
            <a:r>
              <a:rPr lang="es-PE" sz="1400" b="1" u="sng" dirty="0">
                <a:solidFill>
                  <a:srgbClr val="17375E"/>
                </a:solidFill>
                <a:latin typeface="Trebuchet MS" pitchFamily="34" charset="0"/>
              </a:rPr>
              <a:t>Credit Markets &amp; EM LC (USD)</a:t>
            </a:r>
            <a:endParaRPr lang="es-PE" sz="1400" b="1" u="sng" dirty="0">
              <a:solidFill>
                <a:srgbClr val="17375E"/>
              </a:solidFill>
              <a:latin typeface="Arial" panose="020B0604020202020204" pitchFamily="34" charset="0"/>
              <a:cs typeface="Arial" panose="020B0604020202020204" pitchFamily="34" charset="0"/>
            </a:endParaRPr>
          </a:p>
        </p:txBody>
      </p:sp>
      <p:sp>
        <p:nvSpPr>
          <p:cNvPr id="11" name="Rectangle 10">
            <a:extLst>
              <a:ext uri="{FF2B5EF4-FFF2-40B4-BE49-F238E27FC236}">
                <a16:creationId xmlns:a16="http://schemas.microsoft.com/office/drawing/2014/main" id="{CD53646B-4A5B-4F0E-8D58-20F8260DE45C}"/>
              </a:ext>
            </a:extLst>
          </p:cNvPr>
          <p:cNvSpPr>
            <a:spLocks noChangeArrowheads="1"/>
          </p:cNvSpPr>
          <p:nvPr/>
        </p:nvSpPr>
        <p:spPr bwMode="auto">
          <a:xfrm>
            <a:off x="179388" y="221739"/>
            <a:ext cx="7921004" cy="830997"/>
          </a:xfrm>
          <a:prstGeom prst="rect">
            <a:avLst/>
          </a:prstGeom>
          <a:noFill/>
          <a:ln w="9525">
            <a:noFill/>
            <a:miter lim="800000"/>
            <a:headEnd/>
            <a:tailEnd/>
          </a:ln>
        </p:spPr>
        <p:txBody>
          <a:bodyPr wrap="square">
            <a:spAutoFit/>
          </a:bodyPr>
          <a:lstStyle/>
          <a:p>
            <a:r>
              <a:rPr lang="es-MX" sz="2800" b="1" dirty="0">
                <a:solidFill>
                  <a:schemeClr val="bg1"/>
                </a:solidFill>
                <a:latin typeface="Trebuchet MS" pitchFamily="34" charset="0"/>
              </a:rPr>
              <a:t>Tasas y mercados de crédito 2025-2026</a:t>
            </a:r>
          </a:p>
          <a:p>
            <a:r>
              <a:rPr lang="es-ES" sz="2000" b="1" dirty="0" err="1">
                <a:solidFill>
                  <a:schemeClr val="bg1"/>
                </a:solidFill>
                <a:latin typeface="Trebuchet MS" pitchFamily="34" charset="0"/>
                <a:ea typeface="+mj-ea"/>
                <a:cs typeface="+mj-cs"/>
              </a:rPr>
              <a:t>Repricing</a:t>
            </a:r>
            <a:r>
              <a:rPr lang="es-ES" sz="2000" b="1" dirty="0">
                <a:solidFill>
                  <a:schemeClr val="bg1"/>
                </a:solidFill>
                <a:latin typeface="Trebuchet MS" pitchFamily="34" charset="0"/>
                <a:ea typeface="+mj-ea"/>
                <a:cs typeface="+mj-cs"/>
              </a:rPr>
              <a:t> de la Fed eleva las tasas globales</a:t>
            </a:r>
            <a:endParaRPr lang="es-PE" sz="2000" b="1" dirty="0">
              <a:solidFill>
                <a:schemeClr val="bg1"/>
              </a:solidFill>
              <a:latin typeface="Trebuchet MS" pitchFamily="34" charset="0"/>
              <a:ea typeface="+mj-ea"/>
              <a:cs typeface="+mj-cs"/>
            </a:endParaRPr>
          </a:p>
        </p:txBody>
      </p:sp>
      <p:sp>
        <p:nvSpPr>
          <p:cNvPr id="19" name="Slide Number Placeholder 3">
            <a:extLst>
              <a:ext uri="{FF2B5EF4-FFF2-40B4-BE49-F238E27FC236}">
                <a16:creationId xmlns:a16="http://schemas.microsoft.com/office/drawing/2014/main" id="{7573A18D-DB78-4A1D-83E4-1864F57F724C}"/>
              </a:ext>
            </a:extLst>
          </p:cNvPr>
          <p:cNvSpPr txBox="1">
            <a:spLocks/>
          </p:cNvSpPr>
          <p:nvPr/>
        </p:nvSpPr>
        <p:spPr>
          <a:xfrm>
            <a:off x="7023680" y="6492875"/>
            <a:ext cx="2133600" cy="365125"/>
          </a:xfrm>
          <a:prstGeom prst="rect">
            <a:avLst/>
          </a:prstGeom>
        </p:spPr>
        <p:txBody>
          <a:bodyPr vert="horz" lIns="91440" tIns="45720" rIns="91440" bIns="45720" rtlCol="0" anchor="ctr"/>
          <a:lstStyle>
            <a:defPPr>
              <a:defRPr lang="es-PE"/>
            </a:defPPr>
            <a:lvl1pPr algn="r" rtl="0" fontAlgn="auto">
              <a:spcBef>
                <a:spcPts val="0"/>
              </a:spcBef>
              <a:spcAft>
                <a:spcPts val="0"/>
              </a:spcAft>
              <a:defRPr sz="1200" kern="1200">
                <a:solidFill>
                  <a:prstClr val="black">
                    <a:tint val="75000"/>
                  </a:prstClr>
                </a:solidFill>
                <a:latin typeface="+mn-lt"/>
                <a:ea typeface="+mn-ea"/>
                <a:cs typeface="+mn-cs"/>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defRPr/>
            </a:pPr>
            <a:fld id="{EC67D77E-0A59-4F4C-9494-FAA2C5A60E2D}" type="slidenum">
              <a:rPr lang="es-PE" smtClean="0">
                <a:latin typeface="Calibri"/>
              </a:rPr>
              <a:pPr>
                <a:defRPr/>
              </a:pPr>
              <a:t>17</a:t>
            </a:fld>
            <a:endParaRPr lang="es-PE" dirty="0">
              <a:latin typeface="Calibri"/>
            </a:endParaRPr>
          </a:p>
        </p:txBody>
      </p:sp>
      <p:sp>
        <p:nvSpPr>
          <p:cNvPr id="4" name="Rectangle 3">
            <a:extLst>
              <a:ext uri="{FF2B5EF4-FFF2-40B4-BE49-F238E27FC236}">
                <a16:creationId xmlns:a16="http://schemas.microsoft.com/office/drawing/2014/main" id="{E7BC58F2-550F-DE90-BA5D-5E2F4BC115A6}"/>
              </a:ext>
            </a:extLst>
          </p:cNvPr>
          <p:cNvSpPr/>
          <p:nvPr/>
        </p:nvSpPr>
        <p:spPr>
          <a:xfrm>
            <a:off x="35496" y="6559460"/>
            <a:ext cx="8784976" cy="215444"/>
          </a:xfrm>
          <a:prstGeom prst="rect">
            <a:avLst/>
          </a:prstGeom>
        </p:spPr>
        <p:txBody>
          <a:bodyPr wrap="square">
            <a:spAutoFit/>
          </a:bodyPr>
          <a:lstStyle/>
          <a:p>
            <a:pPr algn="just"/>
            <a:r>
              <a:rPr lang="es-PE" sz="800" i="1" dirty="0">
                <a:solidFill>
                  <a:schemeClr val="tx2"/>
                </a:solidFill>
                <a:latin typeface="Trebuchet MS" pitchFamily="34" charset="0"/>
              </a:rPr>
              <a:t>*Retornos y MTD al 16/10/2026.</a:t>
            </a:r>
            <a:endParaRPr lang="es-PE" sz="800" i="1" dirty="0">
              <a:solidFill>
                <a:schemeClr val="bg1">
                  <a:lumMod val="50000"/>
                </a:schemeClr>
              </a:solidFill>
              <a:latin typeface="Arial" panose="020B0604020202020204" pitchFamily="34" charset="0"/>
              <a:cs typeface="Arial" panose="020B0604020202020204" pitchFamily="34" charset="0"/>
            </a:endParaRPr>
          </a:p>
        </p:txBody>
      </p:sp>
      <p:pic>
        <p:nvPicPr>
          <p:cNvPr id="2" name="Picture 1">
            <a:extLst>
              <a:ext uri="{FF2B5EF4-FFF2-40B4-BE49-F238E27FC236}">
                <a16:creationId xmlns:a16="http://schemas.microsoft.com/office/drawing/2014/main" id="{FD8C41DB-B177-9BE8-E693-81A9E03921B0}"/>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323530" y="5438455"/>
            <a:ext cx="4137316" cy="844834"/>
          </a:xfrm>
          <a:prstGeom prst="rect">
            <a:avLst/>
          </a:prstGeom>
        </p:spPr>
      </p:pic>
      <p:pic>
        <p:nvPicPr>
          <p:cNvPr id="3" name="Picture 2">
            <a:extLst>
              <a:ext uri="{FF2B5EF4-FFF2-40B4-BE49-F238E27FC236}">
                <a16:creationId xmlns:a16="http://schemas.microsoft.com/office/drawing/2014/main" id="{FF380F26-B7DB-D216-6465-27A6F23EDA41}"/>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4679906" y="5438455"/>
            <a:ext cx="4137316" cy="844834"/>
          </a:xfrm>
          <a:prstGeom prst="rect">
            <a:avLst/>
          </a:prstGeom>
        </p:spPr>
      </p:pic>
    </p:spTree>
    <p:extLst>
      <p:ext uri="{BB962C8B-B14F-4D97-AF65-F5344CB8AC3E}">
        <p14:creationId xmlns:p14="http://schemas.microsoft.com/office/powerpoint/2010/main" val="2576662632"/>
      </p:ext>
    </p:extLst>
  </p:cSld>
  <p:clrMapOvr>
    <a:masterClrMapping/>
  </p:clrMapOvr>
  <p:transition spd="slow"/>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9537D6A9-87DC-478A-A603-733659F87C44}"/>
              </a:ext>
            </a:extLst>
          </p:cNvPr>
          <p:cNvSpPr/>
          <p:nvPr/>
        </p:nvSpPr>
        <p:spPr>
          <a:xfrm>
            <a:off x="-15240" y="6439022"/>
            <a:ext cx="9172520" cy="4344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graphicFrame>
        <p:nvGraphicFramePr>
          <p:cNvPr id="17" name="Chart 16">
            <a:extLst>
              <a:ext uri="{FF2B5EF4-FFF2-40B4-BE49-F238E27FC236}">
                <a16:creationId xmlns:a16="http://schemas.microsoft.com/office/drawing/2014/main" id="{00000000-0008-0000-0500-000014000000}"/>
              </a:ext>
            </a:extLst>
          </p:cNvPr>
          <p:cNvGraphicFramePr>
            <a:graphicFrameLocks/>
          </p:cNvGraphicFramePr>
          <p:nvPr>
            <p:extLst>
              <p:ext uri="{D42A27DB-BD31-4B8C-83A1-F6EECF244321}">
                <p14:modId xmlns:p14="http://schemas.microsoft.com/office/powerpoint/2010/main" val="3647951841"/>
              </p:ext>
            </p:extLst>
          </p:nvPr>
        </p:nvGraphicFramePr>
        <p:xfrm>
          <a:off x="4696491" y="1751213"/>
          <a:ext cx="4334707" cy="3516074"/>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2" name="Chart 11">
            <a:extLst>
              <a:ext uri="{FF2B5EF4-FFF2-40B4-BE49-F238E27FC236}">
                <a16:creationId xmlns:a16="http://schemas.microsoft.com/office/drawing/2014/main" id="{00000000-0008-0000-0500-000012000000}"/>
              </a:ext>
            </a:extLst>
          </p:cNvPr>
          <p:cNvGraphicFramePr>
            <a:graphicFrameLocks/>
          </p:cNvGraphicFramePr>
          <p:nvPr>
            <p:extLst>
              <p:ext uri="{D42A27DB-BD31-4B8C-83A1-F6EECF244321}">
                <p14:modId xmlns:p14="http://schemas.microsoft.com/office/powerpoint/2010/main" val="2069240131"/>
              </p:ext>
            </p:extLst>
          </p:nvPr>
        </p:nvGraphicFramePr>
        <p:xfrm>
          <a:off x="136394" y="1744080"/>
          <a:ext cx="4334707" cy="3530341"/>
        </p:xfrm>
        <a:graphic>
          <a:graphicData uri="http://schemas.openxmlformats.org/drawingml/2006/chart">
            <c:chart xmlns:c="http://schemas.openxmlformats.org/drawingml/2006/chart" xmlns:r="http://schemas.openxmlformats.org/officeDocument/2006/relationships" r:id="rId4"/>
          </a:graphicData>
        </a:graphic>
      </p:graphicFrame>
      <p:sp>
        <p:nvSpPr>
          <p:cNvPr id="15" name="Rectangle 14"/>
          <p:cNvSpPr/>
          <p:nvPr/>
        </p:nvSpPr>
        <p:spPr>
          <a:xfrm>
            <a:off x="323528" y="1340768"/>
            <a:ext cx="3960440" cy="307777"/>
          </a:xfrm>
          <a:prstGeom prst="rect">
            <a:avLst/>
          </a:prstGeom>
        </p:spPr>
        <p:txBody>
          <a:bodyPr wrap="square">
            <a:spAutoFit/>
          </a:bodyPr>
          <a:lstStyle/>
          <a:p>
            <a:r>
              <a:rPr lang="es-PE" sz="1400" b="1" u="sng" dirty="0">
                <a:solidFill>
                  <a:srgbClr val="17375E"/>
                </a:solidFill>
                <a:latin typeface="Trebuchet MS" pitchFamily="34" charset="0"/>
              </a:rPr>
              <a:t>DXY &amp; other DM FX Rates</a:t>
            </a:r>
            <a:endParaRPr lang="es-PE" sz="1400" b="1" u="sng" dirty="0">
              <a:solidFill>
                <a:srgbClr val="17375E"/>
              </a:solidFill>
              <a:latin typeface="Arial" panose="020B0604020202020204" pitchFamily="34" charset="0"/>
              <a:cs typeface="Arial" panose="020B0604020202020204" pitchFamily="34" charset="0"/>
            </a:endParaRPr>
          </a:p>
        </p:txBody>
      </p:sp>
      <p:sp>
        <p:nvSpPr>
          <p:cNvPr id="16" name="Rectangle 15"/>
          <p:cNvSpPr/>
          <p:nvPr/>
        </p:nvSpPr>
        <p:spPr>
          <a:xfrm>
            <a:off x="4689810" y="1340767"/>
            <a:ext cx="4464496" cy="307777"/>
          </a:xfrm>
          <a:prstGeom prst="rect">
            <a:avLst/>
          </a:prstGeom>
        </p:spPr>
        <p:txBody>
          <a:bodyPr wrap="square">
            <a:spAutoFit/>
          </a:bodyPr>
          <a:lstStyle/>
          <a:p>
            <a:r>
              <a:rPr lang="es-PE" sz="1400" b="1" u="sng" dirty="0">
                <a:solidFill>
                  <a:srgbClr val="17375E"/>
                </a:solidFill>
                <a:latin typeface="Trebuchet MS" pitchFamily="34" charset="0"/>
              </a:rPr>
              <a:t>JPM EM Index vs EM FX Rates</a:t>
            </a:r>
            <a:endParaRPr lang="es-PE" sz="1400" b="1" u="sng" dirty="0">
              <a:solidFill>
                <a:srgbClr val="17375E"/>
              </a:solidFill>
              <a:latin typeface="Arial" panose="020B0604020202020204" pitchFamily="34" charset="0"/>
              <a:cs typeface="Arial" panose="020B0604020202020204" pitchFamily="34" charset="0"/>
            </a:endParaRPr>
          </a:p>
        </p:txBody>
      </p:sp>
      <p:sp>
        <p:nvSpPr>
          <p:cNvPr id="11" name="Rectangle 10">
            <a:extLst>
              <a:ext uri="{FF2B5EF4-FFF2-40B4-BE49-F238E27FC236}">
                <a16:creationId xmlns:a16="http://schemas.microsoft.com/office/drawing/2014/main" id="{CD53646B-4A5B-4F0E-8D58-20F8260DE45C}"/>
              </a:ext>
            </a:extLst>
          </p:cNvPr>
          <p:cNvSpPr>
            <a:spLocks noChangeArrowheads="1"/>
          </p:cNvSpPr>
          <p:nvPr/>
        </p:nvSpPr>
        <p:spPr bwMode="auto">
          <a:xfrm>
            <a:off x="179388" y="221739"/>
            <a:ext cx="8713092" cy="830997"/>
          </a:xfrm>
          <a:prstGeom prst="rect">
            <a:avLst/>
          </a:prstGeom>
          <a:noFill/>
          <a:ln w="9525">
            <a:noFill/>
            <a:miter lim="800000"/>
            <a:headEnd/>
            <a:tailEnd/>
          </a:ln>
        </p:spPr>
        <p:txBody>
          <a:bodyPr wrap="square">
            <a:spAutoFit/>
          </a:bodyPr>
          <a:lstStyle/>
          <a:p>
            <a:r>
              <a:rPr lang="es-MX" sz="2800" b="1" dirty="0">
                <a:solidFill>
                  <a:schemeClr val="bg1"/>
                </a:solidFill>
                <a:latin typeface="Trebuchet MS" pitchFamily="34" charset="0"/>
              </a:rPr>
              <a:t>FX 2025-2026</a:t>
            </a:r>
          </a:p>
          <a:p>
            <a:r>
              <a:rPr lang="es-ES" sz="2000" b="1" dirty="0">
                <a:solidFill>
                  <a:schemeClr val="bg1"/>
                </a:solidFill>
                <a:latin typeface="Trebuchet MS" pitchFamily="34" charset="0"/>
                <a:ea typeface="+mj-ea"/>
                <a:cs typeface="+mj-cs"/>
              </a:rPr>
              <a:t>Debilidad del USD favorece a monedas globales</a:t>
            </a:r>
            <a:endParaRPr lang="es-PE" sz="2000" b="1" dirty="0">
              <a:solidFill>
                <a:schemeClr val="bg1"/>
              </a:solidFill>
              <a:latin typeface="Trebuchet MS" pitchFamily="34" charset="0"/>
              <a:ea typeface="+mj-ea"/>
              <a:cs typeface="+mj-cs"/>
            </a:endParaRPr>
          </a:p>
        </p:txBody>
      </p:sp>
      <p:sp>
        <p:nvSpPr>
          <p:cNvPr id="14" name="Slide Number Placeholder 3">
            <a:extLst>
              <a:ext uri="{FF2B5EF4-FFF2-40B4-BE49-F238E27FC236}">
                <a16:creationId xmlns:a16="http://schemas.microsoft.com/office/drawing/2014/main" id="{57750727-CADE-445B-9AEA-5D50D4EE2024}"/>
              </a:ext>
            </a:extLst>
          </p:cNvPr>
          <p:cNvSpPr txBox="1">
            <a:spLocks/>
          </p:cNvSpPr>
          <p:nvPr/>
        </p:nvSpPr>
        <p:spPr>
          <a:xfrm>
            <a:off x="7023680" y="6492875"/>
            <a:ext cx="2133600" cy="365125"/>
          </a:xfrm>
          <a:prstGeom prst="rect">
            <a:avLst/>
          </a:prstGeom>
        </p:spPr>
        <p:txBody>
          <a:bodyPr vert="horz" lIns="91440" tIns="45720" rIns="91440" bIns="45720" rtlCol="0" anchor="ctr"/>
          <a:lstStyle>
            <a:defPPr>
              <a:defRPr lang="es-PE"/>
            </a:defPPr>
            <a:lvl1pPr algn="r" rtl="0" fontAlgn="auto">
              <a:spcBef>
                <a:spcPts val="0"/>
              </a:spcBef>
              <a:spcAft>
                <a:spcPts val="0"/>
              </a:spcAft>
              <a:defRPr sz="1200" kern="1200">
                <a:solidFill>
                  <a:prstClr val="black">
                    <a:tint val="75000"/>
                  </a:prstClr>
                </a:solidFill>
                <a:latin typeface="+mn-lt"/>
                <a:ea typeface="+mn-ea"/>
                <a:cs typeface="+mn-cs"/>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defRPr/>
            </a:pPr>
            <a:fld id="{EC67D77E-0A59-4F4C-9494-FAA2C5A60E2D}" type="slidenum">
              <a:rPr lang="es-PE" smtClean="0">
                <a:latin typeface="Calibri"/>
              </a:rPr>
              <a:pPr>
                <a:defRPr/>
              </a:pPr>
              <a:t>18</a:t>
            </a:fld>
            <a:endParaRPr lang="es-PE" dirty="0">
              <a:latin typeface="Calibri"/>
            </a:endParaRPr>
          </a:p>
        </p:txBody>
      </p:sp>
      <p:sp>
        <p:nvSpPr>
          <p:cNvPr id="4" name="Rectangle 3">
            <a:extLst>
              <a:ext uri="{FF2B5EF4-FFF2-40B4-BE49-F238E27FC236}">
                <a16:creationId xmlns:a16="http://schemas.microsoft.com/office/drawing/2014/main" id="{1A911470-FC35-4876-E257-2599B7BB2366}"/>
              </a:ext>
            </a:extLst>
          </p:cNvPr>
          <p:cNvSpPr/>
          <p:nvPr/>
        </p:nvSpPr>
        <p:spPr>
          <a:xfrm>
            <a:off x="35496" y="6559460"/>
            <a:ext cx="8784976" cy="215444"/>
          </a:xfrm>
          <a:prstGeom prst="rect">
            <a:avLst/>
          </a:prstGeom>
        </p:spPr>
        <p:txBody>
          <a:bodyPr wrap="square">
            <a:spAutoFit/>
          </a:bodyPr>
          <a:lstStyle/>
          <a:p>
            <a:pPr algn="just"/>
            <a:r>
              <a:rPr lang="es-PE" sz="800" i="1" dirty="0">
                <a:solidFill>
                  <a:schemeClr val="tx2"/>
                </a:solidFill>
                <a:latin typeface="Trebuchet MS" pitchFamily="34" charset="0"/>
              </a:rPr>
              <a:t>*Retornos y MTD al 16/10/2026.</a:t>
            </a:r>
            <a:endParaRPr lang="es-PE" sz="800" i="1" dirty="0">
              <a:solidFill>
                <a:schemeClr val="bg1">
                  <a:lumMod val="50000"/>
                </a:schemeClr>
              </a:solidFill>
              <a:latin typeface="Arial" panose="020B0604020202020204" pitchFamily="34" charset="0"/>
              <a:cs typeface="Arial" panose="020B0604020202020204" pitchFamily="34" charset="0"/>
            </a:endParaRPr>
          </a:p>
        </p:txBody>
      </p:sp>
      <p:pic>
        <p:nvPicPr>
          <p:cNvPr id="2" name="Picture 1">
            <a:extLst>
              <a:ext uri="{FF2B5EF4-FFF2-40B4-BE49-F238E27FC236}">
                <a16:creationId xmlns:a16="http://schemas.microsoft.com/office/drawing/2014/main" id="{5F931885-EC92-8CA3-7E4D-5BB27E2E934A}"/>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323530" y="5481022"/>
            <a:ext cx="3940468" cy="804638"/>
          </a:xfrm>
          <a:prstGeom prst="rect">
            <a:avLst/>
          </a:prstGeom>
        </p:spPr>
      </p:pic>
      <p:pic>
        <p:nvPicPr>
          <p:cNvPr id="6" name="Picture 5">
            <a:extLst>
              <a:ext uri="{FF2B5EF4-FFF2-40B4-BE49-F238E27FC236}">
                <a16:creationId xmlns:a16="http://schemas.microsoft.com/office/drawing/2014/main" id="{A3431470-F355-673D-0C41-096173E6A0AF}"/>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4852075" y="5479087"/>
            <a:ext cx="3940468" cy="804638"/>
          </a:xfrm>
          <a:prstGeom prst="rect">
            <a:avLst/>
          </a:prstGeom>
        </p:spPr>
      </p:pic>
    </p:spTree>
    <p:extLst>
      <p:ext uri="{BB962C8B-B14F-4D97-AF65-F5344CB8AC3E}">
        <p14:creationId xmlns:p14="http://schemas.microsoft.com/office/powerpoint/2010/main" val="1615142356"/>
      </p:ext>
    </p:extLst>
  </p:cSld>
  <p:clrMapOvr>
    <a:masterClrMapping/>
  </p:clrMapOvr>
  <p:transition spd="slow"/>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AD2B1D94-677D-45C3-865D-436E5110A682}"/>
              </a:ext>
            </a:extLst>
          </p:cNvPr>
          <p:cNvSpPr/>
          <p:nvPr/>
        </p:nvSpPr>
        <p:spPr>
          <a:xfrm>
            <a:off x="-15240" y="6439022"/>
            <a:ext cx="9172520" cy="4344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2" name="AutoShape 2" descr="Mostrando image.p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PE"/>
          </a:p>
        </p:txBody>
      </p:sp>
      <p:sp>
        <p:nvSpPr>
          <p:cNvPr id="3" name="AutoShape 4" descr="Mostrando image.pn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PE"/>
          </a:p>
        </p:txBody>
      </p:sp>
      <p:sp>
        <p:nvSpPr>
          <p:cNvPr id="12" name="Rectangle 11">
            <a:extLst>
              <a:ext uri="{FF2B5EF4-FFF2-40B4-BE49-F238E27FC236}">
                <a16:creationId xmlns:a16="http://schemas.microsoft.com/office/drawing/2014/main" id="{67614E2F-7842-4F46-9215-9D64DAB04D18}"/>
              </a:ext>
            </a:extLst>
          </p:cNvPr>
          <p:cNvSpPr/>
          <p:nvPr/>
        </p:nvSpPr>
        <p:spPr>
          <a:xfrm>
            <a:off x="467544" y="1393031"/>
            <a:ext cx="3960440" cy="307777"/>
          </a:xfrm>
          <a:prstGeom prst="rect">
            <a:avLst/>
          </a:prstGeom>
        </p:spPr>
        <p:txBody>
          <a:bodyPr wrap="square">
            <a:spAutoFit/>
          </a:bodyPr>
          <a:lstStyle/>
          <a:p>
            <a:r>
              <a:rPr lang="es-PE" sz="1400" b="1" u="sng" dirty="0">
                <a:solidFill>
                  <a:srgbClr val="17375E"/>
                </a:solidFill>
                <a:latin typeface="Trebuchet MS" pitchFamily="34" charset="0"/>
              </a:rPr>
              <a:t>USD Credit Spread</a:t>
            </a:r>
            <a:endParaRPr lang="es-PE" sz="1400" b="1" u="sng" dirty="0">
              <a:solidFill>
                <a:srgbClr val="17375E"/>
              </a:solidFill>
              <a:latin typeface="Arial" panose="020B0604020202020204" pitchFamily="34" charset="0"/>
              <a:cs typeface="Arial" panose="020B0604020202020204" pitchFamily="34" charset="0"/>
            </a:endParaRPr>
          </a:p>
        </p:txBody>
      </p:sp>
      <p:sp>
        <p:nvSpPr>
          <p:cNvPr id="13" name="Rectangle 12">
            <a:extLst>
              <a:ext uri="{FF2B5EF4-FFF2-40B4-BE49-F238E27FC236}">
                <a16:creationId xmlns:a16="http://schemas.microsoft.com/office/drawing/2014/main" id="{7BA9A4E5-643F-424B-8019-33F6E243DB14}"/>
              </a:ext>
            </a:extLst>
          </p:cNvPr>
          <p:cNvSpPr>
            <a:spLocks noChangeArrowheads="1"/>
          </p:cNvSpPr>
          <p:nvPr/>
        </p:nvSpPr>
        <p:spPr bwMode="auto">
          <a:xfrm>
            <a:off x="179388" y="404664"/>
            <a:ext cx="7993012" cy="523220"/>
          </a:xfrm>
          <a:prstGeom prst="rect">
            <a:avLst/>
          </a:prstGeom>
          <a:noFill/>
          <a:ln w="9525">
            <a:noFill/>
            <a:miter lim="800000"/>
            <a:headEnd/>
            <a:tailEnd/>
          </a:ln>
        </p:spPr>
        <p:txBody>
          <a:bodyPr wrap="square">
            <a:spAutoFit/>
          </a:bodyPr>
          <a:lstStyle/>
          <a:p>
            <a:r>
              <a:rPr lang="es-MX" sz="2800" b="1" dirty="0">
                <a:solidFill>
                  <a:schemeClr val="bg1"/>
                </a:solidFill>
                <a:latin typeface="Trebuchet MS" pitchFamily="34" charset="0"/>
              </a:rPr>
              <a:t>Credit Spreads</a:t>
            </a:r>
            <a:endParaRPr lang="es-MX" sz="2800" b="1" i="1" dirty="0">
              <a:solidFill>
                <a:schemeClr val="bg1"/>
              </a:solidFill>
              <a:latin typeface="Trebuchet MS" pitchFamily="34" charset="0"/>
            </a:endParaRPr>
          </a:p>
        </p:txBody>
      </p:sp>
      <p:sp>
        <p:nvSpPr>
          <p:cNvPr id="11" name="Slide Number Placeholder 3">
            <a:extLst>
              <a:ext uri="{FF2B5EF4-FFF2-40B4-BE49-F238E27FC236}">
                <a16:creationId xmlns:a16="http://schemas.microsoft.com/office/drawing/2014/main" id="{4ADAA8EF-3AED-4BA0-83C5-776313237477}"/>
              </a:ext>
            </a:extLst>
          </p:cNvPr>
          <p:cNvSpPr txBox="1">
            <a:spLocks/>
          </p:cNvSpPr>
          <p:nvPr/>
        </p:nvSpPr>
        <p:spPr>
          <a:xfrm>
            <a:off x="7023680" y="6492875"/>
            <a:ext cx="2133600" cy="365125"/>
          </a:xfrm>
          <a:prstGeom prst="rect">
            <a:avLst/>
          </a:prstGeom>
        </p:spPr>
        <p:txBody>
          <a:bodyPr vert="horz" lIns="91440" tIns="45720" rIns="91440" bIns="45720" rtlCol="0" anchor="ctr"/>
          <a:lstStyle>
            <a:defPPr>
              <a:defRPr lang="es-PE"/>
            </a:defPPr>
            <a:lvl1pPr algn="r" rtl="0" fontAlgn="auto">
              <a:spcBef>
                <a:spcPts val="0"/>
              </a:spcBef>
              <a:spcAft>
                <a:spcPts val="0"/>
              </a:spcAft>
              <a:defRPr sz="1200" kern="1200">
                <a:solidFill>
                  <a:prstClr val="black">
                    <a:tint val="75000"/>
                  </a:prstClr>
                </a:solidFill>
                <a:latin typeface="+mn-lt"/>
                <a:ea typeface="+mn-ea"/>
                <a:cs typeface="+mn-cs"/>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defRPr/>
            </a:pPr>
            <a:fld id="{EC67D77E-0A59-4F4C-9494-FAA2C5A60E2D}" type="slidenum">
              <a:rPr lang="es-PE" smtClean="0">
                <a:latin typeface="Calibri"/>
              </a:rPr>
              <a:pPr>
                <a:defRPr/>
              </a:pPr>
              <a:t>19</a:t>
            </a:fld>
            <a:endParaRPr lang="es-PE" dirty="0">
              <a:latin typeface="Calibri"/>
            </a:endParaRPr>
          </a:p>
        </p:txBody>
      </p:sp>
      <p:sp>
        <p:nvSpPr>
          <p:cNvPr id="4" name="Rectangle 3">
            <a:extLst>
              <a:ext uri="{FF2B5EF4-FFF2-40B4-BE49-F238E27FC236}">
                <a16:creationId xmlns:a16="http://schemas.microsoft.com/office/drawing/2014/main" id="{AA5A1268-14CD-ECD2-9D0B-BFEC2CD6F874}"/>
              </a:ext>
            </a:extLst>
          </p:cNvPr>
          <p:cNvSpPr/>
          <p:nvPr/>
        </p:nvSpPr>
        <p:spPr>
          <a:xfrm>
            <a:off x="35496" y="6559460"/>
            <a:ext cx="8784976" cy="215444"/>
          </a:xfrm>
          <a:prstGeom prst="rect">
            <a:avLst/>
          </a:prstGeom>
        </p:spPr>
        <p:txBody>
          <a:bodyPr wrap="square">
            <a:spAutoFit/>
          </a:bodyPr>
          <a:lstStyle/>
          <a:p>
            <a:pPr algn="just"/>
            <a:r>
              <a:rPr lang="es-PE" sz="800" i="1" dirty="0">
                <a:solidFill>
                  <a:schemeClr val="tx2"/>
                </a:solidFill>
                <a:latin typeface="Trebuchet MS" pitchFamily="34" charset="0"/>
              </a:rPr>
              <a:t>*Retornos al 16/10/2026.</a:t>
            </a:r>
            <a:endParaRPr lang="es-PE" sz="800" i="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6" name="Chart 5">
            <a:extLst>
              <a:ext uri="{FF2B5EF4-FFF2-40B4-BE49-F238E27FC236}">
                <a16:creationId xmlns:a16="http://schemas.microsoft.com/office/drawing/2014/main" id="{00000000-0008-0000-0800-000007000000}"/>
              </a:ext>
            </a:extLst>
          </p:cNvPr>
          <p:cNvGraphicFramePr>
            <a:graphicFrameLocks/>
          </p:cNvGraphicFramePr>
          <p:nvPr>
            <p:extLst>
              <p:ext uri="{D42A27DB-BD31-4B8C-83A1-F6EECF244321}">
                <p14:modId xmlns:p14="http://schemas.microsoft.com/office/powerpoint/2010/main" val="3141037613"/>
              </p:ext>
            </p:extLst>
          </p:nvPr>
        </p:nvGraphicFramePr>
        <p:xfrm>
          <a:off x="307975" y="1767393"/>
          <a:ext cx="8584505" cy="4337065"/>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3693178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AD2B1D94-677D-45C3-865D-436E5110A682}"/>
              </a:ext>
            </a:extLst>
          </p:cNvPr>
          <p:cNvSpPr/>
          <p:nvPr/>
        </p:nvSpPr>
        <p:spPr>
          <a:xfrm>
            <a:off x="-15240" y="6439022"/>
            <a:ext cx="9172520" cy="4344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2" name="AutoShape 2" descr="Mostrando image.p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PE"/>
          </a:p>
        </p:txBody>
      </p:sp>
      <p:sp>
        <p:nvSpPr>
          <p:cNvPr id="3" name="AutoShape 4" descr="Mostrando image.pn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PE"/>
          </a:p>
        </p:txBody>
      </p:sp>
      <p:sp>
        <p:nvSpPr>
          <p:cNvPr id="12" name="Rectangle 11">
            <a:extLst>
              <a:ext uri="{FF2B5EF4-FFF2-40B4-BE49-F238E27FC236}">
                <a16:creationId xmlns:a16="http://schemas.microsoft.com/office/drawing/2014/main" id="{67614E2F-7842-4F46-9215-9D64DAB04D18}"/>
              </a:ext>
            </a:extLst>
          </p:cNvPr>
          <p:cNvSpPr/>
          <p:nvPr/>
        </p:nvSpPr>
        <p:spPr>
          <a:xfrm>
            <a:off x="467544" y="1393031"/>
            <a:ext cx="3960440" cy="307777"/>
          </a:xfrm>
          <a:prstGeom prst="rect">
            <a:avLst/>
          </a:prstGeom>
        </p:spPr>
        <p:txBody>
          <a:bodyPr wrap="square">
            <a:spAutoFit/>
          </a:bodyPr>
          <a:lstStyle/>
          <a:p>
            <a:r>
              <a:rPr lang="es-PE" sz="1400" b="1" u="sng" dirty="0">
                <a:solidFill>
                  <a:srgbClr val="17375E"/>
                </a:solidFill>
                <a:latin typeface="Trebuchet MS" pitchFamily="34" charset="0"/>
              </a:rPr>
              <a:t>USD Credit Spread</a:t>
            </a:r>
            <a:endParaRPr lang="es-PE" sz="1400" b="1" u="sng" dirty="0">
              <a:solidFill>
                <a:srgbClr val="17375E"/>
              </a:solidFill>
              <a:latin typeface="Arial" panose="020B0604020202020204" pitchFamily="34" charset="0"/>
              <a:cs typeface="Arial" panose="020B0604020202020204" pitchFamily="34" charset="0"/>
            </a:endParaRPr>
          </a:p>
        </p:txBody>
      </p:sp>
      <p:sp>
        <p:nvSpPr>
          <p:cNvPr id="13" name="Rectangle 12">
            <a:extLst>
              <a:ext uri="{FF2B5EF4-FFF2-40B4-BE49-F238E27FC236}">
                <a16:creationId xmlns:a16="http://schemas.microsoft.com/office/drawing/2014/main" id="{7BA9A4E5-643F-424B-8019-33F6E243DB14}"/>
              </a:ext>
            </a:extLst>
          </p:cNvPr>
          <p:cNvSpPr>
            <a:spLocks noChangeArrowheads="1"/>
          </p:cNvSpPr>
          <p:nvPr/>
        </p:nvSpPr>
        <p:spPr bwMode="auto">
          <a:xfrm>
            <a:off x="179388" y="404664"/>
            <a:ext cx="7993012" cy="523220"/>
          </a:xfrm>
          <a:prstGeom prst="rect">
            <a:avLst/>
          </a:prstGeom>
          <a:noFill/>
          <a:ln w="9525">
            <a:noFill/>
            <a:miter lim="800000"/>
            <a:headEnd/>
            <a:tailEnd/>
          </a:ln>
        </p:spPr>
        <p:txBody>
          <a:bodyPr wrap="square">
            <a:spAutoFit/>
          </a:bodyPr>
          <a:lstStyle/>
          <a:p>
            <a:r>
              <a:rPr lang="es-MX" sz="2800" b="1" dirty="0" err="1">
                <a:solidFill>
                  <a:schemeClr val="bg1"/>
                </a:solidFill>
                <a:latin typeface="Trebuchet MS" pitchFamily="34" charset="0"/>
              </a:rPr>
              <a:t>Credit</a:t>
            </a:r>
            <a:r>
              <a:rPr lang="es-MX" sz="2800" b="1" dirty="0">
                <a:solidFill>
                  <a:schemeClr val="bg1"/>
                </a:solidFill>
                <a:latin typeface="Trebuchet MS" pitchFamily="34" charset="0"/>
              </a:rPr>
              <a:t> Default Swap Spreads</a:t>
            </a:r>
            <a:endParaRPr lang="es-MX" sz="2800" b="1" i="1" dirty="0">
              <a:solidFill>
                <a:schemeClr val="bg1"/>
              </a:solidFill>
              <a:latin typeface="Trebuchet MS" pitchFamily="34" charset="0"/>
            </a:endParaRPr>
          </a:p>
        </p:txBody>
      </p:sp>
      <p:graphicFrame>
        <p:nvGraphicFramePr>
          <p:cNvPr id="17" name="Chart 16">
            <a:extLst>
              <a:ext uri="{FF2B5EF4-FFF2-40B4-BE49-F238E27FC236}">
                <a16:creationId xmlns:a16="http://schemas.microsoft.com/office/drawing/2014/main" id="{00000000-0008-0000-0700-000008000000}"/>
              </a:ext>
            </a:extLst>
          </p:cNvPr>
          <p:cNvGraphicFramePr>
            <a:graphicFrameLocks/>
          </p:cNvGraphicFramePr>
          <p:nvPr>
            <p:extLst>
              <p:ext uri="{D42A27DB-BD31-4B8C-83A1-F6EECF244321}">
                <p14:modId xmlns:p14="http://schemas.microsoft.com/office/powerpoint/2010/main" val="3766067427"/>
              </p:ext>
            </p:extLst>
          </p:nvPr>
        </p:nvGraphicFramePr>
        <p:xfrm>
          <a:off x="307975" y="1839585"/>
          <a:ext cx="8656513" cy="4829775"/>
        </p:xfrm>
        <a:graphic>
          <a:graphicData uri="http://schemas.openxmlformats.org/drawingml/2006/chart">
            <c:chart xmlns:c="http://schemas.openxmlformats.org/drawingml/2006/chart" xmlns:r="http://schemas.openxmlformats.org/officeDocument/2006/relationships" r:id="rId3"/>
          </a:graphicData>
        </a:graphic>
      </p:graphicFrame>
      <p:sp>
        <p:nvSpPr>
          <p:cNvPr id="11" name="Slide Number Placeholder 3">
            <a:extLst>
              <a:ext uri="{FF2B5EF4-FFF2-40B4-BE49-F238E27FC236}">
                <a16:creationId xmlns:a16="http://schemas.microsoft.com/office/drawing/2014/main" id="{4ADAA8EF-3AED-4BA0-83C5-776313237477}"/>
              </a:ext>
            </a:extLst>
          </p:cNvPr>
          <p:cNvSpPr txBox="1">
            <a:spLocks/>
          </p:cNvSpPr>
          <p:nvPr/>
        </p:nvSpPr>
        <p:spPr>
          <a:xfrm>
            <a:off x="7023680" y="6492875"/>
            <a:ext cx="2133600" cy="365125"/>
          </a:xfrm>
          <a:prstGeom prst="rect">
            <a:avLst/>
          </a:prstGeom>
        </p:spPr>
        <p:txBody>
          <a:bodyPr vert="horz" lIns="91440" tIns="45720" rIns="91440" bIns="45720" rtlCol="0" anchor="ctr"/>
          <a:lstStyle>
            <a:defPPr>
              <a:defRPr lang="es-PE"/>
            </a:defPPr>
            <a:lvl1pPr algn="r" rtl="0" fontAlgn="auto">
              <a:spcBef>
                <a:spcPts val="0"/>
              </a:spcBef>
              <a:spcAft>
                <a:spcPts val="0"/>
              </a:spcAft>
              <a:defRPr sz="1200" kern="1200">
                <a:solidFill>
                  <a:prstClr val="black">
                    <a:tint val="75000"/>
                  </a:prstClr>
                </a:solidFill>
                <a:latin typeface="+mn-lt"/>
                <a:ea typeface="+mn-ea"/>
                <a:cs typeface="+mn-cs"/>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defRPr/>
            </a:pPr>
            <a:fld id="{EC67D77E-0A59-4F4C-9494-FAA2C5A60E2D}" type="slidenum">
              <a:rPr lang="es-PE" smtClean="0">
                <a:latin typeface="Calibri"/>
              </a:rPr>
              <a:pPr>
                <a:defRPr/>
              </a:pPr>
              <a:t>20</a:t>
            </a:fld>
            <a:endParaRPr lang="es-PE" dirty="0">
              <a:latin typeface="Calibri"/>
            </a:endParaRPr>
          </a:p>
        </p:txBody>
      </p:sp>
      <p:sp>
        <p:nvSpPr>
          <p:cNvPr id="4" name="Rectangle 3">
            <a:extLst>
              <a:ext uri="{FF2B5EF4-FFF2-40B4-BE49-F238E27FC236}">
                <a16:creationId xmlns:a16="http://schemas.microsoft.com/office/drawing/2014/main" id="{5409EE80-7F05-1A11-34B8-024FFC10830B}"/>
              </a:ext>
            </a:extLst>
          </p:cNvPr>
          <p:cNvSpPr/>
          <p:nvPr/>
        </p:nvSpPr>
        <p:spPr>
          <a:xfrm>
            <a:off x="35496" y="6559460"/>
            <a:ext cx="8784976" cy="215444"/>
          </a:xfrm>
          <a:prstGeom prst="rect">
            <a:avLst/>
          </a:prstGeom>
        </p:spPr>
        <p:txBody>
          <a:bodyPr wrap="square">
            <a:spAutoFit/>
          </a:bodyPr>
          <a:lstStyle/>
          <a:p>
            <a:pPr algn="just"/>
            <a:r>
              <a:rPr lang="es-PE" sz="800" i="1" dirty="0">
                <a:solidFill>
                  <a:schemeClr val="tx2"/>
                </a:solidFill>
                <a:latin typeface="Trebuchet MS" pitchFamily="34" charset="0"/>
              </a:rPr>
              <a:t>*Retornos al 16/10/2026.</a:t>
            </a:r>
            <a:endParaRPr lang="es-PE" sz="800" i="1" dirty="0">
              <a:solidFill>
                <a:schemeClr val="bg1">
                  <a:lumMod val="5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388241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4"/>
          <p:cNvSpPr>
            <a:spLocks noChangeArrowheads="1"/>
          </p:cNvSpPr>
          <p:nvPr/>
        </p:nvSpPr>
        <p:spPr bwMode="auto">
          <a:xfrm>
            <a:off x="179388" y="211138"/>
            <a:ext cx="7464446" cy="861774"/>
          </a:xfrm>
          <a:prstGeom prst="rect">
            <a:avLst/>
          </a:prstGeom>
          <a:noFill/>
          <a:ln w="9525">
            <a:noFill/>
            <a:miter lim="800000"/>
            <a:headEnd/>
            <a:tailEnd/>
          </a:ln>
        </p:spPr>
        <p:txBody>
          <a:bodyPr wrap="square">
            <a:spAutoFit/>
          </a:bodyPr>
          <a:lstStyle/>
          <a:p>
            <a:r>
              <a:rPr lang="es-MX" sz="3000" b="1" dirty="0">
                <a:solidFill>
                  <a:schemeClr val="bg1"/>
                </a:solidFill>
                <a:latin typeface="Trebuchet MS" pitchFamily="34" charset="0"/>
              </a:rPr>
              <a:t>Fondos Mutuos RVI</a:t>
            </a:r>
          </a:p>
          <a:p>
            <a:r>
              <a:rPr lang="es-MX" sz="2000" b="1" dirty="0">
                <a:solidFill>
                  <a:schemeClr val="bg1"/>
                </a:solidFill>
                <a:latin typeface="Trebuchet MS" pitchFamily="34" charset="0"/>
              </a:rPr>
              <a:t>Rendimiento de los Fondos</a:t>
            </a:r>
            <a:endParaRPr lang="es-PE" sz="2000" b="1" dirty="0">
              <a:solidFill>
                <a:schemeClr val="bg1"/>
              </a:solidFill>
              <a:latin typeface="Trebuchet MS" pitchFamily="34" charset="0"/>
            </a:endParaRPr>
          </a:p>
        </p:txBody>
      </p:sp>
      <p:sp>
        <p:nvSpPr>
          <p:cNvPr id="12" name="Slide Number Placeholder 3">
            <a:extLst>
              <a:ext uri="{FF2B5EF4-FFF2-40B4-BE49-F238E27FC236}">
                <a16:creationId xmlns:a16="http://schemas.microsoft.com/office/drawing/2014/main" id="{51C538F2-403E-41F1-8703-04CC97F6BD6E}"/>
              </a:ext>
            </a:extLst>
          </p:cNvPr>
          <p:cNvSpPr>
            <a:spLocks noGrp="1"/>
          </p:cNvSpPr>
          <p:nvPr>
            <p:ph type="sldNum" sz="quarter" idx="12"/>
          </p:nvPr>
        </p:nvSpPr>
        <p:spPr>
          <a:xfrm>
            <a:off x="7023680" y="6492875"/>
            <a:ext cx="212032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C67D77E-0A59-4F4C-9494-FAA2C5A60E2D}" type="slidenum">
              <a:rPr kumimoji="0" lang="es-PE"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s-PE"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3" name="Rectangle 2">
            <a:extLst>
              <a:ext uri="{FF2B5EF4-FFF2-40B4-BE49-F238E27FC236}">
                <a16:creationId xmlns:a16="http://schemas.microsoft.com/office/drawing/2014/main" id="{273BB560-2CAE-96D8-83FC-C8DCB93658DB}"/>
              </a:ext>
            </a:extLst>
          </p:cNvPr>
          <p:cNvSpPr/>
          <p:nvPr/>
        </p:nvSpPr>
        <p:spPr>
          <a:xfrm>
            <a:off x="35496" y="6559460"/>
            <a:ext cx="8784976" cy="215444"/>
          </a:xfrm>
          <a:prstGeom prst="rect">
            <a:avLst/>
          </a:prstGeom>
        </p:spPr>
        <p:txBody>
          <a:bodyPr wrap="square">
            <a:spAutoFit/>
          </a:bodyPr>
          <a:lstStyle/>
          <a:p>
            <a:pPr algn="just"/>
            <a:r>
              <a:rPr lang="es-PE" sz="800" i="1" dirty="0">
                <a:solidFill>
                  <a:schemeClr val="tx2"/>
                </a:solidFill>
                <a:latin typeface="Trebuchet MS" pitchFamily="34" charset="0"/>
              </a:rPr>
              <a:t>*Retornos al 16/10/2026.</a:t>
            </a:r>
            <a:endParaRPr lang="es-PE" sz="800" i="1" dirty="0">
              <a:solidFill>
                <a:schemeClr val="bg1">
                  <a:lumMod val="50000"/>
                </a:schemeClr>
              </a:solidFill>
              <a:latin typeface="Arial" panose="020B0604020202020204" pitchFamily="34" charset="0"/>
              <a:cs typeface="Arial" panose="020B0604020202020204" pitchFamily="34" charset="0"/>
            </a:endParaRPr>
          </a:p>
        </p:txBody>
      </p:sp>
      <p:pic>
        <p:nvPicPr>
          <p:cNvPr id="2050" name="Picture 2">
            <a:extLst>
              <a:ext uri="{FF2B5EF4-FFF2-40B4-BE49-F238E27FC236}">
                <a16:creationId xmlns:a16="http://schemas.microsoft.com/office/drawing/2014/main" id="{C979561A-DC26-AFC2-1AEE-6034A602C56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p:blipFill>
        <p:spPr bwMode="auto">
          <a:xfrm>
            <a:off x="1512567" y="1500874"/>
            <a:ext cx="6295816" cy="4721862"/>
          </a:xfrm>
          <a:prstGeom prst="rect">
            <a:avLst/>
          </a:prstGeom>
          <a:noFill/>
          <a:extLst>
            <a:ext uri="{909E8E84-426E-40DD-AFC4-6F175D3DCCD1}">
              <a14:hiddenFill xmlns:a14="http://schemas.microsoft.com/office/drawing/2010/main">
                <a:solidFill>
                  <a:srgbClr val="FFFFFF"/>
                </a:solidFill>
              </a14:hiddenFill>
            </a:ext>
          </a:extLst>
        </p:spPr>
      </p:pic>
      <p:sp>
        <p:nvSpPr>
          <p:cNvPr id="2" name="Rounded Rectangle 17">
            <a:extLst>
              <a:ext uri="{FF2B5EF4-FFF2-40B4-BE49-F238E27FC236}">
                <a16:creationId xmlns:a16="http://schemas.microsoft.com/office/drawing/2014/main" id="{0CD5515B-C14C-16AE-0234-FC45ED3EDF02}"/>
              </a:ext>
            </a:extLst>
          </p:cNvPr>
          <p:cNvSpPr/>
          <p:nvPr/>
        </p:nvSpPr>
        <p:spPr>
          <a:xfrm>
            <a:off x="4067944" y="1500874"/>
            <a:ext cx="792088" cy="4721863"/>
          </a:xfrm>
          <a:prstGeom prst="roundRect">
            <a:avLst/>
          </a:prstGeom>
          <a:solidFill>
            <a:srgbClr val="E3E829">
              <a:alpha val="3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t> </a:t>
            </a:r>
            <a:endParaRPr lang="es-PE" dirty="0"/>
          </a:p>
        </p:txBody>
      </p:sp>
    </p:spTree>
    <p:extLst>
      <p:ext uri="{BB962C8B-B14F-4D97-AF65-F5344CB8AC3E}">
        <p14:creationId xmlns:p14="http://schemas.microsoft.com/office/powerpoint/2010/main" val="133899586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4"/>
          <p:cNvSpPr>
            <a:spLocks noChangeArrowheads="1"/>
          </p:cNvSpPr>
          <p:nvPr/>
        </p:nvSpPr>
        <p:spPr bwMode="auto">
          <a:xfrm>
            <a:off x="179388" y="211138"/>
            <a:ext cx="7464446" cy="861774"/>
          </a:xfrm>
          <a:prstGeom prst="rect">
            <a:avLst/>
          </a:prstGeom>
          <a:noFill/>
          <a:ln w="9525">
            <a:noFill/>
            <a:miter lim="800000"/>
            <a:headEnd/>
            <a:tailEnd/>
          </a:ln>
        </p:spPr>
        <p:txBody>
          <a:bodyPr wrap="square">
            <a:spAutoFit/>
          </a:bodyPr>
          <a:lstStyle/>
          <a:p>
            <a:r>
              <a:rPr lang="es-MX" sz="3000" b="1" dirty="0">
                <a:solidFill>
                  <a:schemeClr val="bg1"/>
                </a:solidFill>
                <a:latin typeface="Trebuchet MS" pitchFamily="34" charset="0"/>
              </a:rPr>
              <a:t>Fondos Mutuos RFI</a:t>
            </a:r>
          </a:p>
          <a:p>
            <a:r>
              <a:rPr lang="es-MX" sz="2000" b="1" dirty="0">
                <a:solidFill>
                  <a:schemeClr val="bg1"/>
                </a:solidFill>
                <a:latin typeface="Trebuchet MS" pitchFamily="34" charset="0"/>
              </a:rPr>
              <a:t>Rendimiento de los Fondos</a:t>
            </a:r>
            <a:endParaRPr lang="es-PE" sz="2000" b="1" dirty="0">
              <a:solidFill>
                <a:schemeClr val="bg1"/>
              </a:solidFill>
              <a:latin typeface="Trebuchet MS" pitchFamily="34" charset="0"/>
            </a:endParaRPr>
          </a:p>
        </p:txBody>
      </p:sp>
      <p:sp>
        <p:nvSpPr>
          <p:cNvPr id="12" name="Slide Number Placeholder 3">
            <a:extLst>
              <a:ext uri="{FF2B5EF4-FFF2-40B4-BE49-F238E27FC236}">
                <a16:creationId xmlns:a16="http://schemas.microsoft.com/office/drawing/2014/main" id="{51C538F2-403E-41F1-8703-04CC97F6BD6E}"/>
              </a:ext>
            </a:extLst>
          </p:cNvPr>
          <p:cNvSpPr>
            <a:spLocks noGrp="1"/>
          </p:cNvSpPr>
          <p:nvPr>
            <p:ph type="sldNum" sz="quarter" idx="12"/>
          </p:nvPr>
        </p:nvSpPr>
        <p:spPr>
          <a:xfrm>
            <a:off x="7023680" y="6492875"/>
            <a:ext cx="212032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C67D77E-0A59-4F4C-9494-FAA2C5A60E2D}" type="slidenum">
              <a:rPr kumimoji="0" lang="es-PE"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s-PE"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2" name="Rectangle 1">
            <a:extLst>
              <a:ext uri="{FF2B5EF4-FFF2-40B4-BE49-F238E27FC236}">
                <a16:creationId xmlns:a16="http://schemas.microsoft.com/office/drawing/2014/main" id="{5086B6AC-EE4D-8414-54A8-0DF78801A92A}"/>
              </a:ext>
            </a:extLst>
          </p:cNvPr>
          <p:cNvSpPr/>
          <p:nvPr/>
        </p:nvSpPr>
        <p:spPr>
          <a:xfrm>
            <a:off x="35496" y="6559460"/>
            <a:ext cx="8784976" cy="215444"/>
          </a:xfrm>
          <a:prstGeom prst="rect">
            <a:avLst/>
          </a:prstGeom>
        </p:spPr>
        <p:txBody>
          <a:bodyPr wrap="square">
            <a:spAutoFit/>
          </a:bodyPr>
          <a:lstStyle/>
          <a:p>
            <a:pPr algn="just"/>
            <a:r>
              <a:rPr lang="es-PE" sz="800" i="1" dirty="0">
                <a:solidFill>
                  <a:schemeClr val="tx2"/>
                </a:solidFill>
                <a:latin typeface="Trebuchet MS" pitchFamily="34" charset="0"/>
              </a:rPr>
              <a:t>*Retornos al 16/10/2026.</a:t>
            </a:r>
            <a:endParaRPr lang="es-PE" sz="800" i="1" dirty="0">
              <a:solidFill>
                <a:schemeClr val="bg1">
                  <a:lumMod val="50000"/>
                </a:schemeClr>
              </a:solidFill>
              <a:latin typeface="Arial" panose="020B0604020202020204" pitchFamily="34" charset="0"/>
              <a:cs typeface="Arial" panose="020B0604020202020204" pitchFamily="34" charset="0"/>
            </a:endParaRPr>
          </a:p>
        </p:txBody>
      </p:sp>
      <p:pic>
        <p:nvPicPr>
          <p:cNvPr id="1026" name="Picture 2">
            <a:extLst>
              <a:ext uri="{FF2B5EF4-FFF2-40B4-BE49-F238E27FC236}">
                <a16:creationId xmlns:a16="http://schemas.microsoft.com/office/drawing/2014/main" id="{3926DAF8-E85A-40B9-7E10-8F84E846635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p:blipFill>
        <p:spPr bwMode="auto">
          <a:xfrm>
            <a:off x="2915664" y="1259539"/>
            <a:ext cx="3312672" cy="5152495"/>
          </a:xfrm>
          <a:prstGeom prst="rect">
            <a:avLst/>
          </a:prstGeom>
          <a:noFill/>
          <a:extLst>
            <a:ext uri="{909E8E84-426E-40DD-AFC4-6F175D3DCCD1}">
              <a14:hiddenFill xmlns:a14="http://schemas.microsoft.com/office/drawing/2010/main">
                <a:solidFill>
                  <a:srgbClr val="FFFFFF"/>
                </a:solidFill>
              </a14:hiddenFill>
            </a:ext>
          </a:extLst>
        </p:spPr>
      </p:pic>
      <p:sp>
        <p:nvSpPr>
          <p:cNvPr id="6" name="Rounded Rectangle 17">
            <a:extLst>
              <a:ext uri="{FF2B5EF4-FFF2-40B4-BE49-F238E27FC236}">
                <a16:creationId xmlns:a16="http://schemas.microsoft.com/office/drawing/2014/main" id="{10290108-FBDD-8799-68FD-330E63C49A37}"/>
              </a:ext>
            </a:extLst>
          </p:cNvPr>
          <p:cNvSpPr/>
          <p:nvPr/>
        </p:nvSpPr>
        <p:spPr>
          <a:xfrm>
            <a:off x="4355976" y="1259539"/>
            <a:ext cx="432048" cy="5152496"/>
          </a:xfrm>
          <a:prstGeom prst="roundRect">
            <a:avLst/>
          </a:prstGeom>
          <a:solidFill>
            <a:srgbClr val="E3E829">
              <a:alpha val="3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t> </a:t>
            </a:r>
            <a:endParaRPr lang="es-PE" dirty="0"/>
          </a:p>
        </p:txBody>
      </p:sp>
    </p:spTree>
    <p:extLst>
      <p:ext uri="{BB962C8B-B14F-4D97-AF65-F5344CB8AC3E}">
        <p14:creationId xmlns:p14="http://schemas.microsoft.com/office/powerpoint/2010/main" val="161261312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_SLIDE_TYPE" val="6"/>
</p:tagLst>
</file>

<file path=ppt/tags/tag2.xml><?xml version="1.0" encoding="utf-8"?>
<p:tagLst xmlns:a="http://schemas.openxmlformats.org/drawingml/2006/main" xmlns:r="http://schemas.openxmlformats.org/officeDocument/2006/relationships" xmlns:p="http://schemas.openxmlformats.org/presentationml/2006/main">
  <p:tag name="MM_SLIDE_TYPE" val="6"/>
</p:tagLst>
</file>

<file path=ppt/tags/tag3.xml><?xml version="1.0" encoding="utf-8"?>
<p:tagLst xmlns:a="http://schemas.openxmlformats.org/drawingml/2006/main" xmlns:r="http://schemas.openxmlformats.org/officeDocument/2006/relationships" xmlns:p="http://schemas.openxmlformats.org/presentationml/2006/main">
  <p:tag name="MM_SLIDE_TYPE" val="6"/>
</p:tagLst>
</file>

<file path=ppt/tags/tag4.xml><?xml version="1.0" encoding="utf-8"?>
<p:tagLst xmlns:a="http://schemas.openxmlformats.org/drawingml/2006/main" xmlns:r="http://schemas.openxmlformats.org/officeDocument/2006/relationships" xmlns:p="http://schemas.openxmlformats.org/presentationml/2006/main">
  <p:tag name="MM_SLIDE_TYPE" val="6"/>
</p:tagLst>
</file>

<file path=ppt/theme/theme1.xml><?xml version="1.0" encoding="utf-8"?>
<a:theme xmlns:a="http://schemas.openxmlformats.org/drawingml/2006/main" name="4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AGENDA BLANCA">
  <a:themeElements>
    <a:clrScheme name="SURA">
      <a:dk1>
        <a:srgbClr val="656867"/>
      </a:dk1>
      <a:lt1>
        <a:sysClr val="window" lastClr="FFFFFF"/>
      </a:lt1>
      <a:dk2>
        <a:srgbClr val="768692"/>
      </a:dk2>
      <a:lt2>
        <a:srgbClr val="C7C9C7"/>
      </a:lt2>
      <a:accent1>
        <a:srgbClr val="0033A0"/>
      </a:accent1>
      <a:accent2>
        <a:srgbClr val="E3E829"/>
      </a:accent2>
      <a:accent3>
        <a:srgbClr val="00AEC7"/>
      </a:accent3>
      <a:accent4>
        <a:srgbClr val="707372"/>
      </a:accent4>
      <a:accent5>
        <a:srgbClr val="ED8B00"/>
      </a:accent5>
      <a:accent6>
        <a:srgbClr val="78BE20"/>
      </a:accent6>
      <a:hlink>
        <a:srgbClr val="4EC3FF"/>
      </a:hlink>
      <a:folHlink>
        <a:srgbClr val="F9423A"/>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1" id="{00837B46-2033-C44C-BED1-EEC3B261BF63}" vid="{3B4187CB-186C-A145-9A00-FEF410F94C61}"/>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2.xml><?xml version="1.0" encoding="utf-8"?>
<a:themeOverride xmlns:a="http://schemas.openxmlformats.org/drawingml/2006/main">
  <a:clrScheme name="Integra">
    <a:dk1>
      <a:srgbClr val="1E2E6E"/>
    </a:dk1>
    <a:lt1>
      <a:srgbClr val="FFFFFF"/>
    </a:lt1>
    <a:dk2>
      <a:srgbClr val="1E2E6E"/>
    </a:dk2>
    <a:lt2>
      <a:srgbClr val="DCDDDE"/>
    </a:lt2>
    <a:accent1>
      <a:srgbClr val="1E2E6E"/>
    </a:accent1>
    <a:accent2>
      <a:srgbClr val="00AECB"/>
    </a:accent2>
    <a:accent3>
      <a:srgbClr val="E3E829"/>
    </a:accent3>
    <a:accent4>
      <a:srgbClr val="DCDDDE"/>
    </a:accent4>
    <a:accent5>
      <a:srgbClr val="7E8083"/>
    </a:accent5>
    <a:accent6>
      <a:srgbClr val="1E2E6E"/>
    </a:accent6>
    <a:hlink>
      <a:srgbClr val="00AECB"/>
    </a:hlink>
    <a:folHlink>
      <a:srgbClr val="7E8083"/>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3.xml><?xml version="1.0" encoding="utf-8"?>
<a:themeOverride xmlns:a="http://schemas.openxmlformats.org/drawingml/2006/main">
  <a:clrScheme name="Integra">
    <a:dk1>
      <a:srgbClr val="1E2E6E"/>
    </a:dk1>
    <a:lt1>
      <a:srgbClr val="FFFFFF"/>
    </a:lt1>
    <a:dk2>
      <a:srgbClr val="1E2E6E"/>
    </a:dk2>
    <a:lt2>
      <a:srgbClr val="DCDDDE"/>
    </a:lt2>
    <a:accent1>
      <a:srgbClr val="1E2E6E"/>
    </a:accent1>
    <a:accent2>
      <a:srgbClr val="00AECB"/>
    </a:accent2>
    <a:accent3>
      <a:srgbClr val="E3E829"/>
    </a:accent3>
    <a:accent4>
      <a:srgbClr val="DCDDDE"/>
    </a:accent4>
    <a:accent5>
      <a:srgbClr val="7E8083"/>
    </a:accent5>
    <a:accent6>
      <a:srgbClr val="1E2E6E"/>
    </a:accent6>
    <a:hlink>
      <a:srgbClr val="00AECB"/>
    </a:hlink>
    <a:folHlink>
      <a:srgbClr val="7E8083"/>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4.xml><?xml version="1.0" encoding="utf-8"?>
<a:themeOverride xmlns:a="http://schemas.openxmlformats.org/drawingml/2006/main">
  <a:clrScheme name="Integra">
    <a:dk1>
      <a:srgbClr val="1E2E6E"/>
    </a:dk1>
    <a:lt1>
      <a:srgbClr val="FFFFFF"/>
    </a:lt1>
    <a:dk2>
      <a:srgbClr val="1E2E6E"/>
    </a:dk2>
    <a:lt2>
      <a:srgbClr val="DCDDDE"/>
    </a:lt2>
    <a:accent1>
      <a:srgbClr val="1E2E6E"/>
    </a:accent1>
    <a:accent2>
      <a:srgbClr val="00AECB"/>
    </a:accent2>
    <a:accent3>
      <a:srgbClr val="E3E829"/>
    </a:accent3>
    <a:accent4>
      <a:srgbClr val="DCDDDE"/>
    </a:accent4>
    <a:accent5>
      <a:srgbClr val="7E8083"/>
    </a:accent5>
    <a:accent6>
      <a:srgbClr val="1E2E6E"/>
    </a:accent6>
    <a:hlink>
      <a:srgbClr val="00AECB"/>
    </a:hlink>
    <a:folHlink>
      <a:srgbClr val="7E8083"/>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5.xml><?xml version="1.0" encoding="utf-8"?>
<a:themeOverride xmlns:a="http://schemas.openxmlformats.org/drawingml/2006/main">
  <a:clrScheme name="Integra">
    <a:dk1>
      <a:srgbClr val="1E2E6E"/>
    </a:dk1>
    <a:lt1>
      <a:srgbClr val="FFFFFF"/>
    </a:lt1>
    <a:dk2>
      <a:srgbClr val="1E2E6E"/>
    </a:dk2>
    <a:lt2>
      <a:srgbClr val="DCDDDE"/>
    </a:lt2>
    <a:accent1>
      <a:srgbClr val="1E2E6E"/>
    </a:accent1>
    <a:accent2>
      <a:srgbClr val="00AECB"/>
    </a:accent2>
    <a:accent3>
      <a:srgbClr val="E3E829"/>
    </a:accent3>
    <a:accent4>
      <a:srgbClr val="DCDDDE"/>
    </a:accent4>
    <a:accent5>
      <a:srgbClr val="7E8083"/>
    </a:accent5>
    <a:accent6>
      <a:srgbClr val="1E2E6E"/>
    </a:accent6>
    <a:hlink>
      <a:srgbClr val="00AECB"/>
    </a:hlink>
    <a:folHlink>
      <a:srgbClr val="7E8083"/>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6.xml><?xml version="1.0" encoding="utf-8"?>
<a:themeOverride xmlns:a="http://schemas.openxmlformats.org/drawingml/2006/main">
  <a:clrScheme name="Integra">
    <a:dk1>
      <a:srgbClr val="1E2E6E"/>
    </a:dk1>
    <a:lt1>
      <a:srgbClr val="FFFFFF"/>
    </a:lt1>
    <a:dk2>
      <a:srgbClr val="1E2E6E"/>
    </a:dk2>
    <a:lt2>
      <a:srgbClr val="DCDDDE"/>
    </a:lt2>
    <a:accent1>
      <a:srgbClr val="1E2E6E"/>
    </a:accent1>
    <a:accent2>
      <a:srgbClr val="00AECB"/>
    </a:accent2>
    <a:accent3>
      <a:srgbClr val="E3E829"/>
    </a:accent3>
    <a:accent4>
      <a:srgbClr val="DCDDDE"/>
    </a:accent4>
    <a:accent5>
      <a:srgbClr val="7E8083"/>
    </a:accent5>
    <a:accent6>
      <a:srgbClr val="1E2E6E"/>
    </a:accent6>
    <a:hlink>
      <a:srgbClr val="00AECB"/>
    </a:hlink>
    <a:folHlink>
      <a:srgbClr val="7E8083"/>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7.xml><?xml version="1.0" encoding="utf-8"?>
<a:themeOverride xmlns:a="http://schemas.openxmlformats.org/drawingml/2006/main">
  <a:clrScheme name="Integra">
    <a:dk1>
      <a:srgbClr val="1E2E6E"/>
    </a:dk1>
    <a:lt1>
      <a:srgbClr val="FFFFFF"/>
    </a:lt1>
    <a:dk2>
      <a:srgbClr val="1E2E6E"/>
    </a:dk2>
    <a:lt2>
      <a:srgbClr val="DCDDDE"/>
    </a:lt2>
    <a:accent1>
      <a:srgbClr val="1E2E6E"/>
    </a:accent1>
    <a:accent2>
      <a:srgbClr val="00AECB"/>
    </a:accent2>
    <a:accent3>
      <a:srgbClr val="E3E829"/>
    </a:accent3>
    <a:accent4>
      <a:srgbClr val="DCDDDE"/>
    </a:accent4>
    <a:accent5>
      <a:srgbClr val="7E8083"/>
    </a:accent5>
    <a:accent6>
      <a:srgbClr val="1E2E6E"/>
    </a:accent6>
    <a:hlink>
      <a:srgbClr val="00AECB"/>
    </a:hlink>
    <a:folHlink>
      <a:srgbClr val="7E8083"/>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BBSettings xmlns="http://schemas.bloomberg.com/settings/1.0">
  <Item name="DocumentId_Charts">{E4C5AB0D-3E87-465C-BBC6-AF2104E67DC8}</Item>
  <Item xmlns="" name="ShapesMap_Charts">{"{E4C5AB0D-3E87-465C-BBC6-AF2104E67DC8}":{"3581":{},"3582":{},"3583":{},"3926":{},"3927":{},"3950":{},"3953":{},"3954":{},"3958":{},"3959":{},"3960":{},"3964":{},"3965":{},"3981":{},"3982":{},"3983":{},"3984":{},"3985":{},"3986":{},"3987":{},"3988":{}}}</Item>
</BBSettings>
</file>

<file path=customXml/itemProps1.xml><?xml version="1.0" encoding="utf-8"?>
<ds:datastoreItem xmlns:ds="http://schemas.openxmlformats.org/officeDocument/2006/customXml" ds:itemID="{34B4869C-5C5B-4C67-B451-06114917D817}">
  <ds:schemaRefs>
    <ds:schemaRef ds:uri="http://schemas.bloomberg.com/settings/1.0"/>
    <ds:schemaRef ds:uri=""/>
  </ds:schemaRefs>
</ds:datastoreItem>
</file>

<file path=docProps/app.xml><?xml version="1.0" encoding="utf-8"?>
<Properties xmlns="http://schemas.openxmlformats.org/officeDocument/2006/extended-properties" xmlns:vt="http://schemas.openxmlformats.org/officeDocument/2006/docPropsVTypes">
  <Template/>
  <TotalTime>101316</TotalTime>
  <Words>1345</Words>
  <Application>Microsoft Office PowerPoint</Application>
  <PresentationFormat>On-screen Show (4:3)</PresentationFormat>
  <Paragraphs>169</Paragraphs>
  <Slides>22</Slides>
  <Notes>20</Notes>
  <HiddenSlides>0</HiddenSlides>
  <MMClips>0</MMClips>
  <ScaleCrop>false</ScaleCrop>
  <HeadingPairs>
    <vt:vector size="8" baseType="variant">
      <vt:variant>
        <vt:lpstr>Fonts Used</vt:lpstr>
      </vt:variant>
      <vt:variant>
        <vt:i4>4</vt:i4>
      </vt:variant>
      <vt:variant>
        <vt:lpstr>Theme</vt:lpstr>
      </vt:variant>
      <vt:variant>
        <vt:i4>2</vt:i4>
      </vt:variant>
      <vt:variant>
        <vt:lpstr>Embedded OLE Servers</vt:lpstr>
      </vt:variant>
      <vt:variant>
        <vt:i4>1</vt:i4>
      </vt:variant>
      <vt:variant>
        <vt:lpstr>Slide Titles</vt:lpstr>
      </vt:variant>
      <vt:variant>
        <vt:i4>22</vt:i4>
      </vt:variant>
    </vt:vector>
  </HeadingPairs>
  <TitlesOfParts>
    <vt:vector size="29" baseType="lpstr">
      <vt:lpstr>Arial</vt:lpstr>
      <vt:lpstr>Calibri</vt:lpstr>
      <vt:lpstr>DINPro</vt:lpstr>
      <vt:lpstr>Trebuchet MS</vt:lpstr>
      <vt:lpstr>4_Office Theme</vt:lpstr>
      <vt:lpstr>AGENDA BLANCA</vt:lpstr>
      <vt:lpstr>Macrobond document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AFP INTEGRA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p043771</dc:creator>
  <cp:lastModifiedBy>Alvaro Enrique Melendez Salas</cp:lastModifiedBy>
  <cp:revision>6761</cp:revision>
  <cp:lastPrinted>2022-05-12T20:30:12Z</cp:lastPrinted>
  <dcterms:created xsi:type="dcterms:W3CDTF">2011-12-12T21:16:33Z</dcterms:created>
  <dcterms:modified xsi:type="dcterms:W3CDTF">2026-10-21T17:41:55Z</dcterms:modified>
</cp:coreProperties>
</file>